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2801600" cy="576072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801600" cy="5760720"/>
            <a:chOff x="0" y="0"/>
            <a:chExt cx="12801600" cy="576072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801600" cy="5760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880784"/>
              <a:ext cx="12801599" cy="399915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950373"/>
              <a:ext cx="4220807" cy="38599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4290396" y="950373"/>
              <a:ext cx="4220807" cy="38599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8511203" y="950373"/>
              <a:ext cx="4220807" cy="38599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97334" y="1206378"/>
              <a:ext cx="3765315" cy="24104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h9"/>
            <p:cNvSpPr/>
            <p:nvPr/>
          </p:nvSpPr>
          <p:spPr>
            <a:xfrm>
              <a:off x="2117554" y="2648587"/>
              <a:ext cx="36042" cy="30318"/>
            </a:xfrm>
            <a:custGeom>
              <a:avLst/>
              <a:pathLst>
                <a:path w="36042" h="30318">
                  <a:moveTo>
                    <a:pt x="28947" y="110"/>
                  </a:moveTo>
                  <a:lnTo>
                    <a:pt x="31085" y="1640"/>
                  </a:lnTo>
                  <a:lnTo>
                    <a:pt x="34547" y="2112"/>
                  </a:lnTo>
                  <a:lnTo>
                    <a:pt x="36042" y="3612"/>
                  </a:lnTo>
                  <a:lnTo>
                    <a:pt x="34563" y="11010"/>
                  </a:lnTo>
                  <a:lnTo>
                    <a:pt x="34088" y="12387"/>
                  </a:lnTo>
                  <a:lnTo>
                    <a:pt x="31272" y="13859"/>
                  </a:lnTo>
                  <a:lnTo>
                    <a:pt x="27392" y="13301"/>
                  </a:lnTo>
                  <a:lnTo>
                    <a:pt x="27074" y="16470"/>
                  </a:lnTo>
                  <a:lnTo>
                    <a:pt x="24890" y="17291"/>
                  </a:lnTo>
                  <a:lnTo>
                    <a:pt x="21480" y="17218"/>
                  </a:lnTo>
                  <a:lnTo>
                    <a:pt x="18683" y="19700"/>
                  </a:lnTo>
                  <a:lnTo>
                    <a:pt x="17020" y="24895"/>
                  </a:lnTo>
                  <a:lnTo>
                    <a:pt x="14803" y="27703"/>
                  </a:lnTo>
                  <a:lnTo>
                    <a:pt x="6846" y="28296"/>
                  </a:lnTo>
                  <a:lnTo>
                    <a:pt x="4988" y="29458"/>
                  </a:lnTo>
                  <a:lnTo>
                    <a:pt x="3083" y="29308"/>
                  </a:lnTo>
                  <a:lnTo>
                    <a:pt x="0" y="30318"/>
                  </a:lnTo>
                  <a:lnTo>
                    <a:pt x="280" y="16268"/>
                  </a:lnTo>
                  <a:lnTo>
                    <a:pt x="2077" y="9258"/>
                  </a:lnTo>
                  <a:lnTo>
                    <a:pt x="4186" y="4245"/>
                  </a:lnTo>
                  <a:lnTo>
                    <a:pt x="5185" y="4730"/>
                  </a:lnTo>
                  <a:lnTo>
                    <a:pt x="8165" y="3250"/>
                  </a:lnTo>
                  <a:lnTo>
                    <a:pt x="12120" y="3323"/>
                  </a:lnTo>
                  <a:lnTo>
                    <a:pt x="15695" y="7751"/>
                  </a:lnTo>
                  <a:lnTo>
                    <a:pt x="17552" y="6519"/>
                  </a:lnTo>
                  <a:lnTo>
                    <a:pt x="19311" y="1558"/>
                  </a:lnTo>
                  <a:lnTo>
                    <a:pt x="241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h10"/>
            <p:cNvSpPr/>
            <p:nvPr/>
          </p:nvSpPr>
          <p:spPr>
            <a:xfrm>
              <a:off x="2106209" y="2616175"/>
              <a:ext cx="37573" cy="40163"/>
            </a:xfrm>
            <a:custGeom>
              <a:avLst/>
              <a:pathLst>
                <a:path w="37573" h="40163">
                  <a:moveTo>
                    <a:pt x="27827" y="10382"/>
                  </a:moveTo>
                  <a:lnTo>
                    <a:pt x="31782" y="11302"/>
                  </a:lnTo>
                  <a:lnTo>
                    <a:pt x="35617" y="11267"/>
                  </a:lnTo>
                  <a:lnTo>
                    <a:pt x="36398" y="12017"/>
                  </a:lnTo>
                  <a:lnTo>
                    <a:pt x="34748" y="21968"/>
                  </a:lnTo>
                  <a:lnTo>
                    <a:pt x="37519" y="23364"/>
                  </a:lnTo>
                  <a:lnTo>
                    <a:pt x="37573" y="24679"/>
                  </a:lnTo>
                  <a:lnTo>
                    <a:pt x="34472" y="23255"/>
                  </a:lnTo>
                  <a:lnTo>
                    <a:pt x="33408" y="27916"/>
                  </a:lnTo>
                  <a:lnTo>
                    <a:pt x="30425" y="28872"/>
                  </a:lnTo>
                  <a:lnTo>
                    <a:pt x="30656" y="33971"/>
                  </a:lnTo>
                  <a:lnTo>
                    <a:pt x="28896" y="38931"/>
                  </a:lnTo>
                  <a:lnTo>
                    <a:pt x="27040" y="40163"/>
                  </a:lnTo>
                  <a:lnTo>
                    <a:pt x="23465" y="35735"/>
                  </a:lnTo>
                  <a:lnTo>
                    <a:pt x="19510" y="35662"/>
                  </a:lnTo>
                  <a:lnTo>
                    <a:pt x="16530" y="37142"/>
                  </a:lnTo>
                  <a:lnTo>
                    <a:pt x="15531" y="36657"/>
                  </a:lnTo>
                  <a:lnTo>
                    <a:pt x="14679" y="34894"/>
                  </a:lnTo>
                  <a:lnTo>
                    <a:pt x="9955" y="33553"/>
                  </a:lnTo>
                  <a:lnTo>
                    <a:pt x="8043" y="28673"/>
                  </a:lnTo>
                  <a:lnTo>
                    <a:pt x="5532" y="27229"/>
                  </a:lnTo>
                  <a:lnTo>
                    <a:pt x="3768" y="27622"/>
                  </a:lnTo>
                  <a:lnTo>
                    <a:pt x="0" y="25872"/>
                  </a:lnTo>
                  <a:lnTo>
                    <a:pt x="1988" y="17458"/>
                  </a:lnTo>
                  <a:lnTo>
                    <a:pt x="3637" y="15643"/>
                  </a:lnTo>
                  <a:lnTo>
                    <a:pt x="4688" y="15382"/>
                  </a:lnTo>
                  <a:lnTo>
                    <a:pt x="6067" y="11477"/>
                  </a:lnTo>
                  <a:lnTo>
                    <a:pt x="2678" y="9123"/>
                  </a:lnTo>
                  <a:lnTo>
                    <a:pt x="2844" y="3636"/>
                  </a:lnTo>
                  <a:lnTo>
                    <a:pt x="9116" y="3707"/>
                  </a:lnTo>
                  <a:lnTo>
                    <a:pt x="20121" y="3650"/>
                  </a:lnTo>
                  <a:lnTo>
                    <a:pt x="24816" y="1661"/>
                  </a:lnTo>
                  <a:lnTo>
                    <a:pt x="25709" y="44"/>
                  </a:lnTo>
                  <a:lnTo>
                    <a:pt x="2638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h11"/>
            <p:cNvSpPr/>
            <p:nvPr/>
          </p:nvSpPr>
          <p:spPr>
            <a:xfrm>
              <a:off x="2118259" y="2645718"/>
              <a:ext cx="57615" cy="53837"/>
            </a:xfrm>
            <a:custGeom>
              <a:avLst/>
              <a:pathLst>
                <a:path w="57615" h="53837">
                  <a:moveTo>
                    <a:pt x="52886" y="72"/>
                  </a:moveTo>
                  <a:lnTo>
                    <a:pt x="52959" y="1758"/>
                  </a:lnTo>
                  <a:lnTo>
                    <a:pt x="51833" y="3837"/>
                  </a:lnTo>
                  <a:lnTo>
                    <a:pt x="52622" y="5736"/>
                  </a:lnTo>
                  <a:lnTo>
                    <a:pt x="54036" y="6226"/>
                  </a:lnTo>
                  <a:lnTo>
                    <a:pt x="53619" y="12265"/>
                  </a:lnTo>
                  <a:lnTo>
                    <a:pt x="50150" y="11705"/>
                  </a:lnTo>
                  <a:lnTo>
                    <a:pt x="49421" y="16388"/>
                  </a:lnTo>
                  <a:lnTo>
                    <a:pt x="45376" y="24353"/>
                  </a:lnTo>
                  <a:lnTo>
                    <a:pt x="45246" y="27489"/>
                  </a:lnTo>
                  <a:lnTo>
                    <a:pt x="47740" y="34054"/>
                  </a:lnTo>
                  <a:lnTo>
                    <a:pt x="53123" y="32371"/>
                  </a:lnTo>
                  <a:lnTo>
                    <a:pt x="57615" y="33194"/>
                  </a:lnTo>
                  <a:lnTo>
                    <a:pt x="56787" y="34805"/>
                  </a:lnTo>
                  <a:lnTo>
                    <a:pt x="55553" y="34280"/>
                  </a:lnTo>
                  <a:lnTo>
                    <a:pt x="54276" y="35392"/>
                  </a:lnTo>
                  <a:lnTo>
                    <a:pt x="53153" y="38465"/>
                  </a:lnTo>
                  <a:lnTo>
                    <a:pt x="51902" y="39317"/>
                  </a:lnTo>
                  <a:lnTo>
                    <a:pt x="48989" y="43988"/>
                  </a:lnTo>
                  <a:lnTo>
                    <a:pt x="45010" y="46031"/>
                  </a:lnTo>
                  <a:lnTo>
                    <a:pt x="40970" y="46210"/>
                  </a:lnTo>
                  <a:lnTo>
                    <a:pt x="38811" y="50179"/>
                  </a:lnTo>
                  <a:lnTo>
                    <a:pt x="31945" y="50178"/>
                  </a:lnTo>
                  <a:lnTo>
                    <a:pt x="30293" y="53322"/>
                  </a:lnTo>
                  <a:lnTo>
                    <a:pt x="28562" y="53837"/>
                  </a:lnTo>
                  <a:lnTo>
                    <a:pt x="22048" y="50299"/>
                  </a:lnTo>
                  <a:lnTo>
                    <a:pt x="18138" y="48204"/>
                  </a:lnTo>
                  <a:lnTo>
                    <a:pt x="15713" y="47720"/>
                  </a:lnTo>
                  <a:lnTo>
                    <a:pt x="10965" y="43951"/>
                  </a:lnTo>
                  <a:lnTo>
                    <a:pt x="3403" y="39445"/>
                  </a:lnTo>
                  <a:lnTo>
                    <a:pt x="0" y="39288"/>
                  </a:lnTo>
                  <a:lnTo>
                    <a:pt x="5963" y="34475"/>
                  </a:lnTo>
                  <a:lnTo>
                    <a:pt x="4282" y="32328"/>
                  </a:lnTo>
                  <a:lnTo>
                    <a:pt x="6141" y="31165"/>
                  </a:lnTo>
                  <a:lnTo>
                    <a:pt x="14098" y="30572"/>
                  </a:lnTo>
                  <a:lnTo>
                    <a:pt x="16315" y="27764"/>
                  </a:lnTo>
                  <a:lnTo>
                    <a:pt x="17977" y="22569"/>
                  </a:lnTo>
                  <a:lnTo>
                    <a:pt x="20774" y="20088"/>
                  </a:lnTo>
                  <a:lnTo>
                    <a:pt x="24184" y="20160"/>
                  </a:lnTo>
                  <a:lnTo>
                    <a:pt x="26369" y="19340"/>
                  </a:lnTo>
                  <a:lnTo>
                    <a:pt x="26686" y="16171"/>
                  </a:lnTo>
                  <a:lnTo>
                    <a:pt x="30566" y="16728"/>
                  </a:lnTo>
                  <a:lnTo>
                    <a:pt x="33382" y="15257"/>
                  </a:lnTo>
                  <a:lnTo>
                    <a:pt x="33857" y="13879"/>
                  </a:lnTo>
                  <a:lnTo>
                    <a:pt x="35433" y="15673"/>
                  </a:lnTo>
                  <a:lnTo>
                    <a:pt x="42247" y="12331"/>
                  </a:lnTo>
                  <a:lnTo>
                    <a:pt x="41741" y="9577"/>
                  </a:lnTo>
                  <a:lnTo>
                    <a:pt x="39378" y="9039"/>
                  </a:lnTo>
                  <a:lnTo>
                    <a:pt x="40080" y="5205"/>
                  </a:lnTo>
                  <a:lnTo>
                    <a:pt x="41733" y="4437"/>
                  </a:lnTo>
                  <a:lnTo>
                    <a:pt x="47795" y="6277"/>
                  </a:lnTo>
                  <a:lnTo>
                    <a:pt x="49854" y="5508"/>
                  </a:lnTo>
                  <a:lnTo>
                    <a:pt x="4916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h12"/>
            <p:cNvSpPr/>
            <p:nvPr/>
          </p:nvSpPr>
          <p:spPr>
            <a:xfrm>
              <a:off x="2141192" y="2600010"/>
              <a:ext cx="14737" cy="21154"/>
            </a:xfrm>
            <a:custGeom>
              <a:avLst/>
              <a:pathLst>
                <a:path w="14737" h="21154">
                  <a:moveTo>
                    <a:pt x="9801" y="4710"/>
                  </a:moveTo>
                  <a:lnTo>
                    <a:pt x="12289" y="6310"/>
                  </a:lnTo>
                  <a:lnTo>
                    <a:pt x="14174" y="8613"/>
                  </a:lnTo>
                  <a:lnTo>
                    <a:pt x="13851" y="10125"/>
                  </a:lnTo>
                  <a:lnTo>
                    <a:pt x="14737" y="13990"/>
                  </a:lnTo>
                  <a:lnTo>
                    <a:pt x="14611" y="19170"/>
                  </a:lnTo>
                  <a:lnTo>
                    <a:pt x="12899" y="20679"/>
                  </a:lnTo>
                  <a:lnTo>
                    <a:pt x="11136" y="21154"/>
                  </a:lnTo>
                  <a:lnTo>
                    <a:pt x="9023" y="20224"/>
                  </a:lnTo>
                  <a:lnTo>
                    <a:pt x="6947" y="17939"/>
                  </a:lnTo>
                  <a:lnTo>
                    <a:pt x="8080" y="16689"/>
                  </a:lnTo>
                  <a:lnTo>
                    <a:pt x="8203" y="15167"/>
                  </a:lnTo>
                  <a:lnTo>
                    <a:pt x="1766" y="15528"/>
                  </a:lnTo>
                  <a:lnTo>
                    <a:pt x="1741" y="13430"/>
                  </a:lnTo>
                  <a:lnTo>
                    <a:pt x="3197" y="13404"/>
                  </a:lnTo>
                  <a:lnTo>
                    <a:pt x="4324" y="11650"/>
                  </a:lnTo>
                  <a:lnTo>
                    <a:pt x="0" y="11713"/>
                  </a:lnTo>
                  <a:lnTo>
                    <a:pt x="2129" y="8857"/>
                  </a:lnTo>
                  <a:lnTo>
                    <a:pt x="6318" y="8441"/>
                  </a:lnTo>
                  <a:lnTo>
                    <a:pt x="7393" y="314"/>
                  </a:lnTo>
                  <a:lnTo>
                    <a:pt x="8885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h13"/>
            <p:cNvSpPr/>
            <p:nvPr/>
          </p:nvSpPr>
          <p:spPr>
            <a:xfrm>
              <a:off x="2148639" y="2642745"/>
              <a:ext cx="19474" cy="18646"/>
            </a:xfrm>
            <a:custGeom>
              <a:avLst/>
              <a:pathLst>
                <a:path w="19474" h="18646">
                  <a:moveTo>
                    <a:pt x="18782" y="2972"/>
                  </a:moveTo>
                  <a:lnTo>
                    <a:pt x="19474" y="8481"/>
                  </a:lnTo>
                  <a:lnTo>
                    <a:pt x="17415" y="9250"/>
                  </a:lnTo>
                  <a:lnTo>
                    <a:pt x="11353" y="7410"/>
                  </a:lnTo>
                  <a:lnTo>
                    <a:pt x="9700" y="8178"/>
                  </a:lnTo>
                  <a:lnTo>
                    <a:pt x="8998" y="12012"/>
                  </a:lnTo>
                  <a:lnTo>
                    <a:pt x="11361" y="12549"/>
                  </a:lnTo>
                  <a:lnTo>
                    <a:pt x="11867" y="15304"/>
                  </a:lnTo>
                  <a:lnTo>
                    <a:pt x="5053" y="18646"/>
                  </a:lnTo>
                  <a:lnTo>
                    <a:pt x="3477" y="16852"/>
                  </a:lnTo>
                  <a:lnTo>
                    <a:pt x="4957" y="9455"/>
                  </a:lnTo>
                  <a:lnTo>
                    <a:pt x="3462" y="7955"/>
                  </a:lnTo>
                  <a:lnTo>
                    <a:pt x="0" y="7483"/>
                  </a:lnTo>
                  <a:lnTo>
                    <a:pt x="2692" y="4416"/>
                  </a:lnTo>
                  <a:lnTo>
                    <a:pt x="2539" y="3089"/>
                  </a:lnTo>
                  <a:lnTo>
                    <a:pt x="1541" y="2930"/>
                  </a:lnTo>
                  <a:lnTo>
                    <a:pt x="1562" y="1881"/>
                  </a:lnTo>
                  <a:lnTo>
                    <a:pt x="3567" y="1333"/>
                  </a:lnTo>
                  <a:lnTo>
                    <a:pt x="8327" y="1758"/>
                  </a:lnTo>
                  <a:lnTo>
                    <a:pt x="13228" y="4065"/>
                  </a:lnTo>
                  <a:lnTo>
                    <a:pt x="1635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h14"/>
            <p:cNvSpPr/>
            <p:nvPr/>
          </p:nvSpPr>
          <p:spPr>
            <a:xfrm>
              <a:off x="2136635" y="2632892"/>
              <a:ext cx="25232" cy="17335"/>
            </a:xfrm>
            <a:custGeom>
              <a:avLst/>
              <a:pathLst>
                <a:path w="25232" h="17335">
                  <a:moveTo>
                    <a:pt x="23794" y="2644"/>
                  </a:moveTo>
                  <a:lnTo>
                    <a:pt x="23749" y="4526"/>
                  </a:lnTo>
                  <a:lnTo>
                    <a:pt x="22289" y="6658"/>
                  </a:lnTo>
                  <a:lnTo>
                    <a:pt x="22104" y="9302"/>
                  </a:lnTo>
                  <a:lnTo>
                    <a:pt x="25232" y="13918"/>
                  </a:lnTo>
                  <a:lnTo>
                    <a:pt x="20331" y="11611"/>
                  </a:lnTo>
                  <a:lnTo>
                    <a:pt x="15571" y="11185"/>
                  </a:lnTo>
                  <a:lnTo>
                    <a:pt x="13566" y="11734"/>
                  </a:lnTo>
                  <a:lnTo>
                    <a:pt x="13545" y="12783"/>
                  </a:lnTo>
                  <a:lnTo>
                    <a:pt x="14543" y="12942"/>
                  </a:lnTo>
                  <a:lnTo>
                    <a:pt x="14696" y="14268"/>
                  </a:lnTo>
                  <a:lnTo>
                    <a:pt x="12004" y="17335"/>
                  </a:lnTo>
                  <a:lnTo>
                    <a:pt x="9866" y="15806"/>
                  </a:lnTo>
                  <a:lnTo>
                    <a:pt x="5096" y="15695"/>
                  </a:lnTo>
                  <a:lnTo>
                    <a:pt x="230" y="17254"/>
                  </a:lnTo>
                  <a:lnTo>
                    <a:pt x="0" y="12155"/>
                  </a:lnTo>
                  <a:lnTo>
                    <a:pt x="2983" y="11199"/>
                  </a:lnTo>
                  <a:lnTo>
                    <a:pt x="4046" y="6538"/>
                  </a:lnTo>
                  <a:lnTo>
                    <a:pt x="7147" y="7962"/>
                  </a:lnTo>
                  <a:lnTo>
                    <a:pt x="7093" y="6647"/>
                  </a:lnTo>
                  <a:lnTo>
                    <a:pt x="8901" y="4683"/>
                  </a:lnTo>
                  <a:lnTo>
                    <a:pt x="13566" y="3303"/>
                  </a:lnTo>
                  <a:lnTo>
                    <a:pt x="17616" y="1166"/>
                  </a:lnTo>
                  <a:lnTo>
                    <a:pt x="176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h15"/>
            <p:cNvSpPr/>
            <p:nvPr/>
          </p:nvSpPr>
          <p:spPr>
            <a:xfrm>
              <a:off x="2086008" y="2642047"/>
              <a:ext cx="38214" cy="46239"/>
            </a:xfrm>
            <a:custGeom>
              <a:avLst/>
              <a:pathLst>
                <a:path w="38214" h="46239">
                  <a:moveTo>
                    <a:pt x="23968" y="1750"/>
                  </a:moveTo>
                  <a:lnTo>
                    <a:pt x="25733" y="1357"/>
                  </a:lnTo>
                  <a:lnTo>
                    <a:pt x="28243" y="2801"/>
                  </a:lnTo>
                  <a:lnTo>
                    <a:pt x="30155" y="7681"/>
                  </a:lnTo>
                  <a:lnTo>
                    <a:pt x="34880" y="9022"/>
                  </a:lnTo>
                  <a:lnTo>
                    <a:pt x="35731" y="10785"/>
                  </a:lnTo>
                  <a:lnTo>
                    <a:pt x="33623" y="15799"/>
                  </a:lnTo>
                  <a:lnTo>
                    <a:pt x="31826" y="22809"/>
                  </a:lnTo>
                  <a:lnTo>
                    <a:pt x="31545" y="36858"/>
                  </a:lnTo>
                  <a:lnTo>
                    <a:pt x="34628" y="35848"/>
                  </a:lnTo>
                  <a:lnTo>
                    <a:pt x="36533" y="35999"/>
                  </a:lnTo>
                  <a:lnTo>
                    <a:pt x="38214" y="38145"/>
                  </a:lnTo>
                  <a:lnTo>
                    <a:pt x="32250" y="42959"/>
                  </a:lnTo>
                  <a:lnTo>
                    <a:pt x="30791" y="42930"/>
                  </a:lnTo>
                  <a:lnTo>
                    <a:pt x="26669" y="40143"/>
                  </a:lnTo>
                  <a:lnTo>
                    <a:pt x="23067" y="40437"/>
                  </a:lnTo>
                  <a:lnTo>
                    <a:pt x="20311" y="41886"/>
                  </a:lnTo>
                  <a:lnTo>
                    <a:pt x="19549" y="44008"/>
                  </a:lnTo>
                  <a:lnTo>
                    <a:pt x="16722" y="45831"/>
                  </a:lnTo>
                  <a:lnTo>
                    <a:pt x="15106" y="46239"/>
                  </a:lnTo>
                  <a:lnTo>
                    <a:pt x="14222" y="45706"/>
                  </a:lnTo>
                  <a:lnTo>
                    <a:pt x="9022" y="41524"/>
                  </a:lnTo>
                  <a:lnTo>
                    <a:pt x="6297" y="40143"/>
                  </a:lnTo>
                  <a:lnTo>
                    <a:pt x="2932" y="33885"/>
                  </a:lnTo>
                  <a:lnTo>
                    <a:pt x="356" y="30635"/>
                  </a:lnTo>
                  <a:lnTo>
                    <a:pt x="0" y="29845"/>
                  </a:lnTo>
                  <a:lnTo>
                    <a:pt x="641" y="28926"/>
                  </a:lnTo>
                  <a:lnTo>
                    <a:pt x="4047" y="19581"/>
                  </a:lnTo>
                  <a:lnTo>
                    <a:pt x="7722" y="12825"/>
                  </a:lnTo>
                  <a:lnTo>
                    <a:pt x="11713" y="7597"/>
                  </a:lnTo>
                  <a:lnTo>
                    <a:pt x="13276" y="3657"/>
                  </a:lnTo>
                  <a:lnTo>
                    <a:pt x="2020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h16"/>
            <p:cNvSpPr/>
            <p:nvPr/>
          </p:nvSpPr>
          <p:spPr>
            <a:xfrm>
              <a:off x="2163506" y="2646436"/>
              <a:ext cx="37802" cy="33336"/>
            </a:xfrm>
            <a:custGeom>
              <a:avLst/>
              <a:pathLst>
                <a:path w="37802" h="33336">
                  <a:moveTo>
                    <a:pt x="18687" y="3499"/>
                  </a:moveTo>
                  <a:lnTo>
                    <a:pt x="20425" y="7303"/>
                  </a:lnTo>
                  <a:lnTo>
                    <a:pt x="24256" y="7101"/>
                  </a:lnTo>
                  <a:lnTo>
                    <a:pt x="23808" y="6094"/>
                  </a:lnTo>
                  <a:lnTo>
                    <a:pt x="30869" y="13190"/>
                  </a:lnTo>
                  <a:lnTo>
                    <a:pt x="32881" y="14912"/>
                  </a:lnTo>
                  <a:lnTo>
                    <a:pt x="37802" y="15160"/>
                  </a:lnTo>
                  <a:lnTo>
                    <a:pt x="37506" y="19253"/>
                  </a:lnTo>
                  <a:lnTo>
                    <a:pt x="32822" y="18924"/>
                  </a:lnTo>
                  <a:lnTo>
                    <a:pt x="26052" y="21385"/>
                  </a:lnTo>
                  <a:lnTo>
                    <a:pt x="15268" y="25701"/>
                  </a:lnTo>
                  <a:lnTo>
                    <a:pt x="14897" y="29283"/>
                  </a:lnTo>
                  <a:lnTo>
                    <a:pt x="12369" y="32476"/>
                  </a:lnTo>
                  <a:lnTo>
                    <a:pt x="7876" y="31653"/>
                  </a:lnTo>
                  <a:lnTo>
                    <a:pt x="2493" y="33336"/>
                  </a:lnTo>
                  <a:lnTo>
                    <a:pt x="0" y="26771"/>
                  </a:lnTo>
                  <a:lnTo>
                    <a:pt x="129" y="23635"/>
                  </a:lnTo>
                  <a:lnTo>
                    <a:pt x="4175" y="15670"/>
                  </a:lnTo>
                  <a:lnTo>
                    <a:pt x="4904" y="10987"/>
                  </a:lnTo>
                  <a:lnTo>
                    <a:pt x="8372" y="11547"/>
                  </a:lnTo>
                  <a:lnTo>
                    <a:pt x="8789" y="5508"/>
                  </a:lnTo>
                  <a:lnTo>
                    <a:pt x="12332" y="6173"/>
                  </a:lnTo>
                  <a:lnTo>
                    <a:pt x="12871" y="2966"/>
                  </a:lnTo>
                  <a:lnTo>
                    <a:pt x="13995" y="977"/>
                  </a:lnTo>
                  <a:lnTo>
                    <a:pt x="1573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h17"/>
            <p:cNvSpPr/>
            <p:nvPr/>
          </p:nvSpPr>
          <p:spPr>
            <a:xfrm>
              <a:off x="2158739" y="2618293"/>
              <a:ext cx="40274" cy="41333"/>
            </a:xfrm>
            <a:custGeom>
              <a:avLst/>
              <a:pathLst>
                <a:path w="40274" h="41333">
                  <a:moveTo>
                    <a:pt x="20175" y="845"/>
                  </a:moveTo>
                  <a:lnTo>
                    <a:pt x="24025" y="7685"/>
                  </a:lnTo>
                  <a:lnTo>
                    <a:pt x="24363" y="10293"/>
                  </a:lnTo>
                  <a:lnTo>
                    <a:pt x="24189" y="16403"/>
                  </a:lnTo>
                  <a:lnTo>
                    <a:pt x="21035" y="16337"/>
                  </a:lnTo>
                  <a:lnTo>
                    <a:pt x="19290" y="18112"/>
                  </a:lnTo>
                  <a:lnTo>
                    <a:pt x="21428" y="20961"/>
                  </a:lnTo>
                  <a:lnTo>
                    <a:pt x="25846" y="22025"/>
                  </a:lnTo>
                  <a:lnTo>
                    <a:pt x="37249" y="29788"/>
                  </a:lnTo>
                  <a:lnTo>
                    <a:pt x="40274" y="30967"/>
                  </a:lnTo>
                  <a:lnTo>
                    <a:pt x="39632" y="32948"/>
                  </a:lnTo>
                  <a:lnTo>
                    <a:pt x="39536" y="37410"/>
                  </a:lnTo>
                  <a:lnTo>
                    <a:pt x="36358" y="39168"/>
                  </a:lnTo>
                  <a:lnTo>
                    <a:pt x="35636" y="41333"/>
                  </a:lnTo>
                  <a:lnTo>
                    <a:pt x="28574" y="34237"/>
                  </a:lnTo>
                  <a:lnTo>
                    <a:pt x="29022" y="35244"/>
                  </a:lnTo>
                  <a:lnTo>
                    <a:pt x="25192" y="35446"/>
                  </a:lnTo>
                  <a:lnTo>
                    <a:pt x="23454" y="31642"/>
                  </a:lnTo>
                  <a:lnTo>
                    <a:pt x="20501" y="28143"/>
                  </a:lnTo>
                  <a:lnTo>
                    <a:pt x="18762" y="29120"/>
                  </a:lnTo>
                  <a:lnTo>
                    <a:pt x="17638" y="31109"/>
                  </a:lnTo>
                  <a:lnTo>
                    <a:pt x="17099" y="34316"/>
                  </a:lnTo>
                  <a:lnTo>
                    <a:pt x="13556" y="33651"/>
                  </a:lnTo>
                  <a:lnTo>
                    <a:pt x="12142" y="33161"/>
                  </a:lnTo>
                  <a:lnTo>
                    <a:pt x="11353" y="31262"/>
                  </a:lnTo>
                  <a:lnTo>
                    <a:pt x="12479" y="29183"/>
                  </a:lnTo>
                  <a:lnTo>
                    <a:pt x="12406" y="27497"/>
                  </a:lnTo>
                  <a:lnTo>
                    <a:pt x="8682" y="27425"/>
                  </a:lnTo>
                  <a:lnTo>
                    <a:pt x="6255" y="24452"/>
                  </a:lnTo>
                  <a:lnTo>
                    <a:pt x="3128" y="28517"/>
                  </a:lnTo>
                  <a:lnTo>
                    <a:pt x="0" y="23901"/>
                  </a:lnTo>
                  <a:lnTo>
                    <a:pt x="185" y="21257"/>
                  </a:lnTo>
                  <a:lnTo>
                    <a:pt x="1644" y="19126"/>
                  </a:lnTo>
                  <a:lnTo>
                    <a:pt x="1689" y="17244"/>
                  </a:lnTo>
                  <a:lnTo>
                    <a:pt x="3667" y="17206"/>
                  </a:lnTo>
                  <a:lnTo>
                    <a:pt x="4833" y="20978"/>
                  </a:lnTo>
                  <a:lnTo>
                    <a:pt x="5710" y="21476"/>
                  </a:lnTo>
                  <a:lnTo>
                    <a:pt x="9192" y="18614"/>
                  </a:lnTo>
                  <a:lnTo>
                    <a:pt x="10567" y="2268"/>
                  </a:lnTo>
                  <a:lnTo>
                    <a:pt x="12506" y="2459"/>
                  </a:lnTo>
                  <a:lnTo>
                    <a:pt x="1593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h18"/>
            <p:cNvSpPr/>
            <p:nvPr/>
          </p:nvSpPr>
          <p:spPr>
            <a:xfrm>
              <a:off x="2152341" y="2611580"/>
              <a:ext cx="16965" cy="28188"/>
            </a:xfrm>
            <a:custGeom>
              <a:avLst/>
              <a:pathLst>
                <a:path w="16965" h="28188">
                  <a:moveTo>
                    <a:pt x="12767" y="1658"/>
                  </a:moveTo>
                  <a:lnTo>
                    <a:pt x="14125" y="1819"/>
                  </a:lnTo>
                  <a:lnTo>
                    <a:pt x="13744" y="8567"/>
                  </a:lnTo>
                  <a:lnTo>
                    <a:pt x="16965" y="8981"/>
                  </a:lnTo>
                  <a:lnTo>
                    <a:pt x="15590" y="25326"/>
                  </a:lnTo>
                  <a:lnTo>
                    <a:pt x="12108" y="28188"/>
                  </a:lnTo>
                  <a:lnTo>
                    <a:pt x="11231" y="27690"/>
                  </a:lnTo>
                  <a:lnTo>
                    <a:pt x="10065" y="23918"/>
                  </a:lnTo>
                  <a:lnTo>
                    <a:pt x="8087" y="23956"/>
                  </a:lnTo>
                  <a:lnTo>
                    <a:pt x="1952" y="21311"/>
                  </a:lnTo>
                  <a:lnTo>
                    <a:pt x="80" y="20777"/>
                  </a:lnTo>
                  <a:lnTo>
                    <a:pt x="0" y="16273"/>
                  </a:lnTo>
                  <a:lnTo>
                    <a:pt x="2577" y="15996"/>
                  </a:lnTo>
                  <a:lnTo>
                    <a:pt x="2443" y="10685"/>
                  </a:lnTo>
                  <a:lnTo>
                    <a:pt x="3347" y="8477"/>
                  </a:lnTo>
                  <a:lnTo>
                    <a:pt x="7119" y="5704"/>
                  </a:lnTo>
                  <a:lnTo>
                    <a:pt x="9578" y="5298"/>
                  </a:lnTo>
                  <a:lnTo>
                    <a:pt x="10256" y="2624"/>
                  </a:lnTo>
                  <a:lnTo>
                    <a:pt x="979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h19"/>
            <p:cNvSpPr/>
            <p:nvPr/>
          </p:nvSpPr>
          <p:spPr>
            <a:xfrm>
              <a:off x="2130927" y="2610136"/>
              <a:ext cx="31670" cy="29403"/>
            </a:xfrm>
            <a:custGeom>
              <a:avLst/>
              <a:pathLst>
                <a:path w="31670" h="29403">
                  <a:moveTo>
                    <a:pt x="28672" y="221"/>
                  </a:moveTo>
                  <a:lnTo>
                    <a:pt x="28671" y="1437"/>
                  </a:lnTo>
                  <a:lnTo>
                    <a:pt x="31210" y="1444"/>
                  </a:lnTo>
                  <a:lnTo>
                    <a:pt x="31670" y="4069"/>
                  </a:lnTo>
                  <a:lnTo>
                    <a:pt x="30992" y="6742"/>
                  </a:lnTo>
                  <a:lnTo>
                    <a:pt x="28534" y="7148"/>
                  </a:lnTo>
                  <a:lnTo>
                    <a:pt x="24761" y="9922"/>
                  </a:lnTo>
                  <a:lnTo>
                    <a:pt x="23858" y="12129"/>
                  </a:lnTo>
                  <a:lnTo>
                    <a:pt x="23991" y="17440"/>
                  </a:lnTo>
                  <a:lnTo>
                    <a:pt x="21414" y="17717"/>
                  </a:lnTo>
                  <a:lnTo>
                    <a:pt x="21495" y="22222"/>
                  </a:lnTo>
                  <a:lnTo>
                    <a:pt x="23366" y="22755"/>
                  </a:lnTo>
                  <a:lnTo>
                    <a:pt x="23324" y="23922"/>
                  </a:lnTo>
                  <a:lnTo>
                    <a:pt x="19273" y="26059"/>
                  </a:lnTo>
                  <a:lnTo>
                    <a:pt x="14609" y="27439"/>
                  </a:lnTo>
                  <a:lnTo>
                    <a:pt x="12801" y="29403"/>
                  </a:lnTo>
                  <a:lnTo>
                    <a:pt x="10030" y="28007"/>
                  </a:lnTo>
                  <a:lnTo>
                    <a:pt x="11680" y="18056"/>
                  </a:lnTo>
                  <a:lnTo>
                    <a:pt x="10899" y="17306"/>
                  </a:lnTo>
                  <a:lnTo>
                    <a:pt x="7064" y="17340"/>
                  </a:lnTo>
                  <a:lnTo>
                    <a:pt x="3109" y="16421"/>
                  </a:lnTo>
                  <a:lnTo>
                    <a:pt x="1662" y="6038"/>
                  </a:lnTo>
                  <a:lnTo>
                    <a:pt x="991" y="6082"/>
                  </a:lnTo>
                  <a:lnTo>
                    <a:pt x="0" y="4485"/>
                  </a:lnTo>
                  <a:lnTo>
                    <a:pt x="618" y="2829"/>
                  </a:lnTo>
                  <a:lnTo>
                    <a:pt x="9222" y="1197"/>
                  </a:lnTo>
                  <a:lnTo>
                    <a:pt x="10264" y="1588"/>
                  </a:lnTo>
                  <a:lnTo>
                    <a:pt x="14589" y="1524"/>
                  </a:lnTo>
                  <a:lnTo>
                    <a:pt x="13462" y="3278"/>
                  </a:lnTo>
                  <a:lnTo>
                    <a:pt x="12006" y="3305"/>
                  </a:lnTo>
                  <a:lnTo>
                    <a:pt x="12031" y="5403"/>
                  </a:lnTo>
                  <a:lnTo>
                    <a:pt x="18468" y="5042"/>
                  </a:lnTo>
                  <a:lnTo>
                    <a:pt x="18345" y="6563"/>
                  </a:lnTo>
                  <a:lnTo>
                    <a:pt x="17212" y="7813"/>
                  </a:lnTo>
                  <a:lnTo>
                    <a:pt x="19288" y="10098"/>
                  </a:lnTo>
                  <a:lnTo>
                    <a:pt x="21401" y="11029"/>
                  </a:lnTo>
                  <a:lnTo>
                    <a:pt x="23164" y="10553"/>
                  </a:lnTo>
                  <a:lnTo>
                    <a:pt x="24876" y="9045"/>
                  </a:lnTo>
                  <a:lnTo>
                    <a:pt x="25002" y="3864"/>
                  </a:lnTo>
                  <a:lnTo>
                    <a:pt x="2411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h20"/>
            <p:cNvSpPr/>
            <p:nvPr/>
          </p:nvSpPr>
          <p:spPr>
            <a:xfrm>
              <a:off x="679351" y="1316129"/>
              <a:ext cx="89905" cy="45576"/>
            </a:xfrm>
            <a:custGeom>
              <a:avLst/>
              <a:pathLst>
                <a:path w="89905" h="45576">
                  <a:moveTo>
                    <a:pt x="89905" y="428"/>
                  </a:moveTo>
                  <a:lnTo>
                    <a:pt x="87504" y="30451"/>
                  </a:lnTo>
                  <a:lnTo>
                    <a:pt x="58075" y="45576"/>
                  </a:lnTo>
                  <a:lnTo>
                    <a:pt x="19158" y="40714"/>
                  </a:lnTo>
                  <a:lnTo>
                    <a:pt x="10840" y="44000"/>
                  </a:lnTo>
                  <a:lnTo>
                    <a:pt x="10829" y="40004"/>
                  </a:lnTo>
                  <a:lnTo>
                    <a:pt x="10074" y="37371"/>
                  </a:lnTo>
                  <a:lnTo>
                    <a:pt x="8718" y="36144"/>
                  </a:lnTo>
                  <a:lnTo>
                    <a:pt x="3370" y="34167"/>
                  </a:lnTo>
                  <a:lnTo>
                    <a:pt x="3675" y="29325"/>
                  </a:lnTo>
                  <a:lnTo>
                    <a:pt x="7519" y="26365"/>
                  </a:lnTo>
                  <a:lnTo>
                    <a:pt x="6849" y="14052"/>
                  </a:lnTo>
                  <a:lnTo>
                    <a:pt x="5614" y="10492"/>
                  </a:lnTo>
                  <a:lnTo>
                    <a:pt x="2981" y="11496"/>
                  </a:lnTo>
                  <a:lnTo>
                    <a:pt x="2178" y="10555"/>
                  </a:lnTo>
                  <a:lnTo>
                    <a:pt x="4141" y="6198"/>
                  </a:lnTo>
                  <a:lnTo>
                    <a:pt x="1471" y="4642"/>
                  </a:lnTo>
                  <a:lnTo>
                    <a:pt x="277" y="2785"/>
                  </a:lnTo>
                  <a:lnTo>
                    <a:pt x="0" y="1053"/>
                  </a:lnTo>
                  <a:lnTo>
                    <a:pt x="2254" y="1092"/>
                  </a:lnTo>
                  <a:lnTo>
                    <a:pt x="17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1"/>
            <p:cNvSpPr/>
            <p:nvPr/>
          </p:nvSpPr>
          <p:spPr>
            <a:xfrm>
              <a:off x="641079" y="1315942"/>
              <a:ext cx="49112" cy="46961"/>
            </a:xfrm>
            <a:custGeom>
              <a:avLst/>
              <a:pathLst>
                <a:path w="49112" h="46961">
                  <a:moveTo>
                    <a:pt x="38272" y="1241"/>
                  </a:moveTo>
                  <a:lnTo>
                    <a:pt x="38549" y="2972"/>
                  </a:lnTo>
                  <a:lnTo>
                    <a:pt x="39743" y="4830"/>
                  </a:lnTo>
                  <a:lnTo>
                    <a:pt x="42413" y="6385"/>
                  </a:lnTo>
                  <a:lnTo>
                    <a:pt x="40450" y="10743"/>
                  </a:lnTo>
                  <a:lnTo>
                    <a:pt x="41253" y="11684"/>
                  </a:lnTo>
                  <a:lnTo>
                    <a:pt x="43886" y="10680"/>
                  </a:lnTo>
                  <a:lnTo>
                    <a:pt x="45121" y="14239"/>
                  </a:lnTo>
                  <a:lnTo>
                    <a:pt x="45791" y="26552"/>
                  </a:lnTo>
                  <a:lnTo>
                    <a:pt x="41947" y="29513"/>
                  </a:lnTo>
                  <a:lnTo>
                    <a:pt x="41642" y="34355"/>
                  </a:lnTo>
                  <a:lnTo>
                    <a:pt x="46990" y="36331"/>
                  </a:lnTo>
                  <a:lnTo>
                    <a:pt x="48346" y="37559"/>
                  </a:lnTo>
                  <a:lnTo>
                    <a:pt x="49102" y="40191"/>
                  </a:lnTo>
                  <a:lnTo>
                    <a:pt x="49112" y="44187"/>
                  </a:lnTo>
                  <a:lnTo>
                    <a:pt x="42094" y="46961"/>
                  </a:lnTo>
                  <a:lnTo>
                    <a:pt x="28226" y="31494"/>
                  </a:lnTo>
                  <a:lnTo>
                    <a:pt x="15328" y="30138"/>
                  </a:lnTo>
                  <a:lnTo>
                    <a:pt x="15541" y="28114"/>
                  </a:lnTo>
                  <a:lnTo>
                    <a:pt x="20108" y="26192"/>
                  </a:lnTo>
                  <a:lnTo>
                    <a:pt x="15895" y="24753"/>
                  </a:lnTo>
                  <a:lnTo>
                    <a:pt x="14965" y="20441"/>
                  </a:lnTo>
                  <a:lnTo>
                    <a:pt x="12914" y="17342"/>
                  </a:lnTo>
                  <a:lnTo>
                    <a:pt x="6567" y="14386"/>
                  </a:lnTo>
                  <a:lnTo>
                    <a:pt x="2191" y="15392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40526" y="127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2"/>
            <p:cNvSpPr/>
            <p:nvPr/>
          </p:nvSpPr>
          <p:spPr>
            <a:xfrm>
              <a:off x="627736" y="1329057"/>
              <a:ext cx="416" cy="2816"/>
            </a:xfrm>
            <a:custGeom>
              <a:avLst/>
              <a:pathLst>
                <a:path w="416" h="2816">
                  <a:moveTo>
                    <a:pt x="123" y="2816"/>
                  </a:moveTo>
                  <a:lnTo>
                    <a:pt x="0" y="0"/>
                  </a:lnTo>
                  <a:lnTo>
                    <a:pt x="416" y="212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3"/>
            <p:cNvSpPr/>
            <p:nvPr/>
          </p:nvSpPr>
          <p:spPr>
            <a:xfrm>
              <a:off x="626328" y="1328307"/>
              <a:ext cx="284" cy="501"/>
            </a:xfrm>
            <a:custGeom>
              <a:avLst/>
              <a:pathLst>
                <a:path w="284" h="501">
                  <a:moveTo>
                    <a:pt x="0" y="501"/>
                  </a:moveTo>
                  <a:lnTo>
                    <a:pt x="35" y="0"/>
                  </a:lnTo>
                  <a:lnTo>
                    <a:pt x="284" y="7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4"/>
            <p:cNvSpPr/>
            <p:nvPr/>
          </p:nvSpPr>
          <p:spPr>
            <a:xfrm>
              <a:off x="622575" y="1324689"/>
              <a:ext cx="493" cy="1467"/>
            </a:xfrm>
            <a:custGeom>
              <a:avLst/>
              <a:pathLst>
                <a:path w="493" h="1467">
                  <a:moveTo>
                    <a:pt x="0" y="522"/>
                  </a:moveTo>
                  <a:lnTo>
                    <a:pt x="150" y="0"/>
                  </a:lnTo>
                  <a:lnTo>
                    <a:pt x="493" y="146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5"/>
            <p:cNvSpPr/>
            <p:nvPr/>
          </p:nvSpPr>
          <p:spPr>
            <a:xfrm>
              <a:off x="771237" y="1831401"/>
              <a:ext cx="22318" cy="41119"/>
            </a:xfrm>
            <a:custGeom>
              <a:avLst/>
              <a:pathLst>
                <a:path w="22318" h="41119">
                  <a:moveTo>
                    <a:pt x="21740" y="9836"/>
                  </a:move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lnTo>
                    <a:pt x="1806" y="29710"/>
                  </a:ln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6"/>
            <p:cNvSpPr/>
            <p:nvPr/>
          </p:nvSpPr>
          <p:spPr>
            <a:xfrm>
              <a:off x="659496" y="1346580"/>
              <a:ext cx="147042" cy="203129"/>
            </a:xfrm>
            <a:custGeom>
              <a:avLst/>
              <a:pathLst>
                <a:path w="147042" h="203129">
                  <a:moveTo>
                    <a:pt x="129895" y="102165"/>
                  </a:moveTo>
                  <a:lnTo>
                    <a:pt x="138915" y="112633"/>
                  </a:lnTo>
                  <a:lnTo>
                    <a:pt x="140318" y="173986"/>
                  </a:lnTo>
                  <a:lnTo>
                    <a:pt x="143929" y="193232"/>
                  </a:lnTo>
                  <a:lnTo>
                    <a:pt x="147042" y="198645"/>
                  </a:lnTo>
                  <a:lnTo>
                    <a:pt x="144753" y="203129"/>
                  </a:lnTo>
                  <a:lnTo>
                    <a:pt x="121105" y="202611"/>
                  </a:lnTo>
                  <a:lnTo>
                    <a:pt x="122373" y="163149"/>
                  </a:lnTo>
                  <a:lnTo>
                    <a:pt x="124717" y="160096"/>
                  </a:lnTo>
                  <a:lnTo>
                    <a:pt x="118529" y="156303"/>
                  </a:lnTo>
                  <a:lnTo>
                    <a:pt x="118090" y="154015"/>
                  </a:lnTo>
                  <a:lnTo>
                    <a:pt x="116574" y="153099"/>
                  </a:lnTo>
                  <a:lnTo>
                    <a:pt x="111335" y="153156"/>
                  </a:lnTo>
                  <a:lnTo>
                    <a:pt x="105098" y="156358"/>
                  </a:lnTo>
                  <a:lnTo>
                    <a:pt x="102293" y="159402"/>
                  </a:lnTo>
                  <a:lnTo>
                    <a:pt x="97385" y="157328"/>
                  </a:lnTo>
                  <a:lnTo>
                    <a:pt x="90398" y="156112"/>
                  </a:lnTo>
                  <a:lnTo>
                    <a:pt x="85563" y="157817"/>
                  </a:lnTo>
                  <a:lnTo>
                    <a:pt x="82878" y="159742"/>
                  </a:lnTo>
                  <a:lnTo>
                    <a:pt x="76174" y="159375"/>
                  </a:lnTo>
                  <a:lnTo>
                    <a:pt x="63578" y="167701"/>
                  </a:lnTo>
                  <a:lnTo>
                    <a:pt x="54554" y="172218"/>
                  </a:lnTo>
                  <a:lnTo>
                    <a:pt x="50010" y="165735"/>
                  </a:lnTo>
                  <a:lnTo>
                    <a:pt x="48673" y="165399"/>
                  </a:lnTo>
                  <a:lnTo>
                    <a:pt x="44738" y="166674"/>
                  </a:lnTo>
                  <a:lnTo>
                    <a:pt x="43160" y="164510"/>
                  </a:lnTo>
                  <a:lnTo>
                    <a:pt x="47439" y="149184"/>
                  </a:lnTo>
                  <a:lnTo>
                    <a:pt x="48300" y="143297"/>
                  </a:lnTo>
                  <a:lnTo>
                    <a:pt x="43782" y="131183"/>
                  </a:lnTo>
                  <a:lnTo>
                    <a:pt x="39040" y="124212"/>
                  </a:lnTo>
                  <a:lnTo>
                    <a:pt x="35719" y="120617"/>
                  </a:lnTo>
                  <a:lnTo>
                    <a:pt x="31813" y="110782"/>
                  </a:lnTo>
                  <a:lnTo>
                    <a:pt x="30073" y="108142"/>
                  </a:lnTo>
                  <a:lnTo>
                    <a:pt x="25242" y="103238"/>
                  </a:lnTo>
                  <a:lnTo>
                    <a:pt x="23780" y="102973"/>
                  </a:lnTo>
                  <a:lnTo>
                    <a:pt x="21776" y="98976"/>
                  </a:lnTo>
                  <a:lnTo>
                    <a:pt x="14606" y="91813"/>
                  </a:lnTo>
                  <a:lnTo>
                    <a:pt x="17374" y="86098"/>
                  </a:lnTo>
                  <a:lnTo>
                    <a:pt x="19599" y="78536"/>
                  </a:lnTo>
                  <a:lnTo>
                    <a:pt x="15878" y="72772"/>
                  </a:lnTo>
                  <a:lnTo>
                    <a:pt x="13087" y="70739"/>
                  </a:lnTo>
                  <a:lnTo>
                    <a:pt x="10955" y="68054"/>
                  </a:lnTo>
                  <a:lnTo>
                    <a:pt x="11274" y="67364"/>
                  </a:lnTo>
                  <a:lnTo>
                    <a:pt x="13017" y="67760"/>
                  </a:lnTo>
                  <a:lnTo>
                    <a:pt x="17990" y="71794"/>
                  </a:lnTo>
                  <a:lnTo>
                    <a:pt x="19043" y="71880"/>
                  </a:lnTo>
                  <a:lnTo>
                    <a:pt x="21127" y="70259"/>
                  </a:lnTo>
                  <a:lnTo>
                    <a:pt x="23410" y="65897"/>
                  </a:lnTo>
                  <a:lnTo>
                    <a:pt x="24123" y="65585"/>
                  </a:lnTo>
                  <a:lnTo>
                    <a:pt x="20465" y="72375"/>
                  </a:lnTo>
                  <a:lnTo>
                    <a:pt x="22347" y="70498"/>
                  </a:lnTo>
                  <a:lnTo>
                    <a:pt x="24527" y="65613"/>
                  </a:lnTo>
                  <a:lnTo>
                    <a:pt x="25635" y="60318"/>
                  </a:lnTo>
                  <a:lnTo>
                    <a:pt x="24906" y="55902"/>
                  </a:lnTo>
                  <a:lnTo>
                    <a:pt x="20588" y="54786"/>
                  </a:lnTo>
                  <a:lnTo>
                    <a:pt x="17375" y="50470"/>
                  </a:lnTo>
                  <a:lnTo>
                    <a:pt x="12670" y="49102"/>
                  </a:lnTo>
                  <a:lnTo>
                    <a:pt x="11797" y="47612"/>
                  </a:lnTo>
                  <a:lnTo>
                    <a:pt x="11916" y="42267"/>
                  </a:lnTo>
                  <a:lnTo>
                    <a:pt x="10413" y="39900"/>
                  </a:lnTo>
                  <a:lnTo>
                    <a:pt x="8173" y="38956"/>
                  </a:lnTo>
                  <a:lnTo>
                    <a:pt x="4916" y="39110"/>
                  </a:lnTo>
                  <a:lnTo>
                    <a:pt x="2252" y="36799"/>
                  </a:lnTo>
                  <a:lnTo>
                    <a:pt x="380" y="33721"/>
                  </a:lnTo>
                  <a:lnTo>
                    <a:pt x="0" y="31730"/>
                  </a:lnTo>
                  <a:lnTo>
                    <a:pt x="122" y="30068"/>
                  </a:lnTo>
                  <a:lnTo>
                    <a:pt x="982" y="29147"/>
                  </a:lnTo>
                  <a:lnTo>
                    <a:pt x="887" y="25347"/>
                  </a:lnTo>
                  <a:lnTo>
                    <a:pt x="23677" y="16323"/>
                  </a:lnTo>
                  <a:lnTo>
                    <a:pt x="30695" y="13549"/>
                  </a:lnTo>
                  <a:lnTo>
                    <a:pt x="39013" y="10263"/>
                  </a:lnTo>
                  <a:lnTo>
                    <a:pt x="77930" y="15125"/>
                  </a:lnTo>
                  <a:lnTo>
                    <a:pt x="107360" y="0"/>
                  </a:lnTo>
                  <a:lnTo>
                    <a:pt x="105457" y="47744"/>
                  </a:lnTo>
                  <a:lnTo>
                    <a:pt x="126218" y="939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7"/>
            <p:cNvSpPr/>
            <p:nvPr/>
          </p:nvSpPr>
          <p:spPr>
            <a:xfrm>
              <a:off x="665910" y="1406590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8"/>
            <p:cNvSpPr/>
            <p:nvPr/>
          </p:nvSpPr>
          <p:spPr>
            <a:xfrm>
              <a:off x="664597" y="1405669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9"/>
            <p:cNvSpPr/>
            <p:nvPr/>
          </p:nvSpPr>
          <p:spPr>
            <a:xfrm>
              <a:off x="901870" y="1875125"/>
              <a:ext cx="662" cy="1031"/>
            </a:xfrm>
            <a:custGeom>
              <a:avLst/>
              <a:pathLst>
                <a:path w="662" h="1031">
                  <a:moveTo>
                    <a:pt x="0" y="138"/>
                  </a:moveTo>
                  <a:lnTo>
                    <a:pt x="662" y="0"/>
                  </a:lnTo>
                  <a:lnTo>
                    <a:pt x="284" y="103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30"/>
            <p:cNvSpPr/>
            <p:nvPr/>
          </p:nvSpPr>
          <p:spPr>
            <a:xfrm>
              <a:off x="754220" y="1836050"/>
              <a:ext cx="873" cy="2408"/>
            </a:xfrm>
            <a:custGeom>
              <a:avLst/>
              <a:pathLst>
                <a:path w="873" h="2408">
                  <a:moveTo>
                    <a:pt x="51" y="0"/>
                  </a:moveTo>
                  <a:lnTo>
                    <a:pt x="873" y="890"/>
                  </a:lnTo>
                  <a:lnTo>
                    <a:pt x="0" y="2408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1"/>
            <p:cNvSpPr/>
            <p:nvPr/>
          </p:nvSpPr>
          <p:spPr>
            <a:xfrm>
              <a:off x="747716" y="1834956"/>
              <a:ext cx="3507" cy="2441"/>
            </a:xfrm>
            <a:custGeom>
              <a:avLst/>
              <a:pathLst>
                <a:path w="3507" h="2441">
                  <a:moveTo>
                    <a:pt x="3507" y="1232"/>
                  </a:moveTo>
                  <a:lnTo>
                    <a:pt x="2576" y="2441"/>
                  </a:lnTo>
                  <a:lnTo>
                    <a:pt x="0" y="1826"/>
                  </a:lnTo>
                  <a:lnTo>
                    <a:pt x="694" y="181"/>
                  </a:lnTo>
                  <a:lnTo>
                    <a:pt x="1669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2"/>
            <p:cNvSpPr/>
            <p:nvPr/>
          </p:nvSpPr>
          <p:spPr>
            <a:xfrm>
              <a:off x="751481" y="1835659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3"/>
            <p:cNvSpPr/>
            <p:nvPr/>
          </p:nvSpPr>
          <p:spPr>
            <a:xfrm>
              <a:off x="891125" y="1805372"/>
              <a:ext cx="224" cy="182"/>
            </a:xfrm>
            <a:custGeom>
              <a:avLst/>
              <a:pathLst>
                <a:path w="224" h="182">
                  <a:moveTo>
                    <a:pt x="191" y="0"/>
                  </a:moveTo>
                  <a:lnTo>
                    <a:pt x="224" y="182"/>
                  </a:lnTo>
                  <a:lnTo>
                    <a:pt x="0" y="13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4"/>
            <p:cNvSpPr/>
            <p:nvPr/>
          </p:nvSpPr>
          <p:spPr>
            <a:xfrm>
              <a:off x="891435" y="18026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5"/>
            <p:cNvSpPr/>
            <p:nvPr/>
          </p:nvSpPr>
          <p:spPr>
            <a:xfrm>
              <a:off x="973975" y="177281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6"/>
            <p:cNvSpPr/>
            <p:nvPr/>
          </p:nvSpPr>
          <p:spPr>
            <a:xfrm>
              <a:off x="973586" y="1771915"/>
              <a:ext cx="349" cy="545"/>
            </a:xfrm>
            <a:custGeom>
              <a:avLst/>
              <a:pathLst>
                <a:path w="349" h="545">
                  <a:moveTo>
                    <a:pt x="261" y="0"/>
                  </a:moveTo>
                  <a:lnTo>
                    <a:pt x="349" y="201"/>
                  </a:lnTo>
                  <a:lnTo>
                    <a:pt x="0" y="545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7"/>
            <p:cNvSpPr/>
            <p:nvPr/>
          </p:nvSpPr>
          <p:spPr>
            <a:xfrm>
              <a:off x="973581" y="1771131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8"/>
            <p:cNvSpPr/>
            <p:nvPr/>
          </p:nvSpPr>
          <p:spPr>
            <a:xfrm>
              <a:off x="966384" y="1751973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9"/>
            <p:cNvSpPr/>
            <p:nvPr/>
          </p:nvSpPr>
          <p:spPr>
            <a:xfrm>
              <a:off x="468485" y="1701907"/>
              <a:ext cx="14039" cy="36518"/>
            </a:xfrm>
            <a:custGeom>
              <a:avLst/>
              <a:pathLst>
                <a:path w="14039" h="36518">
                  <a:moveTo>
                    <a:pt x="14039" y="15712"/>
                  </a:move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lnTo>
                    <a:pt x="11961" y="0"/>
                  </a:ln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40"/>
            <p:cNvSpPr/>
            <p:nvPr/>
          </p:nvSpPr>
          <p:spPr>
            <a:xfrm>
              <a:off x="714051" y="1499680"/>
              <a:ext cx="330104" cy="398302"/>
            </a:xfrm>
            <a:custGeom>
              <a:avLst/>
              <a:pathLst>
                <a:path w="330104" h="398302">
                  <a:moveTo>
                    <a:pt x="90199" y="50029"/>
                  </a:moveTo>
                  <a:lnTo>
                    <a:pt x="92488" y="45545"/>
                  </a:lnTo>
                  <a:lnTo>
                    <a:pt x="99832" y="46268"/>
                  </a:lnTo>
                  <a:lnTo>
                    <a:pt x="101042" y="57594"/>
                  </a:lnTo>
                  <a:lnTo>
                    <a:pt x="106255" y="67152"/>
                  </a:lnTo>
                  <a:lnTo>
                    <a:pt x="111966" y="72998"/>
                  </a:lnTo>
                  <a:lnTo>
                    <a:pt x="108949" y="77735"/>
                  </a:lnTo>
                  <a:lnTo>
                    <a:pt x="110286" y="80446"/>
                  </a:lnTo>
                  <a:lnTo>
                    <a:pt x="107787" y="83765"/>
                  </a:lnTo>
                  <a:lnTo>
                    <a:pt x="107804" y="89180"/>
                  </a:lnTo>
                  <a:lnTo>
                    <a:pt x="111265" y="88663"/>
                  </a:lnTo>
                  <a:lnTo>
                    <a:pt x="115719" y="86403"/>
                  </a:lnTo>
                  <a:lnTo>
                    <a:pt x="123491" y="92517"/>
                  </a:lnTo>
                  <a:lnTo>
                    <a:pt x="123228" y="98296"/>
                  </a:lnTo>
                  <a:lnTo>
                    <a:pt x="124089" y="104588"/>
                  </a:lnTo>
                  <a:lnTo>
                    <a:pt x="131216" y="114850"/>
                  </a:lnTo>
                  <a:lnTo>
                    <a:pt x="133214" y="127414"/>
                  </a:lnTo>
                  <a:lnTo>
                    <a:pt x="133158" y="133252"/>
                  </a:lnTo>
                  <a:lnTo>
                    <a:pt x="138533" y="136011"/>
                  </a:lnTo>
                  <a:lnTo>
                    <a:pt x="147868" y="143804"/>
                  </a:lnTo>
                  <a:lnTo>
                    <a:pt x="164979" y="193942"/>
                  </a:lnTo>
                  <a:lnTo>
                    <a:pt x="179781" y="200481"/>
                  </a:lnTo>
                  <a:lnTo>
                    <a:pt x="183910" y="223621"/>
                  </a:lnTo>
                  <a:lnTo>
                    <a:pt x="189456" y="228324"/>
                  </a:lnTo>
                  <a:lnTo>
                    <a:pt x="201289" y="233201"/>
                  </a:lnTo>
                  <a:lnTo>
                    <a:pt x="209634" y="234627"/>
                  </a:lnTo>
                  <a:lnTo>
                    <a:pt x="216159" y="233655"/>
                  </a:lnTo>
                  <a:lnTo>
                    <a:pt x="217555" y="226515"/>
                  </a:lnTo>
                  <a:lnTo>
                    <a:pt x="220971" y="222348"/>
                  </a:lnTo>
                  <a:lnTo>
                    <a:pt x="220992" y="219891"/>
                  </a:lnTo>
                  <a:lnTo>
                    <a:pt x="222058" y="218322"/>
                  </a:lnTo>
                  <a:lnTo>
                    <a:pt x="226463" y="216980"/>
                  </a:lnTo>
                  <a:lnTo>
                    <a:pt x="229887" y="217954"/>
                  </a:lnTo>
                  <a:lnTo>
                    <a:pt x="231368" y="216094"/>
                  </a:lnTo>
                  <a:lnTo>
                    <a:pt x="234239" y="219859"/>
                  </a:lnTo>
                  <a:lnTo>
                    <a:pt x="237557" y="222108"/>
                  </a:lnTo>
                  <a:lnTo>
                    <a:pt x="242269" y="228136"/>
                  </a:lnTo>
                  <a:lnTo>
                    <a:pt x="244799" y="232926"/>
                  </a:lnTo>
                  <a:lnTo>
                    <a:pt x="250392" y="238290"/>
                  </a:lnTo>
                  <a:lnTo>
                    <a:pt x="251377" y="242005"/>
                  </a:lnTo>
                  <a:lnTo>
                    <a:pt x="248202" y="245234"/>
                  </a:lnTo>
                  <a:lnTo>
                    <a:pt x="247709" y="246980"/>
                  </a:lnTo>
                  <a:lnTo>
                    <a:pt x="249894" y="251616"/>
                  </a:lnTo>
                  <a:lnTo>
                    <a:pt x="256061" y="259923"/>
                  </a:lnTo>
                  <a:lnTo>
                    <a:pt x="258363" y="265677"/>
                  </a:lnTo>
                  <a:lnTo>
                    <a:pt x="258516" y="268578"/>
                  </a:lnTo>
                  <a:lnTo>
                    <a:pt x="255682" y="272812"/>
                  </a:lnTo>
                  <a:lnTo>
                    <a:pt x="255525" y="279103"/>
                  </a:lnTo>
                  <a:lnTo>
                    <a:pt x="258288" y="285759"/>
                  </a:lnTo>
                  <a:lnTo>
                    <a:pt x="260623" y="286390"/>
                  </a:lnTo>
                  <a:lnTo>
                    <a:pt x="263183" y="286002"/>
                  </a:lnTo>
                  <a:lnTo>
                    <a:pt x="264213" y="283700"/>
                  </a:lnTo>
                  <a:lnTo>
                    <a:pt x="262698" y="281703"/>
                  </a:lnTo>
                  <a:lnTo>
                    <a:pt x="264071" y="279646"/>
                  </a:lnTo>
                  <a:lnTo>
                    <a:pt x="268026" y="279014"/>
                  </a:lnTo>
                  <a:lnTo>
                    <a:pt x="272774" y="282600"/>
                  </a:lnTo>
                  <a:lnTo>
                    <a:pt x="274315" y="290857"/>
                  </a:lnTo>
                  <a:lnTo>
                    <a:pt x="274044" y="293722"/>
                  </a:lnTo>
                  <a:lnTo>
                    <a:pt x="275512" y="297632"/>
                  </a:lnTo>
                  <a:lnTo>
                    <a:pt x="279885" y="298226"/>
                  </a:lnTo>
                  <a:lnTo>
                    <a:pt x="285709" y="294216"/>
                  </a:lnTo>
                  <a:lnTo>
                    <a:pt x="289658" y="296413"/>
                  </a:lnTo>
                  <a:lnTo>
                    <a:pt x="291905" y="300476"/>
                  </a:lnTo>
                  <a:lnTo>
                    <a:pt x="291683" y="306067"/>
                  </a:lnTo>
                  <a:lnTo>
                    <a:pt x="294622" y="316561"/>
                  </a:lnTo>
                  <a:lnTo>
                    <a:pt x="297519" y="320112"/>
                  </a:lnTo>
                  <a:lnTo>
                    <a:pt x="297057" y="324184"/>
                  </a:lnTo>
                  <a:lnTo>
                    <a:pt x="298971" y="335429"/>
                  </a:lnTo>
                  <a:lnTo>
                    <a:pt x="307835" y="341853"/>
                  </a:lnTo>
                  <a:lnTo>
                    <a:pt x="312498" y="342288"/>
                  </a:lnTo>
                  <a:lnTo>
                    <a:pt x="319810" y="340661"/>
                  </a:lnTo>
                  <a:lnTo>
                    <a:pt x="322091" y="343631"/>
                  </a:lnTo>
                  <a:lnTo>
                    <a:pt x="324135" y="345154"/>
                  </a:lnTo>
                  <a:lnTo>
                    <a:pt x="325479" y="345244"/>
                  </a:lnTo>
                  <a:lnTo>
                    <a:pt x="324624" y="352158"/>
                  </a:lnTo>
                  <a:lnTo>
                    <a:pt x="321193" y="360619"/>
                  </a:lnTo>
                  <a:lnTo>
                    <a:pt x="321210" y="363816"/>
                  </a:lnTo>
                  <a:lnTo>
                    <a:pt x="329218" y="375334"/>
                  </a:lnTo>
                  <a:lnTo>
                    <a:pt x="326374" y="381558"/>
                  </a:lnTo>
                  <a:lnTo>
                    <a:pt x="326119" y="384017"/>
                  </a:lnTo>
                  <a:lnTo>
                    <a:pt x="328171" y="390040"/>
                  </a:lnTo>
                  <a:lnTo>
                    <a:pt x="326805" y="391785"/>
                  </a:lnTo>
                  <a:lnTo>
                    <a:pt x="326143" y="394707"/>
                  </a:lnTo>
                  <a:lnTo>
                    <a:pt x="327434" y="397307"/>
                  </a:lnTo>
                  <a:lnTo>
                    <a:pt x="330104" y="398302"/>
                  </a:lnTo>
                  <a:lnTo>
                    <a:pt x="178032" y="386098"/>
                  </a:lnTo>
                  <a:lnTo>
                    <a:pt x="186190" y="376602"/>
                  </a:lnTo>
                  <a:lnTo>
                    <a:pt x="187899" y="377183"/>
                  </a:lnTo>
                  <a:lnTo>
                    <a:pt x="188155" y="379796"/>
                  </a:lnTo>
                  <a:lnTo>
                    <a:pt x="188052" y="381166"/>
                  </a:lnTo>
                  <a:lnTo>
                    <a:pt x="185718" y="383217"/>
                  </a:lnTo>
                  <a:lnTo>
                    <a:pt x="186389" y="385273"/>
                  </a:lnTo>
                  <a:lnTo>
                    <a:pt x="189187" y="384946"/>
                  </a:lnTo>
                  <a:lnTo>
                    <a:pt x="192514" y="381761"/>
                  </a:lnTo>
                  <a:lnTo>
                    <a:pt x="192693" y="380811"/>
                  </a:lnTo>
                  <a:lnTo>
                    <a:pt x="189837" y="380018"/>
                  </a:lnTo>
                  <a:lnTo>
                    <a:pt x="189317" y="372754"/>
                  </a:lnTo>
                  <a:lnTo>
                    <a:pt x="194880" y="362733"/>
                  </a:lnTo>
                  <a:lnTo>
                    <a:pt x="195546" y="362587"/>
                  </a:lnTo>
                  <a:lnTo>
                    <a:pt x="194987" y="367006"/>
                  </a:lnTo>
                  <a:lnTo>
                    <a:pt x="193043" y="369924"/>
                  </a:lnTo>
                  <a:lnTo>
                    <a:pt x="192829" y="373583"/>
                  </a:lnTo>
                  <a:lnTo>
                    <a:pt x="194110" y="377619"/>
                  </a:lnTo>
                  <a:lnTo>
                    <a:pt x="195430" y="378000"/>
                  </a:lnTo>
                  <a:lnTo>
                    <a:pt x="196354" y="376786"/>
                  </a:lnTo>
                  <a:lnTo>
                    <a:pt x="195244" y="372791"/>
                  </a:lnTo>
                  <a:lnTo>
                    <a:pt x="196735" y="366614"/>
                  </a:lnTo>
                  <a:lnTo>
                    <a:pt x="195903" y="357950"/>
                  </a:lnTo>
                  <a:lnTo>
                    <a:pt x="194072" y="355775"/>
                  </a:lnTo>
                  <a:lnTo>
                    <a:pt x="192221" y="358319"/>
                  </a:lnTo>
                  <a:lnTo>
                    <a:pt x="191232" y="358621"/>
                  </a:lnTo>
                  <a:lnTo>
                    <a:pt x="189984" y="358016"/>
                  </a:lnTo>
                  <a:lnTo>
                    <a:pt x="189124" y="356348"/>
                  </a:lnTo>
                  <a:lnTo>
                    <a:pt x="194599" y="346262"/>
                  </a:lnTo>
                  <a:lnTo>
                    <a:pt x="199146" y="334871"/>
                  </a:lnTo>
                  <a:lnTo>
                    <a:pt x="199528" y="332225"/>
                  </a:lnTo>
                  <a:lnTo>
                    <a:pt x="197551" y="326133"/>
                  </a:lnTo>
                  <a:lnTo>
                    <a:pt x="195049" y="322142"/>
                  </a:lnTo>
                  <a:lnTo>
                    <a:pt x="191321" y="319753"/>
                  </a:lnTo>
                  <a:lnTo>
                    <a:pt x="189124" y="316868"/>
                  </a:lnTo>
                  <a:lnTo>
                    <a:pt x="189477" y="312860"/>
                  </a:lnTo>
                  <a:lnTo>
                    <a:pt x="188887" y="310284"/>
                  </a:lnTo>
                  <a:lnTo>
                    <a:pt x="187712" y="308752"/>
                  </a:lnTo>
                  <a:lnTo>
                    <a:pt x="181872" y="306530"/>
                  </a:lnTo>
                  <a:lnTo>
                    <a:pt x="180287" y="307382"/>
                  </a:lnTo>
                  <a:lnTo>
                    <a:pt x="178034" y="307022"/>
                  </a:lnTo>
                  <a:lnTo>
                    <a:pt x="178106" y="303140"/>
                  </a:lnTo>
                  <a:lnTo>
                    <a:pt x="173815" y="298642"/>
                  </a:lnTo>
                  <a:lnTo>
                    <a:pt x="171193" y="294729"/>
                  </a:lnTo>
                  <a:lnTo>
                    <a:pt x="168687" y="288073"/>
                  </a:lnTo>
                  <a:lnTo>
                    <a:pt x="168091" y="287803"/>
                  </a:lnTo>
                  <a:lnTo>
                    <a:pt x="167266" y="288526"/>
                  </a:lnTo>
                  <a:lnTo>
                    <a:pt x="166247" y="287282"/>
                  </a:lnTo>
                  <a:lnTo>
                    <a:pt x="165741" y="281679"/>
                  </a:lnTo>
                  <a:lnTo>
                    <a:pt x="164744" y="279558"/>
                  </a:lnTo>
                  <a:lnTo>
                    <a:pt x="157816" y="272655"/>
                  </a:lnTo>
                  <a:lnTo>
                    <a:pt x="154750" y="272295"/>
                  </a:lnTo>
                  <a:lnTo>
                    <a:pt x="148142" y="267351"/>
                  </a:lnTo>
                  <a:lnTo>
                    <a:pt x="146912" y="262203"/>
                  </a:lnTo>
                  <a:lnTo>
                    <a:pt x="146582" y="256634"/>
                  </a:lnTo>
                  <a:lnTo>
                    <a:pt x="144976" y="252551"/>
                  </a:lnTo>
                  <a:lnTo>
                    <a:pt x="140140" y="249366"/>
                  </a:lnTo>
                  <a:lnTo>
                    <a:pt x="136977" y="250031"/>
                  </a:lnTo>
                  <a:lnTo>
                    <a:pt x="136154" y="249231"/>
                  </a:lnTo>
                  <a:lnTo>
                    <a:pt x="133704" y="240490"/>
                  </a:lnTo>
                  <a:lnTo>
                    <a:pt x="126778" y="235269"/>
                  </a:lnTo>
                  <a:lnTo>
                    <a:pt x="112491" y="215443"/>
                  </a:lnTo>
                  <a:lnTo>
                    <a:pt x="101897" y="209518"/>
                  </a:lnTo>
                  <a:lnTo>
                    <a:pt x="93534" y="208246"/>
                  </a:lnTo>
                  <a:lnTo>
                    <a:pt x="91009" y="206713"/>
                  </a:lnTo>
                  <a:lnTo>
                    <a:pt x="89580" y="205531"/>
                  </a:lnTo>
                  <a:lnTo>
                    <a:pt x="88113" y="201536"/>
                  </a:lnTo>
                  <a:lnTo>
                    <a:pt x="84222" y="195905"/>
                  </a:lnTo>
                  <a:lnTo>
                    <a:pt x="75507" y="190321"/>
                  </a:lnTo>
                  <a:lnTo>
                    <a:pt x="71636" y="189700"/>
                  </a:lnTo>
                  <a:lnTo>
                    <a:pt x="64119" y="180943"/>
                  </a:lnTo>
                  <a:lnTo>
                    <a:pt x="62012" y="180540"/>
                  </a:lnTo>
                  <a:lnTo>
                    <a:pt x="60303" y="181550"/>
                  </a:lnTo>
                  <a:lnTo>
                    <a:pt x="59018" y="181431"/>
                  </a:lnTo>
                  <a:lnTo>
                    <a:pt x="51545" y="171597"/>
                  </a:lnTo>
                  <a:lnTo>
                    <a:pt x="47575" y="170210"/>
                  </a:lnTo>
                  <a:lnTo>
                    <a:pt x="40636" y="163161"/>
                  </a:lnTo>
                  <a:lnTo>
                    <a:pt x="42892" y="153845"/>
                  </a:lnTo>
                  <a:lnTo>
                    <a:pt x="41869" y="145784"/>
                  </a:lnTo>
                  <a:lnTo>
                    <a:pt x="38162" y="139665"/>
                  </a:lnTo>
                  <a:lnTo>
                    <a:pt x="33575" y="137837"/>
                  </a:lnTo>
                  <a:lnTo>
                    <a:pt x="31962" y="137822"/>
                  </a:lnTo>
                  <a:lnTo>
                    <a:pt x="35815" y="122241"/>
                  </a:lnTo>
                  <a:lnTo>
                    <a:pt x="34277" y="115174"/>
                  </a:lnTo>
                  <a:lnTo>
                    <a:pt x="36069" y="104474"/>
                  </a:lnTo>
                  <a:lnTo>
                    <a:pt x="35074" y="96955"/>
                  </a:lnTo>
                  <a:lnTo>
                    <a:pt x="31878" y="89888"/>
                  </a:lnTo>
                  <a:lnTo>
                    <a:pt x="26381" y="84605"/>
                  </a:lnTo>
                  <a:lnTo>
                    <a:pt x="22630" y="83299"/>
                  </a:lnTo>
                  <a:lnTo>
                    <a:pt x="19889" y="83717"/>
                  </a:lnTo>
                  <a:lnTo>
                    <a:pt x="22847" y="81405"/>
                  </a:lnTo>
                  <a:lnTo>
                    <a:pt x="23724" y="77324"/>
                  </a:lnTo>
                  <a:lnTo>
                    <a:pt x="19065" y="70119"/>
                  </a:lnTo>
                  <a:lnTo>
                    <a:pt x="17937" y="71550"/>
                  </a:lnTo>
                  <a:lnTo>
                    <a:pt x="21314" y="76006"/>
                  </a:lnTo>
                  <a:lnTo>
                    <a:pt x="21780" y="78127"/>
                  </a:lnTo>
                  <a:lnTo>
                    <a:pt x="20485" y="80011"/>
                  </a:lnTo>
                  <a:lnTo>
                    <a:pt x="19322" y="80144"/>
                  </a:lnTo>
                  <a:lnTo>
                    <a:pt x="17938" y="78380"/>
                  </a:lnTo>
                  <a:lnTo>
                    <a:pt x="17839" y="77101"/>
                  </a:lnTo>
                  <a:lnTo>
                    <a:pt x="15000" y="76946"/>
                  </a:lnTo>
                  <a:lnTo>
                    <a:pt x="18405" y="87474"/>
                  </a:lnTo>
                  <a:lnTo>
                    <a:pt x="17795" y="88425"/>
                  </a:lnTo>
                  <a:lnTo>
                    <a:pt x="15674" y="87246"/>
                  </a:lnTo>
                  <a:lnTo>
                    <a:pt x="15716" y="81034"/>
                  </a:lnTo>
                  <a:lnTo>
                    <a:pt x="15212" y="79331"/>
                  </a:lnTo>
                  <a:lnTo>
                    <a:pt x="13925" y="78523"/>
                  </a:lnTo>
                  <a:lnTo>
                    <a:pt x="12836" y="71626"/>
                  </a:lnTo>
                  <a:lnTo>
                    <a:pt x="15467" y="62051"/>
                  </a:lnTo>
                  <a:lnTo>
                    <a:pt x="16949" y="51299"/>
                  </a:lnTo>
                  <a:lnTo>
                    <a:pt x="15729" y="36598"/>
                  </a:lnTo>
                  <a:lnTo>
                    <a:pt x="13924" y="32671"/>
                  </a:lnTo>
                  <a:lnTo>
                    <a:pt x="10724" y="31541"/>
                  </a:lnTo>
                  <a:lnTo>
                    <a:pt x="6575" y="26665"/>
                  </a:lnTo>
                  <a:lnTo>
                    <a:pt x="3991" y="26139"/>
                  </a:lnTo>
                  <a:lnTo>
                    <a:pt x="1344" y="22943"/>
                  </a:lnTo>
                  <a:lnTo>
                    <a:pt x="0" y="19118"/>
                  </a:lnTo>
                  <a:lnTo>
                    <a:pt x="9024" y="14601"/>
                  </a:lnTo>
                  <a:lnTo>
                    <a:pt x="21620" y="6275"/>
                  </a:lnTo>
                  <a:lnTo>
                    <a:pt x="28324" y="6642"/>
                  </a:lnTo>
                  <a:lnTo>
                    <a:pt x="31008" y="4717"/>
                  </a:lnTo>
                  <a:lnTo>
                    <a:pt x="35843" y="3012"/>
                  </a:lnTo>
                  <a:lnTo>
                    <a:pt x="42831" y="4228"/>
                  </a:lnTo>
                  <a:lnTo>
                    <a:pt x="47738" y="6302"/>
                  </a:lnTo>
                  <a:lnTo>
                    <a:pt x="50544" y="3258"/>
                  </a:lnTo>
                  <a:lnTo>
                    <a:pt x="56781" y="56"/>
                  </a:lnTo>
                  <a:lnTo>
                    <a:pt x="62020" y="0"/>
                  </a:lnTo>
                  <a:lnTo>
                    <a:pt x="63535" y="915"/>
                  </a:lnTo>
                  <a:lnTo>
                    <a:pt x="63974" y="3203"/>
                  </a:lnTo>
                  <a:lnTo>
                    <a:pt x="70163" y="6996"/>
                  </a:lnTo>
                  <a:lnTo>
                    <a:pt x="67818" y="10049"/>
                  </a:lnTo>
                  <a:lnTo>
                    <a:pt x="66551" y="4951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1"/>
            <p:cNvSpPr/>
            <p:nvPr/>
          </p:nvSpPr>
          <p:spPr>
            <a:xfrm>
              <a:off x="744938" y="1656824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2"/>
            <p:cNvSpPr/>
            <p:nvPr/>
          </p:nvSpPr>
          <p:spPr>
            <a:xfrm>
              <a:off x="719040" y="1570104"/>
              <a:ext cx="2356" cy="2064"/>
            </a:xfrm>
            <a:custGeom>
              <a:avLst/>
              <a:pathLst>
                <a:path w="2356" h="2064">
                  <a:moveTo>
                    <a:pt x="1548" y="2064"/>
                  </a:moveTo>
                  <a:lnTo>
                    <a:pt x="0" y="1252"/>
                  </a:lnTo>
                  <a:lnTo>
                    <a:pt x="1272" y="0"/>
                  </a:lnTo>
                  <a:lnTo>
                    <a:pt x="2356" y="1655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3"/>
            <p:cNvSpPr/>
            <p:nvPr/>
          </p:nvSpPr>
          <p:spPr>
            <a:xfrm>
              <a:off x="977535" y="1778262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4"/>
            <p:cNvSpPr/>
            <p:nvPr/>
          </p:nvSpPr>
          <p:spPr>
            <a:xfrm>
              <a:off x="978041" y="1778336"/>
              <a:ext cx="406" cy="31"/>
            </a:xfrm>
            <a:custGeom>
              <a:avLst/>
              <a:pathLst>
                <a:path w="406" h="31">
                  <a:moveTo>
                    <a:pt x="406" y="0"/>
                  </a:moveTo>
                  <a:lnTo>
                    <a:pt x="0" y="3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5"/>
            <p:cNvSpPr/>
            <p:nvPr/>
          </p:nvSpPr>
          <p:spPr>
            <a:xfrm>
              <a:off x="977454" y="1775563"/>
              <a:ext cx="903" cy="1397"/>
            </a:xfrm>
            <a:custGeom>
              <a:avLst/>
              <a:pathLst>
                <a:path w="903" h="1397">
                  <a:moveTo>
                    <a:pt x="903" y="1397"/>
                  </a:moveTo>
                  <a:lnTo>
                    <a:pt x="289" y="13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6"/>
            <p:cNvSpPr/>
            <p:nvPr/>
          </p:nvSpPr>
          <p:spPr>
            <a:xfrm>
              <a:off x="974790" y="1772494"/>
              <a:ext cx="1041" cy="1676"/>
            </a:xfrm>
            <a:custGeom>
              <a:avLst/>
              <a:pathLst>
                <a:path w="1041" h="1676">
                  <a:moveTo>
                    <a:pt x="19" y="0"/>
                  </a:moveTo>
                  <a:lnTo>
                    <a:pt x="1041" y="1130"/>
                  </a:lnTo>
                  <a:lnTo>
                    <a:pt x="0" y="167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7"/>
            <p:cNvSpPr/>
            <p:nvPr/>
          </p:nvSpPr>
          <p:spPr>
            <a:xfrm>
              <a:off x="973899" y="1773006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8"/>
            <p:cNvSpPr/>
            <p:nvPr/>
          </p:nvSpPr>
          <p:spPr>
            <a:xfrm>
              <a:off x="974527" y="1771413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9"/>
            <p:cNvSpPr/>
            <p:nvPr/>
          </p:nvSpPr>
          <p:spPr>
            <a:xfrm>
              <a:off x="975545" y="1771102"/>
              <a:ext cx="158" cy="114"/>
            </a:xfrm>
            <a:custGeom>
              <a:avLst/>
              <a:pathLst>
                <a:path w="158" h="114">
                  <a:moveTo>
                    <a:pt x="0" y="114"/>
                  </a:moveTo>
                  <a:lnTo>
                    <a:pt x="158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50"/>
            <p:cNvSpPr/>
            <p:nvPr/>
          </p:nvSpPr>
          <p:spPr>
            <a:xfrm>
              <a:off x="974512" y="1770861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1"/>
            <p:cNvSpPr/>
            <p:nvPr/>
          </p:nvSpPr>
          <p:spPr>
            <a:xfrm>
              <a:off x="979531" y="1770301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2"/>
            <p:cNvSpPr/>
            <p:nvPr/>
          </p:nvSpPr>
          <p:spPr>
            <a:xfrm>
              <a:off x="974740" y="1764544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3"/>
            <p:cNvSpPr/>
            <p:nvPr/>
          </p:nvSpPr>
          <p:spPr>
            <a:xfrm>
              <a:off x="974433" y="1761337"/>
              <a:ext cx="2284" cy="5410"/>
            </a:xfrm>
            <a:custGeom>
              <a:avLst/>
              <a:pathLst>
                <a:path w="2284" h="5410">
                  <a:moveTo>
                    <a:pt x="1595" y="58"/>
                  </a:moveTo>
                  <a:lnTo>
                    <a:pt x="2284" y="795"/>
                  </a:ln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4"/>
            <p:cNvSpPr/>
            <p:nvPr/>
          </p:nvSpPr>
          <p:spPr>
            <a:xfrm>
              <a:off x="973789" y="1761007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5"/>
            <p:cNvSpPr/>
            <p:nvPr/>
          </p:nvSpPr>
          <p:spPr>
            <a:xfrm>
              <a:off x="975172" y="1706370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6"/>
            <p:cNvSpPr/>
            <p:nvPr/>
          </p:nvSpPr>
          <p:spPr>
            <a:xfrm>
              <a:off x="973197" y="1705151"/>
              <a:ext cx="1909" cy="2061"/>
            </a:xfrm>
            <a:custGeom>
              <a:avLst/>
              <a:pathLst>
                <a:path w="1909" h="2061">
                  <a:moveTo>
                    <a:pt x="234" y="2061"/>
                  </a:moveTo>
                  <a:lnTo>
                    <a:pt x="0" y="241"/>
                  </a:lnTo>
                  <a:lnTo>
                    <a:pt x="1486" y="0"/>
                  </a:lnTo>
                  <a:lnTo>
                    <a:pt x="1909" y="1077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7"/>
            <p:cNvSpPr/>
            <p:nvPr/>
          </p:nvSpPr>
          <p:spPr>
            <a:xfrm>
              <a:off x="976909" y="1705115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8"/>
            <p:cNvSpPr/>
            <p:nvPr/>
          </p:nvSpPr>
          <p:spPr>
            <a:xfrm>
              <a:off x="1094460" y="1855519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9"/>
            <p:cNvSpPr/>
            <p:nvPr/>
          </p:nvSpPr>
          <p:spPr>
            <a:xfrm>
              <a:off x="1036829" y="1816232"/>
              <a:ext cx="13904" cy="13031"/>
            </a:xfrm>
            <a:custGeom>
              <a:avLst/>
              <a:pathLst>
                <a:path w="13904" h="13031">
                  <a:moveTo>
                    <a:pt x="4756" y="4922"/>
                  </a:moveTo>
                  <a:lnTo>
                    <a:pt x="2910" y="4255"/>
                  </a:lnTo>
                  <a:lnTo>
                    <a:pt x="0" y="0"/>
                  </a:lnTo>
                  <a:lnTo>
                    <a:pt x="3322" y="882"/>
                  </a:ln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60"/>
            <p:cNvSpPr/>
            <p:nvPr/>
          </p:nvSpPr>
          <p:spPr>
            <a:xfrm>
              <a:off x="1032865" y="1812216"/>
              <a:ext cx="3581" cy="3504"/>
            </a:xfrm>
            <a:custGeom>
              <a:avLst/>
              <a:pathLst>
                <a:path w="3581" h="3504">
                  <a:moveTo>
                    <a:pt x="1289" y="1259"/>
                  </a:moveTo>
                  <a:lnTo>
                    <a:pt x="3581" y="1714"/>
                  </a:ln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1"/>
            <p:cNvSpPr/>
            <p:nvPr/>
          </p:nvSpPr>
          <p:spPr>
            <a:xfrm>
              <a:off x="1035778" y="18136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2"/>
            <p:cNvSpPr/>
            <p:nvPr/>
          </p:nvSpPr>
          <p:spPr>
            <a:xfrm>
              <a:off x="1029680" y="1810146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3"/>
            <p:cNvSpPr/>
            <p:nvPr/>
          </p:nvSpPr>
          <p:spPr>
            <a:xfrm>
              <a:off x="1029609" y="1808973"/>
              <a:ext cx="1907" cy="2193"/>
            </a:xfrm>
            <a:custGeom>
              <a:avLst/>
              <a:pathLst>
                <a:path w="1907" h="2193">
                  <a:moveTo>
                    <a:pt x="538" y="0"/>
                  </a:moveTo>
                  <a:lnTo>
                    <a:pt x="1907" y="2193"/>
                  </a:lnTo>
                  <a:lnTo>
                    <a:pt x="0" y="37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4"/>
            <p:cNvSpPr/>
            <p:nvPr/>
          </p:nvSpPr>
          <p:spPr>
            <a:xfrm>
              <a:off x="1028440" y="1797843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5"/>
            <p:cNvSpPr/>
            <p:nvPr/>
          </p:nvSpPr>
          <p:spPr>
            <a:xfrm>
              <a:off x="989311" y="1794612"/>
              <a:ext cx="97" cy="221"/>
            </a:xfrm>
            <a:custGeom>
              <a:avLst/>
              <a:pathLst>
                <a:path w="97" h="221">
                  <a:moveTo>
                    <a:pt x="0" y="221"/>
                  </a:moveTo>
                  <a:lnTo>
                    <a:pt x="97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6"/>
            <p:cNvSpPr/>
            <p:nvPr/>
          </p:nvSpPr>
          <p:spPr>
            <a:xfrm>
              <a:off x="1024278" y="1790092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7"/>
            <p:cNvSpPr/>
            <p:nvPr/>
          </p:nvSpPr>
          <p:spPr>
            <a:xfrm>
              <a:off x="1022739" y="1788588"/>
              <a:ext cx="1338" cy="1955"/>
            </a:xfrm>
            <a:custGeom>
              <a:avLst/>
              <a:pathLst>
                <a:path w="1338" h="1955">
                  <a:moveTo>
                    <a:pt x="986" y="0"/>
                  </a:moveTo>
                  <a:lnTo>
                    <a:pt x="1338" y="615"/>
                  </a:lnTo>
                  <a:lnTo>
                    <a:pt x="0" y="1955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8"/>
            <p:cNvSpPr/>
            <p:nvPr/>
          </p:nvSpPr>
          <p:spPr>
            <a:xfrm>
              <a:off x="989722" y="1788046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9"/>
            <p:cNvSpPr/>
            <p:nvPr/>
          </p:nvSpPr>
          <p:spPr>
            <a:xfrm>
              <a:off x="1023009" y="1787182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70"/>
            <p:cNvSpPr/>
            <p:nvPr/>
          </p:nvSpPr>
          <p:spPr>
            <a:xfrm>
              <a:off x="987397" y="1782640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1"/>
            <p:cNvSpPr/>
            <p:nvPr/>
          </p:nvSpPr>
          <p:spPr>
            <a:xfrm>
              <a:off x="1018780" y="1768156"/>
              <a:ext cx="1580" cy="759"/>
            </a:xfrm>
            <a:custGeom>
              <a:avLst/>
              <a:pathLst>
                <a:path w="1580" h="759">
                  <a:moveTo>
                    <a:pt x="1580" y="0"/>
                  </a:moveTo>
                  <a:lnTo>
                    <a:pt x="1191" y="759"/>
                  </a:lnTo>
                  <a:lnTo>
                    <a:pt x="0" y="55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2"/>
            <p:cNvSpPr/>
            <p:nvPr/>
          </p:nvSpPr>
          <p:spPr>
            <a:xfrm>
              <a:off x="970789" y="1707078"/>
              <a:ext cx="45879" cy="70573"/>
            </a:xfrm>
            <a:custGeom>
              <a:avLst/>
              <a:pathLst>
                <a:path w="45879" h="70573">
                  <a:moveTo>
                    <a:pt x="24338" y="31898"/>
                  </a:move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lnTo>
                    <a:pt x="32631" y="59791"/>
                  </a:ln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3"/>
            <p:cNvSpPr/>
            <p:nvPr/>
          </p:nvSpPr>
          <p:spPr>
            <a:xfrm>
              <a:off x="891156" y="1667197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4"/>
            <p:cNvSpPr/>
            <p:nvPr/>
          </p:nvSpPr>
          <p:spPr>
            <a:xfrm>
              <a:off x="889391" y="1647148"/>
              <a:ext cx="2708" cy="3645"/>
            </a:xfrm>
            <a:custGeom>
              <a:avLst/>
              <a:pathLst>
                <a:path w="2708" h="3645">
                  <a:moveTo>
                    <a:pt x="1198" y="3645"/>
                  </a:moveTo>
                  <a:lnTo>
                    <a:pt x="0" y="2455"/>
                  </a:lnTo>
                  <a:lnTo>
                    <a:pt x="867" y="0"/>
                  </a:lnTo>
                  <a:lnTo>
                    <a:pt x="2708" y="1250"/>
                  </a:lnTo>
                  <a:lnTo>
                    <a:pt x="2695" y="3419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5"/>
            <p:cNvSpPr/>
            <p:nvPr/>
          </p:nvSpPr>
          <p:spPr>
            <a:xfrm>
              <a:off x="893162" y="1646574"/>
              <a:ext cx="301" cy="745"/>
            </a:xfrm>
            <a:custGeom>
              <a:avLst/>
              <a:pathLst>
                <a:path w="301" h="745">
                  <a:moveTo>
                    <a:pt x="42" y="0"/>
                  </a:moveTo>
                  <a:lnTo>
                    <a:pt x="301" y="368"/>
                  </a:lnTo>
                  <a:lnTo>
                    <a:pt x="0" y="745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6"/>
            <p:cNvSpPr/>
            <p:nvPr/>
          </p:nvSpPr>
          <p:spPr>
            <a:xfrm>
              <a:off x="884105" y="1642489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7"/>
            <p:cNvSpPr/>
            <p:nvPr/>
          </p:nvSpPr>
          <p:spPr>
            <a:xfrm>
              <a:off x="883233" y="1638541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8"/>
            <p:cNvSpPr/>
            <p:nvPr/>
          </p:nvSpPr>
          <p:spPr>
            <a:xfrm>
              <a:off x="877157" y="1633303"/>
              <a:ext cx="1873" cy="1416"/>
            </a:xfrm>
            <a:custGeom>
              <a:avLst/>
              <a:pathLst>
                <a:path w="1873" h="1416">
                  <a:moveTo>
                    <a:pt x="0" y="470"/>
                  </a:moveTo>
                  <a:lnTo>
                    <a:pt x="407" y="0"/>
                  </a:lnTo>
                  <a:lnTo>
                    <a:pt x="1453" y="298"/>
                  </a:lnTo>
                  <a:lnTo>
                    <a:pt x="1873" y="1416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9"/>
            <p:cNvSpPr/>
            <p:nvPr/>
          </p:nvSpPr>
          <p:spPr>
            <a:xfrm>
              <a:off x="870030" y="1628177"/>
              <a:ext cx="128" cy="251"/>
            </a:xfrm>
            <a:custGeom>
              <a:avLst/>
              <a:pathLst>
                <a:path w="128" h="251">
                  <a:moveTo>
                    <a:pt x="0" y="251"/>
                  </a:moveTo>
                  <a:lnTo>
                    <a:pt x="128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80"/>
            <p:cNvSpPr/>
            <p:nvPr/>
          </p:nvSpPr>
          <p:spPr>
            <a:xfrm>
              <a:off x="785715" y="1419575"/>
              <a:ext cx="159704" cy="314732"/>
            </a:xfrm>
            <a:custGeom>
              <a:avLst/>
              <a:pathLst>
                <a:path w="159704" h="314732">
                  <a:moveTo>
                    <a:pt x="53442" y="33553"/>
                  </a:moveTo>
                  <a:lnTo>
                    <a:pt x="53093" y="43750"/>
                  </a:lnTo>
                  <a:lnTo>
                    <a:pt x="54367" y="48195"/>
                  </a:lnTo>
                  <a:lnTo>
                    <a:pt x="56859" y="47473"/>
                  </a:lnTo>
                  <a:lnTo>
                    <a:pt x="60221" y="58242"/>
                  </a:lnTo>
                  <a:lnTo>
                    <a:pt x="73939" y="56108"/>
                  </a:lnTo>
                  <a:lnTo>
                    <a:pt x="71214" y="61787"/>
                  </a:lnTo>
                  <a:lnTo>
                    <a:pt x="69474" y="68479"/>
                  </a:lnTo>
                  <a:lnTo>
                    <a:pt x="69141" y="70804"/>
                  </a:lnTo>
                  <a:lnTo>
                    <a:pt x="69911" y="73079"/>
                  </a:lnTo>
                  <a:lnTo>
                    <a:pt x="67962" y="85305"/>
                  </a:lnTo>
                  <a:lnTo>
                    <a:pt x="68262" y="88354"/>
                  </a:lnTo>
                  <a:lnTo>
                    <a:pt x="69615" y="91706"/>
                  </a:lnTo>
                  <a:lnTo>
                    <a:pt x="73560" y="98284"/>
                  </a:lnTo>
                  <a:lnTo>
                    <a:pt x="72104" y="102206"/>
                  </a:lnTo>
                  <a:lnTo>
                    <a:pt x="72530" y="103661"/>
                  </a:lnTo>
                  <a:lnTo>
                    <a:pt x="75191" y="106351"/>
                  </a:lnTo>
                  <a:lnTo>
                    <a:pt x="83183" y="111497"/>
                  </a:lnTo>
                  <a:lnTo>
                    <a:pt x="83886" y="115030"/>
                  </a:lnTo>
                  <a:lnTo>
                    <a:pt x="83087" y="142759"/>
                  </a:lnTo>
                  <a:lnTo>
                    <a:pt x="82185" y="148126"/>
                  </a:lnTo>
                  <a:lnTo>
                    <a:pt x="83859" y="153503"/>
                  </a:lnTo>
                  <a:lnTo>
                    <a:pt x="86141" y="157501"/>
                  </a:lnTo>
                  <a:lnTo>
                    <a:pt x="87645" y="165929"/>
                  </a:lnTo>
                  <a:lnTo>
                    <a:pt x="86428" y="169976"/>
                  </a:lnTo>
                  <a:lnTo>
                    <a:pt x="86959" y="173949"/>
                  </a:lnTo>
                  <a:lnTo>
                    <a:pt x="85168" y="179092"/>
                  </a:lnTo>
                  <a:lnTo>
                    <a:pt x="84104" y="187195"/>
                  </a:lnTo>
                  <a:lnTo>
                    <a:pt x="84338" y="193152"/>
                  </a:lnTo>
                  <a:lnTo>
                    <a:pt x="80672" y="200171"/>
                  </a:lnTo>
                  <a:lnTo>
                    <a:pt x="83560" y="209030"/>
                  </a:lnTo>
                  <a:lnTo>
                    <a:pt x="86628" y="211951"/>
                  </a:lnTo>
                  <a:lnTo>
                    <a:pt x="88200" y="216123"/>
                  </a:lnTo>
                  <a:lnTo>
                    <a:pt x="88534" y="220749"/>
                  </a:lnTo>
                  <a:lnTo>
                    <a:pt x="92031" y="228615"/>
                  </a:lnTo>
                  <a:lnTo>
                    <a:pt x="96865" y="231621"/>
                  </a:lnTo>
                  <a:lnTo>
                    <a:pt x="98222" y="235975"/>
                  </a:lnTo>
                  <a:lnTo>
                    <a:pt x="101761" y="236633"/>
                  </a:lnTo>
                  <a:lnTo>
                    <a:pt x="104002" y="239223"/>
                  </a:lnTo>
                  <a:lnTo>
                    <a:pt x="104273" y="240739"/>
                  </a:lnTo>
                  <a:lnTo>
                    <a:pt x="103467" y="243252"/>
                  </a:lnTo>
                  <a:lnTo>
                    <a:pt x="103984" y="248729"/>
                  </a:lnTo>
                  <a:lnTo>
                    <a:pt x="105470" y="252812"/>
                  </a:lnTo>
                  <a:lnTo>
                    <a:pt x="111120" y="257619"/>
                  </a:lnTo>
                  <a:lnTo>
                    <a:pt x="114713" y="257944"/>
                  </a:lnTo>
                  <a:lnTo>
                    <a:pt x="116332" y="256026"/>
                  </a:lnTo>
                  <a:lnTo>
                    <a:pt x="115302" y="256301"/>
                  </a:lnTo>
                  <a:lnTo>
                    <a:pt x="115260" y="255245"/>
                  </a:lnTo>
                  <a:lnTo>
                    <a:pt x="116647" y="254540"/>
                  </a:lnTo>
                  <a:lnTo>
                    <a:pt x="120015" y="255936"/>
                  </a:lnTo>
                  <a:lnTo>
                    <a:pt x="123267" y="258459"/>
                  </a:lnTo>
                  <a:lnTo>
                    <a:pt x="128348" y="265296"/>
                  </a:lnTo>
                  <a:lnTo>
                    <a:pt x="138025" y="275129"/>
                  </a:lnTo>
                  <a:lnTo>
                    <a:pt x="139131" y="277521"/>
                  </a:lnTo>
                  <a:lnTo>
                    <a:pt x="146266" y="282989"/>
                  </a:lnTo>
                  <a:lnTo>
                    <a:pt x="153624" y="292177"/>
                  </a:lnTo>
                  <a:lnTo>
                    <a:pt x="159704" y="296200"/>
                  </a:lnTo>
                  <a:lnTo>
                    <a:pt x="158222" y="298059"/>
                  </a:lnTo>
                  <a:lnTo>
                    <a:pt x="154799" y="297085"/>
                  </a:lnTo>
                  <a:lnTo>
                    <a:pt x="150393" y="298428"/>
                  </a:lnTo>
                  <a:lnTo>
                    <a:pt x="149328" y="299997"/>
                  </a:lnTo>
                  <a:lnTo>
                    <a:pt x="149307" y="302454"/>
                  </a:lnTo>
                  <a:lnTo>
                    <a:pt x="145891" y="306621"/>
                  </a:lnTo>
                  <a:lnTo>
                    <a:pt x="144495" y="313760"/>
                  </a:lnTo>
                  <a:lnTo>
                    <a:pt x="137970" y="314732"/>
                  </a:lnTo>
                  <a:lnTo>
                    <a:pt x="129624" y="313306"/>
                  </a:lnTo>
                  <a:lnTo>
                    <a:pt x="117792" y="308430"/>
                  </a:lnTo>
                  <a:lnTo>
                    <a:pt x="112246" y="303727"/>
                  </a:lnTo>
                  <a:lnTo>
                    <a:pt x="108117" y="280587"/>
                  </a:lnTo>
                  <a:lnTo>
                    <a:pt x="93315" y="274047"/>
                  </a:lnTo>
                  <a:lnTo>
                    <a:pt x="76204" y="223909"/>
                  </a:lnTo>
                  <a:lnTo>
                    <a:pt x="66869" y="216117"/>
                  </a:lnTo>
                  <a:lnTo>
                    <a:pt x="61494" y="213358"/>
                  </a:lnTo>
                  <a:lnTo>
                    <a:pt x="61550" y="207519"/>
                  </a:lnTo>
                  <a:lnTo>
                    <a:pt x="59551" y="194955"/>
                  </a:lnTo>
                  <a:lnTo>
                    <a:pt x="52424" y="184693"/>
                  </a:lnTo>
                  <a:lnTo>
                    <a:pt x="51564" y="178401"/>
                  </a:lnTo>
                  <a:lnTo>
                    <a:pt x="51827" y="172623"/>
                  </a:lnTo>
                  <a:lnTo>
                    <a:pt x="44055" y="166509"/>
                  </a:lnTo>
                  <a:lnTo>
                    <a:pt x="39601" y="168768"/>
                  </a:lnTo>
                  <a:lnTo>
                    <a:pt x="36139" y="169285"/>
                  </a:lnTo>
                  <a:lnTo>
                    <a:pt x="36123" y="163870"/>
                  </a:lnTo>
                  <a:lnTo>
                    <a:pt x="38622" y="160552"/>
                  </a:lnTo>
                  <a:lnTo>
                    <a:pt x="37284" y="157840"/>
                  </a:lnTo>
                  <a:lnTo>
                    <a:pt x="40302" y="153103"/>
                  </a:lnTo>
                  <a:lnTo>
                    <a:pt x="34591" y="147257"/>
                  </a:lnTo>
                  <a:lnTo>
                    <a:pt x="29378" y="137700"/>
                  </a:lnTo>
                  <a:lnTo>
                    <a:pt x="28168" y="126373"/>
                  </a:lnTo>
                  <a:lnTo>
                    <a:pt x="20823" y="125650"/>
                  </a:lnTo>
                  <a:lnTo>
                    <a:pt x="17710" y="120238"/>
                  </a:lnTo>
                  <a:lnTo>
                    <a:pt x="14099" y="100991"/>
                  </a:lnTo>
                  <a:lnTo>
                    <a:pt x="12697" y="39639"/>
                  </a:lnTo>
                  <a:lnTo>
                    <a:pt x="3676" y="29171"/>
                  </a:lnTo>
                  <a:lnTo>
                    <a:pt x="0" y="20921"/>
                  </a:lnTo>
                  <a:lnTo>
                    <a:pt x="4009" y="19017"/>
                  </a:lnTo>
                  <a:lnTo>
                    <a:pt x="7305" y="16137"/>
                  </a:lnTo>
                  <a:lnTo>
                    <a:pt x="24218" y="5353"/>
                  </a:lnTo>
                  <a:lnTo>
                    <a:pt x="31886" y="2164"/>
                  </a:lnTo>
                  <a:lnTo>
                    <a:pt x="33695" y="3958"/>
                  </a:lnTo>
                  <a:lnTo>
                    <a:pt x="45342" y="0"/>
                  </a:lnTo>
                  <a:lnTo>
                    <a:pt x="48940" y="1184"/>
                  </a:lnTo>
                  <a:lnTo>
                    <a:pt x="52894" y="3995"/>
                  </a:lnTo>
                  <a:lnTo>
                    <a:pt x="57026" y="15607"/>
                  </a:lnTo>
                  <a:lnTo>
                    <a:pt x="54976" y="19939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1"/>
            <p:cNvSpPr/>
            <p:nvPr/>
          </p:nvSpPr>
          <p:spPr>
            <a:xfrm>
              <a:off x="869499" y="1424953"/>
              <a:ext cx="14422" cy="18136"/>
            </a:xfrm>
            <a:custGeom>
              <a:avLst/>
              <a:pathLst>
                <a:path w="14422" h="18136">
                  <a:moveTo>
                    <a:pt x="7158" y="6959"/>
                  </a:move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lnTo>
                    <a:pt x="3699" y="376"/>
                  </a:lnTo>
                  <a:lnTo>
                    <a:pt x="5910" y="238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2"/>
            <p:cNvSpPr/>
            <p:nvPr/>
          </p:nvSpPr>
          <p:spPr>
            <a:xfrm>
              <a:off x="764954" y="1316558"/>
              <a:ext cx="122978" cy="161259"/>
            </a:xfrm>
            <a:custGeom>
              <a:avLst/>
              <a:pathLst>
                <a:path w="122978" h="161259">
                  <a:moveTo>
                    <a:pt x="117607" y="9696"/>
                  </a:moveTo>
                  <a:lnTo>
                    <a:pt x="112964" y="12043"/>
                  </a:lnTo>
                  <a:lnTo>
                    <a:pt x="112513" y="21204"/>
                  </a:lnTo>
                  <a:lnTo>
                    <a:pt x="111030" y="27173"/>
                  </a:lnTo>
                  <a:lnTo>
                    <a:pt x="110591" y="28535"/>
                  </a:lnTo>
                  <a:lnTo>
                    <a:pt x="107275" y="29315"/>
                  </a:lnTo>
                  <a:lnTo>
                    <a:pt x="104097" y="26751"/>
                  </a:lnTo>
                  <a:lnTo>
                    <a:pt x="98533" y="27519"/>
                  </a:lnTo>
                  <a:lnTo>
                    <a:pt x="97957" y="29082"/>
                  </a:lnTo>
                  <a:lnTo>
                    <a:pt x="98400" y="32596"/>
                  </a:lnTo>
                  <a:lnTo>
                    <a:pt x="94150" y="38145"/>
                  </a:lnTo>
                  <a:lnTo>
                    <a:pt x="94429" y="42514"/>
                  </a:lnTo>
                  <a:lnTo>
                    <a:pt x="93776" y="44384"/>
                  </a:lnTo>
                  <a:lnTo>
                    <a:pt x="85995" y="51060"/>
                  </a:lnTo>
                  <a:lnTo>
                    <a:pt x="83948" y="54813"/>
                  </a:lnTo>
                  <a:lnTo>
                    <a:pt x="91137" y="63591"/>
                  </a:lnTo>
                  <a:lnTo>
                    <a:pt x="89322" y="67249"/>
                  </a:lnTo>
                  <a:lnTo>
                    <a:pt x="91491" y="80468"/>
                  </a:lnTo>
                  <a:lnTo>
                    <a:pt x="89973" y="85377"/>
                  </a:lnTo>
                  <a:lnTo>
                    <a:pt x="89319" y="94797"/>
                  </a:lnTo>
                  <a:lnTo>
                    <a:pt x="91841" y="98366"/>
                  </a:lnTo>
                  <a:lnTo>
                    <a:pt x="94451" y="100316"/>
                  </a:lnTo>
                  <a:lnTo>
                    <a:pt x="101229" y="102500"/>
                  </a:lnTo>
                  <a:lnTo>
                    <a:pt x="102645" y="106822"/>
                  </a:lnTo>
                  <a:lnTo>
                    <a:pt x="104439" y="108449"/>
                  </a:lnTo>
                  <a:lnTo>
                    <a:pt x="102042" y="117888"/>
                  </a:lnTo>
                  <a:lnTo>
                    <a:pt x="102428" y="120961"/>
                  </a:lnTo>
                  <a:lnTo>
                    <a:pt x="104486" y="125320"/>
                  </a:lnTo>
                  <a:lnTo>
                    <a:pt x="104893" y="130133"/>
                  </a:lnTo>
                  <a:lnTo>
                    <a:pt x="103013" y="133177"/>
                  </a:lnTo>
                  <a:lnTo>
                    <a:pt x="101824" y="133292"/>
                  </a:lnTo>
                  <a:lnTo>
                    <a:pt x="100109" y="131866"/>
                  </a:lnTo>
                  <a:lnTo>
                    <a:pt x="99329" y="132057"/>
                  </a:lnTo>
                  <a:lnTo>
                    <a:pt x="97003" y="136787"/>
                  </a:lnTo>
                  <a:lnTo>
                    <a:pt x="95279" y="142893"/>
                  </a:lnTo>
                  <a:lnTo>
                    <a:pt x="95848" y="149883"/>
                  </a:lnTo>
                  <a:lnTo>
                    <a:pt x="94932" y="154751"/>
                  </a:lnTo>
                  <a:lnTo>
                    <a:pt x="93877" y="155353"/>
                  </a:lnTo>
                  <a:lnTo>
                    <a:pt x="93110" y="157681"/>
                  </a:lnTo>
                  <a:lnTo>
                    <a:pt x="94700" y="159125"/>
                  </a:lnTo>
                  <a:lnTo>
                    <a:pt x="80982" y="161259"/>
                  </a:lnTo>
                  <a:lnTo>
                    <a:pt x="77620" y="150490"/>
                  </a:lnTo>
                  <a:lnTo>
                    <a:pt x="75128" y="151212"/>
                  </a:lnTo>
                  <a:lnTo>
                    <a:pt x="73854" y="146767"/>
                  </a:lnTo>
                  <a:lnTo>
                    <a:pt x="74203" y="136570"/>
                  </a:lnTo>
                  <a:lnTo>
                    <a:pt x="75737" y="122956"/>
                  </a:lnTo>
                  <a:lnTo>
                    <a:pt x="77787" y="118623"/>
                  </a:lnTo>
                  <a:lnTo>
                    <a:pt x="73655" y="107012"/>
                  </a:lnTo>
                  <a:lnTo>
                    <a:pt x="69701" y="104201"/>
                  </a:lnTo>
                  <a:lnTo>
                    <a:pt x="66103" y="103016"/>
                  </a:lnTo>
                  <a:lnTo>
                    <a:pt x="54456" y="106975"/>
                  </a:lnTo>
                  <a:lnTo>
                    <a:pt x="52647" y="105181"/>
                  </a:lnTo>
                  <a:lnTo>
                    <a:pt x="44979" y="108370"/>
                  </a:lnTo>
                  <a:lnTo>
                    <a:pt x="28066" y="119154"/>
                  </a:lnTo>
                  <a:lnTo>
                    <a:pt x="24770" y="122034"/>
                  </a:lnTo>
                  <a:lnTo>
                    <a:pt x="20760" y="123938"/>
                  </a:lnTo>
                  <a:lnTo>
                    <a:pt x="0" y="77767"/>
                  </a:lnTo>
                  <a:lnTo>
                    <a:pt x="1902" y="30022"/>
                  </a:lnTo>
                  <a:lnTo>
                    <a:pt x="4303" y="0"/>
                  </a:lnTo>
                  <a:lnTo>
                    <a:pt x="122978" y="103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3"/>
            <p:cNvSpPr/>
            <p:nvPr/>
          </p:nvSpPr>
          <p:spPr>
            <a:xfrm>
              <a:off x="642929" y="1330328"/>
              <a:ext cx="40244" cy="41600"/>
            </a:xfrm>
            <a:custGeom>
              <a:avLst/>
              <a:pathLst>
                <a:path w="40244" h="41600">
                  <a:moveTo>
                    <a:pt x="4717" y="0"/>
                  </a:moveTo>
                  <a:lnTo>
                    <a:pt x="11064" y="2956"/>
                  </a:lnTo>
                  <a:lnTo>
                    <a:pt x="13115" y="6054"/>
                  </a:lnTo>
                  <a:lnTo>
                    <a:pt x="14045" y="10367"/>
                  </a:lnTo>
                  <a:lnTo>
                    <a:pt x="18258" y="11805"/>
                  </a:lnTo>
                  <a:lnTo>
                    <a:pt x="13691" y="13728"/>
                  </a:lnTo>
                  <a:lnTo>
                    <a:pt x="13478" y="15752"/>
                  </a:lnTo>
                  <a:lnTo>
                    <a:pt x="26376" y="17108"/>
                  </a:lnTo>
                  <a:lnTo>
                    <a:pt x="40244" y="32575"/>
                  </a:lnTo>
                  <a:lnTo>
                    <a:pt x="17454" y="41600"/>
                  </a:lnTo>
                  <a:lnTo>
                    <a:pt x="17604" y="36273"/>
                  </a:lnTo>
                  <a:lnTo>
                    <a:pt x="15239" y="24498"/>
                  </a:lnTo>
                  <a:lnTo>
                    <a:pt x="13451" y="22102"/>
                  </a:lnTo>
                  <a:lnTo>
                    <a:pt x="7443" y="19285"/>
                  </a:lnTo>
                  <a:lnTo>
                    <a:pt x="4490" y="16847"/>
                  </a:lnTo>
                  <a:lnTo>
                    <a:pt x="0" y="130"/>
                  </a:lnTo>
                  <a:lnTo>
                    <a:pt x="341" y="10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4"/>
            <p:cNvSpPr/>
            <p:nvPr/>
          </p:nvSpPr>
          <p:spPr>
            <a:xfrm>
              <a:off x="979542" y="2044712"/>
              <a:ext cx="13057" cy="9737"/>
            </a:xfrm>
            <a:custGeom>
              <a:avLst/>
              <a:pathLst>
                <a:path w="13057" h="9737">
                  <a:moveTo>
                    <a:pt x="12125" y="9736"/>
                  </a:moveTo>
                  <a:lnTo>
                    <a:pt x="7457" y="6060"/>
                  </a:lnTo>
                  <a:lnTo>
                    <a:pt x="2263" y="4239"/>
                  </a:ln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5"/>
            <p:cNvSpPr/>
            <p:nvPr/>
          </p:nvSpPr>
          <p:spPr>
            <a:xfrm>
              <a:off x="982904" y="2040089"/>
              <a:ext cx="4367" cy="4312"/>
            </a:xfrm>
            <a:custGeom>
              <a:avLst/>
              <a:pathLst>
                <a:path w="4367" h="4312">
                  <a:moveTo>
                    <a:pt x="0" y="0"/>
                  </a:moveTo>
                  <a:lnTo>
                    <a:pt x="4145" y="2989"/>
                  </a:ln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6"/>
            <p:cNvSpPr/>
            <p:nvPr/>
          </p:nvSpPr>
          <p:spPr>
            <a:xfrm>
              <a:off x="873427" y="1990647"/>
              <a:ext cx="430" cy="1480"/>
            </a:xfrm>
            <a:custGeom>
              <a:avLst/>
              <a:pathLst>
                <a:path w="430" h="1480">
                  <a:moveTo>
                    <a:pt x="0" y="1056"/>
                  </a:moveTo>
                  <a:lnTo>
                    <a:pt x="308" y="0"/>
                  </a:lnTo>
                  <a:lnTo>
                    <a:pt x="430" y="148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7"/>
            <p:cNvSpPr/>
            <p:nvPr/>
          </p:nvSpPr>
          <p:spPr>
            <a:xfrm>
              <a:off x="864520" y="1985347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8"/>
            <p:cNvSpPr/>
            <p:nvPr/>
          </p:nvSpPr>
          <p:spPr>
            <a:xfrm>
              <a:off x="797927" y="1885779"/>
              <a:ext cx="340198" cy="191740"/>
            </a:xfrm>
            <a:custGeom>
              <a:avLst/>
              <a:pathLst>
                <a:path w="340198" h="191740">
                  <a:moveTo>
                    <a:pt x="250145" y="40653"/>
                  </a:moveTo>
                  <a:lnTo>
                    <a:pt x="253134" y="46019"/>
                  </a:lnTo>
                  <a:lnTo>
                    <a:pt x="254586" y="47573"/>
                  </a:lnTo>
                  <a:lnTo>
                    <a:pt x="256562" y="47742"/>
                  </a:lnTo>
                  <a:lnTo>
                    <a:pt x="261039" y="55114"/>
                  </a:lnTo>
                  <a:lnTo>
                    <a:pt x="263319" y="56242"/>
                  </a:lnTo>
                  <a:lnTo>
                    <a:pt x="264652" y="56027"/>
                  </a:lnTo>
                  <a:lnTo>
                    <a:pt x="272210" y="59451"/>
                  </a:lnTo>
                  <a:lnTo>
                    <a:pt x="280899" y="64785"/>
                  </a:lnTo>
                  <a:lnTo>
                    <a:pt x="285095" y="68578"/>
                  </a:lnTo>
                  <a:lnTo>
                    <a:pt x="288437" y="75272"/>
                  </a:lnTo>
                  <a:lnTo>
                    <a:pt x="288518" y="83606"/>
                  </a:lnTo>
                  <a:lnTo>
                    <a:pt x="289805" y="89080"/>
                  </a:lnTo>
                  <a:lnTo>
                    <a:pt x="293056" y="93951"/>
                  </a:lnTo>
                  <a:lnTo>
                    <a:pt x="295775" y="96453"/>
                  </a:lnTo>
                  <a:lnTo>
                    <a:pt x="298200" y="103608"/>
                  </a:lnTo>
                  <a:lnTo>
                    <a:pt x="299640" y="105665"/>
                  </a:lnTo>
                  <a:lnTo>
                    <a:pt x="297634" y="109797"/>
                  </a:lnTo>
                  <a:lnTo>
                    <a:pt x="297760" y="111108"/>
                  </a:lnTo>
                  <a:lnTo>
                    <a:pt x="309429" y="120444"/>
                  </a:lnTo>
                  <a:lnTo>
                    <a:pt x="317770" y="122612"/>
                  </a:lnTo>
                  <a:lnTo>
                    <a:pt x="323701" y="126001"/>
                  </a:lnTo>
                  <a:lnTo>
                    <a:pt x="324905" y="127988"/>
                  </a:lnTo>
                  <a:lnTo>
                    <a:pt x="324774" y="129003"/>
                  </a:lnTo>
                  <a:lnTo>
                    <a:pt x="323669" y="129599"/>
                  </a:lnTo>
                  <a:lnTo>
                    <a:pt x="322071" y="129093"/>
                  </a:lnTo>
                  <a:lnTo>
                    <a:pt x="318283" y="133020"/>
                  </a:lnTo>
                  <a:lnTo>
                    <a:pt x="317183" y="136408"/>
                  </a:lnTo>
                  <a:lnTo>
                    <a:pt x="316941" y="140059"/>
                  </a:lnTo>
                  <a:lnTo>
                    <a:pt x="317539" y="141987"/>
                  </a:lnTo>
                  <a:lnTo>
                    <a:pt x="322518" y="147736"/>
                  </a:lnTo>
                  <a:lnTo>
                    <a:pt x="322407" y="149234"/>
                  </a:lnTo>
                  <a:lnTo>
                    <a:pt x="323224" y="150359"/>
                  </a:lnTo>
                  <a:lnTo>
                    <a:pt x="328647" y="156434"/>
                  </a:lnTo>
                  <a:lnTo>
                    <a:pt x="330826" y="157989"/>
                  </a:lnTo>
                  <a:lnTo>
                    <a:pt x="331657" y="163670"/>
                  </a:lnTo>
                  <a:lnTo>
                    <a:pt x="328323" y="165932"/>
                  </a:lnTo>
                  <a:lnTo>
                    <a:pt x="326075" y="170977"/>
                  </a:lnTo>
                  <a:lnTo>
                    <a:pt x="331802" y="177014"/>
                  </a:lnTo>
                  <a:lnTo>
                    <a:pt x="340198" y="191740"/>
                  </a:lnTo>
                  <a:lnTo>
                    <a:pt x="339223" y="191643"/>
                  </a:lnTo>
                  <a:lnTo>
                    <a:pt x="211232" y="185174"/>
                  </a:lnTo>
                  <a:lnTo>
                    <a:pt x="209931" y="185094"/>
                  </a:lnTo>
                  <a:lnTo>
                    <a:pt x="199717" y="173788"/>
                  </a:lnTo>
                  <a:lnTo>
                    <a:pt x="194543" y="171298"/>
                  </a:lnTo>
                  <a:lnTo>
                    <a:pt x="197196" y="168727"/>
                  </a:lnTo>
                  <a:lnTo>
                    <a:pt x="198365" y="169185"/>
                  </a:lnTo>
                  <a:lnTo>
                    <a:pt x="200607" y="172708"/>
                  </a:lnTo>
                  <a:lnTo>
                    <a:pt x="203195" y="171724"/>
                  </a:lnTo>
                  <a:lnTo>
                    <a:pt x="194782" y="158207"/>
                  </a:lnTo>
                  <a:lnTo>
                    <a:pt x="194425" y="152541"/>
                  </a:lnTo>
                  <a:lnTo>
                    <a:pt x="195243" y="152221"/>
                  </a:lnTo>
                  <a:lnTo>
                    <a:pt x="196608" y="152864"/>
                  </a:lnTo>
                  <a:lnTo>
                    <a:pt x="197015" y="152381"/>
                  </a:lnTo>
                  <a:lnTo>
                    <a:pt x="195286" y="151659"/>
                  </a:lnTo>
                  <a:lnTo>
                    <a:pt x="192297" y="152068"/>
                  </a:lnTo>
                  <a:lnTo>
                    <a:pt x="191264" y="155526"/>
                  </a:lnTo>
                  <a:lnTo>
                    <a:pt x="190403" y="155982"/>
                  </a:lnTo>
                  <a:lnTo>
                    <a:pt x="187680" y="155639"/>
                  </a:lnTo>
                  <a:lnTo>
                    <a:pt x="184216" y="152396"/>
                  </a:lnTo>
                  <a:lnTo>
                    <a:pt x="186229" y="151527"/>
                  </a:lnTo>
                  <a:lnTo>
                    <a:pt x="189561" y="151706"/>
                  </a:lnTo>
                  <a:lnTo>
                    <a:pt x="196226" y="144922"/>
                  </a:lnTo>
                  <a:lnTo>
                    <a:pt x="197259" y="140874"/>
                  </a:lnTo>
                  <a:lnTo>
                    <a:pt x="196930" y="135474"/>
                  </a:lnTo>
                  <a:lnTo>
                    <a:pt x="196011" y="131464"/>
                  </a:lnTo>
                  <a:lnTo>
                    <a:pt x="194562" y="128682"/>
                  </a:lnTo>
                  <a:lnTo>
                    <a:pt x="193503" y="128671"/>
                  </a:lnTo>
                  <a:lnTo>
                    <a:pt x="191953" y="131422"/>
                  </a:lnTo>
                  <a:lnTo>
                    <a:pt x="190047" y="137023"/>
                  </a:lnTo>
                  <a:lnTo>
                    <a:pt x="190376" y="139985"/>
                  </a:lnTo>
                  <a:lnTo>
                    <a:pt x="189182" y="145262"/>
                  </a:lnTo>
                  <a:lnTo>
                    <a:pt x="186112" y="146848"/>
                  </a:lnTo>
                  <a:lnTo>
                    <a:pt x="185028" y="146720"/>
                  </a:lnTo>
                  <a:lnTo>
                    <a:pt x="183896" y="145469"/>
                  </a:lnTo>
                  <a:lnTo>
                    <a:pt x="183010" y="146352"/>
                  </a:lnTo>
                  <a:lnTo>
                    <a:pt x="181719" y="151208"/>
                  </a:lnTo>
                  <a:lnTo>
                    <a:pt x="181331" y="156419"/>
                  </a:lnTo>
                  <a:lnTo>
                    <a:pt x="179582" y="156247"/>
                  </a:lnTo>
                  <a:lnTo>
                    <a:pt x="175375" y="152591"/>
                  </a:lnTo>
                  <a:lnTo>
                    <a:pt x="171115" y="150174"/>
                  </a:lnTo>
                  <a:lnTo>
                    <a:pt x="165502" y="148628"/>
                  </a:lnTo>
                  <a:lnTo>
                    <a:pt x="164593" y="147320"/>
                  </a:lnTo>
                  <a:lnTo>
                    <a:pt x="165806" y="146379"/>
                  </a:lnTo>
                  <a:lnTo>
                    <a:pt x="167903" y="148215"/>
                  </a:lnTo>
                  <a:lnTo>
                    <a:pt x="168891" y="147949"/>
                  </a:lnTo>
                  <a:lnTo>
                    <a:pt x="168453" y="146574"/>
                  </a:lnTo>
                  <a:lnTo>
                    <a:pt x="162348" y="145422"/>
                  </a:lnTo>
                  <a:lnTo>
                    <a:pt x="158899" y="146588"/>
                  </a:lnTo>
                  <a:lnTo>
                    <a:pt x="151363" y="157989"/>
                  </a:lnTo>
                  <a:lnTo>
                    <a:pt x="147679" y="159201"/>
                  </a:lnTo>
                  <a:lnTo>
                    <a:pt x="143336" y="157229"/>
                  </a:lnTo>
                  <a:lnTo>
                    <a:pt x="141409" y="155681"/>
                  </a:lnTo>
                  <a:lnTo>
                    <a:pt x="136353" y="148862"/>
                  </a:lnTo>
                  <a:lnTo>
                    <a:pt x="139235" y="150268"/>
                  </a:lnTo>
                  <a:lnTo>
                    <a:pt x="141271" y="154838"/>
                  </a:lnTo>
                  <a:lnTo>
                    <a:pt x="146783" y="158187"/>
                  </a:lnTo>
                  <a:lnTo>
                    <a:pt x="138390" y="148697"/>
                  </a:lnTo>
                  <a:lnTo>
                    <a:pt x="136629" y="147667"/>
                  </a:lnTo>
                  <a:lnTo>
                    <a:pt x="134631" y="148217"/>
                  </a:lnTo>
                  <a:lnTo>
                    <a:pt x="132491" y="146706"/>
                  </a:lnTo>
                  <a:lnTo>
                    <a:pt x="127700" y="132254"/>
                  </a:lnTo>
                  <a:lnTo>
                    <a:pt x="124356" y="128203"/>
                  </a:lnTo>
                  <a:lnTo>
                    <a:pt x="120974" y="125391"/>
                  </a:lnTo>
                  <a:lnTo>
                    <a:pt x="115659" y="122485"/>
                  </a:lnTo>
                  <a:lnTo>
                    <a:pt x="110938" y="121186"/>
                  </a:lnTo>
                  <a:lnTo>
                    <a:pt x="108368" y="121667"/>
                  </a:lnTo>
                  <a:lnTo>
                    <a:pt x="107401" y="124091"/>
                  </a:lnTo>
                  <a:lnTo>
                    <a:pt x="105123" y="123979"/>
                  </a:lnTo>
                  <a:lnTo>
                    <a:pt x="101434" y="118567"/>
                  </a:lnTo>
                  <a:lnTo>
                    <a:pt x="99956" y="114143"/>
                  </a:lnTo>
                  <a:lnTo>
                    <a:pt x="97100" y="109561"/>
                  </a:lnTo>
                  <a:lnTo>
                    <a:pt x="90420" y="103942"/>
                  </a:lnTo>
                  <a:lnTo>
                    <a:pt x="81998" y="100632"/>
                  </a:lnTo>
                  <a:lnTo>
                    <a:pt x="78275" y="100368"/>
                  </a:lnTo>
                  <a:lnTo>
                    <a:pt x="76489" y="100985"/>
                  </a:lnTo>
                  <a:lnTo>
                    <a:pt x="62394" y="94298"/>
                  </a:lnTo>
                  <a:lnTo>
                    <a:pt x="61831" y="91855"/>
                  </a:lnTo>
                  <a:lnTo>
                    <a:pt x="60094" y="90489"/>
                  </a:lnTo>
                  <a:lnTo>
                    <a:pt x="57334" y="90600"/>
                  </a:lnTo>
                  <a:lnTo>
                    <a:pt x="56364" y="89100"/>
                  </a:lnTo>
                  <a:lnTo>
                    <a:pt x="57534" y="75144"/>
                  </a:lnTo>
                  <a:lnTo>
                    <a:pt x="56803" y="69580"/>
                  </a:lnTo>
                  <a:lnTo>
                    <a:pt x="55532" y="66465"/>
                  </a:lnTo>
                  <a:lnTo>
                    <a:pt x="47381" y="58653"/>
                  </a:lnTo>
                  <a:lnTo>
                    <a:pt x="32911" y="51433"/>
                  </a:lnTo>
                  <a:lnTo>
                    <a:pt x="29297" y="41984"/>
                  </a:lnTo>
                  <a:lnTo>
                    <a:pt x="25337" y="38304"/>
                  </a:lnTo>
                  <a:lnTo>
                    <a:pt x="23016" y="38224"/>
                  </a:lnTo>
                  <a:lnTo>
                    <a:pt x="22106" y="36833"/>
                  </a:lnTo>
                  <a:lnTo>
                    <a:pt x="23123" y="33215"/>
                  </a:lnTo>
                  <a:lnTo>
                    <a:pt x="22746" y="31707"/>
                  </a:lnTo>
                  <a:lnTo>
                    <a:pt x="21222" y="30091"/>
                  </a:lnTo>
                  <a:lnTo>
                    <a:pt x="19963" y="29515"/>
                  </a:lnTo>
                  <a:lnTo>
                    <a:pt x="18339" y="30382"/>
                  </a:lnTo>
                  <a:lnTo>
                    <a:pt x="17112" y="32205"/>
                  </a:lnTo>
                  <a:lnTo>
                    <a:pt x="17121" y="33438"/>
                  </a:lnTo>
                  <a:lnTo>
                    <a:pt x="13876" y="31446"/>
                  </a:lnTo>
                  <a:lnTo>
                    <a:pt x="13775" y="29060"/>
                  </a:lnTo>
                  <a:lnTo>
                    <a:pt x="12151" y="26755"/>
                  </a:lnTo>
                  <a:lnTo>
                    <a:pt x="9259" y="25162"/>
                  </a:lnTo>
                  <a:lnTo>
                    <a:pt x="6432" y="24958"/>
                  </a:lnTo>
                  <a:lnTo>
                    <a:pt x="5088" y="22784"/>
                  </a:lnTo>
                  <a:lnTo>
                    <a:pt x="3279" y="16504"/>
                  </a:lnTo>
                  <a:lnTo>
                    <a:pt x="0" y="9976"/>
                  </a:lnTo>
                  <a:lnTo>
                    <a:pt x="3051" y="8643"/>
                  </a:lnTo>
                  <a:lnTo>
                    <a:pt x="5819" y="10560"/>
                  </a:lnTo>
                  <a:lnTo>
                    <a:pt x="7527" y="12873"/>
                  </a:lnTo>
                  <a:lnTo>
                    <a:pt x="10971" y="13607"/>
                  </a:lnTo>
                  <a:lnTo>
                    <a:pt x="17583" y="13079"/>
                  </a:lnTo>
                  <a:lnTo>
                    <a:pt x="22650" y="14093"/>
                  </a:lnTo>
                  <a:lnTo>
                    <a:pt x="24072" y="15027"/>
                  </a:lnTo>
                  <a:lnTo>
                    <a:pt x="35367" y="18145"/>
                  </a:lnTo>
                  <a:lnTo>
                    <a:pt x="39476" y="20597"/>
                  </a:lnTo>
                  <a:lnTo>
                    <a:pt x="46105" y="22538"/>
                  </a:lnTo>
                  <a:lnTo>
                    <a:pt x="49591" y="23202"/>
                  </a:lnTo>
                  <a:lnTo>
                    <a:pt x="57357" y="22417"/>
                  </a:lnTo>
                  <a:lnTo>
                    <a:pt x="60618" y="24386"/>
                  </a:lnTo>
                  <a:lnTo>
                    <a:pt x="71023" y="20248"/>
                  </a:lnTo>
                  <a:lnTo>
                    <a:pt x="72133" y="21431"/>
                  </a:lnTo>
                  <a:lnTo>
                    <a:pt x="78821" y="20648"/>
                  </a:lnTo>
                  <a:lnTo>
                    <a:pt x="79937" y="17660"/>
                  </a:lnTo>
                  <a:lnTo>
                    <a:pt x="79109" y="15450"/>
                  </a:lnTo>
                  <a:lnTo>
                    <a:pt x="75492" y="17414"/>
                  </a:lnTo>
                  <a:lnTo>
                    <a:pt x="73563" y="19706"/>
                  </a:lnTo>
                  <a:lnTo>
                    <a:pt x="72819" y="20061"/>
                  </a:lnTo>
                  <a:lnTo>
                    <a:pt x="72734" y="19410"/>
                  </a:lnTo>
                  <a:lnTo>
                    <a:pt x="78368" y="14986"/>
                  </a:lnTo>
                  <a:lnTo>
                    <a:pt x="80695" y="14088"/>
                  </a:lnTo>
                  <a:lnTo>
                    <a:pt x="82116" y="14260"/>
                  </a:lnTo>
                  <a:lnTo>
                    <a:pt x="83454" y="16036"/>
                  </a:lnTo>
                  <a:lnTo>
                    <a:pt x="83122" y="17459"/>
                  </a:lnTo>
                  <a:lnTo>
                    <a:pt x="81737" y="18411"/>
                  </a:lnTo>
                  <a:lnTo>
                    <a:pt x="80277" y="21044"/>
                  </a:lnTo>
                  <a:lnTo>
                    <a:pt x="80080" y="24838"/>
                  </a:lnTo>
                  <a:lnTo>
                    <a:pt x="81735" y="29118"/>
                  </a:lnTo>
                  <a:lnTo>
                    <a:pt x="87388" y="35855"/>
                  </a:lnTo>
                  <a:lnTo>
                    <a:pt x="89116" y="36823"/>
                  </a:lnTo>
                  <a:lnTo>
                    <a:pt x="91618" y="36768"/>
                  </a:lnTo>
                  <a:lnTo>
                    <a:pt x="96098" y="40258"/>
                  </a:lnTo>
                  <a:lnTo>
                    <a:pt x="96806" y="41284"/>
                  </a:lnTo>
                  <a:lnTo>
                    <a:pt x="98141" y="49672"/>
                  </a:lnTo>
                  <a:lnTo>
                    <a:pt x="102139" y="49864"/>
                  </a:lnTo>
                  <a:lnTo>
                    <a:pt x="103571" y="48610"/>
                  </a:lnTo>
                  <a:lnTo>
                    <a:pt x="102313" y="47379"/>
                  </a:lnTo>
                  <a:lnTo>
                    <a:pt x="103127" y="46415"/>
                  </a:lnTo>
                  <a:lnTo>
                    <a:pt x="110351" y="41985"/>
                  </a:lnTo>
                  <a:lnTo>
                    <a:pt x="116424" y="43107"/>
                  </a:lnTo>
                  <a:lnTo>
                    <a:pt x="120443" y="40717"/>
                  </a:lnTo>
                  <a:lnTo>
                    <a:pt x="121708" y="36819"/>
                  </a:lnTo>
                  <a:lnTo>
                    <a:pt x="120816" y="34997"/>
                  </a:lnTo>
                  <a:lnTo>
                    <a:pt x="115352" y="30604"/>
                  </a:lnTo>
                  <a:lnTo>
                    <a:pt x="113707" y="30372"/>
                  </a:lnTo>
                  <a:lnTo>
                    <a:pt x="112990" y="31321"/>
                  </a:lnTo>
                  <a:lnTo>
                    <a:pt x="110052" y="32059"/>
                  </a:lnTo>
                  <a:lnTo>
                    <a:pt x="108767" y="26545"/>
                  </a:lnTo>
                  <a:lnTo>
                    <a:pt x="106439" y="23524"/>
                  </a:lnTo>
                  <a:lnTo>
                    <a:pt x="104805" y="24769"/>
                  </a:lnTo>
                  <a:lnTo>
                    <a:pt x="106781" y="26723"/>
                  </a:lnTo>
                  <a:lnTo>
                    <a:pt x="108067" y="29510"/>
                  </a:lnTo>
                  <a:lnTo>
                    <a:pt x="108530" y="32655"/>
                  </a:lnTo>
                  <a:lnTo>
                    <a:pt x="101529" y="35407"/>
                  </a:lnTo>
                  <a:lnTo>
                    <a:pt x="99913" y="35036"/>
                  </a:lnTo>
                  <a:lnTo>
                    <a:pt x="97619" y="33075"/>
                  </a:lnTo>
                  <a:lnTo>
                    <a:pt x="95198" y="21286"/>
                  </a:lnTo>
                  <a:lnTo>
                    <a:pt x="101046" y="14686"/>
                  </a:lnTo>
                  <a:lnTo>
                    <a:pt x="100919" y="13096"/>
                  </a:lnTo>
                  <a:lnTo>
                    <a:pt x="98088" y="12114"/>
                  </a:lnTo>
                  <a:lnTo>
                    <a:pt x="96134" y="10423"/>
                  </a:lnTo>
                  <a:lnTo>
                    <a:pt x="97393" y="10250"/>
                  </a:lnTo>
                  <a:lnTo>
                    <a:pt x="99525" y="11524"/>
                  </a:lnTo>
                  <a:lnTo>
                    <a:pt x="99097" y="9976"/>
                  </a:lnTo>
                  <a:lnTo>
                    <a:pt x="96796" y="7470"/>
                  </a:lnTo>
                  <a:lnTo>
                    <a:pt x="94368" y="8815"/>
                  </a:lnTo>
                  <a:lnTo>
                    <a:pt x="90293" y="9305"/>
                  </a:lnTo>
                  <a:lnTo>
                    <a:pt x="86850" y="12850"/>
                  </a:lnTo>
                  <a:lnTo>
                    <a:pt x="85879" y="11016"/>
                  </a:lnTo>
                  <a:lnTo>
                    <a:pt x="86211" y="7735"/>
                  </a:lnTo>
                  <a:lnTo>
                    <a:pt x="94155" y="0"/>
                  </a:lnTo>
                  <a:lnTo>
                    <a:pt x="246227" y="12204"/>
                  </a:lnTo>
                  <a:lnTo>
                    <a:pt x="246831" y="16132"/>
                  </a:lnTo>
                  <a:lnTo>
                    <a:pt x="244282" y="28428"/>
                  </a:lnTo>
                  <a:lnTo>
                    <a:pt x="245369" y="30350"/>
                  </a:lnTo>
                  <a:lnTo>
                    <a:pt x="249241" y="3407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9"/>
            <p:cNvSpPr/>
            <p:nvPr/>
          </p:nvSpPr>
          <p:spPr>
            <a:xfrm>
              <a:off x="891906" y="1913423"/>
              <a:ext cx="3395" cy="5814"/>
            </a:xfrm>
            <a:custGeom>
              <a:avLst/>
              <a:pathLst>
                <a:path w="3395" h="5814">
                  <a:moveTo>
                    <a:pt x="41" y="138"/>
                  </a:moveTo>
                  <a:lnTo>
                    <a:pt x="803" y="0"/>
                  </a:lnTo>
                  <a:lnTo>
                    <a:pt x="1950" y="835"/>
                  </a:lnTo>
                  <a:lnTo>
                    <a:pt x="3395" y="5814"/>
                  </a:lnTo>
                  <a:lnTo>
                    <a:pt x="0" y="193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90"/>
            <p:cNvSpPr/>
            <p:nvPr/>
          </p:nvSpPr>
          <p:spPr>
            <a:xfrm>
              <a:off x="885009" y="1913380"/>
              <a:ext cx="6387" cy="5701"/>
            </a:xfrm>
            <a:custGeom>
              <a:avLst/>
              <a:pathLst>
                <a:path w="6387" h="5701">
                  <a:moveTo>
                    <a:pt x="2675" y="0"/>
                  </a:moveTo>
                  <a:lnTo>
                    <a:pt x="6387" y="5701"/>
                  </a:lnTo>
                  <a:lnTo>
                    <a:pt x="2504" y="3175"/>
                  </a:lnTo>
                  <a:lnTo>
                    <a:pt x="23" y="2503"/>
                  </a:lnTo>
                  <a:lnTo>
                    <a:pt x="0" y="108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1"/>
            <p:cNvSpPr/>
            <p:nvPr/>
          </p:nvSpPr>
          <p:spPr>
            <a:xfrm>
              <a:off x="783971" y="1888642"/>
              <a:ext cx="5782" cy="5891"/>
            </a:xfrm>
            <a:custGeom>
              <a:avLst/>
              <a:pathLst>
                <a:path w="5782" h="5891">
                  <a:moveTo>
                    <a:pt x="2389" y="2054"/>
                  </a:move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lnTo>
                    <a:pt x="3847" y="5891"/>
                  </a:lnTo>
                  <a:lnTo>
                    <a:pt x="3826" y="390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2"/>
            <p:cNvSpPr/>
            <p:nvPr/>
          </p:nvSpPr>
          <p:spPr>
            <a:xfrm>
              <a:off x="783552" y="18888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3"/>
            <p:cNvSpPr/>
            <p:nvPr/>
          </p:nvSpPr>
          <p:spPr>
            <a:xfrm>
              <a:off x="1173873" y="2069448"/>
              <a:ext cx="981" cy="2061"/>
            </a:xfrm>
            <a:custGeom>
              <a:avLst/>
              <a:pathLst>
                <a:path w="981" h="2061">
                  <a:moveTo>
                    <a:pt x="981" y="2061"/>
                  </a:moveTo>
                  <a:lnTo>
                    <a:pt x="0" y="0"/>
                  </a:lnTo>
                  <a:lnTo>
                    <a:pt x="792" y="61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4"/>
            <p:cNvSpPr/>
            <p:nvPr/>
          </p:nvSpPr>
          <p:spPr>
            <a:xfrm>
              <a:off x="1131386" y="2036416"/>
              <a:ext cx="40854" cy="47744"/>
            </a:xfrm>
            <a:custGeom>
              <a:avLst/>
              <a:pathLst>
                <a:path w="40854" h="47744">
                  <a:moveTo>
                    <a:pt x="28476" y="30540"/>
                  </a:moveTo>
                  <a:lnTo>
                    <a:pt x="27998" y="41963"/>
                  </a:lnTo>
                  <a:lnTo>
                    <a:pt x="32346" y="44827"/>
                  </a:lnTo>
                  <a:lnTo>
                    <a:pt x="40854" y="47744"/>
                  </a:lnTo>
                  <a:lnTo>
                    <a:pt x="18728" y="42304"/>
                  </a:lnTo>
                  <a:lnTo>
                    <a:pt x="12380" y="41668"/>
                  </a:lnTo>
                  <a:lnTo>
                    <a:pt x="15866" y="38583"/>
                  </a:lnTo>
                  <a:lnTo>
                    <a:pt x="16085" y="36742"/>
                  </a:lnTo>
                  <a:lnTo>
                    <a:pt x="9980" y="29495"/>
                  </a:lnTo>
                  <a:lnTo>
                    <a:pt x="4400" y="24606"/>
                  </a:lnTo>
                  <a:lnTo>
                    <a:pt x="3332" y="21557"/>
                  </a:lnTo>
                  <a:lnTo>
                    <a:pt x="2031" y="10294"/>
                  </a:lnTo>
                  <a:lnTo>
                    <a:pt x="0" y="2369"/>
                  </a:lnTo>
                  <a:lnTo>
                    <a:pt x="94" y="1797"/>
                  </a:lnTo>
                  <a:lnTo>
                    <a:pt x="2135" y="1392"/>
                  </a:lnTo>
                  <a:lnTo>
                    <a:pt x="3349" y="0"/>
                  </a:lnTo>
                  <a:lnTo>
                    <a:pt x="10730" y="6447"/>
                  </a:lnTo>
                  <a:lnTo>
                    <a:pt x="13878" y="11794"/>
                  </a:lnTo>
                  <a:lnTo>
                    <a:pt x="18877" y="15790"/>
                  </a:lnTo>
                  <a:lnTo>
                    <a:pt x="20783" y="19241"/>
                  </a:lnTo>
                  <a:lnTo>
                    <a:pt x="29557" y="2556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5"/>
            <p:cNvSpPr/>
            <p:nvPr/>
          </p:nvSpPr>
          <p:spPr>
            <a:xfrm>
              <a:off x="1124624" y="2037725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6"/>
            <p:cNvSpPr/>
            <p:nvPr/>
          </p:nvSpPr>
          <p:spPr>
            <a:xfrm>
              <a:off x="992137" y="2023634"/>
              <a:ext cx="1137" cy="3002"/>
            </a:xfrm>
            <a:custGeom>
              <a:avLst/>
              <a:pathLst>
                <a:path w="1137" h="3002">
                  <a:moveTo>
                    <a:pt x="881" y="939"/>
                  </a:moveTo>
                  <a:lnTo>
                    <a:pt x="1137" y="2596"/>
                  </a:lnTo>
                  <a:lnTo>
                    <a:pt x="575" y="3002"/>
                  </a:lnTo>
                  <a:lnTo>
                    <a:pt x="0" y="478"/>
                  </a:lnTo>
                  <a:lnTo>
                    <a:pt x="58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7"/>
            <p:cNvSpPr/>
            <p:nvPr/>
          </p:nvSpPr>
          <p:spPr>
            <a:xfrm>
              <a:off x="991655" y="2021723"/>
              <a:ext cx="653" cy="1014"/>
            </a:xfrm>
            <a:custGeom>
              <a:avLst/>
              <a:pathLst>
                <a:path w="653" h="1014">
                  <a:moveTo>
                    <a:pt x="0" y="432"/>
                  </a:moveTo>
                  <a:lnTo>
                    <a:pt x="653" y="0"/>
                  </a:lnTo>
                  <a:lnTo>
                    <a:pt x="623" y="101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8"/>
            <p:cNvSpPr/>
            <p:nvPr/>
          </p:nvSpPr>
          <p:spPr>
            <a:xfrm>
              <a:off x="1125859" y="2018356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9"/>
            <p:cNvSpPr/>
            <p:nvPr/>
          </p:nvSpPr>
          <p:spPr>
            <a:xfrm>
              <a:off x="1126730" y="2016324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100"/>
            <p:cNvSpPr/>
            <p:nvPr/>
          </p:nvSpPr>
          <p:spPr>
            <a:xfrm>
              <a:off x="1110701" y="2002577"/>
              <a:ext cx="85" cy="190"/>
            </a:xfrm>
            <a:custGeom>
              <a:avLst/>
              <a:pathLst>
                <a:path w="85" h="190">
                  <a:moveTo>
                    <a:pt x="0" y="0"/>
                  </a:moveTo>
                  <a:lnTo>
                    <a:pt x="85" y="19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1"/>
            <p:cNvSpPr/>
            <p:nvPr/>
          </p:nvSpPr>
          <p:spPr>
            <a:xfrm>
              <a:off x="1107359" y="1991345"/>
              <a:ext cx="6174" cy="9714"/>
            </a:xfrm>
            <a:custGeom>
              <a:avLst/>
              <a:pathLst>
                <a:path w="6174" h="9714">
                  <a:moveTo>
                    <a:pt x="0" y="2143"/>
                  </a:move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lnTo>
                    <a:pt x="1862" y="853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2"/>
            <p:cNvSpPr/>
            <p:nvPr/>
          </p:nvSpPr>
          <p:spPr>
            <a:xfrm>
              <a:off x="1130826" y="1969437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3"/>
            <p:cNvSpPr/>
            <p:nvPr/>
          </p:nvSpPr>
          <p:spPr>
            <a:xfrm>
              <a:off x="1045216" y="1916909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4"/>
            <p:cNvSpPr/>
            <p:nvPr/>
          </p:nvSpPr>
          <p:spPr>
            <a:xfrm>
              <a:off x="1043827" y="190951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5"/>
            <p:cNvSpPr/>
            <p:nvPr/>
          </p:nvSpPr>
          <p:spPr>
            <a:xfrm>
              <a:off x="1196059" y="2196529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6"/>
            <p:cNvSpPr/>
            <p:nvPr/>
          </p:nvSpPr>
          <p:spPr>
            <a:xfrm>
              <a:off x="1189362" y="2178947"/>
              <a:ext cx="203" cy="277"/>
            </a:xfrm>
            <a:custGeom>
              <a:avLst/>
              <a:pathLst>
                <a:path w="203" h="277">
                  <a:moveTo>
                    <a:pt x="0" y="222"/>
                  </a:moveTo>
                  <a:lnTo>
                    <a:pt x="92" y="0"/>
                  </a:lnTo>
                  <a:lnTo>
                    <a:pt x="203" y="27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7"/>
            <p:cNvSpPr/>
            <p:nvPr/>
          </p:nvSpPr>
          <p:spPr>
            <a:xfrm>
              <a:off x="1189201" y="2177433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8"/>
            <p:cNvSpPr/>
            <p:nvPr/>
          </p:nvSpPr>
          <p:spPr>
            <a:xfrm>
              <a:off x="1184218" y="2175656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9"/>
            <p:cNvSpPr/>
            <p:nvPr/>
          </p:nvSpPr>
          <p:spPr>
            <a:xfrm>
              <a:off x="1183633" y="217429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10"/>
            <p:cNvSpPr/>
            <p:nvPr/>
          </p:nvSpPr>
          <p:spPr>
            <a:xfrm>
              <a:off x="1186155" y="2169391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1"/>
            <p:cNvSpPr/>
            <p:nvPr/>
          </p:nvSpPr>
          <p:spPr>
            <a:xfrm>
              <a:off x="1180338" y="2165334"/>
              <a:ext cx="162" cy="177"/>
            </a:xfrm>
            <a:custGeom>
              <a:avLst/>
              <a:pathLst>
                <a:path w="162" h="177">
                  <a:moveTo>
                    <a:pt x="0" y="177"/>
                  </a:moveTo>
                  <a:lnTo>
                    <a:pt x="16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2"/>
            <p:cNvSpPr/>
            <p:nvPr/>
          </p:nvSpPr>
          <p:spPr>
            <a:xfrm>
              <a:off x="1137151" y="2077423"/>
              <a:ext cx="80213" cy="162350"/>
            </a:xfrm>
            <a:custGeom>
              <a:avLst/>
              <a:pathLst>
                <a:path w="80213" h="162350">
                  <a:moveTo>
                    <a:pt x="38702" y="39753"/>
                  </a:moveTo>
                  <a:lnTo>
                    <a:pt x="39790" y="47459"/>
                  </a:lnTo>
                  <a:lnTo>
                    <a:pt x="42385" y="55672"/>
                  </a:lnTo>
                  <a:lnTo>
                    <a:pt x="44317" y="57727"/>
                  </a:lnTo>
                  <a:lnTo>
                    <a:pt x="44880" y="60064"/>
                  </a:lnTo>
                  <a:lnTo>
                    <a:pt x="39698" y="73469"/>
                  </a:lnTo>
                  <a:lnTo>
                    <a:pt x="40668" y="78209"/>
                  </a:lnTo>
                  <a:lnTo>
                    <a:pt x="41635" y="79932"/>
                  </a:lnTo>
                  <a:lnTo>
                    <a:pt x="41702" y="88054"/>
                  </a:lnTo>
                  <a:lnTo>
                    <a:pt x="43121" y="89275"/>
                  </a:lnTo>
                  <a:lnTo>
                    <a:pt x="43862" y="96003"/>
                  </a:lnTo>
                  <a:lnTo>
                    <a:pt x="50016" y="101739"/>
                  </a:lnTo>
                  <a:lnTo>
                    <a:pt x="52363" y="102353"/>
                  </a:lnTo>
                  <a:lnTo>
                    <a:pt x="53487" y="105151"/>
                  </a:lnTo>
                  <a:lnTo>
                    <a:pt x="54792" y="115848"/>
                  </a:lnTo>
                  <a:lnTo>
                    <a:pt x="57578" y="120820"/>
                  </a:lnTo>
                  <a:lnTo>
                    <a:pt x="61905" y="126470"/>
                  </a:lnTo>
                  <a:lnTo>
                    <a:pt x="73100" y="129014"/>
                  </a:lnTo>
                  <a:lnTo>
                    <a:pt x="71514" y="136273"/>
                  </a:lnTo>
                  <a:lnTo>
                    <a:pt x="75778" y="149604"/>
                  </a:lnTo>
                  <a:lnTo>
                    <a:pt x="77907" y="151296"/>
                  </a:lnTo>
                  <a:lnTo>
                    <a:pt x="80213" y="155854"/>
                  </a:lnTo>
                  <a:lnTo>
                    <a:pt x="80059" y="157845"/>
                  </a:lnTo>
                  <a:lnTo>
                    <a:pt x="78873" y="158664"/>
                  </a:lnTo>
                  <a:lnTo>
                    <a:pt x="79182" y="162350"/>
                  </a:lnTo>
                  <a:lnTo>
                    <a:pt x="77158" y="161506"/>
                  </a:lnTo>
                  <a:lnTo>
                    <a:pt x="68866" y="136935"/>
                  </a:lnTo>
                  <a:lnTo>
                    <a:pt x="64006" y="133072"/>
                  </a:lnTo>
                  <a:lnTo>
                    <a:pt x="46638" y="139541"/>
                  </a:lnTo>
                  <a:lnTo>
                    <a:pt x="7663" y="107958"/>
                  </a:lnTo>
                  <a:lnTo>
                    <a:pt x="2125" y="36418"/>
                  </a:lnTo>
                  <a:lnTo>
                    <a:pt x="0" y="0"/>
                  </a:lnTo>
                  <a:lnTo>
                    <a:pt x="974" y="97"/>
                  </a:lnTo>
                  <a:lnTo>
                    <a:pt x="6616" y="662"/>
                  </a:lnTo>
                  <a:lnTo>
                    <a:pt x="12963" y="1297"/>
                  </a:lnTo>
                  <a:lnTo>
                    <a:pt x="35090" y="6737"/>
                  </a:lnTo>
                  <a:lnTo>
                    <a:pt x="33951" y="6953"/>
                  </a:lnTo>
                  <a:lnTo>
                    <a:pt x="31451" y="13414"/>
                  </a:lnTo>
                  <a:lnTo>
                    <a:pt x="31399" y="19023"/>
                  </a:lnTo>
                  <a:lnTo>
                    <a:pt x="38636" y="28039"/>
                  </a:lnTo>
                  <a:lnTo>
                    <a:pt x="39712" y="3324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3"/>
            <p:cNvSpPr/>
            <p:nvPr/>
          </p:nvSpPr>
          <p:spPr>
            <a:xfrm>
              <a:off x="1183574" y="2133964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4"/>
            <p:cNvSpPr/>
            <p:nvPr/>
          </p:nvSpPr>
          <p:spPr>
            <a:xfrm>
              <a:off x="1185664" y="2130560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5"/>
            <p:cNvSpPr/>
            <p:nvPr/>
          </p:nvSpPr>
          <p:spPr>
            <a:xfrm>
              <a:off x="1218440" y="2238551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6"/>
            <p:cNvSpPr/>
            <p:nvPr/>
          </p:nvSpPr>
          <p:spPr>
            <a:xfrm>
              <a:off x="1215722" y="22287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7"/>
            <p:cNvSpPr/>
            <p:nvPr/>
          </p:nvSpPr>
          <p:spPr>
            <a:xfrm>
              <a:off x="1198381" y="2196728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8"/>
            <p:cNvSpPr/>
            <p:nvPr/>
          </p:nvSpPr>
          <p:spPr>
            <a:xfrm>
              <a:off x="1234063" y="2184368"/>
              <a:ext cx="4977" cy="13856"/>
            </a:xfrm>
            <a:custGeom>
              <a:avLst/>
              <a:pathLst>
                <a:path w="4977" h="13856">
                  <a:moveTo>
                    <a:pt x="761" y="3548"/>
                  </a:move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lnTo>
                    <a:pt x="1659" y="12533"/>
                  </a:lnTo>
                  <a:lnTo>
                    <a:pt x="0" y="763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9"/>
            <p:cNvSpPr/>
            <p:nvPr/>
          </p:nvSpPr>
          <p:spPr>
            <a:xfrm>
              <a:off x="1207167" y="2182384"/>
              <a:ext cx="4652" cy="7696"/>
            </a:xfrm>
            <a:custGeom>
              <a:avLst/>
              <a:pathLst>
                <a:path w="4652" h="7696">
                  <a:moveTo>
                    <a:pt x="2661" y="7696"/>
                  </a:move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lnTo>
                    <a:pt x="4652" y="4367"/>
                  </a:lnTo>
                  <a:lnTo>
                    <a:pt x="4557" y="546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20"/>
            <p:cNvSpPr/>
            <p:nvPr/>
          </p:nvSpPr>
          <p:spPr>
            <a:xfrm>
              <a:off x="1208922" y="2178892"/>
              <a:ext cx="123" cy="587"/>
            </a:xfrm>
            <a:custGeom>
              <a:avLst/>
              <a:pathLst>
                <a:path w="123" h="587">
                  <a:moveTo>
                    <a:pt x="0" y="441"/>
                  </a:moveTo>
                  <a:lnTo>
                    <a:pt x="94" y="0"/>
                  </a:lnTo>
                  <a:lnTo>
                    <a:pt x="123" y="58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1"/>
            <p:cNvSpPr/>
            <p:nvPr/>
          </p:nvSpPr>
          <p:spPr>
            <a:xfrm>
              <a:off x="1208359" y="2178875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2"/>
            <p:cNvSpPr/>
            <p:nvPr/>
          </p:nvSpPr>
          <p:spPr>
            <a:xfrm>
              <a:off x="1189446" y="2140167"/>
              <a:ext cx="19209" cy="30141"/>
            </a:xfrm>
            <a:custGeom>
              <a:avLst/>
              <a:pathLst>
                <a:path w="19209" h="30141">
                  <a:moveTo>
                    <a:pt x="8973" y="15673"/>
                  </a:move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lnTo>
                    <a:pt x="17290" y="6019"/>
                  </a:ln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3"/>
            <p:cNvSpPr/>
            <p:nvPr/>
          </p:nvSpPr>
          <p:spPr>
            <a:xfrm>
              <a:off x="1196592" y="2141995"/>
              <a:ext cx="300" cy="264"/>
            </a:xfrm>
            <a:custGeom>
              <a:avLst/>
              <a:pathLst>
                <a:path w="300" h="264">
                  <a:moveTo>
                    <a:pt x="0" y="132"/>
                  </a:moveTo>
                  <a:lnTo>
                    <a:pt x="40" y="0"/>
                  </a:lnTo>
                  <a:lnTo>
                    <a:pt x="300" y="26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4"/>
            <p:cNvSpPr/>
            <p:nvPr/>
          </p:nvSpPr>
          <p:spPr>
            <a:xfrm>
              <a:off x="1290706" y="2433375"/>
              <a:ext cx="77835" cy="93570"/>
            </a:xfrm>
            <a:custGeom>
              <a:avLst/>
              <a:pathLst>
                <a:path w="77835" h="93570">
                  <a:moveTo>
                    <a:pt x="72956" y="17597"/>
                  </a:moveTo>
                  <a:lnTo>
                    <a:pt x="72834" y="19252"/>
                  </a:lnTo>
                  <a:lnTo>
                    <a:pt x="76911" y="26305"/>
                  </a:lnTo>
                  <a:lnTo>
                    <a:pt x="77835" y="33129"/>
                  </a:lnTo>
                  <a:lnTo>
                    <a:pt x="77724" y="38388"/>
                  </a:lnTo>
                  <a:lnTo>
                    <a:pt x="77494" y="45007"/>
                  </a:lnTo>
                  <a:lnTo>
                    <a:pt x="75921" y="51987"/>
                  </a:lnTo>
                  <a:lnTo>
                    <a:pt x="73143" y="57813"/>
                  </a:lnTo>
                  <a:lnTo>
                    <a:pt x="64061" y="67729"/>
                  </a:lnTo>
                  <a:lnTo>
                    <a:pt x="59500" y="70432"/>
                  </a:lnTo>
                  <a:lnTo>
                    <a:pt x="49223" y="72665"/>
                  </a:lnTo>
                  <a:lnTo>
                    <a:pt x="44012" y="76118"/>
                  </a:lnTo>
                  <a:lnTo>
                    <a:pt x="43043" y="79346"/>
                  </a:lnTo>
                  <a:lnTo>
                    <a:pt x="41893" y="80621"/>
                  </a:lnTo>
                  <a:lnTo>
                    <a:pt x="38724" y="81249"/>
                  </a:lnTo>
                  <a:lnTo>
                    <a:pt x="34741" y="83393"/>
                  </a:lnTo>
                  <a:lnTo>
                    <a:pt x="33334" y="84990"/>
                  </a:lnTo>
                  <a:lnTo>
                    <a:pt x="33030" y="86968"/>
                  </a:lnTo>
                  <a:lnTo>
                    <a:pt x="29052" y="90394"/>
                  </a:lnTo>
                  <a:lnTo>
                    <a:pt x="23507" y="90993"/>
                  </a:lnTo>
                  <a:lnTo>
                    <a:pt x="21913" y="92642"/>
                  </a:lnTo>
                  <a:lnTo>
                    <a:pt x="23210" y="93241"/>
                  </a:lnTo>
                  <a:lnTo>
                    <a:pt x="20755" y="93570"/>
                  </a:lnTo>
                  <a:lnTo>
                    <a:pt x="15419" y="93168"/>
                  </a:lnTo>
                  <a:lnTo>
                    <a:pt x="13511" y="92203"/>
                  </a:lnTo>
                  <a:lnTo>
                    <a:pt x="10003" y="89242"/>
                  </a:lnTo>
                  <a:lnTo>
                    <a:pt x="6383" y="84581"/>
                  </a:lnTo>
                  <a:lnTo>
                    <a:pt x="1719" y="74965"/>
                  </a:lnTo>
                  <a:lnTo>
                    <a:pt x="0" y="63760"/>
                  </a:lnTo>
                  <a:lnTo>
                    <a:pt x="19229" y="60933"/>
                  </a:lnTo>
                  <a:lnTo>
                    <a:pt x="21921" y="43803"/>
                  </a:lnTo>
                  <a:lnTo>
                    <a:pt x="29126" y="11453"/>
                  </a:lnTo>
                  <a:lnTo>
                    <a:pt x="49914" y="0"/>
                  </a:lnTo>
                  <a:lnTo>
                    <a:pt x="49984" y="1120"/>
                  </a:lnTo>
                  <a:lnTo>
                    <a:pt x="52109" y="3240"/>
                  </a:lnTo>
                  <a:lnTo>
                    <a:pt x="68797" y="11340"/>
                  </a:lnTo>
                  <a:lnTo>
                    <a:pt x="74281" y="1514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5"/>
            <p:cNvSpPr/>
            <p:nvPr/>
          </p:nvSpPr>
          <p:spPr>
            <a:xfrm>
              <a:off x="1130878" y="2259240"/>
              <a:ext cx="210102" cy="237895"/>
            </a:xfrm>
            <a:custGeom>
              <a:avLst/>
              <a:pathLst>
                <a:path w="210102" h="237895">
                  <a:moveTo>
                    <a:pt x="111416" y="30658"/>
                  </a:moveTo>
                  <a:lnTo>
                    <a:pt x="112618" y="33084"/>
                  </a:lnTo>
                  <a:lnTo>
                    <a:pt x="111840" y="38237"/>
                  </a:lnTo>
                  <a:lnTo>
                    <a:pt x="104278" y="49237"/>
                  </a:lnTo>
                  <a:lnTo>
                    <a:pt x="102623" y="55241"/>
                  </a:lnTo>
                  <a:lnTo>
                    <a:pt x="102401" y="63145"/>
                  </a:lnTo>
                  <a:lnTo>
                    <a:pt x="103099" y="67592"/>
                  </a:lnTo>
                  <a:lnTo>
                    <a:pt x="107300" y="74050"/>
                  </a:lnTo>
                  <a:lnTo>
                    <a:pt x="106226" y="80731"/>
                  </a:lnTo>
                  <a:lnTo>
                    <a:pt x="107148" y="86520"/>
                  </a:lnTo>
                  <a:lnTo>
                    <a:pt x="114033" y="99128"/>
                  </a:lnTo>
                  <a:lnTo>
                    <a:pt x="119279" y="104643"/>
                  </a:lnTo>
                  <a:lnTo>
                    <a:pt x="122149" y="105932"/>
                  </a:lnTo>
                  <a:lnTo>
                    <a:pt x="136469" y="110141"/>
                  </a:lnTo>
                  <a:lnTo>
                    <a:pt x="144677" y="110356"/>
                  </a:lnTo>
                  <a:lnTo>
                    <a:pt x="144224" y="111555"/>
                  </a:lnTo>
                  <a:lnTo>
                    <a:pt x="139453" y="113331"/>
                  </a:lnTo>
                  <a:lnTo>
                    <a:pt x="135473" y="110281"/>
                  </a:lnTo>
                  <a:lnTo>
                    <a:pt x="132838" y="110255"/>
                  </a:lnTo>
                  <a:lnTo>
                    <a:pt x="134153" y="117749"/>
                  </a:lnTo>
                  <a:lnTo>
                    <a:pt x="136786" y="118508"/>
                  </a:lnTo>
                  <a:lnTo>
                    <a:pt x="140956" y="117770"/>
                  </a:lnTo>
                  <a:lnTo>
                    <a:pt x="146858" y="110657"/>
                  </a:lnTo>
                  <a:lnTo>
                    <a:pt x="147649" y="106333"/>
                  </a:lnTo>
                  <a:lnTo>
                    <a:pt x="145777" y="102461"/>
                  </a:lnTo>
                  <a:lnTo>
                    <a:pt x="143998" y="93714"/>
                  </a:lnTo>
                  <a:lnTo>
                    <a:pt x="144879" y="92164"/>
                  </a:lnTo>
                  <a:lnTo>
                    <a:pt x="148897" y="89658"/>
                  </a:lnTo>
                  <a:lnTo>
                    <a:pt x="155713" y="91018"/>
                  </a:lnTo>
                  <a:lnTo>
                    <a:pt x="157312" y="96017"/>
                  </a:lnTo>
                  <a:lnTo>
                    <a:pt x="160557" y="100253"/>
                  </a:lnTo>
                  <a:lnTo>
                    <a:pt x="165814" y="104691"/>
                  </a:lnTo>
                  <a:lnTo>
                    <a:pt x="170458" y="107142"/>
                  </a:lnTo>
                  <a:lnTo>
                    <a:pt x="179043" y="114351"/>
                  </a:lnTo>
                  <a:lnTo>
                    <a:pt x="180889" y="128232"/>
                  </a:lnTo>
                  <a:lnTo>
                    <a:pt x="186726" y="130305"/>
                  </a:lnTo>
                  <a:lnTo>
                    <a:pt x="191962" y="129460"/>
                  </a:lnTo>
                  <a:lnTo>
                    <a:pt x="198188" y="127166"/>
                  </a:lnTo>
                  <a:lnTo>
                    <a:pt x="200395" y="131910"/>
                  </a:lnTo>
                  <a:lnTo>
                    <a:pt x="198781" y="135009"/>
                  </a:lnTo>
                  <a:lnTo>
                    <a:pt x="196723" y="136118"/>
                  </a:lnTo>
                  <a:lnTo>
                    <a:pt x="196162" y="142289"/>
                  </a:lnTo>
                  <a:lnTo>
                    <a:pt x="197447" y="144976"/>
                  </a:lnTo>
                  <a:lnTo>
                    <a:pt x="202846" y="149519"/>
                  </a:lnTo>
                  <a:lnTo>
                    <a:pt x="208320" y="156856"/>
                  </a:lnTo>
                  <a:lnTo>
                    <a:pt x="209152" y="161584"/>
                  </a:lnTo>
                  <a:lnTo>
                    <a:pt x="208475" y="166182"/>
                  </a:lnTo>
                  <a:lnTo>
                    <a:pt x="210102" y="171688"/>
                  </a:lnTo>
                  <a:lnTo>
                    <a:pt x="209742" y="174134"/>
                  </a:lnTo>
                  <a:lnTo>
                    <a:pt x="188954" y="185587"/>
                  </a:lnTo>
                  <a:lnTo>
                    <a:pt x="181748" y="217938"/>
                  </a:lnTo>
                  <a:lnTo>
                    <a:pt x="179056" y="235068"/>
                  </a:lnTo>
                  <a:lnTo>
                    <a:pt x="159827" y="237895"/>
                  </a:lnTo>
                  <a:lnTo>
                    <a:pt x="156953" y="223834"/>
                  </a:lnTo>
                  <a:lnTo>
                    <a:pt x="155837" y="213141"/>
                  </a:lnTo>
                  <a:lnTo>
                    <a:pt x="150131" y="203063"/>
                  </a:lnTo>
                  <a:lnTo>
                    <a:pt x="149306" y="199631"/>
                  </a:lnTo>
                  <a:lnTo>
                    <a:pt x="146476" y="193791"/>
                  </a:lnTo>
                  <a:lnTo>
                    <a:pt x="140878" y="184545"/>
                  </a:lnTo>
                  <a:lnTo>
                    <a:pt x="133997" y="178387"/>
                  </a:lnTo>
                  <a:lnTo>
                    <a:pt x="115800" y="168709"/>
                  </a:lnTo>
                  <a:lnTo>
                    <a:pt x="110004" y="164171"/>
                  </a:lnTo>
                  <a:lnTo>
                    <a:pt x="102718" y="156430"/>
                  </a:lnTo>
                  <a:lnTo>
                    <a:pt x="88495" y="137893"/>
                  </a:lnTo>
                  <a:lnTo>
                    <a:pt x="67033" y="114712"/>
                  </a:lnTo>
                  <a:lnTo>
                    <a:pt x="44795" y="98238"/>
                  </a:lnTo>
                  <a:lnTo>
                    <a:pt x="24963" y="85382"/>
                  </a:lnTo>
                  <a:lnTo>
                    <a:pt x="33177" y="90104"/>
                  </a:lnTo>
                  <a:lnTo>
                    <a:pt x="30804" y="88067"/>
                  </a:lnTo>
                  <a:lnTo>
                    <a:pt x="20489" y="82083"/>
                  </a:lnTo>
                  <a:lnTo>
                    <a:pt x="19744" y="79605"/>
                  </a:lnTo>
                  <a:lnTo>
                    <a:pt x="15646" y="74450"/>
                  </a:lnTo>
                  <a:lnTo>
                    <a:pt x="14039" y="73857"/>
                  </a:lnTo>
                  <a:lnTo>
                    <a:pt x="10799" y="74248"/>
                  </a:lnTo>
                  <a:lnTo>
                    <a:pt x="9571" y="73513"/>
                  </a:lnTo>
                  <a:lnTo>
                    <a:pt x="6802" y="70263"/>
                  </a:lnTo>
                  <a:lnTo>
                    <a:pt x="4816" y="57270"/>
                  </a:lnTo>
                  <a:lnTo>
                    <a:pt x="2798" y="54632"/>
                  </a:lnTo>
                  <a:lnTo>
                    <a:pt x="0" y="52779"/>
                  </a:lnTo>
                  <a:lnTo>
                    <a:pt x="93296" y="0"/>
                  </a:lnTo>
                  <a:lnTo>
                    <a:pt x="96266" y="1836"/>
                  </a:lnTo>
                  <a:lnTo>
                    <a:pt x="103236" y="8014"/>
                  </a:lnTo>
                  <a:lnTo>
                    <a:pt x="104141" y="13902"/>
                  </a:lnTo>
                  <a:lnTo>
                    <a:pt x="109696" y="2296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6"/>
            <p:cNvSpPr/>
            <p:nvPr/>
          </p:nvSpPr>
          <p:spPr>
            <a:xfrm>
              <a:off x="1130604" y="2336918"/>
              <a:ext cx="24941" cy="7494"/>
            </a:xfrm>
            <a:custGeom>
              <a:avLst/>
              <a:pathLst>
                <a:path w="24941" h="7494">
                  <a:moveTo>
                    <a:pt x="15852" y="3237"/>
                  </a:moveTo>
                  <a:lnTo>
                    <a:pt x="9985" y="1483"/>
                  </a:ln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7"/>
            <p:cNvSpPr/>
            <p:nvPr/>
          </p:nvSpPr>
          <p:spPr>
            <a:xfrm>
              <a:off x="1268561" y="2332357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8"/>
            <p:cNvSpPr/>
            <p:nvPr/>
          </p:nvSpPr>
          <p:spPr>
            <a:xfrm>
              <a:off x="1251653" y="2288844"/>
              <a:ext cx="2323" cy="3175"/>
            </a:xfrm>
            <a:custGeom>
              <a:avLst/>
              <a:pathLst>
                <a:path w="2323" h="3175">
                  <a:moveTo>
                    <a:pt x="1914" y="0"/>
                  </a:moveTo>
                  <a:lnTo>
                    <a:pt x="2323" y="445"/>
                  </a:ln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9"/>
            <p:cNvSpPr/>
            <p:nvPr/>
          </p:nvSpPr>
          <p:spPr>
            <a:xfrm>
              <a:off x="1252554" y="228760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30"/>
            <p:cNvSpPr/>
            <p:nvPr/>
          </p:nvSpPr>
          <p:spPr>
            <a:xfrm>
              <a:off x="1250151" y="2284642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1"/>
            <p:cNvSpPr/>
            <p:nvPr/>
          </p:nvSpPr>
          <p:spPr>
            <a:xfrm>
              <a:off x="1239177" y="2256920"/>
              <a:ext cx="19465" cy="28995"/>
            </a:xfrm>
            <a:custGeom>
              <a:avLst/>
              <a:pathLst>
                <a:path w="19465" h="28995">
                  <a:moveTo>
                    <a:pt x="13569" y="9399"/>
                  </a:move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lnTo>
                    <a:pt x="0" y="6090"/>
                  </a:ln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2"/>
            <p:cNvSpPr/>
            <p:nvPr/>
          </p:nvSpPr>
          <p:spPr>
            <a:xfrm>
              <a:off x="1261831" y="2257008"/>
              <a:ext cx="200" cy="409"/>
            </a:xfrm>
            <a:custGeom>
              <a:avLst/>
              <a:pathLst>
                <a:path w="200" h="409">
                  <a:moveTo>
                    <a:pt x="0" y="409"/>
                  </a:moveTo>
                  <a:lnTo>
                    <a:pt x="75" y="0"/>
                  </a:lnTo>
                  <a:lnTo>
                    <a:pt x="200" y="32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3"/>
            <p:cNvSpPr/>
            <p:nvPr/>
          </p:nvSpPr>
          <p:spPr>
            <a:xfrm>
              <a:off x="1318667" y="2348340"/>
              <a:ext cx="13835" cy="29186"/>
            </a:xfrm>
            <a:custGeom>
              <a:avLst/>
              <a:pathLst>
                <a:path w="13835" h="29186">
                  <a:moveTo>
                    <a:pt x="1261" y="13531"/>
                  </a:moveTo>
                  <a:lnTo>
                    <a:pt x="0" y="5350"/>
                  </a:lnTo>
                  <a:lnTo>
                    <a:pt x="730" y="0"/>
                  </a:ln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h134"/>
            <p:cNvSpPr/>
            <p:nvPr/>
          </p:nvSpPr>
          <p:spPr>
            <a:xfrm>
              <a:off x="1274494" y="2356144"/>
              <a:ext cx="478" cy="366"/>
            </a:xfrm>
            <a:custGeom>
              <a:avLst/>
              <a:pathLst>
                <a:path w="478" h="366">
                  <a:moveTo>
                    <a:pt x="478" y="100"/>
                  </a:moveTo>
                  <a:lnTo>
                    <a:pt x="0" y="366"/>
                  </a:lnTo>
                  <a:lnTo>
                    <a:pt x="32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h135"/>
            <p:cNvSpPr/>
            <p:nvPr/>
          </p:nvSpPr>
          <p:spPr>
            <a:xfrm>
              <a:off x="1270965" y="2335913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h136"/>
            <p:cNvSpPr/>
            <p:nvPr/>
          </p:nvSpPr>
          <p:spPr>
            <a:xfrm>
              <a:off x="1269810" y="2327284"/>
              <a:ext cx="11668" cy="15489"/>
            </a:xfrm>
            <a:custGeom>
              <a:avLst/>
              <a:pathLst>
                <a:path w="11668" h="15489">
                  <a:moveTo>
                    <a:pt x="7225" y="14810"/>
                  </a:moveTo>
                  <a:lnTo>
                    <a:pt x="4762" y="15489"/>
                  </a:lnTo>
                  <a:lnTo>
                    <a:pt x="3426" y="11152"/>
                  </a:lnTo>
                  <a:lnTo>
                    <a:pt x="3741" y="9274"/>
                  </a:ln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h137"/>
            <p:cNvSpPr/>
            <p:nvPr/>
          </p:nvSpPr>
          <p:spPr>
            <a:xfrm>
              <a:off x="1270629" y="2334832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h138"/>
            <p:cNvSpPr/>
            <p:nvPr/>
          </p:nvSpPr>
          <p:spPr>
            <a:xfrm>
              <a:off x="1268386" y="2320071"/>
              <a:ext cx="5812" cy="7210"/>
            </a:xfrm>
            <a:custGeom>
              <a:avLst/>
              <a:pathLst>
                <a:path w="5812" h="7210">
                  <a:moveTo>
                    <a:pt x="2505" y="3190"/>
                  </a:moveTo>
                  <a:lnTo>
                    <a:pt x="0" y="2855"/>
                  </a:lnTo>
                  <a:lnTo>
                    <a:pt x="1627" y="484"/>
                  </a:lnTo>
                  <a:lnTo>
                    <a:pt x="2816" y="0"/>
                  </a:ln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h139"/>
            <p:cNvSpPr/>
            <p:nvPr/>
          </p:nvSpPr>
          <p:spPr>
            <a:xfrm>
              <a:off x="1269824" y="2318955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h140"/>
            <p:cNvSpPr/>
            <p:nvPr/>
          </p:nvSpPr>
          <p:spPr>
            <a:xfrm>
              <a:off x="1066883" y="2227873"/>
              <a:ext cx="23184" cy="86383"/>
            </a:xfrm>
            <a:custGeom>
              <a:avLst/>
              <a:pathLst>
                <a:path w="23184" h="86383">
                  <a:moveTo>
                    <a:pt x="12725" y="35400"/>
                  </a:move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lnTo>
                    <a:pt x="15049" y="74654"/>
                  </a:ln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h141"/>
            <p:cNvSpPr/>
            <p:nvPr/>
          </p:nvSpPr>
          <p:spPr>
            <a:xfrm>
              <a:off x="1087446" y="2201440"/>
              <a:ext cx="5805" cy="24064"/>
            </a:xfrm>
            <a:custGeom>
              <a:avLst/>
              <a:pathLst>
                <a:path w="5805" h="24064">
                  <a:moveTo>
                    <a:pt x="1800" y="24064"/>
                  </a:moveTo>
                  <a:lnTo>
                    <a:pt x="478" y="23783"/>
                  </a:lnTo>
                  <a:lnTo>
                    <a:pt x="0" y="22526"/>
                  </a:ln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h142"/>
            <p:cNvSpPr/>
            <p:nvPr/>
          </p:nvSpPr>
          <p:spPr>
            <a:xfrm>
              <a:off x="1093239" y="2178305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h143"/>
            <p:cNvSpPr/>
            <p:nvPr/>
          </p:nvSpPr>
          <p:spPr>
            <a:xfrm>
              <a:off x="1095339" y="2316602"/>
              <a:ext cx="32538" cy="26550"/>
            </a:xfrm>
            <a:custGeom>
              <a:avLst/>
              <a:pathLst>
                <a:path w="32538" h="26550">
                  <a:moveTo>
                    <a:pt x="17483" y="3138"/>
                  </a:move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lnTo>
                    <a:pt x="11751" y="1840"/>
                  </a:lnTo>
                  <a:lnTo>
                    <a:pt x="14997" y="143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h144"/>
            <p:cNvSpPr/>
            <p:nvPr/>
          </p:nvSpPr>
          <p:spPr>
            <a:xfrm>
              <a:off x="1224142" y="2253001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h145"/>
            <p:cNvSpPr/>
            <p:nvPr/>
          </p:nvSpPr>
          <p:spPr>
            <a:xfrm>
              <a:off x="1241537" y="2245044"/>
              <a:ext cx="1107" cy="1315"/>
            </a:xfrm>
            <a:custGeom>
              <a:avLst/>
              <a:pathLst>
                <a:path w="1107" h="1315">
                  <a:moveTo>
                    <a:pt x="0" y="1315"/>
                  </a:moveTo>
                  <a:lnTo>
                    <a:pt x="862" y="0"/>
                  </a:lnTo>
                  <a:lnTo>
                    <a:pt x="1107" y="29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h146"/>
            <p:cNvSpPr/>
            <p:nvPr/>
          </p:nvSpPr>
          <p:spPr>
            <a:xfrm>
              <a:off x="1218705" y="2243038"/>
              <a:ext cx="182" cy="26"/>
            </a:xfrm>
            <a:custGeom>
              <a:avLst/>
              <a:pathLst>
                <a:path w="182" h="26">
                  <a:moveTo>
                    <a:pt x="0" y="26"/>
                  </a:moveTo>
                  <a:lnTo>
                    <a:pt x="18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h147"/>
            <p:cNvSpPr/>
            <p:nvPr/>
          </p:nvSpPr>
          <p:spPr>
            <a:xfrm>
              <a:off x="1238830" y="2232512"/>
              <a:ext cx="5219" cy="5835"/>
            </a:xfrm>
            <a:custGeom>
              <a:avLst/>
              <a:pathLst>
                <a:path w="5219" h="5835">
                  <a:moveTo>
                    <a:pt x="0" y="3160"/>
                  </a:moveTo>
                  <a:lnTo>
                    <a:pt x="512" y="2049"/>
                  </a:lnTo>
                  <a:lnTo>
                    <a:pt x="2264" y="663"/>
                  </a:lnTo>
                  <a:lnTo>
                    <a:pt x="5219" y="0"/>
                  </a:ln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h148"/>
            <p:cNvSpPr/>
            <p:nvPr/>
          </p:nvSpPr>
          <p:spPr>
            <a:xfrm>
              <a:off x="1009160" y="2070954"/>
              <a:ext cx="215014" cy="249214"/>
            </a:xfrm>
            <a:custGeom>
              <a:avLst/>
              <a:pathLst>
                <a:path w="215014" h="249214">
                  <a:moveTo>
                    <a:pt x="196858" y="143404"/>
                  </a:moveTo>
                  <a:lnTo>
                    <a:pt x="205149" y="167975"/>
                  </a:lnTo>
                  <a:lnTo>
                    <a:pt x="207174" y="168819"/>
                  </a:lnTo>
                  <a:lnTo>
                    <a:pt x="211554" y="181666"/>
                  </a:lnTo>
                  <a:lnTo>
                    <a:pt x="215014" y="188286"/>
                  </a:lnTo>
                  <a:lnTo>
                    <a:pt x="121718" y="241066"/>
                  </a:lnTo>
                  <a:lnTo>
                    <a:pt x="120856" y="240806"/>
                  </a:lnTo>
                  <a:lnTo>
                    <a:pt x="120146" y="242413"/>
                  </a:lnTo>
                  <a:lnTo>
                    <a:pt x="120710" y="244041"/>
                  </a:lnTo>
                  <a:lnTo>
                    <a:pt x="119678" y="245913"/>
                  </a:lnTo>
                  <a:lnTo>
                    <a:pt x="118512" y="246226"/>
                  </a:lnTo>
                  <a:lnTo>
                    <a:pt x="109516" y="244760"/>
                  </a:lnTo>
                  <a:lnTo>
                    <a:pt x="110946" y="247632"/>
                  </a:lnTo>
                  <a:lnTo>
                    <a:pt x="106700" y="249214"/>
                  </a:lnTo>
                  <a:lnTo>
                    <a:pt x="106172" y="247661"/>
                  </a:lnTo>
                  <a:lnTo>
                    <a:pt x="107215" y="240940"/>
                  </a:lnTo>
                  <a:lnTo>
                    <a:pt x="105139" y="233604"/>
                  </a:lnTo>
                  <a:lnTo>
                    <a:pt x="97092" y="221621"/>
                  </a:lnTo>
                  <a:lnTo>
                    <a:pt x="98195" y="222696"/>
                  </a:lnTo>
                  <a:lnTo>
                    <a:pt x="96730" y="219644"/>
                  </a:lnTo>
                  <a:lnTo>
                    <a:pt x="92706" y="215594"/>
                  </a:lnTo>
                  <a:lnTo>
                    <a:pt x="91718" y="215530"/>
                  </a:lnTo>
                  <a:lnTo>
                    <a:pt x="91780" y="218544"/>
                  </a:lnTo>
                  <a:lnTo>
                    <a:pt x="92829" y="219540"/>
                  </a:lnTo>
                  <a:lnTo>
                    <a:pt x="92449" y="220718"/>
                  </a:lnTo>
                  <a:lnTo>
                    <a:pt x="85389" y="220386"/>
                  </a:lnTo>
                  <a:lnTo>
                    <a:pt x="85066" y="214849"/>
                  </a:lnTo>
                  <a:lnTo>
                    <a:pt x="86113" y="210726"/>
                  </a:lnTo>
                  <a:lnTo>
                    <a:pt x="86758" y="211065"/>
                  </a:lnTo>
                  <a:lnTo>
                    <a:pt x="86756" y="208398"/>
                  </a:lnTo>
                  <a:lnTo>
                    <a:pt x="86028" y="207860"/>
                  </a:lnTo>
                  <a:lnTo>
                    <a:pt x="83299" y="209098"/>
                  </a:lnTo>
                  <a:lnTo>
                    <a:pt x="84217" y="217997"/>
                  </a:lnTo>
                  <a:lnTo>
                    <a:pt x="81606" y="218940"/>
                  </a:lnTo>
                  <a:lnTo>
                    <a:pt x="78455" y="213267"/>
                  </a:lnTo>
                  <a:lnTo>
                    <a:pt x="76428" y="203583"/>
                  </a:lnTo>
                  <a:lnTo>
                    <a:pt x="79826" y="196839"/>
                  </a:lnTo>
                  <a:lnTo>
                    <a:pt x="80062" y="187409"/>
                  </a:lnTo>
                  <a:lnTo>
                    <a:pt x="76882" y="192130"/>
                  </a:lnTo>
                  <a:lnTo>
                    <a:pt x="75447" y="196006"/>
                  </a:lnTo>
                  <a:lnTo>
                    <a:pt x="75079" y="204643"/>
                  </a:lnTo>
                  <a:lnTo>
                    <a:pt x="73656" y="211340"/>
                  </a:lnTo>
                  <a:lnTo>
                    <a:pt x="72686" y="208366"/>
                  </a:lnTo>
                  <a:lnTo>
                    <a:pt x="71265" y="210318"/>
                  </a:lnTo>
                  <a:lnTo>
                    <a:pt x="70266" y="209601"/>
                  </a:lnTo>
                  <a:lnTo>
                    <a:pt x="69204" y="206618"/>
                  </a:lnTo>
                  <a:lnTo>
                    <a:pt x="69524" y="204534"/>
                  </a:lnTo>
                  <a:lnTo>
                    <a:pt x="71268" y="203520"/>
                  </a:lnTo>
                  <a:lnTo>
                    <a:pt x="73021" y="198715"/>
                  </a:lnTo>
                  <a:lnTo>
                    <a:pt x="73098" y="196112"/>
                  </a:lnTo>
                  <a:lnTo>
                    <a:pt x="70865" y="195223"/>
                  </a:lnTo>
                  <a:lnTo>
                    <a:pt x="70696" y="192664"/>
                  </a:lnTo>
                  <a:lnTo>
                    <a:pt x="74947" y="191266"/>
                  </a:lnTo>
                  <a:lnTo>
                    <a:pt x="76748" y="187142"/>
                  </a:lnTo>
                  <a:lnTo>
                    <a:pt x="78491" y="179792"/>
                  </a:lnTo>
                  <a:lnTo>
                    <a:pt x="75962" y="179335"/>
                  </a:lnTo>
                  <a:lnTo>
                    <a:pt x="74733" y="180415"/>
                  </a:lnTo>
                  <a:lnTo>
                    <a:pt x="74699" y="176916"/>
                  </a:lnTo>
                  <a:lnTo>
                    <a:pt x="75890" y="171876"/>
                  </a:lnTo>
                  <a:lnTo>
                    <a:pt x="81096" y="160842"/>
                  </a:lnTo>
                  <a:lnTo>
                    <a:pt x="83563" y="160668"/>
                  </a:lnTo>
                  <a:lnTo>
                    <a:pt x="84400" y="158163"/>
                  </a:lnTo>
                  <a:lnTo>
                    <a:pt x="86057" y="145141"/>
                  </a:lnTo>
                  <a:lnTo>
                    <a:pt x="85875" y="144127"/>
                  </a:lnTo>
                  <a:lnTo>
                    <a:pt x="83882" y="144502"/>
                  </a:lnTo>
                  <a:lnTo>
                    <a:pt x="84081" y="141171"/>
                  </a:lnTo>
                  <a:lnTo>
                    <a:pt x="86755" y="129697"/>
                  </a:lnTo>
                  <a:lnTo>
                    <a:pt x="87378" y="130676"/>
                  </a:lnTo>
                  <a:lnTo>
                    <a:pt x="88091" y="130322"/>
                  </a:lnTo>
                  <a:lnTo>
                    <a:pt x="88465" y="126549"/>
                  </a:lnTo>
                  <a:lnTo>
                    <a:pt x="88870" y="106964"/>
                  </a:lnTo>
                  <a:lnTo>
                    <a:pt x="86650" y="103716"/>
                  </a:lnTo>
                  <a:lnTo>
                    <a:pt x="86204" y="99695"/>
                  </a:lnTo>
                  <a:lnTo>
                    <a:pt x="78352" y="70636"/>
                  </a:lnTo>
                  <a:lnTo>
                    <a:pt x="74331" y="64648"/>
                  </a:lnTo>
                  <a:lnTo>
                    <a:pt x="69922" y="61202"/>
                  </a:lnTo>
                  <a:lnTo>
                    <a:pt x="68556" y="61858"/>
                  </a:lnTo>
                  <a:lnTo>
                    <a:pt x="67958" y="61504"/>
                  </a:lnTo>
                  <a:lnTo>
                    <a:pt x="66668" y="59748"/>
                  </a:lnTo>
                  <a:lnTo>
                    <a:pt x="66038" y="53808"/>
                  </a:lnTo>
                  <a:lnTo>
                    <a:pt x="64201" y="48121"/>
                  </a:lnTo>
                  <a:lnTo>
                    <a:pt x="60824" y="42303"/>
                  </a:lnTo>
                  <a:lnTo>
                    <a:pt x="57258" y="38354"/>
                  </a:lnTo>
                  <a:lnTo>
                    <a:pt x="53382" y="36251"/>
                  </a:lnTo>
                  <a:lnTo>
                    <a:pt x="51354" y="36014"/>
                  </a:lnTo>
                  <a:lnTo>
                    <a:pt x="50144" y="36765"/>
                  </a:lnTo>
                  <a:lnTo>
                    <a:pt x="49675" y="38893"/>
                  </a:lnTo>
                  <a:lnTo>
                    <a:pt x="47774" y="39298"/>
                  </a:lnTo>
                  <a:lnTo>
                    <a:pt x="33878" y="27640"/>
                  </a:lnTo>
                  <a:lnTo>
                    <a:pt x="31988" y="26954"/>
                  </a:lnTo>
                  <a:lnTo>
                    <a:pt x="31055" y="27568"/>
                  </a:lnTo>
                  <a:lnTo>
                    <a:pt x="28895" y="27346"/>
                  </a:lnTo>
                  <a:lnTo>
                    <a:pt x="24617" y="21263"/>
                  </a:lnTo>
                  <a:lnTo>
                    <a:pt x="17860" y="16119"/>
                  </a:lnTo>
                  <a:lnTo>
                    <a:pt x="7777" y="5922"/>
                  </a:lnTo>
                  <a:lnTo>
                    <a:pt x="0" y="0"/>
                  </a:lnTo>
                  <a:lnTo>
                    <a:pt x="127991" y="6468"/>
                  </a:lnTo>
                  <a:lnTo>
                    <a:pt x="130116" y="42887"/>
                  </a:lnTo>
                  <a:lnTo>
                    <a:pt x="135654" y="114427"/>
                  </a:lnTo>
                  <a:lnTo>
                    <a:pt x="174629" y="146010"/>
                  </a:lnTo>
                  <a:lnTo>
                    <a:pt x="191997" y="13954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h149"/>
            <p:cNvSpPr/>
            <p:nvPr/>
          </p:nvSpPr>
          <p:spPr>
            <a:xfrm>
              <a:off x="1095599" y="2179911"/>
              <a:ext cx="1291" cy="1693"/>
            </a:xfrm>
            <a:custGeom>
              <a:avLst/>
              <a:pathLst>
                <a:path w="1291" h="1693">
                  <a:moveTo>
                    <a:pt x="460" y="0"/>
                  </a:moveTo>
                  <a:lnTo>
                    <a:pt x="1291" y="234"/>
                  </a:lnTo>
                  <a:lnTo>
                    <a:pt x="649" y="1693"/>
                  </a:lnTo>
                  <a:lnTo>
                    <a:pt x="0" y="6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h150"/>
            <p:cNvSpPr/>
            <p:nvPr/>
          </p:nvSpPr>
          <p:spPr>
            <a:xfrm>
              <a:off x="3265502" y="2960933"/>
              <a:ext cx="188837" cy="142318"/>
            </a:xfrm>
            <a:custGeom>
              <a:avLst/>
              <a:pathLst>
                <a:path w="188837" h="142318">
                  <a:moveTo>
                    <a:pt x="158075" y="5076"/>
                  </a:moveTo>
                  <a:lnTo>
                    <a:pt x="159888" y="1186"/>
                  </a:lnTo>
                  <a:lnTo>
                    <a:pt x="163087" y="4826"/>
                  </a:lnTo>
                  <a:lnTo>
                    <a:pt x="161271" y="7330"/>
                  </a:lnTo>
                  <a:lnTo>
                    <a:pt x="167867" y="12557"/>
                  </a:lnTo>
                  <a:lnTo>
                    <a:pt x="170149" y="9386"/>
                  </a:lnTo>
                  <a:lnTo>
                    <a:pt x="175315" y="12783"/>
                  </a:lnTo>
                  <a:lnTo>
                    <a:pt x="173794" y="15276"/>
                  </a:lnTo>
                  <a:lnTo>
                    <a:pt x="174013" y="17418"/>
                  </a:lnTo>
                  <a:lnTo>
                    <a:pt x="179417" y="21718"/>
                  </a:lnTo>
                  <a:lnTo>
                    <a:pt x="181579" y="21364"/>
                  </a:lnTo>
                  <a:lnTo>
                    <a:pt x="184807" y="21519"/>
                  </a:lnTo>
                  <a:lnTo>
                    <a:pt x="184154" y="25406"/>
                  </a:lnTo>
                  <a:lnTo>
                    <a:pt x="183258" y="25414"/>
                  </a:lnTo>
                  <a:lnTo>
                    <a:pt x="183150" y="29976"/>
                  </a:lnTo>
                  <a:lnTo>
                    <a:pt x="186944" y="30044"/>
                  </a:lnTo>
                  <a:lnTo>
                    <a:pt x="188837" y="31824"/>
                  </a:lnTo>
                  <a:lnTo>
                    <a:pt x="188139" y="35446"/>
                  </a:lnTo>
                  <a:lnTo>
                    <a:pt x="185725" y="38784"/>
                  </a:lnTo>
                  <a:lnTo>
                    <a:pt x="178667" y="40476"/>
                  </a:lnTo>
                  <a:lnTo>
                    <a:pt x="177837" y="43561"/>
                  </a:lnTo>
                  <a:lnTo>
                    <a:pt x="173140" y="43073"/>
                  </a:lnTo>
                  <a:lnTo>
                    <a:pt x="168852" y="43559"/>
                  </a:lnTo>
                  <a:lnTo>
                    <a:pt x="168673" y="45875"/>
                  </a:lnTo>
                  <a:lnTo>
                    <a:pt x="169891" y="51858"/>
                  </a:lnTo>
                  <a:lnTo>
                    <a:pt x="167438" y="58431"/>
                  </a:lnTo>
                  <a:lnTo>
                    <a:pt x="167265" y="64362"/>
                  </a:lnTo>
                  <a:lnTo>
                    <a:pt x="165263" y="72806"/>
                  </a:lnTo>
                  <a:lnTo>
                    <a:pt x="168415" y="75357"/>
                  </a:lnTo>
                  <a:lnTo>
                    <a:pt x="169577" y="75323"/>
                  </a:lnTo>
                  <a:lnTo>
                    <a:pt x="169485" y="79245"/>
                  </a:lnTo>
                  <a:lnTo>
                    <a:pt x="168335" y="79120"/>
                  </a:lnTo>
                  <a:lnTo>
                    <a:pt x="167333" y="79008"/>
                  </a:lnTo>
                  <a:lnTo>
                    <a:pt x="167278" y="82182"/>
                  </a:lnTo>
                  <a:lnTo>
                    <a:pt x="161536" y="81965"/>
                  </a:lnTo>
                  <a:lnTo>
                    <a:pt x="161574" y="78441"/>
                  </a:lnTo>
                  <a:lnTo>
                    <a:pt x="158181" y="79413"/>
                  </a:lnTo>
                  <a:lnTo>
                    <a:pt x="156401" y="86192"/>
                  </a:lnTo>
                  <a:lnTo>
                    <a:pt x="154630" y="88847"/>
                  </a:lnTo>
                  <a:lnTo>
                    <a:pt x="151389" y="89146"/>
                  </a:lnTo>
                  <a:lnTo>
                    <a:pt x="148809" y="90550"/>
                  </a:lnTo>
                  <a:lnTo>
                    <a:pt x="149072" y="96422"/>
                  </a:lnTo>
                  <a:lnTo>
                    <a:pt x="140528" y="99267"/>
                  </a:lnTo>
                  <a:lnTo>
                    <a:pt x="140187" y="100411"/>
                  </a:lnTo>
                  <a:lnTo>
                    <a:pt x="142105" y="102318"/>
                  </a:lnTo>
                  <a:lnTo>
                    <a:pt x="142082" y="104841"/>
                  </a:lnTo>
                  <a:lnTo>
                    <a:pt x="144308" y="112196"/>
                  </a:lnTo>
                  <a:lnTo>
                    <a:pt x="137475" y="112221"/>
                  </a:lnTo>
                  <a:lnTo>
                    <a:pt x="134516" y="117241"/>
                  </a:lnTo>
                  <a:lnTo>
                    <a:pt x="129206" y="117110"/>
                  </a:lnTo>
                  <a:lnTo>
                    <a:pt x="122385" y="115832"/>
                  </a:lnTo>
                  <a:lnTo>
                    <a:pt x="121041" y="114378"/>
                  </a:lnTo>
                  <a:lnTo>
                    <a:pt x="115765" y="112054"/>
                  </a:lnTo>
                  <a:lnTo>
                    <a:pt x="114207" y="112272"/>
                  </a:lnTo>
                  <a:lnTo>
                    <a:pt x="112498" y="110769"/>
                  </a:lnTo>
                  <a:lnTo>
                    <a:pt x="112435" y="107847"/>
                  </a:lnTo>
                  <a:lnTo>
                    <a:pt x="105170" y="107902"/>
                  </a:lnTo>
                  <a:lnTo>
                    <a:pt x="104446" y="111513"/>
                  </a:lnTo>
                  <a:lnTo>
                    <a:pt x="102260" y="116455"/>
                  </a:lnTo>
                  <a:lnTo>
                    <a:pt x="101783" y="125067"/>
                  </a:lnTo>
                  <a:lnTo>
                    <a:pt x="102707" y="137960"/>
                  </a:lnTo>
                  <a:lnTo>
                    <a:pt x="100795" y="142318"/>
                  </a:lnTo>
                  <a:lnTo>
                    <a:pt x="96839" y="140126"/>
                  </a:lnTo>
                  <a:lnTo>
                    <a:pt x="88876" y="135729"/>
                  </a:lnTo>
                  <a:lnTo>
                    <a:pt x="91053" y="132628"/>
                  </a:lnTo>
                  <a:lnTo>
                    <a:pt x="87002" y="128880"/>
                  </a:lnTo>
                  <a:lnTo>
                    <a:pt x="86564" y="127068"/>
                  </a:lnTo>
                  <a:lnTo>
                    <a:pt x="97366" y="125407"/>
                  </a:lnTo>
                  <a:lnTo>
                    <a:pt x="97403" y="124688"/>
                  </a:lnTo>
                  <a:lnTo>
                    <a:pt x="89518" y="125840"/>
                  </a:lnTo>
                  <a:lnTo>
                    <a:pt x="86580" y="124282"/>
                  </a:lnTo>
                  <a:lnTo>
                    <a:pt x="85348" y="121637"/>
                  </a:lnTo>
                  <a:lnTo>
                    <a:pt x="88505" y="120538"/>
                  </a:lnTo>
                  <a:lnTo>
                    <a:pt x="88229" y="116631"/>
                  </a:lnTo>
                  <a:lnTo>
                    <a:pt x="85304" y="110369"/>
                  </a:lnTo>
                  <a:lnTo>
                    <a:pt x="87554" y="109661"/>
                  </a:lnTo>
                  <a:lnTo>
                    <a:pt x="87428" y="108485"/>
                  </a:lnTo>
                  <a:lnTo>
                    <a:pt x="85207" y="106217"/>
                  </a:lnTo>
                  <a:lnTo>
                    <a:pt x="83160" y="108146"/>
                  </a:lnTo>
                  <a:lnTo>
                    <a:pt x="84550" y="114999"/>
                  </a:lnTo>
                  <a:lnTo>
                    <a:pt x="83481" y="115180"/>
                  </a:lnTo>
                  <a:lnTo>
                    <a:pt x="82380" y="107675"/>
                  </a:lnTo>
                  <a:lnTo>
                    <a:pt x="79049" y="104349"/>
                  </a:lnTo>
                  <a:lnTo>
                    <a:pt x="75694" y="97566"/>
                  </a:lnTo>
                  <a:lnTo>
                    <a:pt x="74906" y="93776"/>
                  </a:lnTo>
                  <a:lnTo>
                    <a:pt x="75567" y="90397"/>
                  </a:lnTo>
                  <a:lnTo>
                    <a:pt x="73302" y="89951"/>
                  </a:lnTo>
                  <a:lnTo>
                    <a:pt x="67793" y="93346"/>
                  </a:lnTo>
                  <a:lnTo>
                    <a:pt x="66809" y="95033"/>
                  </a:lnTo>
                  <a:lnTo>
                    <a:pt x="64051" y="91762"/>
                  </a:lnTo>
                  <a:lnTo>
                    <a:pt x="66425" y="89789"/>
                  </a:lnTo>
                  <a:lnTo>
                    <a:pt x="68858" y="89746"/>
                  </a:lnTo>
                  <a:lnTo>
                    <a:pt x="71413" y="87466"/>
                  </a:lnTo>
                  <a:lnTo>
                    <a:pt x="72363" y="81217"/>
                  </a:lnTo>
                  <a:lnTo>
                    <a:pt x="74425" y="76913"/>
                  </a:lnTo>
                  <a:lnTo>
                    <a:pt x="79736" y="70575"/>
                  </a:lnTo>
                  <a:lnTo>
                    <a:pt x="76233" y="69129"/>
                  </a:lnTo>
                  <a:lnTo>
                    <a:pt x="68175" y="69280"/>
                  </a:lnTo>
                  <a:lnTo>
                    <a:pt x="67988" y="68286"/>
                  </a:lnTo>
                  <a:lnTo>
                    <a:pt x="68825" y="67590"/>
                  </a:lnTo>
                  <a:lnTo>
                    <a:pt x="70100" y="69034"/>
                  </a:lnTo>
                  <a:lnTo>
                    <a:pt x="71163" y="68912"/>
                  </a:lnTo>
                  <a:lnTo>
                    <a:pt x="70936" y="67067"/>
                  </a:lnTo>
                  <a:lnTo>
                    <a:pt x="65615" y="64567"/>
                  </a:lnTo>
                  <a:lnTo>
                    <a:pt x="60506" y="66540"/>
                  </a:lnTo>
                  <a:lnTo>
                    <a:pt x="58765" y="68557"/>
                  </a:lnTo>
                  <a:lnTo>
                    <a:pt x="54939" y="68879"/>
                  </a:lnTo>
                  <a:lnTo>
                    <a:pt x="44700" y="66532"/>
                  </a:lnTo>
                  <a:lnTo>
                    <a:pt x="45023" y="62962"/>
                  </a:lnTo>
                  <a:lnTo>
                    <a:pt x="42240" y="62637"/>
                  </a:lnTo>
                  <a:lnTo>
                    <a:pt x="37745" y="64307"/>
                  </a:lnTo>
                  <a:lnTo>
                    <a:pt x="35358" y="66465"/>
                  </a:lnTo>
                  <a:lnTo>
                    <a:pt x="30452" y="66664"/>
                  </a:lnTo>
                  <a:lnTo>
                    <a:pt x="29297" y="71041"/>
                  </a:lnTo>
                  <a:lnTo>
                    <a:pt x="31158" y="72340"/>
                  </a:lnTo>
                  <a:lnTo>
                    <a:pt x="34757" y="77087"/>
                  </a:lnTo>
                  <a:lnTo>
                    <a:pt x="19772" y="78235"/>
                  </a:lnTo>
                  <a:lnTo>
                    <a:pt x="18171" y="77105"/>
                  </a:lnTo>
                  <a:lnTo>
                    <a:pt x="17091" y="78042"/>
                  </a:lnTo>
                  <a:lnTo>
                    <a:pt x="13929" y="78656"/>
                  </a:lnTo>
                  <a:lnTo>
                    <a:pt x="7653" y="75651"/>
                  </a:lnTo>
                  <a:lnTo>
                    <a:pt x="5885" y="72260"/>
                  </a:lnTo>
                  <a:lnTo>
                    <a:pt x="5573" y="67253"/>
                  </a:lnTo>
                  <a:lnTo>
                    <a:pt x="2290" y="62331"/>
                  </a:lnTo>
                  <a:lnTo>
                    <a:pt x="0" y="56400"/>
                  </a:lnTo>
                  <a:lnTo>
                    <a:pt x="11759" y="53381"/>
                  </a:lnTo>
                  <a:lnTo>
                    <a:pt x="55478" y="46828"/>
                  </a:lnTo>
                  <a:lnTo>
                    <a:pt x="58367" y="47397"/>
                  </a:lnTo>
                  <a:lnTo>
                    <a:pt x="64569" y="54461"/>
                  </a:lnTo>
                  <a:lnTo>
                    <a:pt x="69727" y="56192"/>
                  </a:lnTo>
                  <a:lnTo>
                    <a:pt x="73073" y="53854"/>
                  </a:lnTo>
                  <a:lnTo>
                    <a:pt x="69853" y="51578"/>
                  </a:lnTo>
                  <a:lnTo>
                    <a:pt x="70999" y="49950"/>
                  </a:lnTo>
                  <a:lnTo>
                    <a:pt x="76408" y="49205"/>
                  </a:lnTo>
                  <a:lnTo>
                    <a:pt x="81989" y="47377"/>
                  </a:lnTo>
                  <a:lnTo>
                    <a:pt x="93341" y="40120"/>
                  </a:lnTo>
                  <a:lnTo>
                    <a:pt x="102291" y="35572"/>
                  </a:lnTo>
                  <a:lnTo>
                    <a:pt x="105584" y="34920"/>
                  </a:lnTo>
                  <a:lnTo>
                    <a:pt x="108581" y="32684"/>
                  </a:lnTo>
                  <a:lnTo>
                    <a:pt x="113937" y="26955"/>
                  </a:lnTo>
                  <a:lnTo>
                    <a:pt x="119814" y="19127"/>
                  </a:lnTo>
                  <a:lnTo>
                    <a:pt x="126707" y="14263"/>
                  </a:lnTo>
                  <a:lnTo>
                    <a:pt x="142547" y="5280"/>
                  </a:lnTo>
                  <a:lnTo>
                    <a:pt x="144993" y="5206"/>
                  </a:lnTo>
                  <a:lnTo>
                    <a:pt x="150260" y="529"/>
                  </a:lnTo>
                  <a:lnTo>
                    <a:pt x="15175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h151"/>
            <p:cNvSpPr/>
            <p:nvPr/>
          </p:nvSpPr>
          <p:spPr>
            <a:xfrm>
              <a:off x="3294800" y="3023571"/>
              <a:ext cx="68105" cy="73092"/>
            </a:xfrm>
            <a:custGeom>
              <a:avLst/>
              <a:pathLst>
                <a:path w="68105" h="73092">
                  <a:moveTo>
                    <a:pt x="15725" y="324"/>
                  </a:moveTo>
                  <a:lnTo>
                    <a:pt x="15402" y="3895"/>
                  </a:lnTo>
                  <a:lnTo>
                    <a:pt x="25641" y="6242"/>
                  </a:lnTo>
                  <a:lnTo>
                    <a:pt x="29467" y="5919"/>
                  </a:lnTo>
                  <a:lnTo>
                    <a:pt x="31208" y="3902"/>
                  </a:lnTo>
                  <a:lnTo>
                    <a:pt x="36317" y="1930"/>
                  </a:lnTo>
                  <a:lnTo>
                    <a:pt x="41638" y="4429"/>
                  </a:lnTo>
                  <a:lnTo>
                    <a:pt x="41865" y="6274"/>
                  </a:lnTo>
                  <a:lnTo>
                    <a:pt x="40802" y="6396"/>
                  </a:lnTo>
                  <a:lnTo>
                    <a:pt x="39527" y="4952"/>
                  </a:lnTo>
                  <a:lnTo>
                    <a:pt x="38690" y="5648"/>
                  </a:lnTo>
                  <a:lnTo>
                    <a:pt x="38877" y="6642"/>
                  </a:lnTo>
                  <a:lnTo>
                    <a:pt x="46935" y="6492"/>
                  </a:lnTo>
                  <a:lnTo>
                    <a:pt x="50438" y="7937"/>
                  </a:lnTo>
                  <a:lnTo>
                    <a:pt x="45127" y="14276"/>
                  </a:lnTo>
                  <a:lnTo>
                    <a:pt x="43065" y="18580"/>
                  </a:lnTo>
                  <a:lnTo>
                    <a:pt x="42115" y="24828"/>
                  </a:lnTo>
                  <a:lnTo>
                    <a:pt x="39560" y="27108"/>
                  </a:lnTo>
                  <a:lnTo>
                    <a:pt x="37127" y="27151"/>
                  </a:lnTo>
                  <a:lnTo>
                    <a:pt x="34753" y="29125"/>
                  </a:lnTo>
                  <a:lnTo>
                    <a:pt x="37511" y="32395"/>
                  </a:lnTo>
                  <a:lnTo>
                    <a:pt x="38495" y="30709"/>
                  </a:lnTo>
                  <a:lnTo>
                    <a:pt x="44004" y="27313"/>
                  </a:lnTo>
                  <a:lnTo>
                    <a:pt x="46269" y="27760"/>
                  </a:lnTo>
                  <a:lnTo>
                    <a:pt x="45608" y="31138"/>
                  </a:lnTo>
                  <a:lnTo>
                    <a:pt x="46396" y="34928"/>
                  </a:lnTo>
                  <a:lnTo>
                    <a:pt x="49751" y="41712"/>
                  </a:lnTo>
                  <a:lnTo>
                    <a:pt x="53082" y="45037"/>
                  </a:lnTo>
                  <a:lnTo>
                    <a:pt x="54183" y="52542"/>
                  </a:lnTo>
                  <a:lnTo>
                    <a:pt x="55252" y="52362"/>
                  </a:lnTo>
                  <a:lnTo>
                    <a:pt x="53862" y="45508"/>
                  </a:lnTo>
                  <a:lnTo>
                    <a:pt x="55909" y="43580"/>
                  </a:lnTo>
                  <a:lnTo>
                    <a:pt x="58130" y="45848"/>
                  </a:lnTo>
                  <a:lnTo>
                    <a:pt x="58256" y="47023"/>
                  </a:lnTo>
                  <a:lnTo>
                    <a:pt x="56006" y="47731"/>
                  </a:lnTo>
                  <a:lnTo>
                    <a:pt x="58931" y="53994"/>
                  </a:lnTo>
                  <a:lnTo>
                    <a:pt x="59207" y="57901"/>
                  </a:lnTo>
                  <a:lnTo>
                    <a:pt x="56050" y="58999"/>
                  </a:lnTo>
                  <a:lnTo>
                    <a:pt x="57282" y="61645"/>
                  </a:lnTo>
                  <a:lnTo>
                    <a:pt x="60220" y="63202"/>
                  </a:lnTo>
                  <a:lnTo>
                    <a:pt x="68105" y="62050"/>
                  </a:lnTo>
                  <a:lnTo>
                    <a:pt x="68068" y="62770"/>
                  </a:lnTo>
                  <a:lnTo>
                    <a:pt x="57266" y="64430"/>
                  </a:lnTo>
                  <a:lnTo>
                    <a:pt x="57704" y="66242"/>
                  </a:lnTo>
                  <a:lnTo>
                    <a:pt x="61755" y="69990"/>
                  </a:lnTo>
                  <a:lnTo>
                    <a:pt x="59578" y="73092"/>
                  </a:lnTo>
                  <a:lnTo>
                    <a:pt x="55806" y="72382"/>
                  </a:lnTo>
                  <a:lnTo>
                    <a:pt x="51754" y="69299"/>
                  </a:lnTo>
                  <a:lnTo>
                    <a:pt x="44536" y="68529"/>
                  </a:lnTo>
                  <a:lnTo>
                    <a:pt x="40517" y="65358"/>
                  </a:lnTo>
                  <a:lnTo>
                    <a:pt x="36546" y="65870"/>
                  </a:lnTo>
                  <a:lnTo>
                    <a:pt x="32922" y="65432"/>
                  </a:lnTo>
                  <a:lnTo>
                    <a:pt x="27187" y="61452"/>
                  </a:lnTo>
                  <a:lnTo>
                    <a:pt x="23907" y="56257"/>
                  </a:lnTo>
                  <a:lnTo>
                    <a:pt x="21374" y="56408"/>
                  </a:lnTo>
                  <a:lnTo>
                    <a:pt x="19109" y="58057"/>
                  </a:lnTo>
                  <a:lnTo>
                    <a:pt x="15948" y="57233"/>
                  </a:lnTo>
                  <a:lnTo>
                    <a:pt x="13860" y="55672"/>
                  </a:lnTo>
                  <a:lnTo>
                    <a:pt x="9666" y="50367"/>
                  </a:lnTo>
                  <a:lnTo>
                    <a:pt x="9433" y="46408"/>
                  </a:lnTo>
                  <a:lnTo>
                    <a:pt x="10577" y="43729"/>
                  </a:lnTo>
                  <a:lnTo>
                    <a:pt x="6653" y="37032"/>
                  </a:lnTo>
                  <a:lnTo>
                    <a:pt x="6977" y="28605"/>
                  </a:lnTo>
                  <a:lnTo>
                    <a:pt x="5993" y="24258"/>
                  </a:lnTo>
                  <a:lnTo>
                    <a:pt x="5459" y="14449"/>
                  </a:lnTo>
                  <a:lnTo>
                    <a:pt x="1860" y="9703"/>
                  </a:lnTo>
                  <a:lnTo>
                    <a:pt x="0" y="8404"/>
                  </a:lnTo>
                  <a:lnTo>
                    <a:pt x="1154" y="4026"/>
                  </a:lnTo>
                  <a:lnTo>
                    <a:pt x="6060" y="3827"/>
                  </a:lnTo>
                  <a:lnTo>
                    <a:pt x="8447" y="1669"/>
                  </a:lnTo>
                  <a:lnTo>
                    <a:pt x="12942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h152"/>
            <p:cNvSpPr/>
            <p:nvPr/>
          </p:nvSpPr>
          <p:spPr>
            <a:xfrm>
              <a:off x="3515499" y="2795739"/>
              <a:ext cx="31811" cy="25737"/>
            </a:xfrm>
            <a:custGeom>
              <a:avLst/>
              <a:pathLst>
                <a:path w="31811" h="25737">
                  <a:moveTo>
                    <a:pt x="13783" y="245"/>
                  </a:moveTo>
                  <a:lnTo>
                    <a:pt x="15840" y="2880"/>
                  </a:lnTo>
                  <a:lnTo>
                    <a:pt x="21437" y="6248"/>
                  </a:lnTo>
                  <a:lnTo>
                    <a:pt x="27770" y="8110"/>
                  </a:lnTo>
                  <a:lnTo>
                    <a:pt x="27764" y="9203"/>
                  </a:lnTo>
                  <a:lnTo>
                    <a:pt x="31700" y="9117"/>
                  </a:lnTo>
                  <a:lnTo>
                    <a:pt x="31811" y="14095"/>
                  </a:lnTo>
                  <a:lnTo>
                    <a:pt x="31430" y="25658"/>
                  </a:lnTo>
                  <a:lnTo>
                    <a:pt x="26187" y="25737"/>
                  </a:lnTo>
                  <a:lnTo>
                    <a:pt x="27333" y="22890"/>
                  </a:lnTo>
                  <a:lnTo>
                    <a:pt x="18719" y="21395"/>
                  </a:lnTo>
                  <a:lnTo>
                    <a:pt x="21047" y="16616"/>
                  </a:lnTo>
                  <a:lnTo>
                    <a:pt x="21357" y="12983"/>
                  </a:lnTo>
                  <a:lnTo>
                    <a:pt x="18403" y="12650"/>
                  </a:lnTo>
                  <a:lnTo>
                    <a:pt x="16258" y="13518"/>
                  </a:lnTo>
                  <a:lnTo>
                    <a:pt x="14678" y="15088"/>
                  </a:lnTo>
                  <a:lnTo>
                    <a:pt x="14984" y="20392"/>
                  </a:lnTo>
                  <a:lnTo>
                    <a:pt x="11827" y="20310"/>
                  </a:lnTo>
                  <a:lnTo>
                    <a:pt x="8409" y="16437"/>
                  </a:lnTo>
                  <a:lnTo>
                    <a:pt x="6141" y="11047"/>
                  </a:lnTo>
                  <a:lnTo>
                    <a:pt x="3393" y="9839"/>
                  </a:lnTo>
                  <a:lnTo>
                    <a:pt x="0" y="9822"/>
                  </a:lnTo>
                  <a:lnTo>
                    <a:pt x="6" y="8488"/>
                  </a:lnTo>
                  <a:lnTo>
                    <a:pt x="3930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h153"/>
            <p:cNvSpPr/>
            <p:nvPr/>
          </p:nvSpPr>
          <p:spPr>
            <a:xfrm>
              <a:off x="3474803" y="2805561"/>
              <a:ext cx="72125" cy="40438"/>
            </a:xfrm>
            <a:custGeom>
              <a:avLst/>
              <a:pathLst>
                <a:path w="72125" h="40438">
                  <a:moveTo>
                    <a:pt x="40695" y="0"/>
                  </a:moveTo>
                  <a:lnTo>
                    <a:pt x="44088" y="17"/>
                  </a:lnTo>
                  <a:lnTo>
                    <a:pt x="46837" y="1225"/>
                  </a:lnTo>
                  <a:lnTo>
                    <a:pt x="49104" y="6615"/>
                  </a:lnTo>
                  <a:lnTo>
                    <a:pt x="52522" y="10488"/>
                  </a:lnTo>
                  <a:lnTo>
                    <a:pt x="55680" y="10570"/>
                  </a:lnTo>
                  <a:lnTo>
                    <a:pt x="55373" y="5266"/>
                  </a:lnTo>
                  <a:lnTo>
                    <a:pt x="56953" y="3696"/>
                  </a:lnTo>
                  <a:lnTo>
                    <a:pt x="59099" y="2828"/>
                  </a:lnTo>
                  <a:lnTo>
                    <a:pt x="62053" y="3161"/>
                  </a:lnTo>
                  <a:lnTo>
                    <a:pt x="61742" y="6794"/>
                  </a:lnTo>
                  <a:lnTo>
                    <a:pt x="59414" y="11573"/>
                  </a:lnTo>
                  <a:lnTo>
                    <a:pt x="68028" y="13068"/>
                  </a:lnTo>
                  <a:lnTo>
                    <a:pt x="66883" y="15915"/>
                  </a:lnTo>
                  <a:lnTo>
                    <a:pt x="72125" y="15836"/>
                  </a:lnTo>
                  <a:lnTo>
                    <a:pt x="71647" y="26829"/>
                  </a:lnTo>
                  <a:lnTo>
                    <a:pt x="67464" y="26824"/>
                  </a:lnTo>
                  <a:lnTo>
                    <a:pt x="67446" y="33163"/>
                  </a:lnTo>
                  <a:lnTo>
                    <a:pt x="68523" y="36154"/>
                  </a:lnTo>
                  <a:lnTo>
                    <a:pt x="68558" y="39147"/>
                  </a:lnTo>
                  <a:lnTo>
                    <a:pt x="57888" y="40438"/>
                  </a:lnTo>
                  <a:lnTo>
                    <a:pt x="57069" y="32604"/>
                  </a:lnTo>
                  <a:lnTo>
                    <a:pt x="47143" y="29761"/>
                  </a:lnTo>
                  <a:lnTo>
                    <a:pt x="44077" y="27308"/>
                  </a:lnTo>
                  <a:lnTo>
                    <a:pt x="39392" y="29272"/>
                  </a:lnTo>
                  <a:lnTo>
                    <a:pt x="39014" y="31055"/>
                  </a:lnTo>
                  <a:lnTo>
                    <a:pt x="37087" y="30891"/>
                  </a:lnTo>
                  <a:lnTo>
                    <a:pt x="36532" y="23375"/>
                  </a:lnTo>
                  <a:lnTo>
                    <a:pt x="26774" y="23385"/>
                  </a:lnTo>
                  <a:lnTo>
                    <a:pt x="14702" y="18839"/>
                  </a:lnTo>
                  <a:lnTo>
                    <a:pt x="6506" y="19839"/>
                  </a:lnTo>
                  <a:lnTo>
                    <a:pt x="6509" y="17933"/>
                  </a:lnTo>
                  <a:lnTo>
                    <a:pt x="877" y="18180"/>
                  </a:lnTo>
                  <a:lnTo>
                    <a:pt x="0" y="16141"/>
                  </a:lnTo>
                  <a:lnTo>
                    <a:pt x="655" y="14907"/>
                  </a:lnTo>
                  <a:lnTo>
                    <a:pt x="974" y="10027"/>
                  </a:lnTo>
                  <a:lnTo>
                    <a:pt x="14946" y="3861"/>
                  </a:lnTo>
                  <a:lnTo>
                    <a:pt x="26103" y="3127"/>
                  </a:lnTo>
                  <a:lnTo>
                    <a:pt x="27431" y="1525"/>
                  </a:lnTo>
                  <a:lnTo>
                    <a:pt x="29996" y="403"/>
                  </a:lnTo>
                  <a:lnTo>
                    <a:pt x="31384" y="372"/>
                  </a:lnTo>
                  <a:lnTo>
                    <a:pt x="31190" y="5572"/>
                  </a:lnTo>
                  <a:lnTo>
                    <a:pt x="37182" y="5729"/>
                  </a:lnTo>
                  <a:lnTo>
                    <a:pt x="37756" y="2470"/>
                  </a:lnTo>
                  <a:lnTo>
                    <a:pt x="39312" y="38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h154"/>
            <p:cNvSpPr/>
            <p:nvPr/>
          </p:nvSpPr>
          <p:spPr>
            <a:xfrm>
              <a:off x="3408049" y="2886245"/>
              <a:ext cx="141428" cy="124062"/>
            </a:xfrm>
            <a:custGeom>
              <a:avLst/>
              <a:pathLst>
                <a:path w="141428" h="124062">
                  <a:moveTo>
                    <a:pt x="70502" y="4021"/>
                  </a:moveTo>
                  <a:lnTo>
                    <a:pt x="71649" y="4644"/>
                  </a:lnTo>
                  <a:lnTo>
                    <a:pt x="77348" y="4757"/>
                  </a:lnTo>
                  <a:lnTo>
                    <a:pt x="77339" y="3542"/>
                  </a:lnTo>
                  <a:lnTo>
                    <a:pt x="79639" y="3802"/>
                  </a:lnTo>
                  <a:lnTo>
                    <a:pt x="77893" y="9756"/>
                  </a:lnTo>
                  <a:lnTo>
                    <a:pt x="80657" y="9496"/>
                  </a:lnTo>
                  <a:lnTo>
                    <a:pt x="84646" y="7345"/>
                  </a:lnTo>
                  <a:lnTo>
                    <a:pt x="82936" y="13515"/>
                  </a:lnTo>
                  <a:lnTo>
                    <a:pt x="84030" y="20303"/>
                  </a:lnTo>
                  <a:lnTo>
                    <a:pt x="88035" y="22509"/>
                  </a:lnTo>
                  <a:lnTo>
                    <a:pt x="91196" y="21258"/>
                  </a:lnTo>
                  <a:lnTo>
                    <a:pt x="92498" y="19781"/>
                  </a:lnTo>
                  <a:lnTo>
                    <a:pt x="91669" y="17221"/>
                  </a:lnTo>
                  <a:lnTo>
                    <a:pt x="89046" y="17853"/>
                  </a:lnTo>
                  <a:lnTo>
                    <a:pt x="88742" y="16378"/>
                  </a:lnTo>
                  <a:lnTo>
                    <a:pt x="90937" y="14725"/>
                  </a:lnTo>
                  <a:lnTo>
                    <a:pt x="94326" y="17505"/>
                  </a:lnTo>
                  <a:lnTo>
                    <a:pt x="95777" y="34934"/>
                  </a:lnTo>
                  <a:lnTo>
                    <a:pt x="97087" y="40184"/>
                  </a:lnTo>
                  <a:lnTo>
                    <a:pt x="98410" y="41050"/>
                  </a:lnTo>
                  <a:lnTo>
                    <a:pt x="103566" y="40589"/>
                  </a:lnTo>
                  <a:lnTo>
                    <a:pt x="104324" y="39539"/>
                  </a:lnTo>
                  <a:lnTo>
                    <a:pt x="108031" y="39882"/>
                  </a:lnTo>
                  <a:lnTo>
                    <a:pt x="108974" y="43794"/>
                  </a:lnTo>
                  <a:lnTo>
                    <a:pt x="111306" y="44037"/>
                  </a:lnTo>
                  <a:lnTo>
                    <a:pt x="110078" y="40184"/>
                  </a:lnTo>
                  <a:lnTo>
                    <a:pt x="114803" y="41308"/>
                  </a:lnTo>
                  <a:lnTo>
                    <a:pt x="116351" y="25062"/>
                  </a:lnTo>
                  <a:lnTo>
                    <a:pt x="140382" y="23776"/>
                  </a:lnTo>
                  <a:lnTo>
                    <a:pt x="140655" y="32629"/>
                  </a:lnTo>
                  <a:lnTo>
                    <a:pt x="140406" y="42162"/>
                  </a:lnTo>
                  <a:lnTo>
                    <a:pt x="141428" y="64514"/>
                  </a:lnTo>
                  <a:lnTo>
                    <a:pt x="132452" y="62308"/>
                  </a:lnTo>
                  <a:lnTo>
                    <a:pt x="133974" y="65754"/>
                  </a:lnTo>
                  <a:lnTo>
                    <a:pt x="115602" y="64211"/>
                  </a:lnTo>
                  <a:lnTo>
                    <a:pt x="115898" y="68068"/>
                  </a:lnTo>
                  <a:lnTo>
                    <a:pt x="115349" y="70355"/>
                  </a:lnTo>
                  <a:lnTo>
                    <a:pt x="115659" y="72303"/>
                  </a:lnTo>
                  <a:lnTo>
                    <a:pt x="110984" y="76548"/>
                  </a:lnTo>
                  <a:lnTo>
                    <a:pt x="110368" y="83352"/>
                  </a:lnTo>
                  <a:lnTo>
                    <a:pt x="101534" y="83972"/>
                  </a:lnTo>
                  <a:lnTo>
                    <a:pt x="101307" y="95912"/>
                  </a:lnTo>
                  <a:lnTo>
                    <a:pt x="83842" y="95914"/>
                  </a:lnTo>
                  <a:lnTo>
                    <a:pt x="84527" y="123760"/>
                  </a:lnTo>
                  <a:lnTo>
                    <a:pt x="77697" y="124062"/>
                  </a:lnTo>
                  <a:lnTo>
                    <a:pt x="79330" y="111599"/>
                  </a:lnTo>
                  <a:lnTo>
                    <a:pt x="62795" y="109790"/>
                  </a:lnTo>
                  <a:lnTo>
                    <a:pt x="52899" y="105942"/>
                  </a:lnTo>
                  <a:lnTo>
                    <a:pt x="53642" y="92546"/>
                  </a:lnTo>
                  <a:lnTo>
                    <a:pt x="52322" y="92178"/>
                  </a:lnTo>
                  <a:lnTo>
                    <a:pt x="48495" y="96084"/>
                  </a:lnTo>
                  <a:lnTo>
                    <a:pt x="44702" y="92170"/>
                  </a:lnTo>
                  <a:lnTo>
                    <a:pt x="41764" y="91085"/>
                  </a:lnTo>
                  <a:lnTo>
                    <a:pt x="39114" y="92597"/>
                  </a:lnTo>
                  <a:lnTo>
                    <a:pt x="39031" y="96052"/>
                  </a:lnTo>
                  <a:lnTo>
                    <a:pt x="36869" y="96406"/>
                  </a:lnTo>
                  <a:lnTo>
                    <a:pt x="31466" y="92106"/>
                  </a:lnTo>
                  <a:lnTo>
                    <a:pt x="31247" y="89964"/>
                  </a:lnTo>
                  <a:lnTo>
                    <a:pt x="32767" y="87471"/>
                  </a:lnTo>
                  <a:lnTo>
                    <a:pt x="27601" y="84074"/>
                  </a:lnTo>
                  <a:lnTo>
                    <a:pt x="25319" y="87245"/>
                  </a:lnTo>
                  <a:lnTo>
                    <a:pt x="18724" y="82019"/>
                  </a:lnTo>
                  <a:lnTo>
                    <a:pt x="20539" y="79514"/>
                  </a:lnTo>
                  <a:lnTo>
                    <a:pt x="17340" y="75874"/>
                  </a:lnTo>
                  <a:lnTo>
                    <a:pt x="15527" y="79764"/>
                  </a:lnTo>
                  <a:lnTo>
                    <a:pt x="9203" y="74688"/>
                  </a:lnTo>
                  <a:lnTo>
                    <a:pt x="7712" y="75218"/>
                  </a:lnTo>
                  <a:lnTo>
                    <a:pt x="2445" y="79895"/>
                  </a:lnTo>
                  <a:lnTo>
                    <a:pt x="0" y="79968"/>
                  </a:lnTo>
                  <a:lnTo>
                    <a:pt x="7125" y="74888"/>
                  </a:lnTo>
                  <a:lnTo>
                    <a:pt x="7800" y="73373"/>
                  </a:lnTo>
                  <a:lnTo>
                    <a:pt x="11051" y="70291"/>
                  </a:lnTo>
                  <a:lnTo>
                    <a:pt x="29535" y="55812"/>
                  </a:lnTo>
                  <a:lnTo>
                    <a:pt x="44462" y="39998"/>
                  </a:lnTo>
                  <a:lnTo>
                    <a:pt x="48756" y="32593"/>
                  </a:lnTo>
                  <a:lnTo>
                    <a:pt x="48079" y="27596"/>
                  </a:lnTo>
                  <a:lnTo>
                    <a:pt x="49382" y="22914"/>
                  </a:lnTo>
                  <a:lnTo>
                    <a:pt x="49547" y="15718"/>
                  </a:lnTo>
                  <a:lnTo>
                    <a:pt x="51694" y="16433"/>
                  </a:lnTo>
                  <a:lnTo>
                    <a:pt x="57039" y="16646"/>
                  </a:lnTo>
                  <a:lnTo>
                    <a:pt x="60872" y="15008"/>
                  </a:lnTo>
                  <a:lnTo>
                    <a:pt x="61852" y="8932"/>
                  </a:lnTo>
                  <a:lnTo>
                    <a:pt x="64009" y="2681"/>
                  </a:lnTo>
                  <a:lnTo>
                    <a:pt x="65734" y="1370"/>
                  </a:lnTo>
                  <a:lnTo>
                    <a:pt x="7015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h155"/>
            <p:cNvSpPr/>
            <p:nvPr/>
          </p:nvSpPr>
          <p:spPr>
            <a:xfrm>
              <a:off x="3400018" y="3017368"/>
              <a:ext cx="125629" cy="87303"/>
            </a:xfrm>
            <a:custGeom>
              <a:avLst/>
              <a:pathLst>
                <a:path w="125629" h="87303">
                  <a:moveTo>
                    <a:pt x="97444" y="4619"/>
                  </a:moveTo>
                  <a:lnTo>
                    <a:pt x="101244" y="36849"/>
                  </a:lnTo>
                  <a:lnTo>
                    <a:pt x="117553" y="35345"/>
                  </a:lnTo>
                  <a:lnTo>
                    <a:pt x="117936" y="39177"/>
                  </a:lnTo>
                  <a:lnTo>
                    <a:pt x="121821" y="38802"/>
                  </a:lnTo>
                  <a:lnTo>
                    <a:pt x="123196" y="38673"/>
                  </a:lnTo>
                  <a:lnTo>
                    <a:pt x="123934" y="46037"/>
                  </a:lnTo>
                  <a:lnTo>
                    <a:pt x="125629" y="80537"/>
                  </a:lnTo>
                  <a:lnTo>
                    <a:pt x="41036" y="87303"/>
                  </a:lnTo>
                  <a:lnTo>
                    <a:pt x="39654" y="69802"/>
                  </a:lnTo>
                  <a:lnTo>
                    <a:pt x="24584" y="70855"/>
                  </a:lnTo>
                  <a:lnTo>
                    <a:pt x="21684" y="69665"/>
                  </a:lnTo>
                  <a:lnTo>
                    <a:pt x="13282" y="70176"/>
                  </a:lnTo>
                  <a:lnTo>
                    <a:pt x="10726" y="69075"/>
                  </a:lnTo>
                  <a:lnTo>
                    <a:pt x="9006" y="66537"/>
                  </a:lnTo>
                  <a:lnTo>
                    <a:pt x="0" y="60806"/>
                  </a:lnTo>
                  <a:lnTo>
                    <a:pt x="2959" y="55787"/>
                  </a:lnTo>
                  <a:lnTo>
                    <a:pt x="9792" y="55761"/>
                  </a:lnTo>
                  <a:lnTo>
                    <a:pt x="7566" y="48407"/>
                  </a:lnTo>
                  <a:lnTo>
                    <a:pt x="7589" y="45884"/>
                  </a:lnTo>
                  <a:lnTo>
                    <a:pt x="5670" y="43977"/>
                  </a:lnTo>
                  <a:lnTo>
                    <a:pt x="6012" y="42833"/>
                  </a:lnTo>
                  <a:lnTo>
                    <a:pt x="14556" y="39987"/>
                  </a:lnTo>
                  <a:lnTo>
                    <a:pt x="14293" y="34115"/>
                  </a:lnTo>
                  <a:lnTo>
                    <a:pt x="16873" y="32711"/>
                  </a:lnTo>
                  <a:lnTo>
                    <a:pt x="20114" y="32412"/>
                  </a:lnTo>
                  <a:lnTo>
                    <a:pt x="21885" y="29758"/>
                  </a:lnTo>
                  <a:lnTo>
                    <a:pt x="23665" y="22979"/>
                  </a:lnTo>
                  <a:lnTo>
                    <a:pt x="27058" y="22006"/>
                  </a:lnTo>
                  <a:lnTo>
                    <a:pt x="27020" y="25531"/>
                  </a:lnTo>
                  <a:lnTo>
                    <a:pt x="32762" y="25748"/>
                  </a:lnTo>
                  <a:lnTo>
                    <a:pt x="32817" y="22574"/>
                  </a:lnTo>
                  <a:lnTo>
                    <a:pt x="33819" y="22686"/>
                  </a:lnTo>
                  <a:lnTo>
                    <a:pt x="34069" y="24161"/>
                  </a:lnTo>
                  <a:lnTo>
                    <a:pt x="37044" y="26940"/>
                  </a:lnTo>
                  <a:lnTo>
                    <a:pt x="40421" y="26968"/>
                  </a:lnTo>
                  <a:lnTo>
                    <a:pt x="41501" y="24820"/>
                  </a:lnTo>
                  <a:lnTo>
                    <a:pt x="44191" y="25818"/>
                  </a:lnTo>
                  <a:lnTo>
                    <a:pt x="43246" y="28986"/>
                  </a:lnTo>
                  <a:lnTo>
                    <a:pt x="42235" y="28614"/>
                  </a:lnTo>
                  <a:lnTo>
                    <a:pt x="41600" y="31897"/>
                  </a:lnTo>
                  <a:lnTo>
                    <a:pt x="47135" y="31506"/>
                  </a:lnTo>
                  <a:lnTo>
                    <a:pt x="47322" y="28463"/>
                  </a:lnTo>
                  <a:lnTo>
                    <a:pt x="55699" y="27925"/>
                  </a:lnTo>
                  <a:lnTo>
                    <a:pt x="55683" y="32651"/>
                  </a:lnTo>
                  <a:lnTo>
                    <a:pt x="59737" y="32818"/>
                  </a:lnTo>
                  <a:lnTo>
                    <a:pt x="59984" y="23198"/>
                  </a:lnTo>
                  <a:lnTo>
                    <a:pt x="68663" y="22571"/>
                  </a:lnTo>
                  <a:lnTo>
                    <a:pt x="67391" y="6446"/>
                  </a:lnTo>
                  <a:lnTo>
                    <a:pt x="79976" y="5287"/>
                  </a:lnTo>
                  <a:lnTo>
                    <a:pt x="79859" y="2506"/>
                  </a:lnTo>
                  <a:lnTo>
                    <a:pt x="82469" y="2408"/>
                  </a:lnTo>
                  <a:lnTo>
                    <a:pt x="82326" y="6415"/>
                  </a:lnTo>
                  <a:lnTo>
                    <a:pt x="91643" y="5498"/>
                  </a:lnTo>
                  <a:lnTo>
                    <a:pt x="91570" y="528"/>
                  </a:lnTo>
                  <a:lnTo>
                    <a:pt x="97512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h156"/>
            <p:cNvSpPr/>
            <p:nvPr/>
          </p:nvSpPr>
          <p:spPr>
            <a:xfrm>
              <a:off x="3455364" y="2875498"/>
              <a:ext cx="18420" cy="27393"/>
            </a:xfrm>
            <a:custGeom>
              <a:avLst/>
              <a:pathLst>
                <a:path w="18420" h="27393">
                  <a:moveTo>
                    <a:pt x="9804" y="4270"/>
                  </a:moveTo>
                  <a:lnTo>
                    <a:pt x="14688" y="4529"/>
                  </a:lnTo>
                  <a:lnTo>
                    <a:pt x="16784" y="6214"/>
                  </a:lnTo>
                  <a:lnTo>
                    <a:pt x="18420" y="12117"/>
                  </a:lnTo>
                  <a:lnTo>
                    <a:pt x="16695" y="13428"/>
                  </a:lnTo>
                  <a:lnTo>
                    <a:pt x="14538" y="19679"/>
                  </a:lnTo>
                  <a:lnTo>
                    <a:pt x="13558" y="25755"/>
                  </a:lnTo>
                  <a:lnTo>
                    <a:pt x="9725" y="27393"/>
                  </a:lnTo>
                  <a:lnTo>
                    <a:pt x="4380" y="27180"/>
                  </a:lnTo>
                  <a:lnTo>
                    <a:pt x="2233" y="26465"/>
                  </a:lnTo>
                  <a:lnTo>
                    <a:pt x="1325" y="24752"/>
                  </a:lnTo>
                  <a:lnTo>
                    <a:pt x="1227" y="18312"/>
                  </a:lnTo>
                  <a:lnTo>
                    <a:pt x="2717" y="14157"/>
                  </a:lnTo>
                  <a:lnTo>
                    <a:pt x="3004" y="10656"/>
                  </a:lnTo>
                  <a:lnTo>
                    <a:pt x="508" y="8078"/>
                  </a:lnTo>
                  <a:lnTo>
                    <a:pt x="0" y="6227"/>
                  </a:lnTo>
                  <a:lnTo>
                    <a:pt x="4020" y="0"/>
                  </a:lnTo>
                  <a:lnTo>
                    <a:pt x="8449" y="1527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h157"/>
            <p:cNvSpPr/>
            <p:nvPr/>
          </p:nvSpPr>
          <p:spPr>
            <a:xfrm>
              <a:off x="3459384" y="2843811"/>
              <a:ext cx="94695" cy="86471"/>
            </a:xfrm>
            <a:custGeom>
              <a:avLst/>
              <a:pathLst>
                <a:path w="94695" h="86471">
                  <a:moveTo>
                    <a:pt x="40141" y="7607"/>
                  </a:moveTo>
                  <a:lnTo>
                    <a:pt x="42862" y="7860"/>
                  </a:lnTo>
                  <a:lnTo>
                    <a:pt x="44469" y="7264"/>
                  </a:lnTo>
                  <a:lnTo>
                    <a:pt x="46643" y="5215"/>
                  </a:lnTo>
                  <a:lnTo>
                    <a:pt x="47189" y="8643"/>
                  </a:lnTo>
                  <a:lnTo>
                    <a:pt x="45420" y="12009"/>
                  </a:lnTo>
                  <a:lnTo>
                    <a:pt x="47659" y="13209"/>
                  </a:lnTo>
                  <a:lnTo>
                    <a:pt x="50380" y="12385"/>
                  </a:lnTo>
                  <a:lnTo>
                    <a:pt x="53762" y="15008"/>
                  </a:lnTo>
                  <a:lnTo>
                    <a:pt x="51000" y="18129"/>
                  </a:lnTo>
                  <a:lnTo>
                    <a:pt x="51416" y="18318"/>
                  </a:lnTo>
                  <a:lnTo>
                    <a:pt x="53828" y="18256"/>
                  </a:lnTo>
                  <a:lnTo>
                    <a:pt x="57818" y="16623"/>
                  </a:lnTo>
                  <a:lnTo>
                    <a:pt x="62164" y="16365"/>
                  </a:lnTo>
                  <a:lnTo>
                    <a:pt x="67161" y="17737"/>
                  </a:lnTo>
                  <a:lnTo>
                    <a:pt x="68760" y="17832"/>
                  </a:lnTo>
                  <a:lnTo>
                    <a:pt x="71210" y="19392"/>
                  </a:lnTo>
                  <a:lnTo>
                    <a:pt x="66057" y="31369"/>
                  </a:lnTo>
                  <a:lnTo>
                    <a:pt x="71893" y="32302"/>
                  </a:lnTo>
                  <a:lnTo>
                    <a:pt x="74238" y="29601"/>
                  </a:lnTo>
                  <a:lnTo>
                    <a:pt x="77631" y="31395"/>
                  </a:lnTo>
                  <a:lnTo>
                    <a:pt x="77522" y="34901"/>
                  </a:lnTo>
                  <a:lnTo>
                    <a:pt x="76224" y="39564"/>
                  </a:lnTo>
                  <a:lnTo>
                    <a:pt x="78581" y="45761"/>
                  </a:lnTo>
                  <a:lnTo>
                    <a:pt x="82726" y="46890"/>
                  </a:lnTo>
                  <a:lnTo>
                    <a:pt x="82213" y="50394"/>
                  </a:lnTo>
                  <a:lnTo>
                    <a:pt x="79082" y="51115"/>
                  </a:lnTo>
                  <a:lnTo>
                    <a:pt x="78898" y="55910"/>
                  </a:lnTo>
                  <a:lnTo>
                    <a:pt x="82037" y="60129"/>
                  </a:lnTo>
                  <a:lnTo>
                    <a:pt x="86985" y="62198"/>
                  </a:lnTo>
                  <a:lnTo>
                    <a:pt x="93610" y="60908"/>
                  </a:lnTo>
                  <a:lnTo>
                    <a:pt x="94695" y="74837"/>
                  </a:lnTo>
                  <a:lnTo>
                    <a:pt x="89320" y="75063"/>
                  </a:lnTo>
                  <a:lnTo>
                    <a:pt x="89048" y="66210"/>
                  </a:lnTo>
                  <a:lnTo>
                    <a:pt x="65016" y="67496"/>
                  </a:lnTo>
                  <a:lnTo>
                    <a:pt x="63468" y="83742"/>
                  </a:lnTo>
                  <a:lnTo>
                    <a:pt x="58744" y="82618"/>
                  </a:lnTo>
                  <a:lnTo>
                    <a:pt x="59972" y="86471"/>
                  </a:lnTo>
                  <a:lnTo>
                    <a:pt x="57640" y="86228"/>
                  </a:lnTo>
                  <a:lnTo>
                    <a:pt x="56696" y="82316"/>
                  </a:lnTo>
                  <a:lnTo>
                    <a:pt x="52990" y="81973"/>
                  </a:lnTo>
                  <a:lnTo>
                    <a:pt x="52232" y="83023"/>
                  </a:lnTo>
                  <a:lnTo>
                    <a:pt x="47075" y="83484"/>
                  </a:lnTo>
                  <a:lnTo>
                    <a:pt x="45752" y="82619"/>
                  </a:lnTo>
                  <a:lnTo>
                    <a:pt x="44442" y="77368"/>
                  </a:lnTo>
                  <a:lnTo>
                    <a:pt x="42991" y="59939"/>
                  </a:lnTo>
                  <a:lnTo>
                    <a:pt x="39602" y="57159"/>
                  </a:lnTo>
                  <a:lnTo>
                    <a:pt x="37407" y="58812"/>
                  </a:lnTo>
                  <a:lnTo>
                    <a:pt x="37711" y="60287"/>
                  </a:lnTo>
                  <a:lnTo>
                    <a:pt x="40334" y="59655"/>
                  </a:lnTo>
                  <a:lnTo>
                    <a:pt x="41164" y="62215"/>
                  </a:lnTo>
                  <a:lnTo>
                    <a:pt x="39862" y="63692"/>
                  </a:lnTo>
                  <a:lnTo>
                    <a:pt x="36700" y="64943"/>
                  </a:lnTo>
                  <a:lnTo>
                    <a:pt x="32695" y="62737"/>
                  </a:lnTo>
                  <a:lnTo>
                    <a:pt x="31602" y="55949"/>
                  </a:lnTo>
                  <a:lnTo>
                    <a:pt x="33311" y="49779"/>
                  </a:lnTo>
                  <a:lnTo>
                    <a:pt x="29323" y="51930"/>
                  </a:lnTo>
                  <a:lnTo>
                    <a:pt x="26558" y="52190"/>
                  </a:lnTo>
                  <a:lnTo>
                    <a:pt x="28305" y="46236"/>
                  </a:lnTo>
                  <a:lnTo>
                    <a:pt x="26004" y="45977"/>
                  </a:lnTo>
                  <a:lnTo>
                    <a:pt x="26013" y="47191"/>
                  </a:lnTo>
                  <a:lnTo>
                    <a:pt x="20315" y="47078"/>
                  </a:lnTo>
                  <a:lnTo>
                    <a:pt x="19167" y="46455"/>
                  </a:lnTo>
                  <a:lnTo>
                    <a:pt x="18817" y="42434"/>
                  </a:lnTo>
                  <a:lnTo>
                    <a:pt x="14400" y="43804"/>
                  </a:lnTo>
                  <a:lnTo>
                    <a:pt x="12764" y="37901"/>
                  </a:lnTo>
                  <a:lnTo>
                    <a:pt x="10668" y="36216"/>
                  </a:lnTo>
                  <a:lnTo>
                    <a:pt x="5783" y="35957"/>
                  </a:lnTo>
                  <a:lnTo>
                    <a:pt x="4429" y="33214"/>
                  </a:lnTo>
                  <a:lnTo>
                    <a:pt x="0" y="31687"/>
                  </a:lnTo>
                  <a:lnTo>
                    <a:pt x="574" y="26991"/>
                  </a:lnTo>
                  <a:lnTo>
                    <a:pt x="4524" y="22527"/>
                  </a:lnTo>
                  <a:lnTo>
                    <a:pt x="16839" y="12564"/>
                  </a:lnTo>
                  <a:lnTo>
                    <a:pt x="22701" y="1264"/>
                  </a:lnTo>
                  <a:lnTo>
                    <a:pt x="29298" y="1541"/>
                  </a:lnTo>
                  <a:lnTo>
                    <a:pt x="29316" y="334"/>
                  </a:lnTo>
                  <a:lnTo>
                    <a:pt x="30236" y="0"/>
                  </a:lnTo>
                  <a:lnTo>
                    <a:pt x="33565" y="331"/>
                  </a:lnTo>
                  <a:lnTo>
                    <a:pt x="38347" y="24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h158"/>
            <p:cNvSpPr/>
            <p:nvPr/>
          </p:nvSpPr>
          <p:spPr>
            <a:xfrm>
              <a:off x="3310566" y="2829689"/>
              <a:ext cx="260" cy="56"/>
            </a:xfrm>
            <a:custGeom>
              <a:avLst/>
              <a:pathLst>
                <a:path w="260" h="56">
                  <a:moveTo>
                    <a:pt x="0" y="0"/>
                  </a:moveTo>
                  <a:lnTo>
                    <a:pt x="260" y="5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h159"/>
            <p:cNvSpPr/>
            <p:nvPr/>
          </p:nvSpPr>
          <p:spPr>
            <a:xfrm>
              <a:off x="3308285" y="282906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h160"/>
            <p:cNvSpPr/>
            <p:nvPr/>
          </p:nvSpPr>
          <p:spPr>
            <a:xfrm>
              <a:off x="3309922" y="2828686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h161"/>
            <p:cNvSpPr/>
            <p:nvPr/>
          </p:nvSpPr>
          <p:spPr>
            <a:xfrm>
              <a:off x="3525441" y="2809834"/>
              <a:ext cx="113841" cy="152538"/>
            </a:xfrm>
            <a:custGeom>
              <a:avLst/>
              <a:pathLst>
                <a:path w="113841" h="152538">
                  <a:moveTo>
                    <a:pt x="26530" y="519"/>
                  </a:moveTo>
                  <a:lnTo>
                    <a:pt x="26860" y="4875"/>
                  </a:lnTo>
                  <a:lnTo>
                    <a:pt x="28147" y="8198"/>
                  </a:lnTo>
                  <a:lnTo>
                    <a:pt x="32806" y="2651"/>
                  </a:lnTo>
                  <a:lnTo>
                    <a:pt x="51437" y="22680"/>
                  </a:lnTo>
                  <a:lnTo>
                    <a:pt x="51384" y="29844"/>
                  </a:lnTo>
                  <a:lnTo>
                    <a:pt x="52371" y="31809"/>
                  </a:lnTo>
                  <a:lnTo>
                    <a:pt x="53571" y="31784"/>
                  </a:lnTo>
                  <a:lnTo>
                    <a:pt x="53967" y="37252"/>
                  </a:lnTo>
                  <a:lnTo>
                    <a:pt x="61928" y="48376"/>
                  </a:lnTo>
                  <a:lnTo>
                    <a:pt x="67561" y="48402"/>
                  </a:lnTo>
                  <a:lnTo>
                    <a:pt x="67514" y="52060"/>
                  </a:lnTo>
                  <a:lnTo>
                    <a:pt x="66092" y="51995"/>
                  </a:lnTo>
                  <a:lnTo>
                    <a:pt x="68038" y="55552"/>
                  </a:lnTo>
                  <a:lnTo>
                    <a:pt x="69154" y="56756"/>
                  </a:lnTo>
                  <a:lnTo>
                    <a:pt x="71440" y="56772"/>
                  </a:lnTo>
                  <a:lnTo>
                    <a:pt x="75955" y="62230"/>
                  </a:lnTo>
                  <a:lnTo>
                    <a:pt x="90017" y="72728"/>
                  </a:lnTo>
                  <a:lnTo>
                    <a:pt x="108231" y="86325"/>
                  </a:lnTo>
                  <a:lnTo>
                    <a:pt x="110299" y="109733"/>
                  </a:lnTo>
                  <a:lnTo>
                    <a:pt x="111299" y="120823"/>
                  </a:lnTo>
                  <a:lnTo>
                    <a:pt x="112563" y="120803"/>
                  </a:lnTo>
                  <a:lnTo>
                    <a:pt x="112753" y="137217"/>
                  </a:lnTo>
                  <a:lnTo>
                    <a:pt x="113841" y="151209"/>
                  </a:lnTo>
                  <a:lnTo>
                    <a:pt x="104811" y="152538"/>
                  </a:lnTo>
                  <a:lnTo>
                    <a:pt x="103442" y="146190"/>
                  </a:lnTo>
                  <a:lnTo>
                    <a:pt x="103408" y="142669"/>
                  </a:lnTo>
                  <a:lnTo>
                    <a:pt x="75933" y="145606"/>
                  </a:lnTo>
                  <a:lnTo>
                    <a:pt x="73463" y="121847"/>
                  </a:lnTo>
                  <a:lnTo>
                    <a:pt x="62631" y="121670"/>
                  </a:lnTo>
                  <a:lnTo>
                    <a:pt x="62283" y="133904"/>
                  </a:lnTo>
                  <a:lnTo>
                    <a:pt x="41443" y="135120"/>
                  </a:lnTo>
                  <a:lnTo>
                    <a:pt x="41182" y="139089"/>
                  </a:lnTo>
                  <a:lnTo>
                    <a:pt x="24057" y="141388"/>
                  </a:lnTo>
                  <a:lnTo>
                    <a:pt x="24036" y="140924"/>
                  </a:lnTo>
                  <a:lnTo>
                    <a:pt x="23014" y="118572"/>
                  </a:lnTo>
                  <a:lnTo>
                    <a:pt x="23263" y="109039"/>
                  </a:lnTo>
                  <a:lnTo>
                    <a:pt x="28638" y="108813"/>
                  </a:lnTo>
                  <a:lnTo>
                    <a:pt x="27553" y="94885"/>
                  </a:lnTo>
                  <a:lnTo>
                    <a:pt x="20927" y="96174"/>
                  </a:lnTo>
                  <a:lnTo>
                    <a:pt x="15980" y="94105"/>
                  </a:lnTo>
                  <a:lnTo>
                    <a:pt x="12841" y="89886"/>
                  </a:lnTo>
                  <a:lnTo>
                    <a:pt x="13024" y="85092"/>
                  </a:lnTo>
                  <a:lnTo>
                    <a:pt x="16155" y="84370"/>
                  </a:lnTo>
                  <a:lnTo>
                    <a:pt x="16669" y="80866"/>
                  </a:lnTo>
                  <a:lnTo>
                    <a:pt x="12524" y="79737"/>
                  </a:lnTo>
                  <a:lnTo>
                    <a:pt x="10166" y="73540"/>
                  </a:lnTo>
                  <a:lnTo>
                    <a:pt x="11465" y="68877"/>
                  </a:lnTo>
                  <a:lnTo>
                    <a:pt x="11573" y="65371"/>
                  </a:lnTo>
                  <a:lnTo>
                    <a:pt x="8180" y="63577"/>
                  </a:lnTo>
                  <a:lnTo>
                    <a:pt x="5836" y="66278"/>
                  </a:lnTo>
                  <a:lnTo>
                    <a:pt x="0" y="65346"/>
                  </a:lnTo>
                  <a:lnTo>
                    <a:pt x="5153" y="53369"/>
                  </a:lnTo>
                  <a:lnTo>
                    <a:pt x="2702" y="51809"/>
                  </a:lnTo>
                  <a:lnTo>
                    <a:pt x="1104" y="51713"/>
                  </a:lnTo>
                  <a:lnTo>
                    <a:pt x="1984" y="47919"/>
                  </a:lnTo>
                  <a:lnTo>
                    <a:pt x="5594" y="48907"/>
                  </a:lnTo>
                  <a:lnTo>
                    <a:pt x="6308" y="51743"/>
                  </a:lnTo>
                  <a:lnTo>
                    <a:pt x="8561" y="51794"/>
                  </a:lnTo>
                  <a:lnTo>
                    <a:pt x="8293" y="44174"/>
                  </a:lnTo>
                  <a:lnTo>
                    <a:pt x="7518" y="45354"/>
                  </a:lnTo>
                  <a:lnTo>
                    <a:pt x="3925" y="45044"/>
                  </a:lnTo>
                  <a:lnTo>
                    <a:pt x="3339" y="38161"/>
                  </a:lnTo>
                  <a:lnTo>
                    <a:pt x="8240" y="39279"/>
                  </a:lnTo>
                  <a:lnTo>
                    <a:pt x="7250" y="36164"/>
                  </a:lnTo>
                  <a:lnTo>
                    <a:pt x="17920" y="34874"/>
                  </a:lnTo>
                  <a:lnTo>
                    <a:pt x="17885" y="31880"/>
                  </a:lnTo>
                  <a:lnTo>
                    <a:pt x="16808" y="28889"/>
                  </a:lnTo>
                  <a:lnTo>
                    <a:pt x="16826" y="22551"/>
                  </a:lnTo>
                  <a:lnTo>
                    <a:pt x="21009" y="22555"/>
                  </a:lnTo>
                  <a:lnTo>
                    <a:pt x="21487" y="11562"/>
                  </a:lnTo>
                  <a:lnTo>
                    <a:pt x="218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h162"/>
            <p:cNvSpPr/>
            <p:nvPr/>
          </p:nvSpPr>
          <p:spPr>
            <a:xfrm>
              <a:off x="3472652" y="2799894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h163"/>
            <p:cNvSpPr/>
            <p:nvPr/>
          </p:nvSpPr>
          <p:spPr>
            <a:xfrm>
              <a:off x="3470785" y="2739027"/>
              <a:ext cx="76354" cy="76561"/>
            </a:xfrm>
            <a:custGeom>
              <a:avLst/>
              <a:pathLst>
                <a:path w="76354" h="76561">
                  <a:moveTo>
                    <a:pt x="11054" y="12001"/>
                  </a:moveTo>
                  <a:lnTo>
                    <a:pt x="12367" y="34781"/>
                  </a:lnTo>
                  <a:lnTo>
                    <a:pt x="17469" y="34591"/>
                  </a:lnTo>
                  <a:lnTo>
                    <a:pt x="18248" y="36007"/>
                  </a:lnTo>
                  <a:lnTo>
                    <a:pt x="30067" y="34770"/>
                  </a:lnTo>
                  <a:lnTo>
                    <a:pt x="30916" y="37613"/>
                  </a:lnTo>
                  <a:lnTo>
                    <a:pt x="30225" y="43484"/>
                  </a:lnTo>
                  <a:lnTo>
                    <a:pt x="45561" y="47615"/>
                  </a:lnTo>
                  <a:lnTo>
                    <a:pt x="49336" y="47304"/>
                  </a:lnTo>
                  <a:lnTo>
                    <a:pt x="54060" y="40717"/>
                  </a:lnTo>
                  <a:lnTo>
                    <a:pt x="55768" y="39387"/>
                  </a:lnTo>
                  <a:lnTo>
                    <a:pt x="68356" y="52919"/>
                  </a:lnTo>
                  <a:lnTo>
                    <a:pt x="76354" y="61516"/>
                  </a:lnTo>
                  <a:lnTo>
                    <a:pt x="72498" y="61790"/>
                  </a:lnTo>
                  <a:lnTo>
                    <a:pt x="72483" y="64822"/>
                  </a:lnTo>
                  <a:lnTo>
                    <a:pt x="66150" y="62960"/>
                  </a:lnTo>
                  <a:lnTo>
                    <a:pt x="60554" y="59592"/>
                  </a:lnTo>
                  <a:lnTo>
                    <a:pt x="58497" y="56957"/>
                  </a:lnTo>
                  <a:lnTo>
                    <a:pt x="48644" y="56712"/>
                  </a:lnTo>
                  <a:lnTo>
                    <a:pt x="44720" y="65200"/>
                  </a:lnTo>
                  <a:lnTo>
                    <a:pt x="44713" y="66534"/>
                  </a:lnTo>
                  <a:lnTo>
                    <a:pt x="43331" y="66918"/>
                  </a:lnTo>
                  <a:lnTo>
                    <a:pt x="41774" y="69004"/>
                  </a:lnTo>
                  <a:lnTo>
                    <a:pt x="41200" y="72263"/>
                  </a:lnTo>
                  <a:lnTo>
                    <a:pt x="35208" y="72106"/>
                  </a:lnTo>
                  <a:lnTo>
                    <a:pt x="35403" y="66906"/>
                  </a:lnTo>
                  <a:lnTo>
                    <a:pt x="34014" y="66937"/>
                  </a:lnTo>
                  <a:lnTo>
                    <a:pt x="31449" y="68059"/>
                  </a:lnTo>
                  <a:lnTo>
                    <a:pt x="30121" y="69662"/>
                  </a:lnTo>
                  <a:lnTo>
                    <a:pt x="18964" y="70395"/>
                  </a:lnTo>
                  <a:lnTo>
                    <a:pt x="4992" y="76561"/>
                  </a:lnTo>
                  <a:lnTo>
                    <a:pt x="4255" y="75600"/>
                  </a:lnTo>
                  <a:lnTo>
                    <a:pt x="3064" y="63583"/>
                  </a:lnTo>
                  <a:lnTo>
                    <a:pt x="3247" y="56956"/>
                  </a:lnTo>
                  <a:lnTo>
                    <a:pt x="235" y="45734"/>
                  </a:lnTo>
                  <a:lnTo>
                    <a:pt x="0" y="42688"/>
                  </a:lnTo>
                  <a:lnTo>
                    <a:pt x="4809" y="25200"/>
                  </a:lnTo>
                  <a:lnTo>
                    <a:pt x="4400" y="16060"/>
                  </a:lnTo>
                  <a:lnTo>
                    <a:pt x="7986" y="9649"/>
                  </a:lnTo>
                  <a:lnTo>
                    <a:pt x="7991" y="8782"/>
                  </a:lnTo>
                  <a:lnTo>
                    <a:pt x="7136" y="8378"/>
                  </a:lnTo>
                  <a:lnTo>
                    <a:pt x="6626" y="5099"/>
                  </a:lnTo>
                  <a:lnTo>
                    <a:pt x="7572" y="412"/>
                  </a:lnTo>
                  <a:lnTo>
                    <a:pt x="10362" y="0"/>
                  </a:lnTo>
                  <a:lnTo>
                    <a:pt x="11039" y="1173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h164"/>
            <p:cNvSpPr/>
            <p:nvPr/>
          </p:nvSpPr>
          <p:spPr>
            <a:xfrm>
              <a:off x="3472321" y="2762996"/>
              <a:ext cx="1258" cy="6495"/>
            </a:xfrm>
            <a:custGeom>
              <a:avLst/>
              <a:pathLst>
                <a:path w="1258" h="6495">
                  <a:moveTo>
                    <a:pt x="0" y="4205"/>
                  </a:moveTo>
                  <a:lnTo>
                    <a:pt x="627" y="0"/>
                  </a:lnTo>
                  <a:lnTo>
                    <a:pt x="1258" y="1005"/>
                  </a:lnTo>
                  <a:lnTo>
                    <a:pt x="846" y="3755"/>
                  </a:lnTo>
                  <a:lnTo>
                    <a:pt x="1009" y="649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h165"/>
            <p:cNvSpPr/>
            <p:nvPr/>
          </p:nvSpPr>
          <p:spPr>
            <a:xfrm>
              <a:off x="3472921" y="2762359"/>
              <a:ext cx="964" cy="1713"/>
            </a:xfrm>
            <a:custGeom>
              <a:avLst/>
              <a:pathLst>
                <a:path w="964" h="1713">
                  <a:moveTo>
                    <a:pt x="964" y="1713"/>
                  </a:moveTo>
                  <a:lnTo>
                    <a:pt x="0" y="0"/>
                  </a:lnTo>
                  <a:lnTo>
                    <a:pt x="905" y="27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h166"/>
            <p:cNvSpPr/>
            <p:nvPr/>
          </p:nvSpPr>
          <p:spPr>
            <a:xfrm>
              <a:off x="3473051" y="2758073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h167"/>
            <p:cNvSpPr/>
            <p:nvPr/>
          </p:nvSpPr>
          <p:spPr>
            <a:xfrm>
              <a:off x="3521613" y="2931505"/>
              <a:ext cx="128648" cy="166400"/>
            </a:xfrm>
            <a:custGeom>
              <a:avLst/>
              <a:pathLst>
                <a:path w="128648" h="166400">
                  <a:moveTo>
                    <a:pt x="77291" y="177"/>
                  </a:moveTo>
                  <a:lnTo>
                    <a:pt x="79761" y="23935"/>
                  </a:lnTo>
                  <a:lnTo>
                    <a:pt x="107236" y="20998"/>
                  </a:lnTo>
                  <a:lnTo>
                    <a:pt x="107270" y="24519"/>
                  </a:lnTo>
                  <a:lnTo>
                    <a:pt x="108639" y="30867"/>
                  </a:lnTo>
                  <a:lnTo>
                    <a:pt x="117669" y="29538"/>
                  </a:lnTo>
                  <a:lnTo>
                    <a:pt x="119442" y="43908"/>
                  </a:lnTo>
                  <a:lnTo>
                    <a:pt x="118782" y="46383"/>
                  </a:lnTo>
                  <a:lnTo>
                    <a:pt x="122032" y="80173"/>
                  </a:lnTo>
                  <a:lnTo>
                    <a:pt x="124842" y="79972"/>
                  </a:lnTo>
                  <a:lnTo>
                    <a:pt x="126018" y="87623"/>
                  </a:lnTo>
                  <a:lnTo>
                    <a:pt x="124095" y="87833"/>
                  </a:lnTo>
                  <a:lnTo>
                    <a:pt x="125743" y="98720"/>
                  </a:lnTo>
                  <a:lnTo>
                    <a:pt x="123550" y="98898"/>
                  </a:lnTo>
                  <a:lnTo>
                    <a:pt x="123596" y="107546"/>
                  </a:lnTo>
                  <a:lnTo>
                    <a:pt x="125290" y="107054"/>
                  </a:lnTo>
                  <a:lnTo>
                    <a:pt x="126105" y="116366"/>
                  </a:lnTo>
                  <a:lnTo>
                    <a:pt x="119622" y="117090"/>
                  </a:lnTo>
                  <a:lnTo>
                    <a:pt x="120022" y="124404"/>
                  </a:lnTo>
                  <a:lnTo>
                    <a:pt x="126632" y="123911"/>
                  </a:lnTo>
                  <a:lnTo>
                    <a:pt x="126854" y="126856"/>
                  </a:lnTo>
                  <a:lnTo>
                    <a:pt x="125197" y="131700"/>
                  </a:lnTo>
                  <a:lnTo>
                    <a:pt x="120196" y="131841"/>
                  </a:lnTo>
                  <a:lnTo>
                    <a:pt x="120422" y="135227"/>
                  </a:lnTo>
                  <a:lnTo>
                    <a:pt x="121007" y="139794"/>
                  </a:lnTo>
                  <a:lnTo>
                    <a:pt x="127122" y="139304"/>
                  </a:lnTo>
                  <a:lnTo>
                    <a:pt x="127289" y="140890"/>
                  </a:lnTo>
                  <a:lnTo>
                    <a:pt x="128648" y="155706"/>
                  </a:lnTo>
                  <a:lnTo>
                    <a:pt x="4033" y="166400"/>
                  </a:lnTo>
                  <a:lnTo>
                    <a:pt x="2339" y="131900"/>
                  </a:lnTo>
                  <a:lnTo>
                    <a:pt x="1601" y="124536"/>
                  </a:lnTo>
                  <a:lnTo>
                    <a:pt x="226" y="124664"/>
                  </a:lnTo>
                  <a:lnTo>
                    <a:pt x="0" y="121508"/>
                  </a:lnTo>
                  <a:lnTo>
                    <a:pt x="18861" y="119307"/>
                  </a:lnTo>
                  <a:lnTo>
                    <a:pt x="19059" y="115542"/>
                  </a:lnTo>
                  <a:lnTo>
                    <a:pt x="17865" y="96295"/>
                  </a:lnTo>
                  <a:lnTo>
                    <a:pt x="15408" y="96426"/>
                  </a:lnTo>
                  <a:lnTo>
                    <a:pt x="15520" y="87220"/>
                  </a:lnTo>
                  <a:lnTo>
                    <a:pt x="8709" y="88195"/>
                  </a:lnTo>
                  <a:lnTo>
                    <a:pt x="6496" y="87069"/>
                  </a:lnTo>
                  <a:lnTo>
                    <a:pt x="5470" y="83057"/>
                  </a:lnTo>
                  <a:lnTo>
                    <a:pt x="5076" y="77351"/>
                  </a:lnTo>
                  <a:lnTo>
                    <a:pt x="1765" y="77541"/>
                  </a:lnTo>
                  <a:lnTo>
                    <a:pt x="742" y="73906"/>
                  </a:lnTo>
                  <a:lnTo>
                    <a:pt x="1354" y="67865"/>
                  </a:lnTo>
                  <a:lnTo>
                    <a:pt x="3713" y="64198"/>
                  </a:lnTo>
                  <a:lnTo>
                    <a:pt x="7486" y="64258"/>
                  </a:lnTo>
                  <a:lnTo>
                    <a:pt x="7559" y="61406"/>
                  </a:lnTo>
                  <a:lnTo>
                    <a:pt x="4717" y="61386"/>
                  </a:lnTo>
                  <a:lnTo>
                    <a:pt x="4711" y="56915"/>
                  </a:lnTo>
                  <a:lnTo>
                    <a:pt x="9243" y="56979"/>
                  </a:lnTo>
                  <a:lnTo>
                    <a:pt x="9212" y="58201"/>
                  </a:lnTo>
                  <a:lnTo>
                    <a:pt x="15418" y="58362"/>
                  </a:lnTo>
                  <a:lnTo>
                    <a:pt x="16343" y="28326"/>
                  </a:lnTo>
                  <a:lnTo>
                    <a:pt x="13110" y="24392"/>
                  </a:lnTo>
                  <a:lnTo>
                    <a:pt x="1785" y="25095"/>
                  </a:lnTo>
                  <a:lnTo>
                    <a:pt x="2334" y="22808"/>
                  </a:lnTo>
                  <a:lnTo>
                    <a:pt x="2038" y="18951"/>
                  </a:lnTo>
                  <a:lnTo>
                    <a:pt x="20410" y="20494"/>
                  </a:lnTo>
                  <a:lnTo>
                    <a:pt x="18888" y="17048"/>
                  </a:lnTo>
                  <a:lnTo>
                    <a:pt x="27864" y="19253"/>
                  </a:lnTo>
                  <a:lnTo>
                    <a:pt x="27885" y="19717"/>
                  </a:lnTo>
                  <a:lnTo>
                    <a:pt x="45010" y="17418"/>
                  </a:lnTo>
                  <a:lnTo>
                    <a:pt x="45271" y="13449"/>
                  </a:lnTo>
                  <a:lnTo>
                    <a:pt x="66111" y="12233"/>
                  </a:lnTo>
                  <a:lnTo>
                    <a:pt x="6645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h168"/>
            <p:cNvSpPr/>
            <p:nvPr/>
          </p:nvSpPr>
          <p:spPr>
            <a:xfrm>
              <a:off x="3430765" y="2955898"/>
              <a:ext cx="109908" cy="100646"/>
            </a:xfrm>
            <a:custGeom>
              <a:avLst/>
              <a:pathLst>
                <a:path w="109908" h="100646">
                  <a:moveTo>
                    <a:pt x="107191" y="3933"/>
                  </a:moveTo>
                  <a:lnTo>
                    <a:pt x="106266" y="33969"/>
                  </a:lnTo>
                  <a:lnTo>
                    <a:pt x="100060" y="33808"/>
                  </a:lnTo>
                  <a:lnTo>
                    <a:pt x="100091" y="32586"/>
                  </a:lnTo>
                  <a:lnTo>
                    <a:pt x="95559" y="32523"/>
                  </a:lnTo>
                  <a:lnTo>
                    <a:pt x="95566" y="36993"/>
                  </a:lnTo>
                  <a:lnTo>
                    <a:pt x="98407" y="37013"/>
                  </a:lnTo>
                  <a:lnTo>
                    <a:pt x="98334" y="39865"/>
                  </a:lnTo>
                  <a:lnTo>
                    <a:pt x="94561" y="39805"/>
                  </a:lnTo>
                  <a:lnTo>
                    <a:pt x="92202" y="43472"/>
                  </a:lnTo>
                  <a:lnTo>
                    <a:pt x="91590" y="49513"/>
                  </a:lnTo>
                  <a:lnTo>
                    <a:pt x="92613" y="53148"/>
                  </a:lnTo>
                  <a:lnTo>
                    <a:pt x="95924" y="52958"/>
                  </a:lnTo>
                  <a:lnTo>
                    <a:pt x="96318" y="58664"/>
                  </a:lnTo>
                  <a:lnTo>
                    <a:pt x="97345" y="62676"/>
                  </a:lnTo>
                  <a:lnTo>
                    <a:pt x="99557" y="63802"/>
                  </a:lnTo>
                  <a:lnTo>
                    <a:pt x="106369" y="62827"/>
                  </a:lnTo>
                  <a:lnTo>
                    <a:pt x="106256" y="72033"/>
                  </a:lnTo>
                  <a:lnTo>
                    <a:pt x="108713" y="71902"/>
                  </a:lnTo>
                  <a:lnTo>
                    <a:pt x="109908" y="91149"/>
                  </a:lnTo>
                  <a:lnTo>
                    <a:pt x="109709" y="94914"/>
                  </a:lnTo>
                  <a:lnTo>
                    <a:pt x="90848" y="97115"/>
                  </a:lnTo>
                  <a:lnTo>
                    <a:pt x="91074" y="100271"/>
                  </a:lnTo>
                  <a:lnTo>
                    <a:pt x="87188" y="100646"/>
                  </a:lnTo>
                  <a:lnTo>
                    <a:pt x="86806" y="96815"/>
                  </a:lnTo>
                  <a:lnTo>
                    <a:pt x="70496" y="98319"/>
                  </a:lnTo>
                  <a:lnTo>
                    <a:pt x="66697" y="66089"/>
                  </a:lnTo>
                  <a:lnTo>
                    <a:pt x="66764" y="61469"/>
                  </a:lnTo>
                  <a:lnTo>
                    <a:pt x="60822" y="61998"/>
                  </a:lnTo>
                  <a:lnTo>
                    <a:pt x="60896" y="66967"/>
                  </a:lnTo>
                  <a:lnTo>
                    <a:pt x="51579" y="67885"/>
                  </a:lnTo>
                  <a:lnTo>
                    <a:pt x="51722" y="63877"/>
                  </a:lnTo>
                  <a:lnTo>
                    <a:pt x="49112" y="63976"/>
                  </a:lnTo>
                  <a:lnTo>
                    <a:pt x="49229" y="66756"/>
                  </a:lnTo>
                  <a:lnTo>
                    <a:pt x="36643" y="67916"/>
                  </a:lnTo>
                  <a:lnTo>
                    <a:pt x="37916" y="84041"/>
                  </a:lnTo>
                  <a:lnTo>
                    <a:pt x="29237" y="84668"/>
                  </a:lnTo>
                  <a:lnTo>
                    <a:pt x="28989" y="94288"/>
                  </a:lnTo>
                  <a:lnTo>
                    <a:pt x="24936" y="94121"/>
                  </a:lnTo>
                  <a:lnTo>
                    <a:pt x="24952" y="89395"/>
                  </a:lnTo>
                  <a:lnTo>
                    <a:pt x="16575" y="89932"/>
                  </a:lnTo>
                  <a:lnTo>
                    <a:pt x="16387" y="92976"/>
                  </a:lnTo>
                  <a:lnTo>
                    <a:pt x="10853" y="93366"/>
                  </a:lnTo>
                  <a:lnTo>
                    <a:pt x="11488" y="90083"/>
                  </a:lnTo>
                  <a:lnTo>
                    <a:pt x="12498" y="90456"/>
                  </a:lnTo>
                  <a:lnTo>
                    <a:pt x="13444" y="87287"/>
                  </a:lnTo>
                  <a:lnTo>
                    <a:pt x="10754" y="86289"/>
                  </a:lnTo>
                  <a:lnTo>
                    <a:pt x="9673" y="88437"/>
                  </a:lnTo>
                  <a:lnTo>
                    <a:pt x="6297" y="88410"/>
                  </a:lnTo>
                  <a:lnTo>
                    <a:pt x="3322" y="85631"/>
                  </a:lnTo>
                  <a:lnTo>
                    <a:pt x="3072" y="84155"/>
                  </a:lnTo>
                  <a:lnTo>
                    <a:pt x="4222" y="84281"/>
                  </a:lnTo>
                  <a:lnTo>
                    <a:pt x="4314" y="80358"/>
                  </a:lnTo>
                  <a:lnTo>
                    <a:pt x="3152" y="80392"/>
                  </a:lnTo>
                  <a:lnTo>
                    <a:pt x="0" y="77841"/>
                  </a:lnTo>
                  <a:lnTo>
                    <a:pt x="2001" y="69398"/>
                  </a:lnTo>
                  <a:lnTo>
                    <a:pt x="2175" y="63467"/>
                  </a:lnTo>
                  <a:lnTo>
                    <a:pt x="4627" y="56894"/>
                  </a:lnTo>
                  <a:lnTo>
                    <a:pt x="3410" y="50910"/>
                  </a:lnTo>
                  <a:lnTo>
                    <a:pt x="3588" y="48594"/>
                  </a:lnTo>
                  <a:lnTo>
                    <a:pt x="7877" y="48109"/>
                  </a:lnTo>
                  <a:lnTo>
                    <a:pt x="12574" y="48596"/>
                  </a:lnTo>
                  <a:lnTo>
                    <a:pt x="13404" y="45511"/>
                  </a:lnTo>
                  <a:lnTo>
                    <a:pt x="20462" y="43820"/>
                  </a:lnTo>
                  <a:lnTo>
                    <a:pt x="22876" y="40481"/>
                  </a:lnTo>
                  <a:lnTo>
                    <a:pt x="23574" y="36859"/>
                  </a:lnTo>
                  <a:lnTo>
                    <a:pt x="21680" y="35079"/>
                  </a:lnTo>
                  <a:lnTo>
                    <a:pt x="17887" y="35012"/>
                  </a:lnTo>
                  <a:lnTo>
                    <a:pt x="17994" y="30449"/>
                  </a:lnTo>
                  <a:lnTo>
                    <a:pt x="18890" y="30442"/>
                  </a:lnTo>
                  <a:lnTo>
                    <a:pt x="19543" y="26555"/>
                  </a:lnTo>
                  <a:lnTo>
                    <a:pt x="16315" y="26399"/>
                  </a:lnTo>
                  <a:lnTo>
                    <a:pt x="16398" y="22944"/>
                  </a:lnTo>
                  <a:lnTo>
                    <a:pt x="19048" y="21432"/>
                  </a:lnTo>
                  <a:lnTo>
                    <a:pt x="21986" y="22517"/>
                  </a:lnTo>
                  <a:lnTo>
                    <a:pt x="25780" y="26431"/>
                  </a:lnTo>
                  <a:lnTo>
                    <a:pt x="29606" y="22525"/>
                  </a:lnTo>
                  <a:lnTo>
                    <a:pt x="30926" y="22893"/>
                  </a:lnTo>
                  <a:lnTo>
                    <a:pt x="30183" y="36289"/>
                  </a:lnTo>
                  <a:lnTo>
                    <a:pt x="40079" y="40137"/>
                  </a:lnTo>
                  <a:lnTo>
                    <a:pt x="56614" y="41946"/>
                  </a:lnTo>
                  <a:lnTo>
                    <a:pt x="54981" y="54409"/>
                  </a:lnTo>
                  <a:lnTo>
                    <a:pt x="61812" y="54107"/>
                  </a:lnTo>
                  <a:lnTo>
                    <a:pt x="61126" y="26261"/>
                  </a:lnTo>
                  <a:lnTo>
                    <a:pt x="78591" y="26259"/>
                  </a:lnTo>
                  <a:lnTo>
                    <a:pt x="78819" y="14319"/>
                  </a:lnTo>
                  <a:lnTo>
                    <a:pt x="87652" y="13699"/>
                  </a:lnTo>
                  <a:lnTo>
                    <a:pt x="88268" y="6895"/>
                  </a:lnTo>
                  <a:lnTo>
                    <a:pt x="92943" y="2650"/>
                  </a:lnTo>
                  <a:lnTo>
                    <a:pt x="92633" y="702"/>
                  </a:lnTo>
                  <a:lnTo>
                    <a:pt x="1039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h169"/>
            <p:cNvSpPr/>
            <p:nvPr/>
          </p:nvSpPr>
          <p:spPr>
            <a:xfrm>
              <a:off x="3475681" y="2823495"/>
              <a:ext cx="58321" cy="38633"/>
            </a:xfrm>
            <a:custGeom>
              <a:avLst/>
              <a:pathLst>
                <a:path w="58321" h="38633">
                  <a:moveTo>
                    <a:pt x="13824" y="905"/>
                  </a:moveTo>
                  <a:lnTo>
                    <a:pt x="25897" y="5451"/>
                  </a:lnTo>
                  <a:lnTo>
                    <a:pt x="35655" y="5441"/>
                  </a:lnTo>
                  <a:lnTo>
                    <a:pt x="36209" y="12957"/>
                  </a:lnTo>
                  <a:lnTo>
                    <a:pt x="38137" y="13121"/>
                  </a:lnTo>
                  <a:lnTo>
                    <a:pt x="38515" y="11338"/>
                  </a:lnTo>
                  <a:lnTo>
                    <a:pt x="43199" y="9374"/>
                  </a:lnTo>
                  <a:lnTo>
                    <a:pt x="46266" y="11827"/>
                  </a:lnTo>
                  <a:lnTo>
                    <a:pt x="56191" y="14670"/>
                  </a:lnTo>
                  <a:lnTo>
                    <a:pt x="57011" y="22504"/>
                  </a:lnTo>
                  <a:lnTo>
                    <a:pt x="58000" y="25619"/>
                  </a:lnTo>
                  <a:lnTo>
                    <a:pt x="53099" y="24501"/>
                  </a:lnTo>
                  <a:lnTo>
                    <a:pt x="53685" y="31383"/>
                  </a:lnTo>
                  <a:lnTo>
                    <a:pt x="57278" y="31694"/>
                  </a:lnTo>
                  <a:lnTo>
                    <a:pt x="58054" y="30513"/>
                  </a:lnTo>
                  <a:lnTo>
                    <a:pt x="58321" y="38134"/>
                  </a:lnTo>
                  <a:lnTo>
                    <a:pt x="56069" y="38083"/>
                  </a:lnTo>
                  <a:lnTo>
                    <a:pt x="55354" y="35247"/>
                  </a:lnTo>
                  <a:lnTo>
                    <a:pt x="51745" y="34258"/>
                  </a:lnTo>
                  <a:lnTo>
                    <a:pt x="50864" y="38053"/>
                  </a:lnTo>
                  <a:lnTo>
                    <a:pt x="45867" y="36681"/>
                  </a:lnTo>
                  <a:lnTo>
                    <a:pt x="41521" y="36939"/>
                  </a:lnTo>
                  <a:lnTo>
                    <a:pt x="37531" y="38572"/>
                  </a:lnTo>
                  <a:lnTo>
                    <a:pt x="35119" y="38633"/>
                  </a:lnTo>
                  <a:lnTo>
                    <a:pt x="34703" y="38445"/>
                  </a:lnTo>
                  <a:lnTo>
                    <a:pt x="37465" y="35324"/>
                  </a:lnTo>
                  <a:lnTo>
                    <a:pt x="34083" y="32701"/>
                  </a:lnTo>
                  <a:lnTo>
                    <a:pt x="31362" y="33525"/>
                  </a:lnTo>
                  <a:lnTo>
                    <a:pt x="29123" y="32325"/>
                  </a:lnTo>
                  <a:lnTo>
                    <a:pt x="30892" y="28958"/>
                  </a:lnTo>
                  <a:lnTo>
                    <a:pt x="30346" y="25531"/>
                  </a:lnTo>
                  <a:lnTo>
                    <a:pt x="28173" y="27580"/>
                  </a:lnTo>
                  <a:lnTo>
                    <a:pt x="26565" y="28175"/>
                  </a:lnTo>
                  <a:lnTo>
                    <a:pt x="23844" y="27923"/>
                  </a:lnTo>
                  <a:lnTo>
                    <a:pt x="22051" y="22802"/>
                  </a:lnTo>
                  <a:lnTo>
                    <a:pt x="17268" y="20647"/>
                  </a:lnTo>
                  <a:lnTo>
                    <a:pt x="13939" y="20315"/>
                  </a:lnTo>
                  <a:lnTo>
                    <a:pt x="13019" y="20650"/>
                  </a:lnTo>
                  <a:lnTo>
                    <a:pt x="13001" y="21856"/>
                  </a:lnTo>
                  <a:lnTo>
                    <a:pt x="6404" y="21580"/>
                  </a:lnTo>
                  <a:lnTo>
                    <a:pt x="3676" y="18794"/>
                  </a:lnTo>
                  <a:lnTo>
                    <a:pt x="3436" y="17527"/>
                  </a:lnTo>
                  <a:lnTo>
                    <a:pt x="4346" y="16644"/>
                  </a:lnTo>
                  <a:lnTo>
                    <a:pt x="4151" y="16019"/>
                  </a:lnTo>
                  <a:lnTo>
                    <a:pt x="510" y="9930"/>
                  </a:lnTo>
                  <a:lnTo>
                    <a:pt x="1405" y="3623"/>
                  </a:lnTo>
                  <a:lnTo>
                    <a:pt x="0" y="246"/>
                  </a:lnTo>
                  <a:lnTo>
                    <a:pt x="5631" y="0"/>
                  </a:lnTo>
                  <a:lnTo>
                    <a:pt x="5628" y="1905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h170"/>
            <p:cNvSpPr/>
            <p:nvPr/>
          </p:nvSpPr>
          <p:spPr>
            <a:xfrm>
              <a:off x="2277968" y="2046740"/>
              <a:ext cx="61475" cy="66969"/>
            </a:xfrm>
            <a:custGeom>
              <a:avLst/>
              <a:pathLst>
                <a:path w="61475" h="66969">
                  <a:moveTo>
                    <a:pt x="47000" y="2196"/>
                  </a:moveTo>
                  <a:lnTo>
                    <a:pt x="48670" y="3531"/>
                  </a:lnTo>
                  <a:lnTo>
                    <a:pt x="61475" y="6997"/>
                  </a:lnTo>
                  <a:lnTo>
                    <a:pt x="60449" y="15678"/>
                  </a:lnTo>
                  <a:lnTo>
                    <a:pt x="61151" y="19614"/>
                  </a:lnTo>
                  <a:lnTo>
                    <a:pt x="60936" y="35547"/>
                  </a:lnTo>
                  <a:lnTo>
                    <a:pt x="55821" y="41135"/>
                  </a:lnTo>
                  <a:lnTo>
                    <a:pt x="53969" y="46948"/>
                  </a:lnTo>
                  <a:lnTo>
                    <a:pt x="53312" y="49960"/>
                  </a:lnTo>
                  <a:lnTo>
                    <a:pt x="45170" y="58594"/>
                  </a:lnTo>
                  <a:lnTo>
                    <a:pt x="44639" y="57459"/>
                  </a:lnTo>
                  <a:lnTo>
                    <a:pt x="38428" y="44192"/>
                  </a:lnTo>
                  <a:lnTo>
                    <a:pt x="13913" y="66969"/>
                  </a:lnTo>
                  <a:lnTo>
                    <a:pt x="12913" y="64123"/>
                  </a:lnTo>
                  <a:lnTo>
                    <a:pt x="0" y="48949"/>
                  </a:lnTo>
                  <a:lnTo>
                    <a:pt x="11191" y="37308"/>
                  </a:lnTo>
                  <a:lnTo>
                    <a:pt x="18526" y="31952"/>
                  </a:lnTo>
                  <a:lnTo>
                    <a:pt x="20789" y="26779"/>
                  </a:lnTo>
                  <a:lnTo>
                    <a:pt x="13781" y="16755"/>
                  </a:lnTo>
                  <a:lnTo>
                    <a:pt x="12254" y="15782"/>
                  </a:lnTo>
                  <a:lnTo>
                    <a:pt x="7767" y="14803"/>
                  </a:lnTo>
                  <a:lnTo>
                    <a:pt x="5290" y="10093"/>
                  </a:lnTo>
                  <a:lnTo>
                    <a:pt x="17867" y="1320"/>
                  </a:lnTo>
                  <a:lnTo>
                    <a:pt x="19727" y="0"/>
                  </a:lnTo>
                  <a:lnTo>
                    <a:pt x="19992" y="3460"/>
                  </a:lnTo>
                  <a:lnTo>
                    <a:pt x="22523" y="10235"/>
                  </a:lnTo>
                  <a:lnTo>
                    <a:pt x="29808" y="3916"/>
                  </a:lnTo>
                  <a:lnTo>
                    <a:pt x="38688" y="6977"/>
                  </a:lnTo>
                  <a:lnTo>
                    <a:pt x="39701" y="2540"/>
                  </a:lnTo>
                  <a:lnTo>
                    <a:pt x="42842" y="71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h171"/>
            <p:cNvSpPr/>
            <p:nvPr/>
          </p:nvSpPr>
          <p:spPr>
            <a:xfrm>
              <a:off x="2035675" y="2205126"/>
              <a:ext cx="36222" cy="48053"/>
            </a:xfrm>
            <a:custGeom>
              <a:avLst/>
              <a:pathLst>
                <a:path w="36222" h="48053">
                  <a:moveTo>
                    <a:pt x="15529" y="2229"/>
                  </a:moveTo>
                  <a:lnTo>
                    <a:pt x="16420" y="2696"/>
                  </a:lnTo>
                  <a:lnTo>
                    <a:pt x="17485" y="2185"/>
                  </a:lnTo>
                  <a:lnTo>
                    <a:pt x="18087" y="11458"/>
                  </a:lnTo>
                  <a:lnTo>
                    <a:pt x="24845" y="12672"/>
                  </a:lnTo>
                  <a:lnTo>
                    <a:pt x="31482" y="18782"/>
                  </a:lnTo>
                  <a:lnTo>
                    <a:pt x="32672" y="15231"/>
                  </a:lnTo>
                  <a:lnTo>
                    <a:pt x="36222" y="16057"/>
                  </a:lnTo>
                  <a:lnTo>
                    <a:pt x="36041" y="16975"/>
                  </a:lnTo>
                  <a:lnTo>
                    <a:pt x="31433" y="21435"/>
                  </a:lnTo>
                  <a:lnTo>
                    <a:pt x="30781" y="20763"/>
                  </a:lnTo>
                  <a:lnTo>
                    <a:pt x="29211" y="21101"/>
                  </a:lnTo>
                  <a:lnTo>
                    <a:pt x="30583" y="27311"/>
                  </a:lnTo>
                  <a:lnTo>
                    <a:pt x="27450" y="45973"/>
                  </a:lnTo>
                  <a:lnTo>
                    <a:pt x="24387" y="45610"/>
                  </a:lnTo>
                  <a:lnTo>
                    <a:pt x="24370" y="44535"/>
                  </a:lnTo>
                  <a:lnTo>
                    <a:pt x="21552" y="43440"/>
                  </a:lnTo>
                  <a:lnTo>
                    <a:pt x="10588" y="42955"/>
                  </a:lnTo>
                  <a:lnTo>
                    <a:pt x="6115" y="45902"/>
                  </a:lnTo>
                  <a:lnTo>
                    <a:pt x="4247" y="47945"/>
                  </a:lnTo>
                  <a:lnTo>
                    <a:pt x="2870" y="48053"/>
                  </a:lnTo>
                  <a:lnTo>
                    <a:pt x="2433" y="43433"/>
                  </a:lnTo>
                  <a:lnTo>
                    <a:pt x="6794" y="23324"/>
                  </a:lnTo>
                  <a:lnTo>
                    <a:pt x="8104" y="22672"/>
                  </a:lnTo>
                  <a:lnTo>
                    <a:pt x="11448" y="23365"/>
                  </a:lnTo>
                  <a:lnTo>
                    <a:pt x="9846" y="19371"/>
                  </a:lnTo>
                  <a:lnTo>
                    <a:pt x="0" y="17719"/>
                  </a:lnTo>
                  <a:lnTo>
                    <a:pt x="2250" y="15421"/>
                  </a:lnTo>
                  <a:lnTo>
                    <a:pt x="1230" y="9958"/>
                  </a:lnTo>
                  <a:lnTo>
                    <a:pt x="2748" y="7922"/>
                  </a:lnTo>
                  <a:lnTo>
                    <a:pt x="1538" y="6967"/>
                  </a:lnTo>
                  <a:lnTo>
                    <a:pt x="3013" y="5927"/>
                  </a:lnTo>
                  <a:lnTo>
                    <a:pt x="5020" y="4491"/>
                  </a:lnTo>
                  <a:lnTo>
                    <a:pt x="7870" y="8182"/>
                  </a:lnTo>
                  <a:lnTo>
                    <a:pt x="9544" y="8072"/>
                  </a:lnTo>
                  <a:lnTo>
                    <a:pt x="14149" y="2725"/>
                  </a:lnTo>
                  <a:lnTo>
                    <a:pt x="15065" y="34"/>
                  </a:lnTo>
                  <a:lnTo>
                    <a:pt x="158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h172"/>
            <p:cNvSpPr/>
            <p:nvPr/>
          </p:nvSpPr>
          <p:spPr>
            <a:xfrm>
              <a:off x="2233452" y="2052177"/>
              <a:ext cx="65304" cy="43512"/>
            </a:xfrm>
            <a:custGeom>
              <a:avLst/>
              <a:pathLst>
                <a:path w="65304" h="43512">
                  <a:moveTo>
                    <a:pt x="24523" y="5142"/>
                  </a:moveTo>
                  <a:lnTo>
                    <a:pt x="28119" y="6758"/>
                  </a:lnTo>
                  <a:lnTo>
                    <a:pt x="34381" y="2719"/>
                  </a:lnTo>
                  <a:lnTo>
                    <a:pt x="37130" y="6135"/>
                  </a:lnTo>
                  <a:lnTo>
                    <a:pt x="48131" y="2412"/>
                  </a:lnTo>
                  <a:lnTo>
                    <a:pt x="49096" y="5000"/>
                  </a:lnTo>
                  <a:lnTo>
                    <a:pt x="49805" y="4657"/>
                  </a:lnTo>
                  <a:lnTo>
                    <a:pt x="52282" y="9366"/>
                  </a:lnTo>
                  <a:lnTo>
                    <a:pt x="56769" y="10346"/>
                  </a:lnTo>
                  <a:lnTo>
                    <a:pt x="58297" y="11319"/>
                  </a:lnTo>
                  <a:lnTo>
                    <a:pt x="65304" y="21343"/>
                  </a:lnTo>
                  <a:lnTo>
                    <a:pt x="63042" y="26516"/>
                  </a:lnTo>
                  <a:lnTo>
                    <a:pt x="55706" y="31871"/>
                  </a:lnTo>
                  <a:lnTo>
                    <a:pt x="44515" y="43512"/>
                  </a:lnTo>
                  <a:lnTo>
                    <a:pt x="41113" y="40273"/>
                  </a:lnTo>
                  <a:lnTo>
                    <a:pt x="35585" y="37572"/>
                  </a:lnTo>
                  <a:lnTo>
                    <a:pt x="34560" y="30511"/>
                  </a:lnTo>
                  <a:lnTo>
                    <a:pt x="29086" y="26031"/>
                  </a:lnTo>
                  <a:lnTo>
                    <a:pt x="17240" y="29174"/>
                  </a:lnTo>
                  <a:lnTo>
                    <a:pt x="15238" y="27971"/>
                  </a:lnTo>
                  <a:lnTo>
                    <a:pt x="9369" y="27112"/>
                  </a:lnTo>
                  <a:lnTo>
                    <a:pt x="6088" y="29348"/>
                  </a:lnTo>
                  <a:lnTo>
                    <a:pt x="4284" y="29487"/>
                  </a:lnTo>
                  <a:lnTo>
                    <a:pt x="105" y="26316"/>
                  </a:lnTo>
                  <a:lnTo>
                    <a:pt x="0" y="24348"/>
                  </a:lnTo>
                  <a:lnTo>
                    <a:pt x="3422" y="23885"/>
                  </a:lnTo>
                  <a:lnTo>
                    <a:pt x="7673" y="19631"/>
                  </a:lnTo>
                  <a:lnTo>
                    <a:pt x="9124" y="17375"/>
                  </a:lnTo>
                  <a:lnTo>
                    <a:pt x="9841" y="13716"/>
                  </a:lnTo>
                  <a:lnTo>
                    <a:pt x="14565" y="5825"/>
                  </a:lnTo>
                  <a:lnTo>
                    <a:pt x="190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h173"/>
            <p:cNvSpPr/>
            <p:nvPr/>
          </p:nvSpPr>
          <p:spPr>
            <a:xfrm>
              <a:off x="2251517" y="1787229"/>
              <a:ext cx="73824" cy="65753"/>
            </a:xfrm>
            <a:custGeom>
              <a:avLst/>
              <a:pathLst>
                <a:path w="73824" h="65753">
                  <a:moveTo>
                    <a:pt x="57432" y="3877"/>
                  </a:moveTo>
                  <a:lnTo>
                    <a:pt x="60861" y="10161"/>
                  </a:lnTo>
                  <a:lnTo>
                    <a:pt x="60952" y="11452"/>
                  </a:lnTo>
                  <a:lnTo>
                    <a:pt x="59934" y="12919"/>
                  </a:lnTo>
                  <a:lnTo>
                    <a:pt x="60284" y="13431"/>
                  </a:lnTo>
                  <a:lnTo>
                    <a:pt x="65396" y="18301"/>
                  </a:lnTo>
                  <a:lnTo>
                    <a:pt x="69619" y="20162"/>
                  </a:lnTo>
                  <a:lnTo>
                    <a:pt x="70764" y="21516"/>
                  </a:lnTo>
                  <a:lnTo>
                    <a:pt x="73824" y="34884"/>
                  </a:lnTo>
                  <a:lnTo>
                    <a:pt x="73641" y="40520"/>
                  </a:lnTo>
                  <a:lnTo>
                    <a:pt x="65640" y="44121"/>
                  </a:lnTo>
                  <a:lnTo>
                    <a:pt x="61349" y="49635"/>
                  </a:lnTo>
                  <a:lnTo>
                    <a:pt x="63370" y="51912"/>
                  </a:lnTo>
                  <a:lnTo>
                    <a:pt x="61234" y="51454"/>
                  </a:lnTo>
                  <a:lnTo>
                    <a:pt x="54792" y="54898"/>
                  </a:lnTo>
                  <a:lnTo>
                    <a:pt x="52696" y="57267"/>
                  </a:lnTo>
                  <a:lnTo>
                    <a:pt x="53324" y="60066"/>
                  </a:lnTo>
                  <a:lnTo>
                    <a:pt x="46027" y="65753"/>
                  </a:lnTo>
                  <a:lnTo>
                    <a:pt x="35916" y="65073"/>
                  </a:lnTo>
                  <a:lnTo>
                    <a:pt x="31196" y="62380"/>
                  </a:lnTo>
                  <a:lnTo>
                    <a:pt x="26683" y="61031"/>
                  </a:lnTo>
                  <a:lnTo>
                    <a:pt x="20101" y="61303"/>
                  </a:lnTo>
                  <a:lnTo>
                    <a:pt x="23817" y="50981"/>
                  </a:lnTo>
                  <a:lnTo>
                    <a:pt x="24624" y="27906"/>
                  </a:lnTo>
                  <a:lnTo>
                    <a:pt x="0" y="25305"/>
                  </a:lnTo>
                  <a:lnTo>
                    <a:pt x="831" y="12088"/>
                  </a:lnTo>
                  <a:lnTo>
                    <a:pt x="31448" y="15260"/>
                  </a:lnTo>
                  <a:lnTo>
                    <a:pt x="35974" y="14615"/>
                  </a:lnTo>
                  <a:lnTo>
                    <a:pt x="36007" y="11190"/>
                  </a:lnTo>
                  <a:lnTo>
                    <a:pt x="41486" y="11167"/>
                  </a:lnTo>
                  <a:lnTo>
                    <a:pt x="41917" y="10579"/>
                  </a:lnTo>
                  <a:lnTo>
                    <a:pt x="41357" y="8545"/>
                  </a:lnTo>
                  <a:lnTo>
                    <a:pt x="42188" y="6929"/>
                  </a:lnTo>
                  <a:lnTo>
                    <a:pt x="49012" y="6399"/>
                  </a:lnTo>
                  <a:lnTo>
                    <a:pt x="49035" y="8539"/>
                  </a:lnTo>
                  <a:lnTo>
                    <a:pt x="51152" y="8647"/>
                  </a:lnTo>
                  <a:lnTo>
                    <a:pt x="52248" y="6993"/>
                  </a:lnTo>
                  <a:lnTo>
                    <a:pt x="52234" y="5033"/>
                  </a:lnTo>
                  <a:lnTo>
                    <a:pt x="4900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h174"/>
            <p:cNvSpPr/>
            <p:nvPr/>
          </p:nvSpPr>
          <p:spPr>
            <a:xfrm>
              <a:off x="2020173" y="2259034"/>
              <a:ext cx="59033" cy="63104"/>
            </a:xfrm>
            <a:custGeom>
              <a:avLst/>
              <a:pathLst>
                <a:path w="59033" h="63104">
                  <a:moveTo>
                    <a:pt x="12946" y="5644"/>
                  </a:moveTo>
                  <a:lnTo>
                    <a:pt x="17309" y="7491"/>
                  </a:lnTo>
                  <a:lnTo>
                    <a:pt x="17200" y="11783"/>
                  </a:lnTo>
                  <a:lnTo>
                    <a:pt x="33435" y="15319"/>
                  </a:lnTo>
                  <a:lnTo>
                    <a:pt x="33999" y="19384"/>
                  </a:lnTo>
                  <a:lnTo>
                    <a:pt x="41416" y="24650"/>
                  </a:lnTo>
                  <a:lnTo>
                    <a:pt x="43331" y="25233"/>
                  </a:lnTo>
                  <a:lnTo>
                    <a:pt x="43948" y="33561"/>
                  </a:lnTo>
                  <a:lnTo>
                    <a:pt x="45086" y="36119"/>
                  </a:lnTo>
                  <a:lnTo>
                    <a:pt x="49595" y="40266"/>
                  </a:lnTo>
                  <a:lnTo>
                    <a:pt x="50299" y="43114"/>
                  </a:lnTo>
                  <a:lnTo>
                    <a:pt x="48605" y="47487"/>
                  </a:lnTo>
                  <a:lnTo>
                    <a:pt x="59033" y="54730"/>
                  </a:lnTo>
                  <a:lnTo>
                    <a:pt x="59026" y="58655"/>
                  </a:lnTo>
                  <a:lnTo>
                    <a:pt x="55083" y="60705"/>
                  </a:lnTo>
                  <a:lnTo>
                    <a:pt x="55535" y="62856"/>
                  </a:lnTo>
                  <a:lnTo>
                    <a:pt x="54059" y="63104"/>
                  </a:lnTo>
                  <a:lnTo>
                    <a:pt x="44263" y="59621"/>
                  </a:lnTo>
                  <a:lnTo>
                    <a:pt x="26354" y="42594"/>
                  </a:lnTo>
                  <a:lnTo>
                    <a:pt x="27866" y="40490"/>
                  </a:lnTo>
                  <a:lnTo>
                    <a:pt x="27750" y="38875"/>
                  </a:lnTo>
                  <a:lnTo>
                    <a:pt x="24799" y="35891"/>
                  </a:lnTo>
                  <a:lnTo>
                    <a:pt x="24960" y="32681"/>
                  </a:lnTo>
                  <a:lnTo>
                    <a:pt x="25787" y="31993"/>
                  </a:lnTo>
                  <a:lnTo>
                    <a:pt x="22826" y="29095"/>
                  </a:lnTo>
                  <a:lnTo>
                    <a:pt x="15634" y="25205"/>
                  </a:lnTo>
                  <a:lnTo>
                    <a:pt x="11166" y="16815"/>
                  </a:lnTo>
                  <a:lnTo>
                    <a:pt x="8075" y="14480"/>
                  </a:lnTo>
                  <a:lnTo>
                    <a:pt x="0" y="5239"/>
                  </a:lnTo>
                  <a:lnTo>
                    <a:pt x="1371" y="1071"/>
                  </a:lnTo>
                  <a:lnTo>
                    <a:pt x="4262" y="5257"/>
                  </a:lnTo>
                  <a:lnTo>
                    <a:pt x="6663" y="5008"/>
                  </a:lnTo>
                  <a:lnTo>
                    <a:pt x="3890" y="2371"/>
                  </a:lnTo>
                  <a:lnTo>
                    <a:pt x="7033" y="0"/>
                  </a:lnTo>
                  <a:lnTo>
                    <a:pt x="8450" y="240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h175"/>
            <p:cNvSpPr/>
            <p:nvPr/>
          </p:nvSpPr>
          <p:spPr>
            <a:xfrm>
              <a:off x="2021859" y="2215085"/>
              <a:ext cx="25264" cy="33474"/>
            </a:xfrm>
            <a:custGeom>
              <a:avLst/>
              <a:pathLst>
                <a:path w="25264" h="33474">
                  <a:moveTo>
                    <a:pt x="23662" y="9412"/>
                  </a:moveTo>
                  <a:lnTo>
                    <a:pt x="25264" y="13406"/>
                  </a:lnTo>
                  <a:lnTo>
                    <a:pt x="21920" y="12713"/>
                  </a:lnTo>
                  <a:lnTo>
                    <a:pt x="20610" y="13365"/>
                  </a:lnTo>
                  <a:lnTo>
                    <a:pt x="16249" y="33474"/>
                  </a:lnTo>
                  <a:lnTo>
                    <a:pt x="13264" y="32694"/>
                  </a:lnTo>
                  <a:lnTo>
                    <a:pt x="10953" y="30515"/>
                  </a:lnTo>
                  <a:lnTo>
                    <a:pt x="0" y="18038"/>
                  </a:lnTo>
                  <a:lnTo>
                    <a:pt x="4188" y="15773"/>
                  </a:lnTo>
                  <a:lnTo>
                    <a:pt x="9239" y="6097"/>
                  </a:lnTo>
                  <a:lnTo>
                    <a:pt x="11706" y="6034"/>
                  </a:lnTo>
                  <a:lnTo>
                    <a:pt x="15046" y="0"/>
                  </a:lnTo>
                  <a:lnTo>
                    <a:pt x="16067" y="5462"/>
                  </a:lnTo>
                  <a:lnTo>
                    <a:pt x="13816" y="776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h176"/>
            <p:cNvSpPr/>
            <p:nvPr/>
          </p:nvSpPr>
          <p:spPr>
            <a:xfrm>
              <a:off x="2360980" y="1928551"/>
              <a:ext cx="50857" cy="56597"/>
            </a:xfrm>
            <a:custGeom>
              <a:avLst/>
              <a:pathLst>
                <a:path w="50857" h="56597">
                  <a:moveTo>
                    <a:pt x="28723" y="1264"/>
                  </a:moveTo>
                  <a:lnTo>
                    <a:pt x="31857" y="2971"/>
                  </a:lnTo>
                  <a:lnTo>
                    <a:pt x="32999" y="8167"/>
                  </a:lnTo>
                  <a:lnTo>
                    <a:pt x="34861" y="11463"/>
                  </a:lnTo>
                  <a:lnTo>
                    <a:pt x="37789" y="12593"/>
                  </a:lnTo>
                  <a:lnTo>
                    <a:pt x="40402" y="16331"/>
                  </a:lnTo>
                  <a:lnTo>
                    <a:pt x="46648" y="28474"/>
                  </a:lnTo>
                  <a:lnTo>
                    <a:pt x="47525" y="32839"/>
                  </a:lnTo>
                  <a:lnTo>
                    <a:pt x="50015" y="35070"/>
                  </a:lnTo>
                  <a:lnTo>
                    <a:pt x="50857" y="37925"/>
                  </a:lnTo>
                  <a:lnTo>
                    <a:pt x="41531" y="49446"/>
                  </a:lnTo>
                  <a:lnTo>
                    <a:pt x="34606" y="56597"/>
                  </a:lnTo>
                  <a:lnTo>
                    <a:pt x="14195" y="34940"/>
                  </a:lnTo>
                  <a:lnTo>
                    <a:pt x="3924" y="43200"/>
                  </a:lnTo>
                  <a:lnTo>
                    <a:pt x="2570" y="41672"/>
                  </a:lnTo>
                  <a:lnTo>
                    <a:pt x="0" y="31038"/>
                  </a:lnTo>
                  <a:lnTo>
                    <a:pt x="14539" y="28463"/>
                  </a:lnTo>
                  <a:lnTo>
                    <a:pt x="14193" y="15542"/>
                  </a:lnTo>
                  <a:lnTo>
                    <a:pt x="24667" y="13696"/>
                  </a:lnTo>
                  <a:lnTo>
                    <a:pt x="25375" y="12150"/>
                  </a:lnTo>
                  <a:lnTo>
                    <a:pt x="21654" y="4016"/>
                  </a:lnTo>
                  <a:lnTo>
                    <a:pt x="2780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h177"/>
            <p:cNvSpPr/>
            <p:nvPr/>
          </p:nvSpPr>
          <p:spPr>
            <a:xfrm>
              <a:off x="2283854" y="1948107"/>
              <a:ext cx="81051" cy="64161"/>
            </a:xfrm>
            <a:custGeom>
              <a:avLst/>
              <a:pathLst>
                <a:path w="81051" h="64161">
                  <a:moveTo>
                    <a:pt x="10418" y="989"/>
                  </a:moveTo>
                  <a:lnTo>
                    <a:pt x="31531" y="9852"/>
                  </a:lnTo>
                  <a:lnTo>
                    <a:pt x="41440" y="13273"/>
                  </a:lnTo>
                  <a:lnTo>
                    <a:pt x="79697" y="22117"/>
                  </a:lnTo>
                  <a:lnTo>
                    <a:pt x="81051" y="23644"/>
                  </a:lnTo>
                  <a:lnTo>
                    <a:pt x="74278" y="29251"/>
                  </a:lnTo>
                  <a:lnTo>
                    <a:pt x="67010" y="64161"/>
                  </a:lnTo>
                  <a:lnTo>
                    <a:pt x="66371" y="62414"/>
                  </a:lnTo>
                  <a:lnTo>
                    <a:pt x="62763" y="60237"/>
                  </a:lnTo>
                  <a:lnTo>
                    <a:pt x="59004" y="55540"/>
                  </a:lnTo>
                  <a:lnTo>
                    <a:pt x="56412" y="53421"/>
                  </a:lnTo>
                  <a:lnTo>
                    <a:pt x="51924" y="53137"/>
                  </a:lnTo>
                  <a:lnTo>
                    <a:pt x="50992" y="52798"/>
                  </a:lnTo>
                  <a:lnTo>
                    <a:pt x="49999" y="50658"/>
                  </a:lnTo>
                  <a:lnTo>
                    <a:pt x="46372" y="50049"/>
                  </a:lnTo>
                  <a:lnTo>
                    <a:pt x="35123" y="53933"/>
                  </a:lnTo>
                  <a:lnTo>
                    <a:pt x="29108" y="57265"/>
                  </a:lnTo>
                  <a:lnTo>
                    <a:pt x="22283" y="55618"/>
                  </a:lnTo>
                  <a:lnTo>
                    <a:pt x="18792" y="58777"/>
                  </a:lnTo>
                  <a:lnTo>
                    <a:pt x="19497" y="53462"/>
                  </a:lnTo>
                  <a:lnTo>
                    <a:pt x="13246" y="55041"/>
                  </a:lnTo>
                  <a:lnTo>
                    <a:pt x="0" y="41943"/>
                  </a:lnTo>
                  <a:lnTo>
                    <a:pt x="1312" y="34375"/>
                  </a:lnTo>
                  <a:lnTo>
                    <a:pt x="10112" y="28779"/>
                  </a:lnTo>
                  <a:lnTo>
                    <a:pt x="12241" y="29499"/>
                  </a:lnTo>
                  <a:lnTo>
                    <a:pt x="13543" y="31329"/>
                  </a:lnTo>
                  <a:lnTo>
                    <a:pt x="15771" y="31177"/>
                  </a:lnTo>
                  <a:lnTo>
                    <a:pt x="15632" y="21102"/>
                  </a:lnTo>
                  <a:lnTo>
                    <a:pt x="4011" y="12156"/>
                  </a:lnTo>
                  <a:lnTo>
                    <a:pt x="7287" y="9017"/>
                  </a:lnTo>
                  <a:lnTo>
                    <a:pt x="4716" y="7036"/>
                  </a:lnTo>
                  <a:lnTo>
                    <a:pt x="809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h178"/>
            <p:cNvSpPr/>
            <p:nvPr/>
          </p:nvSpPr>
          <p:spPr>
            <a:xfrm>
              <a:off x="2115842" y="1813623"/>
              <a:ext cx="149995" cy="170644"/>
            </a:xfrm>
            <a:custGeom>
              <a:avLst/>
              <a:pathLst>
                <a:path w="149995" h="170644">
                  <a:moveTo>
                    <a:pt x="67489" y="9626"/>
                  </a:moveTo>
                  <a:lnTo>
                    <a:pt x="97047" y="66326"/>
                  </a:lnTo>
                  <a:lnTo>
                    <a:pt x="149995" y="81966"/>
                  </a:lnTo>
                  <a:lnTo>
                    <a:pt x="141187" y="86603"/>
                  </a:lnTo>
                  <a:lnTo>
                    <a:pt x="140748" y="100404"/>
                  </a:lnTo>
                  <a:lnTo>
                    <a:pt x="139337" y="100541"/>
                  </a:lnTo>
                  <a:lnTo>
                    <a:pt x="140069" y="98387"/>
                  </a:lnTo>
                  <a:lnTo>
                    <a:pt x="127976" y="99389"/>
                  </a:lnTo>
                  <a:lnTo>
                    <a:pt x="121379" y="104727"/>
                  </a:lnTo>
                  <a:lnTo>
                    <a:pt x="111567" y="99034"/>
                  </a:lnTo>
                  <a:lnTo>
                    <a:pt x="110023" y="99023"/>
                  </a:lnTo>
                  <a:lnTo>
                    <a:pt x="108050" y="102081"/>
                  </a:lnTo>
                  <a:lnTo>
                    <a:pt x="115989" y="116342"/>
                  </a:lnTo>
                  <a:lnTo>
                    <a:pt x="119851" y="116213"/>
                  </a:lnTo>
                  <a:lnTo>
                    <a:pt x="121069" y="129714"/>
                  </a:lnTo>
                  <a:lnTo>
                    <a:pt x="125818" y="128526"/>
                  </a:lnTo>
                  <a:lnTo>
                    <a:pt x="132673" y="131443"/>
                  </a:lnTo>
                  <a:lnTo>
                    <a:pt x="133277" y="131949"/>
                  </a:lnTo>
                  <a:lnTo>
                    <a:pt x="132506" y="135055"/>
                  </a:lnTo>
                  <a:lnTo>
                    <a:pt x="135308" y="135316"/>
                  </a:lnTo>
                  <a:lnTo>
                    <a:pt x="139744" y="138488"/>
                  </a:lnTo>
                  <a:lnTo>
                    <a:pt x="140252" y="139692"/>
                  </a:lnTo>
                  <a:lnTo>
                    <a:pt x="142039" y="145270"/>
                  </a:lnTo>
                  <a:lnTo>
                    <a:pt x="138174" y="142211"/>
                  </a:lnTo>
                  <a:lnTo>
                    <a:pt x="136276" y="141642"/>
                  </a:lnTo>
                  <a:lnTo>
                    <a:pt x="134474" y="142037"/>
                  </a:lnTo>
                  <a:lnTo>
                    <a:pt x="134713" y="143693"/>
                  </a:lnTo>
                  <a:lnTo>
                    <a:pt x="137020" y="152270"/>
                  </a:lnTo>
                  <a:lnTo>
                    <a:pt x="144836" y="170261"/>
                  </a:lnTo>
                  <a:lnTo>
                    <a:pt x="137448" y="170644"/>
                  </a:lnTo>
                  <a:lnTo>
                    <a:pt x="120240" y="169992"/>
                  </a:lnTo>
                  <a:lnTo>
                    <a:pt x="119369" y="167608"/>
                  </a:lnTo>
                  <a:lnTo>
                    <a:pt x="120071" y="158872"/>
                  </a:lnTo>
                  <a:lnTo>
                    <a:pt x="119549" y="157835"/>
                  </a:lnTo>
                  <a:lnTo>
                    <a:pt x="120155" y="155249"/>
                  </a:lnTo>
                  <a:lnTo>
                    <a:pt x="118058" y="153488"/>
                  </a:lnTo>
                  <a:lnTo>
                    <a:pt x="114175" y="152086"/>
                  </a:lnTo>
                  <a:lnTo>
                    <a:pt x="107191" y="147580"/>
                  </a:lnTo>
                  <a:lnTo>
                    <a:pt x="98765" y="145797"/>
                  </a:lnTo>
                  <a:lnTo>
                    <a:pt x="89217" y="142169"/>
                  </a:lnTo>
                  <a:lnTo>
                    <a:pt x="88074" y="145693"/>
                  </a:lnTo>
                  <a:lnTo>
                    <a:pt x="83640" y="145030"/>
                  </a:lnTo>
                  <a:lnTo>
                    <a:pt x="78624" y="141838"/>
                  </a:lnTo>
                  <a:lnTo>
                    <a:pt x="72034" y="132508"/>
                  </a:lnTo>
                  <a:lnTo>
                    <a:pt x="71483" y="128076"/>
                  </a:lnTo>
                  <a:lnTo>
                    <a:pt x="70034" y="124985"/>
                  </a:lnTo>
                  <a:lnTo>
                    <a:pt x="65431" y="124915"/>
                  </a:lnTo>
                  <a:lnTo>
                    <a:pt x="64107" y="122477"/>
                  </a:lnTo>
                  <a:lnTo>
                    <a:pt x="58331" y="121572"/>
                  </a:lnTo>
                  <a:lnTo>
                    <a:pt x="61035" y="108097"/>
                  </a:lnTo>
                  <a:lnTo>
                    <a:pt x="59671" y="99247"/>
                  </a:lnTo>
                  <a:lnTo>
                    <a:pt x="60185" y="88660"/>
                  </a:lnTo>
                  <a:lnTo>
                    <a:pt x="58959" y="74626"/>
                  </a:lnTo>
                  <a:lnTo>
                    <a:pt x="58042" y="72171"/>
                  </a:lnTo>
                  <a:lnTo>
                    <a:pt x="50447" y="63464"/>
                  </a:lnTo>
                  <a:lnTo>
                    <a:pt x="42955" y="60559"/>
                  </a:lnTo>
                  <a:lnTo>
                    <a:pt x="34344" y="52992"/>
                  </a:lnTo>
                  <a:lnTo>
                    <a:pt x="31551" y="48823"/>
                  </a:lnTo>
                  <a:lnTo>
                    <a:pt x="27041" y="47365"/>
                  </a:lnTo>
                  <a:lnTo>
                    <a:pt x="26974" y="51116"/>
                  </a:lnTo>
                  <a:lnTo>
                    <a:pt x="22629" y="56827"/>
                  </a:lnTo>
                  <a:lnTo>
                    <a:pt x="22731" y="64117"/>
                  </a:lnTo>
                  <a:lnTo>
                    <a:pt x="21221" y="66427"/>
                  </a:lnTo>
                  <a:lnTo>
                    <a:pt x="16643" y="61295"/>
                  </a:lnTo>
                  <a:lnTo>
                    <a:pt x="15875" y="56539"/>
                  </a:lnTo>
                  <a:lnTo>
                    <a:pt x="13886" y="57520"/>
                  </a:lnTo>
                  <a:lnTo>
                    <a:pt x="7179" y="50809"/>
                  </a:lnTo>
                  <a:lnTo>
                    <a:pt x="8960" y="46952"/>
                  </a:lnTo>
                  <a:lnTo>
                    <a:pt x="0" y="43771"/>
                  </a:lnTo>
                  <a:lnTo>
                    <a:pt x="18147" y="11212"/>
                  </a:lnTo>
                  <a:lnTo>
                    <a:pt x="2469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h179"/>
            <p:cNvSpPr/>
            <p:nvPr/>
          </p:nvSpPr>
          <p:spPr>
            <a:xfrm>
              <a:off x="2085397" y="2128831"/>
              <a:ext cx="164876" cy="198340"/>
            </a:xfrm>
            <a:custGeom>
              <a:avLst/>
              <a:pathLst>
                <a:path w="164876" h="198340">
                  <a:moveTo>
                    <a:pt x="93876" y="6800"/>
                  </a:moveTo>
                  <a:lnTo>
                    <a:pt x="103174" y="3577"/>
                  </a:lnTo>
                  <a:lnTo>
                    <a:pt x="104216" y="9273"/>
                  </a:lnTo>
                  <a:lnTo>
                    <a:pt x="110834" y="8915"/>
                  </a:lnTo>
                  <a:lnTo>
                    <a:pt x="111688" y="4433"/>
                  </a:lnTo>
                  <a:lnTo>
                    <a:pt x="113396" y="15617"/>
                  </a:lnTo>
                  <a:lnTo>
                    <a:pt x="118007" y="11536"/>
                  </a:lnTo>
                  <a:lnTo>
                    <a:pt x="119799" y="23574"/>
                  </a:lnTo>
                  <a:lnTo>
                    <a:pt x="111704" y="23643"/>
                  </a:lnTo>
                  <a:lnTo>
                    <a:pt x="112021" y="24709"/>
                  </a:lnTo>
                  <a:lnTo>
                    <a:pt x="108939" y="35028"/>
                  </a:lnTo>
                  <a:lnTo>
                    <a:pt x="118209" y="37215"/>
                  </a:lnTo>
                  <a:lnTo>
                    <a:pt x="119202" y="44107"/>
                  </a:lnTo>
                  <a:lnTo>
                    <a:pt x="122089" y="51768"/>
                  </a:lnTo>
                  <a:lnTo>
                    <a:pt x="117410" y="54079"/>
                  </a:lnTo>
                  <a:lnTo>
                    <a:pt x="117653" y="57124"/>
                  </a:lnTo>
                  <a:lnTo>
                    <a:pt x="122200" y="62179"/>
                  </a:lnTo>
                  <a:lnTo>
                    <a:pt x="122425" y="66240"/>
                  </a:lnTo>
                  <a:lnTo>
                    <a:pt x="123953" y="72295"/>
                  </a:lnTo>
                  <a:lnTo>
                    <a:pt x="123341" y="79863"/>
                  </a:lnTo>
                  <a:lnTo>
                    <a:pt x="121934" y="79650"/>
                  </a:lnTo>
                  <a:lnTo>
                    <a:pt x="120954" y="86012"/>
                  </a:lnTo>
                  <a:lnTo>
                    <a:pt x="114093" y="85188"/>
                  </a:lnTo>
                  <a:lnTo>
                    <a:pt x="111301" y="94840"/>
                  </a:lnTo>
                  <a:lnTo>
                    <a:pt x="111332" y="99467"/>
                  </a:lnTo>
                  <a:lnTo>
                    <a:pt x="118931" y="101970"/>
                  </a:lnTo>
                  <a:lnTo>
                    <a:pt x="120327" y="107357"/>
                  </a:lnTo>
                  <a:lnTo>
                    <a:pt x="124153" y="109261"/>
                  </a:lnTo>
                  <a:lnTo>
                    <a:pt x="130538" y="110202"/>
                  </a:lnTo>
                  <a:lnTo>
                    <a:pt x="129063" y="122157"/>
                  </a:lnTo>
                  <a:lnTo>
                    <a:pt x="126432" y="120483"/>
                  </a:lnTo>
                  <a:lnTo>
                    <a:pt x="125349" y="124808"/>
                  </a:lnTo>
                  <a:lnTo>
                    <a:pt x="127992" y="128341"/>
                  </a:lnTo>
                  <a:lnTo>
                    <a:pt x="132928" y="129011"/>
                  </a:lnTo>
                  <a:lnTo>
                    <a:pt x="138908" y="133877"/>
                  </a:lnTo>
                  <a:lnTo>
                    <a:pt x="138238" y="139659"/>
                  </a:lnTo>
                  <a:lnTo>
                    <a:pt x="141621" y="141879"/>
                  </a:lnTo>
                  <a:lnTo>
                    <a:pt x="139286" y="145578"/>
                  </a:lnTo>
                  <a:lnTo>
                    <a:pt x="138664" y="147206"/>
                  </a:lnTo>
                  <a:lnTo>
                    <a:pt x="140738" y="150132"/>
                  </a:lnTo>
                  <a:lnTo>
                    <a:pt x="141965" y="151125"/>
                  </a:lnTo>
                  <a:lnTo>
                    <a:pt x="145521" y="151813"/>
                  </a:lnTo>
                  <a:lnTo>
                    <a:pt x="144341" y="160774"/>
                  </a:lnTo>
                  <a:lnTo>
                    <a:pt x="147362" y="161117"/>
                  </a:lnTo>
                  <a:lnTo>
                    <a:pt x="147944" y="157378"/>
                  </a:lnTo>
                  <a:lnTo>
                    <a:pt x="156383" y="158396"/>
                  </a:lnTo>
                  <a:lnTo>
                    <a:pt x="156411" y="161743"/>
                  </a:lnTo>
                  <a:lnTo>
                    <a:pt x="159627" y="160919"/>
                  </a:lnTo>
                  <a:lnTo>
                    <a:pt x="159557" y="158576"/>
                  </a:lnTo>
                  <a:lnTo>
                    <a:pt x="164876" y="158432"/>
                  </a:lnTo>
                  <a:lnTo>
                    <a:pt x="163164" y="165312"/>
                  </a:lnTo>
                  <a:lnTo>
                    <a:pt x="158508" y="165442"/>
                  </a:lnTo>
                  <a:lnTo>
                    <a:pt x="158229" y="169078"/>
                  </a:lnTo>
                  <a:lnTo>
                    <a:pt x="157253" y="171579"/>
                  </a:lnTo>
                  <a:lnTo>
                    <a:pt x="148332" y="180590"/>
                  </a:lnTo>
                  <a:lnTo>
                    <a:pt x="149296" y="184985"/>
                  </a:lnTo>
                  <a:lnTo>
                    <a:pt x="144214" y="190337"/>
                  </a:lnTo>
                  <a:lnTo>
                    <a:pt x="142940" y="195574"/>
                  </a:lnTo>
                  <a:lnTo>
                    <a:pt x="140642" y="196341"/>
                  </a:lnTo>
                  <a:lnTo>
                    <a:pt x="141033" y="198340"/>
                  </a:lnTo>
                  <a:lnTo>
                    <a:pt x="138657" y="197801"/>
                  </a:lnTo>
                  <a:lnTo>
                    <a:pt x="136636" y="192845"/>
                  </a:lnTo>
                  <a:lnTo>
                    <a:pt x="140087" y="194149"/>
                  </a:lnTo>
                  <a:lnTo>
                    <a:pt x="140913" y="188688"/>
                  </a:lnTo>
                  <a:lnTo>
                    <a:pt x="134930" y="185703"/>
                  </a:lnTo>
                  <a:lnTo>
                    <a:pt x="131808" y="188182"/>
                  </a:lnTo>
                  <a:lnTo>
                    <a:pt x="122218" y="183975"/>
                  </a:lnTo>
                  <a:lnTo>
                    <a:pt x="115865" y="172491"/>
                  </a:lnTo>
                  <a:lnTo>
                    <a:pt x="114025" y="167087"/>
                  </a:lnTo>
                  <a:lnTo>
                    <a:pt x="88779" y="160781"/>
                  </a:lnTo>
                  <a:lnTo>
                    <a:pt x="71909" y="155081"/>
                  </a:lnTo>
                  <a:lnTo>
                    <a:pt x="65641" y="154264"/>
                  </a:lnTo>
                  <a:lnTo>
                    <a:pt x="47466" y="155324"/>
                  </a:lnTo>
                  <a:lnTo>
                    <a:pt x="39607" y="145142"/>
                  </a:lnTo>
                  <a:lnTo>
                    <a:pt x="37464" y="140582"/>
                  </a:lnTo>
                  <a:lnTo>
                    <a:pt x="32206" y="138510"/>
                  </a:lnTo>
                  <a:lnTo>
                    <a:pt x="22074" y="124638"/>
                  </a:lnTo>
                  <a:lnTo>
                    <a:pt x="21295" y="112745"/>
                  </a:lnTo>
                  <a:lnTo>
                    <a:pt x="12128" y="111378"/>
                  </a:lnTo>
                  <a:lnTo>
                    <a:pt x="13494" y="106414"/>
                  </a:lnTo>
                  <a:lnTo>
                    <a:pt x="0" y="102600"/>
                  </a:lnTo>
                  <a:lnTo>
                    <a:pt x="2065" y="94762"/>
                  </a:lnTo>
                  <a:lnTo>
                    <a:pt x="11870" y="97508"/>
                  </a:lnTo>
                  <a:lnTo>
                    <a:pt x="11050" y="92815"/>
                  </a:lnTo>
                  <a:lnTo>
                    <a:pt x="15196" y="87748"/>
                  </a:lnTo>
                  <a:lnTo>
                    <a:pt x="21598" y="86746"/>
                  </a:lnTo>
                  <a:lnTo>
                    <a:pt x="21687" y="87810"/>
                  </a:lnTo>
                  <a:lnTo>
                    <a:pt x="25239" y="87211"/>
                  </a:lnTo>
                  <a:lnTo>
                    <a:pt x="25146" y="86184"/>
                  </a:lnTo>
                  <a:lnTo>
                    <a:pt x="17808" y="81160"/>
                  </a:lnTo>
                  <a:lnTo>
                    <a:pt x="17765" y="79848"/>
                  </a:lnTo>
                  <a:lnTo>
                    <a:pt x="22488" y="80151"/>
                  </a:lnTo>
                  <a:lnTo>
                    <a:pt x="22462" y="75060"/>
                  </a:lnTo>
                  <a:lnTo>
                    <a:pt x="34667" y="75465"/>
                  </a:lnTo>
                  <a:lnTo>
                    <a:pt x="38965" y="63596"/>
                  </a:lnTo>
                  <a:lnTo>
                    <a:pt x="46568" y="63654"/>
                  </a:lnTo>
                  <a:lnTo>
                    <a:pt x="49441" y="75297"/>
                  </a:lnTo>
                  <a:lnTo>
                    <a:pt x="54547" y="75252"/>
                  </a:lnTo>
                  <a:lnTo>
                    <a:pt x="54742" y="68282"/>
                  </a:lnTo>
                  <a:lnTo>
                    <a:pt x="63179" y="69303"/>
                  </a:lnTo>
                  <a:lnTo>
                    <a:pt x="62779" y="75163"/>
                  </a:lnTo>
                  <a:lnTo>
                    <a:pt x="65294" y="75135"/>
                  </a:lnTo>
                  <a:lnTo>
                    <a:pt x="66047" y="67837"/>
                  </a:lnTo>
                  <a:lnTo>
                    <a:pt x="70257" y="57455"/>
                  </a:lnTo>
                  <a:lnTo>
                    <a:pt x="68213" y="55556"/>
                  </a:lnTo>
                  <a:lnTo>
                    <a:pt x="73116" y="43837"/>
                  </a:lnTo>
                  <a:lnTo>
                    <a:pt x="75876" y="44727"/>
                  </a:lnTo>
                  <a:lnTo>
                    <a:pt x="89770" y="44882"/>
                  </a:lnTo>
                  <a:lnTo>
                    <a:pt x="92256" y="40409"/>
                  </a:lnTo>
                  <a:lnTo>
                    <a:pt x="93959" y="38987"/>
                  </a:lnTo>
                  <a:lnTo>
                    <a:pt x="106985" y="45167"/>
                  </a:lnTo>
                  <a:lnTo>
                    <a:pt x="111724" y="41626"/>
                  </a:lnTo>
                  <a:lnTo>
                    <a:pt x="108133" y="38618"/>
                  </a:lnTo>
                  <a:lnTo>
                    <a:pt x="105095" y="38775"/>
                  </a:lnTo>
                  <a:lnTo>
                    <a:pt x="106583" y="31932"/>
                  </a:lnTo>
                  <a:lnTo>
                    <a:pt x="104341" y="27112"/>
                  </a:lnTo>
                  <a:lnTo>
                    <a:pt x="99573" y="21236"/>
                  </a:lnTo>
                  <a:lnTo>
                    <a:pt x="95295" y="17525"/>
                  </a:lnTo>
                  <a:lnTo>
                    <a:pt x="91878" y="11721"/>
                  </a:lnTo>
                  <a:lnTo>
                    <a:pt x="8151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h180"/>
            <p:cNvSpPr/>
            <p:nvPr/>
          </p:nvSpPr>
          <p:spPr>
            <a:xfrm>
              <a:off x="2224794" y="1972496"/>
              <a:ext cx="126069" cy="84480"/>
            </a:xfrm>
            <a:custGeom>
              <a:avLst/>
              <a:pathLst>
                <a:path w="126069" h="84480">
                  <a:moveTo>
                    <a:pt x="10417" y="8736"/>
                  </a:moveTo>
                  <a:lnTo>
                    <a:pt x="11288" y="11120"/>
                  </a:lnTo>
                  <a:lnTo>
                    <a:pt x="28496" y="11772"/>
                  </a:lnTo>
                  <a:lnTo>
                    <a:pt x="35884" y="11388"/>
                  </a:lnTo>
                  <a:lnTo>
                    <a:pt x="60371" y="9986"/>
                  </a:lnTo>
                  <a:lnTo>
                    <a:pt x="59059" y="17555"/>
                  </a:lnTo>
                  <a:lnTo>
                    <a:pt x="72305" y="30652"/>
                  </a:lnTo>
                  <a:lnTo>
                    <a:pt x="78556" y="29073"/>
                  </a:lnTo>
                  <a:lnTo>
                    <a:pt x="77851" y="34389"/>
                  </a:lnTo>
                  <a:lnTo>
                    <a:pt x="81343" y="31229"/>
                  </a:lnTo>
                  <a:lnTo>
                    <a:pt x="88167" y="32876"/>
                  </a:lnTo>
                  <a:lnTo>
                    <a:pt x="94182" y="29544"/>
                  </a:lnTo>
                  <a:lnTo>
                    <a:pt x="105431" y="25660"/>
                  </a:lnTo>
                  <a:lnTo>
                    <a:pt x="109058" y="26269"/>
                  </a:lnTo>
                  <a:lnTo>
                    <a:pt x="110051" y="28410"/>
                  </a:lnTo>
                  <a:lnTo>
                    <a:pt x="110983" y="28749"/>
                  </a:lnTo>
                  <a:lnTo>
                    <a:pt x="115471" y="29033"/>
                  </a:lnTo>
                  <a:lnTo>
                    <a:pt x="118063" y="31152"/>
                  </a:lnTo>
                  <a:lnTo>
                    <a:pt x="121822" y="35848"/>
                  </a:lnTo>
                  <a:lnTo>
                    <a:pt x="125430" y="38025"/>
                  </a:lnTo>
                  <a:lnTo>
                    <a:pt x="126069" y="39772"/>
                  </a:lnTo>
                  <a:lnTo>
                    <a:pt x="98967" y="46926"/>
                  </a:lnTo>
                  <a:lnTo>
                    <a:pt x="82484" y="63711"/>
                  </a:lnTo>
                  <a:lnTo>
                    <a:pt x="82982" y="78160"/>
                  </a:lnTo>
                  <a:lnTo>
                    <a:pt x="75696" y="84480"/>
                  </a:lnTo>
                  <a:lnTo>
                    <a:pt x="73166" y="77705"/>
                  </a:lnTo>
                  <a:lnTo>
                    <a:pt x="72901" y="74244"/>
                  </a:lnTo>
                  <a:lnTo>
                    <a:pt x="68656" y="69118"/>
                  </a:lnTo>
                  <a:lnTo>
                    <a:pt x="60672" y="64351"/>
                  </a:lnTo>
                  <a:lnTo>
                    <a:pt x="60407" y="61579"/>
                  </a:lnTo>
                  <a:lnTo>
                    <a:pt x="55265" y="54423"/>
                  </a:lnTo>
                  <a:lnTo>
                    <a:pt x="48392" y="49991"/>
                  </a:lnTo>
                  <a:lnTo>
                    <a:pt x="43066" y="44311"/>
                  </a:lnTo>
                  <a:lnTo>
                    <a:pt x="33613" y="39399"/>
                  </a:lnTo>
                  <a:lnTo>
                    <a:pt x="31307" y="29422"/>
                  </a:lnTo>
                  <a:lnTo>
                    <a:pt x="25213" y="29677"/>
                  </a:lnTo>
                  <a:lnTo>
                    <a:pt x="25748" y="26360"/>
                  </a:lnTo>
                  <a:lnTo>
                    <a:pt x="20730" y="25683"/>
                  </a:lnTo>
                  <a:lnTo>
                    <a:pt x="10334" y="25891"/>
                  </a:lnTo>
                  <a:lnTo>
                    <a:pt x="1709" y="11987"/>
                  </a:lnTo>
                  <a:lnTo>
                    <a:pt x="0" y="5071"/>
                  </a:lnTo>
                  <a:lnTo>
                    <a:pt x="111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h181"/>
            <p:cNvSpPr/>
            <p:nvPr/>
          </p:nvSpPr>
          <p:spPr>
            <a:xfrm>
              <a:off x="2194337" y="2131732"/>
              <a:ext cx="147434" cy="112536"/>
            </a:xfrm>
            <a:custGeom>
              <a:avLst/>
              <a:pathLst>
                <a:path w="147434" h="112536">
                  <a:moveTo>
                    <a:pt x="25176" y="8789"/>
                  </a:moveTo>
                  <a:lnTo>
                    <a:pt x="28751" y="11899"/>
                  </a:lnTo>
                  <a:lnTo>
                    <a:pt x="36096" y="15522"/>
                  </a:lnTo>
                  <a:lnTo>
                    <a:pt x="41769" y="6896"/>
                  </a:lnTo>
                  <a:lnTo>
                    <a:pt x="47211" y="15378"/>
                  </a:lnTo>
                  <a:lnTo>
                    <a:pt x="56187" y="15007"/>
                  </a:lnTo>
                  <a:lnTo>
                    <a:pt x="58586" y="11953"/>
                  </a:lnTo>
                  <a:lnTo>
                    <a:pt x="62583" y="10222"/>
                  </a:lnTo>
                  <a:lnTo>
                    <a:pt x="72360" y="13581"/>
                  </a:lnTo>
                  <a:lnTo>
                    <a:pt x="76518" y="18371"/>
                  </a:lnTo>
                  <a:lnTo>
                    <a:pt x="81008" y="21157"/>
                  </a:lnTo>
                  <a:lnTo>
                    <a:pt x="82879" y="24982"/>
                  </a:lnTo>
                  <a:lnTo>
                    <a:pt x="88077" y="23311"/>
                  </a:lnTo>
                  <a:lnTo>
                    <a:pt x="91026" y="26760"/>
                  </a:lnTo>
                  <a:lnTo>
                    <a:pt x="97997" y="30327"/>
                  </a:lnTo>
                  <a:lnTo>
                    <a:pt x="102324" y="36568"/>
                  </a:lnTo>
                  <a:lnTo>
                    <a:pt x="105180" y="37877"/>
                  </a:lnTo>
                  <a:lnTo>
                    <a:pt x="106511" y="45831"/>
                  </a:lnTo>
                  <a:lnTo>
                    <a:pt x="106458" y="51991"/>
                  </a:lnTo>
                  <a:lnTo>
                    <a:pt x="109550" y="53125"/>
                  </a:lnTo>
                  <a:lnTo>
                    <a:pt x="114120" y="53348"/>
                  </a:lnTo>
                  <a:lnTo>
                    <a:pt x="115413" y="56688"/>
                  </a:lnTo>
                  <a:lnTo>
                    <a:pt x="114052" y="62685"/>
                  </a:lnTo>
                  <a:lnTo>
                    <a:pt x="112843" y="63731"/>
                  </a:lnTo>
                  <a:lnTo>
                    <a:pt x="111283" y="68433"/>
                  </a:lnTo>
                  <a:lnTo>
                    <a:pt x="117439" y="79590"/>
                  </a:lnTo>
                  <a:lnTo>
                    <a:pt x="119403" y="84418"/>
                  </a:lnTo>
                  <a:lnTo>
                    <a:pt x="119916" y="89639"/>
                  </a:lnTo>
                  <a:lnTo>
                    <a:pt x="125709" y="90277"/>
                  </a:lnTo>
                  <a:lnTo>
                    <a:pt x="126804" y="93936"/>
                  </a:lnTo>
                  <a:lnTo>
                    <a:pt x="130040" y="98186"/>
                  </a:lnTo>
                  <a:lnTo>
                    <a:pt x="136228" y="97629"/>
                  </a:lnTo>
                  <a:lnTo>
                    <a:pt x="138511" y="99974"/>
                  </a:lnTo>
                  <a:lnTo>
                    <a:pt x="146469" y="102221"/>
                  </a:lnTo>
                  <a:lnTo>
                    <a:pt x="147434" y="104289"/>
                  </a:lnTo>
                  <a:lnTo>
                    <a:pt x="139865" y="103702"/>
                  </a:lnTo>
                  <a:lnTo>
                    <a:pt x="138919" y="104486"/>
                  </a:lnTo>
                  <a:lnTo>
                    <a:pt x="126355" y="101939"/>
                  </a:lnTo>
                  <a:lnTo>
                    <a:pt x="122850" y="103339"/>
                  </a:lnTo>
                  <a:lnTo>
                    <a:pt x="120453" y="105195"/>
                  </a:lnTo>
                  <a:lnTo>
                    <a:pt x="115475" y="104958"/>
                  </a:lnTo>
                  <a:lnTo>
                    <a:pt x="110612" y="107663"/>
                  </a:lnTo>
                  <a:lnTo>
                    <a:pt x="109032" y="107634"/>
                  </a:lnTo>
                  <a:lnTo>
                    <a:pt x="106417" y="104338"/>
                  </a:lnTo>
                  <a:lnTo>
                    <a:pt x="103626" y="107267"/>
                  </a:lnTo>
                  <a:lnTo>
                    <a:pt x="102448" y="103837"/>
                  </a:lnTo>
                  <a:lnTo>
                    <a:pt x="101651" y="103696"/>
                  </a:lnTo>
                  <a:lnTo>
                    <a:pt x="98049" y="105437"/>
                  </a:lnTo>
                  <a:lnTo>
                    <a:pt x="93167" y="105581"/>
                  </a:lnTo>
                  <a:lnTo>
                    <a:pt x="73438" y="112140"/>
                  </a:lnTo>
                  <a:lnTo>
                    <a:pt x="66836" y="112536"/>
                  </a:lnTo>
                  <a:lnTo>
                    <a:pt x="62908" y="111356"/>
                  </a:lnTo>
                  <a:lnTo>
                    <a:pt x="62546" y="109566"/>
                  </a:lnTo>
                  <a:lnTo>
                    <a:pt x="67741" y="107937"/>
                  </a:lnTo>
                  <a:lnTo>
                    <a:pt x="70156" y="98141"/>
                  </a:lnTo>
                  <a:lnTo>
                    <a:pt x="73083" y="95814"/>
                  </a:lnTo>
                  <a:lnTo>
                    <a:pt x="76776" y="94542"/>
                  </a:lnTo>
                  <a:lnTo>
                    <a:pt x="71427" y="91748"/>
                  </a:lnTo>
                  <a:lnTo>
                    <a:pt x="60890" y="91306"/>
                  </a:lnTo>
                  <a:lnTo>
                    <a:pt x="59640" y="88475"/>
                  </a:lnTo>
                  <a:lnTo>
                    <a:pt x="57477" y="87497"/>
                  </a:lnTo>
                  <a:lnTo>
                    <a:pt x="52197" y="94295"/>
                  </a:lnTo>
                  <a:lnTo>
                    <a:pt x="45679" y="88419"/>
                  </a:lnTo>
                  <a:lnTo>
                    <a:pt x="46854" y="87531"/>
                  </a:lnTo>
                  <a:lnTo>
                    <a:pt x="47899" y="88523"/>
                  </a:lnTo>
                  <a:lnTo>
                    <a:pt x="51707" y="84902"/>
                  </a:lnTo>
                  <a:lnTo>
                    <a:pt x="54069" y="76687"/>
                  </a:lnTo>
                  <a:lnTo>
                    <a:pt x="41431" y="75043"/>
                  </a:lnTo>
                  <a:lnTo>
                    <a:pt x="47470" y="82946"/>
                  </a:lnTo>
                  <a:lnTo>
                    <a:pt x="32969" y="82822"/>
                  </a:lnTo>
                  <a:lnTo>
                    <a:pt x="32843" y="77258"/>
                  </a:lnTo>
                  <a:lnTo>
                    <a:pt x="34089" y="69783"/>
                  </a:lnTo>
                  <a:lnTo>
                    <a:pt x="44919" y="65189"/>
                  </a:lnTo>
                  <a:lnTo>
                    <a:pt x="40494" y="62762"/>
                  </a:lnTo>
                  <a:lnTo>
                    <a:pt x="36556" y="64214"/>
                  </a:lnTo>
                  <a:lnTo>
                    <a:pt x="32782" y="57793"/>
                  </a:lnTo>
                  <a:lnTo>
                    <a:pt x="31819" y="60932"/>
                  </a:lnTo>
                  <a:lnTo>
                    <a:pt x="32366" y="62870"/>
                  </a:lnTo>
                  <a:lnTo>
                    <a:pt x="33413" y="63491"/>
                  </a:lnTo>
                  <a:lnTo>
                    <a:pt x="29296" y="70518"/>
                  </a:lnTo>
                  <a:lnTo>
                    <a:pt x="22769" y="67492"/>
                  </a:lnTo>
                  <a:lnTo>
                    <a:pt x="15300" y="65963"/>
                  </a:lnTo>
                  <a:lnTo>
                    <a:pt x="15013" y="69394"/>
                  </a:lnTo>
                  <a:lnTo>
                    <a:pt x="13485" y="63339"/>
                  </a:lnTo>
                  <a:lnTo>
                    <a:pt x="13261" y="59278"/>
                  </a:lnTo>
                  <a:lnTo>
                    <a:pt x="8714" y="54223"/>
                  </a:lnTo>
                  <a:lnTo>
                    <a:pt x="8471" y="51178"/>
                  </a:lnTo>
                  <a:lnTo>
                    <a:pt x="13150" y="48867"/>
                  </a:lnTo>
                  <a:lnTo>
                    <a:pt x="10262" y="41206"/>
                  </a:lnTo>
                  <a:lnTo>
                    <a:pt x="9269" y="34314"/>
                  </a:lnTo>
                  <a:lnTo>
                    <a:pt x="0" y="32127"/>
                  </a:lnTo>
                  <a:lnTo>
                    <a:pt x="3082" y="21808"/>
                  </a:lnTo>
                  <a:lnTo>
                    <a:pt x="2765" y="20742"/>
                  </a:lnTo>
                  <a:lnTo>
                    <a:pt x="10860" y="20673"/>
                  </a:lnTo>
                  <a:lnTo>
                    <a:pt x="9067" y="8635"/>
                  </a:lnTo>
                  <a:lnTo>
                    <a:pt x="8995" y="8148"/>
                  </a:lnTo>
                  <a:lnTo>
                    <a:pt x="21584" y="11651"/>
                  </a:lnTo>
                  <a:lnTo>
                    <a:pt x="2308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h182"/>
            <p:cNvSpPr/>
            <p:nvPr/>
          </p:nvSpPr>
          <p:spPr>
            <a:xfrm>
              <a:off x="2312866" y="1827749"/>
              <a:ext cx="33883" cy="39712"/>
            </a:xfrm>
            <a:custGeom>
              <a:avLst/>
              <a:pathLst>
                <a:path w="33883" h="39712">
                  <a:moveTo>
                    <a:pt x="20275" y="10913"/>
                  </a:moveTo>
                  <a:lnTo>
                    <a:pt x="23073" y="13671"/>
                  </a:lnTo>
                  <a:lnTo>
                    <a:pt x="25851" y="21747"/>
                  </a:lnTo>
                  <a:lnTo>
                    <a:pt x="28157" y="33158"/>
                  </a:lnTo>
                  <a:lnTo>
                    <a:pt x="32273" y="35629"/>
                  </a:lnTo>
                  <a:lnTo>
                    <a:pt x="33883" y="35510"/>
                  </a:lnTo>
                  <a:lnTo>
                    <a:pt x="33777" y="39294"/>
                  </a:lnTo>
                  <a:lnTo>
                    <a:pt x="32498" y="39712"/>
                  </a:lnTo>
                  <a:lnTo>
                    <a:pt x="26955" y="36311"/>
                  </a:lnTo>
                  <a:lnTo>
                    <a:pt x="17231" y="34567"/>
                  </a:lnTo>
                  <a:lnTo>
                    <a:pt x="13650" y="34012"/>
                  </a:lnTo>
                  <a:lnTo>
                    <a:pt x="12011" y="22950"/>
                  </a:lnTo>
                  <a:lnTo>
                    <a:pt x="9471" y="22546"/>
                  </a:lnTo>
                  <a:lnTo>
                    <a:pt x="2020" y="11391"/>
                  </a:lnTo>
                  <a:lnTo>
                    <a:pt x="0" y="9115"/>
                  </a:lnTo>
                  <a:lnTo>
                    <a:pt x="4291" y="3600"/>
                  </a:lnTo>
                  <a:lnTo>
                    <a:pt x="12291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h183"/>
            <p:cNvSpPr/>
            <p:nvPr/>
          </p:nvSpPr>
          <p:spPr>
            <a:xfrm>
              <a:off x="2250037" y="1911269"/>
              <a:ext cx="49588" cy="72615"/>
            </a:xfrm>
            <a:custGeom>
              <a:avLst/>
              <a:pathLst>
                <a:path w="49588" h="72615">
                  <a:moveTo>
                    <a:pt x="35237" y="5233"/>
                  </a:moveTo>
                  <a:lnTo>
                    <a:pt x="35686" y="18235"/>
                  </a:lnTo>
                  <a:lnTo>
                    <a:pt x="37210" y="28659"/>
                  </a:lnTo>
                  <a:lnTo>
                    <a:pt x="43257" y="31236"/>
                  </a:lnTo>
                  <a:lnTo>
                    <a:pt x="44234" y="37827"/>
                  </a:lnTo>
                  <a:lnTo>
                    <a:pt x="41915" y="36838"/>
                  </a:lnTo>
                  <a:lnTo>
                    <a:pt x="38533" y="43874"/>
                  </a:lnTo>
                  <a:lnTo>
                    <a:pt x="41103" y="45855"/>
                  </a:lnTo>
                  <a:lnTo>
                    <a:pt x="37828" y="48994"/>
                  </a:lnTo>
                  <a:lnTo>
                    <a:pt x="49448" y="57940"/>
                  </a:lnTo>
                  <a:lnTo>
                    <a:pt x="49588" y="68015"/>
                  </a:lnTo>
                  <a:lnTo>
                    <a:pt x="47359" y="68167"/>
                  </a:lnTo>
                  <a:lnTo>
                    <a:pt x="46058" y="66337"/>
                  </a:lnTo>
                  <a:lnTo>
                    <a:pt x="43928" y="65617"/>
                  </a:lnTo>
                  <a:lnTo>
                    <a:pt x="35128" y="71213"/>
                  </a:lnTo>
                  <a:lnTo>
                    <a:pt x="10641" y="72615"/>
                  </a:lnTo>
                  <a:lnTo>
                    <a:pt x="2825" y="54625"/>
                  </a:lnTo>
                  <a:lnTo>
                    <a:pt x="519" y="46048"/>
                  </a:lnTo>
                  <a:lnTo>
                    <a:pt x="279" y="44392"/>
                  </a:lnTo>
                  <a:lnTo>
                    <a:pt x="2081" y="43997"/>
                  </a:lnTo>
                  <a:lnTo>
                    <a:pt x="3979" y="44565"/>
                  </a:lnTo>
                  <a:lnTo>
                    <a:pt x="7844" y="47624"/>
                  </a:lnTo>
                  <a:lnTo>
                    <a:pt x="6058" y="42047"/>
                  </a:lnTo>
                  <a:lnTo>
                    <a:pt x="9303" y="42051"/>
                  </a:lnTo>
                  <a:lnTo>
                    <a:pt x="13371" y="43690"/>
                  </a:lnTo>
                  <a:lnTo>
                    <a:pt x="18876" y="42662"/>
                  </a:lnTo>
                  <a:lnTo>
                    <a:pt x="16873" y="40516"/>
                  </a:lnTo>
                  <a:lnTo>
                    <a:pt x="18827" y="35255"/>
                  </a:lnTo>
                  <a:lnTo>
                    <a:pt x="13102" y="32169"/>
                  </a:lnTo>
                  <a:lnTo>
                    <a:pt x="14793" y="28009"/>
                  </a:lnTo>
                  <a:lnTo>
                    <a:pt x="15672" y="28370"/>
                  </a:lnTo>
                  <a:lnTo>
                    <a:pt x="16923" y="25428"/>
                  </a:lnTo>
                  <a:lnTo>
                    <a:pt x="7675" y="20827"/>
                  </a:lnTo>
                  <a:lnTo>
                    <a:pt x="6318" y="16024"/>
                  </a:lnTo>
                  <a:lnTo>
                    <a:pt x="0" y="13715"/>
                  </a:lnTo>
                  <a:lnTo>
                    <a:pt x="484" y="3345"/>
                  </a:lnTo>
                  <a:lnTo>
                    <a:pt x="5142" y="2896"/>
                  </a:lnTo>
                  <a:lnTo>
                    <a:pt x="6553" y="2758"/>
                  </a:lnTo>
                  <a:lnTo>
                    <a:pt x="3502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h184"/>
            <p:cNvSpPr/>
            <p:nvPr/>
          </p:nvSpPr>
          <p:spPr>
            <a:xfrm>
              <a:off x="2224061" y="2235429"/>
              <a:ext cx="96984" cy="116568"/>
            </a:xfrm>
            <a:custGeom>
              <a:avLst/>
              <a:pathLst>
                <a:path w="96984" h="116568">
                  <a:moveTo>
                    <a:pt x="72723" y="140"/>
                  </a:moveTo>
                  <a:lnTo>
                    <a:pt x="73901" y="3571"/>
                  </a:lnTo>
                  <a:lnTo>
                    <a:pt x="76899" y="7217"/>
                  </a:lnTo>
                  <a:lnTo>
                    <a:pt x="79405" y="15879"/>
                  </a:lnTo>
                  <a:lnTo>
                    <a:pt x="80653" y="15263"/>
                  </a:lnTo>
                  <a:lnTo>
                    <a:pt x="84477" y="19027"/>
                  </a:lnTo>
                  <a:lnTo>
                    <a:pt x="83923" y="19707"/>
                  </a:lnTo>
                  <a:lnTo>
                    <a:pt x="76537" y="17878"/>
                  </a:lnTo>
                  <a:lnTo>
                    <a:pt x="75196" y="18371"/>
                  </a:lnTo>
                  <a:lnTo>
                    <a:pt x="78381" y="21440"/>
                  </a:lnTo>
                  <a:lnTo>
                    <a:pt x="82046" y="22508"/>
                  </a:lnTo>
                  <a:lnTo>
                    <a:pt x="82094" y="23474"/>
                  </a:lnTo>
                  <a:lnTo>
                    <a:pt x="80573" y="25247"/>
                  </a:lnTo>
                  <a:lnTo>
                    <a:pt x="76163" y="23789"/>
                  </a:lnTo>
                  <a:lnTo>
                    <a:pt x="75751" y="21491"/>
                  </a:lnTo>
                  <a:lnTo>
                    <a:pt x="72378" y="24668"/>
                  </a:lnTo>
                  <a:lnTo>
                    <a:pt x="77667" y="26142"/>
                  </a:lnTo>
                  <a:lnTo>
                    <a:pt x="79089" y="27775"/>
                  </a:lnTo>
                  <a:lnTo>
                    <a:pt x="79059" y="32964"/>
                  </a:lnTo>
                  <a:lnTo>
                    <a:pt x="76758" y="32723"/>
                  </a:lnTo>
                  <a:lnTo>
                    <a:pt x="76555" y="34510"/>
                  </a:lnTo>
                  <a:lnTo>
                    <a:pt x="81331" y="41563"/>
                  </a:lnTo>
                  <a:lnTo>
                    <a:pt x="88395" y="43827"/>
                  </a:lnTo>
                  <a:lnTo>
                    <a:pt x="86712" y="62461"/>
                  </a:lnTo>
                  <a:lnTo>
                    <a:pt x="96984" y="71650"/>
                  </a:lnTo>
                  <a:lnTo>
                    <a:pt x="86368" y="81696"/>
                  </a:lnTo>
                  <a:lnTo>
                    <a:pt x="86240" y="82981"/>
                  </a:lnTo>
                  <a:lnTo>
                    <a:pt x="89616" y="91682"/>
                  </a:lnTo>
                  <a:lnTo>
                    <a:pt x="88847" y="110058"/>
                  </a:lnTo>
                  <a:lnTo>
                    <a:pt x="89489" y="114827"/>
                  </a:lnTo>
                  <a:lnTo>
                    <a:pt x="88353" y="115383"/>
                  </a:lnTo>
                  <a:lnTo>
                    <a:pt x="84283" y="114937"/>
                  </a:lnTo>
                  <a:lnTo>
                    <a:pt x="78338" y="111619"/>
                  </a:lnTo>
                  <a:lnTo>
                    <a:pt x="72224" y="116568"/>
                  </a:lnTo>
                  <a:lnTo>
                    <a:pt x="58950" y="110891"/>
                  </a:lnTo>
                  <a:lnTo>
                    <a:pt x="53804" y="107097"/>
                  </a:lnTo>
                  <a:lnTo>
                    <a:pt x="49739" y="100201"/>
                  </a:lnTo>
                  <a:lnTo>
                    <a:pt x="47835" y="93379"/>
                  </a:lnTo>
                  <a:lnTo>
                    <a:pt x="44202" y="89100"/>
                  </a:lnTo>
                  <a:lnTo>
                    <a:pt x="30382" y="84629"/>
                  </a:lnTo>
                  <a:lnTo>
                    <a:pt x="23880" y="87646"/>
                  </a:lnTo>
                  <a:lnTo>
                    <a:pt x="22748" y="89573"/>
                  </a:lnTo>
                  <a:lnTo>
                    <a:pt x="18862" y="92664"/>
                  </a:lnTo>
                  <a:lnTo>
                    <a:pt x="17445" y="93791"/>
                  </a:lnTo>
                  <a:lnTo>
                    <a:pt x="2656" y="91788"/>
                  </a:lnTo>
                  <a:lnTo>
                    <a:pt x="2369" y="91743"/>
                  </a:lnTo>
                  <a:lnTo>
                    <a:pt x="1978" y="89744"/>
                  </a:lnTo>
                  <a:lnTo>
                    <a:pt x="4276" y="88976"/>
                  </a:lnTo>
                  <a:lnTo>
                    <a:pt x="5550" y="83740"/>
                  </a:lnTo>
                  <a:lnTo>
                    <a:pt x="10632" y="78388"/>
                  </a:lnTo>
                  <a:lnTo>
                    <a:pt x="9668" y="73992"/>
                  </a:lnTo>
                  <a:lnTo>
                    <a:pt x="18589" y="64981"/>
                  </a:lnTo>
                  <a:lnTo>
                    <a:pt x="19565" y="62481"/>
                  </a:lnTo>
                  <a:lnTo>
                    <a:pt x="19844" y="58844"/>
                  </a:lnTo>
                  <a:lnTo>
                    <a:pt x="24500" y="58715"/>
                  </a:lnTo>
                  <a:lnTo>
                    <a:pt x="26212" y="51835"/>
                  </a:lnTo>
                  <a:lnTo>
                    <a:pt x="20892" y="51978"/>
                  </a:lnTo>
                  <a:lnTo>
                    <a:pt x="20963" y="54321"/>
                  </a:lnTo>
                  <a:lnTo>
                    <a:pt x="17747" y="55146"/>
                  </a:lnTo>
                  <a:lnTo>
                    <a:pt x="17719" y="51798"/>
                  </a:lnTo>
                  <a:lnTo>
                    <a:pt x="9280" y="50781"/>
                  </a:lnTo>
                  <a:lnTo>
                    <a:pt x="8698" y="54520"/>
                  </a:lnTo>
                  <a:lnTo>
                    <a:pt x="5677" y="54176"/>
                  </a:lnTo>
                  <a:lnTo>
                    <a:pt x="6857" y="45216"/>
                  </a:lnTo>
                  <a:lnTo>
                    <a:pt x="3301" y="44527"/>
                  </a:lnTo>
                  <a:lnTo>
                    <a:pt x="2074" y="43535"/>
                  </a:lnTo>
                  <a:lnTo>
                    <a:pt x="0" y="40608"/>
                  </a:lnTo>
                  <a:lnTo>
                    <a:pt x="621" y="38980"/>
                  </a:lnTo>
                  <a:lnTo>
                    <a:pt x="20346" y="41460"/>
                  </a:lnTo>
                  <a:lnTo>
                    <a:pt x="21503" y="38191"/>
                  </a:lnTo>
                  <a:lnTo>
                    <a:pt x="25481" y="38664"/>
                  </a:lnTo>
                  <a:lnTo>
                    <a:pt x="27263" y="23719"/>
                  </a:lnTo>
                  <a:lnTo>
                    <a:pt x="33298" y="23462"/>
                  </a:lnTo>
                  <a:lnTo>
                    <a:pt x="33074" y="17977"/>
                  </a:lnTo>
                  <a:lnTo>
                    <a:pt x="35458" y="17748"/>
                  </a:lnTo>
                  <a:lnTo>
                    <a:pt x="36501" y="18362"/>
                  </a:lnTo>
                  <a:lnTo>
                    <a:pt x="37862" y="17244"/>
                  </a:lnTo>
                  <a:lnTo>
                    <a:pt x="35862" y="14978"/>
                  </a:lnTo>
                  <a:lnTo>
                    <a:pt x="27501" y="13819"/>
                  </a:lnTo>
                  <a:lnTo>
                    <a:pt x="23569" y="6180"/>
                  </a:lnTo>
                  <a:lnTo>
                    <a:pt x="32822" y="5869"/>
                  </a:lnTo>
                  <a:lnTo>
                    <a:pt x="33183" y="7660"/>
                  </a:lnTo>
                  <a:lnTo>
                    <a:pt x="37111" y="8839"/>
                  </a:lnTo>
                  <a:lnTo>
                    <a:pt x="43713" y="8443"/>
                  </a:lnTo>
                  <a:lnTo>
                    <a:pt x="63442" y="1885"/>
                  </a:lnTo>
                  <a:lnTo>
                    <a:pt x="68325" y="1741"/>
                  </a:lnTo>
                  <a:lnTo>
                    <a:pt x="719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h185"/>
            <p:cNvSpPr/>
            <p:nvPr/>
          </p:nvSpPr>
          <p:spPr>
            <a:xfrm>
              <a:off x="2130956" y="1860989"/>
              <a:ext cx="114695" cy="197085"/>
            </a:xfrm>
            <a:custGeom>
              <a:avLst/>
              <a:pathLst>
                <a:path w="114695" h="197085">
                  <a:moveTo>
                    <a:pt x="16437" y="1457"/>
                  </a:moveTo>
                  <a:lnTo>
                    <a:pt x="19231" y="5627"/>
                  </a:lnTo>
                  <a:lnTo>
                    <a:pt x="27842" y="13194"/>
                  </a:lnTo>
                  <a:lnTo>
                    <a:pt x="35333" y="16098"/>
                  </a:lnTo>
                  <a:lnTo>
                    <a:pt x="42928" y="24806"/>
                  </a:lnTo>
                  <a:lnTo>
                    <a:pt x="43846" y="27261"/>
                  </a:lnTo>
                  <a:lnTo>
                    <a:pt x="45071" y="41294"/>
                  </a:lnTo>
                  <a:lnTo>
                    <a:pt x="44558" y="51881"/>
                  </a:lnTo>
                  <a:lnTo>
                    <a:pt x="45922" y="60732"/>
                  </a:lnTo>
                  <a:lnTo>
                    <a:pt x="43217" y="74207"/>
                  </a:lnTo>
                  <a:lnTo>
                    <a:pt x="48994" y="75111"/>
                  </a:lnTo>
                  <a:lnTo>
                    <a:pt x="50317" y="77549"/>
                  </a:lnTo>
                  <a:lnTo>
                    <a:pt x="54921" y="77620"/>
                  </a:lnTo>
                  <a:lnTo>
                    <a:pt x="56370" y="80711"/>
                  </a:lnTo>
                  <a:lnTo>
                    <a:pt x="56921" y="85142"/>
                  </a:lnTo>
                  <a:lnTo>
                    <a:pt x="63511" y="94473"/>
                  </a:lnTo>
                  <a:lnTo>
                    <a:pt x="68526" y="97665"/>
                  </a:lnTo>
                  <a:lnTo>
                    <a:pt x="72961" y="98327"/>
                  </a:lnTo>
                  <a:lnTo>
                    <a:pt x="74104" y="94803"/>
                  </a:lnTo>
                  <a:lnTo>
                    <a:pt x="83652" y="98432"/>
                  </a:lnTo>
                  <a:lnTo>
                    <a:pt x="92077" y="100215"/>
                  </a:lnTo>
                  <a:lnTo>
                    <a:pt x="99061" y="104721"/>
                  </a:lnTo>
                  <a:lnTo>
                    <a:pt x="102945" y="106123"/>
                  </a:lnTo>
                  <a:lnTo>
                    <a:pt x="105042" y="107884"/>
                  </a:lnTo>
                  <a:lnTo>
                    <a:pt x="104436" y="110469"/>
                  </a:lnTo>
                  <a:lnTo>
                    <a:pt x="104957" y="111507"/>
                  </a:lnTo>
                  <a:lnTo>
                    <a:pt x="93838" y="116578"/>
                  </a:lnTo>
                  <a:lnTo>
                    <a:pt x="95548" y="123494"/>
                  </a:lnTo>
                  <a:lnTo>
                    <a:pt x="104173" y="137398"/>
                  </a:lnTo>
                  <a:lnTo>
                    <a:pt x="105252" y="140015"/>
                  </a:lnTo>
                  <a:lnTo>
                    <a:pt x="105620" y="145910"/>
                  </a:lnTo>
                  <a:lnTo>
                    <a:pt x="109879" y="152682"/>
                  </a:lnTo>
                  <a:lnTo>
                    <a:pt x="107731" y="161212"/>
                  </a:lnTo>
                  <a:lnTo>
                    <a:pt x="111284" y="161284"/>
                  </a:lnTo>
                  <a:lnTo>
                    <a:pt x="107934" y="173420"/>
                  </a:lnTo>
                  <a:lnTo>
                    <a:pt x="105664" y="181628"/>
                  </a:lnTo>
                  <a:lnTo>
                    <a:pt x="107804" y="181652"/>
                  </a:lnTo>
                  <a:lnTo>
                    <a:pt x="111342" y="183028"/>
                  </a:lnTo>
                  <a:lnTo>
                    <a:pt x="112075" y="183611"/>
                  </a:lnTo>
                  <a:lnTo>
                    <a:pt x="112687" y="186249"/>
                  </a:lnTo>
                  <a:lnTo>
                    <a:pt x="114695" y="186849"/>
                  </a:lnTo>
                  <a:lnTo>
                    <a:pt x="110284" y="193657"/>
                  </a:lnTo>
                  <a:lnTo>
                    <a:pt x="109256" y="192854"/>
                  </a:lnTo>
                  <a:lnTo>
                    <a:pt x="103247" y="197085"/>
                  </a:lnTo>
                  <a:lnTo>
                    <a:pt x="99933" y="193261"/>
                  </a:lnTo>
                  <a:lnTo>
                    <a:pt x="96306" y="192747"/>
                  </a:lnTo>
                  <a:lnTo>
                    <a:pt x="85025" y="184368"/>
                  </a:lnTo>
                  <a:lnTo>
                    <a:pt x="83054" y="180334"/>
                  </a:lnTo>
                  <a:lnTo>
                    <a:pt x="83701" y="177378"/>
                  </a:lnTo>
                  <a:lnTo>
                    <a:pt x="89069" y="178554"/>
                  </a:lnTo>
                  <a:lnTo>
                    <a:pt x="88627" y="179295"/>
                  </a:lnTo>
                  <a:lnTo>
                    <a:pt x="94876" y="177302"/>
                  </a:lnTo>
                  <a:lnTo>
                    <a:pt x="90309" y="174065"/>
                  </a:lnTo>
                  <a:lnTo>
                    <a:pt x="85857" y="172057"/>
                  </a:lnTo>
                  <a:lnTo>
                    <a:pt x="85101" y="174471"/>
                  </a:lnTo>
                  <a:lnTo>
                    <a:pt x="82500" y="171260"/>
                  </a:lnTo>
                  <a:lnTo>
                    <a:pt x="83110" y="169151"/>
                  </a:lnTo>
                  <a:lnTo>
                    <a:pt x="77398" y="165973"/>
                  </a:lnTo>
                  <a:lnTo>
                    <a:pt x="76549" y="163088"/>
                  </a:lnTo>
                  <a:lnTo>
                    <a:pt x="76884" y="158291"/>
                  </a:lnTo>
                  <a:lnTo>
                    <a:pt x="65721" y="140577"/>
                  </a:lnTo>
                  <a:lnTo>
                    <a:pt x="59610" y="140681"/>
                  </a:lnTo>
                  <a:lnTo>
                    <a:pt x="58668" y="142314"/>
                  </a:lnTo>
                  <a:lnTo>
                    <a:pt x="57052" y="143281"/>
                  </a:lnTo>
                  <a:lnTo>
                    <a:pt x="52304" y="142127"/>
                  </a:lnTo>
                  <a:lnTo>
                    <a:pt x="46883" y="137807"/>
                  </a:lnTo>
                  <a:lnTo>
                    <a:pt x="42510" y="131280"/>
                  </a:lnTo>
                  <a:lnTo>
                    <a:pt x="37543" y="116112"/>
                  </a:lnTo>
                  <a:lnTo>
                    <a:pt x="32719" y="120650"/>
                  </a:lnTo>
                  <a:lnTo>
                    <a:pt x="30903" y="116431"/>
                  </a:lnTo>
                  <a:lnTo>
                    <a:pt x="35429" y="101450"/>
                  </a:lnTo>
                  <a:lnTo>
                    <a:pt x="30736" y="97454"/>
                  </a:lnTo>
                  <a:lnTo>
                    <a:pt x="25904" y="95968"/>
                  </a:lnTo>
                  <a:lnTo>
                    <a:pt x="25044" y="98165"/>
                  </a:lnTo>
                  <a:lnTo>
                    <a:pt x="23951" y="97837"/>
                  </a:lnTo>
                  <a:lnTo>
                    <a:pt x="20253" y="93186"/>
                  </a:lnTo>
                  <a:lnTo>
                    <a:pt x="22728" y="93198"/>
                  </a:lnTo>
                  <a:lnTo>
                    <a:pt x="25152" y="91990"/>
                  </a:lnTo>
                  <a:lnTo>
                    <a:pt x="29302" y="85945"/>
                  </a:lnTo>
                  <a:lnTo>
                    <a:pt x="26592" y="82425"/>
                  </a:lnTo>
                  <a:lnTo>
                    <a:pt x="22179" y="79126"/>
                  </a:lnTo>
                  <a:lnTo>
                    <a:pt x="15262" y="83931"/>
                  </a:lnTo>
                  <a:lnTo>
                    <a:pt x="11367" y="77851"/>
                  </a:lnTo>
                  <a:lnTo>
                    <a:pt x="11704" y="73890"/>
                  </a:lnTo>
                  <a:lnTo>
                    <a:pt x="9579" y="65978"/>
                  </a:lnTo>
                  <a:lnTo>
                    <a:pt x="5084" y="54354"/>
                  </a:lnTo>
                  <a:lnTo>
                    <a:pt x="0" y="45111"/>
                  </a:lnTo>
                  <a:lnTo>
                    <a:pt x="5356" y="40172"/>
                  </a:lnTo>
                  <a:lnTo>
                    <a:pt x="5526" y="38123"/>
                  </a:lnTo>
                  <a:lnTo>
                    <a:pt x="1530" y="13929"/>
                  </a:lnTo>
                  <a:lnTo>
                    <a:pt x="6108" y="19062"/>
                  </a:lnTo>
                  <a:lnTo>
                    <a:pt x="7617" y="16752"/>
                  </a:lnTo>
                  <a:lnTo>
                    <a:pt x="7515" y="9462"/>
                  </a:lnTo>
                  <a:lnTo>
                    <a:pt x="11861" y="3750"/>
                  </a:lnTo>
                  <a:lnTo>
                    <a:pt x="1192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h186"/>
            <p:cNvSpPr/>
            <p:nvPr/>
          </p:nvSpPr>
          <p:spPr>
            <a:xfrm>
              <a:off x="2172659" y="2023550"/>
              <a:ext cx="41142" cy="33913"/>
            </a:xfrm>
            <a:custGeom>
              <a:avLst/>
              <a:pathLst>
                <a:path w="41142" h="33913">
                  <a:moveTo>
                    <a:pt x="21813" y="877"/>
                  </a:moveTo>
                  <a:lnTo>
                    <a:pt x="26172" y="4060"/>
                  </a:lnTo>
                  <a:lnTo>
                    <a:pt x="41142" y="32285"/>
                  </a:lnTo>
                  <a:lnTo>
                    <a:pt x="33699" y="31342"/>
                  </a:lnTo>
                  <a:lnTo>
                    <a:pt x="33408" y="32362"/>
                  </a:lnTo>
                  <a:lnTo>
                    <a:pt x="31155" y="32365"/>
                  </a:lnTo>
                  <a:lnTo>
                    <a:pt x="30288" y="33847"/>
                  </a:lnTo>
                  <a:lnTo>
                    <a:pt x="28916" y="33886"/>
                  </a:lnTo>
                  <a:lnTo>
                    <a:pt x="24065" y="27732"/>
                  </a:lnTo>
                  <a:lnTo>
                    <a:pt x="21922" y="30762"/>
                  </a:lnTo>
                  <a:lnTo>
                    <a:pt x="17010" y="30719"/>
                  </a:lnTo>
                  <a:lnTo>
                    <a:pt x="16498" y="33570"/>
                  </a:lnTo>
                  <a:lnTo>
                    <a:pt x="10358" y="33913"/>
                  </a:lnTo>
                  <a:lnTo>
                    <a:pt x="9461" y="28252"/>
                  </a:lnTo>
                  <a:lnTo>
                    <a:pt x="10060" y="27249"/>
                  </a:lnTo>
                  <a:lnTo>
                    <a:pt x="4988" y="18882"/>
                  </a:lnTo>
                  <a:lnTo>
                    <a:pt x="1324" y="16632"/>
                  </a:lnTo>
                  <a:lnTo>
                    <a:pt x="417" y="14005"/>
                  </a:lnTo>
                  <a:lnTo>
                    <a:pt x="0" y="7743"/>
                  </a:lnTo>
                  <a:lnTo>
                    <a:pt x="6709" y="8249"/>
                  </a:lnTo>
                  <a:lnTo>
                    <a:pt x="7402" y="6263"/>
                  </a:lnTo>
                  <a:lnTo>
                    <a:pt x="9195" y="5057"/>
                  </a:lnTo>
                  <a:lnTo>
                    <a:pt x="10885" y="4960"/>
                  </a:lnTo>
                  <a:lnTo>
                    <a:pt x="13423" y="6883"/>
                  </a:lnTo>
                  <a:lnTo>
                    <a:pt x="214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h187"/>
            <p:cNvSpPr/>
            <p:nvPr/>
          </p:nvSpPr>
          <p:spPr>
            <a:xfrm>
              <a:off x="2296440" y="2233672"/>
              <a:ext cx="78165" cy="45584"/>
            </a:xfrm>
            <a:custGeom>
              <a:avLst/>
              <a:pathLst>
                <a:path w="78165" h="45584">
                  <a:moveTo>
                    <a:pt x="36815" y="2547"/>
                  </a:moveTo>
                  <a:lnTo>
                    <a:pt x="35690" y="3480"/>
                  </a:lnTo>
                  <a:lnTo>
                    <a:pt x="39976" y="4765"/>
                  </a:lnTo>
                  <a:lnTo>
                    <a:pt x="39423" y="7594"/>
                  </a:lnTo>
                  <a:lnTo>
                    <a:pt x="45264" y="8409"/>
                  </a:lnTo>
                  <a:lnTo>
                    <a:pt x="46183" y="11867"/>
                  </a:lnTo>
                  <a:lnTo>
                    <a:pt x="49477" y="12298"/>
                  </a:lnTo>
                  <a:lnTo>
                    <a:pt x="53895" y="14624"/>
                  </a:lnTo>
                  <a:lnTo>
                    <a:pt x="51988" y="23291"/>
                  </a:lnTo>
                  <a:lnTo>
                    <a:pt x="60549" y="24355"/>
                  </a:lnTo>
                  <a:lnTo>
                    <a:pt x="67848" y="22852"/>
                  </a:lnTo>
                  <a:lnTo>
                    <a:pt x="75378" y="26697"/>
                  </a:lnTo>
                  <a:lnTo>
                    <a:pt x="76553" y="31108"/>
                  </a:lnTo>
                  <a:lnTo>
                    <a:pt x="74549" y="32999"/>
                  </a:lnTo>
                  <a:lnTo>
                    <a:pt x="77615" y="35165"/>
                  </a:lnTo>
                  <a:lnTo>
                    <a:pt x="78165" y="37250"/>
                  </a:lnTo>
                  <a:lnTo>
                    <a:pt x="74739" y="38582"/>
                  </a:lnTo>
                  <a:lnTo>
                    <a:pt x="69980" y="37884"/>
                  </a:lnTo>
                  <a:lnTo>
                    <a:pt x="67774" y="36858"/>
                  </a:lnTo>
                  <a:lnTo>
                    <a:pt x="67126" y="41145"/>
                  </a:lnTo>
                  <a:lnTo>
                    <a:pt x="51862" y="35973"/>
                  </a:lnTo>
                  <a:lnTo>
                    <a:pt x="38911" y="33268"/>
                  </a:lnTo>
                  <a:lnTo>
                    <a:pt x="26283" y="35598"/>
                  </a:lnTo>
                  <a:lnTo>
                    <a:pt x="16158" y="44155"/>
                  </a:lnTo>
                  <a:lnTo>
                    <a:pt x="16016" y="45584"/>
                  </a:lnTo>
                  <a:lnTo>
                    <a:pt x="8952" y="43320"/>
                  </a:lnTo>
                  <a:lnTo>
                    <a:pt x="4176" y="36267"/>
                  </a:lnTo>
                  <a:lnTo>
                    <a:pt x="4379" y="34480"/>
                  </a:lnTo>
                  <a:lnTo>
                    <a:pt x="6680" y="34721"/>
                  </a:lnTo>
                  <a:lnTo>
                    <a:pt x="6710" y="29532"/>
                  </a:lnTo>
                  <a:lnTo>
                    <a:pt x="5288" y="27899"/>
                  </a:lnTo>
                  <a:lnTo>
                    <a:pt x="0" y="26425"/>
                  </a:lnTo>
                  <a:lnTo>
                    <a:pt x="3372" y="23248"/>
                  </a:lnTo>
                  <a:lnTo>
                    <a:pt x="3784" y="25547"/>
                  </a:lnTo>
                  <a:lnTo>
                    <a:pt x="8194" y="27004"/>
                  </a:lnTo>
                  <a:lnTo>
                    <a:pt x="9715" y="25231"/>
                  </a:lnTo>
                  <a:lnTo>
                    <a:pt x="9667" y="24265"/>
                  </a:lnTo>
                  <a:lnTo>
                    <a:pt x="6002" y="23197"/>
                  </a:lnTo>
                  <a:lnTo>
                    <a:pt x="2817" y="20128"/>
                  </a:lnTo>
                  <a:lnTo>
                    <a:pt x="4158" y="19635"/>
                  </a:lnTo>
                  <a:lnTo>
                    <a:pt x="11544" y="21464"/>
                  </a:lnTo>
                  <a:lnTo>
                    <a:pt x="12098" y="20784"/>
                  </a:lnTo>
                  <a:lnTo>
                    <a:pt x="8274" y="17020"/>
                  </a:lnTo>
                  <a:lnTo>
                    <a:pt x="7026" y="17636"/>
                  </a:lnTo>
                  <a:lnTo>
                    <a:pt x="4520" y="8974"/>
                  </a:lnTo>
                  <a:lnTo>
                    <a:pt x="1522" y="5328"/>
                  </a:lnTo>
                  <a:lnTo>
                    <a:pt x="4314" y="2399"/>
                  </a:lnTo>
                  <a:lnTo>
                    <a:pt x="6928" y="5695"/>
                  </a:lnTo>
                  <a:lnTo>
                    <a:pt x="8508" y="5724"/>
                  </a:lnTo>
                  <a:lnTo>
                    <a:pt x="13372" y="3019"/>
                  </a:lnTo>
                  <a:lnTo>
                    <a:pt x="18349" y="3255"/>
                  </a:lnTo>
                  <a:lnTo>
                    <a:pt x="20747" y="1399"/>
                  </a:lnTo>
                  <a:lnTo>
                    <a:pt x="2425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h188"/>
            <p:cNvSpPr/>
            <p:nvPr/>
          </p:nvSpPr>
          <p:spPr>
            <a:xfrm>
              <a:off x="2088014" y="1716043"/>
              <a:ext cx="215750" cy="108792"/>
            </a:xfrm>
            <a:custGeom>
              <a:avLst/>
              <a:pathLst>
                <a:path w="215750" h="108792">
                  <a:moveTo>
                    <a:pt x="63645" y="281"/>
                  </a:moveTo>
                  <a:lnTo>
                    <a:pt x="71232" y="4363"/>
                  </a:lnTo>
                  <a:lnTo>
                    <a:pt x="76428" y="5220"/>
                  </a:lnTo>
                  <a:lnTo>
                    <a:pt x="80035" y="9178"/>
                  </a:lnTo>
                  <a:lnTo>
                    <a:pt x="87999" y="11148"/>
                  </a:lnTo>
                  <a:lnTo>
                    <a:pt x="90733" y="10812"/>
                  </a:lnTo>
                  <a:lnTo>
                    <a:pt x="92761" y="9283"/>
                  </a:lnTo>
                  <a:lnTo>
                    <a:pt x="98713" y="8481"/>
                  </a:lnTo>
                  <a:lnTo>
                    <a:pt x="103824" y="10151"/>
                  </a:lnTo>
                  <a:lnTo>
                    <a:pt x="108943" y="9853"/>
                  </a:lnTo>
                  <a:lnTo>
                    <a:pt x="118483" y="10892"/>
                  </a:lnTo>
                  <a:lnTo>
                    <a:pt x="124998" y="13895"/>
                  </a:lnTo>
                  <a:lnTo>
                    <a:pt x="135976" y="12702"/>
                  </a:lnTo>
                  <a:lnTo>
                    <a:pt x="139431" y="10928"/>
                  </a:lnTo>
                  <a:lnTo>
                    <a:pt x="142556" y="8080"/>
                  </a:lnTo>
                  <a:lnTo>
                    <a:pt x="143570" y="9823"/>
                  </a:lnTo>
                  <a:lnTo>
                    <a:pt x="143411" y="14549"/>
                  </a:lnTo>
                  <a:lnTo>
                    <a:pt x="147005" y="13814"/>
                  </a:lnTo>
                  <a:lnTo>
                    <a:pt x="148650" y="12581"/>
                  </a:lnTo>
                  <a:lnTo>
                    <a:pt x="151884" y="13016"/>
                  </a:lnTo>
                  <a:lnTo>
                    <a:pt x="156129" y="15164"/>
                  </a:lnTo>
                  <a:lnTo>
                    <a:pt x="160493" y="24135"/>
                  </a:lnTo>
                  <a:lnTo>
                    <a:pt x="163388" y="25883"/>
                  </a:lnTo>
                  <a:lnTo>
                    <a:pt x="166194" y="26124"/>
                  </a:lnTo>
                  <a:lnTo>
                    <a:pt x="168005" y="27274"/>
                  </a:lnTo>
                  <a:lnTo>
                    <a:pt x="168143" y="28831"/>
                  </a:lnTo>
                  <a:lnTo>
                    <a:pt x="166889" y="32670"/>
                  </a:lnTo>
                  <a:lnTo>
                    <a:pt x="167179" y="35126"/>
                  </a:lnTo>
                  <a:lnTo>
                    <a:pt x="168206" y="36445"/>
                  </a:lnTo>
                  <a:lnTo>
                    <a:pt x="169237" y="36622"/>
                  </a:lnTo>
                  <a:lnTo>
                    <a:pt x="170430" y="34835"/>
                  </a:lnTo>
                  <a:lnTo>
                    <a:pt x="170218" y="31308"/>
                  </a:lnTo>
                  <a:lnTo>
                    <a:pt x="171214" y="30081"/>
                  </a:lnTo>
                  <a:lnTo>
                    <a:pt x="172027" y="29694"/>
                  </a:lnTo>
                  <a:lnTo>
                    <a:pt x="173520" y="30609"/>
                  </a:lnTo>
                  <a:lnTo>
                    <a:pt x="174198" y="37387"/>
                  </a:lnTo>
                  <a:lnTo>
                    <a:pt x="172610" y="40196"/>
                  </a:lnTo>
                  <a:lnTo>
                    <a:pt x="172443" y="42469"/>
                  </a:lnTo>
                  <a:lnTo>
                    <a:pt x="180240" y="43117"/>
                  </a:lnTo>
                  <a:lnTo>
                    <a:pt x="184239" y="48302"/>
                  </a:lnTo>
                  <a:lnTo>
                    <a:pt x="190511" y="48475"/>
                  </a:lnTo>
                  <a:lnTo>
                    <a:pt x="193229" y="49468"/>
                  </a:lnTo>
                  <a:lnTo>
                    <a:pt x="193751" y="52275"/>
                  </a:lnTo>
                  <a:lnTo>
                    <a:pt x="198726" y="60879"/>
                  </a:lnTo>
                  <a:lnTo>
                    <a:pt x="205009" y="63297"/>
                  </a:lnTo>
                  <a:lnTo>
                    <a:pt x="207366" y="65819"/>
                  </a:lnTo>
                  <a:lnTo>
                    <a:pt x="211732" y="68050"/>
                  </a:lnTo>
                  <a:lnTo>
                    <a:pt x="212511" y="71185"/>
                  </a:lnTo>
                  <a:lnTo>
                    <a:pt x="215736" y="76219"/>
                  </a:lnTo>
                  <a:lnTo>
                    <a:pt x="215750" y="78179"/>
                  </a:lnTo>
                  <a:lnTo>
                    <a:pt x="214655" y="79833"/>
                  </a:lnTo>
                  <a:lnTo>
                    <a:pt x="212537" y="79725"/>
                  </a:lnTo>
                  <a:lnTo>
                    <a:pt x="212514" y="77585"/>
                  </a:lnTo>
                  <a:lnTo>
                    <a:pt x="205690" y="78115"/>
                  </a:lnTo>
                  <a:lnTo>
                    <a:pt x="204859" y="79730"/>
                  </a:lnTo>
                  <a:lnTo>
                    <a:pt x="205419" y="81765"/>
                  </a:lnTo>
                  <a:lnTo>
                    <a:pt x="204988" y="82353"/>
                  </a:lnTo>
                  <a:lnTo>
                    <a:pt x="199509" y="82376"/>
                  </a:lnTo>
                  <a:lnTo>
                    <a:pt x="199476" y="85801"/>
                  </a:lnTo>
                  <a:lnTo>
                    <a:pt x="194950" y="86446"/>
                  </a:lnTo>
                  <a:lnTo>
                    <a:pt x="164333" y="83274"/>
                  </a:lnTo>
                  <a:lnTo>
                    <a:pt x="165045" y="71952"/>
                  </a:lnTo>
                  <a:lnTo>
                    <a:pt x="151429" y="77074"/>
                  </a:lnTo>
                  <a:lnTo>
                    <a:pt x="145434" y="60757"/>
                  </a:lnTo>
                  <a:lnTo>
                    <a:pt x="112865" y="73007"/>
                  </a:lnTo>
                  <a:lnTo>
                    <a:pt x="106932" y="85967"/>
                  </a:lnTo>
                  <a:lnTo>
                    <a:pt x="106126" y="85822"/>
                  </a:lnTo>
                  <a:lnTo>
                    <a:pt x="95317" y="107206"/>
                  </a:lnTo>
                  <a:lnTo>
                    <a:pt x="52526" y="97580"/>
                  </a:lnTo>
                  <a:lnTo>
                    <a:pt x="45974" y="108792"/>
                  </a:lnTo>
                  <a:lnTo>
                    <a:pt x="27648" y="91966"/>
                  </a:lnTo>
                  <a:lnTo>
                    <a:pt x="15769" y="84898"/>
                  </a:lnTo>
                  <a:lnTo>
                    <a:pt x="3675" y="76272"/>
                  </a:lnTo>
                  <a:lnTo>
                    <a:pt x="0" y="73997"/>
                  </a:lnTo>
                  <a:lnTo>
                    <a:pt x="2794" y="64222"/>
                  </a:lnTo>
                  <a:lnTo>
                    <a:pt x="6515" y="60286"/>
                  </a:lnTo>
                  <a:lnTo>
                    <a:pt x="8621" y="50295"/>
                  </a:lnTo>
                  <a:lnTo>
                    <a:pt x="10618" y="44419"/>
                  </a:lnTo>
                  <a:lnTo>
                    <a:pt x="19494" y="27240"/>
                  </a:lnTo>
                  <a:lnTo>
                    <a:pt x="21825" y="24693"/>
                  </a:lnTo>
                  <a:lnTo>
                    <a:pt x="22844" y="18925"/>
                  </a:lnTo>
                  <a:lnTo>
                    <a:pt x="24441" y="16269"/>
                  </a:lnTo>
                  <a:lnTo>
                    <a:pt x="25180" y="15907"/>
                  </a:lnTo>
                  <a:lnTo>
                    <a:pt x="25750" y="17074"/>
                  </a:lnTo>
                  <a:lnTo>
                    <a:pt x="29189" y="17364"/>
                  </a:lnTo>
                  <a:lnTo>
                    <a:pt x="35074" y="14878"/>
                  </a:lnTo>
                  <a:lnTo>
                    <a:pt x="37783" y="16135"/>
                  </a:lnTo>
                  <a:lnTo>
                    <a:pt x="41383" y="13619"/>
                  </a:lnTo>
                  <a:lnTo>
                    <a:pt x="41688" y="12681"/>
                  </a:lnTo>
                  <a:lnTo>
                    <a:pt x="40796" y="11763"/>
                  </a:lnTo>
                  <a:lnTo>
                    <a:pt x="41218" y="11365"/>
                  </a:lnTo>
                  <a:lnTo>
                    <a:pt x="49685" y="12282"/>
                  </a:lnTo>
                  <a:lnTo>
                    <a:pt x="54318" y="14090"/>
                  </a:lnTo>
                  <a:lnTo>
                    <a:pt x="57461" y="3564"/>
                  </a:lnTo>
                  <a:lnTo>
                    <a:pt x="59391" y="1265"/>
                  </a:lnTo>
                  <a:lnTo>
                    <a:pt x="6201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h189"/>
            <p:cNvSpPr/>
            <p:nvPr/>
          </p:nvSpPr>
          <p:spPr>
            <a:xfrm>
              <a:off x="2223893" y="1912011"/>
              <a:ext cx="45020" cy="42948"/>
            </a:xfrm>
            <a:custGeom>
              <a:avLst/>
              <a:pathLst>
                <a:path w="45020" h="42948">
                  <a:moveTo>
                    <a:pt x="32018" y="0"/>
                  </a:moveTo>
                  <a:lnTo>
                    <a:pt x="31286" y="2153"/>
                  </a:lnTo>
                  <a:lnTo>
                    <a:pt x="26628" y="2602"/>
                  </a:lnTo>
                  <a:lnTo>
                    <a:pt x="26143" y="12973"/>
                  </a:lnTo>
                  <a:lnTo>
                    <a:pt x="32462" y="15282"/>
                  </a:lnTo>
                  <a:lnTo>
                    <a:pt x="33819" y="20084"/>
                  </a:lnTo>
                  <a:lnTo>
                    <a:pt x="43067" y="24686"/>
                  </a:lnTo>
                  <a:lnTo>
                    <a:pt x="41816" y="27627"/>
                  </a:lnTo>
                  <a:lnTo>
                    <a:pt x="40937" y="27266"/>
                  </a:lnTo>
                  <a:lnTo>
                    <a:pt x="39246" y="31426"/>
                  </a:lnTo>
                  <a:lnTo>
                    <a:pt x="44971" y="34512"/>
                  </a:lnTo>
                  <a:lnTo>
                    <a:pt x="43017" y="39774"/>
                  </a:lnTo>
                  <a:lnTo>
                    <a:pt x="45020" y="41919"/>
                  </a:lnTo>
                  <a:lnTo>
                    <a:pt x="39515" y="42948"/>
                  </a:lnTo>
                  <a:lnTo>
                    <a:pt x="35447" y="41308"/>
                  </a:lnTo>
                  <a:lnTo>
                    <a:pt x="32202" y="41304"/>
                  </a:lnTo>
                  <a:lnTo>
                    <a:pt x="31694" y="40100"/>
                  </a:lnTo>
                  <a:lnTo>
                    <a:pt x="27258" y="36928"/>
                  </a:lnTo>
                  <a:lnTo>
                    <a:pt x="24455" y="36667"/>
                  </a:lnTo>
                  <a:lnTo>
                    <a:pt x="25226" y="33561"/>
                  </a:lnTo>
                  <a:lnTo>
                    <a:pt x="24622" y="33055"/>
                  </a:lnTo>
                  <a:lnTo>
                    <a:pt x="17767" y="30138"/>
                  </a:lnTo>
                  <a:lnTo>
                    <a:pt x="13018" y="31326"/>
                  </a:lnTo>
                  <a:lnTo>
                    <a:pt x="11800" y="17825"/>
                  </a:lnTo>
                  <a:lnTo>
                    <a:pt x="7938" y="17954"/>
                  </a:lnTo>
                  <a:lnTo>
                    <a:pt x="0" y="3693"/>
                  </a:lnTo>
                  <a:lnTo>
                    <a:pt x="1972" y="636"/>
                  </a:lnTo>
                  <a:lnTo>
                    <a:pt x="3516" y="646"/>
                  </a:lnTo>
                  <a:lnTo>
                    <a:pt x="13328" y="6339"/>
                  </a:lnTo>
                  <a:lnTo>
                    <a:pt x="19925" y="100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h190"/>
            <p:cNvSpPr/>
            <p:nvPr/>
          </p:nvSpPr>
          <p:spPr>
            <a:xfrm>
              <a:off x="2050018" y="2101612"/>
              <a:ext cx="147104" cy="124727"/>
            </a:xfrm>
            <a:custGeom>
              <a:avLst/>
              <a:pathLst>
                <a:path w="147104" h="124727">
                  <a:moveTo>
                    <a:pt x="52623" y="2026"/>
                  </a:moveTo>
                  <a:lnTo>
                    <a:pt x="60352" y="14673"/>
                  </a:lnTo>
                  <a:lnTo>
                    <a:pt x="66486" y="18828"/>
                  </a:lnTo>
                  <a:lnTo>
                    <a:pt x="68940" y="18048"/>
                  </a:lnTo>
                  <a:lnTo>
                    <a:pt x="78593" y="18082"/>
                  </a:lnTo>
                  <a:lnTo>
                    <a:pt x="91897" y="7502"/>
                  </a:lnTo>
                  <a:lnTo>
                    <a:pt x="96885" y="5896"/>
                  </a:lnTo>
                  <a:lnTo>
                    <a:pt x="79111" y="39290"/>
                  </a:lnTo>
                  <a:lnTo>
                    <a:pt x="78521" y="43981"/>
                  </a:lnTo>
                  <a:lnTo>
                    <a:pt x="93052" y="44467"/>
                  </a:lnTo>
                  <a:lnTo>
                    <a:pt x="96500" y="45296"/>
                  </a:lnTo>
                  <a:lnTo>
                    <a:pt x="96219" y="39920"/>
                  </a:lnTo>
                  <a:lnTo>
                    <a:pt x="99072" y="47456"/>
                  </a:lnTo>
                  <a:lnTo>
                    <a:pt x="90433" y="64534"/>
                  </a:lnTo>
                  <a:lnTo>
                    <a:pt x="102146" y="61446"/>
                  </a:lnTo>
                  <a:lnTo>
                    <a:pt x="104344" y="71280"/>
                  </a:lnTo>
                  <a:lnTo>
                    <a:pt x="120404" y="66575"/>
                  </a:lnTo>
                  <a:lnTo>
                    <a:pt x="118125" y="56958"/>
                  </a:lnTo>
                  <a:lnTo>
                    <a:pt x="129639" y="51478"/>
                  </a:lnTo>
                  <a:lnTo>
                    <a:pt x="132295" y="54158"/>
                  </a:lnTo>
                  <a:lnTo>
                    <a:pt x="132419" y="58234"/>
                  </a:lnTo>
                  <a:lnTo>
                    <a:pt x="137025" y="58653"/>
                  </a:lnTo>
                  <a:lnTo>
                    <a:pt x="135731" y="55488"/>
                  </a:lnTo>
                  <a:lnTo>
                    <a:pt x="134952" y="48455"/>
                  </a:lnTo>
                  <a:lnTo>
                    <a:pt x="139720" y="54332"/>
                  </a:lnTo>
                  <a:lnTo>
                    <a:pt x="141962" y="59151"/>
                  </a:lnTo>
                  <a:lnTo>
                    <a:pt x="140475" y="65995"/>
                  </a:lnTo>
                  <a:lnTo>
                    <a:pt x="143513" y="65837"/>
                  </a:lnTo>
                  <a:lnTo>
                    <a:pt x="147104" y="68846"/>
                  </a:lnTo>
                  <a:lnTo>
                    <a:pt x="142364" y="72387"/>
                  </a:lnTo>
                  <a:lnTo>
                    <a:pt x="129338" y="66206"/>
                  </a:lnTo>
                  <a:lnTo>
                    <a:pt x="127635" y="67629"/>
                  </a:lnTo>
                  <a:lnTo>
                    <a:pt x="125150" y="72101"/>
                  </a:lnTo>
                  <a:lnTo>
                    <a:pt x="111256" y="71947"/>
                  </a:lnTo>
                  <a:lnTo>
                    <a:pt x="108496" y="71057"/>
                  </a:lnTo>
                  <a:lnTo>
                    <a:pt x="103592" y="82775"/>
                  </a:lnTo>
                  <a:lnTo>
                    <a:pt x="105637" y="84674"/>
                  </a:lnTo>
                  <a:lnTo>
                    <a:pt x="101427" y="95057"/>
                  </a:lnTo>
                  <a:lnTo>
                    <a:pt x="100674" y="102355"/>
                  </a:lnTo>
                  <a:lnTo>
                    <a:pt x="98158" y="102382"/>
                  </a:lnTo>
                  <a:lnTo>
                    <a:pt x="98559" y="96522"/>
                  </a:lnTo>
                  <a:lnTo>
                    <a:pt x="90121" y="95501"/>
                  </a:lnTo>
                  <a:lnTo>
                    <a:pt x="89926" y="102472"/>
                  </a:lnTo>
                  <a:lnTo>
                    <a:pt x="84820" y="102516"/>
                  </a:lnTo>
                  <a:lnTo>
                    <a:pt x="81947" y="90873"/>
                  </a:lnTo>
                  <a:lnTo>
                    <a:pt x="74344" y="90815"/>
                  </a:lnTo>
                  <a:lnTo>
                    <a:pt x="70046" y="102685"/>
                  </a:lnTo>
                  <a:lnTo>
                    <a:pt x="57842" y="102279"/>
                  </a:lnTo>
                  <a:lnTo>
                    <a:pt x="57867" y="107370"/>
                  </a:lnTo>
                  <a:lnTo>
                    <a:pt x="53145" y="107067"/>
                  </a:lnTo>
                  <a:lnTo>
                    <a:pt x="53188" y="108380"/>
                  </a:lnTo>
                  <a:lnTo>
                    <a:pt x="60526" y="113403"/>
                  </a:lnTo>
                  <a:lnTo>
                    <a:pt x="60618" y="114430"/>
                  </a:lnTo>
                  <a:lnTo>
                    <a:pt x="57066" y="115030"/>
                  </a:lnTo>
                  <a:lnTo>
                    <a:pt x="56978" y="113965"/>
                  </a:lnTo>
                  <a:lnTo>
                    <a:pt x="50575" y="114967"/>
                  </a:lnTo>
                  <a:lnTo>
                    <a:pt x="46429" y="120035"/>
                  </a:lnTo>
                  <a:lnTo>
                    <a:pt x="47250" y="124727"/>
                  </a:lnTo>
                  <a:lnTo>
                    <a:pt x="37445" y="121982"/>
                  </a:lnTo>
                  <a:lnTo>
                    <a:pt x="21699" y="120490"/>
                  </a:lnTo>
                  <a:lnTo>
                    <a:pt x="21880" y="119571"/>
                  </a:lnTo>
                  <a:lnTo>
                    <a:pt x="18329" y="118746"/>
                  </a:lnTo>
                  <a:lnTo>
                    <a:pt x="17140" y="122296"/>
                  </a:lnTo>
                  <a:lnTo>
                    <a:pt x="10503" y="116187"/>
                  </a:lnTo>
                  <a:lnTo>
                    <a:pt x="3745" y="114972"/>
                  </a:lnTo>
                  <a:lnTo>
                    <a:pt x="3143" y="105699"/>
                  </a:lnTo>
                  <a:lnTo>
                    <a:pt x="2078" y="106210"/>
                  </a:lnTo>
                  <a:lnTo>
                    <a:pt x="1187" y="105743"/>
                  </a:lnTo>
                  <a:lnTo>
                    <a:pt x="1481" y="103514"/>
                  </a:lnTo>
                  <a:lnTo>
                    <a:pt x="3290" y="98617"/>
                  </a:lnTo>
                  <a:lnTo>
                    <a:pt x="0" y="97376"/>
                  </a:lnTo>
                  <a:lnTo>
                    <a:pt x="3391" y="89484"/>
                  </a:lnTo>
                  <a:lnTo>
                    <a:pt x="5477" y="87001"/>
                  </a:lnTo>
                  <a:lnTo>
                    <a:pt x="6398" y="84595"/>
                  </a:lnTo>
                  <a:lnTo>
                    <a:pt x="5964" y="83563"/>
                  </a:lnTo>
                  <a:lnTo>
                    <a:pt x="4263" y="83160"/>
                  </a:lnTo>
                  <a:lnTo>
                    <a:pt x="4679" y="80712"/>
                  </a:lnTo>
                  <a:lnTo>
                    <a:pt x="5942" y="79569"/>
                  </a:lnTo>
                  <a:lnTo>
                    <a:pt x="7513" y="79680"/>
                  </a:lnTo>
                  <a:lnTo>
                    <a:pt x="7137" y="81518"/>
                  </a:lnTo>
                  <a:lnTo>
                    <a:pt x="8873" y="81073"/>
                  </a:lnTo>
                  <a:lnTo>
                    <a:pt x="9903" y="79659"/>
                  </a:lnTo>
                  <a:lnTo>
                    <a:pt x="10750" y="73203"/>
                  </a:lnTo>
                  <a:lnTo>
                    <a:pt x="7421" y="71908"/>
                  </a:lnTo>
                  <a:lnTo>
                    <a:pt x="2241" y="71238"/>
                  </a:lnTo>
                  <a:lnTo>
                    <a:pt x="2750" y="62586"/>
                  </a:lnTo>
                  <a:lnTo>
                    <a:pt x="5664" y="65306"/>
                  </a:lnTo>
                  <a:lnTo>
                    <a:pt x="7828" y="65997"/>
                  </a:lnTo>
                  <a:lnTo>
                    <a:pt x="7803" y="59391"/>
                  </a:lnTo>
                  <a:lnTo>
                    <a:pt x="12475" y="60088"/>
                  </a:lnTo>
                  <a:lnTo>
                    <a:pt x="12978" y="56298"/>
                  </a:lnTo>
                  <a:lnTo>
                    <a:pt x="8150" y="55581"/>
                  </a:lnTo>
                  <a:lnTo>
                    <a:pt x="8878" y="51986"/>
                  </a:lnTo>
                  <a:lnTo>
                    <a:pt x="28860" y="54534"/>
                  </a:lnTo>
                  <a:lnTo>
                    <a:pt x="28989" y="53633"/>
                  </a:lnTo>
                  <a:lnTo>
                    <a:pt x="33782" y="55318"/>
                  </a:lnTo>
                  <a:lnTo>
                    <a:pt x="33511" y="57368"/>
                  </a:lnTo>
                  <a:lnTo>
                    <a:pt x="36949" y="57966"/>
                  </a:lnTo>
                  <a:lnTo>
                    <a:pt x="36348" y="52835"/>
                  </a:lnTo>
                  <a:lnTo>
                    <a:pt x="35178" y="49879"/>
                  </a:lnTo>
                  <a:lnTo>
                    <a:pt x="38622" y="41916"/>
                  </a:lnTo>
                  <a:lnTo>
                    <a:pt x="31185" y="41279"/>
                  </a:lnTo>
                  <a:lnTo>
                    <a:pt x="30826" y="36045"/>
                  </a:lnTo>
                  <a:lnTo>
                    <a:pt x="29826" y="33040"/>
                  </a:lnTo>
                  <a:lnTo>
                    <a:pt x="28154" y="31173"/>
                  </a:lnTo>
                  <a:lnTo>
                    <a:pt x="30312" y="26838"/>
                  </a:lnTo>
                  <a:lnTo>
                    <a:pt x="28887" y="26671"/>
                  </a:lnTo>
                  <a:lnTo>
                    <a:pt x="30185" y="14055"/>
                  </a:lnTo>
                  <a:lnTo>
                    <a:pt x="4722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h191"/>
            <p:cNvSpPr/>
            <p:nvPr/>
          </p:nvSpPr>
          <p:spPr>
            <a:xfrm>
              <a:off x="2031467" y="2088757"/>
              <a:ext cx="57172" cy="124552"/>
            </a:xfrm>
            <a:custGeom>
              <a:avLst/>
              <a:pathLst>
                <a:path w="57172" h="124552">
                  <a:moveTo>
                    <a:pt x="39152" y="12688"/>
                  </a:moveTo>
                  <a:lnTo>
                    <a:pt x="44529" y="3596"/>
                  </a:lnTo>
                  <a:lnTo>
                    <a:pt x="48035" y="5821"/>
                  </a:lnTo>
                  <a:lnTo>
                    <a:pt x="43714" y="15570"/>
                  </a:lnTo>
                  <a:lnTo>
                    <a:pt x="40317" y="20730"/>
                  </a:lnTo>
                  <a:lnTo>
                    <a:pt x="42999" y="23711"/>
                  </a:lnTo>
                  <a:lnTo>
                    <a:pt x="43791" y="26330"/>
                  </a:lnTo>
                  <a:lnTo>
                    <a:pt x="40310" y="27651"/>
                  </a:lnTo>
                  <a:lnTo>
                    <a:pt x="41804" y="30249"/>
                  </a:lnTo>
                  <a:lnTo>
                    <a:pt x="44459" y="30602"/>
                  </a:lnTo>
                  <a:lnTo>
                    <a:pt x="45629" y="39315"/>
                  </a:lnTo>
                  <a:lnTo>
                    <a:pt x="47438" y="39526"/>
                  </a:lnTo>
                  <a:lnTo>
                    <a:pt x="48863" y="39693"/>
                  </a:lnTo>
                  <a:lnTo>
                    <a:pt x="46704" y="44028"/>
                  </a:lnTo>
                  <a:lnTo>
                    <a:pt x="48376" y="45895"/>
                  </a:lnTo>
                  <a:lnTo>
                    <a:pt x="49376" y="48900"/>
                  </a:lnTo>
                  <a:lnTo>
                    <a:pt x="49736" y="54134"/>
                  </a:lnTo>
                  <a:lnTo>
                    <a:pt x="57172" y="54771"/>
                  </a:lnTo>
                  <a:lnTo>
                    <a:pt x="53729" y="62734"/>
                  </a:lnTo>
                  <a:lnTo>
                    <a:pt x="54899" y="65691"/>
                  </a:lnTo>
                  <a:lnTo>
                    <a:pt x="55500" y="70821"/>
                  </a:lnTo>
                  <a:lnTo>
                    <a:pt x="52062" y="70223"/>
                  </a:lnTo>
                  <a:lnTo>
                    <a:pt x="52332" y="68173"/>
                  </a:lnTo>
                  <a:lnTo>
                    <a:pt x="47540" y="66488"/>
                  </a:lnTo>
                  <a:lnTo>
                    <a:pt x="47411" y="67389"/>
                  </a:lnTo>
                  <a:lnTo>
                    <a:pt x="27428" y="64841"/>
                  </a:lnTo>
                  <a:lnTo>
                    <a:pt x="26701" y="68436"/>
                  </a:lnTo>
                  <a:lnTo>
                    <a:pt x="31529" y="69153"/>
                  </a:lnTo>
                  <a:lnTo>
                    <a:pt x="31026" y="72943"/>
                  </a:lnTo>
                  <a:lnTo>
                    <a:pt x="26354" y="72246"/>
                  </a:lnTo>
                  <a:lnTo>
                    <a:pt x="26379" y="78852"/>
                  </a:lnTo>
                  <a:lnTo>
                    <a:pt x="24214" y="78161"/>
                  </a:lnTo>
                  <a:lnTo>
                    <a:pt x="21301" y="75441"/>
                  </a:lnTo>
                  <a:lnTo>
                    <a:pt x="20791" y="84093"/>
                  </a:lnTo>
                  <a:lnTo>
                    <a:pt x="25972" y="84763"/>
                  </a:lnTo>
                  <a:lnTo>
                    <a:pt x="29300" y="86058"/>
                  </a:lnTo>
                  <a:lnTo>
                    <a:pt x="28454" y="92514"/>
                  </a:lnTo>
                  <a:lnTo>
                    <a:pt x="27423" y="93929"/>
                  </a:lnTo>
                  <a:lnTo>
                    <a:pt x="25688" y="94373"/>
                  </a:lnTo>
                  <a:lnTo>
                    <a:pt x="26063" y="92535"/>
                  </a:lnTo>
                  <a:lnTo>
                    <a:pt x="24492" y="92424"/>
                  </a:lnTo>
                  <a:lnTo>
                    <a:pt x="23229" y="93567"/>
                  </a:lnTo>
                  <a:lnTo>
                    <a:pt x="22814" y="96015"/>
                  </a:lnTo>
                  <a:lnTo>
                    <a:pt x="24514" y="96418"/>
                  </a:lnTo>
                  <a:lnTo>
                    <a:pt x="24949" y="97450"/>
                  </a:lnTo>
                  <a:lnTo>
                    <a:pt x="24027" y="99856"/>
                  </a:lnTo>
                  <a:lnTo>
                    <a:pt x="21941" y="102339"/>
                  </a:lnTo>
                  <a:lnTo>
                    <a:pt x="18550" y="110231"/>
                  </a:lnTo>
                  <a:lnTo>
                    <a:pt x="21840" y="111472"/>
                  </a:lnTo>
                  <a:lnTo>
                    <a:pt x="20032" y="116369"/>
                  </a:lnTo>
                  <a:lnTo>
                    <a:pt x="19273" y="116404"/>
                  </a:lnTo>
                  <a:lnTo>
                    <a:pt x="18357" y="119095"/>
                  </a:lnTo>
                  <a:lnTo>
                    <a:pt x="13752" y="124442"/>
                  </a:lnTo>
                  <a:lnTo>
                    <a:pt x="12078" y="124552"/>
                  </a:lnTo>
                  <a:lnTo>
                    <a:pt x="9228" y="120861"/>
                  </a:lnTo>
                  <a:lnTo>
                    <a:pt x="7221" y="122297"/>
                  </a:lnTo>
                  <a:lnTo>
                    <a:pt x="8645" y="118140"/>
                  </a:lnTo>
                  <a:lnTo>
                    <a:pt x="9543" y="111930"/>
                  </a:lnTo>
                  <a:lnTo>
                    <a:pt x="6879" y="107320"/>
                  </a:lnTo>
                  <a:lnTo>
                    <a:pt x="6597" y="104257"/>
                  </a:lnTo>
                  <a:lnTo>
                    <a:pt x="6476" y="72660"/>
                  </a:lnTo>
                  <a:lnTo>
                    <a:pt x="16258" y="55804"/>
                  </a:lnTo>
                  <a:lnTo>
                    <a:pt x="10336" y="46577"/>
                  </a:lnTo>
                  <a:lnTo>
                    <a:pt x="4455" y="17873"/>
                  </a:lnTo>
                  <a:lnTo>
                    <a:pt x="0" y="16117"/>
                  </a:lnTo>
                  <a:lnTo>
                    <a:pt x="5411" y="11722"/>
                  </a:lnTo>
                  <a:lnTo>
                    <a:pt x="2703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h192"/>
            <p:cNvSpPr/>
            <p:nvPr/>
          </p:nvSpPr>
          <p:spPr>
            <a:xfrm>
              <a:off x="2323665" y="1873406"/>
              <a:ext cx="65115" cy="96817"/>
            </a:xfrm>
            <a:custGeom>
              <a:avLst/>
              <a:pathLst>
                <a:path w="65115" h="96817">
                  <a:moveTo>
                    <a:pt x="27091" y="0"/>
                  </a:moveTo>
                  <a:lnTo>
                    <a:pt x="27296" y="1890"/>
                  </a:lnTo>
                  <a:lnTo>
                    <a:pt x="29380" y="4920"/>
                  </a:lnTo>
                  <a:lnTo>
                    <a:pt x="35113" y="6725"/>
                  </a:lnTo>
                  <a:lnTo>
                    <a:pt x="34024" y="8305"/>
                  </a:lnTo>
                  <a:lnTo>
                    <a:pt x="31502" y="9467"/>
                  </a:lnTo>
                  <a:lnTo>
                    <a:pt x="34812" y="13446"/>
                  </a:lnTo>
                  <a:lnTo>
                    <a:pt x="34994" y="14983"/>
                  </a:lnTo>
                  <a:lnTo>
                    <a:pt x="33599" y="18191"/>
                  </a:lnTo>
                  <a:lnTo>
                    <a:pt x="34313" y="20122"/>
                  </a:lnTo>
                  <a:lnTo>
                    <a:pt x="40348" y="28875"/>
                  </a:lnTo>
                  <a:lnTo>
                    <a:pt x="39763" y="33151"/>
                  </a:lnTo>
                  <a:lnTo>
                    <a:pt x="43863" y="37830"/>
                  </a:lnTo>
                  <a:lnTo>
                    <a:pt x="47451" y="38396"/>
                  </a:lnTo>
                  <a:lnTo>
                    <a:pt x="48726" y="43337"/>
                  </a:lnTo>
                  <a:lnTo>
                    <a:pt x="61969" y="48680"/>
                  </a:lnTo>
                  <a:lnTo>
                    <a:pt x="65010" y="53446"/>
                  </a:lnTo>
                  <a:lnTo>
                    <a:pt x="65115" y="55145"/>
                  </a:lnTo>
                  <a:lnTo>
                    <a:pt x="58969" y="59161"/>
                  </a:lnTo>
                  <a:lnTo>
                    <a:pt x="62689" y="67295"/>
                  </a:lnTo>
                  <a:lnTo>
                    <a:pt x="61982" y="68841"/>
                  </a:lnTo>
                  <a:lnTo>
                    <a:pt x="51507" y="70687"/>
                  </a:lnTo>
                  <a:lnTo>
                    <a:pt x="51854" y="83609"/>
                  </a:lnTo>
                  <a:lnTo>
                    <a:pt x="37314" y="86184"/>
                  </a:lnTo>
                  <a:lnTo>
                    <a:pt x="39885" y="96817"/>
                  </a:lnTo>
                  <a:lnTo>
                    <a:pt x="1628" y="87974"/>
                  </a:lnTo>
                  <a:lnTo>
                    <a:pt x="7444" y="69217"/>
                  </a:lnTo>
                  <a:lnTo>
                    <a:pt x="10588" y="65971"/>
                  </a:lnTo>
                  <a:lnTo>
                    <a:pt x="13278" y="66737"/>
                  </a:lnTo>
                  <a:lnTo>
                    <a:pt x="14143" y="63134"/>
                  </a:lnTo>
                  <a:lnTo>
                    <a:pt x="9634" y="60459"/>
                  </a:lnTo>
                  <a:lnTo>
                    <a:pt x="8404" y="58643"/>
                  </a:lnTo>
                  <a:lnTo>
                    <a:pt x="13246" y="52310"/>
                  </a:lnTo>
                  <a:lnTo>
                    <a:pt x="3026" y="50616"/>
                  </a:lnTo>
                  <a:lnTo>
                    <a:pt x="0" y="39601"/>
                  </a:lnTo>
                  <a:lnTo>
                    <a:pt x="4188" y="38967"/>
                  </a:lnTo>
                  <a:lnTo>
                    <a:pt x="7563" y="26861"/>
                  </a:lnTo>
                  <a:lnTo>
                    <a:pt x="16716" y="21829"/>
                  </a:lnTo>
                  <a:lnTo>
                    <a:pt x="21483" y="13735"/>
                  </a:lnTo>
                  <a:lnTo>
                    <a:pt x="22026" y="12248"/>
                  </a:lnTo>
                  <a:lnTo>
                    <a:pt x="20018" y="8650"/>
                  </a:lnTo>
                  <a:lnTo>
                    <a:pt x="18692" y="324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h193"/>
            <p:cNvSpPr/>
            <p:nvPr/>
          </p:nvSpPr>
          <p:spPr>
            <a:xfrm>
              <a:off x="2200345" y="2072776"/>
              <a:ext cx="91536" cy="83939"/>
            </a:xfrm>
            <a:custGeom>
              <a:avLst/>
              <a:pathLst>
                <a:path w="91536" h="83939">
                  <a:moveTo>
                    <a:pt x="19748" y="4090"/>
                  </a:moveTo>
                  <a:lnTo>
                    <a:pt x="27408" y="10157"/>
                  </a:lnTo>
                  <a:lnTo>
                    <a:pt x="33213" y="5717"/>
                  </a:lnTo>
                  <a:lnTo>
                    <a:pt x="37392" y="8888"/>
                  </a:lnTo>
                  <a:lnTo>
                    <a:pt x="39196" y="8749"/>
                  </a:lnTo>
                  <a:lnTo>
                    <a:pt x="42476" y="6513"/>
                  </a:lnTo>
                  <a:lnTo>
                    <a:pt x="48345" y="7372"/>
                  </a:lnTo>
                  <a:lnTo>
                    <a:pt x="50348" y="8575"/>
                  </a:lnTo>
                  <a:lnTo>
                    <a:pt x="62193" y="5432"/>
                  </a:lnTo>
                  <a:lnTo>
                    <a:pt x="67668" y="9912"/>
                  </a:lnTo>
                  <a:lnTo>
                    <a:pt x="68693" y="16973"/>
                  </a:lnTo>
                  <a:lnTo>
                    <a:pt x="74220" y="19674"/>
                  </a:lnTo>
                  <a:lnTo>
                    <a:pt x="77623" y="22913"/>
                  </a:lnTo>
                  <a:lnTo>
                    <a:pt x="90536" y="38087"/>
                  </a:lnTo>
                  <a:lnTo>
                    <a:pt x="91536" y="40933"/>
                  </a:lnTo>
                  <a:lnTo>
                    <a:pt x="67768" y="62019"/>
                  </a:lnTo>
                  <a:lnTo>
                    <a:pt x="79561" y="75863"/>
                  </a:lnTo>
                  <a:lnTo>
                    <a:pt x="82069" y="82268"/>
                  </a:lnTo>
                  <a:lnTo>
                    <a:pt x="76871" y="83939"/>
                  </a:lnTo>
                  <a:lnTo>
                    <a:pt x="75000" y="80113"/>
                  </a:lnTo>
                  <a:lnTo>
                    <a:pt x="70510" y="77327"/>
                  </a:lnTo>
                  <a:lnTo>
                    <a:pt x="66351" y="72537"/>
                  </a:lnTo>
                  <a:lnTo>
                    <a:pt x="56574" y="69178"/>
                  </a:lnTo>
                  <a:lnTo>
                    <a:pt x="52578" y="70909"/>
                  </a:lnTo>
                  <a:lnTo>
                    <a:pt x="50178" y="73964"/>
                  </a:lnTo>
                  <a:lnTo>
                    <a:pt x="41203" y="74335"/>
                  </a:lnTo>
                  <a:lnTo>
                    <a:pt x="35761" y="65853"/>
                  </a:lnTo>
                  <a:lnTo>
                    <a:pt x="33192" y="61282"/>
                  </a:lnTo>
                  <a:lnTo>
                    <a:pt x="35770" y="59623"/>
                  </a:lnTo>
                  <a:lnTo>
                    <a:pt x="29772" y="56407"/>
                  </a:lnTo>
                  <a:lnTo>
                    <a:pt x="35109" y="57288"/>
                  </a:lnTo>
                  <a:lnTo>
                    <a:pt x="37919" y="56103"/>
                  </a:lnTo>
                  <a:lnTo>
                    <a:pt x="26046" y="43150"/>
                  </a:lnTo>
                  <a:lnTo>
                    <a:pt x="19495" y="39704"/>
                  </a:lnTo>
                  <a:lnTo>
                    <a:pt x="16501" y="36084"/>
                  </a:lnTo>
                  <a:lnTo>
                    <a:pt x="16476" y="33684"/>
                  </a:lnTo>
                  <a:lnTo>
                    <a:pt x="12936" y="30827"/>
                  </a:lnTo>
                  <a:lnTo>
                    <a:pt x="11226" y="33347"/>
                  </a:lnTo>
                  <a:lnTo>
                    <a:pt x="0" y="14707"/>
                  </a:lnTo>
                  <a:lnTo>
                    <a:pt x="9481" y="7441"/>
                  </a:lnTo>
                  <a:lnTo>
                    <a:pt x="2007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h194"/>
            <p:cNvSpPr/>
            <p:nvPr/>
          </p:nvSpPr>
          <p:spPr>
            <a:xfrm>
              <a:off x="2285064" y="1894759"/>
              <a:ext cx="31889" cy="22789"/>
            </a:xfrm>
            <a:custGeom>
              <a:avLst/>
              <a:pathLst>
                <a:path w="31889" h="22789">
                  <a:moveTo>
                    <a:pt x="23647" y="0"/>
                  </a:moveTo>
                  <a:lnTo>
                    <a:pt x="31877" y="767"/>
                  </a:lnTo>
                  <a:lnTo>
                    <a:pt x="31889" y="2314"/>
                  </a:lnTo>
                  <a:lnTo>
                    <a:pt x="26971" y="1837"/>
                  </a:lnTo>
                  <a:lnTo>
                    <a:pt x="24197" y="3348"/>
                  </a:lnTo>
                  <a:lnTo>
                    <a:pt x="14221" y="13587"/>
                  </a:lnTo>
                  <a:lnTo>
                    <a:pt x="16988" y="14374"/>
                  </a:lnTo>
                  <a:lnTo>
                    <a:pt x="18601" y="16471"/>
                  </a:lnTo>
                  <a:lnTo>
                    <a:pt x="16619" y="22789"/>
                  </a:lnTo>
                  <a:lnTo>
                    <a:pt x="210" y="21743"/>
                  </a:lnTo>
                  <a:lnTo>
                    <a:pt x="0" y="16509"/>
                  </a:lnTo>
                  <a:lnTo>
                    <a:pt x="1594" y="15765"/>
                  </a:lnTo>
                  <a:lnTo>
                    <a:pt x="11057" y="4704"/>
                  </a:lnTo>
                  <a:lnTo>
                    <a:pt x="17958" y="148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h195"/>
            <p:cNvSpPr/>
            <p:nvPr/>
          </p:nvSpPr>
          <p:spPr>
            <a:xfrm>
              <a:off x="2009821" y="1792316"/>
              <a:ext cx="184560" cy="282529"/>
            </a:xfrm>
            <a:custGeom>
              <a:avLst/>
              <a:pathLst>
                <a:path w="184560" h="282529">
                  <a:moveTo>
                    <a:pt x="93962" y="8625"/>
                  </a:moveTo>
                  <a:lnTo>
                    <a:pt x="105841" y="15694"/>
                  </a:lnTo>
                  <a:lnTo>
                    <a:pt x="124167" y="32520"/>
                  </a:lnTo>
                  <a:lnTo>
                    <a:pt x="106020" y="65078"/>
                  </a:lnTo>
                  <a:lnTo>
                    <a:pt x="114981" y="68259"/>
                  </a:lnTo>
                  <a:lnTo>
                    <a:pt x="113200" y="72117"/>
                  </a:lnTo>
                  <a:lnTo>
                    <a:pt x="119907" y="78827"/>
                  </a:lnTo>
                  <a:lnTo>
                    <a:pt x="121896" y="77847"/>
                  </a:lnTo>
                  <a:lnTo>
                    <a:pt x="122664" y="82602"/>
                  </a:lnTo>
                  <a:lnTo>
                    <a:pt x="126660" y="106796"/>
                  </a:lnTo>
                  <a:lnTo>
                    <a:pt x="126490" y="108844"/>
                  </a:lnTo>
                  <a:lnTo>
                    <a:pt x="121134" y="113784"/>
                  </a:lnTo>
                  <a:lnTo>
                    <a:pt x="126219" y="123027"/>
                  </a:lnTo>
                  <a:lnTo>
                    <a:pt x="130713" y="134651"/>
                  </a:lnTo>
                  <a:lnTo>
                    <a:pt x="132838" y="142563"/>
                  </a:lnTo>
                  <a:lnTo>
                    <a:pt x="132501" y="146524"/>
                  </a:lnTo>
                  <a:lnTo>
                    <a:pt x="136397" y="152603"/>
                  </a:lnTo>
                  <a:lnTo>
                    <a:pt x="143314" y="147799"/>
                  </a:lnTo>
                  <a:lnTo>
                    <a:pt x="147726" y="151098"/>
                  </a:lnTo>
                  <a:lnTo>
                    <a:pt x="150437" y="154618"/>
                  </a:lnTo>
                  <a:lnTo>
                    <a:pt x="146286" y="160663"/>
                  </a:lnTo>
                  <a:lnTo>
                    <a:pt x="143862" y="161871"/>
                  </a:lnTo>
                  <a:lnTo>
                    <a:pt x="141387" y="161858"/>
                  </a:lnTo>
                  <a:lnTo>
                    <a:pt x="145086" y="166509"/>
                  </a:lnTo>
                  <a:lnTo>
                    <a:pt x="146179" y="166838"/>
                  </a:lnTo>
                  <a:lnTo>
                    <a:pt x="147039" y="164641"/>
                  </a:lnTo>
                  <a:lnTo>
                    <a:pt x="151871" y="166127"/>
                  </a:lnTo>
                  <a:lnTo>
                    <a:pt x="156563" y="170123"/>
                  </a:lnTo>
                  <a:lnTo>
                    <a:pt x="152037" y="185104"/>
                  </a:lnTo>
                  <a:lnTo>
                    <a:pt x="153854" y="189323"/>
                  </a:lnTo>
                  <a:lnTo>
                    <a:pt x="158678" y="184785"/>
                  </a:lnTo>
                  <a:lnTo>
                    <a:pt x="163645" y="199953"/>
                  </a:lnTo>
                  <a:lnTo>
                    <a:pt x="168018" y="206480"/>
                  </a:lnTo>
                  <a:lnTo>
                    <a:pt x="173438" y="210800"/>
                  </a:lnTo>
                  <a:lnTo>
                    <a:pt x="175149" y="212374"/>
                  </a:lnTo>
                  <a:lnTo>
                    <a:pt x="184560" y="229890"/>
                  </a:lnTo>
                  <a:lnTo>
                    <a:pt x="184326" y="231234"/>
                  </a:lnTo>
                  <a:lnTo>
                    <a:pt x="176261" y="238117"/>
                  </a:lnTo>
                  <a:lnTo>
                    <a:pt x="173723" y="236194"/>
                  </a:lnTo>
                  <a:lnTo>
                    <a:pt x="172033" y="236292"/>
                  </a:lnTo>
                  <a:lnTo>
                    <a:pt x="170240" y="237498"/>
                  </a:lnTo>
                  <a:lnTo>
                    <a:pt x="169547" y="239483"/>
                  </a:lnTo>
                  <a:lnTo>
                    <a:pt x="162837" y="238978"/>
                  </a:lnTo>
                  <a:lnTo>
                    <a:pt x="159984" y="238010"/>
                  </a:lnTo>
                  <a:lnTo>
                    <a:pt x="159528" y="236171"/>
                  </a:lnTo>
                  <a:lnTo>
                    <a:pt x="157808" y="234416"/>
                  </a:lnTo>
                  <a:lnTo>
                    <a:pt x="139489" y="235110"/>
                  </a:lnTo>
                  <a:lnTo>
                    <a:pt x="141800" y="238260"/>
                  </a:lnTo>
                  <a:lnTo>
                    <a:pt x="140836" y="240016"/>
                  </a:lnTo>
                  <a:lnTo>
                    <a:pt x="134250" y="236381"/>
                  </a:lnTo>
                  <a:lnTo>
                    <a:pt x="129322" y="244663"/>
                  </a:lnTo>
                  <a:lnTo>
                    <a:pt x="137764" y="251940"/>
                  </a:lnTo>
                  <a:lnTo>
                    <a:pt x="142378" y="265857"/>
                  </a:lnTo>
                  <a:lnTo>
                    <a:pt x="141753" y="266253"/>
                  </a:lnTo>
                  <a:lnTo>
                    <a:pt x="131401" y="263486"/>
                  </a:lnTo>
                  <a:lnTo>
                    <a:pt x="127948" y="263530"/>
                  </a:lnTo>
                  <a:lnTo>
                    <a:pt x="125960" y="264375"/>
                  </a:lnTo>
                  <a:lnTo>
                    <a:pt x="121419" y="257961"/>
                  </a:lnTo>
                  <a:lnTo>
                    <a:pt x="118188" y="255578"/>
                  </a:lnTo>
                  <a:lnTo>
                    <a:pt x="112208" y="254019"/>
                  </a:lnTo>
                  <a:lnTo>
                    <a:pt x="104974" y="248431"/>
                  </a:lnTo>
                  <a:lnTo>
                    <a:pt x="99048" y="259802"/>
                  </a:lnTo>
                  <a:lnTo>
                    <a:pt x="95562" y="257511"/>
                  </a:lnTo>
                  <a:lnTo>
                    <a:pt x="93875" y="262086"/>
                  </a:lnTo>
                  <a:lnTo>
                    <a:pt x="89711" y="261663"/>
                  </a:lnTo>
                  <a:lnTo>
                    <a:pt x="86993" y="257763"/>
                  </a:lnTo>
                  <a:lnTo>
                    <a:pt x="87784" y="282529"/>
                  </a:lnTo>
                  <a:lnTo>
                    <a:pt x="67799" y="269724"/>
                  </a:lnTo>
                  <a:lnTo>
                    <a:pt x="43720" y="269910"/>
                  </a:lnTo>
                  <a:lnTo>
                    <a:pt x="30708" y="270096"/>
                  </a:lnTo>
                  <a:lnTo>
                    <a:pt x="30012" y="269592"/>
                  </a:lnTo>
                  <a:lnTo>
                    <a:pt x="18123" y="260532"/>
                  </a:lnTo>
                  <a:lnTo>
                    <a:pt x="10082" y="245018"/>
                  </a:lnTo>
                  <a:lnTo>
                    <a:pt x="11186" y="233231"/>
                  </a:lnTo>
                  <a:lnTo>
                    <a:pt x="17511" y="233298"/>
                  </a:lnTo>
                  <a:lnTo>
                    <a:pt x="28931" y="217966"/>
                  </a:lnTo>
                  <a:lnTo>
                    <a:pt x="13029" y="214956"/>
                  </a:lnTo>
                  <a:lnTo>
                    <a:pt x="16981" y="175688"/>
                  </a:lnTo>
                  <a:lnTo>
                    <a:pt x="14737" y="173796"/>
                  </a:lnTo>
                  <a:lnTo>
                    <a:pt x="20952" y="166932"/>
                  </a:lnTo>
                  <a:lnTo>
                    <a:pt x="19542" y="163939"/>
                  </a:lnTo>
                  <a:lnTo>
                    <a:pt x="13468" y="163445"/>
                  </a:lnTo>
                  <a:lnTo>
                    <a:pt x="13085" y="160375"/>
                  </a:lnTo>
                  <a:lnTo>
                    <a:pt x="10258" y="161874"/>
                  </a:lnTo>
                  <a:lnTo>
                    <a:pt x="3189" y="159069"/>
                  </a:lnTo>
                  <a:lnTo>
                    <a:pt x="0" y="163599"/>
                  </a:lnTo>
                  <a:lnTo>
                    <a:pt x="24046" y="94212"/>
                  </a:lnTo>
                  <a:lnTo>
                    <a:pt x="22658" y="91713"/>
                  </a:lnTo>
                  <a:lnTo>
                    <a:pt x="22186" y="93199"/>
                  </a:lnTo>
                  <a:lnTo>
                    <a:pt x="570" y="81257"/>
                  </a:lnTo>
                  <a:lnTo>
                    <a:pt x="5019" y="71159"/>
                  </a:lnTo>
                  <a:lnTo>
                    <a:pt x="7519" y="71047"/>
                  </a:lnTo>
                  <a:lnTo>
                    <a:pt x="9100" y="74571"/>
                  </a:lnTo>
                  <a:lnTo>
                    <a:pt x="13676" y="68204"/>
                  </a:lnTo>
                  <a:lnTo>
                    <a:pt x="19187" y="57317"/>
                  </a:lnTo>
                  <a:lnTo>
                    <a:pt x="18865" y="56974"/>
                  </a:lnTo>
                  <a:lnTo>
                    <a:pt x="24890" y="47302"/>
                  </a:lnTo>
                  <a:lnTo>
                    <a:pt x="25593" y="43924"/>
                  </a:lnTo>
                  <a:lnTo>
                    <a:pt x="30483" y="37877"/>
                  </a:lnTo>
                  <a:lnTo>
                    <a:pt x="35908" y="27928"/>
                  </a:lnTo>
                  <a:lnTo>
                    <a:pt x="36574" y="27437"/>
                  </a:lnTo>
                  <a:lnTo>
                    <a:pt x="41813" y="30809"/>
                  </a:lnTo>
                  <a:lnTo>
                    <a:pt x="44441" y="29686"/>
                  </a:lnTo>
                  <a:lnTo>
                    <a:pt x="50000" y="30846"/>
                  </a:lnTo>
                  <a:lnTo>
                    <a:pt x="50910" y="31867"/>
                  </a:lnTo>
                  <a:lnTo>
                    <a:pt x="54983" y="30644"/>
                  </a:lnTo>
                  <a:lnTo>
                    <a:pt x="56757" y="26987"/>
                  </a:lnTo>
                  <a:lnTo>
                    <a:pt x="57643" y="21467"/>
                  </a:lnTo>
                  <a:lnTo>
                    <a:pt x="59792" y="18183"/>
                  </a:lnTo>
                  <a:lnTo>
                    <a:pt x="64689" y="16536"/>
                  </a:lnTo>
                  <a:lnTo>
                    <a:pt x="68693" y="9461"/>
                  </a:lnTo>
                  <a:lnTo>
                    <a:pt x="80180" y="3613"/>
                  </a:lnTo>
                  <a:lnTo>
                    <a:pt x="82181" y="2108"/>
                  </a:lnTo>
                  <a:lnTo>
                    <a:pt x="8186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h196"/>
            <p:cNvSpPr/>
            <p:nvPr/>
          </p:nvSpPr>
          <p:spPr>
            <a:xfrm>
              <a:off x="2235129" y="1998179"/>
              <a:ext cx="62566" cy="49881"/>
            </a:xfrm>
            <a:custGeom>
              <a:avLst/>
              <a:pathLst>
                <a:path w="62566" h="49881">
                  <a:moveTo>
                    <a:pt x="15414" y="677"/>
                  </a:moveTo>
                  <a:lnTo>
                    <a:pt x="14878" y="3994"/>
                  </a:lnTo>
                  <a:lnTo>
                    <a:pt x="20972" y="3739"/>
                  </a:lnTo>
                  <a:lnTo>
                    <a:pt x="23279" y="13715"/>
                  </a:lnTo>
                  <a:lnTo>
                    <a:pt x="32731" y="18628"/>
                  </a:lnTo>
                  <a:lnTo>
                    <a:pt x="38057" y="24307"/>
                  </a:lnTo>
                  <a:lnTo>
                    <a:pt x="44930" y="28740"/>
                  </a:lnTo>
                  <a:lnTo>
                    <a:pt x="50073" y="35896"/>
                  </a:lnTo>
                  <a:lnTo>
                    <a:pt x="50337" y="38667"/>
                  </a:lnTo>
                  <a:lnTo>
                    <a:pt x="58321" y="43435"/>
                  </a:lnTo>
                  <a:lnTo>
                    <a:pt x="62566" y="48561"/>
                  </a:lnTo>
                  <a:lnTo>
                    <a:pt x="60705" y="49881"/>
                  </a:lnTo>
                  <a:lnTo>
                    <a:pt x="41107" y="43595"/>
                  </a:lnTo>
                  <a:lnTo>
                    <a:pt x="35728" y="46992"/>
                  </a:lnTo>
                  <a:lnTo>
                    <a:pt x="33639" y="41812"/>
                  </a:lnTo>
                  <a:lnTo>
                    <a:pt x="26141" y="31885"/>
                  </a:lnTo>
                  <a:lnTo>
                    <a:pt x="20114" y="28352"/>
                  </a:lnTo>
                  <a:lnTo>
                    <a:pt x="14933" y="35814"/>
                  </a:lnTo>
                  <a:lnTo>
                    <a:pt x="8968" y="39641"/>
                  </a:lnTo>
                  <a:lnTo>
                    <a:pt x="3761" y="36229"/>
                  </a:lnTo>
                  <a:lnTo>
                    <a:pt x="7111" y="24093"/>
                  </a:lnTo>
                  <a:lnTo>
                    <a:pt x="3558" y="24022"/>
                  </a:lnTo>
                  <a:lnTo>
                    <a:pt x="5706" y="15492"/>
                  </a:lnTo>
                  <a:lnTo>
                    <a:pt x="1446" y="8720"/>
                  </a:lnTo>
                  <a:lnTo>
                    <a:pt x="1079" y="2825"/>
                  </a:lnTo>
                  <a:lnTo>
                    <a:pt x="0" y="208"/>
                  </a:lnTo>
                  <a:lnTo>
                    <a:pt x="1039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h197"/>
            <p:cNvSpPr/>
            <p:nvPr/>
          </p:nvSpPr>
          <p:spPr>
            <a:xfrm>
              <a:off x="2305531" y="1862317"/>
              <a:ext cx="46448" cy="37950"/>
            </a:xfrm>
            <a:custGeom>
              <a:avLst/>
              <a:pathLst>
                <a:path w="46448" h="37950">
                  <a:moveTo>
                    <a:pt x="34290" y="1743"/>
                  </a:moveTo>
                  <a:lnTo>
                    <a:pt x="39833" y="5144"/>
                  </a:lnTo>
                  <a:lnTo>
                    <a:pt x="41112" y="4726"/>
                  </a:lnTo>
                  <a:lnTo>
                    <a:pt x="46296" y="7612"/>
                  </a:lnTo>
                  <a:lnTo>
                    <a:pt x="46448" y="8869"/>
                  </a:lnTo>
                  <a:lnTo>
                    <a:pt x="45225" y="11089"/>
                  </a:lnTo>
                  <a:lnTo>
                    <a:pt x="36826" y="14336"/>
                  </a:lnTo>
                  <a:lnTo>
                    <a:pt x="38152" y="19740"/>
                  </a:lnTo>
                  <a:lnTo>
                    <a:pt x="40160" y="23337"/>
                  </a:lnTo>
                  <a:lnTo>
                    <a:pt x="39617" y="24824"/>
                  </a:lnTo>
                  <a:lnTo>
                    <a:pt x="34850" y="32918"/>
                  </a:lnTo>
                  <a:lnTo>
                    <a:pt x="25697" y="37950"/>
                  </a:lnTo>
                  <a:lnTo>
                    <a:pt x="24048" y="32670"/>
                  </a:lnTo>
                  <a:lnTo>
                    <a:pt x="11410" y="33209"/>
                  </a:lnTo>
                  <a:lnTo>
                    <a:pt x="3180" y="32441"/>
                  </a:lnTo>
                  <a:lnTo>
                    <a:pt x="3285" y="27247"/>
                  </a:lnTo>
                  <a:lnTo>
                    <a:pt x="1292" y="25663"/>
                  </a:lnTo>
                  <a:lnTo>
                    <a:pt x="0" y="26103"/>
                  </a:lnTo>
                  <a:lnTo>
                    <a:pt x="4663" y="16442"/>
                  </a:lnTo>
                  <a:lnTo>
                    <a:pt x="13558" y="6057"/>
                  </a:lnTo>
                  <a:lnTo>
                    <a:pt x="21223" y="1052"/>
                  </a:lnTo>
                  <a:lnTo>
                    <a:pt x="2456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h198"/>
            <p:cNvSpPr/>
            <p:nvPr/>
          </p:nvSpPr>
          <p:spPr>
            <a:xfrm>
              <a:off x="2256590" y="1886151"/>
              <a:ext cx="52226" cy="27877"/>
            </a:xfrm>
            <a:custGeom>
              <a:avLst/>
              <a:pathLst>
                <a:path w="52226" h="27877">
                  <a:moveTo>
                    <a:pt x="48940" y="2270"/>
                  </a:moveTo>
                  <a:lnTo>
                    <a:pt x="50233" y="1830"/>
                  </a:lnTo>
                  <a:lnTo>
                    <a:pt x="52226" y="3414"/>
                  </a:lnTo>
                  <a:lnTo>
                    <a:pt x="52121" y="8608"/>
                  </a:lnTo>
                  <a:lnTo>
                    <a:pt x="46432" y="10098"/>
                  </a:lnTo>
                  <a:lnTo>
                    <a:pt x="39530" y="13312"/>
                  </a:lnTo>
                  <a:lnTo>
                    <a:pt x="30068" y="24373"/>
                  </a:lnTo>
                  <a:lnTo>
                    <a:pt x="28473" y="25118"/>
                  </a:lnTo>
                  <a:lnTo>
                    <a:pt x="0" y="27877"/>
                  </a:lnTo>
                  <a:lnTo>
                    <a:pt x="439" y="14075"/>
                  </a:lnTo>
                  <a:lnTo>
                    <a:pt x="9247" y="9439"/>
                  </a:lnTo>
                  <a:lnTo>
                    <a:pt x="31971" y="7310"/>
                  </a:lnTo>
                  <a:lnTo>
                    <a:pt x="35945" y="6420"/>
                  </a:lnTo>
                  <a:lnTo>
                    <a:pt x="38512" y="2594"/>
                  </a:lnTo>
                  <a:lnTo>
                    <a:pt x="4580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h199"/>
            <p:cNvSpPr/>
            <p:nvPr/>
          </p:nvSpPr>
          <p:spPr>
            <a:xfrm>
              <a:off x="2053542" y="2026732"/>
              <a:ext cx="184721" cy="146160"/>
            </a:xfrm>
            <a:custGeom>
              <a:avLst/>
              <a:pathLst>
                <a:path w="184721" h="146160">
                  <a:moveTo>
                    <a:pt x="115807" y="1755"/>
                  </a:moveTo>
                  <a:lnTo>
                    <a:pt x="116263" y="3594"/>
                  </a:lnTo>
                  <a:lnTo>
                    <a:pt x="119117" y="4561"/>
                  </a:lnTo>
                  <a:lnTo>
                    <a:pt x="119534" y="10823"/>
                  </a:lnTo>
                  <a:lnTo>
                    <a:pt x="120441" y="13450"/>
                  </a:lnTo>
                  <a:lnTo>
                    <a:pt x="124105" y="15700"/>
                  </a:lnTo>
                  <a:lnTo>
                    <a:pt x="129177" y="24067"/>
                  </a:lnTo>
                  <a:lnTo>
                    <a:pt x="128578" y="25070"/>
                  </a:lnTo>
                  <a:lnTo>
                    <a:pt x="129475" y="30731"/>
                  </a:lnTo>
                  <a:lnTo>
                    <a:pt x="135615" y="30388"/>
                  </a:lnTo>
                  <a:lnTo>
                    <a:pt x="136127" y="27537"/>
                  </a:lnTo>
                  <a:lnTo>
                    <a:pt x="141039" y="27580"/>
                  </a:lnTo>
                  <a:lnTo>
                    <a:pt x="143182" y="24550"/>
                  </a:lnTo>
                  <a:lnTo>
                    <a:pt x="148033" y="30705"/>
                  </a:lnTo>
                  <a:lnTo>
                    <a:pt x="149405" y="30665"/>
                  </a:lnTo>
                  <a:lnTo>
                    <a:pt x="150272" y="29183"/>
                  </a:lnTo>
                  <a:lnTo>
                    <a:pt x="143714" y="40753"/>
                  </a:lnTo>
                  <a:lnTo>
                    <a:pt x="143489" y="45103"/>
                  </a:lnTo>
                  <a:lnTo>
                    <a:pt x="152279" y="46365"/>
                  </a:lnTo>
                  <a:lnTo>
                    <a:pt x="156283" y="53484"/>
                  </a:lnTo>
                  <a:lnTo>
                    <a:pt x="146802" y="60750"/>
                  </a:lnTo>
                  <a:lnTo>
                    <a:pt x="158029" y="79391"/>
                  </a:lnTo>
                  <a:lnTo>
                    <a:pt x="159738" y="76871"/>
                  </a:lnTo>
                  <a:lnTo>
                    <a:pt x="163278" y="79727"/>
                  </a:lnTo>
                  <a:lnTo>
                    <a:pt x="163303" y="82128"/>
                  </a:lnTo>
                  <a:lnTo>
                    <a:pt x="166298" y="85747"/>
                  </a:lnTo>
                  <a:lnTo>
                    <a:pt x="172849" y="89193"/>
                  </a:lnTo>
                  <a:lnTo>
                    <a:pt x="184721" y="102147"/>
                  </a:lnTo>
                  <a:lnTo>
                    <a:pt x="181912" y="103332"/>
                  </a:lnTo>
                  <a:lnTo>
                    <a:pt x="176575" y="102451"/>
                  </a:lnTo>
                  <a:lnTo>
                    <a:pt x="182572" y="105667"/>
                  </a:lnTo>
                  <a:lnTo>
                    <a:pt x="179994" y="107325"/>
                  </a:lnTo>
                  <a:lnTo>
                    <a:pt x="182564" y="111896"/>
                  </a:lnTo>
                  <a:lnTo>
                    <a:pt x="176890" y="120522"/>
                  </a:lnTo>
                  <a:lnTo>
                    <a:pt x="169545" y="116899"/>
                  </a:lnTo>
                  <a:lnTo>
                    <a:pt x="165970" y="113789"/>
                  </a:lnTo>
                  <a:lnTo>
                    <a:pt x="163876" y="105000"/>
                  </a:lnTo>
                  <a:lnTo>
                    <a:pt x="162379" y="116651"/>
                  </a:lnTo>
                  <a:lnTo>
                    <a:pt x="149790" y="113148"/>
                  </a:lnTo>
                  <a:lnTo>
                    <a:pt x="149862" y="113636"/>
                  </a:lnTo>
                  <a:lnTo>
                    <a:pt x="145251" y="117717"/>
                  </a:lnTo>
                  <a:lnTo>
                    <a:pt x="143543" y="106532"/>
                  </a:lnTo>
                  <a:lnTo>
                    <a:pt x="142688" y="111014"/>
                  </a:lnTo>
                  <a:lnTo>
                    <a:pt x="136071" y="111372"/>
                  </a:lnTo>
                  <a:lnTo>
                    <a:pt x="135029" y="105676"/>
                  </a:lnTo>
                  <a:lnTo>
                    <a:pt x="125731" y="108899"/>
                  </a:lnTo>
                  <a:lnTo>
                    <a:pt x="113371" y="102099"/>
                  </a:lnTo>
                  <a:lnTo>
                    <a:pt x="123733" y="113820"/>
                  </a:lnTo>
                  <a:lnTo>
                    <a:pt x="127149" y="119624"/>
                  </a:lnTo>
                  <a:lnTo>
                    <a:pt x="131428" y="123335"/>
                  </a:lnTo>
                  <a:lnTo>
                    <a:pt x="132207" y="130367"/>
                  </a:lnTo>
                  <a:lnTo>
                    <a:pt x="133501" y="133533"/>
                  </a:lnTo>
                  <a:lnTo>
                    <a:pt x="128894" y="133114"/>
                  </a:lnTo>
                  <a:lnTo>
                    <a:pt x="128771" y="129038"/>
                  </a:lnTo>
                  <a:lnTo>
                    <a:pt x="126114" y="126358"/>
                  </a:lnTo>
                  <a:lnTo>
                    <a:pt x="114600" y="131838"/>
                  </a:lnTo>
                  <a:lnTo>
                    <a:pt x="116879" y="141455"/>
                  </a:lnTo>
                  <a:lnTo>
                    <a:pt x="100820" y="146160"/>
                  </a:lnTo>
                  <a:lnTo>
                    <a:pt x="98622" y="136325"/>
                  </a:lnTo>
                  <a:lnTo>
                    <a:pt x="86908" y="139414"/>
                  </a:lnTo>
                  <a:lnTo>
                    <a:pt x="95548" y="122336"/>
                  </a:lnTo>
                  <a:lnTo>
                    <a:pt x="92695" y="114800"/>
                  </a:lnTo>
                  <a:lnTo>
                    <a:pt x="92975" y="120175"/>
                  </a:lnTo>
                  <a:lnTo>
                    <a:pt x="89528" y="119347"/>
                  </a:lnTo>
                  <a:lnTo>
                    <a:pt x="74997" y="118861"/>
                  </a:lnTo>
                  <a:lnTo>
                    <a:pt x="75587" y="114170"/>
                  </a:lnTo>
                  <a:lnTo>
                    <a:pt x="93360" y="80776"/>
                  </a:lnTo>
                  <a:lnTo>
                    <a:pt x="88373" y="82382"/>
                  </a:lnTo>
                  <a:lnTo>
                    <a:pt x="75068" y="92962"/>
                  </a:lnTo>
                  <a:lnTo>
                    <a:pt x="65416" y="92928"/>
                  </a:lnTo>
                  <a:lnTo>
                    <a:pt x="62962" y="93708"/>
                  </a:lnTo>
                  <a:lnTo>
                    <a:pt x="56827" y="89553"/>
                  </a:lnTo>
                  <a:lnTo>
                    <a:pt x="49098" y="76906"/>
                  </a:lnTo>
                  <a:lnTo>
                    <a:pt x="43698" y="74879"/>
                  </a:lnTo>
                  <a:lnTo>
                    <a:pt x="26661" y="88934"/>
                  </a:lnTo>
                  <a:lnTo>
                    <a:pt x="25363" y="101551"/>
                  </a:lnTo>
                  <a:lnTo>
                    <a:pt x="23554" y="101340"/>
                  </a:lnTo>
                  <a:lnTo>
                    <a:pt x="22384" y="92626"/>
                  </a:lnTo>
                  <a:lnTo>
                    <a:pt x="19729" y="92274"/>
                  </a:lnTo>
                  <a:lnTo>
                    <a:pt x="18235" y="89676"/>
                  </a:lnTo>
                  <a:lnTo>
                    <a:pt x="21715" y="88355"/>
                  </a:lnTo>
                  <a:lnTo>
                    <a:pt x="20924" y="85735"/>
                  </a:lnTo>
                  <a:lnTo>
                    <a:pt x="18242" y="82755"/>
                  </a:lnTo>
                  <a:lnTo>
                    <a:pt x="21639" y="77595"/>
                  </a:lnTo>
                  <a:lnTo>
                    <a:pt x="25960" y="67846"/>
                  </a:lnTo>
                  <a:lnTo>
                    <a:pt x="22454" y="65621"/>
                  </a:lnTo>
                  <a:lnTo>
                    <a:pt x="17077" y="74713"/>
                  </a:lnTo>
                  <a:lnTo>
                    <a:pt x="4956" y="62024"/>
                  </a:lnTo>
                  <a:lnTo>
                    <a:pt x="17819" y="55101"/>
                  </a:lnTo>
                  <a:lnTo>
                    <a:pt x="0" y="35494"/>
                  </a:lnTo>
                  <a:lnTo>
                    <a:pt x="24078" y="35307"/>
                  </a:lnTo>
                  <a:lnTo>
                    <a:pt x="44063" y="48113"/>
                  </a:lnTo>
                  <a:lnTo>
                    <a:pt x="43272" y="23347"/>
                  </a:lnTo>
                  <a:lnTo>
                    <a:pt x="45990" y="27247"/>
                  </a:lnTo>
                  <a:lnTo>
                    <a:pt x="50154" y="27670"/>
                  </a:lnTo>
                  <a:lnTo>
                    <a:pt x="51841" y="23094"/>
                  </a:lnTo>
                  <a:lnTo>
                    <a:pt x="55327" y="25386"/>
                  </a:lnTo>
                  <a:lnTo>
                    <a:pt x="61253" y="14014"/>
                  </a:lnTo>
                  <a:lnTo>
                    <a:pt x="68488" y="19603"/>
                  </a:lnTo>
                  <a:lnTo>
                    <a:pt x="74467" y="21162"/>
                  </a:lnTo>
                  <a:lnTo>
                    <a:pt x="77698" y="23544"/>
                  </a:lnTo>
                  <a:lnTo>
                    <a:pt x="82240" y="29958"/>
                  </a:lnTo>
                  <a:lnTo>
                    <a:pt x="84227" y="29113"/>
                  </a:lnTo>
                  <a:lnTo>
                    <a:pt x="87680" y="29069"/>
                  </a:lnTo>
                  <a:lnTo>
                    <a:pt x="98032" y="31837"/>
                  </a:lnTo>
                  <a:lnTo>
                    <a:pt x="98657" y="31441"/>
                  </a:lnTo>
                  <a:lnTo>
                    <a:pt x="94043" y="17524"/>
                  </a:lnTo>
                  <a:lnTo>
                    <a:pt x="85602" y="10247"/>
                  </a:lnTo>
                  <a:lnTo>
                    <a:pt x="90529" y="1965"/>
                  </a:lnTo>
                  <a:lnTo>
                    <a:pt x="97115" y="5600"/>
                  </a:lnTo>
                  <a:lnTo>
                    <a:pt x="98079" y="3843"/>
                  </a:lnTo>
                  <a:lnTo>
                    <a:pt x="95768" y="693"/>
                  </a:lnTo>
                  <a:lnTo>
                    <a:pt x="11408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h200"/>
            <p:cNvSpPr/>
            <p:nvPr/>
          </p:nvSpPr>
          <p:spPr>
            <a:xfrm>
              <a:off x="1975219" y="1873573"/>
              <a:ext cx="96143" cy="231301"/>
            </a:xfrm>
            <a:custGeom>
              <a:avLst/>
              <a:pathLst>
                <a:path w="96143" h="231301">
                  <a:moveTo>
                    <a:pt x="56788" y="11942"/>
                  </a:moveTo>
                  <a:lnTo>
                    <a:pt x="57260" y="10456"/>
                  </a:lnTo>
                  <a:lnTo>
                    <a:pt x="58649" y="12955"/>
                  </a:lnTo>
                  <a:lnTo>
                    <a:pt x="34602" y="82342"/>
                  </a:lnTo>
                  <a:lnTo>
                    <a:pt x="37792" y="77812"/>
                  </a:lnTo>
                  <a:lnTo>
                    <a:pt x="44860" y="80617"/>
                  </a:lnTo>
                  <a:lnTo>
                    <a:pt x="47688" y="79118"/>
                  </a:lnTo>
                  <a:lnTo>
                    <a:pt x="48070" y="82188"/>
                  </a:lnTo>
                  <a:lnTo>
                    <a:pt x="54145" y="82682"/>
                  </a:lnTo>
                  <a:lnTo>
                    <a:pt x="55554" y="85675"/>
                  </a:lnTo>
                  <a:lnTo>
                    <a:pt x="49340" y="92539"/>
                  </a:lnTo>
                  <a:lnTo>
                    <a:pt x="51584" y="94431"/>
                  </a:lnTo>
                  <a:lnTo>
                    <a:pt x="47631" y="133699"/>
                  </a:lnTo>
                  <a:lnTo>
                    <a:pt x="63534" y="136708"/>
                  </a:lnTo>
                  <a:lnTo>
                    <a:pt x="52114" y="152041"/>
                  </a:lnTo>
                  <a:lnTo>
                    <a:pt x="45789" y="151974"/>
                  </a:lnTo>
                  <a:lnTo>
                    <a:pt x="44684" y="163761"/>
                  </a:lnTo>
                  <a:lnTo>
                    <a:pt x="52726" y="179275"/>
                  </a:lnTo>
                  <a:lnTo>
                    <a:pt x="64614" y="188335"/>
                  </a:lnTo>
                  <a:lnTo>
                    <a:pt x="65311" y="188838"/>
                  </a:lnTo>
                  <a:lnTo>
                    <a:pt x="78323" y="188653"/>
                  </a:lnTo>
                  <a:lnTo>
                    <a:pt x="96143" y="208260"/>
                  </a:lnTo>
                  <a:lnTo>
                    <a:pt x="83280" y="215184"/>
                  </a:lnTo>
                  <a:lnTo>
                    <a:pt x="61660" y="226906"/>
                  </a:lnTo>
                  <a:lnTo>
                    <a:pt x="56248" y="231301"/>
                  </a:lnTo>
                  <a:lnTo>
                    <a:pt x="32695" y="222019"/>
                  </a:lnTo>
                  <a:lnTo>
                    <a:pt x="30454" y="218787"/>
                  </a:lnTo>
                  <a:lnTo>
                    <a:pt x="26095" y="218048"/>
                  </a:lnTo>
                  <a:lnTo>
                    <a:pt x="24381" y="216858"/>
                  </a:lnTo>
                  <a:lnTo>
                    <a:pt x="23405" y="212435"/>
                  </a:lnTo>
                  <a:lnTo>
                    <a:pt x="20707" y="207900"/>
                  </a:lnTo>
                  <a:lnTo>
                    <a:pt x="10037" y="197493"/>
                  </a:lnTo>
                  <a:lnTo>
                    <a:pt x="10054" y="192908"/>
                  </a:lnTo>
                  <a:lnTo>
                    <a:pt x="17326" y="187510"/>
                  </a:lnTo>
                  <a:lnTo>
                    <a:pt x="17867" y="184158"/>
                  </a:lnTo>
                  <a:lnTo>
                    <a:pt x="21696" y="182082"/>
                  </a:lnTo>
                  <a:lnTo>
                    <a:pt x="20901" y="175969"/>
                  </a:lnTo>
                  <a:lnTo>
                    <a:pt x="17613" y="174345"/>
                  </a:lnTo>
                  <a:lnTo>
                    <a:pt x="15965" y="170330"/>
                  </a:lnTo>
                  <a:lnTo>
                    <a:pt x="16201" y="159756"/>
                  </a:lnTo>
                  <a:lnTo>
                    <a:pt x="12740" y="149602"/>
                  </a:lnTo>
                  <a:lnTo>
                    <a:pt x="7996" y="147956"/>
                  </a:lnTo>
                  <a:lnTo>
                    <a:pt x="9604" y="132559"/>
                  </a:lnTo>
                  <a:lnTo>
                    <a:pt x="10150" y="132689"/>
                  </a:lnTo>
                  <a:lnTo>
                    <a:pt x="10734" y="119636"/>
                  </a:lnTo>
                  <a:lnTo>
                    <a:pt x="10195" y="117026"/>
                  </a:lnTo>
                  <a:lnTo>
                    <a:pt x="9311" y="112736"/>
                  </a:lnTo>
                  <a:lnTo>
                    <a:pt x="7737" y="113475"/>
                  </a:lnTo>
                  <a:lnTo>
                    <a:pt x="6369" y="106805"/>
                  </a:lnTo>
                  <a:lnTo>
                    <a:pt x="8210" y="96973"/>
                  </a:lnTo>
                  <a:lnTo>
                    <a:pt x="2521" y="89936"/>
                  </a:lnTo>
                  <a:lnTo>
                    <a:pt x="6258" y="86490"/>
                  </a:lnTo>
                  <a:lnTo>
                    <a:pt x="1692" y="86427"/>
                  </a:lnTo>
                  <a:lnTo>
                    <a:pt x="0" y="85398"/>
                  </a:lnTo>
                  <a:lnTo>
                    <a:pt x="1541" y="82904"/>
                  </a:lnTo>
                  <a:lnTo>
                    <a:pt x="1854" y="79037"/>
                  </a:lnTo>
                  <a:lnTo>
                    <a:pt x="720" y="71627"/>
                  </a:lnTo>
                  <a:lnTo>
                    <a:pt x="2759" y="72308"/>
                  </a:lnTo>
                  <a:lnTo>
                    <a:pt x="2072" y="74392"/>
                  </a:lnTo>
                  <a:lnTo>
                    <a:pt x="7239" y="76105"/>
                  </a:lnTo>
                  <a:lnTo>
                    <a:pt x="8915" y="70941"/>
                  </a:lnTo>
                  <a:lnTo>
                    <a:pt x="3749" y="69218"/>
                  </a:lnTo>
                  <a:lnTo>
                    <a:pt x="10237" y="52505"/>
                  </a:lnTo>
                  <a:lnTo>
                    <a:pt x="21021" y="30174"/>
                  </a:lnTo>
                  <a:lnTo>
                    <a:pt x="21579" y="30441"/>
                  </a:lnTo>
                  <a:lnTo>
                    <a:pt x="25312" y="23527"/>
                  </a:lnTo>
                  <a:lnTo>
                    <a:pt x="34534" y="5013"/>
                  </a:lnTo>
                  <a:lnTo>
                    <a:pt x="34668" y="1142"/>
                  </a:lnTo>
                  <a:lnTo>
                    <a:pt x="3517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h201"/>
            <p:cNvSpPr/>
            <p:nvPr/>
          </p:nvSpPr>
          <p:spPr>
            <a:xfrm>
              <a:off x="2285275" y="1894987"/>
              <a:ext cx="52533" cy="66392"/>
            </a:xfrm>
            <a:custGeom>
              <a:avLst/>
              <a:pathLst>
                <a:path w="52533" h="66392">
                  <a:moveTo>
                    <a:pt x="45954" y="5280"/>
                  </a:moveTo>
                  <a:lnTo>
                    <a:pt x="42579" y="17386"/>
                  </a:lnTo>
                  <a:lnTo>
                    <a:pt x="38390" y="18020"/>
                  </a:lnTo>
                  <a:lnTo>
                    <a:pt x="41417" y="29035"/>
                  </a:lnTo>
                  <a:lnTo>
                    <a:pt x="51637" y="30729"/>
                  </a:lnTo>
                  <a:lnTo>
                    <a:pt x="46794" y="37062"/>
                  </a:lnTo>
                  <a:lnTo>
                    <a:pt x="48024" y="38878"/>
                  </a:lnTo>
                  <a:lnTo>
                    <a:pt x="52533" y="41553"/>
                  </a:lnTo>
                  <a:lnTo>
                    <a:pt x="51669" y="45155"/>
                  </a:lnTo>
                  <a:lnTo>
                    <a:pt x="48978" y="44390"/>
                  </a:lnTo>
                  <a:lnTo>
                    <a:pt x="45834" y="47635"/>
                  </a:lnTo>
                  <a:lnTo>
                    <a:pt x="40019" y="66392"/>
                  </a:lnTo>
                  <a:lnTo>
                    <a:pt x="30110" y="62972"/>
                  </a:lnTo>
                  <a:lnTo>
                    <a:pt x="8996" y="54109"/>
                  </a:lnTo>
                  <a:lnTo>
                    <a:pt x="8020" y="47517"/>
                  </a:lnTo>
                  <a:lnTo>
                    <a:pt x="1972" y="44940"/>
                  </a:lnTo>
                  <a:lnTo>
                    <a:pt x="448" y="34517"/>
                  </a:lnTo>
                  <a:lnTo>
                    <a:pt x="0" y="21514"/>
                  </a:lnTo>
                  <a:lnTo>
                    <a:pt x="16408" y="22561"/>
                  </a:lnTo>
                  <a:lnTo>
                    <a:pt x="18391" y="16243"/>
                  </a:lnTo>
                  <a:lnTo>
                    <a:pt x="16777" y="14146"/>
                  </a:lnTo>
                  <a:lnTo>
                    <a:pt x="14011" y="13358"/>
                  </a:lnTo>
                  <a:lnTo>
                    <a:pt x="23986" y="3120"/>
                  </a:lnTo>
                  <a:lnTo>
                    <a:pt x="26760" y="1608"/>
                  </a:lnTo>
                  <a:lnTo>
                    <a:pt x="31678" y="2085"/>
                  </a:lnTo>
                  <a:lnTo>
                    <a:pt x="31667" y="538"/>
                  </a:lnTo>
                  <a:lnTo>
                    <a:pt x="443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h202"/>
            <p:cNvSpPr/>
            <p:nvPr/>
          </p:nvSpPr>
          <p:spPr>
            <a:xfrm>
              <a:off x="2197032" y="2054893"/>
              <a:ext cx="23391" cy="25324"/>
            </a:xfrm>
            <a:custGeom>
              <a:avLst/>
              <a:pathLst>
                <a:path w="23391" h="25324">
                  <a:moveTo>
                    <a:pt x="16769" y="942"/>
                  </a:moveTo>
                  <a:lnTo>
                    <a:pt x="16276" y="5637"/>
                  </a:lnTo>
                  <a:lnTo>
                    <a:pt x="16479" y="7094"/>
                  </a:lnTo>
                  <a:lnTo>
                    <a:pt x="21636" y="10918"/>
                  </a:lnTo>
                  <a:lnTo>
                    <a:pt x="23391" y="17882"/>
                  </a:lnTo>
                  <a:lnTo>
                    <a:pt x="12794" y="25324"/>
                  </a:lnTo>
                  <a:lnTo>
                    <a:pt x="8789" y="18204"/>
                  </a:lnTo>
                  <a:lnTo>
                    <a:pt x="0" y="16942"/>
                  </a:lnTo>
                  <a:lnTo>
                    <a:pt x="224" y="12592"/>
                  </a:lnTo>
                  <a:lnTo>
                    <a:pt x="6783" y="1022"/>
                  </a:lnTo>
                  <a:lnTo>
                    <a:pt x="9035" y="1019"/>
                  </a:lnTo>
                  <a:lnTo>
                    <a:pt x="932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h203"/>
            <p:cNvSpPr/>
            <p:nvPr/>
          </p:nvSpPr>
          <p:spPr>
            <a:xfrm>
              <a:off x="2236621" y="2026531"/>
              <a:ext cx="59214" cy="32403"/>
            </a:xfrm>
            <a:custGeom>
              <a:avLst/>
              <a:pathLst>
                <a:path w="59214" h="32403">
                  <a:moveTo>
                    <a:pt x="24649" y="3533"/>
                  </a:moveTo>
                  <a:lnTo>
                    <a:pt x="32147" y="13460"/>
                  </a:lnTo>
                  <a:lnTo>
                    <a:pt x="34236" y="18639"/>
                  </a:lnTo>
                  <a:lnTo>
                    <a:pt x="39615" y="15242"/>
                  </a:lnTo>
                  <a:lnTo>
                    <a:pt x="59214" y="21529"/>
                  </a:lnTo>
                  <a:lnTo>
                    <a:pt x="46637" y="30302"/>
                  </a:lnTo>
                  <a:lnTo>
                    <a:pt x="45928" y="30646"/>
                  </a:lnTo>
                  <a:lnTo>
                    <a:pt x="44963" y="28057"/>
                  </a:lnTo>
                  <a:lnTo>
                    <a:pt x="33962" y="31781"/>
                  </a:lnTo>
                  <a:lnTo>
                    <a:pt x="31213" y="28364"/>
                  </a:lnTo>
                  <a:lnTo>
                    <a:pt x="24950" y="32403"/>
                  </a:lnTo>
                  <a:lnTo>
                    <a:pt x="21355" y="30788"/>
                  </a:lnTo>
                  <a:lnTo>
                    <a:pt x="15884" y="25645"/>
                  </a:lnTo>
                  <a:lnTo>
                    <a:pt x="9030" y="21306"/>
                  </a:lnTo>
                  <a:lnTo>
                    <a:pt x="7022" y="20706"/>
                  </a:lnTo>
                  <a:lnTo>
                    <a:pt x="6410" y="18068"/>
                  </a:lnTo>
                  <a:lnTo>
                    <a:pt x="5677" y="17485"/>
                  </a:lnTo>
                  <a:lnTo>
                    <a:pt x="2139" y="16109"/>
                  </a:lnTo>
                  <a:lnTo>
                    <a:pt x="0" y="16086"/>
                  </a:lnTo>
                  <a:lnTo>
                    <a:pt x="2269" y="7877"/>
                  </a:lnTo>
                  <a:lnTo>
                    <a:pt x="7476" y="11289"/>
                  </a:lnTo>
                  <a:lnTo>
                    <a:pt x="13441" y="7461"/>
                  </a:lnTo>
                  <a:lnTo>
                    <a:pt x="1862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h204"/>
            <p:cNvSpPr/>
            <p:nvPr/>
          </p:nvSpPr>
          <p:spPr>
            <a:xfrm>
              <a:off x="2183332" y="1776800"/>
              <a:ext cx="146765" cy="118789"/>
            </a:xfrm>
            <a:custGeom>
              <a:avLst/>
              <a:pathLst>
                <a:path w="146765" h="118789">
                  <a:moveTo>
                    <a:pt x="56111" y="16317"/>
                  </a:moveTo>
                  <a:lnTo>
                    <a:pt x="69727" y="11195"/>
                  </a:lnTo>
                  <a:lnTo>
                    <a:pt x="69015" y="22517"/>
                  </a:lnTo>
                  <a:lnTo>
                    <a:pt x="68184" y="35734"/>
                  </a:lnTo>
                  <a:lnTo>
                    <a:pt x="92809" y="38335"/>
                  </a:lnTo>
                  <a:lnTo>
                    <a:pt x="92002" y="61409"/>
                  </a:lnTo>
                  <a:lnTo>
                    <a:pt x="88285" y="71731"/>
                  </a:lnTo>
                  <a:lnTo>
                    <a:pt x="94867" y="71460"/>
                  </a:lnTo>
                  <a:lnTo>
                    <a:pt x="99381" y="72808"/>
                  </a:lnTo>
                  <a:lnTo>
                    <a:pt x="104100" y="75502"/>
                  </a:lnTo>
                  <a:lnTo>
                    <a:pt x="114211" y="76182"/>
                  </a:lnTo>
                  <a:lnTo>
                    <a:pt x="121509" y="70495"/>
                  </a:lnTo>
                  <a:lnTo>
                    <a:pt x="120880" y="67695"/>
                  </a:lnTo>
                  <a:lnTo>
                    <a:pt x="122976" y="65326"/>
                  </a:lnTo>
                  <a:lnTo>
                    <a:pt x="129418" y="61883"/>
                  </a:lnTo>
                  <a:lnTo>
                    <a:pt x="131554" y="62340"/>
                  </a:lnTo>
                  <a:lnTo>
                    <a:pt x="139005" y="73495"/>
                  </a:lnTo>
                  <a:lnTo>
                    <a:pt x="141545" y="73899"/>
                  </a:lnTo>
                  <a:lnTo>
                    <a:pt x="143184" y="84961"/>
                  </a:lnTo>
                  <a:lnTo>
                    <a:pt x="146765" y="85516"/>
                  </a:lnTo>
                  <a:lnTo>
                    <a:pt x="143422" y="86569"/>
                  </a:lnTo>
                  <a:lnTo>
                    <a:pt x="135757" y="91574"/>
                  </a:lnTo>
                  <a:lnTo>
                    <a:pt x="126862" y="101959"/>
                  </a:lnTo>
                  <a:lnTo>
                    <a:pt x="122199" y="111620"/>
                  </a:lnTo>
                  <a:lnTo>
                    <a:pt x="119064" y="109350"/>
                  </a:lnTo>
                  <a:lnTo>
                    <a:pt x="111770" y="111945"/>
                  </a:lnTo>
                  <a:lnTo>
                    <a:pt x="109203" y="115770"/>
                  </a:lnTo>
                  <a:lnTo>
                    <a:pt x="105230" y="116661"/>
                  </a:lnTo>
                  <a:lnTo>
                    <a:pt x="82505" y="118789"/>
                  </a:lnTo>
                  <a:lnTo>
                    <a:pt x="29557" y="103149"/>
                  </a:lnTo>
                  <a:lnTo>
                    <a:pt x="0" y="46449"/>
                  </a:lnTo>
                  <a:lnTo>
                    <a:pt x="10809" y="25065"/>
                  </a:lnTo>
                  <a:lnTo>
                    <a:pt x="11614" y="25210"/>
                  </a:lnTo>
                  <a:lnTo>
                    <a:pt x="17547" y="12250"/>
                  </a:lnTo>
                  <a:lnTo>
                    <a:pt x="50116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h205"/>
            <p:cNvSpPr/>
            <p:nvPr/>
          </p:nvSpPr>
          <p:spPr>
            <a:xfrm>
              <a:off x="2183260" y="2001566"/>
              <a:ext cx="50943" cy="61575"/>
            </a:xfrm>
            <a:custGeom>
              <a:avLst/>
              <a:pathLst>
                <a:path w="50943" h="61575">
                  <a:moveTo>
                    <a:pt x="24579" y="17714"/>
                  </a:moveTo>
                  <a:lnTo>
                    <a:pt x="24245" y="22511"/>
                  </a:lnTo>
                  <a:lnTo>
                    <a:pt x="25094" y="25396"/>
                  </a:lnTo>
                  <a:lnTo>
                    <a:pt x="30806" y="28574"/>
                  </a:lnTo>
                  <a:lnTo>
                    <a:pt x="30195" y="30683"/>
                  </a:lnTo>
                  <a:lnTo>
                    <a:pt x="32797" y="33894"/>
                  </a:lnTo>
                  <a:lnTo>
                    <a:pt x="33553" y="31479"/>
                  </a:lnTo>
                  <a:lnTo>
                    <a:pt x="38005" y="33488"/>
                  </a:lnTo>
                  <a:lnTo>
                    <a:pt x="42571" y="36725"/>
                  </a:lnTo>
                  <a:lnTo>
                    <a:pt x="36322" y="38717"/>
                  </a:lnTo>
                  <a:lnTo>
                    <a:pt x="36764" y="37977"/>
                  </a:lnTo>
                  <a:lnTo>
                    <a:pt x="31396" y="36801"/>
                  </a:lnTo>
                  <a:lnTo>
                    <a:pt x="30750" y="39757"/>
                  </a:lnTo>
                  <a:lnTo>
                    <a:pt x="32720" y="43791"/>
                  </a:lnTo>
                  <a:lnTo>
                    <a:pt x="44002" y="52170"/>
                  </a:lnTo>
                  <a:lnTo>
                    <a:pt x="47629" y="52684"/>
                  </a:lnTo>
                  <a:lnTo>
                    <a:pt x="50943" y="56508"/>
                  </a:lnTo>
                  <a:lnTo>
                    <a:pt x="49865" y="56687"/>
                  </a:lnTo>
                  <a:lnTo>
                    <a:pt x="47178" y="61158"/>
                  </a:lnTo>
                  <a:lnTo>
                    <a:pt x="39051" y="61575"/>
                  </a:lnTo>
                  <a:lnTo>
                    <a:pt x="30048" y="58964"/>
                  </a:lnTo>
                  <a:lnTo>
                    <a:pt x="30541" y="54269"/>
                  </a:lnTo>
                  <a:lnTo>
                    <a:pt x="15571" y="26045"/>
                  </a:lnTo>
                  <a:lnTo>
                    <a:pt x="11212" y="22862"/>
                  </a:lnTo>
                  <a:lnTo>
                    <a:pt x="10887" y="21984"/>
                  </a:lnTo>
                  <a:lnTo>
                    <a:pt x="11121" y="20640"/>
                  </a:lnTo>
                  <a:lnTo>
                    <a:pt x="1710" y="3124"/>
                  </a:lnTo>
                  <a:lnTo>
                    <a:pt x="0" y="1550"/>
                  </a:lnTo>
                  <a:lnTo>
                    <a:pt x="4748" y="2704"/>
                  </a:lnTo>
                  <a:lnTo>
                    <a:pt x="6364" y="1737"/>
                  </a:lnTo>
                  <a:lnTo>
                    <a:pt x="7305" y="103"/>
                  </a:lnTo>
                  <a:lnTo>
                    <a:pt x="1341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h206"/>
            <p:cNvSpPr/>
            <p:nvPr/>
          </p:nvSpPr>
          <p:spPr>
            <a:xfrm>
              <a:off x="2213308" y="2047838"/>
              <a:ext cx="39196" cy="35095"/>
            </a:xfrm>
            <a:custGeom>
              <a:avLst/>
              <a:pathLst>
                <a:path w="39196" h="35095">
                  <a:moveTo>
                    <a:pt x="39196" y="4338"/>
                  </a:moveTo>
                  <a:lnTo>
                    <a:pt x="34709" y="10164"/>
                  </a:lnTo>
                  <a:lnTo>
                    <a:pt x="29985" y="18055"/>
                  </a:lnTo>
                  <a:lnTo>
                    <a:pt x="29268" y="21714"/>
                  </a:lnTo>
                  <a:lnTo>
                    <a:pt x="27817" y="23970"/>
                  </a:lnTo>
                  <a:lnTo>
                    <a:pt x="23566" y="28224"/>
                  </a:lnTo>
                  <a:lnTo>
                    <a:pt x="20143" y="28687"/>
                  </a:lnTo>
                  <a:lnTo>
                    <a:pt x="20249" y="30655"/>
                  </a:lnTo>
                  <a:lnTo>
                    <a:pt x="14444" y="35095"/>
                  </a:lnTo>
                  <a:lnTo>
                    <a:pt x="6784" y="29028"/>
                  </a:lnTo>
                  <a:lnTo>
                    <a:pt x="7114" y="24937"/>
                  </a:lnTo>
                  <a:lnTo>
                    <a:pt x="5360" y="17973"/>
                  </a:lnTo>
                  <a:lnTo>
                    <a:pt x="202" y="14149"/>
                  </a:lnTo>
                  <a:lnTo>
                    <a:pt x="0" y="12692"/>
                  </a:lnTo>
                  <a:lnTo>
                    <a:pt x="9003" y="15302"/>
                  </a:lnTo>
                  <a:lnTo>
                    <a:pt x="17130" y="14886"/>
                  </a:lnTo>
                  <a:lnTo>
                    <a:pt x="19817" y="10415"/>
                  </a:lnTo>
                  <a:lnTo>
                    <a:pt x="20895" y="10236"/>
                  </a:lnTo>
                  <a:lnTo>
                    <a:pt x="26903" y="6005"/>
                  </a:lnTo>
                  <a:lnTo>
                    <a:pt x="27932" y="6808"/>
                  </a:lnTo>
                  <a:lnTo>
                    <a:pt x="3234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h207"/>
            <p:cNvSpPr/>
            <p:nvPr/>
          </p:nvSpPr>
          <p:spPr>
            <a:xfrm>
              <a:off x="2196698" y="2189525"/>
              <a:ext cx="74414" cy="87363"/>
            </a:xfrm>
            <a:custGeom>
              <a:avLst/>
              <a:pathLst>
                <a:path w="74414" h="87363">
                  <a:moveTo>
                    <a:pt x="34194" y="6421"/>
                  </a:moveTo>
                  <a:lnTo>
                    <a:pt x="38133" y="4969"/>
                  </a:lnTo>
                  <a:lnTo>
                    <a:pt x="42558" y="7396"/>
                  </a:lnTo>
                  <a:lnTo>
                    <a:pt x="31727" y="11989"/>
                  </a:lnTo>
                  <a:lnTo>
                    <a:pt x="30481" y="19465"/>
                  </a:lnTo>
                  <a:lnTo>
                    <a:pt x="30607" y="25029"/>
                  </a:lnTo>
                  <a:lnTo>
                    <a:pt x="45108" y="25153"/>
                  </a:lnTo>
                  <a:lnTo>
                    <a:pt x="39069" y="17250"/>
                  </a:lnTo>
                  <a:lnTo>
                    <a:pt x="51707" y="18894"/>
                  </a:lnTo>
                  <a:lnTo>
                    <a:pt x="49345" y="27109"/>
                  </a:lnTo>
                  <a:lnTo>
                    <a:pt x="45537" y="30730"/>
                  </a:lnTo>
                  <a:lnTo>
                    <a:pt x="44492" y="29738"/>
                  </a:lnTo>
                  <a:lnTo>
                    <a:pt x="43318" y="30626"/>
                  </a:lnTo>
                  <a:lnTo>
                    <a:pt x="49835" y="36502"/>
                  </a:lnTo>
                  <a:lnTo>
                    <a:pt x="55115" y="29704"/>
                  </a:lnTo>
                  <a:lnTo>
                    <a:pt x="57279" y="30682"/>
                  </a:lnTo>
                  <a:lnTo>
                    <a:pt x="58528" y="33513"/>
                  </a:lnTo>
                  <a:lnTo>
                    <a:pt x="69065" y="33955"/>
                  </a:lnTo>
                  <a:lnTo>
                    <a:pt x="74414" y="36749"/>
                  </a:lnTo>
                  <a:lnTo>
                    <a:pt x="70721" y="38021"/>
                  </a:lnTo>
                  <a:lnTo>
                    <a:pt x="67794" y="40348"/>
                  </a:lnTo>
                  <a:lnTo>
                    <a:pt x="65379" y="50144"/>
                  </a:lnTo>
                  <a:lnTo>
                    <a:pt x="60184" y="51773"/>
                  </a:lnTo>
                  <a:lnTo>
                    <a:pt x="50932" y="52084"/>
                  </a:lnTo>
                  <a:lnTo>
                    <a:pt x="54864" y="59722"/>
                  </a:lnTo>
                  <a:lnTo>
                    <a:pt x="63225" y="60882"/>
                  </a:lnTo>
                  <a:lnTo>
                    <a:pt x="65224" y="63148"/>
                  </a:lnTo>
                  <a:lnTo>
                    <a:pt x="63864" y="64265"/>
                  </a:lnTo>
                  <a:lnTo>
                    <a:pt x="62821" y="63651"/>
                  </a:lnTo>
                  <a:lnTo>
                    <a:pt x="60437" y="63881"/>
                  </a:lnTo>
                  <a:lnTo>
                    <a:pt x="60661" y="69366"/>
                  </a:lnTo>
                  <a:lnTo>
                    <a:pt x="54626" y="69622"/>
                  </a:lnTo>
                  <a:lnTo>
                    <a:pt x="52844" y="84567"/>
                  </a:lnTo>
                  <a:lnTo>
                    <a:pt x="48866" y="84094"/>
                  </a:lnTo>
                  <a:lnTo>
                    <a:pt x="47709" y="87363"/>
                  </a:lnTo>
                  <a:lnTo>
                    <a:pt x="27984" y="84884"/>
                  </a:lnTo>
                  <a:lnTo>
                    <a:pt x="30320" y="81185"/>
                  </a:lnTo>
                  <a:lnTo>
                    <a:pt x="26936" y="78965"/>
                  </a:lnTo>
                  <a:lnTo>
                    <a:pt x="27606" y="73183"/>
                  </a:lnTo>
                  <a:lnTo>
                    <a:pt x="21626" y="68317"/>
                  </a:lnTo>
                  <a:lnTo>
                    <a:pt x="16691" y="67646"/>
                  </a:lnTo>
                  <a:lnTo>
                    <a:pt x="14048" y="64113"/>
                  </a:lnTo>
                  <a:lnTo>
                    <a:pt x="15130" y="59789"/>
                  </a:lnTo>
                  <a:lnTo>
                    <a:pt x="17762" y="61463"/>
                  </a:lnTo>
                  <a:lnTo>
                    <a:pt x="19237" y="49508"/>
                  </a:lnTo>
                  <a:lnTo>
                    <a:pt x="12852" y="48567"/>
                  </a:lnTo>
                  <a:lnTo>
                    <a:pt x="9025" y="46663"/>
                  </a:lnTo>
                  <a:lnTo>
                    <a:pt x="7629" y="41276"/>
                  </a:lnTo>
                  <a:lnTo>
                    <a:pt x="31" y="38773"/>
                  </a:lnTo>
                  <a:lnTo>
                    <a:pt x="0" y="34146"/>
                  </a:lnTo>
                  <a:lnTo>
                    <a:pt x="2792" y="24494"/>
                  </a:lnTo>
                  <a:lnTo>
                    <a:pt x="9653" y="25318"/>
                  </a:lnTo>
                  <a:lnTo>
                    <a:pt x="10633" y="18956"/>
                  </a:lnTo>
                  <a:lnTo>
                    <a:pt x="12040" y="19169"/>
                  </a:lnTo>
                  <a:lnTo>
                    <a:pt x="12652" y="11600"/>
                  </a:lnTo>
                  <a:lnTo>
                    <a:pt x="12938" y="8170"/>
                  </a:lnTo>
                  <a:lnTo>
                    <a:pt x="20407" y="9699"/>
                  </a:lnTo>
                  <a:lnTo>
                    <a:pt x="26934" y="12725"/>
                  </a:lnTo>
                  <a:lnTo>
                    <a:pt x="31051" y="5698"/>
                  </a:lnTo>
                  <a:lnTo>
                    <a:pt x="30004" y="5077"/>
                  </a:lnTo>
                  <a:lnTo>
                    <a:pt x="29457" y="3138"/>
                  </a:lnTo>
                  <a:lnTo>
                    <a:pt x="3042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h208"/>
            <p:cNvSpPr/>
            <p:nvPr/>
          </p:nvSpPr>
          <p:spPr>
            <a:xfrm>
              <a:off x="2021545" y="2222102"/>
              <a:ext cx="113069" cy="106591"/>
            </a:xfrm>
            <a:custGeom>
              <a:avLst/>
              <a:pathLst>
                <a:path w="113069" h="106591">
                  <a:moveTo>
                    <a:pt x="65918" y="1491"/>
                  </a:moveTo>
                  <a:lnTo>
                    <a:pt x="63852" y="9329"/>
                  </a:lnTo>
                  <a:lnTo>
                    <a:pt x="77347" y="13143"/>
                  </a:lnTo>
                  <a:lnTo>
                    <a:pt x="75980" y="18107"/>
                  </a:lnTo>
                  <a:lnTo>
                    <a:pt x="85147" y="19474"/>
                  </a:lnTo>
                  <a:lnTo>
                    <a:pt x="85927" y="31367"/>
                  </a:lnTo>
                  <a:lnTo>
                    <a:pt x="96058" y="45239"/>
                  </a:lnTo>
                  <a:lnTo>
                    <a:pt x="101317" y="47311"/>
                  </a:lnTo>
                  <a:lnTo>
                    <a:pt x="103460" y="51871"/>
                  </a:lnTo>
                  <a:lnTo>
                    <a:pt x="111319" y="62053"/>
                  </a:lnTo>
                  <a:lnTo>
                    <a:pt x="112338" y="70118"/>
                  </a:lnTo>
                  <a:lnTo>
                    <a:pt x="113069" y="75903"/>
                  </a:lnTo>
                  <a:lnTo>
                    <a:pt x="88944" y="67826"/>
                  </a:lnTo>
                  <a:lnTo>
                    <a:pt x="68863" y="102761"/>
                  </a:lnTo>
                  <a:lnTo>
                    <a:pt x="68485" y="106591"/>
                  </a:lnTo>
                  <a:lnTo>
                    <a:pt x="65542" y="105234"/>
                  </a:lnTo>
                  <a:lnTo>
                    <a:pt x="64283" y="103460"/>
                  </a:lnTo>
                  <a:lnTo>
                    <a:pt x="61352" y="101868"/>
                  </a:lnTo>
                  <a:lnTo>
                    <a:pt x="55637" y="99413"/>
                  </a:lnTo>
                  <a:lnTo>
                    <a:pt x="54163" y="99787"/>
                  </a:lnTo>
                  <a:lnTo>
                    <a:pt x="53711" y="97637"/>
                  </a:lnTo>
                  <a:lnTo>
                    <a:pt x="57654" y="95586"/>
                  </a:lnTo>
                  <a:lnTo>
                    <a:pt x="57661" y="91661"/>
                  </a:lnTo>
                  <a:lnTo>
                    <a:pt x="47233" y="84418"/>
                  </a:lnTo>
                  <a:lnTo>
                    <a:pt x="48927" y="80045"/>
                  </a:lnTo>
                  <a:lnTo>
                    <a:pt x="48223" y="77198"/>
                  </a:lnTo>
                  <a:lnTo>
                    <a:pt x="43714" y="73050"/>
                  </a:lnTo>
                  <a:lnTo>
                    <a:pt x="42576" y="70492"/>
                  </a:lnTo>
                  <a:lnTo>
                    <a:pt x="41960" y="62164"/>
                  </a:lnTo>
                  <a:lnTo>
                    <a:pt x="40044" y="61581"/>
                  </a:lnTo>
                  <a:lnTo>
                    <a:pt x="32627" y="56315"/>
                  </a:lnTo>
                  <a:lnTo>
                    <a:pt x="32064" y="52251"/>
                  </a:lnTo>
                  <a:lnTo>
                    <a:pt x="15828" y="48714"/>
                  </a:lnTo>
                  <a:lnTo>
                    <a:pt x="15937" y="44423"/>
                  </a:lnTo>
                  <a:lnTo>
                    <a:pt x="11574" y="42575"/>
                  </a:lnTo>
                  <a:lnTo>
                    <a:pt x="7078" y="39339"/>
                  </a:lnTo>
                  <a:lnTo>
                    <a:pt x="5661" y="36931"/>
                  </a:lnTo>
                  <a:lnTo>
                    <a:pt x="2518" y="39302"/>
                  </a:lnTo>
                  <a:lnTo>
                    <a:pt x="5291" y="41939"/>
                  </a:lnTo>
                  <a:lnTo>
                    <a:pt x="2890" y="42189"/>
                  </a:lnTo>
                  <a:lnTo>
                    <a:pt x="0" y="38002"/>
                  </a:lnTo>
                  <a:lnTo>
                    <a:pt x="1561" y="36567"/>
                  </a:lnTo>
                  <a:lnTo>
                    <a:pt x="3460" y="30368"/>
                  </a:lnTo>
                  <a:lnTo>
                    <a:pt x="8072" y="28258"/>
                  </a:lnTo>
                  <a:lnTo>
                    <a:pt x="13840" y="28418"/>
                  </a:lnTo>
                  <a:lnTo>
                    <a:pt x="15457" y="30868"/>
                  </a:lnTo>
                  <a:lnTo>
                    <a:pt x="17001" y="31077"/>
                  </a:lnTo>
                  <a:lnTo>
                    <a:pt x="18377" y="30969"/>
                  </a:lnTo>
                  <a:lnTo>
                    <a:pt x="20246" y="28926"/>
                  </a:lnTo>
                  <a:lnTo>
                    <a:pt x="24719" y="25979"/>
                  </a:lnTo>
                  <a:lnTo>
                    <a:pt x="35683" y="26464"/>
                  </a:lnTo>
                  <a:lnTo>
                    <a:pt x="38501" y="27560"/>
                  </a:lnTo>
                  <a:lnTo>
                    <a:pt x="38518" y="28634"/>
                  </a:lnTo>
                  <a:lnTo>
                    <a:pt x="41580" y="28997"/>
                  </a:lnTo>
                  <a:lnTo>
                    <a:pt x="44714" y="10335"/>
                  </a:lnTo>
                  <a:lnTo>
                    <a:pt x="43342" y="4125"/>
                  </a:lnTo>
                  <a:lnTo>
                    <a:pt x="44912" y="3787"/>
                  </a:lnTo>
                  <a:lnTo>
                    <a:pt x="45564" y="4459"/>
                  </a:lnTo>
                  <a:lnTo>
                    <a:pt x="5017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h209"/>
            <p:cNvSpPr/>
            <p:nvPr/>
          </p:nvSpPr>
          <p:spPr>
            <a:xfrm>
              <a:off x="1980739" y="2999996"/>
              <a:ext cx="22892" cy="31395"/>
            </a:xfrm>
            <a:custGeom>
              <a:avLst/>
              <a:pathLst>
                <a:path w="22892" h="31395">
                  <a:moveTo>
                    <a:pt x="7647" y="0"/>
                  </a:moveTo>
                  <a:lnTo>
                    <a:pt x="15891" y="3945"/>
                  </a:lnTo>
                  <a:lnTo>
                    <a:pt x="16877" y="7283"/>
                  </a:lnTo>
                  <a:lnTo>
                    <a:pt x="19622" y="7293"/>
                  </a:lnTo>
                  <a:lnTo>
                    <a:pt x="21807" y="10171"/>
                  </a:lnTo>
                  <a:lnTo>
                    <a:pt x="22542" y="13442"/>
                  </a:lnTo>
                  <a:lnTo>
                    <a:pt x="22183" y="19432"/>
                  </a:lnTo>
                  <a:lnTo>
                    <a:pt x="22892" y="25512"/>
                  </a:lnTo>
                  <a:lnTo>
                    <a:pt x="18557" y="23400"/>
                  </a:lnTo>
                  <a:lnTo>
                    <a:pt x="17332" y="24329"/>
                  </a:lnTo>
                  <a:lnTo>
                    <a:pt x="16140" y="26471"/>
                  </a:lnTo>
                  <a:lnTo>
                    <a:pt x="18691" y="29214"/>
                  </a:lnTo>
                  <a:lnTo>
                    <a:pt x="17894" y="31395"/>
                  </a:lnTo>
                  <a:lnTo>
                    <a:pt x="12665" y="27954"/>
                  </a:lnTo>
                  <a:lnTo>
                    <a:pt x="9807" y="24360"/>
                  </a:lnTo>
                  <a:lnTo>
                    <a:pt x="6048" y="21513"/>
                  </a:lnTo>
                  <a:lnTo>
                    <a:pt x="1607" y="21081"/>
                  </a:lnTo>
                  <a:lnTo>
                    <a:pt x="919" y="20470"/>
                  </a:lnTo>
                  <a:lnTo>
                    <a:pt x="1588" y="16632"/>
                  </a:lnTo>
                  <a:lnTo>
                    <a:pt x="0" y="15685"/>
                  </a:lnTo>
                  <a:lnTo>
                    <a:pt x="1656" y="10462"/>
                  </a:lnTo>
                  <a:lnTo>
                    <a:pt x="1930" y="7260"/>
                  </a:lnTo>
                  <a:lnTo>
                    <a:pt x="1268" y="3329"/>
                  </a:lnTo>
                  <a:lnTo>
                    <a:pt x="1902" y="236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h210"/>
            <p:cNvSpPr/>
            <p:nvPr/>
          </p:nvSpPr>
          <p:spPr>
            <a:xfrm>
              <a:off x="1976266" y="2971782"/>
              <a:ext cx="37979" cy="54184"/>
            </a:xfrm>
            <a:custGeom>
              <a:avLst/>
              <a:pathLst>
                <a:path w="37979" h="54184">
                  <a:moveTo>
                    <a:pt x="18939" y="877"/>
                  </a:moveTo>
                  <a:lnTo>
                    <a:pt x="18980" y="1457"/>
                  </a:lnTo>
                  <a:lnTo>
                    <a:pt x="17523" y="6647"/>
                  </a:lnTo>
                  <a:lnTo>
                    <a:pt x="17218" y="10903"/>
                  </a:lnTo>
                  <a:lnTo>
                    <a:pt x="21211" y="14287"/>
                  </a:lnTo>
                  <a:lnTo>
                    <a:pt x="22702" y="14449"/>
                  </a:lnTo>
                  <a:lnTo>
                    <a:pt x="28611" y="11566"/>
                  </a:lnTo>
                  <a:lnTo>
                    <a:pt x="30924" y="13110"/>
                  </a:lnTo>
                  <a:lnTo>
                    <a:pt x="35400" y="13141"/>
                  </a:lnTo>
                  <a:lnTo>
                    <a:pt x="37133" y="17783"/>
                  </a:lnTo>
                  <a:lnTo>
                    <a:pt x="34669" y="24184"/>
                  </a:lnTo>
                  <a:lnTo>
                    <a:pt x="33827" y="29624"/>
                  </a:lnTo>
                  <a:lnTo>
                    <a:pt x="34254" y="31120"/>
                  </a:lnTo>
                  <a:lnTo>
                    <a:pt x="35740" y="32168"/>
                  </a:lnTo>
                  <a:lnTo>
                    <a:pt x="37679" y="35137"/>
                  </a:lnTo>
                  <a:lnTo>
                    <a:pt x="37979" y="43236"/>
                  </a:lnTo>
                  <a:lnTo>
                    <a:pt x="31910" y="49754"/>
                  </a:lnTo>
                  <a:lnTo>
                    <a:pt x="30025" y="50101"/>
                  </a:lnTo>
                  <a:lnTo>
                    <a:pt x="28784" y="51764"/>
                  </a:lnTo>
                  <a:lnTo>
                    <a:pt x="28349" y="54184"/>
                  </a:lnTo>
                  <a:lnTo>
                    <a:pt x="27365" y="53726"/>
                  </a:lnTo>
                  <a:lnTo>
                    <a:pt x="26657" y="47646"/>
                  </a:lnTo>
                  <a:lnTo>
                    <a:pt x="27016" y="41656"/>
                  </a:lnTo>
                  <a:lnTo>
                    <a:pt x="26280" y="38385"/>
                  </a:lnTo>
                  <a:lnTo>
                    <a:pt x="24096" y="35507"/>
                  </a:lnTo>
                  <a:lnTo>
                    <a:pt x="21350" y="35497"/>
                  </a:lnTo>
                  <a:lnTo>
                    <a:pt x="20365" y="32159"/>
                  </a:lnTo>
                  <a:lnTo>
                    <a:pt x="12121" y="28214"/>
                  </a:lnTo>
                  <a:lnTo>
                    <a:pt x="6376" y="30579"/>
                  </a:lnTo>
                  <a:lnTo>
                    <a:pt x="4592" y="29346"/>
                  </a:lnTo>
                  <a:lnTo>
                    <a:pt x="4825" y="28093"/>
                  </a:lnTo>
                  <a:lnTo>
                    <a:pt x="0" y="22406"/>
                  </a:lnTo>
                  <a:lnTo>
                    <a:pt x="3695" y="20198"/>
                  </a:lnTo>
                  <a:lnTo>
                    <a:pt x="4943" y="17822"/>
                  </a:lnTo>
                  <a:lnTo>
                    <a:pt x="5780" y="10442"/>
                  </a:lnTo>
                  <a:lnTo>
                    <a:pt x="11010" y="8102"/>
                  </a:lnTo>
                  <a:lnTo>
                    <a:pt x="1687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h211"/>
            <p:cNvSpPr/>
            <p:nvPr/>
          </p:nvSpPr>
          <p:spPr>
            <a:xfrm>
              <a:off x="1993139" y="2952441"/>
              <a:ext cx="21806" cy="33790"/>
            </a:xfrm>
            <a:custGeom>
              <a:avLst/>
              <a:pathLst>
                <a:path w="21806" h="33790">
                  <a:moveTo>
                    <a:pt x="7416" y="1647"/>
                  </a:moveTo>
                  <a:lnTo>
                    <a:pt x="16928" y="13462"/>
                  </a:lnTo>
                  <a:lnTo>
                    <a:pt x="21806" y="18129"/>
                  </a:lnTo>
                  <a:lnTo>
                    <a:pt x="20801" y="21411"/>
                  </a:lnTo>
                  <a:lnTo>
                    <a:pt x="19652" y="22706"/>
                  </a:lnTo>
                  <a:lnTo>
                    <a:pt x="19079" y="29561"/>
                  </a:lnTo>
                  <a:lnTo>
                    <a:pt x="18526" y="32482"/>
                  </a:lnTo>
                  <a:lnTo>
                    <a:pt x="14050" y="32451"/>
                  </a:lnTo>
                  <a:lnTo>
                    <a:pt x="11737" y="30907"/>
                  </a:lnTo>
                  <a:lnTo>
                    <a:pt x="5828" y="33790"/>
                  </a:lnTo>
                  <a:lnTo>
                    <a:pt x="4337" y="33628"/>
                  </a:lnTo>
                  <a:lnTo>
                    <a:pt x="344" y="30243"/>
                  </a:lnTo>
                  <a:lnTo>
                    <a:pt x="649" y="25988"/>
                  </a:lnTo>
                  <a:lnTo>
                    <a:pt x="2106" y="20798"/>
                  </a:lnTo>
                  <a:lnTo>
                    <a:pt x="2065" y="20218"/>
                  </a:lnTo>
                  <a:lnTo>
                    <a:pt x="0" y="19340"/>
                  </a:lnTo>
                  <a:lnTo>
                    <a:pt x="3552" y="9891"/>
                  </a:lnTo>
                  <a:lnTo>
                    <a:pt x="3702" y="7180"/>
                  </a:lnTo>
                  <a:lnTo>
                    <a:pt x="2677" y="7052"/>
                  </a:lnTo>
                  <a:lnTo>
                    <a:pt x="791" y="6760"/>
                  </a:lnTo>
                  <a:lnTo>
                    <a:pt x="1360" y="3097"/>
                  </a:lnTo>
                  <a:lnTo>
                    <a:pt x="776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h212"/>
            <p:cNvSpPr/>
            <p:nvPr/>
          </p:nvSpPr>
          <p:spPr>
            <a:xfrm>
              <a:off x="1931265" y="2950738"/>
              <a:ext cx="39010" cy="29989"/>
            </a:xfrm>
            <a:custGeom>
              <a:avLst/>
              <a:pathLst>
                <a:path w="39010" h="29989">
                  <a:moveTo>
                    <a:pt x="20033" y="28"/>
                  </a:moveTo>
                  <a:lnTo>
                    <a:pt x="29784" y="5339"/>
                  </a:lnTo>
                  <a:lnTo>
                    <a:pt x="37128" y="7774"/>
                  </a:lnTo>
                  <a:lnTo>
                    <a:pt x="38706" y="9179"/>
                  </a:lnTo>
                  <a:lnTo>
                    <a:pt x="39010" y="17000"/>
                  </a:lnTo>
                  <a:lnTo>
                    <a:pt x="37048" y="18682"/>
                  </a:lnTo>
                  <a:lnTo>
                    <a:pt x="35803" y="18792"/>
                  </a:lnTo>
                  <a:lnTo>
                    <a:pt x="30044" y="16311"/>
                  </a:lnTo>
                  <a:lnTo>
                    <a:pt x="27765" y="16138"/>
                  </a:lnTo>
                  <a:lnTo>
                    <a:pt x="22229" y="24530"/>
                  </a:lnTo>
                  <a:lnTo>
                    <a:pt x="19704" y="22811"/>
                  </a:lnTo>
                  <a:lnTo>
                    <a:pt x="18429" y="23326"/>
                  </a:lnTo>
                  <a:lnTo>
                    <a:pt x="18035" y="25798"/>
                  </a:lnTo>
                  <a:lnTo>
                    <a:pt x="19802" y="26573"/>
                  </a:lnTo>
                  <a:lnTo>
                    <a:pt x="21889" y="26335"/>
                  </a:lnTo>
                  <a:lnTo>
                    <a:pt x="21860" y="27141"/>
                  </a:lnTo>
                  <a:lnTo>
                    <a:pt x="20483" y="29062"/>
                  </a:lnTo>
                  <a:lnTo>
                    <a:pt x="17680" y="29989"/>
                  </a:lnTo>
                  <a:lnTo>
                    <a:pt x="12158" y="28685"/>
                  </a:lnTo>
                  <a:lnTo>
                    <a:pt x="6144" y="25469"/>
                  </a:lnTo>
                  <a:lnTo>
                    <a:pt x="0" y="23471"/>
                  </a:lnTo>
                  <a:lnTo>
                    <a:pt x="302" y="23074"/>
                  </a:lnTo>
                  <a:lnTo>
                    <a:pt x="4476" y="22911"/>
                  </a:lnTo>
                  <a:lnTo>
                    <a:pt x="11703" y="21150"/>
                  </a:lnTo>
                  <a:lnTo>
                    <a:pt x="10565" y="17027"/>
                  </a:lnTo>
                  <a:lnTo>
                    <a:pt x="13298" y="13797"/>
                  </a:lnTo>
                  <a:lnTo>
                    <a:pt x="15508" y="12420"/>
                  </a:lnTo>
                  <a:lnTo>
                    <a:pt x="16737" y="7821"/>
                  </a:lnTo>
                  <a:lnTo>
                    <a:pt x="15998" y="6589"/>
                  </a:lnTo>
                  <a:lnTo>
                    <a:pt x="17782" y="1671"/>
                  </a:lnTo>
                  <a:lnTo>
                    <a:pt x="18908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h213"/>
            <p:cNvSpPr/>
            <p:nvPr/>
          </p:nvSpPr>
          <p:spPr>
            <a:xfrm>
              <a:off x="1942623" y="2991962"/>
              <a:ext cx="25608" cy="34332"/>
            </a:xfrm>
            <a:custGeom>
              <a:avLst/>
              <a:pathLst>
                <a:path w="25608" h="34332">
                  <a:moveTo>
                    <a:pt x="9782" y="0"/>
                  </a:moveTo>
                  <a:lnTo>
                    <a:pt x="13308" y="2278"/>
                  </a:lnTo>
                  <a:lnTo>
                    <a:pt x="18374" y="4272"/>
                  </a:lnTo>
                  <a:lnTo>
                    <a:pt x="21020" y="4092"/>
                  </a:lnTo>
                  <a:lnTo>
                    <a:pt x="25608" y="6684"/>
                  </a:lnTo>
                  <a:lnTo>
                    <a:pt x="23654" y="12872"/>
                  </a:lnTo>
                  <a:lnTo>
                    <a:pt x="23352" y="23339"/>
                  </a:lnTo>
                  <a:lnTo>
                    <a:pt x="22638" y="24276"/>
                  </a:lnTo>
                  <a:lnTo>
                    <a:pt x="21334" y="23962"/>
                  </a:lnTo>
                  <a:lnTo>
                    <a:pt x="18857" y="32641"/>
                  </a:lnTo>
                  <a:lnTo>
                    <a:pt x="17805" y="34061"/>
                  </a:lnTo>
                  <a:lnTo>
                    <a:pt x="16584" y="34332"/>
                  </a:lnTo>
                  <a:lnTo>
                    <a:pt x="0" y="24620"/>
                  </a:lnTo>
                  <a:lnTo>
                    <a:pt x="2351" y="19542"/>
                  </a:lnTo>
                  <a:lnTo>
                    <a:pt x="10299" y="16617"/>
                  </a:lnTo>
                  <a:lnTo>
                    <a:pt x="10452" y="10119"/>
                  </a:lnTo>
                  <a:lnTo>
                    <a:pt x="6175" y="5910"/>
                  </a:lnTo>
                  <a:lnTo>
                    <a:pt x="6054" y="2289"/>
                  </a:lnTo>
                  <a:lnTo>
                    <a:pt x="7044" y="8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h214"/>
            <p:cNvSpPr/>
            <p:nvPr/>
          </p:nvSpPr>
          <p:spPr>
            <a:xfrm>
              <a:off x="1948945" y="2973549"/>
              <a:ext cx="33101" cy="31361"/>
            </a:xfrm>
            <a:custGeom>
              <a:avLst/>
              <a:pathLst>
                <a:path w="33101" h="31361">
                  <a:moveTo>
                    <a:pt x="4548" y="1718"/>
                  </a:moveTo>
                  <a:lnTo>
                    <a:pt x="15562" y="4163"/>
                  </a:lnTo>
                  <a:lnTo>
                    <a:pt x="19512" y="6402"/>
                  </a:lnTo>
                  <a:lnTo>
                    <a:pt x="25733" y="6960"/>
                  </a:lnTo>
                  <a:lnTo>
                    <a:pt x="29605" y="5799"/>
                  </a:lnTo>
                  <a:lnTo>
                    <a:pt x="33101" y="8674"/>
                  </a:lnTo>
                  <a:lnTo>
                    <a:pt x="32264" y="16054"/>
                  </a:lnTo>
                  <a:lnTo>
                    <a:pt x="31015" y="18430"/>
                  </a:lnTo>
                  <a:lnTo>
                    <a:pt x="27320" y="20638"/>
                  </a:lnTo>
                  <a:lnTo>
                    <a:pt x="32145" y="26325"/>
                  </a:lnTo>
                  <a:lnTo>
                    <a:pt x="31912" y="27579"/>
                  </a:lnTo>
                  <a:lnTo>
                    <a:pt x="31384" y="29821"/>
                  </a:lnTo>
                  <a:lnTo>
                    <a:pt x="23613" y="31361"/>
                  </a:lnTo>
                  <a:lnTo>
                    <a:pt x="23815" y="27194"/>
                  </a:lnTo>
                  <a:lnTo>
                    <a:pt x="20679" y="22290"/>
                  </a:lnTo>
                  <a:lnTo>
                    <a:pt x="19286" y="25096"/>
                  </a:lnTo>
                  <a:lnTo>
                    <a:pt x="14698" y="22505"/>
                  </a:lnTo>
                  <a:lnTo>
                    <a:pt x="12051" y="22684"/>
                  </a:lnTo>
                  <a:lnTo>
                    <a:pt x="6986" y="20691"/>
                  </a:lnTo>
                  <a:lnTo>
                    <a:pt x="3460" y="18412"/>
                  </a:lnTo>
                  <a:lnTo>
                    <a:pt x="722" y="18421"/>
                  </a:lnTo>
                  <a:lnTo>
                    <a:pt x="3802" y="14449"/>
                  </a:lnTo>
                  <a:lnTo>
                    <a:pt x="3817" y="11204"/>
                  </a:lnTo>
                  <a:lnTo>
                    <a:pt x="1850" y="10668"/>
                  </a:lnTo>
                  <a:lnTo>
                    <a:pt x="0" y="7178"/>
                  </a:lnTo>
                  <a:lnTo>
                    <a:pt x="2802" y="6250"/>
                  </a:lnTo>
                  <a:lnTo>
                    <a:pt x="4179" y="4330"/>
                  </a:lnTo>
                  <a:lnTo>
                    <a:pt x="4208" y="3524"/>
                  </a:lnTo>
                  <a:lnTo>
                    <a:pt x="2122" y="3762"/>
                  </a:lnTo>
                  <a:lnTo>
                    <a:pt x="355" y="2986"/>
                  </a:lnTo>
                  <a:lnTo>
                    <a:pt x="748" y="515"/>
                  </a:lnTo>
                  <a:lnTo>
                    <a:pt x="20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h215"/>
            <p:cNvSpPr/>
            <p:nvPr/>
          </p:nvSpPr>
          <p:spPr>
            <a:xfrm>
              <a:off x="1953494" y="2959493"/>
              <a:ext cx="43348" cy="22730"/>
            </a:xfrm>
            <a:custGeom>
              <a:avLst/>
              <a:pathLst>
                <a:path w="43348" h="22730">
                  <a:moveTo>
                    <a:pt x="43348" y="128"/>
                  </a:moveTo>
                  <a:lnTo>
                    <a:pt x="43197" y="2839"/>
                  </a:lnTo>
                  <a:lnTo>
                    <a:pt x="39645" y="12288"/>
                  </a:lnTo>
                  <a:lnTo>
                    <a:pt x="33782" y="20390"/>
                  </a:lnTo>
                  <a:lnTo>
                    <a:pt x="28552" y="22730"/>
                  </a:lnTo>
                  <a:lnTo>
                    <a:pt x="25056" y="19855"/>
                  </a:lnTo>
                  <a:lnTo>
                    <a:pt x="21185" y="21016"/>
                  </a:lnTo>
                  <a:lnTo>
                    <a:pt x="14964" y="20458"/>
                  </a:lnTo>
                  <a:lnTo>
                    <a:pt x="11014" y="18219"/>
                  </a:lnTo>
                  <a:lnTo>
                    <a:pt x="0" y="15774"/>
                  </a:lnTo>
                  <a:lnTo>
                    <a:pt x="5535" y="7382"/>
                  </a:lnTo>
                  <a:lnTo>
                    <a:pt x="7814" y="7555"/>
                  </a:lnTo>
                  <a:lnTo>
                    <a:pt x="13574" y="10037"/>
                  </a:lnTo>
                  <a:lnTo>
                    <a:pt x="14819" y="9926"/>
                  </a:lnTo>
                  <a:lnTo>
                    <a:pt x="16697" y="9088"/>
                  </a:lnTo>
                  <a:lnTo>
                    <a:pt x="19537" y="9742"/>
                  </a:lnTo>
                  <a:lnTo>
                    <a:pt x="31824" y="16374"/>
                  </a:lnTo>
                  <a:lnTo>
                    <a:pt x="36920" y="10245"/>
                  </a:lnTo>
                  <a:lnTo>
                    <a:pt x="39992" y="2381"/>
                  </a:lnTo>
                  <a:lnTo>
                    <a:pt x="4232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h216"/>
            <p:cNvSpPr/>
            <p:nvPr/>
          </p:nvSpPr>
          <p:spPr>
            <a:xfrm>
              <a:off x="1967379" y="2949616"/>
              <a:ext cx="33524" cy="26252"/>
            </a:xfrm>
            <a:custGeom>
              <a:avLst/>
              <a:pathLst>
                <a:path w="33524" h="26252">
                  <a:moveTo>
                    <a:pt x="33524" y="2825"/>
                  </a:moveTo>
                  <a:lnTo>
                    <a:pt x="27121" y="5923"/>
                  </a:lnTo>
                  <a:lnTo>
                    <a:pt x="26552" y="9585"/>
                  </a:lnTo>
                  <a:lnTo>
                    <a:pt x="28438" y="9877"/>
                  </a:lnTo>
                  <a:lnTo>
                    <a:pt x="26107" y="12258"/>
                  </a:lnTo>
                  <a:lnTo>
                    <a:pt x="23035" y="20123"/>
                  </a:lnTo>
                  <a:lnTo>
                    <a:pt x="17939" y="26252"/>
                  </a:lnTo>
                  <a:lnTo>
                    <a:pt x="5652" y="19619"/>
                  </a:lnTo>
                  <a:lnTo>
                    <a:pt x="2812" y="18965"/>
                  </a:lnTo>
                  <a:lnTo>
                    <a:pt x="934" y="19804"/>
                  </a:lnTo>
                  <a:lnTo>
                    <a:pt x="2896" y="18122"/>
                  </a:lnTo>
                  <a:lnTo>
                    <a:pt x="2592" y="10301"/>
                  </a:lnTo>
                  <a:lnTo>
                    <a:pt x="1014" y="8896"/>
                  </a:lnTo>
                  <a:lnTo>
                    <a:pt x="0" y="6610"/>
                  </a:lnTo>
                  <a:lnTo>
                    <a:pt x="2016" y="5451"/>
                  </a:lnTo>
                  <a:lnTo>
                    <a:pt x="5875" y="9343"/>
                  </a:lnTo>
                  <a:lnTo>
                    <a:pt x="8366" y="8362"/>
                  </a:lnTo>
                  <a:lnTo>
                    <a:pt x="13070" y="9890"/>
                  </a:lnTo>
                  <a:lnTo>
                    <a:pt x="17851" y="7786"/>
                  </a:lnTo>
                  <a:lnTo>
                    <a:pt x="22863" y="4520"/>
                  </a:lnTo>
                  <a:lnTo>
                    <a:pt x="24765" y="2296"/>
                  </a:lnTo>
                  <a:lnTo>
                    <a:pt x="3289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h217"/>
            <p:cNvSpPr/>
            <p:nvPr/>
          </p:nvSpPr>
          <p:spPr>
            <a:xfrm>
              <a:off x="1901124" y="2996774"/>
              <a:ext cx="314" cy="430"/>
            </a:xfrm>
            <a:custGeom>
              <a:avLst/>
              <a:pathLst>
                <a:path w="314" h="430">
                  <a:moveTo>
                    <a:pt x="0" y="146"/>
                  </a:moveTo>
                  <a:lnTo>
                    <a:pt x="314" y="0"/>
                  </a:lnTo>
                  <a:lnTo>
                    <a:pt x="162" y="43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h218"/>
            <p:cNvSpPr/>
            <p:nvPr/>
          </p:nvSpPr>
          <p:spPr>
            <a:xfrm>
              <a:off x="1878476" y="2972540"/>
              <a:ext cx="74599" cy="44043"/>
            </a:xfrm>
            <a:custGeom>
              <a:avLst/>
              <a:pathLst>
                <a:path w="74599" h="44043">
                  <a:moveTo>
                    <a:pt x="58933" y="3667"/>
                  </a:moveTo>
                  <a:lnTo>
                    <a:pt x="64947" y="6883"/>
                  </a:lnTo>
                  <a:lnTo>
                    <a:pt x="70469" y="8187"/>
                  </a:lnTo>
                  <a:lnTo>
                    <a:pt x="72319" y="11678"/>
                  </a:lnTo>
                  <a:lnTo>
                    <a:pt x="74287" y="12213"/>
                  </a:lnTo>
                  <a:lnTo>
                    <a:pt x="74272" y="15459"/>
                  </a:lnTo>
                  <a:lnTo>
                    <a:pt x="71191" y="19431"/>
                  </a:lnTo>
                  <a:lnTo>
                    <a:pt x="70202" y="21711"/>
                  </a:lnTo>
                  <a:lnTo>
                    <a:pt x="70323" y="25332"/>
                  </a:lnTo>
                  <a:lnTo>
                    <a:pt x="74599" y="29541"/>
                  </a:lnTo>
                  <a:lnTo>
                    <a:pt x="74446" y="36039"/>
                  </a:lnTo>
                  <a:lnTo>
                    <a:pt x="66499" y="38964"/>
                  </a:lnTo>
                  <a:lnTo>
                    <a:pt x="64147" y="44043"/>
                  </a:lnTo>
                  <a:lnTo>
                    <a:pt x="45714" y="36071"/>
                  </a:lnTo>
                  <a:lnTo>
                    <a:pt x="40614" y="34642"/>
                  </a:lnTo>
                  <a:lnTo>
                    <a:pt x="41936" y="30531"/>
                  </a:lnTo>
                  <a:lnTo>
                    <a:pt x="43339" y="30241"/>
                  </a:lnTo>
                  <a:lnTo>
                    <a:pt x="43525" y="28509"/>
                  </a:lnTo>
                  <a:lnTo>
                    <a:pt x="42369" y="26349"/>
                  </a:lnTo>
                  <a:lnTo>
                    <a:pt x="37608" y="23136"/>
                  </a:lnTo>
                  <a:lnTo>
                    <a:pt x="35344" y="22683"/>
                  </a:lnTo>
                  <a:lnTo>
                    <a:pt x="28759" y="25273"/>
                  </a:lnTo>
                  <a:lnTo>
                    <a:pt x="22627" y="21879"/>
                  </a:lnTo>
                  <a:lnTo>
                    <a:pt x="9704" y="18514"/>
                  </a:lnTo>
                  <a:lnTo>
                    <a:pt x="0" y="15274"/>
                  </a:lnTo>
                  <a:lnTo>
                    <a:pt x="1197" y="13315"/>
                  </a:lnTo>
                  <a:lnTo>
                    <a:pt x="7270" y="15212"/>
                  </a:lnTo>
                  <a:lnTo>
                    <a:pt x="8715" y="17946"/>
                  </a:lnTo>
                  <a:lnTo>
                    <a:pt x="11306" y="18635"/>
                  </a:lnTo>
                  <a:lnTo>
                    <a:pt x="13799" y="10504"/>
                  </a:lnTo>
                  <a:lnTo>
                    <a:pt x="17880" y="5889"/>
                  </a:lnTo>
                  <a:lnTo>
                    <a:pt x="19069" y="5632"/>
                  </a:lnTo>
                  <a:lnTo>
                    <a:pt x="21530" y="6602"/>
                  </a:lnTo>
                  <a:lnTo>
                    <a:pt x="23473" y="9263"/>
                  </a:lnTo>
                  <a:lnTo>
                    <a:pt x="25629" y="9360"/>
                  </a:lnTo>
                  <a:lnTo>
                    <a:pt x="28631" y="5534"/>
                  </a:lnTo>
                  <a:lnTo>
                    <a:pt x="28625" y="3691"/>
                  </a:lnTo>
                  <a:lnTo>
                    <a:pt x="32779" y="3719"/>
                  </a:lnTo>
                  <a:lnTo>
                    <a:pt x="34527" y="4582"/>
                  </a:lnTo>
                  <a:lnTo>
                    <a:pt x="37200" y="4158"/>
                  </a:lnTo>
                  <a:lnTo>
                    <a:pt x="48822" y="0"/>
                  </a:lnTo>
                  <a:lnTo>
                    <a:pt x="53091" y="1272"/>
                  </a:lnTo>
                  <a:lnTo>
                    <a:pt x="52788" y="167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h219"/>
            <p:cNvSpPr/>
            <p:nvPr/>
          </p:nvSpPr>
          <p:spPr>
            <a:xfrm>
              <a:off x="1042770" y="2972467"/>
              <a:ext cx="203" cy="228"/>
            </a:xfrm>
            <a:custGeom>
              <a:avLst/>
              <a:pathLst>
                <a:path w="203" h="228">
                  <a:moveTo>
                    <a:pt x="0" y="0"/>
                  </a:moveTo>
                  <a:lnTo>
                    <a:pt x="203" y="228"/>
                  </a:lnTo>
                  <a:lnTo>
                    <a:pt x="2" y="14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h220"/>
            <p:cNvSpPr/>
            <p:nvPr/>
          </p:nvSpPr>
          <p:spPr>
            <a:xfrm>
              <a:off x="1186355" y="2941279"/>
              <a:ext cx="2976" cy="4197"/>
            </a:xfrm>
            <a:custGeom>
              <a:avLst/>
              <a:pathLst>
                <a:path w="2976" h="4197">
                  <a:moveTo>
                    <a:pt x="2976" y="1399"/>
                  </a:move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lnTo>
                    <a:pt x="2038" y="0"/>
                  </a:lnTo>
                  <a:lnTo>
                    <a:pt x="2762" y="21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h221"/>
            <p:cNvSpPr/>
            <p:nvPr/>
          </p:nvSpPr>
          <p:spPr>
            <a:xfrm>
              <a:off x="731560" y="3022203"/>
              <a:ext cx="9114" cy="3794"/>
            </a:xfrm>
            <a:custGeom>
              <a:avLst/>
              <a:pathLst>
                <a:path w="9114" h="3794">
                  <a:moveTo>
                    <a:pt x="4398" y="873"/>
                  </a:moveTo>
                  <a:lnTo>
                    <a:pt x="8185" y="591"/>
                  </a:lnTo>
                  <a:lnTo>
                    <a:pt x="9114" y="1850"/>
                  </a:lnTo>
                  <a:lnTo>
                    <a:pt x="7285" y="3255"/>
                  </a:ln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h222"/>
            <p:cNvSpPr/>
            <p:nvPr/>
          </p:nvSpPr>
          <p:spPr>
            <a:xfrm>
              <a:off x="1959208" y="2995840"/>
              <a:ext cx="39913" cy="52338"/>
            </a:xfrm>
            <a:custGeom>
              <a:avLst/>
              <a:pathLst>
                <a:path w="39913" h="52338">
                  <a:moveTo>
                    <a:pt x="21121" y="7531"/>
                  </a:moveTo>
                  <a:lnTo>
                    <a:pt x="21650" y="5288"/>
                  </a:lnTo>
                  <a:lnTo>
                    <a:pt x="23434" y="6521"/>
                  </a:lnTo>
                  <a:lnTo>
                    <a:pt x="22800" y="7485"/>
                  </a:lnTo>
                  <a:lnTo>
                    <a:pt x="23462" y="11416"/>
                  </a:lnTo>
                  <a:lnTo>
                    <a:pt x="23187" y="14618"/>
                  </a:lnTo>
                  <a:lnTo>
                    <a:pt x="21531" y="19841"/>
                  </a:lnTo>
                  <a:lnTo>
                    <a:pt x="23120" y="20788"/>
                  </a:lnTo>
                  <a:lnTo>
                    <a:pt x="22451" y="24626"/>
                  </a:lnTo>
                  <a:lnTo>
                    <a:pt x="23138" y="25237"/>
                  </a:lnTo>
                  <a:lnTo>
                    <a:pt x="27579" y="25669"/>
                  </a:lnTo>
                  <a:lnTo>
                    <a:pt x="31338" y="28516"/>
                  </a:lnTo>
                  <a:lnTo>
                    <a:pt x="34196" y="32110"/>
                  </a:lnTo>
                  <a:lnTo>
                    <a:pt x="39425" y="35551"/>
                  </a:lnTo>
                  <a:lnTo>
                    <a:pt x="39913" y="38504"/>
                  </a:lnTo>
                  <a:lnTo>
                    <a:pt x="37851" y="40647"/>
                  </a:lnTo>
                  <a:lnTo>
                    <a:pt x="33178" y="41785"/>
                  </a:lnTo>
                  <a:lnTo>
                    <a:pt x="31047" y="43821"/>
                  </a:lnTo>
                  <a:lnTo>
                    <a:pt x="26363" y="52338"/>
                  </a:lnTo>
                  <a:lnTo>
                    <a:pt x="19016" y="44510"/>
                  </a:lnTo>
                  <a:lnTo>
                    <a:pt x="2804" y="33189"/>
                  </a:lnTo>
                  <a:lnTo>
                    <a:pt x="0" y="30454"/>
                  </a:lnTo>
                  <a:lnTo>
                    <a:pt x="1220" y="30184"/>
                  </a:lnTo>
                  <a:lnTo>
                    <a:pt x="2272" y="28763"/>
                  </a:lnTo>
                  <a:lnTo>
                    <a:pt x="4750" y="20085"/>
                  </a:lnTo>
                  <a:lnTo>
                    <a:pt x="6053" y="20398"/>
                  </a:lnTo>
                  <a:lnTo>
                    <a:pt x="6767" y="19461"/>
                  </a:lnTo>
                  <a:lnTo>
                    <a:pt x="7070" y="8994"/>
                  </a:lnTo>
                  <a:lnTo>
                    <a:pt x="9024" y="2806"/>
                  </a:lnTo>
                  <a:lnTo>
                    <a:pt x="10417" y="0"/>
                  </a:lnTo>
                  <a:lnTo>
                    <a:pt x="13552" y="4904"/>
                  </a:lnTo>
                  <a:lnTo>
                    <a:pt x="13351" y="907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h223"/>
            <p:cNvSpPr/>
            <p:nvPr/>
          </p:nvSpPr>
          <p:spPr>
            <a:xfrm>
              <a:off x="1156592" y="2996322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h224"/>
            <p:cNvSpPr/>
            <p:nvPr/>
          </p:nvSpPr>
          <p:spPr>
            <a:xfrm>
              <a:off x="3298211" y="3264251"/>
              <a:ext cx="41513" cy="65539"/>
            </a:xfrm>
            <a:custGeom>
              <a:avLst/>
              <a:pathLst>
                <a:path w="41513" h="65539">
                  <a:moveTo>
                    <a:pt x="4937" y="1082"/>
                  </a:moveTo>
                  <a:lnTo>
                    <a:pt x="6781" y="5771"/>
                  </a:lnTo>
                  <a:lnTo>
                    <a:pt x="13586" y="7976"/>
                  </a:lnTo>
                  <a:lnTo>
                    <a:pt x="17822" y="7941"/>
                  </a:lnTo>
                  <a:lnTo>
                    <a:pt x="17691" y="12884"/>
                  </a:lnTo>
                  <a:lnTo>
                    <a:pt x="20662" y="16218"/>
                  </a:lnTo>
                  <a:lnTo>
                    <a:pt x="28537" y="18842"/>
                  </a:lnTo>
                  <a:lnTo>
                    <a:pt x="32035" y="22019"/>
                  </a:lnTo>
                  <a:lnTo>
                    <a:pt x="33624" y="23656"/>
                  </a:lnTo>
                  <a:lnTo>
                    <a:pt x="34551" y="26142"/>
                  </a:lnTo>
                  <a:lnTo>
                    <a:pt x="34486" y="30637"/>
                  </a:lnTo>
                  <a:lnTo>
                    <a:pt x="37385" y="31902"/>
                  </a:lnTo>
                  <a:lnTo>
                    <a:pt x="34524" y="35977"/>
                  </a:lnTo>
                  <a:lnTo>
                    <a:pt x="38834" y="40857"/>
                  </a:lnTo>
                  <a:lnTo>
                    <a:pt x="41513" y="45592"/>
                  </a:lnTo>
                  <a:lnTo>
                    <a:pt x="38433" y="44400"/>
                  </a:lnTo>
                  <a:lnTo>
                    <a:pt x="32030" y="48101"/>
                  </a:lnTo>
                  <a:lnTo>
                    <a:pt x="30633" y="54252"/>
                  </a:lnTo>
                  <a:lnTo>
                    <a:pt x="31976" y="57250"/>
                  </a:lnTo>
                  <a:lnTo>
                    <a:pt x="31428" y="58321"/>
                  </a:lnTo>
                  <a:lnTo>
                    <a:pt x="29455" y="59493"/>
                  </a:lnTo>
                  <a:lnTo>
                    <a:pt x="25407" y="57209"/>
                  </a:lnTo>
                  <a:lnTo>
                    <a:pt x="21806" y="61468"/>
                  </a:lnTo>
                  <a:lnTo>
                    <a:pt x="21706" y="62743"/>
                  </a:lnTo>
                  <a:lnTo>
                    <a:pt x="22815" y="63285"/>
                  </a:lnTo>
                  <a:lnTo>
                    <a:pt x="21849" y="65195"/>
                  </a:lnTo>
                  <a:lnTo>
                    <a:pt x="18483" y="65383"/>
                  </a:lnTo>
                  <a:lnTo>
                    <a:pt x="14069" y="65539"/>
                  </a:lnTo>
                  <a:lnTo>
                    <a:pt x="13088" y="59601"/>
                  </a:lnTo>
                  <a:lnTo>
                    <a:pt x="19367" y="55281"/>
                  </a:lnTo>
                  <a:lnTo>
                    <a:pt x="22852" y="51066"/>
                  </a:lnTo>
                  <a:lnTo>
                    <a:pt x="23731" y="49533"/>
                  </a:lnTo>
                  <a:lnTo>
                    <a:pt x="23779" y="44387"/>
                  </a:lnTo>
                  <a:lnTo>
                    <a:pt x="22056" y="41347"/>
                  </a:lnTo>
                  <a:lnTo>
                    <a:pt x="20394" y="43260"/>
                  </a:lnTo>
                  <a:lnTo>
                    <a:pt x="14309" y="37849"/>
                  </a:lnTo>
                  <a:lnTo>
                    <a:pt x="8013" y="35379"/>
                  </a:lnTo>
                  <a:lnTo>
                    <a:pt x="7009" y="35528"/>
                  </a:lnTo>
                  <a:lnTo>
                    <a:pt x="7233" y="39164"/>
                  </a:lnTo>
                  <a:lnTo>
                    <a:pt x="5177" y="40907"/>
                  </a:lnTo>
                  <a:lnTo>
                    <a:pt x="4592" y="38179"/>
                  </a:lnTo>
                  <a:lnTo>
                    <a:pt x="5629" y="36856"/>
                  </a:lnTo>
                  <a:lnTo>
                    <a:pt x="4411" y="34853"/>
                  </a:lnTo>
                  <a:lnTo>
                    <a:pt x="3359" y="34349"/>
                  </a:lnTo>
                  <a:lnTo>
                    <a:pt x="4186" y="31769"/>
                  </a:lnTo>
                  <a:lnTo>
                    <a:pt x="8275" y="30966"/>
                  </a:lnTo>
                  <a:lnTo>
                    <a:pt x="3369" y="25144"/>
                  </a:lnTo>
                  <a:lnTo>
                    <a:pt x="3317" y="18458"/>
                  </a:lnTo>
                  <a:lnTo>
                    <a:pt x="4681" y="16278"/>
                  </a:lnTo>
                  <a:lnTo>
                    <a:pt x="1694" y="12951"/>
                  </a:lnTo>
                  <a:lnTo>
                    <a:pt x="3075" y="11441"/>
                  </a:lnTo>
                  <a:lnTo>
                    <a:pt x="1934" y="7695"/>
                  </a:lnTo>
                  <a:lnTo>
                    <a:pt x="148" y="4931"/>
                  </a:lnTo>
                  <a:lnTo>
                    <a:pt x="0" y="3032"/>
                  </a:lnTo>
                  <a:lnTo>
                    <a:pt x="401" y="283"/>
                  </a:lnTo>
                  <a:lnTo>
                    <a:pt x="96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h225"/>
            <p:cNvSpPr/>
            <p:nvPr/>
          </p:nvSpPr>
          <p:spPr>
            <a:xfrm>
              <a:off x="3197449" y="3185420"/>
              <a:ext cx="10443" cy="15197"/>
            </a:xfrm>
            <a:custGeom>
              <a:avLst/>
              <a:pathLst>
                <a:path w="10443" h="15197">
                  <a:moveTo>
                    <a:pt x="5072" y="0"/>
                  </a:moveTo>
                  <a:lnTo>
                    <a:pt x="7548" y="2834"/>
                  </a:lnTo>
                  <a:lnTo>
                    <a:pt x="10443" y="8595"/>
                  </a:lnTo>
                  <a:lnTo>
                    <a:pt x="9559" y="11347"/>
                  </a:lnTo>
                  <a:lnTo>
                    <a:pt x="5261" y="15197"/>
                  </a:lnTo>
                  <a:lnTo>
                    <a:pt x="6256" y="12989"/>
                  </a:lnTo>
                  <a:lnTo>
                    <a:pt x="4257" y="11593"/>
                  </a:lnTo>
                  <a:lnTo>
                    <a:pt x="687" y="10946"/>
                  </a:lnTo>
                  <a:lnTo>
                    <a:pt x="2168" y="10048"/>
                  </a:lnTo>
                  <a:lnTo>
                    <a:pt x="4130" y="10066"/>
                  </a:lnTo>
                  <a:lnTo>
                    <a:pt x="4465" y="8279"/>
                  </a:lnTo>
                  <a:lnTo>
                    <a:pt x="2507" y="4700"/>
                  </a:lnTo>
                  <a:lnTo>
                    <a:pt x="0" y="240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h226"/>
            <p:cNvSpPr/>
            <p:nvPr/>
          </p:nvSpPr>
          <p:spPr>
            <a:xfrm>
              <a:off x="3211165" y="3305849"/>
              <a:ext cx="94447" cy="70180"/>
            </a:xfrm>
            <a:custGeom>
              <a:avLst/>
              <a:pathLst>
                <a:path w="94447" h="70180">
                  <a:moveTo>
                    <a:pt x="27146" y="748"/>
                  </a:moveTo>
                  <a:lnTo>
                    <a:pt x="31509" y="1519"/>
                  </a:lnTo>
                  <a:lnTo>
                    <a:pt x="35244" y="1041"/>
                  </a:lnTo>
                  <a:lnTo>
                    <a:pt x="36970" y="2534"/>
                  </a:lnTo>
                  <a:lnTo>
                    <a:pt x="37181" y="4555"/>
                  </a:lnTo>
                  <a:lnTo>
                    <a:pt x="36447" y="4836"/>
                  </a:lnTo>
                  <a:lnTo>
                    <a:pt x="39554" y="7349"/>
                  </a:lnTo>
                  <a:lnTo>
                    <a:pt x="46347" y="5120"/>
                  </a:lnTo>
                  <a:lnTo>
                    <a:pt x="51939" y="8140"/>
                  </a:lnTo>
                  <a:lnTo>
                    <a:pt x="58139" y="10475"/>
                  </a:lnTo>
                  <a:lnTo>
                    <a:pt x="61536" y="12926"/>
                  </a:lnTo>
                  <a:lnTo>
                    <a:pt x="66738" y="10790"/>
                  </a:lnTo>
                  <a:lnTo>
                    <a:pt x="72760" y="10552"/>
                  </a:lnTo>
                  <a:lnTo>
                    <a:pt x="72785" y="11589"/>
                  </a:lnTo>
                  <a:lnTo>
                    <a:pt x="64134" y="14998"/>
                  </a:lnTo>
                  <a:lnTo>
                    <a:pt x="66790" y="18997"/>
                  </a:lnTo>
                  <a:lnTo>
                    <a:pt x="68531" y="20265"/>
                  </a:lnTo>
                  <a:lnTo>
                    <a:pt x="80524" y="25251"/>
                  </a:lnTo>
                  <a:lnTo>
                    <a:pt x="91576" y="27737"/>
                  </a:lnTo>
                  <a:lnTo>
                    <a:pt x="94447" y="30800"/>
                  </a:lnTo>
                  <a:lnTo>
                    <a:pt x="92014" y="31183"/>
                  </a:lnTo>
                  <a:lnTo>
                    <a:pt x="90534" y="33068"/>
                  </a:lnTo>
                  <a:lnTo>
                    <a:pt x="88024" y="35636"/>
                  </a:lnTo>
                  <a:lnTo>
                    <a:pt x="85374" y="41385"/>
                  </a:lnTo>
                  <a:lnTo>
                    <a:pt x="87585" y="42661"/>
                  </a:lnTo>
                  <a:lnTo>
                    <a:pt x="86028" y="46662"/>
                  </a:lnTo>
                  <a:lnTo>
                    <a:pt x="78020" y="41737"/>
                  </a:lnTo>
                  <a:lnTo>
                    <a:pt x="72621" y="39308"/>
                  </a:lnTo>
                  <a:lnTo>
                    <a:pt x="69397" y="36479"/>
                  </a:lnTo>
                  <a:lnTo>
                    <a:pt x="65814" y="41783"/>
                  </a:lnTo>
                  <a:lnTo>
                    <a:pt x="61367" y="43872"/>
                  </a:lnTo>
                  <a:lnTo>
                    <a:pt x="59547" y="45501"/>
                  </a:lnTo>
                  <a:lnTo>
                    <a:pt x="58625" y="42125"/>
                  </a:lnTo>
                  <a:lnTo>
                    <a:pt x="52560" y="40223"/>
                  </a:lnTo>
                  <a:lnTo>
                    <a:pt x="38360" y="48939"/>
                  </a:lnTo>
                  <a:lnTo>
                    <a:pt x="37337" y="50579"/>
                  </a:lnTo>
                  <a:lnTo>
                    <a:pt x="40255" y="50938"/>
                  </a:lnTo>
                  <a:lnTo>
                    <a:pt x="36592" y="55070"/>
                  </a:lnTo>
                  <a:lnTo>
                    <a:pt x="35866" y="56995"/>
                  </a:lnTo>
                  <a:lnTo>
                    <a:pt x="35517" y="59522"/>
                  </a:lnTo>
                  <a:lnTo>
                    <a:pt x="38946" y="62340"/>
                  </a:lnTo>
                  <a:lnTo>
                    <a:pt x="36203" y="70115"/>
                  </a:lnTo>
                  <a:lnTo>
                    <a:pt x="30564" y="69882"/>
                  </a:lnTo>
                  <a:lnTo>
                    <a:pt x="28457" y="69069"/>
                  </a:lnTo>
                  <a:lnTo>
                    <a:pt x="27949" y="66871"/>
                  </a:lnTo>
                  <a:lnTo>
                    <a:pt x="20637" y="70180"/>
                  </a:lnTo>
                  <a:lnTo>
                    <a:pt x="17969" y="68097"/>
                  </a:lnTo>
                  <a:lnTo>
                    <a:pt x="16594" y="64587"/>
                  </a:lnTo>
                  <a:lnTo>
                    <a:pt x="13383" y="64012"/>
                  </a:lnTo>
                  <a:lnTo>
                    <a:pt x="10855" y="64819"/>
                  </a:lnTo>
                  <a:lnTo>
                    <a:pt x="9155" y="63792"/>
                  </a:lnTo>
                  <a:lnTo>
                    <a:pt x="8603" y="60665"/>
                  </a:lnTo>
                  <a:lnTo>
                    <a:pt x="3549" y="61371"/>
                  </a:lnTo>
                  <a:lnTo>
                    <a:pt x="5774" y="57492"/>
                  </a:lnTo>
                  <a:lnTo>
                    <a:pt x="4191" y="54233"/>
                  </a:lnTo>
                  <a:lnTo>
                    <a:pt x="0" y="49131"/>
                  </a:lnTo>
                  <a:lnTo>
                    <a:pt x="1620" y="49697"/>
                  </a:lnTo>
                  <a:lnTo>
                    <a:pt x="5777" y="46975"/>
                  </a:lnTo>
                  <a:lnTo>
                    <a:pt x="3875" y="44084"/>
                  </a:lnTo>
                  <a:lnTo>
                    <a:pt x="4355" y="40992"/>
                  </a:lnTo>
                  <a:lnTo>
                    <a:pt x="5834" y="38663"/>
                  </a:lnTo>
                  <a:lnTo>
                    <a:pt x="12547" y="37946"/>
                  </a:lnTo>
                  <a:lnTo>
                    <a:pt x="17568" y="25090"/>
                  </a:lnTo>
                  <a:lnTo>
                    <a:pt x="19792" y="22305"/>
                  </a:lnTo>
                  <a:lnTo>
                    <a:pt x="24454" y="11105"/>
                  </a:lnTo>
                  <a:lnTo>
                    <a:pt x="26715" y="4733"/>
                  </a:lnTo>
                  <a:lnTo>
                    <a:pt x="25865" y="663"/>
                  </a:lnTo>
                  <a:lnTo>
                    <a:pt x="26804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h227"/>
            <p:cNvSpPr/>
            <p:nvPr/>
          </p:nvSpPr>
          <p:spPr>
            <a:xfrm>
              <a:off x="3173572" y="3192426"/>
              <a:ext cx="28030" cy="26547"/>
            </a:xfrm>
            <a:custGeom>
              <a:avLst/>
              <a:pathLst>
                <a:path w="28030" h="26547">
                  <a:moveTo>
                    <a:pt x="16914" y="1464"/>
                  </a:moveTo>
                  <a:lnTo>
                    <a:pt x="20492" y="4030"/>
                  </a:lnTo>
                  <a:lnTo>
                    <a:pt x="20664" y="5716"/>
                  </a:lnTo>
                  <a:lnTo>
                    <a:pt x="19020" y="10770"/>
                  </a:lnTo>
                  <a:lnTo>
                    <a:pt x="22512" y="12718"/>
                  </a:lnTo>
                  <a:lnTo>
                    <a:pt x="24559" y="14817"/>
                  </a:lnTo>
                  <a:lnTo>
                    <a:pt x="28030" y="20209"/>
                  </a:lnTo>
                  <a:lnTo>
                    <a:pt x="26745" y="23942"/>
                  </a:lnTo>
                  <a:lnTo>
                    <a:pt x="22801" y="26503"/>
                  </a:lnTo>
                  <a:lnTo>
                    <a:pt x="21043" y="23806"/>
                  </a:lnTo>
                  <a:lnTo>
                    <a:pt x="19988" y="23259"/>
                  </a:lnTo>
                  <a:lnTo>
                    <a:pt x="17539" y="23720"/>
                  </a:lnTo>
                  <a:lnTo>
                    <a:pt x="12384" y="26547"/>
                  </a:lnTo>
                  <a:lnTo>
                    <a:pt x="8800" y="26330"/>
                  </a:lnTo>
                  <a:lnTo>
                    <a:pt x="1164" y="25394"/>
                  </a:lnTo>
                  <a:lnTo>
                    <a:pt x="0" y="18991"/>
                  </a:lnTo>
                  <a:lnTo>
                    <a:pt x="6453" y="16409"/>
                  </a:lnTo>
                  <a:lnTo>
                    <a:pt x="8756" y="11121"/>
                  </a:lnTo>
                  <a:lnTo>
                    <a:pt x="9298" y="6329"/>
                  </a:lnTo>
                  <a:lnTo>
                    <a:pt x="8015" y="1961"/>
                  </a:lnTo>
                  <a:lnTo>
                    <a:pt x="9585" y="1130"/>
                  </a:lnTo>
                  <a:lnTo>
                    <a:pt x="12275" y="1091"/>
                  </a:lnTo>
                  <a:lnTo>
                    <a:pt x="1410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h228"/>
            <p:cNvSpPr/>
            <p:nvPr/>
          </p:nvSpPr>
          <p:spPr>
            <a:xfrm>
              <a:off x="3182282" y="3215686"/>
              <a:ext cx="23974" cy="27913"/>
            </a:xfrm>
            <a:custGeom>
              <a:avLst/>
              <a:pathLst>
                <a:path w="23974" h="27913">
                  <a:moveTo>
                    <a:pt x="12332" y="546"/>
                  </a:moveTo>
                  <a:lnTo>
                    <a:pt x="14090" y="3243"/>
                  </a:lnTo>
                  <a:lnTo>
                    <a:pt x="15231" y="6433"/>
                  </a:lnTo>
                  <a:lnTo>
                    <a:pt x="23870" y="10751"/>
                  </a:lnTo>
                  <a:lnTo>
                    <a:pt x="21626" y="13377"/>
                  </a:lnTo>
                  <a:lnTo>
                    <a:pt x="21636" y="11041"/>
                  </a:lnTo>
                  <a:lnTo>
                    <a:pt x="20451" y="12985"/>
                  </a:lnTo>
                  <a:lnTo>
                    <a:pt x="22042" y="15462"/>
                  </a:lnTo>
                  <a:lnTo>
                    <a:pt x="23974" y="21547"/>
                  </a:lnTo>
                  <a:lnTo>
                    <a:pt x="20728" y="21815"/>
                  </a:lnTo>
                  <a:lnTo>
                    <a:pt x="20667" y="26424"/>
                  </a:lnTo>
                  <a:lnTo>
                    <a:pt x="16213" y="27913"/>
                  </a:lnTo>
                  <a:lnTo>
                    <a:pt x="12815" y="27001"/>
                  </a:lnTo>
                  <a:lnTo>
                    <a:pt x="6029" y="22217"/>
                  </a:lnTo>
                  <a:lnTo>
                    <a:pt x="2378" y="16790"/>
                  </a:lnTo>
                  <a:lnTo>
                    <a:pt x="1169" y="14275"/>
                  </a:lnTo>
                  <a:lnTo>
                    <a:pt x="2642" y="11853"/>
                  </a:lnTo>
                  <a:lnTo>
                    <a:pt x="2415" y="7568"/>
                  </a:lnTo>
                  <a:lnTo>
                    <a:pt x="1047" y="6095"/>
                  </a:lnTo>
                  <a:lnTo>
                    <a:pt x="0" y="6054"/>
                  </a:lnTo>
                  <a:lnTo>
                    <a:pt x="90" y="3070"/>
                  </a:lnTo>
                  <a:lnTo>
                    <a:pt x="3674" y="3287"/>
                  </a:lnTo>
                  <a:lnTo>
                    <a:pt x="8829" y="460"/>
                  </a:lnTo>
                  <a:lnTo>
                    <a:pt x="1127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h229"/>
            <p:cNvSpPr/>
            <p:nvPr/>
          </p:nvSpPr>
          <p:spPr>
            <a:xfrm>
              <a:off x="3280108" y="3181718"/>
              <a:ext cx="27117" cy="19669"/>
            </a:xfrm>
            <a:custGeom>
              <a:avLst/>
              <a:pathLst>
                <a:path w="27117" h="19669">
                  <a:moveTo>
                    <a:pt x="27117" y="3694"/>
                  </a:moveTo>
                  <a:lnTo>
                    <a:pt x="24442" y="7071"/>
                  </a:lnTo>
                  <a:lnTo>
                    <a:pt x="27047" y="9837"/>
                  </a:lnTo>
                  <a:lnTo>
                    <a:pt x="26071" y="10887"/>
                  </a:lnTo>
                  <a:lnTo>
                    <a:pt x="22364" y="8299"/>
                  </a:lnTo>
                  <a:lnTo>
                    <a:pt x="21148" y="8699"/>
                  </a:lnTo>
                  <a:lnTo>
                    <a:pt x="12655" y="16782"/>
                  </a:lnTo>
                  <a:lnTo>
                    <a:pt x="12310" y="15425"/>
                  </a:lnTo>
                  <a:lnTo>
                    <a:pt x="9708" y="13066"/>
                  </a:lnTo>
                  <a:lnTo>
                    <a:pt x="8818" y="13303"/>
                  </a:lnTo>
                  <a:lnTo>
                    <a:pt x="5051" y="15976"/>
                  </a:lnTo>
                  <a:lnTo>
                    <a:pt x="7236" y="17723"/>
                  </a:lnTo>
                  <a:lnTo>
                    <a:pt x="7503" y="19669"/>
                  </a:lnTo>
                  <a:lnTo>
                    <a:pt x="112" y="16207"/>
                  </a:lnTo>
                  <a:lnTo>
                    <a:pt x="439" y="12301"/>
                  </a:lnTo>
                  <a:lnTo>
                    <a:pt x="0" y="10824"/>
                  </a:lnTo>
                  <a:lnTo>
                    <a:pt x="451" y="10273"/>
                  </a:lnTo>
                  <a:lnTo>
                    <a:pt x="2767" y="8412"/>
                  </a:lnTo>
                  <a:lnTo>
                    <a:pt x="5495" y="7927"/>
                  </a:lnTo>
                  <a:lnTo>
                    <a:pt x="8830" y="5337"/>
                  </a:lnTo>
                  <a:lnTo>
                    <a:pt x="10340" y="6381"/>
                  </a:lnTo>
                  <a:lnTo>
                    <a:pt x="13111" y="4386"/>
                  </a:lnTo>
                  <a:lnTo>
                    <a:pt x="12662" y="2212"/>
                  </a:lnTo>
                  <a:lnTo>
                    <a:pt x="13198" y="750"/>
                  </a:lnTo>
                  <a:lnTo>
                    <a:pt x="17512" y="551"/>
                  </a:lnTo>
                  <a:lnTo>
                    <a:pt x="20548" y="3460"/>
                  </a:lnTo>
                  <a:lnTo>
                    <a:pt x="236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h230"/>
            <p:cNvSpPr/>
            <p:nvPr/>
          </p:nvSpPr>
          <p:spPr>
            <a:xfrm>
              <a:off x="3134369" y="3269321"/>
              <a:ext cx="81710" cy="51352"/>
            </a:xfrm>
            <a:custGeom>
              <a:avLst/>
              <a:pathLst>
                <a:path w="81710" h="51352">
                  <a:moveTo>
                    <a:pt x="57229" y="0"/>
                  </a:moveTo>
                  <a:lnTo>
                    <a:pt x="60170" y="3230"/>
                  </a:lnTo>
                  <a:lnTo>
                    <a:pt x="61550" y="3885"/>
                  </a:lnTo>
                  <a:lnTo>
                    <a:pt x="59726" y="6549"/>
                  </a:lnTo>
                  <a:lnTo>
                    <a:pt x="61360" y="8387"/>
                  </a:lnTo>
                  <a:lnTo>
                    <a:pt x="67243" y="9072"/>
                  </a:lnTo>
                  <a:lnTo>
                    <a:pt x="67374" y="6812"/>
                  </a:lnTo>
                  <a:lnTo>
                    <a:pt x="74877" y="9489"/>
                  </a:lnTo>
                  <a:lnTo>
                    <a:pt x="81681" y="12166"/>
                  </a:lnTo>
                  <a:lnTo>
                    <a:pt x="81016" y="13890"/>
                  </a:lnTo>
                  <a:lnTo>
                    <a:pt x="77003" y="18203"/>
                  </a:lnTo>
                  <a:lnTo>
                    <a:pt x="76249" y="20516"/>
                  </a:lnTo>
                  <a:lnTo>
                    <a:pt x="77052" y="20957"/>
                  </a:lnTo>
                  <a:lnTo>
                    <a:pt x="76110" y="22421"/>
                  </a:lnTo>
                  <a:lnTo>
                    <a:pt x="76091" y="24074"/>
                  </a:lnTo>
                  <a:lnTo>
                    <a:pt x="77568" y="28820"/>
                  </a:lnTo>
                  <a:lnTo>
                    <a:pt x="79423" y="33029"/>
                  </a:lnTo>
                  <a:lnTo>
                    <a:pt x="81710" y="33908"/>
                  </a:lnTo>
                  <a:lnTo>
                    <a:pt x="80043" y="36527"/>
                  </a:lnTo>
                  <a:lnTo>
                    <a:pt x="77019" y="37794"/>
                  </a:lnTo>
                  <a:lnTo>
                    <a:pt x="74273" y="35889"/>
                  </a:lnTo>
                  <a:lnTo>
                    <a:pt x="64697" y="37192"/>
                  </a:lnTo>
                  <a:lnTo>
                    <a:pt x="63348" y="40975"/>
                  </a:lnTo>
                  <a:lnTo>
                    <a:pt x="60182" y="45579"/>
                  </a:lnTo>
                  <a:lnTo>
                    <a:pt x="58005" y="43663"/>
                  </a:lnTo>
                  <a:lnTo>
                    <a:pt x="45907" y="47518"/>
                  </a:lnTo>
                  <a:lnTo>
                    <a:pt x="41915" y="43687"/>
                  </a:lnTo>
                  <a:lnTo>
                    <a:pt x="40371" y="45558"/>
                  </a:lnTo>
                  <a:lnTo>
                    <a:pt x="42758" y="50635"/>
                  </a:lnTo>
                  <a:lnTo>
                    <a:pt x="41645" y="51352"/>
                  </a:lnTo>
                  <a:lnTo>
                    <a:pt x="27358" y="48196"/>
                  </a:lnTo>
                  <a:lnTo>
                    <a:pt x="18346" y="48164"/>
                  </a:lnTo>
                  <a:lnTo>
                    <a:pt x="13747" y="47766"/>
                  </a:lnTo>
                  <a:lnTo>
                    <a:pt x="7596" y="48522"/>
                  </a:lnTo>
                  <a:lnTo>
                    <a:pt x="3429" y="46362"/>
                  </a:lnTo>
                  <a:lnTo>
                    <a:pt x="0" y="45878"/>
                  </a:lnTo>
                  <a:lnTo>
                    <a:pt x="2485" y="43266"/>
                  </a:lnTo>
                  <a:lnTo>
                    <a:pt x="5278" y="38580"/>
                  </a:lnTo>
                  <a:lnTo>
                    <a:pt x="4497" y="37518"/>
                  </a:lnTo>
                  <a:lnTo>
                    <a:pt x="3034" y="37581"/>
                  </a:lnTo>
                  <a:lnTo>
                    <a:pt x="2137" y="35650"/>
                  </a:lnTo>
                  <a:lnTo>
                    <a:pt x="9477" y="35510"/>
                  </a:lnTo>
                  <a:lnTo>
                    <a:pt x="13281" y="31638"/>
                  </a:lnTo>
                  <a:lnTo>
                    <a:pt x="14571" y="28676"/>
                  </a:lnTo>
                  <a:lnTo>
                    <a:pt x="17461" y="24780"/>
                  </a:lnTo>
                  <a:lnTo>
                    <a:pt x="18942" y="23882"/>
                  </a:lnTo>
                  <a:lnTo>
                    <a:pt x="21703" y="24495"/>
                  </a:lnTo>
                  <a:lnTo>
                    <a:pt x="23657" y="24011"/>
                  </a:lnTo>
                  <a:lnTo>
                    <a:pt x="21097" y="20121"/>
                  </a:lnTo>
                  <a:lnTo>
                    <a:pt x="25185" y="19803"/>
                  </a:lnTo>
                  <a:lnTo>
                    <a:pt x="27380" y="18687"/>
                  </a:lnTo>
                  <a:lnTo>
                    <a:pt x="28285" y="18189"/>
                  </a:lnTo>
                  <a:lnTo>
                    <a:pt x="28387" y="16412"/>
                  </a:lnTo>
                  <a:lnTo>
                    <a:pt x="30905" y="16539"/>
                  </a:lnTo>
                  <a:lnTo>
                    <a:pt x="32708" y="17392"/>
                  </a:lnTo>
                  <a:lnTo>
                    <a:pt x="33174" y="14690"/>
                  </a:lnTo>
                  <a:lnTo>
                    <a:pt x="38021" y="11797"/>
                  </a:lnTo>
                  <a:lnTo>
                    <a:pt x="41557" y="11001"/>
                  </a:lnTo>
                  <a:lnTo>
                    <a:pt x="49743" y="11363"/>
                  </a:lnTo>
                  <a:lnTo>
                    <a:pt x="53538" y="10589"/>
                  </a:lnTo>
                  <a:lnTo>
                    <a:pt x="54793" y="8188"/>
                  </a:lnTo>
                  <a:lnTo>
                    <a:pt x="52187" y="1463"/>
                  </a:lnTo>
                  <a:lnTo>
                    <a:pt x="55031" y="1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h231"/>
            <p:cNvSpPr/>
            <p:nvPr/>
          </p:nvSpPr>
          <p:spPr>
            <a:xfrm>
              <a:off x="3152716" y="3303229"/>
              <a:ext cx="85253" cy="55947"/>
            </a:xfrm>
            <a:custGeom>
              <a:avLst/>
              <a:pathLst>
                <a:path w="85253" h="55947">
                  <a:moveTo>
                    <a:pt x="63961" y="2252"/>
                  </a:moveTo>
                  <a:lnTo>
                    <a:pt x="76490" y="5886"/>
                  </a:lnTo>
                  <a:lnTo>
                    <a:pt x="78242" y="5163"/>
                  </a:lnTo>
                  <a:lnTo>
                    <a:pt x="79340" y="2963"/>
                  </a:lnTo>
                  <a:lnTo>
                    <a:pt x="84932" y="2341"/>
                  </a:lnTo>
                  <a:lnTo>
                    <a:pt x="85253" y="2619"/>
                  </a:lnTo>
                  <a:lnTo>
                    <a:pt x="84314" y="3283"/>
                  </a:lnTo>
                  <a:lnTo>
                    <a:pt x="85163" y="7352"/>
                  </a:lnTo>
                  <a:lnTo>
                    <a:pt x="82903" y="13724"/>
                  </a:lnTo>
                  <a:lnTo>
                    <a:pt x="78241" y="24925"/>
                  </a:lnTo>
                  <a:lnTo>
                    <a:pt x="76016" y="27709"/>
                  </a:lnTo>
                  <a:lnTo>
                    <a:pt x="70996" y="40566"/>
                  </a:lnTo>
                  <a:lnTo>
                    <a:pt x="64282" y="41283"/>
                  </a:lnTo>
                  <a:lnTo>
                    <a:pt x="62804" y="43611"/>
                  </a:lnTo>
                  <a:lnTo>
                    <a:pt x="62324" y="46704"/>
                  </a:lnTo>
                  <a:lnTo>
                    <a:pt x="64226" y="49595"/>
                  </a:lnTo>
                  <a:lnTo>
                    <a:pt x="60069" y="52316"/>
                  </a:lnTo>
                  <a:lnTo>
                    <a:pt x="58448" y="51750"/>
                  </a:lnTo>
                  <a:lnTo>
                    <a:pt x="57066" y="49648"/>
                  </a:lnTo>
                  <a:lnTo>
                    <a:pt x="52159" y="52772"/>
                  </a:lnTo>
                  <a:lnTo>
                    <a:pt x="49666" y="53401"/>
                  </a:lnTo>
                  <a:lnTo>
                    <a:pt x="46623" y="53060"/>
                  </a:lnTo>
                  <a:lnTo>
                    <a:pt x="45036" y="54132"/>
                  </a:lnTo>
                  <a:lnTo>
                    <a:pt x="43978" y="55947"/>
                  </a:lnTo>
                  <a:lnTo>
                    <a:pt x="38468" y="55235"/>
                  </a:lnTo>
                  <a:lnTo>
                    <a:pt x="34599" y="49029"/>
                  </a:lnTo>
                  <a:lnTo>
                    <a:pt x="32736" y="47806"/>
                  </a:lnTo>
                  <a:lnTo>
                    <a:pt x="28583" y="47404"/>
                  </a:lnTo>
                  <a:lnTo>
                    <a:pt x="25017" y="42663"/>
                  </a:lnTo>
                  <a:lnTo>
                    <a:pt x="21570" y="40528"/>
                  </a:lnTo>
                  <a:lnTo>
                    <a:pt x="16865" y="38870"/>
                  </a:lnTo>
                  <a:lnTo>
                    <a:pt x="8644" y="37676"/>
                  </a:lnTo>
                  <a:lnTo>
                    <a:pt x="6927" y="40078"/>
                  </a:lnTo>
                  <a:lnTo>
                    <a:pt x="5991" y="39856"/>
                  </a:lnTo>
                  <a:lnTo>
                    <a:pt x="3738" y="33693"/>
                  </a:lnTo>
                  <a:lnTo>
                    <a:pt x="5863" y="31648"/>
                  </a:lnTo>
                  <a:lnTo>
                    <a:pt x="2522" y="24951"/>
                  </a:lnTo>
                  <a:lnTo>
                    <a:pt x="0" y="14256"/>
                  </a:lnTo>
                  <a:lnTo>
                    <a:pt x="9012" y="14288"/>
                  </a:lnTo>
                  <a:lnTo>
                    <a:pt x="23299" y="17443"/>
                  </a:lnTo>
                  <a:lnTo>
                    <a:pt x="24412" y="16727"/>
                  </a:lnTo>
                  <a:lnTo>
                    <a:pt x="22024" y="11649"/>
                  </a:lnTo>
                  <a:lnTo>
                    <a:pt x="23568" y="9778"/>
                  </a:lnTo>
                  <a:lnTo>
                    <a:pt x="27561" y="13610"/>
                  </a:lnTo>
                  <a:lnTo>
                    <a:pt x="39659" y="9754"/>
                  </a:lnTo>
                  <a:lnTo>
                    <a:pt x="41835" y="11671"/>
                  </a:lnTo>
                  <a:lnTo>
                    <a:pt x="45002" y="7066"/>
                  </a:lnTo>
                  <a:lnTo>
                    <a:pt x="46351" y="3283"/>
                  </a:lnTo>
                  <a:lnTo>
                    <a:pt x="55926" y="1980"/>
                  </a:lnTo>
                  <a:lnTo>
                    <a:pt x="58672" y="3885"/>
                  </a:lnTo>
                  <a:lnTo>
                    <a:pt x="61696" y="2619"/>
                  </a:lnTo>
                  <a:lnTo>
                    <a:pt x="6336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h232"/>
            <p:cNvSpPr/>
            <p:nvPr/>
          </p:nvSpPr>
          <p:spPr>
            <a:xfrm>
              <a:off x="3237648" y="3274580"/>
              <a:ext cx="59700" cy="44195"/>
            </a:xfrm>
            <a:custGeom>
              <a:avLst/>
              <a:pathLst>
                <a:path w="59700" h="44195">
                  <a:moveTo>
                    <a:pt x="42433" y="720"/>
                  </a:moveTo>
                  <a:lnTo>
                    <a:pt x="44015" y="1222"/>
                  </a:lnTo>
                  <a:lnTo>
                    <a:pt x="42761" y="3110"/>
                  </a:lnTo>
                  <a:lnTo>
                    <a:pt x="45212" y="5491"/>
                  </a:lnTo>
                  <a:lnTo>
                    <a:pt x="51396" y="0"/>
                  </a:lnTo>
                  <a:lnTo>
                    <a:pt x="58718" y="863"/>
                  </a:lnTo>
                  <a:lnTo>
                    <a:pt x="59291" y="4346"/>
                  </a:lnTo>
                  <a:lnTo>
                    <a:pt x="59700" y="5388"/>
                  </a:lnTo>
                  <a:lnTo>
                    <a:pt x="57623" y="6428"/>
                  </a:lnTo>
                  <a:lnTo>
                    <a:pt x="54909" y="5521"/>
                  </a:lnTo>
                  <a:lnTo>
                    <a:pt x="54321" y="2951"/>
                  </a:lnTo>
                  <a:lnTo>
                    <a:pt x="53307" y="3305"/>
                  </a:lnTo>
                  <a:lnTo>
                    <a:pt x="48305" y="13672"/>
                  </a:lnTo>
                  <a:lnTo>
                    <a:pt x="50416" y="18682"/>
                  </a:lnTo>
                  <a:lnTo>
                    <a:pt x="53440" y="21022"/>
                  </a:lnTo>
                  <a:lnTo>
                    <a:pt x="55230" y="23514"/>
                  </a:lnTo>
                  <a:lnTo>
                    <a:pt x="54546" y="24710"/>
                  </a:lnTo>
                  <a:lnTo>
                    <a:pt x="57306" y="25244"/>
                  </a:lnTo>
                  <a:lnTo>
                    <a:pt x="55429" y="27061"/>
                  </a:lnTo>
                  <a:lnTo>
                    <a:pt x="53238" y="26862"/>
                  </a:lnTo>
                  <a:lnTo>
                    <a:pt x="49250" y="33415"/>
                  </a:lnTo>
                  <a:lnTo>
                    <a:pt x="46277" y="41821"/>
                  </a:lnTo>
                  <a:lnTo>
                    <a:pt x="40255" y="42059"/>
                  </a:lnTo>
                  <a:lnTo>
                    <a:pt x="35053" y="44195"/>
                  </a:lnTo>
                  <a:lnTo>
                    <a:pt x="31656" y="41744"/>
                  </a:lnTo>
                  <a:lnTo>
                    <a:pt x="25455" y="39409"/>
                  </a:lnTo>
                  <a:lnTo>
                    <a:pt x="19863" y="36389"/>
                  </a:lnTo>
                  <a:lnTo>
                    <a:pt x="13071" y="38618"/>
                  </a:lnTo>
                  <a:lnTo>
                    <a:pt x="9964" y="36105"/>
                  </a:lnTo>
                  <a:lnTo>
                    <a:pt x="10697" y="35824"/>
                  </a:lnTo>
                  <a:lnTo>
                    <a:pt x="10487" y="33803"/>
                  </a:lnTo>
                  <a:lnTo>
                    <a:pt x="8760" y="32310"/>
                  </a:lnTo>
                  <a:lnTo>
                    <a:pt x="5026" y="32789"/>
                  </a:lnTo>
                  <a:lnTo>
                    <a:pt x="663" y="32017"/>
                  </a:lnTo>
                  <a:lnTo>
                    <a:pt x="321" y="31269"/>
                  </a:lnTo>
                  <a:lnTo>
                    <a:pt x="0" y="30990"/>
                  </a:lnTo>
                  <a:lnTo>
                    <a:pt x="2490" y="30091"/>
                  </a:lnTo>
                  <a:lnTo>
                    <a:pt x="2975" y="26935"/>
                  </a:lnTo>
                  <a:lnTo>
                    <a:pt x="726" y="26885"/>
                  </a:lnTo>
                  <a:lnTo>
                    <a:pt x="540" y="24010"/>
                  </a:lnTo>
                  <a:lnTo>
                    <a:pt x="2344" y="21456"/>
                  </a:lnTo>
                  <a:lnTo>
                    <a:pt x="6910" y="18009"/>
                  </a:lnTo>
                  <a:lnTo>
                    <a:pt x="7098" y="15815"/>
                  </a:lnTo>
                  <a:lnTo>
                    <a:pt x="10099" y="13222"/>
                  </a:lnTo>
                  <a:lnTo>
                    <a:pt x="13618" y="10029"/>
                  </a:lnTo>
                  <a:lnTo>
                    <a:pt x="11191" y="7144"/>
                  </a:lnTo>
                  <a:lnTo>
                    <a:pt x="12709" y="5759"/>
                  </a:lnTo>
                  <a:lnTo>
                    <a:pt x="15518" y="7161"/>
                  </a:lnTo>
                  <a:lnTo>
                    <a:pt x="16498" y="6170"/>
                  </a:lnTo>
                  <a:lnTo>
                    <a:pt x="15743" y="3038"/>
                  </a:lnTo>
                  <a:lnTo>
                    <a:pt x="17438" y="2710"/>
                  </a:lnTo>
                  <a:lnTo>
                    <a:pt x="21898" y="5599"/>
                  </a:lnTo>
                  <a:lnTo>
                    <a:pt x="26503" y="2328"/>
                  </a:lnTo>
                  <a:lnTo>
                    <a:pt x="27152" y="3461"/>
                  </a:lnTo>
                  <a:lnTo>
                    <a:pt x="27179" y="4517"/>
                  </a:lnTo>
                  <a:lnTo>
                    <a:pt x="29236" y="7297"/>
                  </a:lnTo>
                  <a:lnTo>
                    <a:pt x="24870" y="10518"/>
                  </a:lnTo>
                  <a:lnTo>
                    <a:pt x="24657" y="12441"/>
                  </a:lnTo>
                  <a:lnTo>
                    <a:pt x="28074" y="11324"/>
                  </a:lnTo>
                  <a:lnTo>
                    <a:pt x="33524" y="6703"/>
                  </a:lnTo>
                  <a:lnTo>
                    <a:pt x="33942" y="5341"/>
                  </a:lnTo>
                  <a:lnTo>
                    <a:pt x="32466" y="6181"/>
                  </a:lnTo>
                  <a:lnTo>
                    <a:pt x="30530" y="3161"/>
                  </a:lnTo>
                  <a:lnTo>
                    <a:pt x="32599" y="1565"/>
                  </a:lnTo>
                  <a:lnTo>
                    <a:pt x="37462" y="501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h233"/>
            <p:cNvSpPr/>
            <p:nvPr/>
          </p:nvSpPr>
          <p:spPr>
            <a:xfrm>
              <a:off x="3301130" y="3299630"/>
              <a:ext cx="20860" cy="37834"/>
            </a:xfrm>
            <a:custGeom>
              <a:avLst/>
              <a:pathLst>
                <a:path w="20860" h="37834">
                  <a:moveTo>
                    <a:pt x="5094" y="0"/>
                  </a:moveTo>
                  <a:lnTo>
                    <a:pt x="11390" y="2469"/>
                  </a:lnTo>
                  <a:lnTo>
                    <a:pt x="17475" y="7881"/>
                  </a:lnTo>
                  <a:lnTo>
                    <a:pt x="19137" y="5968"/>
                  </a:lnTo>
                  <a:lnTo>
                    <a:pt x="20860" y="9007"/>
                  </a:lnTo>
                  <a:lnTo>
                    <a:pt x="20811" y="14153"/>
                  </a:lnTo>
                  <a:lnTo>
                    <a:pt x="19933" y="15687"/>
                  </a:lnTo>
                  <a:lnTo>
                    <a:pt x="16448" y="19902"/>
                  </a:lnTo>
                  <a:lnTo>
                    <a:pt x="10169" y="24222"/>
                  </a:lnTo>
                  <a:lnTo>
                    <a:pt x="11150" y="30160"/>
                  </a:lnTo>
                  <a:lnTo>
                    <a:pt x="15564" y="30004"/>
                  </a:lnTo>
                  <a:lnTo>
                    <a:pt x="19393" y="36130"/>
                  </a:lnTo>
                  <a:lnTo>
                    <a:pt x="19504" y="37075"/>
                  </a:lnTo>
                  <a:lnTo>
                    <a:pt x="18159" y="37834"/>
                  </a:lnTo>
                  <a:lnTo>
                    <a:pt x="8997" y="34083"/>
                  </a:lnTo>
                  <a:lnTo>
                    <a:pt x="1979" y="29210"/>
                  </a:lnTo>
                  <a:lnTo>
                    <a:pt x="669" y="25285"/>
                  </a:lnTo>
                  <a:lnTo>
                    <a:pt x="1995" y="19988"/>
                  </a:lnTo>
                  <a:lnTo>
                    <a:pt x="5055" y="19201"/>
                  </a:lnTo>
                  <a:lnTo>
                    <a:pt x="6856" y="17443"/>
                  </a:lnTo>
                  <a:lnTo>
                    <a:pt x="3358" y="15125"/>
                  </a:lnTo>
                  <a:lnTo>
                    <a:pt x="0" y="14955"/>
                  </a:lnTo>
                  <a:lnTo>
                    <a:pt x="670" y="11902"/>
                  </a:lnTo>
                  <a:lnTo>
                    <a:pt x="2640" y="10262"/>
                  </a:lnTo>
                  <a:lnTo>
                    <a:pt x="5093" y="10180"/>
                  </a:lnTo>
                  <a:lnTo>
                    <a:pt x="5944" y="8525"/>
                  </a:lnTo>
                  <a:lnTo>
                    <a:pt x="2258" y="5527"/>
                  </a:lnTo>
                  <a:lnTo>
                    <a:pt x="4314" y="3785"/>
                  </a:lnTo>
                  <a:lnTo>
                    <a:pt x="4090" y="14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h234"/>
            <p:cNvSpPr/>
            <p:nvPr/>
          </p:nvSpPr>
          <p:spPr>
            <a:xfrm>
              <a:off x="3291795" y="3424900"/>
              <a:ext cx="16806" cy="22287"/>
            </a:xfrm>
            <a:custGeom>
              <a:avLst/>
              <a:pathLst>
                <a:path w="16806" h="22287">
                  <a:moveTo>
                    <a:pt x="16777" y="2928"/>
                  </a:moveTo>
                  <a:lnTo>
                    <a:pt x="16806" y="4609"/>
                  </a:lnTo>
                  <a:lnTo>
                    <a:pt x="13137" y="11675"/>
                  </a:lnTo>
                  <a:lnTo>
                    <a:pt x="13537" y="14148"/>
                  </a:lnTo>
                  <a:lnTo>
                    <a:pt x="12652" y="14998"/>
                  </a:lnTo>
                  <a:lnTo>
                    <a:pt x="12550" y="16525"/>
                  </a:lnTo>
                  <a:lnTo>
                    <a:pt x="13157" y="16313"/>
                  </a:lnTo>
                  <a:lnTo>
                    <a:pt x="5853" y="22287"/>
                  </a:lnTo>
                  <a:lnTo>
                    <a:pt x="1895" y="20658"/>
                  </a:lnTo>
                  <a:lnTo>
                    <a:pt x="0" y="19951"/>
                  </a:lnTo>
                  <a:lnTo>
                    <a:pt x="408" y="17931"/>
                  </a:lnTo>
                  <a:lnTo>
                    <a:pt x="4197" y="9062"/>
                  </a:lnTo>
                  <a:lnTo>
                    <a:pt x="7189" y="6493"/>
                  </a:lnTo>
                  <a:lnTo>
                    <a:pt x="7479" y="4874"/>
                  </a:lnTo>
                  <a:lnTo>
                    <a:pt x="3220" y="4495"/>
                  </a:lnTo>
                  <a:lnTo>
                    <a:pt x="2869" y="713"/>
                  </a:lnTo>
                  <a:lnTo>
                    <a:pt x="5906" y="759"/>
                  </a:lnTo>
                  <a:lnTo>
                    <a:pt x="75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h235"/>
            <p:cNvSpPr/>
            <p:nvPr/>
          </p:nvSpPr>
          <p:spPr>
            <a:xfrm>
              <a:off x="3320379" y="3451669"/>
              <a:ext cx="13737" cy="26318"/>
            </a:xfrm>
            <a:custGeom>
              <a:avLst/>
              <a:pathLst>
                <a:path w="13737" h="26318">
                  <a:moveTo>
                    <a:pt x="7898" y="2213"/>
                  </a:moveTo>
                  <a:lnTo>
                    <a:pt x="11503" y="151"/>
                  </a:lnTo>
                  <a:lnTo>
                    <a:pt x="13737" y="11736"/>
                  </a:lnTo>
                  <a:lnTo>
                    <a:pt x="12708" y="14389"/>
                  </a:lnTo>
                  <a:lnTo>
                    <a:pt x="8822" y="17403"/>
                  </a:lnTo>
                  <a:lnTo>
                    <a:pt x="6062" y="17066"/>
                  </a:lnTo>
                  <a:lnTo>
                    <a:pt x="4298" y="22484"/>
                  </a:lnTo>
                  <a:lnTo>
                    <a:pt x="1544" y="26316"/>
                  </a:lnTo>
                  <a:lnTo>
                    <a:pt x="0" y="26318"/>
                  </a:lnTo>
                  <a:lnTo>
                    <a:pt x="393" y="16372"/>
                  </a:lnTo>
                  <a:lnTo>
                    <a:pt x="4103" y="3921"/>
                  </a:lnTo>
                  <a:lnTo>
                    <a:pt x="4561" y="287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h236"/>
            <p:cNvSpPr/>
            <p:nvPr/>
          </p:nvSpPr>
          <p:spPr>
            <a:xfrm>
              <a:off x="3191596" y="3237234"/>
              <a:ext cx="24533" cy="24194"/>
            </a:xfrm>
            <a:custGeom>
              <a:avLst/>
              <a:pathLst>
                <a:path w="24533" h="24194">
                  <a:moveTo>
                    <a:pt x="17902" y="266"/>
                  </a:moveTo>
                  <a:lnTo>
                    <a:pt x="19869" y="884"/>
                  </a:lnTo>
                  <a:lnTo>
                    <a:pt x="19496" y="5889"/>
                  </a:lnTo>
                  <a:lnTo>
                    <a:pt x="23567" y="10619"/>
                  </a:lnTo>
                  <a:lnTo>
                    <a:pt x="24533" y="19424"/>
                  </a:lnTo>
                  <a:lnTo>
                    <a:pt x="23295" y="20976"/>
                  </a:lnTo>
                  <a:lnTo>
                    <a:pt x="20929" y="20003"/>
                  </a:lnTo>
                  <a:lnTo>
                    <a:pt x="18001" y="17768"/>
                  </a:lnTo>
                  <a:lnTo>
                    <a:pt x="18632" y="19663"/>
                  </a:lnTo>
                  <a:lnTo>
                    <a:pt x="16477" y="22181"/>
                  </a:lnTo>
                  <a:lnTo>
                    <a:pt x="11317" y="22656"/>
                  </a:lnTo>
                  <a:lnTo>
                    <a:pt x="10373" y="24194"/>
                  </a:lnTo>
                  <a:lnTo>
                    <a:pt x="3710" y="22802"/>
                  </a:lnTo>
                  <a:lnTo>
                    <a:pt x="4136" y="21564"/>
                  </a:lnTo>
                  <a:lnTo>
                    <a:pt x="2983" y="20612"/>
                  </a:lnTo>
                  <a:lnTo>
                    <a:pt x="1587" y="21359"/>
                  </a:lnTo>
                  <a:lnTo>
                    <a:pt x="1743" y="19300"/>
                  </a:lnTo>
                  <a:lnTo>
                    <a:pt x="450" y="17167"/>
                  </a:lnTo>
                  <a:lnTo>
                    <a:pt x="439" y="15867"/>
                  </a:lnTo>
                  <a:lnTo>
                    <a:pt x="2040" y="12813"/>
                  </a:lnTo>
                  <a:lnTo>
                    <a:pt x="0" y="12627"/>
                  </a:lnTo>
                  <a:lnTo>
                    <a:pt x="635" y="10422"/>
                  </a:lnTo>
                  <a:lnTo>
                    <a:pt x="3046" y="8449"/>
                  </a:lnTo>
                  <a:lnTo>
                    <a:pt x="3501" y="5453"/>
                  </a:lnTo>
                  <a:lnTo>
                    <a:pt x="6900" y="6365"/>
                  </a:lnTo>
                  <a:lnTo>
                    <a:pt x="11353" y="4877"/>
                  </a:lnTo>
                  <a:lnTo>
                    <a:pt x="11415" y="267"/>
                  </a:lnTo>
                  <a:lnTo>
                    <a:pt x="1466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h237"/>
            <p:cNvSpPr/>
            <p:nvPr/>
          </p:nvSpPr>
          <p:spPr>
            <a:xfrm>
              <a:off x="3263726" y="3378882"/>
              <a:ext cx="22047" cy="18073"/>
            </a:xfrm>
            <a:custGeom>
              <a:avLst/>
              <a:pathLst>
                <a:path w="22047" h="18073">
                  <a:moveTo>
                    <a:pt x="14929" y="844"/>
                  </a:moveTo>
                  <a:lnTo>
                    <a:pt x="17510" y="2764"/>
                  </a:lnTo>
                  <a:lnTo>
                    <a:pt x="16523" y="6539"/>
                  </a:lnTo>
                  <a:lnTo>
                    <a:pt x="16929" y="9873"/>
                  </a:lnTo>
                  <a:lnTo>
                    <a:pt x="19335" y="14788"/>
                  </a:lnTo>
                  <a:lnTo>
                    <a:pt x="22047" y="16781"/>
                  </a:lnTo>
                  <a:lnTo>
                    <a:pt x="16603" y="16502"/>
                  </a:lnTo>
                  <a:lnTo>
                    <a:pt x="4424" y="17274"/>
                  </a:lnTo>
                  <a:lnTo>
                    <a:pt x="1025" y="18073"/>
                  </a:lnTo>
                  <a:lnTo>
                    <a:pt x="0" y="16295"/>
                  </a:lnTo>
                  <a:lnTo>
                    <a:pt x="208" y="13920"/>
                  </a:lnTo>
                  <a:lnTo>
                    <a:pt x="2312" y="3119"/>
                  </a:lnTo>
                  <a:lnTo>
                    <a:pt x="3408" y="2741"/>
                  </a:lnTo>
                  <a:lnTo>
                    <a:pt x="4589" y="2941"/>
                  </a:lnTo>
                  <a:lnTo>
                    <a:pt x="5556" y="1166"/>
                  </a:lnTo>
                  <a:lnTo>
                    <a:pt x="763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h238"/>
            <p:cNvSpPr/>
            <p:nvPr/>
          </p:nvSpPr>
          <p:spPr>
            <a:xfrm>
              <a:off x="3168548" y="3102773"/>
              <a:ext cx="31997" cy="25037"/>
            </a:xfrm>
            <a:custGeom>
              <a:avLst/>
              <a:pathLst>
                <a:path w="31997" h="25037">
                  <a:moveTo>
                    <a:pt x="10503" y="0"/>
                  </a:moveTo>
                  <a:lnTo>
                    <a:pt x="14478" y="3604"/>
                  </a:lnTo>
                  <a:lnTo>
                    <a:pt x="15624" y="3695"/>
                  </a:lnTo>
                  <a:lnTo>
                    <a:pt x="16986" y="2741"/>
                  </a:lnTo>
                  <a:lnTo>
                    <a:pt x="18228" y="2114"/>
                  </a:lnTo>
                  <a:lnTo>
                    <a:pt x="20012" y="2542"/>
                  </a:lnTo>
                  <a:lnTo>
                    <a:pt x="31997" y="8884"/>
                  </a:lnTo>
                  <a:lnTo>
                    <a:pt x="31934" y="10124"/>
                  </a:lnTo>
                  <a:lnTo>
                    <a:pt x="28411" y="11793"/>
                  </a:lnTo>
                  <a:lnTo>
                    <a:pt x="27642" y="14487"/>
                  </a:lnTo>
                  <a:lnTo>
                    <a:pt x="29708" y="17960"/>
                  </a:lnTo>
                  <a:lnTo>
                    <a:pt x="31315" y="18933"/>
                  </a:lnTo>
                  <a:lnTo>
                    <a:pt x="31109" y="21517"/>
                  </a:lnTo>
                  <a:lnTo>
                    <a:pt x="26471" y="23506"/>
                  </a:lnTo>
                  <a:lnTo>
                    <a:pt x="21170" y="24567"/>
                  </a:lnTo>
                  <a:lnTo>
                    <a:pt x="15277" y="23114"/>
                  </a:lnTo>
                  <a:lnTo>
                    <a:pt x="14264" y="22119"/>
                  </a:lnTo>
                  <a:lnTo>
                    <a:pt x="12005" y="25037"/>
                  </a:lnTo>
                  <a:lnTo>
                    <a:pt x="8361" y="24103"/>
                  </a:lnTo>
                  <a:lnTo>
                    <a:pt x="6549" y="22514"/>
                  </a:lnTo>
                  <a:lnTo>
                    <a:pt x="7099" y="20457"/>
                  </a:lnTo>
                  <a:lnTo>
                    <a:pt x="4880" y="19941"/>
                  </a:lnTo>
                  <a:lnTo>
                    <a:pt x="3997" y="23684"/>
                  </a:lnTo>
                  <a:lnTo>
                    <a:pt x="575" y="24632"/>
                  </a:lnTo>
                  <a:lnTo>
                    <a:pt x="0" y="24251"/>
                  </a:lnTo>
                  <a:lnTo>
                    <a:pt x="135" y="22920"/>
                  </a:lnTo>
                  <a:lnTo>
                    <a:pt x="3088" y="20401"/>
                  </a:lnTo>
                  <a:lnTo>
                    <a:pt x="4541" y="15975"/>
                  </a:lnTo>
                  <a:lnTo>
                    <a:pt x="2664" y="14144"/>
                  </a:lnTo>
                  <a:lnTo>
                    <a:pt x="2529" y="12402"/>
                  </a:lnTo>
                  <a:lnTo>
                    <a:pt x="4806" y="6824"/>
                  </a:lnTo>
                  <a:lnTo>
                    <a:pt x="8316" y="5038"/>
                  </a:lnTo>
                  <a:lnTo>
                    <a:pt x="7963" y="4328"/>
                  </a:lnTo>
                  <a:lnTo>
                    <a:pt x="9642" y="14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h239"/>
            <p:cNvSpPr/>
            <p:nvPr/>
          </p:nvSpPr>
          <p:spPr>
            <a:xfrm>
              <a:off x="3285953" y="3277203"/>
              <a:ext cx="20532" cy="22620"/>
            </a:xfrm>
            <a:custGeom>
              <a:avLst/>
              <a:pathLst>
                <a:path w="20532" h="22620">
                  <a:moveTo>
                    <a:pt x="16938" y="3326"/>
                  </a:moveTo>
                  <a:lnTo>
                    <a:pt x="15575" y="5506"/>
                  </a:lnTo>
                  <a:lnTo>
                    <a:pt x="15627" y="12192"/>
                  </a:lnTo>
                  <a:lnTo>
                    <a:pt x="20532" y="18014"/>
                  </a:lnTo>
                  <a:lnTo>
                    <a:pt x="16443" y="18817"/>
                  </a:lnTo>
                  <a:lnTo>
                    <a:pt x="15616" y="21397"/>
                  </a:lnTo>
                  <a:lnTo>
                    <a:pt x="9818" y="21596"/>
                  </a:lnTo>
                  <a:lnTo>
                    <a:pt x="9001" y="22620"/>
                  </a:lnTo>
                  <a:lnTo>
                    <a:pt x="6241" y="22087"/>
                  </a:lnTo>
                  <a:lnTo>
                    <a:pt x="6924" y="20891"/>
                  </a:lnTo>
                  <a:lnTo>
                    <a:pt x="5134" y="18399"/>
                  </a:lnTo>
                  <a:lnTo>
                    <a:pt x="2111" y="16058"/>
                  </a:lnTo>
                  <a:lnTo>
                    <a:pt x="0" y="11048"/>
                  </a:lnTo>
                  <a:lnTo>
                    <a:pt x="5002" y="682"/>
                  </a:lnTo>
                  <a:lnTo>
                    <a:pt x="6015" y="327"/>
                  </a:lnTo>
                  <a:lnTo>
                    <a:pt x="6604" y="2898"/>
                  </a:lnTo>
                  <a:lnTo>
                    <a:pt x="9318" y="3805"/>
                  </a:lnTo>
                  <a:lnTo>
                    <a:pt x="11394" y="2764"/>
                  </a:lnTo>
                  <a:lnTo>
                    <a:pt x="10986" y="1723"/>
                  </a:lnTo>
                  <a:lnTo>
                    <a:pt x="1395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h240"/>
            <p:cNvSpPr/>
            <p:nvPr/>
          </p:nvSpPr>
          <p:spPr>
            <a:xfrm>
              <a:off x="3292211" y="3398986"/>
              <a:ext cx="33581" cy="32738"/>
            </a:xfrm>
            <a:custGeom>
              <a:avLst/>
              <a:pathLst>
                <a:path w="33581" h="32738">
                  <a:moveTo>
                    <a:pt x="13691" y="2010"/>
                  </a:moveTo>
                  <a:lnTo>
                    <a:pt x="17235" y="3582"/>
                  </a:lnTo>
                  <a:lnTo>
                    <a:pt x="20206" y="3548"/>
                  </a:lnTo>
                  <a:lnTo>
                    <a:pt x="25971" y="5611"/>
                  </a:lnTo>
                  <a:lnTo>
                    <a:pt x="28600" y="3877"/>
                  </a:lnTo>
                  <a:lnTo>
                    <a:pt x="27859" y="6519"/>
                  </a:lnTo>
                  <a:lnTo>
                    <a:pt x="29225" y="10187"/>
                  </a:lnTo>
                  <a:lnTo>
                    <a:pt x="31771" y="10832"/>
                  </a:lnTo>
                  <a:lnTo>
                    <a:pt x="32585" y="12409"/>
                  </a:lnTo>
                  <a:lnTo>
                    <a:pt x="28699" y="16992"/>
                  </a:lnTo>
                  <a:lnTo>
                    <a:pt x="28314" y="14491"/>
                  </a:lnTo>
                  <a:lnTo>
                    <a:pt x="27083" y="14582"/>
                  </a:lnTo>
                  <a:lnTo>
                    <a:pt x="27982" y="19231"/>
                  </a:lnTo>
                  <a:lnTo>
                    <a:pt x="30279" y="20757"/>
                  </a:lnTo>
                  <a:lnTo>
                    <a:pt x="33581" y="24563"/>
                  </a:lnTo>
                  <a:lnTo>
                    <a:pt x="31646" y="25406"/>
                  </a:lnTo>
                  <a:lnTo>
                    <a:pt x="26988" y="29648"/>
                  </a:lnTo>
                  <a:lnTo>
                    <a:pt x="22229" y="32738"/>
                  </a:lnTo>
                  <a:lnTo>
                    <a:pt x="21139" y="30646"/>
                  </a:lnTo>
                  <a:lnTo>
                    <a:pt x="21175" y="29016"/>
                  </a:lnTo>
                  <a:lnTo>
                    <a:pt x="24171" y="29151"/>
                  </a:lnTo>
                  <a:lnTo>
                    <a:pt x="22933" y="26336"/>
                  </a:lnTo>
                  <a:lnTo>
                    <a:pt x="19481" y="24795"/>
                  </a:lnTo>
                  <a:lnTo>
                    <a:pt x="16896" y="24751"/>
                  </a:lnTo>
                  <a:lnTo>
                    <a:pt x="16361" y="28842"/>
                  </a:lnTo>
                  <a:lnTo>
                    <a:pt x="7124" y="25913"/>
                  </a:lnTo>
                  <a:lnTo>
                    <a:pt x="5490" y="26673"/>
                  </a:lnTo>
                  <a:lnTo>
                    <a:pt x="2453" y="26627"/>
                  </a:lnTo>
                  <a:lnTo>
                    <a:pt x="526" y="26636"/>
                  </a:lnTo>
                  <a:lnTo>
                    <a:pt x="2355" y="22836"/>
                  </a:lnTo>
                  <a:lnTo>
                    <a:pt x="5146" y="20790"/>
                  </a:lnTo>
                  <a:lnTo>
                    <a:pt x="4448" y="19475"/>
                  </a:lnTo>
                  <a:lnTo>
                    <a:pt x="1502" y="19236"/>
                  </a:lnTo>
                  <a:lnTo>
                    <a:pt x="0" y="12945"/>
                  </a:lnTo>
                  <a:lnTo>
                    <a:pt x="2153" y="9521"/>
                  </a:lnTo>
                  <a:lnTo>
                    <a:pt x="3327" y="3112"/>
                  </a:lnTo>
                  <a:lnTo>
                    <a:pt x="3827" y="1110"/>
                  </a:lnTo>
                  <a:lnTo>
                    <a:pt x="8192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h241"/>
            <p:cNvSpPr/>
            <p:nvPr/>
          </p:nvSpPr>
          <p:spPr>
            <a:xfrm>
              <a:off x="3280410" y="3263036"/>
              <a:ext cx="20877" cy="17035"/>
            </a:xfrm>
            <a:custGeom>
              <a:avLst/>
              <a:pathLst>
                <a:path w="20877" h="17035">
                  <a:moveTo>
                    <a:pt x="12629" y="1515"/>
                  </a:moveTo>
                  <a:lnTo>
                    <a:pt x="11324" y="3741"/>
                  </a:lnTo>
                  <a:lnTo>
                    <a:pt x="14246" y="4487"/>
                  </a:lnTo>
                  <a:lnTo>
                    <a:pt x="16380" y="315"/>
                  </a:lnTo>
                  <a:lnTo>
                    <a:pt x="17801" y="4247"/>
                  </a:lnTo>
                  <a:lnTo>
                    <a:pt x="17949" y="6146"/>
                  </a:lnTo>
                  <a:lnTo>
                    <a:pt x="19735" y="8910"/>
                  </a:lnTo>
                  <a:lnTo>
                    <a:pt x="20877" y="12656"/>
                  </a:lnTo>
                  <a:lnTo>
                    <a:pt x="19496" y="14167"/>
                  </a:lnTo>
                  <a:lnTo>
                    <a:pt x="16530" y="15890"/>
                  </a:lnTo>
                  <a:lnTo>
                    <a:pt x="15957" y="12407"/>
                  </a:lnTo>
                  <a:lnTo>
                    <a:pt x="8634" y="11543"/>
                  </a:lnTo>
                  <a:lnTo>
                    <a:pt x="2450" y="17035"/>
                  </a:lnTo>
                  <a:lnTo>
                    <a:pt x="0" y="14654"/>
                  </a:lnTo>
                  <a:lnTo>
                    <a:pt x="1254" y="12766"/>
                  </a:lnTo>
                  <a:lnTo>
                    <a:pt x="3482" y="13393"/>
                  </a:lnTo>
                  <a:lnTo>
                    <a:pt x="4340" y="9493"/>
                  </a:lnTo>
                  <a:lnTo>
                    <a:pt x="3578" y="4906"/>
                  </a:lnTo>
                  <a:lnTo>
                    <a:pt x="523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h242"/>
            <p:cNvSpPr/>
            <p:nvPr/>
          </p:nvSpPr>
          <p:spPr>
            <a:xfrm>
              <a:off x="3234341" y="3242561"/>
              <a:ext cx="21552" cy="15883"/>
            </a:xfrm>
            <a:custGeom>
              <a:avLst/>
              <a:pathLst>
                <a:path w="21552" h="15883">
                  <a:moveTo>
                    <a:pt x="20463" y="1417"/>
                  </a:moveTo>
                  <a:lnTo>
                    <a:pt x="21552" y="2399"/>
                  </a:lnTo>
                  <a:lnTo>
                    <a:pt x="20999" y="3570"/>
                  </a:lnTo>
                  <a:lnTo>
                    <a:pt x="17527" y="6427"/>
                  </a:lnTo>
                  <a:lnTo>
                    <a:pt x="18988" y="10417"/>
                  </a:lnTo>
                  <a:lnTo>
                    <a:pt x="18888" y="13808"/>
                  </a:lnTo>
                  <a:lnTo>
                    <a:pt x="17989" y="15883"/>
                  </a:lnTo>
                  <a:lnTo>
                    <a:pt x="14858" y="13271"/>
                  </a:lnTo>
                  <a:lnTo>
                    <a:pt x="11776" y="12165"/>
                  </a:lnTo>
                  <a:lnTo>
                    <a:pt x="7530" y="11769"/>
                  </a:lnTo>
                  <a:lnTo>
                    <a:pt x="5769" y="13176"/>
                  </a:lnTo>
                  <a:lnTo>
                    <a:pt x="3846" y="14925"/>
                  </a:lnTo>
                  <a:lnTo>
                    <a:pt x="986" y="14231"/>
                  </a:lnTo>
                  <a:lnTo>
                    <a:pt x="1445" y="11768"/>
                  </a:lnTo>
                  <a:lnTo>
                    <a:pt x="2607" y="8724"/>
                  </a:lnTo>
                  <a:lnTo>
                    <a:pt x="0" y="5166"/>
                  </a:lnTo>
                  <a:lnTo>
                    <a:pt x="4065" y="1134"/>
                  </a:lnTo>
                  <a:lnTo>
                    <a:pt x="6629" y="890"/>
                  </a:lnTo>
                  <a:lnTo>
                    <a:pt x="1021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h243"/>
            <p:cNvSpPr/>
            <p:nvPr/>
          </p:nvSpPr>
          <p:spPr>
            <a:xfrm>
              <a:off x="3270575" y="3453722"/>
              <a:ext cx="34135" cy="28563"/>
            </a:xfrm>
            <a:custGeom>
              <a:avLst/>
              <a:pathLst>
                <a:path w="34135" h="28563">
                  <a:moveTo>
                    <a:pt x="13746" y="931"/>
                  </a:moveTo>
                  <a:lnTo>
                    <a:pt x="13249" y="5321"/>
                  </a:lnTo>
                  <a:lnTo>
                    <a:pt x="16075" y="5349"/>
                  </a:lnTo>
                  <a:lnTo>
                    <a:pt x="21182" y="3600"/>
                  </a:lnTo>
                  <a:lnTo>
                    <a:pt x="24568" y="7430"/>
                  </a:lnTo>
                  <a:lnTo>
                    <a:pt x="28082" y="3926"/>
                  </a:lnTo>
                  <a:lnTo>
                    <a:pt x="28777" y="4615"/>
                  </a:lnTo>
                  <a:lnTo>
                    <a:pt x="30666" y="8122"/>
                  </a:lnTo>
                  <a:lnTo>
                    <a:pt x="34135" y="9789"/>
                  </a:lnTo>
                  <a:lnTo>
                    <a:pt x="33909" y="21429"/>
                  </a:lnTo>
                  <a:lnTo>
                    <a:pt x="29291" y="27757"/>
                  </a:lnTo>
                  <a:lnTo>
                    <a:pt x="27451" y="28563"/>
                  </a:lnTo>
                  <a:lnTo>
                    <a:pt x="26142" y="28364"/>
                  </a:lnTo>
                  <a:lnTo>
                    <a:pt x="0" y="4132"/>
                  </a:lnTo>
                  <a:lnTo>
                    <a:pt x="1247" y="4375"/>
                  </a:lnTo>
                  <a:lnTo>
                    <a:pt x="2965" y="6024"/>
                  </a:lnTo>
                  <a:lnTo>
                    <a:pt x="8620" y="6164"/>
                  </a:lnTo>
                  <a:lnTo>
                    <a:pt x="133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h244"/>
            <p:cNvSpPr/>
            <p:nvPr/>
          </p:nvSpPr>
          <p:spPr>
            <a:xfrm>
              <a:off x="3245291" y="3161042"/>
              <a:ext cx="26245" cy="30379"/>
            </a:xfrm>
            <a:custGeom>
              <a:avLst/>
              <a:pathLst>
                <a:path w="26245" h="30379">
                  <a:moveTo>
                    <a:pt x="7977" y="1372"/>
                  </a:moveTo>
                  <a:lnTo>
                    <a:pt x="9257" y="2311"/>
                  </a:lnTo>
                  <a:lnTo>
                    <a:pt x="11308" y="958"/>
                  </a:lnTo>
                  <a:lnTo>
                    <a:pt x="15023" y="4727"/>
                  </a:lnTo>
                  <a:lnTo>
                    <a:pt x="16912" y="10783"/>
                  </a:lnTo>
                  <a:lnTo>
                    <a:pt x="15345" y="11166"/>
                  </a:lnTo>
                  <a:lnTo>
                    <a:pt x="14294" y="12567"/>
                  </a:lnTo>
                  <a:lnTo>
                    <a:pt x="17820" y="16848"/>
                  </a:lnTo>
                  <a:lnTo>
                    <a:pt x="20842" y="18405"/>
                  </a:lnTo>
                  <a:lnTo>
                    <a:pt x="22880" y="18553"/>
                  </a:lnTo>
                  <a:lnTo>
                    <a:pt x="26075" y="20791"/>
                  </a:lnTo>
                  <a:lnTo>
                    <a:pt x="26245" y="26750"/>
                  </a:lnTo>
                  <a:lnTo>
                    <a:pt x="24678" y="30379"/>
                  </a:lnTo>
                  <a:lnTo>
                    <a:pt x="17807" y="29503"/>
                  </a:lnTo>
                  <a:lnTo>
                    <a:pt x="17044" y="25007"/>
                  </a:lnTo>
                  <a:lnTo>
                    <a:pt x="15351" y="23123"/>
                  </a:lnTo>
                  <a:lnTo>
                    <a:pt x="14028" y="23447"/>
                  </a:lnTo>
                  <a:lnTo>
                    <a:pt x="8940" y="17306"/>
                  </a:lnTo>
                  <a:lnTo>
                    <a:pt x="5584" y="14609"/>
                  </a:lnTo>
                  <a:lnTo>
                    <a:pt x="1368" y="13315"/>
                  </a:lnTo>
                  <a:lnTo>
                    <a:pt x="0" y="13561"/>
                  </a:lnTo>
                  <a:lnTo>
                    <a:pt x="6189" y="8607"/>
                  </a:lnTo>
                  <a:lnTo>
                    <a:pt x="7135" y="3662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h245"/>
            <p:cNvSpPr/>
            <p:nvPr/>
          </p:nvSpPr>
          <p:spPr>
            <a:xfrm>
              <a:off x="3240260" y="3189602"/>
              <a:ext cx="40286" cy="17388"/>
            </a:xfrm>
            <a:custGeom>
              <a:avLst/>
              <a:pathLst>
                <a:path w="40286" h="17388">
                  <a:moveTo>
                    <a:pt x="92" y="0"/>
                  </a:moveTo>
                  <a:lnTo>
                    <a:pt x="6928" y="3829"/>
                  </a:lnTo>
                  <a:lnTo>
                    <a:pt x="7562" y="6575"/>
                  </a:lnTo>
                  <a:lnTo>
                    <a:pt x="16575" y="9137"/>
                  </a:lnTo>
                  <a:lnTo>
                    <a:pt x="19524" y="7433"/>
                  </a:lnTo>
                  <a:lnTo>
                    <a:pt x="21917" y="4613"/>
                  </a:lnTo>
                  <a:lnTo>
                    <a:pt x="22838" y="943"/>
                  </a:lnTo>
                  <a:lnTo>
                    <a:pt x="29708" y="1819"/>
                  </a:lnTo>
                  <a:lnTo>
                    <a:pt x="35074" y="3207"/>
                  </a:lnTo>
                  <a:lnTo>
                    <a:pt x="36401" y="4327"/>
                  </a:lnTo>
                  <a:lnTo>
                    <a:pt x="40286" y="4417"/>
                  </a:lnTo>
                  <a:lnTo>
                    <a:pt x="39959" y="8323"/>
                  </a:lnTo>
                  <a:lnTo>
                    <a:pt x="34030" y="9337"/>
                  </a:lnTo>
                  <a:lnTo>
                    <a:pt x="34764" y="10597"/>
                  </a:lnTo>
                  <a:lnTo>
                    <a:pt x="34580" y="11783"/>
                  </a:lnTo>
                  <a:lnTo>
                    <a:pt x="32467" y="16539"/>
                  </a:lnTo>
                  <a:lnTo>
                    <a:pt x="30771" y="15520"/>
                  </a:lnTo>
                  <a:lnTo>
                    <a:pt x="30268" y="13786"/>
                  </a:lnTo>
                  <a:lnTo>
                    <a:pt x="30585" y="12741"/>
                  </a:lnTo>
                  <a:lnTo>
                    <a:pt x="31640" y="12182"/>
                  </a:lnTo>
                  <a:lnTo>
                    <a:pt x="31234" y="9094"/>
                  </a:lnTo>
                  <a:lnTo>
                    <a:pt x="29785" y="9058"/>
                  </a:lnTo>
                  <a:lnTo>
                    <a:pt x="26853" y="13359"/>
                  </a:lnTo>
                  <a:lnTo>
                    <a:pt x="23892" y="12736"/>
                  </a:lnTo>
                  <a:lnTo>
                    <a:pt x="21134" y="15916"/>
                  </a:lnTo>
                  <a:lnTo>
                    <a:pt x="17413" y="17388"/>
                  </a:lnTo>
                  <a:lnTo>
                    <a:pt x="11134" y="15801"/>
                  </a:lnTo>
                  <a:lnTo>
                    <a:pt x="5699" y="15866"/>
                  </a:lnTo>
                  <a:lnTo>
                    <a:pt x="4069" y="15234"/>
                  </a:lnTo>
                  <a:lnTo>
                    <a:pt x="2115" y="12654"/>
                  </a:lnTo>
                  <a:lnTo>
                    <a:pt x="4196" y="11482"/>
                  </a:lnTo>
                  <a:lnTo>
                    <a:pt x="569" y="10628"/>
                  </a:lnTo>
                  <a:lnTo>
                    <a:pt x="0" y="6304"/>
                  </a:lnTo>
                  <a:lnTo>
                    <a:pt x="2556" y="5451"/>
                  </a:lnTo>
                  <a:lnTo>
                    <a:pt x="1100" y="509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h246"/>
            <p:cNvSpPr/>
            <p:nvPr/>
          </p:nvSpPr>
          <p:spPr>
            <a:xfrm>
              <a:off x="3202734" y="3223917"/>
              <a:ext cx="13512" cy="13583"/>
            </a:xfrm>
            <a:custGeom>
              <a:avLst/>
              <a:pathLst>
                <a:path w="13512" h="13583">
                  <a:moveTo>
                    <a:pt x="5704" y="48"/>
                  </a:moveTo>
                  <a:lnTo>
                    <a:pt x="6842" y="1971"/>
                  </a:lnTo>
                  <a:lnTo>
                    <a:pt x="7700" y="1448"/>
                  </a:lnTo>
                  <a:lnTo>
                    <a:pt x="12824" y="7080"/>
                  </a:lnTo>
                  <a:lnTo>
                    <a:pt x="11236" y="5455"/>
                  </a:lnTo>
                  <a:lnTo>
                    <a:pt x="8724" y="5216"/>
                  </a:lnTo>
                  <a:lnTo>
                    <a:pt x="8566" y="6878"/>
                  </a:lnTo>
                  <a:lnTo>
                    <a:pt x="9299" y="8348"/>
                  </a:lnTo>
                  <a:lnTo>
                    <a:pt x="13512" y="9584"/>
                  </a:lnTo>
                  <a:lnTo>
                    <a:pt x="11720" y="12865"/>
                  </a:lnTo>
                  <a:lnTo>
                    <a:pt x="6764" y="13583"/>
                  </a:lnTo>
                  <a:lnTo>
                    <a:pt x="3522" y="13316"/>
                  </a:lnTo>
                  <a:lnTo>
                    <a:pt x="1590" y="7232"/>
                  </a:lnTo>
                  <a:lnTo>
                    <a:pt x="0" y="4755"/>
                  </a:lnTo>
                  <a:lnTo>
                    <a:pt x="1184" y="2810"/>
                  </a:lnTo>
                  <a:lnTo>
                    <a:pt x="1174" y="5147"/>
                  </a:lnTo>
                  <a:lnTo>
                    <a:pt x="3418" y="2520"/>
                  </a:lnTo>
                  <a:lnTo>
                    <a:pt x="452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h247"/>
            <p:cNvSpPr/>
            <p:nvPr/>
          </p:nvSpPr>
          <p:spPr>
            <a:xfrm>
              <a:off x="3240111" y="3254331"/>
              <a:ext cx="24832" cy="11621"/>
            </a:xfrm>
            <a:custGeom>
              <a:avLst/>
              <a:pathLst>
                <a:path w="24832" h="11621">
                  <a:moveTo>
                    <a:pt x="1760" y="0"/>
                  </a:moveTo>
                  <a:lnTo>
                    <a:pt x="6006" y="395"/>
                  </a:lnTo>
                  <a:lnTo>
                    <a:pt x="9088" y="1502"/>
                  </a:lnTo>
                  <a:lnTo>
                    <a:pt x="12219" y="4113"/>
                  </a:lnTo>
                  <a:lnTo>
                    <a:pt x="13118" y="2038"/>
                  </a:lnTo>
                  <a:lnTo>
                    <a:pt x="13447" y="3933"/>
                  </a:lnTo>
                  <a:lnTo>
                    <a:pt x="19408" y="7766"/>
                  </a:lnTo>
                  <a:lnTo>
                    <a:pt x="21203" y="9811"/>
                  </a:lnTo>
                  <a:lnTo>
                    <a:pt x="24832" y="11085"/>
                  </a:lnTo>
                  <a:lnTo>
                    <a:pt x="17835" y="11621"/>
                  </a:lnTo>
                  <a:lnTo>
                    <a:pt x="11095" y="11071"/>
                  </a:lnTo>
                  <a:lnTo>
                    <a:pt x="10717" y="9690"/>
                  </a:lnTo>
                  <a:lnTo>
                    <a:pt x="8286" y="10627"/>
                  </a:lnTo>
                  <a:lnTo>
                    <a:pt x="4941" y="3212"/>
                  </a:lnTo>
                  <a:lnTo>
                    <a:pt x="0" y="140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h248"/>
            <p:cNvSpPr/>
            <p:nvPr/>
          </p:nvSpPr>
          <p:spPr>
            <a:xfrm>
              <a:off x="3215194" y="3375731"/>
              <a:ext cx="51940" cy="53122"/>
            </a:xfrm>
            <a:custGeom>
              <a:avLst/>
              <a:pathLst>
                <a:path w="51940" h="53122">
                  <a:moveTo>
                    <a:pt x="32173" y="233"/>
                  </a:moveTo>
                  <a:lnTo>
                    <a:pt x="40192" y="3974"/>
                  </a:lnTo>
                  <a:lnTo>
                    <a:pt x="40201" y="5944"/>
                  </a:lnTo>
                  <a:lnTo>
                    <a:pt x="43129" y="5583"/>
                  </a:lnTo>
                  <a:lnTo>
                    <a:pt x="47715" y="7027"/>
                  </a:lnTo>
                  <a:lnTo>
                    <a:pt x="51715" y="5494"/>
                  </a:lnTo>
                  <a:lnTo>
                    <a:pt x="51940" y="5892"/>
                  </a:lnTo>
                  <a:lnTo>
                    <a:pt x="50844" y="6270"/>
                  </a:lnTo>
                  <a:lnTo>
                    <a:pt x="48740" y="17071"/>
                  </a:lnTo>
                  <a:lnTo>
                    <a:pt x="48531" y="19446"/>
                  </a:lnTo>
                  <a:lnTo>
                    <a:pt x="49557" y="21224"/>
                  </a:lnTo>
                  <a:lnTo>
                    <a:pt x="42177" y="24693"/>
                  </a:lnTo>
                  <a:lnTo>
                    <a:pt x="40383" y="29474"/>
                  </a:lnTo>
                  <a:lnTo>
                    <a:pt x="40611" y="30346"/>
                  </a:lnTo>
                  <a:lnTo>
                    <a:pt x="40596" y="31696"/>
                  </a:lnTo>
                  <a:lnTo>
                    <a:pt x="39440" y="33110"/>
                  </a:lnTo>
                  <a:lnTo>
                    <a:pt x="37146" y="33388"/>
                  </a:lnTo>
                  <a:lnTo>
                    <a:pt x="36897" y="38433"/>
                  </a:lnTo>
                  <a:lnTo>
                    <a:pt x="33605" y="41546"/>
                  </a:lnTo>
                  <a:lnTo>
                    <a:pt x="32473" y="46442"/>
                  </a:lnTo>
                  <a:lnTo>
                    <a:pt x="26980" y="52499"/>
                  </a:lnTo>
                  <a:lnTo>
                    <a:pt x="24516" y="51193"/>
                  </a:lnTo>
                  <a:lnTo>
                    <a:pt x="23722" y="53122"/>
                  </a:lnTo>
                  <a:lnTo>
                    <a:pt x="0" y="33216"/>
                  </a:lnTo>
                  <a:lnTo>
                    <a:pt x="6964" y="27840"/>
                  </a:lnTo>
                  <a:lnTo>
                    <a:pt x="2577" y="26703"/>
                  </a:lnTo>
                  <a:lnTo>
                    <a:pt x="1090" y="23893"/>
                  </a:lnTo>
                  <a:lnTo>
                    <a:pt x="6003" y="20209"/>
                  </a:lnTo>
                  <a:lnTo>
                    <a:pt x="12697" y="23128"/>
                  </a:lnTo>
                  <a:lnTo>
                    <a:pt x="17264" y="19940"/>
                  </a:lnTo>
                  <a:lnTo>
                    <a:pt x="17062" y="10550"/>
                  </a:lnTo>
                  <a:lnTo>
                    <a:pt x="20841" y="9580"/>
                  </a:lnTo>
                  <a:lnTo>
                    <a:pt x="21310" y="7746"/>
                  </a:lnTo>
                  <a:lnTo>
                    <a:pt x="20933" y="4364"/>
                  </a:lnTo>
                  <a:lnTo>
                    <a:pt x="31075" y="4435"/>
                  </a:lnTo>
                  <a:lnTo>
                    <a:pt x="26534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h249"/>
            <p:cNvSpPr/>
            <p:nvPr/>
          </p:nvSpPr>
          <p:spPr>
            <a:xfrm>
              <a:off x="3305902" y="3395267"/>
              <a:ext cx="15727" cy="9330"/>
            </a:xfrm>
            <a:custGeom>
              <a:avLst/>
              <a:pathLst>
                <a:path w="15727" h="9330">
                  <a:moveTo>
                    <a:pt x="15367" y="664"/>
                  </a:moveTo>
                  <a:lnTo>
                    <a:pt x="15727" y="1203"/>
                  </a:lnTo>
                  <a:lnTo>
                    <a:pt x="14909" y="7596"/>
                  </a:lnTo>
                  <a:lnTo>
                    <a:pt x="12280" y="9330"/>
                  </a:lnTo>
                  <a:lnTo>
                    <a:pt x="6515" y="7268"/>
                  </a:lnTo>
                  <a:lnTo>
                    <a:pt x="3543" y="7301"/>
                  </a:lnTo>
                  <a:lnTo>
                    <a:pt x="0" y="5729"/>
                  </a:lnTo>
                  <a:lnTo>
                    <a:pt x="3749" y="1122"/>
                  </a:lnTo>
                  <a:lnTo>
                    <a:pt x="7347" y="365"/>
                  </a:lnTo>
                  <a:lnTo>
                    <a:pt x="8577" y="1319"/>
                  </a:lnTo>
                  <a:lnTo>
                    <a:pt x="101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h250"/>
            <p:cNvSpPr/>
            <p:nvPr/>
          </p:nvSpPr>
          <p:spPr>
            <a:xfrm>
              <a:off x="3280099" y="3212333"/>
              <a:ext cx="17112" cy="18767"/>
            </a:xfrm>
            <a:custGeom>
              <a:avLst/>
              <a:pathLst>
                <a:path w="17112" h="18767">
                  <a:moveTo>
                    <a:pt x="10642" y="938"/>
                  </a:moveTo>
                  <a:lnTo>
                    <a:pt x="12670" y="2062"/>
                  </a:lnTo>
                  <a:lnTo>
                    <a:pt x="13413" y="4793"/>
                  </a:lnTo>
                  <a:lnTo>
                    <a:pt x="12357" y="5133"/>
                  </a:lnTo>
                  <a:lnTo>
                    <a:pt x="12454" y="6150"/>
                  </a:lnTo>
                  <a:lnTo>
                    <a:pt x="15838" y="6541"/>
                  </a:lnTo>
                  <a:lnTo>
                    <a:pt x="17112" y="6514"/>
                  </a:lnTo>
                  <a:lnTo>
                    <a:pt x="16813" y="7799"/>
                  </a:lnTo>
                  <a:lnTo>
                    <a:pt x="13885" y="8749"/>
                  </a:lnTo>
                  <a:lnTo>
                    <a:pt x="12685" y="12620"/>
                  </a:lnTo>
                  <a:lnTo>
                    <a:pt x="14480" y="12945"/>
                  </a:lnTo>
                  <a:lnTo>
                    <a:pt x="14340" y="14275"/>
                  </a:lnTo>
                  <a:lnTo>
                    <a:pt x="11833" y="18200"/>
                  </a:lnTo>
                  <a:lnTo>
                    <a:pt x="9075" y="18767"/>
                  </a:lnTo>
                  <a:lnTo>
                    <a:pt x="5033" y="18267"/>
                  </a:lnTo>
                  <a:lnTo>
                    <a:pt x="2195" y="17103"/>
                  </a:lnTo>
                  <a:lnTo>
                    <a:pt x="3573" y="15086"/>
                  </a:lnTo>
                  <a:lnTo>
                    <a:pt x="2188" y="13572"/>
                  </a:lnTo>
                  <a:lnTo>
                    <a:pt x="2515" y="9948"/>
                  </a:lnTo>
                  <a:lnTo>
                    <a:pt x="646" y="7994"/>
                  </a:lnTo>
                  <a:lnTo>
                    <a:pt x="0" y="6039"/>
                  </a:lnTo>
                  <a:lnTo>
                    <a:pt x="2106" y="3195"/>
                  </a:lnTo>
                  <a:lnTo>
                    <a:pt x="539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h251"/>
            <p:cNvSpPr/>
            <p:nvPr/>
          </p:nvSpPr>
          <p:spPr>
            <a:xfrm>
              <a:off x="3342581" y="3121673"/>
              <a:ext cx="26915" cy="30106"/>
            </a:xfrm>
            <a:custGeom>
              <a:avLst/>
              <a:pathLst>
                <a:path w="26915" h="30106">
                  <a:moveTo>
                    <a:pt x="19076" y="4530"/>
                  </a:moveTo>
                  <a:lnTo>
                    <a:pt x="23600" y="5263"/>
                  </a:lnTo>
                  <a:lnTo>
                    <a:pt x="23017" y="7374"/>
                  </a:lnTo>
                  <a:lnTo>
                    <a:pt x="25065" y="14733"/>
                  </a:lnTo>
                  <a:lnTo>
                    <a:pt x="26234" y="16409"/>
                  </a:lnTo>
                  <a:lnTo>
                    <a:pt x="26915" y="21534"/>
                  </a:lnTo>
                  <a:lnTo>
                    <a:pt x="25461" y="26523"/>
                  </a:lnTo>
                  <a:lnTo>
                    <a:pt x="22248" y="30106"/>
                  </a:lnTo>
                  <a:lnTo>
                    <a:pt x="22187" y="28483"/>
                  </a:lnTo>
                  <a:lnTo>
                    <a:pt x="13926" y="23479"/>
                  </a:lnTo>
                  <a:lnTo>
                    <a:pt x="6478" y="23620"/>
                  </a:lnTo>
                  <a:lnTo>
                    <a:pt x="0" y="22019"/>
                  </a:lnTo>
                  <a:lnTo>
                    <a:pt x="1986" y="20739"/>
                  </a:lnTo>
                  <a:lnTo>
                    <a:pt x="2388" y="19230"/>
                  </a:lnTo>
                  <a:lnTo>
                    <a:pt x="601" y="13269"/>
                  </a:lnTo>
                  <a:lnTo>
                    <a:pt x="131" y="8876"/>
                  </a:lnTo>
                  <a:lnTo>
                    <a:pt x="813" y="5032"/>
                  </a:lnTo>
                  <a:lnTo>
                    <a:pt x="412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h252"/>
            <p:cNvSpPr/>
            <p:nvPr/>
          </p:nvSpPr>
          <p:spPr>
            <a:xfrm>
              <a:off x="3250906" y="3202339"/>
              <a:ext cx="19069" cy="18612"/>
            </a:xfrm>
            <a:custGeom>
              <a:avLst/>
              <a:pathLst>
                <a:path w="19069" h="18612">
                  <a:moveTo>
                    <a:pt x="16207" y="622"/>
                  </a:moveTo>
                  <a:lnTo>
                    <a:pt x="18514" y="3581"/>
                  </a:lnTo>
                  <a:lnTo>
                    <a:pt x="17562" y="10722"/>
                  </a:lnTo>
                  <a:lnTo>
                    <a:pt x="19069" y="15725"/>
                  </a:lnTo>
                  <a:lnTo>
                    <a:pt x="17328" y="17376"/>
                  </a:lnTo>
                  <a:lnTo>
                    <a:pt x="12932" y="18612"/>
                  </a:lnTo>
                  <a:lnTo>
                    <a:pt x="6413" y="17615"/>
                  </a:lnTo>
                  <a:lnTo>
                    <a:pt x="6559" y="15450"/>
                  </a:lnTo>
                  <a:lnTo>
                    <a:pt x="3444" y="14644"/>
                  </a:lnTo>
                  <a:lnTo>
                    <a:pt x="147" y="15588"/>
                  </a:lnTo>
                  <a:lnTo>
                    <a:pt x="0" y="15578"/>
                  </a:lnTo>
                  <a:lnTo>
                    <a:pt x="215" y="13790"/>
                  </a:lnTo>
                  <a:lnTo>
                    <a:pt x="6766" y="4651"/>
                  </a:lnTo>
                  <a:lnTo>
                    <a:pt x="10488" y="3179"/>
                  </a:lnTo>
                  <a:lnTo>
                    <a:pt x="13246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h253"/>
            <p:cNvSpPr/>
            <p:nvPr/>
          </p:nvSpPr>
          <p:spPr>
            <a:xfrm>
              <a:off x="3319294" y="3396471"/>
              <a:ext cx="11500" cy="23273"/>
            </a:xfrm>
            <a:custGeom>
              <a:avLst/>
              <a:pathLst>
                <a:path w="11500" h="23273">
                  <a:moveTo>
                    <a:pt x="7262" y="377"/>
                  </a:moveTo>
                  <a:lnTo>
                    <a:pt x="8682" y="3085"/>
                  </a:lnTo>
                  <a:lnTo>
                    <a:pt x="11500" y="6019"/>
                  </a:lnTo>
                  <a:lnTo>
                    <a:pt x="3196" y="23273"/>
                  </a:lnTo>
                  <a:lnTo>
                    <a:pt x="899" y="21747"/>
                  </a:lnTo>
                  <a:lnTo>
                    <a:pt x="0" y="17097"/>
                  </a:lnTo>
                  <a:lnTo>
                    <a:pt x="1231" y="17007"/>
                  </a:lnTo>
                  <a:lnTo>
                    <a:pt x="1616" y="19507"/>
                  </a:lnTo>
                  <a:lnTo>
                    <a:pt x="5502" y="14924"/>
                  </a:lnTo>
                  <a:lnTo>
                    <a:pt x="4688" y="13348"/>
                  </a:lnTo>
                  <a:lnTo>
                    <a:pt x="2142" y="12703"/>
                  </a:lnTo>
                  <a:lnTo>
                    <a:pt x="776" y="9034"/>
                  </a:lnTo>
                  <a:lnTo>
                    <a:pt x="1517" y="6392"/>
                  </a:lnTo>
                  <a:lnTo>
                    <a:pt x="233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h254"/>
            <p:cNvSpPr/>
            <p:nvPr/>
          </p:nvSpPr>
          <p:spPr>
            <a:xfrm>
              <a:off x="3286683" y="3369587"/>
              <a:ext cx="31029" cy="32511"/>
            </a:xfrm>
            <a:custGeom>
              <a:avLst/>
              <a:pathLst>
                <a:path w="31029" h="32511">
                  <a:moveTo>
                    <a:pt x="19588" y="3386"/>
                  </a:moveTo>
                  <a:lnTo>
                    <a:pt x="20647" y="6284"/>
                  </a:lnTo>
                  <a:lnTo>
                    <a:pt x="20142" y="11823"/>
                  </a:lnTo>
                  <a:lnTo>
                    <a:pt x="22357" y="14761"/>
                  </a:lnTo>
                  <a:lnTo>
                    <a:pt x="25835" y="16223"/>
                  </a:lnTo>
                  <a:lnTo>
                    <a:pt x="28656" y="14804"/>
                  </a:lnTo>
                  <a:lnTo>
                    <a:pt x="31029" y="20952"/>
                  </a:lnTo>
                  <a:lnTo>
                    <a:pt x="30809" y="23314"/>
                  </a:lnTo>
                  <a:lnTo>
                    <a:pt x="29370" y="25679"/>
                  </a:lnTo>
                  <a:lnTo>
                    <a:pt x="27797" y="26999"/>
                  </a:lnTo>
                  <a:lnTo>
                    <a:pt x="26567" y="26045"/>
                  </a:lnTo>
                  <a:lnTo>
                    <a:pt x="22968" y="26801"/>
                  </a:lnTo>
                  <a:lnTo>
                    <a:pt x="19219" y="31409"/>
                  </a:lnTo>
                  <a:lnTo>
                    <a:pt x="13720" y="29398"/>
                  </a:lnTo>
                  <a:lnTo>
                    <a:pt x="9355" y="30509"/>
                  </a:lnTo>
                  <a:lnTo>
                    <a:pt x="8856" y="32511"/>
                  </a:lnTo>
                  <a:lnTo>
                    <a:pt x="2480" y="31045"/>
                  </a:lnTo>
                  <a:lnTo>
                    <a:pt x="0" y="27321"/>
                  </a:lnTo>
                  <a:lnTo>
                    <a:pt x="3343" y="24866"/>
                  </a:lnTo>
                  <a:lnTo>
                    <a:pt x="4735" y="22914"/>
                  </a:lnTo>
                  <a:lnTo>
                    <a:pt x="11575" y="21831"/>
                  </a:lnTo>
                  <a:lnTo>
                    <a:pt x="14079" y="22639"/>
                  </a:lnTo>
                  <a:lnTo>
                    <a:pt x="15512" y="21040"/>
                  </a:lnTo>
                  <a:lnTo>
                    <a:pt x="15701" y="17824"/>
                  </a:lnTo>
                  <a:lnTo>
                    <a:pt x="13433" y="17426"/>
                  </a:lnTo>
                  <a:lnTo>
                    <a:pt x="9015" y="8608"/>
                  </a:lnTo>
                  <a:lnTo>
                    <a:pt x="8706" y="6773"/>
                  </a:lnTo>
                  <a:lnTo>
                    <a:pt x="9549" y="4240"/>
                  </a:lnTo>
                  <a:lnTo>
                    <a:pt x="11675" y="3735"/>
                  </a:lnTo>
                  <a:lnTo>
                    <a:pt x="12181" y="2364"/>
                  </a:lnTo>
                  <a:lnTo>
                    <a:pt x="10096" y="2122"/>
                  </a:lnTo>
                  <a:lnTo>
                    <a:pt x="7133" y="4317"/>
                  </a:lnTo>
                  <a:lnTo>
                    <a:pt x="8382" y="2788"/>
                  </a:lnTo>
                  <a:lnTo>
                    <a:pt x="8358" y="1274"/>
                  </a:lnTo>
                  <a:lnTo>
                    <a:pt x="984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h255"/>
            <p:cNvSpPr/>
            <p:nvPr/>
          </p:nvSpPr>
          <p:spPr>
            <a:xfrm>
              <a:off x="3235207" y="3216844"/>
              <a:ext cx="18611" cy="16267"/>
            </a:xfrm>
            <a:custGeom>
              <a:avLst/>
              <a:pathLst>
                <a:path w="18611" h="16267">
                  <a:moveTo>
                    <a:pt x="3213" y="0"/>
                  </a:moveTo>
                  <a:lnTo>
                    <a:pt x="6626" y="3610"/>
                  </a:lnTo>
                  <a:lnTo>
                    <a:pt x="7317" y="3702"/>
                  </a:lnTo>
                  <a:lnTo>
                    <a:pt x="7908" y="2144"/>
                  </a:lnTo>
                  <a:lnTo>
                    <a:pt x="10309" y="4849"/>
                  </a:lnTo>
                  <a:lnTo>
                    <a:pt x="12280" y="4406"/>
                  </a:lnTo>
                  <a:lnTo>
                    <a:pt x="12934" y="1101"/>
                  </a:lnTo>
                  <a:lnTo>
                    <a:pt x="14191" y="415"/>
                  </a:lnTo>
                  <a:lnTo>
                    <a:pt x="15699" y="1073"/>
                  </a:lnTo>
                  <a:lnTo>
                    <a:pt x="15846" y="1083"/>
                  </a:lnTo>
                  <a:lnTo>
                    <a:pt x="15967" y="1286"/>
                  </a:lnTo>
                  <a:lnTo>
                    <a:pt x="15587" y="2183"/>
                  </a:lnTo>
                  <a:lnTo>
                    <a:pt x="15363" y="1282"/>
                  </a:lnTo>
                  <a:lnTo>
                    <a:pt x="12775" y="2804"/>
                  </a:lnTo>
                  <a:lnTo>
                    <a:pt x="14131" y="3920"/>
                  </a:lnTo>
                  <a:lnTo>
                    <a:pt x="12413" y="5443"/>
                  </a:lnTo>
                  <a:lnTo>
                    <a:pt x="15016" y="9077"/>
                  </a:lnTo>
                  <a:lnTo>
                    <a:pt x="15872" y="10310"/>
                  </a:lnTo>
                  <a:lnTo>
                    <a:pt x="18130" y="10160"/>
                  </a:lnTo>
                  <a:lnTo>
                    <a:pt x="18611" y="11017"/>
                  </a:lnTo>
                  <a:lnTo>
                    <a:pt x="18161" y="13513"/>
                  </a:lnTo>
                  <a:lnTo>
                    <a:pt x="17156" y="14399"/>
                  </a:lnTo>
                  <a:lnTo>
                    <a:pt x="11768" y="16267"/>
                  </a:lnTo>
                  <a:lnTo>
                    <a:pt x="9199" y="15575"/>
                  </a:lnTo>
                  <a:lnTo>
                    <a:pt x="4513" y="12313"/>
                  </a:lnTo>
                  <a:lnTo>
                    <a:pt x="0" y="8280"/>
                  </a:lnTo>
                  <a:lnTo>
                    <a:pt x="1322" y="4527"/>
                  </a:lnTo>
                  <a:lnTo>
                    <a:pt x="102" y="3020"/>
                  </a:lnTo>
                  <a:lnTo>
                    <a:pt x="1130" y="82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h256"/>
            <p:cNvSpPr/>
            <p:nvPr/>
          </p:nvSpPr>
          <p:spPr>
            <a:xfrm>
              <a:off x="3286591" y="3109531"/>
              <a:ext cx="129729" cy="87015"/>
            </a:xfrm>
            <a:custGeom>
              <a:avLst/>
              <a:pathLst>
                <a:path w="129729" h="87015">
                  <a:moveTo>
                    <a:pt x="50322" y="0"/>
                  </a:moveTo>
                  <a:lnTo>
                    <a:pt x="56215" y="1198"/>
                  </a:lnTo>
                  <a:lnTo>
                    <a:pt x="58523" y="2597"/>
                  </a:lnTo>
                  <a:lnTo>
                    <a:pt x="59713" y="4244"/>
                  </a:lnTo>
                  <a:lnTo>
                    <a:pt x="63239" y="2864"/>
                  </a:lnTo>
                  <a:lnTo>
                    <a:pt x="64118" y="5280"/>
                  </a:lnTo>
                  <a:lnTo>
                    <a:pt x="63537" y="10194"/>
                  </a:lnTo>
                  <a:lnTo>
                    <a:pt x="60785" y="9933"/>
                  </a:lnTo>
                  <a:lnTo>
                    <a:pt x="58985" y="11517"/>
                  </a:lnTo>
                  <a:lnTo>
                    <a:pt x="60114" y="12141"/>
                  </a:lnTo>
                  <a:lnTo>
                    <a:pt x="56803" y="17174"/>
                  </a:lnTo>
                  <a:lnTo>
                    <a:pt x="56121" y="21018"/>
                  </a:lnTo>
                  <a:lnTo>
                    <a:pt x="56592" y="25411"/>
                  </a:lnTo>
                  <a:lnTo>
                    <a:pt x="58378" y="31372"/>
                  </a:lnTo>
                  <a:lnTo>
                    <a:pt x="57976" y="32881"/>
                  </a:lnTo>
                  <a:lnTo>
                    <a:pt x="55990" y="34161"/>
                  </a:lnTo>
                  <a:lnTo>
                    <a:pt x="62468" y="35762"/>
                  </a:lnTo>
                  <a:lnTo>
                    <a:pt x="69917" y="35621"/>
                  </a:lnTo>
                  <a:lnTo>
                    <a:pt x="78177" y="40625"/>
                  </a:lnTo>
                  <a:lnTo>
                    <a:pt x="78238" y="42248"/>
                  </a:lnTo>
                  <a:lnTo>
                    <a:pt x="77303" y="41648"/>
                  </a:lnTo>
                  <a:lnTo>
                    <a:pt x="76179" y="42603"/>
                  </a:lnTo>
                  <a:lnTo>
                    <a:pt x="80032" y="45381"/>
                  </a:lnTo>
                  <a:lnTo>
                    <a:pt x="83701" y="46588"/>
                  </a:lnTo>
                  <a:lnTo>
                    <a:pt x="85650" y="46243"/>
                  </a:lnTo>
                  <a:lnTo>
                    <a:pt x="87295" y="47892"/>
                  </a:lnTo>
                  <a:lnTo>
                    <a:pt x="92939" y="49442"/>
                  </a:lnTo>
                  <a:lnTo>
                    <a:pt x="95390" y="48444"/>
                  </a:lnTo>
                  <a:lnTo>
                    <a:pt x="98601" y="50025"/>
                  </a:lnTo>
                  <a:lnTo>
                    <a:pt x="104859" y="51540"/>
                  </a:lnTo>
                  <a:lnTo>
                    <a:pt x="106751" y="50374"/>
                  </a:lnTo>
                  <a:lnTo>
                    <a:pt x="109068" y="51427"/>
                  </a:lnTo>
                  <a:lnTo>
                    <a:pt x="113761" y="58613"/>
                  </a:lnTo>
                  <a:lnTo>
                    <a:pt x="113104" y="60080"/>
                  </a:lnTo>
                  <a:lnTo>
                    <a:pt x="110482" y="59292"/>
                  </a:lnTo>
                  <a:lnTo>
                    <a:pt x="109087" y="60023"/>
                  </a:lnTo>
                  <a:lnTo>
                    <a:pt x="109049" y="63108"/>
                  </a:lnTo>
                  <a:lnTo>
                    <a:pt x="107877" y="66263"/>
                  </a:lnTo>
                  <a:lnTo>
                    <a:pt x="109413" y="70034"/>
                  </a:lnTo>
                  <a:lnTo>
                    <a:pt x="110635" y="71053"/>
                  </a:lnTo>
                  <a:lnTo>
                    <a:pt x="115532" y="71222"/>
                  </a:lnTo>
                  <a:lnTo>
                    <a:pt x="118173" y="72744"/>
                  </a:lnTo>
                  <a:lnTo>
                    <a:pt x="119154" y="74315"/>
                  </a:lnTo>
                  <a:lnTo>
                    <a:pt x="120955" y="74182"/>
                  </a:lnTo>
                  <a:lnTo>
                    <a:pt x="121680" y="73414"/>
                  </a:lnTo>
                  <a:lnTo>
                    <a:pt x="126904" y="73397"/>
                  </a:lnTo>
                  <a:lnTo>
                    <a:pt x="128437" y="74421"/>
                  </a:lnTo>
                  <a:lnTo>
                    <a:pt x="128900" y="75628"/>
                  </a:lnTo>
                  <a:lnTo>
                    <a:pt x="128000" y="77724"/>
                  </a:lnTo>
                  <a:lnTo>
                    <a:pt x="128165" y="79715"/>
                  </a:lnTo>
                  <a:lnTo>
                    <a:pt x="128742" y="81581"/>
                  </a:lnTo>
                  <a:lnTo>
                    <a:pt x="129729" y="82373"/>
                  </a:lnTo>
                  <a:lnTo>
                    <a:pt x="125310" y="87015"/>
                  </a:lnTo>
                  <a:lnTo>
                    <a:pt x="124314" y="84644"/>
                  </a:lnTo>
                  <a:lnTo>
                    <a:pt x="126492" y="82038"/>
                  </a:lnTo>
                  <a:lnTo>
                    <a:pt x="122548" y="80162"/>
                  </a:lnTo>
                  <a:lnTo>
                    <a:pt x="118777" y="79868"/>
                  </a:lnTo>
                  <a:lnTo>
                    <a:pt x="118269" y="84071"/>
                  </a:lnTo>
                  <a:lnTo>
                    <a:pt x="115589" y="86799"/>
                  </a:lnTo>
                  <a:lnTo>
                    <a:pt x="113500" y="85935"/>
                  </a:lnTo>
                  <a:lnTo>
                    <a:pt x="111902" y="82278"/>
                  </a:lnTo>
                  <a:lnTo>
                    <a:pt x="108709" y="78707"/>
                  </a:lnTo>
                  <a:lnTo>
                    <a:pt x="104296" y="76950"/>
                  </a:lnTo>
                  <a:lnTo>
                    <a:pt x="102075" y="81044"/>
                  </a:lnTo>
                  <a:lnTo>
                    <a:pt x="108677" y="83811"/>
                  </a:lnTo>
                  <a:lnTo>
                    <a:pt x="107547" y="86429"/>
                  </a:lnTo>
                  <a:lnTo>
                    <a:pt x="99326" y="81907"/>
                  </a:lnTo>
                  <a:lnTo>
                    <a:pt x="97749" y="83385"/>
                  </a:lnTo>
                  <a:lnTo>
                    <a:pt x="95136" y="81777"/>
                  </a:lnTo>
                  <a:lnTo>
                    <a:pt x="95807" y="77354"/>
                  </a:lnTo>
                  <a:lnTo>
                    <a:pt x="98684" y="74077"/>
                  </a:lnTo>
                  <a:lnTo>
                    <a:pt x="98333" y="71763"/>
                  </a:lnTo>
                  <a:lnTo>
                    <a:pt x="94709" y="70654"/>
                  </a:lnTo>
                  <a:lnTo>
                    <a:pt x="89621" y="70733"/>
                  </a:lnTo>
                  <a:lnTo>
                    <a:pt x="86745" y="71403"/>
                  </a:lnTo>
                  <a:lnTo>
                    <a:pt x="86194" y="73227"/>
                  </a:lnTo>
                  <a:lnTo>
                    <a:pt x="80622" y="69584"/>
                  </a:lnTo>
                  <a:lnTo>
                    <a:pt x="76020" y="73343"/>
                  </a:lnTo>
                  <a:lnTo>
                    <a:pt x="75943" y="72359"/>
                  </a:lnTo>
                  <a:lnTo>
                    <a:pt x="73152" y="69102"/>
                  </a:lnTo>
                  <a:lnTo>
                    <a:pt x="53956" y="70405"/>
                  </a:lnTo>
                  <a:lnTo>
                    <a:pt x="54224" y="69819"/>
                  </a:lnTo>
                  <a:lnTo>
                    <a:pt x="50014" y="69000"/>
                  </a:lnTo>
                  <a:lnTo>
                    <a:pt x="49877" y="70673"/>
                  </a:lnTo>
                  <a:lnTo>
                    <a:pt x="48030" y="72006"/>
                  </a:lnTo>
                  <a:lnTo>
                    <a:pt x="46014" y="72974"/>
                  </a:lnTo>
                  <a:lnTo>
                    <a:pt x="43323" y="72594"/>
                  </a:lnTo>
                  <a:lnTo>
                    <a:pt x="43415" y="71288"/>
                  </a:lnTo>
                  <a:lnTo>
                    <a:pt x="44509" y="70197"/>
                  </a:lnTo>
                  <a:lnTo>
                    <a:pt x="49527" y="69695"/>
                  </a:lnTo>
                  <a:lnTo>
                    <a:pt x="51802" y="61963"/>
                  </a:lnTo>
                  <a:lnTo>
                    <a:pt x="47313" y="61434"/>
                  </a:lnTo>
                  <a:lnTo>
                    <a:pt x="46905" y="59148"/>
                  </a:lnTo>
                  <a:lnTo>
                    <a:pt x="50979" y="54838"/>
                  </a:lnTo>
                  <a:lnTo>
                    <a:pt x="51169" y="53874"/>
                  </a:lnTo>
                  <a:lnTo>
                    <a:pt x="49614" y="51247"/>
                  </a:lnTo>
                  <a:lnTo>
                    <a:pt x="49698" y="48890"/>
                  </a:lnTo>
                  <a:lnTo>
                    <a:pt x="47053" y="46202"/>
                  </a:lnTo>
                  <a:lnTo>
                    <a:pt x="45370" y="46140"/>
                  </a:lnTo>
                  <a:lnTo>
                    <a:pt x="42200" y="48988"/>
                  </a:lnTo>
                  <a:lnTo>
                    <a:pt x="39946" y="49823"/>
                  </a:lnTo>
                  <a:lnTo>
                    <a:pt x="35228" y="49985"/>
                  </a:lnTo>
                  <a:lnTo>
                    <a:pt x="24726" y="42395"/>
                  </a:lnTo>
                  <a:lnTo>
                    <a:pt x="27634" y="38661"/>
                  </a:lnTo>
                  <a:lnTo>
                    <a:pt x="23782" y="36360"/>
                  </a:lnTo>
                  <a:lnTo>
                    <a:pt x="22860" y="37397"/>
                  </a:lnTo>
                  <a:lnTo>
                    <a:pt x="23943" y="38083"/>
                  </a:lnTo>
                  <a:lnTo>
                    <a:pt x="22467" y="38724"/>
                  </a:lnTo>
                  <a:lnTo>
                    <a:pt x="18460" y="35327"/>
                  </a:lnTo>
                  <a:lnTo>
                    <a:pt x="13131" y="32384"/>
                  </a:lnTo>
                  <a:lnTo>
                    <a:pt x="14635" y="30137"/>
                  </a:lnTo>
                  <a:lnTo>
                    <a:pt x="12327" y="26839"/>
                  </a:lnTo>
                  <a:lnTo>
                    <a:pt x="5216" y="23995"/>
                  </a:lnTo>
                  <a:lnTo>
                    <a:pt x="4557" y="25717"/>
                  </a:lnTo>
                  <a:lnTo>
                    <a:pt x="451" y="25296"/>
                  </a:lnTo>
                  <a:lnTo>
                    <a:pt x="0" y="19775"/>
                  </a:lnTo>
                  <a:lnTo>
                    <a:pt x="1358" y="18570"/>
                  </a:lnTo>
                  <a:lnTo>
                    <a:pt x="8680" y="20447"/>
                  </a:lnTo>
                  <a:lnTo>
                    <a:pt x="13417" y="13743"/>
                  </a:lnTo>
                  <a:lnTo>
                    <a:pt x="17140" y="9772"/>
                  </a:lnTo>
                  <a:lnTo>
                    <a:pt x="19632" y="8413"/>
                  </a:lnTo>
                  <a:lnTo>
                    <a:pt x="21918" y="9154"/>
                  </a:lnTo>
                  <a:lnTo>
                    <a:pt x="22122" y="10875"/>
                  </a:lnTo>
                  <a:lnTo>
                    <a:pt x="22341" y="12510"/>
                  </a:lnTo>
                  <a:lnTo>
                    <a:pt x="18179" y="11309"/>
                  </a:lnTo>
                  <a:lnTo>
                    <a:pt x="18778" y="14963"/>
                  </a:lnTo>
                  <a:lnTo>
                    <a:pt x="23086" y="16283"/>
                  </a:lnTo>
                  <a:lnTo>
                    <a:pt x="23695" y="16130"/>
                  </a:lnTo>
                  <a:lnTo>
                    <a:pt x="24575" y="13413"/>
                  </a:lnTo>
                  <a:lnTo>
                    <a:pt x="26662" y="13356"/>
                  </a:lnTo>
                  <a:lnTo>
                    <a:pt x="26995" y="17147"/>
                  </a:lnTo>
                  <a:lnTo>
                    <a:pt x="31335" y="19559"/>
                  </a:lnTo>
                  <a:lnTo>
                    <a:pt x="32487" y="22634"/>
                  </a:lnTo>
                  <a:lnTo>
                    <a:pt x="31362" y="24534"/>
                  </a:lnTo>
                  <a:lnTo>
                    <a:pt x="31365" y="28203"/>
                  </a:lnTo>
                  <a:lnTo>
                    <a:pt x="36275" y="30270"/>
                  </a:lnTo>
                  <a:lnTo>
                    <a:pt x="38732" y="27929"/>
                  </a:lnTo>
                  <a:lnTo>
                    <a:pt x="37303" y="22862"/>
                  </a:lnTo>
                  <a:lnTo>
                    <a:pt x="38870" y="21241"/>
                  </a:lnTo>
                  <a:lnTo>
                    <a:pt x="43128" y="24778"/>
                  </a:lnTo>
                  <a:lnTo>
                    <a:pt x="46981" y="20242"/>
                  </a:lnTo>
                  <a:lnTo>
                    <a:pt x="45381" y="16590"/>
                  </a:lnTo>
                  <a:lnTo>
                    <a:pt x="45119" y="12837"/>
                  </a:lnTo>
                  <a:lnTo>
                    <a:pt x="47528" y="8825"/>
                  </a:lnTo>
                  <a:lnTo>
                    <a:pt x="46861" y="4815"/>
                  </a:lnTo>
                  <a:lnTo>
                    <a:pt x="48193" y="58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h257"/>
            <p:cNvSpPr/>
            <p:nvPr/>
          </p:nvSpPr>
          <p:spPr>
            <a:xfrm>
              <a:off x="3192308" y="3255002"/>
              <a:ext cx="22018" cy="23807"/>
            </a:xfrm>
            <a:custGeom>
              <a:avLst/>
              <a:pathLst>
                <a:path w="22018" h="23807">
                  <a:moveTo>
                    <a:pt x="20216" y="2235"/>
                  </a:moveTo>
                  <a:lnTo>
                    <a:pt x="21260" y="3502"/>
                  </a:lnTo>
                  <a:lnTo>
                    <a:pt x="22018" y="10596"/>
                  </a:lnTo>
                  <a:lnTo>
                    <a:pt x="21617" y="17344"/>
                  </a:lnTo>
                  <a:lnTo>
                    <a:pt x="20322" y="22345"/>
                  </a:lnTo>
                  <a:lnTo>
                    <a:pt x="16938" y="23807"/>
                  </a:lnTo>
                  <a:lnTo>
                    <a:pt x="9435" y="21131"/>
                  </a:lnTo>
                  <a:lnTo>
                    <a:pt x="9304" y="23391"/>
                  </a:lnTo>
                  <a:lnTo>
                    <a:pt x="3421" y="22706"/>
                  </a:lnTo>
                  <a:lnTo>
                    <a:pt x="1787" y="20868"/>
                  </a:lnTo>
                  <a:lnTo>
                    <a:pt x="3611" y="18203"/>
                  </a:lnTo>
                  <a:lnTo>
                    <a:pt x="2231" y="17548"/>
                  </a:lnTo>
                  <a:lnTo>
                    <a:pt x="6747" y="12190"/>
                  </a:lnTo>
                  <a:lnTo>
                    <a:pt x="6746" y="11248"/>
                  </a:lnTo>
                  <a:lnTo>
                    <a:pt x="676" y="4770"/>
                  </a:lnTo>
                  <a:lnTo>
                    <a:pt x="0" y="3255"/>
                  </a:lnTo>
                  <a:lnTo>
                    <a:pt x="874" y="3591"/>
                  </a:lnTo>
                  <a:lnTo>
                    <a:pt x="2270" y="2844"/>
                  </a:lnTo>
                  <a:lnTo>
                    <a:pt x="3423" y="3796"/>
                  </a:lnTo>
                  <a:lnTo>
                    <a:pt x="2997" y="5034"/>
                  </a:lnTo>
                  <a:lnTo>
                    <a:pt x="9660" y="6426"/>
                  </a:lnTo>
                  <a:lnTo>
                    <a:pt x="10604" y="4888"/>
                  </a:lnTo>
                  <a:lnTo>
                    <a:pt x="15764" y="4413"/>
                  </a:lnTo>
                  <a:lnTo>
                    <a:pt x="17919" y="1895"/>
                  </a:lnTo>
                  <a:lnTo>
                    <a:pt x="1728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h258"/>
            <p:cNvSpPr/>
            <p:nvPr/>
          </p:nvSpPr>
          <p:spPr>
            <a:xfrm>
              <a:off x="3151260" y="3149543"/>
              <a:ext cx="35109" cy="36149"/>
            </a:xfrm>
            <a:custGeom>
              <a:avLst/>
              <a:pathLst>
                <a:path w="35109" h="36149">
                  <a:moveTo>
                    <a:pt x="15386" y="2540"/>
                  </a:moveTo>
                  <a:lnTo>
                    <a:pt x="18395" y="4250"/>
                  </a:lnTo>
                  <a:lnTo>
                    <a:pt x="21063" y="7890"/>
                  </a:lnTo>
                  <a:lnTo>
                    <a:pt x="21151" y="8655"/>
                  </a:lnTo>
                  <a:lnTo>
                    <a:pt x="19529" y="8986"/>
                  </a:lnTo>
                  <a:lnTo>
                    <a:pt x="19126" y="9758"/>
                  </a:lnTo>
                  <a:lnTo>
                    <a:pt x="20055" y="11240"/>
                  </a:lnTo>
                  <a:lnTo>
                    <a:pt x="25721" y="10849"/>
                  </a:lnTo>
                  <a:lnTo>
                    <a:pt x="26572" y="10175"/>
                  </a:lnTo>
                  <a:lnTo>
                    <a:pt x="29462" y="11347"/>
                  </a:lnTo>
                  <a:lnTo>
                    <a:pt x="30102" y="15075"/>
                  </a:lnTo>
                  <a:lnTo>
                    <a:pt x="32932" y="19493"/>
                  </a:lnTo>
                  <a:lnTo>
                    <a:pt x="34040" y="19664"/>
                  </a:lnTo>
                  <a:lnTo>
                    <a:pt x="35109" y="26491"/>
                  </a:lnTo>
                  <a:lnTo>
                    <a:pt x="32725" y="28048"/>
                  </a:lnTo>
                  <a:lnTo>
                    <a:pt x="26788" y="28837"/>
                  </a:lnTo>
                  <a:lnTo>
                    <a:pt x="24311" y="31295"/>
                  </a:lnTo>
                  <a:lnTo>
                    <a:pt x="19955" y="33080"/>
                  </a:lnTo>
                  <a:lnTo>
                    <a:pt x="20260" y="35609"/>
                  </a:lnTo>
                  <a:lnTo>
                    <a:pt x="17771" y="35086"/>
                  </a:lnTo>
                  <a:lnTo>
                    <a:pt x="17387" y="33952"/>
                  </a:lnTo>
                  <a:lnTo>
                    <a:pt x="14848" y="32415"/>
                  </a:lnTo>
                  <a:lnTo>
                    <a:pt x="14490" y="36149"/>
                  </a:lnTo>
                  <a:lnTo>
                    <a:pt x="13918" y="36125"/>
                  </a:lnTo>
                  <a:lnTo>
                    <a:pt x="12419" y="35939"/>
                  </a:lnTo>
                  <a:lnTo>
                    <a:pt x="6976" y="30136"/>
                  </a:lnTo>
                  <a:lnTo>
                    <a:pt x="6090" y="25835"/>
                  </a:lnTo>
                  <a:lnTo>
                    <a:pt x="3057" y="24771"/>
                  </a:lnTo>
                  <a:lnTo>
                    <a:pt x="2583" y="25029"/>
                  </a:lnTo>
                  <a:lnTo>
                    <a:pt x="2922" y="26208"/>
                  </a:lnTo>
                  <a:lnTo>
                    <a:pt x="0" y="25957"/>
                  </a:lnTo>
                  <a:lnTo>
                    <a:pt x="4512" y="18490"/>
                  </a:lnTo>
                  <a:lnTo>
                    <a:pt x="4643" y="13006"/>
                  </a:lnTo>
                  <a:lnTo>
                    <a:pt x="6716" y="6475"/>
                  </a:lnTo>
                  <a:lnTo>
                    <a:pt x="8000" y="5698"/>
                  </a:lnTo>
                  <a:lnTo>
                    <a:pt x="10526" y="6453"/>
                  </a:lnTo>
                  <a:lnTo>
                    <a:pt x="10936" y="1705"/>
                  </a:lnTo>
                  <a:lnTo>
                    <a:pt x="13677" y="1122"/>
                  </a:lnTo>
                  <a:lnTo>
                    <a:pt x="1428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h259"/>
            <p:cNvSpPr/>
            <p:nvPr/>
          </p:nvSpPr>
          <p:spPr>
            <a:xfrm>
              <a:off x="3272123" y="3133526"/>
              <a:ext cx="71225" cy="50955"/>
            </a:xfrm>
            <a:custGeom>
              <a:avLst/>
              <a:pathLst>
                <a:path w="71225" h="50955">
                  <a:moveTo>
                    <a:pt x="26795" y="2844"/>
                  </a:moveTo>
                  <a:lnTo>
                    <a:pt x="29103" y="6142"/>
                  </a:lnTo>
                  <a:lnTo>
                    <a:pt x="27599" y="8389"/>
                  </a:lnTo>
                  <a:lnTo>
                    <a:pt x="32928" y="11332"/>
                  </a:lnTo>
                  <a:lnTo>
                    <a:pt x="36934" y="14729"/>
                  </a:lnTo>
                  <a:lnTo>
                    <a:pt x="38411" y="14088"/>
                  </a:lnTo>
                  <a:lnTo>
                    <a:pt x="37327" y="13402"/>
                  </a:lnTo>
                  <a:lnTo>
                    <a:pt x="38250" y="12365"/>
                  </a:lnTo>
                  <a:lnTo>
                    <a:pt x="42101" y="14666"/>
                  </a:lnTo>
                  <a:lnTo>
                    <a:pt x="39193" y="18400"/>
                  </a:lnTo>
                  <a:lnTo>
                    <a:pt x="49695" y="25990"/>
                  </a:lnTo>
                  <a:lnTo>
                    <a:pt x="54413" y="25828"/>
                  </a:lnTo>
                  <a:lnTo>
                    <a:pt x="56667" y="24993"/>
                  </a:lnTo>
                  <a:lnTo>
                    <a:pt x="59838" y="22145"/>
                  </a:lnTo>
                  <a:lnTo>
                    <a:pt x="61521" y="22207"/>
                  </a:lnTo>
                  <a:lnTo>
                    <a:pt x="64165" y="24895"/>
                  </a:lnTo>
                  <a:lnTo>
                    <a:pt x="64081" y="27252"/>
                  </a:lnTo>
                  <a:lnTo>
                    <a:pt x="65636" y="29878"/>
                  </a:lnTo>
                  <a:lnTo>
                    <a:pt x="65446" y="30843"/>
                  </a:lnTo>
                  <a:lnTo>
                    <a:pt x="61372" y="35153"/>
                  </a:lnTo>
                  <a:lnTo>
                    <a:pt x="61780" y="37439"/>
                  </a:lnTo>
                  <a:lnTo>
                    <a:pt x="66269" y="37968"/>
                  </a:lnTo>
                  <a:lnTo>
                    <a:pt x="63995" y="45700"/>
                  </a:lnTo>
                  <a:lnTo>
                    <a:pt x="58976" y="46201"/>
                  </a:lnTo>
                  <a:lnTo>
                    <a:pt x="57882" y="47292"/>
                  </a:lnTo>
                  <a:lnTo>
                    <a:pt x="57790" y="48599"/>
                  </a:lnTo>
                  <a:lnTo>
                    <a:pt x="60482" y="48979"/>
                  </a:lnTo>
                  <a:lnTo>
                    <a:pt x="62498" y="48011"/>
                  </a:lnTo>
                  <a:lnTo>
                    <a:pt x="64344" y="46677"/>
                  </a:lnTo>
                  <a:lnTo>
                    <a:pt x="64481" y="45004"/>
                  </a:lnTo>
                  <a:lnTo>
                    <a:pt x="68691" y="45823"/>
                  </a:lnTo>
                  <a:lnTo>
                    <a:pt x="68423" y="46409"/>
                  </a:lnTo>
                  <a:lnTo>
                    <a:pt x="67795" y="47673"/>
                  </a:lnTo>
                  <a:lnTo>
                    <a:pt x="68325" y="49122"/>
                  </a:lnTo>
                  <a:lnTo>
                    <a:pt x="70442" y="48842"/>
                  </a:lnTo>
                  <a:lnTo>
                    <a:pt x="71225" y="50438"/>
                  </a:lnTo>
                  <a:lnTo>
                    <a:pt x="58983" y="50955"/>
                  </a:lnTo>
                  <a:lnTo>
                    <a:pt x="54655" y="50495"/>
                  </a:lnTo>
                  <a:lnTo>
                    <a:pt x="47832" y="44441"/>
                  </a:lnTo>
                  <a:lnTo>
                    <a:pt x="44405" y="41308"/>
                  </a:lnTo>
                  <a:lnTo>
                    <a:pt x="41919" y="44209"/>
                  </a:lnTo>
                  <a:lnTo>
                    <a:pt x="41403" y="43963"/>
                  </a:lnTo>
                  <a:lnTo>
                    <a:pt x="39111" y="41881"/>
                  </a:lnTo>
                  <a:lnTo>
                    <a:pt x="37837" y="38420"/>
                  </a:lnTo>
                  <a:lnTo>
                    <a:pt x="31724" y="35756"/>
                  </a:lnTo>
                  <a:lnTo>
                    <a:pt x="22612" y="36025"/>
                  </a:lnTo>
                  <a:lnTo>
                    <a:pt x="18211" y="32575"/>
                  </a:lnTo>
                  <a:lnTo>
                    <a:pt x="11661" y="32591"/>
                  </a:lnTo>
                  <a:lnTo>
                    <a:pt x="10668" y="29402"/>
                  </a:lnTo>
                  <a:lnTo>
                    <a:pt x="12074" y="25466"/>
                  </a:lnTo>
                  <a:lnTo>
                    <a:pt x="13975" y="24891"/>
                  </a:lnTo>
                  <a:lnTo>
                    <a:pt x="16520" y="26935"/>
                  </a:lnTo>
                  <a:lnTo>
                    <a:pt x="18550" y="24753"/>
                  </a:lnTo>
                  <a:lnTo>
                    <a:pt x="18143" y="23326"/>
                  </a:lnTo>
                  <a:lnTo>
                    <a:pt x="10258" y="18121"/>
                  </a:lnTo>
                  <a:lnTo>
                    <a:pt x="7798" y="19311"/>
                  </a:lnTo>
                  <a:lnTo>
                    <a:pt x="1153" y="18670"/>
                  </a:lnTo>
                  <a:lnTo>
                    <a:pt x="0" y="18036"/>
                  </a:lnTo>
                  <a:lnTo>
                    <a:pt x="686" y="12005"/>
                  </a:lnTo>
                  <a:lnTo>
                    <a:pt x="5602" y="12255"/>
                  </a:lnTo>
                  <a:lnTo>
                    <a:pt x="8782" y="10782"/>
                  </a:lnTo>
                  <a:lnTo>
                    <a:pt x="15059" y="5894"/>
                  </a:lnTo>
                  <a:lnTo>
                    <a:pt x="14291" y="3875"/>
                  </a:lnTo>
                  <a:lnTo>
                    <a:pt x="14282" y="1624"/>
                  </a:lnTo>
                  <a:lnTo>
                    <a:pt x="14919" y="1301"/>
                  </a:lnTo>
                  <a:lnTo>
                    <a:pt x="19024" y="1721"/>
                  </a:lnTo>
                  <a:lnTo>
                    <a:pt x="1968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h260"/>
            <p:cNvSpPr/>
            <p:nvPr/>
          </p:nvSpPr>
          <p:spPr>
            <a:xfrm>
              <a:off x="3284162" y="3202551"/>
              <a:ext cx="15649" cy="11844"/>
            </a:xfrm>
            <a:custGeom>
              <a:avLst/>
              <a:pathLst>
                <a:path w="15649" h="11844">
                  <a:moveTo>
                    <a:pt x="15573" y="2787"/>
                  </a:moveTo>
                  <a:lnTo>
                    <a:pt x="15649" y="7781"/>
                  </a:lnTo>
                  <a:lnTo>
                    <a:pt x="12260" y="10790"/>
                  </a:lnTo>
                  <a:lnTo>
                    <a:pt x="8607" y="11844"/>
                  </a:lnTo>
                  <a:lnTo>
                    <a:pt x="6579" y="10719"/>
                  </a:lnTo>
                  <a:lnTo>
                    <a:pt x="1328" y="9781"/>
                  </a:lnTo>
                  <a:lnTo>
                    <a:pt x="0" y="7854"/>
                  </a:lnTo>
                  <a:lnTo>
                    <a:pt x="726" y="3864"/>
                  </a:lnTo>
                  <a:lnTo>
                    <a:pt x="2714" y="2192"/>
                  </a:lnTo>
                  <a:lnTo>
                    <a:pt x="3049" y="2570"/>
                  </a:lnTo>
                  <a:lnTo>
                    <a:pt x="62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h261"/>
            <p:cNvSpPr/>
            <p:nvPr/>
          </p:nvSpPr>
          <p:spPr>
            <a:xfrm>
              <a:off x="3290973" y="3246089"/>
              <a:ext cx="41664" cy="26138"/>
            </a:xfrm>
            <a:custGeom>
              <a:avLst/>
              <a:pathLst>
                <a:path w="41664" h="26138">
                  <a:moveTo>
                    <a:pt x="41664" y="1664"/>
                  </a:moveTo>
                  <a:lnTo>
                    <a:pt x="40341" y="3385"/>
                  </a:lnTo>
                  <a:lnTo>
                    <a:pt x="39295" y="4784"/>
                  </a:lnTo>
                  <a:lnTo>
                    <a:pt x="36849" y="5478"/>
                  </a:lnTo>
                  <a:lnTo>
                    <a:pt x="32859" y="4481"/>
                  </a:lnTo>
                  <a:lnTo>
                    <a:pt x="30863" y="4889"/>
                  </a:lnTo>
                  <a:lnTo>
                    <a:pt x="27708" y="7867"/>
                  </a:lnTo>
                  <a:lnTo>
                    <a:pt x="26855" y="9358"/>
                  </a:lnTo>
                  <a:lnTo>
                    <a:pt x="27713" y="19367"/>
                  </a:lnTo>
                  <a:lnTo>
                    <a:pt x="25914" y="25553"/>
                  </a:lnTo>
                  <a:lnTo>
                    <a:pt x="25060" y="26103"/>
                  </a:lnTo>
                  <a:lnTo>
                    <a:pt x="20824" y="26138"/>
                  </a:lnTo>
                  <a:lnTo>
                    <a:pt x="14019" y="23933"/>
                  </a:lnTo>
                  <a:lnTo>
                    <a:pt x="12175" y="19244"/>
                  </a:lnTo>
                  <a:lnTo>
                    <a:pt x="8199" y="18162"/>
                  </a:lnTo>
                  <a:lnTo>
                    <a:pt x="7639" y="18445"/>
                  </a:lnTo>
                  <a:lnTo>
                    <a:pt x="7238" y="21194"/>
                  </a:lnTo>
                  <a:lnTo>
                    <a:pt x="5816" y="17262"/>
                  </a:lnTo>
                  <a:lnTo>
                    <a:pt x="3102" y="14755"/>
                  </a:lnTo>
                  <a:lnTo>
                    <a:pt x="0" y="12936"/>
                  </a:lnTo>
                  <a:lnTo>
                    <a:pt x="2074" y="10733"/>
                  </a:lnTo>
                  <a:lnTo>
                    <a:pt x="12427" y="10702"/>
                  </a:lnTo>
                  <a:lnTo>
                    <a:pt x="13096" y="3119"/>
                  </a:lnTo>
                  <a:lnTo>
                    <a:pt x="9044" y="2453"/>
                  </a:lnTo>
                  <a:lnTo>
                    <a:pt x="8451" y="544"/>
                  </a:lnTo>
                  <a:lnTo>
                    <a:pt x="14763" y="3424"/>
                  </a:lnTo>
                  <a:lnTo>
                    <a:pt x="17125" y="3412"/>
                  </a:lnTo>
                  <a:lnTo>
                    <a:pt x="18618" y="3052"/>
                  </a:lnTo>
                  <a:lnTo>
                    <a:pt x="18586" y="2122"/>
                  </a:lnTo>
                  <a:lnTo>
                    <a:pt x="28837" y="1818"/>
                  </a:lnTo>
                  <a:lnTo>
                    <a:pt x="35378" y="686"/>
                  </a:lnTo>
                  <a:lnTo>
                    <a:pt x="3598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h262"/>
            <p:cNvSpPr/>
            <p:nvPr/>
          </p:nvSpPr>
          <p:spPr>
            <a:xfrm>
              <a:off x="3218698" y="3183369"/>
              <a:ext cx="10051" cy="15980"/>
            </a:xfrm>
            <a:custGeom>
              <a:avLst/>
              <a:pathLst>
                <a:path w="10051" h="15980">
                  <a:moveTo>
                    <a:pt x="910" y="0"/>
                  </a:moveTo>
                  <a:lnTo>
                    <a:pt x="3208" y="3039"/>
                  </a:lnTo>
                  <a:lnTo>
                    <a:pt x="5810" y="4747"/>
                  </a:lnTo>
                  <a:lnTo>
                    <a:pt x="6570" y="3809"/>
                  </a:lnTo>
                  <a:lnTo>
                    <a:pt x="7342" y="2425"/>
                  </a:lnTo>
                  <a:lnTo>
                    <a:pt x="10051" y="2700"/>
                  </a:lnTo>
                  <a:lnTo>
                    <a:pt x="9612" y="8473"/>
                  </a:lnTo>
                  <a:lnTo>
                    <a:pt x="7905" y="13881"/>
                  </a:lnTo>
                  <a:lnTo>
                    <a:pt x="5364" y="15980"/>
                  </a:lnTo>
                  <a:lnTo>
                    <a:pt x="4217" y="14800"/>
                  </a:lnTo>
                  <a:lnTo>
                    <a:pt x="1433" y="14283"/>
                  </a:lnTo>
                  <a:lnTo>
                    <a:pt x="1478" y="10788"/>
                  </a:lnTo>
                  <a:lnTo>
                    <a:pt x="2337" y="10754"/>
                  </a:lnTo>
                  <a:lnTo>
                    <a:pt x="2666" y="9365"/>
                  </a:lnTo>
                  <a:lnTo>
                    <a:pt x="177" y="7040"/>
                  </a:lnTo>
                  <a:lnTo>
                    <a:pt x="1364" y="6244"/>
                  </a:lnTo>
                  <a:lnTo>
                    <a:pt x="1200" y="3613"/>
                  </a:lnTo>
                  <a:lnTo>
                    <a:pt x="388" y="3218"/>
                  </a:lnTo>
                  <a:lnTo>
                    <a:pt x="0" y="725"/>
                  </a:lnTo>
                  <a:lnTo>
                    <a:pt x="13" y="3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h263"/>
            <p:cNvSpPr/>
            <p:nvPr/>
          </p:nvSpPr>
          <p:spPr>
            <a:xfrm>
              <a:off x="3207911" y="3173959"/>
              <a:ext cx="18539" cy="14157"/>
            </a:xfrm>
            <a:custGeom>
              <a:avLst/>
              <a:pathLst>
                <a:path w="18539" h="14157">
                  <a:moveTo>
                    <a:pt x="16752" y="5697"/>
                  </a:moveTo>
                  <a:lnTo>
                    <a:pt x="18539" y="10092"/>
                  </a:lnTo>
                  <a:lnTo>
                    <a:pt x="16530" y="10632"/>
                  </a:lnTo>
                  <a:lnTo>
                    <a:pt x="16416" y="12449"/>
                  </a:lnTo>
                  <a:lnTo>
                    <a:pt x="17357" y="13220"/>
                  </a:lnTo>
                  <a:lnTo>
                    <a:pt x="16597" y="14157"/>
                  </a:lnTo>
                  <a:lnTo>
                    <a:pt x="13996" y="12449"/>
                  </a:lnTo>
                  <a:lnTo>
                    <a:pt x="11697" y="9410"/>
                  </a:lnTo>
                  <a:lnTo>
                    <a:pt x="10801" y="9445"/>
                  </a:lnTo>
                  <a:lnTo>
                    <a:pt x="10787" y="10136"/>
                  </a:lnTo>
                  <a:lnTo>
                    <a:pt x="2296" y="12191"/>
                  </a:lnTo>
                  <a:lnTo>
                    <a:pt x="55" y="10895"/>
                  </a:lnTo>
                  <a:lnTo>
                    <a:pt x="0" y="9129"/>
                  </a:lnTo>
                  <a:lnTo>
                    <a:pt x="2234" y="6731"/>
                  </a:lnTo>
                  <a:lnTo>
                    <a:pt x="1712" y="4881"/>
                  </a:lnTo>
                  <a:lnTo>
                    <a:pt x="2211" y="4173"/>
                  </a:lnTo>
                  <a:lnTo>
                    <a:pt x="4405" y="4699"/>
                  </a:lnTo>
                  <a:lnTo>
                    <a:pt x="9846" y="7724"/>
                  </a:lnTo>
                  <a:lnTo>
                    <a:pt x="9507" y="5396"/>
                  </a:lnTo>
                  <a:lnTo>
                    <a:pt x="12903" y="5535"/>
                  </a:lnTo>
                  <a:lnTo>
                    <a:pt x="1489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h264"/>
            <p:cNvSpPr/>
            <p:nvPr/>
          </p:nvSpPr>
          <p:spPr>
            <a:xfrm>
              <a:off x="3190411" y="3170572"/>
              <a:ext cx="19733" cy="17252"/>
            </a:xfrm>
            <a:custGeom>
              <a:avLst/>
              <a:pathLst>
                <a:path w="19733" h="17252">
                  <a:moveTo>
                    <a:pt x="2262" y="62"/>
                  </a:moveTo>
                  <a:lnTo>
                    <a:pt x="2669" y="1307"/>
                  </a:lnTo>
                  <a:lnTo>
                    <a:pt x="4798" y="1183"/>
                  </a:lnTo>
                  <a:lnTo>
                    <a:pt x="6655" y="2562"/>
                  </a:lnTo>
                  <a:lnTo>
                    <a:pt x="6936" y="3698"/>
                  </a:lnTo>
                  <a:lnTo>
                    <a:pt x="9570" y="5172"/>
                  </a:lnTo>
                  <a:lnTo>
                    <a:pt x="13163" y="5352"/>
                  </a:lnTo>
                  <a:lnTo>
                    <a:pt x="17690" y="3043"/>
                  </a:lnTo>
                  <a:lnTo>
                    <a:pt x="18656" y="2410"/>
                  </a:lnTo>
                  <a:lnTo>
                    <a:pt x="19407" y="3505"/>
                  </a:lnTo>
                  <a:lnTo>
                    <a:pt x="18621" y="7830"/>
                  </a:lnTo>
                  <a:lnTo>
                    <a:pt x="19212" y="8268"/>
                  </a:lnTo>
                  <a:lnTo>
                    <a:pt x="19733" y="10118"/>
                  </a:lnTo>
                  <a:lnTo>
                    <a:pt x="17499" y="12516"/>
                  </a:lnTo>
                  <a:lnTo>
                    <a:pt x="17554" y="14282"/>
                  </a:lnTo>
                  <a:lnTo>
                    <a:pt x="17323" y="15940"/>
                  </a:lnTo>
                  <a:lnTo>
                    <a:pt x="16313" y="16048"/>
                  </a:lnTo>
                  <a:lnTo>
                    <a:pt x="13961" y="16110"/>
                  </a:lnTo>
                  <a:lnTo>
                    <a:pt x="12109" y="14848"/>
                  </a:lnTo>
                  <a:lnTo>
                    <a:pt x="7037" y="17252"/>
                  </a:lnTo>
                  <a:lnTo>
                    <a:pt x="4750" y="16847"/>
                  </a:lnTo>
                  <a:lnTo>
                    <a:pt x="0" y="9346"/>
                  </a:lnTo>
                  <a:lnTo>
                    <a:pt x="2220" y="7704"/>
                  </a:lnTo>
                  <a:lnTo>
                    <a:pt x="3288" y="7759"/>
                  </a:lnTo>
                  <a:lnTo>
                    <a:pt x="206" y="2144"/>
                  </a:lnTo>
                  <a:lnTo>
                    <a:pt x="68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h265"/>
            <p:cNvSpPr/>
            <p:nvPr/>
          </p:nvSpPr>
          <p:spPr>
            <a:xfrm>
              <a:off x="3192593" y="3196366"/>
              <a:ext cx="19919" cy="16933"/>
            </a:xfrm>
            <a:custGeom>
              <a:avLst/>
              <a:pathLst>
                <a:path w="19919" h="16933">
                  <a:moveTo>
                    <a:pt x="9114" y="646"/>
                  </a:moveTo>
                  <a:lnTo>
                    <a:pt x="11112" y="2042"/>
                  </a:lnTo>
                  <a:lnTo>
                    <a:pt x="10117" y="4250"/>
                  </a:lnTo>
                  <a:lnTo>
                    <a:pt x="9983" y="6407"/>
                  </a:lnTo>
                  <a:lnTo>
                    <a:pt x="11217" y="7055"/>
                  </a:lnTo>
                  <a:lnTo>
                    <a:pt x="13871" y="6755"/>
                  </a:lnTo>
                  <a:lnTo>
                    <a:pt x="15027" y="5182"/>
                  </a:lnTo>
                  <a:lnTo>
                    <a:pt x="17568" y="4137"/>
                  </a:lnTo>
                  <a:lnTo>
                    <a:pt x="18172" y="5661"/>
                  </a:lnTo>
                  <a:lnTo>
                    <a:pt x="19919" y="8075"/>
                  </a:lnTo>
                  <a:lnTo>
                    <a:pt x="19036" y="11028"/>
                  </a:lnTo>
                  <a:lnTo>
                    <a:pt x="16339" y="12399"/>
                  </a:lnTo>
                  <a:lnTo>
                    <a:pt x="13927" y="15341"/>
                  </a:lnTo>
                  <a:lnTo>
                    <a:pt x="14536" y="16402"/>
                  </a:lnTo>
                  <a:lnTo>
                    <a:pt x="12434" y="16933"/>
                  </a:lnTo>
                  <a:lnTo>
                    <a:pt x="11481" y="15854"/>
                  </a:lnTo>
                  <a:lnTo>
                    <a:pt x="9009" y="16269"/>
                  </a:lnTo>
                  <a:lnTo>
                    <a:pt x="5538" y="10877"/>
                  </a:lnTo>
                  <a:lnTo>
                    <a:pt x="3491" y="8778"/>
                  </a:lnTo>
                  <a:lnTo>
                    <a:pt x="0" y="6830"/>
                  </a:lnTo>
                  <a:lnTo>
                    <a:pt x="1644" y="1776"/>
                  </a:lnTo>
                  <a:lnTo>
                    <a:pt x="1471" y="90"/>
                  </a:lnTo>
                  <a:lnTo>
                    <a:pt x="554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h266"/>
            <p:cNvSpPr/>
            <p:nvPr/>
          </p:nvSpPr>
          <p:spPr>
            <a:xfrm>
              <a:off x="3315903" y="3249475"/>
              <a:ext cx="105438" cy="66197"/>
            </a:xfrm>
            <a:custGeom>
              <a:avLst/>
              <a:pathLst>
                <a:path w="105438" h="66197">
                  <a:moveTo>
                    <a:pt x="17058" y="1430"/>
                  </a:moveTo>
                  <a:lnTo>
                    <a:pt x="19828" y="9328"/>
                  </a:lnTo>
                  <a:lnTo>
                    <a:pt x="28570" y="7921"/>
                  </a:lnTo>
                  <a:lnTo>
                    <a:pt x="29464" y="13999"/>
                  </a:lnTo>
                  <a:lnTo>
                    <a:pt x="36390" y="11396"/>
                  </a:lnTo>
                  <a:lnTo>
                    <a:pt x="40553" y="12588"/>
                  </a:lnTo>
                  <a:lnTo>
                    <a:pt x="44593" y="12565"/>
                  </a:lnTo>
                  <a:lnTo>
                    <a:pt x="47335" y="15006"/>
                  </a:lnTo>
                  <a:lnTo>
                    <a:pt x="45345" y="17204"/>
                  </a:lnTo>
                  <a:lnTo>
                    <a:pt x="47907" y="18854"/>
                  </a:lnTo>
                  <a:lnTo>
                    <a:pt x="49886" y="18525"/>
                  </a:lnTo>
                  <a:lnTo>
                    <a:pt x="53915" y="16219"/>
                  </a:lnTo>
                  <a:lnTo>
                    <a:pt x="55296" y="15017"/>
                  </a:lnTo>
                  <a:lnTo>
                    <a:pt x="56181" y="11741"/>
                  </a:lnTo>
                  <a:lnTo>
                    <a:pt x="58561" y="11452"/>
                  </a:lnTo>
                  <a:lnTo>
                    <a:pt x="60293" y="13344"/>
                  </a:lnTo>
                  <a:lnTo>
                    <a:pt x="64530" y="14491"/>
                  </a:lnTo>
                  <a:lnTo>
                    <a:pt x="65177" y="12520"/>
                  </a:lnTo>
                  <a:lnTo>
                    <a:pt x="67284" y="12464"/>
                  </a:lnTo>
                  <a:lnTo>
                    <a:pt x="68115" y="13350"/>
                  </a:lnTo>
                  <a:lnTo>
                    <a:pt x="68900" y="15622"/>
                  </a:lnTo>
                  <a:lnTo>
                    <a:pt x="68501" y="17411"/>
                  </a:lnTo>
                  <a:lnTo>
                    <a:pt x="69356" y="18566"/>
                  </a:lnTo>
                  <a:lnTo>
                    <a:pt x="74210" y="15197"/>
                  </a:lnTo>
                  <a:lnTo>
                    <a:pt x="77440" y="16835"/>
                  </a:lnTo>
                  <a:lnTo>
                    <a:pt x="79379" y="15140"/>
                  </a:lnTo>
                  <a:lnTo>
                    <a:pt x="79538" y="13221"/>
                  </a:lnTo>
                  <a:lnTo>
                    <a:pt x="83265" y="14387"/>
                  </a:lnTo>
                  <a:lnTo>
                    <a:pt x="86037" y="17233"/>
                  </a:lnTo>
                  <a:lnTo>
                    <a:pt x="84839" y="20412"/>
                  </a:lnTo>
                  <a:lnTo>
                    <a:pt x="86285" y="24966"/>
                  </a:lnTo>
                  <a:lnTo>
                    <a:pt x="88159" y="27199"/>
                  </a:lnTo>
                  <a:lnTo>
                    <a:pt x="91995" y="28890"/>
                  </a:lnTo>
                  <a:lnTo>
                    <a:pt x="94919" y="26768"/>
                  </a:lnTo>
                  <a:lnTo>
                    <a:pt x="97264" y="26658"/>
                  </a:lnTo>
                  <a:lnTo>
                    <a:pt x="99289" y="30814"/>
                  </a:lnTo>
                  <a:lnTo>
                    <a:pt x="98657" y="34514"/>
                  </a:lnTo>
                  <a:lnTo>
                    <a:pt x="99210" y="35483"/>
                  </a:lnTo>
                  <a:lnTo>
                    <a:pt x="102638" y="36956"/>
                  </a:lnTo>
                  <a:lnTo>
                    <a:pt x="96519" y="40221"/>
                  </a:lnTo>
                  <a:lnTo>
                    <a:pt x="95110" y="45759"/>
                  </a:lnTo>
                  <a:lnTo>
                    <a:pt x="93014" y="44152"/>
                  </a:lnTo>
                  <a:lnTo>
                    <a:pt x="93209" y="47926"/>
                  </a:lnTo>
                  <a:lnTo>
                    <a:pt x="96039" y="51015"/>
                  </a:lnTo>
                  <a:lnTo>
                    <a:pt x="99132" y="51325"/>
                  </a:lnTo>
                  <a:lnTo>
                    <a:pt x="99554" y="54686"/>
                  </a:lnTo>
                  <a:lnTo>
                    <a:pt x="97984" y="57243"/>
                  </a:lnTo>
                  <a:lnTo>
                    <a:pt x="99988" y="59727"/>
                  </a:lnTo>
                  <a:lnTo>
                    <a:pt x="104201" y="61546"/>
                  </a:lnTo>
                  <a:lnTo>
                    <a:pt x="105438" y="65464"/>
                  </a:lnTo>
                  <a:lnTo>
                    <a:pt x="95608" y="66197"/>
                  </a:lnTo>
                  <a:lnTo>
                    <a:pt x="92309" y="62526"/>
                  </a:lnTo>
                  <a:lnTo>
                    <a:pt x="84398" y="62753"/>
                  </a:lnTo>
                  <a:lnTo>
                    <a:pt x="81268" y="59724"/>
                  </a:lnTo>
                  <a:lnTo>
                    <a:pt x="79611" y="59406"/>
                  </a:lnTo>
                  <a:lnTo>
                    <a:pt x="81046" y="58182"/>
                  </a:lnTo>
                  <a:lnTo>
                    <a:pt x="80289" y="56568"/>
                  </a:lnTo>
                  <a:lnTo>
                    <a:pt x="66837" y="51150"/>
                  </a:lnTo>
                  <a:lnTo>
                    <a:pt x="65399" y="48770"/>
                  </a:lnTo>
                  <a:lnTo>
                    <a:pt x="58864" y="45645"/>
                  </a:lnTo>
                  <a:lnTo>
                    <a:pt x="53699" y="46147"/>
                  </a:lnTo>
                  <a:lnTo>
                    <a:pt x="52499" y="47378"/>
                  </a:lnTo>
                  <a:lnTo>
                    <a:pt x="52324" y="51604"/>
                  </a:lnTo>
                  <a:lnTo>
                    <a:pt x="48164" y="53300"/>
                  </a:lnTo>
                  <a:lnTo>
                    <a:pt x="43997" y="50488"/>
                  </a:lnTo>
                  <a:lnTo>
                    <a:pt x="42527" y="52191"/>
                  </a:lnTo>
                  <a:lnTo>
                    <a:pt x="40480" y="51704"/>
                  </a:lnTo>
                  <a:lnTo>
                    <a:pt x="38963" y="49674"/>
                  </a:lnTo>
                  <a:lnTo>
                    <a:pt x="39212" y="48589"/>
                  </a:lnTo>
                  <a:lnTo>
                    <a:pt x="37475" y="47976"/>
                  </a:lnTo>
                  <a:lnTo>
                    <a:pt x="31375" y="47707"/>
                  </a:lnTo>
                  <a:lnTo>
                    <a:pt x="27449" y="48591"/>
                  </a:lnTo>
                  <a:lnTo>
                    <a:pt x="26571" y="44704"/>
                  </a:lnTo>
                  <a:lnTo>
                    <a:pt x="24769" y="44905"/>
                  </a:lnTo>
                  <a:lnTo>
                    <a:pt x="21956" y="46597"/>
                  </a:lnTo>
                  <a:lnTo>
                    <a:pt x="21011" y="48312"/>
                  </a:lnTo>
                  <a:lnTo>
                    <a:pt x="19694" y="46678"/>
                  </a:lnTo>
                  <a:lnTo>
                    <a:pt x="16794" y="45413"/>
                  </a:lnTo>
                  <a:lnTo>
                    <a:pt x="16859" y="40919"/>
                  </a:lnTo>
                  <a:lnTo>
                    <a:pt x="15933" y="38432"/>
                  </a:lnTo>
                  <a:lnTo>
                    <a:pt x="14344" y="36796"/>
                  </a:lnTo>
                  <a:lnTo>
                    <a:pt x="10845" y="33619"/>
                  </a:lnTo>
                  <a:lnTo>
                    <a:pt x="2970" y="30994"/>
                  </a:lnTo>
                  <a:lnTo>
                    <a:pt x="0" y="27661"/>
                  </a:lnTo>
                  <a:lnTo>
                    <a:pt x="130" y="22718"/>
                  </a:lnTo>
                  <a:lnTo>
                    <a:pt x="985" y="22167"/>
                  </a:lnTo>
                  <a:lnTo>
                    <a:pt x="2783" y="15981"/>
                  </a:lnTo>
                  <a:lnTo>
                    <a:pt x="1925" y="5972"/>
                  </a:lnTo>
                  <a:lnTo>
                    <a:pt x="2778" y="4481"/>
                  </a:lnTo>
                  <a:lnTo>
                    <a:pt x="5933" y="1503"/>
                  </a:lnTo>
                  <a:lnTo>
                    <a:pt x="7929" y="1095"/>
                  </a:lnTo>
                  <a:lnTo>
                    <a:pt x="11919" y="2092"/>
                  </a:lnTo>
                  <a:lnTo>
                    <a:pt x="14365" y="1398"/>
                  </a:lnTo>
                  <a:lnTo>
                    <a:pt x="15411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h267"/>
            <p:cNvSpPr/>
            <p:nvPr/>
          </p:nvSpPr>
          <p:spPr>
            <a:xfrm>
              <a:off x="3251054" y="3205920"/>
              <a:ext cx="31559" cy="24509"/>
            </a:xfrm>
            <a:custGeom>
              <a:avLst/>
              <a:pathLst>
                <a:path w="31559" h="24509">
                  <a:moveTo>
                    <a:pt x="23414" y="2448"/>
                  </a:moveTo>
                  <a:lnTo>
                    <a:pt x="21964" y="6539"/>
                  </a:lnTo>
                  <a:lnTo>
                    <a:pt x="25049" y="11615"/>
                  </a:lnTo>
                  <a:lnTo>
                    <a:pt x="30170" y="10649"/>
                  </a:lnTo>
                  <a:lnTo>
                    <a:pt x="31151" y="9607"/>
                  </a:lnTo>
                  <a:lnTo>
                    <a:pt x="29044" y="12451"/>
                  </a:lnTo>
                  <a:lnTo>
                    <a:pt x="29691" y="14406"/>
                  </a:lnTo>
                  <a:lnTo>
                    <a:pt x="31559" y="16360"/>
                  </a:lnTo>
                  <a:lnTo>
                    <a:pt x="28499" y="15892"/>
                  </a:lnTo>
                  <a:lnTo>
                    <a:pt x="26199" y="16444"/>
                  </a:lnTo>
                  <a:lnTo>
                    <a:pt x="22871" y="20521"/>
                  </a:lnTo>
                  <a:lnTo>
                    <a:pt x="22888" y="21758"/>
                  </a:lnTo>
                  <a:lnTo>
                    <a:pt x="21680" y="20384"/>
                  </a:lnTo>
                  <a:lnTo>
                    <a:pt x="16801" y="20640"/>
                  </a:lnTo>
                  <a:lnTo>
                    <a:pt x="13216" y="24509"/>
                  </a:lnTo>
                  <a:lnTo>
                    <a:pt x="10600" y="23526"/>
                  </a:lnTo>
                  <a:lnTo>
                    <a:pt x="9335" y="24024"/>
                  </a:lnTo>
                  <a:lnTo>
                    <a:pt x="5126" y="23448"/>
                  </a:lnTo>
                  <a:lnTo>
                    <a:pt x="5577" y="21272"/>
                  </a:lnTo>
                  <a:lnTo>
                    <a:pt x="4287" y="18827"/>
                  </a:lnTo>
                  <a:lnTo>
                    <a:pt x="1995" y="17600"/>
                  </a:lnTo>
                  <a:lnTo>
                    <a:pt x="1327" y="15257"/>
                  </a:lnTo>
                  <a:lnTo>
                    <a:pt x="1903" y="13007"/>
                  </a:lnTo>
                  <a:lnTo>
                    <a:pt x="120" y="12209"/>
                  </a:lnTo>
                  <a:lnTo>
                    <a:pt x="0" y="12006"/>
                  </a:lnTo>
                  <a:lnTo>
                    <a:pt x="3297" y="11062"/>
                  </a:lnTo>
                  <a:lnTo>
                    <a:pt x="6411" y="11868"/>
                  </a:lnTo>
                  <a:lnTo>
                    <a:pt x="6265" y="14034"/>
                  </a:lnTo>
                  <a:lnTo>
                    <a:pt x="12784" y="15030"/>
                  </a:lnTo>
                  <a:lnTo>
                    <a:pt x="17180" y="13795"/>
                  </a:lnTo>
                  <a:lnTo>
                    <a:pt x="18921" y="12144"/>
                  </a:lnTo>
                  <a:lnTo>
                    <a:pt x="17414" y="7141"/>
                  </a:lnTo>
                  <a:lnTo>
                    <a:pt x="1836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h268"/>
            <p:cNvSpPr/>
            <p:nvPr/>
          </p:nvSpPr>
          <p:spPr>
            <a:xfrm>
              <a:off x="3275299" y="3298600"/>
              <a:ext cx="47751" cy="44365"/>
            </a:xfrm>
            <a:custGeom>
              <a:avLst/>
              <a:pathLst>
                <a:path w="47751" h="44365">
                  <a:moveTo>
                    <a:pt x="26271" y="0"/>
                  </a:moveTo>
                  <a:lnTo>
                    <a:pt x="27323" y="504"/>
                  </a:lnTo>
                  <a:lnTo>
                    <a:pt x="28541" y="2507"/>
                  </a:lnTo>
                  <a:lnTo>
                    <a:pt x="27504" y="3830"/>
                  </a:lnTo>
                  <a:lnTo>
                    <a:pt x="28089" y="6557"/>
                  </a:lnTo>
                  <a:lnTo>
                    <a:pt x="31775" y="9555"/>
                  </a:lnTo>
                  <a:lnTo>
                    <a:pt x="30924" y="11210"/>
                  </a:lnTo>
                  <a:lnTo>
                    <a:pt x="28472" y="11292"/>
                  </a:lnTo>
                  <a:lnTo>
                    <a:pt x="26501" y="12932"/>
                  </a:lnTo>
                  <a:lnTo>
                    <a:pt x="25831" y="15985"/>
                  </a:lnTo>
                  <a:lnTo>
                    <a:pt x="29189" y="16155"/>
                  </a:lnTo>
                  <a:lnTo>
                    <a:pt x="32688" y="18473"/>
                  </a:lnTo>
                  <a:lnTo>
                    <a:pt x="30887" y="20231"/>
                  </a:lnTo>
                  <a:lnTo>
                    <a:pt x="27826" y="21018"/>
                  </a:lnTo>
                  <a:lnTo>
                    <a:pt x="26500" y="26315"/>
                  </a:lnTo>
                  <a:lnTo>
                    <a:pt x="27810" y="30240"/>
                  </a:lnTo>
                  <a:lnTo>
                    <a:pt x="34829" y="35113"/>
                  </a:lnTo>
                  <a:lnTo>
                    <a:pt x="43990" y="38864"/>
                  </a:lnTo>
                  <a:lnTo>
                    <a:pt x="46247" y="40375"/>
                  </a:lnTo>
                  <a:lnTo>
                    <a:pt x="47751" y="42045"/>
                  </a:lnTo>
                  <a:lnTo>
                    <a:pt x="45029" y="44365"/>
                  </a:lnTo>
                  <a:lnTo>
                    <a:pt x="43678" y="42011"/>
                  </a:lnTo>
                  <a:lnTo>
                    <a:pt x="39370" y="41504"/>
                  </a:lnTo>
                  <a:lnTo>
                    <a:pt x="33081" y="42742"/>
                  </a:lnTo>
                  <a:lnTo>
                    <a:pt x="26400" y="40317"/>
                  </a:lnTo>
                  <a:lnTo>
                    <a:pt x="27880" y="38432"/>
                  </a:lnTo>
                  <a:lnTo>
                    <a:pt x="30313" y="38048"/>
                  </a:lnTo>
                  <a:lnTo>
                    <a:pt x="27442" y="34985"/>
                  </a:lnTo>
                  <a:lnTo>
                    <a:pt x="16390" y="32500"/>
                  </a:lnTo>
                  <a:lnTo>
                    <a:pt x="4397" y="27514"/>
                  </a:lnTo>
                  <a:lnTo>
                    <a:pt x="2656" y="26246"/>
                  </a:lnTo>
                  <a:lnTo>
                    <a:pt x="0" y="22247"/>
                  </a:lnTo>
                  <a:lnTo>
                    <a:pt x="8651" y="18838"/>
                  </a:lnTo>
                  <a:lnTo>
                    <a:pt x="8626" y="17800"/>
                  </a:lnTo>
                  <a:lnTo>
                    <a:pt x="11599" y="9394"/>
                  </a:lnTo>
                  <a:lnTo>
                    <a:pt x="15587" y="2842"/>
                  </a:lnTo>
                  <a:lnTo>
                    <a:pt x="17778" y="3040"/>
                  </a:lnTo>
                  <a:lnTo>
                    <a:pt x="19656" y="1223"/>
                  </a:lnTo>
                  <a:lnTo>
                    <a:pt x="20472" y="199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h269"/>
            <p:cNvSpPr/>
            <p:nvPr/>
          </p:nvSpPr>
          <p:spPr>
            <a:xfrm>
              <a:off x="3206255" y="3160480"/>
              <a:ext cx="16638" cy="21202"/>
            </a:xfrm>
            <a:custGeom>
              <a:avLst/>
              <a:pathLst>
                <a:path w="16638" h="21202">
                  <a:moveTo>
                    <a:pt x="14500" y="9194"/>
                  </a:moveTo>
                  <a:lnTo>
                    <a:pt x="14350" y="10943"/>
                  </a:lnTo>
                  <a:lnTo>
                    <a:pt x="13398" y="12252"/>
                  </a:lnTo>
                  <a:lnTo>
                    <a:pt x="15194" y="13159"/>
                  </a:lnTo>
                  <a:lnTo>
                    <a:pt x="16638" y="12637"/>
                  </a:lnTo>
                  <a:lnTo>
                    <a:pt x="16550" y="13478"/>
                  </a:lnTo>
                  <a:lnTo>
                    <a:pt x="14558" y="19014"/>
                  </a:lnTo>
                  <a:lnTo>
                    <a:pt x="11163" y="18875"/>
                  </a:lnTo>
                  <a:lnTo>
                    <a:pt x="11501" y="21202"/>
                  </a:lnTo>
                  <a:lnTo>
                    <a:pt x="6060" y="18178"/>
                  </a:lnTo>
                  <a:lnTo>
                    <a:pt x="3867" y="17651"/>
                  </a:lnTo>
                  <a:lnTo>
                    <a:pt x="3368" y="18360"/>
                  </a:lnTo>
                  <a:lnTo>
                    <a:pt x="2777" y="17922"/>
                  </a:lnTo>
                  <a:lnTo>
                    <a:pt x="3563" y="13596"/>
                  </a:lnTo>
                  <a:lnTo>
                    <a:pt x="2811" y="12501"/>
                  </a:lnTo>
                  <a:lnTo>
                    <a:pt x="1845" y="13135"/>
                  </a:lnTo>
                  <a:lnTo>
                    <a:pt x="0" y="9640"/>
                  </a:lnTo>
                  <a:lnTo>
                    <a:pt x="1869" y="7868"/>
                  </a:lnTo>
                  <a:lnTo>
                    <a:pt x="2472" y="5188"/>
                  </a:lnTo>
                  <a:lnTo>
                    <a:pt x="2428" y="2840"/>
                  </a:lnTo>
                  <a:lnTo>
                    <a:pt x="935" y="1826"/>
                  </a:lnTo>
                  <a:lnTo>
                    <a:pt x="3192" y="605"/>
                  </a:lnTo>
                  <a:lnTo>
                    <a:pt x="411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h270"/>
            <p:cNvSpPr/>
            <p:nvPr/>
          </p:nvSpPr>
          <p:spPr>
            <a:xfrm>
              <a:off x="3296718" y="3423549"/>
              <a:ext cx="31748" cy="74073"/>
            </a:xfrm>
            <a:custGeom>
              <a:avLst/>
              <a:pathLst>
                <a:path w="31748" h="74073">
                  <a:moveTo>
                    <a:pt x="31748" y="3001"/>
                  </a:moveTo>
                  <a:lnTo>
                    <a:pt x="30064" y="8499"/>
                  </a:lnTo>
                  <a:lnTo>
                    <a:pt x="27567" y="11933"/>
                  </a:lnTo>
                  <a:lnTo>
                    <a:pt x="25639" y="22168"/>
                  </a:lnTo>
                  <a:lnTo>
                    <a:pt x="26022" y="23682"/>
                  </a:lnTo>
                  <a:lnTo>
                    <a:pt x="30478" y="23959"/>
                  </a:lnTo>
                  <a:lnTo>
                    <a:pt x="30526" y="28119"/>
                  </a:lnTo>
                  <a:lnTo>
                    <a:pt x="28223" y="28407"/>
                  </a:lnTo>
                  <a:lnTo>
                    <a:pt x="27765" y="32041"/>
                  </a:lnTo>
                  <a:lnTo>
                    <a:pt x="24055" y="44491"/>
                  </a:lnTo>
                  <a:lnTo>
                    <a:pt x="23661" y="54437"/>
                  </a:lnTo>
                  <a:lnTo>
                    <a:pt x="23421" y="61384"/>
                  </a:lnTo>
                  <a:lnTo>
                    <a:pt x="20847" y="69228"/>
                  </a:lnTo>
                  <a:lnTo>
                    <a:pt x="18243" y="74073"/>
                  </a:lnTo>
                  <a:lnTo>
                    <a:pt x="0" y="58536"/>
                  </a:lnTo>
                  <a:lnTo>
                    <a:pt x="1309" y="58735"/>
                  </a:lnTo>
                  <a:lnTo>
                    <a:pt x="3149" y="57929"/>
                  </a:lnTo>
                  <a:lnTo>
                    <a:pt x="7767" y="51601"/>
                  </a:lnTo>
                  <a:lnTo>
                    <a:pt x="7993" y="39961"/>
                  </a:lnTo>
                  <a:lnTo>
                    <a:pt x="4524" y="38295"/>
                  </a:lnTo>
                  <a:lnTo>
                    <a:pt x="2635" y="34787"/>
                  </a:lnTo>
                  <a:lnTo>
                    <a:pt x="4274" y="33689"/>
                  </a:lnTo>
                  <a:lnTo>
                    <a:pt x="5684" y="34749"/>
                  </a:lnTo>
                  <a:lnTo>
                    <a:pt x="5646" y="35686"/>
                  </a:lnTo>
                  <a:lnTo>
                    <a:pt x="7787" y="35527"/>
                  </a:lnTo>
                  <a:lnTo>
                    <a:pt x="15751" y="32256"/>
                  </a:lnTo>
                  <a:lnTo>
                    <a:pt x="17368" y="30232"/>
                  </a:lnTo>
                  <a:lnTo>
                    <a:pt x="17167" y="28896"/>
                  </a:lnTo>
                  <a:lnTo>
                    <a:pt x="14579" y="24882"/>
                  </a:lnTo>
                  <a:lnTo>
                    <a:pt x="11430" y="23841"/>
                  </a:lnTo>
                  <a:lnTo>
                    <a:pt x="14751" y="19310"/>
                  </a:lnTo>
                  <a:lnTo>
                    <a:pt x="12757" y="15910"/>
                  </a:lnTo>
                  <a:lnTo>
                    <a:pt x="8614" y="15498"/>
                  </a:lnTo>
                  <a:lnTo>
                    <a:pt x="8215" y="13026"/>
                  </a:lnTo>
                  <a:lnTo>
                    <a:pt x="11884" y="5960"/>
                  </a:lnTo>
                  <a:lnTo>
                    <a:pt x="11855" y="4279"/>
                  </a:lnTo>
                  <a:lnTo>
                    <a:pt x="12390" y="188"/>
                  </a:lnTo>
                  <a:lnTo>
                    <a:pt x="14975" y="232"/>
                  </a:lnTo>
                  <a:lnTo>
                    <a:pt x="18426" y="1772"/>
                  </a:lnTo>
                  <a:lnTo>
                    <a:pt x="19665" y="4587"/>
                  </a:lnTo>
                  <a:lnTo>
                    <a:pt x="16668" y="4453"/>
                  </a:lnTo>
                  <a:lnTo>
                    <a:pt x="16632" y="6083"/>
                  </a:lnTo>
                  <a:lnTo>
                    <a:pt x="17723" y="8175"/>
                  </a:lnTo>
                  <a:lnTo>
                    <a:pt x="22482" y="5085"/>
                  </a:lnTo>
                  <a:lnTo>
                    <a:pt x="27140" y="843"/>
                  </a:lnTo>
                  <a:lnTo>
                    <a:pt x="29074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h271"/>
            <p:cNvSpPr/>
            <p:nvPr/>
          </p:nvSpPr>
          <p:spPr>
            <a:xfrm>
              <a:off x="3165542" y="3136281"/>
              <a:ext cx="47556" cy="43636"/>
            </a:xfrm>
            <a:custGeom>
              <a:avLst/>
              <a:pathLst>
                <a:path w="47556" h="43636">
                  <a:moveTo>
                    <a:pt x="42624" y="458"/>
                  </a:moveTo>
                  <a:lnTo>
                    <a:pt x="41939" y="3389"/>
                  </a:lnTo>
                  <a:lnTo>
                    <a:pt x="42520" y="8373"/>
                  </a:lnTo>
                  <a:lnTo>
                    <a:pt x="43971" y="10410"/>
                  </a:lnTo>
                  <a:lnTo>
                    <a:pt x="45698" y="11049"/>
                  </a:lnTo>
                  <a:lnTo>
                    <a:pt x="47021" y="12457"/>
                  </a:lnTo>
                  <a:lnTo>
                    <a:pt x="47418" y="15479"/>
                  </a:lnTo>
                  <a:lnTo>
                    <a:pt x="47556" y="18326"/>
                  </a:lnTo>
                  <a:lnTo>
                    <a:pt x="44836" y="21920"/>
                  </a:lnTo>
                  <a:lnTo>
                    <a:pt x="42211" y="23229"/>
                  </a:lnTo>
                  <a:lnTo>
                    <a:pt x="37489" y="24328"/>
                  </a:lnTo>
                  <a:lnTo>
                    <a:pt x="31490" y="31944"/>
                  </a:lnTo>
                  <a:lnTo>
                    <a:pt x="29580" y="33322"/>
                  </a:lnTo>
                  <a:lnTo>
                    <a:pt x="29152" y="34852"/>
                  </a:lnTo>
                  <a:lnTo>
                    <a:pt x="29667" y="35473"/>
                  </a:lnTo>
                  <a:lnTo>
                    <a:pt x="27538" y="35597"/>
                  </a:lnTo>
                  <a:lnTo>
                    <a:pt x="27132" y="34352"/>
                  </a:lnTo>
                  <a:lnTo>
                    <a:pt x="25557" y="34290"/>
                  </a:lnTo>
                  <a:lnTo>
                    <a:pt x="25075" y="36434"/>
                  </a:lnTo>
                  <a:lnTo>
                    <a:pt x="28157" y="42049"/>
                  </a:lnTo>
                  <a:lnTo>
                    <a:pt x="27089" y="41994"/>
                  </a:lnTo>
                  <a:lnTo>
                    <a:pt x="24869" y="43636"/>
                  </a:lnTo>
                  <a:lnTo>
                    <a:pt x="23111" y="41752"/>
                  </a:lnTo>
                  <a:lnTo>
                    <a:pt x="23542" y="41176"/>
                  </a:lnTo>
                  <a:lnTo>
                    <a:pt x="21605" y="39510"/>
                  </a:lnTo>
                  <a:lnTo>
                    <a:pt x="20827" y="39753"/>
                  </a:lnTo>
                  <a:lnTo>
                    <a:pt x="19758" y="32926"/>
                  </a:lnTo>
                  <a:lnTo>
                    <a:pt x="20992" y="30607"/>
                  </a:lnTo>
                  <a:lnTo>
                    <a:pt x="26149" y="26035"/>
                  </a:lnTo>
                  <a:lnTo>
                    <a:pt x="25410" y="24528"/>
                  </a:lnTo>
                  <a:lnTo>
                    <a:pt x="23200" y="22855"/>
                  </a:lnTo>
                  <a:lnTo>
                    <a:pt x="21910" y="22689"/>
                  </a:lnTo>
                  <a:lnTo>
                    <a:pt x="21435" y="19284"/>
                  </a:lnTo>
                  <a:lnTo>
                    <a:pt x="19323" y="18523"/>
                  </a:lnTo>
                  <a:lnTo>
                    <a:pt x="17082" y="19437"/>
                  </a:lnTo>
                  <a:lnTo>
                    <a:pt x="15501" y="21759"/>
                  </a:lnTo>
                  <a:lnTo>
                    <a:pt x="12290" y="23437"/>
                  </a:lnTo>
                  <a:lnTo>
                    <a:pt x="11440" y="24111"/>
                  </a:lnTo>
                  <a:lnTo>
                    <a:pt x="5773" y="24502"/>
                  </a:lnTo>
                  <a:lnTo>
                    <a:pt x="4844" y="23021"/>
                  </a:lnTo>
                  <a:lnTo>
                    <a:pt x="5247" y="22248"/>
                  </a:lnTo>
                  <a:lnTo>
                    <a:pt x="6869" y="21917"/>
                  </a:lnTo>
                  <a:lnTo>
                    <a:pt x="6781" y="21152"/>
                  </a:lnTo>
                  <a:lnTo>
                    <a:pt x="4113" y="17512"/>
                  </a:lnTo>
                  <a:lnTo>
                    <a:pt x="1104" y="15802"/>
                  </a:lnTo>
                  <a:lnTo>
                    <a:pt x="0" y="13262"/>
                  </a:lnTo>
                  <a:lnTo>
                    <a:pt x="615" y="10682"/>
                  </a:lnTo>
                  <a:lnTo>
                    <a:pt x="3271" y="7523"/>
                  </a:lnTo>
                  <a:lnTo>
                    <a:pt x="6503" y="6890"/>
                  </a:lnTo>
                  <a:lnTo>
                    <a:pt x="5899" y="4883"/>
                  </a:lnTo>
                  <a:lnTo>
                    <a:pt x="7252" y="4362"/>
                  </a:lnTo>
                  <a:lnTo>
                    <a:pt x="9661" y="5293"/>
                  </a:lnTo>
                  <a:lnTo>
                    <a:pt x="16262" y="15201"/>
                  </a:lnTo>
                  <a:lnTo>
                    <a:pt x="18711" y="17220"/>
                  </a:lnTo>
                  <a:lnTo>
                    <a:pt x="20067" y="16566"/>
                  </a:lnTo>
                  <a:lnTo>
                    <a:pt x="21342" y="14425"/>
                  </a:lnTo>
                  <a:lnTo>
                    <a:pt x="23688" y="15771"/>
                  </a:lnTo>
                  <a:lnTo>
                    <a:pt x="27250" y="16088"/>
                  </a:lnTo>
                  <a:lnTo>
                    <a:pt x="29496" y="12926"/>
                  </a:lnTo>
                  <a:lnTo>
                    <a:pt x="33994" y="12760"/>
                  </a:lnTo>
                  <a:lnTo>
                    <a:pt x="38950" y="13880"/>
                  </a:lnTo>
                  <a:lnTo>
                    <a:pt x="38381" y="9478"/>
                  </a:lnTo>
                  <a:lnTo>
                    <a:pt x="37159" y="8979"/>
                  </a:lnTo>
                  <a:lnTo>
                    <a:pt x="39388" y="2046"/>
                  </a:lnTo>
                  <a:lnTo>
                    <a:pt x="4214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h272"/>
            <p:cNvSpPr/>
            <p:nvPr/>
          </p:nvSpPr>
          <p:spPr>
            <a:xfrm>
              <a:off x="3209247" y="3228576"/>
              <a:ext cx="35500" cy="72889"/>
            </a:xfrm>
            <a:custGeom>
              <a:avLst/>
              <a:pathLst>
                <a:path w="35500" h="72889">
                  <a:moveTo>
                    <a:pt x="16758" y="3758"/>
                  </a:moveTo>
                  <a:lnTo>
                    <a:pt x="15890" y="3332"/>
                  </a:lnTo>
                  <a:lnTo>
                    <a:pt x="11876" y="5423"/>
                  </a:lnTo>
                  <a:lnTo>
                    <a:pt x="13440" y="8236"/>
                  </a:lnTo>
                  <a:lnTo>
                    <a:pt x="12178" y="12730"/>
                  </a:lnTo>
                  <a:lnTo>
                    <a:pt x="9287" y="13994"/>
                  </a:lnTo>
                  <a:lnTo>
                    <a:pt x="7709" y="16777"/>
                  </a:lnTo>
                  <a:lnTo>
                    <a:pt x="8657" y="17686"/>
                  </a:lnTo>
                  <a:lnTo>
                    <a:pt x="11776" y="16312"/>
                  </a:lnTo>
                  <a:lnTo>
                    <a:pt x="22199" y="19806"/>
                  </a:lnTo>
                  <a:lnTo>
                    <a:pt x="23846" y="21004"/>
                  </a:lnTo>
                  <a:lnTo>
                    <a:pt x="24403" y="23908"/>
                  </a:lnTo>
                  <a:lnTo>
                    <a:pt x="23991" y="24685"/>
                  </a:lnTo>
                  <a:lnTo>
                    <a:pt x="26540" y="25754"/>
                  </a:lnTo>
                  <a:lnTo>
                    <a:pt x="26081" y="28217"/>
                  </a:lnTo>
                  <a:lnTo>
                    <a:pt x="28940" y="28910"/>
                  </a:lnTo>
                  <a:lnTo>
                    <a:pt x="28740" y="29827"/>
                  </a:lnTo>
                  <a:lnTo>
                    <a:pt x="21747" y="30654"/>
                  </a:lnTo>
                  <a:lnTo>
                    <a:pt x="20122" y="31897"/>
                  </a:lnTo>
                  <a:lnTo>
                    <a:pt x="16497" y="40026"/>
                  </a:lnTo>
                  <a:lnTo>
                    <a:pt x="16657" y="41993"/>
                  </a:lnTo>
                  <a:lnTo>
                    <a:pt x="18443" y="44785"/>
                  </a:lnTo>
                  <a:lnTo>
                    <a:pt x="18201" y="49301"/>
                  </a:lnTo>
                  <a:lnTo>
                    <a:pt x="18969" y="50616"/>
                  </a:lnTo>
                  <a:lnTo>
                    <a:pt x="20366" y="51190"/>
                  </a:lnTo>
                  <a:lnTo>
                    <a:pt x="26296" y="59868"/>
                  </a:lnTo>
                  <a:lnTo>
                    <a:pt x="28348" y="58905"/>
                  </a:lnTo>
                  <a:lnTo>
                    <a:pt x="32426" y="61961"/>
                  </a:lnTo>
                  <a:lnTo>
                    <a:pt x="35500" y="61819"/>
                  </a:lnTo>
                  <a:lnTo>
                    <a:pt x="35312" y="64013"/>
                  </a:lnTo>
                  <a:lnTo>
                    <a:pt x="30745" y="67460"/>
                  </a:lnTo>
                  <a:lnTo>
                    <a:pt x="28942" y="70014"/>
                  </a:lnTo>
                  <a:lnTo>
                    <a:pt x="29128" y="72889"/>
                  </a:lnTo>
                  <a:lnTo>
                    <a:pt x="26540" y="72785"/>
                  </a:lnTo>
                  <a:lnTo>
                    <a:pt x="25693" y="71656"/>
                  </a:lnTo>
                  <a:lnTo>
                    <a:pt x="25344" y="63883"/>
                  </a:lnTo>
                  <a:lnTo>
                    <a:pt x="19603" y="60228"/>
                  </a:lnTo>
                  <a:lnTo>
                    <a:pt x="17279" y="57734"/>
                  </a:lnTo>
                  <a:lnTo>
                    <a:pt x="7983" y="56318"/>
                  </a:lnTo>
                  <a:lnTo>
                    <a:pt x="2174" y="61701"/>
                  </a:lnTo>
                  <a:lnTo>
                    <a:pt x="1372" y="61261"/>
                  </a:lnTo>
                  <a:lnTo>
                    <a:pt x="2126" y="58948"/>
                  </a:lnTo>
                  <a:lnTo>
                    <a:pt x="6139" y="54635"/>
                  </a:lnTo>
                  <a:lnTo>
                    <a:pt x="6804" y="52911"/>
                  </a:lnTo>
                  <a:lnTo>
                    <a:pt x="0" y="50233"/>
                  </a:lnTo>
                  <a:lnTo>
                    <a:pt x="3384" y="48771"/>
                  </a:lnTo>
                  <a:lnTo>
                    <a:pt x="4679" y="43770"/>
                  </a:lnTo>
                  <a:lnTo>
                    <a:pt x="5079" y="37022"/>
                  </a:lnTo>
                  <a:lnTo>
                    <a:pt x="4322" y="29928"/>
                  </a:lnTo>
                  <a:lnTo>
                    <a:pt x="3278" y="28661"/>
                  </a:lnTo>
                  <a:lnTo>
                    <a:pt x="5644" y="29634"/>
                  </a:lnTo>
                  <a:lnTo>
                    <a:pt x="6882" y="28082"/>
                  </a:lnTo>
                  <a:lnTo>
                    <a:pt x="5916" y="19278"/>
                  </a:lnTo>
                  <a:lnTo>
                    <a:pt x="1845" y="14547"/>
                  </a:lnTo>
                  <a:lnTo>
                    <a:pt x="2218" y="9543"/>
                  </a:lnTo>
                  <a:lnTo>
                    <a:pt x="251" y="8924"/>
                  </a:lnTo>
                  <a:lnTo>
                    <a:pt x="5207" y="8207"/>
                  </a:lnTo>
                  <a:lnTo>
                    <a:pt x="6999" y="4925"/>
                  </a:lnTo>
                  <a:lnTo>
                    <a:pt x="2786" y="3689"/>
                  </a:lnTo>
                  <a:lnTo>
                    <a:pt x="2053" y="2219"/>
                  </a:lnTo>
                  <a:lnTo>
                    <a:pt x="2211" y="557"/>
                  </a:lnTo>
                  <a:lnTo>
                    <a:pt x="4723" y="796"/>
                  </a:lnTo>
                  <a:lnTo>
                    <a:pt x="6311" y="2422"/>
                  </a:lnTo>
                  <a:lnTo>
                    <a:pt x="1002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h273"/>
            <p:cNvSpPr/>
            <p:nvPr/>
          </p:nvSpPr>
          <p:spPr>
            <a:xfrm>
              <a:off x="3167231" y="3117821"/>
              <a:ext cx="43044" cy="35680"/>
            </a:xfrm>
            <a:custGeom>
              <a:avLst/>
              <a:pathLst>
                <a:path w="43044" h="35680">
                  <a:moveTo>
                    <a:pt x="39486" y="146"/>
                  </a:moveTo>
                  <a:lnTo>
                    <a:pt x="41296" y="1889"/>
                  </a:lnTo>
                  <a:lnTo>
                    <a:pt x="43044" y="5095"/>
                  </a:lnTo>
                  <a:lnTo>
                    <a:pt x="40792" y="8520"/>
                  </a:lnTo>
                  <a:lnTo>
                    <a:pt x="39757" y="8804"/>
                  </a:lnTo>
                  <a:lnTo>
                    <a:pt x="38524" y="14736"/>
                  </a:lnTo>
                  <a:lnTo>
                    <a:pt x="38902" y="15676"/>
                  </a:lnTo>
                  <a:lnTo>
                    <a:pt x="39912" y="15392"/>
                  </a:lnTo>
                  <a:lnTo>
                    <a:pt x="40607" y="16123"/>
                  </a:lnTo>
                  <a:lnTo>
                    <a:pt x="40457" y="18460"/>
                  </a:lnTo>
                  <a:lnTo>
                    <a:pt x="37699" y="20507"/>
                  </a:lnTo>
                  <a:lnTo>
                    <a:pt x="35470" y="27439"/>
                  </a:lnTo>
                  <a:lnTo>
                    <a:pt x="36692" y="27938"/>
                  </a:lnTo>
                  <a:lnTo>
                    <a:pt x="37261" y="32341"/>
                  </a:lnTo>
                  <a:lnTo>
                    <a:pt x="32305" y="31220"/>
                  </a:lnTo>
                  <a:lnTo>
                    <a:pt x="27807" y="31386"/>
                  </a:lnTo>
                  <a:lnTo>
                    <a:pt x="25561" y="34548"/>
                  </a:lnTo>
                  <a:lnTo>
                    <a:pt x="21999" y="34231"/>
                  </a:lnTo>
                  <a:lnTo>
                    <a:pt x="19653" y="32885"/>
                  </a:lnTo>
                  <a:lnTo>
                    <a:pt x="18378" y="35026"/>
                  </a:lnTo>
                  <a:lnTo>
                    <a:pt x="17022" y="35680"/>
                  </a:lnTo>
                  <a:lnTo>
                    <a:pt x="14573" y="33661"/>
                  </a:lnTo>
                  <a:lnTo>
                    <a:pt x="7972" y="23753"/>
                  </a:lnTo>
                  <a:lnTo>
                    <a:pt x="5563" y="22822"/>
                  </a:lnTo>
                  <a:lnTo>
                    <a:pt x="4210" y="23344"/>
                  </a:lnTo>
                  <a:lnTo>
                    <a:pt x="4740" y="21884"/>
                  </a:lnTo>
                  <a:lnTo>
                    <a:pt x="4573" y="17608"/>
                  </a:lnTo>
                  <a:lnTo>
                    <a:pt x="1203" y="13546"/>
                  </a:lnTo>
                  <a:lnTo>
                    <a:pt x="0" y="10645"/>
                  </a:lnTo>
                  <a:lnTo>
                    <a:pt x="449" y="10126"/>
                  </a:lnTo>
                  <a:lnTo>
                    <a:pt x="1774" y="11328"/>
                  </a:lnTo>
                  <a:lnTo>
                    <a:pt x="4469" y="11529"/>
                  </a:lnTo>
                  <a:lnTo>
                    <a:pt x="5314" y="8636"/>
                  </a:lnTo>
                  <a:lnTo>
                    <a:pt x="6197" y="4894"/>
                  </a:lnTo>
                  <a:lnTo>
                    <a:pt x="8417" y="5409"/>
                  </a:lnTo>
                  <a:lnTo>
                    <a:pt x="7866" y="7466"/>
                  </a:lnTo>
                  <a:lnTo>
                    <a:pt x="9678" y="9055"/>
                  </a:lnTo>
                  <a:lnTo>
                    <a:pt x="13322" y="9990"/>
                  </a:lnTo>
                  <a:lnTo>
                    <a:pt x="15581" y="7071"/>
                  </a:lnTo>
                  <a:lnTo>
                    <a:pt x="16594" y="8066"/>
                  </a:lnTo>
                  <a:lnTo>
                    <a:pt x="22487" y="9519"/>
                  </a:lnTo>
                  <a:lnTo>
                    <a:pt x="27788" y="8458"/>
                  </a:lnTo>
                  <a:lnTo>
                    <a:pt x="32426" y="6469"/>
                  </a:lnTo>
                  <a:lnTo>
                    <a:pt x="32632" y="3886"/>
                  </a:lnTo>
                  <a:lnTo>
                    <a:pt x="31025" y="2912"/>
                  </a:lnTo>
                  <a:lnTo>
                    <a:pt x="3244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h274"/>
            <p:cNvSpPr/>
            <p:nvPr/>
          </p:nvSpPr>
          <p:spPr>
            <a:xfrm>
              <a:off x="3113173" y="3239633"/>
              <a:ext cx="51841" cy="65338"/>
            </a:xfrm>
            <a:custGeom>
              <a:avLst/>
              <a:pathLst>
                <a:path w="51841" h="65338">
                  <a:moveTo>
                    <a:pt x="42932" y="0"/>
                  </a:moveTo>
                  <a:lnTo>
                    <a:pt x="44356" y="1824"/>
                  </a:lnTo>
                  <a:lnTo>
                    <a:pt x="45088" y="4611"/>
                  </a:lnTo>
                  <a:lnTo>
                    <a:pt x="43896" y="5738"/>
                  </a:lnTo>
                  <a:lnTo>
                    <a:pt x="43974" y="8321"/>
                  </a:lnTo>
                  <a:lnTo>
                    <a:pt x="45739" y="10631"/>
                  </a:lnTo>
                  <a:lnTo>
                    <a:pt x="45473" y="12928"/>
                  </a:lnTo>
                  <a:lnTo>
                    <a:pt x="43379" y="17123"/>
                  </a:lnTo>
                  <a:lnTo>
                    <a:pt x="44214" y="20955"/>
                  </a:lnTo>
                  <a:lnTo>
                    <a:pt x="51841" y="28823"/>
                  </a:lnTo>
                  <a:lnTo>
                    <a:pt x="51630" y="34339"/>
                  </a:lnTo>
                  <a:lnTo>
                    <a:pt x="50656" y="36745"/>
                  </a:lnTo>
                  <a:lnTo>
                    <a:pt x="48379" y="37936"/>
                  </a:lnTo>
                  <a:lnTo>
                    <a:pt x="47493" y="42158"/>
                  </a:lnTo>
                  <a:lnTo>
                    <a:pt x="47803" y="45315"/>
                  </a:lnTo>
                  <a:lnTo>
                    <a:pt x="49584" y="46100"/>
                  </a:lnTo>
                  <a:lnTo>
                    <a:pt x="49481" y="47877"/>
                  </a:lnTo>
                  <a:lnTo>
                    <a:pt x="48577" y="48375"/>
                  </a:lnTo>
                  <a:lnTo>
                    <a:pt x="46382" y="49491"/>
                  </a:lnTo>
                  <a:lnTo>
                    <a:pt x="42293" y="49808"/>
                  </a:lnTo>
                  <a:lnTo>
                    <a:pt x="44854" y="53699"/>
                  </a:lnTo>
                  <a:lnTo>
                    <a:pt x="42900" y="54183"/>
                  </a:lnTo>
                  <a:lnTo>
                    <a:pt x="40138" y="53569"/>
                  </a:lnTo>
                  <a:lnTo>
                    <a:pt x="38658" y="54468"/>
                  </a:lnTo>
                  <a:lnTo>
                    <a:pt x="35768" y="58364"/>
                  </a:lnTo>
                  <a:lnTo>
                    <a:pt x="34478" y="61326"/>
                  </a:lnTo>
                  <a:lnTo>
                    <a:pt x="30674" y="65198"/>
                  </a:lnTo>
                  <a:lnTo>
                    <a:pt x="23333" y="65338"/>
                  </a:lnTo>
                  <a:lnTo>
                    <a:pt x="22735" y="63862"/>
                  </a:lnTo>
                  <a:lnTo>
                    <a:pt x="17938" y="62045"/>
                  </a:lnTo>
                  <a:lnTo>
                    <a:pt x="14685" y="62084"/>
                  </a:lnTo>
                  <a:lnTo>
                    <a:pt x="11851" y="63973"/>
                  </a:lnTo>
                  <a:lnTo>
                    <a:pt x="0" y="60172"/>
                  </a:lnTo>
                  <a:lnTo>
                    <a:pt x="2889" y="58969"/>
                  </a:lnTo>
                  <a:lnTo>
                    <a:pt x="547" y="54164"/>
                  </a:lnTo>
                  <a:lnTo>
                    <a:pt x="1287" y="51271"/>
                  </a:lnTo>
                  <a:lnTo>
                    <a:pt x="6208" y="50867"/>
                  </a:lnTo>
                  <a:lnTo>
                    <a:pt x="10804" y="45512"/>
                  </a:lnTo>
                  <a:lnTo>
                    <a:pt x="20800" y="42771"/>
                  </a:lnTo>
                  <a:lnTo>
                    <a:pt x="22969" y="34566"/>
                  </a:lnTo>
                  <a:lnTo>
                    <a:pt x="27252" y="28413"/>
                  </a:lnTo>
                  <a:lnTo>
                    <a:pt x="27568" y="23655"/>
                  </a:lnTo>
                  <a:lnTo>
                    <a:pt x="29517" y="19874"/>
                  </a:lnTo>
                  <a:lnTo>
                    <a:pt x="31837" y="10382"/>
                  </a:lnTo>
                  <a:lnTo>
                    <a:pt x="31779" y="7494"/>
                  </a:lnTo>
                  <a:lnTo>
                    <a:pt x="37926" y="6133"/>
                  </a:lnTo>
                  <a:lnTo>
                    <a:pt x="41758" y="469"/>
                  </a:lnTo>
                  <a:lnTo>
                    <a:pt x="40821" y="21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h275"/>
            <p:cNvSpPr/>
            <p:nvPr/>
          </p:nvSpPr>
          <p:spPr>
            <a:xfrm>
              <a:off x="3331780" y="3434397"/>
              <a:ext cx="9824" cy="14541"/>
            </a:xfrm>
            <a:custGeom>
              <a:avLst/>
              <a:pathLst>
                <a:path w="9824" h="14541">
                  <a:moveTo>
                    <a:pt x="9824" y="6985"/>
                  </a:moveTo>
                  <a:lnTo>
                    <a:pt x="8273" y="8155"/>
                  </a:lnTo>
                  <a:lnTo>
                    <a:pt x="8471" y="10222"/>
                  </a:lnTo>
                  <a:lnTo>
                    <a:pt x="7721" y="12168"/>
                  </a:lnTo>
                  <a:lnTo>
                    <a:pt x="5764" y="14541"/>
                  </a:lnTo>
                  <a:lnTo>
                    <a:pt x="1958" y="14405"/>
                  </a:lnTo>
                  <a:lnTo>
                    <a:pt x="0" y="9865"/>
                  </a:lnTo>
                  <a:lnTo>
                    <a:pt x="3422" y="5600"/>
                  </a:lnTo>
                  <a:lnTo>
                    <a:pt x="364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h276"/>
            <p:cNvSpPr/>
            <p:nvPr/>
          </p:nvSpPr>
          <p:spPr>
            <a:xfrm>
              <a:off x="3283146" y="3166102"/>
              <a:ext cx="36810" cy="21997"/>
            </a:xfrm>
            <a:custGeom>
              <a:avLst/>
              <a:pathLst>
                <a:path w="36810" h="21997">
                  <a:moveTo>
                    <a:pt x="7189" y="0"/>
                  </a:moveTo>
                  <a:lnTo>
                    <a:pt x="11589" y="3449"/>
                  </a:lnTo>
                  <a:lnTo>
                    <a:pt x="20702" y="3180"/>
                  </a:lnTo>
                  <a:lnTo>
                    <a:pt x="26814" y="5844"/>
                  </a:lnTo>
                  <a:lnTo>
                    <a:pt x="28088" y="9306"/>
                  </a:lnTo>
                  <a:lnTo>
                    <a:pt x="30380" y="11388"/>
                  </a:lnTo>
                  <a:lnTo>
                    <a:pt x="30897" y="11633"/>
                  </a:lnTo>
                  <a:lnTo>
                    <a:pt x="33382" y="8732"/>
                  </a:lnTo>
                  <a:lnTo>
                    <a:pt x="36810" y="11865"/>
                  </a:lnTo>
                  <a:lnTo>
                    <a:pt x="29718" y="20385"/>
                  </a:lnTo>
                  <a:lnTo>
                    <a:pt x="25738" y="17437"/>
                  </a:lnTo>
                  <a:lnTo>
                    <a:pt x="24079" y="19310"/>
                  </a:lnTo>
                  <a:lnTo>
                    <a:pt x="20569" y="15616"/>
                  </a:lnTo>
                  <a:lnTo>
                    <a:pt x="17510" y="19076"/>
                  </a:lnTo>
                  <a:lnTo>
                    <a:pt x="14473" y="16167"/>
                  </a:lnTo>
                  <a:lnTo>
                    <a:pt x="10160" y="16367"/>
                  </a:lnTo>
                  <a:lnTo>
                    <a:pt x="9624" y="17828"/>
                  </a:lnTo>
                  <a:lnTo>
                    <a:pt x="10073" y="20003"/>
                  </a:lnTo>
                  <a:lnTo>
                    <a:pt x="7302" y="21997"/>
                  </a:lnTo>
                  <a:lnTo>
                    <a:pt x="5792" y="20953"/>
                  </a:lnTo>
                  <a:lnTo>
                    <a:pt x="3704" y="16932"/>
                  </a:lnTo>
                  <a:lnTo>
                    <a:pt x="3667" y="11638"/>
                  </a:lnTo>
                  <a:lnTo>
                    <a:pt x="712" y="11520"/>
                  </a:lnTo>
                  <a:lnTo>
                    <a:pt x="0" y="1950"/>
                  </a:lnTo>
                  <a:lnTo>
                    <a:pt x="638" y="1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h277"/>
            <p:cNvSpPr/>
            <p:nvPr/>
          </p:nvSpPr>
          <p:spPr>
            <a:xfrm>
              <a:off x="3207754" y="3151760"/>
              <a:ext cx="15441" cy="21879"/>
            </a:xfrm>
            <a:custGeom>
              <a:avLst/>
              <a:pathLst>
                <a:path w="15441" h="21879">
                  <a:moveTo>
                    <a:pt x="8154" y="2096"/>
                  </a:moveTo>
                  <a:lnTo>
                    <a:pt x="9633" y="4176"/>
                  </a:lnTo>
                  <a:lnTo>
                    <a:pt x="13031" y="5831"/>
                  </a:lnTo>
                  <a:lnTo>
                    <a:pt x="15173" y="5656"/>
                  </a:lnTo>
                  <a:lnTo>
                    <a:pt x="12226" y="12849"/>
                  </a:lnTo>
                  <a:lnTo>
                    <a:pt x="15441" y="14921"/>
                  </a:lnTo>
                  <a:lnTo>
                    <a:pt x="15140" y="21357"/>
                  </a:lnTo>
                  <a:lnTo>
                    <a:pt x="13696" y="21879"/>
                  </a:lnTo>
                  <a:lnTo>
                    <a:pt x="11899" y="20971"/>
                  </a:lnTo>
                  <a:lnTo>
                    <a:pt x="12852" y="19663"/>
                  </a:lnTo>
                  <a:lnTo>
                    <a:pt x="13001" y="17913"/>
                  </a:lnTo>
                  <a:lnTo>
                    <a:pt x="2615" y="8719"/>
                  </a:lnTo>
                  <a:lnTo>
                    <a:pt x="1693" y="9325"/>
                  </a:lnTo>
                  <a:lnTo>
                    <a:pt x="0" y="7750"/>
                  </a:lnTo>
                  <a:lnTo>
                    <a:pt x="2625" y="6440"/>
                  </a:lnTo>
                  <a:lnTo>
                    <a:pt x="5344" y="2847"/>
                  </a:lnTo>
                  <a:lnTo>
                    <a:pt x="520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h278"/>
            <p:cNvSpPr/>
            <p:nvPr/>
          </p:nvSpPr>
          <p:spPr>
            <a:xfrm>
              <a:off x="3479338" y="3247108"/>
              <a:ext cx="44146" cy="63385"/>
            </a:xfrm>
            <a:custGeom>
              <a:avLst/>
              <a:pathLst>
                <a:path w="44146" h="63385">
                  <a:moveTo>
                    <a:pt x="7535" y="0"/>
                  </a:moveTo>
                  <a:lnTo>
                    <a:pt x="11138" y="334"/>
                  </a:lnTo>
                  <a:lnTo>
                    <a:pt x="9774" y="947"/>
                  </a:lnTo>
                  <a:lnTo>
                    <a:pt x="9926" y="1679"/>
                  </a:lnTo>
                  <a:lnTo>
                    <a:pt x="12506" y="1802"/>
                  </a:lnTo>
                  <a:lnTo>
                    <a:pt x="14166" y="9538"/>
                  </a:lnTo>
                  <a:lnTo>
                    <a:pt x="16952" y="12326"/>
                  </a:lnTo>
                  <a:lnTo>
                    <a:pt x="19353" y="13708"/>
                  </a:lnTo>
                  <a:lnTo>
                    <a:pt x="28551" y="13627"/>
                  </a:lnTo>
                  <a:lnTo>
                    <a:pt x="32802" y="14494"/>
                  </a:lnTo>
                  <a:lnTo>
                    <a:pt x="32414" y="18945"/>
                  </a:lnTo>
                  <a:lnTo>
                    <a:pt x="39746" y="18128"/>
                  </a:lnTo>
                  <a:lnTo>
                    <a:pt x="42052" y="20084"/>
                  </a:lnTo>
                  <a:lnTo>
                    <a:pt x="44146" y="23410"/>
                  </a:lnTo>
                  <a:lnTo>
                    <a:pt x="37680" y="44162"/>
                  </a:lnTo>
                  <a:lnTo>
                    <a:pt x="38457" y="47038"/>
                  </a:lnTo>
                  <a:lnTo>
                    <a:pt x="41585" y="52276"/>
                  </a:lnTo>
                  <a:lnTo>
                    <a:pt x="38949" y="54379"/>
                  </a:lnTo>
                  <a:lnTo>
                    <a:pt x="38600" y="56181"/>
                  </a:lnTo>
                  <a:lnTo>
                    <a:pt x="38916" y="58006"/>
                  </a:lnTo>
                  <a:lnTo>
                    <a:pt x="41255" y="57511"/>
                  </a:lnTo>
                  <a:lnTo>
                    <a:pt x="40810" y="60166"/>
                  </a:lnTo>
                  <a:lnTo>
                    <a:pt x="333" y="63385"/>
                  </a:lnTo>
                  <a:lnTo>
                    <a:pt x="0" y="54957"/>
                  </a:lnTo>
                  <a:lnTo>
                    <a:pt x="1832" y="52737"/>
                  </a:lnTo>
                  <a:lnTo>
                    <a:pt x="8260" y="50334"/>
                  </a:lnTo>
                  <a:lnTo>
                    <a:pt x="9737" y="50847"/>
                  </a:lnTo>
                  <a:lnTo>
                    <a:pt x="9144" y="57041"/>
                  </a:lnTo>
                  <a:lnTo>
                    <a:pt x="14475" y="56686"/>
                  </a:lnTo>
                  <a:lnTo>
                    <a:pt x="14356" y="54354"/>
                  </a:lnTo>
                  <a:lnTo>
                    <a:pt x="15784" y="53540"/>
                  </a:lnTo>
                  <a:lnTo>
                    <a:pt x="20304" y="53716"/>
                  </a:lnTo>
                  <a:lnTo>
                    <a:pt x="20564" y="56216"/>
                  </a:lnTo>
                  <a:lnTo>
                    <a:pt x="24605" y="55966"/>
                  </a:lnTo>
                  <a:lnTo>
                    <a:pt x="22394" y="48511"/>
                  </a:lnTo>
                  <a:lnTo>
                    <a:pt x="20135" y="48705"/>
                  </a:lnTo>
                  <a:lnTo>
                    <a:pt x="20098" y="50160"/>
                  </a:lnTo>
                  <a:lnTo>
                    <a:pt x="18627" y="50170"/>
                  </a:lnTo>
                  <a:lnTo>
                    <a:pt x="18133" y="41719"/>
                  </a:lnTo>
                  <a:lnTo>
                    <a:pt x="25717" y="39766"/>
                  </a:lnTo>
                  <a:lnTo>
                    <a:pt x="24999" y="33981"/>
                  </a:lnTo>
                  <a:lnTo>
                    <a:pt x="19148" y="33846"/>
                  </a:lnTo>
                  <a:lnTo>
                    <a:pt x="19267" y="29071"/>
                  </a:lnTo>
                  <a:lnTo>
                    <a:pt x="18054" y="27201"/>
                  </a:lnTo>
                  <a:lnTo>
                    <a:pt x="12375" y="26780"/>
                  </a:lnTo>
                  <a:lnTo>
                    <a:pt x="14296" y="24247"/>
                  </a:lnTo>
                  <a:lnTo>
                    <a:pt x="14275" y="18137"/>
                  </a:lnTo>
                  <a:lnTo>
                    <a:pt x="6676" y="19833"/>
                  </a:lnTo>
                  <a:lnTo>
                    <a:pt x="5965" y="18488"/>
                  </a:lnTo>
                  <a:lnTo>
                    <a:pt x="9476" y="16904"/>
                  </a:lnTo>
                  <a:lnTo>
                    <a:pt x="7480" y="15516"/>
                  </a:lnTo>
                  <a:lnTo>
                    <a:pt x="6189" y="12847"/>
                  </a:lnTo>
                  <a:lnTo>
                    <a:pt x="6924" y="12252"/>
                  </a:lnTo>
                  <a:lnTo>
                    <a:pt x="9187" y="13046"/>
                  </a:lnTo>
                  <a:lnTo>
                    <a:pt x="9639" y="12628"/>
                  </a:lnTo>
                  <a:lnTo>
                    <a:pt x="6557" y="3660"/>
                  </a:lnTo>
                  <a:lnTo>
                    <a:pt x="6888" y="99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h279"/>
            <p:cNvSpPr/>
            <p:nvPr/>
          </p:nvSpPr>
          <p:spPr>
            <a:xfrm>
              <a:off x="3245887" y="3265039"/>
              <a:ext cx="12059" cy="8765"/>
            </a:xfrm>
            <a:custGeom>
              <a:avLst/>
              <a:pathLst>
                <a:path w="12059" h="8765">
                  <a:moveTo>
                    <a:pt x="12059" y="913"/>
                  </a:moveTo>
                  <a:lnTo>
                    <a:pt x="10112" y="3307"/>
                  </a:lnTo>
                  <a:lnTo>
                    <a:pt x="9878" y="4819"/>
                  </a:lnTo>
                  <a:lnTo>
                    <a:pt x="11199" y="8765"/>
                  </a:lnTo>
                  <a:lnTo>
                    <a:pt x="4658" y="6920"/>
                  </a:lnTo>
                  <a:lnTo>
                    <a:pt x="4379" y="6025"/>
                  </a:lnTo>
                  <a:lnTo>
                    <a:pt x="3445" y="5857"/>
                  </a:lnTo>
                  <a:lnTo>
                    <a:pt x="2439" y="7406"/>
                  </a:lnTo>
                  <a:lnTo>
                    <a:pt x="1387" y="7518"/>
                  </a:lnTo>
                  <a:lnTo>
                    <a:pt x="227" y="7126"/>
                  </a:lnTo>
                  <a:lnTo>
                    <a:pt x="0" y="6205"/>
                  </a:lnTo>
                  <a:lnTo>
                    <a:pt x="4287" y="0"/>
                  </a:lnTo>
                  <a:lnTo>
                    <a:pt x="5320" y="36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h280"/>
            <p:cNvSpPr/>
            <p:nvPr/>
          </p:nvSpPr>
          <p:spPr>
            <a:xfrm>
              <a:off x="3196373" y="3212220"/>
              <a:ext cx="14793" cy="14217"/>
            </a:xfrm>
            <a:custGeom>
              <a:avLst/>
              <a:pathLst>
                <a:path w="14793" h="14217">
                  <a:moveTo>
                    <a:pt x="8654" y="1079"/>
                  </a:moveTo>
                  <a:lnTo>
                    <a:pt x="10756" y="548"/>
                  </a:lnTo>
                  <a:lnTo>
                    <a:pt x="14793" y="8354"/>
                  </a:lnTo>
                  <a:lnTo>
                    <a:pt x="14061" y="13144"/>
                  </a:lnTo>
                  <a:lnTo>
                    <a:pt x="13203" y="13668"/>
                  </a:lnTo>
                  <a:lnTo>
                    <a:pt x="12065" y="11745"/>
                  </a:lnTo>
                  <a:lnTo>
                    <a:pt x="10889" y="11696"/>
                  </a:lnTo>
                  <a:lnTo>
                    <a:pt x="9779" y="14217"/>
                  </a:lnTo>
                  <a:lnTo>
                    <a:pt x="1140" y="9899"/>
                  </a:lnTo>
                  <a:lnTo>
                    <a:pt x="0" y="6709"/>
                  </a:lnTo>
                  <a:lnTo>
                    <a:pt x="3944" y="4148"/>
                  </a:lnTo>
                  <a:lnTo>
                    <a:pt x="5229" y="415"/>
                  </a:lnTo>
                  <a:lnTo>
                    <a:pt x="770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h281"/>
            <p:cNvSpPr/>
            <p:nvPr/>
          </p:nvSpPr>
          <p:spPr>
            <a:xfrm>
              <a:off x="3210207" y="3184095"/>
              <a:ext cx="9855" cy="6314"/>
            </a:xfrm>
            <a:custGeom>
              <a:avLst/>
              <a:pathLst>
                <a:path w="9855" h="6314">
                  <a:moveTo>
                    <a:pt x="8879" y="2492"/>
                  </a:moveTo>
                  <a:lnTo>
                    <a:pt x="9691" y="2887"/>
                  </a:lnTo>
                  <a:lnTo>
                    <a:pt x="9855" y="5518"/>
                  </a:lnTo>
                  <a:lnTo>
                    <a:pt x="8669" y="6314"/>
                  </a:lnTo>
                  <a:lnTo>
                    <a:pt x="2251" y="6022"/>
                  </a:lnTo>
                  <a:lnTo>
                    <a:pt x="0" y="2055"/>
                  </a:lnTo>
                  <a:lnTo>
                    <a:pt x="849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h282"/>
            <p:cNvSpPr/>
            <p:nvPr/>
          </p:nvSpPr>
          <p:spPr>
            <a:xfrm>
              <a:off x="3211855" y="3190117"/>
              <a:ext cx="9510" cy="12059"/>
            </a:xfrm>
            <a:custGeom>
              <a:avLst/>
              <a:pathLst>
                <a:path w="9510" h="12059">
                  <a:moveTo>
                    <a:pt x="7021" y="292"/>
                  </a:moveTo>
                  <a:lnTo>
                    <a:pt x="9510" y="2617"/>
                  </a:lnTo>
                  <a:lnTo>
                    <a:pt x="9180" y="4006"/>
                  </a:lnTo>
                  <a:lnTo>
                    <a:pt x="8321" y="4040"/>
                  </a:lnTo>
                  <a:lnTo>
                    <a:pt x="8276" y="7535"/>
                  </a:lnTo>
                  <a:lnTo>
                    <a:pt x="8314" y="12059"/>
                  </a:lnTo>
                  <a:lnTo>
                    <a:pt x="5850" y="11834"/>
                  </a:lnTo>
                  <a:lnTo>
                    <a:pt x="1840" y="9167"/>
                  </a:lnTo>
                  <a:lnTo>
                    <a:pt x="0" y="6897"/>
                  </a:lnTo>
                  <a:lnTo>
                    <a:pt x="60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h283"/>
            <p:cNvSpPr/>
            <p:nvPr/>
          </p:nvSpPr>
          <p:spPr>
            <a:xfrm>
              <a:off x="3270713" y="3338918"/>
              <a:ext cx="49616" cy="37903"/>
            </a:xfrm>
            <a:custGeom>
              <a:avLst/>
              <a:pathLst>
                <a:path w="49616" h="37903">
                  <a:moveTo>
                    <a:pt x="37668" y="2424"/>
                  </a:moveTo>
                  <a:lnTo>
                    <a:pt x="43956" y="1187"/>
                  </a:lnTo>
                  <a:lnTo>
                    <a:pt x="48264" y="1693"/>
                  </a:lnTo>
                  <a:lnTo>
                    <a:pt x="49616" y="4048"/>
                  </a:lnTo>
                  <a:lnTo>
                    <a:pt x="48001" y="9503"/>
                  </a:lnTo>
                  <a:lnTo>
                    <a:pt x="48812" y="11997"/>
                  </a:lnTo>
                  <a:lnTo>
                    <a:pt x="45710" y="17299"/>
                  </a:lnTo>
                  <a:lnTo>
                    <a:pt x="44737" y="21983"/>
                  </a:lnTo>
                  <a:lnTo>
                    <a:pt x="46769" y="26575"/>
                  </a:lnTo>
                  <a:lnTo>
                    <a:pt x="46400" y="28933"/>
                  </a:lnTo>
                  <a:lnTo>
                    <a:pt x="44299" y="29158"/>
                  </a:lnTo>
                  <a:lnTo>
                    <a:pt x="42581" y="31271"/>
                  </a:lnTo>
                  <a:lnTo>
                    <a:pt x="39735" y="30825"/>
                  </a:lnTo>
                  <a:lnTo>
                    <a:pt x="36452" y="32298"/>
                  </a:lnTo>
                  <a:lnTo>
                    <a:pt x="35558" y="34055"/>
                  </a:lnTo>
                  <a:lnTo>
                    <a:pt x="25815" y="30669"/>
                  </a:lnTo>
                  <a:lnTo>
                    <a:pt x="24329" y="31944"/>
                  </a:lnTo>
                  <a:lnTo>
                    <a:pt x="24352" y="33457"/>
                  </a:lnTo>
                  <a:lnTo>
                    <a:pt x="23104" y="34986"/>
                  </a:lnTo>
                  <a:lnTo>
                    <a:pt x="17243" y="37903"/>
                  </a:lnTo>
                  <a:lnTo>
                    <a:pt x="15650" y="37053"/>
                  </a:lnTo>
                  <a:lnTo>
                    <a:pt x="11353" y="33960"/>
                  </a:lnTo>
                  <a:lnTo>
                    <a:pt x="11179" y="33283"/>
                  </a:lnTo>
                  <a:lnTo>
                    <a:pt x="13358" y="31224"/>
                  </a:lnTo>
                  <a:lnTo>
                    <a:pt x="12374" y="26086"/>
                  </a:lnTo>
                  <a:lnTo>
                    <a:pt x="5421" y="22872"/>
                  </a:lnTo>
                  <a:lnTo>
                    <a:pt x="3261" y="23895"/>
                  </a:lnTo>
                  <a:lnTo>
                    <a:pt x="1170" y="21863"/>
                  </a:lnTo>
                  <a:lnTo>
                    <a:pt x="655" y="20250"/>
                  </a:lnTo>
                  <a:lnTo>
                    <a:pt x="1465" y="15898"/>
                  </a:lnTo>
                  <a:lnTo>
                    <a:pt x="0" y="12432"/>
                  </a:lnTo>
                  <a:lnTo>
                    <a:pt x="1819" y="10803"/>
                  </a:lnTo>
                  <a:lnTo>
                    <a:pt x="6266" y="8714"/>
                  </a:lnTo>
                  <a:lnTo>
                    <a:pt x="9850" y="3410"/>
                  </a:lnTo>
                  <a:lnTo>
                    <a:pt x="13073" y="6239"/>
                  </a:lnTo>
                  <a:lnTo>
                    <a:pt x="18472" y="8668"/>
                  </a:lnTo>
                  <a:lnTo>
                    <a:pt x="26480" y="13593"/>
                  </a:lnTo>
                  <a:lnTo>
                    <a:pt x="28037" y="9592"/>
                  </a:lnTo>
                  <a:lnTo>
                    <a:pt x="25826" y="8316"/>
                  </a:lnTo>
                  <a:lnTo>
                    <a:pt x="28477" y="2567"/>
                  </a:lnTo>
                  <a:lnTo>
                    <a:pt x="3098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h284"/>
            <p:cNvSpPr/>
            <p:nvPr/>
          </p:nvSpPr>
          <p:spPr>
            <a:xfrm>
              <a:off x="3216956" y="3225125"/>
              <a:ext cx="24015" cy="29205"/>
            </a:xfrm>
            <a:custGeom>
              <a:avLst/>
              <a:pathLst>
                <a:path w="24015" h="29205">
                  <a:moveTo>
                    <a:pt x="22764" y="4033"/>
                  </a:moveTo>
                  <a:lnTo>
                    <a:pt x="22170" y="5919"/>
                  </a:lnTo>
                  <a:lnTo>
                    <a:pt x="22412" y="9656"/>
                  </a:lnTo>
                  <a:lnTo>
                    <a:pt x="23478" y="11613"/>
                  </a:lnTo>
                  <a:lnTo>
                    <a:pt x="23610" y="14039"/>
                  </a:lnTo>
                  <a:lnTo>
                    <a:pt x="22096" y="16247"/>
                  </a:lnTo>
                  <a:lnTo>
                    <a:pt x="24015" y="18326"/>
                  </a:lnTo>
                  <a:lnTo>
                    <a:pt x="21451" y="18571"/>
                  </a:lnTo>
                  <a:lnTo>
                    <a:pt x="17385" y="22603"/>
                  </a:lnTo>
                  <a:lnTo>
                    <a:pt x="19992" y="26161"/>
                  </a:lnTo>
                  <a:lnTo>
                    <a:pt x="18831" y="29205"/>
                  </a:lnTo>
                  <a:lnTo>
                    <a:pt x="16282" y="28136"/>
                  </a:lnTo>
                  <a:lnTo>
                    <a:pt x="16694" y="27359"/>
                  </a:lnTo>
                  <a:lnTo>
                    <a:pt x="16137" y="24455"/>
                  </a:lnTo>
                  <a:lnTo>
                    <a:pt x="14490" y="23257"/>
                  </a:lnTo>
                  <a:lnTo>
                    <a:pt x="4067" y="19764"/>
                  </a:lnTo>
                  <a:lnTo>
                    <a:pt x="947" y="21137"/>
                  </a:lnTo>
                  <a:lnTo>
                    <a:pt x="0" y="20229"/>
                  </a:lnTo>
                  <a:lnTo>
                    <a:pt x="1578" y="17445"/>
                  </a:lnTo>
                  <a:lnTo>
                    <a:pt x="4468" y="16181"/>
                  </a:lnTo>
                  <a:lnTo>
                    <a:pt x="5731" y="11687"/>
                  </a:lnTo>
                  <a:lnTo>
                    <a:pt x="4167" y="8874"/>
                  </a:lnTo>
                  <a:lnTo>
                    <a:pt x="8180" y="6783"/>
                  </a:lnTo>
                  <a:lnTo>
                    <a:pt x="9048" y="7209"/>
                  </a:lnTo>
                  <a:lnTo>
                    <a:pt x="10587" y="7814"/>
                  </a:lnTo>
                  <a:lnTo>
                    <a:pt x="13214" y="6034"/>
                  </a:lnTo>
                  <a:lnTo>
                    <a:pt x="13493" y="5700"/>
                  </a:lnTo>
                  <a:lnTo>
                    <a:pt x="12061" y="4834"/>
                  </a:lnTo>
                  <a:lnTo>
                    <a:pt x="12750" y="3309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h285"/>
            <p:cNvSpPr/>
            <p:nvPr/>
          </p:nvSpPr>
          <p:spPr>
            <a:xfrm>
              <a:off x="3246682" y="3346072"/>
              <a:ext cx="39680" cy="35751"/>
            </a:xfrm>
            <a:custGeom>
              <a:avLst/>
              <a:pathLst>
                <a:path w="39680" h="35751">
                  <a:moveTo>
                    <a:pt x="23108" y="1902"/>
                  </a:moveTo>
                  <a:lnTo>
                    <a:pt x="24030" y="5277"/>
                  </a:lnTo>
                  <a:lnTo>
                    <a:pt x="25496" y="8744"/>
                  </a:lnTo>
                  <a:lnTo>
                    <a:pt x="24686" y="13096"/>
                  </a:lnTo>
                  <a:lnTo>
                    <a:pt x="25201" y="14708"/>
                  </a:lnTo>
                  <a:lnTo>
                    <a:pt x="27292" y="16740"/>
                  </a:lnTo>
                  <a:lnTo>
                    <a:pt x="29452" y="15718"/>
                  </a:lnTo>
                  <a:lnTo>
                    <a:pt x="36405" y="18932"/>
                  </a:lnTo>
                  <a:lnTo>
                    <a:pt x="37389" y="24069"/>
                  </a:lnTo>
                  <a:lnTo>
                    <a:pt x="35209" y="26128"/>
                  </a:lnTo>
                  <a:lnTo>
                    <a:pt x="35384" y="26806"/>
                  </a:lnTo>
                  <a:lnTo>
                    <a:pt x="39680" y="29898"/>
                  </a:lnTo>
                  <a:lnTo>
                    <a:pt x="34554" y="35574"/>
                  </a:lnTo>
                  <a:lnTo>
                    <a:pt x="31972" y="33654"/>
                  </a:lnTo>
                  <a:lnTo>
                    <a:pt x="24673" y="32809"/>
                  </a:lnTo>
                  <a:lnTo>
                    <a:pt x="22600" y="33976"/>
                  </a:lnTo>
                  <a:lnTo>
                    <a:pt x="21633" y="35751"/>
                  </a:lnTo>
                  <a:lnTo>
                    <a:pt x="20452" y="35551"/>
                  </a:lnTo>
                  <a:lnTo>
                    <a:pt x="20228" y="35153"/>
                  </a:lnTo>
                  <a:lnTo>
                    <a:pt x="28627" y="29217"/>
                  </a:lnTo>
                  <a:lnTo>
                    <a:pt x="29756" y="25250"/>
                  </a:lnTo>
                  <a:lnTo>
                    <a:pt x="29793" y="17572"/>
                  </a:lnTo>
                  <a:lnTo>
                    <a:pt x="19930" y="20998"/>
                  </a:lnTo>
                  <a:lnTo>
                    <a:pt x="18046" y="22036"/>
                  </a:lnTo>
                  <a:lnTo>
                    <a:pt x="13724" y="27100"/>
                  </a:lnTo>
                  <a:lnTo>
                    <a:pt x="8763" y="29082"/>
                  </a:lnTo>
                  <a:lnTo>
                    <a:pt x="8704" y="33633"/>
                  </a:lnTo>
                  <a:lnTo>
                    <a:pt x="686" y="29892"/>
                  </a:lnTo>
                  <a:lnTo>
                    <a:pt x="3429" y="22116"/>
                  </a:lnTo>
                  <a:lnTo>
                    <a:pt x="0" y="19298"/>
                  </a:lnTo>
                  <a:lnTo>
                    <a:pt x="349" y="16772"/>
                  </a:lnTo>
                  <a:lnTo>
                    <a:pt x="1075" y="14847"/>
                  </a:lnTo>
                  <a:lnTo>
                    <a:pt x="4738" y="10715"/>
                  </a:lnTo>
                  <a:lnTo>
                    <a:pt x="1820" y="10356"/>
                  </a:lnTo>
                  <a:lnTo>
                    <a:pt x="2843" y="8715"/>
                  </a:lnTo>
                  <a:lnTo>
                    <a:pt x="17043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h286"/>
            <p:cNvSpPr/>
            <p:nvPr/>
          </p:nvSpPr>
          <p:spPr>
            <a:xfrm>
              <a:off x="3094918" y="3293799"/>
              <a:ext cx="44729" cy="39002"/>
            </a:xfrm>
            <a:custGeom>
              <a:avLst/>
              <a:pathLst>
                <a:path w="44729" h="39002">
                  <a:moveTo>
                    <a:pt x="9489" y="2537"/>
                  </a:moveTo>
                  <a:lnTo>
                    <a:pt x="14678" y="5779"/>
                  </a:lnTo>
                  <a:lnTo>
                    <a:pt x="18254" y="6006"/>
                  </a:lnTo>
                  <a:lnTo>
                    <a:pt x="30106" y="9808"/>
                  </a:lnTo>
                  <a:lnTo>
                    <a:pt x="32940" y="7918"/>
                  </a:lnTo>
                  <a:lnTo>
                    <a:pt x="36193" y="7879"/>
                  </a:lnTo>
                  <a:lnTo>
                    <a:pt x="40990" y="9697"/>
                  </a:lnTo>
                  <a:lnTo>
                    <a:pt x="41588" y="11172"/>
                  </a:lnTo>
                  <a:lnTo>
                    <a:pt x="42486" y="13103"/>
                  </a:lnTo>
                  <a:lnTo>
                    <a:pt x="43948" y="13040"/>
                  </a:lnTo>
                  <a:lnTo>
                    <a:pt x="44729" y="14102"/>
                  </a:lnTo>
                  <a:lnTo>
                    <a:pt x="41937" y="18788"/>
                  </a:lnTo>
                  <a:lnTo>
                    <a:pt x="39451" y="21400"/>
                  </a:lnTo>
                  <a:lnTo>
                    <a:pt x="39953" y="23976"/>
                  </a:lnTo>
                  <a:lnTo>
                    <a:pt x="38426" y="25785"/>
                  </a:lnTo>
                  <a:lnTo>
                    <a:pt x="36144" y="25774"/>
                  </a:lnTo>
                  <a:lnTo>
                    <a:pt x="36368" y="24477"/>
                  </a:lnTo>
                  <a:lnTo>
                    <a:pt x="35722" y="23765"/>
                  </a:lnTo>
                  <a:lnTo>
                    <a:pt x="29637" y="26182"/>
                  </a:lnTo>
                  <a:lnTo>
                    <a:pt x="25683" y="29208"/>
                  </a:lnTo>
                  <a:lnTo>
                    <a:pt x="23968" y="34221"/>
                  </a:lnTo>
                  <a:lnTo>
                    <a:pt x="23680" y="39002"/>
                  </a:lnTo>
                  <a:lnTo>
                    <a:pt x="15521" y="38948"/>
                  </a:lnTo>
                  <a:lnTo>
                    <a:pt x="6051" y="36824"/>
                  </a:lnTo>
                  <a:lnTo>
                    <a:pt x="1964" y="34453"/>
                  </a:lnTo>
                  <a:lnTo>
                    <a:pt x="1713" y="34047"/>
                  </a:lnTo>
                  <a:lnTo>
                    <a:pt x="686" y="29716"/>
                  </a:lnTo>
                  <a:lnTo>
                    <a:pt x="7499" y="24894"/>
                  </a:lnTo>
                  <a:lnTo>
                    <a:pt x="8877" y="22013"/>
                  </a:lnTo>
                  <a:lnTo>
                    <a:pt x="8893" y="17649"/>
                  </a:lnTo>
                  <a:lnTo>
                    <a:pt x="6492" y="11336"/>
                  </a:lnTo>
                  <a:lnTo>
                    <a:pt x="0" y="2367"/>
                  </a:lnTo>
                  <a:lnTo>
                    <a:pt x="359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h287"/>
            <p:cNvSpPr/>
            <p:nvPr/>
          </p:nvSpPr>
          <p:spPr>
            <a:xfrm>
              <a:off x="3285159" y="3177968"/>
              <a:ext cx="86148" cy="41270"/>
            </a:xfrm>
            <a:custGeom>
              <a:avLst/>
              <a:pathLst>
                <a:path w="86148" h="41270">
                  <a:moveTo>
                    <a:pt x="41619" y="6054"/>
                  </a:moveTo>
                  <a:lnTo>
                    <a:pt x="45948" y="6514"/>
                  </a:lnTo>
                  <a:lnTo>
                    <a:pt x="58190" y="5996"/>
                  </a:lnTo>
                  <a:lnTo>
                    <a:pt x="57407" y="4401"/>
                  </a:lnTo>
                  <a:lnTo>
                    <a:pt x="55290" y="4681"/>
                  </a:lnTo>
                  <a:lnTo>
                    <a:pt x="54760" y="3232"/>
                  </a:lnTo>
                  <a:lnTo>
                    <a:pt x="55388" y="1968"/>
                  </a:lnTo>
                  <a:lnTo>
                    <a:pt x="74584" y="665"/>
                  </a:lnTo>
                  <a:lnTo>
                    <a:pt x="77375" y="3922"/>
                  </a:lnTo>
                  <a:lnTo>
                    <a:pt x="77452" y="4906"/>
                  </a:lnTo>
                  <a:lnTo>
                    <a:pt x="75930" y="5742"/>
                  </a:lnTo>
                  <a:lnTo>
                    <a:pt x="77129" y="10154"/>
                  </a:lnTo>
                  <a:lnTo>
                    <a:pt x="81075" y="9561"/>
                  </a:lnTo>
                  <a:lnTo>
                    <a:pt x="82923" y="6883"/>
                  </a:lnTo>
                  <a:lnTo>
                    <a:pt x="82390" y="6310"/>
                  </a:lnTo>
                  <a:lnTo>
                    <a:pt x="85206" y="4829"/>
                  </a:lnTo>
                  <a:lnTo>
                    <a:pt x="85699" y="5171"/>
                  </a:lnTo>
                  <a:lnTo>
                    <a:pt x="86148" y="8947"/>
                  </a:lnTo>
                  <a:lnTo>
                    <a:pt x="80375" y="13717"/>
                  </a:lnTo>
                  <a:lnTo>
                    <a:pt x="78527" y="13693"/>
                  </a:lnTo>
                  <a:lnTo>
                    <a:pt x="75922" y="12560"/>
                  </a:lnTo>
                  <a:lnTo>
                    <a:pt x="74574" y="13863"/>
                  </a:lnTo>
                  <a:lnTo>
                    <a:pt x="74488" y="15532"/>
                  </a:lnTo>
                  <a:lnTo>
                    <a:pt x="80704" y="17500"/>
                  </a:lnTo>
                  <a:lnTo>
                    <a:pt x="80345" y="18678"/>
                  </a:lnTo>
                  <a:lnTo>
                    <a:pt x="76027" y="17820"/>
                  </a:lnTo>
                  <a:lnTo>
                    <a:pt x="69435" y="26254"/>
                  </a:lnTo>
                  <a:lnTo>
                    <a:pt x="61317" y="31630"/>
                  </a:lnTo>
                  <a:lnTo>
                    <a:pt x="56461" y="31782"/>
                  </a:lnTo>
                  <a:lnTo>
                    <a:pt x="50534" y="33979"/>
                  </a:lnTo>
                  <a:lnTo>
                    <a:pt x="35251" y="36324"/>
                  </a:lnTo>
                  <a:lnTo>
                    <a:pt x="32912" y="37933"/>
                  </a:lnTo>
                  <a:lnTo>
                    <a:pt x="29722" y="37080"/>
                  </a:lnTo>
                  <a:lnTo>
                    <a:pt x="29518" y="35915"/>
                  </a:lnTo>
                  <a:lnTo>
                    <a:pt x="27333" y="34817"/>
                  </a:lnTo>
                  <a:lnTo>
                    <a:pt x="23698" y="34099"/>
                  </a:lnTo>
                  <a:lnTo>
                    <a:pt x="23130" y="34951"/>
                  </a:lnTo>
                  <a:lnTo>
                    <a:pt x="23697" y="36143"/>
                  </a:lnTo>
                  <a:lnTo>
                    <a:pt x="21902" y="40415"/>
                  </a:lnTo>
                  <a:lnTo>
                    <a:pt x="16298" y="41270"/>
                  </a:lnTo>
                  <a:lnTo>
                    <a:pt x="12233" y="40182"/>
                  </a:lnTo>
                  <a:lnTo>
                    <a:pt x="10778" y="40905"/>
                  </a:lnTo>
                  <a:lnTo>
                    <a:pt x="7394" y="40515"/>
                  </a:lnTo>
                  <a:lnTo>
                    <a:pt x="7297" y="39498"/>
                  </a:lnTo>
                  <a:lnTo>
                    <a:pt x="8353" y="39158"/>
                  </a:lnTo>
                  <a:lnTo>
                    <a:pt x="7610" y="36427"/>
                  </a:lnTo>
                  <a:lnTo>
                    <a:pt x="11263" y="35374"/>
                  </a:lnTo>
                  <a:lnTo>
                    <a:pt x="14652" y="32364"/>
                  </a:lnTo>
                  <a:lnTo>
                    <a:pt x="14576" y="27370"/>
                  </a:lnTo>
                  <a:lnTo>
                    <a:pt x="5213" y="24583"/>
                  </a:lnTo>
                  <a:lnTo>
                    <a:pt x="2052" y="27153"/>
                  </a:lnTo>
                  <a:lnTo>
                    <a:pt x="1718" y="26776"/>
                  </a:lnTo>
                  <a:lnTo>
                    <a:pt x="2452" y="23420"/>
                  </a:lnTo>
                  <a:lnTo>
                    <a:pt x="2185" y="21474"/>
                  </a:lnTo>
                  <a:lnTo>
                    <a:pt x="0" y="19726"/>
                  </a:lnTo>
                  <a:lnTo>
                    <a:pt x="3767" y="17054"/>
                  </a:lnTo>
                  <a:lnTo>
                    <a:pt x="4657" y="16816"/>
                  </a:lnTo>
                  <a:lnTo>
                    <a:pt x="7259" y="19175"/>
                  </a:lnTo>
                  <a:lnTo>
                    <a:pt x="7604" y="20533"/>
                  </a:lnTo>
                  <a:lnTo>
                    <a:pt x="16097" y="12450"/>
                  </a:lnTo>
                  <a:lnTo>
                    <a:pt x="17313" y="12050"/>
                  </a:lnTo>
                  <a:lnTo>
                    <a:pt x="21020" y="14638"/>
                  </a:lnTo>
                  <a:lnTo>
                    <a:pt x="21996" y="13588"/>
                  </a:lnTo>
                  <a:lnTo>
                    <a:pt x="19391" y="10821"/>
                  </a:lnTo>
                  <a:lnTo>
                    <a:pt x="22066" y="7444"/>
                  </a:lnTo>
                  <a:lnTo>
                    <a:pt x="23725" y="5571"/>
                  </a:lnTo>
                  <a:lnTo>
                    <a:pt x="27705" y="8519"/>
                  </a:lnTo>
                  <a:lnTo>
                    <a:pt x="3479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h288"/>
            <p:cNvSpPr/>
            <p:nvPr/>
          </p:nvSpPr>
          <p:spPr>
            <a:xfrm>
              <a:off x="3194695" y="3159511"/>
              <a:ext cx="14752" cy="16413"/>
            </a:xfrm>
            <a:custGeom>
              <a:avLst/>
              <a:pathLst>
                <a:path w="14752" h="16413">
                  <a:moveTo>
                    <a:pt x="13058" y="0"/>
                  </a:moveTo>
                  <a:lnTo>
                    <a:pt x="14752" y="1574"/>
                  </a:lnTo>
                  <a:lnTo>
                    <a:pt x="12495" y="2796"/>
                  </a:lnTo>
                  <a:lnTo>
                    <a:pt x="13989" y="3809"/>
                  </a:lnTo>
                  <a:lnTo>
                    <a:pt x="14032" y="6157"/>
                  </a:lnTo>
                  <a:lnTo>
                    <a:pt x="13429" y="8838"/>
                  </a:lnTo>
                  <a:lnTo>
                    <a:pt x="11560" y="10609"/>
                  </a:lnTo>
                  <a:lnTo>
                    <a:pt x="13406" y="14104"/>
                  </a:lnTo>
                  <a:lnTo>
                    <a:pt x="8879" y="16413"/>
                  </a:lnTo>
                  <a:lnTo>
                    <a:pt x="5286" y="16233"/>
                  </a:lnTo>
                  <a:lnTo>
                    <a:pt x="2652" y="14759"/>
                  </a:lnTo>
                  <a:lnTo>
                    <a:pt x="2372" y="13623"/>
                  </a:lnTo>
                  <a:lnTo>
                    <a:pt x="515" y="12244"/>
                  </a:lnTo>
                  <a:lnTo>
                    <a:pt x="0" y="11623"/>
                  </a:lnTo>
                  <a:lnTo>
                    <a:pt x="427" y="10093"/>
                  </a:lnTo>
                  <a:lnTo>
                    <a:pt x="2337" y="8715"/>
                  </a:lnTo>
                  <a:lnTo>
                    <a:pt x="8336" y="109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h289"/>
            <p:cNvSpPr/>
            <p:nvPr/>
          </p:nvSpPr>
          <p:spPr>
            <a:xfrm>
              <a:off x="3090333" y="3207549"/>
              <a:ext cx="64598" cy="92256"/>
            </a:xfrm>
            <a:custGeom>
              <a:avLst/>
              <a:pathLst>
                <a:path w="64598" h="92256">
                  <a:moveTo>
                    <a:pt x="30022" y="1788"/>
                  </a:moveTo>
                  <a:lnTo>
                    <a:pt x="30892" y="1833"/>
                  </a:lnTo>
                  <a:lnTo>
                    <a:pt x="27586" y="3358"/>
                  </a:lnTo>
                  <a:lnTo>
                    <a:pt x="27411" y="8943"/>
                  </a:lnTo>
                  <a:lnTo>
                    <a:pt x="30786" y="9804"/>
                  </a:lnTo>
                  <a:lnTo>
                    <a:pt x="38301" y="14525"/>
                  </a:lnTo>
                  <a:lnTo>
                    <a:pt x="43374" y="22142"/>
                  </a:lnTo>
                  <a:lnTo>
                    <a:pt x="46337" y="21911"/>
                  </a:lnTo>
                  <a:lnTo>
                    <a:pt x="58303" y="26892"/>
                  </a:lnTo>
                  <a:lnTo>
                    <a:pt x="63660" y="32105"/>
                  </a:lnTo>
                  <a:lnTo>
                    <a:pt x="64598" y="32553"/>
                  </a:lnTo>
                  <a:lnTo>
                    <a:pt x="60766" y="38217"/>
                  </a:lnTo>
                  <a:lnTo>
                    <a:pt x="54619" y="39578"/>
                  </a:lnTo>
                  <a:lnTo>
                    <a:pt x="54677" y="42466"/>
                  </a:lnTo>
                  <a:lnTo>
                    <a:pt x="52357" y="51958"/>
                  </a:lnTo>
                  <a:lnTo>
                    <a:pt x="50408" y="55739"/>
                  </a:lnTo>
                  <a:lnTo>
                    <a:pt x="50092" y="60497"/>
                  </a:lnTo>
                  <a:lnTo>
                    <a:pt x="45809" y="66649"/>
                  </a:lnTo>
                  <a:lnTo>
                    <a:pt x="43639" y="74855"/>
                  </a:lnTo>
                  <a:lnTo>
                    <a:pt x="33644" y="77596"/>
                  </a:lnTo>
                  <a:lnTo>
                    <a:pt x="29048" y="82950"/>
                  </a:lnTo>
                  <a:lnTo>
                    <a:pt x="24127" y="83354"/>
                  </a:lnTo>
                  <a:lnTo>
                    <a:pt x="23387" y="86248"/>
                  </a:lnTo>
                  <a:lnTo>
                    <a:pt x="25729" y="91052"/>
                  </a:lnTo>
                  <a:lnTo>
                    <a:pt x="22839" y="92256"/>
                  </a:lnTo>
                  <a:lnTo>
                    <a:pt x="19263" y="92029"/>
                  </a:lnTo>
                  <a:lnTo>
                    <a:pt x="14074" y="88786"/>
                  </a:lnTo>
                  <a:lnTo>
                    <a:pt x="8183" y="86249"/>
                  </a:lnTo>
                  <a:lnTo>
                    <a:pt x="4585" y="88616"/>
                  </a:lnTo>
                  <a:lnTo>
                    <a:pt x="0" y="82361"/>
                  </a:lnTo>
                  <a:lnTo>
                    <a:pt x="560" y="80635"/>
                  </a:lnTo>
                  <a:lnTo>
                    <a:pt x="9240" y="53912"/>
                  </a:lnTo>
                  <a:lnTo>
                    <a:pt x="2675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h290"/>
            <p:cNvSpPr/>
            <p:nvPr/>
          </p:nvSpPr>
          <p:spPr>
            <a:xfrm>
              <a:off x="3247620" y="3218126"/>
              <a:ext cx="4388" cy="7795"/>
            </a:xfrm>
            <a:custGeom>
              <a:avLst/>
              <a:pathLst>
                <a:path w="4388" h="7795">
                  <a:moveTo>
                    <a:pt x="3174" y="900"/>
                  </a:moveTo>
                  <a:lnTo>
                    <a:pt x="4388" y="5278"/>
                  </a:lnTo>
                  <a:lnTo>
                    <a:pt x="2603" y="7795"/>
                  </a:lnTo>
                  <a:lnTo>
                    <a:pt x="0" y="4161"/>
                  </a:lnTo>
                  <a:lnTo>
                    <a:pt x="1718" y="2638"/>
                  </a:lnTo>
                  <a:lnTo>
                    <a:pt x="362" y="1522"/>
                  </a:lnTo>
                  <a:lnTo>
                    <a:pt x="29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h291"/>
            <p:cNvSpPr/>
            <p:nvPr/>
          </p:nvSpPr>
          <p:spPr>
            <a:xfrm>
              <a:off x="3460080" y="3262217"/>
              <a:ext cx="44975" cy="49817"/>
            </a:xfrm>
            <a:custGeom>
              <a:avLst/>
              <a:pathLst>
                <a:path w="44975" h="49817">
                  <a:moveTo>
                    <a:pt x="24490" y="0"/>
                  </a:moveTo>
                  <a:lnTo>
                    <a:pt x="25072" y="628"/>
                  </a:lnTo>
                  <a:lnTo>
                    <a:pt x="23177" y="4420"/>
                  </a:lnTo>
                  <a:lnTo>
                    <a:pt x="24350" y="7105"/>
                  </a:lnTo>
                  <a:lnTo>
                    <a:pt x="25264" y="6381"/>
                  </a:lnTo>
                  <a:lnTo>
                    <a:pt x="25223" y="3379"/>
                  </a:lnTo>
                  <a:lnTo>
                    <a:pt x="25934" y="4724"/>
                  </a:lnTo>
                  <a:lnTo>
                    <a:pt x="33532" y="3028"/>
                  </a:lnTo>
                  <a:lnTo>
                    <a:pt x="33554" y="9138"/>
                  </a:lnTo>
                  <a:lnTo>
                    <a:pt x="31632" y="11671"/>
                  </a:lnTo>
                  <a:lnTo>
                    <a:pt x="37312" y="12092"/>
                  </a:lnTo>
                  <a:lnTo>
                    <a:pt x="38525" y="13963"/>
                  </a:lnTo>
                  <a:lnTo>
                    <a:pt x="38406" y="18738"/>
                  </a:lnTo>
                  <a:lnTo>
                    <a:pt x="44257" y="18872"/>
                  </a:lnTo>
                  <a:lnTo>
                    <a:pt x="44975" y="24657"/>
                  </a:lnTo>
                  <a:lnTo>
                    <a:pt x="37391" y="26610"/>
                  </a:lnTo>
                  <a:lnTo>
                    <a:pt x="37884" y="35061"/>
                  </a:lnTo>
                  <a:lnTo>
                    <a:pt x="39356" y="35051"/>
                  </a:lnTo>
                  <a:lnTo>
                    <a:pt x="39392" y="33596"/>
                  </a:lnTo>
                  <a:lnTo>
                    <a:pt x="41652" y="33402"/>
                  </a:lnTo>
                  <a:lnTo>
                    <a:pt x="43862" y="40857"/>
                  </a:lnTo>
                  <a:lnTo>
                    <a:pt x="39822" y="41107"/>
                  </a:lnTo>
                  <a:lnTo>
                    <a:pt x="39562" y="38607"/>
                  </a:lnTo>
                  <a:lnTo>
                    <a:pt x="35042" y="38431"/>
                  </a:lnTo>
                  <a:lnTo>
                    <a:pt x="33614" y="39245"/>
                  </a:lnTo>
                  <a:lnTo>
                    <a:pt x="33733" y="41577"/>
                  </a:lnTo>
                  <a:lnTo>
                    <a:pt x="28402" y="41933"/>
                  </a:lnTo>
                  <a:lnTo>
                    <a:pt x="28994" y="35739"/>
                  </a:lnTo>
                  <a:lnTo>
                    <a:pt x="27518" y="35226"/>
                  </a:lnTo>
                  <a:lnTo>
                    <a:pt x="21090" y="37629"/>
                  </a:lnTo>
                  <a:lnTo>
                    <a:pt x="19257" y="39848"/>
                  </a:lnTo>
                  <a:lnTo>
                    <a:pt x="19591" y="48276"/>
                  </a:lnTo>
                  <a:lnTo>
                    <a:pt x="0" y="49817"/>
                  </a:lnTo>
                  <a:lnTo>
                    <a:pt x="1150" y="48896"/>
                  </a:lnTo>
                  <a:lnTo>
                    <a:pt x="5849" y="41099"/>
                  </a:lnTo>
                  <a:lnTo>
                    <a:pt x="8013" y="36873"/>
                  </a:lnTo>
                  <a:lnTo>
                    <a:pt x="10259" y="29884"/>
                  </a:lnTo>
                  <a:lnTo>
                    <a:pt x="7900" y="22250"/>
                  </a:lnTo>
                  <a:lnTo>
                    <a:pt x="9611" y="17539"/>
                  </a:lnTo>
                  <a:lnTo>
                    <a:pt x="12749" y="17815"/>
                  </a:lnTo>
                  <a:lnTo>
                    <a:pt x="18071" y="15871"/>
                  </a:lnTo>
                  <a:lnTo>
                    <a:pt x="21324" y="16375"/>
                  </a:lnTo>
                  <a:lnTo>
                    <a:pt x="21579" y="15621"/>
                  </a:lnTo>
                  <a:lnTo>
                    <a:pt x="19715" y="12179"/>
                  </a:lnTo>
                  <a:lnTo>
                    <a:pt x="18400" y="7002"/>
                  </a:lnTo>
                  <a:lnTo>
                    <a:pt x="23566" y="21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h292"/>
            <p:cNvSpPr/>
            <p:nvPr/>
          </p:nvSpPr>
          <p:spPr>
            <a:xfrm>
              <a:off x="3190486" y="3187420"/>
              <a:ext cx="11428" cy="9037"/>
            </a:xfrm>
            <a:custGeom>
              <a:avLst/>
              <a:pathLst>
                <a:path w="11428" h="9037">
                  <a:moveTo>
                    <a:pt x="6962" y="404"/>
                  </a:moveTo>
                  <a:lnTo>
                    <a:pt x="9469" y="2700"/>
                  </a:lnTo>
                  <a:lnTo>
                    <a:pt x="11428" y="6279"/>
                  </a:lnTo>
                  <a:lnTo>
                    <a:pt x="11092" y="8067"/>
                  </a:lnTo>
                  <a:lnTo>
                    <a:pt x="9130" y="8048"/>
                  </a:lnTo>
                  <a:lnTo>
                    <a:pt x="7649" y="8946"/>
                  </a:lnTo>
                  <a:lnTo>
                    <a:pt x="3578" y="9037"/>
                  </a:lnTo>
                  <a:lnTo>
                    <a:pt x="0" y="6471"/>
                  </a:lnTo>
                  <a:lnTo>
                    <a:pt x="467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h293"/>
            <p:cNvSpPr/>
            <p:nvPr/>
          </p:nvSpPr>
          <p:spPr>
            <a:xfrm>
              <a:off x="3262306" y="3277741"/>
              <a:ext cx="9285" cy="9279"/>
            </a:xfrm>
            <a:custGeom>
              <a:avLst/>
              <a:pathLst>
                <a:path w="9285" h="9279">
                  <a:moveTo>
                    <a:pt x="7808" y="3019"/>
                  </a:moveTo>
                  <a:lnTo>
                    <a:pt x="9285" y="2179"/>
                  </a:lnTo>
                  <a:lnTo>
                    <a:pt x="8867" y="3542"/>
                  </a:lnTo>
                  <a:lnTo>
                    <a:pt x="3417" y="8163"/>
                  </a:lnTo>
                  <a:lnTo>
                    <a:pt x="0" y="9279"/>
                  </a:lnTo>
                  <a:lnTo>
                    <a:pt x="213" y="7356"/>
                  </a:lnTo>
                  <a:lnTo>
                    <a:pt x="4579" y="4135"/>
                  </a:lnTo>
                  <a:lnTo>
                    <a:pt x="2522" y="1355"/>
                  </a:lnTo>
                  <a:lnTo>
                    <a:pt x="2494" y="299"/>
                  </a:lnTo>
                  <a:lnTo>
                    <a:pt x="5872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h294"/>
            <p:cNvSpPr/>
            <p:nvPr/>
          </p:nvSpPr>
          <p:spPr>
            <a:xfrm>
              <a:off x="3332735" y="3294179"/>
              <a:ext cx="64213" cy="16842"/>
            </a:xfrm>
            <a:custGeom>
              <a:avLst/>
              <a:pathLst>
                <a:path w="64213" h="16842">
                  <a:moveTo>
                    <a:pt x="9739" y="0"/>
                  </a:moveTo>
                  <a:lnTo>
                    <a:pt x="10617" y="3887"/>
                  </a:lnTo>
                  <a:lnTo>
                    <a:pt x="14543" y="3003"/>
                  </a:lnTo>
                  <a:lnTo>
                    <a:pt x="20642" y="3271"/>
                  </a:lnTo>
                  <a:lnTo>
                    <a:pt x="22380" y="3885"/>
                  </a:lnTo>
                  <a:lnTo>
                    <a:pt x="22130" y="4969"/>
                  </a:lnTo>
                  <a:lnTo>
                    <a:pt x="23648" y="7000"/>
                  </a:lnTo>
                  <a:lnTo>
                    <a:pt x="25695" y="7487"/>
                  </a:lnTo>
                  <a:lnTo>
                    <a:pt x="27165" y="5784"/>
                  </a:lnTo>
                  <a:lnTo>
                    <a:pt x="31331" y="8595"/>
                  </a:lnTo>
                  <a:lnTo>
                    <a:pt x="35491" y="6899"/>
                  </a:lnTo>
                  <a:lnTo>
                    <a:pt x="35667" y="2674"/>
                  </a:lnTo>
                  <a:lnTo>
                    <a:pt x="36867" y="1443"/>
                  </a:lnTo>
                  <a:lnTo>
                    <a:pt x="42031" y="940"/>
                  </a:lnTo>
                  <a:lnTo>
                    <a:pt x="48566" y="4065"/>
                  </a:lnTo>
                  <a:lnTo>
                    <a:pt x="50004" y="6446"/>
                  </a:lnTo>
                  <a:lnTo>
                    <a:pt x="63456" y="11864"/>
                  </a:lnTo>
                  <a:lnTo>
                    <a:pt x="64213" y="13478"/>
                  </a:lnTo>
                  <a:lnTo>
                    <a:pt x="62778" y="14702"/>
                  </a:lnTo>
                  <a:lnTo>
                    <a:pt x="57731" y="11922"/>
                  </a:lnTo>
                  <a:lnTo>
                    <a:pt x="54994" y="13032"/>
                  </a:lnTo>
                  <a:lnTo>
                    <a:pt x="52673" y="16164"/>
                  </a:lnTo>
                  <a:lnTo>
                    <a:pt x="45911" y="16494"/>
                  </a:lnTo>
                  <a:lnTo>
                    <a:pt x="43156" y="13941"/>
                  </a:lnTo>
                  <a:lnTo>
                    <a:pt x="38320" y="16842"/>
                  </a:lnTo>
                  <a:lnTo>
                    <a:pt x="29528" y="13046"/>
                  </a:lnTo>
                  <a:lnTo>
                    <a:pt x="29155" y="10876"/>
                  </a:lnTo>
                  <a:lnTo>
                    <a:pt x="25622" y="9429"/>
                  </a:lnTo>
                  <a:lnTo>
                    <a:pt x="24025" y="13021"/>
                  </a:lnTo>
                  <a:lnTo>
                    <a:pt x="20407" y="15082"/>
                  </a:lnTo>
                  <a:lnTo>
                    <a:pt x="14243" y="15897"/>
                  </a:lnTo>
                  <a:lnTo>
                    <a:pt x="6989" y="15665"/>
                  </a:lnTo>
                  <a:lnTo>
                    <a:pt x="4310" y="10929"/>
                  </a:lnTo>
                  <a:lnTo>
                    <a:pt x="0" y="6049"/>
                  </a:lnTo>
                  <a:lnTo>
                    <a:pt x="2861" y="1974"/>
                  </a:lnTo>
                  <a:lnTo>
                    <a:pt x="4179" y="3608"/>
                  </a:lnTo>
                  <a:lnTo>
                    <a:pt x="5124" y="1892"/>
                  </a:lnTo>
                  <a:lnTo>
                    <a:pt x="7936" y="20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h295"/>
            <p:cNvSpPr/>
            <p:nvPr/>
          </p:nvSpPr>
          <p:spPr>
            <a:xfrm>
              <a:off x="3263537" y="3418223"/>
              <a:ext cx="35736" cy="41663"/>
            </a:xfrm>
            <a:custGeom>
              <a:avLst/>
              <a:pathLst>
                <a:path w="35736" h="41663">
                  <a:moveTo>
                    <a:pt x="33122" y="239"/>
                  </a:moveTo>
                  <a:lnTo>
                    <a:pt x="33819" y="1553"/>
                  </a:lnTo>
                  <a:lnTo>
                    <a:pt x="31029" y="3599"/>
                  </a:lnTo>
                  <a:lnTo>
                    <a:pt x="29200" y="7400"/>
                  </a:lnTo>
                  <a:lnTo>
                    <a:pt x="31127" y="7390"/>
                  </a:lnTo>
                  <a:lnTo>
                    <a:pt x="31478" y="11172"/>
                  </a:lnTo>
                  <a:lnTo>
                    <a:pt x="35736" y="11552"/>
                  </a:lnTo>
                  <a:lnTo>
                    <a:pt x="35447" y="13170"/>
                  </a:lnTo>
                  <a:lnTo>
                    <a:pt x="32454" y="15739"/>
                  </a:lnTo>
                  <a:lnTo>
                    <a:pt x="28666" y="24608"/>
                  </a:lnTo>
                  <a:lnTo>
                    <a:pt x="28257" y="26628"/>
                  </a:lnTo>
                  <a:lnTo>
                    <a:pt x="30153" y="27335"/>
                  </a:lnTo>
                  <a:lnTo>
                    <a:pt x="29560" y="28968"/>
                  </a:lnTo>
                  <a:lnTo>
                    <a:pt x="27346" y="28501"/>
                  </a:lnTo>
                  <a:lnTo>
                    <a:pt x="20347" y="35499"/>
                  </a:lnTo>
                  <a:lnTo>
                    <a:pt x="15658" y="41663"/>
                  </a:lnTo>
                  <a:lnTo>
                    <a:pt x="10003" y="41523"/>
                  </a:lnTo>
                  <a:lnTo>
                    <a:pt x="8285" y="39874"/>
                  </a:lnTo>
                  <a:lnTo>
                    <a:pt x="7037" y="39631"/>
                  </a:lnTo>
                  <a:lnTo>
                    <a:pt x="0" y="33148"/>
                  </a:lnTo>
                  <a:lnTo>
                    <a:pt x="2416" y="33851"/>
                  </a:lnTo>
                  <a:lnTo>
                    <a:pt x="6446" y="36225"/>
                  </a:lnTo>
                  <a:lnTo>
                    <a:pt x="10018" y="30597"/>
                  </a:lnTo>
                  <a:lnTo>
                    <a:pt x="13456" y="29647"/>
                  </a:lnTo>
                  <a:lnTo>
                    <a:pt x="13909" y="27585"/>
                  </a:lnTo>
                  <a:lnTo>
                    <a:pt x="13338" y="25088"/>
                  </a:lnTo>
                  <a:lnTo>
                    <a:pt x="14056" y="21521"/>
                  </a:lnTo>
                  <a:lnTo>
                    <a:pt x="16608" y="20933"/>
                  </a:lnTo>
                  <a:lnTo>
                    <a:pt x="20770" y="21631"/>
                  </a:lnTo>
                  <a:lnTo>
                    <a:pt x="22996" y="17748"/>
                  </a:lnTo>
                  <a:lnTo>
                    <a:pt x="22325" y="16385"/>
                  </a:lnTo>
                  <a:lnTo>
                    <a:pt x="24777" y="5195"/>
                  </a:lnTo>
                  <a:lnTo>
                    <a:pt x="27890" y="3509"/>
                  </a:lnTo>
                  <a:lnTo>
                    <a:pt x="29173" y="2962"/>
                  </a:lnTo>
                  <a:lnTo>
                    <a:pt x="28097" y="922"/>
                  </a:lnTo>
                  <a:lnTo>
                    <a:pt x="3017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h296"/>
            <p:cNvSpPr/>
            <p:nvPr/>
          </p:nvSpPr>
          <p:spPr>
            <a:xfrm>
              <a:off x="3260125" y="3226305"/>
              <a:ext cx="13817" cy="5953"/>
            </a:xfrm>
            <a:custGeom>
              <a:avLst/>
              <a:pathLst>
                <a:path w="13817" h="5953">
                  <a:moveTo>
                    <a:pt x="13817" y="1374"/>
                  </a:moveTo>
                  <a:lnTo>
                    <a:pt x="11789" y="5887"/>
                  </a:lnTo>
                  <a:lnTo>
                    <a:pt x="8190" y="5833"/>
                  </a:lnTo>
                  <a:lnTo>
                    <a:pt x="2645" y="4342"/>
                  </a:lnTo>
                  <a:lnTo>
                    <a:pt x="1337" y="5953"/>
                  </a:lnTo>
                  <a:lnTo>
                    <a:pt x="0" y="5431"/>
                  </a:lnTo>
                  <a:lnTo>
                    <a:pt x="265" y="3639"/>
                  </a:lnTo>
                  <a:lnTo>
                    <a:pt x="1530" y="3142"/>
                  </a:lnTo>
                  <a:lnTo>
                    <a:pt x="4145" y="4124"/>
                  </a:lnTo>
                  <a:lnTo>
                    <a:pt x="7731" y="255"/>
                  </a:lnTo>
                  <a:lnTo>
                    <a:pt x="1261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h297"/>
            <p:cNvSpPr/>
            <p:nvPr/>
          </p:nvSpPr>
          <p:spPr>
            <a:xfrm>
              <a:off x="3236839" y="3174358"/>
              <a:ext cx="26259" cy="24382"/>
            </a:xfrm>
            <a:custGeom>
              <a:avLst/>
              <a:pathLst>
                <a:path w="26259" h="24382">
                  <a:moveTo>
                    <a:pt x="9820" y="0"/>
                  </a:moveTo>
                  <a:lnTo>
                    <a:pt x="14036" y="1294"/>
                  </a:lnTo>
                  <a:lnTo>
                    <a:pt x="17392" y="3991"/>
                  </a:lnTo>
                  <a:lnTo>
                    <a:pt x="22480" y="10131"/>
                  </a:lnTo>
                  <a:lnTo>
                    <a:pt x="23803" y="9807"/>
                  </a:lnTo>
                  <a:lnTo>
                    <a:pt x="25496" y="11692"/>
                  </a:lnTo>
                  <a:lnTo>
                    <a:pt x="26259" y="16187"/>
                  </a:lnTo>
                  <a:lnTo>
                    <a:pt x="25338" y="19857"/>
                  </a:lnTo>
                  <a:lnTo>
                    <a:pt x="22945" y="22677"/>
                  </a:lnTo>
                  <a:lnTo>
                    <a:pt x="19996" y="24382"/>
                  </a:lnTo>
                  <a:lnTo>
                    <a:pt x="10983" y="21819"/>
                  </a:lnTo>
                  <a:lnTo>
                    <a:pt x="10349" y="19073"/>
                  </a:lnTo>
                  <a:lnTo>
                    <a:pt x="3513" y="15244"/>
                  </a:lnTo>
                  <a:lnTo>
                    <a:pt x="564" y="12221"/>
                  </a:lnTo>
                  <a:lnTo>
                    <a:pt x="0" y="8765"/>
                  </a:lnTo>
                  <a:lnTo>
                    <a:pt x="2826" y="8292"/>
                  </a:lnTo>
                  <a:lnTo>
                    <a:pt x="6069" y="3910"/>
                  </a:lnTo>
                  <a:lnTo>
                    <a:pt x="6419" y="824"/>
                  </a:lnTo>
                  <a:lnTo>
                    <a:pt x="8451" y="2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h298"/>
            <p:cNvSpPr/>
            <p:nvPr/>
          </p:nvSpPr>
          <p:spPr>
            <a:xfrm>
              <a:off x="3316694" y="3303608"/>
              <a:ext cx="94816" cy="55155"/>
            </a:xfrm>
            <a:custGeom>
              <a:avLst/>
              <a:pathLst>
                <a:path w="94816" h="55155">
                  <a:moveTo>
                    <a:pt x="45195" y="1447"/>
                  </a:moveTo>
                  <a:lnTo>
                    <a:pt x="45569" y="3617"/>
                  </a:lnTo>
                  <a:lnTo>
                    <a:pt x="54360" y="7413"/>
                  </a:lnTo>
                  <a:lnTo>
                    <a:pt x="59196" y="4512"/>
                  </a:lnTo>
                  <a:lnTo>
                    <a:pt x="61952" y="7065"/>
                  </a:lnTo>
                  <a:lnTo>
                    <a:pt x="68714" y="6735"/>
                  </a:lnTo>
                  <a:lnTo>
                    <a:pt x="71035" y="3603"/>
                  </a:lnTo>
                  <a:lnTo>
                    <a:pt x="73772" y="2493"/>
                  </a:lnTo>
                  <a:lnTo>
                    <a:pt x="78819" y="5273"/>
                  </a:lnTo>
                  <a:lnTo>
                    <a:pt x="80476" y="5591"/>
                  </a:lnTo>
                  <a:lnTo>
                    <a:pt x="83606" y="8620"/>
                  </a:lnTo>
                  <a:lnTo>
                    <a:pt x="91517" y="8393"/>
                  </a:lnTo>
                  <a:lnTo>
                    <a:pt x="94816" y="12064"/>
                  </a:lnTo>
                  <a:lnTo>
                    <a:pt x="54442" y="15049"/>
                  </a:lnTo>
                  <a:lnTo>
                    <a:pt x="35151" y="55155"/>
                  </a:lnTo>
                  <a:lnTo>
                    <a:pt x="33975" y="54796"/>
                  </a:lnTo>
                  <a:lnTo>
                    <a:pt x="33435" y="53782"/>
                  </a:lnTo>
                  <a:lnTo>
                    <a:pt x="33969" y="52034"/>
                  </a:lnTo>
                  <a:lnTo>
                    <a:pt x="35618" y="51346"/>
                  </a:lnTo>
                  <a:lnTo>
                    <a:pt x="35307" y="48707"/>
                  </a:lnTo>
                  <a:lnTo>
                    <a:pt x="29127" y="43784"/>
                  </a:lnTo>
                  <a:lnTo>
                    <a:pt x="24138" y="44821"/>
                  </a:lnTo>
                  <a:lnTo>
                    <a:pt x="19332" y="44191"/>
                  </a:lnTo>
                  <a:lnTo>
                    <a:pt x="10183" y="36465"/>
                  </a:lnTo>
                  <a:lnTo>
                    <a:pt x="6654" y="35279"/>
                  </a:lnTo>
                  <a:lnTo>
                    <a:pt x="4852" y="35368"/>
                  </a:lnTo>
                  <a:lnTo>
                    <a:pt x="2595" y="33856"/>
                  </a:lnTo>
                  <a:lnTo>
                    <a:pt x="3940" y="33097"/>
                  </a:lnTo>
                  <a:lnTo>
                    <a:pt x="3828" y="32152"/>
                  </a:lnTo>
                  <a:lnTo>
                    <a:pt x="0" y="26026"/>
                  </a:lnTo>
                  <a:lnTo>
                    <a:pt x="3365" y="25838"/>
                  </a:lnTo>
                  <a:lnTo>
                    <a:pt x="4332" y="23928"/>
                  </a:lnTo>
                  <a:lnTo>
                    <a:pt x="3222" y="23386"/>
                  </a:lnTo>
                  <a:lnTo>
                    <a:pt x="3323" y="22111"/>
                  </a:lnTo>
                  <a:lnTo>
                    <a:pt x="6923" y="17852"/>
                  </a:lnTo>
                  <a:lnTo>
                    <a:pt x="10971" y="20136"/>
                  </a:lnTo>
                  <a:lnTo>
                    <a:pt x="12944" y="18964"/>
                  </a:lnTo>
                  <a:lnTo>
                    <a:pt x="13493" y="17893"/>
                  </a:lnTo>
                  <a:lnTo>
                    <a:pt x="12150" y="14895"/>
                  </a:lnTo>
                  <a:lnTo>
                    <a:pt x="13547" y="8744"/>
                  </a:lnTo>
                  <a:lnTo>
                    <a:pt x="19949" y="5043"/>
                  </a:lnTo>
                  <a:lnTo>
                    <a:pt x="23030" y="6236"/>
                  </a:lnTo>
                  <a:lnTo>
                    <a:pt x="30284" y="6468"/>
                  </a:lnTo>
                  <a:lnTo>
                    <a:pt x="36448" y="5653"/>
                  </a:lnTo>
                  <a:lnTo>
                    <a:pt x="40065" y="3592"/>
                  </a:lnTo>
                  <a:lnTo>
                    <a:pt x="416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h299"/>
            <p:cNvSpPr/>
            <p:nvPr/>
          </p:nvSpPr>
          <p:spPr>
            <a:xfrm>
              <a:off x="3096883" y="3315199"/>
              <a:ext cx="94301" cy="57577"/>
            </a:xfrm>
            <a:custGeom>
              <a:avLst/>
              <a:pathLst>
                <a:path w="94301" h="57577">
                  <a:moveTo>
                    <a:pt x="40916" y="484"/>
                  </a:moveTo>
                  <a:lnTo>
                    <a:pt x="45082" y="2643"/>
                  </a:lnTo>
                  <a:lnTo>
                    <a:pt x="51233" y="1888"/>
                  </a:lnTo>
                  <a:lnTo>
                    <a:pt x="55833" y="2286"/>
                  </a:lnTo>
                  <a:lnTo>
                    <a:pt x="58355" y="12981"/>
                  </a:lnTo>
                  <a:lnTo>
                    <a:pt x="61696" y="19678"/>
                  </a:lnTo>
                  <a:lnTo>
                    <a:pt x="59572" y="21724"/>
                  </a:lnTo>
                  <a:lnTo>
                    <a:pt x="61824" y="27886"/>
                  </a:lnTo>
                  <a:lnTo>
                    <a:pt x="62761" y="28108"/>
                  </a:lnTo>
                  <a:lnTo>
                    <a:pt x="64477" y="25706"/>
                  </a:lnTo>
                  <a:lnTo>
                    <a:pt x="72698" y="26900"/>
                  </a:lnTo>
                  <a:lnTo>
                    <a:pt x="77404" y="28559"/>
                  </a:lnTo>
                  <a:lnTo>
                    <a:pt x="80850" y="30693"/>
                  </a:lnTo>
                  <a:lnTo>
                    <a:pt x="84416" y="35434"/>
                  </a:lnTo>
                  <a:lnTo>
                    <a:pt x="88569" y="35836"/>
                  </a:lnTo>
                  <a:lnTo>
                    <a:pt x="90432" y="37060"/>
                  </a:lnTo>
                  <a:lnTo>
                    <a:pt x="94301" y="43266"/>
                  </a:lnTo>
                  <a:lnTo>
                    <a:pt x="88086" y="40756"/>
                  </a:lnTo>
                  <a:lnTo>
                    <a:pt x="86694" y="39035"/>
                  </a:lnTo>
                  <a:lnTo>
                    <a:pt x="81436" y="44284"/>
                  </a:lnTo>
                  <a:lnTo>
                    <a:pt x="76742" y="54933"/>
                  </a:lnTo>
                  <a:lnTo>
                    <a:pt x="70628" y="57577"/>
                  </a:lnTo>
                  <a:lnTo>
                    <a:pt x="48491" y="43303"/>
                  </a:lnTo>
                  <a:lnTo>
                    <a:pt x="35258" y="36045"/>
                  </a:lnTo>
                  <a:lnTo>
                    <a:pt x="23498" y="30887"/>
                  </a:lnTo>
                  <a:lnTo>
                    <a:pt x="17636" y="30594"/>
                  </a:lnTo>
                  <a:lnTo>
                    <a:pt x="12530" y="28662"/>
                  </a:lnTo>
                  <a:lnTo>
                    <a:pt x="8263" y="26620"/>
                  </a:lnTo>
                  <a:lnTo>
                    <a:pt x="0" y="13053"/>
                  </a:lnTo>
                  <a:lnTo>
                    <a:pt x="4086" y="15424"/>
                  </a:lnTo>
                  <a:lnTo>
                    <a:pt x="13556" y="17548"/>
                  </a:lnTo>
                  <a:lnTo>
                    <a:pt x="21715" y="17601"/>
                  </a:lnTo>
                  <a:lnTo>
                    <a:pt x="22003" y="12821"/>
                  </a:lnTo>
                  <a:lnTo>
                    <a:pt x="23718" y="7808"/>
                  </a:lnTo>
                  <a:lnTo>
                    <a:pt x="27672" y="4781"/>
                  </a:lnTo>
                  <a:lnTo>
                    <a:pt x="33758" y="2364"/>
                  </a:lnTo>
                  <a:lnTo>
                    <a:pt x="34403" y="3076"/>
                  </a:lnTo>
                  <a:lnTo>
                    <a:pt x="34180" y="4374"/>
                  </a:lnTo>
                  <a:lnTo>
                    <a:pt x="36461" y="4385"/>
                  </a:lnTo>
                  <a:lnTo>
                    <a:pt x="37988" y="2576"/>
                  </a:lnTo>
                  <a:lnTo>
                    <a:pt x="3748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h300"/>
            <p:cNvSpPr/>
            <p:nvPr/>
          </p:nvSpPr>
          <p:spPr>
            <a:xfrm>
              <a:off x="3253269" y="3145532"/>
              <a:ext cx="37404" cy="48487"/>
            </a:xfrm>
            <a:custGeom>
              <a:avLst/>
              <a:pathLst>
                <a:path w="37404" h="48487">
                  <a:moveTo>
                    <a:pt x="18854" y="6030"/>
                  </a:moveTo>
                  <a:lnTo>
                    <a:pt x="20008" y="6664"/>
                  </a:lnTo>
                  <a:lnTo>
                    <a:pt x="26652" y="7306"/>
                  </a:lnTo>
                  <a:lnTo>
                    <a:pt x="29112" y="6115"/>
                  </a:lnTo>
                  <a:lnTo>
                    <a:pt x="36997" y="11320"/>
                  </a:lnTo>
                  <a:lnTo>
                    <a:pt x="37404" y="12747"/>
                  </a:lnTo>
                  <a:lnTo>
                    <a:pt x="35375" y="14929"/>
                  </a:lnTo>
                  <a:lnTo>
                    <a:pt x="32829" y="12885"/>
                  </a:lnTo>
                  <a:lnTo>
                    <a:pt x="30929" y="13460"/>
                  </a:lnTo>
                  <a:lnTo>
                    <a:pt x="29522" y="17396"/>
                  </a:lnTo>
                  <a:lnTo>
                    <a:pt x="30515" y="20585"/>
                  </a:lnTo>
                  <a:lnTo>
                    <a:pt x="29876" y="22520"/>
                  </a:lnTo>
                  <a:lnTo>
                    <a:pt x="30589" y="32090"/>
                  </a:lnTo>
                  <a:lnTo>
                    <a:pt x="33544" y="32208"/>
                  </a:lnTo>
                  <a:lnTo>
                    <a:pt x="33580" y="37502"/>
                  </a:lnTo>
                  <a:lnTo>
                    <a:pt x="35669" y="41523"/>
                  </a:lnTo>
                  <a:lnTo>
                    <a:pt x="32333" y="44113"/>
                  </a:lnTo>
                  <a:lnTo>
                    <a:pt x="29605" y="44598"/>
                  </a:lnTo>
                  <a:lnTo>
                    <a:pt x="27290" y="46459"/>
                  </a:lnTo>
                  <a:lnTo>
                    <a:pt x="26838" y="47010"/>
                  </a:lnTo>
                  <a:lnTo>
                    <a:pt x="27277" y="48487"/>
                  </a:lnTo>
                  <a:lnTo>
                    <a:pt x="23392" y="48397"/>
                  </a:lnTo>
                  <a:lnTo>
                    <a:pt x="22066" y="47277"/>
                  </a:lnTo>
                  <a:lnTo>
                    <a:pt x="16700" y="45889"/>
                  </a:lnTo>
                  <a:lnTo>
                    <a:pt x="18267" y="42260"/>
                  </a:lnTo>
                  <a:lnTo>
                    <a:pt x="18097" y="36301"/>
                  </a:lnTo>
                  <a:lnTo>
                    <a:pt x="14902" y="34063"/>
                  </a:lnTo>
                  <a:lnTo>
                    <a:pt x="12864" y="33915"/>
                  </a:lnTo>
                  <a:lnTo>
                    <a:pt x="9842" y="32358"/>
                  </a:lnTo>
                  <a:lnTo>
                    <a:pt x="6316" y="28077"/>
                  </a:lnTo>
                  <a:lnTo>
                    <a:pt x="7367" y="26676"/>
                  </a:lnTo>
                  <a:lnTo>
                    <a:pt x="8934" y="26293"/>
                  </a:lnTo>
                  <a:lnTo>
                    <a:pt x="7046" y="20237"/>
                  </a:lnTo>
                  <a:lnTo>
                    <a:pt x="3330" y="16469"/>
                  </a:lnTo>
                  <a:lnTo>
                    <a:pt x="1279" y="17821"/>
                  </a:lnTo>
                  <a:lnTo>
                    <a:pt x="0" y="16882"/>
                  </a:lnTo>
                  <a:lnTo>
                    <a:pt x="1065" y="14888"/>
                  </a:lnTo>
                  <a:lnTo>
                    <a:pt x="3831" y="14089"/>
                  </a:lnTo>
                  <a:lnTo>
                    <a:pt x="5858" y="12578"/>
                  </a:lnTo>
                  <a:lnTo>
                    <a:pt x="7082" y="10633"/>
                  </a:lnTo>
                  <a:lnTo>
                    <a:pt x="6533" y="7389"/>
                  </a:lnTo>
                  <a:lnTo>
                    <a:pt x="9228" y="3711"/>
                  </a:lnTo>
                  <a:lnTo>
                    <a:pt x="10212" y="4109"/>
                  </a:lnTo>
                  <a:lnTo>
                    <a:pt x="11282" y="4404"/>
                  </a:lnTo>
                  <a:lnTo>
                    <a:pt x="13951" y="3352"/>
                  </a:lnTo>
                  <a:lnTo>
                    <a:pt x="14918" y="669"/>
                  </a:lnTo>
                  <a:lnTo>
                    <a:pt x="195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h301"/>
            <p:cNvSpPr/>
            <p:nvPr/>
          </p:nvSpPr>
          <p:spPr>
            <a:xfrm>
              <a:off x="3234883" y="3193419"/>
              <a:ext cx="9574" cy="8836"/>
            </a:xfrm>
            <a:custGeom>
              <a:avLst/>
              <a:pathLst>
                <a:path w="9574" h="8836">
                  <a:moveTo>
                    <a:pt x="6477" y="1281"/>
                  </a:moveTo>
                  <a:lnTo>
                    <a:pt x="7933" y="1634"/>
                  </a:lnTo>
                  <a:lnTo>
                    <a:pt x="5377" y="2486"/>
                  </a:lnTo>
                  <a:lnTo>
                    <a:pt x="5946" y="6811"/>
                  </a:lnTo>
                  <a:lnTo>
                    <a:pt x="9574" y="7664"/>
                  </a:lnTo>
                  <a:lnTo>
                    <a:pt x="7492" y="8836"/>
                  </a:lnTo>
                  <a:lnTo>
                    <a:pt x="1492" y="8644"/>
                  </a:lnTo>
                  <a:lnTo>
                    <a:pt x="0" y="5916"/>
                  </a:lnTo>
                  <a:lnTo>
                    <a:pt x="379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h302"/>
            <p:cNvSpPr/>
            <p:nvPr/>
          </p:nvSpPr>
          <p:spPr>
            <a:xfrm>
              <a:off x="3210460" y="3284894"/>
              <a:ext cx="30163" cy="24221"/>
            </a:xfrm>
            <a:custGeom>
              <a:avLst/>
              <a:pathLst>
                <a:path w="30163" h="24221">
                  <a:moveTo>
                    <a:pt x="16065" y="1416"/>
                  </a:moveTo>
                  <a:lnTo>
                    <a:pt x="18390" y="3910"/>
                  </a:lnTo>
                  <a:lnTo>
                    <a:pt x="24130" y="7565"/>
                  </a:lnTo>
                  <a:lnTo>
                    <a:pt x="24479" y="15338"/>
                  </a:lnTo>
                  <a:lnTo>
                    <a:pt x="25326" y="16467"/>
                  </a:lnTo>
                  <a:lnTo>
                    <a:pt x="27914" y="16571"/>
                  </a:lnTo>
                  <a:lnTo>
                    <a:pt x="30163" y="16621"/>
                  </a:lnTo>
                  <a:lnTo>
                    <a:pt x="29678" y="19776"/>
                  </a:lnTo>
                  <a:lnTo>
                    <a:pt x="27187" y="20676"/>
                  </a:lnTo>
                  <a:lnTo>
                    <a:pt x="21596" y="21298"/>
                  </a:lnTo>
                  <a:lnTo>
                    <a:pt x="20497" y="23499"/>
                  </a:lnTo>
                  <a:lnTo>
                    <a:pt x="18746" y="24221"/>
                  </a:lnTo>
                  <a:lnTo>
                    <a:pt x="6217" y="20588"/>
                  </a:lnTo>
                  <a:lnTo>
                    <a:pt x="5619" y="18335"/>
                  </a:lnTo>
                  <a:lnTo>
                    <a:pt x="3332" y="17456"/>
                  </a:lnTo>
                  <a:lnTo>
                    <a:pt x="1477" y="13247"/>
                  </a:lnTo>
                  <a:lnTo>
                    <a:pt x="0" y="8501"/>
                  </a:lnTo>
                  <a:lnTo>
                    <a:pt x="19" y="6847"/>
                  </a:lnTo>
                  <a:lnTo>
                    <a:pt x="961" y="5383"/>
                  </a:lnTo>
                  <a:lnTo>
                    <a:pt x="676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h303"/>
            <p:cNvSpPr/>
            <p:nvPr/>
          </p:nvSpPr>
          <p:spPr>
            <a:xfrm>
              <a:off x="3274975" y="3240331"/>
              <a:ext cx="29094" cy="22228"/>
            </a:xfrm>
            <a:custGeom>
              <a:avLst/>
              <a:pathLst>
                <a:path w="29094" h="22228">
                  <a:moveTo>
                    <a:pt x="6272" y="204"/>
                  </a:moveTo>
                  <a:lnTo>
                    <a:pt x="7721" y="2012"/>
                  </a:lnTo>
                  <a:lnTo>
                    <a:pt x="12418" y="647"/>
                  </a:lnTo>
                  <a:lnTo>
                    <a:pt x="13346" y="1521"/>
                  </a:lnTo>
                  <a:lnTo>
                    <a:pt x="16797" y="2493"/>
                  </a:lnTo>
                  <a:lnTo>
                    <a:pt x="20899" y="2983"/>
                  </a:lnTo>
                  <a:lnTo>
                    <a:pt x="24450" y="6302"/>
                  </a:lnTo>
                  <a:lnTo>
                    <a:pt x="25043" y="8211"/>
                  </a:lnTo>
                  <a:lnTo>
                    <a:pt x="29094" y="8877"/>
                  </a:lnTo>
                  <a:lnTo>
                    <a:pt x="28425" y="16460"/>
                  </a:lnTo>
                  <a:lnTo>
                    <a:pt x="18073" y="16491"/>
                  </a:lnTo>
                  <a:lnTo>
                    <a:pt x="15998" y="18695"/>
                  </a:lnTo>
                  <a:lnTo>
                    <a:pt x="19101" y="20513"/>
                  </a:lnTo>
                  <a:lnTo>
                    <a:pt x="17659" y="22228"/>
                  </a:lnTo>
                  <a:lnTo>
                    <a:pt x="11419" y="16718"/>
                  </a:lnTo>
                  <a:lnTo>
                    <a:pt x="11696" y="17678"/>
                  </a:lnTo>
                  <a:lnTo>
                    <a:pt x="10133" y="18832"/>
                  </a:lnTo>
                  <a:lnTo>
                    <a:pt x="5970" y="18306"/>
                  </a:lnTo>
                  <a:lnTo>
                    <a:pt x="6110" y="16803"/>
                  </a:lnTo>
                  <a:lnTo>
                    <a:pt x="12861" y="15246"/>
                  </a:lnTo>
                  <a:lnTo>
                    <a:pt x="12104" y="13735"/>
                  </a:lnTo>
                  <a:lnTo>
                    <a:pt x="8691" y="11872"/>
                  </a:lnTo>
                  <a:lnTo>
                    <a:pt x="816" y="12409"/>
                  </a:lnTo>
                  <a:lnTo>
                    <a:pt x="0" y="2893"/>
                  </a:lnTo>
                  <a:lnTo>
                    <a:pt x="557" y="1592"/>
                  </a:lnTo>
                  <a:lnTo>
                    <a:pt x="497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h304"/>
            <p:cNvSpPr/>
            <p:nvPr/>
          </p:nvSpPr>
          <p:spPr>
            <a:xfrm>
              <a:off x="3255578" y="3395384"/>
              <a:ext cx="25448" cy="21236"/>
            </a:xfrm>
            <a:custGeom>
              <a:avLst/>
              <a:pathLst>
                <a:path w="25448" h="21236">
                  <a:moveTo>
                    <a:pt x="25448" y="1411"/>
                  </a:moveTo>
                  <a:lnTo>
                    <a:pt x="24039" y="4012"/>
                  </a:lnTo>
                  <a:lnTo>
                    <a:pt x="19297" y="4272"/>
                  </a:lnTo>
                  <a:lnTo>
                    <a:pt x="17100" y="7893"/>
                  </a:lnTo>
                  <a:lnTo>
                    <a:pt x="16521" y="9701"/>
                  </a:lnTo>
                  <a:lnTo>
                    <a:pt x="16944" y="10492"/>
                  </a:lnTo>
                  <a:lnTo>
                    <a:pt x="18824" y="10353"/>
                  </a:lnTo>
                  <a:lnTo>
                    <a:pt x="16345" y="15837"/>
                  </a:lnTo>
                  <a:lnTo>
                    <a:pt x="15506" y="15868"/>
                  </a:lnTo>
                  <a:lnTo>
                    <a:pt x="14902" y="19266"/>
                  </a:lnTo>
                  <a:lnTo>
                    <a:pt x="10811" y="21166"/>
                  </a:lnTo>
                  <a:lnTo>
                    <a:pt x="9548" y="20336"/>
                  </a:lnTo>
                  <a:lnTo>
                    <a:pt x="7921" y="20302"/>
                  </a:lnTo>
                  <a:lnTo>
                    <a:pt x="7459" y="21180"/>
                  </a:lnTo>
                  <a:lnTo>
                    <a:pt x="6118" y="21236"/>
                  </a:lnTo>
                  <a:lnTo>
                    <a:pt x="4194" y="19321"/>
                  </a:lnTo>
                  <a:lnTo>
                    <a:pt x="1361" y="12290"/>
                  </a:lnTo>
                  <a:lnTo>
                    <a:pt x="2292" y="9523"/>
                  </a:lnTo>
                  <a:lnTo>
                    <a:pt x="768" y="9416"/>
                  </a:lnTo>
                  <a:lnTo>
                    <a:pt x="227" y="10692"/>
                  </a:lnTo>
                  <a:lnTo>
                    <a:pt x="0" y="9821"/>
                  </a:lnTo>
                  <a:lnTo>
                    <a:pt x="1793" y="5039"/>
                  </a:lnTo>
                  <a:lnTo>
                    <a:pt x="9173" y="1570"/>
                  </a:lnTo>
                  <a:lnTo>
                    <a:pt x="12571" y="771"/>
                  </a:lnTo>
                  <a:lnTo>
                    <a:pt x="247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h305"/>
            <p:cNvSpPr/>
            <p:nvPr/>
          </p:nvSpPr>
          <p:spPr>
            <a:xfrm>
              <a:off x="3315339" y="3384392"/>
              <a:ext cx="7595" cy="11539"/>
            </a:xfrm>
            <a:custGeom>
              <a:avLst/>
              <a:pathLst>
                <a:path w="7595" h="11539">
                  <a:moveTo>
                    <a:pt x="7595" y="553"/>
                  </a:moveTo>
                  <a:lnTo>
                    <a:pt x="5931" y="11539"/>
                  </a:lnTo>
                  <a:lnTo>
                    <a:pt x="714" y="10874"/>
                  </a:lnTo>
                  <a:lnTo>
                    <a:pt x="2153" y="8509"/>
                  </a:lnTo>
                  <a:lnTo>
                    <a:pt x="2373" y="6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h306"/>
            <p:cNvSpPr/>
            <p:nvPr/>
          </p:nvSpPr>
          <p:spPr>
            <a:xfrm>
              <a:off x="3229369" y="3255738"/>
              <a:ext cx="21897" cy="32063"/>
            </a:xfrm>
            <a:custGeom>
              <a:avLst/>
              <a:pathLst>
                <a:path w="21897" h="32063">
                  <a:moveTo>
                    <a:pt x="15683" y="1805"/>
                  </a:moveTo>
                  <a:lnTo>
                    <a:pt x="19028" y="9220"/>
                  </a:lnTo>
                  <a:lnTo>
                    <a:pt x="21459" y="8283"/>
                  </a:lnTo>
                  <a:lnTo>
                    <a:pt x="21837" y="9664"/>
                  </a:lnTo>
                  <a:lnTo>
                    <a:pt x="20804" y="9301"/>
                  </a:lnTo>
                  <a:lnTo>
                    <a:pt x="16517" y="15506"/>
                  </a:lnTo>
                  <a:lnTo>
                    <a:pt x="16745" y="16427"/>
                  </a:lnTo>
                  <a:lnTo>
                    <a:pt x="17905" y="16820"/>
                  </a:lnTo>
                  <a:lnTo>
                    <a:pt x="18957" y="16708"/>
                  </a:lnTo>
                  <a:lnTo>
                    <a:pt x="19963" y="15158"/>
                  </a:lnTo>
                  <a:lnTo>
                    <a:pt x="20897" y="15326"/>
                  </a:lnTo>
                  <a:lnTo>
                    <a:pt x="21176" y="16221"/>
                  </a:lnTo>
                  <a:lnTo>
                    <a:pt x="19897" y="18650"/>
                  </a:lnTo>
                  <a:lnTo>
                    <a:pt x="20128" y="20228"/>
                  </a:lnTo>
                  <a:lnTo>
                    <a:pt x="21695" y="22504"/>
                  </a:lnTo>
                  <a:lnTo>
                    <a:pt x="20987" y="24601"/>
                  </a:lnTo>
                  <a:lnTo>
                    <a:pt x="19470" y="25986"/>
                  </a:lnTo>
                  <a:lnTo>
                    <a:pt x="21897" y="28870"/>
                  </a:lnTo>
                  <a:lnTo>
                    <a:pt x="18377" y="32063"/>
                  </a:lnTo>
                  <a:lnTo>
                    <a:pt x="13474" y="27225"/>
                  </a:lnTo>
                  <a:lnTo>
                    <a:pt x="9649" y="25112"/>
                  </a:lnTo>
                  <a:lnTo>
                    <a:pt x="6216" y="19822"/>
                  </a:lnTo>
                  <a:lnTo>
                    <a:pt x="8303" y="14176"/>
                  </a:lnTo>
                  <a:lnTo>
                    <a:pt x="7503" y="11278"/>
                  </a:lnTo>
                  <a:lnTo>
                    <a:pt x="4645" y="10597"/>
                  </a:lnTo>
                  <a:lnTo>
                    <a:pt x="0" y="4735"/>
                  </a:lnTo>
                  <a:lnTo>
                    <a:pt x="1624" y="3491"/>
                  </a:lnTo>
                  <a:lnTo>
                    <a:pt x="8617" y="2665"/>
                  </a:lnTo>
                  <a:lnTo>
                    <a:pt x="8818" y="1748"/>
                  </a:lnTo>
                  <a:lnTo>
                    <a:pt x="1074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h307"/>
            <p:cNvSpPr/>
            <p:nvPr/>
          </p:nvSpPr>
          <p:spPr>
            <a:xfrm>
              <a:off x="3238917" y="3404801"/>
              <a:ext cx="35128" cy="47273"/>
            </a:xfrm>
            <a:custGeom>
              <a:avLst/>
              <a:pathLst>
                <a:path w="35128" h="47273">
                  <a:moveTo>
                    <a:pt x="18954" y="106"/>
                  </a:moveTo>
                  <a:lnTo>
                    <a:pt x="18023" y="2873"/>
                  </a:lnTo>
                  <a:lnTo>
                    <a:pt x="20856" y="9904"/>
                  </a:lnTo>
                  <a:lnTo>
                    <a:pt x="22780" y="11819"/>
                  </a:lnTo>
                  <a:lnTo>
                    <a:pt x="24121" y="11763"/>
                  </a:lnTo>
                  <a:lnTo>
                    <a:pt x="23497" y="12974"/>
                  </a:lnTo>
                  <a:lnTo>
                    <a:pt x="24586" y="13829"/>
                  </a:lnTo>
                  <a:lnTo>
                    <a:pt x="29647" y="14697"/>
                  </a:lnTo>
                  <a:lnTo>
                    <a:pt x="35128" y="18312"/>
                  </a:lnTo>
                  <a:lnTo>
                    <a:pt x="32681" y="22718"/>
                  </a:lnTo>
                  <a:lnTo>
                    <a:pt x="33789" y="23805"/>
                  </a:lnTo>
                  <a:lnTo>
                    <a:pt x="34102" y="24299"/>
                  </a:lnTo>
                  <a:lnTo>
                    <a:pt x="26338" y="33233"/>
                  </a:lnTo>
                  <a:lnTo>
                    <a:pt x="22668" y="32191"/>
                  </a:lnTo>
                  <a:lnTo>
                    <a:pt x="20830" y="34515"/>
                  </a:lnTo>
                  <a:lnTo>
                    <a:pt x="20191" y="36861"/>
                  </a:lnTo>
                  <a:lnTo>
                    <a:pt x="27036" y="47273"/>
                  </a:lnTo>
                  <a:lnTo>
                    <a:pt x="24620" y="46569"/>
                  </a:lnTo>
                  <a:lnTo>
                    <a:pt x="0" y="24051"/>
                  </a:lnTo>
                  <a:lnTo>
                    <a:pt x="793" y="22122"/>
                  </a:lnTo>
                  <a:lnTo>
                    <a:pt x="3258" y="23428"/>
                  </a:lnTo>
                  <a:lnTo>
                    <a:pt x="8751" y="17372"/>
                  </a:lnTo>
                  <a:lnTo>
                    <a:pt x="9883" y="12476"/>
                  </a:lnTo>
                  <a:lnTo>
                    <a:pt x="13174" y="9363"/>
                  </a:lnTo>
                  <a:lnTo>
                    <a:pt x="13424" y="4318"/>
                  </a:lnTo>
                  <a:lnTo>
                    <a:pt x="15718" y="4040"/>
                  </a:lnTo>
                  <a:lnTo>
                    <a:pt x="16874" y="2626"/>
                  </a:lnTo>
                  <a:lnTo>
                    <a:pt x="16889" y="1276"/>
                  </a:lnTo>
                  <a:lnTo>
                    <a:pt x="1743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h308"/>
            <p:cNvSpPr/>
            <p:nvPr/>
          </p:nvSpPr>
          <p:spPr>
            <a:xfrm>
              <a:off x="3306272" y="3367851"/>
              <a:ext cx="20350" cy="17960"/>
            </a:xfrm>
            <a:custGeom>
              <a:avLst/>
              <a:pathLst>
                <a:path w="20350" h="17960">
                  <a:moveTo>
                    <a:pt x="10841" y="0"/>
                  </a:moveTo>
                  <a:lnTo>
                    <a:pt x="20350" y="7672"/>
                  </a:lnTo>
                  <a:lnTo>
                    <a:pt x="19358" y="12930"/>
                  </a:lnTo>
                  <a:lnTo>
                    <a:pt x="15052" y="12716"/>
                  </a:lnTo>
                  <a:lnTo>
                    <a:pt x="14868" y="15080"/>
                  </a:lnTo>
                  <a:lnTo>
                    <a:pt x="16663" y="17094"/>
                  </a:lnTo>
                  <a:lnTo>
                    <a:pt x="9067" y="16541"/>
                  </a:lnTo>
                  <a:lnTo>
                    <a:pt x="6246" y="17960"/>
                  </a:lnTo>
                  <a:lnTo>
                    <a:pt x="2769" y="16498"/>
                  </a:lnTo>
                  <a:lnTo>
                    <a:pt x="553" y="13559"/>
                  </a:lnTo>
                  <a:lnTo>
                    <a:pt x="1058" y="8021"/>
                  </a:lnTo>
                  <a:lnTo>
                    <a:pt x="0" y="5122"/>
                  </a:lnTo>
                  <a:lnTo>
                    <a:pt x="894" y="3365"/>
                  </a:lnTo>
                  <a:lnTo>
                    <a:pt x="4177" y="1892"/>
                  </a:lnTo>
                  <a:lnTo>
                    <a:pt x="7022" y="2338"/>
                  </a:lnTo>
                  <a:lnTo>
                    <a:pt x="8740" y="22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h309"/>
            <p:cNvSpPr/>
            <p:nvPr/>
          </p:nvSpPr>
          <p:spPr>
            <a:xfrm>
              <a:off x="3170761" y="3217821"/>
              <a:ext cx="24336" cy="35843"/>
            </a:xfrm>
            <a:custGeom>
              <a:avLst/>
              <a:pathLst>
                <a:path w="24336" h="35843">
                  <a:moveTo>
                    <a:pt x="11611" y="935"/>
                  </a:moveTo>
                  <a:lnTo>
                    <a:pt x="11521" y="3919"/>
                  </a:lnTo>
                  <a:lnTo>
                    <a:pt x="12568" y="3961"/>
                  </a:lnTo>
                  <a:lnTo>
                    <a:pt x="13936" y="5433"/>
                  </a:lnTo>
                  <a:lnTo>
                    <a:pt x="14163" y="9718"/>
                  </a:lnTo>
                  <a:lnTo>
                    <a:pt x="12691" y="12141"/>
                  </a:lnTo>
                  <a:lnTo>
                    <a:pt x="13899" y="14655"/>
                  </a:lnTo>
                  <a:lnTo>
                    <a:pt x="17550" y="20082"/>
                  </a:lnTo>
                  <a:lnTo>
                    <a:pt x="24336" y="24866"/>
                  </a:lnTo>
                  <a:lnTo>
                    <a:pt x="23881" y="27862"/>
                  </a:lnTo>
                  <a:lnTo>
                    <a:pt x="21470" y="29835"/>
                  </a:lnTo>
                  <a:lnTo>
                    <a:pt x="20834" y="32040"/>
                  </a:lnTo>
                  <a:lnTo>
                    <a:pt x="17321" y="35843"/>
                  </a:lnTo>
                  <a:lnTo>
                    <a:pt x="12277" y="34805"/>
                  </a:lnTo>
                  <a:lnTo>
                    <a:pt x="11926" y="30595"/>
                  </a:lnTo>
                  <a:lnTo>
                    <a:pt x="12850" y="28261"/>
                  </a:lnTo>
                  <a:lnTo>
                    <a:pt x="10856" y="26724"/>
                  </a:lnTo>
                  <a:lnTo>
                    <a:pt x="6065" y="28028"/>
                  </a:lnTo>
                  <a:lnTo>
                    <a:pt x="5296" y="27391"/>
                  </a:lnTo>
                  <a:lnTo>
                    <a:pt x="5822" y="24971"/>
                  </a:lnTo>
                  <a:lnTo>
                    <a:pt x="1287" y="19359"/>
                  </a:lnTo>
                  <a:lnTo>
                    <a:pt x="0" y="15379"/>
                  </a:lnTo>
                  <a:lnTo>
                    <a:pt x="4317" y="13054"/>
                  </a:lnTo>
                  <a:lnTo>
                    <a:pt x="4494" y="8433"/>
                  </a:lnTo>
                  <a:lnTo>
                    <a:pt x="2387" y="5035"/>
                  </a:lnTo>
                  <a:lnTo>
                    <a:pt x="2605" y="4070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h310"/>
            <p:cNvSpPr/>
            <p:nvPr/>
          </p:nvSpPr>
          <p:spPr>
            <a:xfrm>
              <a:off x="3222916" y="3179357"/>
              <a:ext cx="18444" cy="21875"/>
            </a:xfrm>
            <a:custGeom>
              <a:avLst/>
              <a:pathLst>
                <a:path w="18444" h="21875">
                  <a:moveTo>
                    <a:pt x="8568" y="4591"/>
                  </a:moveTo>
                  <a:lnTo>
                    <a:pt x="9363" y="4929"/>
                  </a:lnTo>
                  <a:lnTo>
                    <a:pt x="11916" y="5431"/>
                  </a:lnTo>
                  <a:lnTo>
                    <a:pt x="12518" y="3435"/>
                  </a:lnTo>
                  <a:lnTo>
                    <a:pt x="13923" y="3765"/>
                  </a:lnTo>
                  <a:lnTo>
                    <a:pt x="14487" y="7222"/>
                  </a:lnTo>
                  <a:lnTo>
                    <a:pt x="17437" y="10244"/>
                  </a:lnTo>
                  <a:lnTo>
                    <a:pt x="18444" y="15344"/>
                  </a:lnTo>
                  <a:lnTo>
                    <a:pt x="15765" y="14062"/>
                  </a:lnTo>
                  <a:lnTo>
                    <a:pt x="11966" y="19978"/>
                  </a:lnTo>
                  <a:lnTo>
                    <a:pt x="3897" y="21875"/>
                  </a:lnTo>
                  <a:lnTo>
                    <a:pt x="521" y="20824"/>
                  </a:lnTo>
                  <a:lnTo>
                    <a:pt x="0" y="18812"/>
                  </a:lnTo>
                  <a:lnTo>
                    <a:pt x="1146" y="19992"/>
                  </a:lnTo>
                  <a:lnTo>
                    <a:pt x="3687" y="17893"/>
                  </a:lnTo>
                  <a:lnTo>
                    <a:pt x="5394" y="12485"/>
                  </a:lnTo>
                  <a:lnTo>
                    <a:pt x="5833" y="6711"/>
                  </a:lnTo>
                  <a:lnTo>
                    <a:pt x="3124" y="6437"/>
                  </a:lnTo>
                  <a:lnTo>
                    <a:pt x="2352" y="7821"/>
                  </a:lnTo>
                  <a:lnTo>
                    <a:pt x="1411" y="7051"/>
                  </a:lnTo>
                  <a:lnTo>
                    <a:pt x="1524" y="5234"/>
                  </a:lnTo>
                  <a:lnTo>
                    <a:pt x="3533" y="4694"/>
                  </a:lnTo>
                  <a:lnTo>
                    <a:pt x="1747" y="298"/>
                  </a:lnTo>
                  <a:lnTo>
                    <a:pt x="65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h311"/>
            <p:cNvSpPr/>
            <p:nvPr/>
          </p:nvSpPr>
          <p:spPr>
            <a:xfrm>
              <a:off x="3283824" y="3439048"/>
              <a:ext cx="30261" cy="22104"/>
            </a:xfrm>
            <a:custGeom>
              <a:avLst/>
              <a:pathLst>
                <a:path w="30261" h="22104">
                  <a:moveTo>
                    <a:pt x="25650" y="411"/>
                  </a:moveTo>
                  <a:lnTo>
                    <a:pt x="27644" y="3811"/>
                  </a:lnTo>
                  <a:lnTo>
                    <a:pt x="24324" y="8342"/>
                  </a:lnTo>
                  <a:lnTo>
                    <a:pt x="27472" y="9383"/>
                  </a:lnTo>
                  <a:lnTo>
                    <a:pt x="30060" y="13398"/>
                  </a:lnTo>
                  <a:lnTo>
                    <a:pt x="30261" y="14733"/>
                  </a:lnTo>
                  <a:lnTo>
                    <a:pt x="28644" y="16757"/>
                  </a:lnTo>
                  <a:lnTo>
                    <a:pt x="20680" y="20028"/>
                  </a:lnTo>
                  <a:lnTo>
                    <a:pt x="18539" y="20187"/>
                  </a:lnTo>
                  <a:lnTo>
                    <a:pt x="18577" y="19250"/>
                  </a:lnTo>
                  <a:lnTo>
                    <a:pt x="17167" y="18190"/>
                  </a:lnTo>
                  <a:lnTo>
                    <a:pt x="15528" y="19288"/>
                  </a:lnTo>
                  <a:lnTo>
                    <a:pt x="14832" y="18599"/>
                  </a:lnTo>
                  <a:lnTo>
                    <a:pt x="11318" y="22104"/>
                  </a:lnTo>
                  <a:lnTo>
                    <a:pt x="7933" y="18274"/>
                  </a:lnTo>
                  <a:lnTo>
                    <a:pt x="2826" y="20022"/>
                  </a:lnTo>
                  <a:lnTo>
                    <a:pt x="0" y="19995"/>
                  </a:lnTo>
                  <a:lnTo>
                    <a:pt x="496" y="15605"/>
                  </a:lnTo>
                  <a:lnTo>
                    <a:pt x="60" y="14673"/>
                  </a:lnTo>
                  <a:lnTo>
                    <a:pt x="7059" y="7675"/>
                  </a:lnTo>
                  <a:lnTo>
                    <a:pt x="9273" y="8143"/>
                  </a:lnTo>
                  <a:lnTo>
                    <a:pt x="9866" y="6510"/>
                  </a:lnTo>
                  <a:lnTo>
                    <a:pt x="13823" y="8139"/>
                  </a:lnTo>
                  <a:lnTo>
                    <a:pt x="21128" y="2164"/>
                  </a:lnTo>
                  <a:lnTo>
                    <a:pt x="20521" y="2377"/>
                  </a:lnTo>
                  <a:lnTo>
                    <a:pt x="20623" y="849"/>
                  </a:lnTo>
                  <a:lnTo>
                    <a:pt x="215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h312"/>
            <p:cNvSpPr/>
            <p:nvPr/>
          </p:nvSpPr>
          <p:spPr>
            <a:xfrm>
              <a:off x="3239052" y="3227861"/>
              <a:ext cx="34861" cy="18204"/>
            </a:xfrm>
            <a:custGeom>
              <a:avLst/>
              <a:pathLst>
                <a:path w="34861" h="18204">
                  <a:moveTo>
                    <a:pt x="17128" y="1507"/>
                  </a:moveTo>
                  <a:lnTo>
                    <a:pt x="21337" y="2083"/>
                  </a:lnTo>
                  <a:lnTo>
                    <a:pt x="21072" y="3875"/>
                  </a:lnTo>
                  <a:lnTo>
                    <a:pt x="22410" y="4396"/>
                  </a:lnTo>
                  <a:lnTo>
                    <a:pt x="23718" y="2786"/>
                  </a:lnTo>
                  <a:lnTo>
                    <a:pt x="29262" y="4277"/>
                  </a:lnTo>
                  <a:lnTo>
                    <a:pt x="32861" y="4331"/>
                  </a:lnTo>
                  <a:lnTo>
                    <a:pt x="32245" y="6104"/>
                  </a:lnTo>
                  <a:lnTo>
                    <a:pt x="32217" y="11329"/>
                  </a:lnTo>
                  <a:lnTo>
                    <a:pt x="33502" y="13310"/>
                  </a:lnTo>
                  <a:lnTo>
                    <a:pt x="33867" y="16058"/>
                  </a:lnTo>
                  <a:lnTo>
                    <a:pt x="34861" y="16597"/>
                  </a:lnTo>
                  <a:lnTo>
                    <a:pt x="34158" y="17789"/>
                  </a:lnTo>
                  <a:lnTo>
                    <a:pt x="32637" y="18204"/>
                  </a:lnTo>
                  <a:lnTo>
                    <a:pt x="28717" y="16861"/>
                  </a:lnTo>
                  <a:lnTo>
                    <a:pt x="26351" y="12195"/>
                  </a:lnTo>
                  <a:lnTo>
                    <a:pt x="24311" y="14670"/>
                  </a:lnTo>
                  <a:lnTo>
                    <a:pt x="21585" y="15636"/>
                  </a:lnTo>
                  <a:lnTo>
                    <a:pt x="15753" y="16117"/>
                  </a:lnTo>
                  <a:lnTo>
                    <a:pt x="5505" y="14700"/>
                  </a:lnTo>
                  <a:lnTo>
                    <a:pt x="1918" y="15590"/>
                  </a:lnTo>
                  <a:lnTo>
                    <a:pt x="0" y="13510"/>
                  </a:lnTo>
                  <a:lnTo>
                    <a:pt x="1513" y="11302"/>
                  </a:lnTo>
                  <a:lnTo>
                    <a:pt x="1382" y="8876"/>
                  </a:lnTo>
                  <a:lnTo>
                    <a:pt x="316" y="6919"/>
                  </a:lnTo>
                  <a:lnTo>
                    <a:pt x="74" y="3182"/>
                  </a:lnTo>
                  <a:lnTo>
                    <a:pt x="668" y="1296"/>
                  </a:lnTo>
                  <a:lnTo>
                    <a:pt x="5354" y="4558"/>
                  </a:lnTo>
                  <a:lnTo>
                    <a:pt x="7922" y="5249"/>
                  </a:lnTo>
                  <a:lnTo>
                    <a:pt x="13311" y="3381"/>
                  </a:lnTo>
                  <a:lnTo>
                    <a:pt x="14316" y="2496"/>
                  </a:lnTo>
                  <a:lnTo>
                    <a:pt x="1476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h313"/>
            <p:cNvSpPr/>
            <p:nvPr/>
          </p:nvSpPr>
          <p:spPr>
            <a:xfrm>
              <a:off x="3321270" y="3384945"/>
              <a:ext cx="10355" cy="14610"/>
            </a:xfrm>
            <a:custGeom>
              <a:avLst/>
              <a:pathLst>
                <a:path w="10355" h="14610">
                  <a:moveTo>
                    <a:pt x="6497" y="3192"/>
                  </a:moveTo>
                  <a:lnTo>
                    <a:pt x="8185" y="2628"/>
                  </a:lnTo>
                  <a:lnTo>
                    <a:pt x="9274" y="1318"/>
                  </a:lnTo>
                  <a:lnTo>
                    <a:pt x="10018" y="2277"/>
                  </a:lnTo>
                  <a:lnTo>
                    <a:pt x="10355" y="8774"/>
                  </a:lnTo>
                  <a:lnTo>
                    <a:pt x="8264" y="10125"/>
                  </a:lnTo>
                  <a:lnTo>
                    <a:pt x="7006" y="12071"/>
                  </a:lnTo>
                  <a:lnTo>
                    <a:pt x="6706" y="14610"/>
                  </a:lnTo>
                  <a:lnTo>
                    <a:pt x="5286" y="11902"/>
                  </a:lnTo>
                  <a:lnTo>
                    <a:pt x="359" y="11525"/>
                  </a:lnTo>
                  <a:lnTo>
                    <a:pt x="0" y="10986"/>
                  </a:lnTo>
                  <a:lnTo>
                    <a:pt x="16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h314"/>
            <p:cNvSpPr/>
            <p:nvPr/>
          </p:nvSpPr>
          <p:spPr>
            <a:xfrm>
              <a:off x="3319289" y="3228256"/>
              <a:ext cx="68236" cy="40073"/>
            </a:xfrm>
            <a:custGeom>
              <a:avLst/>
              <a:pathLst>
                <a:path w="68236" h="40073">
                  <a:moveTo>
                    <a:pt x="14508" y="1238"/>
                  </a:moveTo>
                  <a:lnTo>
                    <a:pt x="13864" y="2662"/>
                  </a:lnTo>
                  <a:lnTo>
                    <a:pt x="17316" y="3995"/>
                  </a:lnTo>
                  <a:lnTo>
                    <a:pt x="19312" y="3696"/>
                  </a:lnTo>
                  <a:lnTo>
                    <a:pt x="24844" y="4708"/>
                  </a:lnTo>
                  <a:lnTo>
                    <a:pt x="26248" y="7423"/>
                  </a:lnTo>
                  <a:lnTo>
                    <a:pt x="25992" y="9766"/>
                  </a:lnTo>
                  <a:lnTo>
                    <a:pt x="27221" y="10945"/>
                  </a:lnTo>
                  <a:lnTo>
                    <a:pt x="38308" y="11044"/>
                  </a:lnTo>
                  <a:lnTo>
                    <a:pt x="41835" y="9878"/>
                  </a:lnTo>
                  <a:lnTo>
                    <a:pt x="40982" y="15776"/>
                  </a:lnTo>
                  <a:lnTo>
                    <a:pt x="56410" y="25119"/>
                  </a:lnTo>
                  <a:lnTo>
                    <a:pt x="59703" y="25045"/>
                  </a:lnTo>
                  <a:lnTo>
                    <a:pt x="62332" y="26893"/>
                  </a:lnTo>
                  <a:lnTo>
                    <a:pt x="65755" y="25598"/>
                  </a:lnTo>
                  <a:lnTo>
                    <a:pt x="68236" y="29345"/>
                  </a:lnTo>
                  <a:lnTo>
                    <a:pt x="62310" y="32112"/>
                  </a:lnTo>
                  <a:lnTo>
                    <a:pt x="61791" y="33738"/>
                  </a:lnTo>
                  <a:lnTo>
                    <a:pt x="61144" y="35710"/>
                  </a:lnTo>
                  <a:lnTo>
                    <a:pt x="56907" y="34563"/>
                  </a:lnTo>
                  <a:lnTo>
                    <a:pt x="55175" y="32671"/>
                  </a:lnTo>
                  <a:lnTo>
                    <a:pt x="52795" y="32960"/>
                  </a:lnTo>
                  <a:lnTo>
                    <a:pt x="51910" y="36236"/>
                  </a:lnTo>
                  <a:lnTo>
                    <a:pt x="50529" y="37437"/>
                  </a:lnTo>
                  <a:lnTo>
                    <a:pt x="46500" y="39744"/>
                  </a:lnTo>
                  <a:lnTo>
                    <a:pt x="44521" y="40073"/>
                  </a:lnTo>
                  <a:lnTo>
                    <a:pt x="41959" y="38423"/>
                  </a:lnTo>
                  <a:lnTo>
                    <a:pt x="43949" y="36225"/>
                  </a:lnTo>
                  <a:lnTo>
                    <a:pt x="41207" y="33784"/>
                  </a:lnTo>
                  <a:lnTo>
                    <a:pt x="37167" y="33807"/>
                  </a:lnTo>
                  <a:lnTo>
                    <a:pt x="33004" y="32615"/>
                  </a:lnTo>
                  <a:lnTo>
                    <a:pt x="26078" y="35218"/>
                  </a:lnTo>
                  <a:lnTo>
                    <a:pt x="25184" y="29140"/>
                  </a:lnTo>
                  <a:lnTo>
                    <a:pt x="16442" y="30547"/>
                  </a:lnTo>
                  <a:lnTo>
                    <a:pt x="13672" y="22649"/>
                  </a:lnTo>
                  <a:lnTo>
                    <a:pt x="12025" y="21218"/>
                  </a:lnTo>
                  <a:lnTo>
                    <a:pt x="13348" y="19497"/>
                  </a:lnTo>
                  <a:lnTo>
                    <a:pt x="7664" y="17833"/>
                  </a:lnTo>
                  <a:lnTo>
                    <a:pt x="3261" y="15925"/>
                  </a:lnTo>
                  <a:lnTo>
                    <a:pt x="0" y="13188"/>
                  </a:lnTo>
                  <a:lnTo>
                    <a:pt x="7986" y="8917"/>
                  </a:lnTo>
                  <a:lnTo>
                    <a:pt x="8970" y="6272"/>
                  </a:lnTo>
                  <a:lnTo>
                    <a:pt x="8417" y="3845"/>
                  </a:lnTo>
                  <a:lnTo>
                    <a:pt x="9859" y="127"/>
                  </a:lnTo>
                  <a:lnTo>
                    <a:pt x="1086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h315"/>
            <p:cNvSpPr/>
            <p:nvPr/>
          </p:nvSpPr>
          <p:spPr>
            <a:xfrm>
              <a:off x="3219980" y="3156247"/>
              <a:ext cx="23278" cy="28541"/>
            </a:xfrm>
            <a:custGeom>
              <a:avLst/>
              <a:pathLst>
                <a:path w="23278" h="28541">
                  <a:moveTo>
                    <a:pt x="9159" y="577"/>
                  </a:moveTo>
                  <a:lnTo>
                    <a:pt x="9963" y="1093"/>
                  </a:lnTo>
                  <a:lnTo>
                    <a:pt x="11294" y="4671"/>
                  </a:lnTo>
                  <a:lnTo>
                    <a:pt x="12871" y="3831"/>
                  </a:lnTo>
                  <a:lnTo>
                    <a:pt x="13064" y="2994"/>
                  </a:lnTo>
                  <a:lnTo>
                    <a:pt x="15031" y="8769"/>
                  </a:lnTo>
                  <a:lnTo>
                    <a:pt x="14097" y="11719"/>
                  </a:lnTo>
                  <a:lnTo>
                    <a:pt x="16729" y="11316"/>
                  </a:lnTo>
                  <a:lnTo>
                    <a:pt x="18543" y="11867"/>
                  </a:lnTo>
                  <a:lnTo>
                    <a:pt x="21267" y="14023"/>
                  </a:lnTo>
                  <a:lnTo>
                    <a:pt x="21190" y="17034"/>
                  </a:lnTo>
                  <a:lnTo>
                    <a:pt x="23278" y="18934"/>
                  </a:lnTo>
                  <a:lnTo>
                    <a:pt x="22928" y="22020"/>
                  </a:lnTo>
                  <a:lnTo>
                    <a:pt x="19685" y="26402"/>
                  </a:lnTo>
                  <a:lnTo>
                    <a:pt x="16858" y="26875"/>
                  </a:lnTo>
                  <a:lnTo>
                    <a:pt x="15454" y="26545"/>
                  </a:lnTo>
                  <a:lnTo>
                    <a:pt x="14852" y="28541"/>
                  </a:lnTo>
                  <a:lnTo>
                    <a:pt x="12299" y="28039"/>
                  </a:lnTo>
                  <a:lnTo>
                    <a:pt x="11504" y="27701"/>
                  </a:lnTo>
                  <a:lnTo>
                    <a:pt x="9441" y="23109"/>
                  </a:lnTo>
                  <a:lnTo>
                    <a:pt x="4682" y="23408"/>
                  </a:lnTo>
                  <a:lnTo>
                    <a:pt x="2825" y="17711"/>
                  </a:lnTo>
                  <a:lnTo>
                    <a:pt x="2913" y="16870"/>
                  </a:lnTo>
                  <a:lnTo>
                    <a:pt x="3214" y="10434"/>
                  </a:lnTo>
                  <a:lnTo>
                    <a:pt x="0" y="8362"/>
                  </a:lnTo>
                  <a:lnTo>
                    <a:pt x="2946" y="1169"/>
                  </a:lnTo>
                  <a:lnTo>
                    <a:pt x="3858" y="1646"/>
                  </a:lnTo>
                  <a:lnTo>
                    <a:pt x="669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h316"/>
            <p:cNvSpPr/>
            <p:nvPr/>
          </p:nvSpPr>
          <p:spPr>
            <a:xfrm>
              <a:off x="3320139" y="3474120"/>
              <a:ext cx="13051" cy="13354"/>
            </a:xfrm>
            <a:custGeom>
              <a:avLst/>
              <a:pathLst>
                <a:path w="13051" h="13354">
                  <a:moveTo>
                    <a:pt x="9822" y="0"/>
                  </a:moveTo>
                  <a:lnTo>
                    <a:pt x="12095" y="3640"/>
                  </a:lnTo>
                  <a:lnTo>
                    <a:pt x="13051" y="8701"/>
                  </a:lnTo>
                  <a:lnTo>
                    <a:pt x="11415" y="8648"/>
                  </a:lnTo>
                  <a:lnTo>
                    <a:pt x="5477" y="13354"/>
                  </a:lnTo>
                  <a:lnTo>
                    <a:pt x="2466" y="13248"/>
                  </a:lnTo>
                  <a:lnTo>
                    <a:pt x="0" y="10813"/>
                  </a:lnTo>
                  <a:lnTo>
                    <a:pt x="240" y="3866"/>
                  </a:lnTo>
                  <a:lnTo>
                    <a:pt x="1784" y="3865"/>
                  </a:lnTo>
                  <a:lnTo>
                    <a:pt x="4539" y="3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h317"/>
            <p:cNvSpPr/>
            <p:nvPr/>
          </p:nvSpPr>
          <p:spPr>
            <a:xfrm>
              <a:off x="3262414" y="3395384"/>
              <a:ext cx="33125" cy="33221"/>
            </a:xfrm>
            <a:custGeom>
              <a:avLst/>
              <a:pathLst>
                <a:path w="33125" h="33221">
                  <a:moveTo>
                    <a:pt x="23359" y="278"/>
                  </a:moveTo>
                  <a:lnTo>
                    <a:pt x="24268" y="1524"/>
                  </a:lnTo>
                  <a:lnTo>
                    <a:pt x="26749" y="5248"/>
                  </a:lnTo>
                  <a:lnTo>
                    <a:pt x="33125" y="6713"/>
                  </a:lnTo>
                  <a:lnTo>
                    <a:pt x="31950" y="13123"/>
                  </a:lnTo>
                  <a:lnTo>
                    <a:pt x="29797" y="16547"/>
                  </a:lnTo>
                  <a:lnTo>
                    <a:pt x="31299" y="22838"/>
                  </a:lnTo>
                  <a:lnTo>
                    <a:pt x="29220" y="23760"/>
                  </a:lnTo>
                  <a:lnTo>
                    <a:pt x="30296" y="25801"/>
                  </a:lnTo>
                  <a:lnTo>
                    <a:pt x="29013" y="26347"/>
                  </a:lnTo>
                  <a:lnTo>
                    <a:pt x="27087" y="24885"/>
                  </a:lnTo>
                  <a:lnTo>
                    <a:pt x="22851" y="23756"/>
                  </a:lnTo>
                  <a:lnTo>
                    <a:pt x="23187" y="21509"/>
                  </a:lnTo>
                  <a:lnTo>
                    <a:pt x="24780" y="21255"/>
                  </a:lnTo>
                  <a:lnTo>
                    <a:pt x="24884" y="19499"/>
                  </a:lnTo>
                  <a:lnTo>
                    <a:pt x="19227" y="19346"/>
                  </a:lnTo>
                  <a:lnTo>
                    <a:pt x="17925" y="17621"/>
                  </a:lnTo>
                  <a:lnTo>
                    <a:pt x="15787" y="18745"/>
                  </a:lnTo>
                  <a:lnTo>
                    <a:pt x="14417" y="21645"/>
                  </a:lnTo>
                  <a:lnTo>
                    <a:pt x="15933" y="22555"/>
                  </a:lnTo>
                  <a:lnTo>
                    <a:pt x="16414" y="27495"/>
                  </a:lnTo>
                  <a:lnTo>
                    <a:pt x="13082" y="33083"/>
                  </a:lnTo>
                  <a:lnTo>
                    <a:pt x="10997" y="32187"/>
                  </a:lnTo>
                  <a:lnTo>
                    <a:pt x="10291" y="33221"/>
                  </a:lnTo>
                  <a:lnTo>
                    <a:pt x="9184" y="32135"/>
                  </a:lnTo>
                  <a:lnTo>
                    <a:pt x="11631" y="27729"/>
                  </a:lnTo>
                  <a:lnTo>
                    <a:pt x="6150" y="24114"/>
                  </a:lnTo>
                  <a:lnTo>
                    <a:pt x="1088" y="23246"/>
                  </a:lnTo>
                  <a:lnTo>
                    <a:pt x="0" y="22391"/>
                  </a:lnTo>
                  <a:lnTo>
                    <a:pt x="623" y="21180"/>
                  </a:lnTo>
                  <a:lnTo>
                    <a:pt x="1085" y="20302"/>
                  </a:lnTo>
                  <a:lnTo>
                    <a:pt x="2712" y="20336"/>
                  </a:lnTo>
                  <a:lnTo>
                    <a:pt x="3975" y="21166"/>
                  </a:lnTo>
                  <a:lnTo>
                    <a:pt x="8066" y="19266"/>
                  </a:lnTo>
                  <a:lnTo>
                    <a:pt x="8670" y="15868"/>
                  </a:lnTo>
                  <a:lnTo>
                    <a:pt x="9509" y="15837"/>
                  </a:lnTo>
                  <a:lnTo>
                    <a:pt x="11989" y="10353"/>
                  </a:lnTo>
                  <a:lnTo>
                    <a:pt x="10108" y="10492"/>
                  </a:lnTo>
                  <a:lnTo>
                    <a:pt x="9685" y="9701"/>
                  </a:lnTo>
                  <a:lnTo>
                    <a:pt x="10264" y="7893"/>
                  </a:lnTo>
                  <a:lnTo>
                    <a:pt x="12461" y="4272"/>
                  </a:lnTo>
                  <a:lnTo>
                    <a:pt x="17203" y="4012"/>
                  </a:lnTo>
                  <a:lnTo>
                    <a:pt x="18612" y="1411"/>
                  </a:lnTo>
                  <a:lnTo>
                    <a:pt x="1791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h318"/>
            <p:cNvSpPr/>
            <p:nvPr/>
          </p:nvSpPr>
          <p:spPr>
            <a:xfrm>
              <a:off x="3206520" y="3201436"/>
              <a:ext cx="31901" cy="27091"/>
            </a:xfrm>
            <a:custGeom>
              <a:avLst/>
              <a:pathLst>
                <a:path w="31901" h="27091">
                  <a:moveTo>
                    <a:pt x="10321" y="1141"/>
                  </a:moveTo>
                  <a:lnTo>
                    <a:pt x="12982" y="3476"/>
                  </a:lnTo>
                  <a:lnTo>
                    <a:pt x="14182" y="1824"/>
                  </a:lnTo>
                  <a:lnTo>
                    <a:pt x="14738" y="1193"/>
                  </a:lnTo>
                  <a:lnTo>
                    <a:pt x="16970" y="2257"/>
                  </a:lnTo>
                  <a:lnTo>
                    <a:pt x="11844" y="6995"/>
                  </a:lnTo>
                  <a:lnTo>
                    <a:pt x="11369" y="9391"/>
                  </a:lnTo>
                  <a:lnTo>
                    <a:pt x="17518" y="10994"/>
                  </a:lnTo>
                  <a:lnTo>
                    <a:pt x="15943" y="9185"/>
                  </a:lnTo>
                  <a:lnTo>
                    <a:pt x="17581" y="4621"/>
                  </a:lnTo>
                  <a:lnTo>
                    <a:pt x="18424" y="4059"/>
                  </a:lnTo>
                  <a:lnTo>
                    <a:pt x="18451" y="9437"/>
                  </a:lnTo>
                  <a:lnTo>
                    <a:pt x="19302" y="10661"/>
                  </a:lnTo>
                  <a:lnTo>
                    <a:pt x="22067" y="11818"/>
                  </a:lnTo>
                  <a:lnTo>
                    <a:pt x="24533" y="10861"/>
                  </a:lnTo>
                  <a:lnTo>
                    <a:pt x="26672" y="11992"/>
                  </a:lnTo>
                  <a:lnTo>
                    <a:pt x="27886" y="13749"/>
                  </a:lnTo>
                  <a:lnTo>
                    <a:pt x="30602" y="14459"/>
                  </a:lnTo>
                  <a:lnTo>
                    <a:pt x="31732" y="13444"/>
                  </a:lnTo>
                  <a:lnTo>
                    <a:pt x="31901" y="15407"/>
                  </a:lnTo>
                  <a:lnTo>
                    <a:pt x="29817" y="16236"/>
                  </a:lnTo>
                  <a:lnTo>
                    <a:pt x="28789" y="18428"/>
                  </a:lnTo>
                  <a:lnTo>
                    <a:pt x="30010" y="19934"/>
                  </a:lnTo>
                  <a:lnTo>
                    <a:pt x="28687" y="23688"/>
                  </a:lnTo>
                  <a:lnTo>
                    <a:pt x="23186" y="26998"/>
                  </a:lnTo>
                  <a:lnTo>
                    <a:pt x="18704" y="27091"/>
                  </a:lnTo>
                  <a:lnTo>
                    <a:pt x="17654" y="24608"/>
                  </a:lnTo>
                  <a:lnTo>
                    <a:pt x="17939" y="22927"/>
                  </a:lnTo>
                  <a:lnTo>
                    <a:pt x="16146" y="21839"/>
                  </a:lnTo>
                  <a:lnTo>
                    <a:pt x="10310" y="20134"/>
                  </a:lnTo>
                  <a:lnTo>
                    <a:pt x="7776" y="20384"/>
                  </a:lnTo>
                  <a:lnTo>
                    <a:pt x="4646" y="19138"/>
                  </a:lnTo>
                  <a:lnTo>
                    <a:pt x="609" y="11332"/>
                  </a:lnTo>
                  <a:lnTo>
                    <a:pt x="0" y="10271"/>
                  </a:lnTo>
                  <a:lnTo>
                    <a:pt x="2412" y="7329"/>
                  </a:lnTo>
                  <a:lnTo>
                    <a:pt x="5108" y="5958"/>
                  </a:lnTo>
                  <a:lnTo>
                    <a:pt x="5992" y="3005"/>
                  </a:lnTo>
                  <a:lnTo>
                    <a:pt x="4245" y="591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h319"/>
            <p:cNvSpPr/>
            <p:nvPr/>
          </p:nvSpPr>
          <p:spPr>
            <a:xfrm>
              <a:off x="3238253" y="3204836"/>
              <a:ext cx="19420" cy="16856"/>
            </a:xfrm>
            <a:custGeom>
              <a:avLst/>
              <a:pathLst>
                <a:path w="19420" h="16856">
                  <a:moveTo>
                    <a:pt x="19420" y="2153"/>
                  </a:moveTo>
                  <a:lnTo>
                    <a:pt x="12869" y="11293"/>
                  </a:lnTo>
                  <a:lnTo>
                    <a:pt x="12653" y="13080"/>
                  </a:lnTo>
                  <a:lnTo>
                    <a:pt x="11146" y="12423"/>
                  </a:lnTo>
                  <a:lnTo>
                    <a:pt x="9888" y="13109"/>
                  </a:lnTo>
                  <a:lnTo>
                    <a:pt x="9235" y="16413"/>
                  </a:lnTo>
                  <a:lnTo>
                    <a:pt x="7264" y="16856"/>
                  </a:lnTo>
                  <a:lnTo>
                    <a:pt x="4863" y="14152"/>
                  </a:lnTo>
                  <a:lnTo>
                    <a:pt x="4272" y="15709"/>
                  </a:lnTo>
                  <a:lnTo>
                    <a:pt x="3580" y="15618"/>
                  </a:lnTo>
                  <a:lnTo>
                    <a:pt x="168" y="12007"/>
                  </a:lnTo>
                  <a:lnTo>
                    <a:pt x="0" y="10044"/>
                  </a:lnTo>
                  <a:lnTo>
                    <a:pt x="1037" y="9081"/>
                  </a:lnTo>
                  <a:lnTo>
                    <a:pt x="44" y="6457"/>
                  </a:lnTo>
                  <a:lnTo>
                    <a:pt x="3715" y="5961"/>
                  </a:lnTo>
                  <a:lnTo>
                    <a:pt x="6028" y="1711"/>
                  </a:lnTo>
                  <a:lnTo>
                    <a:pt x="6077" y="0"/>
                  </a:lnTo>
                  <a:lnTo>
                    <a:pt x="7706" y="631"/>
                  </a:lnTo>
                  <a:lnTo>
                    <a:pt x="13142" y="56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h320"/>
            <p:cNvSpPr/>
            <p:nvPr/>
          </p:nvSpPr>
          <p:spPr>
            <a:xfrm>
              <a:off x="3167511" y="3352878"/>
              <a:ext cx="78758" cy="56069"/>
            </a:xfrm>
            <a:custGeom>
              <a:avLst/>
              <a:pathLst>
                <a:path w="78758" h="56069">
                  <a:moveTo>
                    <a:pt x="17457" y="3077"/>
                  </a:moveTo>
                  <a:lnTo>
                    <a:pt x="23673" y="5587"/>
                  </a:lnTo>
                  <a:lnTo>
                    <a:pt x="29182" y="6298"/>
                  </a:lnTo>
                  <a:lnTo>
                    <a:pt x="30241" y="4484"/>
                  </a:lnTo>
                  <a:lnTo>
                    <a:pt x="31828" y="3411"/>
                  </a:lnTo>
                  <a:lnTo>
                    <a:pt x="34871" y="3752"/>
                  </a:lnTo>
                  <a:lnTo>
                    <a:pt x="37364" y="3124"/>
                  </a:lnTo>
                  <a:lnTo>
                    <a:pt x="42271" y="0"/>
                  </a:lnTo>
                  <a:lnTo>
                    <a:pt x="43653" y="2102"/>
                  </a:lnTo>
                  <a:lnTo>
                    <a:pt x="47844" y="7204"/>
                  </a:lnTo>
                  <a:lnTo>
                    <a:pt x="49428" y="10463"/>
                  </a:lnTo>
                  <a:lnTo>
                    <a:pt x="47202" y="14342"/>
                  </a:lnTo>
                  <a:lnTo>
                    <a:pt x="52257" y="13636"/>
                  </a:lnTo>
                  <a:lnTo>
                    <a:pt x="52809" y="16763"/>
                  </a:lnTo>
                  <a:lnTo>
                    <a:pt x="54509" y="17790"/>
                  </a:lnTo>
                  <a:lnTo>
                    <a:pt x="57037" y="16983"/>
                  </a:lnTo>
                  <a:lnTo>
                    <a:pt x="60247" y="17558"/>
                  </a:lnTo>
                  <a:lnTo>
                    <a:pt x="61623" y="21068"/>
                  </a:lnTo>
                  <a:lnTo>
                    <a:pt x="64291" y="23151"/>
                  </a:lnTo>
                  <a:lnTo>
                    <a:pt x="71603" y="19842"/>
                  </a:lnTo>
                  <a:lnTo>
                    <a:pt x="72111" y="22040"/>
                  </a:lnTo>
                  <a:lnTo>
                    <a:pt x="74217" y="22853"/>
                  </a:lnTo>
                  <a:lnTo>
                    <a:pt x="78758" y="27289"/>
                  </a:lnTo>
                  <a:lnTo>
                    <a:pt x="68617" y="27217"/>
                  </a:lnTo>
                  <a:lnTo>
                    <a:pt x="68993" y="30600"/>
                  </a:lnTo>
                  <a:lnTo>
                    <a:pt x="68524" y="32433"/>
                  </a:lnTo>
                  <a:lnTo>
                    <a:pt x="64745" y="33404"/>
                  </a:lnTo>
                  <a:lnTo>
                    <a:pt x="64947" y="42793"/>
                  </a:lnTo>
                  <a:lnTo>
                    <a:pt x="60381" y="45981"/>
                  </a:lnTo>
                  <a:lnTo>
                    <a:pt x="53686" y="43062"/>
                  </a:lnTo>
                  <a:lnTo>
                    <a:pt x="48773" y="46746"/>
                  </a:lnTo>
                  <a:lnTo>
                    <a:pt x="50260" y="49557"/>
                  </a:lnTo>
                  <a:lnTo>
                    <a:pt x="54647" y="50693"/>
                  </a:lnTo>
                  <a:lnTo>
                    <a:pt x="47683" y="56069"/>
                  </a:lnTo>
                  <a:lnTo>
                    <a:pt x="22132" y="35768"/>
                  </a:lnTo>
                  <a:lnTo>
                    <a:pt x="0" y="19898"/>
                  </a:lnTo>
                  <a:lnTo>
                    <a:pt x="6114" y="17254"/>
                  </a:lnTo>
                  <a:lnTo>
                    <a:pt x="10808" y="6605"/>
                  </a:lnTo>
                  <a:lnTo>
                    <a:pt x="16065" y="135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h321"/>
            <p:cNvSpPr/>
            <p:nvPr/>
          </p:nvSpPr>
          <p:spPr>
            <a:xfrm>
              <a:off x="3265540" y="3257049"/>
              <a:ext cx="27499" cy="22542"/>
            </a:xfrm>
            <a:custGeom>
              <a:avLst/>
              <a:pathLst>
                <a:path w="27499" h="22542">
                  <a:moveTo>
                    <a:pt x="10349" y="602"/>
                  </a:moveTo>
                  <a:lnTo>
                    <a:pt x="12491" y="988"/>
                  </a:lnTo>
                  <a:lnTo>
                    <a:pt x="15545" y="85"/>
                  </a:lnTo>
                  <a:lnTo>
                    <a:pt x="15405" y="1588"/>
                  </a:lnTo>
                  <a:lnTo>
                    <a:pt x="19567" y="2114"/>
                  </a:lnTo>
                  <a:lnTo>
                    <a:pt x="21131" y="960"/>
                  </a:lnTo>
                  <a:lnTo>
                    <a:pt x="20854" y="0"/>
                  </a:lnTo>
                  <a:lnTo>
                    <a:pt x="27094" y="5510"/>
                  </a:lnTo>
                  <a:lnTo>
                    <a:pt x="27499" y="7502"/>
                  </a:lnTo>
                  <a:lnTo>
                    <a:pt x="20107" y="5986"/>
                  </a:lnTo>
                  <a:lnTo>
                    <a:pt x="18448" y="10893"/>
                  </a:lnTo>
                  <a:lnTo>
                    <a:pt x="19210" y="15480"/>
                  </a:lnTo>
                  <a:lnTo>
                    <a:pt x="18351" y="19379"/>
                  </a:lnTo>
                  <a:lnTo>
                    <a:pt x="16124" y="18753"/>
                  </a:lnTo>
                  <a:lnTo>
                    <a:pt x="14542" y="18251"/>
                  </a:lnTo>
                  <a:lnTo>
                    <a:pt x="9571" y="22542"/>
                  </a:lnTo>
                  <a:lnTo>
                    <a:pt x="4707" y="19096"/>
                  </a:lnTo>
                  <a:lnTo>
                    <a:pt x="4288" y="13666"/>
                  </a:lnTo>
                  <a:lnTo>
                    <a:pt x="0" y="7989"/>
                  </a:lnTo>
                  <a:lnTo>
                    <a:pt x="1990" y="6725"/>
                  </a:lnTo>
                  <a:lnTo>
                    <a:pt x="1165" y="447"/>
                  </a:lnTo>
                  <a:lnTo>
                    <a:pt x="7896" y="3215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h322"/>
            <p:cNvSpPr/>
            <p:nvPr/>
          </p:nvSpPr>
          <p:spPr>
            <a:xfrm>
              <a:off x="3157542" y="3181959"/>
              <a:ext cx="30136" cy="39933"/>
            </a:xfrm>
            <a:custGeom>
              <a:avLst/>
              <a:pathLst>
                <a:path w="30136" h="39933">
                  <a:moveTo>
                    <a:pt x="11106" y="1536"/>
                  </a:moveTo>
                  <a:lnTo>
                    <a:pt x="11490" y="2671"/>
                  </a:lnTo>
                  <a:lnTo>
                    <a:pt x="13979" y="3193"/>
                  </a:lnTo>
                  <a:lnTo>
                    <a:pt x="14957" y="6712"/>
                  </a:lnTo>
                  <a:lnTo>
                    <a:pt x="25015" y="5773"/>
                  </a:lnTo>
                  <a:lnTo>
                    <a:pt x="25775" y="6612"/>
                  </a:lnTo>
                  <a:lnTo>
                    <a:pt x="25789" y="8796"/>
                  </a:lnTo>
                  <a:lnTo>
                    <a:pt x="28215" y="9137"/>
                  </a:lnTo>
                  <a:lnTo>
                    <a:pt x="29895" y="8545"/>
                  </a:lnTo>
                  <a:lnTo>
                    <a:pt x="30136" y="10467"/>
                  </a:lnTo>
                  <a:lnTo>
                    <a:pt x="28306" y="11558"/>
                  </a:lnTo>
                  <a:lnTo>
                    <a:pt x="25615" y="11598"/>
                  </a:lnTo>
                  <a:lnTo>
                    <a:pt x="24045" y="12429"/>
                  </a:lnTo>
                  <a:lnTo>
                    <a:pt x="25328" y="16796"/>
                  </a:lnTo>
                  <a:lnTo>
                    <a:pt x="24787" y="21588"/>
                  </a:lnTo>
                  <a:lnTo>
                    <a:pt x="22483" y="26876"/>
                  </a:lnTo>
                  <a:lnTo>
                    <a:pt x="16030" y="29458"/>
                  </a:lnTo>
                  <a:lnTo>
                    <a:pt x="17195" y="35862"/>
                  </a:lnTo>
                  <a:lnTo>
                    <a:pt x="15825" y="39933"/>
                  </a:lnTo>
                  <a:lnTo>
                    <a:pt x="13339" y="39450"/>
                  </a:lnTo>
                  <a:lnTo>
                    <a:pt x="11014" y="34371"/>
                  </a:lnTo>
                  <a:lnTo>
                    <a:pt x="585" y="24794"/>
                  </a:lnTo>
                  <a:lnTo>
                    <a:pt x="1957" y="21679"/>
                  </a:lnTo>
                  <a:lnTo>
                    <a:pt x="3898" y="19680"/>
                  </a:lnTo>
                  <a:lnTo>
                    <a:pt x="3547" y="12531"/>
                  </a:lnTo>
                  <a:lnTo>
                    <a:pt x="0" y="6628"/>
                  </a:lnTo>
                  <a:lnTo>
                    <a:pt x="631" y="4578"/>
                  </a:lnTo>
                  <a:lnTo>
                    <a:pt x="4978" y="4862"/>
                  </a:lnTo>
                  <a:lnTo>
                    <a:pt x="7465" y="4521"/>
                  </a:lnTo>
                  <a:lnTo>
                    <a:pt x="7637" y="3710"/>
                  </a:lnTo>
                  <a:lnTo>
                    <a:pt x="8209" y="3734"/>
                  </a:lnTo>
                  <a:lnTo>
                    <a:pt x="856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h323"/>
            <p:cNvSpPr/>
            <p:nvPr/>
          </p:nvSpPr>
          <p:spPr>
            <a:xfrm>
              <a:off x="3322357" y="3426551"/>
              <a:ext cx="13071" cy="27330"/>
            </a:xfrm>
            <a:custGeom>
              <a:avLst/>
              <a:pathLst>
                <a:path w="13071" h="27330">
                  <a:moveTo>
                    <a:pt x="13071" y="7846"/>
                  </a:moveTo>
                  <a:lnTo>
                    <a:pt x="12845" y="13446"/>
                  </a:lnTo>
                  <a:lnTo>
                    <a:pt x="9422" y="17711"/>
                  </a:lnTo>
                  <a:lnTo>
                    <a:pt x="11381" y="22251"/>
                  </a:lnTo>
                  <a:lnTo>
                    <a:pt x="9525" y="25268"/>
                  </a:lnTo>
                  <a:lnTo>
                    <a:pt x="5920" y="27330"/>
                  </a:lnTo>
                  <a:lnTo>
                    <a:pt x="4886" y="25117"/>
                  </a:lnTo>
                  <a:lnTo>
                    <a:pt x="4838" y="20957"/>
                  </a:lnTo>
                  <a:lnTo>
                    <a:pt x="382" y="20681"/>
                  </a:lnTo>
                  <a:lnTo>
                    <a:pt x="0" y="19167"/>
                  </a:lnTo>
                  <a:lnTo>
                    <a:pt x="1927" y="8931"/>
                  </a:lnTo>
                  <a:lnTo>
                    <a:pt x="4424" y="5498"/>
                  </a:lnTo>
                  <a:lnTo>
                    <a:pt x="610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h324"/>
            <p:cNvSpPr/>
            <p:nvPr/>
          </p:nvSpPr>
          <p:spPr>
            <a:xfrm>
              <a:off x="3304770" y="3100674"/>
              <a:ext cx="45060" cy="39127"/>
            </a:xfrm>
            <a:custGeom>
              <a:avLst/>
              <a:pathLst>
                <a:path w="45060" h="39127">
                  <a:moveTo>
                    <a:pt x="26872" y="1045"/>
                  </a:moveTo>
                  <a:lnTo>
                    <a:pt x="27024" y="1788"/>
                  </a:lnTo>
                  <a:lnTo>
                    <a:pt x="25218" y="4450"/>
                  </a:lnTo>
                  <a:lnTo>
                    <a:pt x="25267" y="5558"/>
                  </a:lnTo>
                  <a:lnTo>
                    <a:pt x="26317" y="6361"/>
                  </a:lnTo>
                  <a:lnTo>
                    <a:pt x="28574" y="5304"/>
                  </a:lnTo>
                  <a:lnTo>
                    <a:pt x="28951" y="3893"/>
                  </a:lnTo>
                  <a:lnTo>
                    <a:pt x="31224" y="2100"/>
                  </a:lnTo>
                  <a:lnTo>
                    <a:pt x="37409" y="3239"/>
                  </a:lnTo>
                  <a:lnTo>
                    <a:pt x="41271" y="855"/>
                  </a:lnTo>
                  <a:lnTo>
                    <a:pt x="45060" y="11721"/>
                  </a:lnTo>
                  <a:lnTo>
                    <a:pt x="41533" y="13101"/>
                  </a:lnTo>
                  <a:lnTo>
                    <a:pt x="40344" y="11454"/>
                  </a:lnTo>
                  <a:lnTo>
                    <a:pt x="38036" y="10055"/>
                  </a:lnTo>
                  <a:lnTo>
                    <a:pt x="32143" y="8857"/>
                  </a:lnTo>
                  <a:lnTo>
                    <a:pt x="30013" y="9439"/>
                  </a:lnTo>
                  <a:lnTo>
                    <a:pt x="28682" y="13672"/>
                  </a:lnTo>
                  <a:lnTo>
                    <a:pt x="29349" y="17682"/>
                  </a:lnTo>
                  <a:lnTo>
                    <a:pt x="26939" y="21694"/>
                  </a:lnTo>
                  <a:lnTo>
                    <a:pt x="27202" y="25447"/>
                  </a:lnTo>
                  <a:lnTo>
                    <a:pt x="28801" y="29100"/>
                  </a:lnTo>
                  <a:lnTo>
                    <a:pt x="24949" y="33635"/>
                  </a:lnTo>
                  <a:lnTo>
                    <a:pt x="20691" y="30098"/>
                  </a:lnTo>
                  <a:lnTo>
                    <a:pt x="19124" y="31719"/>
                  </a:lnTo>
                  <a:lnTo>
                    <a:pt x="20552" y="36786"/>
                  </a:lnTo>
                  <a:lnTo>
                    <a:pt x="18096" y="39127"/>
                  </a:lnTo>
                  <a:lnTo>
                    <a:pt x="13185" y="37060"/>
                  </a:lnTo>
                  <a:lnTo>
                    <a:pt x="13182" y="33391"/>
                  </a:lnTo>
                  <a:lnTo>
                    <a:pt x="14307" y="31492"/>
                  </a:lnTo>
                  <a:lnTo>
                    <a:pt x="13155" y="28416"/>
                  </a:lnTo>
                  <a:lnTo>
                    <a:pt x="8815" y="26004"/>
                  </a:lnTo>
                  <a:lnTo>
                    <a:pt x="8483" y="22214"/>
                  </a:lnTo>
                  <a:lnTo>
                    <a:pt x="6396" y="22270"/>
                  </a:lnTo>
                  <a:lnTo>
                    <a:pt x="5515" y="24987"/>
                  </a:lnTo>
                  <a:lnTo>
                    <a:pt x="4906" y="25140"/>
                  </a:lnTo>
                  <a:lnTo>
                    <a:pt x="598" y="23820"/>
                  </a:lnTo>
                  <a:lnTo>
                    <a:pt x="0" y="20167"/>
                  </a:lnTo>
                  <a:lnTo>
                    <a:pt x="4162" y="21367"/>
                  </a:lnTo>
                  <a:lnTo>
                    <a:pt x="3943" y="19732"/>
                  </a:lnTo>
                  <a:lnTo>
                    <a:pt x="6410" y="19274"/>
                  </a:lnTo>
                  <a:lnTo>
                    <a:pt x="6572" y="16998"/>
                  </a:lnTo>
                  <a:lnTo>
                    <a:pt x="4117" y="13724"/>
                  </a:lnTo>
                  <a:lnTo>
                    <a:pt x="4922" y="14253"/>
                  </a:lnTo>
                  <a:lnTo>
                    <a:pt x="7248" y="15746"/>
                  </a:lnTo>
                  <a:lnTo>
                    <a:pt x="8814" y="13608"/>
                  </a:lnTo>
                  <a:lnTo>
                    <a:pt x="8901" y="9062"/>
                  </a:lnTo>
                  <a:lnTo>
                    <a:pt x="14522" y="6852"/>
                  </a:lnTo>
                  <a:lnTo>
                    <a:pt x="2095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h325"/>
            <p:cNvSpPr/>
            <p:nvPr/>
          </p:nvSpPr>
          <p:spPr>
            <a:xfrm>
              <a:off x="3217890" y="3197652"/>
              <a:ext cx="26440" cy="18243"/>
            </a:xfrm>
            <a:custGeom>
              <a:avLst/>
              <a:pathLst>
                <a:path w="26440" h="18243">
                  <a:moveTo>
                    <a:pt x="5026" y="516"/>
                  </a:moveTo>
                  <a:lnTo>
                    <a:pt x="5547" y="2529"/>
                  </a:lnTo>
                  <a:lnTo>
                    <a:pt x="8923" y="3579"/>
                  </a:lnTo>
                  <a:lnTo>
                    <a:pt x="16993" y="1683"/>
                  </a:lnTo>
                  <a:lnTo>
                    <a:pt x="18486" y="4412"/>
                  </a:lnTo>
                  <a:lnTo>
                    <a:pt x="24486" y="4603"/>
                  </a:lnTo>
                  <a:lnTo>
                    <a:pt x="26440" y="7184"/>
                  </a:lnTo>
                  <a:lnTo>
                    <a:pt x="26392" y="8895"/>
                  </a:lnTo>
                  <a:lnTo>
                    <a:pt x="24078" y="13145"/>
                  </a:lnTo>
                  <a:lnTo>
                    <a:pt x="20407" y="13641"/>
                  </a:lnTo>
                  <a:lnTo>
                    <a:pt x="21400" y="16265"/>
                  </a:lnTo>
                  <a:lnTo>
                    <a:pt x="20363" y="17228"/>
                  </a:lnTo>
                  <a:lnTo>
                    <a:pt x="19233" y="18243"/>
                  </a:lnTo>
                  <a:lnTo>
                    <a:pt x="16516" y="17534"/>
                  </a:lnTo>
                  <a:lnTo>
                    <a:pt x="15302" y="15776"/>
                  </a:lnTo>
                  <a:lnTo>
                    <a:pt x="13163" y="14645"/>
                  </a:lnTo>
                  <a:lnTo>
                    <a:pt x="10697" y="15602"/>
                  </a:lnTo>
                  <a:lnTo>
                    <a:pt x="7933" y="14445"/>
                  </a:lnTo>
                  <a:lnTo>
                    <a:pt x="7081" y="13221"/>
                  </a:lnTo>
                  <a:lnTo>
                    <a:pt x="7055" y="7843"/>
                  </a:lnTo>
                  <a:lnTo>
                    <a:pt x="6212" y="8405"/>
                  </a:lnTo>
                  <a:lnTo>
                    <a:pt x="4574" y="12969"/>
                  </a:lnTo>
                  <a:lnTo>
                    <a:pt x="6148" y="14778"/>
                  </a:lnTo>
                  <a:lnTo>
                    <a:pt x="0" y="13175"/>
                  </a:lnTo>
                  <a:lnTo>
                    <a:pt x="474" y="10779"/>
                  </a:lnTo>
                  <a:lnTo>
                    <a:pt x="5601" y="6041"/>
                  </a:lnTo>
                  <a:lnTo>
                    <a:pt x="3368" y="4977"/>
                  </a:lnTo>
                  <a:lnTo>
                    <a:pt x="2812" y="5608"/>
                  </a:lnTo>
                  <a:lnTo>
                    <a:pt x="2279" y="4523"/>
                  </a:lnTo>
                  <a:lnTo>
                    <a:pt x="224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h326"/>
            <p:cNvSpPr/>
            <p:nvPr/>
          </p:nvSpPr>
          <p:spPr>
            <a:xfrm>
              <a:off x="3321140" y="3372251"/>
              <a:ext cx="23777" cy="30238"/>
            </a:xfrm>
            <a:custGeom>
              <a:avLst/>
              <a:pathLst>
                <a:path w="23777" h="30238">
                  <a:moveTo>
                    <a:pt x="23777" y="907"/>
                  </a:moveTo>
                  <a:lnTo>
                    <a:pt x="9654" y="30238"/>
                  </a:lnTo>
                  <a:lnTo>
                    <a:pt x="6836" y="27305"/>
                  </a:lnTo>
                  <a:lnTo>
                    <a:pt x="7137" y="24766"/>
                  </a:lnTo>
                  <a:lnTo>
                    <a:pt x="8395" y="22820"/>
                  </a:lnTo>
                  <a:lnTo>
                    <a:pt x="10486" y="21468"/>
                  </a:lnTo>
                  <a:lnTo>
                    <a:pt x="10148" y="14972"/>
                  </a:lnTo>
                  <a:lnTo>
                    <a:pt x="9404" y="14012"/>
                  </a:lnTo>
                  <a:lnTo>
                    <a:pt x="8316" y="15322"/>
                  </a:lnTo>
                  <a:lnTo>
                    <a:pt x="6628" y="15886"/>
                  </a:lnTo>
                  <a:lnTo>
                    <a:pt x="1795" y="12694"/>
                  </a:lnTo>
                  <a:lnTo>
                    <a:pt x="0" y="10680"/>
                  </a:lnTo>
                  <a:lnTo>
                    <a:pt x="184" y="8316"/>
                  </a:lnTo>
                  <a:lnTo>
                    <a:pt x="4489" y="8529"/>
                  </a:lnTo>
                  <a:lnTo>
                    <a:pt x="5482" y="3272"/>
                  </a:lnTo>
                  <a:lnTo>
                    <a:pt x="10646" y="2682"/>
                  </a:lnTo>
                  <a:lnTo>
                    <a:pt x="12361" y="917"/>
                  </a:lnTo>
                  <a:lnTo>
                    <a:pt x="2149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h327"/>
            <p:cNvSpPr/>
            <p:nvPr/>
          </p:nvSpPr>
          <p:spPr>
            <a:xfrm>
              <a:off x="3291734" y="3260845"/>
              <a:ext cx="5055" cy="6678"/>
            </a:xfrm>
            <a:custGeom>
              <a:avLst/>
              <a:pathLst>
                <a:path w="5055" h="6678">
                  <a:moveTo>
                    <a:pt x="0" y="5933"/>
                  </a:moveTo>
                  <a:lnTo>
                    <a:pt x="1305" y="3706"/>
                  </a:lnTo>
                  <a:lnTo>
                    <a:pt x="899" y="1714"/>
                  </a:lnTo>
                  <a:lnTo>
                    <a:pt x="2341" y="0"/>
                  </a:lnTo>
                  <a:lnTo>
                    <a:pt x="5055" y="2506"/>
                  </a:lnTo>
                  <a:lnTo>
                    <a:pt x="2922" y="66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h328"/>
            <p:cNvSpPr/>
            <p:nvPr/>
          </p:nvSpPr>
          <p:spPr>
            <a:xfrm>
              <a:off x="3251869" y="3240057"/>
              <a:ext cx="35966" cy="25359"/>
            </a:xfrm>
            <a:custGeom>
              <a:avLst/>
              <a:pathLst>
                <a:path w="35966" h="25359">
                  <a:moveTo>
                    <a:pt x="19821" y="6008"/>
                  </a:moveTo>
                  <a:lnTo>
                    <a:pt x="21342" y="5593"/>
                  </a:lnTo>
                  <a:lnTo>
                    <a:pt x="22045" y="4402"/>
                  </a:lnTo>
                  <a:lnTo>
                    <a:pt x="21050" y="3862"/>
                  </a:lnTo>
                  <a:lnTo>
                    <a:pt x="20686" y="1114"/>
                  </a:lnTo>
                  <a:lnTo>
                    <a:pt x="23663" y="1865"/>
                  </a:lnTo>
                  <a:lnTo>
                    <a:pt x="23105" y="3166"/>
                  </a:lnTo>
                  <a:lnTo>
                    <a:pt x="23922" y="12683"/>
                  </a:lnTo>
                  <a:lnTo>
                    <a:pt x="31797" y="12145"/>
                  </a:lnTo>
                  <a:lnTo>
                    <a:pt x="35210" y="14009"/>
                  </a:lnTo>
                  <a:lnTo>
                    <a:pt x="35966" y="15519"/>
                  </a:lnTo>
                  <a:lnTo>
                    <a:pt x="29216" y="17076"/>
                  </a:lnTo>
                  <a:lnTo>
                    <a:pt x="26162" y="17979"/>
                  </a:lnTo>
                  <a:lnTo>
                    <a:pt x="24020" y="17593"/>
                  </a:lnTo>
                  <a:lnTo>
                    <a:pt x="21567" y="20207"/>
                  </a:lnTo>
                  <a:lnTo>
                    <a:pt x="14836" y="17439"/>
                  </a:lnTo>
                  <a:lnTo>
                    <a:pt x="15661" y="23716"/>
                  </a:lnTo>
                  <a:lnTo>
                    <a:pt x="13671" y="24980"/>
                  </a:lnTo>
                  <a:lnTo>
                    <a:pt x="13074" y="25359"/>
                  </a:lnTo>
                  <a:lnTo>
                    <a:pt x="9445" y="24085"/>
                  </a:lnTo>
                  <a:lnTo>
                    <a:pt x="7651" y="22040"/>
                  </a:lnTo>
                  <a:lnTo>
                    <a:pt x="1690" y="18207"/>
                  </a:lnTo>
                  <a:lnTo>
                    <a:pt x="1361" y="16312"/>
                  </a:lnTo>
                  <a:lnTo>
                    <a:pt x="1461" y="12921"/>
                  </a:lnTo>
                  <a:lnTo>
                    <a:pt x="0" y="8931"/>
                  </a:lnTo>
                  <a:lnTo>
                    <a:pt x="3472" y="6075"/>
                  </a:lnTo>
                  <a:lnTo>
                    <a:pt x="4025" y="4903"/>
                  </a:lnTo>
                  <a:lnTo>
                    <a:pt x="2936" y="3921"/>
                  </a:lnTo>
                  <a:lnTo>
                    <a:pt x="8769" y="3440"/>
                  </a:lnTo>
                  <a:lnTo>
                    <a:pt x="11494" y="2475"/>
                  </a:lnTo>
                  <a:lnTo>
                    <a:pt x="13534" y="0"/>
                  </a:lnTo>
                  <a:lnTo>
                    <a:pt x="15900" y="46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h329"/>
            <p:cNvSpPr/>
            <p:nvPr/>
          </p:nvSpPr>
          <p:spPr>
            <a:xfrm>
              <a:off x="3171216" y="3175792"/>
              <a:ext cx="23945" cy="18099"/>
            </a:xfrm>
            <a:custGeom>
              <a:avLst/>
              <a:pathLst>
                <a:path w="23945" h="18099">
                  <a:moveTo>
                    <a:pt x="17868" y="1665"/>
                  </a:moveTo>
                  <a:lnTo>
                    <a:pt x="17437" y="2241"/>
                  </a:lnTo>
                  <a:lnTo>
                    <a:pt x="19195" y="4126"/>
                  </a:lnTo>
                  <a:lnTo>
                    <a:pt x="23945" y="11627"/>
                  </a:lnTo>
                  <a:lnTo>
                    <a:pt x="19270" y="18099"/>
                  </a:lnTo>
                  <a:lnTo>
                    <a:pt x="16461" y="16634"/>
                  </a:lnTo>
                  <a:lnTo>
                    <a:pt x="16220" y="14712"/>
                  </a:lnTo>
                  <a:lnTo>
                    <a:pt x="14541" y="15304"/>
                  </a:lnTo>
                  <a:lnTo>
                    <a:pt x="12115" y="14964"/>
                  </a:lnTo>
                  <a:lnTo>
                    <a:pt x="12101" y="12780"/>
                  </a:lnTo>
                  <a:lnTo>
                    <a:pt x="11341" y="11940"/>
                  </a:lnTo>
                  <a:lnTo>
                    <a:pt x="1283" y="12879"/>
                  </a:lnTo>
                  <a:lnTo>
                    <a:pt x="304" y="9360"/>
                  </a:lnTo>
                  <a:lnTo>
                    <a:pt x="0" y="6832"/>
                  </a:lnTo>
                  <a:lnTo>
                    <a:pt x="4355" y="5047"/>
                  </a:lnTo>
                  <a:lnTo>
                    <a:pt x="6832" y="2589"/>
                  </a:lnTo>
                  <a:lnTo>
                    <a:pt x="12769" y="1800"/>
                  </a:lnTo>
                  <a:lnTo>
                    <a:pt x="15153" y="243"/>
                  </a:lnTo>
                  <a:lnTo>
                    <a:pt x="1593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h330"/>
            <p:cNvSpPr/>
            <p:nvPr/>
          </p:nvSpPr>
          <p:spPr>
            <a:xfrm>
              <a:off x="3255386" y="3363645"/>
              <a:ext cx="21089" cy="19113"/>
            </a:xfrm>
            <a:custGeom>
              <a:avLst/>
              <a:pathLst>
                <a:path w="21089" h="19113">
                  <a:moveTo>
                    <a:pt x="21089" y="0"/>
                  </a:moveTo>
                  <a:lnTo>
                    <a:pt x="21052" y="7677"/>
                  </a:lnTo>
                  <a:lnTo>
                    <a:pt x="19923" y="11645"/>
                  </a:lnTo>
                  <a:lnTo>
                    <a:pt x="11523" y="17580"/>
                  </a:lnTo>
                  <a:lnTo>
                    <a:pt x="7523" y="19113"/>
                  </a:lnTo>
                  <a:lnTo>
                    <a:pt x="2937" y="17670"/>
                  </a:lnTo>
                  <a:lnTo>
                    <a:pt x="9" y="18030"/>
                  </a:lnTo>
                  <a:lnTo>
                    <a:pt x="0" y="16060"/>
                  </a:lnTo>
                  <a:lnTo>
                    <a:pt x="59" y="11509"/>
                  </a:lnTo>
                  <a:lnTo>
                    <a:pt x="5019" y="9527"/>
                  </a:lnTo>
                  <a:lnTo>
                    <a:pt x="9342" y="4464"/>
                  </a:lnTo>
                  <a:lnTo>
                    <a:pt x="11226" y="342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h331"/>
            <p:cNvSpPr/>
            <p:nvPr/>
          </p:nvSpPr>
          <p:spPr>
            <a:xfrm>
              <a:off x="3408917" y="3280531"/>
              <a:ext cx="32389" cy="34408"/>
            </a:xfrm>
            <a:custGeom>
              <a:avLst/>
              <a:pathLst>
                <a:path w="32389" h="34408">
                  <a:moveTo>
                    <a:pt x="29179" y="1354"/>
                  </a:moveTo>
                  <a:lnTo>
                    <a:pt x="27041" y="5850"/>
                  </a:lnTo>
                  <a:lnTo>
                    <a:pt x="24611" y="4100"/>
                  </a:lnTo>
                  <a:lnTo>
                    <a:pt x="24111" y="9661"/>
                  </a:lnTo>
                  <a:lnTo>
                    <a:pt x="24073" y="10434"/>
                  </a:lnTo>
                  <a:lnTo>
                    <a:pt x="27690" y="10664"/>
                  </a:lnTo>
                  <a:lnTo>
                    <a:pt x="26357" y="15819"/>
                  </a:lnTo>
                  <a:lnTo>
                    <a:pt x="32389" y="21111"/>
                  </a:lnTo>
                  <a:lnTo>
                    <a:pt x="27429" y="26956"/>
                  </a:lnTo>
                  <a:lnTo>
                    <a:pt x="27529" y="33279"/>
                  </a:lnTo>
                  <a:lnTo>
                    <a:pt x="12423" y="34408"/>
                  </a:lnTo>
                  <a:lnTo>
                    <a:pt x="11186" y="30489"/>
                  </a:lnTo>
                  <a:lnTo>
                    <a:pt x="6973" y="28670"/>
                  </a:lnTo>
                  <a:lnTo>
                    <a:pt x="4969" y="26186"/>
                  </a:lnTo>
                  <a:lnTo>
                    <a:pt x="6539" y="23630"/>
                  </a:lnTo>
                  <a:lnTo>
                    <a:pt x="6117" y="20268"/>
                  </a:lnTo>
                  <a:lnTo>
                    <a:pt x="3024" y="19959"/>
                  </a:lnTo>
                  <a:lnTo>
                    <a:pt x="195" y="16869"/>
                  </a:lnTo>
                  <a:lnTo>
                    <a:pt x="0" y="13095"/>
                  </a:lnTo>
                  <a:lnTo>
                    <a:pt x="2095" y="14702"/>
                  </a:lnTo>
                  <a:lnTo>
                    <a:pt x="3504" y="9165"/>
                  </a:lnTo>
                  <a:lnTo>
                    <a:pt x="9623" y="5900"/>
                  </a:lnTo>
                  <a:lnTo>
                    <a:pt x="9264" y="7092"/>
                  </a:lnTo>
                  <a:lnTo>
                    <a:pt x="9886" y="8868"/>
                  </a:lnTo>
                  <a:lnTo>
                    <a:pt x="17296" y="11870"/>
                  </a:lnTo>
                  <a:lnTo>
                    <a:pt x="17563" y="4190"/>
                  </a:lnTo>
                  <a:lnTo>
                    <a:pt x="21596" y="4171"/>
                  </a:lnTo>
                  <a:lnTo>
                    <a:pt x="23580" y="3203"/>
                  </a:lnTo>
                  <a:lnTo>
                    <a:pt x="2517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h332"/>
            <p:cNvSpPr/>
            <p:nvPr/>
          </p:nvSpPr>
          <p:spPr>
            <a:xfrm>
              <a:off x="3259108" y="3413006"/>
              <a:ext cx="32319" cy="41442"/>
            </a:xfrm>
            <a:custGeom>
              <a:avLst/>
              <a:pathLst>
                <a:path w="32319" h="41442">
                  <a:moveTo>
                    <a:pt x="22533" y="1725"/>
                  </a:moveTo>
                  <a:lnTo>
                    <a:pt x="28190" y="1878"/>
                  </a:lnTo>
                  <a:lnTo>
                    <a:pt x="28086" y="3633"/>
                  </a:lnTo>
                  <a:lnTo>
                    <a:pt x="26493" y="3888"/>
                  </a:lnTo>
                  <a:lnTo>
                    <a:pt x="26157" y="6135"/>
                  </a:lnTo>
                  <a:lnTo>
                    <a:pt x="30393" y="7264"/>
                  </a:lnTo>
                  <a:lnTo>
                    <a:pt x="32319" y="8726"/>
                  </a:lnTo>
                  <a:lnTo>
                    <a:pt x="29206" y="10412"/>
                  </a:lnTo>
                  <a:lnTo>
                    <a:pt x="26754" y="21602"/>
                  </a:lnTo>
                  <a:lnTo>
                    <a:pt x="27425" y="22965"/>
                  </a:lnTo>
                  <a:lnTo>
                    <a:pt x="25199" y="26848"/>
                  </a:lnTo>
                  <a:lnTo>
                    <a:pt x="21038" y="26150"/>
                  </a:lnTo>
                  <a:lnTo>
                    <a:pt x="18485" y="26738"/>
                  </a:lnTo>
                  <a:lnTo>
                    <a:pt x="17767" y="30305"/>
                  </a:lnTo>
                  <a:lnTo>
                    <a:pt x="18339" y="32802"/>
                  </a:lnTo>
                  <a:lnTo>
                    <a:pt x="17885" y="34864"/>
                  </a:lnTo>
                  <a:lnTo>
                    <a:pt x="14447" y="35814"/>
                  </a:lnTo>
                  <a:lnTo>
                    <a:pt x="10876" y="41442"/>
                  </a:lnTo>
                  <a:lnTo>
                    <a:pt x="6845" y="39068"/>
                  </a:lnTo>
                  <a:lnTo>
                    <a:pt x="0" y="28657"/>
                  </a:lnTo>
                  <a:lnTo>
                    <a:pt x="638" y="26310"/>
                  </a:lnTo>
                  <a:lnTo>
                    <a:pt x="2476" y="23986"/>
                  </a:lnTo>
                  <a:lnTo>
                    <a:pt x="6147" y="25028"/>
                  </a:lnTo>
                  <a:lnTo>
                    <a:pt x="13910" y="16094"/>
                  </a:lnTo>
                  <a:lnTo>
                    <a:pt x="13597" y="15600"/>
                  </a:lnTo>
                  <a:lnTo>
                    <a:pt x="14303" y="14566"/>
                  </a:lnTo>
                  <a:lnTo>
                    <a:pt x="16388" y="15462"/>
                  </a:lnTo>
                  <a:lnTo>
                    <a:pt x="19720" y="9874"/>
                  </a:lnTo>
                  <a:lnTo>
                    <a:pt x="19239" y="4934"/>
                  </a:lnTo>
                  <a:lnTo>
                    <a:pt x="17723" y="4024"/>
                  </a:lnTo>
                  <a:lnTo>
                    <a:pt x="19093" y="1123"/>
                  </a:lnTo>
                  <a:lnTo>
                    <a:pt x="2123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h333"/>
            <p:cNvSpPr/>
            <p:nvPr/>
          </p:nvSpPr>
          <p:spPr>
            <a:xfrm>
              <a:off x="3267113" y="3197925"/>
              <a:ext cx="20497" cy="19610"/>
            </a:xfrm>
            <a:custGeom>
              <a:avLst/>
              <a:pathLst>
                <a:path w="20497" h="19610">
                  <a:moveTo>
                    <a:pt x="20497" y="3462"/>
                  </a:moveTo>
                  <a:lnTo>
                    <a:pt x="19763" y="6818"/>
                  </a:lnTo>
                  <a:lnTo>
                    <a:pt x="17775" y="8490"/>
                  </a:lnTo>
                  <a:lnTo>
                    <a:pt x="17048" y="12480"/>
                  </a:lnTo>
                  <a:lnTo>
                    <a:pt x="18376" y="14407"/>
                  </a:lnTo>
                  <a:lnTo>
                    <a:pt x="15092" y="17602"/>
                  </a:lnTo>
                  <a:lnTo>
                    <a:pt x="14110" y="18644"/>
                  </a:lnTo>
                  <a:lnTo>
                    <a:pt x="8990" y="19610"/>
                  </a:lnTo>
                  <a:lnTo>
                    <a:pt x="5905" y="14535"/>
                  </a:lnTo>
                  <a:lnTo>
                    <a:pt x="7354" y="10443"/>
                  </a:lnTo>
                  <a:lnTo>
                    <a:pt x="2307" y="7995"/>
                  </a:lnTo>
                  <a:lnTo>
                    <a:pt x="0" y="5036"/>
                  </a:lnTo>
                  <a:lnTo>
                    <a:pt x="2931" y="734"/>
                  </a:lnTo>
                  <a:lnTo>
                    <a:pt x="4381" y="771"/>
                  </a:lnTo>
                  <a:lnTo>
                    <a:pt x="4787" y="3858"/>
                  </a:lnTo>
                  <a:lnTo>
                    <a:pt x="3732" y="4418"/>
                  </a:lnTo>
                  <a:lnTo>
                    <a:pt x="3415" y="5463"/>
                  </a:lnTo>
                  <a:lnTo>
                    <a:pt x="3918" y="7197"/>
                  </a:lnTo>
                  <a:lnTo>
                    <a:pt x="5614" y="8216"/>
                  </a:lnTo>
                  <a:lnTo>
                    <a:pt x="7727" y="3459"/>
                  </a:lnTo>
                  <a:lnTo>
                    <a:pt x="7911" y="2274"/>
                  </a:lnTo>
                  <a:lnTo>
                    <a:pt x="7177" y="1014"/>
                  </a:lnTo>
                  <a:lnTo>
                    <a:pt x="1310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h334"/>
            <p:cNvSpPr/>
            <p:nvPr/>
          </p:nvSpPr>
          <p:spPr>
            <a:xfrm>
              <a:off x="3250224" y="3218130"/>
              <a:ext cx="6408" cy="11238"/>
            </a:xfrm>
            <a:custGeom>
              <a:avLst/>
              <a:pathLst>
                <a:path w="6408" h="11238">
                  <a:moveTo>
                    <a:pt x="2733" y="797"/>
                  </a:moveTo>
                  <a:lnTo>
                    <a:pt x="2157" y="3048"/>
                  </a:lnTo>
                  <a:lnTo>
                    <a:pt x="2825" y="5390"/>
                  </a:lnTo>
                  <a:lnTo>
                    <a:pt x="5117" y="6618"/>
                  </a:lnTo>
                  <a:lnTo>
                    <a:pt x="6408" y="9063"/>
                  </a:lnTo>
                  <a:lnTo>
                    <a:pt x="5957" y="11238"/>
                  </a:lnTo>
                  <a:lnTo>
                    <a:pt x="3595" y="9731"/>
                  </a:lnTo>
                  <a:lnTo>
                    <a:pt x="3113" y="8874"/>
                  </a:lnTo>
                  <a:lnTo>
                    <a:pt x="855" y="9024"/>
                  </a:lnTo>
                  <a:lnTo>
                    <a:pt x="0" y="7791"/>
                  </a:lnTo>
                  <a:lnTo>
                    <a:pt x="1785" y="5275"/>
                  </a:lnTo>
                  <a:lnTo>
                    <a:pt x="571" y="896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h335"/>
            <p:cNvSpPr/>
            <p:nvPr/>
          </p:nvSpPr>
          <p:spPr>
            <a:xfrm>
              <a:off x="3249267" y="3265038"/>
              <a:ext cx="20980" cy="16703"/>
            </a:xfrm>
            <a:custGeom>
              <a:avLst/>
              <a:pathLst>
                <a:path w="20980" h="16703">
                  <a:moveTo>
                    <a:pt x="20561" y="5677"/>
                  </a:moveTo>
                  <a:lnTo>
                    <a:pt x="20980" y="11107"/>
                  </a:lnTo>
                  <a:lnTo>
                    <a:pt x="18911" y="12703"/>
                  </a:lnTo>
                  <a:lnTo>
                    <a:pt x="15533" y="13003"/>
                  </a:lnTo>
                  <a:lnTo>
                    <a:pt x="14884" y="11870"/>
                  </a:lnTo>
                  <a:lnTo>
                    <a:pt x="10279" y="15141"/>
                  </a:lnTo>
                  <a:lnTo>
                    <a:pt x="5819" y="12252"/>
                  </a:lnTo>
                  <a:lnTo>
                    <a:pt x="4125" y="12580"/>
                  </a:lnTo>
                  <a:lnTo>
                    <a:pt x="4879" y="15712"/>
                  </a:lnTo>
                  <a:lnTo>
                    <a:pt x="3899" y="16703"/>
                  </a:lnTo>
                  <a:lnTo>
                    <a:pt x="1090" y="15301"/>
                  </a:lnTo>
                  <a:lnTo>
                    <a:pt x="1797" y="13205"/>
                  </a:lnTo>
                  <a:lnTo>
                    <a:pt x="230" y="10928"/>
                  </a:lnTo>
                  <a:lnTo>
                    <a:pt x="0" y="9350"/>
                  </a:lnTo>
                  <a:lnTo>
                    <a:pt x="1278" y="6921"/>
                  </a:lnTo>
                  <a:lnTo>
                    <a:pt x="7818" y="8766"/>
                  </a:lnTo>
                  <a:lnTo>
                    <a:pt x="6497" y="4821"/>
                  </a:lnTo>
                  <a:lnTo>
                    <a:pt x="6732" y="3308"/>
                  </a:lnTo>
                  <a:lnTo>
                    <a:pt x="8679" y="914"/>
                  </a:lnTo>
                  <a:lnTo>
                    <a:pt x="15676" y="378"/>
                  </a:lnTo>
                  <a:lnTo>
                    <a:pt x="1627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h336"/>
            <p:cNvSpPr/>
            <p:nvPr/>
          </p:nvSpPr>
          <p:spPr>
            <a:xfrm>
              <a:off x="3271270" y="3221813"/>
              <a:ext cx="20459" cy="20530"/>
            </a:xfrm>
            <a:custGeom>
              <a:avLst/>
              <a:pathLst>
                <a:path w="20459" h="20530">
                  <a:moveTo>
                    <a:pt x="11344" y="468"/>
                  </a:moveTo>
                  <a:lnTo>
                    <a:pt x="11017" y="4092"/>
                  </a:lnTo>
                  <a:lnTo>
                    <a:pt x="12402" y="5606"/>
                  </a:lnTo>
                  <a:lnTo>
                    <a:pt x="11024" y="7623"/>
                  </a:lnTo>
                  <a:lnTo>
                    <a:pt x="9865" y="9331"/>
                  </a:lnTo>
                  <a:lnTo>
                    <a:pt x="12224" y="13421"/>
                  </a:lnTo>
                  <a:lnTo>
                    <a:pt x="20459" y="14033"/>
                  </a:lnTo>
                  <a:lnTo>
                    <a:pt x="19513" y="17792"/>
                  </a:lnTo>
                  <a:lnTo>
                    <a:pt x="16123" y="19165"/>
                  </a:lnTo>
                  <a:lnTo>
                    <a:pt x="11426" y="20530"/>
                  </a:lnTo>
                  <a:lnTo>
                    <a:pt x="9977" y="18722"/>
                  </a:lnTo>
                  <a:lnTo>
                    <a:pt x="8680" y="18517"/>
                  </a:lnTo>
                  <a:lnTo>
                    <a:pt x="4262" y="20110"/>
                  </a:lnTo>
                  <a:lnTo>
                    <a:pt x="1285" y="19358"/>
                  </a:lnTo>
                  <a:lnTo>
                    <a:pt x="0" y="17377"/>
                  </a:lnTo>
                  <a:lnTo>
                    <a:pt x="27" y="12152"/>
                  </a:lnTo>
                  <a:lnTo>
                    <a:pt x="644" y="10379"/>
                  </a:lnTo>
                  <a:lnTo>
                    <a:pt x="2672" y="5866"/>
                  </a:lnTo>
                  <a:lnTo>
                    <a:pt x="2656" y="4629"/>
                  </a:lnTo>
                  <a:lnTo>
                    <a:pt x="5983" y="551"/>
                  </a:lnTo>
                  <a:lnTo>
                    <a:pt x="828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h337"/>
            <p:cNvSpPr/>
            <p:nvPr/>
          </p:nvSpPr>
          <p:spPr>
            <a:xfrm>
              <a:off x="3281135" y="3224059"/>
              <a:ext cx="45818" cy="25454"/>
            </a:xfrm>
            <a:custGeom>
              <a:avLst/>
              <a:pathLst>
                <a:path w="45818" h="25454">
                  <a:moveTo>
                    <a:pt x="17998" y="446"/>
                  </a:moveTo>
                  <a:lnTo>
                    <a:pt x="20626" y="4361"/>
                  </a:lnTo>
                  <a:lnTo>
                    <a:pt x="25459" y="9212"/>
                  </a:lnTo>
                  <a:lnTo>
                    <a:pt x="25889" y="11340"/>
                  </a:lnTo>
                  <a:lnTo>
                    <a:pt x="25066" y="12663"/>
                  </a:lnTo>
                  <a:lnTo>
                    <a:pt x="35150" y="13158"/>
                  </a:lnTo>
                  <a:lnTo>
                    <a:pt x="37855" y="15006"/>
                  </a:lnTo>
                  <a:lnTo>
                    <a:pt x="38153" y="17384"/>
                  </a:lnTo>
                  <a:lnTo>
                    <a:pt x="41414" y="20121"/>
                  </a:lnTo>
                  <a:lnTo>
                    <a:pt x="45818" y="22029"/>
                  </a:lnTo>
                  <a:lnTo>
                    <a:pt x="45216" y="22716"/>
                  </a:lnTo>
                  <a:lnTo>
                    <a:pt x="38675" y="23847"/>
                  </a:lnTo>
                  <a:lnTo>
                    <a:pt x="28424" y="24152"/>
                  </a:lnTo>
                  <a:lnTo>
                    <a:pt x="28456" y="25082"/>
                  </a:lnTo>
                  <a:lnTo>
                    <a:pt x="26963" y="25442"/>
                  </a:lnTo>
                  <a:lnTo>
                    <a:pt x="24601" y="25454"/>
                  </a:lnTo>
                  <a:lnTo>
                    <a:pt x="18289" y="22573"/>
                  </a:lnTo>
                  <a:lnTo>
                    <a:pt x="14739" y="19254"/>
                  </a:lnTo>
                  <a:lnTo>
                    <a:pt x="10637" y="18765"/>
                  </a:lnTo>
                  <a:lnTo>
                    <a:pt x="7185" y="17792"/>
                  </a:lnTo>
                  <a:lnTo>
                    <a:pt x="6258" y="16919"/>
                  </a:lnTo>
                  <a:lnTo>
                    <a:pt x="9648" y="15545"/>
                  </a:lnTo>
                  <a:lnTo>
                    <a:pt x="10594" y="11787"/>
                  </a:lnTo>
                  <a:lnTo>
                    <a:pt x="2359" y="11175"/>
                  </a:lnTo>
                  <a:lnTo>
                    <a:pt x="0" y="7085"/>
                  </a:lnTo>
                  <a:lnTo>
                    <a:pt x="1159" y="5377"/>
                  </a:lnTo>
                  <a:lnTo>
                    <a:pt x="3996" y="6541"/>
                  </a:lnTo>
                  <a:lnTo>
                    <a:pt x="8038" y="7041"/>
                  </a:lnTo>
                  <a:lnTo>
                    <a:pt x="10797" y="6474"/>
                  </a:lnTo>
                  <a:lnTo>
                    <a:pt x="13304" y="2548"/>
                  </a:lnTo>
                  <a:lnTo>
                    <a:pt x="13444" y="1218"/>
                  </a:lnTo>
                  <a:lnTo>
                    <a:pt x="11649" y="893"/>
                  </a:lnTo>
                  <a:lnTo>
                    <a:pt x="1587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h338"/>
            <p:cNvSpPr/>
            <p:nvPr/>
          </p:nvSpPr>
          <p:spPr>
            <a:xfrm>
              <a:off x="3292784" y="3179115"/>
              <a:ext cx="197691" cy="134695"/>
            </a:xfrm>
            <a:custGeom>
              <a:avLst/>
              <a:pathLst>
                <a:path w="197691" h="134695">
                  <a:moveTo>
                    <a:pt x="80000" y="3643"/>
                  </a:moveTo>
                  <a:lnTo>
                    <a:pt x="80551" y="1819"/>
                  </a:lnTo>
                  <a:lnTo>
                    <a:pt x="83427" y="1149"/>
                  </a:lnTo>
                  <a:lnTo>
                    <a:pt x="88515" y="1070"/>
                  </a:lnTo>
                  <a:lnTo>
                    <a:pt x="92139" y="2179"/>
                  </a:lnTo>
                  <a:lnTo>
                    <a:pt x="92490" y="4493"/>
                  </a:lnTo>
                  <a:lnTo>
                    <a:pt x="89613" y="7770"/>
                  </a:lnTo>
                  <a:lnTo>
                    <a:pt x="88942" y="12193"/>
                  </a:lnTo>
                  <a:lnTo>
                    <a:pt x="91555" y="13801"/>
                  </a:lnTo>
                  <a:lnTo>
                    <a:pt x="93132" y="12323"/>
                  </a:lnTo>
                  <a:lnTo>
                    <a:pt x="101353" y="16845"/>
                  </a:lnTo>
                  <a:lnTo>
                    <a:pt x="102483" y="14227"/>
                  </a:lnTo>
                  <a:lnTo>
                    <a:pt x="95881" y="11460"/>
                  </a:lnTo>
                  <a:lnTo>
                    <a:pt x="98102" y="7366"/>
                  </a:lnTo>
                  <a:lnTo>
                    <a:pt x="102515" y="9123"/>
                  </a:lnTo>
                  <a:lnTo>
                    <a:pt x="105709" y="12694"/>
                  </a:lnTo>
                  <a:lnTo>
                    <a:pt x="107306" y="16350"/>
                  </a:lnTo>
                  <a:lnTo>
                    <a:pt x="109395" y="17215"/>
                  </a:lnTo>
                  <a:lnTo>
                    <a:pt x="112075" y="14487"/>
                  </a:lnTo>
                  <a:lnTo>
                    <a:pt x="112583" y="10284"/>
                  </a:lnTo>
                  <a:lnTo>
                    <a:pt x="116354" y="10578"/>
                  </a:lnTo>
                  <a:lnTo>
                    <a:pt x="120298" y="12454"/>
                  </a:lnTo>
                  <a:lnTo>
                    <a:pt x="118120" y="15060"/>
                  </a:lnTo>
                  <a:lnTo>
                    <a:pt x="119117" y="17430"/>
                  </a:lnTo>
                  <a:lnTo>
                    <a:pt x="123535" y="12789"/>
                  </a:lnTo>
                  <a:lnTo>
                    <a:pt x="126531" y="12850"/>
                  </a:lnTo>
                  <a:lnTo>
                    <a:pt x="127440" y="13444"/>
                  </a:lnTo>
                  <a:lnTo>
                    <a:pt x="129726" y="18304"/>
                  </a:lnTo>
                  <a:lnTo>
                    <a:pt x="134082" y="22456"/>
                  </a:lnTo>
                  <a:lnTo>
                    <a:pt x="136571" y="23566"/>
                  </a:lnTo>
                  <a:lnTo>
                    <a:pt x="140286" y="23533"/>
                  </a:lnTo>
                  <a:lnTo>
                    <a:pt x="143268" y="27825"/>
                  </a:lnTo>
                  <a:lnTo>
                    <a:pt x="147611" y="32287"/>
                  </a:lnTo>
                  <a:lnTo>
                    <a:pt x="146618" y="33741"/>
                  </a:lnTo>
                  <a:lnTo>
                    <a:pt x="147682" y="34952"/>
                  </a:lnTo>
                  <a:lnTo>
                    <a:pt x="156154" y="37397"/>
                  </a:lnTo>
                  <a:lnTo>
                    <a:pt x="156884" y="35583"/>
                  </a:lnTo>
                  <a:lnTo>
                    <a:pt x="160293" y="36891"/>
                  </a:lnTo>
                  <a:lnTo>
                    <a:pt x="164940" y="43331"/>
                  </a:lnTo>
                  <a:lnTo>
                    <a:pt x="171978" y="44018"/>
                  </a:lnTo>
                  <a:lnTo>
                    <a:pt x="184266" y="49323"/>
                  </a:lnTo>
                  <a:lnTo>
                    <a:pt x="188686" y="52536"/>
                  </a:lnTo>
                  <a:lnTo>
                    <a:pt x="193764" y="57075"/>
                  </a:lnTo>
                  <a:lnTo>
                    <a:pt x="196998" y="62712"/>
                  </a:lnTo>
                  <a:lnTo>
                    <a:pt x="197691" y="68328"/>
                  </a:lnTo>
                  <a:lnTo>
                    <a:pt x="194089" y="67993"/>
                  </a:lnTo>
                  <a:lnTo>
                    <a:pt x="193441" y="68992"/>
                  </a:lnTo>
                  <a:lnTo>
                    <a:pt x="193111" y="71654"/>
                  </a:lnTo>
                  <a:lnTo>
                    <a:pt x="196193" y="80621"/>
                  </a:lnTo>
                  <a:lnTo>
                    <a:pt x="195741" y="81040"/>
                  </a:lnTo>
                  <a:lnTo>
                    <a:pt x="193477" y="80246"/>
                  </a:lnTo>
                  <a:lnTo>
                    <a:pt x="192743" y="80840"/>
                  </a:lnTo>
                  <a:lnTo>
                    <a:pt x="194034" y="83510"/>
                  </a:lnTo>
                  <a:lnTo>
                    <a:pt x="196030" y="84898"/>
                  </a:lnTo>
                  <a:lnTo>
                    <a:pt x="192518" y="86481"/>
                  </a:lnTo>
                  <a:lnTo>
                    <a:pt x="192560" y="89483"/>
                  </a:lnTo>
                  <a:lnTo>
                    <a:pt x="191646" y="90207"/>
                  </a:lnTo>
                  <a:lnTo>
                    <a:pt x="190473" y="87522"/>
                  </a:lnTo>
                  <a:lnTo>
                    <a:pt x="192368" y="83730"/>
                  </a:lnTo>
                  <a:lnTo>
                    <a:pt x="191785" y="83102"/>
                  </a:lnTo>
                  <a:lnTo>
                    <a:pt x="190862" y="83318"/>
                  </a:lnTo>
                  <a:lnTo>
                    <a:pt x="185696" y="90104"/>
                  </a:lnTo>
                  <a:lnTo>
                    <a:pt x="187011" y="95281"/>
                  </a:lnTo>
                  <a:lnTo>
                    <a:pt x="188875" y="98723"/>
                  </a:lnTo>
                  <a:lnTo>
                    <a:pt x="188620" y="99478"/>
                  </a:lnTo>
                  <a:lnTo>
                    <a:pt x="185367" y="98974"/>
                  </a:lnTo>
                  <a:lnTo>
                    <a:pt x="180045" y="100917"/>
                  </a:lnTo>
                  <a:lnTo>
                    <a:pt x="176907" y="100641"/>
                  </a:lnTo>
                  <a:lnTo>
                    <a:pt x="175195" y="105352"/>
                  </a:lnTo>
                  <a:lnTo>
                    <a:pt x="177555" y="112986"/>
                  </a:lnTo>
                  <a:lnTo>
                    <a:pt x="175309" y="119976"/>
                  </a:lnTo>
                  <a:lnTo>
                    <a:pt x="173145" y="124201"/>
                  </a:lnTo>
                  <a:lnTo>
                    <a:pt x="168446" y="131998"/>
                  </a:lnTo>
                  <a:lnTo>
                    <a:pt x="167295" y="132919"/>
                  </a:lnTo>
                  <a:lnTo>
                    <a:pt x="143662" y="134695"/>
                  </a:lnTo>
                  <a:lnTo>
                    <a:pt x="143562" y="128372"/>
                  </a:lnTo>
                  <a:lnTo>
                    <a:pt x="148522" y="122527"/>
                  </a:lnTo>
                  <a:lnTo>
                    <a:pt x="142490" y="117235"/>
                  </a:lnTo>
                  <a:lnTo>
                    <a:pt x="143823" y="112080"/>
                  </a:lnTo>
                  <a:lnTo>
                    <a:pt x="140206" y="111850"/>
                  </a:lnTo>
                  <a:lnTo>
                    <a:pt x="140244" y="111078"/>
                  </a:lnTo>
                  <a:lnTo>
                    <a:pt x="140744" y="105516"/>
                  </a:lnTo>
                  <a:lnTo>
                    <a:pt x="143174" y="107267"/>
                  </a:lnTo>
                  <a:lnTo>
                    <a:pt x="145312" y="102771"/>
                  </a:lnTo>
                  <a:lnTo>
                    <a:pt x="141304" y="101416"/>
                  </a:lnTo>
                  <a:lnTo>
                    <a:pt x="139713" y="104620"/>
                  </a:lnTo>
                  <a:lnTo>
                    <a:pt x="137730" y="105587"/>
                  </a:lnTo>
                  <a:lnTo>
                    <a:pt x="133696" y="105606"/>
                  </a:lnTo>
                  <a:lnTo>
                    <a:pt x="133429" y="113286"/>
                  </a:lnTo>
                  <a:lnTo>
                    <a:pt x="126020" y="110284"/>
                  </a:lnTo>
                  <a:lnTo>
                    <a:pt x="125398" y="108509"/>
                  </a:lnTo>
                  <a:lnTo>
                    <a:pt x="125756" y="107316"/>
                  </a:lnTo>
                  <a:lnTo>
                    <a:pt x="122328" y="105843"/>
                  </a:lnTo>
                  <a:lnTo>
                    <a:pt x="121776" y="104874"/>
                  </a:lnTo>
                  <a:lnTo>
                    <a:pt x="122407" y="101174"/>
                  </a:lnTo>
                  <a:lnTo>
                    <a:pt x="120382" y="97018"/>
                  </a:lnTo>
                  <a:lnTo>
                    <a:pt x="118038" y="97128"/>
                  </a:lnTo>
                  <a:lnTo>
                    <a:pt x="115114" y="99250"/>
                  </a:lnTo>
                  <a:lnTo>
                    <a:pt x="111278" y="97559"/>
                  </a:lnTo>
                  <a:lnTo>
                    <a:pt x="109403" y="95326"/>
                  </a:lnTo>
                  <a:lnTo>
                    <a:pt x="107957" y="90772"/>
                  </a:lnTo>
                  <a:lnTo>
                    <a:pt x="109155" y="87593"/>
                  </a:lnTo>
                  <a:lnTo>
                    <a:pt x="106383" y="84747"/>
                  </a:lnTo>
                  <a:lnTo>
                    <a:pt x="102656" y="83581"/>
                  </a:lnTo>
                  <a:lnTo>
                    <a:pt x="102497" y="85500"/>
                  </a:lnTo>
                  <a:lnTo>
                    <a:pt x="100559" y="87194"/>
                  </a:lnTo>
                  <a:lnTo>
                    <a:pt x="97329" y="85557"/>
                  </a:lnTo>
                  <a:lnTo>
                    <a:pt x="92474" y="88926"/>
                  </a:lnTo>
                  <a:lnTo>
                    <a:pt x="91619" y="87771"/>
                  </a:lnTo>
                  <a:lnTo>
                    <a:pt x="92019" y="85982"/>
                  </a:lnTo>
                  <a:lnTo>
                    <a:pt x="91233" y="83710"/>
                  </a:lnTo>
                  <a:lnTo>
                    <a:pt x="90402" y="82824"/>
                  </a:lnTo>
                  <a:lnTo>
                    <a:pt x="88296" y="82879"/>
                  </a:lnTo>
                  <a:lnTo>
                    <a:pt x="88814" y="81253"/>
                  </a:lnTo>
                  <a:lnTo>
                    <a:pt x="94740" y="78486"/>
                  </a:lnTo>
                  <a:lnTo>
                    <a:pt x="92260" y="74739"/>
                  </a:lnTo>
                  <a:lnTo>
                    <a:pt x="88836" y="76034"/>
                  </a:lnTo>
                  <a:lnTo>
                    <a:pt x="86207" y="74186"/>
                  </a:lnTo>
                  <a:lnTo>
                    <a:pt x="82915" y="74260"/>
                  </a:lnTo>
                  <a:lnTo>
                    <a:pt x="67487" y="64917"/>
                  </a:lnTo>
                  <a:lnTo>
                    <a:pt x="68339" y="59019"/>
                  </a:lnTo>
                  <a:lnTo>
                    <a:pt x="64813" y="60185"/>
                  </a:lnTo>
                  <a:lnTo>
                    <a:pt x="53725" y="60086"/>
                  </a:lnTo>
                  <a:lnTo>
                    <a:pt x="52496" y="58907"/>
                  </a:lnTo>
                  <a:lnTo>
                    <a:pt x="52752" y="56564"/>
                  </a:lnTo>
                  <a:lnTo>
                    <a:pt x="51348" y="53849"/>
                  </a:lnTo>
                  <a:lnTo>
                    <a:pt x="45816" y="52837"/>
                  </a:lnTo>
                  <a:lnTo>
                    <a:pt x="43820" y="53136"/>
                  </a:lnTo>
                  <a:lnTo>
                    <a:pt x="40368" y="51803"/>
                  </a:lnTo>
                  <a:lnTo>
                    <a:pt x="41012" y="50379"/>
                  </a:lnTo>
                  <a:lnTo>
                    <a:pt x="37372" y="49141"/>
                  </a:lnTo>
                  <a:lnTo>
                    <a:pt x="36363" y="49268"/>
                  </a:lnTo>
                  <a:lnTo>
                    <a:pt x="34921" y="52986"/>
                  </a:lnTo>
                  <a:lnTo>
                    <a:pt x="35474" y="55413"/>
                  </a:lnTo>
                  <a:lnTo>
                    <a:pt x="34491" y="58058"/>
                  </a:lnTo>
                  <a:lnTo>
                    <a:pt x="26504" y="62329"/>
                  </a:lnTo>
                  <a:lnTo>
                    <a:pt x="26206" y="59950"/>
                  </a:lnTo>
                  <a:lnTo>
                    <a:pt x="23501" y="58103"/>
                  </a:lnTo>
                  <a:lnTo>
                    <a:pt x="13416" y="57608"/>
                  </a:lnTo>
                  <a:lnTo>
                    <a:pt x="14239" y="56285"/>
                  </a:lnTo>
                  <a:lnTo>
                    <a:pt x="13810" y="54157"/>
                  </a:lnTo>
                  <a:lnTo>
                    <a:pt x="8976" y="49306"/>
                  </a:lnTo>
                  <a:lnTo>
                    <a:pt x="6349" y="45391"/>
                  </a:lnTo>
                  <a:lnTo>
                    <a:pt x="4224" y="44944"/>
                  </a:lnTo>
                  <a:lnTo>
                    <a:pt x="0" y="45838"/>
                  </a:lnTo>
                  <a:lnTo>
                    <a:pt x="1199" y="41966"/>
                  </a:lnTo>
                  <a:lnTo>
                    <a:pt x="4127" y="41017"/>
                  </a:lnTo>
                  <a:lnTo>
                    <a:pt x="4426" y="39732"/>
                  </a:lnTo>
                  <a:lnTo>
                    <a:pt x="3153" y="39758"/>
                  </a:lnTo>
                  <a:lnTo>
                    <a:pt x="4608" y="39034"/>
                  </a:lnTo>
                  <a:lnTo>
                    <a:pt x="8672" y="40123"/>
                  </a:lnTo>
                  <a:lnTo>
                    <a:pt x="14276" y="39267"/>
                  </a:lnTo>
                  <a:lnTo>
                    <a:pt x="16071" y="34995"/>
                  </a:lnTo>
                  <a:lnTo>
                    <a:pt x="15504" y="33804"/>
                  </a:lnTo>
                  <a:lnTo>
                    <a:pt x="16072" y="32952"/>
                  </a:lnTo>
                  <a:lnTo>
                    <a:pt x="19708" y="33670"/>
                  </a:lnTo>
                  <a:lnTo>
                    <a:pt x="21893" y="34768"/>
                  </a:lnTo>
                  <a:lnTo>
                    <a:pt x="22096" y="35933"/>
                  </a:lnTo>
                  <a:lnTo>
                    <a:pt x="25286" y="36786"/>
                  </a:lnTo>
                  <a:lnTo>
                    <a:pt x="27625" y="35177"/>
                  </a:lnTo>
                  <a:lnTo>
                    <a:pt x="42908" y="32831"/>
                  </a:lnTo>
                  <a:lnTo>
                    <a:pt x="48835" y="30635"/>
                  </a:lnTo>
                  <a:lnTo>
                    <a:pt x="53691" y="30483"/>
                  </a:lnTo>
                  <a:lnTo>
                    <a:pt x="61809" y="25107"/>
                  </a:lnTo>
                  <a:lnTo>
                    <a:pt x="68401" y="16673"/>
                  </a:lnTo>
                  <a:lnTo>
                    <a:pt x="72720" y="17531"/>
                  </a:lnTo>
                  <a:lnTo>
                    <a:pt x="73078" y="16353"/>
                  </a:lnTo>
                  <a:lnTo>
                    <a:pt x="66863" y="14385"/>
                  </a:lnTo>
                  <a:lnTo>
                    <a:pt x="66948" y="12716"/>
                  </a:lnTo>
                  <a:lnTo>
                    <a:pt x="68296" y="11413"/>
                  </a:lnTo>
                  <a:lnTo>
                    <a:pt x="70901" y="12546"/>
                  </a:lnTo>
                  <a:lnTo>
                    <a:pt x="72749" y="12570"/>
                  </a:lnTo>
                  <a:lnTo>
                    <a:pt x="78522" y="7800"/>
                  </a:lnTo>
                  <a:lnTo>
                    <a:pt x="78073" y="4024"/>
                  </a:lnTo>
                  <a:lnTo>
                    <a:pt x="77580" y="3681"/>
                  </a:lnTo>
                  <a:lnTo>
                    <a:pt x="74765" y="5163"/>
                  </a:lnTo>
                  <a:lnTo>
                    <a:pt x="75297" y="5736"/>
                  </a:lnTo>
                  <a:lnTo>
                    <a:pt x="73449" y="8414"/>
                  </a:lnTo>
                  <a:lnTo>
                    <a:pt x="69503" y="9007"/>
                  </a:lnTo>
                  <a:lnTo>
                    <a:pt x="68304" y="4595"/>
                  </a:lnTo>
                  <a:lnTo>
                    <a:pt x="69826" y="3759"/>
                  </a:lnTo>
                  <a:lnTo>
                    <a:pt x="7442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h339"/>
            <p:cNvSpPr/>
            <p:nvPr/>
          </p:nvSpPr>
          <p:spPr>
            <a:xfrm>
              <a:off x="3117744" y="3205484"/>
              <a:ext cx="81311" cy="81229"/>
            </a:xfrm>
            <a:custGeom>
              <a:avLst/>
              <a:pathLst>
                <a:path w="81311" h="81229">
                  <a:moveTo>
                    <a:pt x="28221" y="192"/>
                  </a:moveTo>
                  <a:lnTo>
                    <a:pt x="35982" y="3278"/>
                  </a:lnTo>
                  <a:lnTo>
                    <a:pt x="40383" y="1269"/>
                  </a:lnTo>
                  <a:lnTo>
                    <a:pt x="50812" y="10845"/>
                  </a:lnTo>
                  <a:lnTo>
                    <a:pt x="53136" y="15925"/>
                  </a:lnTo>
                  <a:lnTo>
                    <a:pt x="55622" y="16407"/>
                  </a:lnTo>
                  <a:lnTo>
                    <a:pt x="55404" y="17372"/>
                  </a:lnTo>
                  <a:lnTo>
                    <a:pt x="57511" y="20770"/>
                  </a:lnTo>
                  <a:lnTo>
                    <a:pt x="57334" y="25391"/>
                  </a:lnTo>
                  <a:lnTo>
                    <a:pt x="53016" y="27716"/>
                  </a:lnTo>
                  <a:lnTo>
                    <a:pt x="54303" y="31696"/>
                  </a:lnTo>
                  <a:lnTo>
                    <a:pt x="58838" y="37308"/>
                  </a:lnTo>
                  <a:lnTo>
                    <a:pt x="58313" y="39728"/>
                  </a:lnTo>
                  <a:lnTo>
                    <a:pt x="59082" y="40365"/>
                  </a:lnTo>
                  <a:lnTo>
                    <a:pt x="63872" y="39061"/>
                  </a:lnTo>
                  <a:lnTo>
                    <a:pt x="65866" y="40598"/>
                  </a:lnTo>
                  <a:lnTo>
                    <a:pt x="64943" y="42932"/>
                  </a:lnTo>
                  <a:lnTo>
                    <a:pt x="65293" y="47142"/>
                  </a:lnTo>
                  <a:lnTo>
                    <a:pt x="70338" y="48180"/>
                  </a:lnTo>
                  <a:lnTo>
                    <a:pt x="73851" y="44377"/>
                  </a:lnTo>
                  <a:lnTo>
                    <a:pt x="75891" y="44563"/>
                  </a:lnTo>
                  <a:lnTo>
                    <a:pt x="74291" y="47616"/>
                  </a:lnTo>
                  <a:lnTo>
                    <a:pt x="74302" y="48917"/>
                  </a:lnTo>
                  <a:lnTo>
                    <a:pt x="75595" y="51049"/>
                  </a:lnTo>
                  <a:lnTo>
                    <a:pt x="75439" y="53108"/>
                  </a:lnTo>
                  <a:lnTo>
                    <a:pt x="74564" y="52773"/>
                  </a:lnTo>
                  <a:lnTo>
                    <a:pt x="75241" y="54288"/>
                  </a:lnTo>
                  <a:lnTo>
                    <a:pt x="81311" y="60766"/>
                  </a:lnTo>
                  <a:lnTo>
                    <a:pt x="81311" y="61708"/>
                  </a:lnTo>
                  <a:lnTo>
                    <a:pt x="76795" y="67066"/>
                  </a:lnTo>
                  <a:lnTo>
                    <a:pt x="73854" y="63836"/>
                  </a:lnTo>
                  <a:lnTo>
                    <a:pt x="71656" y="63958"/>
                  </a:lnTo>
                  <a:lnTo>
                    <a:pt x="68812" y="65299"/>
                  </a:lnTo>
                  <a:lnTo>
                    <a:pt x="71418" y="72024"/>
                  </a:lnTo>
                  <a:lnTo>
                    <a:pt x="70164" y="74426"/>
                  </a:lnTo>
                  <a:lnTo>
                    <a:pt x="66368" y="75199"/>
                  </a:lnTo>
                  <a:lnTo>
                    <a:pt x="58183" y="74838"/>
                  </a:lnTo>
                  <a:lnTo>
                    <a:pt x="54647" y="75633"/>
                  </a:lnTo>
                  <a:lnTo>
                    <a:pt x="49799" y="78527"/>
                  </a:lnTo>
                  <a:lnTo>
                    <a:pt x="49333" y="81229"/>
                  </a:lnTo>
                  <a:lnTo>
                    <a:pt x="47530" y="80375"/>
                  </a:lnTo>
                  <a:lnTo>
                    <a:pt x="45013" y="80248"/>
                  </a:lnTo>
                  <a:lnTo>
                    <a:pt x="43232" y="79464"/>
                  </a:lnTo>
                  <a:lnTo>
                    <a:pt x="42922" y="76306"/>
                  </a:lnTo>
                  <a:lnTo>
                    <a:pt x="43808" y="72084"/>
                  </a:lnTo>
                  <a:lnTo>
                    <a:pt x="46084" y="70894"/>
                  </a:lnTo>
                  <a:lnTo>
                    <a:pt x="47059" y="68487"/>
                  </a:lnTo>
                  <a:lnTo>
                    <a:pt x="47269" y="62972"/>
                  </a:lnTo>
                  <a:lnTo>
                    <a:pt x="39642" y="55104"/>
                  </a:lnTo>
                  <a:lnTo>
                    <a:pt x="38808" y="51272"/>
                  </a:lnTo>
                  <a:lnTo>
                    <a:pt x="40901" y="47077"/>
                  </a:lnTo>
                  <a:lnTo>
                    <a:pt x="41167" y="44780"/>
                  </a:lnTo>
                  <a:lnTo>
                    <a:pt x="39403" y="42470"/>
                  </a:lnTo>
                  <a:lnTo>
                    <a:pt x="39324" y="39886"/>
                  </a:lnTo>
                  <a:lnTo>
                    <a:pt x="40517" y="38760"/>
                  </a:lnTo>
                  <a:lnTo>
                    <a:pt x="39785" y="35973"/>
                  </a:lnTo>
                  <a:lnTo>
                    <a:pt x="38360" y="34148"/>
                  </a:lnTo>
                  <a:lnTo>
                    <a:pt x="36249" y="34170"/>
                  </a:lnTo>
                  <a:lnTo>
                    <a:pt x="30891" y="28957"/>
                  </a:lnTo>
                  <a:lnTo>
                    <a:pt x="18926" y="23976"/>
                  </a:lnTo>
                  <a:lnTo>
                    <a:pt x="15963" y="24207"/>
                  </a:lnTo>
                  <a:lnTo>
                    <a:pt x="10890" y="16590"/>
                  </a:lnTo>
                  <a:lnTo>
                    <a:pt x="3375" y="11869"/>
                  </a:lnTo>
                  <a:lnTo>
                    <a:pt x="0" y="11007"/>
                  </a:lnTo>
                  <a:lnTo>
                    <a:pt x="175" y="5423"/>
                  </a:lnTo>
                  <a:lnTo>
                    <a:pt x="3481" y="3898"/>
                  </a:lnTo>
                  <a:lnTo>
                    <a:pt x="2611" y="3853"/>
                  </a:lnTo>
                  <a:lnTo>
                    <a:pt x="3152" y="3690"/>
                  </a:lnTo>
                  <a:lnTo>
                    <a:pt x="5751" y="4376"/>
                  </a:lnTo>
                  <a:lnTo>
                    <a:pt x="10367" y="7023"/>
                  </a:lnTo>
                  <a:lnTo>
                    <a:pt x="15105" y="8021"/>
                  </a:lnTo>
                  <a:lnTo>
                    <a:pt x="19198" y="6147"/>
                  </a:lnTo>
                  <a:lnTo>
                    <a:pt x="20495" y="2155"/>
                  </a:lnTo>
                  <a:lnTo>
                    <a:pt x="20217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h340"/>
            <p:cNvSpPr/>
            <p:nvPr/>
          </p:nvSpPr>
          <p:spPr>
            <a:xfrm>
              <a:off x="3177833" y="3154805"/>
              <a:ext cx="13859" cy="14402"/>
            </a:xfrm>
            <a:custGeom>
              <a:avLst/>
              <a:pathLst>
                <a:path w="13859" h="14402">
                  <a:moveTo>
                    <a:pt x="7033" y="0"/>
                  </a:moveTo>
                  <a:lnTo>
                    <a:pt x="9144" y="760"/>
                  </a:lnTo>
                  <a:lnTo>
                    <a:pt x="9620" y="4165"/>
                  </a:lnTo>
                  <a:lnTo>
                    <a:pt x="10910" y="4331"/>
                  </a:lnTo>
                  <a:lnTo>
                    <a:pt x="13120" y="6004"/>
                  </a:lnTo>
                  <a:lnTo>
                    <a:pt x="13859" y="7511"/>
                  </a:lnTo>
                  <a:lnTo>
                    <a:pt x="8702" y="12083"/>
                  </a:lnTo>
                  <a:lnTo>
                    <a:pt x="7467" y="14402"/>
                  </a:lnTo>
                  <a:lnTo>
                    <a:pt x="6360" y="14232"/>
                  </a:lnTo>
                  <a:lnTo>
                    <a:pt x="3530" y="9814"/>
                  </a:lnTo>
                  <a:lnTo>
                    <a:pt x="2890" y="6085"/>
                  </a:lnTo>
                  <a:lnTo>
                    <a:pt x="0" y="4913"/>
                  </a:lnTo>
                  <a:lnTo>
                    <a:pt x="3210" y="3235"/>
                  </a:lnTo>
                  <a:lnTo>
                    <a:pt x="4792" y="91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h341"/>
            <p:cNvSpPr/>
            <p:nvPr/>
          </p:nvSpPr>
          <p:spPr>
            <a:xfrm>
              <a:off x="3314961" y="3482769"/>
              <a:ext cx="19917" cy="24458"/>
            </a:xfrm>
            <a:custGeom>
              <a:avLst/>
              <a:pathLst>
                <a:path w="19917" h="24458">
                  <a:moveTo>
                    <a:pt x="18228" y="52"/>
                  </a:moveTo>
                  <a:lnTo>
                    <a:pt x="19214" y="1277"/>
                  </a:lnTo>
                  <a:lnTo>
                    <a:pt x="19917" y="8134"/>
                  </a:lnTo>
                  <a:lnTo>
                    <a:pt x="16579" y="12775"/>
                  </a:lnTo>
                  <a:lnTo>
                    <a:pt x="16190" y="14218"/>
                  </a:lnTo>
                  <a:lnTo>
                    <a:pt x="17004" y="14505"/>
                  </a:lnTo>
                  <a:lnTo>
                    <a:pt x="16340" y="18561"/>
                  </a:lnTo>
                  <a:lnTo>
                    <a:pt x="12184" y="24067"/>
                  </a:lnTo>
                  <a:lnTo>
                    <a:pt x="11548" y="24458"/>
                  </a:lnTo>
                  <a:lnTo>
                    <a:pt x="0" y="14854"/>
                  </a:lnTo>
                  <a:lnTo>
                    <a:pt x="2604" y="10008"/>
                  </a:lnTo>
                  <a:lnTo>
                    <a:pt x="5177" y="2164"/>
                  </a:lnTo>
                  <a:lnTo>
                    <a:pt x="7644" y="4600"/>
                  </a:lnTo>
                  <a:lnTo>
                    <a:pt x="10655" y="4705"/>
                  </a:lnTo>
                  <a:lnTo>
                    <a:pt x="16593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h342"/>
            <p:cNvSpPr/>
            <p:nvPr/>
          </p:nvSpPr>
          <p:spPr>
            <a:xfrm>
              <a:off x="3210434" y="3220575"/>
              <a:ext cx="20015" cy="12363"/>
            </a:xfrm>
            <a:custGeom>
              <a:avLst/>
              <a:pathLst>
                <a:path w="20015" h="12363">
                  <a:moveTo>
                    <a:pt x="3862" y="1245"/>
                  </a:moveTo>
                  <a:lnTo>
                    <a:pt x="6396" y="996"/>
                  </a:lnTo>
                  <a:lnTo>
                    <a:pt x="12232" y="2701"/>
                  </a:lnTo>
                  <a:lnTo>
                    <a:pt x="14024" y="3788"/>
                  </a:lnTo>
                  <a:lnTo>
                    <a:pt x="13740" y="5469"/>
                  </a:lnTo>
                  <a:lnTo>
                    <a:pt x="14790" y="7952"/>
                  </a:lnTo>
                  <a:lnTo>
                    <a:pt x="19271" y="7859"/>
                  </a:lnTo>
                  <a:lnTo>
                    <a:pt x="18582" y="9384"/>
                  </a:lnTo>
                  <a:lnTo>
                    <a:pt x="20015" y="10250"/>
                  </a:lnTo>
                  <a:lnTo>
                    <a:pt x="19735" y="10584"/>
                  </a:lnTo>
                  <a:lnTo>
                    <a:pt x="17109" y="12363"/>
                  </a:lnTo>
                  <a:lnTo>
                    <a:pt x="15570" y="11759"/>
                  </a:lnTo>
                  <a:lnTo>
                    <a:pt x="8841" y="8000"/>
                  </a:lnTo>
                  <a:lnTo>
                    <a:pt x="5123" y="10422"/>
                  </a:lnTo>
                  <a:lnTo>
                    <a:pt x="0" y="479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h343"/>
            <p:cNvSpPr/>
            <p:nvPr/>
          </p:nvSpPr>
          <p:spPr>
            <a:xfrm>
              <a:off x="3116710" y="3174315"/>
              <a:ext cx="48468" cy="39190"/>
            </a:xfrm>
            <a:custGeom>
              <a:avLst/>
              <a:pathLst>
                <a:path w="48468" h="39190">
                  <a:moveTo>
                    <a:pt x="40640" y="1064"/>
                  </a:moveTo>
                  <a:lnTo>
                    <a:pt x="41526" y="5364"/>
                  </a:lnTo>
                  <a:lnTo>
                    <a:pt x="46969" y="11167"/>
                  </a:lnTo>
                  <a:lnTo>
                    <a:pt x="48468" y="11354"/>
                  </a:lnTo>
                  <a:lnTo>
                    <a:pt x="48296" y="12165"/>
                  </a:lnTo>
                  <a:lnTo>
                    <a:pt x="45809" y="12506"/>
                  </a:lnTo>
                  <a:lnTo>
                    <a:pt x="41462" y="12222"/>
                  </a:lnTo>
                  <a:lnTo>
                    <a:pt x="40831" y="14272"/>
                  </a:lnTo>
                  <a:lnTo>
                    <a:pt x="44378" y="20175"/>
                  </a:lnTo>
                  <a:lnTo>
                    <a:pt x="44729" y="27323"/>
                  </a:lnTo>
                  <a:lnTo>
                    <a:pt x="42788" y="29323"/>
                  </a:lnTo>
                  <a:lnTo>
                    <a:pt x="41417" y="32438"/>
                  </a:lnTo>
                  <a:lnTo>
                    <a:pt x="37016" y="34447"/>
                  </a:lnTo>
                  <a:lnTo>
                    <a:pt x="29254" y="31361"/>
                  </a:lnTo>
                  <a:lnTo>
                    <a:pt x="21251" y="31169"/>
                  </a:lnTo>
                  <a:lnTo>
                    <a:pt x="21529" y="33325"/>
                  </a:lnTo>
                  <a:lnTo>
                    <a:pt x="20232" y="37316"/>
                  </a:lnTo>
                  <a:lnTo>
                    <a:pt x="16139" y="39190"/>
                  </a:lnTo>
                  <a:lnTo>
                    <a:pt x="11401" y="38193"/>
                  </a:lnTo>
                  <a:lnTo>
                    <a:pt x="6785" y="35545"/>
                  </a:lnTo>
                  <a:lnTo>
                    <a:pt x="4186" y="34859"/>
                  </a:lnTo>
                  <a:lnTo>
                    <a:pt x="3645" y="35022"/>
                  </a:lnTo>
                  <a:lnTo>
                    <a:pt x="374" y="33233"/>
                  </a:lnTo>
                  <a:lnTo>
                    <a:pt x="0" y="32096"/>
                  </a:lnTo>
                  <a:lnTo>
                    <a:pt x="940" y="29996"/>
                  </a:lnTo>
                  <a:lnTo>
                    <a:pt x="4755" y="28730"/>
                  </a:lnTo>
                  <a:lnTo>
                    <a:pt x="5551" y="24977"/>
                  </a:lnTo>
                  <a:lnTo>
                    <a:pt x="6881" y="22159"/>
                  </a:lnTo>
                  <a:lnTo>
                    <a:pt x="8423" y="20747"/>
                  </a:lnTo>
                  <a:lnTo>
                    <a:pt x="23034" y="17649"/>
                  </a:lnTo>
                  <a:lnTo>
                    <a:pt x="25608" y="13349"/>
                  </a:lnTo>
                  <a:lnTo>
                    <a:pt x="28900" y="10286"/>
                  </a:lnTo>
                  <a:lnTo>
                    <a:pt x="34550" y="1186"/>
                  </a:lnTo>
                  <a:lnTo>
                    <a:pt x="37472" y="1436"/>
                  </a:lnTo>
                  <a:lnTo>
                    <a:pt x="37133" y="258"/>
                  </a:lnTo>
                  <a:lnTo>
                    <a:pt x="3760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h344"/>
            <p:cNvSpPr/>
            <p:nvPr/>
          </p:nvSpPr>
          <p:spPr>
            <a:xfrm>
              <a:off x="3202521" y="3184854"/>
              <a:ext cx="18181" cy="20058"/>
            </a:xfrm>
            <a:custGeom>
              <a:avLst/>
              <a:pathLst>
                <a:path w="18181" h="20058">
                  <a:moveTo>
                    <a:pt x="7685" y="1296"/>
                  </a:moveTo>
                  <a:lnTo>
                    <a:pt x="9937" y="5262"/>
                  </a:lnTo>
                  <a:lnTo>
                    <a:pt x="9333" y="12160"/>
                  </a:lnTo>
                  <a:lnTo>
                    <a:pt x="11174" y="14430"/>
                  </a:lnTo>
                  <a:lnTo>
                    <a:pt x="15184" y="17097"/>
                  </a:lnTo>
                  <a:lnTo>
                    <a:pt x="17648" y="17321"/>
                  </a:lnTo>
                  <a:lnTo>
                    <a:pt x="18181" y="18406"/>
                  </a:lnTo>
                  <a:lnTo>
                    <a:pt x="16981" y="20058"/>
                  </a:lnTo>
                  <a:lnTo>
                    <a:pt x="14320" y="17723"/>
                  </a:lnTo>
                  <a:lnTo>
                    <a:pt x="8938" y="16582"/>
                  </a:lnTo>
                  <a:lnTo>
                    <a:pt x="8244" y="17173"/>
                  </a:lnTo>
                  <a:lnTo>
                    <a:pt x="7640" y="15649"/>
                  </a:lnTo>
                  <a:lnTo>
                    <a:pt x="5099" y="16694"/>
                  </a:lnTo>
                  <a:lnTo>
                    <a:pt x="3943" y="18267"/>
                  </a:lnTo>
                  <a:lnTo>
                    <a:pt x="1289" y="18567"/>
                  </a:lnTo>
                  <a:lnTo>
                    <a:pt x="55" y="17919"/>
                  </a:lnTo>
                  <a:lnTo>
                    <a:pt x="188" y="15762"/>
                  </a:lnTo>
                  <a:lnTo>
                    <a:pt x="4487" y="11912"/>
                  </a:lnTo>
                  <a:lnTo>
                    <a:pt x="5371" y="9160"/>
                  </a:lnTo>
                  <a:lnTo>
                    <a:pt x="2476" y="3400"/>
                  </a:lnTo>
                  <a:lnTo>
                    <a:pt x="0" y="565"/>
                  </a:lnTo>
                  <a:lnTo>
                    <a:pt x="1852" y="1827"/>
                  </a:lnTo>
                  <a:lnTo>
                    <a:pt x="4203" y="1765"/>
                  </a:lnTo>
                  <a:lnTo>
                    <a:pt x="5213" y="1658"/>
                  </a:lnTo>
                  <a:lnTo>
                    <a:pt x="54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h345"/>
            <p:cNvSpPr/>
            <p:nvPr/>
          </p:nvSpPr>
          <p:spPr>
            <a:xfrm>
              <a:off x="3280249" y="3371709"/>
              <a:ext cx="22134" cy="25199"/>
            </a:xfrm>
            <a:custGeom>
              <a:avLst/>
              <a:pathLst>
                <a:path w="22134" h="25199">
                  <a:moveTo>
                    <a:pt x="18615" y="242"/>
                  </a:moveTo>
                  <a:lnTo>
                    <a:pt x="18109" y="1613"/>
                  </a:lnTo>
                  <a:lnTo>
                    <a:pt x="15982" y="2118"/>
                  </a:lnTo>
                  <a:lnTo>
                    <a:pt x="15140" y="4651"/>
                  </a:lnTo>
                  <a:lnTo>
                    <a:pt x="15449" y="6486"/>
                  </a:lnTo>
                  <a:lnTo>
                    <a:pt x="19866" y="15304"/>
                  </a:lnTo>
                  <a:lnTo>
                    <a:pt x="22134" y="15702"/>
                  </a:lnTo>
                  <a:lnTo>
                    <a:pt x="21946" y="18918"/>
                  </a:lnTo>
                  <a:lnTo>
                    <a:pt x="20512" y="20517"/>
                  </a:lnTo>
                  <a:lnTo>
                    <a:pt x="18008" y="19708"/>
                  </a:lnTo>
                  <a:lnTo>
                    <a:pt x="11169" y="20792"/>
                  </a:lnTo>
                  <a:lnTo>
                    <a:pt x="9776" y="22744"/>
                  </a:lnTo>
                  <a:lnTo>
                    <a:pt x="6433" y="25199"/>
                  </a:lnTo>
                  <a:lnTo>
                    <a:pt x="5523" y="23954"/>
                  </a:lnTo>
                  <a:lnTo>
                    <a:pt x="2811" y="21961"/>
                  </a:lnTo>
                  <a:lnTo>
                    <a:pt x="406" y="17046"/>
                  </a:lnTo>
                  <a:lnTo>
                    <a:pt x="0" y="13712"/>
                  </a:lnTo>
                  <a:lnTo>
                    <a:pt x="986" y="9937"/>
                  </a:lnTo>
                  <a:lnTo>
                    <a:pt x="6113" y="4261"/>
                  </a:lnTo>
                  <a:lnTo>
                    <a:pt x="7706" y="5111"/>
                  </a:lnTo>
                  <a:lnTo>
                    <a:pt x="13567" y="2195"/>
                  </a:lnTo>
                  <a:lnTo>
                    <a:pt x="16529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h346"/>
            <p:cNvSpPr/>
            <p:nvPr/>
          </p:nvSpPr>
          <p:spPr>
            <a:xfrm>
              <a:off x="3324678" y="3468736"/>
              <a:ext cx="5283" cy="5417"/>
            </a:xfrm>
            <a:custGeom>
              <a:avLst/>
              <a:pathLst>
                <a:path w="5283" h="5417">
                  <a:moveTo>
                    <a:pt x="4524" y="336"/>
                  </a:moveTo>
                  <a:lnTo>
                    <a:pt x="5283" y="5384"/>
                  </a:lnTo>
                  <a:lnTo>
                    <a:pt x="0" y="5417"/>
                  </a:lnTo>
                  <a:lnTo>
                    <a:pt x="17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h347"/>
            <p:cNvSpPr/>
            <p:nvPr/>
          </p:nvSpPr>
          <p:spPr>
            <a:xfrm>
              <a:off x="3225744" y="3260473"/>
              <a:ext cx="22003" cy="30064"/>
            </a:xfrm>
            <a:custGeom>
              <a:avLst/>
              <a:pathLst>
                <a:path w="22003" h="30064">
                  <a:moveTo>
                    <a:pt x="8270" y="5862"/>
                  </a:moveTo>
                  <a:lnTo>
                    <a:pt x="11129" y="6543"/>
                  </a:lnTo>
                  <a:lnTo>
                    <a:pt x="11928" y="9441"/>
                  </a:lnTo>
                  <a:lnTo>
                    <a:pt x="9841" y="15087"/>
                  </a:lnTo>
                  <a:lnTo>
                    <a:pt x="13274" y="20377"/>
                  </a:lnTo>
                  <a:lnTo>
                    <a:pt x="17100" y="22490"/>
                  </a:lnTo>
                  <a:lnTo>
                    <a:pt x="22003" y="27328"/>
                  </a:lnTo>
                  <a:lnTo>
                    <a:pt x="19002" y="29921"/>
                  </a:lnTo>
                  <a:lnTo>
                    <a:pt x="15928" y="30064"/>
                  </a:lnTo>
                  <a:lnTo>
                    <a:pt x="11850" y="27007"/>
                  </a:lnTo>
                  <a:lnTo>
                    <a:pt x="9798" y="27970"/>
                  </a:lnTo>
                  <a:lnTo>
                    <a:pt x="3869" y="19292"/>
                  </a:lnTo>
                  <a:lnTo>
                    <a:pt x="2471" y="18719"/>
                  </a:lnTo>
                  <a:lnTo>
                    <a:pt x="1704" y="17403"/>
                  </a:lnTo>
                  <a:lnTo>
                    <a:pt x="1945" y="12887"/>
                  </a:lnTo>
                  <a:lnTo>
                    <a:pt x="159" y="10095"/>
                  </a:lnTo>
                  <a:lnTo>
                    <a:pt x="0" y="8129"/>
                  </a:lnTo>
                  <a:lnTo>
                    <a:pt x="362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h348"/>
            <p:cNvSpPr/>
            <p:nvPr/>
          </p:nvSpPr>
          <p:spPr>
            <a:xfrm>
              <a:off x="3315451" y="3338887"/>
              <a:ext cx="36862" cy="36635"/>
            </a:xfrm>
            <a:custGeom>
              <a:avLst/>
              <a:pathLst>
                <a:path w="36862" h="36635">
                  <a:moveTo>
                    <a:pt x="7898" y="0"/>
                  </a:moveTo>
                  <a:lnTo>
                    <a:pt x="11427" y="1186"/>
                  </a:lnTo>
                  <a:lnTo>
                    <a:pt x="20576" y="8912"/>
                  </a:lnTo>
                  <a:lnTo>
                    <a:pt x="25382" y="9542"/>
                  </a:lnTo>
                  <a:lnTo>
                    <a:pt x="30371" y="8504"/>
                  </a:lnTo>
                  <a:lnTo>
                    <a:pt x="36551" y="13428"/>
                  </a:lnTo>
                  <a:lnTo>
                    <a:pt x="36862" y="16067"/>
                  </a:lnTo>
                  <a:lnTo>
                    <a:pt x="35213" y="16754"/>
                  </a:lnTo>
                  <a:lnTo>
                    <a:pt x="34679" y="18502"/>
                  </a:lnTo>
                  <a:lnTo>
                    <a:pt x="35219" y="19516"/>
                  </a:lnTo>
                  <a:lnTo>
                    <a:pt x="36395" y="19875"/>
                  </a:lnTo>
                  <a:lnTo>
                    <a:pt x="29466" y="34271"/>
                  </a:lnTo>
                  <a:lnTo>
                    <a:pt x="27181" y="33363"/>
                  </a:lnTo>
                  <a:lnTo>
                    <a:pt x="18051" y="34280"/>
                  </a:lnTo>
                  <a:lnTo>
                    <a:pt x="16335" y="36046"/>
                  </a:lnTo>
                  <a:lnTo>
                    <a:pt x="11171" y="36635"/>
                  </a:lnTo>
                  <a:lnTo>
                    <a:pt x="1663" y="28963"/>
                  </a:lnTo>
                  <a:lnTo>
                    <a:pt x="2031" y="26606"/>
                  </a:lnTo>
                  <a:lnTo>
                    <a:pt x="0" y="22013"/>
                  </a:lnTo>
                  <a:lnTo>
                    <a:pt x="973" y="17329"/>
                  </a:lnTo>
                  <a:lnTo>
                    <a:pt x="4074" y="12027"/>
                  </a:lnTo>
                  <a:lnTo>
                    <a:pt x="3264" y="9534"/>
                  </a:lnTo>
                  <a:lnTo>
                    <a:pt x="4878" y="4078"/>
                  </a:lnTo>
                  <a:lnTo>
                    <a:pt x="7600" y="1758"/>
                  </a:lnTo>
                  <a:lnTo>
                    <a:pt x="6096" y="8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h349"/>
            <p:cNvSpPr/>
            <p:nvPr/>
          </p:nvSpPr>
          <p:spPr>
            <a:xfrm>
              <a:off x="1734149" y="1967930"/>
              <a:ext cx="87155" cy="59941"/>
            </a:xfrm>
            <a:custGeom>
              <a:avLst/>
              <a:pathLst>
                <a:path w="87155" h="59941">
                  <a:moveTo>
                    <a:pt x="57554" y="2021"/>
                  </a:moveTo>
                  <a:lnTo>
                    <a:pt x="67370" y="6072"/>
                  </a:lnTo>
                  <a:lnTo>
                    <a:pt x="78965" y="12498"/>
                  </a:lnTo>
                  <a:lnTo>
                    <a:pt x="81154" y="17082"/>
                  </a:lnTo>
                  <a:lnTo>
                    <a:pt x="81897" y="20984"/>
                  </a:lnTo>
                  <a:lnTo>
                    <a:pt x="79059" y="20792"/>
                  </a:lnTo>
                  <a:lnTo>
                    <a:pt x="80281" y="22628"/>
                  </a:lnTo>
                  <a:lnTo>
                    <a:pt x="83762" y="24306"/>
                  </a:lnTo>
                  <a:lnTo>
                    <a:pt x="84928" y="29778"/>
                  </a:lnTo>
                  <a:lnTo>
                    <a:pt x="87144" y="32097"/>
                  </a:lnTo>
                  <a:lnTo>
                    <a:pt x="87155" y="34354"/>
                  </a:lnTo>
                  <a:lnTo>
                    <a:pt x="85765" y="37322"/>
                  </a:lnTo>
                  <a:lnTo>
                    <a:pt x="84829" y="41759"/>
                  </a:lnTo>
                  <a:lnTo>
                    <a:pt x="84143" y="46334"/>
                  </a:lnTo>
                  <a:lnTo>
                    <a:pt x="83763" y="46739"/>
                  </a:lnTo>
                  <a:lnTo>
                    <a:pt x="74414" y="44904"/>
                  </a:lnTo>
                  <a:lnTo>
                    <a:pt x="77098" y="50679"/>
                  </a:lnTo>
                  <a:lnTo>
                    <a:pt x="75350" y="50556"/>
                  </a:lnTo>
                  <a:lnTo>
                    <a:pt x="70457" y="52882"/>
                  </a:lnTo>
                  <a:lnTo>
                    <a:pt x="63290" y="50108"/>
                  </a:lnTo>
                  <a:lnTo>
                    <a:pt x="64656" y="46461"/>
                  </a:lnTo>
                  <a:lnTo>
                    <a:pt x="62614" y="43272"/>
                  </a:lnTo>
                  <a:lnTo>
                    <a:pt x="52905" y="48502"/>
                  </a:lnTo>
                  <a:lnTo>
                    <a:pt x="54175" y="53699"/>
                  </a:lnTo>
                  <a:lnTo>
                    <a:pt x="50806" y="59112"/>
                  </a:lnTo>
                  <a:lnTo>
                    <a:pt x="49181" y="59941"/>
                  </a:lnTo>
                  <a:lnTo>
                    <a:pt x="47290" y="58600"/>
                  </a:lnTo>
                  <a:lnTo>
                    <a:pt x="45642" y="55926"/>
                  </a:lnTo>
                  <a:lnTo>
                    <a:pt x="46599" y="54099"/>
                  </a:lnTo>
                  <a:lnTo>
                    <a:pt x="43798" y="51914"/>
                  </a:lnTo>
                  <a:lnTo>
                    <a:pt x="38614" y="52827"/>
                  </a:lnTo>
                  <a:lnTo>
                    <a:pt x="31233" y="46634"/>
                  </a:lnTo>
                  <a:lnTo>
                    <a:pt x="28061" y="46093"/>
                  </a:lnTo>
                  <a:lnTo>
                    <a:pt x="27628" y="52892"/>
                  </a:lnTo>
                  <a:lnTo>
                    <a:pt x="28664" y="56683"/>
                  </a:lnTo>
                  <a:lnTo>
                    <a:pt x="27402" y="58427"/>
                  </a:lnTo>
                  <a:lnTo>
                    <a:pt x="25011" y="57453"/>
                  </a:lnTo>
                  <a:lnTo>
                    <a:pt x="20780" y="58408"/>
                  </a:lnTo>
                  <a:lnTo>
                    <a:pt x="15505" y="53759"/>
                  </a:lnTo>
                  <a:lnTo>
                    <a:pt x="10335" y="52043"/>
                  </a:lnTo>
                  <a:lnTo>
                    <a:pt x="9628" y="46757"/>
                  </a:lnTo>
                  <a:lnTo>
                    <a:pt x="13877" y="45181"/>
                  </a:lnTo>
                  <a:lnTo>
                    <a:pt x="16734" y="45074"/>
                  </a:lnTo>
                  <a:lnTo>
                    <a:pt x="18211" y="43310"/>
                  </a:lnTo>
                  <a:lnTo>
                    <a:pt x="17966" y="41504"/>
                  </a:lnTo>
                  <a:lnTo>
                    <a:pt x="16567" y="38639"/>
                  </a:lnTo>
                  <a:lnTo>
                    <a:pt x="15082" y="37778"/>
                  </a:lnTo>
                  <a:lnTo>
                    <a:pt x="8133" y="37296"/>
                  </a:lnTo>
                  <a:lnTo>
                    <a:pt x="9483" y="34079"/>
                  </a:lnTo>
                  <a:lnTo>
                    <a:pt x="0" y="27606"/>
                  </a:lnTo>
                  <a:lnTo>
                    <a:pt x="1169" y="23926"/>
                  </a:lnTo>
                  <a:lnTo>
                    <a:pt x="2931" y="22312"/>
                  </a:lnTo>
                  <a:lnTo>
                    <a:pt x="10378" y="21770"/>
                  </a:lnTo>
                  <a:lnTo>
                    <a:pt x="11607" y="20791"/>
                  </a:lnTo>
                  <a:lnTo>
                    <a:pt x="11810" y="18510"/>
                  </a:lnTo>
                  <a:lnTo>
                    <a:pt x="9679" y="15538"/>
                  </a:lnTo>
                  <a:lnTo>
                    <a:pt x="7899" y="16626"/>
                  </a:lnTo>
                  <a:lnTo>
                    <a:pt x="5380" y="16863"/>
                  </a:lnTo>
                  <a:lnTo>
                    <a:pt x="2525" y="13033"/>
                  </a:lnTo>
                  <a:lnTo>
                    <a:pt x="3736" y="10913"/>
                  </a:lnTo>
                  <a:lnTo>
                    <a:pt x="11688" y="9285"/>
                  </a:lnTo>
                  <a:lnTo>
                    <a:pt x="10193" y="3998"/>
                  </a:lnTo>
                  <a:lnTo>
                    <a:pt x="20164" y="0"/>
                  </a:lnTo>
                  <a:lnTo>
                    <a:pt x="22497" y="6332"/>
                  </a:lnTo>
                  <a:lnTo>
                    <a:pt x="28483" y="7397"/>
                  </a:lnTo>
                  <a:lnTo>
                    <a:pt x="32201" y="9848"/>
                  </a:lnTo>
                  <a:lnTo>
                    <a:pt x="33400" y="7727"/>
                  </a:lnTo>
                  <a:lnTo>
                    <a:pt x="31056" y="5682"/>
                  </a:lnTo>
                  <a:lnTo>
                    <a:pt x="31236" y="3662"/>
                  </a:lnTo>
                  <a:lnTo>
                    <a:pt x="33186" y="2510"/>
                  </a:lnTo>
                  <a:lnTo>
                    <a:pt x="33953" y="5334"/>
                  </a:lnTo>
                  <a:lnTo>
                    <a:pt x="34902" y="6109"/>
                  </a:lnTo>
                  <a:lnTo>
                    <a:pt x="42138" y="6925"/>
                  </a:lnTo>
                  <a:lnTo>
                    <a:pt x="43566" y="8471"/>
                  </a:lnTo>
                  <a:lnTo>
                    <a:pt x="46805" y="7175"/>
                  </a:lnTo>
                  <a:lnTo>
                    <a:pt x="48861" y="2597"/>
                  </a:lnTo>
                  <a:lnTo>
                    <a:pt x="52054" y="3189"/>
                  </a:lnTo>
                  <a:lnTo>
                    <a:pt x="54036" y="345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h350"/>
            <p:cNvSpPr/>
            <p:nvPr/>
          </p:nvSpPr>
          <p:spPr>
            <a:xfrm>
              <a:off x="1565211" y="1811729"/>
              <a:ext cx="34969" cy="39791"/>
            </a:xfrm>
            <a:custGeom>
              <a:avLst/>
              <a:pathLst>
                <a:path w="34969" h="39791">
                  <a:moveTo>
                    <a:pt x="17074" y="0"/>
                  </a:moveTo>
                  <a:lnTo>
                    <a:pt x="21840" y="828"/>
                  </a:lnTo>
                  <a:lnTo>
                    <a:pt x="23456" y="2438"/>
                  </a:lnTo>
                  <a:lnTo>
                    <a:pt x="30020" y="3953"/>
                  </a:lnTo>
                  <a:lnTo>
                    <a:pt x="32096" y="5100"/>
                  </a:lnTo>
                  <a:lnTo>
                    <a:pt x="31809" y="5900"/>
                  </a:lnTo>
                  <a:lnTo>
                    <a:pt x="29876" y="6830"/>
                  </a:lnTo>
                  <a:lnTo>
                    <a:pt x="30626" y="8023"/>
                  </a:lnTo>
                  <a:lnTo>
                    <a:pt x="32256" y="10227"/>
                  </a:lnTo>
                  <a:lnTo>
                    <a:pt x="34969" y="11457"/>
                  </a:lnTo>
                  <a:lnTo>
                    <a:pt x="31124" y="14426"/>
                  </a:lnTo>
                  <a:lnTo>
                    <a:pt x="30109" y="21766"/>
                  </a:lnTo>
                  <a:lnTo>
                    <a:pt x="24740" y="30221"/>
                  </a:lnTo>
                  <a:lnTo>
                    <a:pt x="12978" y="36841"/>
                  </a:lnTo>
                  <a:lnTo>
                    <a:pt x="11657" y="39791"/>
                  </a:lnTo>
                  <a:lnTo>
                    <a:pt x="9140" y="39491"/>
                  </a:lnTo>
                  <a:lnTo>
                    <a:pt x="9596" y="33776"/>
                  </a:lnTo>
                  <a:lnTo>
                    <a:pt x="6010" y="37065"/>
                  </a:lnTo>
                  <a:lnTo>
                    <a:pt x="2916" y="38301"/>
                  </a:lnTo>
                  <a:lnTo>
                    <a:pt x="3781" y="33290"/>
                  </a:lnTo>
                  <a:lnTo>
                    <a:pt x="866" y="22570"/>
                  </a:lnTo>
                  <a:lnTo>
                    <a:pt x="1680" y="20087"/>
                  </a:lnTo>
                  <a:lnTo>
                    <a:pt x="1833" y="15884"/>
                  </a:lnTo>
                  <a:lnTo>
                    <a:pt x="0" y="14535"/>
                  </a:lnTo>
                  <a:lnTo>
                    <a:pt x="5129" y="7333"/>
                  </a:lnTo>
                  <a:lnTo>
                    <a:pt x="6129" y="7695"/>
                  </a:lnTo>
                  <a:lnTo>
                    <a:pt x="5014" y="11106"/>
                  </a:lnTo>
                  <a:lnTo>
                    <a:pt x="10215" y="11025"/>
                  </a:lnTo>
                  <a:lnTo>
                    <a:pt x="8368" y="581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h351"/>
            <p:cNvSpPr/>
            <p:nvPr/>
          </p:nvSpPr>
          <p:spPr>
            <a:xfrm>
              <a:off x="1801519" y="1960275"/>
              <a:ext cx="42008" cy="52725"/>
            </a:xfrm>
            <a:custGeom>
              <a:avLst/>
              <a:pathLst>
                <a:path w="42008" h="52725">
                  <a:moveTo>
                    <a:pt x="32279" y="3271"/>
                  </a:moveTo>
                  <a:lnTo>
                    <a:pt x="32946" y="1131"/>
                  </a:lnTo>
                  <a:lnTo>
                    <a:pt x="35759" y="4736"/>
                  </a:lnTo>
                  <a:lnTo>
                    <a:pt x="32318" y="9881"/>
                  </a:lnTo>
                  <a:lnTo>
                    <a:pt x="36668" y="12110"/>
                  </a:lnTo>
                  <a:lnTo>
                    <a:pt x="32684" y="13402"/>
                  </a:lnTo>
                  <a:lnTo>
                    <a:pt x="32929" y="22309"/>
                  </a:lnTo>
                  <a:lnTo>
                    <a:pt x="37559" y="28677"/>
                  </a:lnTo>
                  <a:lnTo>
                    <a:pt x="42008" y="30139"/>
                  </a:lnTo>
                  <a:lnTo>
                    <a:pt x="41928" y="35392"/>
                  </a:lnTo>
                  <a:lnTo>
                    <a:pt x="41337" y="37390"/>
                  </a:lnTo>
                  <a:lnTo>
                    <a:pt x="37478" y="38753"/>
                  </a:lnTo>
                  <a:lnTo>
                    <a:pt x="33969" y="43583"/>
                  </a:lnTo>
                  <a:lnTo>
                    <a:pt x="34220" y="44328"/>
                  </a:lnTo>
                  <a:lnTo>
                    <a:pt x="32887" y="44722"/>
                  </a:lnTo>
                  <a:lnTo>
                    <a:pt x="33463" y="48036"/>
                  </a:lnTo>
                  <a:lnTo>
                    <a:pt x="32547" y="50132"/>
                  </a:lnTo>
                  <a:lnTo>
                    <a:pt x="29835" y="52574"/>
                  </a:lnTo>
                  <a:lnTo>
                    <a:pt x="28116" y="52725"/>
                  </a:lnTo>
                  <a:lnTo>
                    <a:pt x="19059" y="49171"/>
                  </a:lnTo>
                  <a:lnTo>
                    <a:pt x="17459" y="49413"/>
                  </a:lnTo>
                  <a:lnTo>
                    <a:pt x="18395" y="44976"/>
                  </a:lnTo>
                  <a:lnTo>
                    <a:pt x="19785" y="42009"/>
                  </a:lnTo>
                  <a:lnTo>
                    <a:pt x="19774" y="39752"/>
                  </a:lnTo>
                  <a:lnTo>
                    <a:pt x="17558" y="37432"/>
                  </a:lnTo>
                  <a:lnTo>
                    <a:pt x="16391" y="31961"/>
                  </a:lnTo>
                  <a:lnTo>
                    <a:pt x="12911" y="30283"/>
                  </a:lnTo>
                  <a:lnTo>
                    <a:pt x="11689" y="28447"/>
                  </a:lnTo>
                  <a:lnTo>
                    <a:pt x="14527" y="28639"/>
                  </a:lnTo>
                  <a:lnTo>
                    <a:pt x="13784" y="24736"/>
                  </a:lnTo>
                  <a:lnTo>
                    <a:pt x="11595" y="20153"/>
                  </a:lnTo>
                  <a:lnTo>
                    <a:pt x="0" y="13727"/>
                  </a:lnTo>
                  <a:lnTo>
                    <a:pt x="4487" y="9391"/>
                  </a:lnTo>
                  <a:lnTo>
                    <a:pt x="24024" y="8397"/>
                  </a:lnTo>
                  <a:lnTo>
                    <a:pt x="26869" y="6277"/>
                  </a:lnTo>
                  <a:lnTo>
                    <a:pt x="26766" y="3405"/>
                  </a:lnTo>
                  <a:lnTo>
                    <a:pt x="27990" y="1323"/>
                  </a:lnTo>
                  <a:lnTo>
                    <a:pt x="3007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h352"/>
            <p:cNvSpPr/>
            <p:nvPr/>
          </p:nvSpPr>
          <p:spPr>
            <a:xfrm>
              <a:off x="1690811" y="2001304"/>
              <a:ext cx="61550" cy="37211"/>
            </a:xfrm>
            <a:custGeom>
              <a:avLst/>
              <a:pathLst>
                <a:path w="61550" h="37211">
                  <a:moveTo>
                    <a:pt x="28820" y="711"/>
                  </a:moveTo>
                  <a:lnTo>
                    <a:pt x="32622" y="4661"/>
                  </a:lnTo>
                  <a:lnTo>
                    <a:pt x="34410" y="5462"/>
                  </a:lnTo>
                  <a:lnTo>
                    <a:pt x="44557" y="6341"/>
                  </a:lnTo>
                  <a:lnTo>
                    <a:pt x="44388" y="2642"/>
                  </a:lnTo>
                  <a:lnTo>
                    <a:pt x="45549" y="694"/>
                  </a:lnTo>
                  <a:lnTo>
                    <a:pt x="48670" y="1942"/>
                  </a:lnTo>
                  <a:lnTo>
                    <a:pt x="51276" y="4387"/>
                  </a:lnTo>
                  <a:lnTo>
                    <a:pt x="51471" y="3922"/>
                  </a:lnTo>
                  <a:lnTo>
                    <a:pt x="58421" y="4404"/>
                  </a:lnTo>
                  <a:lnTo>
                    <a:pt x="59905" y="5265"/>
                  </a:lnTo>
                  <a:lnTo>
                    <a:pt x="61304" y="8129"/>
                  </a:lnTo>
                  <a:lnTo>
                    <a:pt x="61550" y="9935"/>
                  </a:lnTo>
                  <a:lnTo>
                    <a:pt x="60072" y="11699"/>
                  </a:lnTo>
                  <a:lnTo>
                    <a:pt x="57216" y="11806"/>
                  </a:lnTo>
                  <a:lnTo>
                    <a:pt x="52966" y="13382"/>
                  </a:lnTo>
                  <a:lnTo>
                    <a:pt x="53674" y="18669"/>
                  </a:lnTo>
                  <a:lnTo>
                    <a:pt x="53978" y="24611"/>
                  </a:lnTo>
                  <a:lnTo>
                    <a:pt x="55642" y="30670"/>
                  </a:lnTo>
                  <a:lnTo>
                    <a:pt x="50877" y="33979"/>
                  </a:lnTo>
                  <a:lnTo>
                    <a:pt x="47622" y="34836"/>
                  </a:lnTo>
                  <a:lnTo>
                    <a:pt x="45889" y="34591"/>
                  </a:lnTo>
                  <a:lnTo>
                    <a:pt x="42450" y="32910"/>
                  </a:lnTo>
                  <a:lnTo>
                    <a:pt x="38493" y="32345"/>
                  </a:lnTo>
                  <a:lnTo>
                    <a:pt x="35975" y="32938"/>
                  </a:lnTo>
                  <a:lnTo>
                    <a:pt x="37426" y="35737"/>
                  </a:lnTo>
                  <a:lnTo>
                    <a:pt x="35146" y="37211"/>
                  </a:lnTo>
                  <a:lnTo>
                    <a:pt x="29949" y="34229"/>
                  </a:lnTo>
                  <a:lnTo>
                    <a:pt x="24576" y="32661"/>
                  </a:lnTo>
                  <a:lnTo>
                    <a:pt x="16597" y="35142"/>
                  </a:lnTo>
                  <a:lnTo>
                    <a:pt x="13303" y="35311"/>
                  </a:lnTo>
                  <a:lnTo>
                    <a:pt x="10361" y="34302"/>
                  </a:lnTo>
                  <a:lnTo>
                    <a:pt x="8314" y="34920"/>
                  </a:lnTo>
                  <a:lnTo>
                    <a:pt x="9904" y="30570"/>
                  </a:lnTo>
                  <a:lnTo>
                    <a:pt x="5243" y="29356"/>
                  </a:lnTo>
                  <a:lnTo>
                    <a:pt x="1622" y="30988"/>
                  </a:lnTo>
                  <a:lnTo>
                    <a:pt x="0" y="29923"/>
                  </a:lnTo>
                  <a:lnTo>
                    <a:pt x="166" y="28952"/>
                  </a:lnTo>
                  <a:lnTo>
                    <a:pt x="2777" y="28180"/>
                  </a:lnTo>
                  <a:lnTo>
                    <a:pt x="3555" y="28480"/>
                  </a:lnTo>
                  <a:lnTo>
                    <a:pt x="4376" y="22058"/>
                  </a:lnTo>
                  <a:lnTo>
                    <a:pt x="7209" y="25919"/>
                  </a:lnTo>
                  <a:lnTo>
                    <a:pt x="7730" y="26178"/>
                  </a:lnTo>
                  <a:lnTo>
                    <a:pt x="8624" y="24681"/>
                  </a:lnTo>
                  <a:lnTo>
                    <a:pt x="7256" y="17371"/>
                  </a:lnTo>
                  <a:lnTo>
                    <a:pt x="11284" y="14506"/>
                  </a:lnTo>
                  <a:lnTo>
                    <a:pt x="13737" y="8079"/>
                  </a:lnTo>
                  <a:lnTo>
                    <a:pt x="15753" y="8985"/>
                  </a:lnTo>
                  <a:lnTo>
                    <a:pt x="18420" y="13876"/>
                  </a:lnTo>
                  <a:lnTo>
                    <a:pt x="20900" y="14327"/>
                  </a:lnTo>
                  <a:lnTo>
                    <a:pt x="17467" y="8904"/>
                  </a:lnTo>
                  <a:lnTo>
                    <a:pt x="26907" y="5396"/>
                  </a:lnTo>
                  <a:lnTo>
                    <a:pt x="2574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h353"/>
            <p:cNvSpPr/>
            <p:nvPr/>
          </p:nvSpPr>
          <p:spPr>
            <a:xfrm>
              <a:off x="1668593" y="1780230"/>
              <a:ext cx="61743" cy="103110"/>
            </a:xfrm>
            <a:custGeom>
              <a:avLst/>
              <a:pathLst>
                <a:path w="61743" h="103110">
                  <a:moveTo>
                    <a:pt x="25026" y="2458"/>
                  </a:moveTo>
                  <a:lnTo>
                    <a:pt x="26464" y="5741"/>
                  </a:lnTo>
                  <a:lnTo>
                    <a:pt x="29076" y="8216"/>
                  </a:lnTo>
                  <a:lnTo>
                    <a:pt x="34135" y="10362"/>
                  </a:lnTo>
                  <a:lnTo>
                    <a:pt x="36011" y="9892"/>
                  </a:lnTo>
                  <a:lnTo>
                    <a:pt x="37379" y="8188"/>
                  </a:lnTo>
                  <a:lnTo>
                    <a:pt x="36381" y="14183"/>
                  </a:lnTo>
                  <a:lnTo>
                    <a:pt x="33385" y="17839"/>
                  </a:lnTo>
                  <a:lnTo>
                    <a:pt x="31835" y="18608"/>
                  </a:lnTo>
                  <a:lnTo>
                    <a:pt x="29256" y="23255"/>
                  </a:lnTo>
                  <a:lnTo>
                    <a:pt x="30876" y="28316"/>
                  </a:lnTo>
                  <a:lnTo>
                    <a:pt x="31227" y="49765"/>
                  </a:lnTo>
                  <a:lnTo>
                    <a:pt x="30578" y="59228"/>
                  </a:lnTo>
                  <a:lnTo>
                    <a:pt x="32495" y="62352"/>
                  </a:lnTo>
                  <a:lnTo>
                    <a:pt x="43685" y="60345"/>
                  </a:lnTo>
                  <a:lnTo>
                    <a:pt x="50034" y="66984"/>
                  </a:lnTo>
                  <a:lnTo>
                    <a:pt x="49917" y="68136"/>
                  </a:lnTo>
                  <a:lnTo>
                    <a:pt x="48573" y="67759"/>
                  </a:lnTo>
                  <a:lnTo>
                    <a:pt x="47638" y="68602"/>
                  </a:lnTo>
                  <a:lnTo>
                    <a:pt x="50197" y="74015"/>
                  </a:lnTo>
                  <a:lnTo>
                    <a:pt x="54761" y="79693"/>
                  </a:lnTo>
                  <a:lnTo>
                    <a:pt x="59729" y="83439"/>
                  </a:lnTo>
                  <a:lnTo>
                    <a:pt x="61743" y="86844"/>
                  </a:lnTo>
                  <a:lnTo>
                    <a:pt x="58501" y="87970"/>
                  </a:lnTo>
                  <a:lnTo>
                    <a:pt x="57555" y="90398"/>
                  </a:lnTo>
                  <a:lnTo>
                    <a:pt x="59435" y="95068"/>
                  </a:lnTo>
                  <a:lnTo>
                    <a:pt x="60733" y="102266"/>
                  </a:lnTo>
                  <a:lnTo>
                    <a:pt x="59534" y="103022"/>
                  </a:lnTo>
                  <a:lnTo>
                    <a:pt x="57392" y="102703"/>
                  </a:lnTo>
                  <a:lnTo>
                    <a:pt x="53387" y="99664"/>
                  </a:lnTo>
                  <a:lnTo>
                    <a:pt x="46498" y="99834"/>
                  </a:lnTo>
                  <a:lnTo>
                    <a:pt x="42340" y="100957"/>
                  </a:lnTo>
                  <a:lnTo>
                    <a:pt x="42643" y="102558"/>
                  </a:lnTo>
                  <a:lnTo>
                    <a:pt x="39205" y="103110"/>
                  </a:lnTo>
                  <a:lnTo>
                    <a:pt x="37826" y="100035"/>
                  </a:lnTo>
                  <a:lnTo>
                    <a:pt x="34792" y="102966"/>
                  </a:lnTo>
                  <a:lnTo>
                    <a:pt x="30504" y="96068"/>
                  </a:lnTo>
                  <a:lnTo>
                    <a:pt x="30252" y="94072"/>
                  </a:lnTo>
                  <a:lnTo>
                    <a:pt x="31090" y="91887"/>
                  </a:lnTo>
                  <a:lnTo>
                    <a:pt x="30607" y="89152"/>
                  </a:lnTo>
                  <a:lnTo>
                    <a:pt x="26758" y="83504"/>
                  </a:lnTo>
                  <a:lnTo>
                    <a:pt x="20180" y="78249"/>
                  </a:lnTo>
                  <a:lnTo>
                    <a:pt x="17107" y="78558"/>
                  </a:lnTo>
                  <a:lnTo>
                    <a:pt x="15605" y="77788"/>
                  </a:lnTo>
                  <a:lnTo>
                    <a:pt x="12884" y="73437"/>
                  </a:lnTo>
                  <a:lnTo>
                    <a:pt x="10887" y="64098"/>
                  </a:lnTo>
                  <a:lnTo>
                    <a:pt x="8168" y="61363"/>
                  </a:lnTo>
                  <a:lnTo>
                    <a:pt x="6379" y="60835"/>
                  </a:lnTo>
                  <a:lnTo>
                    <a:pt x="4876" y="62096"/>
                  </a:lnTo>
                  <a:lnTo>
                    <a:pt x="0" y="60572"/>
                  </a:lnTo>
                  <a:lnTo>
                    <a:pt x="3622" y="55342"/>
                  </a:lnTo>
                  <a:lnTo>
                    <a:pt x="7188" y="53595"/>
                  </a:lnTo>
                  <a:lnTo>
                    <a:pt x="8456" y="50532"/>
                  </a:lnTo>
                  <a:lnTo>
                    <a:pt x="4628" y="45874"/>
                  </a:lnTo>
                  <a:lnTo>
                    <a:pt x="5301" y="42174"/>
                  </a:lnTo>
                  <a:lnTo>
                    <a:pt x="6611" y="41629"/>
                  </a:lnTo>
                  <a:lnTo>
                    <a:pt x="13493" y="43082"/>
                  </a:lnTo>
                  <a:lnTo>
                    <a:pt x="14261" y="39380"/>
                  </a:lnTo>
                  <a:lnTo>
                    <a:pt x="12730" y="38299"/>
                  </a:lnTo>
                  <a:lnTo>
                    <a:pt x="12787" y="28822"/>
                  </a:lnTo>
                  <a:lnTo>
                    <a:pt x="7443" y="27259"/>
                  </a:lnTo>
                  <a:lnTo>
                    <a:pt x="11898" y="17279"/>
                  </a:lnTo>
                  <a:lnTo>
                    <a:pt x="9912" y="15644"/>
                  </a:lnTo>
                  <a:lnTo>
                    <a:pt x="8817" y="14753"/>
                  </a:lnTo>
                  <a:lnTo>
                    <a:pt x="8723" y="7094"/>
                  </a:lnTo>
                  <a:lnTo>
                    <a:pt x="14766" y="7087"/>
                  </a:lnTo>
                  <a:lnTo>
                    <a:pt x="13404" y="1189"/>
                  </a:lnTo>
                  <a:lnTo>
                    <a:pt x="8483" y="1453"/>
                  </a:lnTo>
                  <a:lnTo>
                    <a:pt x="8526" y="225"/>
                  </a:lnTo>
                  <a:lnTo>
                    <a:pt x="2090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h354"/>
            <p:cNvSpPr/>
            <p:nvPr/>
          </p:nvSpPr>
          <p:spPr>
            <a:xfrm>
              <a:off x="1629088" y="1887797"/>
              <a:ext cx="73558" cy="40545"/>
            </a:xfrm>
            <a:custGeom>
              <a:avLst/>
              <a:pathLst>
                <a:path w="73558" h="40545">
                  <a:moveTo>
                    <a:pt x="62010" y="0"/>
                  </a:moveTo>
                  <a:lnTo>
                    <a:pt x="62807" y="2906"/>
                  </a:lnTo>
                  <a:lnTo>
                    <a:pt x="61485" y="6797"/>
                  </a:lnTo>
                  <a:lnTo>
                    <a:pt x="58775" y="5739"/>
                  </a:lnTo>
                  <a:lnTo>
                    <a:pt x="59593" y="4192"/>
                  </a:lnTo>
                  <a:lnTo>
                    <a:pt x="59020" y="2241"/>
                  </a:lnTo>
                  <a:lnTo>
                    <a:pt x="55916" y="3750"/>
                  </a:lnTo>
                  <a:lnTo>
                    <a:pt x="57813" y="6881"/>
                  </a:lnTo>
                  <a:lnTo>
                    <a:pt x="53119" y="6857"/>
                  </a:lnTo>
                  <a:lnTo>
                    <a:pt x="52456" y="9185"/>
                  </a:lnTo>
                  <a:lnTo>
                    <a:pt x="55572" y="12223"/>
                  </a:lnTo>
                  <a:lnTo>
                    <a:pt x="57784" y="10261"/>
                  </a:lnTo>
                  <a:lnTo>
                    <a:pt x="67143" y="12428"/>
                  </a:lnTo>
                  <a:lnTo>
                    <a:pt x="66918" y="13355"/>
                  </a:lnTo>
                  <a:lnTo>
                    <a:pt x="65898" y="12979"/>
                  </a:lnTo>
                  <a:lnTo>
                    <a:pt x="62434" y="17095"/>
                  </a:lnTo>
                  <a:lnTo>
                    <a:pt x="62243" y="21126"/>
                  </a:lnTo>
                  <a:lnTo>
                    <a:pt x="70600" y="23955"/>
                  </a:lnTo>
                  <a:lnTo>
                    <a:pt x="71618" y="24269"/>
                  </a:lnTo>
                  <a:lnTo>
                    <a:pt x="73558" y="30276"/>
                  </a:lnTo>
                  <a:lnTo>
                    <a:pt x="68452" y="36045"/>
                  </a:lnTo>
                  <a:lnTo>
                    <a:pt x="63153" y="30661"/>
                  </a:lnTo>
                  <a:lnTo>
                    <a:pt x="62817" y="40545"/>
                  </a:lnTo>
                  <a:lnTo>
                    <a:pt x="56750" y="32208"/>
                  </a:lnTo>
                  <a:lnTo>
                    <a:pt x="51032" y="34811"/>
                  </a:lnTo>
                  <a:lnTo>
                    <a:pt x="41837" y="33278"/>
                  </a:lnTo>
                  <a:lnTo>
                    <a:pt x="40287" y="34090"/>
                  </a:lnTo>
                  <a:lnTo>
                    <a:pt x="41478" y="36417"/>
                  </a:lnTo>
                  <a:lnTo>
                    <a:pt x="40422" y="37047"/>
                  </a:lnTo>
                  <a:lnTo>
                    <a:pt x="38394" y="37231"/>
                  </a:lnTo>
                  <a:lnTo>
                    <a:pt x="36103" y="34893"/>
                  </a:lnTo>
                  <a:lnTo>
                    <a:pt x="34123" y="36815"/>
                  </a:lnTo>
                  <a:lnTo>
                    <a:pt x="31224" y="33247"/>
                  </a:lnTo>
                  <a:lnTo>
                    <a:pt x="23579" y="31731"/>
                  </a:lnTo>
                  <a:lnTo>
                    <a:pt x="19630" y="32946"/>
                  </a:lnTo>
                  <a:lnTo>
                    <a:pt x="15707" y="35287"/>
                  </a:lnTo>
                  <a:lnTo>
                    <a:pt x="14266" y="33004"/>
                  </a:lnTo>
                  <a:lnTo>
                    <a:pt x="16730" y="29570"/>
                  </a:lnTo>
                  <a:lnTo>
                    <a:pt x="12013" y="30714"/>
                  </a:lnTo>
                  <a:lnTo>
                    <a:pt x="11044" y="29567"/>
                  </a:lnTo>
                  <a:lnTo>
                    <a:pt x="11599" y="25704"/>
                  </a:lnTo>
                  <a:lnTo>
                    <a:pt x="13589" y="25187"/>
                  </a:lnTo>
                  <a:lnTo>
                    <a:pt x="13891" y="23334"/>
                  </a:lnTo>
                  <a:lnTo>
                    <a:pt x="11768" y="20946"/>
                  </a:lnTo>
                  <a:lnTo>
                    <a:pt x="8356" y="20687"/>
                  </a:lnTo>
                  <a:lnTo>
                    <a:pt x="10285" y="24509"/>
                  </a:lnTo>
                  <a:lnTo>
                    <a:pt x="9760" y="26696"/>
                  </a:lnTo>
                  <a:lnTo>
                    <a:pt x="7137" y="26047"/>
                  </a:lnTo>
                  <a:lnTo>
                    <a:pt x="5825" y="29120"/>
                  </a:lnTo>
                  <a:lnTo>
                    <a:pt x="1204" y="29998"/>
                  </a:lnTo>
                  <a:lnTo>
                    <a:pt x="1095" y="23811"/>
                  </a:lnTo>
                  <a:lnTo>
                    <a:pt x="5595" y="23504"/>
                  </a:lnTo>
                  <a:lnTo>
                    <a:pt x="6131" y="21319"/>
                  </a:lnTo>
                  <a:lnTo>
                    <a:pt x="3033" y="18482"/>
                  </a:lnTo>
                  <a:lnTo>
                    <a:pt x="2088" y="15427"/>
                  </a:lnTo>
                  <a:lnTo>
                    <a:pt x="3813" y="13797"/>
                  </a:lnTo>
                  <a:lnTo>
                    <a:pt x="0" y="10759"/>
                  </a:lnTo>
                  <a:lnTo>
                    <a:pt x="330" y="8146"/>
                  </a:lnTo>
                  <a:lnTo>
                    <a:pt x="8658" y="4983"/>
                  </a:lnTo>
                  <a:lnTo>
                    <a:pt x="17005" y="4326"/>
                  </a:lnTo>
                  <a:lnTo>
                    <a:pt x="19212" y="1630"/>
                  </a:lnTo>
                  <a:lnTo>
                    <a:pt x="20847" y="2836"/>
                  </a:lnTo>
                  <a:lnTo>
                    <a:pt x="38631" y="3695"/>
                  </a:lnTo>
                  <a:lnTo>
                    <a:pt x="39065" y="923"/>
                  </a:lnTo>
                  <a:lnTo>
                    <a:pt x="41737" y="673"/>
                  </a:lnTo>
                  <a:lnTo>
                    <a:pt x="48184" y="2171"/>
                  </a:lnTo>
                  <a:lnTo>
                    <a:pt x="50413" y="3621"/>
                  </a:lnTo>
                  <a:lnTo>
                    <a:pt x="54706" y="1976"/>
                  </a:lnTo>
                  <a:lnTo>
                    <a:pt x="56480" y="45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h355"/>
            <p:cNvSpPr/>
            <p:nvPr/>
          </p:nvSpPr>
          <p:spPr>
            <a:xfrm>
              <a:off x="1657827" y="2026239"/>
              <a:ext cx="89339" cy="119918"/>
            </a:xfrm>
            <a:custGeom>
              <a:avLst/>
              <a:pathLst>
                <a:path w="89339" h="119918">
                  <a:moveTo>
                    <a:pt x="27902" y="4166"/>
                  </a:moveTo>
                  <a:lnTo>
                    <a:pt x="32139" y="1850"/>
                  </a:lnTo>
                  <a:lnTo>
                    <a:pt x="35760" y="3245"/>
                  </a:lnTo>
                  <a:lnTo>
                    <a:pt x="33149" y="4017"/>
                  </a:lnTo>
                  <a:lnTo>
                    <a:pt x="32983" y="4989"/>
                  </a:lnTo>
                  <a:lnTo>
                    <a:pt x="34606" y="6053"/>
                  </a:lnTo>
                  <a:lnTo>
                    <a:pt x="38226" y="4421"/>
                  </a:lnTo>
                  <a:lnTo>
                    <a:pt x="42887" y="5635"/>
                  </a:lnTo>
                  <a:lnTo>
                    <a:pt x="41297" y="9986"/>
                  </a:lnTo>
                  <a:lnTo>
                    <a:pt x="43344" y="9367"/>
                  </a:lnTo>
                  <a:lnTo>
                    <a:pt x="41633" y="13327"/>
                  </a:lnTo>
                  <a:lnTo>
                    <a:pt x="42376" y="14964"/>
                  </a:lnTo>
                  <a:lnTo>
                    <a:pt x="48166" y="16126"/>
                  </a:lnTo>
                  <a:lnTo>
                    <a:pt x="53097" y="15544"/>
                  </a:lnTo>
                  <a:lnTo>
                    <a:pt x="57148" y="17528"/>
                  </a:lnTo>
                  <a:lnTo>
                    <a:pt x="57972" y="19943"/>
                  </a:lnTo>
                  <a:lnTo>
                    <a:pt x="62670" y="19333"/>
                  </a:lnTo>
                  <a:lnTo>
                    <a:pt x="63564" y="19751"/>
                  </a:lnTo>
                  <a:lnTo>
                    <a:pt x="63310" y="22159"/>
                  </a:lnTo>
                  <a:lnTo>
                    <a:pt x="62018" y="22272"/>
                  </a:lnTo>
                  <a:lnTo>
                    <a:pt x="61397" y="23947"/>
                  </a:lnTo>
                  <a:lnTo>
                    <a:pt x="62883" y="27488"/>
                  </a:lnTo>
                  <a:lnTo>
                    <a:pt x="66173" y="28459"/>
                  </a:lnTo>
                  <a:lnTo>
                    <a:pt x="67988" y="29949"/>
                  </a:lnTo>
                  <a:lnTo>
                    <a:pt x="71461" y="39238"/>
                  </a:lnTo>
                  <a:lnTo>
                    <a:pt x="76663" y="40310"/>
                  </a:lnTo>
                  <a:lnTo>
                    <a:pt x="77872" y="42306"/>
                  </a:lnTo>
                  <a:lnTo>
                    <a:pt x="81222" y="43040"/>
                  </a:lnTo>
                  <a:lnTo>
                    <a:pt x="80637" y="44417"/>
                  </a:lnTo>
                  <a:lnTo>
                    <a:pt x="82137" y="47359"/>
                  </a:lnTo>
                  <a:lnTo>
                    <a:pt x="84247" y="47290"/>
                  </a:lnTo>
                  <a:lnTo>
                    <a:pt x="87677" y="49233"/>
                  </a:lnTo>
                  <a:lnTo>
                    <a:pt x="89339" y="51560"/>
                  </a:lnTo>
                  <a:lnTo>
                    <a:pt x="86798" y="56132"/>
                  </a:lnTo>
                  <a:lnTo>
                    <a:pt x="84235" y="53666"/>
                  </a:lnTo>
                  <a:lnTo>
                    <a:pt x="78877" y="54281"/>
                  </a:lnTo>
                  <a:lnTo>
                    <a:pt x="78360" y="55444"/>
                  </a:lnTo>
                  <a:lnTo>
                    <a:pt x="78571" y="59661"/>
                  </a:lnTo>
                  <a:lnTo>
                    <a:pt x="82304" y="60596"/>
                  </a:lnTo>
                  <a:lnTo>
                    <a:pt x="83313" y="61458"/>
                  </a:lnTo>
                  <a:lnTo>
                    <a:pt x="83241" y="63369"/>
                  </a:lnTo>
                  <a:lnTo>
                    <a:pt x="81621" y="61952"/>
                  </a:lnTo>
                  <a:lnTo>
                    <a:pt x="78912" y="62359"/>
                  </a:lnTo>
                  <a:lnTo>
                    <a:pt x="75036" y="65713"/>
                  </a:lnTo>
                  <a:lnTo>
                    <a:pt x="71797" y="73611"/>
                  </a:lnTo>
                  <a:lnTo>
                    <a:pt x="72070" y="77346"/>
                  </a:lnTo>
                  <a:lnTo>
                    <a:pt x="71018" y="81212"/>
                  </a:lnTo>
                  <a:lnTo>
                    <a:pt x="66805" y="82626"/>
                  </a:lnTo>
                  <a:lnTo>
                    <a:pt x="67919" y="83243"/>
                  </a:lnTo>
                  <a:lnTo>
                    <a:pt x="66676" y="85042"/>
                  </a:lnTo>
                  <a:lnTo>
                    <a:pt x="69119" y="85694"/>
                  </a:lnTo>
                  <a:lnTo>
                    <a:pt x="70656" y="90513"/>
                  </a:lnTo>
                  <a:lnTo>
                    <a:pt x="68020" y="95519"/>
                  </a:lnTo>
                  <a:lnTo>
                    <a:pt x="64452" y="98711"/>
                  </a:lnTo>
                  <a:lnTo>
                    <a:pt x="63845" y="102573"/>
                  </a:lnTo>
                  <a:lnTo>
                    <a:pt x="66722" y="102238"/>
                  </a:lnTo>
                  <a:lnTo>
                    <a:pt x="65365" y="106049"/>
                  </a:lnTo>
                  <a:lnTo>
                    <a:pt x="64034" y="105770"/>
                  </a:lnTo>
                  <a:lnTo>
                    <a:pt x="59099" y="108862"/>
                  </a:lnTo>
                  <a:lnTo>
                    <a:pt x="50256" y="119918"/>
                  </a:lnTo>
                  <a:lnTo>
                    <a:pt x="45046" y="114267"/>
                  </a:lnTo>
                  <a:lnTo>
                    <a:pt x="42718" y="107829"/>
                  </a:lnTo>
                  <a:lnTo>
                    <a:pt x="38839" y="105255"/>
                  </a:lnTo>
                  <a:lnTo>
                    <a:pt x="38132" y="102045"/>
                  </a:lnTo>
                  <a:lnTo>
                    <a:pt x="34065" y="99161"/>
                  </a:lnTo>
                  <a:lnTo>
                    <a:pt x="24705" y="96794"/>
                  </a:lnTo>
                  <a:lnTo>
                    <a:pt x="19524" y="93035"/>
                  </a:lnTo>
                  <a:lnTo>
                    <a:pt x="14653" y="86833"/>
                  </a:lnTo>
                  <a:lnTo>
                    <a:pt x="12103" y="86713"/>
                  </a:lnTo>
                  <a:lnTo>
                    <a:pt x="7767" y="78738"/>
                  </a:lnTo>
                  <a:lnTo>
                    <a:pt x="0" y="73695"/>
                  </a:lnTo>
                  <a:lnTo>
                    <a:pt x="77" y="71540"/>
                  </a:lnTo>
                  <a:lnTo>
                    <a:pt x="981" y="70542"/>
                  </a:lnTo>
                  <a:lnTo>
                    <a:pt x="399" y="67246"/>
                  </a:lnTo>
                  <a:lnTo>
                    <a:pt x="5210" y="64631"/>
                  </a:lnTo>
                  <a:lnTo>
                    <a:pt x="5963" y="65169"/>
                  </a:lnTo>
                  <a:lnTo>
                    <a:pt x="7460" y="64516"/>
                  </a:lnTo>
                  <a:lnTo>
                    <a:pt x="9568" y="61483"/>
                  </a:lnTo>
                  <a:lnTo>
                    <a:pt x="8491" y="57466"/>
                  </a:lnTo>
                  <a:lnTo>
                    <a:pt x="7054" y="56076"/>
                  </a:lnTo>
                  <a:lnTo>
                    <a:pt x="6290" y="54096"/>
                  </a:lnTo>
                  <a:lnTo>
                    <a:pt x="9174" y="43406"/>
                  </a:lnTo>
                  <a:lnTo>
                    <a:pt x="2185" y="34172"/>
                  </a:lnTo>
                  <a:lnTo>
                    <a:pt x="1486" y="28447"/>
                  </a:lnTo>
                  <a:lnTo>
                    <a:pt x="6102" y="18633"/>
                  </a:lnTo>
                  <a:lnTo>
                    <a:pt x="5894" y="17450"/>
                  </a:lnTo>
                  <a:lnTo>
                    <a:pt x="3527" y="14499"/>
                  </a:lnTo>
                  <a:lnTo>
                    <a:pt x="1153" y="13312"/>
                  </a:lnTo>
                  <a:lnTo>
                    <a:pt x="965" y="12046"/>
                  </a:lnTo>
                  <a:lnTo>
                    <a:pt x="5357" y="9695"/>
                  </a:lnTo>
                  <a:lnTo>
                    <a:pt x="6882" y="5342"/>
                  </a:lnTo>
                  <a:lnTo>
                    <a:pt x="5253" y="499"/>
                  </a:lnTo>
                  <a:lnTo>
                    <a:pt x="728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h356"/>
            <p:cNvSpPr/>
            <p:nvPr/>
          </p:nvSpPr>
          <p:spPr>
            <a:xfrm>
              <a:off x="1643061" y="1552026"/>
              <a:ext cx="169540" cy="184072"/>
            </a:xfrm>
            <a:custGeom>
              <a:avLst/>
              <a:pathLst>
                <a:path w="169540" h="184072">
                  <a:moveTo>
                    <a:pt x="86757" y="340"/>
                  </a:moveTo>
                  <a:lnTo>
                    <a:pt x="86027" y="3749"/>
                  </a:lnTo>
                  <a:lnTo>
                    <a:pt x="88368" y="4342"/>
                  </a:lnTo>
                  <a:lnTo>
                    <a:pt x="89215" y="470"/>
                  </a:lnTo>
                  <a:lnTo>
                    <a:pt x="94938" y="4660"/>
                  </a:lnTo>
                  <a:lnTo>
                    <a:pt x="95486" y="4972"/>
                  </a:lnTo>
                  <a:lnTo>
                    <a:pt x="98398" y="18720"/>
                  </a:lnTo>
                  <a:lnTo>
                    <a:pt x="106528" y="21202"/>
                  </a:lnTo>
                  <a:lnTo>
                    <a:pt x="106271" y="29108"/>
                  </a:lnTo>
                  <a:lnTo>
                    <a:pt x="112531" y="28876"/>
                  </a:lnTo>
                  <a:lnTo>
                    <a:pt x="112714" y="25423"/>
                  </a:lnTo>
                  <a:lnTo>
                    <a:pt x="116978" y="25554"/>
                  </a:lnTo>
                  <a:lnTo>
                    <a:pt x="116765" y="32129"/>
                  </a:lnTo>
                  <a:lnTo>
                    <a:pt x="118648" y="36311"/>
                  </a:lnTo>
                  <a:lnTo>
                    <a:pt x="120484" y="36313"/>
                  </a:lnTo>
                  <a:lnTo>
                    <a:pt x="120302" y="45500"/>
                  </a:lnTo>
                  <a:lnTo>
                    <a:pt x="138170" y="46011"/>
                  </a:lnTo>
                  <a:lnTo>
                    <a:pt x="138141" y="43279"/>
                  </a:lnTo>
                  <a:lnTo>
                    <a:pt x="138690" y="42778"/>
                  </a:lnTo>
                  <a:lnTo>
                    <a:pt x="144601" y="42951"/>
                  </a:lnTo>
                  <a:lnTo>
                    <a:pt x="146936" y="44310"/>
                  </a:lnTo>
                  <a:lnTo>
                    <a:pt x="152532" y="50330"/>
                  </a:lnTo>
                  <a:lnTo>
                    <a:pt x="155703" y="52398"/>
                  </a:lnTo>
                  <a:lnTo>
                    <a:pt x="153462" y="65967"/>
                  </a:lnTo>
                  <a:lnTo>
                    <a:pt x="157924" y="67849"/>
                  </a:lnTo>
                  <a:lnTo>
                    <a:pt x="157391" y="84244"/>
                  </a:lnTo>
                  <a:lnTo>
                    <a:pt x="164562" y="84439"/>
                  </a:lnTo>
                  <a:lnTo>
                    <a:pt x="166644" y="85428"/>
                  </a:lnTo>
                  <a:lnTo>
                    <a:pt x="166888" y="88609"/>
                  </a:lnTo>
                  <a:lnTo>
                    <a:pt x="165631" y="92877"/>
                  </a:lnTo>
                  <a:lnTo>
                    <a:pt x="165225" y="97871"/>
                  </a:lnTo>
                  <a:lnTo>
                    <a:pt x="168476" y="100865"/>
                  </a:lnTo>
                  <a:lnTo>
                    <a:pt x="168977" y="103756"/>
                  </a:lnTo>
                  <a:lnTo>
                    <a:pt x="169540" y="106192"/>
                  </a:lnTo>
                  <a:lnTo>
                    <a:pt x="163204" y="105263"/>
                  </a:lnTo>
                  <a:lnTo>
                    <a:pt x="160113" y="108524"/>
                  </a:lnTo>
                  <a:lnTo>
                    <a:pt x="156050" y="111000"/>
                  </a:lnTo>
                  <a:lnTo>
                    <a:pt x="157096" y="116132"/>
                  </a:lnTo>
                  <a:lnTo>
                    <a:pt x="162872" y="116315"/>
                  </a:lnTo>
                  <a:lnTo>
                    <a:pt x="162703" y="122384"/>
                  </a:lnTo>
                  <a:lnTo>
                    <a:pt x="156384" y="118521"/>
                  </a:lnTo>
                  <a:lnTo>
                    <a:pt x="154139" y="121266"/>
                  </a:lnTo>
                  <a:lnTo>
                    <a:pt x="154378" y="121905"/>
                  </a:lnTo>
                  <a:lnTo>
                    <a:pt x="152242" y="123578"/>
                  </a:lnTo>
                  <a:lnTo>
                    <a:pt x="141426" y="129307"/>
                  </a:lnTo>
                  <a:lnTo>
                    <a:pt x="134042" y="136503"/>
                  </a:lnTo>
                  <a:lnTo>
                    <a:pt x="133135" y="138174"/>
                  </a:lnTo>
                  <a:lnTo>
                    <a:pt x="133526" y="140625"/>
                  </a:lnTo>
                  <a:lnTo>
                    <a:pt x="146895" y="141123"/>
                  </a:lnTo>
                  <a:lnTo>
                    <a:pt x="146917" y="158654"/>
                  </a:lnTo>
                  <a:lnTo>
                    <a:pt x="142557" y="158566"/>
                  </a:lnTo>
                  <a:lnTo>
                    <a:pt x="142665" y="170374"/>
                  </a:lnTo>
                  <a:lnTo>
                    <a:pt x="134939" y="170846"/>
                  </a:lnTo>
                  <a:lnTo>
                    <a:pt x="141272" y="174626"/>
                  </a:lnTo>
                  <a:lnTo>
                    <a:pt x="140175" y="180138"/>
                  </a:lnTo>
                  <a:lnTo>
                    <a:pt x="135361" y="180883"/>
                  </a:lnTo>
                  <a:lnTo>
                    <a:pt x="134442" y="180589"/>
                  </a:lnTo>
                  <a:lnTo>
                    <a:pt x="133704" y="179028"/>
                  </a:lnTo>
                  <a:lnTo>
                    <a:pt x="132853" y="179208"/>
                  </a:lnTo>
                  <a:lnTo>
                    <a:pt x="131611" y="179921"/>
                  </a:lnTo>
                  <a:lnTo>
                    <a:pt x="131409" y="184072"/>
                  </a:lnTo>
                  <a:lnTo>
                    <a:pt x="129415" y="183404"/>
                  </a:lnTo>
                  <a:lnTo>
                    <a:pt x="127685" y="181815"/>
                  </a:lnTo>
                  <a:lnTo>
                    <a:pt x="127626" y="180156"/>
                  </a:lnTo>
                  <a:lnTo>
                    <a:pt x="129717" y="173078"/>
                  </a:lnTo>
                  <a:lnTo>
                    <a:pt x="111459" y="174230"/>
                  </a:lnTo>
                  <a:lnTo>
                    <a:pt x="96840" y="168885"/>
                  </a:lnTo>
                  <a:lnTo>
                    <a:pt x="91830" y="170597"/>
                  </a:lnTo>
                  <a:lnTo>
                    <a:pt x="90347" y="172826"/>
                  </a:lnTo>
                  <a:lnTo>
                    <a:pt x="92234" y="173884"/>
                  </a:lnTo>
                  <a:lnTo>
                    <a:pt x="94250" y="177466"/>
                  </a:lnTo>
                  <a:lnTo>
                    <a:pt x="83901" y="177139"/>
                  </a:lnTo>
                  <a:lnTo>
                    <a:pt x="82992" y="173890"/>
                  </a:lnTo>
                  <a:lnTo>
                    <a:pt x="73411" y="173591"/>
                  </a:lnTo>
                  <a:lnTo>
                    <a:pt x="69335" y="177728"/>
                  </a:lnTo>
                  <a:lnTo>
                    <a:pt x="71196" y="180106"/>
                  </a:lnTo>
                  <a:lnTo>
                    <a:pt x="71272" y="181241"/>
                  </a:lnTo>
                  <a:lnTo>
                    <a:pt x="70518" y="181244"/>
                  </a:lnTo>
                  <a:lnTo>
                    <a:pt x="67721" y="178362"/>
                  </a:lnTo>
                  <a:lnTo>
                    <a:pt x="68738" y="173446"/>
                  </a:lnTo>
                  <a:lnTo>
                    <a:pt x="60214" y="172795"/>
                  </a:lnTo>
                  <a:lnTo>
                    <a:pt x="60062" y="178617"/>
                  </a:lnTo>
                  <a:lnTo>
                    <a:pt x="54251" y="177485"/>
                  </a:lnTo>
                  <a:lnTo>
                    <a:pt x="54469" y="169315"/>
                  </a:lnTo>
                  <a:lnTo>
                    <a:pt x="56403" y="169891"/>
                  </a:lnTo>
                  <a:lnTo>
                    <a:pt x="57923" y="168451"/>
                  </a:lnTo>
                  <a:lnTo>
                    <a:pt x="55338" y="164489"/>
                  </a:lnTo>
                  <a:lnTo>
                    <a:pt x="54230" y="160157"/>
                  </a:lnTo>
                  <a:lnTo>
                    <a:pt x="55375" y="156617"/>
                  </a:lnTo>
                  <a:lnTo>
                    <a:pt x="51349" y="156082"/>
                  </a:lnTo>
                  <a:lnTo>
                    <a:pt x="45992" y="153791"/>
                  </a:lnTo>
                  <a:lnTo>
                    <a:pt x="43805" y="150036"/>
                  </a:lnTo>
                  <a:lnTo>
                    <a:pt x="44613" y="148003"/>
                  </a:lnTo>
                  <a:lnTo>
                    <a:pt x="44213" y="145363"/>
                  </a:lnTo>
                  <a:lnTo>
                    <a:pt x="42804" y="141963"/>
                  </a:lnTo>
                  <a:lnTo>
                    <a:pt x="41227" y="140371"/>
                  </a:lnTo>
                  <a:lnTo>
                    <a:pt x="40961" y="138081"/>
                  </a:lnTo>
                  <a:lnTo>
                    <a:pt x="46439" y="116276"/>
                  </a:lnTo>
                  <a:lnTo>
                    <a:pt x="28072" y="109547"/>
                  </a:lnTo>
                  <a:lnTo>
                    <a:pt x="28332" y="107283"/>
                  </a:lnTo>
                  <a:lnTo>
                    <a:pt x="23837" y="102975"/>
                  </a:lnTo>
                  <a:lnTo>
                    <a:pt x="18524" y="101812"/>
                  </a:lnTo>
                  <a:lnTo>
                    <a:pt x="15778" y="100359"/>
                  </a:lnTo>
                  <a:lnTo>
                    <a:pt x="12303" y="104751"/>
                  </a:lnTo>
                  <a:lnTo>
                    <a:pt x="10432" y="103187"/>
                  </a:lnTo>
                  <a:lnTo>
                    <a:pt x="7446" y="107099"/>
                  </a:lnTo>
                  <a:lnTo>
                    <a:pt x="2941" y="106564"/>
                  </a:lnTo>
                  <a:lnTo>
                    <a:pt x="8608" y="99514"/>
                  </a:lnTo>
                  <a:lnTo>
                    <a:pt x="0" y="91865"/>
                  </a:lnTo>
                  <a:lnTo>
                    <a:pt x="15082" y="73540"/>
                  </a:lnTo>
                  <a:lnTo>
                    <a:pt x="7546" y="73553"/>
                  </a:lnTo>
                  <a:lnTo>
                    <a:pt x="9880" y="68977"/>
                  </a:lnTo>
                  <a:lnTo>
                    <a:pt x="14359" y="64535"/>
                  </a:lnTo>
                  <a:lnTo>
                    <a:pt x="6768" y="54760"/>
                  </a:lnTo>
                  <a:lnTo>
                    <a:pt x="12999" y="54861"/>
                  </a:lnTo>
                  <a:lnTo>
                    <a:pt x="15206" y="53650"/>
                  </a:lnTo>
                  <a:lnTo>
                    <a:pt x="16795" y="49172"/>
                  </a:lnTo>
                  <a:lnTo>
                    <a:pt x="16847" y="45096"/>
                  </a:lnTo>
                  <a:lnTo>
                    <a:pt x="19257" y="43999"/>
                  </a:lnTo>
                  <a:lnTo>
                    <a:pt x="18735" y="37179"/>
                  </a:lnTo>
                  <a:lnTo>
                    <a:pt x="12268" y="36767"/>
                  </a:lnTo>
                  <a:lnTo>
                    <a:pt x="15368" y="28516"/>
                  </a:lnTo>
                  <a:lnTo>
                    <a:pt x="18098" y="26127"/>
                  </a:lnTo>
                  <a:lnTo>
                    <a:pt x="18833" y="10297"/>
                  </a:lnTo>
                  <a:lnTo>
                    <a:pt x="34325" y="10924"/>
                  </a:lnTo>
                  <a:lnTo>
                    <a:pt x="34603" y="2920"/>
                  </a:lnTo>
                  <a:lnTo>
                    <a:pt x="38103" y="3778"/>
                  </a:lnTo>
                  <a:lnTo>
                    <a:pt x="41518" y="6612"/>
                  </a:lnTo>
                  <a:lnTo>
                    <a:pt x="46658" y="6567"/>
                  </a:lnTo>
                  <a:lnTo>
                    <a:pt x="49929" y="5134"/>
                  </a:lnTo>
                  <a:lnTo>
                    <a:pt x="50035" y="2453"/>
                  </a:lnTo>
                  <a:lnTo>
                    <a:pt x="58875" y="1238"/>
                  </a:lnTo>
                  <a:lnTo>
                    <a:pt x="60921" y="1735"/>
                  </a:lnTo>
                  <a:lnTo>
                    <a:pt x="63514" y="3888"/>
                  </a:lnTo>
                  <a:lnTo>
                    <a:pt x="75200" y="4194"/>
                  </a:lnTo>
                  <a:lnTo>
                    <a:pt x="7472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h357"/>
            <p:cNvSpPr/>
            <p:nvPr/>
          </p:nvSpPr>
          <p:spPr>
            <a:xfrm>
              <a:off x="1534468" y="1922172"/>
              <a:ext cx="30259" cy="53682"/>
            </a:xfrm>
            <a:custGeom>
              <a:avLst/>
              <a:pathLst>
                <a:path w="30259" h="53682">
                  <a:moveTo>
                    <a:pt x="18766" y="28"/>
                  </a:moveTo>
                  <a:lnTo>
                    <a:pt x="26587" y="6016"/>
                  </a:lnTo>
                  <a:lnTo>
                    <a:pt x="28064" y="9138"/>
                  </a:lnTo>
                  <a:lnTo>
                    <a:pt x="28028" y="11904"/>
                  </a:lnTo>
                  <a:lnTo>
                    <a:pt x="29660" y="13181"/>
                  </a:lnTo>
                  <a:lnTo>
                    <a:pt x="30259" y="17525"/>
                  </a:lnTo>
                  <a:lnTo>
                    <a:pt x="29614" y="20978"/>
                  </a:lnTo>
                  <a:lnTo>
                    <a:pt x="28335" y="23526"/>
                  </a:lnTo>
                  <a:lnTo>
                    <a:pt x="29987" y="33471"/>
                  </a:lnTo>
                  <a:lnTo>
                    <a:pt x="22751" y="44593"/>
                  </a:lnTo>
                  <a:lnTo>
                    <a:pt x="21171" y="48377"/>
                  </a:lnTo>
                  <a:lnTo>
                    <a:pt x="18966" y="47496"/>
                  </a:lnTo>
                  <a:lnTo>
                    <a:pt x="14493" y="47289"/>
                  </a:lnTo>
                  <a:lnTo>
                    <a:pt x="14549" y="48905"/>
                  </a:lnTo>
                  <a:lnTo>
                    <a:pt x="15882" y="50330"/>
                  </a:lnTo>
                  <a:lnTo>
                    <a:pt x="15627" y="52046"/>
                  </a:lnTo>
                  <a:lnTo>
                    <a:pt x="14412" y="53682"/>
                  </a:lnTo>
                  <a:lnTo>
                    <a:pt x="13119" y="53395"/>
                  </a:lnTo>
                  <a:lnTo>
                    <a:pt x="12201" y="51898"/>
                  </a:lnTo>
                  <a:lnTo>
                    <a:pt x="10219" y="50945"/>
                  </a:lnTo>
                  <a:lnTo>
                    <a:pt x="8460" y="52064"/>
                  </a:lnTo>
                  <a:lnTo>
                    <a:pt x="7718" y="49607"/>
                  </a:lnTo>
                  <a:lnTo>
                    <a:pt x="3247" y="45552"/>
                  </a:lnTo>
                  <a:lnTo>
                    <a:pt x="2469" y="38458"/>
                  </a:lnTo>
                  <a:lnTo>
                    <a:pt x="1817" y="37919"/>
                  </a:lnTo>
                  <a:lnTo>
                    <a:pt x="6589" y="35818"/>
                  </a:lnTo>
                  <a:lnTo>
                    <a:pt x="7190" y="32814"/>
                  </a:lnTo>
                  <a:lnTo>
                    <a:pt x="0" y="17841"/>
                  </a:lnTo>
                  <a:lnTo>
                    <a:pt x="2067" y="11995"/>
                  </a:lnTo>
                  <a:lnTo>
                    <a:pt x="974" y="9748"/>
                  </a:lnTo>
                  <a:lnTo>
                    <a:pt x="3471" y="9185"/>
                  </a:lnTo>
                  <a:lnTo>
                    <a:pt x="4190" y="4823"/>
                  </a:lnTo>
                  <a:lnTo>
                    <a:pt x="8547" y="1118"/>
                  </a:lnTo>
                  <a:lnTo>
                    <a:pt x="1073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h358"/>
            <p:cNvSpPr/>
            <p:nvPr/>
          </p:nvSpPr>
          <p:spPr>
            <a:xfrm>
              <a:off x="1656167" y="1920005"/>
              <a:ext cx="48371" cy="51091"/>
            </a:xfrm>
            <a:custGeom>
              <a:avLst/>
              <a:pathLst>
                <a:path w="48371" h="51091">
                  <a:moveTo>
                    <a:pt x="35738" y="8336"/>
                  </a:moveTo>
                  <a:lnTo>
                    <a:pt x="37303" y="8993"/>
                  </a:lnTo>
                  <a:lnTo>
                    <a:pt x="38702" y="10734"/>
                  </a:lnTo>
                  <a:lnTo>
                    <a:pt x="38049" y="12017"/>
                  </a:lnTo>
                  <a:lnTo>
                    <a:pt x="35831" y="11980"/>
                  </a:lnTo>
                  <a:lnTo>
                    <a:pt x="33949" y="16073"/>
                  </a:lnTo>
                  <a:lnTo>
                    <a:pt x="39986" y="15977"/>
                  </a:lnTo>
                  <a:lnTo>
                    <a:pt x="39400" y="18507"/>
                  </a:lnTo>
                  <a:lnTo>
                    <a:pt x="34298" y="19029"/>
                  </a:lnTo>
                  <a:lnTo>
                    <a:pt x="39124" y="19996"/>
                  </a:lnTo>
                  <a:lnTo>
                    <a:pt x="42039" y="19741"/>
                  </a:lnTo>
                  <a:lnTo>
                    <a:pt x="48183" y="24870"/>
                  </a:lnTo>
                  <a:lnTo>
                    <a:pt x="47859" y="32998"/>
                  </a:lnTo>
                  <a:lnTo>
                    <a:pt x="44065" y="32620"/>
                  </a:lnTo>
                  <a:lnTo>
                    <a:pt x="48371" y="40969"/>
                  </a:lnTo>
                  <a:lnTo>
                    <a:pt x="45560" y="38011"/>
                  </a:lnTo>
                  <a:lnTo>
                    <a:pt x="43988" y="38683"/>
                  </a:lnTo>
                  <a:lnTo>
                    <a:pt x="42039" y="47965"/>
                  </a:lnTo>
                  <a:lnTo>
                    <a:pt x="39237" y="47374"/>
                  </a:lnTo>
                  <a:lnTo>
                    <a:pt x="37852" y="47772"/>
                  </a:lnTo>
                  <a:lnTo>
                    <a:pt x="37342" y="48637"/>
                  </a:lnTo>
                  <a:lnTo>
                    <a:pt x="35483" y="48151"/>
                  </a:lnTo>
                  <a:lnTo>
                    <a:pt x="34353" y="48044"/>
                  </a:lnTo>
                  <a:lnTo>
                    <a:pt x="31158" y="50920"/>
                  </a:lnTo>
                  <a:lnTo>
                    <a:pt x="28818" y="51091"/>
                  </a:lnTo>
                  <a:lnTo>
                    <a:pt x="26915" y="49866"/>
                  </a:lnTo>
                  <a:lnTo>
                    <a:pt x="23287" y="44206"/>
                  </a:lnTo>
                  <a:lnTo>
                    <a:pt x="20571" y="41796"/>
                  </a:lnTo>
                  <a:lnTo>
                    <a:pt x="10131" y="42221"/>
                  </a:lnTo>
                  <a:lnTo>
                    <a:pt x="10009" y="40144"/>
                  </a:lnTo>
                  <a:lnTo>
                    <a:pt x="8412" y="37839"/>
                  </a:lnTo>
                  <a:lnTo>
                    <a:pt x="6037" y="37067"/>
                  </a:lnTo>
                  <a:lnTo>
                    <a:pt x="4225" y="31111"/>
                  </a:lnTo>
                  <a:lnTo>
                    <a:pt x="7354" y="31282"/>
                  </a:lnTo>
                  <a:lnTo>
                    <a:pt x="10059" y="29762"/>
                  </a:lnTo>
                  <a:lnTo>
                    <a:pt x="10317" y="28596"/>
                  </a:lnTo>
                  <a:lnTo>
                    <a:pt x="6200" y="23909"/>
                  </a:lnTo>
                  <a:lnTo>
                    <a:pt x="4662" y="20888"/>
                  </a:lnTo>
                  <a:lnTo>
                    <a:pt x="5438" y="17598"/>
                  </a:lnTo>
                  <a:lnTo>
                    <a:pt x="0" y="16168"/>
                  </a:lnTo>
                  <a:lnTo>
                    <a:pt x="6304" y="12322"/>
                  </a:lnTo>
                  <a:lnTo>
                    <a:pt x="8206" y="7939"/>
                  </a:lnTo>
                  <a:lnTo>
                    <a:pt x="6546" y="4881"/>
                  </a:lnTo>
                  <a:lnTo>
                    <a:pt x="7043" y="4606"/>
                  </a:lnTo>
                  <a:lnTo>
                    <a:pt x="9024" y="2684"/>
                  </a:lnTo>
                  <a:lnTo>
                    <a:pt x="11315" y="5022"/>
                  </a:lnTo>
                  <a:lnTo>
                    <a:pt x="13343" y="4839"/>
                  </a:lnTo>
                  <a:lnTo>
                    <a:pt x="14399" y="4208"/>
                  </a:lnTo>
                  <a:lnTo>
                    <a:pt x="13208" y="1882"/>
                  </a:lnTo>
                  <a:lnTo>
                    <a:pt x="14758" y="1069"/>
                  </a:lnTo>
                  <a:lnTo>
                    <a:pt x="23953" y="2602"/>
                  </a:lnTo>
                  <a:lnTo>
                    <a:pt x="2967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h359"/>
            <p:cNvSpPr/>
            <p:nvPr/>
          </p:nvSpPr>
          <p:spPr>
            <a:xfrm>
              <a:off x="1766585" y="1528731"/>
              <a:ext cx="23421" cy="35337"/>
            </a:xfrm>
            <a:custGeom>
              <a:avLst/>
              <a:pathLst>
                <a:path w="23421" h="35337">
                  <a:moveTo>
                    <a:pt x="3891" y="244"/>
                  </a:moveTo>
                  <a:lnTo>
                    <a:pt x="7099" y="3404"/>
                  </a:lnTo>
                  <a:lnTo>
                    <a:pt x="8940" y="3757"/>
                  </a:lnTo>
                  <a:lnTo>
                    <a:pt x="10850" y="9862"/>
                  </a:lnTo>
                  <a:lnTo>
                    <a:pt x="16679" y="12662"/>
                  </a:lnTo>
                  <a:lnTo>
                    <a:pt x="23421" y="21602"/>
                  </a:lnTo>
                  <a:lnTo>
                    <a:pt x="21597" y="23484"/>
                  </a:lnTo>
                  <a:lnTo>
                    <a:pt x="23232" y="34964"/>
                  </a:lnTo>
                  <a:lnTo>
                    <a:pt x="19917" y="35337"/>
                  </a:lnTo>
                  <a:lnTo>
                    <a:pt x="4472" y="25165"/>
                  </a:lnTo>
                  <a:lnTo>
                    <a:pt x="2766" y="25645"/>
                  </a:lnTo>
                  <a:lnTo>
                    <a:pt x="0" y="19394"/>
                  </a:lnTo>
                  <a:lnTo>
                    <a:pt x="4129" y="16922"/>
                  </a:lnTo>
                  <a:lnTo>
                    <a:pt x="4828" y="13972"/>
                  </a:lnTo>
                  <a:lnTo>
                    <a:pt x="749" y="11334"/>
                  </a:lnTo>
                  <a:lnTo>
                    <a:pt x="215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h360"/>
            <p:cNvSpPr/>
            <p:nvPr/>
          </p:nvSpPr>
          <p:spPr>
            <a:xfrm>
              <a:off x="1491740" y="1883917"/>
              <a:ext cx="77149" cy="51704"/>
            </a:xfrm>
            <a:custGeom>
              <a:avLst/>
              <a:pathLst>
                <a:path w="77149" h="51704">
                  <a:moveTo>
                    <a:pt x="25092" y="0"/>
                  </a:moveTo>
                  <a:lnTo>
                    <a:pt x="33733" y="1351"/>
                  </a:lnTo>
                  <a:lnTo>
                    <a:pt x="43994" y="6085"/>
                  </a:lnTo>
                  <a:lnTo>
                    <a:pt x="47460" y="5623"/>
                  </a:lnTo>
                  <a:lnTo>
                    <a:pt x="48057" y="6635"/>
                  </a:lnTo>
                  <a:lnTo>
                    <a:pt x="46310" y="9446"/>
                  </a:lnTo>
                  <a:lnTo>
                    <a:pt x="60380" y="22554"/>
                  </a:lnTo>
                  <a:lnTo>
                    <a:pt x="63936" y="27176"/>
                  </a:lnTo>
                  <a:lnTo>
                    <a:pt x="65089" y="30365"/>
                  </a:lnTo>
                  <a:lnTo>
                    <a:pt x="69397" y="33374"/>
                  </a:lnTo>
                  <a:lnTo>
                    <a:pt x="70393" y="32165"/>
                  </a:lnTo>
                  <a:lnTo>
                    <a:pt x="72052" y="32453"/>
                  </a:lnTo>
                  <a:lnTo>
                    <a:pt x="76388" y="35667"/>
                  </a:lnTo>
                  <a:lnTo>
                    <a:pt x="75547" y="39152"/>
                  </a:lnTo>
                  <a:lnTo>
                    <a:pt x="74142" y="40715"/>
                  </a:lnTo>
                  <a:lnTo>
                    <a:pt x="77149" y="48727"/>
                  </a:lnTo>
                  <a:lnTo>
                    <a:pt x="73012" y="51704"/>
                  </a:lnTo>
                  <a:lnTo>
                    <a:pt x="72388" y="51436"/>
                  </a:lnTo>
                  <a:lnTo>
                    <a:pt x="70755" y="50158"/>
                  </a:lnTo>
                  <a:lnTo>
                    <a:pt x="70792" y="47392"/>
                  </a:lnTo>
                  <a:lnTo>
                    <a:pt x="69315" y="44271"/>
                  </a:lnTo>
                  <a:lnTo>
                    <a:pt x="61494" y="38283"/>
                  </a:lnTo>
                  <a:lnTo>
                    <a:pt x="53458" y="38254"/>
                  </a:lnTo>
                  <a:lnTo>
                    <a:pt x="51275" y="39373"/>
                  </a:lnTo>
                  <a:lnTo>
                    <a:pt x="46918" y="43078"/>
                  </a:lnTo>
                  <a:lnTo>
                    <a:pt x="46199" y="47440"/>
                  </a:lnTo>
                  <a:lnTo>
                    <a:pt x="43702" y="48002"/>
                  </a:lnTo>
                  <a:lnTo>
                    <a:pt x="44152" y="44450"/>
                  </a:lnTo>
                  <a:lnTo>
                    <a:pt x="42841" y="42702"/>
                  </a:lnTo>
                  <a:lnTo>
                    <a:pt x="37646" y="39674"/>
                  </a:lnTo>
                  <a:lnTo>
                    <a:pt x="30681" y="39532"/>
                  </a:lnTo>
                  <a:lnTo>
                    <a:pt x="26787" y="40142"/>
                  </a:lnTo>
                  <a:lnTo>
                    <a:pt x="24130" y="42949"/>
                  </a:lnTo>
                  <a:lnTo>
                    <a:pt x="20604" y="44474"/>
                  </a:lnTo>
                  <a:lnTo>
                    <a:pt x="15646" y="43758"/>
                  </a:lnTo>
                  <a:lnTo>
                    <a:pt x="15072" y="42308"/>
                  </a:lnTo>
                  <a:lnTo>
                    <a:pt x="9594" y="39211"/>
                  </a:lnTo>
                  <a:lnTo>
                    <a:pt x="3740" y="39484"/>
                  </a:lnTo>
                  <a:lnTo>
                    <a:pt x="0" y="38648"/>
                  </a:lnTo>
                  <a:lnTo>
                    <a:pt x="1952" y="37010"/>
                  </a:lnTo>
                  <a:lnTo>
                    <a:pt x="6670" y="35379"/>
                  </a:lnTo>
                  <a:lnTo>
                    <a:pt x="8870" y="36032"/>
                  </a:lnTo>
                  <a:lnTo>
                    <a:pt x="10383" y="34274"/>
                  </a:lnTo>
                  <a:lnTo>
                    <a:pt x="9467" y="31334"/>
                  </a:lnTo>
                  <a:lnTo>
                    <a:pt x="10600" y="27437"/>
                  </a:lnTo>
                  <a:lnTo>
                    <a:pt x="13267" y="26680"/>
                  </a:lnTo>
                  <a:lnTo>
                    <a:pt x="10156" y="20405"/>
                  </a:lnTo>
                  <a:lnTo>
                    <a:pt x="5644" y="16396"/>
                  </a:lnTo>
                  <a:lnTo>
                    <a:pt x="7460" y="5337"/>
                  </a:lnTo>
                  <a:lnTo>
                    <a:pt x="6376" y="276"/>
                  </a:lnTo>
                  <a:lnTo>
                    <a:pt x="10527" y="2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h361"/>
            <p:cNvSpPr/>
            <p:nvPr/>
          </p:nvSpPr>
          <p:spPr>
            <a:xfrm>
              <a:off x="1559158" y="1586573"/>
              <a:ext cx="62477" cy="83928"/>
            </a:xfrm>
            <a:custGeom>
              <a:avLst/>
              <a:pathLst>
                <a:path w="62477" h="83928">
                  <a:moveTo>
                    <a:pt x="27594" y="4944"/>
                  </a:moveTo>
                  <a:lnTo>
                    <a:pt x="30273" y="4018"/>
                  </a:lnTo>
                  <a:lnTo>
                    <a:pt x="33206" y="4793"/>
                  </a:lnTo>
                  <a:lnTo>
                    <a:pt x="33340" y="6805"/>
                  </a:lnTo>
                  <a:lnTo>
                    <a:pt x="35561" y="9785"/>
                  </a:lnTo>
                  <a:lnTo>
                    <a:pt x="40905" y="12073"/>
                  </a:lnTo>
                  <a:lnTo>
                    <a:pt x="40111" y="17240"/>
                  </a:lnTo>
                  <a:lnTo>
                    <a:pt x="42055" y="17501"/>
                  </a:lnTo>
                  <a:lnTo>
                    <a:pt x="51639" y="10271"/>
                  </a:lnTo>
                  <a:lnTo>
                    <a:pt x="51597" y="13221"/>
                  </a:lnTo>
                  <a:lnTo>
                    <a:pt x="53420" y="13279"/>
                  </a:lnTo>
                  <a:lnTo>
                    <a:pt x="53069" y="22270"/>
                  </a:lnTo>
                  <a:lnTo>
                    <a:pt x="56098" y="23946"/>
                  </a:lnTo>
                  <a:lnTo>
                    <a:pt x="61253" y="28531"/>
                  </a:lnTo>
                  <a:lnTo>
                    <a:pt x="62477" y="37526"/>
                  </a:lnTo>
                  <a:lnTo>
                    <a:pt x="61938" y="45878"/>
                  </a:lnTo>
                  <a:lnTo>
                    <a:pt x="54521" y="45749"/>
                  </a:lnTo>
                  <a:lnTo>
                    <a:pt x="58136" y="49798"/>
                  </a:lnTo>
                  <a:lnTo>
                    <a:pt x="61066" y="54929"/>
                  </a:lnTo>
                  <a:lnTo>
                    <a:pt x="62075" y="63858"/>
                  </a:lnTo>
                  <a:lnTo>
                    <a:pt x="56406" y="64678"/>
                  </a:lnTo>
                  <a:lnTo>
                    <a:pt x="52875" y="60006"/>
                  </a:lnTo>
                  <a:lnTo>
                    <a:pt x="51885" y="53162"/>
                  </a:lnTo>
                  <a:lnTo>
                    <a:pt x="44068" y="50048"/>
                  </a:lnTo>
                  <a:lnTo>
                    <a:pt x="43956" y="58637"/>
                  </a:lnTo>
                  <a:lnTo>
                    <a:pt x="38016" y="59544"/>
                  </a:lnTo>
                  <a:lnTo>
                    <a:pt x="34349" y="58158"/>
                  </a:lnTo>
                  <a:lnTo>
                    <a:pt x="23920" y="57174"/>
                  </a:lnTo>
                  <a:lnTo>
                    <a:pt x="23488" y="71502"/>
                  </a:lnTo>
                  <a:lnTo>
                    <a:pt x="28128" y="75684"/>
                  </a:lnTo>
                  <a:lnTo>
                    <a:pt x="27031" y="82136"/>
                  </a:lnTo>
                  <a:lnTo>
                    <a:pt x="22153" y="81000"/>
                  </a:lnTo>
                  <a:lnTo>
                    <a:pt x="19950" y="82791"/>
                  </a:lnTo>
                  <a:lnTo>
                    <a:pt x="15695" y="83928"/>
                  </a:lnTo>
                  <a:lnTo>
                    <a:pt x="4063" y="82659"/>
                  </a:lnTo>
                  <a:lnTo>
                    <a:pt x="4988" y="75331"/>
                  </a:lnTo>
                  <a:lnTo>
                    <a:pt x="0" y="74241"/>
                  </a:lnTo>
                  <a:lnTo>
                    <a:pt x="934" y="72764"/>
                  </a:lnTo>
                  <a:lnTo>
                    <a:pt x="3813" y="72275"/>
                  </a:lnTo>
                  <a:lnTo>
                    <a:pt x="7932" y="59287"/>
                  </a:lnTo>
                  <a:lnTo>
                    <a:pt x="6955" y="57492"/>
                  </a:lnTo>
                  <a:lnTo>
                    <a:pt x="6762" y="49824"/>
                  </a:lnTo>
                  <a:lnTo>
                    <a:pt x="8457" y="47307"/>
                  </a:lnTo>
                  <a:lnTo>
                    <a:pt x="9375" y="44117"/>
                  </a:lnTo>
                  <a:lnTo>
                    <a:pt x="10785" y="31152"/>
                  </a:lnTo>
                  <a:lnTo>
                    <a:pt x="8499" y="23080"/>
                  </a:lnTo>
                  <a:lnTo>
                    <a:pt x="5089" y="10304"/>
                  </a:lnTo>
                  <a:lnTo>
                    <a:pt x="4434" y="4947"/>
                  </a:lnTo>
                  <a:lnTo>
                    <a:pt x="11993" y="1276"/>
                  </a:lnTo>
                  <a:lnTo>
                    <a:pt x="10058" y="5950"/>
                  </a:lnTo>
                  <a:lnTo>
                    <a:pt x="2349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h362"/>
            <p:cNvSpPr/>
            <p:nvPr/>
          </p:nvSpPr>
          <p:spPr>
            <a:xfrm>
              <a:off x="1538051" y="1821321"/>
              <a:ext cx="113252" cy="108328"/>
            </a:xfrm>
            <a:custGeom>
              <a:avLst/>
              <a:pathLst>
                <a:path w="113252" h="108328">
                  <a:moveTo>
                    <a:pt x="69434" y="3621"/>
                  </a:moveTo>
                  <a:lnTo>
                    <a:pt x="64651" y="6754"/>
                  </a:lnTo>
                  <a:lnTo>
                    <a:pt x="62218" y="11841"/>
                  </a:lnTo>
                  <a:lnTo>
                    <a:pt x="64182" y="16919"/>
                  </a:lnTo>
                  <a:lnTo>
                    <a:pt x="70981" y="18620"/>
                  </a:lnTo>
                  <a:lnTo>
                    <a:pt x="70699" y="16493"/>
                  </a:lnTo>
                  <a:lnTo>
                    <a:pt x="71363" y="13885"/>
                  </a:lnTo>
                  <a:lnTo>
                    <a:pt x="71789" y="14029"/>
                  </a:lnTo>
                  <a:lnTo>
                    <a:pt x="74799" y="17228"/>
                  </a:lnTo>
                  <a:lnTo>
                    <a:pt x="77795" y="17643"/>
                  </a:lnTo>
                  <a:lnTo>
                    <a:pt x="79281" y="19804"/>
                  </a:lnTo>
                  <a:lnTo>
                    <a:pt x="78799" y="21707"/>
                  </a:lnTo>
                  <a:lnTo>
                    <a:pt x="80574" y="23466"/>
                  </a:lnTo>
                  <a:lnTo>
                    <a:pt x="83232" y="23974"/>
                  </a:lnTo>
                  <a:lnTo>
                    <a:pt x="84745" y="23047"/>
                  </a:lnTo>
                  <a:lnTo>
                    <a:pt x="85817" y="23996"/>
                  </a:lnTo>
                  <a:lnTo>
                    <a:pt x="84197" y="28333"/>
                  </a:lnTo>
                  <a:lnTo>
                    <a:pt x="88447" y="29246"/>
                  </a:lnTo>
                  <a:lnTo>
                    <a:pt x="91051" y="34644"/>
                  </a:lnTo>
                  <a:lnTo>
                    <a:pt x="94298" y="33832"/>
                  </a:lnTo>
                  <a:lnTo>
                    <a:pt x="94755" y="37707"/>
                  </a:lnTo>
                  <a:lnTo>
                    <a:pt x="98729" y="42338"/>
                  </a:lnTo>
                  <a:lnTo>
                    <a:pt x="108411" y="50697"/>
                  </a:lnTo>
                  <a:lnTo>
                    <a:pt x="107892" y="56341"/>
                  </a:lnTo>
                  <a:lnTo>
                    <a:pt x="108321" y="59990"/>
                  </a:lnTo>
                  <a:lnTo>
                    <a:pt x="113252" y="62706"/>
                  </a:lnTo>
                  <a:lnTo>
                    <a:pt x="110249" y="68105"/>
                  </a:lnTo>
                  <a:lnTo>
                    <a:pt x="108042" y="70802"/>
                  </a:lnTo>
                  <a:lnTo>
                    <a:pt x="99695" y="71459"/>
                  </a:lnTo>
                  <a:lnTo>
                    <a:pt x="91367" y="74622"/>
                  </a:lnTo>
                  <a:lnTo>
                    <a:pt x="91037" y="77235"/>
                  </a:lnTo>
                  <a:lnTo>
                    <a:pt x="94850" y="80272"/>
                  </a:lnTo>
                  <a:lnTo>
                    <a:pt x="93125" y="81903"/>
                  </a:lnTo>
                  <a:lnTo>
                    <a:pt x="94070" y="84958"/>
                  </a:lnTo>
                  <a:lnTo>
                    <a:pt x="97168" y="87795"/>
                  </a:lnTo>
                  <a:lnTo>
                    <a:pt x="96632" y="89980"/>
                  </a:lnTo>
                  <a:lnTo>
                    <a:pt x="92132" y="90287"/>
                  </a:lnTo>
                  <a:lnTo>
                    <a:pt x="92241" y="96474"/>
                  </a:lnTo>
                  <a:lnTo>
                    <a:pt x="96862" y="95596"/>
                  </a:lnTo>
                  <a:lnTo>
                    <a:pt x="96562" y="97542"/>
                  </a:lnTo>
                  <a:lnTo>
                    <a:pt x="95610" y="98207"/>
                  </a:lnTo>
                  <a:lnTo>
                    <a:pt x="91629" y="97460"/>
                  </a:lnTo>
                  <a:lnTo>
                    <a:pt x="89979" y="104883"/>
                  </a:lnTo>
                  <a:lnTo>
                    <a:pt x="86940" y="107674"/>
                  </a:lnTo>
                  <a:lnTo>
                    <a:pt x="84586" y="106581"/>
                  </a:lnTo>
                  <a:lnTo>
                    <a:pt x="79394" y="106120"/>
                  </a:lnTo>
                  <a:lnTo>
                    <a:pt x="78736" y="106587"/>
                  </a:lnTo>
                  <a:lnTo>
                    <a:pt x="79365" y="108328"/>
                  </a:lnTo>
                  <a:lnTo>
                    <a:pt x="77919" y="108168"/>
                  </a:lnTo>
                  <a:lnTo>
                    <a:pt x="75498" y="107765"/>
                  </a:lnTo>
                  <a:lnTo>
                    <a:pt x="71124" y="104494"/>
                  </a:lnTo>
                  <a:lnTo>
                    <a:pt x="67602" y="103749"/>
                  </a:lnTo>
                  <a:lnTo>
                    <a:pt x="67490" y="104854"/>
                  </a:lnTo>
                  <a:lnTo>
                    <a:pt x="65178" y="106220"/>
                  </a:lnTo>
                  <a:lnTo>
                    <a:pt x="60711" y="104833"/>
                  </a:lnTo>
                  <a:lnTo>
                    <a:pt x="58772" y="101140"/>
                  </a:lnTo>
                  <a:lnTo>
                    <a:pt x="48943" y="95761"/>
                  </a:lnTo>
                  <a:lnTo>
                    <a:pt x="46460" y="95171"/>
                  </a:lnTo>
                  <a:lnTo>
                    <a:pt x="44876" y="96255"/>
                  </a:lnTo>
                  <a:lnTo>
                    <a:pt x="44756" y="97873"/>
                  </a:lnTo>
                  <a:lnTo>
                    <a:pt x="43372" y="98916"/>
                  </a:lnTo>
                  <a:lnTo>
                    <a:pt x="37521" y="97338"/>
                  </a:lnTo>
                  <a:lnTo>
                    <a:pt x="35022" y="97504"/>
                  </a:lnTo>
                  <a:lnTo>
                    <a:pt x="33427" y="98873"/>
                  </a:lnTo>
                  <a:lnTo>
                    <a:pt x="32904" y="102229"/>
                  </a:lnTo>
                  <a:lnTo>
                    <a:pt x="29236" y="101748"/>
                  </a:lnTo>
                  <a:lnTo>
                    <a:pt x="30077" y="98263"/>
                  </a:lnTo>
                  <a:lnTo>
                    <a:pt x="25741" y="95049"/>
                  </a:lnTo>
                  <a:lnTo>
                    <a:pt x="24082" y="94761"/>
                  </a:lnTo>
                  <a:lnTo>
                    <a:pt x="23086" y="95970"/>
                  </a:lnTo>
                  <a:lnTo>
                    <a:pt x="18778" y="92961"/>
                  </a:lnTo>
                  <a:lnTo>
                    <a:pt x="17626" y="89772"/>
                  </a:lnTo>
                  <a:lnTo>
                    <a:pt x="14069" y="85150"/>
                  </a:lnTo>
                  <a:lnTo>
                    <a:pt x="0" y="72042"/>
                  </a:lnTo>
                  <a:lnTo>
                    <a:pt x="1746" y="69231"/>
                  </a:lnTo>
                  <a:lnTo>
                    <a:pt x="1149" y="68219"/>
                  </a:lnTo>
                  <a:lnTo>
                    <a:pt x="5487" y="61103"/>
                  </a:lnTo>
                  <a:lnTo>
                    <a:pt x="8880" y="57392"/>
                  </a:lnTo>
                  <a:lnTo>
                    <a:pt x="10714" y="55755"/>
                  </a:lnTo>
                  <a:lnTo>
                    <a:pt x="15627" y="54678"/>
                  </a:lnTo>
                  <a:lnTo>
                    <a:pt x="15921" y="52299"/>
                  </a:lnTo>
                  <a:lnTo>
                    <a:pt x="20630" y="45815"/>
                  </a:lnTo>
                  <a:lnTo>
                    <a:pt x="18997" y="41549"/>
                  </a:lnTo>
                  <a:lnTo>
                    <a:pt x="21977" y="40109"/>
                  </a:lnTo>
                  <a:lnTo>
                    <a:pt x="28286" y="42200"/>
                  </a:lnTo>
                  <a:lnTo>
                    <a:pt x="29315" y="40057"/>
                  </a:lnTo>
                  <a:lnTo>
                    <a:pt x="28681" y="33504"/>
                  </a:lnTo>
                  <a:lnTo>
                    <a:pt x="30212" y="30030"/>
                  </a:lnTo>
                  <a:lnTo>
                    <a:pt x="30076" y="28709"/>
                  </a:lnTo>
                  <a:lnTo>
                    <a:pt x="33171" y="27472"/>
                  </a:lnTo>
                  <a:lnTo>
                    <a:pt x="36756" y="24184"/>
                  </a:lnTo>
                  <a:lnTo>
                    <a:pt x="36300" y="29899"/>
                  </a:lnTo>
                  <a:lnTo>
                    <a:pt x="38817" y="30199"/>
                  </a:lnTo>
                  <a:lnTo>
                    <a:pt x="40138" y="27249"/>
                  </a:lnTo>
                  <a:lnTo>
                    <a:pt x="51901" y="20629"/>
                  </a:lnTo>
                  <a:lnTo>
                    <a:pt x="57269" y="12174"/>
                  </a:lnTo>
                  <a:lnTo>
                    <a:pt x="58285" y="4833"/>
                  </a:lnTo>
                  <a:lnTo>
                    <a:pt x="62129" y="1865"/>
                  </a:lnTo>
                  <a:lnTo>
                    <a:pt x="6756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h363"/>
            <p:cNvSpPr/>
            <p:nvPr/>
          </p:nvSpPr>
          <p:spPr>
            <a:xfrm>
              <a:off x="1749820" y="1865625"/>
              <a:ext cx="65233" cy="84160"/>
            </a:xfrm>
            <a:custGeom>
              <a:avLst/>
              <a:pathLst>
                <a:path w="65233" h="84160">
                  <a:moveTo>
                    <a:pt x="54620" y="662"/>
                  </a:moveTo>
                  <a:lnTo>
                    <a:pt x="60357" y="3930"/>
                  </a:lnTo>
                  <a:lnTo>
                    <a:pt x="61280" y="3783"/>
                  </a:lnTo>
                  <a:lnTo>
                    <a:pt x="65233" y="5731"/>
                  </a:lnTo>
                  <a:lnTo>
                    <a:pt x="64947" y="11979"/>
                  </a:lnTo>
                  <a:lnTo>
                    <a:pt x="63134" y="13254"/>
                  </a:lnTo>
                  <a:lnTo>
                    <a:pt x="59242" y="14683"/>
                  </a:lnTo>
                  <a:lnTo>
                    <a:pt x="53298" y="19082"/>
                  </a:lnTo>
                  <a:lnTo>
                    <a:pt x="47276" y="21415"/>
                  </a:lnTo>
                  <a:lnTo>
                    <a:pt x="50011" y="27314"/>
                  </a:lnTo>
                  <a:lnTo>
                    <a:pt x="54706" y="33823"/>
                  </a:lnTo>
                  <a:lnTo>
                    <a:pt x="57775" y="36978"/>
                  </a:lnTo>
                  <a:lnTo>
                    <a:pt x="60886" y="38248"/>
                  </a:lnTo>
                  <a:lnTo>
                    <a:pt x="62409" y="40087"/>
                  </a:lnTo>
                  <a:lnTo>
                    <a:pt x="62917" y="42381"/>
                  </a:lnTo>
                  <a:lnTo>
                    <a:pt x="63773" y="48682"/>
                  </a:lnTo>
                  <a:lnTo>
                    <a:pt x="59699" y="50944"/>
                  </a:lnTo>
                  <a:lnTo>
                    <a:pt x="57187" y="53986"/>
                  </a:lnTo>
                  <a:lnTo>
                    <a:pt x="54522" y="55733"/>
                  </a:lnTo>
                  <a:lnTo>
                    <a:pt x="51556" y="57239"/>
                  </a:lnTo>
                  <a:lnTo>
                    <a:pt x="51065" y="56809"/>
                  </a:lnTo>
                  <a:lnTo>
                    <a:pt x="51991" y="55091"/>
                  </a:lnTo>
                  <a:lnTo>
                    <a:pt x="47980" y="57821"/>
                  </a:lnTo>
                  <a:lnTo>
                    <a:pt x="43483" y="63345"/>
                  </a:lnTo>
                  <a:lnTo>
                    <a:pt x="47748" y="68723"/>
                  </a:lnTo>
                  <a:lnTo>
                    <a:pt x="44543" y="70720"/>
                  </a:lnTo>
                  <a:lnTo>
                    <a:pt x="42178" y="70720"/>
                  </a:lnTo>
                  <a:lnTo>
                    <a:pt x="38212" y="72048"/>
                  </a:lnTo>
                  <a:lnTo>
                    <a:pt x="34975" y="77612"/>
                  </a:lnTo>
                  <a:lnTo>
                    <a:pt x="32789" y="79851"/>
                  </a:lnTo>
                  <a:lnTo>
                    <a:pt x="28565" y="84160"/>
                  </a:lnTo>
                  <a:lnTo>
                    <a:pt x="27942" y="84100"/>
                  </a:lnTo>
                  <a:lnTo>
                    <a:pt x="23806" y="81627"/>
                  </a:lnTo>
                  <a:lnTo>
                    <a:pt x="22771" y="80301"/>
                  </a:lnTo>
                  <a:lnTo>
                    <a:pt x="22561" y="78184"/>
                  </a:lnTo>
                  <a:lnTo>
                    <a:pt x="20837" y="76263"/>
                  </a:lnTo>
                  <a:lnTo>
                    <a:pt x="18621" y="76777"/>
                  </a:lnTo>
                  <a:lnTo>
                    <a:pt x="16834" y="76233"/>
                  </a:lnTo>
                  <a:lnTo>
                    <a:pt x="12419" y="71091"/>
                  </a:lnTo>
                  <a:lnTo>
                    <a:pt x="10872" y="67692"/>
                  </a:lnTo>
                  <a:lnTo>
                    <a:pt x="12690" y="66139"/>
                  </a:lnTo>
                  <a:lnTo>
                    <a:pt x="10395" y="58891"/>
                  </a:lnTo>
                  <a:lnTo>
                    <a:pt x="9195" y="57158"/>
                  </a:lnTo>
                  <a:lnTo>
                    <a:pt x="7571" y="58767"/>
                  </a:lnTo>
                  <a:lnTo>
                    <a:pt x="421" y="55327"/>
                  </a:lnTo>
                  <a:lnTo>
                    <a:pt x="0" y="54351"/>
                  </a:lnTo>
                  <a:lnTo>
                    <a:pt x="2979" y="51672"/>
                  </a:lnTo>
                  <a:lnTo>
                    <a:pt x="5717" y="51303"/>
                  </a:lnTo>
                  <a:lnTo>
                    <a:pt x="12839" y="53006"/>
                  </a:lnTo>
                  <a:lnTo>
                    <a:pt x="12845" y="45194"/>
                  </a:lnTo>
                  <a:lnTo>
                    <a:pt x="16704" y="44737"/>
                  </a:lnTo>
                  <a:lnTo>
                    <a:pt x="18945" y="38550"/>
                  </a:lnTo>
                  <a:lnTo>
                    <a:pt x="21761" y="36241"/>
                  </a:lnTo>
                  <a:lnTo>
                    <a:pt x="25191" y="36616"/>
                  </a:lnTo>
                  <a:lnTo>
                    <a:pt x="29536" y="34925"/>
                  </a:lnTo>
                  <a:lnTo>
                    <a:pt x="33273" y="34546"/>
                  </a:lnTo>
                  <a:lnTo>
                    <a:pt x="35823" y="35148"/>
                  </a:lnTo>
                  <a:lnTo>
                    <a:pt x="36676" y="33798"/>
                  </a:lnTo>
                  <a:lnTo>
                    <a:pt x="35952" y="30778"/>
                  </a:lnTo>
                  <a:lnTo>
                    <a:pt x="36494" y="28195"/>
                  </a:lnTo>
                  <a:lnTo>
                    <a:pt x="39004" y="24698"/>
                  </a:lnTo>
                  <a:lnTo>
                    <a:pt x="39683" y="28756"/>
                  </a:lnTo>
                  <a:lnTo>
                    <a:pt x="42200" y="29257"/>
                  </a:lnTo>
                  <a:lnTo>
                    <a:pt x="41618" y="20866"/>
                  </a:lnTo>
                  <a:lnTo>
                    <a:pt x="39187" y="15016"/>
                  </a:lnTo>
                  <a:lnTo>
                    <a:pt x="38851" y="13972"/>
                  </a:lnTo>
                  <a:lnTo>
                    <a:pt x="41591" y="13403"/>
                  </a:lnTo>
                  <a:lnTo>
                    <a:pt x="44263" y="11014"/>
                  </a:lnTo>
                  <a:lnTo>
                    <a:pt x="37844" y="3449"/>
                  </a:lnTo>
                  <a:lnTo>
                    <a:pt x="43746" y="3621"/>
                  </a:lnTo>
                  <a:lnTo>
                    <a:pt x="44336" y="1082"/>
                  </a:lnTo>
                  <a:lnTo>
                    <a:pt x="45445" y="0"/>
                  </a:lnTo>
                  <a:lnTo>
                    <a:pt x="47594" y="71"/>
                  </a:lnTo>
                  <a:lnTo>
                    <a:pt x="50772" y="1624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h364"/>
            <p:cNvSpPr/>
            <p:nvPr/>
          </p:nvSpPr>
          <p:spPr>
            <a:xfrm>
              <a:off x="1562362" y="1745079"/>
              <a:ext cx="38266" cy="46046"/>
            </a:xfrm>
            <a:custGeom>
              <a:avLst/>
              <a:pathLst>
                <a:path w="38266" h="46046">
                  <a:moveTo>
                    <a:pt x="12042" y="0"/>
                  </a:moveTo>
                  <a:lnTo>
                    <a:pt x="16466" y="7728"/>
                  </a:lnTo>
                  <a:lnTo>
                    <a:pt x="17163" y="7000"/>
                  </a:lnTo>
                  <a:lnTo>
                    <a:pt x="16739" y="6366"/>
                  </a:lnTo>
                  <a:lnTo>
                    <a:pt x="21980" y="6761"/>
                  </a:lnTo>
                  <a:lnTo>
                    <a:pt x="22803" y="11030"/>
                  </a:lnTo>
                  <a:lnTo>
                    <a:pt x="34224" y="15366"/>
                  </a:lnTo>
                  <a:lnTo>
                    <a:pt x="36472" y="14772"/>
                  </a:lnTo>
                  <a:lnTo>
                    <a:pt x="35296" y="20991"/>
                  </a:lnTo>
                  <a:lnTo>
                    <a:pt x="38266" y="21539"/>
                  </a:lnTo>
                  <a:lnTo>
                    <a:pt x="33169" y="43286"/>
                  </a:lnTo>
                  <a:lnTo>
                    <a:pt x="28199" y="46046"/>
                  </a:lnTo>
                  <a:lnTo>
                    <a:pt x="22784" y="44883"/>
                  </a:lnTo>
                  <a:lnTo>
                    <a:pt x="21715" y="43787"/>
                  </a:lnTo>
                  <a:lnTo>
                    <a:pt x="22709" y="40213"/>
                  </a:lnTo>
                  <a:lnTo>
                    <a:pt x="19733" y="36829"/>
                  </a:lnTo>
                  <a:lnTo>
                    <a:pt x="16478" y="35799"/>
                  </a:lnTo>
                  <a:lnTo>
                    <a:pt x="10551" y="36448"/>
                  </a:lnTo>
                  <a:lnTo>
                    <a:pt x="8112" y="33070"/>
                  </a:lnTo>
                  <a:lnTo>
                    <a:pt x="1253" y="32599"/>
                  </a:lnTo>
                  <a:lnTo>
                    <a:pt x="0" y="28884"/>
                  </a:lnTo>
                  <a:lnTo>
                    <a:pt x="646" y="23936"/>
                  </a:lnTo>
                  <a:lnTo>
                    <a:pt x="2125" y="19612"/>
                  </a:lnTo>
                  <a:lnTo>
                    <a:pt x="4838" y="16291"/>
                  </a:lnTo>
                  <a:lnTo>
                    <a:pt x="10630" y="17241"/>
                  </a:lnTo>
                  <a:lnTo>
                    <a:pt x="11056" y="14007"/>
                  </a:lnTo>
                  <a:lnTo>
                    <a:pt x="10517" y="10067"/>
                  </a:lnTo>
                  <a:lnTo>
                    <a:pt x="6882" y="9938"/>
                  </a:lnTo>
                  <a:lnTo>
                    <a:pt x="3817" y="5037"/>
                  </a:lnTo>
                  <a:lnTo>
                    <a:pt x="3028" y="3503"/>
                  </a:lnTo>
                  <a:lnTo>
                    <a:pt x="4316" y="199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h365"/>
            <p:cNvSpPr/>
            <p:nvPr/>
          </p:nvSpPr>
          <p:spPr>
            <a:xfrm>
              <a:off x="1562103" y="1636621"/>
              <a:ext cx="54890" cy="58834"/>
            </a:xfrm>
            <a:custGeom>
              <a:avLst/>
              <a:pathLst>
                <a:path w="54890" h="58834">
                  <a:moveTo>
                    <a:pt x="48940" y="3113"/>
                  </a:moveTo>
                  <a:lnTo>
                    <a:pt x="49930" y="9957"/>
                  </a:lnTo>
                  <a:lnTo>
                    <a:pt x="53461" y="14629"/>
                  </a:lnTo>
                  <a:lnTo>
                    <a:pt x="54890" y="22531"/>
                  </a:lnTo>
                  <a:lnTo>
                    <a:pt x="53714" y="58834"/>
                  </a:lnTo>
                  <a:lnTo>
                    <a:pt x="32252" y="58267"/>
                  </a:lnTo>
                  <a:lnTo>
                    <a:pt x="17195" y="57611"/>
                  </a:lnTo>
                  <a:lnTo>
                    <a:pt x="17299" y="49159"/>
                  </a:lnTo>
                  <a:lnTo>
                    <a:pt x="8953" y="47742"/>
                  </a:lnTo>
                  <a:lnTo>
                    <a:pt x="6766" y="48969"/>
                  </a:lnTo>
                  <a:lnTo>
                    <a:pt x="6065" y="51279"/>
                  </a:lnTo>
                  <a:lnTo>
                    <a:pt x="3556" y="50151"/>
                  </a:lnTo>
                  <a:lnTo>
                    <a:pt x="2793" y="49308"/>
                  </a:lnTo>
                  <a:lnTo>
                    <a:pt x="3505" y="46604"/>
                  </a:lnTo>
                  <a:lnTo>
                    <a:pt x="3188" y="44270"/>
                  </a:lnTo>
                  <a:lnTo>
                    <a:pt x="0" y="40310"/>
                  </a:lnTo>
                  <a:lnTo>
                    <a:pt x="1117" y="32610"/>
                  </a:lnTo>
                  <a:lnTo>
                    <a:pt x="12750" y="33879"/>
                  </a:lnTo>
                  <a:lnTo>
                    <a:pt x="17005" y="32742"/>
                  </a:lnTo>
                  <a:lnTo>
                    <a:pt x="19208" y="30951"/>
                  </a:lnTo>
                  <a:lnTo>
                    <a:pt x="24086" y="32087"/>
                  </a:lnTo>
                  <a:lnTo>
                    <a:pt x="25183" y="25635"/>
                  </a:lnTo>
                  <a:lnTo>
                    <a:pt x="20543" y="21453"/>
                  </a:lnTo>
                  <a:lnTo>
                    <a:pt x="20975" y="7125"/>
                  </a:lnTo>
                  <a:lnTo>
                    <a:pt x="31404" y="8109"/>
                  </a:lnTo>
                  <a:lnTo>
                    <a:pt x="35071" y="9495"/>
                  </a:lnTo>
                  <a:lnTo>
                    <a:pt x="41011" y="8588"/>
                  </a:lnTo>
                  <a:lnTo>
                    <a:pt x="4112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h366"/>
            <p:cNvSpPr/>
            <p:nvPr/>
          </p:nvSpPr>
          <p:spPr>
            <a:xfrm>
              <a:off x="1690116" y="1905884"/>
              <a:ext cx="38152" cy="56447"/>
            </a:xfrm>
            <a:custGeom>
              <a:avLst/>
              <a:pathLst>
                <a:path w="38152" h="56447">
                  <a:moveTo>
                    <a:pt x="31199" y="3043"/>
                  </a:moveTo>
                  <a:lnTo>
                    <a:pt x="35972" y="4074"/>
                  </a:lnTo>
                  <a:lnTo>
                    <a:pt x="36802" y="8596"/>
                  </a:lnTo>
                  <a:lnTo>
                    <a:pt x="33253" y="9741"/>
                  </a:lnTo>
                  <a:lnTo>
                    <a:pt x="33569" y="11685"/>
                  </a:lnTo>
                  <a:lnTo>
                    <a:pt x="32983" y="14081"/>
                  </a:lnTo>
                  <a:lnTo>
                    <a:pt x="31336" y="15446"/>
                  </a:lnTo>
                  <a:lnTo>
                    <a:pt x="29496" y="15693"/>
                  </a:lnTo>
                  <a:lnTo>
                    <a:pt x="30493" y="22404"/>
                  </a:lnTo>
                  <a:lnTo>
                    <a:pt x="30035" y="24773"/>
                  </a:lnTo>
                  <a:lnTo>
                    <a:pt x="26651" y="26960"/>
                  </a:lnTo>
                  <a:lnTo>
                    <a:pt x="24363" y="27161"/>
                  </a:lnTo>
                  <a:lnTo>
                    <a:pt x="26762" y="30141"/>
                  </a:lnTo>
                  <a:lnTo>
                    <a:pt x="29675" y="30869"/>
                  </a:lnTo>
                  <a:lnTo>
                    <a:pt x="31524" y="32520"/>
                  </a:lnTo>
                  <a:lnTo>
                    <a:pt x="29217" y="34586"/>
                  </a:lnTo>
                  <a:lnTo>
                    <a:pt x="36721" y="34666"/>
                  </a:lnTo>
                  <a:lnTo>
                    <a:pt x="38152" y="36688"/>
                  </a:lnTo>
                  <a:lnTo>
                    <a:pt x="36955" y="43273"/>
                  </a:lnTo>
                  <a:lnTo>
                    <a:pt x="37316" y="47238"/>
                  </a:lnTo>
                  <a:lnTo>
                    <a:pt x="33694" y="51628"/>
                  </a:lnTo>
                  <a:lnTo>
                    <a:pt x="28090" y="52488"/>
                  </a:lnTo>
                  <a:lnTo>
                    <a:pt x="21894" y="50012"/>
                  </a:lnTo>
                  <a:lnTo>
                    <a:pt x="20129" y="49957"/>
                  </a:lnTo>
                  <a:lnTo>
                    <a:pt x="17242" y="52312"/>
                  </a:lnTo>
                  <a:lnTo>
                    <a:pt x="15033" y="56447"/>
                  </a:lnTo>
                  <a:lnTo>
                    <a:pt x="14422" y="55090"/>
                  </a:lnTo>
                  <a:lnTo>
                    <a:pt x="10116" y="46741"/>
                  </a:lnTo>
                  <a:lnTo>
                    <a:pt x="13910" y="47119"/>
                  </a:lnTo>
                  <a:lnTo>
                    <a:pt x="14234" y="38991"/>
                  </a:lnTo>
                  <a:lnTo>
                    <a:pt x="8089" y="33862"/>
                  </a:lnTo>
                  <a:lnTo>
                    <a:pt x="5175" y="34117"/>
                  </a:lnTo>
                  <a:lnTo>
                    <a:pt x="349" y="33150"/>
                  </a:lnTo>
                  <a:lnTo>
                    <a:pt x="5451" y="32628"/>
                  </a:lnTo>
                  <a:lnTo>
                    <a:pt x="6036" y="30098"/>
                  </a:lnTo>
                  <a:lnTo>
                    <a:pt x="0" y="30195"/>
                  </a:lnTo>
                  <a:lnTo>
                    <a:pt x="1881" y="26102"/>
                  </a:lnTo>
                  <a:lnTo>
                    <a:pt x="4100" y="26138"/>
                  </a:lnTo>
                  <a:lnTo>
                    <a:pt x="4753" y="24855"/>
                  </a:lnTo>
                  <a:lnTo>
                    <a:pt x="3354" y="23114"/>
                  </a:lnTo>
                  <a:lnTo>
                    <a:pt x="1789" y="22458"/>
                  </a:lnTo>
                  <a:lnTo>
                    <a:pt x="2124" y="12574"/>
                  </a:lnTo>
                  <a:lnTo>
                    <a:pt x="7423" y="17958"/>
                  </a:lnTo>
                  <a:lnTo>
                    <a:pt x="12530" y="12188"/>
                  </a:lnTo>
                  <a:lnTo>
                    <a:pt x="10590" y="6182"/>
                  </a:lnTo>
                  <a:lnTo>
                    <a:pt x="9571" y="5867"/>
                  </a:lnTo>
                  <a:lnTo>
                    <a:pt x="15604" y="3291"/>
                  </a:lnTo>
                  <a:lnTo>
                    <a:pt x="17549" y="4810"/>
                  </a:lnTo>
                  <a:lnTo>
                    <a:pt x="21967" y="5808"/>
                  </a:lnTo>
                  <a:lnTo>
                    <a:pt x="2419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h367"/>
            <p:cNvSpPr/>
            <p:nvPr/>
          </p:nvSpPr>
          <p:spPr>
            <a:xfrm>
              <a:off x="1814417" y="2065237"/>
              <a:ext cx="79107" cy="60404"/>
            </a:xfrm>
            <a:custGeom>
              <a:avLst/>
              <a:pathLst>
                <a:path w="79107" h="60404">
                  <a:moveTo>
                    <a:pt x="33230" y="4748"/>
                  </a:moveTo>
                  <a:lnTo>
                    <a:pt x="34764" y="3344"/>
                  </a:lnTo>
                  <a:lnTo>
                    <a:pt x="39990" y="5450"/>
                  </a:lnTo>
                  <a:lnTo>
                    <a:pt x="38494" y="9025"/>
                  </a:lnTo>
                  <a:lnTo>
                    <a:pt x="33842" y="8079"/>
                  </a:lnTo>
                  <a:lnTo>
                    <a:pt x="33101" y="9491"/>
                  </a:lnTo>
                  <a:lnTo>
                    <a:pt x="42363" y="12034"/>
                  </a:lnTo>
                  <a:lnTo>
                    <a:pt x="42987" y="17383"/>
                  </a:lnTo>
                  <a:lnTo>
                    <a:pt x="42145" y="18529"/>
                  </a:lnTo>
                  <a:lnTo>
                    <a:pt x="45475" y="31230"/>
                  </a:lnTo>
                  <a:lnTo>
                    <a:pt x="48597" y="27218"/>
                  </a:lnTo>
                  <a:lnTo>
                    <a:pt x="52104" y="26301"/>
                  </a:lnTo>
                  <a:lnTo>
                    <a:pt x="50909" y="22166"/>
                  </a:lnTo>
                  <a:lnTo>
                    <a:pt x="58893" y="20313"/>
                  </a:lnTo>
                  <a:lnTo>
                    <a:pt x="59894" y="24496"/>
                  </a:lnTo>
                  <a:lnTo>
                    <a:pt x="73329" y="21441"/>
                  </a:lnTo>
                  <a:lnTo>
                    <a:pt x="76451" y="21821"/>
                  </a:lnTo>
                  <a:lnTo>
                    <a:pt x="76061" y="24083"/>
                  </a:lnTo>
                  <a:lnTo>
                    <a:pt x="79107" y="24394"/>
                  </a:lnTo>
                  <a:lnTo>
                    <a:pt x="76618" y="31662"/>
                  </a:lnTo>
                  <a:lnTo>
                    <a:pt x="78873" y="35044"/>
                  </a:lnTo>
                  <a:lnTo>
                    <a:pt x="62335" y="50691"/>
                  </a:lnTo>
                  <a:lnTo>
                    <a:pt x="58068" y="49955"/>
                  </a:lnTo>
                  <a:lnTo>
                    <a:pt x="49910" y="56574"/>
                  </a:lnTo>
                  <a:lnTo>
                    <a:pt x="47217" y="56283"/>
                  </a:lnTo>
                  <a:lnTo>
                    <a:pt x="41404" y="59167"/>
                  </a:lnTo>
                  <a:lnTo>
                    <a:pt x="40943" y="60404"/>
                  </a:lnTo>
                  <a:lnTo>
                    <a:pt x="36392" y="48145"/>
                  </a:lnTo>
                  <a:lnTo>
                    <a:pt x="18759" y="54821"/>
                  </a:lnTo>
                  <a:lnTo>
                    <a:pt x="18137" y="54284"/>
                  </a:lnTo>
                  <a:lnTo>
                    <a:pt x="18134" y="52447"/>
                  </a:lnTo>
                  <a:lnTo>
                    <a:pt x="16342" y="51567"/>
                  </a:lnTo>
                  <a:lnTo>
                    <a:pt x="13181" y="54667"/>
                  </a:lnTo>
                  <a:lnTo>
                    <a:pt x="9069" y="52268"/>
                  </a:lnTo>
                  <a:lnTo>
                    <a:pt x="9986" y="49563"/>
                  </a:lnTo>
                  <a:lnTo>
                    <a:pt x="8527" y="46484"/>
                  </a:lnTo>
                  <a:lnTo>
                    <a:pt x="7824" y="45968"/>
                  </a:lnTo>
                  <a:lnTo>
                    <a:pt x="5588" y="47137"/>
                  </a:lnTo>
                  <a:lnTo>
                    <a:pt x="6143" y="45412"/>
                  </a:lnTo>
                  <a:lnTo>
                    <a:pt x="0" y="43644"/>
                  </a:lnTo>
                  <a:lnTo>
                    <a:pt x="4410" y="38690"/>
                  </a:lnTo>
                  <a:lnTo>
                    <a:pt x="11276" y="32844"/>
                  </a:lnTo>
                  <a:lnTo>
                    <a:pt x="12450" y="30568"/>
                  </a:lnTo>
                  <a:lnTo>
                    <a:pt x="12339" y="28695"/>
                  </a:lnTo>
                  <a:lnTo>
                    <a:pt x="11456" y="28281"/>
                  </a:lnTo>
                  <a:lnTo>
                    <a:pt x="10508" y="26252"/>
                  </a:lnTo>
                  <a:lnTo>
                    <a:pt x="10285" y="24026"/>
                  </a:lnTo>
                  <a:lnTo>
                    <a:pt x="11784" y="18818"/>
                  </a:lnTo>
                  <a:lnTo>
                    <a:pt x="13562" y="17012"/>
                  </a:lnTo>
                  <a:lnTo>
                    <a:pt x="16761" y="15991"/>
                  </a:lnTo>
                  <a:lnTo>
                    <a:pt x="18594" y="16176"/>
                  </a:lnTo>
                  <a:lnTo>
                    <a:pt x="20744" y="19940"/>
                  </a:lnTo>
                  <a:lnTo>
                    <a:pt x="19749" y="23334"/>
                  </a:lnTo>
                  <a:lnTo>
                    <a:pt x="18062" y="25695"/>
                  </a:lnTo>
                  <a:lnTo>
                    <a:pt x="13495" y="27054"/>
                  </a:lnTo>
                  <a:lnTo>
                    <a:pt x="13472" y="30988"/>
                  </a:lnTo>
                  <a:lnTo>
                    <a:pt x="14553" y="32200"/>
                  </a:lnTo>
                  <a:lnTo>
                    <a:pt x="24770" y="33977"/>
                  </a:lnTo>
                  <a:lnTo>
                    <a:pt x="23710" y="28270"/>
                  </a:lnTo>
                  <a:lnTo>
                    <a:pt x="24916" y="21406"/>
                  </a:lnTo>
                  <a:lnTo>
                    <a:pt x="22955" y="20676"/>
                  </a:lnTo>
                  <a:lnTo>
                    <a:pt x="24961" y="13274"/>
                  </a:lnTo>
                  <a:lnTo>
                    <a:pt x="24280" y="12360"/>
                  </a:lnTo>
                  <a:lnTo>
                    <a:pt x="24110" y="8011"/>
                  </a:lnTo>
                  <a:lnTo>
                    <a:pt x="29260" y="13498"/>
                  </a:lnTo>
                  <a:lnTo>
                    <a:pt x="30549" y="11949"/>
                  </a:lnTo>
                  <a:lnTo>
                    <a:pt x="31649" y="7374"/>
                  </a:lnTo>
                  <a:lnTo>
                    <a:pt x="27910" y="202"/>
                  </a:lnTo>
                  <a:lnTo>
                    <a:pt x="3001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h368"/>
            <p:cNvSpPr/>
            <p:nvPr/>
          </p:nvSpPr>
          <p:spPr>
            <a:xfrm>
              <a:off x="1802067" y="2004603"/>
              <a:ext cx="58516" cy="94612"/>
            </a:xfrm>
            <a:custGeom>
              <a:avLst/>
              <a:pathLst>
                <a:path w="58516" h="94612">
                  <a:moveTo>
                    <a:pt x="34809" y="1889"/>
                  </a:moveTo>
                  <a:lnTo>
                    <a:pt x="37002" y="3680"/>
                  </a:lnTo>
                  <a:lnTo>
                    <a:pt x="38028" y="3315"/>
                  </a:lnTo>
                  <a:lnTo>
                    <a:pt x="44270" y="9388"/>
                  </a:lnTo>
                  <a:lnTo>
                    <a:pt x="44974" y="4164"/>
                  </a:lnTo>
                  <a:lnTo>
                    <a:pt x="51250" y="6957"/>
                  </a:lnTo>
                  <a:lnTo>
                    <a:pt x="58516" y="18737"/>
                  </a:lnTo>
                  <a:lnTo>
                    <a:pt x="58005" y="27480"/>
                  </a:lnTo>
                  <a:lnTo>
                    <a:pt x="56909" y="27819"/>
                  </a:lnTo>
                  <a:lnTo>
                    <a:pt x="56508" y="27494"/>
                  </a:lnTo>
                  <a:lnTo>
                    <a:pt x="36745" y="37621"/>
                  </a:lnTo>
                  <a:lnTo>
                    <a:pt x="34008" y="41106"/>
                  </a:lnTo>
                  <a:lnTo>
                    <a:pt x="32739" y="45238"/>
                  </a:lnTo>
                  <a:lnTo>
                    <a:pt x="33692" y="48816"/>
                  </a:lnTo>
                  <a:lnTo>
                    <a:pt x="34754" y="49045"/>
                  </a:lnTo>
                  <a:lnTo>
                    <a:pt x="37457" y="56195"/>
                  </a:lnTo>
                  <a:lnTo>
                    <a:pt x="40260" y="60836"/>
                  </a:lnTo>
                  <a:lnTo>
                    <a:pt x="43999" y="68008"/>
                  </a:lnTo>
                  <a:lnTo>
                    <a:pt x="42900" y="72583"/>
                  </a:lnTo>
                  <a:lnTo>
                    <a:pt x="41610" y="74132"/>
                  </a:lnTo>
                  <a:lnTo>
                    <a:pt x="36461" y="68645"/>
                  </a:lnTo>
                  <a:lnTo>
                    <a:pt x="36630" y="72994"/>
                  </a:lnTo>
                  <a:lnTo>
                    <a:pt x="37312" y="73908"/>
                  </a:lnTo>
                  <a:lnTo>
                    <a:pt x="35306" y="81311"/>
                  </a:lnTo>
                  <a:lnTo>
                    <a:pt x="37267" y="82040"/>
                  </a:lnTo>
                  <a:lnTo>
                    <a:pt x="36060" y="88905"/>
                  </a:lnTo>
                  <a:lnTo>
                    <a:pt x="37120" y="94612"/>
                  </a:lnTo>
                  <a:lnTo>
                    <a:pt x="26903" y="92834"/>
                  </a:lnTo>
                  <a:lnTo>
                    <a:pt x="25822" y="91622"/>
                  </a:lnTo>
                  <a:lnTo>
                    <a:pt x="25845" y="87688"/>
                  </a:lnTo>
                  <a:lnTo>
                    <a:pt x="30413" y="86330"/>
                  </a:lnTo>
                  <a:lnTo>
                    <a:pt x="32099" y="83968"/>
                  </a:lnTo>
                  <a:lnTo>
                    <a:pt x="33094" y="80575"/>
                  </a:lnTo>
                  <a:lnTo>
                    <a:pt x="30944" y="76810"/>
                  </a:lnTo>
                  <a:lnTo>
                    <a:pt x="29111" y="76625"/>
                  </a:lnTo>
                  <a:lnTo>
                    <a:pt x="25912" y="77646"/>
                  </a:lnTo>
                  <a:lnTo>
                    <a:pt x="25047" y="78020"/>
                  </a:lnTo>
                  <a:lnTo>
                    <a:pt x="24367" y="76004"/>
                  </a:lnTo>
                  <a:lnTo>
                    <a:pt x="25960" y="74650"/>
                  </a:lnTo>
                  <a:lnTo>
                    <a:pt x="24093" y="70631"/>
                  </a:lnTo>
                  <a:lnTo>
                    <a:pt x="16054" y="68042"/>
                  </a:lnTo>
                  <a:lnTo>
                    <a:pt x="8380" y="64275"/>
                  </a:lnTo>
                  <a:lnTo>
                    <a:pt x="3334" y="60804"/>
                  </a:lnTo>
                  <a:lnTo>
                    <a:pt x="1718" y="61661"/>
                  </a:lnTo>
                  <a:lnTo>
                    <a:pt x="6180" y="54185"/>
                  </a:lnTo>
                  <a:lnTo>
                    <a:pt x="7276" y="48720"/>
                  </a:lnTo>
                  <a:lnTo>
                    <a:pt x="5362" y="44238"/>
                  </a:lnTo>
                  <a:lnTo>
                    <a:pt x="1006" y="46206"/>
                  </a:lnTo>
                  <a:lnTo>
                    <a:pt x="0" y="41021"/>
                  </a:lnTo>
                  <a:lnTo>
                    <a:pt x="3132" y="33970"/>
                  </a:lnTo>
                  <a:lnTo>
                    <a:pt x="8877" y="32708"/>
                  </a:lnTo>
                  <a:lnTo>
                    <a:pt x="12043" y="30832"/>
                  </a:lnTo>
                  <a:lnTo>
                    <a:pt x="16735" y="29714"/>
                  </a:lnTo>
                  <a:lnTo>
                    <a:pt x="17887" y="28014"/>
                  </a:lnTo>
                  <a:lnTo>
                    <a:pt x="18448" y="25443"/>
                  </a:lnTo>
                  <a:lnTo>
                    <a:pt x="17657" y="19253"/>
                  </a:lnTo>
                  <a:lnTo>
                    <a:pt x="15218" y="15446"/>
                  </a:lnTo>
                  <a:lnTo>
                    <a:pt x="15199" y="12904"/>
                  </a:lnTo>
                  <a:lnTo>
                    <a:pt x="16225" y="9660"/>
                  </a:lnTo>
                  <a:lnTo>
                    <a:pt x="16911" y="5085"/>
                  </a:lnTo>
                  <a:lnTo>
                    <a:pt x="18511" y="4843"/>
                  </a:lnTo>
                  <a:lnTo>
                    <a:pt x="27568" y="8396"/>
                  </a:lnTo>
                  <a:lnTo>
                    <a:pt x="29287" y="8246"/>
                  </a:lnTo>
                  <a:lnTo>
                    <a:pt x="31999" y="5803"/>
                  </a:lnTo>
                  <a:lnTo>
                    <a:pt x="32914" y="3707"/>
                  </a:lnTo>
                  <a:lnTo>
                    <a:pt x="32339" y="394"/>
                  </a:lnTo>
                  <a:lnTo>
                    <a:pt x="3367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h369"/>
            <p:cNvSpPr/>
            <p:nvPr/>
          </p:nvSpPr>
          <p:spPr>
            <a:xfrm>
              <a:off x="1793303" y="1903416"/>
              <a:ext cx="35533" cy="36345"/>
            </a:xfrm>
            <a:custGeom>
              <a:avLst/>
              <a:pathLst>
                <a:path w="35533" h="36345">
                  <a:moveTo>
                    <a:pt x="32405" y="47"/>
                  </a:moveTo>
                  <a:lnTo>
                    <a:pt x="35533" y="3326"/>
                  </a:lnTo>
                  <a:lnTo>
                    <a:pt x="34425" y="4956"/>
                  </a:lnTo>
                  <a:lnTo>
                    <a:pt x="33987" y="24905"/>
                  </a:lnTo>
                  <a:lnTo>
                    <a:pt x="29589" y="25081"/>
                  </a:lnTo>
                  <a:lnTo>
                    <a:pt x="26798" y="26292"/>
                  </a:lnTo>
                  <a:lnTo>
                    <a:pt x="22103" y="26215"/>
                  </a:lnTo>
                  <a:lnTo>
                    <a:pt x="22011" y="28714"/>
                  </a:lnTo>
                  <a:lnTo>
                    <a:pt x="19053" y="30474"/>
                  </a:lnTo>
                  <a:lnTo>
                    <a:pt x="13579" y="31262"/>
                  </a:lnTo>
                  <a:lnTo>
                    <a:pt x="8685" y="36345"/>
                  </a:lnTo>
                  <a:lnTo>
                    <a:pt x="4264" y="30933"/>
                  </a:lnTo>
                  <a:lnTo>
                    <a:pt x="0" y="25554"/>
                  </a:lnTo>
                  <a:lnTo>
                    <a:pt x="4496" y="20030"/>
                  </a:lnTo>
                  <a:lnTo>
                    <a:pt x="8508" y="17301"/>
                  </a:lnTo>
                  <a:lnTo>
                    <a:pt x="7582" y="19018"/>
                  </a:lnTo>
                  <a:lnTo>
                    <a:pt x="8073" y="19449"/>
                  </a:lnTo>
                  <a:lnTo>
                    <a:pt x="11039" y="17942"/>
                  </a:lnTo>
                  <a:lnTo>
                    <a:pt x="13704" y="16196"/>
                  </a:lnTo>
                  <a:lnTo>
                    <a:pt x="16216" y="13153"/>
                  </a:lnTo>
                  <a:lnTo>
                    <a:pt x="20289" y="10892"/>
                  </a:lnTo>
                  <a:lnTo>
                    <a:pt x="19433" y="4590"/>
                  </a:lnTo>
                  <a:lnTo>
                    <a:pt x="23054" y="4518"/>
                  </a:lnTo>
                  <a:lnTo>
                    <a:pt x="25069" y="1614"/>
                  </a:lnTo>
                  <a:lnTo>
                    <a:pt x="3116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h370"/>
            <p:cNvSpPr/>
            <p:nvPr/>
          </p:nvSpPr>
          <p:spPr>
            <a:xfrm>
              <a:off x="1467332" y="1948501"/>
              <a:ext cx="50515" cy="97242"/>
            </a:xfrm>
            <a:custGeom>
              <a:avLst/>
              <a:pathLst>
                <a:path w="50515" h="97242">
                  <a:moveTo>
                    <a:pt x="26311" y="5519"/>
                  </a:moveTo>
                  <a:lnTo>
                    <a:pt x="28955" y="3517"/>
                  </a:lnTo>
                  <a:lnTo>
                    <a:pt x="33569" y="2745"/>
                  </a:lnTo>
                  <a:lnTo>
                    <a:pt x="37233" y="6275"/>
                  </a:lnTo>
                  <a:lnTo>
                    <a:pt x="39417" y="11628"/>
                  </a:lnTo>
                  <a:lnTo>
                    <a:pt x="39667" y="13247"/>
                  </a:lnTo>
                  <a:lnTo>
                    <a:pt x="38459" y="15200"/>
                  </a:lnTo>
                  <a:lnTo>
                    <a:pt x="44156" y="11887"/>
                  </a:lnTo>
                  <a:lnTo>
                    <a:pt x="45109" y="8896"/>
                  </a:lnTo>
                  <a:lnTo>
                    <a:pt x="44079" y="7646"/>
                  </a:lnTo>
                  <a:lnTo>
                    <a:pt x="48272" y="8609"/>
                  </a:lnTo>
                  <a:lnTo>
                    <a:pt x="50515" y="14222"/>
                  </a:lnTo>
                  <a:lnTo>
                    <a:pt x="47795" y="20333"/>
                  </a:lnTo>
                  <a:lnTo>
                    <a:pt x="38806" y="29977"/>
                  </a:lnTo>
                  <a:lnTo>
                    <a:pt x="31536" y="26524"/>
                  </a:lnTo>
                  <a:lnTo>
                    <a:pt x="29768" y="28205"/>
                  </a:lnTo>
                  <a:lnTo>
                    <a:pt x="27297" y="33226"/>
                  </a:lnTo>
                  <a:lnTo>
                    <a:pt x="30049" y="44445"/>
                  </a:lnTo>
                  <a:lnTo>
                    <a:pt x="34589" y="48252"/>
                  </a:lnTo>
                  <a:lnTo>
                    <a:pt x="36270" y="48597"/>
                  </a:lnTo>
                  <a:lnTo>
                    <a:pt x="38908" y="46635"/>
                  </a:lnTo>
                  <a:lnTo>
                    <a:pt x="40987" y="61418"/>
                  </a:lnTo>
                  <a:lnTo>
                    <a:pt x="34878" y="68708"/>
                  </a:lnTo>
                  <a:lnTo>
                    <a:pt x="33182" y="69412"/>
                  </a:lnTo>
                  <a:lnTo>
                    <a:pt x="30072" y="67651"/>
                  </a:lnTo>
                  <a:lnTo>
                    <a:pt x="29174" y="67872"/>
                  </a:lnTo>
                  <a:lnTo>
                    <a:pt x="25039" y="74684"/>
                  </a:lnTo>
                  <a:lnTo>
                    <a:pt x="23636" y="78559"/>
                  </a:lnTo>
                  <a:lnTo>
                    <a:pt x="23331" y="82623"/>
                  </a:lnTo>
                  <a:lnTo>
                    <a:pt x="25457" y="84999"/>
                  </a:lnTo>
                  <a:lnTo>
                    <a:pt x="25016" y="89220"/>
                  </a:lnTo>
                  <a:lnTo>
                    <a:pt x="25582" y="91767"/>
                  </a:lnTo>
                  <a:lnTo>
                    <a:pt x="24955" y="91108"/>
                  </a:lnTo>
                  <a:lnTo>
                    <a:pt x="23402" y="91982"/>
                  </a:lnTo>
                  <a:lnTo>
                    <a:pt x="21853" y="94927"/>
                  </a:lnTo>
                  <a:lnTo>
                    <a:pt x="21879" y="97242"/>
                  </a:lnTo>
                  <a:lnTo>
                    <a:pt x="16677" y="95838"/>
                  </a:lnTo>
                  <a:lnTo>
                    <a:pt x="14578" y="93891"/>
                  </a:lnTo>
                  <a:lnTo>
                    <a:pt x="15795" y="89968"/>
                  </a:lnTo>
                  <a:lnTo>
                    <a:pt x="11510" y="90854"/>
                  </a:lnTo>
                  <a:lnTo>
                    <a:pt x="11239" y="87663"/>
                  </a:lnTo>
                  <a:lnTo>
                    <a:pt x="12296" y="86124"/>
                  </a:lnTo>
                  <a:lnTo>
                    <a:pt x="11178" y="76858"/>
                  </a:lnTo>
                  <a:lnTo>
                    <a:pt x="7812" y="73759"/>
                  </a:lnTo>
                  <a:lnTo>
                    <a:pt x="6969" y="72079"/>
                  </a:lnTo>
                  <a:lnTo>
                    <a:pt x="6012" y="66448"/>
                  </a:lnTo>
                  <a:lnTo>
                    <a:pt x="10414" y="60704"/>
                  </a:lnTo>
                  <a:lnTo>
                    <a:pt x="14246" y="57440"/>
                  </a:lnTo>
                  <a:lnTo>
                    <a:pt x="10554" y="49533"/>
                  </a:lnTo>
                  <a:lnTo>
                    <a:pt x="10853" y="46248"/>
                  </a:lnTo>
                  <a:lnTo>
                    <a:pt x="8242" y="38161"/>
                  </a:lnTo>
                  <a:lnTo>
                    <a:pt x="8663" y="30246"/>
                  </a:lnTo>
                  <a:lnTo>
                    <a:pt x="2681" y="27287"/>
                  </a:lnTo>
                  <a:lnTo>
                    <a:pt x="1726" y="24628"/>
                  </a:lnTo>
                  <a:lnTo>
                    <a:pt x="0" y="23137"/>
                  </a:lnTo>
                  <a:lnTo>
                    <a:pt x="1759" y="18874"/>
                  </a:lnTo>
                  <a:lnTo>
                    <a:pt x="3370" y="19806"/>
                  </a:lnTo>
                  <a:lnTo>
                    <a:pt x="10392" y="17695"/>
                  </a:lnTo>
                  <a:lnTo>
                    <a:pt x="7576" y="14392"/>
                  </a:lnTo>
                  <a:lnTo>
                    <a:pt x="11875" y="10552"/>
                  </a:lnTo>
                  <a:lnTo>
                    <a:pt x="12783" y="8845"/>
                  </a:lnTo>
                  <a:lnTo>
                    <a:pt x="12340" y="6496"/>
                  </a:lnTo>
                  <a:lnTo>
                    <a:pt x="9856" y="4203"/>
                  </a:lnTo>
                  <a:lnTo>
                    <a:pt x="15155" y="499"/>
                  </a:lnTo>
                  <a:lnTo>
                    <a:pt x="2342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h371"/>
            <p:cNvSpPr/>
            <p:nvPr/>
          </p:nvSpPr>
          <p:spPr>
            <a:xfrm>
              <a:off x="1629283" y="1788263"/>
              <a:ext cx="74102" cy="103229"/>
            </a:xfrm>
            <a:custGeom>
              <a:avLst/>
              <a:pathLst>
                <a:path w="74102" h="103229">
                  <a:moveTo>
                    <a:pt x="23302" y="169"/>
                  </a:moveTo>
                  <a:lnTo>
                    <a:pt x="23034" y="5650"/>
                  </a:lnTo>
                  <a:lnTo>
                    <a:pt x="29125" y="9563"/>
                  </a:lnTo>
                  <a:lnTo>
                    <a:pt x="33153" y="10742"/>
                  </a:lnTo>
                  <a:lnTo>
                    <a:pt x="37227" y="9482"/>
                  </a:lnTo>
                  <a:lnTo>
                    <a:pt x="41724" y="14189"/>
                  </a:lnTo>
                  <a:lnTo>
                    <a:pt x="49222" y="7612"/>
                  </a:lnTo>
                  <a:lnTo>
                    <a:pt x="51208" y="9246"/>
                  </a:lnTo>
                  <a:lnTo>
                    <a:pt x="46753" y="19226"/>
                  </a:lnTo>
                  <a:lnTo>
                    <a:pt x="52096" y="20789"/>
                  </a:lnTo>
                  <a:lnTo>
                    <a:pt x="52040" y="30266"/>
                  </a:lnTo>
                  <a:lnTo>
                    <a:pt x="53571" y="31347"/>
                  </a:lnTo>
                  <a:lnTo>
                    <a:pt x="52803" y="35049"/>
                  </a:lnTo>
                  <a:lnTo>
                    <a:pt x="45921" y="33596"/>
                  </a:lnTo>
                  <a:lnTo>
                    <a:pt x="44611" y="34141"/>
                  </a:lnTo>
                  <a:lnTo>
                    <a:pt x="43937" y="37841"/>
                  </a:lnTo>
                  <a:lnTo>
                    <a:pt x="47766" y="42499"/>
                  </a:lnTo>
                  <a:lnTo>
                    <a:pt x="46498" y="45562"/>
                  </a:lnTo>
                  <a:lnTo>
                    <a:pt x="42931" y="47309"/>
                  </a:lnTo>
                  <a:lnTo>
                    <a:pt x="39309" y="52539"/>
                  </a:lnTo>
                  <a:lnTo>
                    <a:pt x="44186" y="54063"/>
                  </a:lnTo>
                  <a:lnTo>
                    <a:pt x="45688" y="52802"/>
                  </a:lnTo>
                  <a:lnTo>
                    <a:pt x="47478" y="53330"/>
                  </a:lnTo>
                  <a:lnTo>
                    <a:pt x="50197" y="56065"/>
                  </a:lnTo>
                  <a:lnTo>
                    <a:pt x="52194" y="65404"/>
                  </a:lnTo>
                  <a:lnTo>
                    <a:pt x="54915" y="69755"/>
                  </a:lnTo>
                  <a:lnTo>
                    <a:pt x="56417" y="70525"/>
                  </a:lnTo>
                  <a:lnTo>
                    <a:pt x="59490" y="70216"/>
                  </a:lnTo>
                  <a:lnTo>
                    <a:pt x="66068" y="75471"/>
                  </a:lnTo>
                  <a:lnTo>
                    <a:pt x="69917" y="81119"/>
                  </a:lnTo>
                  <a:lnTo>
                    <a:pt x="70400" y="83854"/>
                  </a:lnTo>
                  <a:lnTo>
                    <a:pt x="69562" y="86039"/>
                  </a:lnTo>
                  <a:lnTo>
                    <a:pt x="69814" y="88035"/>
                  </a:lnTo>
                  <a:lnTo>
                    <a:pt x="74102" y="94933"/>
                  </a:lnTo>
                  <a:lnTo>
                    <a:pt x="73100" y="95288"/>
                  </a:lnTo>
                  <a:lnTo>
                    <a:pt x="65643" y="93333"/>
                  </a:lnTo>
                  <a:lnTo>
                    <a:pt x="62725" y="93861"/>
                  </a:lnTo>
                  <a:lnTo>
                    <a:pt x="61757" y="94653"/>
                  </a:lnTo>
                  <a:lnTo>
                    <a:pt x="62695" y="97385"/>
                  </a:lnTo>
                  <a:lnTo>
                    <a:pt x="61815" y="99533"/>
                  </a:lnTo>
                  <a:lnTo>
                    <a:pt x="56285" y="99987"/>
                  </a:lnTo>
                  <a:lnTo>
                    <a:pt x="54511" y="101509"/>
                  </a:lnTo>
                  <a:lnTo>
                    <a:pt x="50218" y="103155"/>
                  </a:lnTo>
                  <a:lnTo>
                    <a:pt x="47989" y="101705"/>
                  </a:lnTo>
                  <a:lnTo>
                    <a:pt x="41542" y="100207"/>
                  </a:lnTo>
                  <a:lnTo>
                    <a:pt x="38870" y="100457"/>
                  </a:lnTo>
                  <a:lnTo>
                    <a:pt x="38436" y="103229"/>
                  </a:lnTo>
                  <a:lnTo>
                    <a:pt x="20652" y="102370"/>
                  </a:lnTo>
                  <a:lnTo>
                    <a:pt x="19017" y="101163"/>
                  </a:lnTo>
                  <a:lnTo>
                    <a:pt x="22020" y="95764"/>
                  </a:lnTo>
                  <a:lnTo>
                    <a:pt x="17089" y="93048"/>
                  </a:lnTo>
                  <a:lnTo>
                    <a:pt x="16660" y="89399"/>
                  </a:lnTo>
                  <a:lnTo>
                    <a:pt x="17179" y="83755"/>
                  </a:lnTo>
                  <a:lnTo>
                    <a:pt x="7497" y="75395"/>
                  </a:lnTo>
                  <a:lnTo>
                    <a:pt x="3523" y="70765"/>
                  </a:lnTo>
                  <a:lnTo>
                    <a:pt x="3066" y="66890"/>
                  </a:lnTo>
                  <a:lnTo>
                    <a:pt x="3681" y="66748"/>
                  </a:lnTo>
                  <a:lnTo>
                    <a:pt x="5679" y="61647"/>
                  </a:lnTo>
                  <a:lnTo>
                    <a:pt x="5669" y="58044"/>
                  </a:lnTo>
                  <a:lnTo>
                    <a:pt x="8452" y="54616"/>
                  </a:lnTo>
                  <a:lnTo>
                    <a:pt x="9923" y="54339"/>
                  </a:lnTo>
                  <a:lnTo>
                    <a:pt x="10493" y="52329"/>
                  </a:lnTo>
                  <a:lnTo>
                    <a:pt x="8885" y="49160"/>
                  </a:lnTo>
                  <a:lnTo>
                    <a:pt x="7792" y="49060"/>
                  </a:lnTo>
                  <a:lnTo>
                    <a:pt x="8057" y="46434"/>
                  </a:lnTo>
                  <a:lnTo>
                    <a:pt x="13158" y="46364"/>
                  </a:lnTo>
                  <a:lnTo>
                    <a:pt x="15751" y="45538"/>
                  </a:lnTo>
                  <a:lnTo>
                    <a:pt x="16536" y="43921"/>
                  </a:lnTo>
                  <a:lnTo>
                    <a:pt x="15500" y="38490"/>
                  </a:lnTo>
                  <a:lnTo>
                    <a:pt x="13213" y="35333"/>
                  </a:lnTo>
                  <a:lnTo>
                    <a:pt x="7636" y="30971"/>
                  </a:lnTo>
                  <a:lnTo>
                    <a:pt x="7103" y="29109"/>
                  </a:lnTo>
                  <a:lnTo>
                    <a:pt x="7479" y="26599"/>
                  </a:lnTo>
                  <a:lnTo>
                    <a:pt x="5690" y="23256"/>
                  </a:lnTo>
                  <a:lnTo>
                    <a:pt x="4426" y="21711"/>
                  </a:lnTo>
                  <a:lnTo>
                    <a:pt x="1500" y="20768"/>
                  </a:lnTo>
                  <a:lnTo>
                    <a:pt x="0" y="17255"/>
                  </a:lnTo>
                  <a:lnTo>
                    <a:pt x="1326" y="14438"/>
                  </a:lnTo>
                  <a:lnTo>
                    <a:pt x="5559" y="8815"/>
                  </a:lnTo>
                  <a:lnTo>
                    <a:pt x="10983" y="9591"/>
                  </a:lnTo>
                  <a:lnTo>
                    <a:pt x="12123" y="10377"/>
                  </a:lnTo>
                  <a:lnTo>
                    <a:pt x="16904" y="10304"/>
                  </a:lnTo>
                  <a:lnTo>
                    <a:pt x="2193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h372"/>
            <p:cNvSpPr/>
            <p:nvPr/>
          </p:nvSpPr>
          <p:spPr>
            <a:xfrm>
              <a:off x="1831534" y="1932080"/>
              <a:ext cx="59160" cy="34165"/>
            </a:xfrm>
            <a:custGeom>
              <a:avLst/>
              <a:pathLst>
                <a:path w="59160" h="34165">
                  <a:moveTo>
                    <a:pt x="39308" y="967"/>
                  </a:moveTo>
                  <a:lnTo>
                    <a:pt x="48416" y="4964"/>
                  </a:lnTo>
                  <a:lnTo>
                    <a:pt x="48671" y="5875"/>
                  </a:lnTo>
                  <a:lnTo>
                    <a:pt x="49613" y="10615"/>
                  </a:lnTo>
                  <a:lnTo>
                    <a:pt x="52278" y="12756"/>
                  </a:lnTo>
                  <a:lnTo>
                    <a:pt x="52796" y="19222"/>
                  </a:lnTo>
                  <a:lnTo>
                    <a:pt x="54003" y="20143"/>
                  </a:lnTo>
                  <a:lnTo>
                    <a:pt x="56693" y="20051"/>
                  </a:lnTo>
                  <a:lnTo>
                    <a:pt x="58644" y="20907"/>
                  </a:lnTo>
                  <a:lnTo>
                    <a:pt x="59160" y="21840"/>
                  </a:lnTo>
                  <a:lnTo>
                    <a:pt x="48846" y="25148"/>
                  </a:lnTo>
                  <a:lnTo>
                    <a:pt x="47845" y="25860"/>
                  </a:lnTo>
                  <a:lnTo>
                    <a:pt x="48449" y="27831"/>
                  </a:lnTo>
                  <a:lnTo>
                    <a:pt x="36362" y="31193"/>
                  </a:lnTo>
                  <a:lnTo>
                    <a:pt x="33978" y="34165"/>
                  </a:lnTo>
                  <a:lnTo>
                    <a:pt x="32497" y="33746"/>
                  </a:lnTo>
                  <a:lnTo>
                    <a:pt x="31839" y="32318"/>
                  </a:lnTo>
                  <a:lnTo>
                    <a:pt x="32822" y="31507"/>
                  </a:lnTo>
                  <a:lnTo>
                    <a:pt x="33591" y="29227"/>
                  </a:lnTo>
                  <a:lnTo>
                    <a:pt x="31464" y="27890"/>
                  </a:lnTo>
                  <a:lnTo>
                    <a:pt x="29534" y="28219"/>
                  </a:lnTo>
                  <a:lnTo>
                    <a:pt x="23559" y="31185"/>
                  </a:lnTo>
                  <a:lnTo>
                    <a:pt x="9292" y="30889"/>
                  </a:lnTo>
                  <a:lnTo>
                    <a:pt x="5745" y="32931"/>
                  </a:lnTo>
                  <a:lnTo>
                    <a:pt x="2932" y="29326"/>
                  </a:lnTo>
                  <a:lnTo>
                    <a:pt x="6360" y="27131"/>
                  </a:lnTo>
                  <a:lnTo>
                    <a:pt x="0" y="18970"/>
                  </a:lnTo>
                  <a:lnTo>
                    <a:pt x="9754" y="12263"/>
                  </a:lnTo>
                  <a:lnTo>
                    <a:pt x="10945" y="9539"/>
                  </a:lnTo>
                  <a:lnTo>
                    <a:pt x="15849" y="5123"/>
                  </a:lnTo>
                  <a:lnTo>
                    <a:pt x="26842" y="4313"/>
                  </a:lnTo>
                  <a:lnTo>
                    <a:pt x="2490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h373"/>
            <p:cNvSpPr/>
            <p:nvPr/>
          </p:nvSpPr>
          <p:spPr>
            <a:xfrm>
              <a:off x="1774471" y="1637297"/>
              <a:ext cx="142483" cy="185652"/>
            </a:xfrm>
            <a:custGeom>
              <a:avLst/>
              <a:pathLst>
                <a:path w="142483" h="185652">
                  <a:moveTo>
                    <a:pt x="94473" y="260"/>
                  </a:moveTo>
                  <a:lnTo>
                    <a:pt x="101745" y="15386"/>
                  </a:lnTo>
                  <a:lnTo>
                    <a:pt x="109701" y="15774"/>
                  </a:lnTo>
                  <a:lnTo>
                    <a:pt x="102981" y="27217"/>
                  </a:lnTo>
                  <a:lnTo>
                    <a:pt x="105640" y="33927"/>
                  </a:lnTo>
                  <a:lnTo>
                    <a:pt x="106348" y="40608"/>
                  </a:lnTo>
                  <a:lnTo>
                    <a:pt x="108924" y="41793"/>
                  </a:lnTo>
                  <a:lnTo>
                    <a:pt x="108801" y="55016"/>
                  </a:lnTo>
                  <a:lnTo>
                    <a:pt x="110177" y="60542"/>
                  </a:lnTo>
                  <a:lnTo>
                    <a:pt x="113790" y="62100"/>
                  </a:lnTo>
                  <a:lnTo>
                    <a:pt x="112916" y="65174"/>
                  </a:lnTo>
                  <a:lnTo>
                    <a:pt x="110643" y="64733"/>
                  </a:lnTo>
                  <a:lnTo>
                    <a:pt x="109690" y="65668"/>
                  </a:lnTo>
                  <a:lnTo>
                    <a:pt x="108888" y="69656"/>
                  </a:lnTo>
                  <a:lnTo>
                    <a:pt x="113644" y="75455"/>
                  </a:lnTo>
                  <a:lnTo>
                    <a:pt x="111753" y="86170"/>
                  </a:lnTo>
                  <a:lnTo>
                    <a:pt x="105948" y="89385"/>
                  </a:lnTo>
                  <a:lnTo>
                    <a:pt x="109618" y="94286"/>
                  </a:lnTo>
                  <a:lnTo>
                    <a:pt x="116383" y="95869"/>
                  </a:lnTo>
                  <a:lnTo>
                    <a:pt x="116736" y="118664"/>
                  </a:lnTo>
                  <a:lnTo>
                    <a:pt x="115385" y="122254"/>
                  </a:lnTo>
                  <a:lnTo>
                    <a:pt x="121999" y="129267"/>
                  </a:lnTo>
                  <a:lnTo>
                    <a:pt x="126621" y="138348"/>
                  </a:lnTo>
                  <a:lnTo>
                    <a:pt x="128479" y="135170"/>
                  </a:lnTo>
                  <a:lnTo>
                    <a:pt x="135523" y="138895"/>
                  </a:lnTo>
                  <a:lnTo>
                    <a:pt x="141979" y="146410"/>
                  </a:lnTo>
                  <a:lnTo>
                    <a:pt x="135945" y="149798"/>
                  </a:lnTo>
                  <a:lnTo>
                    <a:pt x="137750" y="151260"/>
                  </a:lnTo>
                  <a:lnTo>
                    <a:pt x="142483" y="158490"/>
                  </a:lnTo>
                  <a:lnTo>
                    <a:pt x="134430" y="158410"/>
                  </a:lnTo>
                  <a:lnTo>
                    <a:pt x="133804" y="164762"/>
                  </a:lnTo>
                  <a:lnTo>
                    <a:pt x="117956" y="178442"/>
                  </a:lnTo>
                  <a:lnTo>
                    <a:pt x="116156" y="185493"/>
                  </a:lnTo>
                  <a:lnTo>
                    <a:pt x="112366" y="185652"/>
                  </a:lnTo>
                  <a:lnTo>
                    <a:pt x="110185" y="181713"/>
                  </a:lnTo>
                  <a:lnTo>
                    <a:pt x="104165" y="184086"/>
                  </a:lnTo>
                  <a:lnTo>
                    <a:pt x="102205" y="180082"/>
                  </a:lnTo>
                  <a:lnTo>
                    <a:pt x="98086" y="182773"/>
                  </a:lnTo>
                  <a:lnTo>
                    <a:pt x="89421" y="181144"/>
                  </a:lnTo>
                  <a:lnTo>
                    <a:pt x="86926" y="181665"/>
                  </a:lnTo>
                  <a:lnTo>
                    <a:pt x="86855" y="183239"/>
                  </a:lnTo>
                  <a:lnTo>
                    <a:pt x="79620" y="174548"/>
                  </a:lnTo>
                  <a:lnTo>
                    <a:pt x="82548" y="169009"/>
                  </a:lnTo>
                  <a:lnTo>
                    <a:pt x="87036" y="165474"/>
                  </a:lnTo>
                  <a:lnTo>
                    <a:pt x="89138" y="158731"/>
                  </a:lnTo>
                  <a:lnTo>
                    <a:pt x="86736" y="155165"/>
                  </a:lnTo>
                  <a:lnTo>
                    <a:pt x="84931" y="156020"/>
                  </a:lnTo>
                  <a:lnTo>
                    <a:pt x="79128" y="155962"/>
                  </a:lnTo>
                  <a:lnTo>
                    <a:pt x="77358" y="155292"/>
                  </a:lnTo>
                  <a:lnTo>
                    <a:pt x="72781" y="151648"/>
                  </a:lnTo>
                  <a:lnTo>
                    <a:pt x="63111" y="139314"/>
                  </a:lnTo>
                  <a:lnTo>
                    <a:pt x="60007" y="136794"/>
                  </a:lnTo>
                  <a:lnTo>
                    <a:pt x="57444" y="133241"/>
                  </a:lnTo>
                  <a:lnTo>
                    <a:pt x="57779" y="132062"/>
                  </a:lnTo>
                  <a:lnTo>
                    <a:pt x="56147" y="129716"/>
                  </a:lnTo>
                  <a:lnTo>
                    <a:pt x="50682" y="129343"/>
                  </a:lnTo>
                  <a:lnTo>
                    <a:pt x="46864" y="130700"/>
                  </a:lnTo>
                  <a:lnTo>
                    <a:pt x="44439" y="127828"/>
                  </a:lnTo>
                  <a:lnTo>
                    <a:pt x="44291" y="124178"/>
                  </a:lnTo>
                  <a:lnTo>
                    <a:pt x="45776" y="121223"/>
                  </a:lnTo>
                  <a:lnTo>
                    <a:pt x="47548" y="121031"/>
                  </a:lnTo>
                  <a:lnTo>
                    <a:pt x="48329" y="119625"/>
                  </a:lnTo>
                  <a:lnTo>
                    <a:pt x="28355" y="118874"/>
                  </a:lnTo>
                  <a:lnTo>
                    <a:pt x="28683" y="108503"/>
                  </a:lnTo>
                  <a:lnTo>
                    <a:pt x="23622" y="108349"/>
                  </a:lnTo>
                  <a:lnTo>
                    <a:pt x="24015" y="101759"/>
                  </a:lnTo>
                  <a:lnTo>
                    <a:pt x="7423" y="101354"/>
                  </a:lnTo>
                  <a:lnTo>
                    <a:pt x="5204" y="105276"/>
                  </a:lnTo>
                  <a:lnTo>
                    <a:pt x="3918" y="103025"/>
                  </a:lnTo>
                  <a:lnTo>
                    <a:pt x="4518" y="100332"/>
                  </a:lnTo>
                  <a:lnTo>
                    <a:pt x="0" y="98801"/>
                  </a:lnTo>
                  <a:lnTo>
                    <a:pt x="201" y="94650"/>
                  </a:lnTo>
                  <a:lnTo>
                    <a:pt x="1444" y="93937"/>
                  </a:lnTo>
                  <a:lnTo>
                    <a:pt x="2295" y="93757"/>
                  </a:lnTo>
                  <a:lnTo>
                    <a:pt x="3033" y="95318"/>
                  </a:lnTo>
                  <a:lnTo>
                    <a:pt x="3952" y="95612"/>
                  </a:lnTo>
                  <a:lnTo>
                    <a:pt x="8766" y="94867"/>
                  </a:lnTo>
                  <a:lnTo>
                    <a:pt x="9863" y="89355"/>
                  </a:lnTo>
                  <a:lnTo>
                    <a:pt x="3530" y="85575"/>
                  </a:lnTo>
                  <a:lnTo>
                    <a:pt x="11256" y="85103"/>
                  </a:lnTo>
                  <a:lnTo>
                    <a:pt x="11147" y="73295"/>
                  </a:lnTo>
                  <a:lnTo>
                    <a:pt x="15508" y="73383"/>
                  </a:lnTo>
                  <a:lnTo>
                    <a:pt x="15486" y="55852"/>
                  </a:lnTo>
                  <a:lnTo>
                    <a:pt x="2117" y="55354"/>
                  </a:lnTo>
                  <a:lnTo>
                    <a:pt x="1726" y="52903"/>
                  </a:lnTo>
                  <a:lnTo>
                    <a:pt x="2632" y="51232"/>
                  </a:lnTo>
                  <a:lnTo>
                    <a:pt x="10017" y="44036"/>
                  </a:lnTo>
                  <a:lnTo>
                    <a:pt x="20833" y="38307"/>
                  </a:lnTo>
                  <a:lnTo>
                    <a:pt x="22969" y="36634"/>
                  </a:lnTo>
                  <a:lnTo>
                    <a:pt x="22729" y="35995"/>
                  </a:lnTo>
                  <a:lnTo>
                    <a:pt x="24975" y="33250"/>
                  </a:lnTo>
                  <a:lnTo>
                    <a:pt x="31294" y="37114"/>
                  </a:lnTo>
                  <a:lnTo>
                    <a:pt x="31463" y="31044"/>
                  </a:lnTo>
                  <a:lnTo>
                    <a:pt x="25687" y="30861"/>
                  </a:lnTo>
                  <a:lnTo>
                    <a:pt x="24641" y="25729"/>
                  </a:lnTo>
                  <a:lnTo>
                    <a:pt x="28704" y="23253"/>
                  </a:lnTo>
                  <a:lnTo>
                    <a:pt x="31795" y="19992"/>
                  </a:lnTo>
                  <a:lnTo>
                    <a:pt x="38130" y="20921"/>
                  </a:lnTo>
                  <a:lnTo>
                    <a:pt x="37568" y="18485"/>
                  </a:lnTo>
                  <a:lnTo>
                    <a:pt x="38231" y="19363"/>
                  </a:lnTo>
                  <a:lnTo>
                    <a:pt x="42735" y="20987"/>
                  </a:lnTo>
                  <a:lnTo>
                    <a:pt x="42410" y="24847"/>
                  </a:lnTo>
                  <a:lnTo>
                    <a:pt x="46316" y="24880"/>
                  </a:lnTo>
                  <a:lnTo>
                    <a:pt x="45496" y="20398"/>
                  </a:lnTo>
                  <a:lnTo>
                    <a:pt x="60166" y="20884"/>
                  </a:lnTo>
                  <a:lnTo>
                    <a:pt x="58647" y="15062"/>
                  </a:lnTo>
                  <a:lnTo>
                    <a:pt x="64194" y="15195"/>
                  </a:lnTo>
                  <a:lnTo>
                    <a:pt x="64349" y="9081"/>
                  </a:lnTo>
                  <a:lnTo>
                    <a:pt x="69795" y="9257"/>
                  </a:lnTo>
                  <a:lnTo>
                    <a:pt x="69692" y="17951"/>
                  </a:lnTo>
                  <a:lnTo>
                    <a:pt x="75123" y="18224"/>
                  </a:lnTo>
                  <a:lnTo>
                    <a:pt x="75191" y="14810"/>
                  </a:lnTo>
                  <a:lnTo>
                    <a:pt x="79541" y="14904"/>
                  </a:lnTo>
                  <a:lnTo>
                    <a:pt x="79324" y="2687"/>
                  </a:lnTo>
                  <a:lnTo>
                    <a:pt x="87472" y="2946"/>
                  </a:lnTo>
                  <a:lnTo>
                    <a:pt x="8656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h374"/>
            <p:cNvSpPr/>
            <p:nvPr/>
          </p:nvSpPr>
          <p:spPr>
            <a:xfrm>
              <a:off x="1868944" y="1637557"/>
              <a:ext cx="107563" cy="231611"/>
            </a:xfrm>
            <a:custGeom>
              <a:avLst/>
              <a:pathLst>
                <a:path w="107563" h="231611">
                  <a:moveTo>
                    <a:pt x="4806" y="173"/>
                  </a:moveTo>
                  <a:lnTo>
                    <a:pt x="6958" y="3635"/>
                  </a:lnTo>
                  <a:lnTo>
                    <a:pt x="9451" y="5025"/>
                  </a:lnTo>
                  <a:lnTo>
                    <a:pt x="16248" y="4548"/>
                  </a:lnTo>
                  <a:lnTo>
                    <a:pt x="16479" y="7901"/>
                  </a:lnTo>
                  <a:lnTo>
                    <a:pt x="19269" y="16450"/>
                  </a:lnTo>
                  <a:lnTo>
                    <a:pt x="31794" y="32917"/>
                  </a:lnTo>
                  <a:lnTo>
                    <a:pt x="34463" y="40088"/>
                  </a:lnTo>
                  <a:lnTo>
                    <a:pt x="33119" y="53719"/>
                  </a:lnTo>
                  <a:lnTo>
                    <a:pt x="34606" y="70960"/>
                  </a:lnTo>
                  <a:lnTo>
                    <a:pt x="46229" y="89279"/>
                  </a:lnTo>
                  <a:lnTo>
                    <a:pt x="49334" y="101409"/>
                  </a:lnTo>
                  <a:lnTo>
                    <a:pt x="51513" y="104157"/>
                  </a:lnTo>
                  <a:lnTo>
                    <a:pt x="63204" y="113166"/>
                  </a:lnTo>
                  <a:lnTo>
                    <a:pt x="63769" y="115508"/>
                  </a:lnTo>
                  <a:lnTo>
                    <a:pt x="65126" y="116928"/>
                  </a:lnTo>
                  <a:lnTo>
                    <a:pt x="71180" y="119367"/>
                  </a:lnTo>
                  <a:lnTo>
                    <a:pt x="77246" y="120436"/>
                  </a:lnTo>
                  <a:lnTo>
                    <a:pt x="82503" y="123995"/>
                  </a:lnTo>
                  <a:lnTo>
                    <a:pt x="82921" y="124530"/>
                  </a:lnTo>
                  <a:lnTo>
                    <a:pt x="82413" y="126809"/>
                  </a:lnTo>
                  <a:lnTo>
                    <a:pt x="87279" y="135010"/>
                  </a:lnTo>
                  <a:lnTo>
                    <a:pt x="93302" y="137498"/>
                  </a:lnTo>
                  <a:lnTo>
                    <a:pt x="95846" y="140763"/>
                  </a:lnTo>
                  <a:lnTo>
                    <a:pt x="100535" y="144021"/>
                  </a:lnTo>
                  <a:lnTo>
                    <a:pt x="107563" y="146877"/>
                  </a:lnTo>
                  <a:lnTo>
                    <a:pt x="107165" y="153656"/>
                  </a:lnTo>
                  <a:lnTo>
                    <a:pt x="106597" y="153986"/>
                  </a:lnTo>
                  <a:lnTo>
                    <a:pt x="91966" y="146874"/>
                  </a:lnTo>
                  <a:lnTo>
                    <a:pt x="90452" y="149939"/>
                  </a:lnTo>
                  <a:lnTo>
                    <a:pt x="87914" y="150932"/>
                  </a:lnTo>
                  <a:lnTo>
                    <a:pt x="79803" y="149023"/>
                  </a:lnTo>
                  <a:lnTo>
                    <a:pt x="73101" y="149927"/>
                  </a:lnTo>
                  <a:lnTo>
                    <a:pt x="76689" y="157687"/>
                  </a:lnTo>
                  <a:lnTo>
                    <a:pt x="76363" y="160588"/>
                  </a:lnTo>
                  <a:lnTo>
                    <a:pt x="78284" y="163416"/>
                  </a:lnTo>
                  <a:lnTo>
                    <a:pt x="82431" y="166438"/>
                  </a:lnTo>
                  <a:lnTo>
                    <a:pt x="85995" y="167410"/>
                  </a:lnTo>
                  <a:lnTo>
                    <a:pt x="88038" y="170842"/>
                  </a:lnTo>
                  <a:lnTo>
                    <a:pt x="89070" y="174097"/>
                  </a:lnTo>
                  <a:lnTo>
                    <a:pt x="87536" y="176523"/>
                  </a:lnTo>
                  <a:lnTo>
                    <a:pt x="88302" y="188422"/>
                  </a:lnTo>
                  <a:lnTo>
                    <a:pt x="91314" y="191970"/>
                  </a:lnTo>
                  <a:lnTo>
                    <a:pt x="88114" y="195529"/>
                  </a:lnTo>
                  <a:lnTo>
                    <a:pt x="85433" y="192343"/>
                  </a:lnTo>
                  <a:lnTo>
                    <a:pt x="84551" y="195732"/>
                  </a:lnTo>
                  <a:lnTo>
                    <a:pt x="87375" y="199393"/>
                  </a:lnTo>
                  <a:lnTo>
                    <a:pt x="86389" y="202750"/>
                  </a:lnTo>
                  <a:lnTo>
                    <a:pt x="80263" y="211298"/>
                  </a:lnTo>
                  <a:lnTo>
                    <a:pt x="78026" y="212368"/>
                  </a:lnTo>
                  <a:lnTo>
                    <a:pt x="76497" y="215778"/>
                  </a:lnTo>
                  <a:lnTo>
                    <a:pt x="80474" y="215609"/>
                  </a:lnTo>
                  <a:lnTo>
                    <a:pt x="80062" y="216899"/>
                  </a:lnTo>
                  <a:lnTo>
                    <a:pt x="77876" y="223224"/>
                  </a:lnTo>
                  <a:lnTo>
                    <a:pt x="77730" y="225540"/>
                  </a:lnTo>
                  <a:lnTo>
                    <a:pt x="72390" y="231611"/>
                  </a:lnTo>
                  <a:lnTo>
                    <a:pt x="68846" y="227509"/>
                  </a:lnTo>
                  <a:lnTo>
                    <a:pt x="66580" y="230068"/>
                  </a:lnTo>
                  <a:lnTo>
                    <a:pt x="62513" y="226501"/>
                  </a:lnTo>
                  <a:lnTo>
                    <a:pt x="59145" y="225664"/>
                  </a:lnTo>
                  <a:lnTo>
                    <a:pt x="64382" y="219369"/>
                  </a:lnTo>
                  <a:lnTo>
                    <a:pt x="57442" y="216979"/>
                  </a:lnTo>
                  <a:lnTo>
                    <a:pt x="57493" y="213543"/>
                  </a:lnTo>
                  <a:lnTo>
                    <a:pt x="54571" y="211034"/>
                  </a:lnTo>
                  <a:lnTo>
                    <a:pt x="49227" y="209338"/>
                  </a:lnTo>
                  <a:lnTo>
                    <a:pt x="38535" y="213945"/>
                  </a:lnTo>
                  <a:lnTo>
                    <a:pt x="38580" y="210457"/>
                  </a:lnTo>
                  <a:lnTo>
                    <a:pt x="33484" y="212391"/>
                  </a:lnTo>
                  <a:lnTo>
                    <a:pt x="31453" y="208762"/>
                  </a:lnTo>
                  <a:lnTo>
                    <a:pt x="33914" y="207888"/>
                  </a:lnTo>
                  <a:lnTo>
                    <a:pt x="17892" y="185392"/>
                  </a:lnTo>
                  <a:lnTo>
                    <a:pt x="21682" y="185233"/>
                  </a:lnTo>
                  <a:lnTo>
                    <a:pt x="23483" y="178182"/>
                  </a:lnTo>
                  <a:lnTo>
                    <a:pt x="39330" y="164501"/>
                  </a:lnTo>
                  <a:lnTo>
                    <a:pt x="39957" y="158149"/>
                  </a:lnTo>
                  <a:lnTo>
                    <a:pt x="48009" y="158230"/>
                  </a:lnTo>
                  <a:lnTo>
                    <a:pt x="43277" y="150999"/>
                  </a:lnTo>
                  <a:lnTo>
                    <a:pt x="41471" y="149537"/>
                  </a:lnTo>
                  <a:lnTo>
                    <a:pt x="47505" y="146149"/>
                  </a:lnTo>
                  <a:lnTo>
                    <a:pt x="41049" y="138635"/>
                  </a:lnTo>
                  <a:lnTo>
                    <a:pt x="34005" y="134910"/>
                  </a:lnTo>
                  <a:lnTo>
                    <a:pt x="32147" y="138088"/>
                  </a:lnTo>
                  <a:lnTo>
                    <a:pt x="27526" y="129006"/>
                  </a:lnTo>
                  <a:lnTo>
                    <a:pt x="20911" y="121993"/>
                  </a:lnTo>
                  <a:lnTo>
                    <a:pt x="22262" y="118404"/>
                  </a:lnTo>
                  <a:lnTo>
                    <a:pt x="21910" y="95608"/>
                  </a:lnTo>
                  <a:lnTo>
                    <a:pt x="15144" y="94025"/>
                  </a:lnTo>
                  <a:lnTo>
                    <a:pt x="11474" y="89124"/>
                  </a:lnTo>
                  <a:lnTo>
                    <a:pt x="17279" y="85910"/>
                  </a:lnTo>
                  <a:lnTo>
                    <a:pt x="19171" y="75195"/>
                  </a:lnTo>
                  <a:lnTo>
                    <a:pt x="14414" y="69396"/>
                  </a:lnTo>
                  <a:lnTo>
                    <a:pt x="15216" y="65408"/>
                  </a:lnTo>
                  <a:lnTo>
                    <a:pt x="16170" y="64473"/>
                  </a:lnTo>
                  <a:lnTo>
                    <a:pt x="18442" y="64914"/>
                  </a:lnTo>
                  <a:lnTo>
                    <a:pt x="19317" y="61839"/>
                  </a:lnTo>
                  <a:lnTo>
                    <a:pt x="15703" y="60282"/>
                  </a:lnTo>
                  <a:lnTo>
                    <a:pt x="14327" y="54756"/>
                  </a:lnTo>
                  <a:lnTo>
                    <a:pt x="14450" y="41533"/>
                  </a:lnTo>
                  <a:lnTo>
                    <a:pt x="11874" y="40347"/>
                  </a:lnTo>
                  <a:lnTo>
                    <a:pt x="11166" y="33667"/>
                  </a:lnTo>
                  <a:lnTo>
                    <a:pt x="8507" y="26957"/>
                  </a:lnTo>
                  <a:lnTo>
                    <a:pt x="15228" y="15513"/>
                  </a:lnTo>
                  <a:lnTo>
                    <a:pt x="7271" y="151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h375"/>
            <p:cNvSpPr/>
            <p:nvPr/>
          </p:nvSpPr>
          <p:spPr>
            <a:xfrm>
              <a:off x="1492135" y="1606893"/>
              <a:ext cx="77807" cy="110083"/>
            </a:xfrm>
            <a:custGeom>
              <a:avLst/>
              <a:pathLst>
                <a:path w="77807" h="110083">
                  <a:moveTo>
                    <a:pt x="65247" y="2050"/>
                  </a:moveTo>
                  <a:lnTo>
                    <a:pt x="65009" y="3566"/>
                  </a:lnTo>
                  <a:lnTo>
                    <a:pt x="75522" y="2759"/>
                  </a:lnTo>
                  <a:lnTo>
                    <a:pt x="77807" y="10831"/>
                  </a:lnTo>
                  <a:lnTo>
                    <a:pt x="76398" y="23797"/>
                  </a:lnTo>
                  <a:lnTo>
                    <a:pt x="75479" y="26986"/>
                  </a:lnTo>
                  <a:lnTo>
                    <a:pt x="73784" y="29503"/>
                  </a:lnTo>
                  <a:lnTo>
                    <a:pt x="73977" y="37172"/>
                  </a:lnTo>
                  <a:lnTo>
                    <a:pt x="74954" y="38966"/>
                  </a:lnTo>
                  <a:lnTo>
                    <a:pt x="70835" y="51954"/>
                  </a:lnTo>
                  <a:lnTo>
                    <a:pt x="67956" y="52443"/>
                  </a:lnTo>
                  <a:lnTo>
                    <a:pt x="67022" y="53920"/>
                  </a:lnTo>
                  <a:lnTo>
                    <a:pt x="72010" y="55010"/>
                  </a:lnTo>
                  <a:lnTo>
                    <a:pt x="71085" y="62338"/>
                  </a:lnTo>
                  <a:lnTo>
                    <a:pt x="69967" y="70038"/>
                  </a:lnTo>
                  <a:lnTo>
                    <a:pt x="73156" y="73998"/>
                  </a:lnTo>
                  <a:lnTo>
                    <a:pt x="73473" y="76332"/>
                  </a:lnTo>
                  <a:lnTo>
                    <a:pt x="72761" y="79036"/>
                  </a:lnTo>
                  <a:lnTo>
                    <a:pt x="73524" y="79879"/>
                  </a:lnTo>
                  <a:lnTo>
                    <a:pt x="71302" y="78880"/>
                  </a:lnTo>
                  <a:lnTo>
                    <a:pt x="67053" y="78781"/>
                  </a:lnTo>
                  <a:lnTo>
                    <a:pt x="64205" y="80316"/>
                  </a:lnTo>
                  <a:lnTo>
                    <a:pt x="66625" y="87733"/>
                  </a:lnTo>
                  <a:lnTo>
                    <a:pt x="66487" y="90751"/>
                  </a:lnTo>
                  <a:lnTo>
                    <a:pt x="64992" y="97535"/>
                  </a:lnTo>
                  <a:lnTo>
                    <a:pt x="62337" y="102605"/>
                  </a:lnTo>
                  <a:lnTo>
                    <a:pt x="62203" y="108268"/>
                  </a:lnTo>
                  <a:lnTo>
                    <a:pt x="54383" y="108030"/>
                  </a:lnTo>
                  <a:lnTo>
                    <a:pt x="51187" y="110083"/>
                  </a:lnTo>
                  <a:lnTo>
                    <a:pt x="41214" y="109651"/>
                  </a:lnTo>
                  <a:lnTo>
                    <a:pt x="42470" y="80126"/>
                  </a:lnTo>
                  <a:lnTo>
                    <a:pt x="33387" y="79746"/>
                  </a:lnTo>
                  <a:lnTo>
                    <a:pt x="33149" y="85128"/>
                  </a:lnTo>
                  <a:lnTo>
                    <a:pt x="28793" y="84936"/>
                  </a:lnTo>
                  <a:lnTo>
                    <a:pt x="27745" y="84889"/>
                  </a:lnTo>
                  <a:lnTo>
                    <a:pt x="27983" y="79536"/>
                  </a:lnTo>
                  <a:lnTo>
                    <a:pt x="12600" y="78797"/>
                  </a:lnTo>
                  <a:lnTo>
                    <a:pt x="6503" y="88254"/>
                  </a:lnTo>
                  <a:lnTo>
                    <a:pt x="5538" y="91423"/>
                  </a:lnTo>
                  <a:lnTo>
                    <a:pt x="3304" y="91621"/>
                  </a:lnTo>
                  <a:lnTo>
                    <a:pt x="944" y="92850"/>
                  </a:lnTo>
                  <a:lnTo>
                    <a:pt x="893" y="87118"/>
                  </a:lnTo>
                  <a:lnTo>
                    <a:pt x="0" y="84428"/>
                  </a:lnTo>
                  <a:lnTo>
                    <a:pt x="1425" y="83001"/>
                  </a:lnTo>
                  <a:lnTo>
                    <a:pt x="2665" y="75537"/>
                  </a:lnTo>
                  <a:lnTo>
                    <a:pt x="2358" y="73875"/>
                  </a:lnTo>
                  <a:lnTo>
                    <a:pt x="2702" y="50674"/>
                  </a:lnTo>
                  <a:lnTo>
                    <a:pt x="14057" y="57944"/>
                  </a:lnTo>
                  <a:lnTo>
                    <a:pt x="14893" y="47859"/>
                  </a:lnTo>
                  <a:lnTo>
                    <a:pt x="17826" y="43172"/>
                  </a:lnTo>
                  <a:lnTo>
                    <a:pt x="21366" y="43578"/>
                  </a:lnTo>
                  <a:lnTo>
                    <a:pt x="22149" y="38630"/>
                  </a:lnTo>
                  <a:lnTo>
                    <a:pt x="25214" y="39662"/>
                  </a:lnTo>
                  <a:lnTo>
                    <a:pt x="28758" y="38596"/>
                  </a:lnTo>
                  <a:lnTo>
                    <a:pt x="29875" y="35050"/>
                  </a:lnTo>
                  <a:lnTo>
                    <a:pt x="32996" y="33484"/>
                  </a:lnTo>
                  <a:lnTo>
                    <a:pt x="36928" y="33192"/>
                  </a:lnTo>
                  <a:lnTo>
                    <a:pt x="41131" y="35195"/>
                  </a:lnTo>
                  <a:lnTo>
                    <a:pt x="46686" y="35729"/>
                  </a:lnTo>
                  <a:lnTo>
                    <a:pt x="47085" y="34298"/>
                  </a:lnTo>
                  <a:lnTo>
                    <a:pt x="45432" y="33027"/>
                  </a:lnTo>
                  <a:lnTo>
                    <a:pt x="44973" y="31069"/>
                  </a:lnTo>
                  <a:lnTo>
                    <a:pt x="49551" y="27073"/>
                  </a:lnTo>
                  <a:lnTo>
                    <a:pt x="49076" y="25896"/>
                  </a:lnTo>
                  <a:lnTo>
                    <a:pt x="47076" y="25974"/>
                  </a:lnTo>
                  <a:lnTo>
                    <a:pt x="45223" y="24919"/>
                  </a:lnTo>
                  <a:lnTo>
                    <a:pt x="44233" y="23349"/>
                  </a:lnTo>
                  <a:lnTo>
                    <a:pt x="48568" y="17836"/>
                  </a:lnTo>
                  <a:lnTo>
                    <a:pt x="50608" y="17038"/>
                  </a:lnTo>
                  <a:lnTo>
                    <a:pt x="50735" y="13832"/>
                  </a:lnTo>
                  <a:lnTo>
                    <a:pt x="53581" y="11922"/>
                  </a:lnTo>
                  <a:lnTo>
                    <a:pt x="59441" y="9867"/>
                  </a:lnTo>
                  <a:lnTo>
                    <a:pt x="61013" y="8715"/>
                  </a:lnTo>
                  <a:lnTo>
                    <a:pt x="61377" y="6382"/>
                  </a:lnTo>
                  <a:lnTo>
                    <a:pt x="57904" y="2137"/>
                  </a:lnTo>
                  <a:lnTo>
                    <a:pt x="57688" y="383"/>
                  </a:lnTo>
                  <a:lnTo>
                    <a:pt x="63118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h376"/>
            <p:cNvSpPr/>
            <p:nvPr/>
          </p:nvSpPr>
          <p:spPr>
            <a:xfrm>
              <a:off x="1605326" y="1908484"/>
              <a:ext cx="80021" cy="93429"/>
            </a:xfrm>
            <a:custGeom>
              <a:avLst/>
              <a:pathLst>
                <a:path w="80021" h="93429">
                  <a:moveTo>
                    <a:pt x="35530" y="258"/>
                  </a:moveTo>
                  <a:lnTo>
                    <a:pt x="37652" y="2646"/>
                  </a:lnTo>
                  <a:lnTo>
                    <a:pt x="37350" y="4499"/>
                  </a:lnTo>
                  <a:lnTo>
                    <a:pt x="35361" y="5016"/>
                  </a:lnTo>
                  <a:lnTo>
                    <a:pt x="34806" y="8880"/>
                  </a:lnTo>
                  <a:lnTo>
                    <a:pt x="35775" y="10026"/>
                  </a:lnTo>
                  <a:lnTo>
                    <a:pt x="40491" y="8882"/>
                  </a:lnTo>
                  <a:lnTo>
                    <a:pt x="38027" y="12316"/>
                  </a:lnTo>
                  <a:lnTo>
                    <a:pt x="39468" y="14599"/>
                  </a:lnTo>
                  <a:lnTo>
                    <a:pt x="43391" y="12258"/>
                  </a:lnTo>
                  <a:lnTo>
                    <a:pt x="47341" y="11043"/>
                  </a:lnTo>
                  <a:lnTo>
                    <a:pt x="54985" y="12560"/>
                  </a:lnTo>
                  <a:lnTo>
                    <a:pt x="57884" y="16127"/>
                  </a:lnTo>
                  <a:lnTo>
                    <a:pt x="57387" y="16402"/>
                  </a:lnTo>
                  <a:lnTo>
                    <a:pt x="59047" y="19459"/>
                  </a:lnTo>
                  <a:lnTo>
                    <a:pt x="57145" y="23843"/>
                  </a:lnTo>
                  <a:lnTo>
                    <a:pt x="50840" y="27689"/>
                  </a:lnTo>
                  <a:lnTo>
                    <a:pt x="56278" y="29119"/>
                  </a:lnTo>
                  <a:lnTo>
                    <a:pt x="55502" y="32409"/>
                  </a:lnTo>
                  <a:lnTo>
                    <a:pt x="57041" y="35430"/>
                  </a:lnTo>
                  <a:lnTo>
                    <a:pt x="61157" y="40117"/>
                  </a:lnTo>
                  <a:lnTo>
                    <a:pt x="60900" y="41283"/>
                  </a:lnTo>
                  <a:lnTo>
                    <a:pt x="58195" y="42803"/>
                  </a:lnTo>
                  <a:lnTo>
                    <a:pt x="55065" y="42632"/>
                  </a:lnTo>
                  <a:lnTo>
                    <a:pt x="56877" y="48588"/>
                  </a:lnTo>
                  <a:lnTo>
                    <a:pt x="59253" y="49360"/>
                  </a:lnTo>
                  <a:lnTo>
                    <a:pt x="60849" y="51665"/>
                  </a:lnTo>
                  <a:lnTo>
                    <a:pt x="60971" y="53742"/>
                  </a:lnTo>
                  <a:lnTo>
                    <a:pt x="71411" y="53317"/>
                  </a:lnTo>
                  <a:lnTo>
                    <a:pt x="74128" y="55727"/>
                  </a:lnTo>
                  <a:lnTo>
                    <a:pt x="77755" y="61387"/>
                  </a:lnTo>
                  <a:lnTo>
                    <a:pt x="76990" y="61561"/>
                  </a:lnTo>
                  <a:lnTo>
                    <a:pt x="80021" y="65988"/>
                  </a:lnTo>
                  <a:lnTo>
                    <a:pt x="79868" y="69097"/>
                  </a:lnTo>
                  <a:lnTo>
                    <a:pt x="77771" y="68634"/>
                  </a:lnTo>
                  <a:lnTo>
                    <a:pt x="74386" y="64956"/>
                  </a:lnTo>
                  <a:lnTo>
                    <a:pt x="69220" y="67923"/>
                  </a:lnTo>
                  <a:lnTo>
                    <a:pt x="68130" y="73360"/>
                  </a:lnTo>
                  <a:lnTo>
                    <a:pt x="69041" y="74478"/>
                  </a:lnTo>
                  <a:lnTo>
                    <a:pt x="67636" y="75360"/>
                  </a:lnTo>
                  <a:lnTo>
                    <a:pt x="66003" y="75080"/>
                  </a:lnTo>
                  <a:lnTo>
                    <a:pt x="61533" y="71504"/>
                  </a:lnTo>
                  <a:lnTo>
                    <a:pt x="59684" y="74651"/>
                  </a:lnTo>
                  <a:lnTo>
                    <a:pt x="59287" y="77321"/>
                  </a:lnTo>
                  <a:lnTo>
                    <a:pt x="54474" y="85172"/>
                  </a:lnTo>
                  <a:lnTo>
                    <a:pt x="53748" y="89448"/>
                  </a:lnTo>
                  <a:lnTo>
                    <a:pt x="52042" y="93429"/>
                  </a:lnTo>
                  <a:lnTo>
                    <a:pt x="51712" y="91262"/>
                  </a:lnTo>
                  <a:lnTo>
                    <a:pt x="48875" y="91415"/>
                  </a:lnTo>
                  <a:lnTo>
                    <a:pt x="49862" y="86845"/>
                  </a:lnTo>
                  <a:lnTo>
                    <a:pt x="47485" y="79597"/>
                  </a:lnTo>
                  <a:lnTo>
                    <a:pt x="46023" y="80985"/>
                  </a:lnTo>
                  <a:lnTo>
                    <a:pt x="42645" y="82187"/>
                  </a:lnTo>
                  <a:lnTo>
                    <a:pt x="32866" y="73745"/>
                  </a:lnTo>
                  <a:lnTo>
                    <a:pt x="33711" y="65965"/>
                  </a:lnTo>
                  <a:lnTo>
                    <a:pt x="31605" y="65631"/>
                  </a:lnTo>
                  <a:lnTo>
                    <a:pt x="28452" y="69250"/>
                  </a:lnTo>
                  <a:lnTo>
                    <a:pt x="20825" y="69671"/>
                  </a:lnTo>
                  <a:lnTo>
                    <a:pt x="19228" y="68017"/>
                  </a:lnTo>
                  <a:lnTo>
                    <a:pt x="18728" y="55660"/>
                  </a:lnTo>
                  <a:lnTo>
                    <a:pt x="22443" y="51247"/>
                  </a:lnTo>
                  <a:lnTo>
                    <a:pt x="21618" y="47444"/>
                  </a:lnTo>
                  <a:lnTo>
                    <a:pt x="16317" y="34158"/>
                  </a:lnTo>
                  <a:lnTo>
                    <a:pt x="20496" y="33728"/>
                  </a:lnTo>
                  <a:lnTo>
                    <a:pt x="16189" y="30170"/>
                  </a:lnTo>
                  <a:lnTo>
                    <a:pt x="14961" y="30259"/>
                  </a:lnTo>
                  <a:lnTo>
                    <a:pt x="14761" y="32182"/>
                  </a:lnTo>
                  <a:lnTo>
                    <a:pt x="12779" y="31866"/>
                  </a:lnTo>
                  <a:lnTo>
                    <a:pt x="9554" y="28431"/>
                  </a:lnTo>
                  <a:lnTo>
                    <a:pt x="6198" y="28569"/>
                  </a:lnTo>
                  <a:lnTo>
                    <a:pt x="2724" y="25295"/>
                  </a:lnTo>
                  <a:lnTo>
                    <a:pt x="0" y="21324"/>
                  </a:lnTo>
                  <a:lnTo>
                    <a:pt x="215" y="17690"/>
                  </a:lnTo>
                  <a:lnTo>
                    <a:pt x="326" y="16586"/>
                  </a:lnTo>
                  <a:lnTo>
                    <a:pt x="3848" y="17330"/>
                  </a:lnTo>
                  <a:lnTo>
                    <a:pt x="8222" y="20601"/>
                  </a:lnTo>
                  <a:lnTo>
                    <a:pt x="10644" y="21004"/>
                  </a:lnTo>
                  <a:lnTo>
                    <a:pt x="12090" y="21165"/>
                  </a:lnTo>
                  <a:lnTo>
                    <a:pt x="11460" y="19423"/>
                  </a:lnTo>
                  <a:lnTo>
                    <a:pt x="12119" y="18957"/>
                  </a:lnTo>
                  <a:lnTo>
                    <a:pt x="17310" y="19417"/>
                  </a:lnTo>
                  <a:lnTo>
                    <a:pt x="19664" y="20510"/>
                  </a:lnTo>
                  <a:lnTo>
                    <a:pt x="22704" y="17719"/>
                  </a:lnTo>
                  <a:lnTo>
                    <a:pt x="24354" y="10296"/>
                  </a:lnTo>
                  <a:lnTo>
                    <a:pt x="28334" y="11043"/>
                  </a:lnTo>
                  <a:lnTo>
                    <a:pt x="29287" y="10379"/>
                  </a:lnTo>
                  <a:lnTo>
                    <a:pt x="29587" y="8432"/>
                  </a:lnTo>
                  <a:lnTo>
                    <a:pt x="30898" y="5359"/>
                  </a:lnTo>
                  <a:lnTo>
                    <a:pt x="33521" y="6008"/>
                  </a:lnTo>
                  <a:lnTo>
                    <a:pt x="34047" y="3822"/>
                  </a:lnTo>
                  <a:lnTo>
                    <a:pt x="3211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h377"/>
            <p:cNvSpPr/>
            <p:nvPr/>
          </p:nvSpPr>
          <p:spPr>
            <a:xfrm>
              <a:off x="1833838" y="1846896"/>
              <a:ext cx="177548" cy="167096"/>
            </a:xfrm>
            <a:custGeom>
              <a:avLst/>
              <a:pathLst>
                <a:path w="177548" h="167096">
                  <a:moveTo>
                    <a:pt x="89677" y="1696"/>
                  </a:moveTo>
                  <a:lnTo>
                    <a:pt x="92600" y="4204"/>
                  </a:lnTo>
                  <a:lnTo>
                    <a:pt x="92549" y="7641"/>
                  </a:lnTo>
                  <a:lnTo>
                    <a:pt x="99488" y="10031"/>
                  </a:lnTo>
                  <a:lnTo>
                    <a:pt x="94252" y="16326"/>
                  </a:lnTo>
                  <a:lnTo>
                    <a:pt x="97620" y="17162"/>
                  </a:lnTo>
                  <a:lnTo>
                    <a:pt x="101687" y="20730"/>
                  </a:lnTo>
                  <a:lnTo>
                    <a:pt x="103953" y="18171"/>
                  </a:lnTo>
                  <a:lnTo>
                    <a:pt x="107497" y="22272"/>
                  </a:lnTo>
                  <a:lnTo>
                    <a:pt x="112837" y="16201"/>
                  </a:lnTo>
                  <a:lnTo>
                    <a:pt x="112982" y="13886"/>
                  </a:lnTo>
                  <a:lnTo>
                    <a:pt x="115169" y="7560"/>
                  </a:lnTo>
                  <a:lnTo>
                    <a:pt x="118945" y="9726"/>
                  </a:lnTo>
                  <a:lnTo>
                    <a:pt x="123298" y="11178"/>
                  </a:lnTo>
                  <a:lnTo>
                    <a:pt x="126062" y="7676"/>
                  </a:lnTo>
                  <a:lnTo>
                    <a:pt x="130408" y="11413"/>
                  </a:lnTo>
                  <a:lnTo>
                    <a:pt x="133140" y="16471"/>
                  </a:lnTo>
                  <a:lnTo>
                    <a:pt x="132288" y="20598"/>
                  </a:lnTo>
                  <a:lnTo>
                    <a:pt x="136043" y="25627"/>
                  </a:lnTo>
                  <a:lnTo>
                    <a:pt x="140873" y="19919"/>
                  </a:lnTo>
                  <a:lnTo>
                    <a:pt x="146167" y="20252"/>
                  </a:lnTo>
                  <a:lnTo>
                    <a:pt x="146232" y="23561"/>
                  </a:lnTo>
                  <a:lnTo>
                    <a:pt x="155137" y="20530"/>
                  </a:lnTo>
                  <a:lnTo>
                    <a:pt x="167598" y="26147"/>
                  </a:lnTo>
                  <a:lnTo>
                    <a:pt x="169427" y="20820"/>
                  </a:lnTo>
                  <a:lnTo>
                    <a:pt x="174442" y="20214"/>
                  </a:lnTo>
                  <a:lnTo>
                    <a:pt x="177548" y="22140"/>
                  </a:lnTo>
                  <a:lnTo>
                    <a:pt x="176049" y="27819"/>
                  </a:lnTo>
                  <a:lnTo>
                    <a:pt x="175915" y="31690"/>
                  </a:lnTo>
                  <a:lnTo>
                    <a:pt x="166693" y="50205"/>
                  </a:lnTo>
                  <a:lnTo>
                    <a:pt x="162960" y="57118"/>
                  </a:lnTo>
                  <a:lnTo>
                    <a:pt x="162403" y="56852"/>
                  </a:lnTo>
                  <a:lnTo>
                    <a:pt x="151618" y="79182"/>
                  </a:lnTo>
                  <a:lnTo>
                    <a:pt x="145130" y="95895"/>
                  </a:lnTo>
                  <a:lnTo>
                    <a:pt x="150296" y="97618"/>
                  </a:lnTo>
                  <a:lnTo>
                    <a:pt x="148620" y="102782"/>
                  </a:lnTo>
                  <a:lnTo>
                    <a:pt x="143453" y="101070"/>
                  </a:lnTo>
                  <a:lnTo>
                    <a:pt x="144140" y="98985"/>
                  </a:lnTo>
                  <a:lnTo>
                    <a:pt x="142101" y="98304"/>
                  </a:lnTo>
                  <a:lnTo>
                    <a:pt x="143235" y="105714"/>
                  </a:lnTo>
                  <a:lnTo>
                    <a:pt x="142922" y="109581"/>
                  </a:lnTo>
                  <a:lnTo>
                    <a:pt x="141381" y="112075"/>
                  </a:lnTo>
                  <a:lnTo>
                    <a:pt x="143073" y="113105"/>
                  </a:lnTo>
                  <a:lnTo>
                    <a:pt x="147639" y="113167"/>
                  </a:lnTo>
                  <a:lnTo>
                    <a:pt x="143902" y="116613"/>
                  </a:lnTo>
                  <a:lnTo>
                    <a:pt x="149591" y="123651"/>
                  </a:lnTo>
                  <a:lnTo>
                    <a:pt x="147750" y="133482"/>
                  </a:lnTo>
                  <a:lnTo>
                    <a:pt x="149118" y="140152"/>
                  </a:lnTo>
                  <a:lnTo>
                    <a:pt x="150692" y="139413"/>
                  </a:lnTo>
                  <a:lnTo>
                    <a:pt x="151576" y="143703"/>
                  </a:lnTo>
                  <a:lnTo>
                    <a:pt x="122140" y="142764"/>
                  </a:lnTo>
                  <a:lnTo>
                    <a:pt x="121372" y="144637"/>
                  </a:lnTo>
                  <a:lnTo>
                    <a:pt x="113428" y="142719"/>
                  </a:lnTo>
                  <a:lnTo>
                    <a:pt x="109329" y="145885"/>
                  </a:lnTo>
                  <a:lnTo>
                    <a:pt x="106865" y="145155"/>
                  </a:lnTo>
                  <a:lnTo>
                    <a:pt x="102682" y="142554"/>
                  </a:lnTo>
                  <a:lnTo>
                    <a:pt x="90578" y="149033"/>
                  </a:lnTo>
                  <a:lnTo>
                    <a:pt x="83125" y="156019"/>
                  </a:lnTo>
                  <a:lnTo>
                    <a:pt x="77740" y="152325"/>
                  </a:lnTo>
                  <a:lnTo>
                    <a:pt x="75928" y="156514"/>
                  </a:lnTo>
                  <a:lnTo>
                    <a:pt x="69298" y="157516"/>
                  </a:lnTo>
                  <a:lnTo>
                    <a:pt x="67115" y="155660"/>
                  </a:lnTo>
                  <a:lnTo>
                    <a:pt x="61616" y="152942"/>
                  </a:lnTo>
                  <a:lnTo>
                    <a:pt x="55098" y="151695"/>
                  </a:lnTo>
                  <a:lnTo>
                    <a:pt x="50332" y="153657"/>
                  </a:lnTo>
                  <a:lnTo>
                    <a:pt x="52700" y="157827"/>
                  </a:lnTo>
                  <a:lnTo>
                    <a:pt x="50441" y="159738"/>
                  </a:lnTo>
                  <a:lnTo>
                    <a:pt x="47059" y="155914"/>
                  </a:lnTo>
                  <a:lnTo>
                    <a:pt x="45561" y="154921"/>
                  </a:lnTo>
                  <a:lnTo>
                    <a:pt x="44032" y="154989"/>
                  </a:lnTo>
                  <a:lnTo>
                    <a:pt x="43252" y="155165"/>
                  </a:lnTo>
                  <a:lnTo>
                    <a:pt x="43108" y="157423"/>
                  </a:lnTo>
                  <a:lnTo>
                    <a:pt x="37667" y="156988"/>
                  </a:lnTo>
                  <a:lnTo>
                    <a:pt x="36164" y="158262"/>
                  </a:lnTo>
                  <a:lnTo>
                    <a:pt x="33221" y="161378"/>
                  </a:lnTo>
                  <a:lnTo>
                    <a:pt x="33059" y="165760"/>
                  </a:lnTo>
                  <a:lnTo>
                    <a:pt x="28876" y="166801"/>
                  </a:lnTo>
                  <a:lnTo>
                    <a:pt x="28357" y="164807"/>
                  </a:lnTo>
                  <a:lnTo>
                    <a:pt x="23863" y="163147"/>
                  </a:lnTo>
                  <a:lnTo>
                    <a:pt x="18937" y="163815"/>
                  </a:lnTo>
                  <a:lnTo>
                    <a:pt x="19480" y="164664"/>
                  </a:lnTo>
                  <a:lnTo>
                    <a:pt x="13203" y="161872"/>
                  </a:lnTo>
                  <a:lnTo>
                    <a:pt x="12499" y="167096"/>
                  </a:lnTo>
                  <a:lnTo>
                    <a:pt x="6258" y="161023"/>
                  </a:lnTo>
                  <a:lnTo>
                    <a:pt x="5232" y="161388"/>
                  </a:lnTo>
                  <a:lnTo>
                    <a:pt x="3038" y="159596"/>
                  </a:lnTo>
                  <a:lnTo>
                    <a:pt x="1902" y="157707"/>
                  </a:lnTo>
                  <a:lnTo>
                    <a:pt x="1651" y="156962"/>
                  </a:lnTo>
                  <a:lnTo>
                    <a:pt x="5159" y="152132"/>
                  </a:lnTo>
                  <a:lnTo>
                    <a:pt x="9019" y="150770"/>
                  </a:lnTo>
                  <a:lnTo>
                    <a:pt x="9610" y="148771"/>
                  </a:lnTo>
                  <a:lnTo>
                    <a:pt x="9690" y="143518"/>
                  </a:lnTo>
                  <a:lnTo>
                    <a:pt x="5240" y="142056"/>
                  </a:lnTo>
                  <a:lnTo>
                    <a:pt x="610" y="135689"/>
                  </a:lnTo>
                  <a:lnTo>
                    <a:pt x="365" y="126781"/>
                  </a:lnTo>
                  <a:lnTo>
                    <a:pt x="4349" y="125489"/>
                  </a:lnTo>
                  <a:lnTo>
                    <a:pt x="0" y="123260"/>
                  </a:lnTo>
                  <a:lnTo>
                    <a:pt x="3441" y="118115"/>
                  </a:lnTo>
                  <a:lnTo>
                    <a:pt x="6989" y="116073"/>
                  </a:lnTo>
                  <a:lnTo>
                    <a:pt x="21255" y="116370"/>
                  </a:lnTo>
                  <a:lnTo>
                    <a:pt x="27231" y="113403"/>
                  </a:lnTo>
                  <a:lnTo>
                    <a:pt x="29160" y="113074"/>
                  </a:lnTo>
                  <a:lnTo>
                    <a:pt x="31287" y="114411"/>
                  </a:lnTo>
                  <a:lnTo>
                    <a:pt x="30518" y="116691"/>
                  </a:lnTo>
                  <a:lnTo>
                    <a:pt x="29535" y="117503"/>
                  </a:lnTo>
                  <a:lnTo>
                    <a:pt x="30193" y="118930"/>
                  </a:lnTo>
                  <a:lnTo>
                    <a:pt x="31674" y="119349"/>
                  </a:lnTo>
                  <a:lnTo>
                    <a:pt x="34058" y="116377"/>
                  </a:lnTo>
                  <a:lnTo>
                    <a:pt x="46145" y="113015"/>
                  </a:lnTo>
                  <a:lnTo>
                    <a:pt x="45541" y="111044"/>
                  </a:lnTo>
                  <a:lnTo>
                    <a:pt x="46543" y="110333"/>
                  </a:lnTo>
                  <a:lnTo>
                    <a:pt x="56856" y="107024"/>
                  </a:lnTo>
                  <a:lnTo>
                    <a:pt x="56340" y="106091"/>
                  </a:lnTo>
                  <a:lnTo>
                    <a:pt x="54390" y="105235"/>
                  </a:lnTo>
                  <a:lnTo>
                    <a:pt x="51699" y="105327"/>
                  </a:lnTo>
                  <a:lnTo>
                    <a:pt x="50492" y="104407"/>
                  </a:lnTo>
                  <a:lnTo>
                    <a:pt x="49974" y="97940"/>
                  </a:lnTo>
                  <a:lnTo>
                    <a:pt x="47310" y="95799"/>
                  </a:lnTo>
                  <a:lnTo>
                    <a:pt x="46367" y="91059"/>
                  </a:lnTo>
                  <a:lnTo>
                    <a:pt x="49713" y="89794"/>
                  </a:lnTo>
                  <a:lnTo>
                    <a:pt x="50845" y="88070"/>
                  </a:lnTo>
                  <a:lnTo>
                    <a:pt x="50768" y="86946"/>
                  </a:lnTo>
                  <a:lnTo>
                    <a:pt x="50082" y="85987"/>
                  </a:lnTo>
                  <a:lnTo>
                    <a:pt x="42887" y="82773"/>
                  </a:lnTo>
                  <a:lnTo>
                    <a:pt x="36266" y="69305"/>
                  </a:lnTo>
                  <a:lnTo>
                    <a:pt x="36970" y="67397"/>
                  </a:lnTo>
                  <a:lnTo>
                    <a:pt x="37900" y="68216"/>
                  </a:lnTo>
                  <a:lnTo>
                    <a:pt x="44053" y="64133"/>
                  </a:lnTo>
                  <a:lnTo>
                    <a:pt x="44625" y="62209"/>
                  </a:lnTo>
                  <a:lnTo>
                    <a:pt x="48407" y="62590"/>
                  </a:lnTo>
                  <a:lnTo>
                    <a:pt x="48810" y="63335"/>
                  </a:lnTo>
                  <a:lnTo>
                    <a:pt x="52210" y="62631"/>
                  </a:lnTo>
                  <a:lnTo>
                    <a:pt x="63081" y="46715"/>
                  </a:lnTo>
                  <a:lnTo>
                    <a:pt x="64972" y="31537"/>
                  </a:lnTo>
                  <a:lnTo>
                    <a:pt x="67365" y="27631"/>
                  </a:lnTo>
                  <a:lnTo>
                    <a:pt x="66989" y="26243"/>
                  </a:lnTo>
                  <a:lnTo>
                    <a:pt x="62266" y="27302"/>
                  </a:lnTo>
                  <a:lnTo>
                    <a:pt x="62449" y="22458"/>
                  </a:lnTo>
                  <a:lnTo>
                    <a:pt x="70515" y="20440"/>
                  </a:lnTo>
                  <a:lnTo>
                    <a:pt x="70259" y="18320"/>
                  </a:lnTo>
                  <a:lnTo>
                    <a:pt x="73775" y="15156"/>
                  </a:lnTo>
                  <a:lnTo>
                    <a:pt x="77304" y="15277"/>
                  </a:lnTo>
                  <a:lnTo>
                    <a:pt x="74577" y="8902"/>
                  </a:lnTo>
                  <a:lnTo>
                    <a:pt x="73553" y="8826"/>
                  </a:lnTo>
                  <a:lnTo>
                    <a:pt x="73642" y="4606"/>
                  </a:lnTo>
                  <a:lnTo>
                    <a:pt x="8433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h378"/>
            <p:cNvSpPr/>
            <p:nvPr/>
          </p:nvSpPr>
          <p:spPr>
            <a:xfrm>
              <a:off x="1594356" y="1588433"/>
              <a:ext cx="119973" cy="162425"/>
            </a:xfrm>
            <a:custGeom>
              <a:avLst/>
              <a:pathLst>
                <a:path w="119973" h="162425">
                  <a:moveTo>
                    <a:pt x="60973" y="360"/>
                  </a:moveTo>
                  <a:lnTo>
                    <a:pt x="67440" y="771"/>
                  </a:lnTo>
                  <a:lnTo>
                    <a:pt x="67963" y="7592"/>
                  </a:lnTo>
                  <a:lnTo>
                    <a:pt x="65553" y="8688"/>
                  </a:lnTo>
                  <a:lnTo>
                    <a:pt x="65501" y="12765"/>
                  </a:lnTo>
                  <a:lnTo>
                    <a:pt x="63911" y="17243"/>
                  </a:lnTo>
                  <a:lnTo>
                    <a:pt x="61704" y="18453"/>
                  </a:lnTo>
                  <a:lnTo>
                    <a:pt x="55473" y="18352"/>
                  </a:lnTo>
                  <a:lnTo>
                    <a:pt x="63065" y="28128"/>
                  </a:lnTo>
                  <a:lnTo>
                    <a:pt x="58586" y="32569"/>
                  </a:lnTo>
                  <a:lnTo>
                    <a:pt x="56252" y="37146"/>
                  </a:lnTo>
                  <a:lnTo>
                    <a:pt x="63788" y="37133"/>
                  </a:lnTo>
                  <a:lnTo>
                    <a:pt x="48705" y="55458"/>
                  </a:lnTo>
                  <a:lnTo>
                    <a:pt x="57314" y="63107"/>
                  </a:lnTo>
                  <a:lnTo>
                    <a:pt x="51646" y="70157"/>
                  </a:lnTo>
                  <a:lnTo>
                    <a:pt x="56152" y="70692"/>
                  </a:lnTo>
                  <a:lnTo>
                    <a:pt x="59138" y="66780"/>
                  </a:lnTo>
                  <a:lnTo>
                    <a:pt x="61008" y="68344"/>
                  </a:lnTo>
                  <a:lnTo>
                    <a:pt x="64483" y="63952"/>
                  </a:lnTo>
                  <a:lnTo>
                    <a:pt x="67229" y="65404"/>
                  </a:lnTo>
                  <a:lnTo>
                    <a:pt x="72543" y="66568"/>
                  </a:lnTo>
                  <a:lnTo>
                    <a:pt x="77037" y="70876"/>
                  </a:lnTo>
                  <a:lnTo>
                    <a:pt x="76778" y="73140"/>
                  </a:lnTo>
                  <a:lnTo>
                    <a:pt x="95145" y="79869"/>
                  </a:lnTo>
                  <a:lnTo>
                    <a:pt x="89667" y="101674"/>
                  </a:lnTo>
                  <a:lnTo>
                    <a:pt x="89933" y="103964"/>
                  </a:lnTo>
                  <a:lnTo>
                    <a:pt x="91510" y="105556"/>
                  </a:lnTo>
                  <a:lnTo>
                    <a:pt x="92919" y="108956"/>
                  </a:lnTo>
                  <a:lnTo>
                    <a:pt x="93319" y="111595"/>
                  </a:lnTo>
                  <a:lnTo>
                    <a:pt x="92511" y="113629"/>
                  </a:lnTo>
                  <a:lnTo>
                    <a:pt x="94698" y="117384"/>
                  </a:lnTo>
                  <a:lnTo>
                    <a:pt x="100055" y="119674"/>
                  </a:lnTo>
                  <a:lnTo>
                    <a:pt x="104080" y="120210"/>
                  </a:lnTo>
                  <a:lnTo>
                    <a:pt x="102936" y="123750"/>
                  </a:lnTo>
                  <a:lnTo>
                    <a:pt x="104044" y="128082"/>
                  </a:lnTo>
                  <a:lnTo>
                    <a:pt x="106629" y="132043"/>
                  </a:lnTo>
                  <a:lnTo>
                    <a:pt x="105109" y="133484"/>
                  </a:lnTo>
                  <a:lnTo>
                    <a:pt x="103175" y="132908"/>
                  </a:lnTo>
                  <a:lnTo>
                    <a:pt x="102956" y="141078"/>
                  </a:lnTo>
                  <a:lnTo>
                    <a:pt x="108768" y="142209"/>
                  </a:lnTo>
                  <a:lnTo>
                    <a:pt x="108664" y="145782"/>
                  </a:lnTo>
                  <a:lnTo>
                    <a:pt x="119973" y="157762"/>
                  </a:lnTo>
                  <a:lnTo>
                    <a:pt x="114361" y="157951"/>
                  </a:lnTo>
                  <a:lnTo>
                    <a:pt x="102039" y="156737"/>
                  </a:lnTo>
                  <a:lnTo>
                    <a:pt x="92165" y="161970"/>
                  </a:lnTo>
                  <a:lnTo>
                    <a:pt x="87848" y="159449"/>
                  </a:lnTo>
                  <a:lnTo>
                    <a:pt x="82688" y="158771"/>
                  </a:lnTo>
                  <a:lnTo>
                    <a:pt x="78627" y="162425"/>
                  </a:lnTo>
                  <a:lnTo>
                    <a:pt x="73395" y="161085"/>
                  </a:lnTo>
                  <a:lnTo>
                    <a:pt x="67876" y="161504"/>
                  </a:lnTo>
                  <a:lnTo>
                    <a:pt x="65776" y="157574"/>
                  </a:lnTo>
                  <a:lnTo>
                    <a:pt x="57769" y="157773"/>
                  </a:lnTo>
                  <a:lnTo>
                    <a:pt x="58333" y="156798"/>
                  </a:lnTo>
                  <a:lnTo>
                    <a:pt x="56775" y="154904"/>
                  </a:lnTo>
                  <a:lnTo>
                    <a:pt x="46265" y="156959"/>
                  </a:lnTo>
                  <a:lnTo>
                    <a:pt x="32995" y="156213"/>
                  </a:lnTo>
                  <a:lnTo>
                    <a:pt x="29863" y="157433"/>
                  </a:lnTo>
                  <a:lnTo>
                    <a:pt x="26653" y="160935"/>
                  </a:lnTo>
                  <a:lnTo>
                    <a:pt x="23681" y="161010"/>
                  </a:lnTo>
                  <a:lnTo>
                    <a:pt x="26165" y="150127"/>
                  </a:lnTo>
                  <a:lnTo>
                    <a:pt x="25536" y="144411"/>
                  </a:lnTo>
                  <a:lnTo>
                    <a:pt x="21971" y="144757"/>
                  </a:lnTo>
                  <a:lnTo>
                    <a:pt x="23227" y="140762"/>
                  </a:lnTo>
                  <a:lnTo>
                    <a:pt x="23086" y="137249"/>
                  </a:lnTo>
                  <a:lnTo>
                    <a:pt x="20028" y="132492"/>
                  </a:lnTo>
                  <a:lnTo>
                    <a:pt x="20166" y="128041"/>
                  </a:lnTo>
                  <a:lnTo>
                    <a:pt x="19651" y="126810"/>
                  </a:lnTo>
                  <a:lnTo>
                    <a:pt x="13536" y="128320"/>
                  </a:lnTo>
                  <a:lnTo>
                    <a:pt x="15692" y="121954"/>
                  </a:lnTo>
                  <a:lnTo>
                    <a:pt x="12210" y="116979"/>
                  </a:lnTo>
                  <a:lnTo>
                    <a:pt x="9399" y="117197"/>
                  </a:lnTo>
                  <a:lnTo>
                    <a:pt x="7316" y="115078"/>
                  </a:lnTo>
                  <a:lnTo>
                    <a:pt x="7173" y="112811"/>
                  </a:lnTo>
                  <a:lnTo>
                    <a:pt x="0" y="106455"/>
                  </a:lnTo>
                  <a:lnTo>
                    <a:pt x="21461" y="107022"/>
                  </a:lnTo>
                  <a:lnTo>
                    <a:pt x="22637" y="70720"/>
                  </a:lnTo>
                  <a:lnTo>
                    <a:pt x="21208" y="62818"/>
                  </a:lnTo>
                  <a:lnTo>
                    <a:pt x="26877" y="61998"/>
                  </a:lnTo>
                  <a:lnTo>
                    <a:pt x="25868" y="53069"/>
                  </a:lnTo>
                  <a:lnTo>
                    <a:pt x="22938" y="47937"/>
                  </a:lnTo>
                  <a:lnTo>
                    <a:pt x="19323" y="43888"/>
                  </a:lnTo>
                  <a:lnTo>
                    <a:pt x="26740" y="44018"/>
                  </a:lnTo>
                  <a:lnTo>
                    <a:pt x="27279" y="35665"/>
                  </a:lnTo>
                  <a:lnTo>
                    <a:pt x="26055" y="26670"/>
                  </a:lnTo>
                  <a:lnTo>
                    <a:pt x="20900" y="22086"/>
                  </a:lnTo>
                  <a:lnTo>
                    <a:pt x="17871" y="20410"/>
                  </a:lnTo>
                  <a:lnTo>
                    <a:pt x="18221" y="11418"/>
                  </a:lnTo>
                  <a:lnTo>
                    <a:pt x="29446" y="11856"/>
                  </a:lnTo>
                  <a:lnTo>
                    <a:pt x="33635" y="2703"/>
                  </a:lnTo>
                  <a:lnTo>
                    <a:pt x="34848" y="2711"/>
                  </a:lnTo>
                  <a:lnTo>
                    <a:pt x="38945" y="5759"/>
                  </a:lnTo>
                  <a:lnTo>
                    <a:pt x="39815" y="9771"/>
                  </a:lnTo>
                  <a:lnTo>
                    <a:pt x="43583" y="12647"/>
                  </a:lnTo>
                  <a:lnTo>
                    <a:pt x="46317" y="6865"/>
                  </a:lnTo>
                  <a:lnTo>
                    <a:pt x="49788" y="6640"/>
                  </a:lnTo>
                  <a:lnTo>
                    <a:pt x="51391" y="7544"/>
                  </a:lnTo>
                  <a:lnTo>
                    <a:pt x="5499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h379"/>
            <p:cNvSpPr/>
            <p:nvPr/>
          </p:nvSpPr>
          <p:spPr>
            <a:xfrm>
              <a:off x="1548961" y="1916492"/>
              <a:ext cx="78809" cy="70154"/>
            </a:xfrm>
            <a:custGeom>
              <a:avLst/>
              <a:pathLst>
                <a:path w="78809" h="70154">
                  <a:moveTo>
                    <a:pt x="38032" y="590"/>
                  </a:moveTo>
                  <a:lnTo>
                    <a:pt x="47862" y="5969"/>
                  </a:lnTo>
                  <a:lnTo>
                    <a:pt x="49801" y="9661"/>
                  </a:lnTo>
                  <a:lnTo>
                    <a:pt x="54267" y="11048"/>
                  </a:lnTo>
                  <a:lnTo>
                    <a:pt x="56580" y="9682"/>
                  </a:lnTo>
                  <a:lnTo>
                    <a:pt x="56365" y="13316"/>
                  </a:lnTo>
                  <a:lnTo>
                    <a:pt x="59089" y="17287"/>
                  </a:lnTo>
                  <a:lnTo>
                    <a:pt x="62563" y="20561"/>
                  </a:lnTo>
                  <a:lnTo>
                    <a:pt x="65919" y="20424"/>
                  </a:lnTo>
                  <a:lnTo>
                    <a:pt x="69145" y="23859"/>
                  </a:lnTo>
                  <a:lnTo>
                    <a:pt x="71127" y="24174"/>
                  </a:lnTo>
                  <a:lnTo>
                    <a:pt x="71326" y="22251"/>
                  </a:lnTo>
                  <a:lnTo>
                    <a:pt x="72554" y="22163"/>
                  </a:lnTo>
                  <a:lnTo>
                    <a:pt x="76861" y="25720"/>
                  </a:lnTo>
                  <a:lnTo>
                    <a:pt x="72682" y="26150"/>
                  </a:lnTo>
                  <a:lnTo>
                    <a:pt x="77984" y="39436"/>
                  </a:lnTo>
                  <a:lnTo>
                    <a:pt x="78809" y="43239"/>
                  </a:lnTo>
                  <a:lnTo>
                    <a:pt x="75094" y="47652"/>
                  </a:lnTo>
                  <a:lnTo>
                    <a:pt x="75593" y="60010"/>
                  </a:lnTo>
                  <a:lnTo>
                    <a:pt x="74560" y="60765"/>
                  </a:lnTo>
                  <a:lnTo>
                    <a:pt x="67065" y="60758"/>
                  </a:lnTo>
                  <a:lnTo>
                    <a:pt x="62569" y="70154"/>
                  </a:lnTo>
                  <a:lnTo>
                    <a:pt x="49511" y="55803"/>
                  </a:lnTo>
                  <a:lnTo>
                    <a:pt x="39977" y="50548"/>
                  </a:lnTo>
                  <a:lnTo>
                    <a:pt x="37125" y="51935"/>
                  </a:lnTo>
                  <a:lnTo>
                    <a:pt x="25220" y="63053"/>
                  </a:lnTo>
                  <a:lnTo>
                    <a:pt x="22988" y="68123"/>
                  </a:lnTo>
                  <a:lnTo>
                    <a:pt x="21312" y="68617"/>
                  </a:lnTo>
                  <a:lnTo>
                    <a:pt x="20275" y="67245"/>
                  </a:lnTo>
                  <a:lnTo>
                    <a:pt x="14255" y="55990"/>
                  </a:lnTo>
                  <a:lnTo>
                    <a:pt x="12123" y="56877"/>
                  </a:lnTo>
                  <a:lnTo>
                    <a:pt x="9504" y="60285"/>
                  </a:lnTo>
                  <a:lnTo>
                    <a:pt x="4932" y="59800"/>
                  </a:lnTo>
                  <a:lnTo>
                    <a:pt x="2427" y="56463"/>
                  </a:lnTo>
                  <a:lnTo>
                    <a:pt x="1389" y="56009"/>
                  </a:lnTo>
                  <a:lnTo>
                    <a:pt x="56" y="54584"/>
                  </a:lnTo>
                  <a:lnTo>
                    <a:pt x="0" y="52968"/>
                  </a:lnTo>
                  <a:lnTo>
                    <a:pt x="4473" y="53175"/>
                  </a:lnTo>
                  <a:lnTo>
                    <a:pt x="6678" y="54056"/>
                  </a:lnTo>
                  <a:lnTo>
                    <a:pt x="8258" y="50272"/>
                  </a:lnTo>
                  <a:lnTo>
                    <a:pt x="15494" y="39151"/>
                  </a:lnTo>
                  <a:lnTo>
                    <a:pt x="13842" y="29206"/>
                  </a:lnTo>
                  <a:lnTo>
                    <a:pt x="15121" y="26657"/>
                  </a:lnTo>
                  <a:lnTo>
                    <a:pt x="15766" y="23205"/>
                  </a:lnTo>
                  <a:lnTo>
                    <a:pt x="15167" y="18860"/>
                  </a:lnTo>
                  <a:lnTo>
                    <a:pt x="15791" y="19129"/>
                  </a:lnTo>
                  <a:lnTo>
                    <a:pt x="19928" y="16152"/>
                  </a:lnTo>
                  <a:lnTo>
                    <a:pt x="16921" y="8140"/>
                  </a:lnTo>
                  <a:lnTo>
                    <a:pt x="18326" y="6576"/>
                  </a:lnTo>
                  <a:lnTo>
                    <a:pt x="21994" y="7058"/>
                  </a:lnTo>
                  <a:lnTo>
                    <a:pt x="22517" y="3702"/>
                  </a:lnTo>
                  <a:lnTo>
                    <a:pt x="24111" y="2332"/>
                  </a:lnTo>
                  <a:lnTo>
                    <a:pt x="26610" y="2167"/>
                  </a:lnTo>
                  <a:lnTo>
                    <a:pt x="32462" y="3744"/>
                  </a:lnTo>
                  <a:lnTo>
                    <a:pt x="33846" y="2702"/>
                  </a:lnTo>
                  <a:lnTo>
                    <a:pt x="33966" y="1084"/>
                  </a:lnTo>
                  <a:lnTo>
                    <a:pt x="3555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h380"/>
            <p:cNvSpPr/>
            <p:nvPr/>
          </p:nvSpPr>
          <p:spPr>
            <a:xfrm>
              <a:off x="1537978" y="2016336"/>
              <a:ext cx="74405" cy="79797"/>
            </a:xfrm>
            <a:custGeom>
              <a:avLst/>
              <a:pathLst>
                <a:path w="74405" h="79797">
                  <a:moveTo>
                    <a:pt x="53309" y="14704"/>
                  </a:moveTo>
                  <a:lnTo>
                    <a:pt x="58068" y="17272"/>
                  </a:lnTo>
                  <a:lnTo>
                    <a:pt x="64942" y="19350"/>
                  </a:lnTo>
                  <a:lnTo>
                    <a:pt x="68090" y="25179"/>
                  </a:lnTo>
                  <a:lnTo>
                    <a:pt x="65542" y="24965"/>
                  </a:lnTo>
                  <a:lnTo>
                    <a:pt x="74405" y="38678"/>
                  </a:lnTo>
                  <a:lnTo>
                    <a:pt x="60575" y="46419"/>
                  </a:lnTo>
                  <a:lnTo>
                    <a:pt x="53630" y="48300"/>
                  </a:lnTo>
                  <a:lnTo>
                    <a:pt x="51129" y="50815"/>
                  </a:lnTo>
                  <a:lnTo>
                    <a:pt x="51156" y="55425"/>
                  </a:lnTo>
                  <a:lnTo>
                    <a:pt x="48422" y="61677"/>
                  </a:lnTo>
                  <a:lnTo>
                    <a:pt x="47516" y="62383"/>
                  </a:lnTo>
                  <a:lnTo>
                    <a:pt x="46227" y="62101"/>
                  </a:lnTo>
                  <a:lnTo>
                    <a:pt x="36038" y="57191"/>
                  </a:lnTo>
                  <a:lnTo>
                    <a:pt x="24848" y="53235"/>
                  </a:lnTo>
                  <a:lnTo>
                    <a:pt x="23850" y="56026"/>
                  </a:lnTo>
                  <a:lnTo>
                    <a:pt x="24300" y="58651"/>
                  </a:lnTo>
                  <a:lnTo>
                    <a:pt x="26828" y="62922"/>
                  </a:lnTo>
                  <a:lnTo>
                    <a:pt x="24126" y="70596"/>
                  </a:lnTo>
                  <a:lnTo>
                    <a:pt x="22607" y="72515"/>
                  </a:lnTo>
                  <a:lnTo>
                    <a:pt x="17495" y="72419"/>
                  </a:lnTo>
                  <a:lnTo>
                    <a:pt x="15614" y="76489"/>
                  </a:lnTo>
                  <a:lnTo>
                    <a:pt x="15877" y="79509"/>
                  </a:lnTo>
                  <a:lnTo>
                    <a:pt x="14092" y="79797"/>
                  </a:lnTo>
                  <a:lnTo>
                    <a:pt x="8906" y="73684"/>
                  </a:lnTo>
                  <a:lnTo>
                    <a:pt x="11515" y="68167"/>
                  </a:lnTo>
                  <a:lnTo>
                    <a:pt x="17699" y="64972"/>
                  </a:lnTo>
                  <a:lnTo>
                    <a:pt x="17136" y="61767"/>
                  </a:lnTo>
                  <a:lnTo>
                    <a:pt x="15098" y="58732"/>
                  </a:lnTo>
                  <a:lnTo>
                    <a:pt x="9591" y="57639"/>
                  </a:lnTo>
                  <a:lnTo>
                    <a:pt x="4103" y="58837"/>
                  </a:lnTo>
                  <a:lnTo>
                    <a:pt x="4062" y="65063"/>
                  </a:lnTo>
                  <a:lnTo>
                    <a:pt x="2687" y="65257"/>
                  </a:lnTo>
                  <a:lnTo>
                    <a:pt x="2225" y="57176"/>
                  </a:lnTo>
                  <a:lnTo>
                    <a:pt x="0" y="52681"/>
                  </a:lnTo>
                  <a:lnTo>
                    <a:pt x="6807" y="51054"/>
                  </a:lnTo>
                  <a:lnTo>
                    <a:pt x="10329" y="49312"/>
                  </a:lnTo>
                  <a:lnTo>
                    <a:pt x="11540" y="33451"/>
                  </a:lnTo>
                  <a:lnTo>
                    <a:pt x="12340" y="31882"/>
                  </a:lnTo>
                  <a:lnTo>
                    <a:pt x="14689" y="30747"/>
                  </a:lnTo>
                  <a:lnTo>
                    <a:pt x="16889" y="31858"/>
                  </a:lnTo>
                  <a:lnTo>
                    <a:pt x="19203" y="29912"/>
                  </a:lnTo>
                  <a:lnTo>
                    <a:pt x="19869" y="27414"/>
                  </a:lnTo>
                  <a:lnTo>
                    <a:pt x="18752" y="26332"/>
                  </a:lnTo>
                  <a:lnTo>
                    <a:pt x="19129" y="25269"/>
                  </a:lnTo>
                  <a:lnTo>
                    <a:pt x="26834" y="24788"/>
                  </a:lnTo>
                  <a:lnTo>
                    <a:pt x="27951" y="19356"/>
                  </a:lnTo>
                  <a:lnTo>
                    <a:pt x="26613" y="14821"/>
                  </a:lnTo>
                  <a:lnTo>
                    <a:pt x="30196" y="15167"/>
                  </a:lnTo>
                  <a:lnTo>
                    <a:pt x="32668" y="16648"/>
                  </a:lnTo>
                  <a:lnTo>
                    <a:pt x="34624" y="14933"/>
                  </a:lnTo>
                  <a:lnTo>
                    <a:pt x="35146" y="14160"/>
                  </a:lnTo>
                  <a:lnTo>
                    <a:pt x="35674" y="2283"/>
                  </a:lnTo>
                  <a:lnTo>
                    <a:pt x="36507" y="1473"/>
                  </a:lnTo>
                  <a:lnTo>
                    <a:pt x="40420" y="6343"/>
                  </a:lnTo>
                  <a:lnTo>
                    <a:pt x="4635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h381"/>
            <p:cNvSpPr/>
            <p:nvPr/>
          </p:nvSpPr>
          <p:spPr>
            <a:xfrm>
              <a:off x="1609568" y="1801333"/>
              <a:ext cx="36251" cy="54632"/>
            </a:xfrm>
            <a:custGeom>
              <a:avLst/>
              <a:pathLst>
                <a:path w="36251" h="54632">
                  <a:moveTo>
                    <a:pt x="21042" y="1369"/>
                  </a:moveTo>
                  <a:lnTo>
                    <a:pt x="19715" y="4185"/>
                  </a:lnTo>
                  <a:lnTo>
                    <a:pt x="21216" y="7699"/>
                  </a:lnTo>
                  <a:lnTo>
                    <a:pt x="24141" y="8642"/>
                  </a:lnTo>
                  <a:lnTo>
                    <a:pt x="25405" y="10186"/>
                  </a:lnTo>
                  <a:lnTo>
                    <a:pt x="27194" y="13529"/>
                  </a:lnTo>
                  <a:lnTo>
                    <a:pt x="26818" y="16040"/>
                  </a:lnTo>
                  <a:lnTo>
                    <a:pt x="27351" y="17901"/>
                  </a:lnTo>
                  <a:lnTo>
                    <a:pt x="32928" y="22263"/>
                  </a:lnTo>
                  <a:lnTo>
                    <a:pt x="35215" y="25421"/>
                  </a:lnTo>
                  <a:lnTo>
                    <a:pt x="36251" y="30852"/>
                  </a:lnTo>
                  <a:lnTo>
                    <a:pt x="35466" y="32468"/>
                  </a:lnTo>
                  <a:lnTo>
                    <a:pt x="32873" y="33294"/>
                  </a:lnTo>
                  <a:lnTo>
                    <a:pt x="27772" y="33364"/>
                  </a:lnTo>
                  <a:lnTo>
                    <a:pt x="27507" y="35990"/>
                  </a:lnTo>
                  <a:lnTo>
                    <a:pt x="28600" y="36090"/>
                  </a:lnTo>
                  <a:lnTo>
                    <a:pt x="30208" y="39260"/>
                  </a:lnTo>
                  <a:lnTo>
                    <a:pt x="29638" y="41270"/>
                  </a:lnTo>
                  <a:lnTo>
                    <a:pt x="28168" y="41547"/>
                  </a:lnTo>
                  <a:lnTo>
                    <a:pt x="25384" y="44974"/>
                  </a:lnTo>
                  <a:lnTo>
                    <a:pt x="25394" y="48577"/>
                  </a:lnTo>
                  <a:lnTo>
                    <a:pt x="23396" y="53679"/>
                  </a:lnTo>
                  <a:lnTo>
                    <a:pt x="22781" y="53821"/>
                  </a:lnTo>
                  <a:lnTo>
                    <a:pt x="19534" y="54632"/>
                  </a:lnTo>
                  <a:lnTo>
                    <a:pt x="16930" y="49234"/>
                  </a:lnTo>
                  <a:lnTo>
                    <a:pt x="12680" y="48321"/>
                  </a:lnTo>
                  <a:lnTo>
                    <a:pt x="14300" y="43984"/>
                  </a:lnTo>
                  <a:lnTo>
                    <a:pt x="13229" y="43035"/>
                  </a:lnTo>
                  <a:lnTo>
                    <a:pt x="11715" y="43962"/>
                  </a:lnTo>
                  <a:lnTo>
                    <a:pt x="9057" y="43454"/>
                  </a:lnTo>
                  <a:lnTo>
                    <a:pt x="7282" y="41695"/>
                  </a:lnTo>
                  <a:lnTo>
                    <a:pt x="7764" y="39793"/>
                  </a:lnTo>
                  <a:lnTo>
                    <a:pt x="6278" y="37631"/>
                  </a:lnTo>
                  <a:lnTo>
                    <a:pt x="3282" y="37216"/>
                  </a:lnTo>
                  <a:lnTo>
                    <a:pt x="272" y="34017"/>
                  </a:lnTo>
                  <a:lnTo>
                    <a:pt x="2043" y="31826"/>
                  </a:lnTo>
                  <a:lnTo>
                    <a:pt x="2930" y="29432"/>
                  </a:lnTo>
                  <a:lnTo>
                    <a:pt x="758" y="19589"/>
                  </a:lnTo>
                  <a:lnTo>
                    <a:pt x="3768" y="19426"/>
                  </a:lnTo>
                  <a:lnTo>
                    <a:pt x="3059" y="15558"/>
                  </a:lnTo>
                  <a:lnTo>
                    <a:pt x="0" y="15462"/>
                  </a:lnTo>
                  <a:lnTo>
                    <a:pt x="101" y="12116"/>
                  </a:lnTo>
                  <a:lnTo>
                    <a:pt x="3003" y="9346"/>
                  </a:lnTo>
                  <a:lnTo>
                    <a:pt x="6217" y="8996"/>
                  </a:lnTo>
                  <a:lnTo>
                    <a:pt x="12086" y="10186"/>
                  </a:lnTo>
                  <a:lnTo>
                    <a:pt x="13065" y="6711"/>
                  </a:lnTo>
                  <a:lnTo>
                    <a:pt x="11544" y="4581"/>
                  </a:lnTo>
                  <a:lnTo>
                    <a:pt x="11099" y="2303"/>
                  </a:lnTo>
                  <a:lnTo>
                    <a:pt x="14768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h382"/>
            <p:cNvSpPr/>
            <p:nvPr/>
          </p:nvSpPr>
          <p:spPr>
            <a:xfrm>
              <a:off x="1763336" y="1851517"/>
              <a:ext cx="30747" cy="29195"/>
            </a:xfrm>
            <a:custGeom>
              <a:avLst/>
              <a:pathLst>
                <a:path w="30747" h="29195">
                  <a:moveTo>
                    <a:pt x="11845" y="3269"/>
                  </a:moveTo>
                  <a:lnTo>
                    <a:pt x="17318" y="2398"/>
                  </a:lnTo>
                  <a:lnTo>
                    <a:pt x="28064" y="3271"/>
                  </a:lnTo>
                  <a:lnTo>
                    <a:pt x="28812" y="13380"/>
                  </a:lnTo>
                  <a:lnTo>
                    <a:pt x="30230" y="17729"/>
                  </a:lnTo>
                  <a:lnTo>
                    <a:pt x="24328" y="17557"/>
                  </a:lnTo>
                  <a:lnTo>
                    <a:pt x="30747" y="25122"/>
                  </a:lnTo>
                  <a:lnTo>
                    <a:pt x="28075" y="27511"/>
                  </a:lnTo>
                  <a:lnTo>
                    <a:pt x="25335" y="28080"/>
                  </a:lnTo>
                  <a:lnTo>
                    <a:pt x="25670" y="29125"/>
                  </a:lnTo>
                  <a:lnTo>
                    <a:pt x="21474" y="29195"/>
                  </a:lnTo>
                  <a:lnTo>
                    <a:pt x="15246" y="27478"/>
                  </a:lnTo>
                  <a:lnTo>
                    <a:pt x="16924" y="24318"/>
                  </a:lnTo>
                  <a:lnTo>
                    <a:pt x="16417" y="23399"/>
                  </a:lnTo>
                  <a:lnTo>
                    <a:pt x="8663" y="23382"/>
                  </a:lnTo>
                  <a:lnTo>
                    <a:pt x="4854" y="21082"/>
                  </a:lnTo>
                  <a:lnTo>
                    <a:pt x="3315" y="18462"/>
                  </a:lnTo>
                  <a:lnTo>
                    <a:pt x="0" y="17700"/>
                  </a:lnTo>
                  <a:lnTo>
                    <a:pt x="2075" y="13596"/>
                  </a:lnTo>
                  <a:lnTo>
                    <a:pt x="4344" y="14251"/>
                  </a:lnTo>
                  <a:lnTo>
                    <a:pt x="4771" y="13642"/>
                  </a:lnTo>
                  <a:lnTo>
                    <a:pt x="3834" y="10045"/>
                  </a:lnTo>
                  <a:lnTo>
                    <a:pt x="2555" y="9751"/>
                  </a:lnTo>
                  <a:lnTo>
                    <a:pt x="2574" y="7812"/>
                  </a:lnTo>
                  <a:lnTo>
                    <a:pt x="5981" y="2087"/>
                  </a:lnTo>
                  <a:lnTo>
                    <a:pt x="7395" y="2897"/>
                  </a:lnTo>
                  <a:lnTo>
                    <a:pt x="8478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h383"/>
            <p:cNvSpPr/>
            <p:nvPr/>
          </p:nvSpPr>
          <p:spPr>
            <a:xfrm>
              <a:off x="1542411" y="1473856"/>
              <a:ext cx="157612" cy="130218"/>
            </a:xfrm>
            <a:custGeom>
              <a:avLst/>
              <a:pathLst>
                <a:path w="157612" h="130218">
                  <a:moveTo>
                    <a:pt x="140631" y="5306"/>
                  </a:moveTo>
                  <a:lnTo>
                    <a:pt x="143995" y="17959"/>
                  </a:lnTo>
                  <a:lnTo>
                    <a:pt x="138966" y="24672"/>
                  </a:lnTo>
                  <a:lnTo>
                    <a:pt x="146844" y="27007"/>
                  </a:lnTo>
                  <a:lnTo>
                    <a:pt x="152097" y="27399"/>
                  </a:lnTo>
                  <a:lnTo>
                    <a:pt x="151564" y="40306"/>
                  </a:lnTo>
                  <a:lnTo>
                    <a:pt x="154360" y="45358"/>
                  </a:lnTo>
                  <a:lnTo>
                    <a:pt x="157612" y="48189"/>
                  </a:lnTo>
                  <a:lnTo>
                    <a:pt x="152036" y="51817"/>
                  </a:lnTo>
                  <a:lnTo>
                    <a:pt x="141049" y="51340"/>
                  </a:lnTo>
                  <a:lnTo>
                    <a:pt x="141095" y="54883"/>
                  </a:lnTo>
                  <a:lnTo>
                    <a:pt x="130153" y="58823"/>
                  </a:lnTo>
                  <a:lnTo>
                    <a:pt x="132746" y="70809"/>
                  </a:lnTo>
                  <a:lnTo>
                    <a:pt x="136961" y="72334"/>
                  </a:lnTo>
                  <a:lnTo>
                    <a:pt x="138647" y="77130"/>
                  </a:lnTo>
                  <a:lnTo>
                    <a:pt x="141289" y="81207"/>
                  </a:lnTo>
                  <a:lnTo>
                    <a:pt x="142937" y="82564"/>
                  </a:lnTo>
                  <a:lnTo>
                    <a:pt x="142168" y="84781"/>
                  </a:lnTo>
                  <a:lnTo>
                    <a:pt x="138754" y="81948"/>
                  </a:lnTo>
                  <a:lnTo>
                    <a:pt x="135254" y="81089"/>
                  </a:lnTo>
                  <a:lnTo>
                    <a:pt x="134976" y="89094"/>
                  </a:lnTo>
                  <a:lnTo>
                    <a:pt x="119484" y="88467"/>
                  </a:lnTo>
                  <a:lnTo>
                    <a:pt x="118749" y="104297"/>
                  </a:lnTo>
                  <a:lnTo>
                    <a:pt x="116019" y="106685"/>
                  </a:lnTo>
                  <a:lnTo>
                    <a:pt x="112918" y="114937"/>
                  </a:lnTo>
                  <a:lnTo>
                    <a:pt x="106942" y="114576"/>
                  </a:lnTo>
                  <a:lnTo>
                    <a:pt x="103336" y="122120"/>
                  </a:lnTo>
                  <a:lnTo>
                    <a:pt x="101733" y="121216"/>
                  </a:lnTo>
                  <a:lnTo>
                    <a:pt x="98262" y="121441"/>
                  </a:lnTo>
                  <a:lnTo>
                    <a:pt x="95528" y="127223"/>
                  </a:lnTo>
                  <a:lnTo>
                    <a:pt x="91760" y="124347"/>
                  </a:lnTo>
                  <a:lnTo>
                    <a:pt x="90891" y="120336"/>
                  </a:lnTo>
                  <a:lnTo>
                    <a:pt x="86793" y="117288"/>
                  </a:lnTo>
                  <a:lnTo>
                    <a:pt x="85580" y="117280"/>
                  </a:lnTo>
                  <a:lnTo>
                    <a:pt x="81391" y="126432"/>
                  </a:lnTo>
                  <a:lnTo>
                    <a:pt x="70167" y="125995"/>
                  </a:lnTo>
                  <a:lnTo>
                    <a:pt x="68344" y="125937"/>
                  </a:lnTo>
                  <a:lnTo>
                    <a:pt x="68386" y="122987"/>
                  </a:lnTo>
                  <a:lnTo>
                    <a:pt x="58803" y="130218"/>
                  </a:lnTo>
                  <a:lnTo>
                    <a:pt x="56858" y="129956"/>
                  </a:lnTo>
                  <a:lnTo>
                    <a:pt x="57652" y="124790"/>
                  </a:lnTo>
                  <a:lnTo>
                    <a:pt x="52308" y="122502"/>
                  </a:lnTo>
                  <a:lnTo>
                    <a:pt x="50087" y="119522"/>
                  </a:lnTo>
                  <a:lnTo>
                    <a:pt x="49953" y="117510"/>
                  </a:lnTo>
                  <a:lnTo>
                    <a:pt x="47020" y="116735"/>
                  </a:lnTo>
                  <a:lnTo>
                    <a:pt x="44341" y="117660"/>
                  </a:lnTo>
                  <a:lnTo>
                    <a:pt x="40244" y="112716"/>
                  </a:lnTo>
                  <a:lnTo>
                    <a:pt x="26805" y="118666"/>
                  </a:lnTo>
                  <a:lnTo>
                    <a:pt x="28740" y="113992"/>
                  </a:lnTo>
                  <a:lnTo>
                    <a:pt x="21181" y="117664"/>
                  </a:lnTo>
                  <a:lnTo>
                    <a:pt x="19786" y="112171"/>
                  </a:lnTo>
                  <a:lnTo>
                    <a:pt x="21365" y="111138"/>
                  </a:lnTo>
                  <a:lnTo>
                    <a:pt x="22066" y="107959"/>
                  </a:lnTo>
                  <a:lnTo>
                    <a:pt x="20644" y="103641"/>
                  </a:lnTo>
                  <a:lnTo>
                    <a:pt x="19103" y="102574"/>
                  </a:lnTo>
                  <a:lnTo>
                    <a:pt x="19169" y="90343"/>
                  </a:lnTo>
                  <a:lnTo>
                    <a:pt x="15945" y="89273"/>
                  </a:lnTo>
                  <a:lnTo>
                    <a:pt x="9083" y="88890"/>
                  </a:lnTo>
                  <a:lnTo>
                    <a:pt x="8501" y="83632"/>
                  </a:lnTo>
                  <a:lnTo>
                    <a:pt x="10896" y="81823"/>
                  </a:lnTo>
                  <a:lnTo>
                    <a:pt x="3621" y="71042"/>
                  </a:lnTo>
                  <a:lnTo>
                    <a:pt x="0" y="68574"/>
                  </a:lnTo>
                  <a:lnTo>
                    <a:pt x="639" y="54086"/>
                  </a:lnTo>
                  <a:lnTo>
                    <a:pt x="299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h384"/>
            <p:cNvSpPr/>
            <p:nvPr/>
          </p:nvSpPr>
          <p:spPr>
            <a:xfrm>
              <a:off x="1760506" y="2011202"/>
              <a:ext cx="60009" cy="60090"/>
            </a:xfrm>
            <a:custGeom>
              <a:avLst/>
              <a:pathLst>
                <a:path w="60009" h="60090">
                  <a:moveTo>
                    <a:pt x="38299" y="3188"/>
                  </a:moveTo>
                  <a:lnTo>
                    <a:pt x="36933" y="6835"/>
                  </a:lnTo>
                  <a:lnTo>
                    <a:pt x="44100" y="9609"/>
                  </a:lnTo>
                  <a:lnTo>
                    <a:pt x="48993" y="7284"/>
                  </a:lnTo>
                  <a:lnTo>
                    <a:pt x="50741" y="7406"/>
                  </a:lnTo>
                  <a:lnTo>
                    <a:pt x="48057" y="1631"/>
                  </a:lnTo>
                  <a:lnTo>
                    <a:pt x="57406" y="3467"/>
                  </a:lnTo>
                  <a:lnTo>
                    <a:pt x="57786" y="3061"/>
                  </a:lnTo>
                  <a:lnTo>
                    <a:pt x="56760" y="6305"/>
                  </a:lnTo>
                  <a:lnTo>
                    <a:pt x="56779" y="8847"/>
                  </a:lnTo>
                  <a:lnTo>
                    <a:pt x="59218" y="12654"/>
                  </a:lnTo>
                  <a:lnTo>
                    <a:pt x="60009" y="18844"/>
                  </a:lnTo>
                  <a:lnTo>
                    <a:pt x="59448" y="21415"/>
                  </a:lnTo>
                  <a:lnTo>
                    <a:pt x="58296" y="23115"/>
                  </a:lnTo>
                  <a:lnTo>
                    <a:pt x="53605" y="24232"/>
                  </a:lnTo>
                  <a:lnTo>
                    <a:pt x="50438" y="26109"/>
                  </a:lnTo>
                  <a:lnTo>
                    <a:pt x="44693" y="27371"/>
                  </a:lnTo>
                  <a:lnTo>
                    <a:pt x="41561" y="34422"/>
                  </a:lnTo>
                  <a:lnTo>
                    <a:pt x="42567" y="39607"/>
                  </a:lnTo>
                  <a:lnTo>
                    <a:pt x="46924" y="37639"/>
                  </a:lnTo>
                  <a:lnTo>
                    <a:pt x="48837" y="42121"/>
                  </a:lnTo>
                  <a:lnTo>
                    <a:pt x="47741" y="47586"/>
                  </a:lnTo>
                  <a:lnTo>
                    <a:pt x="43279" y="55062"/>
                  </a:lnTo>
                  <a:lnTo>
                    <a:pt x="41377" y="56275"/>
                  </a:lnTo>
                  <a:lnTo>
                    <a:pt x="40909" y="59547"/>
                  </a:lnTo>
                  <a:lnTo>
                    <a:pt x="37683" y="59241"/>
                  </a:lnTo>
                  <a:lnTo>
                    <a:pt x="34899" y="56538"/>
                  </a:lnTo>
                  <a:lnTo>
                    <a:pt x="28707" y="58204"/>
                  </a:lnTo>
                  <a:lnTo>
                    <a:pt x="28240" y="60090"/>
                  </a:lnTo>
                  <a:lnTo>
                    <a:pt x="23937" y="54093"/>
                  </a:lnTo>
                  <a:lnTo>
                    <a:pt x="19042" y="51828"/>
                  </a:lnTo>
                  <a:lnTo>
                    <a:pt x="19913" y="51227"/>
                  </a:lnTo>
                  <a:lnTo>
                    <a:pt x="17222" y="50981"/>
                  </a:lnTo>
                  <a:lnTo>
                    <a:pt x="12450" y="45702"/>
                  </a:lnTo>
                  <a:lnTo>
                    <a:pt x="8352" y="42776"/>
                  </a:lnTo>
                  <a:lnTo>
                    <a:pt x="5670" y="42153"/>
                  </a:lnTo>
                  <a:lnTo>
                    <a:pt x="4356" y="44116"/>
                  </a:lnTo>
                  <a:lnTo>
                    <a:pt x="3148" y="44525"/>
                  </a:lnTo>
                  <a:lnTo>
                    <a:pt x="2582" y="43873"/>
                  </a:lnTo>
                  <a:lnTo>
                    <a:pt x="1173" y="41545"/>
                  </a:lnTo>
                  <a:lnTo>
                    <a:pt x="2005" y="36573"/>
                  </a:lnTo>
                  <a:lnTo>
                    <a:pt x="0" y="27474"/>
                  </a:lnTo>
                  <a:lnTo>
                    <a:pt x="2190" y="21818"/>
                  </a:lnTo>
                  <a:lnTo>
                    <a:pt x="5094" y="18753"/>
                  </a:lnTo>
                  <a:lnTo>
                    <a:pt x="4274" y="16291"/>
                  </a:lnTo>
                  <a:lnTo>
                    <a:pt x="2587" y="15227"/>
                  </a:lnTo>
                  <a:lnTo>
                    <a:pt x="1045" y="15155"/>
                  </a:lnTo>
                  <a:lnTo>
                    <a:pt x="2307" y="13411"/>
                  </a:lnTo>
                  <a:lnTo>
                    <a:pt x="1271" y="9620"/>
                  </a:lnTo>
                  <a:lnTo>
                    <a:pt x="1704" y="2821"/>
                  </a:lnTo>
                  <a:lnTo>
                    <a:pt x="4876" y="3361"/>
                  </a:lnTo>
                  <a:lnTo>
                    <a:pt x="12257" y="9554"/>
                  </a:lnTo>
                  <a:lnTo>
                    <a:pt x="17441" y="8641"/>
                  </a:lnTo>
                  <a:lnTo>
                    <a:pt x="20242" y="10826"/>
                  </a:lnTo>
                  <a:lnTo>
                    <a:pt x="19285" y="12654"/>
                  </a:lnTo>
                  <a:lnTo>
                    <a:pt x="20933" y="15328"/>
                  </a:lnTo>
                  <a:lnTo>
                    <a:pt x="22824" y="16668"/>
                  </a:lnTo>
                  <a:lnTo>
                    <a:pt x="24449" y="15840"/>
                  </a:lnTo>
                  <a:lnTo>
                    <a:pt x="27818" y="10427"/>
                  </a:lnTo>
                  <a:lnTo>
                    <a:pt x="26548" y="5230"/>
                  </a:lnTo>
                  <a:lnTo>
                    <a:pt x="362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h385"/>
            <p:cNvSpPr/>
            <p:nvPr/>
          </p:nvSpPr>
          <p:spPr>
            <a:xfrm>
              <a:off x="1942045" y="1784431"/>
              <a:ext cx="103684" cy="90284"/>
            </a:xfrm>
            <a:custGeom>
              <a:avLst/>
              <a:pathLst>
                <a:path w="103684" h="90284">
                  <a:moveTo>
                    <a:pt x="46450" y="1943"/>
                  </a:moveTo>
                  <a:lnTo>
                    <a:pt x="54029" y="4005"/>
                  </a:lnTo>
                  <a:lnTo>
                    <a:pt x="54820" y="5922"/>
                  </a:lnTo>
                  <a:lnTo>
                    <a:pt x="61254" y="13712"/>
                  </a:lnTo>
                  <a:lnTo>
                    <a:pt x="73775" y="18013"/>
                  </a:lnTo>
                  <a:lnTo>
                    <a:pt x="78301" y="17566"/>
                  </a:lnTo>
                  <a:lnTo>
                    <a:pt x="87528" y="27971"/>
                  </a:lnTo>
                  <a:lnTo>
                    <a:pt x="92122" y="31516"/>
                  </a:lnTo>
                  <a:lnTo>
                    <a:pt x="98336" y="33962"/>
                  </a:lnTo>
                  <a:lnTo>
                    <a:pt x="99069" y="32886"/>
                  </a:lnTo>
                  <a:lnTo>
                    <a:pt x="100994" y="32824"/>
                  </a:lnTo>
                  <a:lnTo>
                    <a:pt x="101555" y="34342"/>
                  </a:lnTo>
                  <a:lnTo>
                    <a:pt x="103684" y="35813"/>
                  </a:lnTo>
                  <a:lnTo>
                    <a:pt x="98259" y="45762"/>
                  </a:lnTo>
                  <a:lnTo>
                    <a:pt x="93369" y="51808"/>
                  </a:lnTo>
                  <a:lnTo>
                    <a:pt x="92666" y="55187"/>
                  </a:lnTo>
                  <a:lnTo>
                    <a:pt x="86641" y="64859"/>
                  </a:lnTo>
                  <a:lnTo>
                    <a:pt x="86963" y="65202"/>
                  </a:lnTo>
                  <a:lnTo>
                    <a:pt x="81452" y="76089"/>
                  </a:lnTo>
                  <a:lnTo>
                    <a:pt x="76876" y="82456"/>
                  </a:lnTo>
                  <a:lnTo>
                    <a:pt x="75295" y="78932"/>
                  </a:lnTo>
                  <a:lnTo>
                    <a:pt x="72795" y="79043"/>
                  </a:lnTo>
                  <a:lnTo>
                    <a:pt x="68346" y="89141"/>
                  </a:lnTo>
                  <a:lnTo>
                    <a:pt x="67841" y="90284"/>
                  </a:lnTo>
                  <a:lnTo>
                    <a:pt x="69341" y="84604"/>
                  </a:lnTo>
                  <a:lnTo>
                    <a:pt x="66234" y="82679"/>
                  </a:lnTo>
                  <a:lnTo>
                    <a:pt x="61220" y="83285"/>
                  </a:lnTo>
                  <a:lnTo>
                    <a:pt x="59390" y="88612"/>
                  </a:lnTo>
                  <a:lnTo>
                    <a:pt x="46929" y="82994"/>
                  </a:lnTo>
                  <a:lnTo>
                    <a:pt x="38024" y="86025"/>
                  </a:lnTo>
                  <a:lnTo>
                    <a:pt x="37960" y="82716"/>
                  </a:lnTo>
                  <a:lnTo>
                    <a:pt x="32666" y="82383"/>
                  </a:lnTo>
                  <a:lnTo>
                    <a:pt x="27835" y="88092"/>
                  </a:lnTo>
                  <a:lnTo>
                    <a:pt x="24081" y="83062"/>
                  </a:lnTo>
                  <a:lnTo>
                    <a:pt x="24933" y="78935"/>
                  </a:lnTo>
                  <a:lnTo>
                    <a:pt x="22201" y="73878"/>
                  </a:lnTo>
                  <a:lnTo>
                    <a:pt x="17855" y="70141"/>
                  </a:lnTo>
                  <a:lnTo>
                    <a:pt x="15090" y="73643"/>
                  </a:lnTo>
                  <a:lnTo>
                    <a:pt x="10738" y="72191"/>
                  </a:lnTo>
                  <a:lnTo>
                    <a:pt x="6961" y="70025"/>
                  </a:lnTo>
                  <a:lnTo>
                    <a:pt x="7373" y="68734"/>
                  </a:lnTo>
                  <a:lnTo>
                    <a:pt x="3396" y="68904"/>
                  </a:lnTo>
                  <a:lnTo>
                    <a:pt x="4925" y="65494"/>
                  </a:lnTo>
                  <a:lnTo>
                    <a:pt x="7162" y="64424"/>
                  </a:lnTo>
                  <a:lnTo>
                    <a:pt x="13288" y="55876"/>
                  </a:lnTo>
                  <a:lnTo>
                    <a:pt x="14273" y="52519"/>
                  </a:lnTo>
                  <a:lnTo>
                    <a:pt x="11450" y="48858"/>
                  </a:lnTo>
                  <a:lnTo>
                    <a:pt x="12332" y="45469"/>
                  </a:lnTo>
                  <a:lnTo>
                    <a:pt x="15013" y="48655"/>
                  </a:lnTo>
                  <a:lnTo>
                    <a:pt x="18213" y="45096"/>
                  </a:lnTo>
                  <a:lnTo>
                    <a:pt x="15201" y="41548"/>
                  </a:lnTo>
                  <a:lnTo>
                    <a:pt x="14435" y="29649"/>
                  </a:lnTo>
                  <a:lnTo>
                    <a:pt x="15969" y="27223"/>
                  </a:lnTo>
                  <a:lnTo>
                    <a:pt x="14936" y="23968"/>
                  </a:lnTo>
                  <a:lnTo>
                    <a:pt x="12894" y="20536"/>
                  </a:lnTo>
                  <a:lnTo>
                    <a:pt x="9330" y="19564"/>
                  </a:lnTo>
                  <a:lnTo>
                    <a:pt x="5183" y="16542"/>
                  </a:lnTo>
                  <a:lnTo>
                    <a:pt x="3262" y="13714"/>
                  </a:lnTo>
                  <a:lnTo>
                    <a:pt x="3588" y="10813"/>
                  </a:lnTo>
                  <a:lnTo>
                    <a:pt x="0" y="3053"/>
                  </a:lnTo>
                  <a:lnTo>
                    <a:pt x="6702" y="2149"/>
                  </a:lnTo>
                  <a:lnTo>
                    <a:pt x="14813" y="4058"/>
                  </a:lnTo>
                  <a:lnTo>
                    <a:pt x="17351" y="3065"/>
                  </a:lnTo>
                  <a:lnTo>
                    <a:pt x="18865" y="0"/>
                  </a:lnTo>
                  <a:lnTo>
                    <a:pt x="33496" y="7112"/>
                  </a:lnTo>
                  <a:lnTo>
                    <a:pt x="34064" y="6782"/>
                  </a:lnTo>
                  <a:lnTo>
                    <a:pt x="34462" y="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h386"/>
            <p:cNvSpPr/>
            <p:nvPr/>
          </p:nvSpPr>
          <p:spPr>
            <a:xfrm>
              <a:off x="1474838" y="1685691"/>
              <a:ext cx="101920" cy="158140"/>
            </a:xfrm>
            <a:custGeom>
              <a:avLst/>
              <a:pathLst>
                <a:path w="101920" h="158140">
                  <a:moveTo>
                    <a:pt x="45281" y="738"/>
                  </a:moveTo>
                  <a:lnTo>
                    <a:pt x="45043" y="6091"/>
                  </a:lnTo>
                  <a:lnTo>
                    <a:pt x="46091" y="6138"/>
                  </a:lnTo>
                  <a:lnTo>
                    <a:pt x="50447" y="6331"/>
                  </a:lnTo>
                  <a:lnTo>
                    <a:pt x="50685" y="949"/>
                  </a:lnTo>
                  <a:lnTo>
                    <a:pt x="59768" y="1328"/>
                  </a:lnTo>
                  <a:lnTo>
                    <a:pt x="58512" y="30854"/>
                  </a:lnTo>
                  <a:lnTo>
                    <a:pt x="68485" y="31285"/>
                  </a:lnTo>
                  <a:lnTo>
                    <a:pt x="71681" y="29233"/>
                  </a:lnTo>
                  <a:lnTo>
                    <a:pt x="79501" y="29470"/>
                  </a:lnTo>
                  <a:lnTo>
                    <a:pt x="79110" y="38452"/>
                  </a:lnTo>
                  <a:lnTo>
                    <a:pt x="82059" y="41955"/>
                  </a:lnTo>
                  <a:lnTo>
                    <a:pt x="86661" y="43719"/>
                  </a:lnTo>
                  <a:lnTo>
                    <a:pt x="85142" y="56282"/>
                  </a:lnTo>
                  <a:lnTo>
                    <a:pt x="88415" y="57009"/>
                  </a:lnTo>
                  <a:lnTo>
                    <a:pt x="88862" y="63790"/>
                  </a:lnTo>
                  <a:lnTo>
                    <a:pt x="91341" y="64425"/>
                  </a:lnTo>
                  <a:lnTo>
                    <a:pt x="94406" y="69326"/>
                  </a:lnTo>
                  <a:lnTo>
                    <a:pt x="98042" y="69455"/>
                  </a:lnTo>
                  <a:lnTo>
                    <a:pt x="98580" y="73395"/>
                  </a:lnTo>
                  <a:lnTo>
                    <a:pt x="98154" y="76629"/>
                  </a:lnTo>
                  <a:lnTo>
                    <a:pt x="92362" y="75679"/>
                  </a:lnTo>
                  <a:lnTo>
                    <a:pt x="89649" y="79000"/>
                  </a:lnTo>
                  <a:lnTo>
                    <a:pt x="88170" y="83324"/>
                  </a:lnTo>
                  <a:lnTo>
                    <a:pt x="87524" y="88272"/>
                  </a:lnTo>
                  <a:lnTo>
                    <a:pt x="88777" y="91986"/>
                  </a:lnTo>
                  <a:lnTo>
                    <a:pt x="88996" y="96034"/>
                  </a:lnTo>
                  <a:lnTo>
                    <a:pt x="96537" y="94649"/>
                  </a:lnTo>
                  <a:lnTo>
                    <a:pt x="96314" y="101042"/>
                  </a:lnTo>
                  <a:lnTo>
                    <a:pt x="101877" y="101296"/>
                  </a:lnTo>
                  <a:lnTo>
                    <a:pt x="101920" y="106359"/>
                  </a:lnTo>
                  <a:lnTo>
                    <a:pt x="88141" y="106423"/>
                  </a:lnTo>
                  <a:lnTo>
                    <a:pt x="82024" y="102656"/>
                  </a:lnTo>
                  <a:lnTo>
                    <a:pt x="77509" y="118343"/>
                  </a:lnTo>
                  <a:lnTo>
                    <a:pt x="83055" y="119788"/>
                  </a:lnTo>
                  <a:lnTo>
                    <a:pt x="83466" y="127850"/>
                  </a:lnTo>
                  <a:lnTo>
                    <a:pt x="68059" y="126751"/>
                  </a:lnTo>
                  <a:lnTo>
                    <a:pt x="69647" y="133037"/>
                  </a:lnTo>
                  <a:lnTo>
                    <a:pt x="67479" y="135924"/>
                  </a:lnTo>
                  <a:lnTo>
                    <a:pt x="60527" y="136709"/>
                  </a:lnTo>
                  <a:lnTo>
                    <a:pt x="62329" y="139309"/>
                  </a:lnTo>
                  <a:lnTo>
                    <a:pt x="62817" y="141368"/>
                  </a:lnTo>
                  <a:lnTo>
                    <a:pt x="59021" y="139772"/>
                  </a:lnTo>
                  <a:lnTo>
                    <a:pt x="54409" y="140384"/>
                  </a:lnTo>
                  <a:lnTo>
                    <a:pt x="53588" y="142300"/>
                  </a:lnTo>
                  <a:lnTo>
                    <a:pt x="55261" y="145129"/>
                  </a:lnTo>
                  <a:lnTo>
                    <a:pt x="57572" y="143782"/>
                  </a:lnTo>
                  <a:lnTo>
                    <a:pt x="59558" y="146435"/>
                  </a:lnTo>
                  <a:lnTo>
                    <a:pt x="58923" y="149893"/>
                  </a:lnTo>
                  <a:lnTo>
                    <a:pt x="39258" y="149634"/>
                  </a:lnTo>
                  <a:lnTo>
                    <a:pt x="41911" y="154406"/>
                  </a:lnTo>
                  <a:lnTo>
                    <a:pt x="39091" y="158140"/>
                  </a:lnTo>
                  <a:lnTo>
                    <a:pt x="29000" y="153773"/>
                  </a:lnTo>
                  <a:lnTo>
                    <a:pt x="27296" y="154519"/>
                  </a:lnTo>
                  <a:lnTo>
                    <a:pt x="26821" y="156315"/>
                  </a:lnTo>
                  <a:lnTo>
                    <a:pt x="24514" y="156706"/>
                  </a:lnTo>
                  <a:lnTo>
                    <a:pt x="22768" y="156598"/>
                  </a:lnTo>
                  <a:lnTo>
                    <a:pt x="15164" y="153632"/>
                  </a:lnTo>
                  <a:lnTo>
                    <a:pt x="15299" y="150789"/>
                  </a:lnTo>
                  <a:lnTo>
                    <a:pt x="11469" y="149394"/>
                  </a:lnTo>
                  <a:lnTo>
                    <a:pt x="9179" y="147526"/>
                  </a:lnTo>
                  <a:lnTo>
                    <a:pt x="9105" y="143975"/>
                  </a:lnTo>
                  <a:lnTo>
                    <a:pt x="5692" y="136635"/>
                  </a:lnTo>
                  <a:lnTo>
                    <a:pt x="3093" y="132854"/>
                  </a:lnTo>
                  <a:lnTo>
                    <a:pt x="4366" y="126825"/>
                  </a:lnTo>
                  <a:lnTo>
                    <a:pt x="2363" y="110744"/>
                  </a:lnTo>
                  <a:lnTo>
                    <a:pt x="5394" y="103964"/>
                  </a:lnTo>
                  <a:lnTo>
                    <a:pt x="2462" y="98554"/>
                  </a:lnTo>
                  <a:lnTo>
                    <a:pt x="686" y="99602"/>
                  </a:lnTo>
                  <a:lnTo>
                    <a:pt x="0" y="95051"/>
                  </a:lnTo>
                  <a:lnTo>
                    <a:pt x="2856" y="86927"/>
                  </a:lnTo>
                  <a:lnTo>
                    <a:pt x="7883" y="87362"/>
                  </a:lnTo>
                  <a:lnTo>
                    <a:pt x="9412" y="82646"/>
                  </a:lnTo>
                  <a:lnTo>
                    <a:pt x="5272" y="63472"/>
                  </a:lnTo>
                  <a:lnTo>
                    <a:pt x="8316" y="61453"/>
                  </a:lnTo>
                  <a:lnTo>
                    <a:pt x="13112" y="61097"/>
                  </a:lnTo>
                  <a:lnTo>
                    <a:pt x="15148" y="59731"/>
                  </a:lnTo>
                  <a:lnTo>
                    <a:pt x="12731" y="58653"/>
                  </a:lnTo>
                  <a:lnTo>
                    <a:pt x="11506" y="54359"/>
                  </a:lnTo>
                  <a:lnTo>
                    <a:pt x="13964" y="49154"/>
                  </a:lnTo>
                  <a:lnTo>
                    <a:pt x="13811" y="44516"/>
                  </a:lnTo>
                  <a:lnTo>
                    <a:pt x="16747" y="40702"/>
                  </a:lnTo>
                  <a:lnTo>
                    <a:pt x="12795" y="33858"/>
                  </a:lnTo>
                  <a:lnTo>
                    <a:pt x="19749" y="33998"/>
                  </a:lnTo>
                  <a:lnTo>
                    <a:pt x="25252" y="32023"/>
                  </a:lnTo>
                  <a:lnTo>
                    <a:pt x="25941" y="30241"/>
                  </a:lnTo>
                  <a:lnTo>
                    <a:pt x="25529" y="24858"/>
                  </a:lnTo>
                  <a:lnTo>
                    <a:pt x="19234" y="24453"/>
                  </a:lnTo>
                  <a:lnTo>
                    <a:pt x="16388" y="23223"/>
                  </a:lnTo>
                  <a:lnTo>
                    <a:pt x="15894" y="20232"/>
                  </a:lnTo>
                  <a:lnTo>
                    <a:pt x="18933" y="18444"/>
                  </a:lnTo>
                  <a:lnTo>
                    <a:pt x="17594" y="14659"/>
                  </a:lnTo>
                  <a:lnTo>
                    <a:pt x="18242" y="14052"/>
                  </a:lnTo>
                  <a:lnTo>
                    <a:pt x="20602" y="12823"/>
                  </a:lnTo>
                  <a:lnTo>
                    <a:pt x="22835" y="12626"/>
                  </a:lnTo>
                  <a:lnTo>
                    <a:pt x="23801" y="9456"/>
                  </a:lnTo>
                  <a:lnTo>
                    <a:pt x="2989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h387"/>
            <p:cNvSpPr/>
            <p:nvPr/>
          </p:nvSpPr>
          <p:spPr>
            <a:xfrm>
              <a:off x="1834807" y="2032097"/>
              <a:ext cx="59024" cy="64370"/>
            </a:xfrm>
            <a:custGeom>
              <a:avLst/>
              <a:pathLst>
                <a:path w="59024" h="64370">
                  <a:moveTo>
                    <a:pt x="24170" y="325"/>
                  </a:moveTo>
                  <a:lnTo>
                    <a:pt x="26697" y="5781"/>
                  </a:lnTo>
                  <a:lnTo>
                    <a:pt x="27600" y="10313"/>
                  </a:lnTo>
                  <a:lnTo>
                    <a:pt x="22711" y="12002"/>
                  </a:lnTo>
                  <a:lnTo>
                    <a:pt x="22671" y="13613"/>
                  </a:lnTo>
                  <a:lnTo>
                    <a:pt x="27079" y="18916"/>
                  </a:lnTo>
                  <a:lnTo>
                    <a:pt x="27608" y="23478"/>
                  </a:lnTo>
                  <a:lnTo>
                    <a:pt x="29767" y="24704"/>
                  </a:lnTo>
                  <a:lnTo>
                    <a:pt x="31905" y="22467"/>
                  </a:lnTo>
                  <a:lnTo>
                    <a:pt x="38795" y="33989"/>
                  </a:lnTo>
                  <a:lnTo>
                    <a:pt x="41265" y="34626"/>
                  </a:lnTo>
                  <a:lnTo>
                    <a:pt x="45375" y="38644"/>
                  </a:lnTo>
                  <a:lnTo>
                    <a:pt x="54290" y="38362"/>
                  </a:lnTo>
                  <a:lnTo>
                    <a:pt x="57819" y="54274"/>
                  </a:lnTo>
                  <a:lnTo>
                    <a:pt x="59024" y="55905"/>
                  </a:lnTo>
                  <a:lnTo>
                    <a:pt x="58718" y="57534"/>
                  </a:lnTo>
                  <a:lnTo>
                    <a:pt x="55672" y="57223"/>
                  </a:lnTo>
                  <a:lnTo>
                    <a:pt x="56062" y="54961"/>
                  </a:lnTo>
                  <a:lnTo>
                    <a:pt x="52939" y="54581"/>
                  </a:lnTo>
                  <a:lnTo>
                    <a:pt x="39504" y="57636"/>
                  </a:lnTo>
                  <a:lnTo>
                    <a:pt x="38504" y="53453"/>
                  </a:lnTo>
                  <a:lnTo>
                    <a:pt x="30520" y="55306"/>
                  </a:lnTo>
                  <a:lnTo>
                    <a:pt x="31715" y="59441"/>
                  </a:lnTo>
                  <a:lnTo>
                    <a:pt x="28207" y="60358"/>
                  </a:lnTo>
                  <a:lnTo>
                    <a:pt x="25085" y="64370"/>
                  </a:lnTo>
                  <a:lnTo>
                    <a:pt x="21756" y="51669"/>
                  </a:lnTo>
                  <a:lnTo>
                    <a:pt x="22598" y="50523"/>
                  </a:lnTo>
                  <a:lnTo>
                    <a:pt x="21974" y="45174"/>
                  </a:lnTo>
                  <a:lnTo>
                    <a:pt x="12711" y="42631"/>
                  </a:lnTo>
                  <a:lnTo>
                    <a:pt x="13453" y="41219"/>
                  </a:lnTo>
                  <a:lnTo>
                    <a:pt x="18105" y="42166"/>
                  </a:lnTo>
                  <a:lnTo>
                    <a:pt x="19600" y="38590"/>
                  </a:lnTo>
                  <a:lnTo>
                    <a:pt x="14374" y="36484"/>
                  </a:lnTo>
                  <a:lnTo>
                    <a:pt x="12841" y="37888"/>
                  </a:lnTo>
                  <a:lnTo>
                    <a:pt x="9621" y="33140"/>
                  </a:lnTo>
                  <a:lnTo>
                    <a:pt x="7521" y="33342"/>
                  </a:lnTo>
                  <a:lnTo>
                    <a:pt x="4717" y="28701"/>
                  </a:lnTo>
                  <a:lnTo>
                    <a:pt x="2015" y="21551"/>
                  </a:lnTo>
                  <a:lnTo>
                    <a:pt x="952" y="21322"/>
                  </a:lnTo>
                  <a:lnTo>
                    <a:pt x="0" y="17744"/>
                  </a:lnTo>
                  <a:lnTo>
                    <a:pt x="1268" y="13612"/>
                  </a:lnTo>
                  <a:lnTo>
                    <a:pt x="4005" y="10127"/>
                  </a:lnTo>
                  <a:lnTo>
                    <a:pt x="2376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h388"/>
            <p:cNvSpPr/>
            <p:nvPr/>
          </p:nvSpPr>
          <p:spPr>
            <a:xfrm>
              <a:off x="1811100" y="1838569"/>
              <a:ext cx="100041" cy="71661"/>
            </a:xfrm>
            <a:custGeom>
              <a:avLst/>
              <a:pathLst>
                <a:path w="100041" h="71661">
                  <a:moveTo>
                    <a:pt x="52256" y="5846"/>
                  </a:moveTo>
                  <a:lnTo>
                    <a:pt x="69891" y="1433"/>
                  </a:lnTo>
                  <a:lnTo>
                    <a:pt x="69832" y="5500"/>
                  </a:lnTo>
                  <a:lnTo>
                    <a:pt x="72796" y="4489"/>
                  </a:lnTo>
                  <a:lnTo>
                    <a:pt x="78969" y="4403"/>
                  </a:lnTo>
                  <a:lnTo>
                    <a:pt x="79776" y="7244"/>
                  </a:lnTo>
                  <a:lnTo>
                    <a:pt x="83649" y="9055"/>
                  </a:lnTo>
                  <a:lnTo>
                    <a:pt x="89298" y="7750"/>
                  </a:lnTo>
                  <a:lnTo>
                    <a:pt x="91328" y="11379"/>
                  </a:lnTo>
                  <a:lnTo>
                    <a:pt x="96425" y="9445"/>
                  </a:lnTo>
                  <a:lnTo>
                    <a:pt x="96379" y="12933"/>
                  </a:lnTo>
                  <a:lnTo>
                    <a:pt x="96290" y="17152"/>
                  </a:lnTo>
                  <a:lnTo>
                    <a:pt x="97314" y="17229"/>
                  </a:lnTo>
                  <a:lnTo>
                    <a:pt x="100041" y="23603"/>
                  </a:lnTo>
                  <a:lnTo>
                    <a:pt x="96512" y="23483"/>
                  </a:lnTo>
                  <a:lnTo>
                    <a:pt x="92996" y="26647"/>
                  </a:lnTo>
                  <a:lnTo>
                    <a:pt x="93252" y="28767"/>
                  </a:lnTo>
                  <a:lnTo>
                    <a:pt x="85186" y="30785"/>
                  </a:lnTo>
                  <a:lnTo>
                    <a:pt x="85004" y="35628"/>
                  </a:lnTo>
                  <a:lnTo>
                    <a:pt x="89727" y="34570"/>
                  </a:lnTo>
                  <a:lnTo>
                    <a:pt x="90102" y="35958"/>
                  </a:lnTo>
                  <a:lnTo>
                    <a:pt x="87710" y="39864"/>
                  </a:lnTo>
                  <a:lnTo>
                    <a:pt x="85818" y="55042"/>
                  </a:lnTo>
                  <a:lnTo>
                    <a:pt x="74947" y="70958"/>
                  </a:lnTo>
                  <a:lnTo>
                    <a:pt x="71548" y="71661"/>
                  </a:lnTo>
                  <a:lnTo>
                    <a:pt x="71144" y="70916"/>
                  </a:lnTo>
                  <a:lnTo>
                    <a:pt x="67362" y="70536"/>
                  </a:lnTo>
                  <a:lnTo>
                    <a:pt x="66996" y="67799"/>
                  </a:lnTo>
                  <a:lnTo>
                    <a:pt x="65052" y="64410"/>
                  </a:lnTo>
                  <a:lnTo>
                    <a:pt x="58543" y="61873"/>
                  </a:lnTo>
                  <a:lnTo>
                    <a:pt x="58264" y="65682"/>
                  </a:lnTo>
                  <a:lnTo>
                    <a:pt x="45357" y="67375"/>
                  </a:lnTo>
                  <a:lnTo>
                    <a:pt x="42964" y="61780"/>
                  </a:lnTo>
                  <a:lnTo>
                    <a:pt x="44545" y="61644"/>
                  </a:lnTo>
                  <a:lnTo>
                    <a:pt x="44093" y="61152"/>
                  </a:lnTo>
                  <a:lnTo>
                    <a:pt x="36655" y="58074"/>
                  </a:lnTo>
                  <a:lnTo>
                    <a:pt x="24984" y="61828"/>
                  </a:lnTo>
                  <a:lnTo>
                    <a:pt x="21859" y="63870"/>
                  </a:lnTo>
                  <a:lnTo>
                    <a:pt x="14796" y="61194"/>
                  </a:lnTo>
                  <a:lnTo>
                    <a:pt x="14014" y="60093"/>
                  </a:lnTo>
                  <a:lnTo>
                    <a:pt x="14515" y="57937"/>
                  </a:lnTo>
                  <a:lnTo>
                    <a:pt x="6335" y="50785"/>
                  </a:lnTo>
                  <a:lnTo>
                    <a:pt x="7039" y="49436"/>
                  </a:lnTo>
                  <a:lnTo>
                    <a:pt x="5933" y="43252"/>
                  </a:lnTo>
                  <a:lnTo>
                    <a:pt x="1854" y="40310"/>
                  </a:lnTo>
                  <a:lnTo>
                    <a:pt x="3666" y="39035"/>
                  </a:lnTo>
                  <a:lnTo>
                    <a:pt x="3953" y="32787"/>
                  </a:lnTo>
                  <a:lnTo>
                    <a:pt x="0" y="30839"/>
                  </a:lnTo>
                  <a:lnTo>
                    <a:pt x="3628" y="23940"/>
                  </a:lnTo>
                  <a:lnTo>
                    <a:pt x="12143" y="19320"/>
                  </a:lnTo>
                  <a:lnTo>
                    <a:pt x="11663" y="14712"/>
                  </a:lnTo>
                  <a:lnTo>
                    <a:pt x="17850" y="12884"/>
                  </a:lnTo>
                  <a:lnTo>
                    <a:pt x="19593" y="9832"/>
                  </a:lnTo>
                  <a:lnTo>
                    <a:pt x="23429" y="7251"/>
                  </a:lnTo>
                  <a:lnTo>
                    <a:pt x="25001" y="5413"/>
                  </a:lnTo>
                  <a:lnTo>
                    <a:pt x="25525" y="3456"/>
                  </a:lnTo>
                  <a:lnTo>
                    <a:pt x="27435" y="2097"/>
                  </a:lnTo>
                  <a:lnTo>
                    <a:pt x="31585" y="4388"/>
                  </a:lnTo>
                  <a:lnTo>
                    <a:pt x="32839" y="6897"/>
                  </a:lnTo>
                  <a:lnTo>
                    <a:pt x="39002" y="3307"/>
                  </a:lnTo>
                  <a:lnTo>
                    <a:pt x="41131" y="9065"/>
                  </a:lnTo>
                  <a:lnTo>
                    <a:pt x="4647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h389"/>
            <p:cNvSpPr/>
            <p:nvPr/>
          </p:nvSpPr>
          <p:spPr>
            <a:xfrm>
              <a:off x="1463377" y="1525506"/>
              <a:ext cx="104280" cy="139331"/>
            </a:xfrm>
            <a:custGeom>
              <a:avLst/>
              <a:pathLst>
                <a:path w="104280" h="139331">
                  <a:moveTo>
                    <a:pt x="79672" y="2437"/>
                  </a:moveTo>
                  <a:lnTo>
                    <a:pt x="79033" y="16924"/>
                  </a:lnTo>
                  <a:lnTo>
                    <a:pt x="82654" y="19392"/>
                  </a:lnTo>
                  <a:lnTo>
                    <a:pt x="89930" y="30174"/>
                  </a:lnTo>
                  <a:lnTo>
                    <a:pt x="87534" y="31982"/>
                  </a:lnTo>
                  <a:lnTo>
                    <a:pt x="88117" y="37241"/>
                  </a:lnTo>
                  <a:lnTo>
                    <a:pt x="94978" y="37623"/>
                  </a:lnTo>
                  <a:lnTo>
                    <a:pt x="98202" y="38693"/>
                  </a:lnTo>
                  <a:lnTo>
                    <a:pt x="98136" y="50924"/>
                  </a:lnTo>
                  <a:lnTo>
                    <a:pt x="99677" y="51992"/>
                  </a:lnTo>
                  <a:lnTo>
                    <a:pt x="101100" y="56309"/>
                  </a:lnTo>
                  <a:lnTo>
                    <a:pt x="100398" y="59489"/>
                  </a:lnTo>
                  <a:lnTo>
                    <a:pt x="98819" y="60521"/>
                  </a:lnTo>
                  <a:lnTo>
                    <a:pt x="100214" y="66014"/>
                  </a:lnTo>
                  <a:lnTo>
                    <a:pt x="100869" y="71371"/>
                  </a:lnTo>
                  <a:lnTo>
                    <a:pt x="104280" y="84147"/>
                  </a:lnTo>
                  <a:lnTo>
                    <a:pt x="93767" y="84953"/>
                  </a:lnTo>
                  <a:lnTo>
                    <a:pt x="94005" y="83438"/>
                  </a:lnTo>
                  <a:lnTo>
                    <a:pt x="91876" y="81387"/>
                  </a:lnTo>
                  <a:lnTo>
                    <a:pt x="86446" y="81771"/>
                  </a:lnTo>
                  <a:lnTo>
                    <a:pt x="86662" y="83524"/>
                  </a:lnTo>
                  <a:lnTo>
                    <a:pt x="90135" y="87769"/>
                  </a:lnTo>
                  <a:lnTo>
                    <a:pt x="89771" y="90103"/>
                  </a:lnTo>
                  <a:lnTo>
                    <a:pt x="88199" y="91255"/>
                  </a:lnTo>
                  <a:lnTo>
                    <a:pt x="82339" y="93310"/>
                  </a:lnTo>
                  <a:lnTo>
                    <a:pt x="79493" y="95220"/>
                  </a:lnTo>
                  <a:lnTo>
                    <a:pt x="79366" y="98426"/>
                  </a:lnTo>
                  <a:lnTo>
                    <a:pt x="77326" y="99224"/>
                  </a:lnTo>
                  <a:lnTo>
                    <a:pt x="72991" y="104736"/>
                  </a:lnTo>
                  <a:lnTo>
                    <a:pt x="73981" y="106306"/>
                  </a:lnTo>
                  <a:lnTo>
                    <a:pt x="75834" y="107361"/>
                  </a:lnTo>
                  <a:lnTo>
                    <a:pt x="77834" y="107283"/>
                  </a:lnTo>
                  <a:lnTo>
                    <a:pt x="78309" y="108460"/>
                  </a:lnTo>
                  <a:lnTo>
                    <a:pt x="73731" y="112456"/>
                  </a:lnTo>
                  <a:lnTo>
                    <a:pt x="74190" y="114414"/>
                  </a:lnTo>
                  <a:lnTo>
                    <a:pt x="75843" y="115686"/>
                  </a:lnTo>
                  <a:lnTo>
                    <a:pt x="75444" y="117116"/>
                  </a:lnTo>
                  <a:lnTo>
                    <a:pt x="69889" y="116582"/>
                  </a:lnTo>
                  <a:lnTo>
                    <a:pt x="65685" y="114579"/>
                  </a:lnTo>
                  <a:lnTo>
                    <a:pt x="61754" y="114871"/>
                  </a:lnTo>
                  <a:lnTo>
                    <a:pt x="58633" y="116437"/>
                  </a:lnTo>
                  <a:lnTo>
                    <a:pt x="57516" y="119984"/>
                  </a:lnTo>
                  <a:lnTo>
                    <a:pt x="53972" y="121050"/>
                  </a:lnTo>
                  <a:lnTo>
                    <a:pt x="50907" y="120018"/>
                  </a:lnTo>
                  <a:lnTo>
                    <a:pt x="50124" y="124965"/>
                  </a:lnTo>
                  <a:lnTo>
                    <a:pt x="46583" y="124559"/>
                  </a:lnTo>
                  <a:lnTo>
                    <a:pt x="43651" y="129246"/>
                  </a:lnTo>
                  <a:lnTo>
                    <a:pt x="42815" y="139331"/>
                  </a:lnTo>
                  <a:lnTo>
                    <a:pt x="31460" y="132061"/>
                  </a:lnTo>
                  <a:lnTo>
                    <a:pt x="31529" y="124597"/>
                  </a:lnTo>
                  <a:lnTo>
                    <a:pt x="38593" y="128711"/>
                  </a:lnTo>
                  <a:lnTo>
                    <a:pt x="39552" y="126731"/>
                  </a:lnTo>
                  <a:lnTo>
                    <a:pt x="35921" y="120091"/>
                  </a:lnTo>
                  <a:lnTo>
                    <a:pt x="31571" y="119550"/>
                  </a:lnTo>
                  <a:lnTo>
                    <a:pt x="31991" y="115433"/>
                  </a:lnTo>
                  <a:lnTo>
                    <a:pt x="29234" y="110258"/>
                  </a:lnTo>
                  <a:lnTo>
                    <a:pt x="32980" y="108169"/>
                  </a:lnTo>
                  <a:lnTo>
                    <a:pt x="34150" y="104696"/>
                  </a:lnTo>
                  <a:lnTo>
                    <a:pt x="27847" y="104039"/>
                  </a:lnTo>
                  <a:lnTo>
                    <a:pt x="28653" y="103817"/>
                  </a:lnTo>
                  <a:lnTo>
                    <a:pt x="28437" y="97611"/>
                  </a:lnTo>
                  <a:lnTo>
                    <a:pt x="25984" y="93558"/>
                  </a:lnTo>
                  <a:lnTo>
                    <a:pt x="21978" y="90284"/>
                  </a:lnTo>
                  <a:lnTo>
                    <a:pt x="11404" y="87232"/>
                  </a:lnTo>
                  <a:lnTo>
                    <a:pt x="6788" y="84269"/>
                  </a:lnTo>
                  <a:lnTo>
                    <a:pt x="8149" y="76552"/>
                  </a:lnTo>
                  <a:lnTo>
                    <a:pt x="6251" y="72871"/>
                  </a:lnTo>
                  <a:lnTo>
                    <a:pt x="3050" y="70307"/>
                  </a:lnTo>
                  <a:lnTo>
                    <a:pt x="0" y="70453"/>
                  </a:lnTo>
                  <a:lnTo>
                    <a:pt x="1542" y="66117"/>
                  </a:lnTo>
                  <a:lnTo>
                    <a:pt x="2546" y="55013"/>
                  </a:lnTo>
                  <a:lnTo>
                    <a:pt x="1927" y="50048"/>
                  </a:lnTo>
                  <a:lnTo>
                    <a:pt x="16051" y="51141"/>
                  </a:lnTo>
                  <a:lnTo>
                    <a:pt x="16536" y="39062"/>
                  </a:lnTo>
                  <a:lnTo>
                    <a:pt x="28878" y="39505"/>
                  </a:lnTo>
                  <a:lnTo>
                    <a:pt x="28973" y="36173"/>
                  </a:lnTo>
                  <a:lnTo>
                    <a:pt x="21945" y="35830"/>
                  </a:lnTo>
                  <a:lnTo>
                    <a:pt x="22356" y="31535"/>
                  </a:lnTo>
                  <a:lnTo>
                    <a:pt x="20523" y="27516"/>
                  </a:lnTo>
                  <a:lnTo>
                    <a:pt x="14123" y="24449"/>
                  </a:lnTo>
                  <a:lnTo>
                    <a:pt x="12907" y="23175"/>
                  </a:lnTo>
                  <a:lnTo>
                    <a:pt x="14197" y="19178"/>
                  </a:lnTo>
                  <a:lnTo>
                    <a:pt x="17424" y="16492"/>
                  </a:lnTo>
                  <a:lnTo>
                    <a:pt x="12971" y="16021"/>
                  </a:lnTo>
                  <a:lnTo>
                    <a:pt x="11834" y="13103"/>
                  </a:lnTo>
                  <a:lnTo>
                    <a:pt x="7651" y="14883"/>
                  </a:lnTo>
                  <a:lnTo>
                    <a:pt x="7033" y="14180"/>
                  </a:lnTo>
                  <a:lnTo>
                    <a:pt x="7990" y="12160"/>
                  </a:lnTo>
                  <a:lnTo>
                    <a:pt x="9976" y="10626"/>
                  </a:lnTo>
                  <a:lnTo>
                    <a:pt x="16428" y="10908"/>
                  </a:lnTo>
                  <a:lnTo>
                    <a:pt x="2327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h390"/>
            <p:cNvSpPr/>
            <p:nvPr/>
          </p:nvSpPr>
          <p:spPr>
            <a:xfrm>
              <a:off x="1553948" y="1684364"/>
              <a:ext cx="66573" cy="76080"/>
            </a:xfrm>
            <a:custGeom>
              <a:avLst/>
              <a:pathLst>
                <a:path w="66573" h="76080">
                  <a:moveTo>
                    <a:pt x="17108" y="0"/>
                  </a:moveTo>
                  <a:lnTo>
                    <a:pt x="25453" y="1417"/>
                  </a:lnTo>
                  <a:lnTo>
                    <a:pt x="25350" y="9869"/>
                  </a:lnTo>
                  <a:lnTo>
                    <a:pt x="40407" y="10524"/>
                  </a:lnTo>
                  <a:lnTo>
                    <a:pt x="47581" y="16880"/>
                  </a:lnTo>
                  <a:lnTo>
                    <a:pt x="47724" y="19147"/>
                  </a:lnTo>
                  <a:lnTo>
                    <a:pt x="49806" y="21266"/>
                  </a:lnTo>
                  <a:lnTo>
                    <a:pt x="52618" y="21048"/>
                  </a:lnTo>
                  <a:lnTo>
                    <a:pt x="56100" y="26024"/>
                  </a:lnTo>
                  <a:lnTo>
                    <a:pt x="53943" y="32389"/>
                  </a:lnTo>
                  <a:lnTo>
                    <a:pt x="60059" y="30879"/>
                  </a:lnTo>
                  <a:lnTo>
                    <a:pt x="60574" y="32110"/>
                  </a:lnTo>
                  <a:lnTo>
                    <a:pt x="60436" y="36561"/>
                  </a:lnTo>
                  <a:lnTo>
                    <a:pt x="63494" y="41318"/>
                  </a:lnTo>
                  <a:lnTo>
                    <a:pt x="63635" y="44831"/>
                  </a:lnTo>
                  <a:lnTo>
                    <a:pt x="62379" y="48826"/>
                  </a:lnTo>
                  <a:lnTo>
                    <a:pt x="65944" y="48480"/>
                  </a:lnTo>
                  <a:lnTo>
                    <a:pt x="66573" y="54196"/>
                  </a:lnTo>
                  <a:lnTo>
                    <a:pt x="64088" y="65079"/>
                  </a:lnTo>
                  <a:lnTo>
                    <a:pt x="58535" y="65646"/>
                  </a:lnTo>
                  <a:lnTo>
                    <a:pt x="50841" y="69606"/>
                  </a:lnTo>
                  <a:lnTo>
                    <a:pt x="46847" y="67886"/>
                  </a:lnTo>
                  <a:lnTo>
                    <a:pt x="44886" y="75487"/>
                  </a:lnTo>
                  <a:lnTo>
                    <a:pt x="42638" y="76080"/>
                  </a:lnTo>
                  <a:lnTo>
                    <a:pt x="31217" y="71745"/>
                  </a:lnTo>
                  <a:lnTo>
                    <a:pt x="30394" y="67476"/>
                  </a:lnTo>
                  <a:lnTo>
                    <a:pt x="25153" y="67081"/>
                  </a:lnTo>
                  <a:lnTo>
                    <a:pt x="25577" y="67715"/>
                  </a:lnTo>
                  <a:lnTo>
                    <a:pt x="24880" y="68443"/>
                  </a:lnTo>
                  <a:lnTo>
                    <a:pt x="20456" y="60714"/>
                  </a:lnTo>
                  <a:lnTo>
                    <a:pt x="12730" y="62709"/>
                  </a:lnTo>
                  <a:lnTo>
                    <a:pt x="11442" y="64218"/>
                  </a:lnTo>
                  <a:lnTo>
                    <a:pt x="12231" y="65751"/>
                  </a:lnTo>
                  <a:lnTo>
                    <a:pt x="9752" y="65117"/>
                  </a:lnTo>
                  <a:lnTo>
                    <a:pt x="9304" y="58336"/>
                  </a:lnTo>
                  <a:lnTo>
                    <a:pt x="6032" y="57609"/>
                  </a:lnTo>
                  <a:lnTo>
                    <a:pt x="7550" y="45046"/>
                  </a:lnTo>
                  <a:lnTo>
                    <a:pt x="2948" y="43282"/>
                  </a:lnTo>
                  <a:lnTo>
                    <a:pt x="0" y="39778"/>
                  </a:lnTo>
                  <a:lnTo>
                    <a:pt x="391" y="30797"/>
                  </a:lnTo>
                  <a:lnTo>
                    <a:pt x="524" y="25135"/>
                  </a:lnTo>
                  <a:lnTo>
                    <a:pt x="3179" y="20065"/>
                  </a:lnTo>
                  <a:lnTo>
                    <a:pt x="4674" y="13280"/>
                  </a:lnTo>
                  <a:lnTo>
                    <a:pt x="4812" y="10263"/>
                  </a:lnTo>
                  <a:lnTo>
                    <a:pt x="2392" y="2845"/>
                  </a:lnTo>
                  <a:lnTo>
                    <a:pt x="5240" y="1310"/>
                  </a:lnTo>
                  <a:lnTo>
                    <a:pt x="9490" y="1409"/>
                  </a:lnTo>
                  <a:lnTo>
                    <a:pt x="11711" y="2409"/>
                  </a:lnTo>
                  <a:lnTo>
                    <a:pt x="14220" y="3537"/>
                  </a:lnTo>
                  <a:lnTo>
                    <a:pt x="14921" y="122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h391"/>
            <p:cNvSpPr/>
            <p:nvPr/>
          </p:nvSpPr>
          <p:spPr>
            <a:xfrm>
              <a:off x="1730469" y="2019973"/>
              <a:ext cx="35131" cy="50571"/>
            </a:xfrm>
            <a:custGeom>
              <a:avLst/>
              <a:pathLst>
                <a:path w="35131" h="50571">
                  <a:moveTo>
                    <a:pt x="19185" y="1715"/>
                  </a:moveTo>
                  <a:lnTo>
                    <a:pt x="24460" y="6364"/>
                  </a:lnTo>
                  <a:lnTo>
                    <a:pt x="28691" y="5410"/>
                  </a:lnTo>
                  <a:lnTo>
                    <a:pt x="31081" y="6384"/>
                  </a:lnTo>
                  <a:lnTo>
                    <a:pt x="32624" y="6457"/>
                  </a:lnTo>
                  <a:lnTo>
                    <a:pt x="34310" y="7520"/>
                  </a:lnTo>
                  <a:lnTo>
                    <a:pt x="35131" y="9982"/>
                  </a:lnTo>
                  <a:lnTo>
                    <a:pt x="32227" y="13047"/>
                  </a:lnTo>
                  <a:lnTo>
                    <a:pt x="30036" y="18704"/>
                  </a:lnTo>
                  <a:lnTo>
                    <a:pt x="32041" y="27802"/>
                  </a:lnTo>
                  <a:lnTo>
                    <a:pt x="31210" y="32774"/>
                  </a:lnTo>
                  <a:lnTo>
                    <a:pt x="32619" y="35102"/>
                  </a:lnTo>
                  <a:lnTo>
                    <a:pt x="30590" y="36815"/>
                  </a:lnTo>
                  <a:lnTo>
                    <a:pt x="27321" y="42600"/>
                  </a:lnTo>
                  <a:lnTo>
                    <a:pt x="25276" y="49441"/>
                  </a:lnTo>
                  <a:lnTo>
                    <a:pt x="23526" y="50571"/>
                  </a:lnTo>
                  <a:lnTo>
                    <a:pt x="19156" y="49441"/>
                  </a:lnTo>
                  <a:lnTo>
                    <a:pt x="15485" y="41993"/>
                  </a:lnTo>
                  <a:lnTo>
                    <a:pt x="12597" y="42817"/>
                  </a:lnTo>
                  <a:lnTo>
                    <a:pt x="9376" y="41463"/>
                  </a:lnTo>
                  <a:lnTo>
                    <a:pt x="10765" y="38448"/>
                  </a:lnTo>
                  <a:lnTo>
                    <a:pt x="8251" y="34985"/>
                  </a:lnTo>
                  <a:lnTo>
                    <a:pt x="3195" y="35977"/>
                  </a:lnTo>
                  <a:lnTo>
                    <a:pt x="0" y="29204"/>
                  </a:lnTo>
                  <a:lnTo>
                    <a:pt x="1118" y="27290"/>
                  </a:lnTo>
                  <a:lnTo>
                    <a:pt x="1916" y="19397"/>
                  </a:lnTo>
                  <a:lnTo>
                    <a:pt x="6231" y="15922"/>
                  </a:lnTo>
                  <a:lnTo>
                    <a:pt x="7963" y="16167"/>
                  </a:lnTo>
                  <a:lnTo>
                    <a:pt x="11219" y="15310"/>
                  </a:lnTo>
                  <a:lnTo>
                    <a:pt x="15984" y="12001"/>
                  </a:lnTo>
                  <a:lnTo>
                    <a:pt x="14319" y="5942"/>
                  </a:lnTo>
                  <a:lnTo>
                    <a:pt x="1401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h392"/>
            <p:cNvSpPr/>
            <p:nvPr/>
          </p:nvSpPr>
          <p:spPr>
            <a:xfrm>
              <a:off x="1489929" y="1777678"/>
              <a:ext cx="108688" cy="112324"/>
            </a:xfrm>
            <a:custGeom>
              <a:avLst/>
              <a:pathLst>
                <a:path w="108688" h="112324">
                  <a:moveTo>
                    <a:pt x="80545" y="471"/>
                  </a:moveTo>
                  <a:lnTo>
                    <a:pt x="82984" y="3849"/>
                  </a:lnTo>
                  <a:lnTo>
                    <a:pt x="88911" y="3200"/>
                  </a:lnTo>
                  <a:lnTo>
                    <a:pt x="92165" y="4230"/>
                  </a:lnTo>
                  <a:lnTo>
                    <a:pt x="95142" y="7614"/>
                  </a:lnTo>
                  <a:lnTo>
                    <a:pt x="94147" y="11188"/>
                  </a:lnTo>
                  <a:lnTo>
                    <a:pt x="95216" y="12284"/>
                  </a:lnTo>
                  <a:lnTo>
                    <a:pt x="100631" y="13447"/>
                  </a:lnTo>
                  <a:lnTo>
                    <a:pt x="105601" y="10687"/>
                  </a:lnTo>
                  <a:lnTo>
                    <a:pt x="104297" y="16454"/>
                  </a:lnTo>
                  <a:lnTo>
                    <a:pt x="101504" y="20414"/>
                  </a:lnTo>
                  <a:lnTo>
                    <a:pt x="106465" y="23781"/>
                  </a:lnTo>
                  <a:lnTo>
                    <a:pt x="108098" y="26756"/>
                  </a:lnTo>
                  <a:lnTo>
                    <a:pt x="107029" y="32070"/>
                  </a:lnTo>
                  <a:lnTo>
                    <a:pt x="108688" y="35181"/>
                  </a:lnTo>
                  <a:lnTo>
                    <a:pt x="105302" y="38004"/>
                  </a:lnTo>
                  <a:lnTo>
                    <a:pt x="98738" y="36489"/>
                  </a:lnTo>
                  <a:lnTo>
                    <a:pt x="97122" y="34879"/>
                  </a:lnTo>
                  <a:lnTo>
                    <a:pt x="92356" y="34050"/>
                  </a:lnTo>
                  <a:lnTo>
                    <a:pt x="83650" y="39867"/>
                  </a:lnTo>
                  <a:lnTo>
                    <a:pt x="85497" y="45076"/>
                  </a:lnTo>
                  <a:lnTo>
                    <a:pt x="80296" y="45157"/>
                  </a:lnTo>
                  <a:lnTo>
                    <a:pt x="81410" y="41746"/>
                  </a:lnTo>
                  <a:lnTo>
                    <a:pt x="80411" y="41384"/>
                  </a:lnTo>
                  <a:lnTo>
                    <a:pt x="75281" y="48586"/>
                  </a:lnTo>
                  <a:lnTo>
                    <a:pt x="77114" y="49935"/>
                  </a:lnTo>
                  <a:lnTo>
                    <a:pt x="76962" y="54138"/>
                  </a:lnTo>
                  <a:lnTo>
                    <a:pt x="76148" y="56621"/>
                  </a:lnTo>
                  <a:lnTo>
                    <a:pt x="79063" y="67341"/>
                  </a:lnTo>
                  <a:lnTo>
                    <a:pt x="78197" y="72352"/>
                  </a:lnTo>
                  <a:lnTo>
                    <a:pt x="78333" y="73673"/>
                  </a:lnTo>
                  <a:lnTo>
                    <a:pt x="76803" y="77147"/>
                  </a:lnTo>
                  <a:lnTo>
                    <a:pt x="77437" y="83700"/>
                  </a:lnTo>
                  <a:lnTo>
                    <a:pt x="76407" y="85843"/>
                  </a:lnTo>
                  <a:lnTo>
                    <a:pt x="70098" y="83752"/>
                  </a:lnTo>
                  <a:lnTo>
                    <a:pt x="67118" y="85192"/>
                  </a:lnTo>
                  <a:lnTo>
                    <a:pt x="68751" y="89458"/>
                  </a:lnTo>
                  <a:lnTo>
                    <a:pt x="64043" y="95942"/>
                  </a:lnTo>
                  <a:lnTo>
                    <a:pt x="63748" y="98321"/>
                  </a:lnTo>
                  <a:lnTo>
                    <a:pt x="58835" y="99398"/>
                  </a:lnTo>
                  <a:lnTo>
                    <a:pt x="57002" y="101036"/>
                  </a:lnTo>
                  <a:lnTo>
                    <a:pt x="53608" y="104746"/>
                  </a:lnTo>
                  <a:lnTo>
                    <a:pt x="49270" y="111862"/>
                  </a:lnTo>
                  <a:lnTo>
                    <a:pt x="45804" y="112324"/>
                  </a:lnTo>
                  <a:lnTo>
                    <a:pt x="35544" y="107590"/>
                  </a:lnTo>
                  <a:lnTo>
                    <a:pt x="26902" y="106239"/>
                  </a:lnTo>
                  <a:lnTo>
                    <a:pt x="12338" y="106268"/>
                  </a:lnTo>
                  <a:lnTo>
                    <a:pt x="9155" y="103510"/>
                  </a:lnTo>
                  <a:lnTo>
                    <a:pt x="8206" y="102802"/>
                  </a:lnTo>
                  <a:lnTo>
                    <a:pt x="5682" y="96573"/>
                  </a:lnTo>
                  <a:lnTo>
                    <a:pt x="5353" y="92557"/>
                  </a:lnTo>
                  <a:lnTo>
                    <a:pt x="7178" y="88624"/>
                  </a:lnTo>
                  <a:lnTo>
                    <a:pt x="6956" y="86838"/>
                  </a:lnTo>
                  <a:lnTo>
                    <a:pt x="5298" y="87038"/>
                  </a:lnTo>
                  <a:lnTo>
                    <a:pt x="4731" y="80945"/>
                  </a:lnTo>
                  <a:lnTo>
                    <a:pt x="2704" y="78329"/>
                  </a:lnTo>
                  <a:lnTo>
                    <a:pt x="1550" y="74100"/>
                  </a:lnTo>
                  <a:lnTo>
                    <a:pt x="0" y="71669"/>
                  </a:lnTo>
                  <a:lnTo>
                    <a:pt x="73" y="61645"/>
                  </a:lnTo>
                  <a:lnTo>
                    <a:pt x="7676" y="64611"/>
                  </a:lnTo>
                  <a:lnTo>
                    <a:pt x="9422" y="64719"/>
                  </a:lnTo>
                  <a:lnTo>
                    <a:pt x="11729" y="64328"/>
                  </a:lnTo>
                  <a:lnTo>
                    <a:pt x="12204" y="62532"/>
                  </a:lnTo>
                  <a:lnTo>
                    <a:pt x="13908" y="61786"/>
                  </a:lnTo>
                  <a:lnTo>
                    <a:pt x="23999" y="66153"/>
                  </a:lnTo>
                  <a:lnTo>
                    <a:pt x="26819" y="62419"/>
                  </a:lnTo>
                  <a:lnTo>
                    <a:pt x="24167" y="57647"/>
                  </a:lnTo>
                  <a:lnTo>
                    <a:pt x="43831" y="57906"/>
                  </a:lnTo>
                  <a:lnTo>
                    <a:pt x="44466" y="54448"/>
                  </a:lnTo>
                  <a:lnTo>
                    <a:pt x="42480" y="51795"/>
                  </a:lnTo>
                  <a:lnTo>
                    <a:pt x="40169" y="53143"/>
                  </a:lnTo>
                  <a:lnTo>
                    <a:pt x="38496" y="50313"/>
                  </a:lnTo>
                  <a:lnTo>
                    <a:pt x="39317" y="48397"/>
                  </a:lnTo>
                  <a:lnTo>
                    <a:pt x="43929" y="47785"/>
                  </a:lnTo>
                  <a:lnTo>
                    <a:pt x="47725" y="49381"/>
                  </a:lnTo>
                  <a:lnTo>
                    <a:pt x="47237" y="47322"/>
                  </a:lnTo>
                  <a:lnTo>
                    <a:pt x="45435" y="44722"/>
                  </a:lnTo>
                  <a:lnTo>
                    <a:pt x="52388" y="43938"/>
                  </a:lnTo>
                  <a:lnTo>
                    <a:pt x="54555" y="41050"/>
                  </a:lnTo>
                  <a:lnTo>
                    <a:pt x="52967" y="34764"/>
                  </a:lnTo>
                  <a:lnTo>
                    <a:pt x="68374" y="35863"/>
                  </a:lnTo>
                  <a:lnTo>
                    <a:pt x="67963" y="27801"/>
                  </a:lnTo>
                  <a:lnTo>
                    <a:pt x="62417" y="26357"/>
                  </a:lnTo>
                  <a:lnTo>
                    <a:pt x="66932" y="10669"/>
                  </a:lnTo>
                  <a:lnTo>
                    <a:pt x="73049" y="14436"/>
                  </a:lnTo>
                  <a:lnTo>
                    <a:pt x="86828" y="14372"/>
                  </a:lnTo>
                  <a:lnTo>
                    <a:pt x="86785" y="9309"/>
                  </a:lnTo>
                  <a:lnTo>
                    <a:pt x="81222" y="9055"/>
                  </a:lnTo>
                  <a:lnTo>
                    <a:pt x="81446" y="2662"/>
                  </a:lnTo>
                  <a:lnTo>
                    <a:pt x="73904" y="4047"/>
                  </a:lnTo>
                  <a:lnTo>
                    <a:pt x="7368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h393"/>
            <p:cNvSpPr/>
            <p:nvPr/>
          </p:nvSpPr>
          <p:spPr>
            <a:xfrm>
              <a:off x="1691650" y="1917298"/>
              <a:ext cx="94553" cy="90347"/>
            </a:xfrm>
            <a:custGeom>
              <a:avLst/>
              <a:pathLst>
                <a:path w="94553" h="90347">
                  <a:moveTo>
                    <a:pt x="36793" y="346"/>
                  </a:moveTo>
                  <a:lnTo>
                    <a:pt x="42758" y="5368"/>
                  </a:lnTo>
                  <a:lnTo>
                    <a:pt x="48882" y="2227"/>
                  </a:lnTo>
                  <a:lnTo>
                    <a:pt x="61148" y="0"/>
                  </a:lnTo>
                  <a:lnTo>
                    <a:pt x="58169" y="2679"/>
                  </a:lnTo>
                  <a:lnTo>
                    <a:pt x="58591" y="3654"/>
                  </a:lnTo>
                  <a:lnTo>
                    <a:pt x="65741" y="7095"/>
                  </a:lnTo>
                  <a:lnTo>
                    <a:pt x="67364" y="5485"/>
                  </a:lnTo>
                  <a:lnTo>
                    <a:pt x="68565" y="7218"/>
                  </a:lnTo>
                  <a:lnTo>
                    <a:pt x="70860" y="14466"/>
                  </a:lnTo>
                  <a:lnTo>
                    <a:pt x="69042" y="16019"/>
                  </a:lnTo>
                  <a:lnTo>
                    <a:pt x="70588" y="19418"/>
                  </a:lnTo>
                  <a:lnTo>
                    <a:pt x="75004" y="24560"/>
                  </a:lnTo>
                  <a:lnTo>
                    <a:pt x="76791" y="25104"/>
                  </a:lnTo>
                  <a:lnTo>
                    <a:pt x="79007" y="24591"/>
                  </a:lnTo>
                  <a:lnTo>
                    <a:pt x="80731" y="26511"/>
                  </a:lnTo>
                  <a:lnTo>
                    <a:pt x="80941" y="28629"/>
                  </a:lnTo>
                  <a:lnTo>
                    <a:pt x="81976" y="29954"/>
                  </a:lnTo>
                  <a:lnTo>
                    <a:pt x="86111" y="32427"/>
                  </a:lnTo>
                  <a:lnTo>
                    <a:pt x="86735" y="32487"/>
                  </a:lnTo>
                  <a:lnTo>
                    <a:pt x="90959" y="28178"/>
                  </a:lnTo>
                  <a:lnTo>
                    <a:pt x="92448" y="31687"/>
                  </a:lnTo>
                  <a:lnTo>
                    <a:pt x="90083" y="37433"/>
                  </a:lnTo>
                  <a:lnTo>
                    <a:pt x="88341" y="38497"/>
                  </a:lnTo>
                  <a:lnTo>
                    <a:pt x="86302" y="41044"/>
                  </a:lnTo>
                  <a:lnTo>
                    <a:pt x="85905" y="44005"/>
                  </a:lnTo>
                  <a:lnTo>
                    <a:pt x="86683" y="45913"/>
                  </a:lnTo>
                  <a:lnTo>
                    <a:pt x="89555" y="47946"/>
                  </a:lnTo>
                  <a:lnTo>
                    <a:pt x="91252" y="47684"/>
                  </a:lnTo>
                  <a:lnTo>
                    <a:pt x="93471" y="48418"/>
                  </a:lnTo>
                  <a:lnTo>
                    <a:pt x="94553" y="53821"/>
                  </a:lnTo>
                  <a:lnTo>
                    <a:pt x="91359" y="53229"/>
                  </a:lnTo>
                  <a:lnTo>
                    <a:pt x="89304" y="57807"/>
                  </a:lnTo>
                  <a:lnTo>
                    <a:pt x="86064" y="59103"/>
                  </a:lnTo>
                  <a:lnTo>
                    <a:pt x="84637" y="57557"/>
                  </a:lnTo>
                  <a:lnTo>
                    <a:pt x="77401" y="56741"/>
                  </a:lnTo>
                  <a:lnTo>
                    <a:pt x="76452" y="55966"/>
                  </a:lnTo>
                  <a:lnTo>
                    <a:pt x="75685" y="53142"/>
                  </a:lnTo>
                  <a:lnTo>
                    <a:pt x="73735" y="54294"/>
                  </a:lnTo>
                  <a:lnTo>
                    <a:pt x="73555" y="56313"/>
                  </a:lnTo>
                  <a:lnTo>
                    <a:pt x="75899" y="58359"/>
                  </a:lnTo>
                  <a:lnTo>
                    <a:pt x="74699" y="60480"/>
                  </a:lnTo>
                  <a:lnTo>
                    <a:pt x="70982" y="58029"/>
                  </a:lnTo>
                  <a:lnTo>
                    <a:pt x="64996" y="56963"/>
                  </a:lnTo>
                  <a:lnTo>
                    <a:pt x="62663" y="50631"/>
                  </a:lnTo>
                  <a:lnTo>
                    <a:pt x="52692" y="54630"/>
                  </a:lnTo>
                  <a:lnTo>
                    <a:pt x="54187" y="59917"/>
                  </a:lnTo>
                  <a:lnTo>
                    <a:pt x="46235" y="61545"/>
                  </a:lnTo>
                  <a:lnTo>
                    <a:pt x="45024" y="63665"/>
                  </a:lnTo>
                  <a:lnTo>
                    <a:pt x="47879" y="67494"/>
                  </a:lnTo>
                  <a:lnTo>
                    <a:pt x="50397" y="67258"/>
                  </a:lnTo>
                  <a:lnTo>
                    <a:pt x="52178" y="66169"/>
                  </a:lnTo>
                  <a:lnTo>
                    <a:pt x="54309" y="69141"/>
                  </a:lnTo>
                  <a:lnTo>
                    <a:pt x="54106" y="71422"/>
                  </a:lnTo>
                  <a:lnTo>
                    <a:pt x="52877" y="72402"/>
                  </a:lnTo>
                  <a:lnTo>
                    <a:pt x="45430" y="72943"/>
                  </a:lnTo>
                  <a:lnTo>
                    <a:pt x="43667" y="74557"/>
                  </a:lnTo>
                  <a:lnTo>
                    <a:pt x="42498" y="78238"/>
                  </a:lnTo>
                  <a:lnTo>
                    <a:pt x="51982" y="84710"/>
                  </a:lnTo>
                  <a:lnTo>
                    <a:pt x="50632" y="87928"/>
                  </a:lnTo>
                  <a:lnTo>
                    <a:pt x="50436" y="88394"/>
                  </a:lnTo>
                  <a:lnTo>
                    <a:pt x="47830" y="85948"/>
                  </a:lnTo>
                  <a:lnTo>
                    <a:pt x="44709" y="84700"/>
                  </a:lnTo>
                  <a:lnTo>
                    <a:pt x="43548" y="86648"/>
                  </a:lnTo>
                  <a:lnTo>
                    <a:pt x="43717" y="90347"/>
                  </a:lnTo>
                  <a:lnTo>
                    <a:pt x="33571" y="89468"/>
                  </a:lnTo>
                  <a:lnTo>
                    <a:pt x="31783" y="88667"/>
                  </a:lnTo>
                  <a:lnTo>
                    <a:pt x="27980" y="84717"/>
                  </a:lnTo>
                  <a:lnTo>
                    <a:pt x="24901" y="84006"/>
                  </a:lnTo>
                  <a:lnTo>
                    <a:pt x="24194" y="83027"/>
                  </a:lnTo>
                  <a:lnTo>
                    <a:pt x="15433" y="78476"/>
                  </a:lnTo>
                  <a:lnTo>
                    <a:pt x="11766" y="75019"/>
                  </a:lnTo>
                  <a:lnTo>
                    <a:pt x="10884" y="73445"/>
                  </a:lnTo>
                  <a:lnTo>
                    <a:pt x="11588" y="72197"/>
                  </a:lnTo>
                  <a:lnTo>
                    <a:pt x="11722" y="67720"/>
                  </a:lnTo>
                  <a:lnTo>
                    <a:pt x="10744" y="60032"/>
                  </a:lnTo>
                  <a:lnTo>
                    <a:pt x="12163" y="59381"/>
                  </a:lnTo>
                  <a:lnTo>
                    <a:pt x="7703" y="55756"/>
                  </a:lnTo>
                  <a:lnTo>
                    <a:pt x="3847" y="57255"/>
                  </a:lnTo>
                  <a:lnTo>
                    <a:pt x="925" y="55778"/>
                  </a:lnTo>
                  <a:lnTo>
                    <a:pt x="0" y="50859"/>
                  </a:lnTo>
                  <a:lnTo>
                    <a:pt x="1858" y="51345"/>
                  </a:lnTo>
                  <a:lnTo>
                    <a:pt x="2369" y="50479"/>
                  </a:lnTo>
                  <a:lnTo>
                    <a:pt x="3754" y="50082"/>
                  </a:lnTo>
                  <a:lnTo>
                    <a:pt x="6556" y="50672"/>
                  </a:lnTo>
                  <a:lnTo>
                    <a:pt x="8505" y="41390"/>
                  </a:lnTo>
                  <a:lnTo>
                    <a:pt x="10077" y="40718"/>
                  </a:lnTo>
                  <a:lnTo>
                    <a:pt x="12888" y="43676"/>
                  </a:lnTo>
                  <a:lnTo>
                    <a:pt x="13499" y="45033"/>
                  </a:lnTo>
                  <a:lnTo>
                    <a:pt x="15708" y="40898"/>
                  </a:lnTo>
                  <a:lnTo>
                    <a:pt x="18595" y="38543"/>
                  </a:lnTo>
                  <a:lnTo>
                    <a:pt x="20360" y="38599"/>
                  </a:lnTo>
                  <a:lnTo>
                    <a:pt x="26557" y="41074"/>
                  </a:lnTo>
                  <a:lnTo>
                    <a:pt x="32160" y="40214"/>
                  </a:lnTo>
                  <a:lnTo>
                    <a:pt x="35782" y="35824"/>
                  </a:lnTo>
                  <a:lnTo>
                    <a:pt x="35421" y="31860"/>
                  </a:lnTo>
                  <a:lnTo>
                    <a:pt x="36618" y="25274"/>
                  </a:lnTo>
                  <a:lnTo>
                    <a:pt x="35188" y="23252"/>
                  </a:lnTo>
                  <a:lnTo>
                    <a:pt x="27683" y="23172"/>
                  </a:lnTo>
                  <a:lnTo>
                    <a:pt x="29990" y="21106"/>
                  </a:lnTo>
                  <a:lnTo>
                    <a:pt x="28141" y="19455"/>
                  </a:lnTo>
                  <a:lnTo>
                    <a:pt x="25228" y="18728"/>
                  </a:lnTo>
                  <a:lnTo>
                    <a:pt x="22829" y="15747"/>
                  </a:lnTo>
                  <a:lnTo>
                    <a:pt x="25117" y="15546"/>
                  </a:lnTo>
                  <a:lnTo>
                    <a:pt x="28501" y="13360"/>
                  </a:lnTo>
                  <a:lnTo>
                    <a:pt x="28959" y="10991"/>
                  </a:lnTo>
                  <a:lnTo>
                    <a:pt x="27962" y="4279"/>
                  </a:lnTo>
                  <a:lnTo>
                    <a:pt x="29803" y="4033"/>
                  </a:lnTo>
                  <a:lnTo>
                    <a:pt x="31449" y="2668"/>
                  </a:lnTo>
                  <a:lnTo>
                    <a:pt x="32035" y="27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h394"/>
            <p:cNvSpPr/>
            <p:nvPr/>
          </p:nvSpPr>
          <p:spPr>
            <a:xfrm>
              <a:off x="1777555" y="1896643"/>
              <a:ext cx="107127" cy="77358"/>
            </a:xfrm>
            <a:custGeom>
              <a:avLst/>
              <a:pathLst>
                <a:path w="107127" h="77358">
                  <a:moveTo>
                    <a:pt x="70200" y="0"/>
                  </a:moveTo>
                  <a:lnTo>
                    <a:pt x="77637" y="3077"/>
                  </a:lnTo>
                  <a:lnTo>
                    <a:pt x="78090" y="3569"/>
                  </a:lnTo>
                  <a:lnTo>
                    <a:pt x="76509" y="3706"/>
                  </a:lnTo>
                  <a:lnTo>
                    <a:pt x="78902" y="9301"/>
                  </a:lnTo>
                  <a:lnTo>
                    <a:pt x="91808" y="7607"/>
                  </a:lnTo>
                  <a:lnTo>
                    <a:pt x="92088" y="3798"/>
                  </a:lnTo>
                  <a:lnTo>
                    <a:pt x="98597" y="6336"/>
                  </a:lnTo>
                  <a:lnTo>
                    <a:pt x="100541" y="9725"/>
                  </a:lnTo>
                  <a:lnTo>
                    <a:pt x="100907" y="12461"/>
                  </a:lnTo>
                  <a:lnTo>
                    <a:pt x="100335" y="14385"/>
                  </a:lnTo>
                  <a:lnTo>
                    <a:pt x="94183" y="18468"/>
                  </a:lnTo>
                  <a:lnTo>
                    <a:pt x="93252" y="17649"/>
                  </a:lnTo>
                  <a:lnTo>
                    <a:pt x="92548" y="19558"/>
                  </a:lnTo>
                  <a:lnTo>
                    <a:pt x="99169" y="33025"/>
                  </a:lnTo>
                  <a:lnTo>
                    <a:pt x="106364" y="36239"/>
                  </a:lnTo>
                  <a:lnTo>
                    <a:pt x="107050" y="37198"/>
                  </a:lnTo>
                  <a:lnTo>
                    <a:pt x="107127" y="38322"/>
                  </a:lnTo>
                  <a:lnTo>
                    <a:pt x="105995" y="40046"/>
                  </a:lnTo>
                  <a:lnTo>
                    <a:pt x="102649" y="41311"/>
                  </a:lnTo>
                  <a:lnTo>
                    <a:pt x="102395" y="40401"/>
                  </a:lnTo>
                  <a:lnTo>
                    <a:pt x="93287" y="36403"/>
                  </a:lnTo>
                  <a:lnTo>
                    <a:pt x="78888" y="35436"/>
                  </a:lnTo>
                  <a:lnTo>
                    <a:pt x="80821" y="39749"/>
                  </a:lnTo>
                  <a:lnTo>
                    <a:pt x="69828" y="40559"/>
                  </a:lnTo>
                  <a:lnTo>
                    <a:pt x="64924" y="44975"/>
                  </a:lnTo>
                  <a:lnTo>
                    <a:pt x="63732" y="47700"/>
                  </a:lnTo>
                  <a:lnTo>
                    <a:pt x="53978" y="54406"/>
                  </a:lnTo>
                  <a:lnTo>
                    <a:pt x="60339" y="62567"/>
                  </a:lnTo>
                  <a:lnTo>
                    <a:pt x="56910" y="64763"/>
                  </a:lnTo>
                  <a:lnTo>
                    <a:pt x="56242" y="66902"/>
                  </a:lnTo>
                  <a:lnTo>
                    <a:pt x="54040" y="63631"/>
                  </a:lnTo>
                  <a:lnTo>
                    <a:pt x="51954" y="64955"/>
                  </a:lnTo>
                  <a:lnTo>
                    <a:pt x="50729" y="67037"/>
                  </a:lnTo>
                  <a:lnTo>
                    <a:pt x="50833" y="69908"/>
                  </a:lnTo>
                  <a:lnTo>
                    <a:pt x="47988" y="72028"/>
                  </a:lnTo>
                  <a:lnTo>
                    <a:pt x="28451" y="73023"/>
                  </a:lnTo>
                  <a:lnTo>
                    <a:pt x="23963" y="77358"/>
                  </a:lnTo>
                  <a:lnTo>
                    <a:pt x="14148" y="73307"/>
                  </a:lnTo>
                  <a:lnTo>
                    <a:pt x="10630" y="74739"/>
                  </a:lnTo>
                  <a:lnTo>
                    <a:pt x="8648" y="74476"/>
                  </a:lnTo>
                  <a:lnTo>
                    <a:pt x="7566" y="69073"/>
                  </a:lnTo>
                  <a:lnTo>
                    <a:pt x="5347" y="68339"/>
                  </a:lnTo>
                  <a:lnTo>
                    <a:pt x="3649" y="68600"/>
                  </a:lnTo>
                  <a:lnTo>
                    <a:pt x="778" y="66568"/>
                  </a:lnTo>
                  <a:lnTo>
                    <a:pt x="0" y="64659"/>
                  </a:lnTo>
                  <a:lnTo>
                    <a:pt x="397" y="61699"/>
                  </a:lnTo>
                  <a:lnTo>
                    <a:pt x="2436" y="59152"/>
                  </a:lnTo>
                  <a:lnTo>
                    <a:pt x="4177" y="58088"/>
                  </a:lnTo>
                  <a:lnTo>
                    <a:pt x="6543" y="52342"/>
                  </a:lnTo>
                  <a:lnTo>
                    <a:pt x="5054" y="48833"/>
                  </a:lnTo>
                  <a:lnTo>
                    <a:pt x="7240" y="46594"/>
                  </a:lnTo>
                  <a:lnTo>
                    <a:pt x="10477" y="41030"/>
                  </a:lnTo>
                  <a:lnTo>
                    <a:pt x="14442" y="39702"/>
                  </a:lnTo>
                  <a:lnTo>
                    <a:pt x="16808" y="39701"/>
                  </a:lnTo>
                  <a:lnTo>
                    <a:pt x="20012" y="37705"/>
                  </a:lnTo>
                  <a:lnTo>
                    <a:pt x="24433" y="43117"/>
                  </a:lnTo>
                  <a:lnTo>
                    <a:pt x="29326" y="38035"/>
                  </a:lnTo>
                  <a:lnTo>
                    <a:pt x="34800" y="37246"/>
                  </a:lnTo>
                  <a:lnTo>
                    <a:pt x="37759" y="35487"/>
                  </a:lnTo>
                  <a:lnTo>
                    <a:pt x="37850" y="32988"/>
                  </a:lnTo>
                  <a:lnTo>
                    <a:pt x="42545" y="33065"/>
                  </a:lnTo>
                  <a:lnTo>
                    <a:pt x="45337" y="31854"/>
                  </a:lnTo>
                  <a:lnTo>
                    <a:pt x="49735" y="31677"/>
                  </a:lnTo>
                  <a:lnTo>
                    <a:pt x="50173" y="11728"/>
                  </a:lnTo>
                  <a:lnTo>
                    <a:pt x="51281" y="10099"/>
                  </a:lnTo>
                  <a:lnTo>
                    <a:pt x="55355" y="8040"/>
                  </a:lnTo>
                  <a:lnTo>
                    <a:pt x="55403" y="5796"/>
                  </a:lnTo>
                  <a:lnTo>
                    <a:pt x="58529" y="375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h395"/>
            <p:cNvSpPr/>
            <p:nvPr/>
          </p:nvSpPr>
          <p:spPr>
            <a:xfrm>
              <a:off x="1490664" y="1960091"/>
              <a:ext cx="52265" cy="82015"/>
            </a:xfrm>
            <a:custGeom>
              <a:avLst/>
              <a:pathLst>
                <a:path w="52265" h="82015">
                  <a:moveTo>
                    <a:pt x="46274" y="538"/>
                  </a:moveTo>
                  <a:lnTo>
                    <a:pt x="47051" y="7632"/>
                  </a:lnTo>
                  <a:lnTo>
                    <a:pt x="51522" y="11687"/>
                  </a:lnTo>
                  <a:lnTo>
                    <a:pt x="52265" y="14144"/>
                  </a:lnTo>
                  <a:lnTo>
                    <a:pt x="51014" y="14445"/>
                  </a:lnTo>
                  <a:lnTo>
                    <a:pt x="50039" y="16453"/>
                  </a:lnTo>
                  <a:lnTo>
                    <a:pt x="46136" y="31085"/>
                  </a:lnTo>
                  <a:lnTo>
                    <a:pt x="45553" y="34068"/>
                  </a:lnTo>
                  <a:lnTo>
                    <a:pt x="47007" y="40547"/>
                  </a:lnTo>
                  <a:lnTo>
                    <a:pt x="46231" y="43427"/>
                  </a:lnTo>
                  <a:lnTo>
                    <a:pt x="39892" y="45411"/>
                  </a:lnTo>
                  <a:lnTo>
                    <a:pt x="34463" y="44249"/>
                  </a:lnTo>
                  <a:lnTo>
                    <a:pt x="32381" y="48069"/>
                  </a:lnTo>
                  <a:lnTo>
                    <a:pt x="26633" y="53198"/>
                  </a:lnTo>
                  <a:lnTo>
                    <a:pt x="29370" y="54692"/>
                  </a:lnTo>
                  <a:lnTo>
                    <a:pt x="29679" y="56652"/>
                  </a:lnTo>
                  <a:lnTo>
                    <a:pt x="25608" y="66198"/>
                  </a:lnTo>
                  <a:lnTo>
                    <a:pt x="29466" y="73698"/>
                  </a:lnTo>
                  <a:lnTo>
                    <a:pt x="24433" y="75416"/>
                  </a:lnTo>
                  <a:lnTo>
                    <a:pt x="22172" y="77962"/>
                  </a:lnTo>
                  <a:lnTo>
                    <a:pt x="16138" y="80165"/>
                  </a:lnTo>
                  <a:lnTo>
                    <a:pt x="14858" y="75909"/>
                  </a:lnTo>
                  <a:lnTo>
                    <a:pt x="9009" y="79459"/>
                  </a:lnTo>
                  <a:lnTo>
                    <a:pt x="7397" y="82015"/>
                  </a:lnTo>
                  <a:lnTo>
                    <a:pt x="2250" y="80177"/>
                  </a:lnTo>
                  <a:lnTo>
                    <a:pt x="1684" y="77630"/>
                  </a:lnTo>
                  <a:lnTo>
                    <a:pt x="2125" y="73409"/>
                  </a:lnTo>
                  <a:lnTo>
                    <a:pt x="0" y="71033"/>
                  </a:lnTo>
                  <a:lnTo>
                    <a:pt x="304" y="66968"/>
                  </a:lnTo>
                  <a:lnTo>
                    <a:pt x="1707" y="63094"/>
                  </a:lnTo>
                  <a:lnTo>
                    <a:pt x="5842" y="56282"/>
                  </a:lnTo>
                  <a:lnTo>
                    <a:pt x="6740" y="56061"/>
                  </a:lnTo>
                  <a:lnTo>
                    <a:pt x="9850" y="57822"/>
                  </a:lnTo>
                  <a:lnTo>
                    <a:pt x="11546" y="57118"/>
                  </a:lnTo>
                  <a:lnTo>
                    <a:pt x="17655" y="49828"/>
                  </a:lnTo>
                  <a:lnTo>
                    <a:pt x="15577" y="35045"/>
                  </a:lnTo>
                  <a:lnTo>
                    <a:pt x="12938" y="37007"/>
                  </a:lnTo>
                  <a:lnTo>
                    <a:pt x="11257" y="36661"/>
                  </a:lnTo>
                  <a:lnTo>
                    <a:pt x="6717" y="32855"/>
                  </a:lnTo>
                  <a:lnTo>
                    <a:pt x="3965" y="21636"/>
                  </a:lnTo>
                  <a:lnTo>
                    <a:pt x="6436" y="16615"/>
                  </a:lnTo>
                  <a:lnTo>
                    <a:pt x="8204" y="14934"/>
                  </a:lnTo>
                  <a:lnTo>
                    <a:pt x="15474" y="18387"/>
                  </a:lnTo>
                  <a:lnTo>
                    <a:pt x="24463" y="8743"/>
                  </a:lnTo>
                  <a:lnTo>
                    <a:pt x="27183" y="2632"/>
                  </a:lnTo>
                  <a:lnTo>
                    <a:pt x="42304" y="15204"/>
                  </a:lnTo>
                  <a:lnTo>
                    <a:pt x="41374" y="11593"/>
                  </a:lnTo>
                  <a:lnTo>
                    <a:pt x="36726" y="4399"/>
                  </a:lnTo>
                  <a:lnTo>
                    <a:pt x="4562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h396"/>
            <p:cNvSpPr/>
            <p:nvPr/>
          </p:nvSpPr>
          <p:spPr>
            <a:xfrm>
              <a:off x="1738000" y="1520516"/>
              <a:ext cx="147467" cy="141660"/>
            </a:xfrm>
            <a:custGeom>
              <a:avLst/>
              <a:pathLst>
                <a:path w="147467" h="141660">
                  <a:moveTo>
                    <a:pt x="24588" y="7461"/>
                  </a:moveTo>
                  <a:lnTo>
                    <a:pt x="30738" y="8214"/>
                  </a:lnTo>
                  <a:lnTo>
                    <a:pt x="29334" y="19548"/>
                  </a:lnTo>
                  <a:lnTo>
                    <a:pt x="33413" y="22186"/>
                  </a:lnTo>
                  <a:lnTo>
                    <a:pt x="32714" y="25136"/>
                  </a:lnTo>
                  <a:lnTo>
                    <a:pt x="28585" y="27608"/>
                  </a:lnTo>
                  <a:lnTo>
                    <a:pt x="31351" y="33859"/>
                  </a:lnTo>
                  <a:lnTo>
                    <a:pt x="33058" y="33379"/>
                  </a:lnTo>
                  <a:lnTo>
                    <a:pt x="48503" y="43552"/>
                  </a:lnTo>
                  <a:lnTo>
                    <a:pt x="51817" y="43179"/>
                  </a:lnTo>
                  <a:lnTo>
                    <a:pt x="50182" y="31698"/>
                  </a:lnTo>
                  <a:lnTo>
                    <a:pt x="52006" y="29817"/>
                  </a:lnTo>
                  <a:lnTo>
                    <a:pt x="54796" y="34199"/>
                  </a:lnTo>
                  <a:lnTo>
                    <a:pt x="61982" y="39995"/>
                  </a:lnTo>
                  <a:lnTo>
                    <a:pt x="68220" y="42665"/>
                  </a:lnTo>
                  <a:lnTo>
                    <a:pt x="72535" y="46473"/>
                  </a:lnTo>
                  <a:lnTo>
                    <a:pt x="74521" y="49806"/>
                  </a:lnTo>
                  <a:lnTo>
                    <a:pt x="75099" y="54145"/>
                  </a:lnTo>
                  <a:lnTo>
                    <a:pt x="77213" y="57943"/>
                  </a:lnTo>
                  <a:lnTo>
                    <a:pt x="80834" y="59695"/>
                  </a:lnTo>
                  <a:lnTo>
                    <a:pt x="83365" y="62350"/>
                  </a:lnTo>
                  <a:lnTo>
                    <a:pt x="83123" y="62802"/>
                  </a:lnTo>
                  <a:lnTo>
                    <a:pt x="91819" y="69276"/>
                  </a:lnTo>
                  <a:lnTo>
                    <a:pt x="93260" y="71021"/>
                  </a:lnTo>
                  <a:lnTo>
                    <a:pt x="93647" y="74097"/>
                  </a:lnTo>
                  <a:lnTo>
                    <a:pt x="107818" y="82151"/>
                  </a:lnTo>
                  <a:lnTo>
                    <a:pt x="112556" y="81754"/>
                  </a:lnTo>
                  <a:lnTo>
                    <a:pt x="117898" y="86479"/>
                  </a:lnTo>
                  <a:lnTo>
                    <a:pt x="122421" y="88308"/>
                  </a:lnTo>
                  <a:lnTo>
                    <a:pt x="124363" y="91823"/>
                  </a:lnTo>
                  <a:lnTo>
                    <a:pt x="127671" y="95618"/>
                  </a:lnTo>
                  <a:lnTo>
                    <a:pt x="129214" y="96366"/>
                  </a:lnTo>
                  <a:lnTo>
                    <a:pt x="133374" y="95744"/>
                  </a:lnTo>
                  <a:lnTo>
                    <a:pt x="135543" y="98670"/>
                  </a:lnTo>
                  <a:lnTo>
                    <a:pt x="135603" y="101862"/>
                  </a:lnTo>
                  <a:lnTo>
                    <a:pt x="136686" y="104729"/>
                  </a:lnTo>
                  <a:lnTo>
                    <a:pt x="141306" y="105891"/>
                  </a:lnTo>
                  <a:lnTo>
                    <a:pt x="144261" y="109794"/>
                  </a:lnTo>
                  <a:lnTo>
                    <a:pt x="147467" y="119030"/>
                  </a:lnTo>
                  <a:lnTo>
                    <a:pt x="147193" y="121589"/>
                  </a:lnTo>
                  <a:lnTo>
                    <a:pt x="140395" y="122065"/>
                  </a:lnTo>
                  <a:lnTo>
                    <a:pt x="137903" y="120675"/>
                  </a:lnTo>
                  <a:lnTo>
                    <a:pt x="135751" y="117214"/>
                  </a:lnTo>
                  <a:lnTo>
                    <a:pt x="130944" y="117040"/>
                  </a:lnTo>
                  <a:lnTo>
                    <a:pt x="123036" y="116780"/>
                  </a:lnTo>
                  <a:lnTo>
                    <a:pt x="123943" y="119726"/>
                  </a:lnTo>
                  <a:lnTo>
                    <a:pt x="115795" y="119467"/>
                  </a:lnTo>
                  <a:lnTo>
                    <a:pt x="116012" y="131684"/>
                  </a:lnTo>
                  <a:lnTo>
                    <a:pt x="111662" y="131590"/>
                  </a:lnTo>
                  <a:lnTo>
                    <a:pt x="111594" y="135004"/>
                  </a:lnTo>
                  <a:lnTo>
                    <a:pt x="106163" y="134731"/>
                  </a:lnTo>
                  <a:lnTo>
                    <a:pt x="106265" y="126037"/>
                  </a:lnTo>
                  <a:lnTo>
                    <a:pt x="100819" y="125861"/>
                  </a:lnTo>
                  <a:lnTo>
                    <a:pt x="100664" y="131975"/>
                  </a:lnTo>
                  <a:lnTo>
                    <a:pt x="95117" y="131842"/>
                  </a:lnTo>
                  <a:lnTo>
                    <a:pt x="96637" y="137664"/>
                  </a:lnTo>
                  <a:lnTo>
                    <a:pt x="81967" y="137178"/>
                  </a:lnTo>
                  <a:lnTo>
                    <a:pt x="82787" y="141660"/>
                  </a:lnTo>
                  <a:lnTo>
                    <a:pt x="78881" y="141627"/>
                  </a:lnTo>
                  <a:lnTo>
                    <a:pt x="79206" y="137767"/>
                  </a:lnTo>
                  <a:lnTo>
                    <a:pt x="74702" y="136143"/>
                  </a:lnTo>
                  <a:lnTo>
                    <a:pt x="74038" y="135265"/>
                  </a:lnTo>
                  <a:lnTo>
                    <a:pt x="73537" y="132375"/>
                  </a:lnTo>
                  <a:lnTo>
                    <a:pt x="70286" y="129380"/>
                  </a:lnTo>
                  <a:lnTo>
                    <a:pt x="70692" y="124386"/>
                  </a:lnTo>
                  <a:lnTo>
                    <a:pt x="71949" y="120118"/>
                  </a:lnTo>
                  <a:lnTo>
                    <a:pt x="71705" y="116937"/>
                  </a:lnTo>
                  <a:lnTo>
                    <a:pt x="69623" y="115948"/>
                  </a:lnTo>
                  <a:lnTo>
                    <a:pt x="62452" y="115753"/>
                  </a:lnTo>
                  <a:lnTo>
                    <a:pt x="62986" y="99358"/>
                  </a:lnTo>
                  <a:lnTo>
                    <a:pt x="58523" y="97476"/>
                  </a:lnTo>
                  <a:lnTo>
                    <a:pt x="60764" y="83907"/>
                  </a:lnTo>
                  <a:lnTo>
                    <a:pt x="57593" y="81839"/>
                  </a:lnTo>
                  <a:lnTo>
                    <a:pt x="51998" y="75819"/>
                  </a:lnTo>
                  <a:lnTo>
                    <a:pt x="49662" y="74460"/>
                  </a:lnTo>
                  <a:lnTo>
                    <a:pt x="43751" y="74287"/>
                  </a:lnTo>
                  <a:lnTo>
                    <a:pt x="43202" y="74788"/>
                  </a:lnTo>
                  <a:lnTo>
                    <a:pt x="43231" y="77520"/>
                  </a:lnTo>
                  <a:lnTo>
                    <a:pt x="25363" y="77009"/>
                  </a:lnTo>
                  <a:lnTo>
                    <a:pt x="25546" y="67822"/>
                  </a:lnTo>
                  <a:lnTo>
                    <a:pt x="23709" y="67820"/>
                  </a:lnTo>
                  <a:lnTo>
                    <a:pt x="21827" y="63638"/>
                  </a:lnTo>
                  <a:lnTo>
                    <a:pt x="22039" y="57063"/>
                  </a:lnTo>
                  <a:lnTo>
                    <a:pt x="17775" y="56932"/>
                  </a:lnTo>
                  <a:lnTo>
                    <a:pt x="17592" y="60385"/>
                  </a:lnTo>
                  <a:lnTo>
                    <a:pt x="11332" y="60617"/>
                  </a:lnTo>
                  <a:lnTo>
                    <a:pt x="11590" y="52711"/>
                  </a:lnTo>
                  <a:lnTo>
                    <a:pt x="3459" y="50229"/>
                  </a:lnTo>
                  <a:lnTo>
                    <a:pt x="547" y="36481"/>
                  </a:lnTo>
                  <a:lnTo>
                    <a:pt x="0" y="36169"/>
                  </a:lnTo>
                  <a:lnTo>
                    <a:pt x="4834" y="33565"/>
                  </a:lnTo>
                  <a:lnTo>
                    <a:pt x="4922" y="10249"/>
                  </a:lnTo>
                  <a:lnTo>
                    <a:pt x="3805" y="10148"/>
                  </a:lnTo>
                  <a:lnTo>
                    <a:pt x="6238" y="2681"/>
                  </a:lnTo>
                  <a:lnTo>
                    <a:pt x="8695" y="5611"/>
                  </a:lnTo>
                  <a:lnTo>
                    <a:pt x="14279" y="764"/>
                  </a:lnTo>
                  <a:lnTo>
                    <a:pt x="1417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h397"/>
            <p:cNvSpPr/>
            <p:nvPr/>
          </p:nvSpPr>
          <p:spPr>
            <a:xfrm>
              <a:off x="1561967" y="1967041"/>
              <a:ext cx="105428" cy="130738"/>
            </a:xfrm>
            <a:custGeom>
              <a:avLst/>
              <a:pathLst>
                <a:path w="105428" h="130738">
                  <a:moveTo>
                    <a:pt x="36504" y="5254"/>
                  </a:moveTo>
                  <a:lnTo>
                    <a:pt x="49563" y="19606"/>
                  </a:lnTo>
                  <a:lnTo>
                    <a:pt x="54059" y="10210"/>
                  </a:lnTo>
                  <a:lnTo>
                    <a:pt x="61554" y="10216"/>
                  </a:lnTo>
                  <a:lnTo>
                    <a:pt x="62587" y="9461"/>
                  </a:lnTo>
                  <a:lnTo>
                    <a:pt x="64184" y="11115"/>
                  </a:lnTo>
                  <a:lnTo>
                    <a:pt x="71811" y="10693"/>
                  </a:lnTo>
                  <a:lnTo>
                    <a:pt x="74965" y="7075"/>
                  </a:lnTo>
                  <a:lnTo>
                    <a:pt x="77070" y="7409"/>
                  </a:lnTo>
                  <a:lnTo>
                    <a:pt x="76225" y="15188"/>
                  </a:lnTo>
                  <a:lnTo>
                    <a:pt x="86004" y="23631"/>
                  </a:lnTo>
                  <a:lnTo>
                    <a:pt x="89382" y="22428"/>
                  </a:lnTo>
                  <a:lnTo>
                    <a:pt x="90844" y="21040"/>
                  </a:lnTo>
                  <a:lnTo>
                    <a:pt x="93221" y="28289"/>
                  </a:lnTo>
                  <a:lnTo>
                    <a:pt x="92234" y="32859"/>
                  </a:lnTo>
                  <a:lnTo>
                    <a:pt x="95071" y="32706"/>
                  </a:lnTo>
                  <a:lnTo>
                    <a:pt x="95401" y="34873"/>
                  </a:lnTo>
                  <a:lnTo>
                    <a:pt x="96008" y="35762"/>
                  </a:lnTo>
                  <a:lnTo>
                    <a:pt x="95545" y="36644"/>
                  </a:lnTo>
                  <a:lnTo>
                    <a:pt x="91369" y="37624"/>
                  </a:lnTo>
                  <a:lnTo>
                    <a:pt x="91658" y="38784"/>
                  </a:lnTo>
                  <a:lnTo>
                    <a:pt x="96236" y="40365"/>
                  </a:lnTo>
                  <a:lnTo>
                    <a:pt x="98832" y="42110"/>
                  </a:lnTo>
                  <a:lnTo>
                    <a:pt x="100540" y="44578"/>
                  </a:lnTo>
                  <a:lnTo>
                    <a:pt x="102280" y="49704"/>
                  </a:lnTo>
                  <a:lnTo>
                    <a:pt x="103145" y="59197"/>
                  </a:lnTo>
                  <a:lnTo>
                    <a:pt x="101113" y="59697"/>
                  </a:lnTo>
                  <a:lnTo>
                    <a:pt x="102742" y="64540"/>
                  </a:lnTo>
                  <a:lnTo>
                    <a:pt x="101216" y="68893"/>
                  </a:lnTo>
                  <a:lnTo>
                    <a:pt x="96824" y="71244"/>
                  </a:lnTo>
                  <a:lnTo>
                    <a:pt x="97013" y="72510"/>
                  </a:lnTo>
                  <a:lnTo>
                    <a:pt x="99387" y="73697"/>
                  </a:lnTo>
                  <a:lnTo>
                    <a:pt x="101753" y="76648"/>
                  </a:lnTo>
                  <a:lnTo>
                    <a:pt x="101961" y="77831"/>
                  </a:lnTo>
                  <a:lnTo>
                    <a:pt x="97346" y="87645"/>
                  </a:lnTo>
                  <a:lnTo>
                    <a:pt x="98045" y="93370"/>
                  </a:lnTo>
                  <a:lnTo>
                    <a:pt x="105033" y="102604"/>
                  </a:lnTo>
                  <a:lnTo>
                    <a:pt x="102149" y="113294"/>
                  </a:lnTo>
                  <a:lnTo>
                    <a:pt x="102914" y="115274"/>
                  </a:lnTo>
                  <a:lnTo>
                    <a:pt x="104350" y="116664"/>
                  </a:lnTo>
                  <a:lnTo>
                    <a:pt x="105428" y="120681"/>
                  </a:lnTo>
                  <a:lnTo>
                    <a:pt x="103319" y="123714"/>
                  </a:lnTo>
                  <a:lnTo>
                    <a:pt x="101823" y="124367"/>
                  </a:lnTo>
                  <a:lnTo>
                    <a:pt x="101070" y="123829"/>
                  </a:lnTo>
                  <a:lnTo>
                    <a:pt x="96258" y="126444"/>
                  </a:lnTo>
                  <a:lnTo>
                    <a:pt x="96841" y="129740"/>
                  </a:lnTo>
                  <a:lnTo>
                    <a:pt x="95937" y="130738"/>
                  </a:lnTo>
                  <a:lnTo>
                    <a:pt x="89419" y="124705"/>
                  </a:lnTo>
                  <a:lnTo>
                    <a:pt x="84849" y="123009"/>
                  </a:lnTo>
                  <a:lnTo>
                    <a:pt x="82815" y="123546"/>
                  </a:lnTo>
                  <a:lnTo>
                    <a:pt x="75924" y="122461"/>
                  </a:lnTo>
                  <a:lnTo>
                    <a:pt x="70539" y="125626"/>
                  </a:lnTo>
                  <a:lnTo>
                    <a:pt x="65450" y="125565"/>
                  </a:lnTo>
                  <a:lnTo>
                    <a:pt x="59917" y="127627"/>
                  </a:lnTo>
                  <a:lnTo>
                    <a:pt x="55513" y="124903"/>
                  </a:lnTo>
                  <a:lnTo>
                    <a:pt x="51463" y="120709"/>
                  </a:lnTo>
                  <a:lnTo>
                    <a:pt x="47423" y="119740"/>
                  </a:lnTo>
                  <a:lnTo>
                    <a:pt x="45068" y="120312"/>
                  </a:lnTo>
                  <a:lnTo>
                    <a:pt x="44370" y="118079"/>
                  </a:lnTo>
                  <a:lnTo>
                    <a:pt x="42870" y="116955"/>
                  </a:lnTo>
                  <a:lnTo>
                    <a:pt x="36481" y="115030"/>
                  </a:lnTo>
                  <a:lnTo>
                    <a:pt x="33168" y="116423"/>
                  </a:lnTo>
                  <a:lnTo>
                    <a:pt x="24432" y="110972"/>
                  </a:lnTo>
                  <a:lnTo>
                    <a:pt x="27167" y="104719"/>
                  </a:lnTo>
                  <a:lnTo>
                    <a:pt x="27139" y="100110"/>
                  </a:lnTo>
                  <a:lnTo>
                    <a:pt x="29641" y="97595"/>
                  </a:lnTo>
                  <a:lnTo>
                    <a:pt x="36585" y="95714"/>
                  </a:lnTo>
                  <a:lnTo>
                    <a:pt x="50415" y="87973"/>
                  </a:lnTo>
                  <a:lnTo>
                    <a:pt x="41553" y="74260"/>
                  </a:lnTo>
                  <a:lnTo>
                    <a:pt x="44101" y="74473"/>
                  </a:lnTo>
                  <a:lnTo>
                    <a:pt x="40952" y="68645"/>
                  </a:lnTo>
                  <a:lnTo>
                    <a:pt x="34079" y="66567"/>
                  </a:lnTo>
                  <a:lnTo>
                    <a:pt x="29319" y="63999"/>
                  </a:lnTo>
                  <a:lnTo>
                    <a:pt x="22364" y="49294"/>
                  </a:lnTo>
                  <a:lnTo>
                    <a:pt x="21249" y="40466"/>
                  </a:lnTo>
                  <a:lnTo>
                    <a:pt x="12580" y="46437"/>
                  </a:lnTo>
                  <a:lnTo>
                    <a:pt x="10827" y="46142"/>
                  </a:lnTo>
                  <a:lnTo>
                    <a:pt x="8284" y="43887"/>
                  </a:lnTo>
                  <a:lnTo>
                    <a:pt x="0" y="44037"/>
                  </a:lnTo>
                  <a:lnTo>
                    <a:pt x="10724" y="39401"/>
                  </a:lnTo>
                  <a:lnTo>
                    <a:pt x="12678" y="34351"/>
                  </a:lnTo>
                  <a:lnTo>
                    <a:pt x="13858" y="27673"/>
                  </a:lnTo>
                  <a:lnTo>
                    <a:pt x="19876" y="24125"/>
                  </a:lnTo>
                  <a:lnTo>
                    <a:pt x="9982" y="17575"/>
                  </a:lnTo>
                  <a:lnTo>
                    <a:pt x="12213" y="12504"/>
                  </a:lnTo>
                  <a:lnTo>
                    <a:pt x="24119" y="1386"/>
                  </a:lnTo>
                  <a:lnTo>
                    <a:pt x="2697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h398"/>
            <p:cNvSpPr/>
            <p:nvPr/>
          </p:nvSpPr>
          <p:spPr>
            <a:xfrm>
              <a:off x="1681544" y="1881596"/>
              <a:ext cx="32770" cy="30155"/>
            </a:xfrm>
            <a:custGeom>
              <a:avLst/>
              <a:pathLst>
                <a:path w="32770" h="30155">
                  <a:moveTo>
                    <a:pt x="20839" y="1954"/>
                  </a:moveTo>
                  <a:lnTo>
                    <a:pt x="21841" y="1600"/>
                  </a:lnTo>
                  <a:lnTo>
                    <a:pt x="25988" y="5079"/>
                  </a:lnTo>
                  <a:lnTo>
                    <a:pt x="28614" y="8829"/>
                  </a:lnTo>
                  <a:lnTo>
                    <a:pt x="28252" y="10801"/>
                  </a:lnTo>
                  <a:lnTo>
                    <a:pt x="27274" y="11613"/>
                  </a:lnTo>
                  <a:lnTo>
                    <a:pt x="31883" y="17005"/>
                  </a:lnTo>
                  <a:lnTo>
                    <a:pt x="32717" y="20141"/>
                  </a:lnTo>
                  <a:lnTo>
                    <a:pt x="32770" y="24287"/>
                  </a:lnTo>
                  <a:lnTo>
                    <a:pt x="30540" y="30096"/>
                  </a:lnTo>
                  <a:lnTo>
                    <a:pt x="26121" y="29098"/>
                  </a:lnTo>
                  <a:lnTo>
                    <a:pt x="24177" y="27579"/>
                  </a:lnTo>
                  <a:lnTo>
                    <a:pt x="18144" y="30155"/>
                  </a:lnTo>
                  <a:lnTo>
                    <a:pt x="9787" y="27327"/>
                  </a:lnTo>
                  <a:lnTo>
                    <a:pt x="9978" y="23295"/>
                  </a:lnTo>
                  <a:lnTo>
                    <a:pt x="13442" y="19179"/>
                  </a:lnTo>
                  <a:lnTo>
                    <a:pt x="14462" y="19555"/>
                  </a:lnTo>
                  <a:lnTo>
                    <a:pt x="14687" y="18629"/>
                  </a:lnTo>
                  <a:lnTo>
                    <a:pt x="5328" y="16461"/>
                  </a:lnTo>
                  <a:lnTo>
                    <a:pt x="3116" y="18424"/>
                  </a:lnTo>
                  <a:lnTo>
                    <a:pt x="0" y="15385"/>
                  </a:lnTo>
                  <a:lnTo>
                    <a:pt x="663" y="13057"/>
                  </a:lnTo>
                  <a:lnTo>
                    <a:pt x="5357" y="13082"/>
                  </a:lnTo>
                  <a:lnTo>
                    <a:pt x="3460" y="9950"/>
                  </a:lnTo>
                  <a:lnTo>
                    <a:pt x="6564" y="8441"/>
                  </a:lnTo>
                  <a:lnTo>
                    <a:pt x="7137" y="10393"/>
                  </a:lnTo>
                  <a:lnTo>
                    <a:pt x="6319" y="11939"/>
                  </a:lnTo>
                  <a:lnTo>
                    <a:pt x="9029" y="12997"/>
                  </a:lnTo>
                  <a:lnTo>
                    <a:pt x="10351" y="9107"/>
                  </a:lnTo>
                  <a:lnTo>
                    <a:pt x="9554" y="6200"/>
                  </a:lnTo>
                  <a:lnTo>
                    <a:pt x="10434" y="4052"/>
                  </a:lnTo>
                  <a:lnTo>
                    <a:pt x="9496" y="1320"/>
                  </a:lnTo>
                  <a:lnTo>
                    <a:pt x="10464" y="528"/>
                  </a:lnTo>
                  <a:lnTo>
                    <a:pt x="1338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h399"/>
            <p:cNvSpPr/>
            <p:nvPr/>
          </p:nvSpPr>
          <p:spPr>
            <a:xfrm>
              <a:off x="1697849" y="1720911"/>
              <a:ext cx="94171" cy="201755"/>
            </a:xfrm>
            <a:custGeom>
              <a:avLst/>
              <a:pathLst>
                <a:path w="94171" h="201755">
                  <a:moveTo>
                    <a:pt x="56671" y="5344"/>
                  </a:moveTo>
                  <a:lnTo>
                    <a:pt x="74929" y="4192"/>
                  </a:lnTo>
                  <a:lnTo>
                    <a:pt x="72838" y="11270"/>
                  </a:lnTo>
                  <a:lnTo>
                    <a:pt x="72897" y="12929"/>
                  </a:lnTo>
                  <a:lnTo>
                    <a:pt x="74627" y="14518"/>
                  </a:lnTo>
                  <a:lnTo>
                    <a:pt x="67957" y="27796"/>
                  </a:lnTo>
                  <a:lnTo>
                    <a:pt x="67467" y="45464"/>
                  </a:lnTo>
                  <a:lnTo>
                    <a:pt x="59894" y="45222"/>
                  </a:lnTo>
                  <a:lnTo>
                    <a:pt x="59174" y="50378"/>
                  </a:lnTo>
                  <a:lnTo>
                    <a:pt x="61183" y="56528"/>
                  </a:lnTo>
                  <a:lnTo>
                    <a:pt x="61944" y="61340"/>
                  </a:lnTo>
                  <a:lnTo>
                    <a:pt x="60894" y="72833"/>
                  </a:lnTo>
                  <a:lnTo>
                    <a:pt x="61592" y="76305"/>
                  </a:lnTo>
                  <a:lnTo>
                    <a:pt x="58252" y="77272"/>
                  </a:lnTo>
                  <a:lnTo>
                    <a:pt x="55085" y="75599"/>
                  </a:lnTo>
                  <a:lnTo>
                    <a:pt x="53197" y="75360"/>
                  </a:lnTo>
                  <a:lnTo>
                    <a:pt x="52532" y="75970"/>
                  </a:lnTo>
                  <a:lnTo>
                    <a:pt x="52422" y="78502"/>
                  </a:lnTo>
                  <a:lnTo>
                    <a:pt x="42002" y="78172"/>
                  </a:lnTo>
                  <a:lnTo>
                    <a:pt x="41956" y="80409"/>
                  </a:lnTo>
                  <a:lnTo>
                    <a:pt x="42611" y="85763"/>
                  </a:lnTo>
                  <a:lnTo>
                    <a:pt x="43686" y="87401"/>
                  </a:lnTo>
                  <a:lnTo>
                    <a:pt x="45611" y="87451"/>
                  </a:lnTo>
                  <a:lnTo>
                    <a:pt x="46923" y="91865"/>
                  </a:lnTo>
                  <a:lnTo>
                    <a:pt x="43266" y="90666"/>
                  </a:lnTo>
                  <a:lnTo>
                    <a:pt x="43182" y="92165"/>
                  </a:lnTo>
                  <a:lnTo>
                    <a:pt x="47217" y="102203"/>
                  </a:lnTo>
                  <a:lnTo>
                    <a:pt x="51296" y="103599"/>
                  </a:lnTo>
                  <a:lnTo>
                    <a:pt x="55442" y="116130"/>
                  </a:lnTo>
                  <a:lnTo>
                    <a:pt x="54964" y="118437"/>
                  </a:lnTo>
                  <a:lnTo>
                    <a:pt x="67920" y="126740"/>
                  </a:lnTo>
                  <a:lnTo>
                    <a:pt x="74562" y="127371"/>
                  </a:lnTo>
                  <a:lnTo>
                    <a:pt x="73964" y="130605"/>
                  </a:lnTo>
                  <a:lnTo>
                    <a:pt x="72882" y="133503"/>
                  </a:lnTo>
                  <a:lnTo>
                    <a:pt x="71468" y="132693"/>
                  </a:lnTo>
                  <a:lnTo>
                    <a:pt x="68060" y="138417"/>
                  </a:lnTo>
                  <a:lnTo>
                    <a:pt x="68041" y="140357"/>
                  </a:lnTo>
                  <a:lnTo>
                    <a:pt x="69321" y="140650"/>
                  </a:lnTo>
                  <a:lnTo>
                    <a:pt x="70258" y="144248"/>
                  </a:lnTo>
                  <a:lnTo>
                    <a:pt x="69831" y="144856"/>
                  </a:lnTo>
                  <a:lnTo>
                    <a:pt x="67562" y="144201"/>
                  </a:lnTo>
                  <a:lnTo>
                    <a:pt x="65486" y="148305"/>
                  </a:lnTo>
                  <a:lnTo>
                    <a:pt x="68802" y="149067"/>
                  </a:lnTo>
                  <a:lnTo>
                    <a:pt x="70341" y="151688"/>
                  </a:lnTo>
                  <a:lnTo>
                    <a:pt x="74149" y="153988"/>
                  </a:lnTo>
                  <a:lnTo>
                    <a:pt x="81904" y="154005"/>
                  </a:lnTo>
                  <a:lnTo>
                    <a:pt x="82410" y="154923"/>
                  </a:lnTo>
                  <a:lnTo>
                    <a:pt x="80733" y="158084"/>
                  </a:lnTo>
                  <a:lnTo>
                    <a:pt x="86960" y="159801"/>
                  </a:lnTo>
                  <a:lnTo>
                    <a:pt x="91157" y="159730"/>
                  </a:lnTo>
                  <a:lnTo>
                    <a:pt x="93588" y="165580"/>
                  </a:lnTo>
                  <a:lnTo>
                    <a:pt x="94171" y="173971"/>
                  </a:lnTo>
                  <a:lnTo>
                    <a:pt x="91653" y="173470"/>
                  </a:lnTo>
                  <a:lnTo>
                    <a:pt x="90975" y="169412"/>
                  </a:lnTo>
                  <a:lnTo>
                    <a:pt x="88465" y="172909"/>
                  </a:lnTo>
                  <a:lnTo>
                    <a:pt x="87922" y="175492"/>
                  </a:lnTo>
                  <a:lnTo>
                    <a:pt x="88646" y="178512"/>
                  </a:lnTo>
                  <a:lnTo>
                    <a:pt x="87794" y="179862"/>
                  </a:lnTo>
                  <a:lnTo>
                    <a:pt x="85244" y="179260"/>
                  </a:lnTo>
                  <a:lnTo>
                    <a:pt x="81506" y="179639"/>
                  </a:lnTo>
                  <a:lnTo>
                    <a:pt x="77162" y="181330"/>
                  </a:lnTo>
                  <a:lnTo>
                    <a:pt x="73731" y="180955"/>
                  </a:lnTo>
                  <a:lnTo>
                    <a:pt x="70916" y="183264"/>
                  </a:lnTo>
                  <a:lnTo>
                    <a:pt x="68675" y="189451"/>
                  </a:lnTo>
                  <a:lnTo>
                    <a:pt x="64816" y="189908"/>
                  </a:lnTo>
                  <a:lnTo>
                    <a:pt x="64809" y="197720"/>
                  </a:lnTo>
                  <a:lnTo>
                    <a:pt x="57687" y="196017"/>
                  </a:lnTo>
                  <a:lnTo>
                    <a:pt x="54949" y="196386"/>
                  </a:lnTo>
                  <a:lnTo>
                    <a:pt x="42683" y="198613"/>
                  </a:lnTo>
                  <a:lnTo>
                    <a:pt x="36558" y="201755"/>
                  </a:lnTo>
                  <a:lnTo>
                    <a:pt x="30594" y="196733"/>
                  </a:lnTo>
                  <a:lnTo>
                    <a:pt x="30443" y="195951"/>
                  </a:lnTo>
                  <a:lnTo>
                    <a:pt x="35095" y="193912"/>
                  </a:lnTo>
                  <a:lnTo>
                    <a:pt x="35975" y="186553"/>
                  </a:lnTo>
                  <a:lnTo>
                    <a:pt x="37555" y="187564"/>
                  </a:lnTo>
                  <a:lnTo>
                    <a:pt x="39666" y="186870"/>
                  </a:lnTo>
                  <a:lnTo>
                    <a:pt x="39320" y="180865"/>
                  </a:lnTo>
                  <a:lnTo>
                    <a:pt x="40653" y="173230"/>
                  </a:lnTo>
                  <a:lnTo>
                    <a:pt x="38550" y="169476"/>
                  </a:lnTo>
                  <a:lnTo>
                    <a:pt x="40007" y="166276"/>
                  </a:lnTo>
                  <a:lnTo>
                    <a:pt x="38602" y="163582"/>
                  </a:lnTo>
                  <a:lnTo>
                    <a:pt x="37049" y="162527"/>
                  </a:lnTo>
                  <a:lnTo>
                    <a:pt x="34901" y="163710"/>
                  </a:lnTo>
                  <a:lnTo>
                    <a:pt x="32983" y="163404"/>
                  </a:lnTo>
                  <a:lnTo>
                    <a:pt x="31477" y="161585"/>
                  </a:lnTo>
                  <a:lnTo>
                    <a:pt x="30178" y="154387"/>
                  </a:lnTo>
                  <a:lnTo>
                    <a:pt x="28299" y="149716"/>
                  </a:lnTo>
                  <a:lnTo>
                    <a:pt x="29244" y="147289"/>
                  </a:lnTo>
                  <a:lnTo>
                    <a:pt x="32486" y="146163"/>
                  </a:lnTo>
                  <a:lnTo>
                    <a:pt x="30472" y="142758"/>
                  </a:lnTo>
                  <a:lnTo>
                    <a:pt x="25505" y="139012"/>
                  </a:lnTo>
                  <a:lnTo>
                    <a:pt x="20941" y="133334"/>
                  </a:lnTo>
                  <a:lnTo>
                    <a:pt x="18381" y="127920"/>
                  </a:lnTo>
                  <a:lnTo>
                    <a:pt x="19316" y="127078"/>
                  </a:lnTo>
                  <a:lnTo>
                    <a:pt x="20660" y="127455"/>
                  </a:lnTo>
                  <a:lnTo>
                    <a:pt x="20778" y="126303"/>
                  </a:lnTo>
                  <a:lnTo>
                    <a:pt x="14428" y="119664"/>
                  </a:lnTo>
                  <a:lnTo>
                    <a:pt x="3238" y="121671"/>
                  </a:lnTo>
                  <a:lnTo>
                    <a:pt x="1321" y="118547"/>
                  </a:lnTo>
                  <a:lnTo>
                    <a:pt x="1970" y="109084"/>
                  </a:lnTo>
                  <a:lnTo>
                    <a:pt x="1619" y="87635"/>
                  </a:lnTo>
                  <a:lnTo>
                    <a:pt x="0" y="82573"/>
                  </a:lnTo>
                  <a:lnTo>
                    <a:pt x="2578" y="77927"/>
                  </a:lnTo>
                  <a:lnTo>
                    <a:pt x="4128" y="77157"/>
                  </a:lnTo>
                  <a:lnTo>
                    <a:pt x="7124" y="73502"/>
                  </a:lnTo>
                  <a:lnTo>
                    <a:pt x="8122" y="67507"/>
                  </a:lnTo>
                  <a:lnTo>
                    <a:pt x="9316" y="60339"/>
                  </a:lnTo>
                  <a:lnTo>
                    <a:pt x="4407" y="59603"/>
                  </a:lnTo>
                  <a:lnTo>
                    <a:pt x="4995" y="53811"/>
                  </a:lnTo>
                  <a:lnTo>
                    <a:pt x="3799" y="44861"/>
                  </a:lnTo>
                  <a:lnTo>
                    <a:pt x="4885" y="38433"/>
                  </a:lnTo>
                  <a:lnTo>
                    <a:pt x="5283" y="36772"/>
                  </a:lnTo>
                  <a:lnTo>
                    <a:pt x="8243" y="36634"/>
                  </a:lnTo>
                  <a:lnTo>
                    <a:pt x="8383" y="28445"/>
                  </a:lnTo>
                  <a:lnTo>
                    <a:pt x="13367" y="27561"/>
                  </a:lnTo>
                  <a:lnTo>
                    <a:pt x="16479" y="25284"/>
                  </a:lnTo>
                  <a:lnTo>
                    <a:pt x="5170" y="13304"/>
                  </a:lnTo>
                  <a:lnTo>
                    <a:pt x="5274" y="9731"/>
                  </a:lnTo>
                  <a:lnTo>
                    <a:pt x="5426" y="3909"/>
                  </a:lnTo>
                  <a:lnTo>
                    <a:pt x="13950" y="4560"/>
                  </a:lnTo>
                  <a:lnTo>
                    <a:pt x="12933" y="9476"/>
                  </a:lnTo>
                  <a:lnTo>
                    <a:pt x="15730" y="12358"/>
                  </a:lnTo>
                  <a:lnTo>
                    <a:pt x="16484" y="12356"/>
                  </a:lnTo>
                  <a:lnTo>
                    <a:pt x="16408" y="11220"/>
                  </a:lnTo>
                  <a:lnTo>
                    <a:pt x="14547" y="8842"/>
                  </a:lnTo>
                  <a:lnTo>
                    <a:pt x="18623" y="4705"/>
                  </a:lnTo>
                  <a:lnTo>
                    <a:pt x="28204" y="5004"/>
                  </a:lnTo>
                  <a:lnTo>
                    <a:pt x="29113" y="8253"/>
                  </a:lnTo>
                  <a:lnTo>
                    <a:pt x="39462" y="8580"/>
                  </a:lnTo>
                  <a:lnTo>
                    <a:pt x="37446" y="4998"/>
                  </a:lnTo>
                  <a:lnTo>
                    <a:pt x="35560" y="3940"/>
                  </a:lnTo>
                  <a:lnTo>
                    <a:pt x="37042" y="1712"/>
                  </a:lnTo>
                  <a:lnTo>
                    <a:pt x="4205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h400"/>
            <p:cNvSpPr/>
            <p:nvPr/>
          </p:nvSpPr>
          <p:spPr>
            <a:xfrm>
              <a:off x="1699461" y="2033649"/>
              <a:ext cx="43605" cy="35630"/>
            </a:xfrm>
            <a:custGeom>
              <a:avLst/>
              <a:pathLst>
                <a:path w="43605" h="35630">
                  <a:moveTo>
                    <a:pt x="29842" y="0"/>
                  </a:moveTo>
                  <a:lnTo>
                    <a:pt x="33800" y="565"/>
                  </a:lnTo>
                  <a:lnTo>
                    <a:pt x="37239" y="2246"/>
                  </a:lnTo>
                  <a:lnTo>
                    <a:pt x="32924" y="5721"/>
                  </a:lnTo>
                  <a:lnTo>
                    <a:pt x="32127" y="13614"/>
                  </a:lnTo>
                  <a:lnTo>
                    <a:pt x="31008" y="15528"/>
                  </a:lnTo>
                  <a:lnTo>
                    <a:pt x="34203" y="22301"/>
                  </a:lnTo>
                  <a:lnTo>
                    <a:pt x="39259" y="21309"/>
                  </a:lnTo>
                  <a:lnTo>
                    <a:pt x="41774" y="24771"/>
                  </a:lnTo>
                  <a:lnTo>
                    <a:pt x="40384" y="27787"/>
                  </a:lnTo>
                  <a:lnTo>
                    <a:pt x="43605" y="29141"/>
                  </a:lnTo>
                  <a:lnTo>
                    <a:pt x="39588" y="35630"/>
                  </a:lnTo>
                  <a:lnTo>
                    <a:pt x="36238" y="34895"/>
                  </a:lnTo>
                  <a:lnTo>
                    <a:pt x="35029" y="32900"/>
                  </a:lnTo>
                  <a:lnTo>
                    <a:pt x="29827" y="31828"/>
                  </a:lnTo>
                  <a:lnTo>
                    <a:pt x="26354" y="22539"/>
                  </a:lnTo>
                  <a:lnTo>
                    <a:pt x="24540" y="21049"/>
                  </a:lnTo>
                  <a:lnTo>
                    <a:pt x="21249" y="20078"/>
                  </a:lnTo>
                  <a:lnTo>
                    <a:pt x="19763" y="16536"/>
                  </a:lnTo>
                  <a:lnTo>
                    <a:pt x="20384" y="14861"/>
                  </a:lnTo>
                  <a:lnTo>
                    <a:pt x="21676" y="14748"/>
                  </a:lnTo>
                  <a:lnTo>
                    <a:pt x="21930" y="12340"/>
                  </a:lnTo>
                  <a:lnTo>
                    <a:pt x="21037" y="11922"/>
                  </a:lnTo>
                  <a:lnTo>
                    <a:pt x="16338" y="12532"/>
                  </a:lnTo>
                  <a:lnTo>
                    <a:pt x="15514" y="10118"/>
                  </a:lnTo>
                  <a:lnTo>
                    <a:pt x="11463" y="8134"/>
                  </a:lnTo>
                  <a:lnTo>
                    <a:pt x="6532" y="8715"/>
                  </a:lnTo>
                  <a:lnTo>
                    <a:pt x="742" y="7553"/>
                  </a:lnTo>
                  <a:lnTo>
                    <a:pt x="0" y="5916"/>
                  </a:lnTo>
                  <a:lnTo>
                    <a:pt x="1710" y="1956"/>
                  </a:lnTo>
                  <a:lnTo>
                    <a:pt x="4653" y="2966"/>
                  </a:lnTo>
                  <a:lnTo>
                    <a:pt x="7947" y="2797"/>
                  </a:lnTo>
                  <a:lnTo>
                    <a:pt x="15926" y="316"/>
                  </a:lnTo>
                  <a:lnTo>
                    <a:pt x="21298" y="1884"/>
                  </a:lnTo>
                  <a:lnTo>
                    <a:pt x="26496" y="4866"/>
                  </a:lnTo>
                  <a:lnTo>
                    <a:pt x="28776" y="3392"/>
                  </a:lnTo>
                  <a:lnTo>
                    <a:pt x="27325" y="59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h401"/>
            <p:cNvSpPr/>
            <p:nvPr/>
          </p:nvSpPr>
          <p:spPr>
            <a:xfrm>
              <a:off x="1703386" y="1879894"/>
              <a:ext cx="35116" cy="37750"/>
            </a:xfrm>
            <a:custGeom>
              <a:avLst/>
              <a:pathLst>
                <a:path w="35116" h="37750">
                  <a:moveTo>
                    <a:pt x="18594" y="0"/>
                  </a:moveTo>
                  <a:lnTo>
                    <a:pt x="22599" y="3039"/>
                  </a:lnTo>
                  <a:lnTo>
                    <a:pt x="24741" y="3358"/>
                  </a:lnTo>
                  <a:lnTo>
                    <a:pt x="25940" y="2602"/>
                  </a:lnTo>
                  <a:lnTo>
                    <a:pt x="27447" y="4421"/>
                  </a:lnTo>
                  <a:lnTo>
                    <a:pt x="29365" y="4727"/>
                  </a:lnTo>
                  <a:lnTo>
                    <a:pt x="31513" y="3544"/>
                  </a:lnTo>
                  <a:lnTo>
                    <a:pt x="33065" y="4599"/>
                  </a:lnTo>
                  <a:lnTo>
                    <a:pt x="34471" y="7293"/>
                  </a:lnTo>
                  <a:lnTo>
                    <a:pt x="33013" y="10493"/>
                  </a:lnTo>
                  <a:lnTo>
                    <a:pt x="35116" y="14247"/>
                  </a:lnTo>
                  <a:lnTo>
                    <a:pt x="33784" y="21882"/>
                  </a:lnTo>
                  <a:lnTo>
                    <a:pt x="34129" y="27887"/>
                  </a:lnTo>
                  <a:lnTo>
                    <a:pt x="32018" y="28581"/>
                  </a:lnTo>
                  <a:lnTo>
                    <a:pt x="30439" y="27570"/>
                  </a:lnTo>
                  <a:lnTo>
                    <a:pt x="29559" y="34929"/>
                  </a:lnTo>
                  <a:lnTo>
                    <a:pt x="24906" y="36968"/>
                  </a:lnTo>
                  <a:lnTo>
                    <a:pt x="25057" y="37750"/>
                  </a:lnTo>
                  <a:lnTo>
                    <a:pt x="20299" y="37674"/>
                  </a:lnTo>
                  <a:lnTo>
                    <a:pt x="19984" y="35731"/>
                  </a:lnTo>
                  <a:lnTo>
                    <a:pt x="23533" y="34585"/>
                  </a:lnTo>
                  <a:lnTo>
                    <a:pt x="22703" y="30063"/>
                  </a:lnTo>
                  <a:lnTo>
                    <a:pt x="17930" y="29033"/>
                  </a:lnTo>
                  <a:lnTo>
                    <a:pt x="10928" y="25989"/>
                  </a:lnTo>
                  <a:lnTo>
                    <a:pt x="10875" y="21843"/>
                  </a:lnTo>
                  <a:lnTo>
                    <a:pt x="10041" y="18707"/>
                  </a:lnTo>
                  <a:lnTo>
                    <a:pt x="5432" y="13315"/>
                  </a:lnTo>
                  <a:lnTo>
                    <a:pt x="6410" y="12503"/>
                  </a:lnTo>
                  <a:lnTo>
                    <a:pt x="6772" y="10531"/>
                  </a:lnTo>
                  <a:lnTo>
                    <a:pt x="4146" y="6781"/>
                  </a:lnTo>
                  <a:lnTo>
                    <a:pt x="0" y="3302"/>
                  </a:lnTo>
                  <a:lnTo>
                    <a:pt x="3033" y="371"/>
                  </a:lnTo>
                  <a:lnTo>
                    <a:pt x="4412" y="3446"/>
                  </a:lnTo>
                  <a:lnTo>
                    <a:pt x="7850" y="2894"/>
                  </a:lnTo>
                  <a:lnTo>
                    <a:pt x="7547" y="1293"/>
                  </a:lnTo>
                  <a:lnTo>
                    <a:pt x="11705" y="17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h402"/>
            <p:cNvSpPr/>
            <p:nvPr/>
          </p:nvSpPr>
          <p:spPr>
            <a:xfrm>
              <a:off x="1672564" y="1479163"/>
              <a:ext cx="79716" cy="79474"/>
            </a:xfrm>
            <a:custGeom>
              <a:avLst/>
              <a:pathLst>
                <a:path w="79716" h="79474">
                  <a:moveTo>
                    <a:pt x="45303" y="1144"/>
                  </a:moveTo>
                  <a:lnTo>
                    <a:pt x="49375" y="5616"/>
                  </a:lnTo>
                  <a:lnTo>
                    <a:pt x="53084" y="3697"/>
                  </a:lnTo>
                  <a:lnTo>
                    <a:pt x="56656" y="5380"/>
                  </a:lnTo>
                  <a:lnTo>
                    <a:pt x="60235" y="7802"/>
                  </a:lnTo>
                  <a:lnTo>
                    <a:pt x="63298" y="12087"/>
                  </a:lnTo>
                  <a:lnTo>
                    <a:pt x="69242" y="25529"/>
                  </a:lnTo>
                  <a:lnTo>
                    <a:pt x="75957" y="38437"/>
                  </a:lnTo>
                  <a:lnTo>
                    <a:pt x="77769" y="40728"/>
                  </a:lnTo>
                  <a:lnTo>
                    <a:pt x="79612" y="41353"/>
                  </a:lnTo>
                  <a:lnTo>
                    <a:pt x="79716" y="42118"/>
                  </a:lnTo>
                  <a:lnTo>
                    <a:pt x="74131" y="46965"/>
                  </a:lnTo>
                  <a:lnTo>
                    <a:pt x="71675" y="44034"/>
                  </a:lnTo>
                  <a:lnTo>
                    <a:pt x="69241" y="51502"/>
                  </a:lnTo>
                  <a:lnTo>
                    <a:pt x="70359" y="51603"/>
                  </a:lnTo>
                  <a:lnTo>
                    <a:pt x="70271" y="74919"/>
                  </a:lnTo>
                  <a:lnTo>
                    <a:pt x="65436" y="77522"/>
                  </a:lnTo>
                  <a:lnTo>
                    <a:pt x="59713" y="73333"/>
                  </a:lnTo>
                  <a:lnTo>
                    <a:pt x="58866" y="77204"/>
                  </a:lnTo>
                  <a:lnTo>
                    <a:pt x="56524" y="76611"/>
                  </a:lnTo>
                  <a:lnTo>
                    <a:pt x="57255" y="73203"/>
                  </a:lnTo>
                  <a:lnTo>
                    <a:pt x="45218" y="72862"/>
                  </a:lnTo>
                  <a:lnTo>
                    <a:pt x="45698" y="77056"/>
                  </a:lnTo>
                  <a:lnTo>
                    <a:pt x="34012" y="76751"/>
                  </a:lnTo>
                  <a:lnTo>
                    <a:pt x="31419" y="74598"/>
                  </a:lnTo>
                  <a:lnTo>
                    <a:pt x="29373" y="74100"/>
                  </a:lnTo>
                  <a:lnTo>
                    <a:pt x="20533" y="75316"/>
                  </a:lnTo>
                  <a:lnTo>
                    <a:pt x="20427" y="77997"/>
                  </a:lnTo>
                  <a:lnTo>
                    <a:pt x="17156" y="79430"/>
                  </a:lnTo>
                  <a:lnTo>
                    <a:pt x="12015" y="79474"/>
                  </a:lnTo>
                  <a:lnTo>
                    <a:pt x="12784" y="77257"/>
                  </a:lnTo>
                  <a:lnTo>
                    <a:pt x="11136" y="75901"/>
                  </a:lnTo>
                  <a:lnTo>
                    <a:pt x="8494" y="71823"/>
                  </a:lnTo>
                  <a:lnTo>
                    <a:pt x="6808" y="67027"/>
                  </a:lnTo>
                  <a:lnTo>
                    <a:pt x="2593" y="65502"/>
                  </a:lnTo>
                  <a:lnTo>
                    <a:pt x="0" y="53517"/>
                  </a:lnTo>
                  <a:lnTo>
                    <a:pt x="10942" y="49576"/>
                  </a:lnTo>
                  <a:lnTo>
                    <a:pt x="10896" y="46034"/>
                  </a:lnTo>
                  <a:lnTo>
                    <a:pt x="21883" y="46510"/>
                  </a:lnTo>
                  <a:lnTo>
                    <a:pt x="27459" y="42882"/>
                  </a:lnTo>
                  <a:lnTo>
                    <a:pt x="24207" y="40051"/>
                  </a:lnTo>
                  <a:lnTo>
                    <a:pt x="21411" y="34999"/>
                  </a:lnTo>
                  <a:lnTo>
                    <a:pt x="21944" y="22093"/>
                  </a:lnTo>
                  <a:lnTo>
                    <a:pt x="16691" y="21701"/>
                  </a:lnTo>
                  <a:lnTo>
                    <a:pt x="8813" y="19366"/>
                  </a:lnTo>
                  <a:lnTo>
                    <a:pt x="13842" y="12652"/>
                  </a:lnTo>
                  <a:lnTo>
                    <a:pt x="1047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h403"/>
            <p:cNvSpPr/>
            <p:nvPr/>
          </p:nvSpPr>
          <p:spPr>
            <a:xfrm>
              <a:off x="1738465" y="2053356"/>
              <a:ext cx="41954" cy="29036"/>
            </a:xfrm>
            <a:custGeom>
              <a:avLst/>
              <a:pathLst>
                <a:path w="41954" h="29036">
                  <a:moveTo>
                    <a:pt x="30393" y="622"/>
                  </a:moveTo>
                  <a:lnTo>
                    <a:pt x="34491" y="3548"/>
                  </a:lnTo>
                  <a:lnTo>
                    <a:pt x="39263" y="8827"/>
                  </a:lnTo>
                  <a:lnTo>
                    <a:pt x="41954" y="9074"/>
                  </a:lnTo>
                  <a:lnTo>
                    <a:pt x="40876" y="9431"/>
                  </a:lnTo>
                  <a:lnTo>
                    <a:pt x="37498" y="18275"/>
                  </a:lnTo>
                  <a:lnTo>
                    <a:pt x="25679" y="26315"/>
                  </a:lnTo>
                  <a:lnTo>
                    <a:pt x="24433" y="28746"/>
                  </a:lnTo>
                  <a:lnTo>
                    <a:pt x="23429" y="29036"/>
                  </a:lnTo>
                  <a:lnTo>
                    <a:pt x="12145" y="18991"/>
                  </a:lnTo>
                  <a:lnTo>
                    <a:pt x="10195" y="20991"/>
                  </a:lnTo>
                  <a:lnTo>
                    <a:pt x="8701" y="24443"/>
                  </a:lnTo>
                  <a:lnTo>
                    <a:pt x="7039" y="22116"/>
                  </a:lnTo>
                  <a:lnTo>
                    <a:pt x="3609" y="20173"/>
                  </a:lnTo>
                  <a:lnTo>
                    <a:pt x="1500" y="20242"/>
                  </a:lnTo>
                  <a:lnTo>
                    <a:pt x="0" y="17299"/>
                  </a:lnTo>
                  <a:lnTo>
                    <a:pt x="584" y="15923"/>
                  </a:lnTo>
                  <a:lnTo>
                    <a:pt x="4601" y="9434"/>
                  </a:lnTo>
                  <a:lnTo>
                    <a:pt x="7489" y="8610"/>
                  </a:lnTo>
                  <a:lnTo>
                    <a:pt x="11160" y="16059"/>
                  </a:lnTo>
                  <a:lnTo>
                    <a:pt x="15530" y="17189"/>
                  </a:lnTo>
                  <a:lnTo>
                    <a:pt x="17280" y="16058"/>
                  </a:lnTo>
                  <a:lnTo>
                    <a:pt x="19326" y="9217"/>
                  </a:lnTo>
                  <a:lnTo>
                    <a:pt x="22594" y="3433"/>
                  </a:lnTo>
                  <a:lnTo>
                    <a:pt x="24623" y="1719"/>
                  </a:lnTo>
                  <a:lnTo>
                    <a:pt x="25189" y="2372"/>
                  </a:lnTo>
                  <a:lnTo>
                    <a:pt x="26397" y="1963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h404"/>
            <p:cNvSpPr/>
            <p:nvPr/>
          </p:nvSpPr>
          <p:spPr>
            <a:xfrm>
              <a:off x="1444218" y="1913733"/>
              <a:ext cx="97440" cy="61563"/>
            </a:xfrm>
            <a:custGeom>
              <a:avLst/>
              <a:pathLst>
                <a:path w="97440" h="61563">
                  <a:moveTo>
                    <a:pt x="9190" y="1609"/>
                  </a:moveTo>
                  <a:lnTo>
                    <a:pt x="14424" y="2936"/>
                  </a:lnTo>
                  <a:lnTo>
                    <a:pt x="19360" y="6005"/>
                  </a:lnTo>
                  <a:lnTo>
                    <a:pt x="19782" y="7489"/>
                  </a:lnTo>
                  <a:lnTo>
                    <a:pt x="32878" y="14802"/>
                  </a:lnTo>
                  <a:lnTo>
                    <a:pt x="36273" y="15401"/>
                  </a:lnTo>
                  <a:lnTo>
                    <a:pt x="46166" y="8228"/>
                  </a:lnTo>
                  <a:lnTo>
                    <a:pt x="47521" y="8833"/>
                  </a:lnTo>
                  <a:lnTo>
                    <a:pt x="51262" y="9668"/>
                  </a:lnTo>
                  <a:lnTo>
                    <a:pt x="57116" y="9395"/>
                  </a:lnTo>
                  <a:lnTo>
                    <a:pt x="62594" y="12493"/>
                  </a:lnTo>
                  <a:lnTo>
                    <a:pt x="63168" y="13942"/>
                  </a:lnTo>
                  <a:lnTo>
                    <a:pt x="68126" y="14658"/>
                  </a:lnTo>
                  <a:lnTo>
                    <a:pt x="71652" y="13134"/>
                  </a:lnTo>
                  <a:lnTo>
                    <a:pt x="74309" y="10326"/>
                  </a:lnTo>
                  <a:lnTo>
                    <a:pt x="78203" y="9716"/>
                  </a:lnTo>
                  <a:lnTo>
                    <a:pt x="85168" y="9858"/>
                  </a:lnTo>
                  <a:lnTo>
                    <a:pt x="90363" y="12886"/>
                  </a:lnTo>
                  <a:lnTo>
                    <a:pt x="91674" y="14634"/>
                  </a:lnTo>
                  <a:lnTo>
                    <a:pt x="91224" y="18187"/>
                  </a:lnTo>
                  <a:lnTo>
                    <a:pt x="92316" y="20434"/>
                  </a:lnTo>
                  <a:lnTo>
                    <a:pt x="90249" y="26280"/>
                  </a:lnTo>
                  <a:lnTo>
                    <a:pt x="97440" y="41253"/>
                  </a:lnTo>
                  <a:lnTo>
                    <a:pt x="96839" y="44257"/>
                  </a:lnTo>
                  <a:lnTo>
                    <a:pt x="92067" y="46358"/>
                  </a:lnTo>
                  <a:lnTo>
                    <a:pt x="83172" y="50757"/>
                  </a:lnTo>
                  <a:lnTo>
                    <a:pt x="87820" y="57952"/>
                  </a:lnTo>
                  <a:lnTo>
                    <a:pt x="88750" y="61563"/>
                  </a:lnTo>
                  <a:lnTo>
                    <a:pt x="73629" y="48991"/>
                  </a:lnTo>
                  <a:lnTo>
                    <a:pt x="71386" y="43378"/>
                  </a:lnTo>
                  <a:lnTo>
                    <a:pt x="67193" y="42415"/>
                  </a:lnTo>
                  <a:lnTo>
                    <a:pt x="68223" y="43664"/>
                  </a:lnTo>
                  <a:lnTo>
                    <a:pt x="67269" y="46655"/>
                  </a:lnTo>
                  <a:lnTo>
                    <a:pt x="61573" y="49969"/>
                  </a:lnTo>
                  <a:lnTo>
                    <a:pt x="62780" y="48015"/>
                  </a:lnTo>
                  <a:lnTo>
                    <a:pt x="62531" y="46396"/>
                  </a:lnTo>
                  <a:lnTo>
                    <a:pt x="60347" y="41043"/>
                  </a:lnTo>
                  <a:lnTo>
                    <a:pt x="56683" y="37513"/>
                  </a:lnTo>
                  <a:lnTo>
                    <a:pt x="52069" y="38285"/>
                  </a:lnTo>
                  <a:lnTo>
                    <a:pt x="49424" y="40287"/>
                  </a:lnTo>
                  <a:lnTo>
                    <a:pt x="46538" y="34768"/>
                  </a:lnTo>
                  <a:lnTo>
                    <a:pt x="38269" y="35268"/>
                  </a:lnTo>
                  <a:lnTo>
                    <a:pt x="32969" y="38972"/>
                  </a:lnTo>
                  <a:lnTo>
                    <a:pt x="35454" y="41264"/>
                  </a:lnTo>
                  <a:lnTo>
                    <a:pt x="35897" y="43613"/>
                  </a:lnTo>
                  <a:lnTo>
                    <a:pt x="34989" y="45320"/>
                  </a:lnTo>
                  <a:lnTo>
                    <a:pt x="30690" y="49160"/>
                  </a:lnTo>
                  <a:lnTo>
                    <a:pt x="33506" y="52463"/>
                  </a:lnTo>
                  <a:lnTo>
                    <a:pt x="26484" y="54575"/>
                  </a:lnTo>
                  <a:lnTo>
                    <a:pt x="24873" y="53643"/>
                  </a:lnTo>
                  <a:lnTo>
                    <a:pt x="23113" y="57906"/>
                  </a:lnTo>
                  <a:lnTo>
                    <a:pt x="21797" y="53453"/>
                  </a:lnTo>
                  <a:lnTo>
                    <a:pt x="22473" y="50143"/>
                  </a:lnTo>
                  <a:lnTo>
                    <a:pt x="19030" y="43990"/>
                  </a:lnTo>
                  <a:lnTo>
                    <a:pt x="14053" y="40238"/>
                  </a:lnTo>
                  <a:lnTo>
                    <a:pt x="7426" y="39866"/>
                  </a:lnTo>
                  <a:lnTo>
                    <a:pt x="5523" y="36088"/>
                  </a:lnTo>
                  <a:lnTo>
                    <a:pt x="5025" y="35074"/>
                  </a:lnTo>
                  <a:lnTo>
                    <a:pt x="6211" y="32126"/>
                  </a:lnTo>
                  <a:lnTo>
                    <a:pt x="8820" y="31711"/>
                  </a:lnTo>
                  <a:lnTo>
                    <a:pt x="10761" y="28745"/>
                  </a:lnTo>
                  <a:lnTo>
                    <a:pt x="6003" y="26758"/>
                  </a:lnTo>
                  <a:lnTo>
                    <a:pt x="5583" y="24715"/>
                  </a:lnTo>
                  <a:lnTo>
                    <a:pt x="5269" y="16381"/>
                  </a:lnTo>
                  <a:lnTo>
                    <a:pt x="0" y="11568"/>
                  </a:lnTo>
                  <a:lnTo>
                    <a:pt x="4737" y="8960"/>
                  </a:lnTo>
                  <a:lnTo>
                    <a:pt x="1986" y="5492"/>
                  </a:lnTo>
                  <a:lnTo>
                    <a:pt x="598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h405"/>
            <p:cNvSpPr/>
            <p:nvPr/>
          </p:nvSpPr>
          <p:spPr>
            <a:xfrm>
              <a:off x="1498061" y="1972483"/>
              <a:ext cx="86270" cy="96534"/>
            </a:xfrm>
            <a:custGeom>
              <a:avLst/>
              <a:pathLst>
                <a:path w="86270" h="96534">
                  <a:moveTo>
                    <a:pt x="53327" y="472"/>
                  </a:moveTo>
                  <a:lnTo>
                    <a:pt x="55832" y="3809"/>
                  </a:lnTo>
                  <a:lnTo>
                    <a:pt x="60404" y="4294"/>
                  </a:lnTo>
                  <a:lnTo>
                    <a:pt x="63023" y="886"/>
                  </a:lnTo>
                  <a:lnTo>
                    <a:pt x="65154" y="0"/>
                  </a:lnTo>
                  <a:lnTo>
                    <a:pt x="71175" y="11254"/>
                  </a:lnTo>
                  <a:lnTo>
                    <a:pt x="72212" y="12626"/>
                  </a:lnTo>
                  <a:lnTo>
                    <a:pt x="73888" y="12132"/>
                  </a:lnTo>
                  <a:lnTo>
                    <a:pt x="83782" y="18683"/>
                  </a:lnTo>
                  <a:lnTo>
                    <a:pt x="77764" y="22231"/>
                  </a:lnTo>
                  <a:lnTo>
                    <a:pt x="76584" y="28909"/>
                  </a:lnTo>
                  <a:lnTo>
                    <a:pt x="74630" y="33959"/>
                  </a:lnTo>
                  <a:lnTo>
                    <a:pt x="63906" y="38595"/>
                  </a:lnTo>
                  <a:lnTo>
                    <a:pt x="72190" y="38445"/>
                  </a:lnTo>
                  <a:lnTo>
                    <a:pt x="74733" y="40700"/>
                  </a:lnTo>
                  <a:lnTo>
                    <a:pt x="76486" y="40995"/>
                  </a:lnTo>
                  <a:lnTo>
                    <a:pt x="85155" y="35024"/>
                  </a:lnTo>
                  <a:lnTo>
                    <a:pt x="86270" y="43852"/>
                  </a:lnTo>
                  <a:lnTo>
                    <a:pt x="80337" y="50196"/>
                  </a:lnTo>
                  <a:lnTo>
                    <a:pt x="76423" y="45326"/>
                  </a:lnTo>
                  <a:lnTo>
                    <a:pt x="75591" y="46136"/>
                  </a:lnTo>
                  <a:lnTo>
                    <a:pt x="75063" y="58013"/>
                  </a:lnTo>
                  <a:lnTo>
                    <a:pt x="74540" y="58786"/>
                  </a:lnTo>
                  <a:lnTo>
                    <a:pt x="72585" y="60500"/>
                  </a:lnTo>
                  <a:lnTo>
                    <a:pt x="70113" y="59020"/>
                  </a:lnTo>
                  <a:lnTo>
                    <a:pt x="66530" y="58674"/>
                  </a:lnTo>
                  <a:lnTo>
                    <a:pt x="67868" y="63208"/>
                  </a:lnTo>
                  <a:lnTo>
                    <a:pt x="66751" y="68641"/>
                  </a:lnTo>
                  <a:lnTo>
                    <a:pt x="59046" y="69121"/>
                  </a:lnTo>
                  <a:lnTo>
                    <a:pt x="58669" y="70184"/>
                  </a:lnTo>
                  <a:lnTo>
                    <a:pt x="59786" y="71267"/>
                  </a:lnTo>
                  <a:lnTo>
                    <a:pt x="59119" y="73765"/>
                  </a:lnTo>
                  <a:lnTo>
                    <a:pt x="56806" y="75711"/>
                  </a:lnTo>
                  <a:lnTo>
                    <a:pt x="54605" y="74599"/>
                  </a:lnTo>
                  <a:lnTo>
                    <a:pt x="52257" y="75734"/>
                  </a:lnTo>
                  <a:lnTo>
                    <a:pt x="51457" y="77304"/>
                  </a:lnTo>
                  <a:lnTo>
                    <a:pt x="50246" y="93165"/>
                  </a:lnTo>
                  <a:lnTo>
                    <a:pt x="46724" y="94907"/>
                  </a:lnTo>
                  <a:lnTo>
                    <a:pt x="39916" y="96534"/>
                  </a:lnTo>
                  <a:lnTo>
                    <a:pt x="34105" y="89088"/>
                  </a:lnTo>
                  <a:lnTo>
                    <a:pt x="28739" y="89194"/>
                  </a:lnTo>
                  <a:lnTo>
                    <a:pt x="27635" y="85860"/>
                  </a:lnTo>
                  <a:lnTo>
                    <a:pt x="21567" y="86678"/>
                  </a:lnTo>
                  <a:lnTo>
                    <a:pt x="19758" y="84266"/>
                  </a:lnTo>
                  <a:lnTo>
                    <a:pt x="19538" y="78006"/>
                  </a:lnTo>
                  <a:lnTo>
                    <a:pt x="25341" y="73890"/>
                  </a:lnTo>
                  <a:lnTo>
                    <a:pt x="23894" y="69063"/>
                  </a:lnTo>
                  <a:lnTo>
                    <a:pt x="19176" y="67953"/>
                  </a:lnTo>
                  <a:lnTo>
                    <a:pt x="10144" y="70158"/>
                  </a:lnTo>
                  <a:lnTo>
                    <a:pt x="1171" y="70287"/>
                  </a:lnTo>
                  <a:lnTo>
                    <a:pt x="0" y="69623"/>
                  </a:lnTo>
                  <a:lnTo>
                    <a:pt x="1612" y="67068"/>
                  </a:lnTo>
                  <a:lnTo>
                    <a:pt x="7460" y="63518"/>
                  </a:lnTo>
                  <a:lnTo>
                    <a:pt x="8741" y="67773"/>
                  </a:lnTo>
                  <a:lnTo>
                    <a:pt x="14775" y="65571"/>
                  </a:lnTo>
                  <a:lnTo>
                    <a:pt x="17035" y="63024"/>
                  </a:lnTo>
                  <a:lnTo>
                    <a:pt x="22069" y="61306"/>
                  </a:lnTo>
                  <a:lnTo>
                    <a:pt x="18210" y="53807"/>
                  </a:lnTo>
                  <a:lnTo>
                    <a:pt x="22281" y="44260"/>
                  </a:lnTo>
                  <a:lnTo>
                    <a:pt x="21973" y="42301"/>
                  </a:lnTo>
                  <a:lnTo>
                    <a:pt x="19236" y="40806"/>
                  </a:lnTo>
                  <a:lnTo>
                    <a:pt x="24984" y="35677"/>
                  </a:lnTo>
                  <a:lnTo>
                    <a:pt x="27065" y="31858"/>
                  </a:lnTo>
                  <a:lnTo>
                    <a:pt x="32495" y="33019"/>
                  </a:lnTo>
                  <a:lnTo>
                    <a:pt x="38833" y="31036"/>
                  </a:lnTo>
                  <a:lnTo>
                    <a:pt x="39610" y="28155"/>
                  </a:lnTo>
                  <a:lnTo>
                    <a:pt x="38155" y="21677"/>
                  </a:lnTo>
                  <a:lnTo>
                    <a:pt x="38739" y="18694"/>
                  </a:lnTo>
                  <a:lnTo>
                    <a:pt x="42641" y="4061"/>
                  </a:lnTo>
                  <a:lnTo>
                    <a:pt x="43616" y="2054"/>
                  </a:lnTo>
                  <a:lnTo>
                    <a:pt x="44867" y="1753"/>
                  </a:lnTo>
                  <a:lnTo>
                    <a:pt x="46625" y="634"/>
                  </a:lnTo>
                  <a:lnTo>
                    <a:pt x="48608" y="1586"/>
                  </a:lnTo>
                  <a:lnTo>
                    <a:pt x="49526" y="3083"/>
                  </a:lnTo>
                  <a:lnTo>
                    <a:pt x="50818" y="3371"/>
                  </a:lnTo>
                  <a:lnTo>
                    <a:pt x="52033" y="1734"/>
                  </a:lnTo>
                  <a:lnTo>
                    <a:pt x="52289" y="1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h406"/>
            <p:cNvSpPr/>
            <p:nvPr/>
          </p:nvSpPr>
          <p:spPr>
            <a:xfrm>
              <a:off x="1762898" y="2062430"/>
              <a:ext cx="28846" cy="32610"/>
            </a:xfrm>
            <a:custGeom>
              <a:avLst/>
              <a:pathLst>
                <a:path w="28846" h="32610">
                  <a:moveTo>
                    <a:pt x="16649" y="600"/>
                  </a:moveTo>
                  <a:lnTo>
                    <a:pt x="21544" y="2865"/>
                  </a:lnTo>
                  <a:lnTo>
                    <a:pt x="25848" y="8862"/>
                  </a:lnTo>
                  <a:lnTo>
                    <a:pt x="24665" y="12582"/>
                  </a:lnTo>
                  <a:lnTo>
                    <a:pt x="26940" y="12825"/>
                  </a:lnTo>
                  <a:lnTo>
                    <a:pt x="28846" y="16130"/>
                  </a:lnTo>
                  <a:lnTo>
                    <a:pt x="26914" y="20738"/>
                  </a:lnTo>
                  <a:lnTo>
                    <a:pt x="22869" y="22567"/>
                  </a:lnTo>
                  <a:lnTo>
                    <a:pt x="20480" y="21667"/>
                  </a:lnTo>
                  <a:lnTo>
                    <a:pt x="17580" y="22024"/>
                  </a:lnTo>
                  <a:lnTo>
                    <a:pt x="14284" y="28053"/>
                  </a:lnTo>
                  <a:lnTo>
                    <a:pt x="16138" y="32610"/>
                  </a:lnTo>
                  <a:lnTo>
                    <a:pt x="12089" y="28925"/>
                  </a:lnTo>
                  <a:lnTo>
                    <a:pt x="6828" y="22063"/>
                  </a:lnTo>
                  <a:lnTo>
                    <a:pt x="0" y="19671"/>
                  </a:lnTo>
                  <a:lnTo>
                    <a:pt x="1245" y="17240"/>
                  </a:lnTo>
                  <a:lnTo>
                    <a:pt x="13064" y="9201"/>
                  </a:lnTo>
                  <a:lnTo>
                    <a:pt x="16442" y="357"/>
                  </a:lnTo>
                  <a:lnTo>
                    <a:pt x="1752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h407"/>
            <p:cNvSpPr/>
            <p:nvPr/>
          </p:nvSpPr>
          <p:spPr>
            <a:xfrm>
              <a:off x="1777183" y="2065407"/>
              <a:ext cx="50844" cy="47704"/>
            </a:xfrm>
            <a:custGeom>
              <a:avLst/>
              <a:pathLst>
                <a:path w="50844" h="47704">
                  <a:moveTo>
                    <a:pt x="33264" y="3471"/>
                  </a:moveTo>
                  <a:lnTo>
                    <a:pt x="40938" y="7238"/>
                  </a:lnTo>
                  <a:lnTo>
                    <a:pt x="48977" y="9827"/>
                  </a:lnTo>
                  <a:lnTo>
                    <a:pt x="50844" y="13845"/>
                  </a:lnTo>
                  <a:lnTo>
                    <a:pt x="49251" y="15200"/>
                  </a:lnTo>
                  <a:lnTo>
                    <a:pt x="49932" y="17216"/>
                  </a:lnTo>
                  <a:lnTo>
                    <a:pt x="50796" y="16842"/>
                  </a:lnTo>
                  <a:lnTo>
                    <a:pt x="49019" y="18648"/>
                  </a:lnTo>
                  <a:lnTo>
                    <a:pt x="47520" y="23856"/>
                  </a:lnTo>
                  <a:lnTo>
                    <a:pt x="47743" y="26082"/>
                  </a:lnTo>
                  <a:lnTo>
                    <a:pt x="48691" y="28111"/>
                  </a:lnTo>
                  <a:lnTo>
                    <a:pt x="49573" y="28525"/>
                  </a:lnTo>
                  <a:lnTo>
                    <a:pt x="49685" y="30398"/>
                  </a:lnTo>
                  <a:lnTo>
                    <a:pt x="48511" y="32674"/>
                  </a:lnTo>
                  <a:lnTo>
                    <a:pt x="41645" y="38520"/>
                  </a:lnTo>
                  <a:lnTo>
                    <a:pt x="37234" y="43474"/>
                  </a:lnTo>
                  <a:lnTo>
                    <a:pt x="43378" y="45242"/>
                  </a:lnTo>
                  <a:lnTo>
                    <a:pt x="42822" y="46967"/>
                  </a:lnTo>
                  <a:lnTo>
                    <a:pt x="41285" y="47704"/>
                  </a:lnTo>
                  <a:lnTo>
                    <a:pt x="37549" y="46326"/>
                  </a:lnTo>
                  <a:lnTo>
                    <a:pt x="33864" y="46747"/>
                  </a:lnTo>
                  <a:lnTo>
                    <a:pt x="25780" y="43867"/>
                  </a:lnTo>
                  <a:lnTo>
                    <a:pt x="18644" y="27376"/>
                  </a:lnTo>
                  <a:lnTo>
                    <a:pt x="20415" y="35601"/>
                  </a:lnTo>
                  <a:lnTo>
                    <a:pt x="15656" y="35271"/>
                  </a:lnTo>
                  <a:lnTo>
                    <a:pt x="9426" y="30787"/>
                  </a:lnTo>
                  <a:lnTo>
                    <a:pt x="6986" y="25363"/>
                  </a:lnTo>
                  <a:lnTo>
                    <a:pt x="5171" y="23413"/>
                  </a:lnTo>
                  <a:lnTo>
                    <a:pt x="1412" y="24078"/>
                  </a:lnTo>
                  <a:lnTo>
                    <a:pt x="0" y="25076"/>
                  </a:lnTo>
                  <a:lnTo>
                    <a:pt x="3296" y="19046"/>
                  </a:lnTo>
                  <a:lnTo>
                    <a:pt x="6196" y="18690"/>
                  </a:lnTo>
                  <a:lnTo>
                    <a:pt x="8585" y="19590"/>
                  </a:lnTo>
                  <a:lnTo>
                    <a:pt x="12629" y="17761"/>
                  </a:lnTo>
                  <a:lnTo>
                    <a:pt x="14561" y="13153"/>
                  </a:lnTo>
                  <a:lnTo>
                    <a:pt x="12656" y="9848"/>
                  </a:lnTo>
                  <a:lnTo>
                    <a:pt x="10381" y="9605"/>
                  </a:lnTo>
                  <a:lnTo>
                    <a:pt x="11564" y="5885"/>
                  </a:lnTo>
                  <a:lnTo>
                    <a:pt x="12030" y="3999"/>
                  </a:lnTo>
                  <a:lnTo>
                    <a:pt x="18222" y="2333"/>
                  </a:lnTo>
                  <a:lnTo>
                    <a:pt x="21006" y="5036"/>
                  </a:lnTo>
                  <a:lnTo>
                    <a:pt x="24233" y="5342"/>
                  </a:lnTo>
                  <a:lnTo>
                    <a:pt x="24700" y="2070"/>
                  </a:lnTo>
                  <a:lnTo>
                    <a:pt x="26603" y="857"/>
                  </a:lnTo>
                  <a:lnTo>
                    <a:pt x="2821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h408"/>
            <p:cNvSpPr/>
            <p:nvPr/>
          </p:nvSpPr>
          <p:spPr>
            <a:xfrm>
              <a:off x="1797096" y="1878879"/>
              <a:ext cx="35863" cy="29126"/>
            </a:xfrm>
            <a:custGeom>
              <a:avLst/>
              <a:pathLst>
                <a:path w="35863" h="29126">
                  <a:moveTo>
                    <a:pt x="19937" y="2942"/>
                  </a:moveTo>
                  <a:lnTo>
                    <a:pt x="21043" y="9126"/>
                  </a:lnTo>
                  <a:lnTo>
                    <a:pt x="20339" y="10474"/>
                  </a:lnTo>
                  <a:lnTo>
                    <a:pt x="28519" y="17626"/>
                  </a:lnTo>
                  <a:lnTo>
                    <a:pt x="28018" y="19782"/>
                  </a:lnTo>
                  <a:lnTo>
                    <a:pt x="28800" y="20884"/>
                  </a:lnTo>
                  <a:lnTo>
                    <a:pt x="35863" y="23560"/>
                  </a:lnTo>
                  <a:lnTo>
                    <a:pt x="35814" y="25804"/>
                  </a:lnTo>
                  <a:lnTo>
                    <a:pt x="31740" y="27863"/>
                  </a:lnTo>
                  <a:lnTo>
                    <a:pt x="28612" y="24584"/>
                  </a:lnTo>
                  <a:lnTo>
                    <a:pt x="27374" y="24536"/>
                  </a:lnTo>
                  <a:lnTo>
                    <a:pt x="21276" y="26150"/>
                  </a:lnTo>
                  <a:lnTo>
                    <a:pt x="19261" y="29054"/>
                  </a:lnTo>
                  <a:lnTo>
                    <a:pt x="15640" y="29126"/>
                  </a:lnTo>
                  <a:lnTo>
                    <a:pt x="15132" y="26833"/>
                  </a:lnTo>
                  <a:lnTo>
                    <a:pt x="13609" y="24993"/>
                  </a:lnTo>
                  <a:lnTo>
                    <a:pt x="10498" y="23724"/>
                  </a:lnTo>
                  <a:lnTo>
                    <a:pt x="7430" y="20568"/>
                  </a:lnTo>
                  <a:lnTo>
                    <a:pt x="2735" y="14059"/>
                  </a:lnTo>
                  <a:lnTo>
                    <a:pt x="0" y="8160"/>
                  </a:lnTo>
                  <a:lnTo>
                    <a:pt x="6022" y="5828"/>
                  </a:lnTo>
                  <a:lnTo>
                    <a:pt x="11966" y="1429"/>
                  </a:lnTo>
                  <a:lnTo>
                    <a:pt x="1585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h409"/>
            <p:cNvSpPr/>
            <p:nvPr/>
          </p:nvSpPr>
          <p:spPr>
            <a:xfrm>
              <a:off x="1533904" y="2069571"/>
              <a:ext cx="75728" cy="62328"/>
            </a:xfrm>
            <a:custGeom>
              <a:avLst/>
              <a:pathLst>
                <a:path w="75728" h="62328">
                  <a:moveTo>
                    <a:pt x="40112" y="3956"/>
                  </a:moveTo>
                  <a:lnTo>
                    <a:pt x="50302" y="8866"/>
                  </a:lnTo>
                  <a:lnTo>
                    <a:pt x="51590" y="9148"/>
                  </a:lnTo>
                  <a:lnTo>
                    <a:pt x="52496" y="8442"/>
                  </a:lnTo>
                  <a:lnTo>
                    <a:pt x="61232" y="13893"/>
                  </a:lnTo>
                  <a:lnTo>
                    <a:pt x="64545" y="12500"/>
                  </a:lnTo>
                  <a:lnTo>
                    <a:pt x="70933" y="14425"/>
                  </a:lnTo>
                  <a:lnTo>
                    <a:pt x="72434" y="15549"/>
                  </a:lnTo>
                  <a:lnTo>
                    <a:pt x="73132" y="17782"/>
                  </a:lnTo>
                  <a:lnTo>
                    <a:pt x="72695" y="19404"/>
                  </a:lnTo>
                  <a:lnTo>
                    <a:pt x="75728" y="20099"/>
                  </a:lnTo>
                  <a:lnTo>
                    <a:pt x="73146" y="27645"/>
                  </a:lnTo>
                  <a:lnTo>
                    <a:pt x="75100" y="29424"/>
                  </a:lnTo>
                  <a:lnTo>
                    <a:pt x="74662" y="37134"/>
                  </a:lnTo>
                  <a:lnTo>
                    <a:pt x="72197" y="37482"/>
                  </a:lnTo>
                  <a:lnTo>
                    <a:pt x="69914" y="36826"/>
                  </a:lnTo>
                  <a:lnTo>
                    <a:pt x="67605" y="27968"/>
                  </a:lnTo>
                  <a:lnTo>
                    <a:pt x="62808" y="27853"/>
                  </a:lnTo>
                  <a:lnTo>
                    <a:pt x="56817" y="34392"/>
                  </a:lnTo>
                  <a:lnTo>
                    <a:pt x="60530" y="37857"/>
                  </a:lnTo>
                  <a:lnTo>
                    <a:pt x="53248" y="44798"/>
                  </a:lnTo>
                  <a:lnTo>
                    <a:pt x="52410" y="46746"/>
                  </a:lnTo>
                  <a:lnTo>
                    <a:pt x="52550" y="48915"/>
                  </a:lnTo>
                  <a:lnTo>
                    <a:pt x="47335" y="49883"/>
                  </a:lnTo>
                  <a:lnTo>
                    <a:pt x="49534" y="59268"/>
                  </a:lnTo>
                  <a:lnTo>
                    <a:pt x="40266" y="53985"/>
                  </a:lnTo>
                  <a:lnTo>
                    <a:pt x="39372" y="51013"/>
                  </a:lnTo>
                  <a:lnTo>
                    <a:pt x="40201" y="46693"/>
                  </a:lnTo>
                  <a:lnTo>
                    <a:pt x="35580" y="49201"/>
                  </a:lnTo>
                  <a:lnTo>
                    <a:pt x="32592" y="53278"/>
                  </a:lnTo>
                  <a:lnTo>
                    <a:pt x="26392" y="53345"/>
                  </a:lnTo>
                  <a:lnTo>
                    <a:pt x="19817" y="52451"/>
                  </a:lnTo>
                  <a:lnTo>
                    <a:pt x="16365" y="59623"/>
                  </a:lnTo>
                  <a:lnTo>
                    <a:pt x="16144" y="62328"/>
                  </a:lnTo>
                  <a:lnTo>
                    <a:pt x="4788" y="43702"/>
                  </a:lnTo>
                  <a:lnTo>
                    <a:pt x="6273" y="42644"/>
                  </a:lnTo>
                  <a:lnTo>
                    <a:pt x="9565" y="40193"/>
                  </a:lnTo>
                  <a:lnTo>
                    <a:pt x="11260" y="35995"/>
                  </a:lnTo>
                  <a:lnTo>
                    <a:pt x="10634" y="33822"/>
                  </a:lnTo>
                  <a:lnTo>
                    <a:pt x="5750" y="25945"/>
                  </a:lnTo>
                  <a:lnTo>
                    <a:pt x="0" y="18733"/>
                  </a:lnTo>
                  <a:lnTo>
                    <a:pt x="6151" y="13910"/>
                  </a:lnTo>
                  <a:lnTo>
                    <a:pt x="6761" y="12022"/>
                  </a:lnTo>
                  <a:lnTo>
                    <a:pt x="8136" y="11828"/>
                  </a:lnTo>
                  <a:lnTo>
                    <a:pt x="8177" y="5602"/>
                  </a:lnTo>
                  <a:lnTo>
                    <a:pt x="13665" y="4404"/>
                  </a:lnTo>
                  <a:lnTo>
                    <a:pt x="19173" y="5497"/>
                  </a:lnTo>
                  <a:lnTo>
                    <a:pt x="21211" y="8532"/>
                  </a:lnTo>
                  <a:lnTo>
                    <a:pt x="21773" y="11737"/>
                  </a:lnTo>
                  <a:lnTo>
                    <a:pt x="15590" y="14931"/>
                  </a:lnTo>
                  <a:lnTo>
                    <a:pt x="12981" y="20449"/>
                  </a:lnTo>
                  <a:lnTo>
                    <a:pt x="18166" y="26562"/>
                  </a:lnTo>
                  <a:lnTo>
                    <a:pt x="19951" y="26273"/>
                  </a:lnTo>
                  <a:lnTo>
                    <a:pt x="19689" y="23254"/>
                  </a:lnTo>
                  <a:lnTo>
                    <a:pt x="21569" y="19184"/>
                  </a:lnTo>
                  <a:lnTo>
                    <a:pt x="26682" y="19280"/>
                  </a:lnTo>
                  <a:lnTo>
                    <a:pt x="28200" y="17361"/>
                  </a:lnTo>
                  <a:lnTo>
                    <a:pt x="30903" y="9687"/>
                  </a:lnTo>
                  <a:lnTo>
                    <a:pt x="28375" y="5416"/>
                  </a:lnTo>
                  <a:lnTo>
                    <a:pt x="27924" y="2791"/>
                  </a:lnTo>
                  <a:lnTo>
                    <a:pt x="2892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h410"/>
            <p:cNvSpPr/>
            <p:nvPr/>
          </p:nvSpPr>
          <p:spPr>
            <a:xfrm>
              <a:off x="1435220" y="1881188"/>
              <a:ext cx="69787" cy="47946"/>
            </a:xfrm>
            <a:custGeom>
              <a:avLst/>
              <a:pathLst>
                <a:path w="69787" h="47946">
                  <a:moveTo>
                    <a:pt x="67047" y="2757"/>
                  </a:moveTo>
                  <a:lnTo>
                    <a:pt x="62895" y="3005"/>
                  </a:lnTo>
                  <a:lnTo>
                    <a:pt x="63980" y="8065"/>
                  </a:lnTo>
                  <a:lnTo>
                    <a:pt x="62164" y="19125"/>
                  </a:lnTo>
                  <a:lnTo>
                    <a:pt x="66676" y="23134"/>
                  </a:lnTo>
                  <a:lnTo>
                    <a:pt x="69787" y="29408"/>
                  </a:lnTo>
                  <a:lnTo>
                    <a:pt x="67120" y="30165"/>
                  </a:lnTo>
                  <a:lnTo>
                    <a:pt x="65987" y="34063"/>
                  </a:lnTo>
                  <a:lnTo>
                    <a:pt x="66903" y="37003"/>
                  </a:lnTo>
                  <a:lnTo>
                    <a:pt x="65390" y="38761"/>
                  </a:lnTo>
                  <a:lnTo>
                    <a:pt x="63190" y="38107"/>
                  </a:lnTo>
                  <a:lnTo>
                    <a:pt x="58472" y="39739"/>
                  </a:lnTo>
                  <a:lnTo>
                    <a:pt x="56519" y="41377"/>
                  </a:lnTo>
                  <a:lnTo>
                    <a:pt x="55164" y="40773"/>
                  </a:lnTo>
                  <a:lnTo>
                    <a:pt x="45271" y="47946"/>
                  </a:lnTo>
                  <a:lnTo>
                    <a:pt x="41876" y="47347"/>
                  </a:lnTo>
                  <a:lnTo>
                    <a:pt x="28780" y="40034"/>
                  </a:lnTo>
                  <a:lnTo>
                    <a:pt x="28358" y="38550"/>
                  </a:lnTo>
                  <a:lnTo>
                    <a:pt x="23421" y="35480"/>
                  </a:lnTo>
                  <a:lnTo>
                    <a:pt x="18188" y="34153"/>
                  </a:lnTo>
                  <a:lnTo>
                    <a:pt x="14979" y="32544"/>
                  </a:lnTo>
                  <a:lnTo>
                    <a:pt x="10984" y="38037"/>
                  </a:lnTo>
                  <a:lnTo>
                    <a:pt x="13734" y="41504"/>
                  </a:lnTo>
                  <a:lnTo>
                    <a:pt x="8997" y="44113"/>
                  </a:lnTo>
                  <a:lnTo>
                    <a:pt x="7599" y="43898"/>
                  </a:lnTo>
                  <a:lnTo>
                    <a:pt x="3568" y="39125"/>
                  </a:lnTo>
                  <a:lnTo>
                    <a:pt x="2111" y="30318"/>
                  </a:lnTo>
                  <a:lnTo>
                    <a:pt x="0" y="23384"/>
                  </a:lnTo>
                  <a:lnTo>
                    <a:pt x="953" y="19364"/>
                  </a:lnTo>
                  <a:lnTo>
                    <a:pt x="1449" y="17406"/>
                  </a:lnTo>
                  <a:lnTo>
                    <a:pt x="1252" y="7008"/>
                  </a:lnTo>
                  <a:lnTo>
                    <a:pt x="6935" y="9565"/>
                  </a:lnTo>
                  <a:lnTo>
                    <a:pt x="10183" y="8542"/>
                  </a:lnTo>
                  <a:lnTo>
                    <a:pt x="12434" y="10439"/>
                  </a:lnTo>
                  <a:lnTo>
                    <a:pt x="24989" y="12089"/>
                  </a:lnTo>
                  <a:lnTo>
                    <a:pt x="29851" y="10659"/>
                  </a:lnTo>
                  <a:lnTo>
                    <a:pt x="34700" y="10362"/>
                  </a:lnTo>
                  <a:lnTo>
                    <a:pt x="41608" y="6875"/>
                  </a:lnTo>
                  <a:lnTo>
                    <a:pt x="46389" y="8513"/>
                  </a:lnTo>
                  <a:lnTo>
                    <a:pt x="47170" y="3337"/>
                  </a:lnTo>
                  <a:lnTo>
                    <a:pt x="50685" y="2026"/>
                  </a:lnTo>
                  <a:lnTo>
                    <a:pt x="56071" y="5799"/>
                  </a:lnTo>
                  <a:lnTo>
                    <a:pt x="59463" y="3957"/>
                  </a:lnTo>
                  <a:lnTo>
                    <a:pt x="6386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h411"/>
            <p:cNvSpPr/>
            <p:nvPr/>
          </p:nvSpPr>
          <p:spPr>
            <a:xfrm>
              <a:off x="1591434" y="1743337"/>
              <a:ext cx="122894" cy="96604"/>
            </a:xfrm>
            <a:custGeom>
              <a:avLst/>
              <a:pathLst>
                <a:path w="122894" h="96604">
                  <a:moveTo>
                    <a:pt x="61254" y="1894"/>
                  </a:moveTo>
                  <a:lnTo>
                    <a:pt x="60690" y="2869"/>
                  </a:lnTo>
                  <a:lnTo>
                    <a:pt x="68697" y="2670"/>
                  </a:lnTo>
                  <a:lnTo>
                    <a:pt x="70797" y="6599"/>
                  </a:lnTo>
                  <a:lnTo>
                    <a:pt x="76316" y="6180"/>
                  </a:lnTo>
                  <a:lnTo>
                    <a:pt x="81548" y="7520"/>
                  </a:lnTo>
                  <a:lnTo>
                    <a:pt x="85609" y="3866"/>
                  </a:lnTo>
                  <a:lnTo>
                    <a:pt x="90769" y="4545"/>
                  </a:lnTo>
                  <a:lnTo>
                    <a:pt x="95087" y="7065"/>
                  </a:lnTo>
                  <a:lnTo>
                    <a:pt x="104960" y="1833"/>
                  </a:lnTo>
                  <a:lnTo>
                    <a:pt x="117282" y="3047"/>
                  </a:lnTo>
                  <a:lnTo>
                    <a:pt x="122894" y="2858"/>
                  </a:lnTo>
                  <a:lnTo>
                    <a:pt x="119782" y="5135"/>
                  </a:lnTo>
                  <a:lnTo>
                    <a:pt x="114798" y="6019"/>
                  </a:lnTo>
                  <a:lnTo>
                    <a:pt x="114658" y="14208"/>
                  </a:lnTo>
                  <a:lnTo>
                    <a:pt x="111698" y="14346"/>
                  </a:lnTo>
                  <a:lnTo>
                    <a:pt x="111300" y="16008"/>
                  </a:lnTo>
                  <a:lnTo>
                    <a:pt x="110214" y="22435"/>
                  </a:lnTo>
                  <a:lnTo>
                    <a:pt x="111410" y="31385"/>
                  </a:lnTo>
                  <a:lnTo>
                    <a:pt x="110822" y="37177"/>
                  </a:lnTo>
                  <a:lnTo>
                    <a:pt x="115731" y="37913"/>
                  </a:lnTo>
                  <a:lnTo>
                    <a:pt x="114537" y="45081"/>
                  </a:lnTo>
                  <a:lnTo>
                    <a:pt x="113170" y="46785"/>
                  </a:lnTo>
                  <a:lnTo>
                    <a:pt x="111293" y="47255"/>
                  </a:lnTo>
                  <a:lnTo>
                    <a:pt x="106234" y="45109"/>
                  </a:lnTo>
                  <a:lnTo>
                    <a:pt x="103622" y="42634"/>
                  </a:lnTo>
                  <a:lnTo>
                    <a:pt x="102184" y="39351"/>
                  </a:lnTo>
                  <a:lnTo>
                    <a:pt x="98062" y="36892"/>
                  </a:lnTo>
                  <a:lnTo>
                    <a:pt x="85684" y="37118"/>
                  </a:lnTo>
                  <a:lnTo>
                    <a:pt x="85641" y="38346"/>
                  </a:lnTo>
                  <a:lnTo>
                    <a:pt x="90562" y="38082"/>
                  </a:lnTo>
                  <a:lnTo>
                    <a:pt x="91924" y="43980"/>
                  </a:lnTo>
                  <a:lnTo>
                    <a:pt x="85882" y="43987"/>
                  </a:lnTo>
                  <a:lnTo>
                    <a:pt x="85976" y="51646"/>
                  </a:lnTo>
                  <a:lnTo>
                    <a:pt x="87070" y="52537"/>
                  </a:lnTo>
                  <a:lnTo>
                    <a:pt x="79572" y="59114"/>
                  </a:lnTo>
                  <a:lnTo>
                    <a:pt x="75076" y="54408"/>
                  </a:lnTo>
                  <a:lnTo>
                    <a:pt x="71001" y="55668"/>
                  </a:lnTo>
                  <a:lnTo>
                    <a:pt x="66974" y="54489"/>
                  </a:lnTo>
                  <a:lnTo>
                    <a:pt x="60882" y="50576"/>
                  </a:lnTo>
                  <a:lnTo>
                    <a:pt x="61150" y="45095"/>
                  </a:lnTo>
                  <a:lnTo>
                    <a:pt x="59778" y="44925"/>
                  </a:lnTo>
                  <a:lnTo>
                    <a:pt x="54753" y="55229"/>
                  </a:lnTo>
                  <a:lnTo>
                    <a:pt x="49971" y="55303"/>
                  </a:lnTo>
                  <a:lnTo>
                    <a:pt x="48831" y="54517"/>
                  </a:lnTo>
                  <a:lnTo>
                    <a:pt x="43407" y="53740"/>
                  </a:lnTo>
                  <a:lnTo>
                    <a:pt x="39175" y="59364"/>
                  </a:lnTo>
                  <a:lnTo>
                    <a:pt x="32902" y="57995"/>
                  </a:lnTo>
                  <a:lnTo>
                    <a:pt x="29233" y="60298"/>
                  </a:lnTo>
                  <a:lnTo>
                    <a:pt x="29677" y="62577"/>
                  </a:lnTo>
                  <a:lnTo>
                    <a:pt x="31198" y="64707"/>
                  </a:lnTo>
                  <a:lnTo>
                    <a:pt x="30219" y="68182"/>
                  </a:lnTo>
                  <a:lnTo>
                    <a:pt x="24350" y="66991"/>
                  </a:lnTo>
                  <a:lnTo>
                    <a:pt x="21136" y="67341"/>
                  </a:lnTo>
                  <a:lnTo>
                    <a:pt x="18235" y="70111"/>
                  </a:lnTo>
                  <a:lnTo>
                    <a:pt x="18133" y="73458"/>
                  </a:lnTo>
                  <a:lnTo>
                    <a:pt x="21192" y="73553"/>
                  </a:lnTo>
                  <a:lnTo>
                    <a:pt x="21902" y="77422"/>
                  </a:lnTo>
                  <a:lnTo>
                    <a:pt x="18891" y="77585"/>
                  </a:lnTo>
                  <a:lnTo>
                    <a:pt x="21063" y="87428"/>
                  </a:lnTo>
                  <a:lnTo>
                    <a:pt x="20177" y="89821"/>
                  </a:lnTo>
                  <a:lnTo>
                    <a:pt x="18406" y="92012"/>
                  </a:lnTo>
                  <a:lnTo>
                    <a:pt x="17979" y="91869"/>
                  </a:lnTo>
                  <a:lnTo>
                    <a:pt x="17315" y="94476"/>
                  </a:lnTo>
                  <a:lnTo>
                    <a:pt x="17597" y="96604"/>
                  </a:lnTo>
                  <a:lnTo>
                    <a:pt x="10799" y="94902"/>
                  </a:lnTo>
                  <a:lnTo>
                    <a:pt x="8835" y="89825"/>
                  </a:lnTo>
                  <a:lnTo>
                    <a:pt x="11268" y="84737"/>
                  </a:lnTo>
                  <a:lnTo>
                    <a:pt x="16050" y="81604"/>
                  </a:lnTo>
                  <a:lnTo>
                    <a:pt x="14182" y="77983"/>
                  </a:lnTo>
                  <a:lnTo>
                    <a:pt x="8745" y="79849"/>
                  </a:lnTo>
                  <a:lnTo>
                    <a:pt x="6032" y="78618"/>
                  </a:lnTo>
                  <a:lnTo>
                    <a:pt x="4403" y="76414"/>
                  </a:lnTo>
                  <a:lnTo>
                    <a:pt x="3653" y="75221"/>
                  </a:lnTo>
                  <a:lnTo>
                    <a:pt x="5585" y="74292"/>
                  </a:lnTo>
                  <a:lnTo>
                    <a:pt x="5872" y="73492"/>
                  </a:lnTo>
                  <a:lnTo>
                    <a:pt x="3797" y="72344"/>
                  </a:lnTo>
                  <a:lnTo>
                    <a:pt x="7183" y="69521"/>
                  </a:lnTo>
                  <a:lnTo>
                    <a:pt x="5524" y="66411"/>
                  </a:lnTo>
                  <a:lnTo>
                    <a:pt x="6594" y="61097"/>
                  </a:lnTo>
                  <a:lnTo>
                    <a:pt x="4960" y="58121"/>
                  </a:lnTo>
                  <a:lnTo>
                    <a:pt x="0" y="54754"/>
                  </a:lnTo>
                  <a:lnTo>
                    <a:pt x="2792" y="50794"/>
                  </a:lnTo>
                  <a:lnTo>
                    <a:pt x="4096" y="45028"/>
                  </a:lnTo>
                  <a:lnTo>
                    <a:pt x="9193" y="23281"/>
                  </a:lnTo>
                  <a:lnTo>
                    <a:pt x="6224" y="22732"/>
                  </a:lnTo>
                  <a:lnTo>
                    <a:pt x="7400" y="16513"/>
                  </a:lnTo>
                  <a:lnTo>
                    <a:pt x="9360" y="8913"/>
                  </a:lnTo>
                  <a:lnTo>
                    <a:pt x="13354" y="10632"/>
                  </a:lnTo>
                  <a:lnTo>
                    <a:pt x="21048" y="6673"/>
                  </a:lnTo>
                  <a:lnTo>
                    <a:pt x="26602" y="6105"/>
                  </a:lnTo>
                  <a:lnTo>
                    <a:pt x="29574" y="6031"/>
                  </a:lnTo>
                  <a:lnTo>
                    <a:pt x="32785" y="2529"/>
                  </a:lnTo>
                  <a:lnTo>
                    <a:pt x="35916" y="1309"/>
                  </a:lnTo>
                  <a:lnTo>
                    <a:pt x="49186" y="2054"/>
                  </a:lnTo>
                  <a:lnTo>
                    <a:pt x="5969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h412"/>
            <p:cNvSpPr/>
            <p:nvPr/>
          </p:nvSpPr>
          <p:spPr>
            <a:xfrm>
              <a:off x="1550048" y="2086781"/>
              <a:ext cx="158640" cy="136620"/>
            </a:xfrm>
            <a:custGeom>
              <a:avLst/>
              <a:pathLst>
                <a:path w="158640" h="136620">
                  <a:moveTo>
                    <a:pt x="59342" y="0"/>
                  </a:moveTo>
                  <a:lnTo>
                    <a:pt x="63382" y="968"/>
                  </a:lnTo>
                  <a:lnTo>
                    <a:pt x="67432" y="5162"/>
                  </a:lnTo>
                  <a:lnTo>
                    <a:pt x="71836" y="7887"/>
                  </a:lnTo>
                  <a:lnTo>
                    <a:pt x="77369" y="5824"/>
                  </a:lnTo>
                  <a:lnTo>
                    <a:pt x="82459" y="5885"/>
                  </a:lnTo>
                  <a:lnTo>
                    <a:pt x="87843" y="2720"/>
                  </a:lnTo>
                  <a:lnTo>
                    <a:pt x="94734" y="3806"/>
                  </a:lnTo>
                  <a:lnTo>
                    <a:pt x="96768" y="3269"/>
                  </a:lnTo>
                  <a:lnTo>
                    <a:pt x="101338" y="4965"/>
                  </a:lnTo>
                  <a:lnTo>
                    <a:pt x="107856" y="10997"/>
                  </a:lnTo>
                  <a:lnTo>
                    <a:pt x="107778" y="13152"/>
                  </a:lnTo>
                  <a:lnTo>
                    <a:pt x="115546" y="18196"/>
                  </a:lnTo>
                  <a:lnTo>
                    <a:pt x="119882" y="26170"/>
                  </a:lnTo>
                  <a:lnTo>
                    <a:pt x="122432" y="26291"/>
                  </a:lnTo>
                  <a:lnTo>
                    <a:pt x="127303" y="32492"/>
                  </a:lnTo>
                  <a:lnTo>
                    <a:pt x="132483" y="36251"/>
                  </a:lnTo>
                  <a:lnTo>
                    <a:pt x="141844" y="38618"/>
                  </a:lnTo>
                  <a:lnTo>
                    <a:pt x="145911" y="41503"/>
                  </a:lnTo>
                  <a:lnTo>
                    <a:pt x="146618" y="44712"/>
                  </a:lnTo>
                  <a:lnTo>
                    <a:pt x="150497" y="47286"/>
                  </a:lnTo>
                  <a:lnTo>
                    <a:pt x="152825" y="53725"/>
                  </a:lnTo>
                  <a:lnTo>
                    <a:pt x="158035" y="59376"/>
                  </a:lnTo>
                  <a:lnTo>
                    <a:pt x="157034" y="60627"/>
                  </a:lnTo>
                  <a:lnTo>
                    <a:pt x="158640" y="68372"/>
                  </a:lnTo>
                  <a:lnTo>
                    <a:pt x="153918" y="71470"/>
                  </a:lnTo>
                  <a:lnTo>
                    <a:pt x="152375" y="77571"/>
                  </a:lnTo>
                  <a:lnTo>
                    <a:pt x="152983" y="82671"/>
                  </a:lnTo>
                  <a:lnTo>
                    <a:pt x="155019" y="84255"/>
                  </a:lnTo>
                  <a:lnTo>
                    <a:pt x="153706" y="88085"/>
                  </a:lnTo>
                  <a:lnTo>
                    <a:pt x="145228" y="91013"/>
                  </a:lnTo>
                  <a:lnTo>
                    <a:pt x="143792" y="90174"/>
                  </a:lnTo>
                  <a:lnTo>
                    <a:pt x="142262" y="94855"/>
                  </a:lnTo>
                  <a:lnTo>
                    <a:pt x="141875" y="121155"/>
                  </a:lnTo>
                  <a:lnTo>
                    <a:pt x="145126" y="118678"/>
                  </a:lnTo>
                  <a:lnTo>
                    <a:pt x="151966" y="115519"/>
                  </a:lnTo>
                  <a:lnTo>
                    <a:pt x="151965" y="117027"/>
                  </a:lnTo>
                  <a:lnTo>
                    <a:pt x="136820" y="127413"/>
                  </a:lnTo>
                  <a:lnTo>
                    <a:pt x="130689" y="134669"/>
                  </a:lnTo>
                  <a:lnTo>
                    <a:pt x="130925" y="136620"/>
                  </a:lnTo>
                  <a:lnTo>
                    <a:pt x="127860" y="134101"/>
                  </a:lnTo>
                  <a:lnTo>
                    <a:pt x="121108" y="133165"/>
                  </a:lnTo>
                  <a:lnTo>
                    <a:pt x="113185" y="134302"/>
                  </a:lnTo>
                  <a:lnTo>
                    <a:pt x="107147" y="134280"/>
                  </a:lnTo>
                  <a:lnTo>
                    <a:pt x="104692" y="125639"/>
                  </a:lnTo>
                  <a:lnTo>
                    <a:pt x="94518" y="123087"/>
                  </a:lnTo>
                  <a:lnTo>
                    <a:pt x="97494" y="122464"/>
                  </a:lnTo>
                  <a:lnTo>
                    <a:pt x="97790" y="118956"/>
                  </a:lnTo>
                  <a:lnTo>
                    <a:pt x="95170" y="116836"/>
                  </a:lnTo>
                  <a:lnTo>
                    <a:pt x="92877" y="119550"/>
                  </a:lnTo>
                  <a:lnTo>
                    <a:pt x="89407" y="118685"/>
                  </a:lnTo>
                  <a:lnTo>
                    <a:pt x="87622" y="116527"/>
                  </a:lnTo>
                  <a:lnTo>
                    <a:pt x="87225" y="114431"/>
                  </a:lnTo>
                  <a:lnTo>
                    <a:pt x="88065" y="111533"/>
                  </a:lnTo>
                  <a:lnTo>
                    <a:pt x="73756" y="99716"/>
                  </a:lnTo>
                  <a:lnTo>
                    <a:pt x="70124" y="97508"/>
                  </a:lnTo>
                  <a:lnTo>
                    <a:pt x="68833" y="96119"/>
                  </a:lnTo>
                  <a:lnTo>
                    <a:pt x="68776" y="94764"/>
                  </a:lnTo>
                  <a:lnTo>
                    <a:pt x="63146" y="90696"/>
                  </a:lnTo>
                  <a:lnTo>
                    <a:pt x="65612" y="81594"/>
                  </a:lnTo>
                  <a:lnTo>
                    <a:pt x="62556" y="75906"/>
                  </a:lnTo>
                  <a:lnTo>
                    <a:pt x="62871" y="72628"/>
                  </a:lnTo>
                  <a:lnTo>
                    <a:pt x="58546" y="68523"/>
                  </a:lnTo>
                  <a:lnTo>
                    <a:pt x="51215" y="64472"/>
                  </a:lnTo>
                  <a:lnTo>
                    <a:pt x="47457" y="64758"/>
                  </a:lnTo>
                  <a:lnTo>
                    <a:pt x="41436" y="67129"/>
                  </a:lnTo>
                  <a:lnTo>
                    <a:pt x="39890" y="68446"/>
                  </a:lnTo>
                  <a:lnTo>
                    <a:pt x="38824" y="65429"/>
                  </a:lnTo>
                  <a:lnTo>
                    <a:pt x="36316" y="61709"/>
                  </a:lnTo>
                  <a:lnTo>
                    <a:pt x="33573" y="60294"/>
                  </a:lnTo>
                  <a:lnTo>
                    <a:pt x="29396" y="61091"/>
                  </a:lnTo>
                  <a:lnTo>
                    <a:pt x="22895" y="60798"/>
                  </a:lnTo>
                  <a:lnTo>
                    <a:pt x="19465" y="59447"/>
                  </a:lnTo>
                  <a:lnTo>
                    <a:pt x="16705" y="60029"/>
                  </a:lnTo>
                  <a:lnTo>
                    <a:pt x="14782" y="63851"/>
                  </a:lnTo>
                  <a:lnTo>
                    <a:pt x="12054" y="63452"/>
                  </a:lnTo>
                  <a:lnTo>
                    <a:pt x="11120" y="59626"/>
                  </a:lnTo>
                  <a:lnTo>
                    <a:pt x="9103" y="57764"/>
                  </a:lnTo>
                  <a:lnTo>
                    <a:pt x="5915" y="57723"/>
                  </a:lnTo>
                  <a:lnTo>
                    <a:pt x="4471" y="56046"/>
                  </a:lnTo>
                  <a:lnTo>
                    <a:pt x="4374" y="52526"/>
                  </a:lnTo>
                  <a:lnTo>
                    <a:pt x="0" y="45117"/>
                  </a:lnTo>
                  <a:lnTo>
                    <a:pt x="221" y="42412"/>
                  </a:lnTo>
                  <a:lnTo>
                    <a:pt x="3672" y="35240"/>
                  </a:lnTo>
                  <a:lnTo>
                    <a:pt x="10247" y="36134"/>
                  </a:lnTo>
                  <a:lnTo>
                    <a:pt x="16448" y="36067"/>
                  </a:lnTo>
                  <a:lnTo>
                    <a:pt x="19436" y="31990"/>
                  </a:lnTo>
                  <a:lnTo>
                    <a:pt x="24056" y="29483"/>
                  </a:lnTo>
                  <a:lnTo>
                    <a:pt x="23228" y="33802"/>
                  </a:lnTo>
                  <a:lnTo>
                    <a:pt x="24121" y="36774"/>
                  </a:lnTo>
                  <a:lnTo>
                    <a:pt x="33390" y="42058"/>
                  </a:lnTo>
                  <a:lnTo>
                    <a:pt x="31190" y="32673"/>
                  </a:lnTo>
                  <a:lnTo>
                    <a:pt x="36406" y="31704"/>
                  </a:lnTo>
                  <a:lnTo>
                    <a:pt x="36266" y="29536"/>
                  </a:lnTo>
                  <a:lnTo>
                    <a:pt x="37103" y="27588"/>
                  </a:lnTo>
                  <a:lnTo>
                    <a:pt x="44385" y="20646"/>
                  </a:lnTo>
                  <a:lnTo>
                    <a:pt x="40672" y="17182"/>
                  </a:lnTo>
                  <a:lnTo>
                    <a:pt x="46664" y="10643"/>
                  </a:lnTo>
                  <a:lnTo>
                    <a:pt x="51460" y="10757"/>
                  </a:lnTo>
                  <a:lnTo>
                    <a:pt x="53769" y="19616"/>
                  </a:lnTo>
                  <a:lnTo>
                    <a:pt x="56053" y="20272"/>
                  </a:lnTo>
                  <a:lnTo>
                    <a:pt x="58518" y="19924"/>
                  </a:lnTo>
                  <a:lnTo>
                    <a:pt x="58956" y="12213"/>
                  </a:lnTo>
                  <a:lnTo>
                    <a:pt x="57002" y="10435"/>
                  </a:lnTo>
                  <a:lnTo>
                    <a:pt x="59583" y="2889"/>
                  </a:lnTo>
                  <a:lnTo>
                    <a:pt x="56550" y="2193"/>
                  </a:lnTo>
                  <a:lnTo>
                    <a:pt x="56988" y="571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h413"/>
            <p:cNvSpPr/>
            <p:nvPr/>
          </p:nvSpPr>
          <p:spPr>
            <a:xfrm>
              <a:off x="1852775" y="1989450"/>
              <a:ext cx="148538" cy="146590"/>
            </a:xfrm>
            <a:custGeom>
              <a:avLst/>
              <a:pathLst>
                <a:path w="148538" h="146590">
                  <a:moveTo>
                    <a:pt x="83744" y="0"/>
                  </a:moveTo>
                  <a:lnTo>
                    <a:pt x="87928" y="2601"/>
                  </a:lnTo>
                  <a:lnTo>
                    <a:pt x="90391" y="3330"/>
                  </a:lnTo>
                  <a:lnTo>
                    <a:pt x="94490" y="164"/>
                  </a:lnTo>
                  <a:lnTo>
                    <a:pt x="102434" y="2082"/>
                  </a:lnTo>
                  <a:lnTo>
                    <a:pt x="103202" y="209"/>
                  </a:lnTo>
                  <a:lnTo>
                    <a:pt x="132639" y="1149"/>
                  </a:lnTo>
                  <a:lnTo>
                    <a:pt x="133177" y="3758"/>
                  </a:lnTo>
                  <a:lnTo>
                    <a:pt x="132593" y="16811"/>
                  </a:lnTo>
                  <a:lnTo>
                    <a:pt x="132047" y="16681"/>
                  </a:lnTo>
                  <a:lnTo>
                    <a:pt x="130439" y="32078"/>
                  </a:lnTo>
                  <a:lnTo>
                    <a:pt x="135183" y="33725"/>
                  </a:lnTo>
                  <a:lnTo>
                    <a:pt x="138644" y="43878"/>
                  </a:lnTo>
                  <a:lnTo>
                    <a:pt x="138408" y="54452"/>
                  </a:lnTo>
                  <a:lnTo>
                    <a:pt x="140057" y="58468"/>
                  </a:lnTo>
                  <a:lnTo>
                    <a:pt x="143344" y="60091"/>
                  </a:lnTo>
                  <a:lnTo>
                    <a:pt x="144139" y="66205"/>
                  </a:lnTo>
                  <a:lnTo>
                    <a:pt x="140310" y="68280"/>
                  </a:lnTo>
                  <a:lnTo>
                    <a:pt x="139769" y="71632"/>
                  </a:lnTo>
                  <a:lnTo>
                    <a:pt x="132498" y="77030"/>
                  </a:lnTo>
                  <a:lnTo>
                    <a:pt x="132480" y="81615"/>
                  </a:lnTo>
                  <a:lnTo>
                    <a:pt x="143151" y="92022"/>
                  </a:lnTo>
                  <a:lnTo>
                    <a:pt x="145849" y="96558"/>
                  </a:lnTo>
                  <a:lnTo>
                    <a:pt x="146825" y="100980"/>
                  </a:lnTo>
                  <a:lnTo>
                    <a:pt x="148538" y="102171"/>
                  </a:lnTo>
                  <a:lnTo>
                    <a:pt x="131235" y="98521"/>
                  </a:lnTo>
                  <a:lnTo>
                    <a:pt x="123614" y="98432"/>
                  </a:lnTo>
                  <a:lnTo>
                    <a:pt x="117064" y="98388"/>
                  </a:lnTo>
                  <a:lnTo>
                    <a:pt x="116979" y="95536"/>
                  </a:lnTo>
                  <a:lnTo>
                    <a:pt x="112891" y="95854"/>
                  </a:lnTo>
                  <a:lnTo>
                    <a:pt x="110308" y="98942"/>
                  </a:lnTo>
                  <a:lnTo>
                    <a:pt x="96774" y="95714"/>
                  </a:lnTo>
                  <a:lnTo>
                    <a:pt x="92090" y="95216"/>
                  </a:lnTo>
                  <a:lnTo>
                    <a:pt x="87378" y="87383"/>
                  </a:lnTo>
                  <a:lnTo>
                    <a:pt x="83386" y="93128"/>
                  </a:lnTo>
                  <a:lnTo>
                    <a:pt x="83869" y="97675"/>
                  </a:lnTo>
                  <a:lnTo>
                    <a:pt x="85713" y="101280"/>
                  </a:lnTo>
                  <a:lnTo>
                    <a:pt x="80891" y="109406"/>
                  </a:lnTo>
                  <a:lnTo>
                    <a:pt x="76041" y="111211"/>
                  </a:lnTo>
                  <a:lnTo>
                    <a:pt x="69617" y="115414"/>
                  </a:lnTo>
                  <a:lnTo>
                    <a:pt x="65828" y="125376"/>
                  </a:lnTo>
                  <a:lnTo>
                    <a:pt x="62612" y="131666"/>
                  </a:lnTo>
                  <a:lnTo>
                    <a:pt x="62773" y="135675"/>
                  </a:lnTo>
                  <a:lnTo>
                    <a:pt x="62137" y="137886"/>
                  </a:lnTo>
                  <a:lnTo>
                    <a:pt x="54102" y="146590"/>
                  </a:lnTo>
                  <a:lnTo>
                    <a:pt x="52106" y="141794"/>
                  </a:lnTo>
                  <a:lnTo>
                    <a:pt x="49268" y="143124"/>
                  </a:lnTo>
                  <a:lnTo>
                    <a:pt x="48626" y="142789"/>
                  </a:lnTo>
                  <a:lnTo>
                    <a:pt x="39352" y="131266"/>
                  </a:lnTo>
                  <a:lnTo>
                    <a:pt x="35851" y="128152"/>
                  </a:lnTo>
                  <a:lnTo>
                    <a:pt x="29307" y="126114"/>
                  </a:lnTo>
                  <a:lnTo>
                    <a:pt x="23977" y="126478"/>
                  </a:lnTo>
                  <a:lnTo>
                    <a:pt x="40515" y="110831"/>
                  </a:lnTo>
                  <a:lnTo>
                    <a:pt x="38260" y="107449"/>
                  </a:lnTo>
                  <a:lnTo>
                    <a:pt x="40749" y="100181"/>
                  </a:lnTo>
                  <a:lnTo>
                    <a:pt x="41056" y="98552"/>
                  </a:lnTo>
                  <a:lnTo>
                    <a:pt x="39851" y="96921"/>
                  </a:lnTo>
                  <a:lnTo>
                    <a:pt x="36322" y="81009"/>
                  </a:lnTo>
                  <a:lnTo>
                    <a:pt x="27407" y="81291"/>
                  </a:lnTo>
                  <a:lnTo>
                    <a:pt x="23297" y="77273"/>
                  </a:lnTo>
                  <a:lnTo>
                    <a:pt x="20827" y="76636"/>
                  </a:lnTo>
                  <a:lnTo>
                    <a:pt x="13937" y="65114"/>
                  </a:lnTo>
                  <a:lnTo>
                    <a:pt x="11799" y="67351"/>
                  </a:lnTo>
                  <a:lnTo>
                    <a:pt x="9639" y="66125"/>
                  </a:lnTo>
                  <a:lnTo>
                    <a:pt x="9110" y="61563"/>
                  </a:lnTo>
                  <a:lnTo>
                    <a:pt x="4703" y="56260"/>
                  </a:lnTo>
                  <a:lnTo>
                    <a:pt x="4742" y="54649"/>
                  </a:lnTo>
                  <a:lnTo>
                    <a:pt x="9631" y="52960"/>
                  </a:lnTo>
                  <a:lnTo>
                    <a:pt x="8729" y="48428"/>
                  </a:lnTo>
                  <a:lnTo>
                    <a:pt x="6201" y="42972"/>
                  </a:lnTo>
                  <a:lnTo>
                    <a:pt x="7297" y="42633"/>
                  </a:lnTo>
                  <a:lnTo>
                    <a:pt x="7808" y="33890"/>
                  </a:lnTo>
                  <a:lnTo>
                    <a:pt x="542" y="22110"/>
                  </a:lnTo>
                  <a:lnTo>
                    <a:pt x="0" y="21260"/>
                  </a:lnTo>
                  <a:lnTo>
                    <a:pt x="4925" y="20592"/>
                  </a:lnTo>
                  <a:lnTo>
                    <a:pt x="9419" y="22253"/>
                  </a:lnTo>
                  <a:lnTo>
                    <a:pt x="9938" y="24247"/>
                  </a:lnTo>
                  <a:lnTo>
                    <a:pt x="14121" y="23206"/>
                  </a:lnTo>
                  <a:lnTo>
                    <a:pt x="14283" y="18823"/>
                  </a:lnTo>
                  <a:lnTo>
                    <a:pt x="17227" y="15707"/>
                  </a:lnTo>
                  <a:lnTo>
                    <a:pt x="18729" y="14433"/>
                  </a:lnTo>
                  <a:lnTo>
                    <a:pt x="24171" y="14868"/>
                  </a:lnTo>
                  <a:lnTo>
                    <a:pt x="24315" y="12610"/>
                  </a:lnTo>
                  <a:lnTo>
                    <a:pt x="25094" y="12434"/>
                  </a:lnTo>
                  <a:lnTo>
                    <a:pt x="26623" y="12366"/>
                  </a:lnTo>
                  <a:lnTo>
                    <a:pt x="28122" y="13360"/>
                  </a:lnTo>
                  <a:lnTo>
                    <a:pt x="31503" y="17183"/>
                  </a:lnTo>
                  <a:lnTo>
                    <a:pt x="33762" y="15272"/>
                  </a:lnTo>
                  <a:lnTo>
                    <a:pt x="31395" y="11103"/>
                  </a:lnTo>
                  <a:lnTo>
                    <a:pt x="36160" y="9141"/>
                  </a:lnTo>
                  <a:lnTo>
                    <a:pt x="42678" y="10387"/>
                  </a:lnTo>
                  <a:lnTo>
                    <a:pt x="48178" y="13105"/>
                  </a:lnTo>
                  <a:lnTo>
                    <a:pt x="50361" y="14961"/>
                  </a:lnTo>
                  <a:lnTo>
                    <a:pt x="56990" y="13959"/>
                  </a:lnTo>
                  <a:lnTo>
                    <a:pt x="58802" y="9770"/>
                  </a:lnTo>
                  <a:lnTo>
                    <a:pt x="64187" y="13464"/>
                  </a:lnTo>
                  <a:lnTo>
                    <a:pt x="71641" y="647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h414"/>
            <p:cNvSpPr/>
            <p:nvPr/>
          </p:nvSpPr>
          <p:spPr>
            <a:xfrm>
              <a:off x="1653337" y="1968050"/>
              <a:ext cx="64380" cy="62354"/>
            </a:xfrm>
            <a:custGeom>
              <a:avLst/>
              <a:pathLst>
                <a:path w="64380" h="62354">
                  <a:moveTo>
                    <a:pt x="38313" y="107"/>
                  </a:moveTo>
                  <a:lnTo>
                    <a:pt x="39239" y="5026"/>
                  </a:lnTo>
                  <a:lnTo>
                    <a:pt x="42160" y="6503"/>
                  </a:lnTo>
                  <a:lnTo>
                    <a:pt x="46016" y="5004"/>
                  </a:lnTo>
                  <a:lnTo>
                    <a:pt x="50476" y="8629"/>
                  </a:lnTo>
                  <a:lnTo>
                    <a:pt x="49057" y="9280"/>
                  </a:lnTo>
                  <a:lnTo>
                    <a:pt x="50036" y="16968"/>
                  </a:lnTo>
                  <a:lnTo>
                    <a:pt x="49901" y="21445"/>
                  </a:lnTo>
                  <a:lnTo>
                    <a:pt x="49197" y="22693"/>
                  </a:lnTo>
                  <a:lnTo>
                    <a:pt x="50080" y="24267"/>
                  </a:lnTo>
                  <a:lnTo>
                    <a:pt x="53747" y="27724"/>
                  </a:lnTo>
                  <a:lnTo>
                    <a:pt x="62508" y="32275"/>
                  </a:lnTo>
                  <a:lnTo>
                    <a:pt x="63214" y="33254"/>
                  </a:lnTo>
                  <a:lnTo>
                    <a:pt x="64380" y="38650"/>
                  </a:lnTo>
                  <a:lnTo>
                    <a:pt x="54940" y="42158"/>
                  </a:lnTo>
                  <a:lnTo>
                    <a:pt x="58373" y="47581"/>
                  </a:lnTo>
                  <a:lnTo>
                    <a:pt x="55894" y="47130"/>
                  </a:lnTo>
                  <a:lnTo>
                    <a:pt x="53227" y="42240"/>
                  </a:lnTo>
                  <a:lnTo>
                    <a:pt x="51210" y="41333"/>
                  </a:lnTo>
                  <a:lnTo>
                    <a:pt x="48757" y="47760"/>
                  </a:lnTo>
                  <a:lnTo>
                    <a:pt x="44730" y="50625"/>
                  </a:lnTo>
                  <a:lnTo>
                    <a:pt x="46098" y="57935"/>
                  </a:lnTo>
                  <a:lnTo>
                    <a:pt x="45204" y="59433"/>
                  </a:lnTo>
                  <a:lnTo>
                    <a:pt x="44683" y="59174"/>
                  </a:lnTo>
                  <a:lnTo>
                    <a:pt x="41849" y="55312"/>
                  </a:lnTo>
                  <a:lnTo>
                    <a:pt x="41029" y="61734"/>
                  </a:lnTo>
                  <a:lnTo>
                    <a:pt x="40250" y="61434"/>
                  </a:lnTo>
                  <a:lnTo>
                    <a:pt x="36629" y="60039"/>
                  </a:lnTo>
                  <a:lnTo>
                    <a:pt x="32392" y="62354"/>
                  </a:lnTo>
                  <a:lnTo>
                    <a:pt x="11776" y="58188"/>
                  </a:lnTo>
                  <a:lnTo>
                    <a:pt x="10911" y="48695"/>
                  </a:lnTo>
                  <a:lnTo>
                    <a:pt x="9170" y="43569"/>
                  </a:lnTo>
                  <a:lnTo>
                    <a:pt x="7462" y="41101"/>
                  </a:lnTo>
                  <a:lnTo>
                    <a:pt x="4867" y="39356"/>
                  </a:lnTo>
                  <a:lnTo>
                    <a:pt x="288" y="37774"/>
                  </a:lnTo>
                  <a:lnTo>
                    <a:pt x="0" y="36615"/>
                  </a:lnTo>
                  <a:lnTo>
                    <a:pt x="4176" y="35635"/>
                  </a:lnTo>
                  <a:lnTo>
                    <a:pt x="4638" y="34753"/>
                  </a:lnTo>
                  <a:lnTo>
                    <a:pt x="4031" y="33864"/>
                  </a:lnTo>
                  <a:lnTo>
                    <a:pt x="5737" y="29882"/>
                  </a:lnTo>
                  <a:lnTo>
                    <a:pt x="6463" y="25607"/>
                  </a:lnTo>
                  <a:lnTo>
                    <a:pt x="11276" y="17756"/>
                  </a:lnTo>
                  <a:lnTo>
                    <a:pt x="11673" y="15086"/>
                  </a:lnTo>
                  <a:lnTo>
                    <a:pt x="13522" y="11938"/>
                  </a:lnTo>
                  <a:lnTo>
                    <a:pt x="17992" y="15514"/>
                  </a:lnTo>
                  <a:lnTo>
                    <a:pt x="19625" y="15794"/>
                  </a:lnTo>
                  <a:lnTo>
                    <a:pt x="21031" y="14913"/>
                  </a:lnTo>
                  <a:lnTo>
                    <a:pt x="20120" y="13795"/>
                  </a:lnTo>
                  <a:lnTo>
                    <a:pt x="21209" y="8358"/>
                  </a:lnTo>
                  <a:lnTo>
                    <a:pt x="26375" y="5391"/>
                  </a:lnTo>
                  <a:lnTo>
                    <a:pt x="29761" y="9068"/>
                  </a:lnTo>
                  <a:lnTo>
                    <a:pt x="31857" y="9532"/>
                  </a:lnTo>
                  <a:lnTo>
                    <a:pt x="32010" y="6423"/>
                  </a:lnTo>
                  <a:lnTo>
                    <a:pt x="28979" y="1996"/>
                  </a:lnTo>
                  <a:lnTo>
                    <a:pt x="29745" y="1822"/>
                  </a:lnTo>
                  <a:lnTo>
                    <a:pt x="31648" y="3046"/>
                  </a:lnTo>
                  <a:lnTo>
                    <a:pt x="33988" y="2875"/>
                  </a:lnTo>
                  <a:lnTo>
                    <a:pt x="3718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h415"/>
            <p:cNvSpPr/>
            <p:nvPr/>
          </p:nvSpPr>
          <p:spPr>
            <a:xfrm>
              <a:off x="1739806" y="1735430"/>
              <a:ext cx="163052" cy="134125"/>
            </a:xfrm>
            <a:custGeom>
              <a:avLst/>
              <a:pathLst>
                <a:path w="163052" h="134125">
                  <a:moveTo>
                    <a:pt x="34664" y="668"/>
                  </a:moveTo>
                  <a:lnTo>
                    <a:pt x="39182" y="2199"/>
                  </a:lnTo>
                  <a:lnTo>
                    <a:pt x="38583" y="4892"/>
                  </a:lnTo>
                  <a:lnTo>
                    <a:pt x="39869" y="7143"/>
                  </a:lnTo>
                  <a:lnTo>
                    <a:pt x="42087" y="3221"/>
                  </a:lnTo>
                  <a:lnTo>
                    <a:pt x="58680" y="3626"/>
                  </a:lnTo>
                  <a:lnTo>
                    <a:pt x="58287" y="10216"/>
                  </a:lnTo>
                  <a:lnTo>
                    <a:pt x="63348" y="10369"/>
                  </a:lnTo>
                  <a:lnTo>
                    <a:pt x="63019" y="20741"/>
                  </a:lnTo>
                  <a:lnTo>
                    <a:pt x="82994" y="21492"/>
                  </a:lnTo>
                  <a:lnTo>
                    <a:pt x="82213" y="22898"/>
                  </a:lnTo>
                  <a:lnTo>
                    <a:pt x="80440" y="23090"/>
                  </a:lnTo>
                  <a:lnTo>
                    <a:pt x="78956" y="26045"/>
                  </a:lnTo>
                  <a:lnTo>
                    <a:pt x="79104" y="29695"/>
                  </a:lnTo>
                  <a:lnTo>
                    <a:pt x="81528" y="32567"/>
                  </a:lnTo>
                  <a:lnTo>
                    <a:pt x="85347" y="31210"/>
                  </a:lnTo>
                  <a:lnTo>
                    <a:pt x="90811" y="31583"/>
                  </a:lnTo>
                  <a:lnTo>
                    <a:pt x="92443" y="33929"/>
                  </a:lnTo>
                  <a:lnTo>
                    <a:pt x="92109" y="35108"/>
                  </a:lnTo>
                  <a:lnTo>
                    <a:pt x="94671" y="38660"/>
                  </a:lnTo>
                  <a:lnTo>
                    <a:pt x="97776" y="41181"/>
                  </a:lnTo>
                  <a:lnTo>
                    <a:pt x="107445" y="53515"/>
                  </a:lnTo>
                  <a:lnTo>
                    <a:pt x="112022" y="57159"/>
                  </a:lnTo>
                  <a:lnTo>
                    <a:pt x="113792" y="57829"/>
                  </a:lnTo>
                  <a:lnTo>
                    <a:pt x="119596" y="57887"/>
                  </a:lnTo>
                  <a:lnTo>
                    <a:pt x="121401" y="57032"/>
                  </a:lnTo>
                  <a:lnTo>
                    <a:pt x="123802" y="60598"/>
                  </a:lnTo>
                  <a:lnTo>
                    <a:pt x="121700" y="67340"/>
                  </a:lnTo>
                  <a:lnTo>
                    <a:pt x="117213" y="70876"/>
                  </a:lnTo>
                  <a:lnTo>
                    <a:pt x="114285" y="76415"/>
                  </a:lnTo>
                  <a:lnTo>
                    <a:pt x="121520" y="85106"/>
                  </a:lnTo>
                  <a:lnTo>
                    <a:pt x="121591" y="83532"/>
                  </a:lnTo>
                  <a:lnTo>
                    <a:pt x="124086" y="83011"/>
                  </a:lnTo>
                  <a:lnTo>
                    <a:pt x="132750" y="84640"/>
                  </a:lnTo>
                  <a:lnTo>
                    <a:pt x="136870" y="81949"/>
                  </a:lnTo>
                  <a:lnTo>
                    <a:pt x="138830" y="85953"/>
                  </a:lnTo>
                  <a:lnTo>
                    <a:pt x="144849" y="83579"/>
                  </a:lnTo>
                  <a:lnTo>
                    <a:pt x="147030" y="87519"/>
                  </a:lnTo>
                  <a:lnTo>
                    <a:pt x="163052" y="110016"/>
                  </a:lnTo>
                  <a:lnTo>
                    <a:pt x="160592" y="110889"/>
                  </a:lnTo>
                  <a:lnTo>
                    <a:pt x="154944" y="112194"/>
                  </a:lnTo>
                  <a:lnTo>
                    <a:pt x="151070" y="110383"/>
                  </a:lnTo>
                  <a:lnTo>
                    <a:pt x="150264" y="107542"/>
                  </a:lnTo>
                  <a:lnTo>
                    <a:pt x="144090" y="107628"/>
                  </a:lnTo>
                  <a:lnTo>
                    <a:pt x="141126" y="108639"/>
                  </a:lnTo>
                  <a:lnTo>
                    <a:pt x="141185" y="104573"/>
                  </a:lnTo>
                  <a:lnTo>
                    <a:pt x="123551" y="108986"/>
                  </a:lnTo>
                  <a:lnTo>
                    <a:pt x="117769" y="103139"/>
                  </a:lnTo>
                  <a:lnTo>
                    <a:pt x="112425" y="112205"/>
                  </a:lnTo>
                  <a:lnTo>
                    <a:pt x="110297" y="106446"/>
                  </a:lnTo>
                  <a:lnTo>
                    <a:pt x="104133" y="110036"/>
                  </a:lnTo>
                  <a:lnTo>
                    <a:pt x="102880" y="107527"/>
                  </a:lnTo>
                  <a:lnTo>
                    <a:pt x="98729" y="105237"/>
                  </a:lnTo>
                  <a:lnTo>
                    <a:pt x="96819" y="106595"/>
                  </a:lnTo>
                  <a:lnTo>
                    <a:pt x="96295" y="108553"/>
                  </a:lnTo>
                  <a:lnTo>
                    <a:pt x="94724" y="110390"/>
                  </a:lnTo>
                  <a:lnTo>
                    <a:pt x="90887" y="112972"/>
                  </a:lnTo>
                  <a:lnTo>
                    <a:pt x="89145" y="116023"/>
                  </a:lnTo>
                  <a:lnTo>
                    <a:pt x="82957" y="117852"/>
                  </a:lnTo>
                  <a:lnTo>
                    <a:pt x="83437" y="122459"/>
                  </a:lnTo>
                  <a:lnTo>
                    <a:pt x="74923" y="127080"/>
                  </a:lnTo>
                  <a:lnTo>
                    <a:pt x="71294" y="133979"/>
                  </a:lnTo>
                  <a:lnTo>
                    <a:pt x="70371" y="134125"/>
                  </a:lnTo>
                  <a:lnTo>
                    <a:pt x="64634" y="130857"/>
                  </a:lnTo>
                  <a:lnTo>
                    <a:pt x="60786" y="131819"/>
                  </a:lnTo>
                  <a:lnTo>
                    <a:pt x="57608" y="130267"/>
                  </a:lnTo>
                  <a:lnTo>
                    <a:pt x="55459" y="130195"/>
                  </a:lnTo>
                  <a:lnTo>
                    <a:pt x="54350" y="131278"/>
                  </a:lnTo>
                  <a:lnTo>
                    <a:pt x="53760" y="133817"/>
                  </a:lnTo>
                  <a:lnTo>
                    <a:pt x="52342" y="129468"/>
                  </a:lnTo>
                  <a:lnTo>
                    <a:pt x="51594" y="119359"/>
                  </a:lnTo>
                  <a:lnTo>
                    <a:pt x="40848" y="118485"/>
                  </a:lnTo>
                  <a:lnTo>
                    <a:pt x="35375" y="119356"/>
                  </a:lnTo>
                  <a:lnTo>
                    <a:pt x="32008" y="116087"/>
                  </a:lnTo>
                  <a:lnTo>
                    <a:pt x="32605" y="112852"/>
                  </a:lnTo>
                  <a:lnTo>
                    <a:pt x="25964" y="112222"/>
                  </a:lnTo>
                  <a:lnTo>
                    <a:pt x="13008" y="103918"/>
                  </a:lnTo>
                  <a:lnTo>
                    <a:pt x="13486" y="101611"/>
                  </a:lnTo>
                  <a:lnTo>
                    <a:pt x="9339" y="89081"/>
                  </a:lnTo>
                  <a:lnTo>
                    <a:pt x="5260" y="87684"/>
                  </a:lnTo>
                  <a:lnTo>
                    <a:pt x="1226" y="77646"/>
                  </a:lnTo>
                  <a:lnTo>
                    <a:pt x="1310" y="76147"/>
                  </a:lnTo>
                  <a:lnTo>
                    <a:pt x="4966" y="77347"/>
                  </a:lnTo>
                  <a:lnTo>
                    <a:pt x="3654" y="72933"/>
                  </a:lnTo>
                  <a:lnTo>
                    <a:pt x="1730" y="72883"/>
                  </a:lnTo>
                  <a:lnTo>
                    <a:pt x="654" y="71244"/>
                  </a:lnTo>
                  <a:lnTo>
                    <a:pt x="0" y="65891"/>
                  </a:lnTo>
                  <a:lnTo>
                    <a:pt x="45" y="63654"/>
                  </a:lnTo>
                  <a:lnTo>
                    <a:pt x="10465" y="63984"/>
                  </a:lnTo>
                  <a:lnTo>
                    <a:pt x="10575" y="61451"/>
                  </a:lnTo>
                  <a:lnTo>
                    <a:pt x="11240" y="60841"/>
                  </a:lnTo>
                  <a:lnTo>
                    <a:pt x="13128" y="61080"/>
                  </a:lnTo>
                  <a:lnTo>
                    <a:pt x="16295" y="62753"/>
                  </a:lnTo>
                  <a:lnTo>
                    <a:pt x="19636" y="61786"/>
                  </a:lnTo>
                  <a:lnTo>
                    <a:pt x="18937" y="58315"/>
                  </a:lnTo>
                  <a:lnTo>
                    <a:pt x="19988" y="46821"/>
                  </a:lnTo>
                  <a:lnTo>
                    <a:pt x="19226" y="42010"/>
                  </a:lnTo>
                  <a:lnTo>
                    <a:pt x="17217" y="35860"/>
                  </a:lnTo>
                  <a:lnTo>
                    <a:pt x="17937" y="30703"/>
                  </a:lnTo>
                  <a:lnTo>
                    <a:pt x="25510" y="30946"/>
                  </a:lnTo>
                  <a:lnTo>
                    <a:pt x="26001" y="13278"/>
                  </a:lnTo>
                  <a:lnTo>
                    <a:pt x="3267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h416"/>
            <p:cNvSpPr/>
            <p:nvPr/>
          </p:nvSpPr>
          <p:spPr>
            <a:xfrm>
              <a:off x="2486833" y="2971454"/>
              <a:ext cx="24110" cy="26365"/>
            </a:xfrm>
            <a:custGeom>
              <a:avLst/>
              <a:pathLst>
                <a:path w="24110" h="26365">
                  <a:moveTo>
                    <a:pt x="12243" y="752"/>
                  </a:moveTo>
                  <a:lnTo>
                    <a:pt x="18382" y="1546"/>
                  </a:lnTo>
                  <a:lnTo>
                    <a:pt x="24110" y="1191"/>
                  </a:lnTo>
                  <a:lnTo>
                    <a:pt x="19405" y="5193"/>
                  </a:lnTo>
                  <a:lnTo>
                    <a:pt x="18354" y="10129"/>
                  </a:lnTo>
                  <a:lnTo>
                    <a:pt x="18251" y="10768"/>
                  </a:lnTo>
                  <a:lnTo>
                    <a:pt x="20083" y="11317"/>
                  </a:lnTo>
                  <a:lnTo>
                    <a:pt x="21132" y="12812"/>
                  </a:lnTo>
                  <a:lnTo>
                    <a:pt x="21147" y="18826"/>
                  </a:lnTo>
                  <a:lnTo>
                    <a:pt x="19997" y="18888"/>
                  </a:lnTo>
                  <a:lnTo>
                    <a:pt x="18652" y="20118"/>
                  </a:lnTo>
                  <a:lnTo>
                    <a:pt x="17488" y="23076"/>
                  </a:lnTo>
                  <a:lnTo>
                    <a:pt x="20591" y="26365"/>
                  </a:lnTo>
                  <a:lnTo>
                    <a:pt x="10348" y="25770"/>
                  </a:lnTo>
                  <a:lnTo>
                    <a:pt x="4387" y="21636"/>
                  </a:lnTo>
                  <a:lnTo>
                    <a:pt x="1028" y="12240"/>
                  </a:lnTo>
                  <a:lnTo>
                    <a:pt x="266" y="11314"/>
                  </a:lnTo>
                  <a:lnTo>
                    <a:pt x="0" y="10315"/>
                  </a:lnTo>
                  <a:lnTo>
                    <a:pt x="3784" y="11949"/>
                  </a:lnTo>
                  <a:lnTo>
                    <a:pt x="7012" y="9298"/>
                  </a:lnTo>
                  <a:lnTo>
                    <a:pt x="7972" y="7144"/>
                  </a:lnTo>
                  <a:lnTo>
                    <a:pt x="8099" y="2430"/>
                  </a:lnTo>
                  <a:lnTo>
                    <a:pt x="106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h417"/>
            <p:cNvSpPr/>
            <p:nvPr/>
          </p:nvSpPr>
          <p:spPr>
            <a:xfrm>
              <a:off x="2504321" y="2981581"/>
              <a:ext cx="23454" cy="20964"/>
            </a:xfrm>
            <a:custGeom>
              <a:avLst/>
              <a:pathLst>
                <a:path w="23454" h="20964">
                  <a:moveTo>
                    <a:pt x="21821" y="1409"/>
                  </a:moveTo>
                  <a:lnTo>
                    <a:pt x="23454" y="5726"/>
                  </a:lnTo>
                  <a:lnTo>
                    <a:pt x="22068" y="6902"/>
                  </a:lnTo>
                  <a:lnTo>
                    <a:pt x="22223" y="9350"/>
                  </a:lnTo>
                  <a:lnTo>
                    <a:pt x="23291" y="11889"/>
                  </a:lnTo>
                  <a:lnTo>
                    <a:pt x="23160" y="14049"/>
                  </a:lnTo>
                  <a:lnTo>
                    <a:pt x="22453" y="16259"/>
                  </a:lnTo>
                  <a:lnTo>
                    <a:pt x="20978" y="17650"/>
                  </a:lnTo>
                  <a:lnTo>
                    <a:pt x="20446" y="17148"/>
                  </a:lnTo>
                  <a:lnTo>
                    <a:pt x="15287" y="16468"/>
                  </a:lnTo>
                  <a:lnTo>
                    <a:pt x="13701" y="17647"/>
                  </a:lnTo>
                  <a:lnTo>
                    <a:pt x="11889" y="20964"/>
                  </a:lnTo>
                  <a:lnTo>
                    <a:pt x="3103" y="16238"/>
                  </a:lnTo>
                  <a:lnTo>
                    <a:pt x="0" y="12949"/>
                  </a:lnTo>
                  <a:lnTo>
                    <a:pt x="1164" y="9991"/>
                  </a:lnTo>
                  <a:lnTo>
                    <a:pt x="2509" y="8761"/>
                  </a:lnTo>
                  <a:lnTo>
                    <a:pt x="3658" y="8699"/>
                  </a:lnTo>
                  <a:lnTo>
                    <a:pt x="7038" y="2004"/>
                  </a:lnTo>
                  <a:lnTo>
                    <a:pt x="1481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h418"/>
            <p:cNvSpPr/>
            <p:nvPr/>
          </p:nvSpPr>
          <p:spPr>
            <a:xfrm>
              <a:off x="2501262" y="2953085"/>
              <a:ext cx="6889" cy="7834"/>
            </a:xfrm>
            <a:custGeom>
              <a:avLst/>
              <a:pathLst>
                <a:path w="6889" h="7834">
                  <a:moveTo>
                    <a:pt x="6889" y="581"/>
                  </a:moveTo>
                  <a:lnTo>
                    <a:pt x="6630" y="7193"/>
                  </a:lnTo>
                  <a:lnTo>
                    <a:pt x="5404" y="7398"/>
                  </a:lnTo>
                  <a:lnTo>
                    <a:pt x="1586" y="7834"/>
                  </a:lnTo>
                  <a:lnTo>
                    <a:pt x="0" y="6908"/>
                  </a:lnTo>
                  <a:lnTo>
                    <a:pt x="2212" y="1073"/>
                  </a:lnTo>
                  <a:lnTo>
                    <a:pt x="451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h419"/>
            <p:cNvSpPr/>
            <p:nvPr/>
          </p:nvSpPr>
          <p:spPr>
            <a:xfrm>
              <a:off x="2506408" y="2960553"/>
              <a:ext cx="20358" cy="13813"/>
            </a:xfrm>
            <a:custGeom>
              <a:avLst/>
              <a:pathLst>
                <a:path w="20358" h="13813">
                  <a:moveTo>
                    <a:pt x="9129" y="0"/>
                  </a:moveTo>
                  <a:lnTo>
                    <a:pt x="16697" y="3794"/>
                  </a:lnTo>
                  <a:lnTo>
                    <a:pt x="18759" y="7388"/>
                  </a:lnTo>
                  <a:lnTo>
                    <a:pt x="20358" y="8743"/>
                  </a:lnTo>
                  <a:lnTo>
                    <a:pt x="15728" y="8631"/>
                  </a:lnTo>
                  <a:lnTo>
                    <a:pt x="9838" y="10573"/>
                  </a:lnTo>
                  <a:lnTo>
                    <a:pt x="8186" y="13813"/>
                  </a:lnTo>
                  <a:lnTo>
                    <a:pt x="4695" y="9655"/>
                  </a:lnTo>
                  <a:lnTo>
                    <a:pt x="3092" y="7909"/>
                  </a:lnTo>
                  <a:lnTo>
                    <a:pt x="2016" y="5274"/>
                  </a:lnTo>
                  <a:lnTo>
                    <a:pt x="0" y="5403"/>
                  </a:lnTo>
                  <a:lnTo>
                    <a:pt x="443" y="2979"/>
                  </a:lnTo>
                  <a:lnTo>
                    <a:pt x="5688" y="1301"/>
                  </a:lnTo>
                  <a:lnTo>
                    <a:pt x="8866" y="216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h420"/>
            <p:cNvSpPr/>
            <p:nvPr/>
          </p:nvSpPr>
          <p:spPr>
            <a:xfrm>
              <a:off x="2486063" y="2968383"/>
              <a:ext cx="12738" cy="15020"/>
            </a:xfrm>
            <a:custGeom>
              <a:avLst/>
              <a:pathLst>
                <a:path w="12738" h="15020">
                  <a:moveTo>
                    <a:pt x="12738" y="0"/>
                  </a:moveTo>
                  <a:lnTo>
                    <a:pt x="11394" y="3070"/>
                  </a:lnTo>
                  <a:lnTo>
                    <a:pt x="8869" y="5501"/>
                  </a:lnTo>
                  <a:lnTo>
                    <a:pt x="8742" y="10215"/>
                  </a:lnTo>
                  <a:lnTo>
                    <a:pt x="7782" y="12369"/>
                  </a:lnTo>
                  <a:lnTo>
                    <a:pt x="4554" y="15020"/>
                  </a:lnTo>
                  <a:lnTo>
                    <a:pt x="769" y="13385"/>
                  </a:lnTo>
                  <a:lnTo>
                    <a:pt x="0" y="12774"/>
                  </a:lnTo>
                  <a:lnTo>
                    <a:pt x="907" y="9896"/>
                  </a:lnTo>
                  <a:lnTo>
                    <a:pt x="3002" y="9005"/>
                  </a:lnTo>
                  <a:lnTo>
                    <a:pt x="5417" y="6411"/>
                  </a:lnTo>
                  <a:lnTo>
                    <a:pt x="5716" y="3160"/>
                  </a:lnTo>
                  <a:lnTo>
                    <a:pt x="7375" y="144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h421"/>
            <p:cNvSpPr/>
            <p:nvPr/>
          </p:nvSpPr>
          <p:spPr>
            <a:xfrm>
              <a:off x="2485829" y="2960497"/>
              <a:ext cx="16970" cy="20669"/>
            </a:xfrm>
            <a:custGeom>
              <a:avLst/>
              <a:pathLst>
                <a:path w="16970" h="20669">
                  <a:moveTo>
                    <a:pt x="14924" y="964"/>
                  </a:moveTo>
                  <a:lnTo>
                    <a:pt x="16970" y="5215"/>
                  </a:lnTo>
                  <a:lnTo>
                    <a:pt x="14815" y="7961"/>
                  </a:lnTo>
                  <a:lnTo>
                    <a:pt x="13246" y="11709"/>
                  </a:lnTo>
                  <a:lnTo>
                    <a:pt x="11628" y="10956"/>
                  </a:lnTo>
                  <a:lnTo>
                    <a:pt x="12972" y="7886"/>
                  </a:lnTo>
                  <a:lnTo>
                    <a:pt x="7609" y="9330"/>
                  </a:lnTo>
                  <a:lnTo>
                    <a:pt x="5949" y="11047"/>
                  </a:lnTo>
                  <a:lnTo>
                    <a:pt x="5651" y="14297"/>
                  </a:lnTo>
                  <a:lnTo>
                    <a:pt x="3235" y="16891"/>
                  </a:lnTo>
                  <a:lnTo>
                    <a:pt x="1141" y="17782"/>
                  </a:lnTo>
                  <a:lnTo>
                    <a:pt x="233" y="20660"/>
                  </a:lnTo>
                  <a:lnTo>
                    <a:pt x="0" y="20669"/>
                  </a:lnTo>
                  <a:lnTo>
                    <a:pt x="885" y="12469"/>
                  </a:lnTo>
                  <a:lnTo>
                    <a:pt x="3922" y="8625"/>
                  </a:lnTo>
                  <a:lnTo>
                    <a:pt x="7119" y="6759"/>
                  </a:lnTo>
                  <a:lnTo>
                    <a:pt x="6798" y="3474"/>
                  </a:lnTo>
                  <a:lnTo>
                    <a:pt x="8324" y="2239"/>
                  </a:lnTo>
                  <a:lnTo>
                    <a:pt x="13940" y="89"/>
                  </a:lnTo>
                  <a:lnTo>
                    <a:pt x="1455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h422"/>
            <p:cNvSpPr/>
            <p:nvPr/>
          </p:nvSpPr>
          <p:spPr>
            <a:xfrm>
              <a:off x="2499076" y="2965713"/>
              <a:ext cx="12028" cy="7287"/>
            </a:xfrm>
            <a:custGeom>
              <a:avLst/>
              <a:pathLst>
                <a:path w="12028" h="7287">
                  <a:moveTo>
                    <a:pt x="7332" y="244"/>
                  </a:moveTo>
                  <a:lnTo>
                    <a:pt x="9349" y="115"/>
                  </a:lnTo>
                  <a:lnTo>
                    <a:pt x="10425" y="2749"/>
                  </a:lnTo>
                  <a:lnTo>
                    <a:pt x="12028" y="4496"/>
                  </a:lnTo>
                  <a:lnTo>
                    <a:pt x="11867" y="6932"/>
                  </a:lnTo>
                  <a:lnTo>
                    <a:pt x="6139" y="7287"/>
                  </a:lnTo>
                  <a:lnTo>
                    <a:pt x="0" y="6493"/>
                  </a:lnTo>
                  <a:lnTo>
                    <a:pt x="1568" y="2746"/>
                  </a:lnTo>
                  <a:lnTo>
                    <a:pt x="372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h423"/>
            <p:cNvSpPr/>
            <p:nvPr/>
          </p:nvSpPr>
          <p:spPr>
            <a:xfrm>
              <a:off x="2493192" y="2952494"/>
              <a:ext cx="10282" cy="10243"/>
            </a:xfrm>
            <a:custGeom>
              <a:avLst/>
              <a:pathLst>
                <a:path w="10282" h="10243">
                  <a:moveTo>
                    <a:pt x="7230" y="53"/>
                  </a:moveTo>
                  <a:lnTo>
                    <a:pt x="7474" y="1202"/>
                  </a:lnTo>
                  <a:lnTo>
                    <a:pt x="10282" y="1664"/>
                  </a:lnTo>
                  <a:lnTo>
                    <a:pt x="8070" y="7499"/>
                  </a:lnTo>
                  <a:lnTo>
                    <a:pt x="9656" y="8425"/>
                  </a:lnTo>
                  <a:lnTo>
                    <a:pt x="7562" y="8967"/>
                  </a:lnTo>
                  <a:lnTo>
                    <a:pt x="7187" y="8003"/>
                  </a:lnTo>
                  <a:lnTo>
                    <a:pt x="6577" y="8092"/>
                  </a:lnTo>
                  <a:lnTo>
                    <a:pt x="961" y="10243"/>
                  </a:lnTo>
                  <a:lnTo>
                    <a:pt x="0" y="8162"/>
                  </a:lnTo>
                  <a:lnTo>
                    <a:pt x="1809" y="7099"/>
                  </a:lnTo>
                  <a:lnTo>
                    <a:pt x="3735" y="5296"/>
                  </a:lnTo>
                  <a:lnTo>
                    <a:pt x="537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h424"/>
            <p:cNvSpPr/>
            <p:nvPr/>
          </p:nvSpPr>
          <p:spPr>
            <a:xfrm>
              <a:off x="2482048" y="2960656"/>
              <a:ext cx="12106" cy="20509"/>
            </a:xfrm>
            <a:custGeom>
              <a:avLst/>
              <a:pathLst>
                <a:path w="12106" h="20509">
                  <a:moveTo>
                    <a:pt x="11144" y="0"/>
                  </a:moveTo>
                  <a:lnTo>
                    <a:pt x="12106" y="2080"/>
                  </a:lnTo>
                  <a:lnTo>
                    <a:pt x="10580" y="3314"/>
                  </a:lnTo>
                  <a:lnTo>
                    <a:pt x="10901" y="6599"/>
                  </a:lnTo>
                  <a:lnTo>
                    <a:pt x="7703" y="8466"/>
                  </a:lnTo>
                  <a:lnTo>
                    <a:pt x="4666" y="12309"/>
                  </a:lnTo>
                  <a:lnTo>
                    <a:pt x="3781" y="20509"/>
                  </a:lnTo>
                  <a:lnTo>
                    <a:pt x="1723" y="19533"/>
                  </a:lnTo>
                  <a:lnTo>
                    <a:pt x="736" y="12913"/>
                  </a:lnTo>
                  <a:lnTo>
                    <a:pt x="0" y="12152"/>
                  </a:lnTo>
                  <a:lnTo>
                    <a:pt x="3084" y="71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h425"/>
            <p:cNvSpPr/>
            <p:nvPr/>
          </p:nvSpPr>
          <p:spPr>
            <a:xfrm>
              <a:off x="2506666" y="2957997"/>
              <a:ext cx="9083" cy="5536"/>
            </a:xfrm>
            <a:custGeom>
              <a:avLst/>
              <a:pathLst>
                <a:path w="9083" h="5536">
                  <a:moveTo>
                    <a:pt x="9083" y="0"/>
                  </a:moveTo>
                  <a:lnTo>
                    <a:pt x="8870" y="2556"/>
                  </a:lnTo>
                  <a:lnTo>
                    <a:pt x="8608" y="4722"/>
                  </a:lnTo>
                  <a:lnTo>
                    <a:pt x="5430" y="3858"/>
                  </a:lnTo>
                  <a:lnTo>
                    <a:pt x="185" y="5536"/>
                  </a:lnTo>
                  <a:lnTo>
                    <a:pt x="0" y="2486"/>
                  </a:lnTo>
                  <a:lnTo>
                    <a:pt x="1226" y="228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h426"/>
            <p:cNvSpPr/>
            <p:nvPr/>
          </p:nvSpPr>
          <p:spPr>
            <a:xfrm>
              <a:off x="2514595" y="2969185"/>
              <a:ext cx="14086" cy="13806"/>
            </a:xfrm>
            <a:custGeom>
              <a:avLst/>
              <a:pathLst>
                <a:path w="14086" h="13806">
                  <a:moveTo>
                    <a:pt x="12171" y="112"/>
                  </a:moveTo>
                  <a:lnTo>
                    <a:pt x="10534" y="8756"/>
                  </a:lnTo>
                  <a:lnTo>
                    <a:pt x="11486" y="11227"/>
                  </a:lnTo>
                  <a:lnTo>
                    <a:pt x="14086" y="12038"/>
                  </a:lnTo>
                  <a:lnTo>
                    <a:pt x="11547" y="13806"/>
                  </a:lnTo>
                  <a:lnTo>
                    <a:pt x="4536" y="12396"/>
                  </a:lnTo>
                  <a:lnTo>
                    <a:pt x="7086" y="9009"/>
                  </a:lnTo>
                  <a:lnTo>
                    <a:pt x="0" y="5181"/>
                  </a:lnTo>
                  <a:lnTo>
                    <a:pt x="1651" y="1942"/>
                  </a:lnTo>
                  <a:lnTo>
                    <a:pt x="754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h427"/>
            <p:cNvSpPr/>
            <p:nvPr/>
          </p:nvSpPr>
          <p:spPr>
            <a:xfrm>
              <a:off x="2505084" y="2970209"/>
              <a:ext cx="16596" cy="20070"/>
            </a:xfrm>
            <a:custGeom>
              <a:avLst/>
              <a:pathLst>
                <a:path w="16596" h="20070">
                  <a:moveTo>
                    <a:pt x="9510" y="4157"/>
                  </a:moveTo>
                  <a:lnTo>
                    <a:pt x="16596" y="7985"/>
                  </a:lnTo>
                  <a:lnTo>
                    <a:pt x="14046" y="11371"/>
                  </a:lnTo>
                  <a:lnTo>
                    <a:pt x="6274" y="13376"/>
                  </a:lnTo>
                  <a:lnTo>
                    <a:pt x="2895" y="20070"/>
                  </a:lnTo>
                  <a:lnTo>
                    <a:pt x="2880" y="14057"/>
                  </a:lnTo>
                  <a:lnTo>
                    <a:pt x="1831" y="12562"/>
                  </a:lnTo>
                  <a:lnTo>
                    <a:pt x="0" y="12013"/>
                  </a:lnTo>
                  <a:lnTo>
                    <a:pt x="102" y="11374"/>
                  </a:lnTo>
                  <a:lnTo>
                    <a:pt x="1153" y="6438"/>
                  </a:lnTo>
                  <a:lnTo>
                    <a:pt x="5858" y="2436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h428"/>
            <p:cNvSpPr/>
            <p:nvPr/>
          </p:nvSpPr>
          <p:spPr>
            <a:xfrm>
              <a:off x="2503413" y="2937835"/>
              <a:ext cx="12824" cy="17479"/>
            </a:xfrm>
            <a:custGeom>
              <a:avLst/>
              <a:pathLst>
                <a:path w="12824" h="17479">
                  <a:moveTo>
                    <a:pt x="4917" y="244"/>
                  </a:moveTo>
                  <a:lnTo>
                    <a:pt x="5526" y="2296"/>
                  </a:lnTo>
                  <a:lnTo>
                    <a:pt x="3932" y="8133"/>
                  </a:lnTo>
                  <a:lnTo>
                    <a:pt x="8216" y="9840"/>
                  </a:lnTo>
                  <a:lnTo>
                    <a:pt x="11237" y="11053"/>
                  </a:lnTo>
                  <a:lnTo>
                    <a:pt x="12824" y="16811"/>
                  </a:lnTo>
                  <a:lnTo>
                    <a:pt x="11547" y="17479"/>
                  </a:lnTo>
                  <a:lnTo>
                    <a:pt x="7120" y="16955"/>
                  </a:lnTo>
                  <a:lnTo>
                    <a:pt x="4738" y="15831"/>
                  </a:lnTo>
                  <a:lnTo>
                    <a:pt x="2367" y="15249"/>
                  </a:lnTo>
                  <a:lnTo>
                    <a:pt x="689" y="10781"/>
                  </a:lnTo>
                  <a:lnTo>
                    <a:pt x="0" y="8994"/>
                  </a:lnTo>
                  <a:lnTo>
                    <a:pt x="1043" y="3732"/>
                  </a:lnTo>
                  <a:lnTo>
                    <a:pt x="2074" y="2474"/>
                  </a:lnTo>
                  <a:lnTo>
                    <a:pt x="425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h429"/>
            <p:cNvSpPr/>
            <p:nvPr/>
          </p:nvSpPr>
          <p:spPr>
            <a:xfrm>
              <a:off x="2497718" y="2947259"/>
              <a:ext cx="8062" cy="6899"/>
            </a:xfrm>
            <a:custGeom>
              <a:avLst/>
              <a:pathLst>
                <a:path w="8062" h="6899">
                  <a:moveTo>
                    <a:pt x="6385" y="1357"/>
                  </a:moveTo>
                  <a:lnTo>
                    <a:pt x="8062" y="5826"/>
                  </a:lnTo>
                  <a:lnTo>
                    <a:pt x="5756" y="6899"/>
                  </a:lnTo>
                  <a:lnTo>
                    <a:pt x="2948" y="6437"/>
                  </a:lnTo>
                  <a:lnTo>
                    <a:pt x="2704" y="5289"/>
                  </a:lnTo>
                  <a:lnTo>
                    <a:pt x="852" y="5235"/>
                  </a:lnTo>
                  <a:lnTo>
                    <a:pt x="0" y="2149"/>
                  </a:lnTo>
                  <a:lnTo>
                    <a:pt x="99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h430"/>
            <p:cNvSpPr/>
            <p:nvPr/>
          </p:nvSpPr>
          <p:spPr>
            <a:xfrm>
              <a:off x="2507893" y="2953666"/>
              <a:ext cx="8343" cy="6611"/>
            </a:xfrm>
            <a:custGeom>
              <a:avLst/>
              <a:pathLst>
                <a:path w="8343" h="6611">
                  <a:moveTo>
                    <a:pt x="2639" y="1124"/>
                  </a:moveTo>
                  <a:lnTo>
                    <a:pt x="7067" y="1648"/>
                  </a:lnTo>
                  <a:lnTo>
                    <a:pt x="8343" y="979"/>
                  </a:lnTo>
                  <a:lnTo>
                    <a:pt x="7856" y="4330"/>
                  </a:lnTo>
                  <a:lnTo>
                    <a:pt x="0" y="6611"/>
                  </a:lnTo>
                  <a:lnTo>
                    <a:pt x="2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h431"/>
            <p:cNvSpPr/>
            <p:nvPr/>
          </p:nvSpPr>
          <p:spPr>
            <a:xfrm>
              <a:off x="2500754" y="2960484"/>
              <a:ext cx="6097" cy="5473"/>
            </a:xfrm>
            <a:custGeom>
              <a:avLst/>
              <a:pathLst>
                <a:path w="6097" h="5473">
                  <a:moveTo>
                    <a:pt x="5912" y="0"/>
                  </a:moveTo>
                  <a:lnTo>
                    <a:pt x="6097" y="3049"/>
                  </a:lnTo>
                  <a:lnTo>
                    <a:pt x="5654" y="5473"/>
                  </a:lnTo>
                  <a:lnTo>
                    <a:pt x="2045" y="5229"/>
                  </a:lnTo>
                  <a:lnTo>
                    <a:pt x="0" y="977"/>
                  </a:lnTo>
                  <a:lnTo>
                    <a:pt x="2094" y="43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h432"/>
            <p:cNvSpPr/>
            <p:nvPr/>
          </p:nvSpPr>
          <p:spPr>
            <a:xfrm>
              <a:off x="2010843" y="2264273"/>
              <a:ext cx="76665" cy="104449"/>
            </a:xfrm>
            <a:custGeom>
              <a:avLst/>
              <a:pathLst>
                <a:path w="76665" h="104449">
                  <a:moveTo>
                    <a:pt x="9329" y="0"/>
                  </a:moveTo>
                  <a:lnTo>
                    <a:pt x="17405" y="9241"/>
                  </a:lnTo>
                  <a:lnTo>
                    <a:pt x="20496" y="11576"/>
                  </a:lnTo>
                  <a:lnTo>
                    <a:pt x="24964" y="19966"/>
                  </a:lnTo>
                  <a:lnTo>
                    <a:pt x="32156" y="23856"/>
                  </a:lnTo>
                  <a:lnTo>
                    <a:pt x="35117" y="26754"/>
                  </a:lnTo>
                  <a:lnTo>
                    <a:pt x="34290" y="27442"/>
                  </a:lnTo>
                  <a:lnTo>
                    <a:pt x="34129" y="30651"/>
                  </a:lnTo>
                  <a:lnTo>
                    <a:pt x="37080" y="33636"/>
                  </a:lnTo>
                  <a:lnTo>
                    <a:pt x="37196" y="35250"/>
                  </a:lnTo>
                  <a:lnTo>
                    <a:pt x="35684" y="37355"/>
                  </a:lnTo>
                  <a:lnTo>
                    <a:pt x="53593" y="54381"/>
                  </a:lnTo>
                  <a:lnTo>
                    <a:pt x="63389" y="57865"/>
                  </a:lnTo>
                  <a:lnTo>
                    <a:pt x="64865" y="57616"/>
                  </a:lnTo>
                  <a:lnTo>
                    <a:pt x="66339" y="57243"/>
                  </a:lnTo>
                  <a:lnTo>
                    <a:pt x="72054" y="59698"/>
                  </a:lnTo>
                  <a:lnTo>
                    <a:pt x="74985" y="61289"/>
                  </a:lnTo>
                  <a:lnTo>
                    <a:pt x="76244" y="63064"/>
                  </a:lnTo>
                  <a:lnTo>
                    <a:pt x="76549" y="63920"/>
                  </a:lnTo>
                  <a:lnTo>
                    <a:pt x="71131" y="67587"/>
                  </a:lnTo>
                  <a:lnTo>
                    <a:pt x="65241" y="67354"/>
                  </a:lnTo>
                  <a:lnTo>
                    <a:pt x="57430" y="70761"/>
                  </a:lnTo>
                  <a:lnTo>
                    <a:pt x="61457" y="78934"/>
                  </a:lnTo>
                  <a:lnTo>
                    <a:pt x="69086" y="85842"/>
                  </a:lnTo>
                  <a:lnTo>
                    <a:pt x="68457" y="88516"/>
                  </a:lnTo>
                  <a:lnTo>
                    <a:pt x="70560" y="91872"/>
                  </a:lnTo>
                  <a:lnTo>
                    <a:pt x="73863" y="95114"/>
                  </a:lnTo>
                  <a:lnTo>
                    <a:pt x="76665" y="96205"/>
                  </a:lnTo>
                  <a:lnTo>
                    <a:pt x="75172" y="97564"/>
                  </a:lnTo>
                  <a:lnTo>
                    <a:pt x="74209" y="101404"/>
                  </a:lnTo>
                  <a:lnTo>
                    <a:pt x="66902" y="97884"/>
                  </a:lnTo>
                  <a:lnTo>
                    <a:pt x="65126" y="100779"/>
                  </a:lnTo>
                  <a:lnTo>
                    <a:pt x="58670" y="96780"/>
                  </a:lnTo>
                  <a:lnTo>
                    <a:pt x="55156" y="101972"/>
                  </a:lnTo>
                  <a:lnTo>
                    <a:pt x="52584" y="104449"/>
                  </a:lnTo>
                  <a:lnTo>
                    <a:pt x="48993" y="101680"/>
                  </a:lnTo>
                  <a:lnTo>
                    <a:pt x="45424" y="100415"/>
                  </a:lnTo>
                  <a:lnTo>
                    <a:pt x="42942" y="101796"/>
                  </a:lnTo>
                  <a:lnTo>
                    <a:pt x="44225" y="98623"/>
                  </a:lnTo>
                  <a:lnTo>
                    <a:pt x="40772" y="95449"/>
                  </a:lnTo>
                  <a:lnTo>
                    <a:pt x="41305" y="92611"/>
                  </a:lnTo>
                  <a:lnTo>
                    <a:pt x="43002" y="89768"/>
                  </a:lnTo>
                  <a:lnTo>
                    <a:pt x="39550" y="86062"/>
                  </a:lnTo>
                  <a:lnTo>
                    <a:pt x="29792" y="81128"/>
                  </a:lnTo>
                  <a:lnTo>
                    <a:pt x="24420" y="74904"/>
                  </a:lnTo>
                  <a:lnTo>
                    <a:pt x="22164" y="70928"/>
                  </a:lnTo>
                  <a:lnTo>
                    <a:pt x="29574" y="70241"/>
                  </a:lnTo>
                  <a:lnTo>
                    <a:pt x="21202" y="69817"/>
                  </a:lnTo>
                  <a:lnTo>
                    <a:pt x="19502" y="65270"/>
                  </a:lnTo>
                  <a:lnTo>
                    <a:pt x="17079" y="63354"/>
                  </a:lnTo>
                  <a:lnTo>
                    <a:pt x="19858" y="59136"/>
                  </a:lnTo>
                  <a:lnTo>
                    <a:pt x="22692" y="48432"/>
                  </a:lnTo>
                  <a:lnTo>
                    <a:pt x="24811" y="44669"/>
                  </a:lnTo>
                  <a:lnTo>
                    <a:pt x="23950" y="41714"/>
                  </a:lnTo>
                  <a:lnTo>
                    <a:pt x="24266" y="39077"/>
                  </a:lnTo>
                  <a:lnTo>
                    <a:pt x="30718" y="38303"/>
                  </a:lnTo>
                  <a:lnTo>
                    <a:pt x="30888" y="38830"/>
                  </a:lnTo>
                  <a:lnTo>
                    <a:pt x="32444" y="38788"/>
                  </a:lnTo>
                  <a:lnTo>
                    <a:pt x="33093" y="34464"/>
                  </a:lnTo>
                  <a:lnTo>
                    <a:pt x="31658" y="31078"/>
                  </a:lnTo>
                  <a:lnTo>
                    <a:pt x="17048" y="29273"/>
                  </a:lnTo>
                  <a:lnTo>
                    <a:pt x="21639" y="23868"/>
                  </a:lnTo>
                  <a:lnTo>
                    <a:pt x="16043" y="23060"/>
                  </a:lnTo>
                  <a:lnTo>
                    <a:pt x="14624" y="19748"/>
                  </a:lnTo>
                  <a:lnTo>
                    <a:pt x="6030" y="28839"/>
                  </a:lnTo>
                  <a:lnTo>
                    <a:pt x="0" y="25246"/>
                  </a:lnTo>
                  <a:lnTo>
                    <a:pt x="10412" y="12285"/>
                  </a:lnTo>
                  <a:lnTo>
                    <a:pt x="5375" y="10015"/>
                  </a:lnTo>
                  <a:lnTo>
                    <a:pt x="6590" y="6469"/>
                  </a:lnTo>
                  <a:lnTo>
                    <a:pt x="8999" y="428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h433"/>
            <p:cNvSpPr/>
            <p:nvPr/>
          </p:nvSpPr>
          <p:spPr>
            <a:xfrm>
              <a:off x="1936559" y="2333945"/>
              <a:ext cx="39904" cy="67549"/>
            </a:xfrm>
            <a:custGeom>
              <a:avLst/>
              <a:pathLst>
                <a:path w="39904" h="67549">
                  <a:moveTo>
                    <a:pt x="17911" y="3741"/>
                  </a:moveTo>
                  <a:lnTo>
                    <a:pt x="22050" y="6569"/>
                  </a:lnTo>
                  <a:lnTo>
                    <a:pt x="24005" y="410"/>
                  </a:lnTo>
                  <a:lnTo>
                    <a:pt x="26324" y="4090"/>
                  </a:lnTo>
                  <a:lnTo>
                    <a:pt x="25099" y="8623"/>
                  </a:lnTo>
                  <a:lnTo>
                    <a:pt x="27742" y="20484"/>
                  </a:lnTo>
                  <a:lnTo>
                    <a:pt x="29360" y="23890"/>
                  </a:lnTo>
                  <a:lnTo>
                    <a:pt x="32147" y="22247"/>
                  </a:lnTo>
                  <a:lnTo>
                    <a:pt x="35077" y="20941"/>
                  </a:lnTo>
                  <a:lnTo>
                    <a:pt x="38172" y="26539"/>
                  </a:lnTo>
                  <a:lnTo>
                    <a:pt x="37746" y="33158"/>
                  </a:lnTo>
                  <a:lnTo>
                    <a:pt x="38508" y="36226"/>
                  </a:lnTo>
                  <a:lnTo>
                    <a:pt x="34563" y="35380"/>
                  </a:lnTo>
                  <a:lnTo>
                    <a:pt x="28248" y="31722"/>
                  </a:lnTo>
                  <a:lnTo>
                    <a:pt x="26346" y="32470"/>
                  </a:lnTo>
                  <a:lnTo>
                    <a:pt x="31297" y="35751"/>
                  </a:lnTo>
                  <a:lnTo>
                    <a:pt x="36731" y="40619"/>
                  </a:lnTo>
                  <a:lnTo>
                    <a:pt x="39388" y="40202"/>
                  </a:lnTo>
                  <a:lnTo>
                    <a:pt x="39904" y="44784"/>
                  </a:lnTo>
                  <a:lnTo>
                    <a:pt x="37336" y="45381"/>
                  </a:lnTo>
                  <a:lnTo>
                    <a:pt x="39557" y="51015"/>
                  </a:lnTo>
                  <a:lnTo>
                    <a:pt x="39314" y="52794"/>
                  </a:lnTo>
                  <a:lnTo>
                    <a:pt x="37722" y="53887"/>
                  </a:lnTo>
                  <a:lnTo>
                    <a:pt x="36773" y="51635"/>
                  </a:lnTo>
                  <a:lnTo>
                    <a:pt x="35738" y="51559"/>
                  </a:lnTo>
                  <a:lnTo>
                    <a:pt x="34136" y="56469"/>
                  </a:lnTo>
                  <a:lnTo>
                    <a:pt x="36922" y="64322"/>
                  </a:lnTo>
                  <a:lnTo>
                    <a:pt x="36245" y="66597"/>
                  </a:lnTo>
                  <a:lnTo>
                    <a:pt x="34222" y="67549"/>
                  </a:lnTo>
                  <a:lnTo>
                    <a:pt x="22620" y="59829"/>
                  </a:lnTo>
                  <a:lnTo>
                    <a:pt x="18704" y="55063"/>
                  </a:lnTo>
                  <a:lnTo>
                    <a:pt x="15280" y="53221"/>
                  </a:lnTo>
                  <a:lnTo>
                    <a:pt x="15266" y="54708"/>
                  </a:lnTo>
                  <a:lnTo>
                    <a:pt x="11675" y="55819"/>
                  </a:lnTo>
                  <a:lnTo>
                    <a:pt x="10470" y="43868"/>
                  </a:lnTo>
                  <a:lnTo>
                    <a:pt x="8701" y="44430"/>
                  </a:lnTo>
                  <a:lnTo>
                    <a:pt x="1663" y="42958"/>
                  </a:lnTo>
                  <a:lnTo>
                    <a:pt x="40" y="45544"/>
                  </a:lnTo>
                  <a:lnTo>
                    <a:pt x="943" y="39605"/>
                  </a:lnTo>
                  <a:lnTo>
                    <a:pt x="10433" y="37228"/>
                  </a:lnTo>
                  <a:lnTo>
                    <a:pt x="8639" y="34508"/>
                  </a:lnTo>
                  <a:lnTo>
                    <a:pt x="6649" y="35336"/>
                  </a:lnTo>
                  <a:lnTo>
                    <a:pt x="6107" y="34996"/>
                  </a:lnTo>
                  <a:lnTo>
                    <a:pt x="6979" y="31759"/>
                  </a:lnTo>
                  <a:lnTo>
                    <a:pt x="9417" y="27874"/>
                  </a:lnTo>
                  <a:lnTo>
                    <a:pt x="8639" y="23704"/>
                  </a:lnTo>
                  <a:lnTo>
                    <a:pt x="5841" y="18937"/>
                  </a:lnTo>
                  <a:lnTo>
                    <a:pt x="3601" y="17500"/>
                  </a:lnTo>
                  <a:lnTo>
                    <a:pt x="4599" y="16713"/>
                  </a:lnTo>
                  <a:lnTo>
                    <a:pt x="4430" y="14766"/>
                  </a:lnTo>
                  <a:lnTo>
                    <a:pt x="0" y="11397"/>
                  </a:lnTo>
                  <a:lnTo>
                    <a:pt x="5586" y="10808"/>
                  </a:lnTo>
                  <a:lnTo>
                    <a:pt x="415" y="5941"/>
                  </a:lnTo>
                  <a:lnTo>
                    <a:pt x="9385" y="331"/>
                  </a:lnTo>
                  <a:lnTo>
                    <a:pt x="1526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h434"/>
            <p:cNvSpPr/>
            <p:nvPr/>
          </p:nvSpPr>
          <p:spPr>
            <a:xfrm>
              <a:off x="1691924" y="2109482"/>
              <a:ext cx="115031" cy="116859"/>
            </a:xfrm>
            <a:custGeom>
              <a:avLst/>
              <a:pathLst>
                <a:path w="115031" h="116859">
                  <a:moveTo>
                    <a:pt x="36349" y="2645"/>
                  </a:moveTo>
                  <a:lnTo>
                    <a:pt x="40492" y="1932"/>
                  </a:lnTo>
                  <a:lnTo>
                    <a:pt x="41512" y="3296"/>
                  </a:lnTo>
                  <a:lnTo>
                    <a:pt x="40752" y="5860"/>
                  </a:lnTo>
                  <a:lnTo>
                    <a:pt x="38490" y="6773"/>
                  </a:lnTo>
                  <a:lnTo>
                    <a:pt x="46049" y="7212"/>
                  </a:lnTo>
                  <a:lnTo>
                    <a:pt x="48474" y="11059"/>
                  </a:lnTo>
                  <a:lnTo>
                    <a:pt x="49147" y="13740"/>
                  </a:lnTo>
                  <a:lnTo>
                    <a:pt x="56734" y="19634"/>
                  </a:lnTo>
                  <a:lnTo>
                    <a:pt x="58538" y="20305"/>
                  </a:lnTo>
                  <a:lnTo>
                    <a:pt x="61070" y="19505"/>
                  </a:lnTo>
                  <a:lnTo>
                    <a:pt x="62517" y="17378"/>
                  </a:lnTo>
                  <a:lnTo>
                    <a:pt x="63202" y="12853"/>
                  </a:lnTo>
                  <a:lnTo>
                    <a:pt x="68000" y="9984"/>
                  </a:lnTo>
                  <a:lnTo>
                    <a:pt x="68775" y="13199"/>
                  </a:lnTo>
                  <a:lnTo>
                    <a:pt x="70906" y="16021"/>
                  </a:lnTo>
                  <a:lnTo>
                    <a:pt x="75655" y="10184"/>
                  </a:lnTo>
                  <a:lnTo>
                    <a:pt x="75179" y="16491"/>
                  </a:lnTo>
                  <a:lnTo>
                    <a:pt x="72022" y="21291"/>
                  </a:lnTo>
                  <a:lnTo>
                    <a:pt x="69786" y="18729"/>
                  </a:lnTo>
                  <a:lnTo>
                    <a:pt x="68101" y="18573"/>
                  </a:lnTo>
                  <a:lnTo>
                    <a:pt x="67329" y="20057"/>
                  </a:lnTo>
                  <a:lnTo>
                    <a:pt x="69686" y="22978"/>
                  </a:lnTo>
                  <a:lnTo>
                    <a:pt x="68022" y="29537"/>
                  </a:lnTo>
                  <a:lnTo>
                    <a:pt x="72217" y="35263"/>
                  </a:lnTo>
                  <a:lnTo>
                    <a:pt x="66573" y="39942"/>
                  </a:lnTo>
                  <a:lnTo>
                    <a:pt x="70394" y="44759"/>
                  </a:lnTo>
                  <a:lnTo>
                    <a:pt x="73041" y="46508"/>
                  </a:lnTo>
                  <a:lnTo>
                    <a:pt x="75713" y="46145"/>
                  </a:lnTo>
                  <a:lnTo>
                    <a:pt x="85500" y="55377"/>
                  </a:lnTo>
                  <a:lnTo>
                    <a:pt x="85321" y="61214"/>
                  </a:lnTo>
                  <a:lnTo>
                    <a:pt x="87534" y="64140"/>
                  </a:lnTo>
                  <a:lnTo>
                    <a:pt x="90686" y="63764"/>
                  </a:lnTo>
                  <a:lnTo>
                    <a:pt x="90285" y="63507"/>
                  </a:lnTo>
                  <a:lnTo>
                    <a:pt x="94324" y="57945"/>
                  </a:lnTo>
                  <a:lnTo>
                    <a:pt x="95488" y="58172"/>
                  </a:lnTo>
                  <a:lnTo>
                    <a:pt x="96431" y="60249"/>
                  </a:lnTo>
                  <a:lnTo>
                    <a:pt x="96619" y="63018"/>
                  </a:lnTo>
                  <a:lnTo>
                    <a:pt x="95236" y="65829"/>
                  </a:lnTo>
                  <a:lnTo>
                    <a:pt x="92497" y="64544"/>
                  </a:lnTo>
                  <a:lnTo>
                    <a:pt x="90615" y="65205"/>
                  </a:lnTo>
                  <a:lnTo>
                    <a:pt x="90602" y="71100"/>
                  </a:lnTo>
                  <a:lnTo>
                    <a:pt x="93039" y="80030"/>
                  </a:lnTo>
                  <a:lnTo>
                    <a:pt x="98354" y="84460"/>
                  </a:lnTo>
                  <a:lnTo>
                    <a:pt x="100391" y="85441"/>
                  </a:lnTo>
                  <a:lnTo>
                    <a:pt x="97959" y="76389"/>
                  </a:lnTo>
                  <a:lnTo>
                    <a:pt x="104658" y="83718"/>
                  </a:lnTo>
                  <a:lnTo>
                    <a:pt x="108777" y="79489"/>
                  </a:lnTo>
                  <a:lnTo>
                    <a:pt x="105275" y="76855"/>
                  </a:lnTo>
                  <a:lnTo>
                    <a:pt x="107530" y="74075"/>
                  </a:lnTo>
                  <a:lnTo>
                    <a:pt x="114088" y="74324"/>
                  </a:lnTo>
                  <a:lnTo>
                    <a:pt x="115031" y="76842"/>
                  </a:lnTo>
                  <a:lnTo>
                    <a:pt x="109002" y="82628"/>
                  </a:lnTo>
                  <a:lnTo>
                    <a:pt x="111592" y="85005"/>
                  </a:lnTo>
                  <a:lnTo>
                    <a:pt x="112744" y="87308"/>
                  </a:lnTo>
                  <a:lnTo>
                    <a:pt x="110720" y="94896"/>
                  </a:lnTo>
                  <a:lnTo>
                    <a:pt x="108541" y="95480"/>
                  </a:lnTo>
                  <a:lnTo>
                    <a:pt x="107372" y="96832"/>
                  </a:lnTo>
                  <a:lnTo>
                    <a:pt x="109040" y="104448"/>
                  </a:lnTo>
                  <a:lnTo>
                    <a:pt x="105897" y="104606"/>
                  </a:lnTo>
                  <a:lnTo>
                    <a:pt x="106763" y="111433"/>
                  </a:lnTo>
                  <a:lnTo>
                    <a:pt x="99147" y="116859"/>
                  </a:lnTo>
                  <a:lnTo>
                    <a:pt x="94399" y="116834"/>
                  </a:lnTo>
                  <a:lnTo>
                    <a:pt x="90970" y="115130"/>
                  </a:lnTo>
                  <a:lnTo>
                    <a:pt x="87171" y="110140"/>
                  </a:lnTo>
                  <a:lnTo>
                    <a:pt x="87098" y="104332"/>
                  </a:lnTo>
                  <a:lnTo>
                    <a:pt x="84172" y="100676"/>
                  </a:lnTo>
                  <a:lnTo>
                    <a:pt x="81810" y="102999"/>
                  </a:lnTo>
                  <a:lnTo>
                    <a:pt x="75546" y="98861"/>
                  </a:lnTo>
                  <a:lnTo>
                    <a:pt x="70796" y="97230"/>
                  </a:lnTo>
                  <a:lnTo>
                    <a:pt x="67890" y="97198"/>
                  </a:lnTo>
                  <a:lnTo>
                    <a:pt x="61744" y="94296"/>
                  </a:lnTo>
                  <a:lnTo>
                    <a:pt x="56131" y="95270"/>
                  </a:lnTo>
                  <a:lnTo>
                    <a:pt x="54648" y="96962"/>
                  </a:lnTo>
                  <a:lnTo>
                    <a:pt x="49944" y="96375"/>
                  </a:lnTo>
                  <a:lnTo>
                    <a:pt x="40005" y="88469"/>
                  </a:lnTo>
                  <a:lnTo>
                    <a:pt x="38408" y="84063"/>
                  </a:lnTo>
                  <a:lnTo>
                    <a:pt x="33863" y="93286"/>
                  </a:lnTo>
                  <a:lnTo>
                    <a:pt x="23162" y="86784"/>
                  </a:lnTo>
                  <a:lnTo>
                    <a:pt x="10091" y="92819"/>
                  </a:lnTo>
                  <a:lnTo>
                    <a:pt x="3250" y="95977"/>
                  </a:lnTo>
                  <a:lnTo>
                    <a:pt x="0" y="98454"/>
                  </a:lnTo>
                  <a:lnTo>
                    <a:pt x="387" y="72154"/>
                  </a:lnTo>
                  <a:lnTo>
                    <a:pt x="1916" y="67474"/>
                  </a:lnTo>
                  <a:lnTo>
                    <a:pt x="3353" y="68312"/>
                  </a:lnTo>
                  <a:lnTo>
                    <a:pt x="11830" y="65385"/>
                  </a:lnTo>
                  <a:lnTo>
                    <a:pt x="13144" y="61554"/>
                  </a:lnTo>
                  <a:lnTo>
                    <a:pt x="11107" y="59970"/>
                  </a:lnTo>
                  <a:lnTo>
                    <a:pt x="10499" y="54871"/>
                  </a:lnTo>
                  <a:lnTo>
                    <a:pt x="12043" y="48769"/>
                  </a:lnTo>
                  <a:lnTo>
                    <a:pt x="16764" y="45671"/>
                  </a:lnTo>
                  <a:lnTo>
                    <a:pt x="15159" y="37927"/>
                  </a:lnTo>
                  <a:lnTo>
                    <a:pt x="16160" y="36675"/>
                  </a:lnTo>
                  <a:lnTo>
                    <a:pt x="25003" y="25619"/>
                  </a:lnTo>
                  <a:lnTo>
                    <a:pt x="29937" y="22527"/>
                  </a:lnTo>
                  <a:lnTo>
                    <a:pt x="31268" y="22805"/>
                  </a:lnTo>
                  <a:lnTo>
                    <a:pt x="32625" y="18995"/>
                  </a:lnTo>
                  <a:lnTo>
                    <a:pt x="29748" y="19330"/>
                  </a:lnTo>
                  <a:lnTo>
                    <a:pt x="30355" y="15468"/>
                  </a:lnTo>
                  <a:lnTo>
                    <a:pt x="33924" y="12276"/>
                  </a:lnTo>
                  <a:lnTo>
                    <a:pt x="36559" y="7270"/>
                  </a:lnTo>
                  <a:lnTo>
                    <a:pt x="35022" y="2450"/>
                  </a:lnTo>
                  <a:lnTo>
                    <a:pt x="32580" y="1799"/>
                  </a:lnTo>
                  <a:lnTo>
                    <a:pt x="3382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h435"/>
            <p:cNvSpPr/>
            <p:nvPr/>
          </p:nvSpPr>
          <p:spPr>
            <a:xfrm>
              <a:off x="1831149" y="2115193"/>
              <a:ext cx="90051" cy="111046"/>
            </a:xfrm>
            <a:custGeom>
              <a:avLst/>
              <a:pathLst>
                <a:path w="90051" h="111046">
                  <a:moveTo>
                    <a:pt x="45603" y="736"/>
                  </a:moveTo>
                  <a:lnTo>
                    <a:pt x="50933" y="372"/>
                  </a:lnTo>
                  <a:lnTo>
                    <a:pt x="57477" y="2410"/>
                  </a:lnTo>
                  <a:lnTo>
                    <a:pt x="60978" y="5523"/>
                  </a:lnTo>
                  <a:lnTo>
                    <a:pt x="70252" y="17047"/>
                  </a:lnTo>
                  <a:lnTo>
                    <a:pt x="70894" y="17381"/>
                  </a:lnTo>
                  <a:lnTo>
                    <a:pt x="73732" y="16052"/>
                  </a:lnTo>
                  <a:lnTo>
                    <a:pt x="75727" y="20848"/>
                  </a:lnTo>
                  <a:lnTo>
                    <a:pt x="76987" y="26210"/>
                  </a:lnTo>
                  <a:lnTo>
                    <a:pt x="84391" y="34639"/>
                  </a:lnTo>
                  <a:lnTo>
                    <a:pt x="83641" y="36766"/>
                  </a:lnTo>
                  <a:lnTo>
                    <a:pt x="83523" y="46594"/>
                  </a:lnTo>
                  <a:lnTo>
                    <a:pt x="74381" y="50505"/>
                  </a:lnTo>
                  <a:lnTo>
                    <a:pt x="75101" y="59422"/>
                  </a:lnTo>
                  <a:lnTo>
                    <a:pt x="70893" y="67068"/>
                  </a:lnTo>
                  <a:lnTo>
                    <a:pt x="78354" y="72668"/>
                  </a:lnTo>
                  <a:lnTo>
                    <a:pt x="83878" y="74909"/>
                  </a:lnTo>
                  <a:lnTo>
                    <a:pt x="88828" y="74739"/>
                  </a:lnTo>
                  <a:lnTo>
                    <a:pt x="89219" y="76731"/>
                  </a:lnTo>
                  <a:lnTo>
                    <a:pt x="90051" y="82267"/>
                  </a:lnTo>
                  <a:lnTo>
                    <a:pt x="72291" y="89492"/>
                  </a:lnTo>
                  <a:lnTo>
                    <a:pt x="74714" y="93467"/>
                  </a:lnTo>
                  <a:lnTo>
                    <a:pt x="77071" y="96105"/>
                  </a:lnTo>
                  <a:lnTo>
                    <a:pt x="79145" y="97334"/>
                  </a:lnTo>
                  <a:lnTo>
                    <a:pt x="77913" y="98962"/>
                  </a:lnTo>
                  <a:lnTo>
                    <a:pt x="75167" y="100474"/>
                  </a:lnTo>
                  <a:lnTo>
                    <a:pt x="73326" y="100644"/>
                  </a:lnTo>
                  <a:lnTo>
                    <a:pt x="70999" y="99696"/>
                  </a:lnTo>
                  <a:lnTo>
                    <a:pt x="66554" y="102588"/>
                  </a:lnTo>
                  <a:lnTo>
                    <a:pt x="67547" y="104396"/>
                  </a:lnTo>
                  <a:lnTo>
                    <a:pt x="67248" y="106300"/>
                  </a:lnTo>
                  <a:lnTo>
                    <a:pt x="64361" y="108451"/>
                  </a:lnTo>
                  <a:lnTo>
                    <a:pt x="59007" y="111046"/>
                  </a:lnTo>
                  <a:lnTo>
                    <a:pt x="53111" y="107255"/>
                  </a:lnTo>
                  <a:lnTo>
                    <a:pt x="50882" y="102473"/>
                  </a:lnTo>
                  <a:lnTo>
                    <a:pt x="44983" y="95579"/>
                  </a:lnTo>
                  <a:lnTo>
                    <a:pt x="38825" y="89770"/>
                  </a:lnTo>
                  <a:lnTo>
                    <a:pt x="35710" y="81848"/>
                  </a:lnTo>
                  <a:lnTo>
                    <a:pt x="25855" y="66430"/>
                  </a:lnTo>
                  <a:lnTo>
                    <a:pt x="27787" y="63357"/>
                  </a:lnTo>
                  <a:lnTo>
                    <a:pt x="28054" y="59714"/>
                  </a:lnTo>
                  <a:lnTo>
                    <a:pt x="24146" y="57325"/>
                  </a:lnTo>
                  <a:lnTo>
                    <a:pt x="17869" y="55662"/>
                  </a:lnTo>
                  <a:lnTo>
                    <a:pt x="18161" y="53380"/>
                  </a:lnTo>
                  <a:lnTo>
                    <a:pt x="17230" y="51372"/>
                  </a:lnTo>
                  <a:lnTo>
                    <a:pt x="12921" y="46421"/>
                  </a:lnTo>
                  <a:lnTo>
                    <a:pt x="9497" y="49999"/>
                  </a:lnTo>
                  <a:lnTo>
                    <a:pt x="6001" y="44104"/>
                  </a:lnTo>
                  <a:lnTo>
                    <a:pt x="4427" y="40834"/>
                  </a:lnTo>
                  <a:lnTo>
                    <a:pt x="3572" y="39835"/>
                  </a:lnTo>
                  <a:lnTo>
                    <a:pt x="2749" y="39861"/>
                  </a:lnTo>
                  <a:lnTo>
                    <a:pt x="0" y="35888"/>
                  </a:lnTo>
                  <a:lnTo>
                    <a:pt x="24222" y="11285"/>
                  </a:lnTo>
                  <a:lnTo>
                    <a:pt x="24211" y="10448"/>
                  </a:lnTo>
                  <a:lnTo>
                    <a:pt x="24672" y="9212"/>
                  </a:lnTo>
                  <a:lnTo>
                    <a:pt x="30485" y="6327"/>
                  </a:lnTo>
                  <a:lnTo>
                    <a:pt x="33178" y="6619"/>
                  </a:lnTo>
                  <a:lnTo>
                    <a:pt x="4133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h436"/>
            <p:cNvSpPr/>
            <p:nvPr/>
          </p:nvSpPr>
          <p:spPr>
            <a:xfrm>
              <a:off x="1907784" y="2235493"/>
              <a:ext cx="46054" cy="28790"/>
            </a:xfrm>
            <a:custGeom>
              <a:avLst/>
              <a:pathLst>
                <a:path w="46054" h="28790">
                  <a:moveTo>
                    <a:pt x="45443" y="2610"/>
                  </a:moveTo>
                  <a:lnTo>
                    <a:pt x="45539" y="4774"/>
                  </a:lnTo>
                  <a:lnTo>
                    <a:pt x="44315" y="5832"/>
                  </a:lnTo>
                  <a:lnTo>
                    <a:pt x="43470" y="4900"/>
                  </a:lnTo>
                  <a:lnTo>
                    <a:pt x="41754" y="5173"/>
                  </a:lnTo>
                  <a:lnTo>
                    <a:pt x="41035" y="7021"/>
                  </a:lnTo>
                  <a:lnTo>
                    <a:pt x="41478" y="10289"/>
                  </a:lnTo>
                  <a:lnTo>
                    <a:pt x="44268" y="11707"/>
                  </a:lnTo>
                  <a:lnTo>
                    <a:pt x="45282" y="13454"/>
                  </a:lnTo>
                  <a:lnTo>
                    <a:pt x="46054" y="22493"/>
                  </a:lnTo>
                  <a:lnTo>
                    <a:pt x="37286" y="23909"/>
                  </a:lnTo>
                  <a:lnTo>
                    <a:pt x="25460" y="28445"/>
                  </a:lnTo>
                  <a:lnTo>
                    <a:pt x="18477" y="28790"/>
                  </a:lnTo>
                  <a:lnTo>
                    <a:pt x="15503" y="22938"/>
                  </a:lnTo>
                  <a:lnTo>
                    <a:pt x="14105" y="23478"/>
                  </a:lnTo>
                  <a:lnTo>
                    <a:pt x="0" y="13082"/>
                  </a:lnTo>
                  <a:lnTo>
                    <a:pt x="2362" y="11594"/>
                  </a:lnTo>
                  <a:lnTo>
                    <a:pt x="6196" y="11061"/>
                  </a:lnTo>
                  <a:lnTo>
                    <a:pt x="8990" y="11150"/>
                  </a:lnTo>
                  <a:lnTo>
                    <a:pt x="9269" y="12671"/>
                  </a:lnTo>
                  <a:lnTo>
                    <a:pt x="10834" y="12752"/>
                  </a:lnTo>
                  <a:lnTo>
                    <a:pt x="13437" y="7840"/>
                  </a:lnTo>
                  <a:lnTo>
                    <a:pt x="11672" y="5442"/>
                  </a:lnTo>
                  <a:lnTo>
                    <a:pt x="14658" y="3204"/>
                  </a:lnTo>
                  <a:lnTo>
                    <a:pt x="19216" y="2938"/>
                  </a:lnTo>
                  <a:lnTo>
                    <a:pt x="19467" y="8014"/>
                  </a:lnTo>
                  <a:lnTo>
                    <a:pt x="21000" y="8225"/>
                  </a:lnTo>
                  <a:lnTo>
                    <a:pt x="21769" y="7012"/>
                  </a:lnTo>
                  <a:lnTo>
                    <a:pt x="24232" y="6782"/>
                  </a:lnTo>
                  <a:lnTo>
                    <a:pt x="27485" y="7310"/>
                  </a:lnTo>
                  <a:lnTo>
                    <a:pt x="28985" y="9120"/>
                  </a:lnTo>
                  <a:lnTo>
                    <a:pt x="29004" y="10331"/>
                  </a:lnTo>
                  <a:lnTo>
                    <a:pt x="35303" y="5823"/>
                  </a:lnTo>
                  <a:lnTo>
                    <a:pt x="36772" y="8184"/>
                  </a:lnTo>
                  <a:lnTo>
                    <a:pt x="38982" y="6118"/>
                  </a:lnTo>
                  <a:lnTo>
                    <a:pt x="40514" y="2494"/>
                  </a:lnTo>
                  <a:lnTo>
                    <a:pt x="41690" y="3349"/>
                  </a:lnTo>
                  <a:lnTo>
                    <a:pt x="4405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h437"/>
            <p:cNvSpPr/>
            <p:nvPr/>
          </p:nvSpPr>
          <p:spPr>
            <a:xfrm>
              <a:off x="2003461" y="2327627"/>
              <a:ext cx="51606" cy="60372"/>
            </a:xfrm>
            <a:custGeom>
              <a:avLst/>
              <a:pathLst>
                <a:path w="51606" h="60372">
                  <a:moveTo>
                    <a:pt x="26883" y="1916"/>
                  </a:moveTo>
                  <a:lnTo>
                    <a:pt x="28584" y="6463"/>
                  </a:lnTo>
                  <a:lnTo>
                    <a:pt x="36955" y="6887"/>
                  </a:lnTo>
                  <a:lnTo>
                    <a:pt x="29546" y="7574"/>
                  </a:lnTo>
                  <a:lnTo>
                    <a:pt x="31802" y="11550"/>
                  </a:lnTo>
                  <a:lnTo>
                    <a:pt x="37174" y="17773"/>
                  </a:lnTo>
                  <a:lnTo>
                    <a:pt x="46932" y="22708"/>
                  </a:lnTo>
                  <a:lnTo>
                    <a:pt x="50384" y="26414"/>
                  </a:lnTo>
                  <a:lnTo>
                    <a:pt x="48686" y="29257"/>
                  </a:lnTo>
                  <a:lnTo>
                    <a:pt x="48154" y="32094"/>
                  </a:lnTo>
                  <a:lnTo>
                    <a:pt x="51606" y="35269"/>
                  </a:lnTo>
                  <a:lnTo>
                    <a:pt x="50323" y="38442"/>
                  </a:lnTo>
                  <a:lnTo>
                    <a:pt x="48674" y="38656"/>
                  </a:lnTo>
                  <a:lnTo>
                    <a:pt x="45262" y="38374"/>
                  </a:lnTo>
                  <a:lnTo>
                    <a:pt x="44032" y="35808"/>
                  </a:lnTo>
                  <a:lnTo>
                    <a:pt x="43136" y="35531"/>
                  </a:lnTo>
                  <a:lnTo>
                    <a:pt x="38238" y="37517"/>
                  </a:lnTo>
                  <a:lnTo>
                    <a:pt x="28668" y="38286"/>
                  </a:lnTo>
                  <a:lnTo>
                    <a:pt x="27824" y="37192"/>
                  </a:lnTo>
                  <a:lnTo>
                    <a:pt x="25070" y="37357"/>
                  </a:lnTo>
                  <a:lnTo>
                    <a:pt x="23858" y="39910"/>
                  </a:lnTo>
                  <a:lnTo>
                    <a:pt x="24282" y="43027"/>
                  </a:lnTo>
                  <a:lnTo>
                    <a:pt x="23481" y="45910"/>
                  </a:lnTo>
                  <a:lnTo>
                    <a:pt x="20217" y="50390"/>
                  </a:lnTo>
                  <a:lnTo>
                    <a:pt x="15376" y="54204"/>
                  </a:lnTo>
                  <a:lnTo>
                    <a:pt x="8662" y="54322"/>
                  </a:lnTo>
                  <a:lnTo>
                    <a:pt x="9190" y="57800"/>
                  </a:lnTo>
                  <a:lnTo>
                    <a:pt x="5379" y="60372"/>
                  </a:lnTo>
                  <a:lnTo>
                    <a:pt x="1044" y="60300"/>
                  </a:lnTo>
                  <a:lnTo>
                    <a:pt x="0" y="58628"/>
                  </a:lnTo>
                  <a:lnTo>
                    <a:pt x="403" y="56405"/>
                  </a:lnTo>
                  <a:lnTo>
                    <a:pt x="2989" y="53944"/>
                  </a:lnTo>
                  <a:lnTo>
                    <a:pt x="9805" y="49703"/>
                  </a:lnTo>
                  <a:lnTo>
                    <a:pt x="12727" y="45344"/>
                  </a:lnTo>
                  <a:lnTo>
                    <a:pt x="13014" y="39302"/>
                  </a:lnTo>
                  <a:lnTo>
                    <a:pt x="16540" y="37785"/>
                  </a:lnTo>
                  <a:lnTo>
                    <a:pt x="9632" y="36985"/>
                  </a:lnTo>
                  <a:lnTo>
                    <a:pt x="9749" y="35494"/>
                  </a:lnTo>
                  <a:lnTo>
                    <a:pt x="13398" y="33570"/>
                  </a:lnTo>
                  <a:lnTo>
                    <a:pt x="13841" y="31340"/>
                  </a:lnTo>
                  <a:lnTo>
                    <a:pt x="13678" y="27705"/>
                  </a:lnTo>
                  <a:lnTo>
                    <a:pt x="12711" y="27259"/>
                  </a:lnTo>
                  <a:lnTo>
                    <a:pt x="10425" y="28161"/>
                  </a:lnTo>
                  <a:lnTo>
                    <a:pt x="10984" y="21925"/>
                  </a:lnTo>
                  <a:lnTo>
                    <a:pt x="16412" y="18166"/>
                  </a:lnTo>
                  <a:lnTo>
                    <a:pt x="13516" y="11884"/>
                  </a:lnTo>
                  <a:lnTo>
                    <a:pt x="17386" y="9897"/>
                  </a:lnTo>
                  <a:lnTo>
                    <a:pt x="18103" y="11039"/>
                  </a:lnTo>
                  <a:lnTo>
                    <a:pt x="24259" y="14388"/>
                  </a:lnTo>
                  <a:lnTo>
                    <a:pt x="23520" y="11928"/>
                  </a:lnTo>
                  <a:lnTo>
                    <a:pt x="18272" y="9441"/>
                  </a:lnTo>
                  <a:lnTo>
                    <a:pt x="2446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h438"/>
            <p:cNvSpPr/>
            <p:nvPr/>
          </p:nvSpPr>
          <p:spPr>
            <a:xfrm>
              <a:off x="1822421" y="2159298"/>
              <a:ext cx="79495" cy="95544"/>
            </a:xfrm>
            <a:custGeom>
              <a:avLst/>
              <a:pathLst>
                <a:path w="79495" h="95544">
                  <a:moveTo>
                    <a:pt x="14730" y="0"/>
                  </a:moveTo>
                  <a:lnTo>
                    <a:pt x="18226" y="5894"/>
                  </a:lnTo>
                  <a:lnTo>
                    <a:pt x="21650" y="2317"/>
                  </a:lnTo>
                  <a:lnTo>
                    <a:pt x="25959" y="7267"/>
                  </a:lnTo>
                  <a:lnTo>
                    <a:pt x="26890" y="9275"/>
                  </a:lnTo>
                  <a:lnTo>
                    <a:pt x="26598" y="11557"/>
                  </a:lnTo>
                  <a:lnTo>
                    <a:pt x="32875" y="13220"/>
                  </a:lnTo>
                  <a:lnTo>
                    <a:pt x="36783" y="15609"/>
                  </a:lnTo>
                  <a:lnTo>
                    <a:pt x="36516" y="19252"/>
                  </a:lnTo>
                  <a:lnTo>
                    <a:pt x="34584" y="22325"/>
                  </a:lnTo>
                  <a:lnTo>
                    <a:pt x="44439" y="37743"/>
                  </a:lnTo>
                  <a:lnTo>
                    <a:pt x="47553" y="45665"/>
                  </a:lnTo>
                  <a:lnTo>
                    <a:pt x="53712" y="51475"/>
                  </a:lnTo>
                  <a:lnTo>
                    <a:pt x="59610" y="58369"/>
                  </a:lnTo>
                  <a:lnTo>
                    <a:pt x="61840" y="63150"/>
                  </a:lnTo>
                  <a:lnTo>
                    <a:pt x="67736" y="66942"/>
                  </a:lnTo>
                  <a:lnTo>
                    <a:pt x="73090" y="64346"/>
                  </a:lnTo>
                  <a:lnTo>
                    <a:pt x="79192" y="74726"/>
                  </a:lnTo>
                  <a:lnTo>
                    <a:pt x="79495" y="83368"/>
                  </a:lnTo>
                  <a:lnTo>
                    <a:pt x="78410" y="85222"/>
                  </a:lnTo>
                  <a:lnTo>
                    <a:pt x="77342" y="85410"/>
                  </a:lnTo>
                  <a:lnTo>
                    <a:pt x="75106" y="88656"/>
                  </a:lnTo>
                  <a:lnTo>
                    <a:pt x="76935" y="89144"/>
                  </a:lnTo>
                  <a:lnTo>
                    <a:pt x="74863" y="93130"/>
                  </a:lnTo>
                  <a:lnTo>
                    <a:pt x="71517" y="95544"/>
                  </a:lnTo>
                  <a:lnTo>
                    <a:pt x="67747" y="92940"/>
                  </a:lnTo>
                  <a:lnTo>
                    <a:pt x="67090" y="95125"/>
                  </a:lnTo>
                  <a:lnTo>
                    <a:pt x="52600" y="83150"/>
                  </a:lnTo>
                  <a:lnTo>
                    <a:pt x="46820" y="81542"/>
                  </a:lnTo>
                  <a:lnTo>
                    <a:pt x="44108" y="79396"/>
                  </a:lnTo>
                  <a:lnTo>
                    <a:pt x="41249" y="78656"/>
                  </a:lnTo>
                  <a:lnTo>
                    <a:pt x="37782" y="82316"/>
                  </a:lnTo>
                  <a:lnTo>
                    <a:pt x="32005" y="75171"/>
                  </a:lnTo>
                  <a:lnTo>
                    <a:pt x="30872" y="74750"/>
                  </a:lnTo>
                  <a:lnTo>
                    <a:pt x="32239" y="70381"/>
                  </a:lnTo>
                  <a:lnTo>
                    <a:pt x="29723" y="66100"/>
                  </a:lnTo>
                  <a:lnTo>
                    <a:pt x="28184" y="60978"/>
                  </a:lnTo>
                  <a:lnTo>
                    <a:pt x="27196" y="54208"/>
                  </a:lnTo>
                  <a:lnTo>
                    <a:pt x="29954" y="52118"/>
                  </a:lnTo>
                  <a:lnTo>
                    <a:pt x="28481" y="49957"/>
                  </a:lnTo>
                  <a:lnTo>
                    <a:pt x="24347" y="48702"/>
                  </a:lnTo>
                  <a:lnTo>
                    <a:pt x="19415" y="52326"/>
                  </a:lnTo>
                  <a:lnTo>
                    <a:pt x="14253" y="52320"/>
                  </a:lnTo>
                  <a:lnTo>
                    <a:pt x="13416" y="51354"/>
                  </a:lnTo>
                  <a:lnTo>
                    <a:pt x="12862" y="38820"/>
                  </a:lnTo>
                  <a:lnTo>
                    <a:pt x="12023" y="36204"/>
                  </a:lnTo>
                  <a:lnTo>
                    <a:pt x="8161" y="35398"/>
                  </a:lnTo>
                  <a:lnTo>
                    <a:pt x="3403" y="25477"/>
                  </a:lnTo>
                  <a:lnTo>
                    <a:pt x="3660" y="21460"/>
                  </a:lnTo>
                  <a:lnTo>
                    <a:pt x="5383" y="17451"/>
                  </a:lnTo>
                  <a:lnTo>
                    <a:pt x="0" y="7067"/>
                  </a:lnTo>
                  <a:lnTo>
                    <a:pt x="1882" y="7091"/>
                  </a:lnTo>
                  <a:lnTo>
                    <a:pt x="12880" y="162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h439"/>
            <p:cNvSpPr/>
            <p:nvPr/>
          </p:nvSpPr>
          <p:spPr>
            <a:xfrm>
              <a:off x="1948780" y="2432157"/>
              <a:ext cx="35629" cy="31667"/>
            </a:xfrm>
            <a:custGeom>
              <a:avLst/>
              <a:pathLst>
                <a:path w="35629" h="31667">
                  <a:moveTo>
                    <a:pt x="33881" y="1452"/>
                  </a:moveTo>
                  <a:lnTo>
                    <a:pt x="35629" y="6382"/>
                  </a:lnTo>
                  <a:lnTo>
                    <a:pt x="35116" y="7799"/>
                  </a:lnTo>
                  <a:lnTo>
                    <a:pt x="30481" y="12856"/>
                  </a:lnTo>
                  <a:lnTo>
                    <a:pt x="32736" y="18993"/>
                  </a:lnTo>
                  <a:lnTo>
                    <a:pt x="19048" y="22609"/>
                  </a:lnTo>
                  <a:lnTo>
                    <a:pt x="15140" y="23056"/>
                  </a:lnTo>
                  <a:lnTo>
                    <a:pt x="15258" y="29453"/>
                  </a:lnTo>
                  <a:lnTo>
                    <a:pt x="12505" y="31667"/>
                  </a:lnTo>
                  <a:lnTo>
                    <a:pt x="11322" y="31570"/>
                  </a:lnTo>
                  <a:lnTo>
                    <a:pt x="13110" y="28929"/>
                  </a:lnTo>
                  <a:lnTo>
                    <a:pt x="10549" y="24945"/>
                  </a:lnTo>
                  <a:lnTo>
                    <a:pt x="6819" y="27465"/>
                  </a:lnTo>
                  <a:lnTo>
                    <a:pt x="4889" y="29958"/>
                  </a:lnTo>
                  <a:lnTo>
                    <a:pt x="0" y="30410"/>
                  </a:lnTo>
                  <a:lnTo>
                    <a:pt x="1993" y="28199"/>
                  </a:lnTo>
                  <a:lnTo>
                    <a:pt x="8754" y="20609"/>
                  </a:lnTo>
                  <a:lnTo>
                    <a:pt x="11570" y="16437"/>
                  </a:lnTo>
                  <a:lnTo>
                    <a:pt x="10969" y="13550"/>
                  </a:lnTo>
                  <a:lnTo>
                    <a:pt x="14204" y="9929"/>
                  </a:lnTo>
                  <a:lnTo>
                    <a:pt x="21213" y="4020"/>
                  </a:lnTo>
                  <a:lnTo>
                    <a:pt x="25871" y="4818"/>
                  </a:lnTo>
                  <a:lnTo>
                    <a:pt x="26040" y="3102"/>
                  </a:lnTo>
                  <a:lnTo>
                    <a:pt x="322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h440"/>
            <p:cNvSpPr/>
            <p:nvPr/>
          </p:nvSpPr>
          <p:spPr>
            <a:xfrm>
              <a:off x="1895511" y="2190849"/>
              <a:ext cx="57376" cy="57725"/>
            </a:xfrm>
            <a:custGeom>
              <a:avLst/>
              <a:pathLst>
                <a:path w="57376" h="57725">
                  <a:moveTo>
                    <a:pt x="28772" y="0"/>
                  </a:moveTo>
                  <a:lnTo>
                    <a:pt x="37589" y="1654"/>
                  </a:lnTo>
                  <a:lnTo>
                    <a:pt x="38498" y="5698"/>
                  </a:lnTo>
                  <a:lnTo>
                    <a:pt x="39968" y="5955"/>
                  </a:lnTo>
                  <a:lnTo>
                    <a:pt x="41174" y="10007"/>
                  </a:lnTo>
                  <a:lnTo>
                    <a:pt x="40305" y="15184"/>
                  </a:lnTo>
                  <a:lnTo>
                    <a:pt x="43853" y="19822"/>
                  </a:lnTo>
                  <a:lnTo>
                    <a:pt x="48181" y="13608"/>
                  </a:lnTo>
                  <a:lnTo>
                    <a:pt x="54668" y="14830"/>
                  </a:lnTo>
                  <a:lnTo>
                    <a:pt x="57173" y="16845"/>
                  </a:lnTo>
                  <a:lnTo>
                    <a:pt x="57376" y="17250"/>
                  </a:lnTo>
                  <a:lnTo>
                    <a:pt x="55354" y="18306"/>
                  </a:lnTo>
                  <a:lnTo>
                    <a:pt x="53708" y="28607"/>
                  </a:lnTo>
                  <a:lnTo>
                    <a:pt x="51686" y="28933"/>
                  </a:lnTo>
                  <a:lnTo>
                    <a:pt x="51852" y="31400"/>
                  </a:lnTo>
                  <a:lnTo>
                    <a:pt x="55521" y="37375"/>
                  </a:lnTo>
                  <a:lnTo>
                    <a:pt x="55383" y="38655"/>
                  </a:lnTo>
                  <a:lnTo>
                    <a:pt x="50912" y="39590"/>
                  </a:lnTo>
                  <a:lnTo>
                    <a:pt x="51032" y="42164"/>
                  </a:lnTo>
                  <a:lnTo>
                    <a:pt x="52786" y="47138"/>
                  </a:lnTo>
                  <a:lnTo>
                    <a:pt x="51255" y="50761"/>
                  </a:lnTo>
                  <a:lnTo>
                    <a:pt x="49045" y="52828"/>
                  </a:lnTo>
                  <a:lnTo>
                    <a:pt x="47576" y="50467"/>
                  </a:lnTo>
                  <a:lnTo>
                    <a:pt x="41277" y="54974"/>
                  </a:lnTo>
                  <a:lnTo>
                    <a:pt x="41258" y="53763"/>
                  </a:lnTo>
                  <a:lnTo>
                    <a:pt x="39758" y="51953"/>
                  </a:lnTo>
                  <a:lnTo>
                    <a:pt x="36505" y="51425"/>
                  </a:lnTo>
                  <a:lnTo>
                    <a:pt x="34041" y="51656"/>
                  </a:lnTo>
                  <a:lnTo>
                    <a:pt x="33273" y="52869"/>
                  </a:lnTo>
                  <a:lnTo>
                    <a:pt x="31740" y="52657"/>
                  </a:lnTo>
                  <a:lnTo>
                    <a:pt x="31489" y="47581"/>
                  </a:lnTo>
                  <a:lnTo>
                    <a:pt x="26931" y="47848"/>
                  </a:lnTo>
                  <a:lnTo>
                    <a:pt x="23944" y="50086"/>
                  </a:lnTo>
                  <a:lnTo>
                    <a:pt x="25710" y="52484"/>
                  </a:lnTo>
                  <a:lnTo>
                    <a:pt x="23107" y="57395"/>
                  </a:lnTo>
                  <a:lnTo>
                    <a:pt x="21542" y="57314"/>
                  </a:lnTo>
                  <a:lnTo>
                    <a:pt x="21263" y="55794"/>
                  </a:lnTo>
                  <a:lnTo>
                    <a:pt x="18468" y="55705"/>
                  </a:lnTo>
                  <a:lnTo>
                    <a:pt x="14635" y="56237"/>
                  </a:lnTo>
                  <a:lnTo>
                    <a:pt x="12272" y="57725"/>
                  </a:lnTo>
                  <a:lnTo>
                    <a:pt x="5319" y="53670"/>
                  </a:lnTo>
                  <a:lnTo>
                    <a:pt x="6404" y="51816"/>
                  </a:lnTo>
                  <a:lnTo>
                    <a:pt x="6101" y="43175"/>
                  </a:lnTo>
                  <a:lnTo>
                    <a:pt x="0" y="32795"/>
                  </a:lnTo>
                  <a:lnTo>
                    <a:pt x="2886" y="30644"/>
                  </a:lnTo>
                  <a:lnTo>
                    <a:pt x="3186" y="28740"/>
                  </a:lnTo>
                  <a:lnTo>
                    <a:pt x="2192" y="26931"/>
                  </a:lnTo>
                  <a:lnTo>
                    <a:pt x="6637" y="24039"/>
                  </a:lnTo>
                  <a:lnTo>
                    <a:pt x="8964" y="24988"/>
                  </a:lnTo>
                  <a:lnTo>
                    <a:pt x="10805" y="24817"/>
                  </a:lnTo>
                  <a:lnTo>
                    <a:pt x="13551" y="23306"/>
                  </a:lnTo>
                  <a:lnTo>
                    <a:pt x="14783" y="21677"/>
                  </a:lnTo>
                  <a:lnTo>
                    <a:pt x="12709" y="20449"/>
                  </a:lnTo>
                  <a:lnTo>
                    <a:pt x="10352" y="17811"/>
                  </a:lnTo>
                  <a:lnTo>
                    <a:pt x="7929" y="13836"/>
                  </a:lnTo>
                  <a:lnTo>
                    <a:pt x="25689" y="6611"/>
                  </a:lnTo>
                  <a:lnTo>
                    <a:pt x="24857" y="107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h441"/>
            <p:cNvSpPr/>
            <p:nvPr/>
          </p:nvSpPr>
          <p:spPr>
            <a:xfrm>
              <a:off x="1767296" y="2415912"/>
              <a:ext cx="113484" cy="122627"/>
            </a:xfrm>
            <a:custGeom>
              <a:avLst/>
              <a:pathLst>
                <a:path w="113484" h="122627">
                  <a:moveTo>
                    <a:pt x="40755" y="7609"/>
                  </a:moveTo>
                  <a:lnTo>
                    <a:pt x="46178" y="13363"/>
                  </a:lnTo>
                  <a:lnTo>
                    <a:pt x="52540" y="13010"/>
                  </a:lnTo>
                  <a:lnTo>
                    <a:pt x="56192" y="13778"/>
                  </a:lnTo>
                  <a:lnTo>
                    <a:pt x="58166" y="16082"/>
                  </a:lnTo>
                  <a:lnTo>
                    <a:pt x="61757" y="25627"/>
                  </a:lnTo>
                  <a:lnTo>
                    <a:pt x="57141" y="33925"/>
                  </a:lnTo>
                  <a:lnTo>
                    <a:pt x="58067" y="42396"/>
                  </a:lnTo>
                  <a:lnTo>
                    <a:pt x="56893" y="49297"/>
                  </a:lnTo>
                  <a:lnTo>
                    <a:pt x="60305" y="50300"/>
                  </a:lnTo>
                  <a:lnTo>
                    <a:pt x="60892" y="47968"/>
                  </a:lnTo>
                  <a:lnTo>
                    <a:pt x="63894" y="46813"/>
                  </a:lnTo>
                  <a:lnTo>
                    <a:pt x="65981" y="48465"/>
                  </a:lnTo>
                  <a:lnTo>
                    <a:pt x="65416" y="50125"/>
                  </a:lnTo>
                  <a:lnTo>
                    <a:pt x="68604" y="52872"/>
                  </a:lnTo>
                  <a:lnTo>
                    <a:pt x="71496" y="51179"/>
                  </a:lnTo>
                  <a:lnTo>
                    <a:pt x="71630" y="48430"/>
                  </a:lnTo>
                  <a:lnTo>
                    <a:pt x="86841" y="56832"/>
                  </a:lnTo>
                  <a:lnTo>
                    <a:pt x="97786" y="52615"/>
                  </a:lnTo>
                  <a:lnTo>
                    <a:pt x="103414" y="51725"/>
                  </a:lnTo>
                  <a:lnTo>
                    <a:pt x="102073" y="57691"/>
                  </a:lnTo>
                  <a:lnTo>
                    <a:pt x="104490" y="59513"/>
                  </a:lnTo>
                  <a:lnTo>
                    <a:pt x="106225" y="59796"/>
                  </a:lnTo>
                  <a:lnTo>
                    <a:pt x="105066" y="68685"/>
                  </a:lnTo>
                  <a:lnTo>
                    <a:pt x="107478" y="69621"/>
                  </a:lnTo>
                  <a:lnTo>
                    <a:pt x="107626" y="72782"/>
                  </a:lnTo>
                  <a:lnTo>
                    <a:pt x="112504" y="66770"/>
                  </a:lnTo>
                  <a:lnTo>
                    <a:pt x="113484" y="68448"/>
                  </a:lnTo>
                  <a:lnTo>
                    <a:pt x="110903" y="73964"/>
                  </a:lnTo>
                  <a:lnTo>
                    <a:pt x="108957" y="74804"/>
                  </a:lnTo>
                  <a:lnTo>
                    <a:pt x="108442" y="75729"/>
                  </a:lnTo>
                  <a:lnTo>
                    <a:pt x="106138" y="84793"/>
                  </a:lnTo>
                  <a:lnTo>
                    <a:pt x="106297" y="90176"/>
                  </a:lnTo>
                  <a:lnTo>
                    <a:pt x="107203" y="91514"/>
                  </a:lnTo>
                  <a:lnTo>
                    <a:pt x="109049" y="92503"/>
                  </a:lnTo>
                  <a:lnTo>
                    <a:pt x="108508" y="99889"/>
                  </a:lnTo>
                  <a:lnTo>
                    <a:pt x="104471" y="105614"/>
                  </a:lnTo>
                  <a:lnTo>
                    <a:pt x="100844" y="106505"/>
                  </a:lnTo>
                  <a:lnTo>
                    <a:pt x="94273" y="111381"/>
                  </a:lnTo>
                  <a:lnTo>
                    <a:pt x="92731" y="110884"/>
                  </a:lnTo>
                  <a:lnTo>
                    <a:pt x="85840" y="114857"/>
                  </a:lnTo>
                  <a:lnTo>
                    <a:pt x="85210" y="119166"/>
                  </a:lnTo>
                  <a:lnTo>
                    <a:pt x="77162" y="121059"/>
                  </a:lnTo>
                  <a:lnTo>
                    <a:pt x="67511" y="121535"/>
                  </a:lnTo>
                  <a:lnTo>
                    <a:pt x="52751" y="121168"/>
                  </a:lnTo>
                  <a:lnTo>
                    <a:pt x="49868" y="122627"/>
                  </a:lnTo>
                  <a:lnTo>
                    <a:pt x="48738" y="121164"/>
                  </a:lnTo>
                  <a:lnTo>
                    <a:pt x="47211" y="108650"/>
                  </a:lnTo>
                  <a:lnTo>
                    <a:pt x="46322" y="107306"/>
                  </a:lnTo>
                  <a:lnTo>
                    <a:pt x="42711" y="105485"/>
                  </a:lnTo>
                  <a:lnTo>
                    <a:pt x="40204" y="101524"/>
                  </a:lnTo>
                  <a:lnTo>
                    <a:pt x="39275" y="101098"/>
                  </a:lnTo>
                  <a:lnTo>
                    <a:pt x="35871" y="101368"/>
                  </a:lnTo>
                  <a:lnTo>
                    <a:pt x="30547" y="100003"/>
                  </a:lnTo>
                  <a:lnTo>
                    <a:pt x="27846" y="100916"/>
                  </a:lnTo>
                  <a:lnTo>
                    <a:pt x="26800" y="102675"/>
                  </a:lnTo>
                  <a:lnTo>
                    <a:pt x="24936" y="103295"/>
                  </a:lnTo>
                  <a:lnTo>
                    <a:pt x="20204" y="101956"/>
                  </a:lnTo>
                  <a:lnTo>
                    <a:pt x="15207" y="97951"/>
                  </a:lnTo>
                  <a:lnTo>
                    <a:pt x="15037" y="96790"/>
                  </a:lnTo>
                  <a:lnTo>
                    <a:pt x="16032" y="96290"/>
                  </a:lnTo>
                  <a:lnTo>
                    <a:pt x="16958" y="90799"/>
                  </a:lnTo>
                  <a:lnTo>
                    <a:pt x="15700" y="81946"/>
                  </a:lnTo>
                  <a:lnTo>
                    <a:pt x="10917" y="80511"/>
                  </a:lnTo>
                  <a:lnTo>
                    <a:pt x="9205" y="73689"/>
                  </a:lnTo>
                  <a:lnTo>
                    <a:pt x="7769" y="70796"/>
                  </a:lnTo>
                  <a:lnTo>
                    <a:pt x="6883" y="69756"/>
                  </a:lnTo>
                  <a:lnTo>
                    <a:pt x="9874" y="64710"/>
                  </a:lnTo>
                  <a:lnTo>
                    <a:pt x="6826" y="63583"/>
                  </a:lnTo>
                  <a:lnTo>
                    <a:pt x="5722" y="61625"/>
                  </a:lnTo>
                  <a:lnTo>
                    <a:pt x="7327" y="59812"/>
                  </a:lnTo>
                  <a:lnTo>
                    <a:pt x="7489" y="58101"/>
                  </a:lnTo>
                  <a:lnTo>
                    <a:pt x="4830" y="55584"/>
                  </a:lnTo>
                  <a:lnTo>
                    <a:pt x="2781" y="48415"/>
                  </a:lnTo>
                  <a:lnTo>
                    <a:pt x="1" y="45440"/>
                  </a:lnTo>
                  <a:lnTo>
                    <a:pt x="514" y="42148"/>
                  </a:lnTo>
                  <a:lnTo>
                    <a:pt x="0" y="37581"/>
                  </a:lnTo>
                  <a:lnTo>
                    <a:pt x="4174" y="35876"/>
                  </a:lnTo>
                  <a:lnTo>
                    <a:pt x="6550" y="33923"/>
                  </a:lnTo>
                  <a:lnTo>
                    <a:pt x="7856" y="27253"/>
                  </a:lnTo>
                  <a:lnTo>
                    <a:pt x="7633" y="24982"/>
                  </a:lnTo>
                  <a:lnTo>
                    <a:pt x="10153" y="19367"/>
                  </a:lnTo>
                  <a:lnTo>
                    <a:pt x="12120" y="6285"/>
                  </a:lnTo>
                  <a:lnTo>
                    <a:pt x="2553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h442"/>
            <p:cNvSpPr/>
            <p:nvPr/>
          </p:nvSpPr>
          <p:spPr>
            <a:xfrm>
              <a:off x="1758498" y="2109230"/>
              <a:ext cx="61309" cy="85693"/>
            </a:xfrm>
            <a:custGeom>
              <a:avLst/>
              <a:pathLst>
                <a:path w="61309" h="85693">
                  <a:moveTo>
                    <a:pt x="19323" y="0"/>
                  </a:moveTo>
                  <a:lnTo>
                    <a:pt x="21095" y="2717"/>
                  </a:lnTo>
                  <a:lnTo>
                    <a:pt x="26047" y="5353"/>
                  </a:lnTo>
                  <a:lnTo>
                    <a:pt x="29271" y="9888"/>
                  </a:lnTo>
                  <a:lnTo>
                    <a:pt x="29373" y="14054"/>
                  </a:lnTo>
                  <a:lnTo>
                    <a:pt x="31674" y="22984"/>
                  </a:lnTo>
                  <a:lnTo>
                    <a:pt x="36016" y="22059"/>
                  </a:lnTo>
                  <a:lnTo>
                    <a:pt x="37721" y="23400"/>
                  </a:lnTo>
                  <a:lnTo>
                    <a:pt x="42231" y="20181"/>
                  </a:lnTo>
                  <a:lnTo>
                    <a:pt x="44662" y="23951"/>
                  </a:lnTo>
                  <a:lnTo>
                    <a:pt x="48165" y="26917"/>
                  </a:lnTo>
                  <a:lnTo>
                    <a:pt x="47053" y="36785"/>
                  </a:lnTo>
                  <a:lnTo>
                    <a:pt x="51218" y="37484"/>
                  </a:lnTo>
                  <a:lnTo>
                    <a:pt x="57285" y="46644"/>
                  </a:lnTo>
                  <a:lnTo>
                    <a:pt x="58137" y="46885"/>
                  </a:lnTo>
                  <a:lnTo>
                    <a:pt x="60928" y="52082"/>
                  </a:lnTo>
                  <a:lnTo>
                    <a:pt x="59359" y="52550"/>
                  </a:lnTo>
                  <a:lnTo>
                    <a:pt x="57349" y="54407"/>
                  </a:lnTo>
                  <a:lnTo>
                    <a:pt x="61309" y="59077"/>
                  </a:lnTo>
                  <a:lnTo>
                    <a:pt x="52286" y="72433"/>
                  </a:lnTo>
                  <a:lnTo>
                    <a:pt x="47514" y="74576"/>
                  </a:lnTo>
                  <a:lnTo>
                    <a:pt x="40957" y="74327"/>
                  </a:lnTo>
                  <a:lnTo>
                    <a:pt x="38701" y="77107"/>
                  </a:lnTo>
                  <a:lnTo>
                    <a:pt x="42204" y="79742"/>
                  </a:lnTo>
                  <a:lnTo>
                    <a:pt x="38084" y="83970"/>
                  </a:lnTo>
                  <a:lnTo>
                    <a:pt x="31385" y="76641"/>
                  </a:lnTo>
                  <a:lnTo>
                    <a:pt x="33817" y="85693"/>
                  </a:lnTo>
                  <a:lnTo>
                    <a:pt x="31780" y="84712"/>
                  </a:lnTo>
                  <a:lnTo>
                    <a:pt x="26465" y="80282"/>
                  </a:lnTo>
                  <a:lnTo>
                    <a:pt x="24028" y="71352"/>
                  </a:lnTo>
                  <a:lnTo>
                    <a:pt x="24041" y="65457"/>
                  </a:lnTo>
                  <a:lnTo>
                    <a:pt x="25923" y="64796"/>
                  </a:lnTo>
                  <a:lnTo>
                    <a:pt x="28662" y="66081"/>
                  </a:lnTo>
                  <a:lnTo>
                    <a:pt x="30045" y="63270"/>
                  </a:lnTo>
                  <a:lnTo>
                    <a:pt x="29857" y="60501"/>
                  </a:lnTo>
                  <a:lnTo>
                    <a:pt x="28914" y="58424"/>
                  </a:lnTo>
                  <a:lnTo>
                    <a:pt x="27750" y="58197"/>
                  </a:lnTo>
                  <a:lnTo>
                    <a:pt x="23711" y="63759"/>
                  </a:lnTo>
                  <a:lnTo>
                    <a:pt x="24112" y="64016"/>
                  </a:lnTo>
                  <a:lnTo>
                    <a:pt x="20960" y="64392"/>
                  </a:lnTo>
                  <a:lnTo>
                    <a:pt x="18747" y="61466"/>
                  </a:lnTo>
                  <a:lnTo>
                    <a:pt x="18927" y="55630"/>
                  </a:lnTo>
                  <a:lnTo>
                    <a:pt x="9139" y="46397"/>
                  </a:lnTo>
                  <a:lnTo>
                    <a:pt x="6467" y="46760"/>
                  </a:lnTo>
                  <a:lnTo>
                    <a:pt x="3820" y="45011"/>
                  </a:lnTo>
                  <a:lnTo>
                    <a:pt x="0" y="40194"/>
                  </a:lnTo>
                  <a:lnTo>
                    <a:pt x="5643" y="35515"/>
                  </a:lnTo>
                  <a:lnTo>
                    <a:pt x="1448" y="29789"/>
                  </a:lnTo>
                  <a:lnTo>
                    <a:pt x="3112" y="23230"/>
                  </a:lnTo>
                  <a:lnTo>
                    <a:pt x="755" y="20309"/>
                  </a:lnTo>
                  <a:lnTo>
                    <a:pt x="1527" y="18825"/>
                  </a:lnTo>
                  <a:lnTo>
                    <a:pt x="3212" y="18981"/>
                  </a:lnTo>
                  <a:lnTo>
                    <a:pt x="5448" y="21543"/>
                  </a:lnTo>
                  <a:lnTo>
                    <a:pt x="8605" y="16743"/>
                  </a:lnTo>
                  <a:lnTo>
                    <a:pt x="9081" y="10436"/>
                  </a:lnTo>
                  <a:lnTo>
                    <a:pt x="8859" y="7577"/>
                  </a:lnTo>
                  <a:lnTo>
                    <a:pt x="16258" y="3625"/>
                  </a:lnTo>
                  <a:lnTo>
                    <a:pt x="15482" y="1436"/>
                  </a:lnTo>
                  <a:lnTo>
                    <a:pt x="17829" y="6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h443"/>
            <p:cNvSpPr/>
            <p:nvPr/>
          </p:nvSpPr>
          <p:spPr>
            <a:xfrm>
              <a:off x="1682866" y="2240301"/>
              <a:ext cx="172541" cy="100133"/>
            </a:xfrm>
            <a:custGeom>
              <a:avLst/>
              <a:pathLst>
                <a:path w="172541" h="100133">
                  <a:moveTo>
                    <a:pt x="122970" y="7416"/>
                  </a:moveTo>
                  <a:lnTo>
                    <a:pt x="126169" y="8809"/>
                  </a:lnTo>
                  <a:lnTo>
                    <a:pt x="128699" y="6760"/>
                  </a:lnTo>
                  <a:lnTo>
                    <a:pt x="132303" y="4135"/>
                  </a:lnTo>
                  <a:lnTo>
                    <a:pt x="134586" y="6383"/>
                  </a:lnTo>
                  <a:lnTo>
                    <a:pt x="136350" y="9757"/>
                  </a:lnTo>
                  <a:lnTo>
                    <a:pt x="136296" y="13412"/>
                  </a:lnTo>
                  <a:lnTo>
                    <a:pt x="137859" y="14542"/>
                  </a:lnTo>
                  <a:lnTo>
                    <a:pt x="139801" y="14856"/>
                  </a:lnTo>
                  <a:lnTo>
                    <a:pt x="141411" y="10820"/>
                  </a:lnTo>
                  <a:lnTo>
                    <a:pt x="146046" y="8752"/>
                  </a:lnTo>
                  <a:lnTo>
                    <a:pt x="147986" y="9215"/>
                  </a:lnTo>
                  <a:lnTo>
                    <a:pt x="153768" y="12540"/>
                  </a:lnTo>
                  <a:lnTo>
                    <a:pt x="160039" y="20617"/>
                  </a:lnTo>
                  <a:lnTo>
                    <a:pt x="161094" y="28663"/>
                  </a:lnTo>
                  <a:lnTo>
                    <a:pt x="159501" y="32294"/>
                  </a:lnTo>
                  <a:lnTo>
                    <a:pt x="162282" y="34456"/>
                  </a:lnTo>
                  <a:lnTo>
                    <a:pt x="163981" y="34625"/>
                  </a:lnTo>
                  <a:lnTo>
                    <a:pt x="165005" y="33580"/>
                  </a:lnTo>
                  <a:lnTo>
                    <a:pt x="167405" y="37481"/>
                  </a:lnTo>
                  <a:lnTo>
                    <a:pt x="172541" y="38321"/>
                  </a:lnTo>
                  <a:lnTo>
                    <a:pt x="171255" y="40929"/>
                  </a:lnTo>
                  <a:lnTo>
                    <a:pt x="168335" y="40951"/>
                  </a:lnTo>
                  <a:lnTo>
                    <a:pt x="166599" y="43408"/>
                  </a:lnTo>
                  <a:lnTo>
                    <a:pt x="162948" y="41859"/>
                  </a:lnTo>
                  <a:lnTo>
                    <a:pt x="162360" y="42473"/>
                  </a:lnTo>
                  <a:lnTo>
                    <a:pt x="161120" y="47935"/>
                  </a:lnTo>
                  <a:lnTo>
                    <a:pt x="158879" y="50436"/>
                  </a:lnTo>
                  <a:lnTo>
                    <a:pt x="154895" y="57936"/>
                  </a:lnTo>
                  <a:lnTo>
                    <a:pt x="152297" y="61269"/>
                  </a:lnTo>
                  <a:lnTo>
                    <a:pt x="151436" y="63498"/>
                  </a:lnTo>
                  <a:lnTo>
                    <a:pt x="151715" y="64896"/>
                  </a:lnTo>
                  <a:lnTo>
                    <a:pt x="157331" y="62402"/>
                  </a:lnTo>
                  <a:lnTo>
                    <a:pt x="159510" y="65976"/>
                  </a:lnTo>
                  <a:lnTo>
                    <a:pt x="151908" y="66796"/>
                  </a:lnTo>
                  <a:lnTo>
                    <a:pt x="146183" y="69198"/>
                  </a:lnTo>
                  <a:lnTo>
                    <a:pt x="148734" y="77539"/>
                  </a:lnTo>
                  <a:lnTo>
                    <a:pt x="142120" y="79293"/>
                  </a:lnTo>
                  <a:lnTo>
                    <a:pt x="139736" y="81254"/>
                  </a:lnTo>
                  <a:lnTo>
                    <a:pt x="142737" y="88870"/>
                  </a:lnTo>
                  <a:lnTo>
                    <a:pt x="150401" y="89242"/>
                  </a:lnTo>
                  <a:lnTo>
                    <a:pt x="150130" y="91375"/>
                  </a:lnTo>
                  <a:lnTo>
                    <a:pt x="147586" y="92583"/>
                  </a:lnTo>
                  <a:lnTo>
                    <a:pt x="145868" y="98539"/>
                  </a:lnTo>
                  <a:lnTo>
                    <a:pt x="142215" y="96991"/>
                  </a:lnTo>
                  <a:lnTo>
                    <a:pt x="138685" y="99372"/>
                  </a:lnTo>
                  <a:lnTo>
                    <a:pt x="137694" y="95159"/>
                  </a:lnTo>
                  <a:lnTo>
                    <a:pt x="136121" y="94556"/>
                  </a:lnTo>
                  <a:lnTo>
                    <a:pt x="136138" y="91831"/>
                  </a:lnTo>
                  <a:lnTo>
                    <a:pt x="129236" y="96745"/>
                  </a:lnTo>
                  <a:lnTo>
                    <a:pt x="129512" y="98487"/>
                  </a:lnTo>
                  <a:lnTo>
                    <a:pt x="122931" y="94778"/>
                  </a:lnTo>
                  <a:lnTo>
                    <a:pt x="120437" y="98356"/>
                  </a:lnTo>
                  <a:lnTo>
                    <a:pt x="107868" y="98132"/>
                  </a:lnTo>
                  <a:lnTo>
                    <a:pt x="104300" y="96050"/>
                  </a:lnTo>
                  <a:lnTo>
                    <a:pt x="100864" y="99552"/>
                  </a:lnTo>
                  <a:lnTo>
                    <a:pt x="99447" y="100133"/>
                  </a:lnTo>
                  <a:lnTo>
                    <a:pt x="97116" y="95587"/>
                  </a:lnTo>
                  <a:lnTo>
                    <a:pt x="100447" y="93914"/>
                  </a:lnTo>
                  <a:lnTo>
                    <a:pt x="105558" y="82094"/>
                  </a:lnTo>
                  <a:lnTo>
                    <a:pt x="104162" y="77113"/>
                  </a:lnTo>
                  <a:lnTo>
                    <a:pt x="97628" y="77130"/>
                  </a:lnTo>
                  <a:lnTo>
                    <a:pt x="97715" y="71975"/>
                  </a:lnTo>
                  <a:lnTo>
                    <a:pt x="95518" y="70918"/>
                  </a:lnTo>
                  <a:lnTo>
                    <a:pt x="95510" y="72656"/>
                  </a:lnTo>
                  <a:lnTo>
                    <a:pt x="78582" y="66020"/>
                  </a:lnTo>
                  <a:lnTo>
                    <a:pt x="76975" y="61660"/>
                  </a:lnTo>
                  <a:lnTo>
                    <a:pt x="75492" y="61124"/>
                  </a:lnTo>
                  <a:lnTo>
                    <a:pt x="68253" y="64507"/>
                  </a:lnTo>
                  <a:lnTo>
                    <a:pt x="68555" y="67184"/>
                  </a:lnTo>
                  <a:lnTo>
                    <a:pt x="67557" y="71384"/>
                  </a:lnTo>
                  <a:lnTo>
                    <a:pt x="65336" y="73587"/>
                  </a:lnTo>
                  <a:lnTo>
                    <a:pt x="55953" y="73678"/>
                  </a:lnTo>
                  <a:lnTo>
                    <a:pt x="51360" y="75916"/>
                  </a:lnTo>
                  <a:lnTo>
                    <a:pt x="43968" y="74362"/>
                  </a:lnTo>
                  <a:lnTo>
                    <a:pt x="41882" y="81337"/>
                  </a:lnTo>
                  <a:lnTo>
                    <a:pt x="41052" y="80386"/>
                  </a:lnTo>
                  <a:lnTo>
                    <a:pt x="34851" y="77722"/>
                  </a:lnTo>
                  <a:lnTo>
                    <a:pt x="33398" y="79235"/>
                  </a:lnTo>
                  <a:lnTo>
                    <a:pt x="30369" y="80520"/>
                  </a:lnTo>
                  <a:lnTo>
                    <a:pt x="24463" y="80853"/>
                  </a:lnTo>
                  <a:lnTo>
                    <a:pt x="22944" y="80227"/>
                  </a:lnTo>
                  <a:lnTo>
                    <a:pt x="20551" y="76153"/>
                  </a:lnTo>
                  <a:lnTo>
                    <a:pt x="13075" y="81196"/>
                  </a:lnTo>
                  <a:lnTo>
                    <a:pt x="11823" y="83942"/>
                  </a:lnTo>
                  <a:lnTo>
                    <a:pt x="8471" y="84781"/>
                  </a:lnTo>
                  <a:lnTo>
                    <a:pt x="13274" y="74691"/>
                  </a:lnTo>
                  <a:lnTo>
                    <a:pt x="12156" y="72144"/>
                  </a:lnTo>
                  <a:lnTo>
                    <a:pt x="9008" y="68849"/>
                  </a:lnTo>
                  <a:lnTo>
                    <a:pt x="4841" y="66370"/>
                  </a:lnTo>
                  <a:lnTo>
                    <a:pt x="3172" y="58876"/>
                  </a:lnTo>
                  <a:lnTo>
                    <a:pt x="205" y="55593"/>
                  </a:lnTo>
                  <a:lnTo>
                    <a:pt x="594" y="54606"/>
                  </a:lnTo>
                  <a:lnTo>
                    <a:pt x="0" y="52033"/>
                  </a:lnTo>
                  <a:lnTo>
                    <a:pt x="3613" y="50546"/>
                  </a:lnTo>
                  <a:lnTo>
                    <a:pt x="5930" y="54889"/>
                  </a:lnTo>
                  <a:lnTo>
                    <a:pt x="11601" y="55943"/>
                  </a:lnTo>
                  <a:lnTo>
                    <a:pt x="12405" y="55568"/>
                  </a:lnTo>
                  <a:lnTo>
                    <a:pt x="13022" y="51866"/>
                  </a:lnTo>
                  <a:lnTo>
                    <a:pt x="16050" y="53945"/>
                  </a:lnTo>
                  <a:lnTo>
                    <a:pt x="23624" y="41848"/>
                  </a:lnTo>
                  <a:lnTo>
                    <a:pt x="26423" y="38483"/>
                  </a:lnTo>
                  <a:lnTo>
                    <a:pt x="25634" y="43688"/>
                  </a:lnTo>
                  <a:lnTo>
                    <a:pt x="24569" y="42757"/>
                  </a:lnTo>
                  <a:lnTo>
                    <a:pt x="24857" y="45526"/>
                  </a:lnTo>
                  <a:lnTo>
                    <a:pt x="27903" y="44941"/>
                  </a:lnTo>
                  <a:lnTo>
                    <a:pt x="29930" y="42119"/>
                  </a:lnTo>
                  <a:lnTo>
                    <a:pt x="31725" y="41036"/>
                  </a:lnTo>
                  <a:lnTo>
                    <a:pt x="32825" y="44233"/>
                  </a:lnTo>
                  <a:lnTo>
                    <a:pt x="30294" y="46784"/>
                  </a:lnTo>
                  <a:lnTo>
                    <a:pt x="37362" y="51849"/>
                  </a:lnTo>
                  <a:lnTo>
                    <a:pt x="47589" y="51976"/>
                  </a:lnTo>
                  <a:lnTo>
                    <a:pt x="48190" y="42837"/>
                  </a:lnTo>
                  <a:lnTo>
                    <a:pt x="53403" y="43221"/>
                  </a:lnTo>
                  <a:lnTo>
                    <a:pt x="53683" y="39570"/>
                  </a:lnTo>
                  <a:lnTo>
                    <a:pt x="68980" y="39978"/>
                  </a:lnTo>
                  <a:lnTo>
                    <a:pt x="78691" y="39403"/>
                  </a:lnTo>
                  <a:lnTo>
                    <a:pt x="81417" y="49036"/>
                  </a:lnTo>
                  <a:lnTo>
                    <a:pt x="90988" y="41063"/>
                  </a:lnTo>
                  <a:lnTo>
                    <a:pt x="90009" y="31845"/>
                  </a:lnTo>
                  <a:lnTo>
                    <a:pt x="90914" y="25977"/>
                  </a:lnTo>
                  <a:lnTo>
                    <a:pt x="87918" y="24434"/>
                  </a:lnTo>
                  <a:lnTo>
                    <a:pt x="101745" y="26027"/>
                  </a:lnTo>
                  <a:lnTo>
                    <a:pt x="107316" y="32647"/>
                  </a:lnTo>
                  <a:lnTo>
                    <a:pt x="114872" y="30459"/>
                  </a:lnTo>
                  <a:lnTo>
                    <a:pt x="115653" y="29361"/>
                  </a:lnTo>
                  <a:lnTo>
                    <a:pt x="110971" y="22106"/>
                  </a:lnTo>
                  <a:lnTo>
                    <a:pt x="111864" y="21142"/>
                  </a:lnTo>
                  <a:lnTo>
                    <a:pt x="115661" y="19777"/>
                  </a:lnTo>
                  <a:lnTo>
                    <a:pt x="116740" y="20274"/>
                  </a:lnTo>
                  <a:lnTo>
                    <a:pt x="117552" y="18381"/>
                  </a:lnTo>
                  <a:lnTo>
                    <a:pt x="115628" y="13264"/>
                  </a:lnTo>
                  <a:lnTo>
                    <a:pt x="117559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h444"/>
            <p:cNvSpPr/>
            <p:nvPr/>
          </p:nvSpPr>
          <p:spPr>
            <a:xfrm>
              <a:off x="2068273" y="2289929"/>
              <a:ext cx="63266" cy="82104"/>
            </a:xfrm>
            <a:custGeom>
              <a:avLst/>
              <a:pathLst>
                <a:path w="63266" h="82104">
                  <a:moveTo>
                    <a:pt x="46606" y="6955"/>
                  </a:moveTo>
                  <a:lnTo>
                    <a:pt x="45065" y="10478"/>
                  </a:lnTo>
                  <a:lnTo>
                    <a:pt x="41810" y="10442"/>
                  </a:lnTo>
                  <a:lnTo>
                    <a:pt x="41782" y="14732"/>
                  </a:lnTo>
                  <a:lnTo>
                    <a:pt x="53346" y="19602"/>
                  </a:lnTo>
                  <a:lnTo>
                    <a:pt x="53423" y="23868"/>
                  </a:lnTo>
                  <a:lnTo>
                    <a:pt x="59127" y="42516"/>
                  </a:lnTo>
                  <a:lnTo>
                    <a:pt x="63266" y="73983"/>
                  </a:lnTo>
                  <a:lnTo>
                    <a:pt x="62482" y="76026"/>
                  </a:lnTo>
                  <a:lnTo>
                    <a:pt x="56631" y="78418"/>
                  </a:lnTo>
                  <a:lnTo>
                    <a:pt x="48722" y="77976"/>
                  </a:lnTo>
                  <a:lnTo>
                    <a:pt x="48182" y="79260"/>
                  </a:lnTo>
                  <a:lnTo>
                    <a:pt x="40799" y="81652"/>
                  </a:lnTo>
                  <a:lnTo>
                    <a:pt x="32912" y="82104"/>
                  </a:lnTo>
                  <a:lnTo>
                    <a:pt x="29903" y="79712"/>
                  </a:lnTo>
                  <a:lnTo>
                    <a:pt x="24297" y="80936"/>
                  </a:lnTo>
                  <a:lnTo>
                    <a:pt x="22658" y="79400"/>
                  </a:lnTo>
                  <a:lnTo>
                    <a:pt x="20704" y="74828"/>
                  </a:lnTo>
                  <a:lnTo>
                    <a:pt x="17742" y="71908"/>
                  </a:lnTo>
                  <a:lnTo>
                    <a:pt x="19235" y="70549"/>
                  </a:lnTo>
                  <a:lnTo>
                    <a:pt x="16432" y="69457"/>
                  </a:lnTo>
                  <a:lnTo>
                    <a:pt x="13129" y="66216"/>
                  </a:lnTo>
                  <a:lnTo>
                    <a:pt x="11027" y="62860"/>
                  </a:lnTo>
                  <a:lnTo>
                    <a:pt x="11656" y="60186"/>
                  </a:lnTo>
                  <a:lnTo>
                    <a:pt x="4027" y="53278"/>
                  </a:lnTo>
                  <a:lnTo>
                    <a:pt x="0" y="45104"/>
                  </a:lnTo>
                  <a:lnTo>
                    <a:pt x="7811" y="41698"/>
                  </a:lnTo>
                  <a:lnTo>
                    <a:pt x="13701" y="41930"/>
                  </a:lnTo>
                  <a:lnTo>
                    <a:pt x="19119" y="38263"/>
                  </a:lnTo>
                  <a:lnTo>
                    <a:pt x="18814" y="37407"/>
                  </a:lnTo>
                  <a:lnTo>
                    <a:pt x="21757" y="38764"/>
                  </a:lnTo>
                  <a:lnTo>
                    <a:pt x="22135" y="34934"/>
                  </a:lnTo>
                  <a:lnTo>
                    <a:pt x="4221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h445"/>
            <p:cNvSpPr/>
            <p:nvPr/>
          </p:nvSpPr>
          <p:spPr>
            <a:xfrm>
              <a:off x="2000846" y="2191455"/>
              <a:ext cx="40163" cy="41669"/>
            </a:xfrm>
            <a:custGeom>
              <a:avLst/>
              <a:pathLst>
                <a:path w="40163" h="41669">
                  <a:moveTo>
                    <a:pt x="13767" y="1245"/>
                  </a:moveTo>
                  <a:lnTo>
                    <a:pt x="16050" y="2678"/>
                  </a:lnTo>
                  <a:lnTo>
                    <a:pt x="18200" y="2958"/>
                  </a:lnTo>
                  <a:lnTo>
                    <a:pt x="19850" y="6667"/>
                  </a:lnTo>
                  <a:lnTo>
                    <a:pt x="22284" y="6864"/>
                  </a:lnTo>
                  <a:lnTo>
                    <a:pt x="22602" y="3711"/>
                  </a:lnTo>
                  <a:lnTo>
                    <a:pt x="24931" y="4087"/>
                  </a:lnTo>
                  <a:lnTo>
                    <a:pt x="27355" y="7137"/>
                  </a:lnTo>
                  <a:lnTo>
                    <a:pt x="30198" y="6399"/>
                  </a:lnTo>
                  <a:lnTo>
                    <a:pt x="26738" y="2328"/>
                  </a:lnTo>
                  <a:lnTo>
                    <a:pt x="31267" y="1736"/>
                  </a:lnTo>
                  <a:lnTo>
                    <a:pt x="32350" y="3928"/>
                  </a:lnTo>
                  <a:lnTo>
                    <a:pt x="34300" y="3816"/>
                  </a:lnTo>
                  <a:lnTo>
                    <a:pt x="37217" y="1559"/>
                  </a:lnTo>
                  <a:lnTo>
                    <a:pt x="37500" y="4622"/>
                  </a:lnTo>
                  <a:lnTo>
                    <a:pt x="40163" y="9232"/>
                  </a:lnTo>
                  <a:lnTo>
                    <a:pt x="39265" y="15442"/>
                  </a:lnTo>
                  <a:lnTo>
                    <a:pt x="37842" y="19599"/>
                  </a:lnTo>
                  <a:lnTo>
                    <a:pt x="36367" y="20639"/>
                  </a:lnTo>
                  <a:lnTo>
                    <a:pt x="37577" y="21594"/>
                  </a:lnTo>
                  <a:lnTo>
                    <a:pt x="36059" y="23630"/>
                  </a:lnTo>
                  <a:lnTo>
                    <a:pt x="32719" y="29665"/>
                  </a:lnTo>
                  <a:lnTo>
                    <a:pt x="30251" y="29728"/>
                  </a:lnTo>
                  <a:lnTo>
                    <a:pt x="25201" y="39404"/>
                  </a:lnTo>
                  <a:lnTo>
                    <a:pt x="21012" y="41669"/>
                  </a:lnTo>
                  <a:lnTo>
                    <a:pt x="15038" y="34731"/>
                  </a:lnTo>
                  <a:lnTo>
                    <a:pt x="14333" y="34323"/>
                  </a:lnTo>
                  <a:lnTo>
                    <a:pt x="12861" y="35705"/>
                  </a:lnTo>
                  <a:lnTo>
                    <a:pt x="11224" y="34452"/>
                  </a:lnTo>
                  <a:lnTo>
                    <a:pt x="8689" y="31285"/>
                  </a:lnTo>
                  <a:lnTo>
                    <a:pt x="5614" y="24554"/>
                  </a:lnTo>
                  <a:lnTo>
                    <a:pt x="0" y="18098"/>
                  </a:lnTo>
                  <a:lnTo>
                    <a:pt x="6108" y="16066"/>
                  </a:lnTo>
                  <a:lnTo>
                    <a:pt x="7348" y="13841"/>
                  </a:lnTo>
                  <a:lnTo>
                    <a:pt x="9334" y="5332"/>
                  </a:lnTo>
                  <a:lnTo>
                    <a:pt x="11864" y="3482"/>
                  </a:lnTo>
                  <a:lnTo>
                    <a:pt x="1321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h446"/>
            <p:cNvSpPr/>
            <p:nvPr/>
          </p:nvSpPr>
          <p:spPr>
            <a:xfrm>
              <a:off x="1925790" y="2227576"/>
              <a:ext cx="64941" cy="74124"/>
            </a:xfrm>
            <a:custGeom>
              <a:avLst/>
              <a:pathLst>
                <a:path w="64941" h="74124">
                  <a:moveTo>
                    <a:pt x="36082" y="1654"/>
                  </a:moveTo>
                  <a:lnTo>
                    <a:pt x="36749" y="641"/>
                  </a:lnTo>
                  <a:lnTo>
                    <a:pt x="39555" y="0"/>
                  </a:lnTo>
                  <a:lnTo>
                    <a:pt x="39640" y="4179"/>
                  </a:lnTo>
                  <a:lnTo>
                    <a:pt x="43532" y="3179"/>
                  </a:lnTo>
                  <a:lnTo>
                    <a:pt x="43807" y="3589"/>
                  </a:lnTo>
                  <a:lnTo>
                    <a:pt x="44441" y="8816"/>
                  </a:lnTo>
                  <a:lnTo>
                    <a:pt x="46708" y="14504"/>
                  </a:lnTo>
                  <a:lnTo>
                    <a:pt x="51522" y="12925"/>
                  </a:lnTo>
                  <a:lnTo>
                    <a:pt x="51782" y="15264"/>
                  </a:lnTo>
                  <a:lnTo>
                    <a:pt x="57627" y="14288"/>
                  </a:lnTo>
                  <a:lnTo>
                    <a:pt x="63494" y="22533"/>
                  </a:lnTo>
                  <a:lnTo>
                    <a:pt x="60225" y="27557"/>
                  </a:lnTo>
                  <a:lnTo>
                    <a:pt x="64941" y="37126"/>
                  </a:lnTo>
                  <a:lnTo>
                    <a:pt x="62404" y="35951"/>
                  </a:lnTo>
                  <a:lnTo>
                    <a:pt x="59560" y="38248"/>
                  </a:lnTo>
                  <a:lnTo>
                    <a:pt x="55807" y="45643"/>
                  </a:lnTo>
                  <a:lnTo>
                    <a:pt x="54231" y="46433"/>
                  </a:lnTo>
                  <a:lnTo>
                    <a:pt x="49408" y="53091"/>
                  </a:lnTo>
                  <a:lnTo>
                    <a:pt x="50101" y="55810"/>
                  </a:lnTo>
                  <a:lnTo>
                    <a:pt x="51719" y="58029"/>
                  </a:lnTo>
                  <a:lnTo>
                    <a:pt x="45225" y="62282"/>
                  </a:lnTo>
                  <a:lnTo>
                    <a:pt x="46136" y="64162"/>
                  </a:lnTo>
                  <a:lnTo>
                    <a:pt x="46655" y="70376"/>
                  </a:lnTo>
                  <a:lnTo>
                    <a:pt x="40959" y="70735"/>
                  </a:lnTo>
                  <a:lnTo>
                    <a:pt x="41029" y="73358"/>
                  </a:lnTo>
                  <a:lnTo>
                    <a:pt x="37419" y="72474"/>
                  </a:lnTo>
                  <a:lnTo>
                    <a:pt x="34376" y="74124"/>
                  </a:lnTo>
                  <a:lnTo>
                    <a:pt x="29956" y="62452"/>
                  </a:lnTo>
                  <a:lnTo>
                    <a:pt x="29231" y="67310"/>
                  </a:lnTo>
                  <a:lnTo>
                    <a:pt x="26568" y="69673"/>
                  </a:lnTo>
                  <a:lnTo>
                    <a:pt x="24479" y="69918"/>
                  </a:lnTo>
                  <a:lnTo>
                    <a:pt x="20679" y="68834"/>
                  </a:lnTo>
                  <a:lnTo>
                    <a:pt x="22086" y="62883"/>
                  </a:lnTo>
                  <a:lnTo>
                    <a:pt x="16885" y="62352"/>
                  </a:lnTo>
                  <a:lnTo>
                    <a:pt x="17340" y="66069"/>
                  </a:lnTo>
                  <a:lnTo>
                    <a:pt x="10864" y="68763"/>
                  </a:lnTo>
                  <a:lnTo>
                    <a:pt x="9107" y="69096"/>
                  </a:lnTo>
                  <a:lnTo>
                    <a:pt x="8979" y="66200"/>
                  </a:lnTo>
                  <a:lnTo>
                    <a:pt x="8052" y="65052"/>
                  </a:lnTo>
                  <a:lnTo>
                    <a:pt x="3548" y="67009"/>
                  </a:lnTo>
                  <a:lnTo>
                    <a:pt x="1871" y="65749"/>
                  </a:lnTo>
                  <a:lnTo>
                    <a:pt x="1292" y="61568"/>
                  </a:lnTo>
                  <a:lnTo>
                    <a:pt x="0" y="59851"/>
                  </a:lnTo>
                  <a:lnTo>
                    <a:pt x="1241" y="46510"/>
                  </a:lnTo>
                  <a:lnTo>
                    <a:pt x="1112" y="37848"/>
                  </a:lnTo>
                  <a:lnTo>
                    <a:pt x="470" y="36707"/>
                  </a:lnTo>
                  <a:lnTo>
                    <a:pt x="7453" y="36362"/>
                  </a:lnTo>
                  <a:lnTo>
                    <a:pt x="19279" y="31826"/>
                  </a:lnTo>
                  <a:lnTo>
                    <a:pt x="28048" y="30410"/>
                  </a:lnTo>
                  <a:lnTo>
                    <a:pt x="27276" y="21371"/>
                  </a:lnTo>
                  <a:lnTo>
                    <a:pt x="26261" y="19624"/>
                  </a:lnTo>
                  <a:lnTo>
                    <a:pt x="23472" y="18206"/>
                  </a:lnTo>
                  <a:lnTo>
                    <a:pt x="23028" y="14938"/>
                  </a:lnTo>
                  <a:lnTo>
                    <a:pt x="23747" y="13090"/>
                  </a:lnTo>
                  <a:lnTo>
                    <a:pt x="25463" y="12817"/>
                  </a:lnTo>
                  <a:lnTo>
                    <a:pt x="26309" y="13749"/>
                  </a:lnTo>
                  <a:lnTo>
                    <a:pt x="27533" y="12691"/>
                  </a:lnTo>
                  <a:lnTo>
                    <a:pt x="27437" y="10527"/>
                  </a:lnTo>
                  <a:lnTo>
                    <a:pt x="26050" y="7916"/>
                  </a:lnTo>
                  <a:lnTo>
                    <a:pt x="23684" y="11265"/>
                  </a:lnTo>
                  <a:lnTo>
                    <a:pt x="22507" y="10411"/>
                  </a:lnTo>
                  <a:lnTo>
                    <a:pt x="20753" y="5437"/>
                  </a:lnTo>
                  <a:lnTo>
                    <a:pt x="20632" y="2864"/>
                  </a:lnTo>
                  <a:lnTo>
                    <a:pt x="25103" y="1928"/>
                  </a:lnTo>
                  <a:lnTo>
                    <a:pt x="25242" y="649"/>
                  </a:lnTo>
                  <a:lnTo>
                    <a:pt x="28136" y="162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h447"/>
            <p:cNvSpPr/>
            <p:nvPr/>
          </p:nvSpPr>
          <p:spPr>
            <a:xfrm>
              <a:off x="1677380" y="2193545"/>
              <a:ext cx="134185" cy="95792"/>
            </a:xfrm>
            <a:custGeom>
              <a:avLst/>
              <a:pathLst>
                <a:path w="134185" h="95792">
                  <a:moveTo>
                    <a:pt x="54548" y="4405"/>
                  </a:moveTo>
                  <a:lnTo>
                    <a:pt x="64487" y="12311"/>
                  </a:lnTo>
                  <a:lnTo>
                    <a:pt x="69191" y="12899"/>
                  </a:lnTo>
                  <a:lnTo>
                    <a:pt x="70674" y="11207"/>
                  </a:lnTo>
                  <a:lnTo>
                    <a:pt x="76287" y="10233"/>
                  </a:lnTo>
                  <a:lnTo>
                    <a:pt x="82434" y="13135"/>
                  </a:lnTo>
                  <a:lnTo>
                    <a:pt x="85339" y="13166"/>
                  </a:lnTo>
                  <a:lnTo>
                    <a:pt x="90089" y="14798"/>
                  </a:lnTo>
                  <a:lnTo>
                    <a:pt x="96354" y="18936"/>
                  </a:lnTo>
                  <a:lnTo>
                    <a:pt x="98715" y="16613"/>
                  </a:lnTo>
                  <a:lnTo>
                    <a:pt x="101642" y="20269"/>
                  </a:lnTo>
                  <a:lnTo>
                    <a:pt x="101714" y="26076"/>
                  </a:lnTo>
                  <a:lnTo>
                    <a:pt x="105513" y="31067"/>
                  </a:lnTo>
                  <a:lnTo>
                    <a:pt x="108942" y="32771"/>
                  </a:lnTo>
                  <a:lnTo>
                    <a:pt x="113690" y="32796"/>
                  </a:lnTo>
                  <a:lnTo>
                    <a:pt x="121306" y="27370"/>
                  </a:lnTo>
                  <a:lnTo>
                    <a:pt x="123555" y="30675"/>
                  </a:lnTo>
                  <a:lnTo>
                    <a:pt x="127892" y="33943"/>
                  </a:lnTo>
                  <a:lnTo>
                    <a:pt x="130012" y="36437"/>
                  </a:lnTo>
                  <a:lnTo>
                    <a:pt x="130412" y="37334"/>
                  </a:lnTo>
                  <a:lnTo>
                    <a:pt x="128642" y="47130"/>
                  </a:lnTo>
                  <a:lnTo>
                    <a:pt x="134185" y="53516"/>
                  </a:lnTo>
                  <a:lnTo>
                    <a:pt x="131655" y="55565"/>
                  </a:lnTo>
                  <a:lnTo>
                    <a:pt x="128456" y="54173"/>
                  </a:lnTo>
                  <a:lnTo>
                    <a:pt x="123045" y="46756"/>
                  </a:lnTo>
                  <a:lnTo>
                    <a:pt x="121114" y="60020"/>
                  </a:lnTo>
                  <a:lnTo>
                    <a:pt x="123038" y="65137"/>
                  </a:lnTo>
                  <a:lnTo>
                    <a:pt x="122226" y="67030"/>
                  </a:lnTo>
                  <a:lnTo>
                    <a:pt x="121147" y="66533"/>
                  </a:lnTo>
                  <a:lnTo>
                    <a:pt x="117350" y="67898"/>
                  </a:lnTo>
                  <a:lnTo>
                    <a:pt x="116457" y="68862"/>
                  </a:lnTo>
                  <a:lnTo>
                    <a:pt x="121139" y="76117"/>
                  </a:lnTo>
                  <a:lnTo>
                    <a:pt x="120358" y="77215"/>
                  </a:lnTo>
                  <a:lnTo>
                    <a:pt x="112802" y="79403"/>
                  </a:lnTo>
                  <a:lnTo>
                    <a:pt x="107231" y="72784"/>
                  </a:lnTo>
                  <a:lnTo>
                    <a:pt x="93404" y="71190"/>
                  </a:lnTo>
                  <a:lnTo>
                    <a:pt x="96399" y="72733"/>
                  </a:lnTo>
                  <a:lnTo>
                    <a:pt x="95494" y="78601"/>
                  </a:lnTo>
                  <a:lnTo>
                    <a:pt x="96474" y="87819"/>
                  </a:lnTo>
                  <a:lnTo>
                    <a:pt x="86903" y="95792"/>
                  </a:lnTo>
                  <a:lnTo>
                    <a:pt x="84177" y="86159"/>
                  </a:lnTo>
                  <a:lnTo>
                    <a:pt x="74466" y="86734"/>
                  </a:lnTo>
                  <a:lnTo>
                    <a:pt x="59169" y="86326"/>
                  </a:lnTo>
                  <a:lnTo>
                    <a:pt x="53676" y="85856"/>
                  </a:lnTo>
                  <a:lnTo>
                    <a:pt x="55061" y="83689"/>
                  </a:lnTo>
                  <a:lnTo>
                    <a:pt x="54419" y="82049"/>
                  </a:lnTo>
                  <a:lnTo>
                    <a:pt x="51139" y="80956"/>
                  </a:lnTo>
                  <a:lnTo>
                    <a:pt x="51024" y="84569"/>
                  </a:lnTo>
                  <a:lnTo>
                    <a:pt x="48077" y="86915"/>
                  </a:lnTo>
                  <a:lnTo>
                    <a:pt x="45866" y="85458"/>
                  </a:lnTo>
                  <a:lnTo>
                    <a:pt x="44666" y="82213"/>
                  </a:lnTo>
                  <a:lnTo>
                    <a:pt x="43244" y="77335"/>
                  </a:lnTo>
                  <a:lnTo>
                    <a:pt x="49047" y="75055"/>
                  </a:lnTo>
                  <a:lnTo>
                    <a:pt x="48770" y="73133"/>
                  </a:lnTo>
                  <a:lnTo>
                    <a:pt x="45456" y="73221"/>
                  </a:lnTo>
                  <a:lnTo>
                    <a:pt x="45068" y="71584"/>
                  </a:lnTo>
                  <a:lnTo>
                    <a:pt x="49778" y="71706"/>
                  </a:lnTo>
                  <a:lnTo>
                    <a:pt x="50914" y="73743"/>
                  </a:lnTo>
                  <a:lnTo>
                    <a:pt x="53282" y="70970"/>
                  </a:lnTo>
                  <a:lnTo>
                    <a:pt x="54377" y="68120"/>
                  </a:lnTo>
                  <a:lnTo>
                    <a:pt x="53148" y="63962"/>
                  </a:lnTo>
                  <a:lnTo>
                    <a:pt x="50233" y="61064"/>
                  </a:lnTo>
                  <a:lnTo>
                    <a:pt x="44925" y="59988"/>
                  </a:lnTo>
                  <a:lnTo>
                    <a:pt x="36776" y="61871"/>
                  </a:lnTo>
                  <a:lnTo>
                    <a:pt x="33475" y="61783"/>
                  </a:lnTo>
                  <a:lnTo>
                    <a:pt x="28827" y="58567"/>
                  </a:lnTo>
                  <a:lnTo>
                    <a:pt x="25251" y="54876"/>
                  </a:lnTo>
                  <a:lnTo>
                    <a:pt x="13954" y="49639"/>
                  </a:lnTo>
                  <a:lnTo>
                    <a:pt x="596" y="48722"/>
                  </a:lnTo>
                  <a:lnTo>
                    <a:pt x="0" y="42424"/>
                  </a:lnTo>
                  <a:lnTo>
                    <a:pt x="4381" y="35702"/>
                  </a:lnTo>
                  <a:lnTo>
                    <a:pt x="3593" y="29856"/>
                  </a:lnTo>
                  <a:lnTo>
                    <a:pt x="3357" y="27906"/>
                  </a:lnTo>
                  <a:lnTo>
                    <a:pt x="9488" y="20649"/>
                  </a:lnTo>
                  <a:lnTo>
                    <a:pt x="24633" y="10263"/>
                  </a:lnTo>
                  <a:lnTo>
                    <a:pt x="24634" y="8756"/>
                  </a:lnTo>
                  <a:lnTo>
                    <a:pt x="37705" y="2721"/>
                  </a:lnTo>
                  <a:lnTo>
                    <a:pt x="48406" y="9223"/>
                  </a:lnTo>
                  <a:lnTo>
                    <a:pt x="5295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h448"/>
            <p:cNvSpPr/>
            <p:nvPr/>
          </p:nvSpPr>
          <p:spPr>
            <a:xfrm>
              <a:off x="1937474" y="2387167"/>
              <a:ext cx="48434" cy="49808"/>
            </a:xfrm>
            <a:custGeom>
              <a:avLst/>
              <a:pathLst>
                <a:path w="48434" h="49808">
                  <a:moveTo>
                    <a:pt x="17789" y="1841"/>
                  </a:moveTo>
                  <a:lnTo>
                    <a:pt x="21706" y="6608"/>
                  </a:lnTo>
                  <a:lnTo>
                    <a:pt x="33308" y="14327"/>
                  </a:lnTo>
                  <a:lnTo>
                    <a:pt x="34488" y="15138"/>
                  </a:lnTo>
                  <a:lnTo>
                    <a:pt x="31160" y="17271"/>
                  </a:lnTo>
                  <a:lnTo>
                    <a:pt x="32352" y="21842"/>
                  </a:lnTo>
                  <a:lnTo>
                    <a:pt x="36233" y="25275"/>
                  </a:lnTo>
                  <a:lnTo>
                    <a:pt x="41658" y="23702"/>
                  </a:lnTo>
                  <a:lnTo>
                    <a:pt x="42403" y="18208"/>
                  </a:lnTo>
                  <a:lnTo>
                    <a:pt x="37644" y="16035"/>
                  </a:lnTo>
                  <a:lnTo>
                    <a:pt x="39965" y="13211"/>
                  </a:lnTo>
                  <a:lnTo>
                    <a:pt x="47032" y="18166"/>
                  </a:lnTo>
                  <a:lnTo>
                    <a:pt x="48434" y="20892"/>
                  </a:lnTo>
                  <a:lnTo>
                    <a:pt x="47916" y="23749"/>
                  </a:lnTo>
                  <a:lnTo>
                    <a:pt x="47562" y="25898"/>
                  </a:lnTo>
                  <a:lnTo>
                    <a:pt x="44310" y="25263"/>
                  </a:lnTo>
                  <a:lnTo>
                    <a:pt x="41085" y="27593"/>
                  </a:lnTo>
                  <a:lnTo>
                    <a:pt x="45225" y="32090"/>
                  </a:lnTo>
                  <a:lnTo>
                    <a:pt x="46364" y="34281"/>
                  </a:lnTo>
                  <a:lnTo>
                    <a:pt x="45476" y="39446"/>
                  </a:lnTo>
                  <a:lnTo>
                    <a:pt x="42986" y="43359"/>
                  </a:lnTo>
                  <a:lnTo>
                    <a:pt x="43551" y="44989"/>
                  </a:lnTo>
                  <a:lnTo>
                    <a:pt x="37346" y="48092"/>
                  </a:lnTo>
                  <a:lnTo>
                    <a:pt x="37177" y="49808"/>
                  </a:lnTo>
                  <a:lnTo>
                    <a:pt x="32519" y="49009"/>
                  </a:lnTo>
                  <a:lnTo>
                    <a:pt x="21850" y="47573"/>
                  </a:lnTo>
                  <a:lnTo>
                    <a:pt x="21583" y="46873"/>
                  </a:lnTo>
                  <a:lnTo>
                    <a:pt x="22469" y="45688"/>
                  </a:lnTo>
                  <a:lnTo>
                    <a:pt x="22258" y="42180"/>
                  </a:lnTo>
                  <a:lnTo>
                    <a:pt x="17101" y="41491"/>
                  </a:lnTo>
                  <a:lnTo>
                    <a:pt x="14042" y="39864"/>
                  </a:lnTo>
                  <a:lnTo>
                    <a:pt x="6275" y="39623"/>
                  </a:lnTo>
                  <a:lnTo>
                    <a:pt x="5461" y="38592"/>
                  </a:lnTo>
                  <a:lnTo>
                    <a:pt x="6118" y="37205"/>
                  </a:lnTo>
                  <a:lnTo>
                    <a:pt x="10205" y="36215"/>
                  </a:lnTo>
                  <a:lnTo>
                    <a:pt x="12810" y="34139"/>
                  </a:lnTo>
                  <a:lnTo>
                    <a:pt x="12247" y="31828"/>
                  </a:lnTo>
                  <a:lnTo>
                    <a:pt x="4518" y="34022"/>
                  </a:lnTo>
                  <a:lnTo>
                    <a:pt x="3784" y="35111"/>
                  </a:lnTo>
                  <a:lnTo>
                    <a:pt x="1555" y="35203"/>
                  </a:lnTo>
                  <a:lnTo>
                    <a:pt x="872" y="30908"/>
                  </a:lnTo>
                  <a:lnTo>
                    <a:pt x="3297" y="29948"/>
                  </a:lnTo>
                  <a:lnTo>
                    <a:pt x="3662" y="28169"/>
                  </a:lnTo>
                  <a:lnTo>
                    <a:pt x="825" y="23715"/>
                  </a:lnTo>
                  <a:lnTo>
                    <a:pt x="0" y="23705"/>
                  </a:lnTo>
                  <a:lnTo>
                    <a:pt x="1985" y="22518"/>
                  </a:lnTo>
                  <a:lnTo>
                    <a:pt x="5475" y="18713"/>
                  </a:lnTo>
                  <a:lnTo>
                    <a:pt x="11307" y="15399"/>
                  </a:lnTo>
                  <a:lnTo>
                    <a:pt x="15148" y="15032"/>
                  </a:lnTo>
                  <a:lnTo>
                    <a:pt x="16208" y="13779"/>
                  </a:lnTo>
                  <a:lnTo>
                    <a:pt x="16043" y="12471"/>
                  </a:lnTo>
                  <a:lnTo>
                    <a:pt x="10670" y="8116"/>
                  </a:lnTo>
                  <a:lnTo>
                    <a:pt x="12822" y="5620"/>
                  </a:lnTo>
                  <a:lnTo>
                    <a:pt x="10761" y="2598"/>
                  </a:lnTo>
                  <a:lnTo>
                    <a:pt x="14351" y="1487"/>
                  </a:lnTo>
                  <a:lnTo>
                    <a:pt x="1436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h449"/>
            <p:cNvSpPr/>
            <p:nvPr/>
          </p:nvSpPr>
          <p:spPr>
            <a:xfrm>
              <a:off x="1889129" y="2292396"/>
              <a:ext cx="49437" cy="55279"/>
            </a:xfrm>
            <a:custGeom>
              <a:avLst/>
              <a:pathLst>
                <a:path w="49437" h="55279">
                  <a:moveTo>
                    <a:pt x="34763" y="1302"/>
                  </a:moveTo>
                  <a:lnTo>
                    <a:pt x="38532" y="929"/>
                  </a:lnTo>
                  <a:lnTo>
                    <a:pt x="40209" y="2189"/>
                  </a:lnTo>
                  <a:lnTo>
                    <a:pt x="44714" y="231"/>
                  </a:lnTo>
                  <a:lnTo>
                    <a:pt x="45641" y="1379"/>
                  </a:lnTo>
                  <a:lnTo>
                    <a:pt x="42980" y="4657"/>
                  </a:lnTo>
                  <a:lnTo>
                    <a:pt x="43905" y="7117"/>
                  </a:lnTo>
                  <a:lnTo>
                    <a:pt x="43215" y="17131"/>
                  </a:lnTo>
                  <a:lnTo>
                    <a:pt x="47616" y="14242"/>
                  </a:lnTo>
                  <a:lnTo>
                    <a:pt x="49437" y="15100"/>
                  </a:lnTo>
                  <a:lnTo>
                    <a:pt x="47068" y="19432"/>
                  </a:lnTo>
                  <a:lnTo>
                    <a:pt x="47024" y="23548"/>
                  </a:lnTo>
                  <a:lnTo>
                    <a:pt x="49379" y="28582"/>
                  </a:lnTo>
                  <a:lnTo>
                    <a:pt x="48792" y="30351"/>
                  </a:lnTo>
                  <a:lnTo>
                    <a:pt x="42098" y="32176"/>
                  </a:lnTo>
                  <a:lnTo>
                    <a:pt x="41668" y="36343"/>
                  </a:lnTo>
                  <a:lnTo>
                    <a:pt x="40115" y="36320"/>
                  </a:lnTo>
                  <a:lnTo>
                    <a:pt x="35944" y="38170"/>
                  </a:lnTo>
                  <a:lnTo>
                    <a:pt x="31392" y="38206"/>
                  </a:lnTo>
                  <a:lnTo>
                    <a:pt x="33288" y="43702"/>
                  </a:lnTo>
                  <a:lnTo>
                    <a:pt x="31814" y="45536"/>
                  </a:lnTo>
                  <a:lnTo>
                    <a:pt x="28510" y="46962"/>
                  </a:lnTo>
                  <a:lnTo>
                    <a:pt x="25793" y="55092"/>
                  </a:lnTo>
                  <a:lnTo>
                    <a:pt x="21952" y="55279"/>
                  </a:lnTo>
                  <a:lnTo>
                    <a:pt x="14704" y="54117"/>
                  </a:lnTo>
                  <a:lnTo>
                    <a:pt x="13473" y="54081"/>
                  </a:lnTo>
                  <a:lnTo>
                    <a:pt x="12933" y="53318"/>
                  </a:lnTo>
                  <a:lnTo>
                    <a:pt x="12984" y="50380"/>
                  </a:lnTo>
                  <a:lnTo>
                    <a:pt x="13192" y="46430"/>
                  </a:lnTo>
                  <a:lnTo>
                    <a:pt x="15046" y="42213"/>
                  </a:lnTo>
                  <a:lnTo>
                    <a:pt x="7473" y="41825"/>
                  </a:lnTo>
                  <a:lnTo>
                    <a:pt x="763" y="38922"/>
                  </a:lnTo>
                  <a:lnTo>
                    <a:pt x="0" y="33356"/>
                  </a:lnTo>
                  <a:lnTo>
                    <a:pt x="436" y="31881"/>
                  </a:lnTo>
                  <a:lnTo>
                    <a:pt x="3626" y="32836"/>
                  </a:lnTo>
                  <a:lnTo>
                    <a:pt x="4555" y="27636"/>
                  </a:lnTo>
                  <a:lnTo>
                    <a:pt x="7705" y="28369"/>
                  </a:lnTo>
                  <a:lnTo>
                    <a:pt x="8105" y="19688"/>
                  </a:lnTo>
                  <a:lnTo>
                    <a:pt x="8693" y="18159"/>
                  </a:lnTo>
                  <a:lnTo>
                    <a:pt x="10612" y="14170"/>
                  </a:lnTo>
                  <a:lnTo>
                    <a:pt x="16015" y="11088"/>
                  </a:lnTo>
                  <a:lnTo>
                    <a:pt x="12937" y="8175"/>
                  </a:lnTo>
                  <a:lnTo>
                    <a:pt x="22984" y="5189"/>
                  </a:lnTo>
                  <a:lnTo>
                    <a:pt x="25974" y="3040"/>
                  </a:lnTo>
                  <a:lnTo>
                    <a:pt x="260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h450"/>
            <p:cNvSpPr/>
            <p:nvPr/>
          </p:nvSpPr>
          <p:spPr>
            <a:xfrm>
              <a:off x="1724633" y="2072347"/>
              <a:ext cx="130738" cy="94041"/>
            </a:xfrm>
            <a:custGeom>
              <a:avLst/>
              <a:pathLst>
                <a:path w="130738" h="94041">
                  <a:moveTo>
                    <a:pt x="37261" y="10045"/>
                  </a:moveTo>
                  <a:lnTo>
                    <a:pt x="38265" y="9754"/>
                  </a:lnTo>
                  <a:lnTo>
                    <a:pt x="45094" y="12145"/>
                  </a:lnTo>
                  <a:lnTo>
                    <a:pt x="50354" y="19007"/>
                  </a:lnTo>
                  <a:lnTo>
                    <a:pt x="54404" y="22693"/>
                  </a:lnTo>
                  <a:lnTo>
                    <a:pt x="52549" y="18136"/>
                  </a:lnTo>
                  <a:lnTo>
                    <a:pt x="53962" y="17139"/>
                  </a:lnTo>
                  <a:lnTo>
                    <a:pt x="57721" y="16473"/>
                  </a:lnTo>
                  <a:lnTo>
                    <a:pt x="59535" y="18423"/>
                  </a:lnTo>
                  <a:lnTo>
                    <a:pt x="61975" y="23847"/>
                  </a:lnTo>
                  <a:lnTo>
                    <a:pt x="68206" y="28331"/>
                  </a:lnTo>
                  <a:lnTo>
                    <a:pt x="72965" y="28661"/>
                  </a:lnTo>
                  <a:lnTo>
                    <a:pt x="71194" y="20436"/>
                  </a:lnTo>
                  <a:lnTo>
                    <a:pt x="78329" y="36927"/>
                  </a:lnTo>
                  <a:lnTo>
                    <a:pt x="86414" y="39807"/>
                  </a:lnTo>
                  <a:lnTo>
                    <a:pt x="90098" y="39386"/>
                  </a:lnTo>
                  <a:lnTo>
                    <a:pt x="93834" y="40764"/>
                  </a:lnTo>
                  <a:lnTo>
                    <a:pt x="95372" y="40027"/>
                  </a:lnTo>
                  <a:lnTo>
                    <a:pt x="97609" y="38858"/>
                  </a:lnTo>
                  <a:lnTo>
                    <a:pt x="98311" y="39374"/>
                  </a:lnTo>
                  <a:lnTo>
                    <a:pt x="99771" y="42453"/>
                  </a:lnTo>
                  <a:lnTo>
                    <a:pt x="98853" y="45158"/>
                  </a:lnTo>
                  <a:lnTo>
                    <a:pt x="102965" y="47557"/>
                  </a:lnTo>
                  <a:lnTo>
                    <a:pt x="106127" y="44457"/>
                  </a:lnTo>
                  <a:lnTo>
                    <a:pt x="107919" y="45337"/>
                  </a:lnTo>
                  <a:lnTo>
                    <a:pt x="107921" y="47175"/>
                  </a:lnTo>
                  <a:lnTo>
                    <a:pt x="108544" y="47711"/>
                  </a:lnTo>
                  <a:lnTo>
                    <a:pt x="126176" y="41035"/>
                  </a:lnTo>
                  <a:lnTo>
                    <a:pt x="130727" y="53294"/>
                  </a:lnTo>
                  <a:lnTo>
                    <a:pt x="130738" y="54131"/>
                  </a:lnTo>
                  <a:lnTo>
                    <a:pt x="106516" y="78734"/>
                  </a:lnTo>
                  <a:lnTo>
                    <a:pt x="109265" y="82707"/>
                  </a:lnTo>
                  <a:lnTo>
                    <a:pt x="110088" y="82680"/>
                  </a:lnTo>
                  <a:lnTo>
                    <a:pt x="110943" y="83680"/>
                  </a:lnTo>
                  <a:lnTo>
                    <a:pt x="112518" y="86950"/>
                  </a:lnTo>
                  <a:lnTo>
                    <a:pt x="110668" y="88576"/>
                  </a:lnTo>
                  <a:lnTo>
                    <a:pt x="99670" y="94041"/>
                  </a:lnTo>
                  <a:lnTo>
                    <a:pt x="97787" y="94018"/>
                  </a:lnTo>
                  <a:lnTo>
                    <a:pt x="94793" y="88964"/>
                  </a:lnTo>
                  <a:lnTo>
                    <a:pt x="92001" y="83767"/>
                  </a:lnTo>
                  <a:lnTo>
                    <a:pt x="91150" y="83526"/>
                  </a:lnTo>
                  <a:lnTo>
                    <a:pt x="85083" y="74367"/>
                  </a:lnTo>
                  <a:lnTo>
                    <a:pt x="80918" y="73667"/>
                  </a:lnTo>
                  <a:lnTo>
                    <a:pt x="82030" y="63800"/>
                  </a:lnTo>
                  <a:lnTo>
                    <a:pt x="78527" y="60833"/>
                  </a:lnTo>
                  <a:lnTo>
                    <a:pt x="76096" y="57063"/>
                  </a:lnTo>
                  <a:lnTo>
                    <a:pt x="71586" y="60282"/>
                  </a:lnTo>
                  <a:lnTo>
                    <a:pt x="69880" y="58941"/>
                  </a:lnTo>
                  <a:lnTo>
                    <a:pt x="65539" y="59867"/>
                  </a:lnTo>
                  <a:lnTo>
                    <a:pt x="63238" y="50936"/>
                  </a:lnTo>
                  <a:lnTo>
                    <a:pt x="63135" y="46770"/>
                  </a:lnTo>
                  <a:lnTo>
                    <a:pt x="59912" y="42235"/>
                  </a:lnTo>
                  <a:lnTo>
                    <a:pt x="54960" y="39599"/>
                  </a:lnTo>
                  <a:lnTo>
                    <a:pt x="53187" y="36882"/>
                  </a:lnTo>
                  <a:lnTo>
                    <a:pt x="51694" y="36949"/>
                  </a:lnTo>
                  <a:lnTo>
                    <a:pt x="49347" y="38318"/>
                  </a:lnTo>
                  <a:lnTo>
                    <a:pt x="50122" y="40507"/>
                  </a:lnTo>
                  <a:lnTo>
                    <a:pt x="42724" y="44459"/>
                  </a:lnTo>
                  <a:lnTo>
                    <a:pt x="42945" y="47319"/>
                  </a:lnTo>
                  <a:lnTo>
                    <a:pt x="38197" y="53155"/>
                  </a:lnTo>
                  <a:lnTo>
                    <a:pt x="36065" y="50333"/>
                  </a:lnTo>
                  <a:lnTo>
                    <a:pt x="35290" y="47118"/>
                  </a:lnTo>
                  <a:lnTo>
                    <a:pt x="30492" y="49988"/>
                  </a:lnTo>
                  <a:lnTo>
                    <a:pt x="29808" y="54513"/>
                  </a:lnTo>
                  <a:lnTo>
                    <a:pt x="28360" y="56640"/>
                  </a:lnTo>
                  <a:lnTo>
                    <a:pt x="25829" y="57440"/>
                  </a:lnTo>
                  <a:lnTo>
                    <a:pt x="24024" y="56769"/>
                  </a:lnTo>
                  <a:lnTo>
                    <a:pt x="16437" y="50874"/>
                  </a:lnTo>
                  <a:lnTo>
                    <a:pt x="15765" y="48193"/>
                  </a:lnTo>
                  <a:lnTo>
                    <a:pt x="13340" y="44346"/>
                  </a:lnTo>
                  <a:lnTo>
                    <a:pt x="5781" y="43907"/>
                  </a:lnTo>
                  <a:lnTo>
                    <a:pt x="8042" y="42995"/>
                  </a:lnTo>
                  <a:lnTo>
                    <a:pt x="8802" y="40431"/>
                  </a:lnTo>
                  <a:lnTo>
                    <a:pt x="7783" y="39066"/>
                  </a:lnTo>
                  <a:lnTo>
                    <a:pt x="3640" y="39780"/>
                  </a:lnTo>
                  <a:lnTo>
                    <a:pt x="1113" y="37134"/>
                  </a:lnTo>
                  <a:lnTo>
                    <a:pt x="0" y="36517"/>
                  </a:lnTo>
                  <a:lnTo>
                    <a:pt x="4212" y="35103"/>
                  </a:lnTo>
                  <a:lnTo>
                    <a:pt x="5264" y="31238"/>
                  </a:lnTo>
                  <a:lnTo>
                    <a:pt x="4991" y="27503"/>
                  </a:lnTo>
                  <a:lnTo>
                    <a:pt x="8230" y="19605"/>
                  </a:lnTo>
                  <a:lnTo>
                    <a:pt x="12106" y="16250"/>
                  </a:lnTo>
                  <a:lnTo>
                    <a:pt x="14815" y="15844"/>
                  </a:lnTo>
                  <a:lnTo>
                    <a:pt x="16435" y="17260"/>
                  </a:lnTo>
                  <a:lnTo>
                    <a:pt x="16507" y="15349"/>
                  </a:lnTo>
                  <a:lnTo>
                    <a:pt x="15498" y="14487"/>
                  </a:lnTo>
                  <a:lnTo>
                    <a:pt x="11766" y="13553"/>
                  </a:lnTo>
                  <a:lnTo>
                    <a:pt x="11554" y="9335"/>
                  </a:lnTo>
                  <a:lnTo>
                    <a:pt x="12071" y="8173"/>
                  </a:lnTo>
                  <a:lnTo>
                    <a:pt x="17429" y="7557"/>
                  </a:lnTo>
                  <a:lnTo>
                    <a:pt x="19992" y="10023"/>
                  </a:lnTo>
                  <a:lnTo>
                    <a:pt x="22533" y="5451"/>
                  </a:lnTo>
                  <a:lnTo>
                    <a:pt x="24027" y="1999"/>
                  </a:lnTo>
                  <a:lnTo>
                    <a:pt x="2597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h451"/>
            <p:cNvSpPr/>
            <p:nvPr/>
          </p:nvSpPr>
          <p:spPr>
            <a:xfrm>
              <a:off x="1803796" y="2313659"/>
              <a:ext cx="113021" cy="74711"/>
            </a:xfrm>
            <a:custGeom>
              <a:avLst/>
              <a:pathLst>
                <a:path w="113021" h="74711">
                  <a:moveTo>
                    <a:pt x="84459" y="1386"/>
                  </a:moveTo>
                  <a:lnTo>
                    <a:pt x="82276" y="7270"/>
                  </a:lnTo>
                  <a:lnTo>
                    <a:pt x="83515" y="11526"/>
                  </a:lnTo>
                  <a:lnTo>
                    <a:pt x="85332" y="12093"/>
                  </a:lnTo>
                  <a:lnTo>
                    <a:pt x="86096" y="17659"/>
                  </a:lnTo>
                  <a:lnTo>
                    <a:pt x="92805" y="20562"/>
                  </a:lnTo>
                  <a:lnTo>
                    <a:pt x="100378" y="20950"/>
                  </a:lnTo>
                  <a:lnTo>
                    <a:pt x="98524" y="25166"/>
                  </a:lnTo>
                  <a:lnTo>
                    <a:pt x="98317" y="29117"/>
                  </a:lnTo>
                  <a:lnTo>
                    <a:pt x="98265" y="32054"/>
                  </a:lnTo>
                  <a:lnTo>
                    <a:pt x="98806" y="32818"/>
                  </a:lnTo>
                  <a:lnTo>
                    <a:pt x="100037" y="32854"/>
                  </a:lnTo>
                  <a:lnTo>
                    <a:pt x="103206" y="36855"/>
                  </a:lnTo>
                  <a:lnTo>
                    <a:pt x="105434" y="34907"/>
                  </a:lnTo>
                  <a:lnTo>
                    <a:pt x="106510" y="40445"/>
                  </a:lnTo>
                  <a:lnTo>
                    <a:pt x="103891" y="43717"/>
                  </a:lnTo>
                  <a:lnTo>
                    <a:pt x="106054" y="47306"/>
                  </a:lnTo>
                  <a:lnTo>
                    <a:pt x="112968" y="48954"/>
                  </a:lnTo>
                  <a:lnTo>
                    <a:pt x="113021" y="49906"/>
                  </a:lnTo>
                  <a:lnTo>
                    <a:pt x="111464" y="51559"/>
                  </a:lnTo>
                  <a:lnTo>
                    <a:pt x="110161" y="51014"/>
                  </a:lnTo>
                  <a:lnTo>
                    <a:pt x="108355" y="51621"/>
                  </a:lnTo>
                  <a:lnTo>
                    <a:pt x="104157" y="55339"/>
                  </a:lnTo>
                  <a:lnTo>
                    <a:pt x="102562" y="54345"/>
                  </a:lnTo>
                  <a:lnTo>
                    <a:pt x="99955" y="57238"/>
                  </a:lnTo>
                  <a:lnTo>
                    <a:pt x="97715" y="62079"/>
                  </a:lnTo>
                  <a:lnTo>
                    <a:pt x="92343" y="62249"/>
                  </a:lnTo>
                  <a:lnTo>
                    <a:pt x="87942" y="64546"/>
                  </a:lnTo>
                  <a:lnTo>
                    <a:pt x="84386" y="64567"/>
                  </a:lnTo>
                  <a:lnTo>
                    <a:pt x="83721" y="63890"/>
                  </a:lnTo>
                  <a:lnTo>
                    <a:pt x="80428" y="63362"/>
                  </a:lnTo>
                  <a:lnTo>
                    <a:pt x="75296" y="64343"/>
                  </a:lnTo>
                  <a:lnTo>
                    <a:pt x="72379" y="69215"/>
                  </a:lnTo>
                  <a:lnTo>
                    <a:pt x="72900" y="74711"/>
                  </a:lnTo>
                  <a:lnTo>
                    <a:pt x="68581" y="74687"/>
                  </a:lnTo>
                  <a:lnTo>
                    <a:pt x="67131" y="67883"/>
                  </a:lnTo>
                  <a:lnTo>
                    <a:pt x="64713" y="65356"/>
                  </a:lnTo>
                  <a:lnTo>
                    <a:pt x="65068" y="62490"/>
                  </a:lnTo>
                  <a:lnTo>
                    <a:pt x="66214" y="60720"/>
                  </a:lnTo>
                  <a:lnTo>
                    <a:pt x="65193" y="59954"/>
                  </a:lnTo>
                  <a:lnTo>
                    <a:pt x="59350" y="59399"/>
                  </a:lnTo>
                  <a:lnTo>
                    <a:pt x="52372" y="61212"/>
                  </a:lnTo>
                  <a:lnTo>
                    <a:pt x="48561" y="57550"/>
                  </a:lnTo>
                  <a:lnTo>
                    <a:pt x="42470" y="49842"/>
                  </a:lnTo>
                  <a:lnTo>
                    <a:pt x="37054" y="49033"/>
                  </a:lnTo>
                  <a:lnTo>
                    <a:pt x="37420" y="50441"/>
                  </a:lnTo>
                  <a:lnTo>
                    <a:pt x="36854" y="52645"/>
                  </a:lnTo>
                  <a:lnTo>
                    <a:pt x="34535" y="54113"/>
                  </a:lnTo>
                  <a:lnTo>
                    <a:pt x="31305" y="54809"/>
                  </a:lnTo>
                  <a:lnTo>
                    <a:pt x="30748" y="56027"/>
                  </a:lnTo>
                  <a:lnTo>
                    <a:pt x="32840" y="58108"/>
                  </a:lnTo>
                  <a:lnTo>
                    <a:pt x="35260" y="58735"/>
                  </a:lnTo>
                  <a:lnTo>
                    <a:pt x="37993" y="61345"/>
                  </a:lnTo>
                  <a:lnTo>
                    <a:pt x="38675" y="64028"/>
                  </a:lnTo>
                  <a:lnTo>
                    <a:pt x="36087" y="63600"/>
                  </a:lnTo>
                  <a:lnTo>
                    <a:pt x="34243" y="59382"/>
                  </a:lnTo>
                  <a:lnTo>
                    <a:pt x="27765" y="60304"/>
                  </a:lnTo>
                  <a:lnTo>
                    <a:pt x="27143" y="63770"/>
                  </a:lnTo>
                  <a:lnTo>
                    <a:pt x="3554" y="52972"/>
                  </a:lnTo>
                  <a:lnTo>
                    <a:pt x="6335" y="50158"/>
                  </a:lnTo>
                  <a:lnTo>
                    <a:pt x="7128" y="45584"/>
                  </a:lnTo>
                  <a:lnTo>
                    <a:pt x="3740" y="38856"/>
                  </a:lnTo>
                  <a:lnTo>
                    <a:pt x="0" y="36183"/>
                  </a:lnTo>
                  <a:lnTo>
                    <a:pt x="11175" y="35683"/>
                  </a:lnTo>
                  <a:lnTo>
                    <a:pt x="10352" y="30754"/>
                  </a:lnTo>
                  <a:lnTo>
                    <a:pt x="16764" y="21801"/>
                  </a:lnTo>
                  <a:lnTo>
                    <a:pt x="17755" y="26014"/>
                  </a:lnTo>
                  <a:lnTo>
                    <a:pt x="21285" y="23632"/>
                  </a:lnTo>
                  <a:lnTo>
                    <a:pt x="24938" y="25181"/>
                  </a:lnTo>
                  <a:lnTo>
                    <a:pt x="35383" y="19538"/>
                  </a:lnTo>
                  <a:lnTo>
                    <a:pt x="40896" y="26572"/>
                  </a:lnTo>
                  <a:lnTo>
                    <a:pt x="49247" y="33499"/>
                  </a:lnTo>
                  <a:lnTo>
                    <a:pt x="50900" y="31890"/>
                  </a:lnTo>
                  <a:lnTo>
                    <a:pt x="49149" y="27435"/>
                  </a:lnTo>
                  <a:lnTo>
                    <a:pt x="51032" y="26226"/>
                  </a:lnTo>
                  <a:lnTo>
                    <a:pt x="52496" y="30276"/>
                  </a:lnTo>
                  <a:lnTo>
                    <a:pt x="64100" y="18735"/>
                  </a:lnTo>
                  <a:lnTo>
                    <a:pt x="61539" y="19672"/>
                  </a:lnTo>
                  <a:lnTo>
                    <a:pt x="59069" y="14302"/>
                  </a:lnTo>
                  <a:lnTo>
                    <a:pt x="58367" y="10213"/>
                  </a:lnTo>
                  <a:lnTo>
                    <a:pt x="63650" y="5377"/>
                  </a:lnTo>
                  <a:lnTo>
                    <a:pt x="75946" y="1324"/>
                  </a:lnTo>
                  <a:lnTo>
                    <a:pt x="8389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h452"/>
            <p:cNvSpPr/>
            <p:nvPr/>
          </p:nvSpPr>
          <p:spPr>
            <a:xfrm>
              <a:off x="1792835" y="2362692"/>
              <a:ext cx="160846" cy="122840"/>
            </a:xfrm>
            <a:custGeom>
              <a:avLst/>
              <a:pathLst>
                <a:path w="160846" h="122840">
                  <a:moveTo>
                    <a:pt x="53431" y="809"/>
                  </a:moveTo>
                  <a:lnTo>
                    <a:pt x="59522" y="8517"/>
                  </a:lnTo>
                  <a:lnTo>
                    <a:pt x="63332" y="12179"/>
                  </a:lnTo>
                  <a:lnTo>
                    <a:pt x="70311" y="10366"/>
                  </a:lnTo>
                  <a:lnTo>
                    <a:pt x="76153" y="10921"/>
                  </a:lnTo>
                  <a:lnTo>
                    <a:pt x="77174" y="11687"/>
                  </a:lnTo>
                  <a:lnTo>
                    <a:pt x="76029" y="13457"/>
                  </a:lnTo>
                  <a:lnTo>
                    <a:pt x="75673" y="16323"/>
                  </a:lnTo>
                  <a:lnTo>
                    <a:pt x="78092" y="18850"/>
                  </a:lnTo>
                  <a:lnTo>
                    <a:pt x="79541" y="25654"/>
                  </a:lnTo>
                  <a:lnTo>
                    <a:pt x="83861" y="25678"/>
                  </a:lnTo>
                  <a:lnTo>
                    <a:pt x="83340" y="20182"/>
                  </a:lnTo>
                  <a:lnTo>
                    <a:pt x="86257" y="15310"/>
                  </a:lnTo>
                  <a:lnTo>
                    <a:pt x="91388" y="14329"/>
                  </a:lnTo>
                  <a:lnTo>
                    <a:pt x="94682" y="14857"/>
                  </a:lnTo>
                  <a:lnTo>
                    <a:pt x="95346" y="15534"/>
                  </a:lnTo>
                  <a:lnTo>
                    <a:pt x="98903" y="15513"/>
                  </a:lnTo>
                  <a:lnTo>
                    <a:pt x="103304" y="13216"/>
                  </a:lnTo>
                  <a:lnTo>
                    <a:pt x="108676" y="13046"/>
                  </a:lnTo>
                  <a:lnTo>
                    <a:pt x="110916" y="8205"/>
                  </a:lnTo>
                  <a:lnTo>
                    <a:pt x="112739" y="8640"/>
                  </a:lnTo>
                  <a:lnTo>
                    <a:pt x="114052" y="10855"/>
                  </a:lnTo>
                  <a:lnTo>
                    <a:pt x="114982" y="11196"/>
                  </a:lnTo>
                  <a:lnTo>
                    <a:pt x="118149" y="10321"/>
                  </a:lnTo>
                  <a:lnTo>
                    <a:pt x="121757" y="7624"/>
                  </a:lnTo>
                  <a:lnTo>
                    <a:pt x="133137" y="8802"/>
                  </a:lnTo>
                  <a:lnTo>
                    <a:pt x="137598" y="17055"/>
                  </a:lnTo>
                  <a:lnTo>
                    <a:pt x="138784" y="18163"/>
                  </a:lnTo>
                  <a:lnTo>
                    <a:pt x="139784" y="15475"/>
                  </a:lnTo>
                  <a:lnTo>
                    <a:pt x="143585" y="18039"/>
                  </a:lnTo>
                  <a:lnTo>
                    <a:pt x="143764" y="16797"/>
                  </a:lnTo>
                  <a:lnTo>
                    <a:pt x="145387" y="14211"/>
                  </a:lnTo>
                  <a:lnTo>
                    <a:pt x="152425" y="15683"/>
                  </a:lnTo>
                  <a:lnTo>
                    <a:pt x="154194" y="15121"/>
                  </a:lnTo>
                  <a:lnTo>
                    <a:pt x="155399" y="27072"/>
                  </a:lnTo>
                  <a:lnTo>
                    <a:pt x="157460" y="30095"/>
                  </a:lnTo>
                  <a:lnTo>
                    <a:pt x="155308" y="32591"/>
                  </a:lnTo>
                  <a:lnTo>
                    <a:pt x="160681" y="36946"/>
                  </a:lnTo>
                  <a:lnTo>
                    <a:pt x="160846" y="38254"/>
                  </a:lnTo>
                  <a:lnTo>
                    <a:pt x="159786" y="39507"/>
                  </a:lnTo>
                  <a:lnTo>
                    <a:pt x="155945" y="39874"/>
                  </a:lnTo>
                  <a:lnTo>
                    <a:pt x="150113" y="43188"/>
                  </a:lnTo>
                  <a:lnTo>
                    <a:pt x="146624" y="46993"/>
                  </a:lnTo>
                  <a:lnTo>
                    <a:pt x="144638" y="48180"/>
                  </a:lnTo>
                  <a:lnTo>
                    <a:pt x="143410" y="45478"/>
                  </a:lnTo>
                  <a:lnTo>
                    <a:pt x="141709" y="44236"/>
                  </a:lnTo>
                  <a:lnTo>
                    <a:pt x="140226" y="44481"/>
                  </a:lnTo>
                  <a:lnTo>
                    <a:pt x="135913" y="52037"/>
                  </a:lnTo>
                  <a:lnTo>
                    <a:pt x="136385" y="56648"/>
                  </a:lnTo>
                  <a:lnTo>
                    <a:pt x="129115" y="58777"/>
                  </a:lnTo>
                  <a:lnTo>
                    <a:pt x="127946" y="62683"/>
                  </a:lnTo>
                  <a:lnTo>
                    <a:pt x="128619" y="71259"/>
                  </a:lnTo>
                  <a:lnTo>
                    <a:pt x="126366" y="79899"/>
                  </a:lnTo>
                  <a:lnTo>
                    <a:pt x="126184" y="80697"/>
                  </a:lnTo>
                  <a:lnTo>
                    <a:pt x="118731" y="82170"/>
                  </a:lnTo>
                  <a:lnTo>
                    <a:pt x="115377" y="81306"/>
                  </a:lnTo>
                  <a:lnTo>
                    <a:pt x="112412" y="79271"/>
                  </a:lnTo>
                  <a:lnTo>
                    <a:pt x="111740" y="82808"/>
                  </a:lnTo>
                  <a:lnTo>
                    <a:pt x="115478" y="86919"/>
                  </a:lnTo>
                  <a:lnTo>
                    <a:pt x="119425" y="89908"/>
                  </a:lnTo>
                  <a:lnTo>
                    <a:pt x="122905" y="88629"/>
                  </a:lnTo>
                  <a:lnTo>
                    <a:pt x="124930" y="89184"/>
                  </a:lnTo>
                  <a:lnTo>
                    <a:pt x="125857" y="90311"/>
                  </a:lnTo>
                  <a:lnTo>
                    <a:pt x="126294" y="91922"/>
                  </a:lnTo>
                  <a:lnTo>
                    <a:pt x="122275" y="94188"/>
                  </a:lnTo>
                  <a:lnTo>
                    <a:pt x="119950" y="92289"/>
                  </a:lnTo>
                  <a:lnTo>
                    <a:pt x="117713" y="92491"/>
                  </a:lnTo>
                  <a:lnTo>
                    <a:pt x="116268" y="94856"/>
                  </a:lnTo>
                  <a:lnTo>
                    <a:pt x="117425" y="97216"/>
                  </a:lnTo>
                  <a:lnTo>
                    <a:pt x="122225" y="97258"/>
                  </a:lnTo>
                  <a:lnTo>
                    <a:pt x="122349" y="98400"/>
                  </a:lnTo>
                  <a:lnTo>
                    <a:pt x="120261" y="98892"/>
                  </a:lnTo>
                  <a:lnTo>
                    <a:pt x="113545" y="98638"/>
                  </a:lnTo>
                  <a:lnTo>
                    <a:pt x="114582" y="96176"/>
                  </a:lnTo>
                  <a:lnTo>
                    <a:pt x="114003" y="95137"/>
                  </a:lnTo>
                  <a:lnTo>
                    <a:pt x="108573" y="104673"/>
                  </a:lnTo>
                  <a:lnTo>
                    <a:pt x="105694" y="102352"/>
                  </a:lnTo>
                  <a:lnTo>
                    <a:pt x="97673" y="107095"/>
                  </a:lnTo>
                  <a:lnTo>
                    <a:pt x="99749" y="109246"/>
                  </a:lnTo>
                  <a:lnTo>
                    <a:pt x="99459" y="111310"/>
                  </a:lnTo>
                  <a:lnTo>
                    <a:pt x="97106" y="113498"/>
                  </a:lnTo>
                  <a:lnTo>
                    <a:pt x="91159" y="109650"/>
                  </a:lnTo>
                  <a:lnTo>
                    <a:pt x="90982" y="112499"/>
                  </a:lnTo>
                  <a:lnTo>
                    <a:pt x="81848" y="112635"/>
                  </a:lnTo>
                  <a:lnTo>
                    <a:pt x="81939" y="122840"/>
                  </a:lnTo>
                  <a:lnTo>
                    <a:pt x="79526" y="121904"/>
                  </a:lnTo>
                  <a:lnTo>
                    <a:pt x="80685" y="113015"/>
                  </a:lnTo>
                  <a:lnTo>
                    <a:pt x="78950" y="112732"/>
                  </a:lnTo>
                  <a:lnTo>
                    <a:pt x="76534" y="110910"/>
                  </a:lnTo>
                  <a:lnTo>
                    <a:pt x="77875" y="104944"/>
                  </a:lnTo>
                  <a:lnTo>
                    <a:pt x="72247" y="105834"/>
                  </a:lnTo>
                  <a:lnTo>
                    <a:pt x="61302" y="110051"/>
                  </a:lnTo>
                  <a:lnTo>
                    <a:pt x="46091" y="101649"/>
                  </a:lnTo>
                  <a:lnTo>
                    <a:pt x="45957" y="104398"/>
                  </a:lnTo>
                  <a:lnTo>
                    <a:pt x="43065" y="106092"/>
                  </a:lnTo>
                  <a:lnTo>
                    <a:pt x="39877" y="103345"/>
                  </a:lnTo>
                  <a:lnTo>
                    <a:pt x="40442" y="101684"/>
                  </a:lnTo>
                  <a:lnTo>
                    <a:pt x="38355" y="100032"/>
                  </a:lnTo>
                  <a:lnTo>
                    <a:pt x="35353" y="101188"/>
                  </a:lnTo>
                  <a:lnTo>
                    <a:pt x="34766" y="103519"/>
                  </a:lnTo>
                  <a:lnTo>
                    <a:pt x="31354" y="102516"/>
                  </a:lnTo>
                  <a:lnTo>
                    <a:pt x="32527" y="95615"/>
                  </a:lnTo>
                  <a:lnTo>
                    <a:pt x="31602" y="87144"/>
                  </a:lnTo>
                  <a:lnTo>
                    <a:pt x="36218" y="78846"/>
                  </a:lnTo>
                  <a:lnTo>
                    <a:pt x="32627" y="69301"/>
                  </a:lnTo>
                  <a:lnTo>
                    <a:pt x="30653" y="66997"/>
                  </a:lnTo>
                  <a:lnTo>
                    <a:pt x="27000" y="66229"/>
                  </a:lnTo>
                  <a:lnTo>
                    <a:pt x="20638" y="66583"/>
                  </a:lnTo>
                  <a:lnTo>
                    <a:pt x="15216" y="60829"/>
                  </a:lnTo>
                  <a:lnTo>
                    <a:pt x="0" y="53219"/>
                  </a:lnTo>
                  <a:lnTo>
                    <a:pt x="370" y="48278"/>
                  </a:lnTo>
                  <a:lnTo>
                    <a:pt x="1781" y="45567"/>
                  </a:lnTo>
                  <a:lnTo>
                    <a:pt x="5951" y="41123"/>
                  </a:lnTo>
                  <a:lnTo>
                    <a:pt x="9102" y="40368"/>
                  </a:lnTo>
                  <a:lnTo>
                    <a:pt x="11049" y="33859"/>
                  </a:lnTo>
                  <a:lnTo>
                    <a:pt x="16882" y="30148"/>
                  </a:lnTo>
                  <a:lnTo>
                    <a:pt x="18085" y="27829"/>
                  </a:lnTo>
                  <a:lnTo>
                    <a:pt x="15355" y="28416"/>
                  </a:lnTo>
                  <a:lnTo>
                    <a:pt x="22392" y="24112"/>
                  </a:lnTo>
                  <a:lnTo>
                    <a:pt x="26408" y="23688"/>
                  </a:lnTo>
                  <a:lnTo>
                    <a:pt x="29566" y="24688"/>
                  </a:lnTo>
                  <a:lnTo>
                    <a:pt x="36383" y="22807"/>
                  </a:lnTo>
                  <a:lnTo>
                    <a:pt x="38104" y="14737"/>
                  </a:lnTo>
                  <a:lnTo>
                    <a:pt x="38726" y="11271"/>
                  </a:lnTo>
                  <a:lnTo>
                    <a:pt x="45204" y="10349"/>
                  </a:lnTo>
                  <a:lnTo>
                    <a:pt x="47048" y="14567"/>
                  </a:lnTo>
                  <a:lnTo>
                    <a:pt x="49636" y="14995"/>
                  </a:lnTo>
                  <a:lnTo>
                    <a:pt x="48953" y="12312"/>
                  </a:lnTo>
                  <a:lnTo>
                    <a:pt x="46221" y="9702"/>
                  </a:lnTo>
                  <a:lnTo>
                    <a:pt x="43800" y="9075"/>
                  </a:lnTo>
                  <a:lnTo>
                    <a:pt x="41709" y="6994"/>
                  </a:lnTo>
                  <a:lnTo>
                    <a:pt x="42266" y="5776"/>
                  </a:lnTo>
                  <a:lnTo>
                    <a:pt x="45496" y="5080"/>
                  </a:lnTo>
                  <a:lnTo>
                    <a:pt x="47815" y="3612"/>
                  </a:lnTo>
                  <a:lnTo>
                    <a:pt x="48381" y="1408"/>
                  </a:lnTo>
                  <a:lnTo>
                    <a:pt x="480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h453"/>
            <p:cNvSpPr/>
            <p:nvPr/>
          </p:nvSpPr>
          <p:spPr>
            <a:xfrm>
              <a:off x="1647268" y="2240681"/>
              <a:ext cx="84490" cy="37610"/>
            </a:xfrm>
            <a:custGeom>
              <a:avLst/>
              <a:pathLst>
                <a:path w="84490" h="37610">
                  <a:moveTo>
                    <a:pt x="23561" y="2940"/>
                  </a:moveTo>
                  <a:lnTo>
                    <a:pt x="30709" y="1585"/>
                  </a:lnTo>
                  <a:lnTo>
                    <a:pt x="44066" y="2503"/>
                  </a:lnTo>
                  <a:lnTo>
                    <a:pt x="55364" y="7739"/>
                  </a:lnTo>
                  <a:lnTo>
                    <a:pt x="58939" y="11430"/>
                  </a:lnTo>
                  <a:lnTo>
                    <a:pt x="63588" y="14646"/>
                  </a:lnTo>
                  <a:lnTo>
                    <a:pt x="66889" y="14735"/>
                  </a:lnTo>
                  <a:lnTo>
                    <a:pt x="75038" y="12851"/>
                  </a:lnTo>
                  <a:lnTo>
                    <a:pt x="80345" y="13928"/>
                  </a:lnTo>
                  <a:lnTo>
                    <a:pt x="83260" y="16825"/>
                  </a:lnTo>
                  <a:lnTo>
                    <a:pt x="84490" y="20984"/>
                  </a:lnTo>
                  <a:lnTo>
                    <a:pt x="83395" y="23833"/>
                  </a:lnTo>
                  <a:lnTo>
                    <a:pt x="81027" y="26606"/>
                  </a:lnTo>
                  <a:lnTo>
                    <a:pt x="79891" y="24569"/>
                  </a:lnTo>
                  <a:lnTo>
                    <a:pt x="75181" y="24447"/>
                  </a:lnTo>
                  <a:lnTo>
                    <a:pt x="75568" y="26084"/>
                  </a:lnTo>
                  <a:lnTo>
                    <a:pt x="78883" y="25996"/>
                  </a:lnTo>
                  <a:lnTo>
                    <a:pt x="79159" y="27918"/>
                  </a:lnTo>
                  <a:lnTo>
                    <a:pt x="73357" y="30199"/>
                  </a:lnTo>
                  <a:lnTo>
                    <a:pt x="74779" y="35077"/>
                  </a:lnTo>
                  <a:lnTo>
                    <a:pt x="73157" y="37610"/>
                  </a:lnTo>
                  <a:lnTo>
                    <a:pt x="69876" y="31894"/>
                  </a:lnTo>
                  <a:lnTo>
                    <a:pt x="66646" y="28505"/>
                  </a:lnTo>
                  <a:lnTo>
                    <a:pt x="71854" y="26953"/>
                  </a:lnTo>
                  <a:lnTo>
                    <a:pt x="62524" y="28432"/>
                  </a:lnTo>
                  <a:lnTo>
                    <a:pt x="64708" y="29067"/>
                  </a:lnTo>
                  <a:lnTo>
                    <a:pt x="64906" y="32727"/>
                  </a:lnTo>
                  <a:lnTo>
                    <a:pt x="62121" y="34710"/>
                  </a:lnTo>
                  <a:lnTo>
                    <a:pt x="55995" y="32418"/>
                  </a:lnTo>
                  <a:lnTo>
                    <a:pt x="58992" y="30318"/>
                  </a:lnTo>
                  <a:lnTo>
                    <a:pt x="54063" y="28033"/>
                  </a:lnTo>
                  <a:lnTo>
                    <a:pt x="51269" y="29357"/>
                  </a:lnTo>
                  <a:lnTo>
                    <a:pt x="39287" y="29307"/>
                  </a:lnTo>
                  <a:lnTo>
                    <a:pt x="34417" y="31410"/>
                  </a:lnTo>
                  <a:lnTo>
                    <a:pt x="31764" y="30517"/>
                  </a:lnTo>
                  <a:lnTo>
                    <a:pt x="26185" y="34622"/>
                  </a:lnTo>
                  <a:lnTo>
                    <a:pt x="25703" y="35762"/>
                  </a:lnTo>
                  <a:lnTo>
                    <a:pt x="21110" y="32784"/>
                  </a:lnTo>
                  <a:lnTo>
                    <a:pt x="12548" y="36565"/>
                  </a:lnTo>
                  <a:lnTo>
                    <a:pt x="8908" y="37328"/>
                  </a:lnTo>
                  <a:lnTo>
                    <a:pt x="6467" y="32412"/>
                  </a:lnTo>
                  <a:lnTo>
                    <a:pt x="10034" y="29670"/>
                  </a:lnTo>
                  <a:lnTo>
                    <a:pt x="10723" y="27036"/>
                  </a:lnTo>
                  <a:lnTo>
                    <a:pt x="6718" y="21567"/>
                  </a:lnTo>
                  <a:lnTo>
                    <a:pt x="978" y="17488"/>
                  </a:lnTo>
                  <a:lnTo>
                    <a:pt x="0" y="14535"/>
                  </a:lnTo>
                  <a:lnTo>
                    <a:pt x="6117" y="12584"/>
                  </a:lnTo>
                  <a:lnTo>
                    <a:pt x="9414" y="8420"/>
                  </a:lnTo>
                  <a:lnTo>
                    <a:pt x="190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h454"/>
            <p:cNvSpPr/>
            <p:nvPr/>
          </p:nvSpPr>
          <p:spPr>
            <a:xfrm>
              <a:off x="1923063" y="2451150"/>
              <a:ext cx="64537" cy="67582"/>
            </a:xfrm>
            <a:custGeom>
              <a:avLst/>
              <a:pathLst>
                <a:path w="64537" h="67582">
                  <a:moveTo>
                    <a:pt x="57319" y="2561"/>
                  </a:moveTo>
                  <a:lnTo>
                    <a:pt x="64537" y="3013"/>
                  </a:lnTo>
                  <a:lnTo>
                    <a:pt x="63546" y="8435"/>
                  </a:lnTo>
                  <a:lnTo>
                    <a:pt x="61575" y="10456"/>
                  </a:lnTo>
                  <a:lnTo>
                    <a:pt x="57467" y="7261"/>
                  </a:lnTo>
                  <a:lnTo>
                    <a:pt x="54356" y="8542"/>
                  </a:lnTo>
                  <a:lnTo>
                    <a:pt x="54148" y="10608"/>
                  </a:lnTo>
                  <a:lnTo>
                    <a:pt x="53741" y="12897"/>
                  </a:lnTo>
                  <a:lnTo>
                    <a:pt x="52926" y="13759"/>
                  </a:lnTo>
                  <a:lnTo>
                    <a:pt x="33517" y="27923"/>
                  </a:lnTo>
                  <a:lnTo>
                    <a:pt x="28267" y="41201"/>
                  </a:lnTo>
                  <a:lnTo>
                    <a:pt x="27859" y="45238"/>
                  </a:lnTo>
                  <a:lnTo>
                    <a:pt x="26015" y="61258"/>
                  </a:lnTo>
                  <a:lnTo>
                    <a:pt x="21181" y="67582"/>
                  </a:lnTo>
                  <a:lnTo>
                    <a:pt x="20871" y="63392"/>
                  </a:lnTo>
                  <a:lnTo>
                    <a:pt x="19154" y="64203"/>
                  </a:lnTo>
                  <a:lnTo>
                    <a:pt x="14128" y="64023"/>
                  </a:lnTo>
                  <a:lnTo>
                    <a:pt x="11906" y="62061"/>
                  </a:lnTo>
                  <a:lnTo>
                    <a:pt x="10592" y="61942"/>
                  </a:lnTo>
                  <a:lnTo>
                    <a:pt x="7742" y="64603"/>
                  </a:lnTo>
                  <a:lnTo>
                    <a:pt x="5982" y="64877"/>
                  </a:lnTo>
                  <a:lnTo>
                    <a:pt x="2539" y="62709"/>
                  </a:lnTo>
                  <a:lnTo>
                    <a:pt x="0" y="58540"/>
                  </a:lnTo>
                  <a:lnTo>
                    <a:pt x="360" y="55583"/>
                  </a:lnTo>
                  <a:lnTo>
                    <a:pt x="3264" y="47006"/>
                  </a:lnTo>
                  <a:lnTo>
                    <a:pt x="6660" y="46152"/>
                  </a:lnTo>
                  <a:lnTo>
                    <a:pt x="7911" y="44931"/>
                  </a:lnTo>
                  <a:lnTo>
                    <a:pt x="9337" y="40664"/>
                  </a:lnTo>
                  <a:lnTo>
                    <a:pt x="9507" y="37392"/>
                  </a:lnTo>
                  <a:lnTo>
                    <a:pt x="8692" y="35217"/>
                  </a:lnTo>
                  <a:lnTo>
                    <a:pt x="5682" y="34360"/>
                  </a:lnTo>
                  <a:lnTo>
                    <a:pt x="3362" y="31608"/>
                  </a:lnTo>
                  <a:lnTo>
                    <a:pt x="8030" y="31544"/>
                  </a:lnTo>
                  <a:lnTo>
                    <a:pt x="6403" y="25432"/>
                  </a:lnTo>
                  <a:lnTo>
                    <a:pt x="8514" y="23163"/>
                  </a:lnTo>
                  <a:lnTo>
                    <a:pt x="11176" y="21720"/>
                  </a:lnTo>
                  <a:lnTo>
                    <a:pt x="10146" y="19300"/>
                  </a:lnTo>
                  <a:lnTo>
                    <a:pt x="7010" y="18268"/>
                  </a:lnTo>
                  <a:lnTo>
                    <a:pt x="6146" y="15249"/>
                  </a:lnTo>
                  <a:lnTo>
                    <a:pt x="6431" y="11665"/>
                  </a:lnTo>
                  <a:lnTo>
                    <a:pt x="2467" y="10084"/>
                  </a:lnTo>
                  <a:lnTo>
                    <a:pt x="2159" y="8730"/>
                  </a:lnTo>
                  <a:lnTo>
                    <a:pt x="9718" y="11572"/>
                  </a:lnTo>
                  <a:lnTo>
                    <a:pt x="10213" y="18233"/>
                  </a:lnTo>
                  <a:lnTo>
                    <a:pt x="14837" y="7784"/>
                  </a:lnTo>
                  <a:lnTo>
                    <a:pt x="18089" y="8138"/>
                  </a:lnTo>
                  <a:lnTo>
                    <a:pt x="20370" y="9803"/>
                  </a:lnTo>
                  <a:lnTo>
                    <a:pt x="27709" y="9206"/>
                  </a:lnTo>
                  <a:lnTo>
                    <a:pt x="25716" y="11417"/>
                  </a:lnTo>
                  <a:lnTo>
                    <a:pt x="30605" y="10965"/>
                  </a:lnTo>
                  <a:lnTo>
                    <a:pt x="32535" y="8472"/>
                  </a:lnTo>
                  <a:lnTo>
                    <a:pt x="36265" y="5952"/>
                  </a:lnTo>
                  <a:lnTo>
                    <a:pt x="38826" y="9936"/>
                  </a:lnTo>
                  <a:lnTo>
                    <a:pt x="37039" y="12577"/>
                  </a:lnTo>
                  <a:lnTo>
                    <a:pt x="38222" y="12674"/>
                  </a:lnTo>
                  <a:lnTo>
                    <a:pt x="40974" y="10460"/>
                  </a:lnTo>
                  <a:lnTo>
                    <a:pt x="40857" y="4063"/>
                  </a:lnTo>
                  <a:lnTo>
                    <a:pt x="44764" y="3616"/>
                  </a:lnTo>
                  <a:lnTo>
                    <a:pt x="5845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h455"/>
            <p:cNvSpPr/>
            <p:nvPr/>
          </p:nvSpPr>
          <p:spPr>
            <a:xfrm>
              <a:off x="1964285" y="2087883"/>
              <a:ext cx="83440" cy="110709"/>
            </a:xfrm>
            <a:custGeom>
              <a:avLst/>
              <a:pathLst>
                <a:path w="83440" h="110709">
                  <a:moveTo>
                    <a:pt x="19725" y="88"/>
                  </a:moveTo>
                  <a:lnTo>
                    <a:pt x="37028" y="3738"/>
                  </a:lnTo>
                  <a:lnTo>
                    <a:pt x="41388" y="4477"/>
                  </a:lnTo>
                  <a:lnTo>
                    <a:pt x="43629" y="7709"/>
                  </a:lnTo>
                  <a:lnTo>
                    <a:pt x="67181" y="16992"/>
                  </a:lnTo>
                  <a:lnTo>
                    <a:pt x="71637" y="18748"/>
                  </a:lnTo>
                  <a:lnTo>
                    <a:pt x="77518" y="47451"/>
                  </a:lnTo>
                  <a:lnTo>
                    <a:pt x="83440" y="56678"/>
                  </a:lnTo>
                  <a:lnTo>
                    <a:pt x="73658" y="73534"/>
                  </a:lnTo>
                  <a:lnTo>
                    <a:pt x="73779" y="105131"/>
                  </a:lnTo>
                  <a:lnTo>
                    <a:pt x="70862" y="107388"/>
                  </a:lnTo>
                  <a:lnTo>
                    <a:pt x="68912" y="107500"/>
                  </a:lnTo>
                  <a:lnTo>
                    <a:pt x="67829" y="105308"/>
                  </a:lnTo>
                  <a:lnTo>
                    <a:pt x="63300" y="105900"/>
                  </a:lnTo>
                  <a:lnTo>
                    <a:pt x="66760" y="109971"/>
                  </a:lnTo>
                  <a:lnTo>
                    <a:pt x="63916" y="110709"/>
                  </a:lnTo>
                  <a:lnTo>
                    <a:pt x="61492" y="107659"/>
                  </a:lnTo>
                  <a:lnTo>
                    <a:pt x="59163" y="107283"/>
                  </a:lnTo>
                  <a:lnTo>
                    <a:pt x="58845" y="110437"/>
                  </a:lnTo>
                  <a:lnTo>
                    <a:pt x="56411" y="110239"/>
                  </a:lnTo>
                  <a:lnTo>
                    <a:pt x="54761" y="106530"/>
                  </a:lnTo>
                  <a:lnTo>
                    <a:pt x="52612" y="106250"/>
                  </a:lnTo>
                  <a:lnTo>
                    <a:pt x="50328" y="104817"/>
                  </a:lnTo>
                  <a:lnTo>
                    <a:pt x="49774" y="103572"/>
                  </a:lnTo>
                  <a:lnTo>
                    <a:pt x="50156" y="102536"/>
                  </a:lnTo>
                  <a:lnTo>
                    <a:pt x="49416" y="100650"/>
                  </a:lnTo>
                  <a:lnTo>
                    <a:pt x="47302" y="99094"/>
                  </a:lnTo>
                  <a:lnTo>
                    <a:pt x="43560" y="101924"/>
                  </a:lnTo>
                  <a:lnTo>
                    <a:pt x="36001" y="80355"/>
                  </a:lnTo>
                  <a:lnTo>
                    <a:pt x="21372" y="64897"/>
                  </a:lnTo>
                  <a:lnTo>
                    <a:pt x="3203" y="42610"/>
                  </a:lnTo>
                  <a:lnTo>
                    <a:pt x="9247" y="37341"/>
                  </a:lnTo>
                  <a:lnTo>
                    <a:pt x="9146" y="31107"/>
                  </a:lnTo>
                  <a:lnTo>
                    <a:pt x="10449" y="25234"/>
                  </a:lnTo>
                  <a:lnTo>
                    <a:pt x="10195" y="23336"/>
                  </a:lnTo>
                  <a:lnTo>
                    <a:pt x="2847" y="22961"/>
                  </a:lnTo>
                  <a:lnTo>
                    <a:pt x="2047" y="21968"/>
                  </a:lnTo>
                  <a:lnTo>
                    <a:pt x="3060" y="18556"/>
                  </a:lnTo>
                  <a:lnTo>
                    <a:pt x="3047" y="14651"/>
                  </a:lnTo>
                  <a:lnTo>
                    <a:pt x="0" y="13082"/>
                  </a:lnTo>
                  <a:lnTo>
                    <a:pt x="1210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h456"/>
            <p:cNvSpPr/>
            <p:nvPr/>
          </p:nvSpPr>
          <p:spPr>
            <a:xfrm>
              <a:off x="1969598" y="2205358"/>
              <a:ext cx="68948" cy="70830"/>
            </a:xfrm>
            <a:custGeom>
              <a:avLst/>
              <a:pathLst>
                <a:path w="68948" h="70830">
                  <a:moveTo>
                    <a:pt x="14568" y="64"/>
                  </a:moveTo>
                  <a:lnTo>
                    <a:pt x="17972" y="1190"/>
                  </a:lnTo>
                  <a:lnTo>
                    <a:pt x="29646" y="2594"/>
                  </a:lnTo>
                  <a:lnTo>
                    <a:pt x="31248" y="4194"/>
                  </a:lnTo>
                  <a:lnTo>
                    <a:pt x="36862" y="10650"/>
                  </a:lnTo>
                  <a:lnTo>
                    <a:pt x="39937" y="17382"/>
                  </a:lnTo>
                  <a:lnTo>
                    <a:pt x="42472" y="20549"/>
                  </a:lnTo>
                  <a:lnTo>
                    <a:pt x="44110" y="21802"/>
                  </a:lnTo>
                  <a:lnTo>
                    <a:pt x="45582" y="20419"/>
                  </a:lnTo>
                  <a:lnTo>
                    <a:pt x="46286" y="20828"/>
                  </a:lnTo>
                  <a:lnTo>
                    <a:pt x="52261" y="27766"/>
                  </a:lnTo>
                  <a:lnTo>
                    <a:pt x="63214" y="40242"/>
                  </a:lnTo>
                  <a:lnTo>
                    <a:pt x="65525" y="42422"/>
                  </a:lnTo>
                  <a:lnTo>
                    <a:pt x="68510" y="43201"/>
                  </a:lnTo>
                  <a:lnTo>
                    <a:pt x="68948" y="47821"/>
                  </a:lnTo>
                  <a:lnTo>
                    <a:pt x="67403" y="47613"/>
                  </a:lnTo>
                  <a:lnTo>
                    <a:pt x="65786" y="45163"/>
                  </a:lnTo>
                  <a:lnTo>
                    <a:pt x="60019" y="45002"/>
                  </a:lnTo>
                  <a:lnTo>
                    <a:pt x="55406" y="47112"/>
                  </a:lnTo>
                  <a:lnTo>
                    <a:pt x="53507" y="53311"/>
                  </a:lnTo>
                  <a:lnTo>
                    <a:pt x="51946" y="54746"/>
                  </a:lnTo>
                  <a:lnTo>
                    <a:pt x="50574" y="58914"/>
                  </a:lnTo>
                  <a:lnTo>
                    <a:pt x="50244" y="63198"/>
                  </a:lnTo>
                  <a:lnTo>
                    <a:pt x="47835" y="65384"/>
                  </a:lnTo>
                  <a:lnTo>
                    <a:pt x="39178" y="68455"/>
                  </a:lnTo>
                  <a:lnTo>
                    <a:pt x="27669" y="70830"/>
                  </a:lnTo>
                  <a:lnTo>
                    <a:pt x="23660" y="68639"/>
                  </a:lnTo>
                  <a:lnTo>
                    <a:pt x="21133" y="59343"/>
                  </a:lnTo>
                  <a:lnTo>
                    <a:pt x="16417" y="49775"/>
                  </a:lnTo>
                  <a:lnTo>
                    <a:pt x="19686" y="44751"/>
                  </a:lnTo>
                  <a:lnTo>
                    <a:pt x="13819" y="36506"/>
                  </a:lnTo>
                  <a:lnTo>
                    <a:pt x="7974" y="37482"/>
                  </a:lnTo>
                  <a:lnTo>
                    <a:pt x="7715" y="35143"/>
                  </a:lnTo>
                  <a:lnTo>
                    <a:pt x="2901" y="36722"/>
                  </a:lnTo>
                  <a:lnTo>
                    <a:pt x="633" y="31034"/>
                  </a:lnTo>
                  <a:lnTo>
                    <a:pt x="0" y="25806"/>
                  </a:lnTo>
                  <a:lnTo>
                    <a:pt x="4359" y="32778"/>
                  </a:lnTo>
                  <a:lnTo>
                    <a:pt x="8956" y="34904"/>
                  </a:lnTo>
                  <a:lnTo>
                    <a:pt x="12230" y="34272"/>
                  </a:lnTo>
                  <a:lnTo>
                    <a:pt x="9755" y="27017"/>
                  </a:lnTo>
                  <a:lnTo>
                    <a:pt x="13143" y="27208"/>
                  </a:lnTo>
                  <a:lnTo>
                    <a:pt x="12517" y="25547"/>
                  </a:lnTo>
                  <a:lnTo>
                    <a:pt x="12131" y="24630"/>
                  </a:lnTo>
                  <a:lnTo>
                    <a:pt x="6902" y="24346"/>
                  </a:lnTo>
                  <a:lnTo>
                    <a:pt x="7462" y="17063"/>
                  </a:lnTo>
                  <a:lnTo>
                    <a:pt x="8694" y="16635"/>
                  </a:lnTo>
                  <a:lnTo>
                    <a:pt x="3753" y="9383"/>
                  </a:lnTo>
                  <a:lnTo>
                    <a:pt x="2737" y="9937"/>
                  </a:lnTo>
                  <a:lnTo>
                    <a:pt x="1544" y="7290"/>
                  </a:lnTo>
                  <a:lnTo>
                    <a:pt x="1482" y="6136"/>
                  </a:lnTo>
                  <a:lnTo>
                    <a:pt x="5815" y="4648"/>
                  </a:lnTo>
                  <a:lnTo>
                    <a:pt x="4465" y="1722"/>
                  </a:lnTo>
                  <a:lnTo>
                    <a:pt x="733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h457"/>
            <p:cNvSpPr/>
            <p:nvPr/>
          </p:nvSpPr>
          <p:spPr>
            <a:xfrm>
              <a:off x="1844088" y="2441964"/>
              <a:ext cx="108154" cy="169261"/>
            </a:xfrm>
            <a:custGeom>
              <a:avLst/>
              <a:pathLst>
                <a:path w="108154" h="169261">
                  <a:moveTo>
                    <a:pt x="64124" y="2034"/>
                  </a:moveTo>
                  <a:lnTo>
                    <a:pt x="67478" y="2898"/>
                  </a:lnTo>
                  <a:lnTo>
                    <a:pt x="74931" y="1425"/>
                  </a:lnTo>
                  <a:lnTo>
                    <a:pt x="75113" y="627"/>
                  </a:lnTo>
                  <a:lnTo>
                    <a:pt x="77529" y="2408"/>
                  </a:lnTo>
                  <a:lnTo>
                    <a:pt x="83893" y="2348"/>
                  </a:lnTo>
                  <a:lnTo>
                    <a:pt x="87417" y="4547"/>
                  </a:lnTo>
                  <a:lnTo>
                    <a:pt x="90514" y="7667"/>
                  </a:lnTo>
                  <a:lnTo>
                    <a:pt x="90402" y="10897"/>
                  </a:lnTo>
                  <a:lnTo>
                    <a:pt x="89289" y="13248"/>
                  </a:lnTo>
                  <a:lnTo>
                    <a:pt x="89275" y="16868"/>
                  </a:lnTo>
                  <a:lnTo>
                    <a:pt x="93812" y="16970"/>
                  </a:lnTo>
                  <a:lnTo>
                    <a:pt x="89188" y="27418"/>
                  </a:lnTo>
                  <a:lnTo>
                    <a:pt x="88693" y="20757"/>
                  </a:lnTo>
                  <a:lnTo>
                    <a:pt x="81134" y="17916"/>
                  </a:lnTo>
                  <a:lnTo>
                    <a:pt x="81442" y="19269"/>
                  </a:lnTo>
                  <a:lnTo>
                    <a:pt x="85406" y="20851"/>
                  </a:lnTo>
                  <a:lnTo>
                    <a:pt x="85121" y="24434"/>
                  </a:lnTo>
                  <a:lnTo>
                    <a:pt x="85985" y="27454"/>
                  </a:lnTo>
                  <a:lnTo>
                    <a:pt x="89121" y="28485"/>
                  </a:lnTo>
                  <a:lnTo>
                    <a:pt x="90151" y="30905"/>
                  </a:lnTo>
                  <a:lnTo>
                    <a:pt x="87489" y="32349"/>
                  </a:lnTo>
                  <a:lnTo>
                    <a:pt x="85378" y="34617"/>
                  </a:lnTo>
                  <a:lnTo>
                    <a:pt x="87005" y="40729"/>
                  </a:lnTo>
                  <a:lnTo>
                    <a:pt x="82337" y="40794"/>
                  </a:lnTo>
                  <a:lnTo>
                    <a:pt x="84657" y="43545"/>
                  </a:lnTo>
                  <a:lnTo>
                    <a:pt x="87667" y="44403"/>
                  </a:lnTo>
                  <a:lnTo>
                    <a:pt x="88482" y="46578"/>
                  </a:lnTo>
                  <a:lnTo>
                    <a:pt x="88312" y="49850"/>
                  </a:lnTo>
                  <a:lnTo>
                    <a:pt x="86886" y="54117"/>
                  </a:lnTo>
                  <a:lnTo>
                    <a:pt x="85635" y="55338"/>
                  </a:lnTo>
                  <a:lnTo>
                    <a:pt x="82239" y="56192"/>
                  </a:lnTo>
                  <a:lnTo>
                    <a:pt x="79335" y="64769"/>
                  </a:lnTo>
                  <a:lnTo>
                    <a:pt x="78974" y="67726"/>
                  </a:lnTo>
                  <a:lnTo>
                    <a:pt x="81514" y="71895"/>
                  </a:lnTo>
                  <a:lnTo>
                    <a:pt x="84957" y="74063"/>
                  </a:lnTo>
                  <a:lnTo>
                    <a:pt x="86717" y="73788"/>
                  </a:lnTo>
                  <a:lnTo>
                    <a:pt x="89567" y="71128"/>
                  </a:lnTo>
                  <a:lnTo>
                    <a:pt x="90881" y="71246"/>
                  </a:lnTo>
                  <a:lnTo>
                    <a:pt x="93103" y="73209"/>
                  </a:lnTo>
                  <a:lnTo>
                    <a:pt x="98129" y="73388"/>
                  </a:lnTo>
                  <a:lnTo>
                    <a:pt x="99846" y="72577"/>
                  </a:lnTo>
                  <a:lnTo>
                    <a:pt x="100156" y="76767"/>
                  </a:lnTo>
                  <a:lnTo>
                    <a:pt x="99730" y="94114"/>
                  </a:lnTo>
                  <a:lnTo>
                    <a:pt x="100907" y="95023"/>
                  </a:lnTo>
                  <a:lnTo>
                    <a:pt x="100289" y="96289"/>
                  </a:lnTo>
                  <a:lnTo>
                    <a:pt x="100572" y="98964"/>
                  </a:lnTo>
                  <a:lnTo>
                    <a:pt x="102224" y="101382"/>
                  </a:lnTo>
                  <a:lnTo>
                    <a:pt x="105915" y="103695"/>
                  </a:lnTo>
                  <a:lnTo>
                    <a:pt x="106835" y="105829"/>
                  </a:lnTo>
                  <a:lnTo>
                    <a:pt x="106454" y="113494"/>
                  </a:lnTo>
                  <a:lnTo>
                    <a:pt x="108154" y="118311"/>
                  </a:lnTo>
                  <a:lnTo>
                    <a:pt x="105976" y="120163"/>
                  </a:lnTo>
                  <a:lnTo>
                    <a:pt x="98479" y="120676"/>
                  </a:lnTo>
                  <a:lnTo>
                    <a:pt x="96451" y="118526"/>
                  </a:lnTo>
                  <a:lnTo>
                    <a:pt x="94137" y="118165"/>
                  </a:lnTo>
                  <a:lnTo>
                    <a:pt x="89063" y="123183"/>
                  </a:lnTo>
                  <a:lnTo>
                    <a:pt x="86658" y="131311"/>
                  </a:lnTo>
                  <a:lnTo>
                    <a:pt x="88318" y="140717"/>
                  </a:lnTo>
                  <a:lnTo>
                    <a:pt x="82644" y="146980"/>
                  </a:lnTo>
                  <a:lnTo>
                    <a:pt x="82782" y="149105"/>
                  </a:lnTo>
                  <a:lnTo>
                    <a:pt x="85278" y="154456"/>
                  </a:lnTo>
                  <a:lnTo>
                    <a:pt x="82635" y="158834"/>
                  </a:lnTo>
                  <a:lnTo>
                    <a:pt x="79332" y="161883"/>
                  </a:lnTo>
                  <a:lnTo>
                    <a:pt x="76850" y="160422"/>
                  </a:lnTo>
                  <a:lnTo>
                    <a:pt x="67083" y="164397"/>
                  </a:lnTo>
                  <a:lnTo>
                    <a:pt x="63759" y="166892"/>
                  </a:lnTo>
                  <a:lnTo>
                    <a:pt x="63879" y="168551"/>
                  </a:lnTo>
                  <a:lnTo>
                    <a:pt x="61772" y="169261"/>
                  </a:lnTo>
                  <a:lnTo>
                    <a:pt x="53535" y="162541"/>
                  </a:lnTo>
                  <a:lnTo>
                    <a:pt x="51050" y="157145"/>
                  </a:lnTo>
                  <a:lnTo>
                    <a:pt x="51401" y="155362"/>
                  </a:lnTo>
                  <a:lnTo>
                    <a:pt x="45579" y="155059"/>
                  </a:lnTo>
                  <a:lnTo>
                    <a:pt x="45609" y="146131"/>
                  </a:lnTo>
                  <a:lnTo>
                    <a:pt x="44182" y="142774"/>
                  </a:lnTo>
                  <a:lnTo>
                    <a:pt x="40052" y="143919"/>
                  </a:lnTo>
                  <a:lnTo>
                    <a:pt x="36764" y="143486"/>
                  </a:lnTo>
                  <a:lnTo>
                    <a:pt x="34091" y="142010"/>
                  </a:lnTo>
                  <a:lnTo>
                    <a:pt x="32248" y="137926"/>
                  </a:lnTo>
                  <a:lnTo>
                    <a:pt x="32846" y="134559"/>
                  </a:lnTo>
                  <a:lnTo>
                    <a:pt x="31278" y="132705"/>
                  </a:lnTo>
                  <a:lnTo>
                    <a:pt x="23583" y="132501"/>
                  </a:lnTo>
                  <a:lnTo>
                    <a:pt x="23033" y="137395"/>
                  </a:lnTo>
                  <a:lnTo>
                    <a:pt x="11966" y="149270"/>
                  </a:lnTo>
                  <a:lnTo>
                    <a:pt x="8925" y="149990"/>
                  </a:lnTo>
                  <a:lnTo>
                    <a:pt x="6973" y="139611"/>
                  </a:lnTo>
                  <a:lnTo>
                    <a:pt x="0" y="131042"/>
                  </a:lnTo>
                  <a:lnTo>
                    <a:pt x="491" y="128446"/>
                  </a:lnTo>
                  <a:lnTo>
                    <a:pt x="1741" y="127322"/>
                  </a:lnTo>
                  <a:lnTo>
                    <a:pt x="20010" y="121838"/>
                  </a:lnTo>
                  <a:lnTo>
                    <a:pt x="17510" y="120464"/>
                  </a:lnTo>
                  <a:lnTo>
                    <a:pt x="18742" y="114420"/>
                  </a:lnTo>
                  <a:lnTo>
                    <a:pt x="17379" y="111991"/>
                  </a:lnTo>
                  <a:lnTo>
                    <a:pt x="15653" y="111060"/>
                  </a:lnTo>
                  <a:lnTo>
                    <a:pt x="12894" y="112633"/>
                  </a:lnTo>
                  <a:lnTo>
                    <a:pt x="9706" y="109898"/>
                  </a:lnTo>
                  <a:lnTo>
                    <a:pt x="9782" y="105398"/>
                  </a:lnTo>
                  <a:lnTo>
                    <a:pt x="7538" y="99590"/>
                  </a:lnTo>
                  <a:lnTo>
                    <a:pt x="7840" y="94116"/>
                  </a:lnTo>
                  <a:lnTo>
                    <a:pt x="8418" y="93114"/>
                  </a:lnTo>
                  <a:lnTo>
                    <a:pt x="9048" y="88805"/>
                  </a:lnTo>
                  <a:lnTo>
                    <a:pt x="15939" y="84831"/>
                  </a:lnTo>
                  <a:lnTo>
                    <a:pt x="17481" y="85328"/>
                  </a:lnTo>
                  <a:lnTo>
                    <a:pt x="24052" y="80452"/>
                  </a:lnTo>
                  <a:lnTo>
                    <a:pt x="27679" y="79561"/>
                  </a:lnTo>
                  <a:lnTo>
                    <a:pt x="31716" y="73837"/>
                  </a:lnTo>
                  <a:lnTo>
                    <a:pt x="32257" y="66450"/>
                  </a:lnTo>
                  <a:lnTo>
                    <a:pt x="30411" y="65461"/>
                  </a:lnTo>
                  <a:lnTo>
                    <a:pt x="29504" y="64124"/>
                  </a:lnTo>
                  <a:lnTo>
                    <a:pt x="29346" y="58741"/>
                  </a:lnTo>
                  <a:lnTo>
                    <a:pt x="31650" y="49677"/>
                  </a:lnTo>
                  <a:lnTo>
                    <a:pt x="32165" y="48752"/>
                  </a:lnTo>
                  <a:lnTo>
                    <a:pt x="34110" y="47912"/>
                  </a:lnTo>
                  <a:lnTo>
                    <a:pt x="36692" y="42396"/>
                  </a:lnTo>
                  <a:lnTo>
                    <a:pt x="35712" y="40717"/>
                  </a:lnTo>
                  <a:lnTo>
                    <a:pt x="30834" y="46730"/>
                  </a:lnTo>
                  <a:lnTo>
                    <a:pt x="30686" y="43568"/>
                  </a:lnTo>
                  <a:lnTo>
                    <a:pt x="30595" y="33363"/>
                  </a:lnTo>
                  <a:lnTo>
                    <a:pt x="39729" y="33227"/>
                  </a:lnTo>
                  <a:lnTo>
                    <a:pt x="39906" y="30378"/>
                  </a:lnTo>
                  <a:lnTo>
                    <a:pt x="45853" y="34226"/>
                  </a:lnTo>
                  <a:lnTo>
                    <a:pt x="48206" y="32039"/>
                  </a:lnTo>
                  <a:lnTo>
                    <a:pt x="48496" y="29974"/>
                  </a:lnTo>
                  <a:lnTo>
                    <a:pt x="46420" y="27823"/>
                  </a:lnTo>
                  <a:lnTo>
                    <a:pt x="54441" y="23080"/>
                  </a:lnTo>
                  <a:lnTo>
                    <a:pt x="57321" y="25401"/>
                  </a:lnTo>
                  <a:lnTo>
                    <a:pt x="62750" y="15865"/>
                  </a:lnTo>
                  <a:lnTo>
                    <a:pt x="63330" y="16904"/>
                  </a:lnTo>
                  <a:lnTo>
                    <a:pt x="62292" y="19366"/>
                  </a:lnTo>
                  <a:lnTo>
                    <a:pt x="69008" y="19620"/>
                  </a:lnTo>
                  <a:lnTo>
                    <a:pt x="71096" y="19128"/>
                  </a:lnTo>
                  <a:lnTo>
                    <a:pt x="70972" y="17986"/>
                  </a:lnTo>
                  <a:lnTo>
                    <a:pt x="66172" y="17944"/>
                  </a:lnTo>
                  <a:lnTo>
                    <a:pt x="65015" y="15584"/>
                  </a:lnTo>
                  <a:lnTo>
                    <a:pt x="66460" y="13219"/>
                  </a:lnTo>
                  <a:lnTo>
                    <a:pt x="68697" y="13017"/>
                  </a:lnTo>
                  <a:lnTo>
                    <a:pt x="71022" y="14916"/>
                  </a:lnTo>
                  <a:lnTo>
                    <a:pt x="75041" y="12650"/>
                  </a:lnTo>
                  <a:lnTo>
                    <a:pt x="74604" y="11039"/>
                  </a:lnTo>
                  <a:lnTo>
                    <a:pt x="73677" y="9912"/>
                  </a:lnTo>
                  <a:lnTo>
                    <a:pt x="71652" y="9357"/>
                  </a:lnTo>
                  <a:lnTo>
                    <a:pt x="68172" y="10636"/>
                  </a:lnTo>
                  <a:lnTo>
                    <a:pt x="64226" y="7647"/>
                  </a:lnTo>
                  <a:lnTo>
                    <a:pt x="60487" y="3536"/>
                  </a:lnTo>
                  <a:lnTo>
                    <a:pt x="6115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h458"/>
            <p:cNvSpPr/>
            <p:nvPr/>
          </p:nvSpPr>
          <p:spPr>
            <a:xfrm>
              <a:off x="1725416" y="2332133"/>
              <a:ext cx="105523" cy="132189"/>
            </a:xfrm>
            <a:custGeom>
              <a:avLst/>
              <a:pathLst>
                <a:path w="105523" h="132189">
                  <a:moveTo>
                    <a:pt x="93571" y="2725"/>
                  </a:moveTo>
                  <a:lnTo>
                    <a:pt x="95144" y="3327"/>
                  </a:lnTo>
                  <a:lnTo>
                    <a:pt x="88732" y="12281"/>
                  </a:lnTo>
                  <a:lnTo>
                    <a:pt x="89555" y="17210"/>
                  </a:lnTo>
                  <a:lnTo>
                    <a:pt x="78380" y="17709"/>
                  </a:lnTo>
                  <a:lnTo>
                    <a:pt x="82120" y="20383"/>
                  </a:lnTo>
                  <a:lnTo>
                    <a:pt x="85508" y="27110"/>
                  </a:lnTo>
                  <a:lnTo>
                    <a:pt x="84716" y="31684"/>
                  </a:lnTo>
                  <a:lnTo>
                    <a:pt x="81935" y="34499"/>
                  </a:lnTo>
                  <a:lnTo>
                    <a:pt x="105523" y="45297"/>
                  </a:lnTo>
                  <a:lnTo>
                    <a:pt x="103802" y="53367"/>
                  </a:lnTo>
                  <a:lnTo>
                    <a:pt x="96986" y="55248"/>
                  </a:lnTo>
                  <a:lnTo>
                    <a:pt x="93828" y="54248"/>
                  </a:lnTo>
                  <a:lnTo>
                    <a:pt x="89811" y="54672"/>
                  </a:lnTo>
                  <a:lnTo>
                    <a:pt x="82775" y="58976"/>
                  </a:lnTo>
                  <a:lnTo>
                    <a:pt x="85505" y="58389"/>
                  </a:lnTo>
                  <a:lnTo>
                    <a:pt x="84302" y="60708"/>
                  </a:lnTo>
                  <a:lnTo>
                    <a:pt x="78469" y="64419"/>
                  </a:lnTo>
                  <a:lnTo>
                    <a:pt x="76522" y="70928"/>
                  </a:lnTo>
                  <a:lnTo>
                    <a:pt x="73370" y="71682"/>
                  </a:lnTo>
                  <a:lnTo>
                    <a:pt x="69200" y="76127"/>
                  </a:lnTo>
                  <a:lnTo>
                    <a:pt x="67789" y="78838"/>
                  </a:lnTo>
                  <a:lnTo>
                    <a:pt x="67419" y="83779"/>
                  </a:lnTo>
                  <a:lnTo>
                    <a:pt x="54000" y="90064"/>
                  </a:lnTo>
                  <a:lnTo>
                    <a:pt x="52033" y="103146"/>
                  </a:lnTo>
                  <a:lnTo>
                    <a:pt x="49513" y="108761"/>
                  </a:lnTo>
                  <a:lnTo>
                    <a:pt x="49736" y="111032"/>
                  </a:lnTo>
                  <a:lnTo>
                    <a:pt x="48430" y="117702"/>
                  </a:lnTo>
                  <a:lnTo>
                    <a:pt x="46054" y="119655"/>
                  </a:lnTo>
                  <a:lnTo>
                    <a:pt x="41880" y="121361"/>
                  </a:lnTo>
                  <a:lnTo>
                    <a:pt x="42394" y="125927"/>
                  </a:lnTo>
                  <a:lnTo>
                    <a:pt x="41881" y="129219"/>
                  </a:lnTo>
                  <a:lnTo>
                    <a:pt x="40624" y="128137"/>
                  </a:lnTo>
                  <a:lnTo>
                    <a:pt x="40146" y="125489"/>
                  </a:lnTo>
                  <a:lnTo>
                    <a:pt x="36413" y="126314"/>
                  </a:lnTo>
                  <a:lnTo>
                    <a:pt x="32122" y="127728"/>
                  </a:lnTo>
                  <a:lnTo>
                    <a:pt x="31087" y="132189"/>
                  </a:lnTo>
                  <a:lnTo>
                    <a:pt x="29423" y="127907"/>
                  </a:lnTo>
                  <a:lnTo>
                    <a:pt x="27793" y="116462"/>
                  </a:lnTo>
                  <a:lnTo>
                    <a:pt x="30220" y="109957"/>
                  </a:lnTo>
                  <a:lnTo>
                    <a:pt x="28041" y="107266"/>
                  </a:lnTo>
                  <a:lnTo>
                    <a:pt x="27547" y="103308"/>
                  </a:lnTo>
                  <a:lnTo>
                    <a:pt x="26754" y="103674"/>
                  </a:lnTo>
                  <a:lnTo>
                    <a:pt x="25474" y="100283"/>
                  </a:lnTo>
                  <a:lnTo>
                    <a:pt x="24517" y="97748"/>
                  </a:lnTo>
                  <a:lnTo>
                    <a:pt x="25571" y="89709"/>
                  </a:lnTo>
                  <a:lnTo>
                    <a:pt x="34905" y="93929"/>
                  </a:lnTo>
                  <a:lnTo>
                    <a:pt x="36021" y="91036"/>
                  </a:lnTo>
                  <a:lnTo>
                    <a:pt x="33527" y="87044"/>
                  </a:lnTo>
                  <a:lnTo>
                    <a:pt x="31556" y="85671"/>
                  </a:lnTo>
                  <a:lnTo>
                    <a:pt x="26601" y="85047"/>
                  </a:lnTo>
                  <a:lnTo>
                    <a:pt x="30751" y="80950"/>
                  </a:lnTo>
                  <a:lnTo>
                    <a:pt x="30396" y="79263"/>
                  </a:lnTo>
                  <a:lnTo>
                    <a:pt x="27993" y="78652"/>
                  </a:lnTo>
                  <a:lnTo>
                    <a:pt x="21095" y="73553"/>
                  </a:lnTo>
                  <a:lnTo>
                    <a:pt x="20666" y="69642"/>
                  </a:lnTo>
                  <a:lnTo>
                    <a:pt x="21556" y="65113"/>
                  </a:lnTo>
                  <a:lnTo>
                    <a:pt x="20948" y="61245"/>
                  </a:lnTo>
                  <a:lnTo>
                    <a:pt x="13870" y="48827"/>
                  </a:lnTo>
                  <a:lnTo>
                    <a:pt x="13448" y="46220"/>
                  </a:lnTo>
                  <a:lnTo>
                    <a:pt x="5324" y="37972"/>
                  </a:lnTo>
                  <a:lnTo>
                    <a:pt x="3661" y="25014"/>
                  </a:lnTo>
                  <a:lnTo>
                    <a:pt x="0" y="21243"/>
                  </a:lnTo>
                  <a:lnTo>
                    <a:pt x="7033" y="15783"/>
                  </a:lnTo>
                  <a:lnTo>
                    <a:pt x="6056" y="14448"/>
                  </a:lnTo>
                  <a:lnTo>
                    <a:pt x="14383" y="15941"/>
                  </a:lnTo>
                  <a:lnTo>
                    <a:pt x="18389" y="14514"/>
                  </a:lnTo>
                  <a:lnTo>
                    <a:pt x="20553" y="18734"/>
                  </a:lnTo>
                  <a:lnTo>
                    <a:pt x="22453" y="19484"/>
                  </a:lnTo>
                  <a:lnTo>
                    <a:pt x="24156" y="18353"/>
                  </a:lnTo>
                  <a:lnTo>
                    <a:pt x="24111" y="13421"/>
                  </a:lnTo>
                  <a:lnTo>
                    <a:pt x="24636" y="12589"/>
                  </a:lnTo>
                  <a:lnTo>
                    <a:pt x="30226" y="13098"/>
                  </a:lnTo>
                  <a:lnTo>
                    <a:pt x="34037" y="14457"/>
                  </a:lnTo>
                  <a:lnTo>
                    <a:pt x="38848" y="12595"/>
                  </a:lnTo>
                  <a:lnTo>
                    <a:pt x="39711" y="10272"/>
                  </a:lnTo>
                  <a:lnTo>
                    <a:pt x="51129" y="9438"/>
                  </a:lnTo>
                  <a:lnTo>
                    <a:pt x="51318" y="13423"/>
                  </a:lnTo>
                  <a:lnTo>
                    <a:pt x="54598" y="13715"/>
                  </a:lnTo>
                  <a:lnTo>
                    <a:pt x="54494" y="9288"/>
                  </a:lnTo>
                  <a:lnTo>
                    <a:pt x="56898" y="8302"/>
                  </a:lnTo>
                  <a:lnTo>
                    <a:pt x="58314" y="7720"/>
                  </a:lnTo>
                  <a:lnTo>
                    <a:pt x="61750" y="4219"/>
                  </a:lnTo>
                  <a:lnTo>
                    <a:pt x="65319" y="6301"/>
                  </a:lnTo>
                  <a:lnTo>
                    <a:pt x="77887" y="6525"/>
                  </a:lnTo>
                  <a:lnTo>
                    <a:pt x="80381" y="2947"/>
                  </a:lnTo>
                  <a:lnTo>
                    <a:pt x="86963" y="6656"/>
                  </a:lnTo>
                  <a:lnTo>
                    <a:pt x="86686" y="4913"/>
                  </a:lnTo>
                  <a:lnTo>
                    <a:pt x="9358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h459"/>
            <p:cNvSpPr/>
            <p:nvPr/>
          </p:nvSpPr>
          <p:spPr>
            <a:xfrm>
              <a:off x="1723814" y="2301426"/>
              <a:ext cx="64610" cy="50191"/>
            </a:xfrm>
            <a:custGeom>
              <a:avLst/>
              <a:pathLst>
                <a:path w="64610" h="50191">
                  <a:moveTo>
                    <a:pt x="36027" y="536"/>
                  </a:moveTo>
                  <a:lnTo>
                    <a:pt x="37634" y="4895"/>
                  </a:lnTo>
                  <a:lnTo>
                    <a:pt x="54562" y="11532"/>
                  </a:lnTo>
                  <a:lnTo>
                    <a:pt x="54570" y="9793"/>
                  </a:lnTo>
                  <a:lnTo>
                    <a:pt x="56767" y="10851"/>
                  </a:lnTo>
                  <a:lnTo>
                    <a:pt x="56681" y="16006"/>
                  </a:lnTo>
                  <a:lnTo>
                    <a:pt x="63214" y="15989"/>
                  </a:lnTo>
                  <a:lnTo>
                    <a:pt x="64610" y="20970"/>
                  </a:lnTo>
                  <a:lnTo>
                    <a:pt x="59499" y="32790"/>
                  </a:lnTo>
                  <a:lnTo>
                    <a:pt x="56168" y="34463"/>
                  </a:lnTo>
                  <a:lnTo>
                    <a:pt x="58499" y="39009"/>
                  </a:lnTo>
                  <a:lnTo>
                    <a:pt x="56096" y="39995"/>
                  </a:lnTo>
                  <a:lnTo>
                    <a:pt x="56199" y="44422"/>
                  </a:lnTo>
                  <a:lnTo>
                    <a:pt x="52920" y="44130"/>
                  </a:lnTo>
                  <a:lnTo>
                    <a:pt x="52731" y="40145"/>
                  </a:lnTo>
                  <a:lnTo>
                    <a:pt x="41312" y="40979"/>
                  </a:lnTo>
                  <a:lnTo>
                    <a:pt x="40450" y="43302"/>
                  </a:lnTo>
                  <a:lnTo>
                    <a:pt x="35638" y="45164"/>
                  </a:lnTo>
                  <a:lnTo>
                    <a:pt x="31828" y="43805"/>
                  </a:lnTo>
                  <a:lnTo>
                    <a:pt x="26237" y="43296"/>
                  </a:lnTo>
                  <a:lnTo>
                    <a:pt x="25712" y="44128"/>
                  </a:lnTo>
                  <a:lnTo>
                    <a:pt x="25757" y="49060"/>
                  </a:lnTo>
                  <a:lnTo>
                    <a:pt x="24055" y="50191"/>
                  </a:lnTo>
                  <a:lnTo>
                    <a:pt x="22155" y="49441"/>
                  </a:lnTo>
                  <a:lnTo>
                    <a:pt x="19990" y="45221"/>
                  </a:lnTo>
                  <a:lnTo>
                    <a:pt x="15985" y="46648"/>
                  </a:lnTo>
                  <a:lnTo>
                    <a:pt x="7658" y="45155"/>
                  </a:lnTo>
                  <a:lnTo>
                    <a:pt x="3028" y="36325"/>
                  </a:lnTo>
                  <a:lnTo>
                    <a:pt x="2619" y="32409"/>
                  </a:lnTo>
                  <a:lnTo>
                    <a:pt x="0" y="27736"/>
                  </a:lnTo>
                  <a:lnTo>
                    <a:pt x="8498" y="21741"/>
                  </a:lnTo>
                  <a:lnTo>
                    <a:pt x="680" y="21061"/>
                  </a:lnTo>
                  <a:lnTo>
                    <a:pt x="934" y="20213"/>
                  </a:lnTo>
                  <a:lnTo>
                    <a:pt x="3020" y="13238"/>
                  </a:lnTo>
                  <a:lnTo>
                    <a:pt x="10412" y="14791"/>
                  </a:lnTo>
                  <a:lnTo>
                    <a:pt x="15006" y="12554"/>
                  </a:lnTo>
                  <a:lnTo>
                    <a:pt x="24389" y="12462"/>
                  </a:lnTo>
                  <a:lnTo>
                    <a:pt x="26609" y="10259"/>
                  </a:lnTo>
                  <a:lnTo>
                    <a:pt x="27607" y="6059"/>
                  </a:lnTo>
                  <a:lnTo>
                    <a:pt x="27305" y="3382"/>
                  </a:lnTo>
                  <a:lnTo>
                    <a:pt x="3454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h460"/>
            <p:cNvSpPr/>
            <p:nvPr/>
          </p:nvSpPr>
          <p:spPr>
            <a:xfrm>
              <a:off x="1620130" y="2209868"/>
              <a:ext cx="112318" cy="166437"/>
            </a:xfrm>
            <a:custGeom>
              <a:avLst/>
              <a:pathLst>
                <a:path w="112318" h="166437">
                  <a:moveTo>
                    <a:pt x="34610" y="2552"/>
                  </a:moveTo>
                  <a:lnTo>
                    <a:pt x="37065" y="11193"/>
                  </a:lnTo>
                  <a:lnTo>
                    <a:pt x="43103" y="11215"/>
                  </a:lnTo>
                  <a:lnTo>
                    <a:pt x="51026" y="10078"/>
                  </a:lnTo>
                  <a:lnTo>
                    <a:pt x="57778" y="11014"/>
                  </a:lnTo>
                  <a:lnTo>
                    <a:pt x="60843" y="13533"/>
                  </a:lnTo>
                  <a:lnTo>
                    <a:pt x="61631" y="19379"/>
                  </a:lnTo>
                  <a:lnTo>
                    <a:pt x="57249" y="26101"/>
                  </a:lnTo>
                  <a:lnTo>
                    <a:pt x="57846" y="32399"/>
                  </a:lnTo>
                  <a:lnTo>
                    <a:pt x="50698" y="33753"/>
                  </a:lnTo>
                  <a:lnTo>
                    <a:pt x="46204" y="30813"/>
                  </a:lnTo>
                  <a:lnTo>
                    <a:pt x="36551" y="39234"/>
                  </a:lnTo>
                  <a:lnTo>
                    <a:pt x="33255" y="43397"/>
                  </a:lnTo>
                  <a:lnTo>
                    <a:pt x="27137" y="45348"/>
                  </a:lnTo>
                  <a:lnTo>
                    <a:pt x="28115" y="48301"/>
                  </a:lnTo>
                  <a:lnTo>
                    <a:pt x="33855" y="52380"/>
                  </a:lnTo>
                  <a:lnTo>
                    <a:pt x="37861" y="57849"/>
                  </a:lnTo>
                  <a:lnTo>
                    <a:pt x="37171" y="60483"/>
                  </a:lnTo>
                  <a:lnTo>
                    <a:pt x="33605" y="63225"/>
                  </a:lnTo>
                  <a:lnTo>
                    <a:pt x="36045" y="68141"/>
                  </a:lnTo>
                  <a:lnTo>
                    <a:pt x="39685" y="67378"/>
                  </a:lnTo>
                  <a:lnTo>
                    <a:pt x="48248" y="63597"/>
                  </a:lnTo>
                  <a:lnTo>
                    <a:pt x="52841" y="66575"/>
                  </a:lnTo>
                  <a:lnTo>
                    <a:pt x="56121" y="68701"/>
                  </a:lnTo>
                  <a:lnTo>
                    <a:pt x="58225" y="72122"/>
                  </a:lnTo>
                  <a:lnTo>
                    <a:pt x="55420" y="78424"/>
                  </a:lnTo>
                  <a:lnTo>
                    <a:pt x="57485" y="84609"/>
                  </a:lnTo>
                  <a:lnTo>
                    <a:pt x="60150" y="86256"/>
                  </a:lnTo>
                  <a:lnTo>
                    <a:pt x="62941" y="86026"/>
                  </a:lnTo>
                  <a:lnTo>
                    <a:pt x="65908" y="89309"/>
                  </a:lnTo>
                  <a:lnTo>
                    <a:pt x="67576" y="96803"/>
                  </a:lnTo>
                  <a:lnTo>
                    <a:pt x="71744" y="99282"/>
                  </a:lnTo>
                  <a:lnTo>
                    <a:pt x="74891" y="102577"/>
                  </a:lnTo>
                  <a:lnTo>
                    <a:pt x="76010" y="105123"/>
                  </a:lnTo>
                  <a:lnTo>
                    <a:pt x="71207" y="115213"/>
                  </a:lnTo>
                  <a:lnTo>
                    <a:pt x="74559" y="114374"/>
                  </a:lnTo>
                  <a:lnTo>
                    <a:pt x="75811" y="111628"/>
                  </a:lnTo>
                  <a:lnTo>
                    <a:pt x="83287" y="106586"/>
                  </a:lnTo>
                  <a:lnTo>
                    <a:pt x="85680" y="110660"/>
                  </a:lnTo>
                  <a:lnTo>
                    <a:pt x="87199" y="111286"/>
                  </a:lnTo>
                  <a:lnTo>
                    <a:pt x="93105" y="110953"/>
                  </a:lnTo>
                  <a:lnTo>
                    <a:pt x="96134" y="109668"/>
                  </a:lnTo>
                  <a:lnTo>
                    <a:pt x="97586" y="108155"/>
                  </a:lnTo>
                  <a:lnTo>
                    <a:pt x="103788" y="110818"/>
                  </a:lnTo>
                  <a:lnTo>
                    <a:pt x="104618" y="111770"/>
                  </a:lnTo>
                  <a:lnTo>
                    <a:pt x="104364" y="112618"/>
                  </a:lnTo>
                  <a:lnTo>
                    <a:pt x="112181" y="113298"/>
                  </a:lnTo>
                  <a:lnTo>
                    <a:pt x="103683" y="119293"/>
                  </a:lnTo>
                  <a:lnTo>
                    <a:pt x="106302" y="123966"/>
                  </a:lnTo>
                  <a:lnTo>
                    <a:pt x="106711" y="127882"/>
                  </a:lnTo>
                  <a:lnTo>
                    <a:pt x="111341" y="136713"/>
                  </a:lnTo>
                  <a:lnTo>
                    <a:pt x="112318" y="138047"/>
                  </a:lnTo>
                  <a:lnTo>
                    <a:pt x="105285" y="143507"/>
                  </a:lnTo>
                  <a:lnTo>
                    <a:pt x="108946" y="147278"/>
                  </a:lnTo>
                  <a:lnTo>
                    <a:pt x="110609" y="160236"/>
                  </a:lnTo>
                  <a:lnTo>
                    <a:pt x="108693" y="160790"/>
                  </a:lnTo>
                  <a:lnTo>
                    <a:pt x="106096" y="158557"/>
                  </a:lnTo>
                  <a:lnTo>
                    <a:pt x="98070" y="155588"/>
                  </a:lnTo>
                  <a:lnTo>
                    <a:pt x="90658" y="157633"/>
                  </a:lnTo>
                  <a:lnTo>
                    <a:pt x="89550" y="158879"/>
                  </a:lnTo>
                  <a:lnTo>
                    <a:pt x="88742" y="162241"/>
                  </a:lnTo>
                  <a:lnTo>
                    <a:pt x="87065" y="163918"/>
                  </a:lnTo>
                  <a:lnTo>
                    <a:pt x="75854" y="166437"/>
                  </a:lnTo>
                  <a:lnTo>
                    <a:pt x="71693" y="164758"/>
                  </a:lnTo>
                  <a:lnTo>
                    <a:pt x="70721" y="165190"/>
                  </a:lnTo>
                  <a:lnTo>
                    <a:pt x="69564" y="164186"/>
                  </a:lnTo>
                  <a:lnTo>
                    <a:pt x="63569" y="154017"/>
                  </a:lnTo>
                  <a:lnTo>
                    <a:pt x="62670" y="150364"/>
                  </a:lnTo>
                  <a:lnTo>
                    <a:pt x="65605" y="147180"/>
                  </a:lnTo>
                  <a:lnTo>
                    <a:pt x="66747" y="142971"/>
                  </a:lnTo>
                  <a:lnTo>
                    <a:pt x="64469" y="141030"/>
                  </a:lnTo>
                  <a:lnTo>
                    <a:pt x="59809" y="139474"/>
                  </a:lnTo>
                  <a:lnTo>
                    <a:pt x="53793" y="127585"/>
                  </a:lnTo>
                  <a:lnTo>
                    <a:pt x="51626" y="119574"/>
                  </a:lnTo>
                  <a:lnTo>
                    <a:pt x="34895" y="100253"/>
                  </a:lnTo>
                  <a:lnTo>
                    <a:pt x="32724" y="99775"/>
                  </a:lnTo>
                  <a:lnTo>
                    <a:pt x="30894" y="99470"/>
                  </a:lnTo>
                  <a:lnTo>
                    <a:pt x="29064" y="101125"/>
                  </a:lnTo>
                  <a:lnTo>
                    <a:pt x="27857" y="100255"/>
                  </a:lnTo>
                  <a:lnTo>
                    <a:pt x="25821" y="95778"/>
                  </a:lnTo>
                  <a:lnTo>
                    <a:pt x="28432" y="94836"/>
                  </a:lnTo>
                  <a:lnTo>
                    <a:pt x="27684" y="93155"/>
                  </a:lnTo>
                  <a:lnTo>
                    <a:pt x="20718" y="87236"/>
                  </a:lnTo>
                  <a:lnTo>
                    <a:pt x="18815" y="86530"/>
                  </a:lnTo>
                  <a:lnTo>
                    <a:pt x="14737" y="78414"/>
                  </a:lnTo>
                  <a:lnTo>
                    <a:pt x="13904" y="74869"/>
                  </a:lnTo>
                  <a:lnTo>
                    <a:pt x="7234" y="71896"/>
                  </a:lnTo>
                  <a:lnTo>
                    <a:pt x="8340" y="56047"/>
                  </a:lnTo>
                  <a:lnTo>
                    <a:pt x="7742" y="51256"/>
                  </a:lnTo>
                  <a:lnTo>
                    <a:pt x="8998" y="49348"/>
                  </a:lnTo>
                  <a:lnTo>
                    <a:pt x="6116" y="47335"/>
                  </a:lnTo>
                  <a:lnTo>
                    <a:pt x="5046" y="46842"/>
                  </a:lnTo>
                  <a:lnTo>
                    <a:pt x="0" y="38496"/>
                  </a:lnTo>
                  <a:lnTo>
                    <a:pt x="3895" y="39256"/>
                  </a:lnTo>
                  <a:lnTo>
                    <a:pt x="119" y="28318"/>
                  </a:lnTo>
                  <a:lnTo>
                    <a:pt x="2931" y="26072"/>
                  </a:lnTo>
                  <a:lnTo>
                    <a:pt x="5780" y="25559"/>
                  </a:lnTo>
                  <a:lnTo>
                    <a:pt x="8076" y="19978"/>
                  </a:lnTo>
                  <a:lnTo>
                    <a:pt x="7237" y="18107"/>
                  </a:lnTo>
                  <a:lnTo>
                    <a:pt x="5221" y="18277"/>
                  </a:lnTo>
                  <a:lnTo>
                    <a:pt x="3997" y="16782"/>
                  </a:lnTo>
                  <a:lnTo>
                    <a:pt x="4769" y="11779"/>
                  </a:lnTo>
                  <a:lnTo>
                    <a:pt x="8436" y="11594"/>
                  </a:lnTo>
                  <a:lnTo>
                    <a:pt x="10204" y="12440"/>
                  </a:lnTo>
                  <a:lnTo>
                    <a:pt x="26568" y="3962"/>
                  </a:lnTo>
                  <a:lnTo>
                    <a:pt x="2443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h461"/>
            <p:cNvSpPr/>
            <p:nvPr/>
          </p:nvSpPr>
          <p:spPr>
            <a:xfrm>
              <a:off x="1902042" y="2076834"/>
              <a:ext cx="112399" cy="163428"/>
            </a:xfrm>
            <a:custGeom>
              <a:avLst/>
              <a:pathLst>
                <a:path w="112399" h="163428">
                  <a:moveTo>
                    <a:pt x="42823" y="7832"/>
                  </a:moveTo>
                  <a:lnTo>
                    <a:pt x="47507" y="8331"/>
                  </a:lnTo>
                  <a:lnTo>
                    <a:pt x="61040" y="11558"/>
                  </a:lnTo>
                  <a:lnTo>
                    <a:pt x="63623" y="8470"/>
                  </a:lnTo>
                  <a:lnTo>
                    <a:pt x="67712" y="8153"/>
                  </a:lnTo>
                  <a:lnTo>
                    <a:pt x="67797" y="11004"/>
                  </a:lnTo>
                  <a:lnTo>
                    <a:pt x="74347" y="11048"/>
                  </a:lnTo>
                  <a:lnTo>
                    <a:pt x="62242" y="24130"/>
                  </a:lnTo>
                  <a:lnTo>
                    <a:pt x="65290" y="25700"/>
                  </a:lnTo>
                  <a:lnTo>
                    <a:pt x="65303" y="29604"/>
                  </a:lnTo>
                  <a:lnTo>
                    <a:pt x="64289" y="33017"/>
                  </a:lnTo>
                  <a:lnTo>
                    <a:pt x="65090" y="34010"/>
                  </a:lnTo>
                  <a:lnTo>
                    <a:pt x="72438" y="34385"/>
                  </a:lnTo>
                  <a:lnTo>
                    <a:pt x="72692" y="36283"/>
                  </a:lnTo>
                  <a:lnTo>
                    <a:pt x="71389" y="42156"/>
                  </a:lnTo>
                  <a:lnTo>
                    <a:pt x="71489" y="48389"/>
                  </a:lnTo>
                  <a:lnTo>
                    <a:pt x="65446" y="53659"/>
                  </a:lnTo>
                  <a:lnTo>
                    <a:pt x="83615" y="75946"/>
                  </a:lnTo>
                  <a:lnTo>
                    <a:pt x="98243" y="91403"/>
                  </a:lnTo>
                  <a:lnTo>
                    <a:pt x="105802" y="112972"/>
                  </a:lnTo>
                  <a:lnTo>
                    <a:pt x="109545" y="110142"/>
                  </a:lnTo>
                  <a:lnTo>
                    <a:pt x="111659" y="111699"/>
                  </a:lnTo>
                  <a:lnTo>
                    <a:pt x="112399" y="113584"/>
                  </a:lnTo>
                  <a:lnTo>
                    <a:pt x="112016" y="114620"/>
                  </a:lnTo>
                  <a:lnTo>
                    <a:pt x="110668" y="118103"/>
                  </a:lnTo>
                  <a:lnTo>
                    <a:pt x="108138" y="119952"/>
                  </a:lnTo>
                  <a:lnTo>
                    <a:pt x="106152" y="128462"/>
                  </a:lnTo>
                  <a:lnTo>
                    <a:pt x="104912" y="130687"/>
                  </a:lnTo>
                  <a:lnTo>
                    <a:pt x="98803" y="132719"/>
                  </a:lnTo>
                  <a:lnTo>
                    <a:pt x="97201" y="131118"/>
                  </a:lnTo>
                  <a:lnTo>
                    <a:pt x="85528" y="129714"/>
                  </a:lnTo>
                  <a:lnTo>
                    <a:pt x="82124" y="128588"/>
                  </a:lnTo>
                  <a:lnTo>
                    <a:pt x="74891" y="128524"/>
                  </a:lnTo>
                  <a:lnTo>
                    <a:pt x="72021" y="130247"/>
                  </a:lnTo>
                  <a:lnTo>
                    <a:pt x="73371" y="133172"/>
                  </a:lnTo>
                  <a:lnTo>
                    <a:pt x="69037" y="134660"/>
                  </a:lnTo>
                  <a:lnTo>
                    <a:pt x="69100" y="135814"/>
                  </a:lnTo>
                  <a:lnTo>
                    <a:pt x="70293" y="138461"/>
                  </a:lnTo>
                  <a:lnTo>
                    <a:pt x="71309" y="137908"/>
                  </a:lnTo>
                  <a:lnTo>
                    <a:pt x="76250" y="145160"/>
                  </a:lnTo>
                  <a:lnTo>
                    <a:pt x="75018" y="145587"/>
                  </a:lnTo>
                  <a:lnTo>
                    <a:pt x="74458" y="152871"/>
                  </a:lnTo>
                  <a:lnTo>
                    <a:pt x="79687" y="153154"/>
                  </a:lnTo>
                  <a:lnTo>
                    <a:pt x="80072" y="154072"/>
                  </a:lnTo>
                  <a:lnTo>
                    <a:pt x="80699" y="155732"/>
                  </a:lnTo>
                  <a:lnTo>
                    <a:pt x="77310" y="155542"/>
                  </a:lnTo>
                  <a:lnTo>
                    <a:pt x="79786" y="162796"/>
                  </a:lnTo>
                  <a:lnTo>
                    <a:pt x="76512" y="163428"/>
                  </a:lnTo>
                  <a:lnTo>
                    <a:pt x="71914" y="161303"/>
                  </a:lnTo>
                  <a:lnTo>
                    <a:pt x="67555" y="154331"/>
                  </a:lnTo>
                  <a:lnTo>
                    <a:pt x="67280" y="153921"/>
                  </a:lnTo>
                  <a:lnTo>
                    <a:pt x="63388" y="154921"/>
                  </a:lnTo>
                  <a:lnTo>
                    <a:pt x="63303" y="150742"/>
                  </a:lnTo>
                  <a:lnTo>
                    <a:pt x="60497" y="151383"/>
                  </a:lnTo>
                  <a:lnTo>
                    <a:pt x="59830" y="152396"/>
                  </a:lnTo>
                  <a:lnTo>
                    <a:pt x="51884" y="152362"/>
                  </a:lnTo>
                  <a:lnTo>
                    <a:pt x="48990" y="151391"/>
                  </a:lnTo>
                  <a:lnTo>
                    <a:pt x="45321" y="145416"/>
                  </a:lnTo>
                  <a:lnTo>
                    <a:pt x="45155" y="142948"/>
                  </a:lnTo>
                  <a:lnTo>
                    <a:pt x="47177" y="142622"/>
                  </a:lnTo>
                  <a:lnTo>
                    <a:pt x="48823" y="132322"/>
                  </a:lnTo>
                  <a:lnTo>
                    <a:pt x="50845" y="131266"/>
                  </a:lnTo>
                  <a:lnTo>
                    <a:pt x="50642" y="130860"/>
                  </a:lnTo>
                  <a:lnTo>
                    <a:pt x="48137" y="128845"/>
                  </a:lnTo>
                  <a:lnTo>
                    <a:pt x="41650" y="127623"/>
                  </a:lnTo>
                  <a:lnTo>
                    <a:pt x="37322" y="133837"/>
                  </a:lnTo>
                  <a:lnTo>
                    <a:pt x="33773" y="129199"/>
                  </a:lnTo>
                  <a:lnTo>
                    <a:pt x="34643" y="124022"/>
                  </a:lnTo>
                  <a:lnTo>
                    <a:pt x="33437" y="119970"/>
                  </a:lnTo>
                  <a:lnTo>
                    <a:pt x="31967" y="119714"/>
                  </a:lnTo>
                  <a:lnTo>
                    <a:pt x="31058" y="115669"/>
                  </a:lnTo>
                  <a:lnTo>
                    <a:pt x="22241" y="114015"/>
                  </a:lnTo>
                  <a:lnTo>
                    <a:pt x="18326" y="115090"/>
                  </a:lnTo>
                  <a:lnTo>
                    <a:pt x="17935" y="113098"/>
                  </a:lnTo>
                  <a:lnTo>
                    <a:pt x="12985" y="113268"/>
                  </a:lnTo>
                  <a:lnTo>
                    <a:pt x="7461" y="111027"/>
                  </a:lnTo>
                  <a:lnTo>
                    <a:pt x="0" y="105427"/>
                  </a:lnTo>
                  <a:lnTo>
                    <a:pt x="4208" y="97781"/>
                  </a:lnTo>
                  <a:lnTo>
                    <a:pt x="3488" y="88864"/>
                  </a:lnTo>
                  <a:lnTo>
                    <a:pt x="12630" y="84953"/>
                  </a:lnTo>
                  <a:lnTo>
                    <a:pt x="12748" y="75125"/>
                  </a:lnTo>
                  <a:lnTo>
                    <a:pt x="13498" y="72998"/>
                  </a:lnTo>
                  <a:lnTo>
                    <a:pt x="6094" y="64569"/>
                  </a:lnTo>
                  <a:lnTo>
                    <a:pt x="4834" y="59207"/>
                  </a:lnTo>
                  <a:lnTo>
                    <a:pt x="12870" y="50502"/>
                  </a:lnTo>
                  <a:lnTo>
                    <a:pt x="13506" y="48291"/>
                  </a:lnTo>
                  <a:lnTo>
                    <a:pt x="13345" y="44282"/>
                  </a:lnTo>
                  <a:lnTo>
                    <a:pt x="16561" y="37992"/>
                  </a:lnTo>
                  <a:lnTo>
                    <a:pt x="20350" y="28031"/>
                  </a:lnTo>
                  <a:lnTo>
                    <a:pt x="26774" y="23827"/>
                  </a:lnTo>
                  <a:lnTo>
                    <a:pt x="31624" y="22023"/>
                  </a:lnTo>
                  <a:lnTo>
                    <a:pt x="36446" y="13897"/>
                  </a:lnTo>
                  <a:lnTo>
                    <a:pt x="34602" y="10291"/>
                  </a:lnTo>
                  <a:lnTo>
                    <a:pt x="34119" y="5745"/>
                  </a:lnTo>
                  <a:lnTo>
                    <a:pt x="381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h462"/>
            <p:cNvSpPr/>
            <p:nvPr/>
          </p:nvSpPr>
          <p:spPr>
            <a:xfrm>
              <a:off x="1919202" y="2406928"/>
              <a:ext cx="50791" cy="54024"/>
            </a:xfrm>
            <a:custGeom>
              <a:avLst/>
              <a:pathLst>
                <a:path w="50791" h="54024">
                  <a:moveTo>
                    <a:pt x="17044" y="1242"/>
                  </a:moveTo>
                  <a:lnTo>
                    <a:pt x="18271" y="3944"/>
                  </a:lnTo>
                  <a:lnTo>
                    <a:pt x="19096" y="3954"/>
                  </a:lnTo>
                  <a:lnTo>
                    <a:pt x="21934" y="8408"/>
                  </a:lnTo>
                  <a:lnTo>
                    <a:pt x="21569" y="10187"/>
                  </a:lnTo>
                  <a:lnTo>
                    <a:pt x="19144" y="11147"/>
                  </a:lnTo>
                  <a:lnTo>
                    <a:pt x="19827" y="15442"/>
                  </a:lnTo>
                  <a:lnTo>
                    <a:pt x="22056" y="15349"/>
                  </a:lnTo>
                  <a:lnTo>
                    <a:pt x="22790" y="14261"/>
                  </a:lnTo>
                  <a:lnTo>
                    <a:pt x="30519" y="12067"/>
                  </a:lnTo>
                  <a:lnTo>
                    <a:pt x="31082" y="14378"/>
                  </a:lnTo>
                  <a:lnTo>
                    <a:pt x="28477" y="16454"/>
                  </a:lnTo>
                  <a:lnTo>
                    <a:pt x="24390" y="17443"/>
                  </a:lnTo>
                  <a:lnTo>
                    <a:pt x="23733" y="18831"/>
                  </a:lnTo>
                  <a:lnTo>
                    <a:pt x="24547" y="19862"/>
                  </a:lnTo>
                  <a:lnTo>
                    <a:pt x="32314" y="20103"/>
                  </a:lnTo>
                  <a:lnTo>
                    <a:pt x="35373" y="21730"/>
                  </a:lnTo>
                  <a:lnTo>
                    <a:pt x="40530" y="22419"/>
                  </a:lnTo>
                  <a:lnTo>
                    <a:pt x="40741" y="25927"/>
                  </a:lnTo>
                  <a:lnTo>
                    <a:pt x="39855" y="27112"/>
                  </a:lnTo>
                  <a:lnTo>
                    <a:pt x="40122" y="27812"/>
                  </a:lnTo>
                  <a:lnTo>
                    <a:pt x="50791" y="29248"/>
                  </a:lnTo>
                  <a:lnTo>
                    <a:pt x="43782" y="35158"/>
                  </a:lnTo>
                  <a:lnTo>
                    <a:pt x="40547" y="38779"/>
                  </a:lnTo>
                  <a:lnTo>
                    <a:pt x="41148" y="41666"/>
                  </a:lnTo>
                  <a:lnTo>
                    <a:pt x="38331" y="45837"/>
                  </a:lnTo>
                  <a:lnTo>
                    <a:pt x="31571" y="53427"/>
                  </a:lnTo>
                  <a:lnTo>
                    <a:pt x="24232" y="54024"/>
                  </a:lnTo>
                  <a:lnTo>
                    <a:pt x="21950" y="52360"/>
                  </a:lnTo>
                  <a:lnTo>
                    <a:pt x="18699" y="52006"/>
                  </a:lnTo>
                  <a:lnTo>
                    <a:pt x="14161" y="51904"/>
                  </a:lnTo>
                  <a:lnTo>
                    <a:pt x="14176" y="48284"/>
                  </a:lnTo>
                  <a:lnTo>
                    <a:pt x="15289" y="45933"/>
                  </a:lnTo>
                  <a:lnTo>
                    <a:pt x="15401" y="42703"/>
                  </a:lnTo>
                  <a:lnTo>
                    <a:pt x="12304" y="39583"/>
                  </a:lnTo>
                  <a:lnTo>
                    <a:pt x="8780" y="37383"/>
                  </a:lnTo>
                  <a:lnTo>
                    <a:pt x="2416" y="37444"/>
                  </a:lnTo>
                  <a:lnTo>
                    <a:pt x="0" y="35663"/>
                  </a:lnTo>
                  <a:lnTo>
                    <a:pt x="2253" y="27022"/>
                  </a:lnTo>
                  <a:lnTo>
                    <a:pt x="1579" y="18447"/>
                  </a:lnTo>
                  <a:lnTo>
                    <a:pt x="2749" y="14540"/>
                  </a:lnTo>
                  <a:lnTo>
                    <a:pt x="10018" y="12412"/>
                  </a:lnTo>
                  <a:lnTo>
                    <a:pt x="9546" y="7801"/>
                  </a:lnTo>
                  <a:lnTo>
                    <a:pt x="13860" y="245"/>
                  </a:lnTo>
                  <a:lnTo>
                    <a:pt x="1534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h463"/>
            <p:cNvSpPr/>
            <p:nvPr/>
          </p:nvSpPr>
          <p:spPr>
            <a:xfrm>
              <a:off x="1797821" y="2161312"/>
              <a:ext cx="93139" cy="114332"/>
            </a:xfrm>
            <a:custGeom>
              <a:avLst/>
              <a:pathLst>
                <a:path w="93139" h="114332">
                  <a:moveTo>
                    <a:pt x="24599" y="5053"/>
                  </a:moveTo>
                  <a:lnTo>
                    <a:pt x="29982" y="15437"/>
                  </a:lnTo>
                  <a:lnTo>
                    <a:pt x="28260" y="19446"/>
                  </a:lnTo>
                  <a:lnTo>
                    <a:pt x="28002" y="23463"/>
                  </a:lnTo>
                  <a:lnTo>
                    <a:pt x="32761" y="33384"/>
                  </a:lnTo>
                  <a:lnTo>
                    <a:pt x="36622" y="34190"/>
                  </a:lnTo>
                  <a:lnTo>
                    <a:pt x="37461" y="36806"/>
                  </a:lnTo>
                  <a:lnTo>
                    <a:pt x="38015" y="49340"/>
                  </a:lnTo>
                  <a:lnTo>
                    <a:pt x="38852" y="50306"/>
                  </a:lnTo>
                  <a:lnTo>
                    <a:pt x="44015" y="50312"/>
                  </a:lnTo>
                  <a:lnTo>
                    <a:pt x="48946" y="46688"/>
                  </a:lnTo>
                  <a:lnTo>
                    <a:pt x="53081" y="47943"/>
                  </a:lnTo>
                  <a:lnTo>
                    <a:pt x="54554" y="50104"/>
                  </a:lnTo>
                  <a:lnTo>
                    <a:pt x="51795" y="52194"/>
                  </a:lnTo>
                  <a:lnTo>
                    <a:pt x="52784" y="58964"/>
                  </a:lnTo>
                  <a:lnTo>
                    <a:pt x="54322" y="64086"/>
                  </a:lnTo>
                  <a:lnTo>
                    <a:pt x="56838" y="68367"/>
                  </a:lnTo>
                  <a:lnTo>
                    <a:pt x="55472" y="72736"/>
                  </a:lnTo>
                  <a:lnTo>
                    <a:pt x="56604" y="73157"/>
                  </a:lnTo>
                  <a:lnTo>
                    <a:pt x="62382" y="80302"/>
                  </a:lnTo>
                  <a:lnTo>
                    <a:pt x="65849" y="76642"/>
                  </a:lnTo>
                  <a:lnTo>
                    <a:pt x="68707" y="77382"/>
                  </a:lnTo>
                  <a:lnTo>
                    <a:pt x="71419" y="79528"/>
                  </a:lnTo>
                  <a:lnTo>
                    <a:pt x="77199" y="81136"/>
                  </a:lnTo>
                  <a:lnTo>
                    <a:pt x="91690" y="93111"/>
                  </a:lnTo>
                  <a:lnTo>
                    <a:pt x="93139" y="94983"/>
                  </a:lnTo>
                  <a:lnTo>
                    <a:pt x="92930" y="96278"/>
                  </a:lnTo>
                  <a:lnTo>
                    <a:pt x="91227" y="97976"/>
                  </a:lnTo>
                  <a:lnTo>
                    <a:pt x="88929" y="99756"/>
                  </a:lnTo>
                  <a:lnTo>
                    <a:pt x="87114" y="99055"/>
                  </a:lnTo>
                  <a:lnTo>
                    <a:pt x="88143" y="96725"/>
                  </a:lnTo>
                  <a:lnTo>
                    <a:pt x="81290" y="100672"/>
                  </a:lnTo>
                  <a:lnTo>
                    <a:pt x="81769" y="101934"/>
                  </a:lnTo>
                  <a:lnTo>
                    <a:pt x="74189" y="108762"/>
                  </a:lnTo>
                  <a:lnTo>
                    <a:pt x="73934" y="114332"/>
                  </a:lnTo>
                  <a:lnTo>
                    <a:pt x="69209" y="112529"/>
                  </a:lnTo>
                  <a:lnTo>
                    <a:pt x="63028" y="108819"/>
                  </a:lnTo>
                  <a:lnTo>
                    <a:pt x="61173" y="110696"/>
                  </a:lnTo>
                  <a:lnTo>
                    <a:pt x="56234" y="113514"/>
                  </a:lnTo>
                  <a:lnTo>
                    <a:pt x="55930" y="112176"/>
                  </a:lnTo>
                  <a:lnTo>
                    <a:pt x="54037" y="111209"/>
                  </a:lnTo>
                  <a:lnTo>
                    <a:pt x="50050" y="112570"/>
                  </a:lnTo>
                  <a:lnTo>
                    <a:pt x="49026" y="113615"/>
                  </a:lnTo>
                  <a:lnTo>
                    <a:pt x="47327" y="113446"/>
                  </a:lnTo>
                  <a:lnTo>
                    <a:pt x="44546" y="111283"/>
                  </a:lnTo>
                  <a:lnTo>
                    <a:pt x="46139" y="107652"/>
                  </a:lnTo>
                  <a:lnTo>
                    <a:pt x="45084" y="99606"/>
                  </a:lnTo>
                  <a:lnTo>
                    <a:pt x="38814" y="91530"/>
                  </a:lnTo>
                  <a:lnTo>
                    <a:pt x="33031" y="88204"/>
                  </a:lnTo>
                  <a:lnTo>
                    <a:pt x="31091" y="87741"/>
                  </a:lnTo>
                  <a:lnTo>
                    <a:pt x="26456" y="89809"/>
                  </a:lnTo>
                  <a:lnTo>
                    <a:pt x="24846" y="93846"/>
                  </a:lnTo>
                  <a:lnTo>
                    <a:pt x="22904" y="93532"/>
                  </a:lnTo>
                  <a:lnTo>
                    <a:pt x="21341" y="92401"/>
                  </a:lnTo>
                  <a:lnTo>
                    <a:pt x="21396" y="88746"/>
                  </a:lnTo>
                  <a:lnTo>
                    <a:pt x="19631" y="85373"/>
                  </a:lnTo>
                  <a:lnTo>
                    <a:pt x="17348" y="83125"/>
                  </a:lnTo>
                  <a:lnTo>
                    <a:pt x="13744" y="85750"/>
                  </a:lnTo>
                  <a:lnTo>
                    <a:pt x="8201" y="79364"/>
                  </a:lnTo>
                  <a:lnTo>
                    <a:pt x="9971" y="69567"/>
                  </a:lnTo>
                  <a:lnTo>
                    <a:pt x="9571" y="68670"/>
                  </a:lnTo>
                  <a:lnTo>
                    <a:pt x="7451" y="66176"/>
                  </a:lnTo>
                  <a:lnTo>
                    <a:pt x="3115" y="62908"/>
                  </a:lnTo>
                  <a:lnTo>
                    <a:pt x="865" y="59603"/>
                  </a:lnTo>
                  <a:lnTo>
                    <a:pt x="0" y="52776"/>
                  </a:lnTo>
                  <a:lnTo>
                    <a:pt x="3142" y="52618"/>
                  </a:lnTo>
                  <a:lnTo>
                    <a:pt x="1475" y="45002"/>
                  </a:lnTo>
                  <a:lnTo>
                    <a:pt x="2644" y="43650"/>
                  </a:lnTo>
                  <a:lnTo>
                    <a:pt x="4822" y="43066"/>
                  </a:lnTo>
                  <a:lnTo>
                    <a:pt x="6847" y="35478"/>
                  </a:lnTo>
                  <a:lnTo>
                    <a:pt x="5694" y="33175"/>
                  </a:lnTo>
                  <a:lnTo>
                    <a:pt x="3104" y="30798"/>
                  </a:lnTo>
                  <a:lnTo>
                    <a:pt x="9134" y="25012"/>
                  </a:lnTo>
                  <a:lnTo>
                    <a:pt x="8191" y="22494"/>
                  </a:lnTo>
                  <a:lnTo>
                    <a:pt x="12962" y="20351"/>
                  </a:lnTo>
                  <a:lnTo>
                    <a:pt x="21985" y="6995"/>
                  </a:lnTo>
                  <a:lnTo>
                    <a:pt x="18026" y="2325"/>
                  </a:lnTo>
                  <a:lnTo>
                    <a:pt x="20036" y="468"/>
                  </a:lnTo>
                  <a:lnTo>
                    <a:pt x="2160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h464"/>
            <p:cNvSpPr/>
            <p:nvPr/>
          </p:nvSpPr>
          <p:spPr>
            <a:xfrm>
              <a:off x="1903752" y="2328716"/>
              <a:ext cx="43240" cy="52139"/>
            </a:xfrm>
            <a:custGeom>
              <a:avLst/>
              <a:pathLst>
                <a:path w="43240" h="52139">
                  <a:moveTo>
                    <a:pt x="27045" y="23"/>
                  </a:moveTo>
                  <a:lnTo>
                    <a:pt x="34824" y="1252"/>
                  </a:lnTo>
                  <a:lnTo>
                    <a:pt x="34505" y="4151"/>
                  </a:lnTo>
                  <a:lnTo>
                    <a:pt x="27658" y="3360"/>
                  </a:lnTo>
                  <a:lnTo>
                    <a:pt x="32636" y="17211"/>
                  </a:lnTo>
                  <a:lnTo>
                    <a:pt x="32807" y="16626"/>
                  </a:lnTo>
                  <a:lnTo>
                    <a:pt x="37237" y="19995"/>
                  </a:lnTo>
                  <a:lnTo>
                    <a:pt x="37407" y="21942"/>
                  </a:lnTo>
                  <a:lnTo>
                    <a:pt x="36408" y="22729"/>
                  </a:lnTo>
                  <a:lnTo>
                    <a:pt x="38648" y="24166"/>
                  </a:lnTo>
                  <a:lnTo>
                    <a:pt x="41447" y="28934"/>
                  </a:lnTo>
                  <a:lnTo>
                    <a:pt x="42224" y="33103"/>
                  </a:lnTo>
                  <a:lnTo>
                    <a:pt x="39786" y="36989"/>
                  </a:lnTo>
                  <a:lnTo>
                    <a:pt x="38914" y="40225"/>
                  </a:lnTo>
                  <a:lnTo>
                    <a:pt x="39457" y="40566"/>
                  </a:lnTo>
                  <a:lnTo>
                    <a:pt x="41447" y="39737"/>
                  </a:lnTo>
                  <a:lnTo>
                    <a:pt x="43240" y="42457"/>
                  </a:lnTo>
                  <a:lnTo>
                    <a:pt x="33751" y="44835"/>
                  </a:lnTo>
                  <a:lnTo>
                    <a:pt x="32848" y="50773"/>
                  </a:lnTo>
                  <a:lnTo>
                    <a:pt x="32669" y="52015"/>
                  </a:lnTo>
                  <a:lnTo>
                    <a:pt x="28867" y="49452"/>
                  </a:lnTo>
                  <a:lnTo>
                    <a:pt x="27868" y="52139"/>
                  </a:lnTo>
                  <a:lnTo>
                    <a:pt x="26682" y="51031"/>
                  </a:lnTo>
                  <a:lnTo>
                    <a:pt x="22221" y="42778"/>
                  </a:lnTo>
                  <a:lnTo>
                    <a:pt x="10840" y="41600"/>
                  </a:lnTo>
                  <a:lnTo>
                    <a:pt x="7232" y="44297"/>
                  </a:lnTo>
                  <a:lnTo>
                    <a:pt x="4065" y="45172"/>
                  </a:lnTo>
                  <a:lnTo>
                    <a:pt x="3135" y="44832"/>
                  </a:lnTo>
                  <a:lnTo>
                    <a:pt x="1822" y="42616"/>
                  </a:lnTo>
                  <a:lnTo>
                    <a:pt x="0" y="42181"/>
                  </a:lnTo>
                  <a:lnTo>
                    <a:pt x="2606" y="39288"/>
                  </a:lnTo>
                  <a:lnTo>
                    <a:pt x="4201" y="40282"/>
                  </a:lnTo>
                  <a:lnTo>
                    <a:pt x="8399" y="36564"/>
                  </a:lnTo>
                  <a:lnTo>
                    <a:pt x="10205" y="35958"/>
                  </a:lnTo>
                  <a:lnTo>
                    <a:pt x="11508" y="36502"/>
                  </a:lnTo>
                  <a:lnTo>
                    <a:pt x="13065" y="34850"/>
                  </a:lnTo>
                  <a:lnTo>
                    <a:pt x="13013" y="33897"/>
                  </a:lnTo>
                  <a:lnTo>
                    <a:pt x="6098" y="32249"/>
                  </a:lnTo>
                  <a:lnTo>
                    <a:pt x="3935" y="28661"/>
                  </a:lnTo>
                  <a:lnTo>
                    <a:pt x="6554" y="25388"/>
                  </a:lnTo>
                  <a:lnTo>
                    <a:pt x="5479" y="19850"/>
                  </a:lnTo>
                  <a:lnTo>
                    <a:pt x="3251" y="21798"/>
                  </a:lnTo>
                  <a:lnTo>
                    <a:pt x="81" y="17797"/>
                  </a:lnTo>
                  <a:lnTo>
                    <a:pt x="7329" y="18959"/>
                  </a:lnTo>
                  <a:lnTo>
                    <a:pt x="11170" y="18772"/>
                  </a:lnTo>
                  <a:lnTo>
                    <a:pt x="13887" y="10642"/>
                  </a:lnTo>
                  <a:lnTo>
                    <a:pt x="17191" y="9216"/>
                  </a:lnTo>
                  <a:lnTo>
                    <a:pt x="18665" y="7382"/>
                  </a:lnTo>
                  <a:lnTo>
                    <a:pt x="16769" y="1886"/>
                  </a:lnTo>
                  <a:lnTo>
                    <a:pt x="21321" y="1850"/>
                  </a:lnTo>
                  <a:lnTo>
                    <a:pt x="2549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h465"/>
            <p:cNvSpPr/>
            <p:nvPr/>
          </p:nvSpPr>
          <p:spPr>
            <a:xfrm>
              <a:off x="1672972" y="2267635"/>
              <a:ext cx="63578" cy="28610"/>
            </a:xfrm>
            <a:custGeom>
              <a:avLst/>
              <a:pathLst>
                <a:path w="63578" h="28610">
                  <a:moveTo>
                    <a:pt x="40942" y="1552"/>
                  </a:moveTo>
                  <a:lnTo>
                    <a:pt x="44172" y="4941"/>
                  </a:lnTo>
                  <a:lnTo>
                    <a:pt x="47453" y="10657"/>
                  </a:lnTo>
                  <a:lnTo>
                    <a:pt x="49075" y="8124"/>
                  </a:lnTo>
                  <a:lnTo>
                    <a:pt x="50275" y="11368"/>
                  </a:lnTo>
                  <a:lnTo>
                    <a:pt x="52486" y="12826"/>
                  </a:lnTo>
                  <a:lnTo>
                    <a:pt x="55433" y="10479"/>
                  </a:lnTo>
                  <a:lnTo>
                    <a:pt x="55548" y="6866"/>
                  </a:lnTo>
                  <a:lnTo>
                    <a:pt x="58828" y="7959"/>
                  </a:lnTo>
                  <a:lnTo>
                    <a:pt x="59470" y="9599"/>
                  </a:lnTo>
                  <a:lnTo>
                    <a:pt x="58085" y="11766"/>
                  </a:lnTo>
                  <a:lnTo>
                    <a:pt x="63578" y="12236"/>
                  </a:lnTo>
                  <a:lnTo>
                    <a:pt x="63297" y="15888"/>
                  </a:lnTo>
                  <a:lnTo>
                    <a:pt x="58084" y="15504"/>
                  </a:lnTo>
                  <a:lnTo>
                    <a:pt x="57484" y="24642"/>
                  </a:lnTo>
                  <a:lnTo>
                    <a:pt x="47256" y="24516"/>
                  </a:lnTo>
                  <a:lnTo>
                    <a:pt x="40189" y="19451"/>
                  </a:lnTo>
                  <a:lnTo>
                    <a:pt x="42720" y="16899"/>
                  </a:lnTo>
                  <a:lnTo>
                    <a:pt x="41620" y="13702"/>
                  </a:lnTo>
                  <a:lnTo>
                    <a:pt x="39825" y="14785"/>
                  </a:lnTo>
                  <a:lnTo>
                    <a:pt x="37798" y="17607"/>
                  </a:lnTo>
                  <a:lnTo>
                    <a:pt x="34752" y="18193"/>
                  </a:lnTo>
                  <a:lnTo>
                    <a:pt x="34463" y="15424"/>
                  </a:lnTo>
                  <a:lnTo>
                    <a:pt x="35528" y="16355"/>
                  </a:lnTo>
                  <a:lnTo>
                    <a:pt x="36318" y="11150"/>
                  </a:lnTo>
                  <a:lnTo>
                    <a:pt x="33519" y="14515"/>
                  </a:lnTo>
                  <a:lnTo>
                    <a:pt x="25944" y="26612"/>
                  </a:lnTo>
                  <a:lnTo>
                    <a:pt x="22917" y="24533"/>
                  </a:lnTo>
                  <a:lnTo>
                    <a:pt x="22300" y="28235"/>
                  </a:lnTo>
                  <a:lnTo>
                    <a:pt x="21495" y="28610"/>
                  </a:lnTo>
                  <a:lnTo>
                    <a:pt x="15825" y="27555"/>
                  </a:lnTo>
                  <a:lnTo>
                    <a:pt x="13507" y="23212"/>
                  </a:lnTo>
                  <a:lnTo>
                    <a:pt x="9894" y="24699"/>
                  </a:lnTo>
                  <a:lnTo>
                    <a:pt x="10488" y="27273"/>
                  </a:lnTo>
                  <a:lnTo>
                    <a:pt x="10100" y="28260"/>
                  </a:lnTo>
                  <a:lnTo>
                    <a:pt x="7309" y="28490"/>
                  </a:lnTo>
                  <a:lnTo>
                    <a:pt x="4644" y="26843"/>
                  </a:lnTo>
                  <a:lnTo>
                    <a:pt x="2579" y="20658"/>
                  </a:lnTo>
                  <a:lnTo>
                    <a:pt x="5384" y="14356"/>
                  </a:lnTo>
                  <a:lnTo>
                    <a:pt x="3280" y="10935"/>
                  </a:lnTo>
                  <a:lnTo>
                    <a:pt x="0" y="8809"/>
                  </a:lnTo>
                  <a:lnTo>
                    <a:pt x="481" y="7669"/>
                  </a:lnTo>
                  <a:lnTo>
                    <a:pt x="6060" y="3564"/>
                  </a:lnTo>
                  <a:lnTo>
                    <a:pt x="8713" y="4457"/>
                  </a:lnTo>
                  <a:lnTo>
                    <a:pt x="13583" y="2353"/>
                  </a:lnTo>
                  <a:lnTo>
                    <a:pt x="25565" y="2404"/>
                  </a:lnTo>
                  <a:lnTo>
                    <a:pt x="28359" y="1080"/>
                  </a:lnTo>
                  <a:lnTo>
                    <a:pt x="33288" y="3364"/>
                  </a:lnTo>
                  <a:lnTo>
                    <a:pt x="30291" y="5464"/>
                  </a:lnTo>
                  <a:lnTo>
                    <a:pt x="36417" y="7757"/>
                  </a:lnTo>
                  <a:lnTo>
                    <a:pt x="39202" y="5774"/>
                  </a:lnTo>
                  <a:lnTo>
                    <a:pt x="39004" y="2114"/>
                  </a:lnTo>
                  <a:lnTo>
                    <a:pt x="36820" y="1479"/>
                  </a:lnTo>
                  <a:lnTo>
                    <a:pt x="4615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h466"/>
            <p:cNvSpPr/>
            <p:nvPr/>
          </p:nvSpPr>
          <p:spPr>
            <a:xfrm>
              <a:off x="1822603" y="2280716"/>
              <a:ext cx="65088" cy="66442"/>
            </a:xfrm>
            <a:custGeom>
              <a:avLst/>
              <a:pathLst>
                <a:path w="65088" h="66442">
                  <a:moveTo>
                    <a:pt x="39570" y="2938"/>
                  </a:moveTo>
                  <a:lnTo>
                    <a:pt x="45030" y="12517"/>
                  </a:lnTo>
                  <a:lnTo>
                    <a:pt x="48208" y="11663"/>
                  </a:lnTo>
                  <a:lnTo>
                    <a:pt x="50866" y="13554"/>
                  </a:lnTo>
                  <a:lnTo>
                    <a:pt x="55978" y="19284"/>
                  </a:lnTo>
                  <a:lnTo>
                    <a:pt x="57994" y="22516"/>
                  </a:lnTo>
                  <a:lnTo>
                    <a:pt x="63092" y="21538"/>
                  </a:lnTo>
                  <a:lnTo>
                    <a:pt x="61767" y="27918"/>
                  </a:lnTo>
                  <a:lnTo>
                    <a:pt x="65088" y="32943"/>
                  </a:lnTo>
                  <a:lnTo>
                    <a:pt x="57139" y="34268"/>
                  </a:lnTo>
                  <a:lnTo>
                    <a:pt x="44843" y="38320"/>
                  </a:lnTo>
                  <a:lnTo>
                    <a:pt x="39560" y="43156"/>
                  </a:lnTo>
                  <a:lnTo>
                    <a:pt x="40263" y="47245"/>
                  </a:lnTo>
                  <a:lnTo>
                    <a:pt x="42732" y="52615"/>
                  </a:lnTo>
                  <a:lnTo>
                    <a:pt x="45293" y="51679"/>
                  </a:lnTo>
                  <a:lnTo>
                    <a:pt x="33689" y="63219"/>
                  </a:lnTo>
                  <a:lnTo>
                    <a:pt x="32225" y="59170"/>
                  </a:lnTo>
                  <a:lnTo>
                    <a:pt x="30342" y="60379"/>
                  </a:lnTo>
                  <a:lnTo>
                    <a:pt x="32093" y="64833"/>
                  </a:lnTo>
                  <a:lnTo>
                    <a:pt x="30440" y="66442"/>
                  </a:lnTo>
                  <a:lnTo>
                    <a:pt x="22089" y="59516"/>
                  </a:lnTo>
                  <a:lnTo>
                    <a:pt x="16576" y="52481"/>
                  </a:lnTo>
                  <a:lnTo>
                    <a:pt x="6131" y="58124"/>
                  </a:lnTo>
                  <a:lnTo>
                    <a:pt x="7850" y="52168"/>
                  </a:lnTo>
                  <a:lnTo>
                    <a:pt x="10394" y="50961"/>
                  </a:lnTo>
                  <a:lnTo>
                    <a:pt x="10665" y="48827"/>
                  </a:lnTo>
                  <a:lnTo>
                    <a:pt x="3000" y="48455"/>
                  </a:lnTo>
                  <a:lnTo>
                    <a:pt x="0" y="40839"/>
                  </a:lnTo>
                  <a:lnTo>
                    <a:pt x="2383" y="38878"/>
                  </a:lnTo>
                  <a:lnTo>
                    <a:pt x="8997" y="37125"/>
                  </a:lnTo>
                  <a:lnTo>
                    <a:pt x="6447" y="28783"/>
                  </a:lnTo>
                  <a:lnTo>
                    <a:pt x="12172" y="26381"/>
                  </a:lnTo>
                  <a:lnTo>
                    <a:pt x="19773" y="25562"/>
                  </a:lnTo>
                  <a:lnTo>
                    <a:pt x="17594" y="21988"/>
                  </a:lnTo>
                  <a:lnTo>
                    <a:pt x="11978" y="24481"/>
                  </a:lnTo>
                  <a:lnTo>
                    <a:pt x="11699" y="23083"/>
                  </a:lnTo>
                  <a:lnTo>
                    <a:pt x="12561" y="20855"/>
                  </a:lnTo>
                  <a:lnTo>
                    <a:pt x="15158" y="17522"/>
                  </a:lnTo>
                  <a:lnTo>
                    <a:pt x="19142" y="10021"/>
                  </a:lnTo>
                  <a:lnTo>
                    <a:pt x="21383" y="7521"/>
                  </a:lnTo>
                  <a:lnTo>
                    <a:pt x="22623" y="2058"/>
                  </a:lnTo>
                  <a:lnTo>
                    <a:pt x="23211" y="1444"/>
                  </a:lnTo>
                  <a:lnTo>
                    <a:pt x="26862" y="2993"/>
                  </a:lnTo>
                  <a:lnTo>
                    <a:pt x="28599" y="536"/>
                  </a:lnTo>
                  <a:lnTo>
                    <a:pt x="31518" y="514"/>
                  </a:lnTo>
                  <a:lnTo>
                    <a:pt x="3488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h467"/>
            <p:cNvSpPr/>
            <p:nvPr/>
          </p:nvSpPr>
          <p:spPr>
            <a:xfrm>
              <a:off x="1930797" y="2289928"/>
              <a:ext cx="57115" cy="67907"/>
            </a:xfrm>
            <a:custGeom>
              <a:avLst/>
              <a:pathLst>
                <a:path w="57115" h="67907">
                  <a:moveTo>
                    <a:pt x="17079" y="531"/>
                  </a:moveTo>
                  <a:lnTo>
                    <a:pt x="15672" y="6481"/>
                  </a:lnTo>
                  <a:lnTo>
                    <a:pt x="19472" y="7566"/>
                  </a:lnTo>
                  <a:lnTo>
                    <a:pt x="21561" y="7321"/>
                  </a:lnTo>
                  <a:lnTo>
                    <a:pt x="24224" y="4957"/>
                  </a:lnTo>
                  <a:lnTo>
                    <a:pt x="24949" y="100"/>
                  </a:lnTo>
                  <a:lnTo>
                    <a:pt x="29369" y="11772"/>
                  </a:lnTo>
                  <a:lnTo>
                    <a:pt x="32412" y="10121"/>
                  </a:lnTo>
                  <a:lnTo>
                    <a:pt x="36021" y="11006"/>
                  </a:lnTo>
                  <a:lnTo>
                    <a:pt x="37458" y="10968"/>
                  </a:lnTo>
                  <a:lnTo>
                    <a:pt x="35639" y="16224"/>
                  </a:lnTo>
                  <a:lnTo>
                    <a:pt x="41207" y="29179"/>
                  </a:lnTo>
                  <a:lnTo>
                    <a:pt x="45926" y="30271"/>
                  </a:lnTo>
                  <a:lnTo>
                    <a:pt x="49704" y="26251"/>
                  </a:lnTo>
                  <a:lnTo>
                    <a:pt x="53703" y="28036"/>
                  </a:lnTo>
                  <a:lnTo>
                    <a:pt x="53241" y="34064"/>
                  </a:lnTo>
                  <a:lnTo>
                    <a:pt x="57115" y="34395"/>
                  </a:lnTo>
                  <a:lnTo>
                    <a:pt x="56802" y="38512"/>
                  </a:lnTo>
                  <a:lnTo>
                    <a:pt x="54719" y="39147"/>
                  </a:lnTo>
                  <a:lnTo>
                    <a:pt x="51875" y="41473"/>
                  </a:lnTo>
                  <a:lnTo>
                    <a:pt x="50395" y="44622"/>
                  </a:lnTo>
                  <a:lnTo>
                    <a:pt x="52603" y="47247"/>
                  </a:lnTo>
                  <a:lnTo>
                    <a:pt x="52472" y="48529"/>
                  </a:lnTo>
                  <a:lnTo>
                    <a:pt x="39149" y="59905"/>
                  </a:lnTo>
                  <a:lnTo>
                    <a:pt x="41101" y="64240"/>
                  </a:lnTo>
                  <a:lnTo>
                    <a:pt x="37683" y="65785"/>
                  </a:lnTo>
                  <a:lnTo>
                    <a:pt x="37909" y="66264"/>
                  </a:lnTo>
                  <a:lnTo>
                    <a:pt x="35121" y="67907"/>
                  </a:lnTo>
                  <a:lnTo>
                    <a:pt x="33504" y="64501"/>
                  </a:lnTo>
                  <a:lnTo>
                    <a:pt x="30861" y="52640"/>
                  </a:lnTo>
                  <a:lnTo>
                    <a:pt x="32086" y="48107"/>
                  </a:lnTo>
                  <a:lnTo>
                    <a:pt x="29767" y="44427"/>
                  </a:lnTo>
                  <a:lnTo>
                    <a:pt x="27812" y="50587"/>
                  </a:lnTo>
                  <a:lnTo>
                    <a:pt x="23673" y="47759"/>
                  </a:lnTo>
                  <a:lnTo>
                    <a:pt x="21023" y="44017"/>
                  </a:lnTo>
                  <a:lnTo>
                    <a:pt x="15147" y="44348"/>
                  </a:lnTo>
                  <a:lnTo>
                    <a:pt x="6177" y="49958"/>
                  </a:lnTo>
                  <a:lnTo>
                    <a:pt x="11348" y="54825"/>
                  </a:lnTo>
                  <a:lnTo>
                    <a:pt x="5761" y="55414"/>
                  </a:lnTo>
                  <a:lnTo>
                    <a:pt x="5590" y="55999"/>
                  </a:lnTo>
                  <a:lnTo>
                    <a:pt x="613" y="42148"/>
                  </a:lnTo>
                  <a:lnTo>
                    <a:pt x="7460" y="42938"/>
                  </a:lnTo>
                  <a:lnTo>
                    <a:pt x="7779" y="40039"/>
                  </a:lnTo>
                  <a:lnTo>
                    <a:pt x="0" y="38811"/>
                  </a:lnTo>
                  <a:lnTo>
                    <a:pt x="429" y="34643"/>
                  </a:lnTo>
                  <a:lnTo>
                    <a:pt x="7123" y="32819"/>
                  </a:lnTo>
                  <a:lnTo>
                    <a:pt x="7711" y="31049"/>
                  </a:lnTo>
                  <a:lnTo>
                    <a:pt x="5356" y="26015"/>
                  </a:lnTo>
                  <a:lnTo>
                    <a:pt x="5400" y="21899"/>
                  </a:lnTo>
                  <a:lnTo>
                    <a:pt x="7769" y="17568"/>
                  </a:lnTo>
                  <a:lnTo>
                    <a:pt x="5948" y="16710"/>
                  </a:lnTo>
                  <a:lnTo>
                    <a:pt x="1546" y="19599"/>
                  </a:lnTo>
                  <a:lnTo>
                    <a:pt x="2236" y="9585"/>
                  </a:lnTo>
                  <a:lnTo>
                    <a:pt x="1312" y="7125"/>
                  </a:lnTo>
                  <a:lnTo>
                    <a:pt x="3972" y="3847"/>
                  </a:lnTo>
                  <a:lnTo>
                    <a:pt x="4100" y="6744"/>
                  </a:lnTo>
                  <a:lnTo>
                    <a:pt x="5857" y="6411"/>
                  </a:lnTo>
                  <a:lnTo>
                    <a:pt x="12333" y="3717"/>
                  </a:lnTo>
                  <a:lnTo>
                    <a:pt x="1187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h468"/>
            <p:cNvSpPr/>
            <p:nvPr/>
          </p:nvSpPr>
          <p:spPr>
            <a:xfrm>
              <a:off x="1847872" y="2262524"/>
              <a:ext cx="57271" cy="63228"/>
            </a:xfrm>
            <a:custGeom>
              <a:avLst/>
              <a:pathLst>
                <a:path w="57271" h="63228">
                  <a:moveTo>
                    <a:pt x="29486" y="6682"/>
                  </a:moveTo>
                  <a:lnTo>
                    <a:pt x="35205" y="11186"/>
                  </a:lnTo>
                  <a:lnTo>
                    <a:pt x="33643" y="14675"/>
                  </a:lnTo>
                  <a:lnTo>
                    <a:pt x="34777" y="17469"/>
                  </a:lnTo>
                  <a:lnTo>
                    <a:pt x="38439" y="14966"/>
                  </a:lnTo>
                  <a:lnTo>
                    <a:pt x="42836" y="17199"/>
                  </a:lnTo>
                  <a:lnTo>
                    <a:pt x="48150" y="17536"/>
                  </a:lnTo>
                  <a:lnTo>
                    <a:pt x="50870" y="22123"/>
                  </a:lnTo>
                  <a:lnTo>
                    <a:pt x="51227" y="29552"/>
                  </a:lnTo>
                  <a:lnTo>
                    <a:pt x="50420" y="33377"/>
                  </a:lnTo>
                  <a:lnTo>
                    <a:pt x="54194" y="38047"/>
                  </a:lnTo>
                  <a:lnTo>
                    <a:pt x="57271" y="40960"/>
                  </a:lnTo>
                  <a:lnTo>
                    <a:pt x="51869" y="44042"/>
                  </a:lnTo>
                  <a:lnTo>
                    <a:pt x="49950" y="48031"/>
                  </a:lnTo>
                  <a:lnTo>
                    <a:pt x="49362" y="49560"/>
                  </a:lnTo>
                  <a:lnTo>
                    <a:pt x="48961" y="58241"/>
                  </a:lnTo>
                  <a:lnTo>
                    <a:pt x="45811" y="57508"/>
                  </a:lnTo>
                  <a:lnTo>
                    <a:pt x="44883" y="62708"/>
                  </a:lnTo>
                  <a:lnTo>
                    <a:pt x="41693" y="61753"/>
                  </a:lnTo>
                  <a:lnTo>
                    <a:pt x="41256" y="63228"/>
                  </a:lnTo>
                  <a:lnTo>
                    <a:pt x="39440" y="62661"/>
                  </a:lnTo>
                  <a:lnTo>
                    <a:pt x="38200" y="58405"/>
                  </a:lnTo>
                  <a:lnTo>
                    <a:pt x="40383" y="52521"/>
                  </a:lnTo>
                  <a:lnTo>
                    <a:pt x="39819" y="51135"/>
                  </a:lnTo>
                  <a:lnTo>
                    <a:pt x="36498" y="46110"/>
                  </a:lnTo>
                  <a:lnTo>
                    <a:pt x="37823" y="39730"/>
                  </a:lnTo>
                  <a:lnTo>
                    <a:pt x="32725" y="40708"/>
                  </a:lnTo>
                  <a:lnTo>
                    <a:pt x="30708" y="37476"/>
                  </a:lnTo>
                  <a:lnTo>
                    <a:pt x="25597" y="31746"/>
                  </a:lnTo>
                  <a:lnTo>
                    <a:pt x="22939" y="29855"/>
                  </a:lnTo>
                  <a:lnTo>
                    <a:pt x="19761" y="30709"/>
                  </a:lnTo>
                  <a:lnTo>
                    <a:pt x="14301" y="21129"/>
                  </a:lnTo>
                  <a:lnTo>
                    <a:pt x="9611" y="18191"/>
                  </a:lnTo>
                  <a:lnTo>
                    <a:pt x="6249" y="18706"/>
                  </a:lnTo>
                  <a:lnTo>
                    <a:pt x="7536" y="16098"/>
                  </a:lnTo>
                  <a:lnTo>
                    <a:pt x="2399" y="15258"/>
                  </a:lnTo>
                  <a:lnTo>
                    <a:pt x="0" y="11357"/>
                  </a:lnTo>
                  <a:lnTo>
                    <a:pt x="3986" y="9997"/>
                  </a:lnTo>
                  <a:lnTo>
                    <a:pt x="5879" y="10964"/>
                  </a:lnTo>
                  <a:lnTo>
                    <a:pt x="6183" y="12301"/>
                  </a:lnTo>
                  <a:lnTo>
                    <a:pt x="11122" y="9484"/>
                  </a:lnTo>
                  <a:lnTo>
                    <a:pt x="12977" y="7607"/>
                  </a:lnTo>
                  <a:lnTo>
                    <a:pt x="19158" y="11316"/>
                  </a:lnTo>
                  <a:lnTo>
                    <a:pt x="23884" y="13120"/>
                  </a:lnTo>
                  <a:lnTo>
                    <a:pt x="24138" y="7550"/>
                  </a:lnTo>
                  <a:lnTo>
                    <a:pt x="31719" y="722"/>
                  </a:lnTo>
                  <a:lnTo>
                    <a:pt x="3252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h469"/>
            <p:cNvSpPr/>
            <p:nvPr/>
          </p:nvSpPr>
          <p:spPr>
            <a:xfrm>
              <a:off x="1877358" y="2244520"/>
              <a:ext cx="50302" cy="56051"/>
            </a:xfrm>
            <a:custGeom>
              <a:avLst/>
              <a:pathLst>
                <a:path w="50302" h="56051">
                  <a:moveTo>
                    <a:pt x="30425" y="4055"/>
                  </a:moveTo>
                  <a:lnTo>
                    <a:pt x="44531" y="14451"/>
                  </a:lnTo>
                  <a:lnTo>
                    <a:pt x="45928" y="13911"/>
                  </a:lnTo>
                  <a:lnTo>
                    <a:pt x="48902" y="19763"/>
                  </a:lnTo>
                  <a:lnTo>
                    <a:pt x="49544" y="20905"/>
                  </a:lnTo>
                  <a:lnTo>
                    <a:pt x="49673" y="29566"/>
                  </a:lnTo>
                  <a:lnTo>
                    <a:pt x="48431" y="42907"/>
                  </a:lnTo>
                  <a:lnTo>
                    <a:pt x="49723" y="44624"/>
                  </a:lnTo>
                  <a:lnTo>
                    <a:pt x="50302" y="48805"/>
                  </a:lnTo>
                  <a:lnTo>
                    <a:pt x="46533" y="49178"/>
                  </a:lnTo>
                  <a:lnTo>
                    <a:pt x="37850" y="47876"/>
                  </a:lnTo>
                  <a:lnTo>
                    <a:pt x="37745" y="50917"/>
                  </a:lnTo>
                  <a:lnTo>
                    <a:pt x="34754" y="53065"/>
                  </a:lnTo>
                  <a:lnTo>
                    <a:pt x="24707" y="56051"/>
                  </a:lnTo>
                  <a:lnTo>
                    <a:pt x="20933" y="51382"/>
                  </a:lnTo>
                  <a:lnTo>
                    <a:pt x="21740" y="47556"/>
                  </a:lnTo>
                  <a:lnTo>
                    <a:pt x="21383" y="40127"/>
                  </a:lnTo>
                  <a:lnTo>
                    <a:pt x="18664" y="35541"/>
                  </a:lnTo>
                  <a:lnTo>
                    <a:pt x="13349" y="35203"/>
                  </a:lnTo>
                  <a:lnTo>
                    <a:pt x="8953" y="32971"/>
                  </a:lnTo>
                  <a:lnTo>
                    <a:pt x="5290" y="35473"/>
                  </a:lnTo>
                  <a:lnTo>
                    <a:pt x="4157" y="32680"/>
                  </a:lnTo>
                  <a:lnTo>
                    <a:pt x="5718" y="29190"/>
                  </a:lnTo>
                  <a:lnTo>
                    <a:pt x="0" y="24686"/>
                  </a:lnTo>
                  <a:lnTo>
                    <a:pt x="3034" y="18004"/>
                  </a:lnTo>
                  <a:lnTo>
                    <a:pt x="2232" y="18726"/>
                  </a:lnTo>
                  <a:lnTo>
                    <a:pt x="1753" y="17464"/>
                  </a:lnTo>
                  <a:lnTo>
                    <a:pt x="8605" y="13517"/>
                  </a:lnTo>
                  <a:lnTo>
                    <a:pt x="7577" y="15847"/>
                  </a:lnTo>
                  <a:lnTo>
                    <a:pt x="9392" y="16548"/>
                  </a:lnTo>
                  <a:lnTo>
                    <a:pt x="11690" y="14768"/>
                  </a:lnTo>
                  <a:lnTo>
                    <a:pt x="13393" y="13070"/>
                  </a:lnTo>
                  <a:lnTo>
                    <a:pt x="13602" y="11775"/>
                  </a:lnTo>
                  <a:lnTo>
                    <a:pt x="12153" y="9903"/>
                  </a:lnTo>
                  <a:lnTo>
                    <a:pt x="12809" y="7718"/>
                  </a:lnTo>
                  <a:lnTo>
                    <a:pt x="16579" y="10322"/>
                  </a:lnTo>
                  <a:lnTo>
                    <a:pt x="19925" y="7908"/>
                  </a:lnTo>
                  <a:lnTo>
                    <a:pt x="21997" y="3922"/>
                  </a:lnTo>
                  <a:lnTo>
                    <a:pt x="20168" y="3433"/>
                  </a:lnTo>
                  <a:lnTo>
                    <a:pt x="22404" y="188"/>
                  </a:lnTo>
                  <a:lnTo>
                    <a:pt x="2347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h470"/>
            <p:cNvSpPr/>
            <p:nvPr/>
          </p:nvSpPr>
          <p:spPr>
            <a:xfrm>
              <a:off x="1962906" y="2263528"/>
              <a:ext cx="81030" cy="148915"/>
            </a:xfrm>
            <a:custGeom>
              <a:avLst/>
              <a:pathLst>
                <a:path w="81030" h="148915">
                  <a:moveTo>
                    <a:pt x="27825" y="1174"/>
                  </a:moveTo>
                  <a:lnTo>
                    <a:pt x="30352" y="10470"/>
                  </a:lnTo>
                  <a:lnTo>
                    <a:pt x="34361" y="12661"/>
                  </a:lnTo>
                  <a:lnTo>
                    <a:pt x="45870" y="10285"/>
                  </a:lnTo>
                  <a:lnTo>
                    <a:pt x="54527" y="7214"/>
                  </a:lnTo>
                  <a:lnTo>
                    <a:pt x="53312" y="10760"/>
                  </a:lnTo>
                  <a:lnTo>
                    <a:pt x="58349" y="13030"/>
                  </a:lnTo>
                  <a:lnTo>
                    <a:pt x="47936" y="25991"/>
                  </a:lnTo>
                  <a:lnTo>
                    <a:pt x="53967" y="29584"/>
                  </a:lnTo>
                  <a:lnTo>
                    <a:pt x="62561" y="20493"/>
                  </a:lnTo>
                  <a:lnTo>
                    <a:pt x="63980" y="23805"/>
                  </a:lnTo>
                  <a:lnTo>
                    <a:pt x="69576" y="24613"/>
                  </a:lnTo>
                  <a:lnTo>
                    <a:pt x="64985" y="30017"/>
                  </a:lnTo>
                  <a:lnTo>
                    <a:pt x="79595" y="31823"/>
                  </a:lnTo>
                  <a:lnTo>
                    <a:pt x="81030" y="35209"/>
                  </a:lnTo>
                  <a:lnTo>
                    <a:pt x="80381" y="39533"/>
                  </a:lnTo>
                  <a:lnTo>
                    <a:pt x="78825" y="39575"/>
                  </a:lnTo>
                  <a:lnTo>
                    <a:pt x="78655" y="39048"/>
                  </a:lnTo>
                  <a:lnTo>
                    <a:pt x="72202" y="39822"/>
                  </a:lnTo>
                  <a:lnTo>
                    <a:pt x="71886" y="42459"/>
                  </a:lnTo>
                  <a:lnTo>
                    <a:pt x="72748" y="45414"/>
                  </a:lnTo>
                  <a:lnTo>
                    <a:pt x="70629" y="49176"/>
                  </a:lnTo>
                  <a:lnTo>
                    <a:pt x="67795" y="59881"/>
                  </a:lnTo>
                  <a:lnTo>
                    <a:pt x="65016" y="64099"/>
                  </a:lnTo>
                  <a:lnTo>
                    <a:pt x="58828" y="73541"/>
                  </a:lnTo>
                  <a:lnTo>
                    <a:pt x="64075" y="76027"/>
                  </a:lnTo>
                  <a:lnTo>
                    <a:pt x="64815" y="78487"/>
                  </a:lnTo>
                  <a:lnTo>
                    <a:pt x="58659" y="75138"/>
                  </a:lnTo>
                  <a:lnTo>
                    <a:pt x="57941" y="73996"/>
                  </a:lnTo>
                  <a:lnTo>
                    <a:pt x="54071" y="75983"/>
                  </a:lnTo>
                  <a:lnTo>
                    <a:pt x="56968" y="82265"/>
                  </a:lnTo>
                  <a:lnTo>
                    <a:pt x="51539" y="86024"/>
                  </a:lnTo>
                  <a:lnTo>
                    <a:pt x="50980" y="92260"/>
                  </a:lnTo>
                  <a:lnTo>
                    <a:pt x="53267" y="91358"/>
                  </a:lnTo>
                  <a:lnTo>
                    <a:pt x="54234" y="91804"/>
                  </a:lnTo>
                  <a:lnTo>
                    <a:pt x="54396" y="95439"/>
                  </a:lnTo>
                  <a:lnTo>
                    <a:pt x="53953" y="97669"/>
                  </a:lnTo>
                  <a:lnTo>
                    <a:pt x="50304" y="99593"/>
                  </a:lnTo>
                  <a:lnTo>
                    <a:pt x="50188" y="101084"/>
                  </a:lnTo>
                  <a:lnTo>
                    <a:pt x="57096" y="101884"/>
                  </a:lnTo>
                  <a:lnTo>
                    <a:pt x="53570" y="103401"/>
                  </a:lnTo>
                  <a:lnTo>
                    <a:pt x="53282" y="109444"/>
                  </a:lnTo>
                  <a:lnTo>
                    <a:pt x="50361" y="113802"/>
                  </a:lnTo>
                  <a:lnTo>
                    <a:pt x="43545" y="118044"/>
                  </a:lnTo>
                  <a:lnTo>
                    <a:pt x="40959" y="120504"/>
                  </a:lnTo>
                  <a:lnTo>
                    <a:pt x="40555" y="122727"/>
                  </a:lnTo>
                  <a:lnTo>
                    <a:pt x="41600" y="124399"/>
                  </a:lnTo>
                  <a:lnTo>
                    <a:pt x="45934" y="124471"/>
                  </a:lnTo>
                  <a:lnTo>
                    <a:pt x="49746" y="121899"/>
                  </a:lnTo>
                  <a:lnTo>
                    <a:pt x="50300" y="123855"/>
                  </a:lnTo>
                  <a:lnTo>
                    <a:pt x="49452" y="127432"/>
                  </a:lnTo>
                  <a:lnTo>
                    <a:pt x="47855" y="131237"/>
                  </a:lnTo>
                  <a:lnTo>
                    <a:pt x="43143" y="138436"/>
                  </a:lnTo>
                  <a:lnTo>
                    <a:pt x="41610" y="139271"/>
                  </a:lnTo>
                  <a:lnTo>
                    <a:pt x="39002" y="134600"/>
                  </a:lnTo>
                  <a:lnTo>
                    <a:pt x="35172" y="136819"/>
                  </a:lnTo>
                  <a:lnTo>
                    <a:pt x="29612" y="141666"/>
                  </a:lnTo>
                  <a:lnTo>
                    <a:pt x="22484" y="147388"/>
                  </a:lnTo>
                  <a:lnTo>
                    <a:pt x="23002" y="144532"/>
                  </a:lnTo>
                  <a:lnTo>
                    <a:pt x="21600" y="141805"/>
                  </a:lnTo>
                  <a:lnTo>
                    <a:pt x="14532" y="136850"/>
                  </a:lnTo>
                  <a:lnTo>
                    <a:pt x="12212" y="139674"/>
                  </a:lnTo>
                  <a:lnTo>
                    <a:pt x="16971" y="141847"/>
                  </a:lnTo>
                  <a:lnTo>
                    <a:pt x="16226" y="147341"/>
                  </a:lnTo>
                  <a:lnTo>
                    <a:pt x="10801" y="148915"/>
                  </a:lnTo>
                  <a:lnTo>
                    <a:pt x="6920" y="145481"/>
                  </a:lnTo>
                  <a:lnTo>
                    <a:pt x="5728" y="140911"/>
                  </a:lnTo>
                  <a:lnTo>
                    <a:pt x="9056" y="138778"/>
                  </a:lnTo>
                  <a:lnTo>
                    <a:pt x="7876" y="137967"/>
                  </a:lnTo>
                  <a:lnTo>
                    <a:pt x="9898" y="137014"/>
                  </a:lnTo>
                  <a:lnTo>
                    <a:pt x="10575" y="134740"/>
                  </a:lnTo>
                  <a:lnTo>
                    <a:pt x="7789" y="126887"/>
                  </a:lnTo>
                  <a:lnTo>
                    <a:pt x="9391" y="121976"/>
                  </a:lnTo>
                  <a:lnTo>
                    <a:pt x="10426" y="122052"/>
                  </a:lnTo>
                  <a:lnTo>
                    <a:pt x="11375" y="124305"/>
                  </a:lnTo>
                  <a:lnTo>
                    <a:pt x="12967" y="123212"/>
                  </a:lnTo>
                  <a:lnTo>
                    <a:pt x="13211" y="121433"/>
                  </a:lnTo>
                  <a:lnTo>
                    <a:pt x="10990" y="115799"/>
                  </a:lnTo>
                  <a:lnTo>
                    <a:pt x="13557" y="115202"/>
                  </a:lnTo>
                  <a:lnTo>
                    <a:pt x="13041" y="110620"/>
                  </a:lnTo>
                  <a:lnTo>
                    <a:pt x="10385" y="111036"/>
                  </a:lnTo>
                  <a:lnTo>
                    <a:pt x="4950" y="106169"/>
                  </a:lnTo>
                  <a:lnTo>
                    <a:pt x="0" y="102888"/>
                  </a:lnTo>
                  <a:lnTo>
                    <a:pt x="1902" y="102139"/>
                  </a:lnTo>
                  <a:lnTo>
                    <a:pt x="8216" y="105798"/>
                  </a:lnTo>
                  <a:lnTo>
                    <a:pt x="12161" y="106644"/>
                  </a:lnTo>
                  <a:lnTo>
                    <a:pt x="11399" y="103575"/>
                  </a:lnTo>
                  <a:lnTo>
                    <a:pt x="11825" y="96957"/>
                  </a:lnTo>
                  <a:lnTo>
                    <a:pt x="8730" y="91359"/>
                  </a:lnTo>
                  <a:lnTo>
                    <a:pt x="5800" y="92665"/>
                  </a:lnTo>
                  <a:lnTo>
                    <a:pt x="5574" y="92186"/>
                  </a:lnTo>
                  <a:lnTo>
                    <a:pt x="8992" y="90641"/>
                  </a:lnTo>
                  <a:lnTo>
                    <a:pt x="7040" y="86305"/>
                  </a:lnTo>
                  <a:lnTo>
                    <a:pt x="20363" y="74929"/>
                  </a:lnTo>
                  <a:lnTo>
                    <a:pt x="20495" y="73647"/>
                  </a:lnTo>
                  <a:lnTo>
                    <a:pt x="18287" y="71022"/>
                  </a:lnTo>
                  <a:lnTo>
                    <a:pt x="19766" y="67874"/>
                  </a:lnTo>
                  <a:lnTo>
                    <a:pt x="22610" y="65547"/>
                  </a:lnTo>
                  <a:lnTo>
                    <a:pt x="24694" y="64912"/>
                  </a:lnTo>
                  <a:lnTo>
                    <a:pt x="25007" y="60796"/>
                  </a:lnTo>
                  <a:lnTo>
                    <a:pt x="21133" y="60464"/>
                  </a:lnTo>
                  <a:lnTo>
                    <a:pt x="21594" y="54437"/>
                  </a:lnTo>
                  <a:lnTo>
                    <a:pt x="17595" y="52651"/>
                  </a:lnTo>
                  <a:lnTo>
                    <a:pt x="13817" y="56671"/>
                  </a:lnTo>
                  <a:lnTo>
                    <a:pt x="9099" y="55580"/>
                  </a:lnTo>
                  <a:lnTo>
                    <a:pt x="3531" y="42625"/>
                  </a:lnTo>
                  <a:lnTo>
                    <a:pt x="5349" y="37369"/>
                  </a:lnTo>
                  <a:lnTo>
                    <a:pt x="3913" y="37406"/>
                  </a:lnTo>
                  <a:lnTo>
                    <a:pt x="3843" y="34783"/>
                  </a:lnTo>
                  <a:lnTo>
                    <a:pt x="9540" y="34424"/>
                  </a:lnTo>
                  <a:lnTo>
                    <a:pt x="9021" y="28210"/>
                  </a:lnTo>
                  <a:lnTo>
                    <a:pt x="8110" y="26330"/>
                  </a:lnTo>
                  <a:lnTo>
                    <a:pt x="14604" y="22077"/>
                  </a:lnTo>
                  <a:lnTo>
                    <a:pt x="12985" y="19858"/>
                  </a:lnTo>
                  <a:lnTo>
                    <a:pt x="12293" y="17139"/>
                  </a:lnTo>
                  <a:lnTo>
                    <a:pt x="17116" y="10481"/>
                  </a:lnTo>
                  <a:lnTo>
                    <a:pt x="18692" y="9692"/>
                  </a:lnTo>
                  <a:lnTo>
                    <a:pt x="22444" y="2297"/>
                  </a:lnTo>
                  <a:lnTo>
                    <a:pt x="2528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h471"/>
            <p:cNvSpPr/>
            <p:nvPr/>
          </p:nvSpPr>
          <p:spPr>
            <a:xfrm>
              <a:off x="2330446" y="2845584"/>
              <a:ext cx="37695" cy="48124"/>
            </a:xfrm>
            <a:custGeom>
              <a:avLst/>
              <a:pathLst>
                <a:path w="37695" h="48124">
                  <a:moveTo>
                    <a:pt x="27246" y="0"/>
                  </a:moveTo>
                  <a:lnTo>
                    <a:pt x="30619" y="1085"/>
                  </a:lnTo>
                  <a:lnTo>
                    <a:pt x="31795" y="3070"/>
                  </a:lnTo>
                  <a:lnTo>
                    <a:pt x="32848" y="4319"/>
                  </a:lnTo>
                  <a:lnTo>
                    <a:pt x="33120" y="8589"/>
                  </a:lnTo>
                  <a:lnTo>
                    <a:pt x="33764" y="9472"/>
                  </a:lnTo>
                  <a:lnTo>
                    <a:pt x="34513" y="11722"/>
                  </a:lnTo>
                  <a:lnTo>
                    <a:pt x="28468" y="20163"/>
                  </a:lnTo>
                  <a:lnTo>
                    <a:pt x="27204" y="24924"/>
                  </a:lnTo>
                  <a:lnTo>
                    <a:pt x="30900" y="25652"/>
                  </a:lnTo>
                  <a:lnTo>
                    <a:pt x="31955" y="28009"/>
                  </a:lnTo>
                  <a:lnTo>
                    <a:pt x="34620" y="30505"/>
                  </a:lnTo>
                  <a:lnTo>
                    <a:pt x="33435" y="31593"/>
                  </a:lnTo>
                  <a:lnTo>
                    <a:pt x="32822" y="34467"/>
                  </a:lnTo>
                  <a:lnTo>
                    <a:pt x="33687" y="36377"/>
                  </a:lnTo>
                  <a:lnTo>
                    <a:pt x="36236" y="37936"/>
                  </a:lnTo>
                  <a:lnTo>
                    <a:pt x="37007" y="39755"/>
                  </a:lnTo>
                  <a:lnTo>
                    <a:pt x="37695" y="44749"/>
                  </a:lnTo>
                  <a:lnTo>
                    <a:pt x="37211" y="44799"/>
                  </a:lnTo>
                  <a:lnTo>
                    <a:pt x="37031" y="43530"/>
                  </a:lnTo>
                  <a:lnTo>
                    <a:pt x="35943" y="43442"/>
                  </a:lnTo>
                  <a:lnTo>
                    <a:pt x="36827" y="47171"/>
                  </a:lnTo>
                  <a:lnTo>
                    <a:pt x="27203" y="48124"/>
                  </a:lnTo>
                  <a:lnTo>
                    <a:pt x="26309" y="45177"/>
                  </a:lnTo>
                  <a:lnTo>
                    <a:pt x="23927" y="45157"/>
                  </a:lnTo>
                  <a:lnTo>
                    <a:pt x="22039" y="43330"/>
                  </a:lnTo>
                  <a:lnTo>
                    <a:pt x="20986" y="40443"/>
                  </a:lnTo>
                  <a:lnTo>
                    <a:pt x="21944" y="39589"/>
                  </a:lnTo>
                  <a:lnTo>
                    <a:pt x="22138" y="37108"/>
                  </a:lnTo>
                  <a:lnTo>
                    <a:pt x="17082" y="35372"/>
                  </a:lnTo>
                  <a:lnTo>
                    <a:pt x="10461" y="36948"/>
                  </a:lnTo>
                  <a:lnTo>
                    <a:pt x="10027" y="31578"/>
                  </a:lnTo>
                  <a:lnTo>
                    <a:pt x="8460" y="28336"/>
                  </a:lnTo>
                  <a:lnTo>
                    <a:pt x="4194" y="27928"/>
                  </a:lnTo>
                  <a:lnTo>
                    <a:pt x="3919" y="24950"/>
                  </a:lnTo>
                  <a:lnTo>
                    <a:pt x="6576" y="22634"/>
                  </a:lnTo>
                  <a:lnTo>
                    <a:pt x="5225" y="20807"/>
                  </a:lnTo>
                  <a:lnTo>
                    <a:pt x="1252" y="19077"/>
                  </a:lnTo>
                  <a:lnTo>
                    <a:pt x="1040" y="9757"/>
                  </a:lnTo>
                  <a:lnTo>
                    <a:pt x="0" y="8083"/>
                  </a:lnTo>
                  <a:lnTo>
                    <a:pt x="3716" y="4867"/>
                  </a:lnTo>
                  <a:lnTo>
                    <a:pt x="10533" y="7470"/>
                  </a:lnTo>
                  <a:lnTo>
                    <a:pt x="20011" y="6581"/>
                  </a:lnTo>
                  <a:lnTo>
                    <a:pt x="23118" y="3876"/>
                  </a:lnTo>
                  <a:lnTo>
                    <a:pt x="24325" y="4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h472"/>
            <p:cNvSpPr/>
            <p:nvPr/>
          </p:nvSpPr>
          <p:spPr>
            <a:xfrm>
              <a:off x="2202370" y="2734502"/>
              <a:ext cx="50657" cy="51668"/>
            </a:xfrm>
            <a:custGeom>
              <a:avLst/>
              <a:pathLst>
                <a:path w="50657" h="51668">
                  <a:moveTo>
                    <a:pt x="23431" y="457"/>
                  </a:moveTo>
                  <a:lnTo>
                    <a:pt x="25075" y="1616"/>
                  </a:lnTo>
                  <a:lnTo>
                    <a:pt x="31530" y="6817"/>
                  </a:lnTo>
                  <a:lnTo>
                    <a:pt x="33820" y="9810"/>
                  </a:lnTo>
                  <a:lnTo>
                    <a:pt x="36090" y="10453"/>
                  </a:lnTo>
                  <a:lnTo>
                    <a:pt x="39332" y="8601"/>
                  </a:lnTo>
                  <a:lnTo>
                    <a:pt x="42790" y="8808"/>
                  </a:lnTo>
                  <a:lnTo>
                    <a:pt x="48570" y="13636"/>
                  </a:lnTo>
                  <a:lnTo>
                    <a:pt x="50657" y="17573"/>
                  </a:lnTo>
                  <a:lnTo>
                    <a:pt x="48922" y="20669"/>
                  </a:lnTo>
                  <a:lnTo>
                    <a:pt x="49105" y="22481"/>
                  </a:lnTo>
                  <a:lnTo>
                    <a:pt x="43740" y="22646"/>
                  </a:lnTo>
                  <a:lnTo>
                    <a:pt x="41758" y="20974"/>
                  </a:lnTo>
                  <a:lnTo>
                    <a:pt x="39521" y="20883"/>
                  </a:lnTo>
                  <a:lnTo>
                    <a:pt x="38185" y="28236"/>
                  </a:lnTo>
                  <a:lnTo>
                    <a:pt x="38094" y="35858"/>
                  </a:lnTo>
                  <a:lnTo>
                    <a:pt x="36585" y="37754"/>
                  </a:lnTo>
                  <a:lnTo>
                    <a:pt x="28228" y="35711"/>
                  </a:lnTo>
                  <a:lnTo>
                    <a:pt x="27392" y="41777"/>
                  </a:lnTo>
                  <a:lnTo>
                    <a:pt x="31970" y="45887"/>
                  </a:lnTo>
                  <a:lnTo>
                    <a:pt x="29689" y="45646"/>
                  </a:lnTo>
                  <a:lnTo>
                    <a:pt x="29015" y="50302"/>
                  </a:lnTo>
                  <a:lnTo>
                    <a:pt x="26919" y="49945"/>
                  </a:lnTo>
                  <a:lnTo>
                    <a:pt x="25917" y="47908"/>
                  </a:lnTo>
                  <a:lnTo>
                    <a:pt x="20748" y="47489"/>
                  </a:lnTo>
                  <a:lnTo>
                    <a:pt x="18216" y="51141"/>
                  </a:lnTo>
                  <a:lnTo>
                    <a:pt x="14539" y="51668"/>
                  </a:lnTo>
                  <a:lnTo>
                    <a:pt x="14181" y="50346"/>
                  </a:lnTo>
                  <a:lnTo>
                    <a:pt x="11697" y="49890"/>
                  </a:lnTo>
                  <a:lnTo>
                    <a:pt x="12744" y="44536"/>
                  </a:lnTo>
                  <a:lnTo>
                    <a:pt x="17384" y="44883"/>
                  </a:lnTo>
                  <a:lnTo>
                    <a:pt x="17713" y="39746"/>
                  </a:lnTo>
                  <a:lnTo>
                    <a:pt x="13983" y="39339"/>
                  </a:lnTo>
                  <a:lnTo>
                    <a:pt x="13076" y="40044"/>
                  </a:lnTo>
                  <a:lnTo>
                    <a:pt x="5783" y="37303"/>
                  </a:lnTo>
                  <a:lnTo>
                    <a:pt x="5001" y="36415"/>
                  </a:lnTo>
                  <a:lnTo>
                    <a:pt x="5248" y="34024"/>
                  </a:lnTo>
                  <a:lnTo>
                    <a:pt x="4626" y="33263"/>
                  </a:lnTo>
                  <a:lnTo>
                    <a:pt x="2447" y="29986"/>
                  </a:lnTo>
                  <a:lnTo>
                    <a:pt x="1959" y="26008"/>
                  </a:lnTo>
                  <a:lnTo>
                    <a:pt x="1019" y="26355"/>
                  </a:lnTo>
                  <a:lnTo>
                    <a:pt x="0" y="24568"/>
                  </a:lnTo>
                  <a:lnTo>
                    <a:pt x="455" y="22896"/>
                  </a:lnTo>
                  <a:lnTo>
                    <a:pt x="2533" y="19299"/>
                  </a:lnTo>
                  <a:lnTo>
                    <a:pt x="4800" y="18721"/>
                  </a:lnTo>
                  <a:lnTo>
                    <a:pt x="5827" y="15698"/>
                  </a:lnTo>
                  <a:lnTo>
                    <a:pt x="5897" y="12916"/>
                  </a:lnTo>
                  <a:lnTo>
                    <a:pt x="6511" y="8424"/>
                  </a:lnTo>
                  <a:lnTo>
                    <a:pt x="7454" y="7246"/>
                  </a:lnTo>
                  <a:lnTo>
                    <a:pt x="10120" y="6092"/>
                  </a:lnTo>
                  <a:lnTo>
                    <a:pt x="18467" y="4900"/>
                  </a:lnTo>
                  <a:lnTo>
                    <a:pt x="20516" y="3266"/>
                  </a:lnTo>
                  <a:lnTo>
                    <a:pt x="2012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h473"/>
            <p:cNvSpPr/>
            <p:nvPr/>
          </p:nvSpPr>
          <p:spPr>
            <a:xfrm>
              <a:off x="2259035" y="2873310"/>
              <a:ext cx="18507" cy="18180"/>
            </a:xfrm>
            <a:custGeom>
              <a:avLst/>
              <a:pathLst>
                <a:path w="18507" h="18180">
                  <a:moveTo>
                    <a:pt x="9742" y="0"/>
                  </a:moveTo>
                  <a:lnTo>
                    <a:pt x="11360" y="1549"/>
                  </a:lnTo>
                  <a:lnTo>
                    <a:pt x="12773" y="1815"/>
                  </a:lnTo>
                  <a:lnTo>
                    <a:pt x="13647" y="1156"/>
                  </a:lnTo>
                  <a:lnTo>
                    <a:pt x="16318" y="3897"/>
                  </a:lnTo>
                  <a:lnTo>
                    <a:pt x="12672" y="14560"/>
                  </a:lnTo>
                  <a:lnTo>
                    <a:pt x="14767" y="14930"/>
                  </a:lnTo>
                  <a:lnTo>
                    <a:pt x="14405" y="12228"/>
                  </a:lnTo>
                  <a:lnTo>
                    <a:pt x="18507" y="14021"/>
                  </a:lnTo>
                  <a:lnTo>
                    <a:pt x="16336" y="15505"/>
                  </a:lnTo>
                  <a:lnTo>
                    <a:pt x="13840" y="15975"/>
                  </a:lnTo>
                  <a:lnTo>
                    <a:pt x="13681" y="18180"/>
                  </a:lnTo>
                  <a:lnTo>
                    <a:pt x="11665" y="17577"/>
                  </a:lnTo>
                  <a:lnTo>
                    <a:pt x="9694" y="15238"/>
                  </a:lnTo>
                  <a:lnTo>
                    <a:pt x="5320" y="15604"/>
                  </a:lnTo>
                  <a:lnTo>
                    <a:pt x="3693" y="14799"/>
                  </a:lnTo>
                  <a:lnTo>
                    <a:pt x="3737" y="13448"/>
                  </a:lnTo>
                  <a:lnTo>
                    <a:pt x="536" y="13204"/>
                  </a:lnTo>
                  <a:lnTo>
                    <a:pt x="0" y="9104"/>
                  </a:lnTo>
                  <a:lnTo>
                    <a:pt x="1490" y="7182"/>
                  </a:lnTo>
                  <a:lnTo>
                    <a:pt x="5894" y="3975"/>
                  </a:lnTo>
                  <a:lnTo>
                    <a:pt x="6528" y="59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h474"/>
            <p:cNvSpPr/>
            <p:nvPr/>
          </p:nvSpPr>
          <p:spPr>
            <a:xfrm>
              <a:off x="2172237" y="2818467"/>
              <a:ext cx="56235" cy="50988"/>
            </a:xfrm>
            <a:custGeom>
              <a:avLst/>
              <a:pathLst>
                <a:path w="56235" h="50988">
                  <a:moveTo>
                    <a:pt x="38116" y="2052"/>
                  </a:moveTo>
                  <a:lnTo>
                    <a:pt x="40369" y="2539"/>
                  </a:lnTo>
                  <a:lnTo>
                    <a:pt x="42388" y="1711"/>
                  </a:lnTo>
                  <a:lnTo>
                    <a:pt x="42710" y="2210"/>
                  </a:lnTo>
                  <a:lnTo>
                    <a:pt x="43543" y="4548"/>
                  </a:lnTo>
                  <a:lnTo>
                    <a:pt x="43170" y="6937"/>
                  </a:lnTo>
                  <a:lnTo>
                    <a:pt x="39549" y="7130"/>
                  </a:lnTo>
                  <a:lnTo>
                    <a:pt x="39692" y="7997"/>
                  </a:lnTo>
                  <a:lnTo>
                    <a:pt x="41925" y="10051"/>
                  </a:lnTo>
                  <a:lnTo>
                    <a:pt x="47834" y="10229"/>
                  </a:lnTo>
                  <a:lnTo>
                    <a:pt x="48456" y="8973"/>
                  </a:lnTo>
                  <a:lnTo>
                    <a:pt x="49684" y="8366"/>
                  </a:lnTo>
                  <a:lnTo>
                    <a:pt x="51800" y="8891"/>
                  </a:lnTo>
                  <a:lnTo>
                    <a:pt x="51692" y="11192"/>
                  </a:lnTo>
                  <a:lnTo>
                    <a:pt x="55085" y="11344"/>
                  </a:lnTo>
                  <a:lnTo>
                    <a:pt x="54098" y="18434"/>
                  </a:lnTo>
                  <a:lnTo>
                    <a:pt x="55140" y="22008"/>
                  </a:lnTo>
                  <a:lnTo>
                    <a:pt x="56235" y="22680"/>
                  </a:lnTo>
                  <a:lnTo>
                    <a:pt x="56053" y="23535"/>
                  </a:lnTo>
                  <a:lnTo>
                    <a:pt x="55173" y="26588"/>
                  </a:lnTo>
                  <a:lnTo>
                    <a:pt x="51084" y="30743"/>
                  </a:lnTo>
                  <a:lnTo>
                    <a:pt x="50536" y="32176"/>
                  </a:lnTo>
                  <a:lnTo>
                    <a:pt x="51935" y="37281"/>
                  </a:lnTo>
                  <a:lnTo>
                    <a:pt x="52671" y="37962"/>
                  </a:lnTo>
                  <a:lnTo>
                    <a:pt x="50409" y="45703"/>
                  </a:lnTo>
                  <a:lnTo>
                    <a:pt x="49602" y="45101"/>
                  </a:lnTo>
                  <a:lnTo>
                    <a:pt x="47299" y="48218"/>
                  </a:lnTo>
                  <a:lnTo>
                    <a:pt x="43833" y="50221"/>
                  </a:lnTo>
                  <a:lnTo>
                    <a:pt x="33661" y="48783"/>
                  </a:lnTo>
                  <a:lnTo>
                    <a:pt x="30480" y="50094"/>
                  </a:lnTo>
                  <a:lnTo>
                    <a:pt x="31065" y="49281"/>
                  </a:lnTo>
                  <a:lnTo>
                    <a:pt x="29361" y="47375"/>
                  </a:lnTo>
                  <a:lnTo>
                    <a:pt x="24546" y="50160"/>
                  </a:lnTo>
                  <a:lnTo>
                    <a:pt x="20365" y="50988"/>
                  </a:lnTo>
                  <a:lnTo>
                    <a:pt x="20256" y="49596"/>
                  </a:lnTo>
                  <a:lnTo>
                    <a:pt x="18731" y="48797"/>
                  </a:lnTo>
                  <a:lnTo>
                    <a:pt x="17861" y="47285"/>
                  </a:lnTo>
                  <a:lnTo>
                    <a:pt x="16833" y="43510"/>
                  </a:lnTo>
                  <a:lnTo>
                    <a:pt x="16822" y="33283"/>
                  </a:lnTo>
                  <a:lnTo>
                    <a:pt x="15028" y="33104"/>
                  </a:lnTo>
                  <a:lnTo>
                    <a:pt x="14281" y="31251"/>
                  </a:lnTo>
                  <a:lnTo>
                    <a:pt x="11206" y="31325"/>
                  </a:lnTo>
                  <a:lnTo>
                    <a:pt x="9263" y="32397"/>
                  </a:lnTo>
                  <a:lnTo>
                    <a:pt x="8351" y="30927"/>
                  </a:lnTo>
                  <a:lnTo>
                    <a:pt x="8259" y="28796"/>
                  </a:lnTo>
                  <a:lnTo>
                    <a:pt x="3503" y="29505"/>
                  </a:lnTo>
                  <a:lnTo>
                    <a:pt x="0" y="28407"/>
                  </a:lnTo>
                  <a:lnTo>
                    <a:pt x="2365" y="23080"/>
                  </a:lnTo>
                  <a:lnTo>
                    <a:pt x="7653" y="14887"/>
                  </a:lnTo>
                  <a:lnTo>
                    <a:pt x="9748" y="9268"/>
                  </a:lnTo>
                  <a:lnTo>
                    <a:pt x="14279" y="7199"/>
                  </a:lnTo>
                  <a:lnTo>
                    <a:pt x="18770" y="6562"/>
                  </a:lnTo>
                  <a:lnTo>
                    <a:pt x="23113" y="9030"/>
                  </a:lnTo>
                  <a:lnTo>
                    <a:pt x="27450" y="7933"/>
                  </a:lnTo>
                  <a:lnTo>
                    <a:pt x="32400" y="1851"/>
                  </a:lnTo>
                  <a:lnTo>
                    <a:pt x="3587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h475"/>
            <p:cNvSpPr/>
            <p:nvPr/>
          </p:nvSpPr>
          <p:spPr>
            <a:xfrm>
              <a:off x="2340386" y="2882406"/>
              <a:ext cx="17263" cy="16881"/>
            </a:xfrm>
            <a:custGeom>
              <a:avLst/>
              <a:pathLst>
                <a:path w="17263" h="16881">
                  <a:moveTo>
                    <a:pt x="10022" y="1453"/>
                  </a:moveTo>
                  <a:lnTo>
                    <a:pt x="10698" y="4606"/>
                  </a:lnTo>
                  <a:lnTo>
                    <a:pt x="12099" y="6508"/>
                  </a:lnTo>
                  <a:lnTo>
                    <a:pt x="13987" y="8335"/>
                  </a:lnTo>
                  <a:lnTo>
                    <a:pt x="16369" y="8355"/>
                  </a:lnTo>
                  <a:lnTo>
                    <a:pt x="17263" y="11302"/>
                  </a:lnTo>
                  <a:lnTo>
                    <a:pt x="15311" y="10770"/>
                  </a:lnTo>
                  <a:lnTo>
                    <a:pt x="9562" y="16881"/>
                  </a:lnTo>
                  <a:lnTo>
                    <a:pt x="5792" y="14373"/>
                  </a:lnTo>
                  <a:lnTo>
                    <a:pt x="1024" y="14383"/>
                  </a:lnTo>
                  <a:lnTo>
                    <a:pt x="1060" y="13408"/>
                  </a:lnTo>
                  <a:lnTo>
                    <a:pt x="2406" y="12374"/>
                  </a:lnTo>
                  <a:lnTo>
                    <a:pt x="4086" y="12418"/>
                  </a:lnTo>
                  <a:lnTo>
                    <a:pt x="4944" y="10364"/>
                  </a:lnTo>
                  <a:lnTo>
                    <a:pt x="742" y="10534"/>
                  </a:lnTo>
                  <a:lnTo>
                    <a:pt x="0" y="11106"/>
                  </a:lnTo>
                  <a:lnTo>
                    <a:pt x="4071" y="3540"/>
                  </a:lnTo>
                  <a:lnTo>
                    <a:pt x="4171" y="678"/>
                  </a:lnTo>
                  <a:lnTo>
                    <a:pt x="767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h476"/>
            <p:cNvSpPr/>
            <p:nvPr/>
          </p:nvSpPr>
          <p:spPr>
            <a:xfrm>
              <a:off x="2312957" y="2841460"/>
              <a:ext cx="21204" cy="29954"/>
            </a:xfrm>
            <a:custGeom>
              <a:avLst/>
              <a:pathLst>
                <a:path w="21204" h="29954">
                  <a:moveTo>
                    <a:pt x="19248" y="78"/>
                  </a:moveTo>
                  <a:lnTo>
                    <a:pt x="20873" y="2016"/>
                  </a:lnTo>
                  <a:lnTo>
                    <a:pt x="20601" y="5814"/>
                  </a:lnTo>
                  <a:lnTo>
                    <a:pt x="21204" y="8991"/>
                  </a:lnTo>
                  <a:lnTo>
                    <a:pt x="17488" y="12207"/>
                  </a:lnTo>
                  <a:lnTo>
                    <a:pt x="18528" y="13882"/>
                  </a:lnTo>
                  <a:lnTo>
                    <a:pt x="18740" y="23201"/>
                  </a:lnTo>
                  <a:lnTo>
                    <a:pt x="17230" y="25565"/>
                  </a:lnTo>
                  <a:lnTo>
                    <a:pt x="13188" y="28688"/>
                  </a:lnTo>
                  <a:lnTo>
                    <a:pt x="7000" y="29954"/>
                  </a:lnTo>
                  <a:lnTo>
                    <a:pt x="6055" y="22935"/>
                  </a:lnTo>
                  <a:lnTo>
                    <a:pt x="759" y="19755"/>
                  </a:lnTo>
                  <a:lnTo>
                    <a:pt x="0" y="17360"/>
                  </a:lnTo>
                  <a:lnTo>
                    <a:pt x="2057" y="15051"/>
                  </a:lnTo>
                  <a:lnTo>
                    <a:pt x="2752" y="11939"/>
                  </a:lnTo>
                  <a:lnTo>
                    <a:pt x="1670" y="8606"/>
                  </a:lnTo>
                  <a:lnTo>
                    <a:pt x="2096" y="5945"/>
                  </a:lnTo>
                  <a:lnTo>
                    <a:pt x="6465" y="8182"/>
                  </a:lnTo>
                  <a:lnTo>
                    <a:pt x="6788" y="5926"/>
                  </a:lnTo>
                  <a:lnTo>
                    <a:pt x="11768" y="6017"/>
                  </a:lnTo>
                  <a:lnTo>
                    <a:pt x="13041" y="3275"/>
                  </a:lnTo>
                  <a:lnTo>
                    <a:pt x="169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h477"/>
            <p:cNvSpPr/>
            <p:nvPr/>
          </p:nvSpPr>
          <p:spPr>
            <a:xfrm>
              <a:off x="2373545" y="2753705"/>
              <a:ext cx="31610" cy="27776"/>
            </a:xfrm>
            <a:custGeom>
              <a:avLst/>
              <a:pathLst>
                <a:path w="31610" h="27776">
                  <a:moveTo>
                    <a:pt x="16192" y="1412"/>
                  </a:moveTo>
                  <a:lnTo>
                    <a:pt x="20763" y="5087"/>
                  </a:lnTo>
                  <a:lnTo>
                    <a:pt x="24217" y="9264"/>
                  </a:lnTo>
                  <a:lnTo>
                    <a:pt x="23823" y="10079"/>
                  </a:lnTo>
                  <a:lnTo>
                    <a:pt x="24475" y="11469"/>
                  </a:lnTo>
                  <a:lnTo>
                    <a:pt x="27997" y="12761"/>
                  </a:lnTo>
                  <a:lnTo>
                    <a:pt x="31167" y="12299"/>
                  </a:lnTo>
                  <a:lnTo>
                    <a:pt x="31567" y="13502"/>
                  </a:lnTo>
                  <a:lnTo>
                    <a:pt x="31610" y="14966"/>
                  </a:lnTo>
                  <a:lnTo>
                    <a:pt x="30349" y="16635"/>
                  </a:lnTo>
                  <a:lnTo>
                    <a:pt x="26763" y="15118"/>
                  </a:lnTo>
                  <a:lnTo>
                    <a:pt x="25155" y="15731"/>
                  </a:lnTo>
                  <a:lnTo>
                    <a:pt x="24220" y="21710"/>
                  </a:lnTo>
                  <a:lnTo>
                    <a:pt x="25828" y="26016"/>
                  </a:lnTo>
                  <a:lnTo>
                    <a:pt x="22687" y="26598"/>
                  </a:lnTo>
                  <a:lnTo>
                    <a:pt x="19854" y="27776"/>
                  </a:lnTo>
                  <a:lnTo>
                    <a:pt x="17877" y="26005"/>
                  </a:lnTo>
                  <a:lnTo>
                    <a:pt x="13063" y="25900"/>
                  </a:lnTo>
                  <a:lnTo>
                    <a:pt x="12017" y="26641"/>
                  </a:lnTo>
                  <a:lnTo>
                    <a:pt x="5520" y="23060"/>
                  </a:lnTo>
                  <a:lnTo>
                    <a:pt x="6287" y="21214"/>
                  </a:lnTo>
                  <a:lnTo>
                    <a:pt x="5076" y="20703"/>
                  </a:lnTo>
                  <a:lnTo>
                    <a:pt x="4142" y="17419"/>
                  </a:lnTo>
                  <a:lnTo>
                    <a:pt x="4355" y="13200"/>
                  </a:lnTo>
                  <a:lnTo>
                    <a:pt x="1485" y="8196"/>
                  </a:lnTo>
                  <a:lnTo>
                    <a:pt x="0" y="7780"/>
                  </a:lnTo>
                  <a:lnTo>
                    <a:pt x="121" y="7118"/>
                  </a:lnTo>
                  <a:lnTo>
                    <a:pt x="4425" y="8320"/>
                  </a:lnTo>
                  <a:lnTo>
                    <a:pt x="5901" y="4359"/>
                  </a:lnTo>
                  <a:lnTo>
                    <a:pt x="9623" y="5870"/>
                  </a:lnTo>
                  <a:lnTo>
                    <a:pt x="14429" y="2348"/>
                  </a:lnTo>
                  <a:lnTo>
                    <a:pt x="1562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h478"/>
            <p:cNvSpPr/>
            <p:nvPr/>
          </p:nvSpPr>
          <p:spPr>
            <a:xfrm>
              <a:off x="2271560" y="2868535"/>
              <a:ext cx="14917" cy="19705"/>
            </a:xfrm>
            <a:custGeom>
              <a:avLst/>
              <a:pathLst>
                <a:path w="14917" h="19705">
                  <a:moveTo>
                    <a:pt x="9729" y="4175"/>
                  </a:moveTo>
                  <a:lnTo>
                    <a:pt x="12172" y="7754"/>
                  </a:lnTo>
                  <a:lnTo>
                    <a:pt x="14917" y="13870"/>
                  </a:lnTo>
                  <a:lnTo>
                    <a:pt x="9108" y="16547"/>
                  </a:lnTo>
                  <a:lnTo>
                    <a:pt x="4926" y="12708"/>
                  </a:lnTo>
                  <a:lnTo>
                    <a:pt x="4401" y="12879"/>
                  </a:lnTo>
                  <a:lnTo>
                    <a:pt x="4862" y="13996"/>
                  </a:lnTo>
                  <a:lnTo>
                    <a:pt x="4084" y="16119"/>
                  </a:lnTo>
                  <a:lnTo>
                    <a:pt x="1880" y="17003"/>
                  </a:lnTo>
                  <a:lnTo>
                    <a:pt x="2242" y="19705"/>
                  </a:lnTo>
                  <a:lnTo>
                    <a:pt x="147" y="19335"/>
                  </a:lnTo>
                  <a:lnTo>
                    <a:pt x="3793" y="8672"/>
                  </a:lnTo>
                  <a:lnTo>
                    <a:pt x="1122" y="5931"/>
                  </a:lnTo>
                  <a:lnTo>
                    <a:pt x="0" y="3092"/>
                  </a:lnTo>
                  <a:lnTo>
                    <a:pt x="84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h479"/>
            <p:cNvSpPr/>
            <p:nvPr/>
          </p:nvSpPr>
          <p:spPr>
            <a:xfrm>
              <a:off x="2295083" y="2864661"/>
              <a:ext cx="57501" cy="37671"/>
            </a:xfrm>
            <a:custGeom>
              <a:avLst/>
              <a:pathLst>
                <a:path w="57501" h="37671">
                  <a:moveTo>
                    <a:pt x="40588" y="1730"/>
                  </a:moveTo>
                  <a:lnTo>
                    <a:pt x="41939" y="3557"/>
                  </a:lnTo>
                  <a:lnTo>
                    <a:pt x="39282" y="5873"/>
                  </a:lnTo>
                  <a:lnTo>
                    <a:pt x="39557" y="8850"/>
                  </a:lnTo>
                  <a:lnTo>
                    <a:pt x="43823" y="9259"/>
                  </a:lnTo>
                  <a:lnTo>
                    <a:pt x="45390" y="12500"/>
                  </a:lnTo>
                  <a:lnTo>
                    <a:pt x="45824" y="17870"/>
                  </a:lnTo>
                  <a:lnTo>
                    <a:pt x="52445" y="16295"/>
                  </a:lnTo>
                  <a:lnTo>
                    <a:pt x="57501" y="18031"/>
                  </a:lnTo>
                  <a:lnTo>
                    <a:pt x="57307" y="20512"/>
                  </a:lnTo>
                  <a:lnTo>
                    <a:pt x="56349" y="21366"/>
                  </a:lnTo>
                  <a:lnTo>
                    <a:pt x="57402" y="24253"/>
                  </a:lnTo>
                  <a:lnTo>
                    <a:pt x="56001" y="22351"/>
                  </a:lnTo>
                  <a:lnTo>
                    <a:pt x="55326" y="19197"/>
                  </a:lnTo>
                  <a:lnTo>
                    <a:pt x="52975" y="17744"/>
                  </a:lnTo>
                  <a:lnTo>
                    <a:pt x="49474" y="18423"/>
                  </a:lnTo>
                  <a:lnTo>
                    <a:pt x="49374" y="21285"/>
                  </a:lnTo>
                  <a:lnTo>
                    <a:pt x="45303" y="28851"/>
                  </a:lnTo>
                  <a:lnTo>
                    <a:pt x="43333" y="32290"/>
                  </a:lnTo>
                  <a:lnTo>
                    <a:pt x="40047" y="32222"/>
                  </a:lnTo>
                  <a:lnTo>
                    <a:pt x="32192" y="34375"/>
                  </a:lnTo>
                  <a:lnTo>
                    <a:pt x="29031" y="37671"/>
                  </a:lnTo>
                  <a:lnTo>
                    <a:pt x="25685" y="37520"/>
                  </a:lnTo>
                  <a:lnTo>
                    <a:pt x="23931" y="32654"/>
                  </a:lnTo>
                  <a:lnTo>
                    <a:pt x="20280" y="29976"/>
                  </a:lnTo>
                  <a:lnTo>
                    <a:pt x="19322" y="30690"/>
                  </a:lnTo>
                  <a:lnTo>
                    <a:pt x="19637" y="32861"/>
                  </a:lnTo>
                  <a:lnTo>
                    <a:pt x="19033" y="35192"/>
                  </a:lnTo>
                  <a:lnTo>
                    <a:pt x="13749" y="34124"/>
                  </a:lnTo>
                  <a:lnTo>
                    <a:pt x="11099" y="32042"/>
                  </a:lnTo>
                  <a:lnTo>
                    <a:pt x="6424" y="31962"/>
                  </a:lnTo>
                  <a:lnTo>
                    <a:pt x="6411" y="35413"/>
                  </a:lnTo>
                  <a:lnTo>
                    <a:pt x="5191" y="35752"/>
                  </a:lnTo>
                  <a:lnTo>
                    <a:pt x="3716" y="35860"/>
                  </a:lnTo>
                  <a:lnTo>
                    <a:pt x="2552" y="32763"/>
                  </a:lnTo>
                  <a:lnTo>
                    <a:pt x="178" y="33123"/>
                  </a:lnTo>
                  <a:lnTo>
                    <a:pt x="0" y="31527"/>
                  </a:lnTo>
                  <a:lnTo>
                    <a:pt x="2432" y="27219"/>
                  </a:lnTo>
                  <a:lnTo>
                    <a:pt x="3828" y="26907"/>
                  </a:lnTo>
                  <a:lnTo>
                    <a:pt x="6028" y="26732"/>
                  </a:lnTo>
                  <a:lnTo>
                    <a:pt x="8969" y="24096"/>
                  </a:lnTo>
                  <a:lnTo>
                    <a:pt x="11039" y="19961"/>
                  </a:lnTo>
                  <a:lnTo>
                    <a:pt x="12151" y="16693"/>
                  </a:lnTo>
                  <a:lnTo>
                    <a:pt x="12011" y="14436"/>
                  </a:lnTo>
                  <a:lnTo>
                    <a:pt x="12946" y="12799"/>
                  </a:lnTo>
                  <a:lnTo>
                    <a:pt x="13689" y="12151"/>
                  </a:lnTo>
                  <a:lnTo>
                    <a:pt x="15271" y="12170"/>
                  </a:lnTo>
                  <a:lnTo>
                    <a:pt x="15371" y="12652"/>
                  </a:lnTo>
                  <a:lnTo>
                    <a:pt x="18980" y="11452"/>
                  </a:lnTo>
                  <a:lnTo>
                    <a:pt x="20352" y="8816"/>
                  </a:lnTo>
                  <a:lnTo>
                    <a:pt x="24874" y="6753"/>
                  </a:lnTo>
                  <a:lnTo>
                    <a:pt x="31063" y="5486"/>
                  </a:lnTo>
                  <a:lnTo>
                    <a:pt x="35104" y="2363"/>
                  </a:lnTo>
                  <a:lnTo>
                    <a:pt x="366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h480"/>
            <p:cNvSpPr/>
            <p:nvPr/>
          </p:nvSpPr>
          <p:spPr>
            <a:xfrm>
              <a:off x="2208111" y="2808830"/>
              <a:ext cx="22020" cy="20981"/>
            </a:xfrm>
            <a:custGeom>
              <a:avLst/>
              <a:pathLst>
                <a:path w="22020" h="20981">
                  <a:moveTo>
                    <a:pt x="9558" y="894"/>
                  </a:moveTo>
                  <a:lnTo>
                    <a:pt x="15550" y="1051"/>
                  </a:lnTo>
                  <a:lnTo>
                    <a:pt x="17436" y="4127"/>
                  </a:lnTo>
                  <a:lnTo>
                    <a:pt x="22020" y="7934"/>
                  </a:lnTo>
                  <a:lnTo>
                    <a:pt x="21271" y="19768"/>
                  </a:lnTo>
                  <a:lnTo>
                    <a:pt x="19211" y="20981"/>
                  </a:lnTo>
                  <a:lnTo>
                    <a:pt x="15818" y="20828"/>
                  </a:lnTo>
                  <a:lnTo>
                    <a:pt x="15926" y="18527"/>
                  </a:lnTo>
                  <a:lnTo>
                    <a:pt x="13809" y="18003"/>
                  </a:lnTo>
                  <a:lnTo>
                    <a:pt x="12582" y="18609"/>
                  </a:lnTo>
                  <a:lnTo>
                    <a:pt x="11960" y="19866"/>
                  </a:lnTo>
                  <a:lnTo>
                    <a:pt x="6050" y="19688"/>
                  </a:lnTo>
                  <a:lnTo>
                    <a:pt x="3818" y="17634"/>
                  </a:lnTo>
                  <a:lnTo>
                    <a:pt x="3675" y="16767"/>
                  </a:lnTo>
                  <a:lnTo>
                    <a:pt x="7295" y="16574"/>
                  </a:lnTo>
                  <a:lnTo>
                    <a:pt x="7669" y="14185"/>
                  </a:lnTo>
                  <a:lnTo>
                    <a:pt x="6836" y="11847"/>
                  </a:lnTo>
                  <a:lnTo>
                    <a:pt x="6514" y="11348"/>
                  </a:lnTo>
                  <a:lnTo>
                    <a:pt x="4495" y="12175"/>
                  </a:lnTo>
                  <a:lnTo>
                    <a:pt x="2242" y="11689"/>
                  </a:lnTo>
                  <a:lnTo>
                    <a:pt x="0" y="9636"/>
                  </a:lnTo>
                  <a:lnTo>
                    <a:pt x="1605" y="8782"/>
                  </a:lnTo>
                  <a:lnTo>
                    <a:pt x="2533" y="4645"/>
                  </a:lnTo>
                  <a:lnTo>
                    <a:pt x="6292" y="189"/>
                  </a:lnTo>
                  <a:lnTo>
                    <a:pt x="75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h481"/>
            <p:cNvSpPr/>
            <p:nvPr/>
          </p:nvSpPr>
          <p:spPr>
            <a:xfrm>
              <a:off x="2351960" y="2746775"/>
              <a:ext cx="27486" cy="16763"/>
            </a:xfrm>
            <a:custGeom>
              <a:avLst/>
              <a:pathLst>
                <a:path w="27486" h="16763">
                  <a:moveTo>
                    <a:pt x="19039" y="1304"/>
                  </a:moveTo>
                  <a:lnTo>
                    <a:pt x="27486" y="11289"/>
                  </a:lnTo>
                  <a:lnTo>
                    <a:pt x="26010" y="15250"/>
                  </a:lnTo>
                  <a:lnTo>
                    <a:pt x="21706" y="14048"/>
                  </a:lnTo>
                  <a:lnTo>
                    <a:pt x="21584" y="14711"/>
                  </a:lnTo>
                  <a:lnTo>
                    <a:pt x="20533" y="16763"/>
                  </a:lnTo>
                  <a:lnTo>
                    <a:pt x="17746" y="16073"/>
                  </a:lnTo>
                  <a:lnTo>
                    <a:pt x="17509" y="14891"/>
                  </a:lnTo>
                  <a:lnTo>
                    <a:pt x="3425" y="13346"/>
                  </a:lnTo>
                  <a:lnTo>
                    <a:pt x="3063" y="12229"/>
                  </a:lnTo>
                  <a:lnTo>
                    <a:pt x="0" y="4668"/>
                  </a:lnTo>
                  <a:lnTo>
                    <a:pt x="4693" y="3037"/>
                  </a:lnTo>
                  <a:lnTo>
                    <a:pt x="7026" y="4593"/>
                  </a:lnTo>
                  <a:lnTo>
                    <a:pt x="8666" y="4750"/>
                  </a:lnTo>
                  <a:lnTo>
                    <a:pt x="13976" y="3047"/>
                  </a:lnTo>
                  <a:lnTo>
                    <a:pt x="14880" y="697"/>
                  </a:lnTo>
                  <a:lnTo>
                    <a:pt x="158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h482"/>
            <p:cNvSpPr/>
            <p:nvPr/>
          </p:nvSpPr>
          <p:spPr>
            <a:xfrm>
              <a:off x="2271831" y="2733647"/>
              <a:ext cx="63430" cy="56279"/>
            </a:xfrm>
            <a:custGeom>
              <a:avLst/>
              <a:pathLst>
                <a:path w="63430" h="56279">
                  <a:moveTo>
                    <a:pt x="27140" y="3142"/>
                  </a:moveTo>
                  <a:lnTo>
                    <a:pt x="28647" y="3207"/>
                  </a:lnTo>
                  <a:lnTo>
                    <a:pt x="33808" y="942"/>
                  </a:lnTo>
                  <a:lnTo>
                    <a:pt x="48696" y="366"/>
                  </a:lnTo>
                  <a:lnTo>
                    <a:pt x="51476" y="2442"/>
                  </a:lnTo>
                  <a:lnTo>
                    <a:pt x="52469" y="4336"/>
                  </a:lnTo>
                  <a:lnTo>
                    <a:pt x="53712" y="3891"/>
                  </a:lnTo>
                  <a:lnTo>
                    <a:pt x="54268" y="6142"/>
                  </a:lnTo>
                  <a:lnTo>
                    <a:pt x="61095" y="11484"/>
                  </a:lnTo>
                  <a:lnTo>
                    <a:pt x="60308" y="14774"/>
                  </a:lnTo>
                  <a:lnTo>
                    <a:pt x="56807" y="16389"/>
                  </a:lnTo>
                  <a:lnTo>
                    <a:pt x="59157" y="21659"/>
                  </a:lnTo>
                  <a:lnTo>
                    <a:pt x="63430" y="25312"/>
                  </a:lnTo>
                  <a:lnTo>
                    <a:pt x="63384" y="26316"/>
                  </a:lnTo>
                  <a:lnTo>
                    <a:pt x="57486" y="26798"/>
                  </a:lnTo>
                  <a:lnTo>
                    <a:pt x="49068" y="28561"/>
                  </a:lnTo>
                  <a:lnTo>
                    <a:pt x="46096" y="29905"/>
                  </a:lnTo>
                  <a:lnTo>
                    <a:pt x="39238" y="31394"/>
                  </a:lnTo>
                  <a:lnTo>
                    <a:pt x="40057" y="36089"/>
                  </a:lnTo>
                  <a:lnTo>
                    <a:pt x="35626" y="37185"/>
                  </a:lnTo>
                  <a:lnTo>
                    <a:pt x="32951" y="38796"/>
                  </a:lnTo>
                  <a:lnTo>
                    <a:pt x="31607" y="43993"/>
                  </a:lnTo>
                  <a:lnTo>
                    <a:pt x="30056" y="45301"/>
                  </a:lnTo>
                  <a:lnTo>
                    <a:pt x="27934" y="45409"/>
                  </a:lnTo>
                  <a:lnTo>
                    <a:pt x="19751" y="53191"/>
                  </a:lnTo>
                  <a:lnTo>
                    <a:pt x="13334" y="56279"/>
                  </a:lnTo>
                  <a:lnTo>
                    <a:pt x="13075" y="55680"/>
                  </a:lnTo>
                  <a:lnTo>
                    <a:pt x="11282" y="47788"/>
                  </a:lnTo>
                  <a:lnTo>
                    <a:pt x="9263" y="47719"/>
                  </a:lnTo>
                  <a:lnTo>
                    <a:pt x="9268" y="46902"/>
                  </a:lnTo>
                  <a:lnTo>
                    <a:pt x="10338" y="45186"/>
                  </a:lnTo>
                  <a:lnTo>
                    <a:pt x="14682" y="44031"/>
                  </a:lnTo>
                  <a:lnTo>
                    <a:pt x="16541" y="42068"/>
                  </a:lnTo>
                  <a:lnTo>
                    <a:pt x="13663" y="39062"/>
                  </a:lnTo>
                  <a:lnTo>
                    <a:pt x="10855" y="38045"/>
                  </a:lnTo>
                  <a:lnTo>
                    <a:pt x="8739" y="38755"/>
                  </a:lnTo>
                  <a:lnTo>
                    <a:pt x="7751" y="37818"/>
                  </a:lnTo>
                  <a:lnTo>
                    <a:pt x="6570" y="34254"/>
                  </a:lnTo>
                  <a:lnTo>
                    <a:pt x="10659" y="24331"/>
                  </a:lnTo>
                  <a:lnTo>
                    <a:pt x="10916" y="22274"/>
                  </a:lnTo>
                  <a:lnTo>
                    <a:pt x="3665" y="15848"/>
                  </a:lnTo>
                  <a:lnTo>
                    <a:pt x="0" y="15011"/>
                  </a:lnTo>
                  <a:lnTo>
                    <a:pt x="1401" y="12265"/>
                  </a:lnTo>
                  <a:lnTo>
                    <a:pt x="5767" y="11279"/>
                  </a:lnTo>
                  <a:lnTo>
                    <a:pt x="10914" y="8973"/>
                  </a:lnTo>
                  <a:lnTo>
                    <a:pt x="11503" y="5551"/>
                  </a:lnTo>
                  <a:lnTo>
                    <a:pt x="10482" y="4084"/>
                  </a:lnTo>
                  <a:lnTo>
                    <a:pt x="11721" y="1772"/>
                  </a:lnTo>
                  <a:lnTo>
                    <a:pt x="13520" y="2435"/>
                  </a:lnTo>
                  <a:lnTo>
                    <a:pt x="12975" y="6272"/>
                  </a:lnTo>
                  <a:lnTo>
                    <a:pt x="14670" y="6572"/>
                  </a:lnTo>
                  <a:lnTo>
                    <a:pt x="16966" y="5280"/>
                  </a:lnTo>
                  <a:lnTo>
                    <a:pt x="17318" y="972"/>
                  </a:lnTo>
                  <a:lnTo>
                    <a:pt x="18125" y="820"/>
                  </a:lnTo>
                  <a:lnTo>
                    <a:pt x="20694" y="1407"/>
                  </a:lnTo>
                  <a:lnTo>
                    <a:pt x="2185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h483"/>
            <p:cNvSpPr/>
            <p:nvPr/>
          </p:nvSpPr>
          <p:spPr>
            <a:xfrm>
              <a:off x="2223420" y="2675099"/>
              <a:ext cx="39142" cy="53359"/>
            </a:xfrm>
            <a:custGeom>
              <a:avLst/>
              <a:pathLst>
                <a:path w="39142" h="53359">
                  <a:moveTo>
                    <a:pt x="23709" y="266"/>
                  </a:moveTo>
                  <a:lnTo>
                    <a:pt x="23317" y="8593"/>
                  </a:lnTo>
                  <a:lnTo>
                    <a:pt x="21455" y="10869"/>
                  </a:lnTo>
                  <a:lnTo>
                    <a:pt x="21865" y="19073"/>
                  </a:lnTo>
                  <a:lnTo>
                    <a:pt x="33172" y="17728"/>
                  </a:lnTo>
                  <a:lnTo>
                    <a:pt x="31944" y="23920"/>
                  </a:lnTo>
                  <a:lnTo>
                    <a:pt x="29761" y="30333"/>
                  </a:lnTo>
                  <a:lnTo>
                    <a:pt x="30417" y="31578"/>
                  </a:lnTo>
                  <a:lnTo>
                    <a:pt x="35240" y="32295"/>
                  </a:lnTo>
                  <a:lnTo>
                    <a:pt x="39142" y="36016"/>
                  </a:lnTo>
                  <a:lnTo>
                    <a:pt x="35665" y="38001"/>
                  </a:lnTo>
                  <a:lnTo>
                    <a:pt x="33183" y="43187"/>
                  </a:lnTo>
                  <a:lnTo>
                    <a:pt x="34375" y="49600"/>
                  </a:lnTo>
                  <a:lnTo>
                    <a:pt x="29656" y="51078"/>
                  </a:lnTo>
                  <a:lnTo>
                    <a:pt x="27251" y="49578"/>
                  </a:lnTo>
                  <a:lnTo>
                    <a:pt x="22726" y="48640"/>
                  </a:lnTo>
                  <a:lnTo>
                    <a:pt x="20518" y="50712"/>
                  </a:lnTo>
                  <a:lnTo>
                    <a:pt x="15227" y="53359"/>
                  </a:lnTo>
                  <a:lnTo>
                    <a:pt x="11860" y="51567"/>
                  </a:lnTo>
                  <a:lnTo>
                    <a:pt x="12780" y="48474"/>
                  </a:lnTo>
                  <a:lnTo>
                    <a:pt x="12331" y="47042"/>
                  </a:lnTo>
                  <a:lnTo>
                    <a:pt x="8378" y="47807"/>
                  </a:lnTo>
                  <a:lnTo>
                    <a:pt x="7455" y="48653"/>
                  </a:lnTo>
                  <a:lnTo>
                    <a:pt x="5501" y="45820"/>
                  </a:lnTo>
                  <a:lnTo>
                    <a:pt x="5365" y="43145"/>
                  </a:lnTo>
                  <a:lnTo>
                    <a:pt x="0" y="37023"/>
                  </a:lnTo>
                  <a:lnTo>
                    <a:pt x="1584" y="33654"/>
                  </a:lnTo>
                  <a:lnTo>
                    <a:pt x="2960" y="30013"/>
                  </a:lnTo>
                  <a:lnTo>
                    <a:pt x="5652" y="26150"/>
                  </a:lnTo>
                  <a:lnTo>
                    <a:pt x="6295" y="24041"/>
                  </a:lnTo>
                  <a:lnTo>
                    <a:pt x="5007" y="21626"/>
                  </a:lnTo>
                  <a:lnTo>
                    <a:pt x="8760" y="11005"/>
                  </a:lnTo>
                  <a:lnTo>
                    <a:pt x="6312" y="10857"/>
                  </a:lnTo>
                  <a:lnTo>
                    <a:pt x="5630" y="5820"/>
                  </a:lnTo>
                  <a:lnTo>
                    <a:pt x="10835" y="5976"/>
                  </a:lnTo>
                  <a:lnTo>
                    <a:pt x="13968" y="3383"/>
                  </a:lnTo>
                  <a:lnTo>
                    <a:pt x="15541" y="2083"/>
                  </a:lnTo>
                  <a:lnTo>
                    <a:pt x="1802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h484"/>
            <p:cNvSpPr/>
            <p:nvPr/>
          </p:nvSpPr>
          <p:spPr>
            <a:xfrm>
              <a:off x="2248349" y="2822463"/>
              <a:ext cx="13122" cy="9965"/>
            </a:xfrm>
            <a:custGeom>
              <a:avLst/>
              <a:pathLst>
                <a:path w="13122" h="9965">
                  <a:moveTo>
                    <a:pt x="7671" y="671"/>
                  </a:moveTo>
                  <a:lnTo>
                    <a:pt x="11783" y="926"/>
                  </a:lnTo>
                  <a:lnTo>
                    <a:pt x="12800" y="916"/>
                  </a:lnTo>
                  <a:lnTo>
                    <a:pt x="13122" y="3151"/>
                  </a:lnTo>
                  <a:lnTo>
                    <a:pt x="11680" y="4663"/>
                  </a:lnTo>
                  <a:lnTo>
                    <a:pt x="11666" y="5754"/>
                  </a:lnTo>
                  <a:lnTo>
                    <a:pt x="10744" y="6273"/>
                  </a:lnTo>
                  <a:lnTo>
                    <a:pt x="8588" y="4869"/>
                  </a:lnTo>
                  <a:lnTo>
                    <a:pt x="5543" y="7466"/>
                  </a:lnTo>
                  <a:lnTo>
                    <a:pt x="5653" y="9965"/>
                  </a:lnTo>
                  <a:lnTo>
                    <a:pt x="1893" y="8603"/>
                  </a:lnTo>
                  <a:lnTo>
                    <a:pt x="1711" y="6791"/>
                  </a:lnTo>
                  <a:lnTo>
                    <a:pt x="0" y="5099"/>
                  </a:lnTo>
                  <a:lnTo>
                    <a:pt x="109" y="4237"/>
                  </a:lnTo>
                  <a:lnTo>
                    <a:pt x="4895" y="690"/>
                  </a:lnTo>
                  <a:lnTo>
                    <a:pt x="681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h485"/>
            <p:cNvSpPr/>
            <p:nvPr/>
          </p:nvSpPr>
          <p:spPr>
            <a:xfrm>
              <a:off x="2218797" y="2673620"/>
              <a:ext cx="93808" cy="83363"/>
            </a:xfrm>
            <a:custGeom>
              <a:avLst/>
              <a:pathLst>
                <a:path w="93808" h="83363">
                  <a:moveTo>
                    <a:pt x="39785" y="462"/>
                  </a:moveTo>
                  <a:lnTo>
                    <a:pt x="43794" y="2190"/>
                  </a:lnTo>
                  <a:lnTo>
                    <a:pt x="46140" y="1844"/>
                  </a:lnTo>
                  <a:lnTo>
                    <a:pt x="51158" y="2693"/>
                  </a:lnTo>
                  <a:lnTo>
                    <a:pt x="50873" y="4345"/>
                  </a:lnTo>
                  <a:lnTo>
                    <a:pt x="57403" y="9622"/>
                  </a:lnTo>
                  <a:lnTo>
                    <a:pt x="60197" y="10115"/>
                  </a:lnTo>
                  <a:lnTo>
                    <a:pt x="68728" y="8599"/>
                  </a:lnTo>
                  <a:lnTo>
                    <a:pt x="77321" y="9967"/>
                  </a:lnTo>
                  <a:lnTo>
                    <a:pt x="82229" y="13854"/>
                  </a:lnTo>
                  <a:lnTo>
                    <a:pt x="86228" y="18404"/>
                  </a:lnTo>
                  <a:lnTo>
                    <a:pt x="89822" y="19509"/>
                  </a:lnTo>
                  <a:lnTo>
                    <a:pt x="90360" y="17770"/>
                  </a:lnTo>
                  <a:lnTo>
                    <a:pt x="91718" y="19280"/>
                  </a:lnTo>
                  <a:lnTo>
                    <a:pt x="93808" y="20420"/>
                  </a:lnTo>
                  <a:lnTo>
                    <a:pt x="91262" y="25863"/>
                  </a:lnTo>
                  <a:lnTo>
                    <a:pt x="89622" y="28805"/>
                  </a:lnTo>
                  <a:lnTo>
                    <a:pt x="83223" y="28335"/>
                  </a:lnTo>
                  <a:lnTo>
                    <a:pt x="82830" y="32719"/>
                  </a:lnTo>
                  <a:lnTo>
                    <a:pt x="77347" y="35662"/>
                  </a:lnTo>
                  <a:lnTo>
                    <a:pt x="75015" y="35418"/>
                  </a:lnTo>
                  <a:lnTo>
                    <a:pt x="74510" y="40881"/>
                  </a:lnTo>
                  <a:lnTo>
                    <a:pt x="72167" y="43143"/>
                  </a:lnTo>
                  <a:lnTo>
                    <a:pt x="71171" y="46642"/>
                  </a:lnTo>
                  <a:lnTo>
                    <a:pt x="72191" y="47083"/>
                  </a:lnTo>
                  <a:lnTo>
                    <a:pt x="72955" y="49477"/>
                  </a:lnTo>
                  <a:lnTo>
                    <a:pt x="71158" y="60847"/>
                  </a:lnTo>
                  <a:lnTo>
                    <a:pt x="70351" y="60999"/>
                  </a:lnTo>
                  <a:lnTo>
                    <a:pt x="70000" y="65307"/>
                  </a:lnTo>
                  <a:lnTo>
                    <a:pt x="67704" y="66599"/>
                  </a:lnTo>
                  <a:lnTo>
                    <a:pt x="66008" y="66299"/>
                  </a:lnTo>
                  <a:lnTo>
                    <a:pt x="66554" y="62462"/>
                  </a:lnTo>
                  <a:lnTo>
                    <a:pt x="64754" y="61799"/>
                  </a:lnTo>
                  <a:lnTo>
                    <a:pt x="63515" y="64111"/>
                  </a:lnTo>
                  <a:lnTo>
                    <a:pt x="64537" y="65578"/>
                  </a:lnTo>
                  <a:lnTo>
                    <a:pt x="63948" y="69000"/>
                  </a:lnTo>
                  <a:lnTo>
                    <a:pt x="58801" y="71306"/>
                  </a:lnTo>
                  <a:lnTo>
                    <a:pt x="54435" y="72292"/>
                  </a:lnTo>
                  <a:lnTo>
                    <a:pt x="53033" y="75038"/>
                  </a:lnTo>
                  <a:lnTo>
                    <a:pt x="51850" y="72621"/>
                  </a:lnTo>
                  <a:lnTo>
                    <a:pt x="50915" y="74939"/>
                  </a:lnTo>
                  <a:lnTo>
                    <a:pt x="42792" y="75666"/>
                  </a:lnTo>
                  <a:lnTo>
                    <a:pt x="40196" y="78247"/>
                  </a:lnTo>
                  <a:lnTo>
                    <a:pt x="40211" y="80874"/>
                  </a:lnTo>
                  <a:lnTo>
                    <a:pt x="38550" y="82441"/>
                  </a:lnTo>
                  <a:lnTo>
                    <a:pt x="32679" y="83363"/>
                  </a:lnTo>
                  <a:lnTo>
                    <a:pt x="32496" y="81551"/>
                  </a:lnTo>
                  <a:lnTo>
                    <a:pt x="34230" y="78455"/>
                  </a:lnTo>
                  <a:lnTo>
                    <a:pt x="32143" y="74518"/>
                  </a:lnTo>
                  <a:lnTo>
                    <a:pt x="26364" y="69690"/>
                  </a:lnTo>
                  <a:lnTo>
                    <a:pt x="22906" y="69483"/>
                  </a:lnTo>
                  <a:lnTo>
                    <a:pt x="19664" y="71335"/>
                  </a:lnTo>
                  <a:lnTo>
                    <a:pt x="17393" y="70692"/>
                  </a:lnTo>
                  <a:lnTo>
                    <a:pt x="15104" y="67699"/>
                  </a:lnTo>
                  <a:lnTo>
                    <a:pt x="8648" y="62498"/>
                  </a:lnTo>
                  <a:lnTo>
                    <a:pt x="7005" y="61339"/>
                  </a:lnTo>
                  <a:lnTo>
                    <a:pt x="3700" y="60881"/>
                  </a:lnTo>
                  <a:lnTo>
                    <a:pt x="4031" y="57697"/>
                  </a:lnTo>
                  <a:lnTo>
                    <a:pt x="0" y="53148"/>
                  </a:lnTo>
                  <a:lnTo>
                    <a:pt x="2271" y="51553"/>
                  </a:lnTo>
                  <a:lnTo>
                    <a:pt x="12078" y="50131"/>
                  </a:lnTo>
                  <a:lnTo>
                    <a:pt x="13001" y="49286"/>
                  </a:lnTo>
                  <a:lnTo>
                    <a:pt x="16954" y="48521"/>
                  </a:lnTo>
                  <a:lnTo>
                    <a:pt x="17403" y="49952"/>
                  </a:lnTo>
                  <a:lnTo>
                    <a:pt x="16483" y="53045"/>
                  </a:lnTo>
                  <a:lnTo>
                    <a:pt x="19850" y="54837"/>
                  </a:lnTo>
                  <a:lnTo>
                    <a:pt x="25141" y="52191"/>
                  </a:lnTo>
                  <a:lnTo>
                    <a:pt x="27349" y="50119"/>
                  </a:lnTo>
                  <a:lnTo>
                    <a:pt x="31873" y="51057"/>
                  </a:lnTo>
                  <a:lnTo>
                    <a:pt x="34279" y="52556"/>
                  </a:lnTo>
                  <a:lnTo>
                    <a:pt x="38997" y="51079"/>
                  </a:lnTo>
                  <a:lnTo>
                    <a:pt x="37806" y="44666"/>
                  </a:lnTo>
                  <a:lnTo>
                    <a:pt x="40288" y="39480"/>
                  </a:lnTo>
                  <a:lnTo>
                    <a:pt x="43765" y="37494"/>
                  </a:lnTo>
                  <a:lnTo>
                    <a:pt x="39863" y="33774"/>
                  </a:lnTo>
                  <a:lnTo>
                    <a:pt x="35040" y="33057"/>
                  </a:lnTo>
                  <a:lnTo>
                    <a:pt x="34383" y="31812"/>
                  </a:lnTo>
                  <a:lnTo>
                    <a:pt x="36567" y="25398"/>
                  </a:lnTo>
                  <a:lnTo>
                    <a:pt x="37794" y="19207"/>
                  </a:lnTo>
                  <a:lnTo>
                    <a:pt x="26488" y="20551"/>
                  </a:lnTo>
                  <a:lnTo>
                    <a:pt x="26078" y="12347"/>
                  </a:lnTo>
                  <a:lnTo>
                    <a:pt x="27940" y="10072"/>
                  </a:lnTo>
                  <a:lnTo>
                    <a:pt x="28331" y="1745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h486"/>
            <p:cNvSpPr/>
            <p:nvPr/>
          </p:nvSpPr>
          <p:spPr>
            <a:xfrm>
              <a:off x="2289509" y="2867170"/>
              <a:ext cx="13945" cy="12008"/>
            </a:xfrm>
            <a:custGeom>
              <a:avLst/>
              <a:pathLst>
                <a:path w="13945" h="12008">
                  <a:moveTo>
                    <a:pt x="10642" y="1465"/>
                  </a:moveTo>
                  <a:lnTo>
                    <a:pt x="12471" y="2722"/>
                  </a:lnTo>
                  <a:lnTo>
                    <a:pt x="12820" y="5602"/>
                  </a:lnTo>
                  <a:lnTo>
                    <a:pt x="13881" y="6234"/>
                  </a:lnTo>
                  <a:lnTo>
                    <a:pt x="13945" y="7055"/>
                  </a:lnTo>
                  <a:lnTo>
                    <a:pt x="11855" y="9105"/>
                  </a:lnTo>
                  <a:lnTo>
                    <a:pt x="8668" y="9571"/>
                  </a:lnTo>
                  <a:lnTo>
                    <a:pt x="6646" y="10682"/>
                  </a:lnTo>
                  <a:lnTo>
                    <a:pt x="5930" y="12008"/>
                  </a:lnTo>
                  <a:lnTo>
                    <a:pt x="0" y="9607"/>
                  </a:lnTo>
                  <a:lnTo>
                    <a:pt x="4777" y="3027"/>
                  </a:lnTo>
                  <a:lnTo>
                    <a:pt x="3636" y="1230"/>
                  </a:lnTo>
                  <a:lnTo>
                    <a:pt x="349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h487"/>
            <p:cNvSpPr/>
            <p:nvPr/>
          </p:nvSpPr>
          <p:spPr>
            <a:xfrm>
              <a:off x="2305096" y="2809950"/>
              <a:ext cx="30805" cy="39691"/>
            </a:xfrm>
            <a:custGeom>
              <a:avLst/>
              <a:pathLst>
                <a:path w="30805" h="39691">
                  <a:moveTo>
                    <a:pt x="28825" y="2061"/>
                  </a:moveTo>
                  <a:lnTo>
                    <a:pt x="30805" y="2568"/>
                  </a:lnTo>
                  <a:lnTo>
                    <a:pt x="29913" y="4228"/>
                  </a:lnTo>
                  <a:lnTo>
                    <a:pt x="28064" y="5063"/>
                  </a:lnTo>
                  <a:lnTo>
                    <a:pt x="25821" y="8343"/>
                  </a:lnTo>
                  <a:lnTo>
                    <a:pt x="17925" y="16632"/>
                  </a:lnTo>
                  <a:lnTo>
                    <a:pt x="16756" y="19312"/>
                  </a:lnTo>
                  <a:lnTo>
                    <a:pt x="16458" y="21579"/>
                  </a:lnTo>
                  <a:lnTo>
                    <a:pt x="18217" y="24273"/>
                  </a:lnTo>
                  <a:lnTo>
                    <a:pt x="20388" y="25250"/>
                  </a:lnTo>
                  <a:lnTo>
                    <a:pt x="21550" y="24104"/>
                  </a:lnTo>
                  <a:lnTo>
                    <a:pt x="24400" y="24966"/>
                  </a:lnTo>
                  <a:lnTo>
                    <a:pt x="24544" y="26222"/>
                  </a:lnTo>
                  <a:lnTo>
                    <a:pt x="24819" y="31509"/>
                  </a:lnTo>
                  <a:lnTo>
                    <a:pt x="20902" y="34784"/>
                  </a:lnTo>
                  <a:lnTo>
                    <a:pt x="19629" y="37526"/>
                  </a:lnTo>
                  <a:lnTo>
                    <a:pt x="14650" y="37435"/>
                  </a:lnTo>
                  <a:lnTo>
                    <a:pt x="14326" y="39691"/>
                  </a:lnTo>
                  <a:lnTo>
                    <a:pt x="9957" y="37454"/>
                  </a:lnTo>
                  <a:lnTo>
                    <a:pt x="7607" y="35491"/>
                  </a:lnTo>
                  <a:lnTo>
                    <a:pt x="9558" y="30756"/>
                  </a:lnTo>
                  <a:lnTo>
                    <a:pt x="6714" y="29870"/>
                  </a:lnTo>
                  <a:lnTo>
                    <a:pt x="7418" y="24729"/>
                  </a:lnTo>
                  <a:lnTo>
                    <a:pt x="3537" y="23146"/>
                  </a:lnTo>
                  <a:lnTo>
                    <a:pt x="1050" y="23127"/>
                  </a:lnTo>
                  <a:lnTo>
                    <a:pt x="241" y="20827"/>
                  </a:lnTo>
                  <a:lnTo>
                    <a:pt x="1412" y="19476"/>
                  </a:lnTo>
                  <a:lnTo>
                    <a:pt x="271" y="19108"/>
                  </a:lnTo>
                  <a:lnTo>
                    <a:pt x="0" y="14395"/>
                  </a:lnTo>
                  <a:lnTo>
                    <a:pt x="2534" y="12352"/>
                  </a:lnTo>
                  <a:lnTo>
                    <a:pt x="5537" y="3456"/>
                  </a:lnTo>
                  <a:lnTo>
                    <a:pt x="11250" y="186"/>
                  </a:lnTo>
                  <a:lnTo>
                    <a:pt x="15521" y="2565"/>
                  </a:lnTo>
                  <a:lnTo>
                    <a:pt x="19227" y="3013"/>
                  </a:lnTo>
                  <a:lnTo>
                    <a:pt x="20998" y="1109"/>
                  </a:lnTo>
                  <a:lnTo>
                    <a:pt x="2720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h488"/>
            <p:cNvSpPr/>
            <p:nvPr/>
          </p:nvSpPr>
          <p:spPr>
            <a:xfrm>
              <a:off x="2260015" y="2789328"/>
              <a:ext cx="30770" cy="50939"/>
            </a:xfrm>
            <a:custGeom>
              <a:avLst/>
              <a:pathLst>
                <a:path w="30770" h="50939">
                  <a:moveTo>
                    <a:pt x="24890" y="0"/>
                  </a:moveTo>
                  <a:lnTo>
                    <a:pt x="25149" y="598"/>
                  </a:lnTo>
                  <a:lnTo>
                    <a:pt x="26790" y="2606"/>
                  </a:lnTo>
                  <a:lnTo>
                    <a:pt x="26746" y="5082"/>
                  </a:lnTo>
                  <a:lnTo>
                    <a:pt x="27377" y="6071"/>
                  </a:lnTo>
                  <a:lnTo>
                    <a:pt x="25785" y="7846"/>
                  </a:lnTo>
                  <a:lnTo>
                    <a:pt x="22478" y="14641"/>
                  </a:lnTo>
                  <a:lnTo>
                    <a:pt x="22608" y="17844"/>
                  </a:lnTo>
                  <a:lnTo>
                    <a:pt x="27763" y="20941"/>
                  </a:lnTo>
                  <a:lnTo>
                    <a:pt x="26119" y="23027"/>
                  </a:lnTo>
                  <a:lnTo>
                    <a:pt x="25412" y="27629"/>
                  </a:lnTo>
                  <a:lnTo>
                    <a:pt x="25705" y="29040"/>
                  </a:lnTo>
                  <a:lnTo>
                    <a:pt x="27146" y="29189"/>
                  </a:lnTo>
                  <a:lnTo>
                    <a:pt x="28045" y="35893"/>
                  </a:lnTo>
                  <a:lnTo>
                    <a:pt x="24815" y="35625"/>
                  </a:lnTo>
                  <a:lnTo>
                    <a:pt x="25512" y="40787"/>
                  </a:lnTo>
                  <a:lnTo>
                    <a:pt x="28541" y="42548"/>
                  </a:lnTo>
                  <a:lnTo>
                    <a:pt x="30770" y="42234"/>
                  </a:lnTo>
                  <a:lnTo>
                    <a:pt x="30245" y="49164"/>
                  </a:lnTo>
                  <a:lnTo>
                    <a:pt x="27297" y="48876"/>
                  </a:lnTo>
                  <a:lnTo>
                    <a:pt x="26892" y="50939"/>
                  </a:lnTo>
                  <a:lnTo>
                    <a:pt x="24645" y="50502"/>
                  </a:lnTo>
                  <a:lnTo>
                    <a:pt x="20783" y="44662"/>
                  </a:lnTo>
                  <a:lnTo>
                    <a:pt x="7800" y="47751"/>
                  </a:lnTo>
                  <a:lnTo>
                    <a:pt x="3931" y="43277"/>
                  </a:lnTo>
                  <a:lnTo>
                    <a:pt x="3113" y="41267"/>
                  </a:lnTo>
                  <a:lnTo>
                    <a:pt x="3515" y="39674"/>
                  </a:lnTo>
                  <a:lnTo>
                    <a:pt x="0" y="38889"/>
                  </a:lnTo>
                  <a:lnTo>
                    <a:pt x="13" y="37798"/>
                  </a:lnTo>
                  <a:lnTo>
                    <a:pt x="1455" y="36286"/>
                  </a:lnTo>
                  <a:lnTo>
                    <a:pt x="1134" y="34051"/>
                  </a:lnTo>
                  <a:lnTo>
                    <a:pt x="116" y="34061"/>
                  </a:lnTo>
                  <a:lnTo>
                    <a:pt x="1456" y="32632"/>
                  </a:lnTo>
                  <a:lnTo>
                    <a:pt x="4106" y="32918"/>
                  </a:lnTo>
                  <a:lnTo>
                    <a:pt x="4925" y="31407"/>
                  </a:lnTo>
                  <a:lnTo>
                    <a:pt x="5596" y="24365"/>
                  </a:lnTo>
                  <a:lnTo>
                    <a:pt x="4188" y="24020"/>
                  </a:lnTo>
                  <a:lnTo>
                    <a:pt x="4251" y="22147"/>
                  </a:lnTo>
                  <a:lnTo>
                    <a:pt x="9972" y="13570"/>
                  </a:lnTo>
                  <a:lnTo>
                    <a:pt x="14031" y="13299"/>
                  </a:lnTo>
                  <a:lnTo>
                    <a:pt x="19007" y="209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h489"/>
            <p:cNvSpPr/>
            <p:nvPr/>
          </p:nvSpPr>
          <p:spPr>
            <a:xfrm>
              <a:off x="2282494" y="2795399"/>
              <a:ext cx="29104" cy="31023"/>
            </a:xfrm>
            <a:custGeom>
              <a:avLst/>
              <a:pathLst>
                <a:path w="29104" h="31023">
                  <a:moveTo>
                    <a:pt x="8462" y="1581"/>
                  </a:moveTo>
                  <a:lnTo>
                    <a:pt x="8722" y="3441"/>
                  </a:lnTo>
                  <a:lnTo>
                    <a:pt x="12170" y="3708"/>
                  </a:lnTo>
                  <a:lnTo>
                    <a:pt x="13658" y="2940"/>
                  </a:lnTo>
                  <a:lnTo>
                    <a:pt x="15344" y="2314"/>
                  </a:lnTo>
                  <a:lnTo>
                    <a:pt x="16105" y="3960"/>
                  </a:lnTo>
                  <a:lnTo>
                    <a:pt x="15573" y="7015"/>
                  </a:lnTo>
                  <a:lnTo>
                    <a:pt x="17336" y="13759"/>
                  </a:lnTo>
                  <a:lnTo>
                    <a:pt x="25436" y="13621"/>
                  </a:lnTo>
                  <a:lnTo>
                    <a:pt x="29104" y="15563"/>
                  </a:lnTo>
                  <a:lnTo>
                    <a:pt x="28140" y="18008"/>
                  </a:lnTo>
                  <a:lnTo>
                    <a:pt x="25136" y="26903"/>
                  </a:lnTo>
                  <a:lnTo>
                    <a:pt x="22602" y="28946"/>
                  </a:lnTo>
                  <a:lnTo>
                    <a:pt x="16464" y="27870"/>
                  </a:lnTo>
                  <a:lnTo>
                    <a:pt x="12975" y="28519"/>
                  </a:lnTo>
                  <a:lnTo>
                    <a:pt x="6875" y="31023"/>
                  </a:lnTo>
                  <a:lnTo>
                    <a:pt x="5566" y="29821"/>
                  </a:lnTo>
                  <a:lnTo>
                    <a:pt x="4667" y="23117"/>
                  </a:lnTo>
                  <a:lnTo>
                    <a:pt x="3227" y="22969"/>
                  </a:lnTo>
                  <a:lnTo>
                    <a:pt x="2933" y="21557"/>
                  </a:lnTo>
                  <a:lnTo>
                    <a:pt x="3640" y="16956"/>
                  </a:lnTo>
                  <a:lnTo>
                    <a:pt x="5285" y="14870"/>
                  </a:lnTo>
                  <a:lnTo>
                    <a:pt x="129" y="11773"/>
                  </a:lnTo>
                  <a:lnTo>
                    <a:pt x="0" y="8569"/>
                  </a:lnTo>
                  <a:lnTo>
                    <a:pt x="3306" y="1774"/>
                  </a:lnTo>
                  <a:lnTo>
                    <a:pt x="489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h490"/>
            <p:cNvSpPr/>
            <p:nvPr/>
          </p:nvSpPr>
          <p:spPr>
            <a:xfrm>
              <a:off x="2290261" y="2830778"/>
              <a:ext cx="24793" cy="22333"/>
            </a:xfrm>
            <a:custGeom>
              <a:avLst/>
              <a:pathLst>
                <a:path w="24793" h="22333">
                  <a:moveTo>
                    <a:pt x="15886" y="2300"/>
                  </a:moveTo>
                  <a:lnTo>
                    <a:pt x="18372" y="2318"/>
                  </a:lnTo>
                  <a:lnTo>
                    <a:pt x="22253" y="3901"/>
                  </a:lnTo>
                  <a:lnTo>
                    <a:pt x="21549" y="9043"/>
                  </a:lnTo>
                  <a:lnTo>
                    <a:pt x="24394" y="9929"/>
                  </a:lnTo>
                  <a:lnTo>
                    <a:pt x="22442" y="14664"/>
                  </a:lnTo>
                  <a:lnTo>
                    <a:pt x="24793" y="16626"/>
                  </a:lnTo>
                  <a:lnTo>
                    <a:pt x="24366" y="19287"/>
                  </a:lnTo>
                  <a:lnTo>
                    <a:pt x="18466" y="19077"/>
                  </a:lnTo>
                  <a:lnTo>
                    <a:pt x="18208" y="15965"/>
                  </a:lnTo>
                  <a:lnTo>
                    <a:pt x="16356" y="16289"/>
                  </a:lnTo>
                  <a:lnTo>
                    <a:pt x="15081" y="20727"/>
                  </a:lnTo>
                  <a:lnTo>
                    <a:pt x="8672" y="21108"/>
                  </a:lnTo>
                  <a:lnTo>
                    <a:pt x="6805" y="22333"/>
                  </a:lnTo>
                  <a:lnTo>
                    <a:pt x="7568" y="21501"/>
                  </a:lnTo>
                  <a:lnTo>
                    <a:pt x="7276" y="19894"/>
                  </a:lnTo>
                  <a:lnTo>
                    <a:pt x="5136" y="17900"/>
                  </a:lnTo>
                  <a:lnTo>
                    <a:pt x="4467" y="18066"/>
                  </a:lnTo>
                  <a:lnTo>
                    <a:pt x="0" y="7714"/>
                  </a:lnTo>
                  <a:lnTo>
                    <a:pt x="525" y="783"/>
                  </a:lnTo>
                  <a:lnTo>
                    <a:pt x="1507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h491"/>
            <p:cNvSpPr/>
            <p:nvPr/>
          </p:nvSpPr>
          <p:spPr>
            <a:xfrm>
              <a:off x="2193885" y="2767766"/>
              <a:ext cx="26198" cy="30212"/>
            </a:xfrm>
            <a:custGeom>
              <a:avLst/>
              <a:pathLst>
                <a:path w="26198" h="30212">
                  <a:moveTo>
                    <a:pt x="9137" y="1560"/>
                  </a:moveTo>
                  <a:lnTo>
                    <a:pt x="13111" y="0"/>
                  </a:lnTo>
                  <a:lnTo>
                    <a:pt x="13733" y="760"/>
                  </a:lnTo>
                  <a:lnTo>
                    <a:pt x="13486" y="3152"/>
                  </a:lnTo>
                  <a:lnTo>
                    <a:pt x="14269" y="4039"/>
                  </a:lnTo>
                  <a:lnTo>
                    <a:pt x="21561" y="6780"/>
                  </a:lnTo>
                  <a:lnTo>
                    <a:pt x="22468" y="6075"/>
                  </a:lnTo>
                  <a:lnTo>
                    <a:pt x="26198" y="6483"/>
                  </a:lnTo>
                  <a:lnTo>
                    <a:pt x="25869" y="11619"/>
                  </a:lnTo>
                  <a:lnTo>
                    <a:pt x="21229" y="11272"/>
                  </a:lnTo>
                  <a:lnTo>
                    <a:pt x="20182" y="16626"/>
                  </a:lnTo>
                  <a:lnTo>
                    <a:pt x="22666" y="17082"/>
                  </a:lnTo>
                  <a:lnTo>
                    <a:pt x="23024" y="18405"/>
                  </a:lnTo>
                  <a:lnTo>
                    <a:pt x="21742" y="28338"/>
                  </a:lnTo>
                  <a:lnTo>
                    <a:pt x="22344" y="28405"/>
                  </a:lnTo>
                  <a:lnTo>
                    <a:pt x="20118" y="30125"/>
                  </a:lnTo>
                  <a:lnTo>
                    <a:pt x="18816" y="30212"/>
                  </a:lnTo>
                  <a:lnTo>
                    <a:pt x="14798" y="29651"/>
                  </a:lnTo>
                  <a:lnTo>
                    <a:pt x="10423" y="26731"/>
                  </a:lnTo>
                  <a:lnTo>
                    <a:pt x="4687" y="24109"/>
                  </a:lnTo>
                  <a:lnTo>
                    <a:pt x="0" y="26502"/>
                  </a:lnTo>
                  <a:lnTo>
                    <a:pt x="1940" y="20934"/>
                  </a:lnTo>
                  <a:lnTo>
                    <a:pt x="1823" y="17254"/>
                  </a:lnTo>
                  <a:lnTo>
                    <a:pt x="5178" y="6183"/>
                  </a:lnTo>
                  <a:lnTo>
                    <a:pt x="3269" y="5332"/>
                  </a:lnTo>
                  <a:lnTo>
                    <a:pt x="3727" y="128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h492"/>
            <p:cNvSpPr/>
            <p:nvPr/>
          </p:nvSpPr>
          <p:spPr>
            <a:xfrm>
              <a:off x="2172317" y="2760511"/>
              <a:ext cx="34679" cy="40255"/>
            </a:xfrm>
            <a:custGeom>
              <a:avLst/>
              <a:pathLst>
                <a:path w="34679" h="40255">
                  <a:moveTo>
                    <a:pt x="32501" y="3978"/>
                  </a:moveTo>
                  <a:lnTo>
                    <a:pt x="34679" y="7255"/>
                  </a:lnTo>
                  <a:lnTo>
                    <a:pt x="30706" y="8815"/>
                  </a:lnTo>
                  <a:lnTo>
                    <a:pt x="25295" y="8540"/>
                  </a:lnTo>
                  <a:lnTo>
                    <a:pt x="24837" y="12587"/>
                  </a:lnTo>
                  <a:lnTo>
                    <a:pt x="26746" y="13438"/>
                  </a:lnTo>
                  <a:lnTo>
                    <a:pt x="23391" y="24509"/>
                  </a:lnTo>
                  <a:lnTo>
                    <a:pt x="23508" y="28189"/>
                  </a:lnTo>
                  <a:lnTo>
                    <a:pt x="21568" y="33757"/>
                  </a:lnTo>
                  <a:lnTo>
                    <a:pt x="18006" y="35675"/>
                  </a:lnTo>
                  <a:lnTo>
                    <a:pt x="17607" y="33436"/>
                  </a:lnTo>
                  <a:lnTo>
                    <a:pt x="11165" y="32695"/>
                  </a:lnTo>
                  <a:lnTo>
                    <a:pt x="6483" y="34163"/>
                  </a:lnTo>
                  <a:lnTo>
                    <a:pt x="4503" y="35458"/>
                  </a:lnTo>
                  <a:lnTo>
                    <a:pt x="3175" y="40255"/>
                  </a:lnTo>
                  <a:lnTo>
                    <a:pt x="911" y="39398"/>
                  </a:lnTo>
                  <a:lnTo>
                    <a:pt x="0" y="38920"/>
                  </a:lnTo>
                  <a:lnTo>
                    <a:pt x="2133" y="32769"/>
                  </a:lnTo>
                  <a:lnTo>
                    <a:pt x="4580" y="31371"/>
                  </a:lnTo>
                  <a:lnTo>
                    <a:pt x="6938" y="30569"/>
                  </a:lnTo>
                  <a:lnTo>
                    <a:pt x="8989" y="28718"/>
                  </a:lnTo>
                  <a:lnTo>
                    <a:pt x="9234" y="27041"/>
                  </a:lnTo>
                  <a:lnTo>
                    <a:pt x="12988" y="22032"/>
                  </a:lnTo>
                  <a:lnTo>
                    <a:pt x="14845" y="22308"/>
                  </a:lnTo>
                  <a:lnTo>
                    <a:pt x="17544" y="21344"/>
                  </a:lnTo>
                  <a:lnTo>
                    <a:pt x="21564" y="9292"/>
                  </a:lnTo>
                  <a:lnTo>
                    <a:pt x="23397" y="5815"/>
                  </a:lnTo>
                  <a:lnTo>
                    <a:pt x="24683" y="4749"/>
                  </a:lnTo>
                  <a:lnTo>
                    <a:pt x="24758" y="1955"/>
                  </a:lnTo>
                  <a:lnTo>
                    <a:pt x="28861" y="1571"/>
                  </a:lnTo>
                  <a:lnTo>
                    <a:pt x="31073" y="346"/>
                  </a:lnTo>
                  <a:lnTo>
                    <a:pt x="3201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h493"/>
            <p:cNvSpPr/>
            <p:nvPr/>
          </p:nvSpPr>
          <p:spPr>
            <a:xfrm>
              <a:off x="2211295" y="2780148"/>
              <a:ext cx="32979" cy="29733"/>
            </a:xfrm>
            <a:custGeom>
              <a:avLst/>
              <a:pathLst>
                <a:path w="32979" h="29733">
                  <a:moveTo>
                    <a:pt x="23046" y="240"/>
                  </a:moveTo>
                  <a:lnTo>
                    <a:pt x="25478" y="599"/>
                  </a:lnTo>
                  <a:lnTo>
                    <a:pt x="27766" y="3344"/>
                  </a:lnTo>
                  <a:lnTo>
                    <a:pt x="27884" y="9184"/>
                  </a:lnTo>
                  <a:lnTo>
                    <a:pt x="31692" y="14537"/>
                  </a:lnTo>
                  <a:lnTo>
                    <a:pt x="32658" y="17133"/>
                  </a:lnTo>
                  <a:lnTo>
                    <a:pt x="32979" y="17785"/>
                  </a:lnTo>
                  <a:lnTo>
                    <a:pt x="28191" y="19588"/>
                  </a:lnTo>
                  <a:lnTo>
                    <a:pt x="26502" y="21980"/>
                  </a:lnTo>
                  <a:lnTo>
                    <a:pt x="24663" y="23218"/>
                  </a:lnTo>
                  <a:lnTo>
                    <a:pt x="21255" y="21945"/>
                  </a:lnTo>
                  <a:lnTo>
                    <a:pt x="21284" y="23973"/>
                  </a:lnTo>
                  <a:lnTo>
                    <a:pt x="20199" y="24215"/>
                  </a:lnTo>
                  <a:lnTo>
                    <a:pt x="16596" y="19957"/>
                  </a:lnTo>
                  <a:lnTo>
                    <a:pt x="13586" y="21244"/>
                  </a:lnTo>
                  <a:lnTo>
                    <a:pt x="11499" y="23433"/>
                  </a:lnTo>
                  <a:lnTo>
                    <a:pt x="12367" y="29733"/>
                  </a:lnTo>
                  <a:lnTo>
                    <a:pt x="6374" y="29576"/>
                  </a:lnTo>
                  <a:lnTo>
                    <a:pt x="6369" y="27924"/>
                  </a:lnTo>
                  <a:lnTo>
                    <a:pt x="5156" y="25809"/>
                  </a:lnTo>
                  <a:lnTo>
                    <a:pt x="6603" y="20937"/>
                  </a:lnTo>
                  <a:lnTo>
                    <a:pt x="7761" y="20665"/>
                  </a:lnTo>
                  <a:lnTo>
                    <a:pt x="7254" y="18483"/>
                  </a:lnTo>
                  <a:lnTo>
                    <a:pt x="3964" y="18611"/>
                  </a:lnTo>
                  <a:lnTo>
                    <a:pt x="1662" y="19715"/>
                  </a:lnTo>
                  <a:lnTo>
                    <a:pt x="0" y="19316"/>
                  </a:lnTo>
                  <a:lnTo>
                    <a:pt x="1407" y="17829"/>
                  </a:lnTo>
                  <a:lnTo>
                    <a:pt x="2708" y="17742"/>
                  </a:lnTo>
                  <a:lnTo>
                    <a:pt x="4935" y="16022"/>
                  </a:lnTo>
                  <a:lnTo>
                    <a:pt x="4332" y="15955"/>
                  </a:lnTo>
                  <a:lnTo>
                    <a:pt x="5615" y="6022"/>
                  </a:lnTo>
                  <a:lnTo>
                    <a:pt x="9292" y="5495"/>
                  </a:lnTo>
                  <a:lnTo>
                    <a:pt x="11824" y="1843"/>
                  </a:lnTo>
                  <a:lnTo>
                    <a:pt x="16993" y="2262"/>
                  </a:lnTo>
                  <a:lnTo>
                    <a:pt x="17995" y="4298"/>
                  </a:lnTo>
                  <a:lnTo>
                    <a:pt x="20091" y="4656"/>
                  </a:lnTo>
                  <a:lnTo>
                    <a:pt x="207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h494"/>
            <p:cNvSpPr/>
            <p:nvPr/>
          </p:nvSpPr>
          <p:spPr>
            <a:xfrm>
              <a:off x="2289569" y="2846743"/>
              <a:ext cx="30388" cy="44824"/>
            </a:xfrm>
            <a:custGeom>
              <a:avLst/>
              <a:pathLst>
                <a:path w="30388" h="44824">
                  <a:moveTo>
                    <a:pt x="19157" y="3111"/>
                  </a:moveTo>
                  <a:lnTo>
                    <a:pt x="25058" y="3322"/>
                  </a:lnTo>
                  <a:lnTo>
                    <a:pt x="26140" y="6656"/>
                  </a:lnTo>
                  <a:lnTo>
                    <a:pt x="25445" y="9767"/>
                  </a:lnTo>
                  <a:lnTo>
                    <a:pt x="23388" y="12077"/>
                  </a:lnTo>
                  <a:lnTo>
                    <a:pt x="24148" y="14471"/>
                  </a:lnTo>
                  <a:lnTo>
                    <a:pt x="29443" y="17651"/>
                  </a:lnTo>
                  <a:lnTo>
                    <a:pt x="30388" y="24671"/>
                  </a:lnTo>
                  <a:lnTo>
                    <a:pt x="25865" y="26734"/>
                  </a:lnTo>
                  <a:lnTo>
                    <a:pt x="24494" y="29370"/>
                  </a:lnTo>
                  <a:lnTo>
                    <a:pt x="20884" y="30569"/>
                  </a:lnTo>
                  <a:lnTo>
                    <a:pt x="20784" y="30087"/>
                  </a:lnTo>
                  <a:lnTo>
                    <a:pt x="19202" y="30069"/>
                  </a:lnTo>
                  <a:lnTo>
                    <a:pt x="18459" y="30717"/>
                  </a:lnTo>
                  <a:lnTo>
                    <a:pt x="17524" y="32353"/>
                  </a:lnTo>
                  <a:lnTo>
                    <a:pt x="17664" y="34610"/>
                  </a:lnTo>
                  <a:lnTo>
                    <a:pt x="16553" y="37879"/>
                  </a:lnTo>
                  <a:lnTo>
                    <a:pt x="14482" y="42014"/>
                  </a:lnTo>
                  <a:lnTo>
                    <a:pt x="11542" y="44650"/>
                  </a:lnTo>
                  <a:lnTo>
                    <a:pt x="9341" y="44824"/>
                  </a:lnTo>
                  <a:lnTo>
                    <a:pt x="9632" y="44093"/>
                  </a:lnTo>
                  <a:lnTo>
                    <a:pt x="8140" y="42657"/>
                  </a:lnTo>
                  <a:lnTo>
                    <a:pt x="5403" y="42146"/>
                  </a:lnTo>
                  <a:lnTo>
                    <a:pt x="4541" y="40979"/>
                  </a:lnTo>
                  <a:lnTo>
                    <a:pt x="4390" y="40033"/>
                  </a:lnTo>
                  <a:lnTo>
                    <a:pt x="6767" y="37781"/>
                  </a:lnTo>
                  <a:lnTo>
                    <a:pt x="4608" y="35768"/>
                  </a:lnTo>
                  <a:lnTo>
                    <a:pt x="5870" y="32436"/>
                  </a:lnTo>
                  <a:lnTo>
                    <a:pt x="6587" y="31109"/>
                  </a:lnTo>
                  <a:lnTo>
                    <a:pt x="8608" y="29998"/>
                  </a:lnTo>
                  <a:lnTo>
                    <a:pt x="11795" y="29532"/>
                  </a:lnTo>
                  <a:lnTo>
                    <a:pt x="13885" y="27482"/>
                  </a:lnTo>
                  <a:lnTo>
                    <a:pt x="13821" y="26661"/>
                  </a:lnTo>
                  <a:lnTo>
                    <a:pt x="12760" y="26029"/>
                  </a:lnTo>
                  <a:lnTo>
                    <a:pt x="12411" y="23149"/>
                  </a:lnTo>
                  <a:lnTo>
                    <a:pt x="10583" y="21892"/>
                  </a:lnTo>
                  <a:lnTo>
                    <a:pt x="3436" y="20427"/>
                  </a:lnTo>
                  <a:lnTo>
                    <a:pt x="3576" y="21657"/>
                  </a:lnTo>
                  <a:lnTo>
                    <a:pt x="0" y="19753"/>
                  </a:lnTo>
                  <a:lnTo>
                    <a:pt x="165" y="14996"/>
                  </a:lnTo>
                  <a:lnTo>
                    <a:pt x="1078" y="12465"/>
                  </a:lnTo>
                  <a:lnTo>
                    <a:pt x="6931" y="8799"/>
                  </a:lnTo>
                  <a:lnTo>
                    <a:pt x="8119" y="7629"/>
                  </a:lnTo>
                  <a:lnTo>
                    <a:pt x="7497" y="6368"/>
                  </a:lnTo>
                  <a:lnTo>
                    <a:pt x="9363" y="5143"/>
                  </a:lnTo>
                  <a:lnTo>
                    <a:pt x="15773" y="4762"/>
                  </a:lnTo>
                  <a:lnTo>
                    <a:pt x="17048" y="324"/>
                  </a:lnTo>
                  <a:lnTo>
                    <a:pt x="1890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h495"/>
            <p:cNvSpPr/>
            <p:nvPr/>
          </p:nvSpPr>
          <p:spPr>
            <a:xfrm>
              <a:off x="2289956" y="2699484"/>
              <a:ext cx="49190" cy="38500"/>
            </a:xfrm>
            <a:custGeom>
              <a:avLst/>
              <a:pathLst>
                <a:path w="49190" h="38500">
                  <a:moveTo>
                    <a:pt x="31959" y="4462"/>
                  </a:moveTo>
                  <a:lnTo>
                    <a:pt x="34364" y="9800"/>
                  </a:lnTo>
                  <a:lnTo>
                    <a:pt x="37391" y="8514"/>
                  </a:lnTo>
                  <a:lnTo>
                    <a:pt x="38354" y="9850"/>
                  </a:lnTo>
                  <a:lnTo>
                    <a:pt x="32998" y="12022"/>
                  </a:lnTo>
                  <a:lnTo>
                    <a:pt x="33102" y="12711"/>
                  </a:lnTo>
                  <a:lnTo>
                    <a:pt x="37640" y="12004"/>
                  </a:lnTo>
                  <a:lnTo>
                    <a:pt x="37336" y="19067"/>
                  </a:lnTo>
                  <a:lnTo>
                    <a:pt x="40322" y="26641"/>
                  </a:lnTo>
                  <a:lnTo>
                    <a:pt x="44415" y="25641"/>
                  </a:lnTo>
                  <a:lnTo>
                    <a:pt x="49190" y="26804"/>
                  </a:lnTo>
                  <a:lnTo>
                    <a:pt x="48199" y="33606"/>
                  </a:lnTo>
                  <a:lnTo>
                    <a:pt x="44262" y="33410"/>
                  </a:lnTo>
                  <a:lnTo>
                    <a:pt x="39698" y="29358"/>
                  </a:lnTo>
                  <a:lnTo>
                    <a:pt x="38579" y="29473"/>
                  </a:lnTo>
                  <a:lnTo>
                    <a:pt x="38422" y="32773"/>
                  </a:lnTo>
                  <a:lnTo>
                    <a:pt x="41065" y="36338"/>
                  </a:lnTo>
                  <a:lnTo>
                    <a:pt x="35587" y="38054"/>
                  </a:lnTo>
                  <a:lnTo>
                    <a:pt x="34344" y="38500"/>
                  </a:lnTo>
                  <a:lnTo>
                    <a:pt x="33351" y="36605"/>
                  </a:lnTo>
                  <a:lnTo>
                    <a:pt x="30571" y="34530"/>
                  </a:lnTo>
                  <a:lnTo>
                    <a:pt x="15683" y="35105"/>
                  </a:lnTo>
                  <a:lnTo>
                    <a:pt x="10522" y="37370"/>
                  </a:lnTo>
                  <a:lnTo>
                    <a:pt x="9015" y="37305"/>
                  </a:lnTo>
                  <a:lnTo>
                    <a:pt x="3731" y="34163"/>
                  </a:lnTo>
                  <a:lnTo>
                    <a:pt x="2569" y="35570"/>
                  </a:lnTo>
                  <a:lnTo>
                    <a:pt x="0" y="34984"/>
                  </a:lnTo>
                  <a:lnTo>
                    <a:pt x="1796" y="23613"/>
                  </a:lnTo>
                  <a:lnTo>
                    <a:pt x="1032" y="21220"/>
                  </a:lnTo>
                  <a:lnTo>
                    <a:pt x="12" y="20778"/>
                  </a:lnTo>
                  <a:lnTo>
                    <a:pt x="1008" y="17279"/>
                  </a:lnTo>
                  <a:lnTo>
                    <a:pt x="3351" y="15017"/>
                  </a:lnTo>
                  <a:lnTo>
                    <a:pt x="3856" y="9555"/>
                  </a:lnTo>
                  <a:lnTo>
                    <a:pt x="6188" y="9799"/>
                  </a:lnTo>
                  <a:lnTo>
                    <a:pt x="11671" y="6855"/>
                  </a:lnTo>
                  <a:lnTo>
                    <a:pt x="12064" y="2471"/>
                  </a:lnTo>
                  <a:lnTo>
                    <a:pt x="18463" y="2942"/>
                  </a:lnTo>
                  <a:lnTo>
                    <a:pt x="2010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h496"/>
            <p:cNvSpPr/>
            <p:nvPr/>
          </p:nvSpPr>
          <p:spPr>
            <a:xfrm>
              <a:off x="2347300" y="2759005"/>
              <a:ext cx="32531" cy="26931"/>
            </a:xfrm>
            <a:custGeom>
              <a:avLst/>
              <a:pathLst>
                <a:path w="32531" h="26931">
                  <a:moveTo>
                    <a:pt x="8084" y="1116"/>
                  </a:moveTo>
                  <a:lnTo>
                    <a:pt x="22169" y="2661"/>
                  </a:lnTo>
                  <a:lnTo>
                    <a:pt x="22406" y="3843"/>
                  </a:lnTo>
                  <a:lnTo>
                    <a:pt x="25192" y="4534"/>
                  </a:lnTo>
                  <a:lnTo>
                    <a:pt x="26244" y="2481"/>
                  </a:lnTo>
                  <a:lnTo>
                    <a:pt x="27730" y="2897"/>
                  </a:lnTo>
                  <a:lnTo>
                    <a:pt x="30600" y="7900"/>
                  </a:lnTo>
                  <a:lnTo>
                    <a:pt x="30386" y="12120"/>
                  </a:lnTo>
                  <a:lnTo>
                    <a:pt x="31321" y="15404"/>
                  </a:lnTo>
                  <a:lnTo>
                    <a:pt x="32531" y="15914"/>
                  </a:lnTo>
                  <a:lnTo>
                    <a:pt x="31765" y="17760"/>
                  </a:lnTo>
                  <a:lnTo>
                    <a:pt x="29273" y="17162"/>
                  </a:lnTo>
                  <a:lnTo>
                    <a:pt x="28803" y="17832"/>
                  </a:lnTo>
                  <a:lnTo>
                    <a:pt x="29794" y="19456"/>
                  </a:lnTo>
                  <a:lnTo>
                    <a:pt x="29580" y="21842"/>
                  </a:lnTo>
                  <a:lnTo>
                    <a:pt x="25928" y="23546"/>
                  </a:lnTo>
                  <a:lnTo>
                    <a:pt x="22028" y="26514"/>
                  </a:lnTo>
                  <a:lnTo>
                    <a:pt x="13060" y="26931"/>
                  </a:lnTo>
                  <a:lnTo>
                    <a:pt x="8561" y="25540"/>
                  </a:lnTo>
                  <a:lnTo>
                    <a:pt x="8619" y="22801"/>
                  </a:lnTo>
                  <a:lnTo>
                    <a:pt x="6482" y="22203"/>
                  </a:lnTo>
                  <a:lnTo>
                    <a:pt x="5614" y="22004"/>
                  </a:lnTo>
                  <a:lnTo>
                    <a:pt x="64" y="14668"/>
                  </a:lnTo>
                  <a:lnTo>
                    <a:pt x="0" y="5295"/>
                  </a:lnTo>
                  <a:lnTo>
                    <a:pt x="2768" y="2435"/>
                  </a:lnTo>
                  <a:lnTo>
                    <a:pt x="772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h497"/>
            <p:cNvSpPr/>
            <p:nvPr/>
          </p:nvSpPr>
          <p:spPr>
            <a:xfrm>
              <a:off x="2321915" y="2690806"/>
              <a:ext cx="60600" cy="73493"/>
            </a:xfrm>
            <a:custGeom>
              <a:avLst/>
              <a:pathLst>
                <a:path w="60600" h="73493">
                  <a:moveTo>
                    <a:pt x="52587" y="0"/>
                  </a:moveTo>
                  <a:lnTo>
                    <a:pt x="56044" y="2524"/>
                  </a:lnTo>
                  <a:lnTo>
                    <a:pt x="58614" y="2409"/>
                  </a:lnTo>
                  <a:lnTo>
                    <a:pt x="58568" y="6220"/>
                  </a:lnTo>
                  <a:lnTo>
                    <a:pt x="60600" y="8644"/>
                  </a:lnTo>
                  <a:lnTo>
                    <a:pt x="59564" y="15166"/>
                  </a:lnTo>
                  <a:lnTo>
                    <a:pt x="56547" y="21419"/>
                  </a:lnTo>
                  <a:lnTo>
                    <a:pt x="57280" y="23669"/>
                  </a:lnTo>
                  <a:lnTo>
                    <a:pt x="56447" y="25926"/>
                  </a:lnTo>
                  <a:lnTo>
                    <a:pt x="51554" y="29005"/>
                  </a:lnTo>
                  <a:lnTo>
                    <a:pt x="45507" y="31398"/>
                  </a:lnTo>
                  <a:lnTo>
                    <a:pt x="43138" y="37434"/>
                  </a:lnTo>
                  <a:lnTo>
                    <a:pt x="43044" y="41943"/>
                  </a:lnTo>
                  <a:lnTo>
                    <a:pt x="44831" y="42325"/>
                  </a:lnTo>
                  <a:lnTo>
                    <a:pt x="45819" y="43479"/>
                  </a:lnTo>
                  <a:lnTo>
                    <a:pt x="42525" y="46013"/>
                  </a:lnTo>
                  <a:lnTo>
                    <a:pt x="41478" y="50320"/>
                  </a:lnTo>
                  <a:lnTo>
                    <a:pt x="44925" y="56666"/>
                  </a:lnTo>
                  <a:lnTo>
                    <a:pt x="44021" y="59016"/>
                  </a:lnTo>
                  <a:lnTo>
                    <a:pt x="38711" y="60719"/>
                  </a:lnTo>
                  <a:lnTo>
                    <a:pt x="37071" y="60562"/>
                  </a:lnTo>
                  <a:lnTo>
                    <a:pt x="34738" y="59006"/>
                  </a:lnTo>
                  <a:lnTo>
                    <a:pt x="30044" y="60637"/>
                  </a:lnTo>
                  <a:lnTo>
                    <a:pt x="33108" y="68198"/>
                  </a:lnTo>
                  <a:lnTo>
                    <a:pt x="28153" y="70634"/>
                  </a:lnTo>
                  <a:lnTo>
                    <a:pt x="25385" y="73493"/>
                  </a:lnTo>
                  <a:lnTo>
                    <a:pt x="22067" y="70172"/>
                  </a:lnTo>
                  <a:lnTo>
                    <a:pt x="13300" y="69157"/>
                  </a:lnTo>
                  <a:lnTo>
                    <a:pt x="13346" y="68152"/>
                  </a:lnTo>
                  <a:lnTo>
                    <a:pt x="9073" y="64500"/>
                  </a:lnTo>
                  <a:lnTo>
                    <a:pt x="6722" y="59230"/>
                  </a:lnTo>
                  <a:lnTo>
                    <a:pt x="10223" y="57614"/>
                  </a:lnTo>
                  <a:lnTo>
                    <a:pt x="11011" y="54324"/>
                  </a:lnTo>
                  <a:lnTo>
                    <a:pt x="4183" y="48982"/>
                  </a:lnTo>
                  <a:lnTo>
                    <a:pt x="3627" y="46731"/>
                  </a:lnTo>
                  <a:lnTo>
                    <a:pt x="9106" y="45015"/>
                  </a:lnTo>
                  <a:lnTo>
                    <a:pt x="6462" y="41450"/>
                  </a:lnTo>
                  <a:lnTo>
                    <a:pt x="6620" y="38150"/>
                  </a:lnTo>
                  <a:lnTo>
                    <a:pt x="7739" y="38035"/>
                  </a:lnTo>
                  <a:lnTo>
                    <a:pt x="12303" y="42088"/>
                  </a:lnTo>
                  <a:lnTo>
                    <a:pt x="16240" y="42283"/>
                  </a:lnTo>
                  <a:lnTo>
                    <a:pt x="17230" y="35481"/>
                  </a:lnTo>
                  <a:lnTo>
                    <a:pt x="12456" y="34319"/>
                  </a:lnTo>
                  <a:lnTo>
                    <a:pt x="8363" y="35318"/>
                  </a:lnTo>
                  <a:lnTo>
                    <a:pt x="5377" y="27744"/>
                  </a:lnTo>
                  <a:lnTo>
                    <a:pt x="5681" y="20681"/>
                  </a:lnTo>
                  <a:lnTo>
                    <a:pt x="1143" y="21389"/>
                  </a:lnTo>
                  <a:lnTo>
                    <a:pt x="1038" y="20699"/>
                  </a:lnTo>
                  <a:lnTo>
                    <a:pt x="6395" y="18527"/>
                  </a:lnTo>
                  <a:lnTo>
                    <a:pt x="5432" y="17191"/>
                  </a:lnTo>
                  <a:lnTo>
                    <a:pt x="2405" y="18478"/>
                  </a:lnTo>
                  <a:lnTo>
                    <a:pt x="0" y="13139"/>
                  </a:lnTo>
                  <a:lnTo>
                    <a:pt x="1816" y="13317"/>
                  </a:lnTo>
                  <a:lnTo>
                    <a:pt x="3408" y="15382"/>
                  </a:lnTo>
                  <a:lnTo>
                    <a:pt x="9594" y="19330"/>
                  </a:lnTo>
                  <a:lnTo>
                    <a:pt x="12604" y="19245"/>
                  </a:lnTo>
                  <a:lnTo>
                    <a:pt x="15254" y="21896"/>
                  </a:lnTo>
                  <a:lnTo>
                    <a:pt x="18632" y="19899"/>
                  </a:lnTo>
                  <a:lnTo>
                    <a:pt x="24224" y="17462"/>
                  </a:lnTo>
                  <a:lnTo>
                    <a:pt x="32327" y="17019"/>
                  </a:lnTo>
                  <a:lnTo>
                    <a:pt x="32947" y="15714"/>
                  </a:lnTo>
                  <a:lnTo>
                    <a:pt x="31119" y="12009"/>
                  </a:lnTo>
                  <a:lnTo>
                    <a:pt x="31202" y="9761"/>
                  </a:lnTo>
                  <a:lnTo>
                    <a:pt x="34171" y="1161"/>
                  </a:lnTo>
                  <a:lnTo>
                    <a:pt x="39104" y="156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h498"/>
            <p:cNvSpPr/>
            <p:nvPr/>
          </p:nvSpPr>
          <p:spPr>
            <a:xfrm>
              <a:off x="2389169" y="2744115"/>
              <a:ext cx="17366" cy="22351"/>
            </a:xfrm>
            <a:custGeom>
              <a:avLst/>
              <a:pathLst>
                <a:path w="17366" h="22351">
                  <a:moveTo>
                    <a:pt x="8830" y="754"/>
                  </a:moveTo>
                  <a:lnTo>
                    <a:pt x="14376" y="5042"/>
                  </a:lnTo>
                  <a:lnTo>
                    <a:pt x="15718" y="5413"/>
                  </a:lnTo>
                  <a:lnTo>
                    <a:pt x="17366" y="6207"/>
                  </a:lnTo>
                  <a:lnTo>
                    <a:pt x="14029" y="16048"/>
                  </a:lnTo>
                  <a:lnTo>
                    <a:pt x="14325" y="18936"/>
                  </a:lnTo>
                  <a:lnTo>
                    <a:pt x="15543" y="21889"/>
                  </a:lnTo>
                  <a:lnTo>
                    <a:pt x="12373" y="22351"/>
                  </a:lnTo>
                  <a:lnTo>
                    <a:pt x="8851" y="21059"/>
                  </a:lnTo>
                  <a:lnTo>
                    <a:pt x="8199" y="19669"/>
                  </a:lnTo>
                  <a:lnTo>
                    <a:pt x="8593" y="18854"/>
                  </a:lnTo>
                  <a:lnTo>
                    <a:pt x="5139" y="14677"/>
                  </a:lnTo>
                  <a:lnTo>
                    <a:pt x="568" y="11002"/>
                  </a:lnTo>
                  <a:lnTo>
                    <a:pt x="0" y="9590"/>
                  </a:lnTo>
                  <a:lnTo>
                    <a:pt x="585" y="6313"/>
                  </a:lnTo>
                  <a:lnTo>
                    <a:pt x="1275" y="6225"/>
                  </a:lnTo>
                  <a:lnTo>
                    <a:pt x="2385" y="2490"/>
                  </a:lnTo>
                  <a:lnTo>
                    <a:pt x="3656" y="893"/>
                  </a:lnTo>
                  <a:lnTo>
                    <a:pt x="592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h499"/>
            <p:cNvSpPr/>
            <p:nvPr/>
          </p:nvSpPr>
          <p:spPr>
            <a:xfrm>
              <a:off x="2229763" y="2755385"/>
              <a:ext cx="29475" cy="41896"/>
            </a:xfrm>
            <a:custGeom>
              <a:avLst/>
              <a:pathLst>
                <a:path w="29475" h="41896">
                  <a:moveTo>
                    <a:pt x="14366" y="91"/>
                  </a:moveTo>
                  <a:lnTo>
                    <a:pt x="16348" y="1763"/>
                  </a:lnTo>
                  <a:lnTo>
                    <a:pt x="17513" y="6858"/>
                  </a:lnTo>
                  <a:lnTo>
                    <a:pt x="26021" y="14141"/>
                  </a:lnTo>
                  <a:lnTo>
                    <a:pt x="27647" y="18835"/>
                  </a:lnTo>
                  <a:lnTo>
                    <a:pt x="27068" y="23696"/>
                  </a:lnTo>
                  <a:lnTo>
                    <a:pt x="25765" y="24825"/>
                  </a:lnTo>
                  <a:lnTo>
                    <a:pt x="29076" y="28664"/>
                  </a:lnTo>
                  <a:lnTo>
                    <a:pt x="29475" y="31834"/>
                  </a:lnTo>
                  <a:lnTo>
                    <a:pt x="25983" y="34567"/>
                  </a:lnTo>
                  <a:lnTo>
                    <a:pt x="24982" y="37089"/>
                  </a:lnTo>
                  <a:lnTo>
                    <a:pt x="19416" y="36662"/>
                  </a:lnTo>
                  <a:lnTo>
                    <a:pt x="17773" y="41785"/>
                  </a:lnTo>
                  <a:lnTo>
                    <a:pt x="14190" y="41896"/>
                  </a:lnTo>
                  <a:lnTo>
                    <a:pt x="13224" y="39299"/>
                  </a:lnTo>
                  <a:lnTo>
                    <a:pt x="9416" y="33947"/>
                  </a:lnTo>
                  <a:lnTo>
                    <a:pt x="9298" y="28107"/>
                  </a:lnTo>
                  <a:lnTo>
                    <a:pt x="7010" y="25361"/>
                  </a:lnTo>
                  <a:lnTo>
                    <a:pt x="4578" y="25003"/>
                  </a:lnTo>
                  <a:lnTo>
                    <a:pt x="0" y="20893"/>
                  </a:lnTo>
                  <a:lnTo>
                    <a:pt x="836" y="14828"/>
                  </a:lnTo>
                  <a:lnTo>
                    <a:pt x="9193" y="16871"/>
                  </a:lnTo>
                  <a:lnTo>
                    <a:pt x="10702" y="14974"/>
                  </a:lnTo>
                  <a:lnTo>
                    <a:pt x="10793" y="7352"/>
                  </a:lnTo>
                  <a:lnTo>
                    <a:pt x="1212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h500"/>
            <p:cNvSpPr/>
            <p:nvPr/>
          </p:nvSpPr>
          <p:spPr>
            <a:xfrm>
              <a:off x="2243647" y="2827333"/>
              <a:ext cx="42856" cy="35538"/>
            </a:xfrm>
            <a:custGeom>
              <a:avLst/>
              <a:pathLst>
                <a:path w="42856" h="35538">
                  <a:moveTo>
                    <a:pt x="15446" y="1403"/>
                  </a:moveTo>
                  <a:lnTo>
                    <a:pt x="16368" y="884"/>
                  </a:lnTo>
                  <a:lnTo>
                    <a:pt x="19884" y="1669"/>
                  </a:lnTo>
                  <a:lnTo>
                    <a:pt x="19482" y="3262"/>
                  </a:lnTo>
                  <a:lnTo>
                    <a:pt x="20300" y="5272"/>
                  </a:lnTo>
                  <a:lnTo>
                    <a:pt x="24169" y="9746"/>
                  </a:lnTo>
                  <a:lnTo>
                    <a:pt x="37152" y="6657"/>
                  </a:lnTo>
                  <a:lnTo>
                    <a:pt x="41013" y="12497"/>
                  </a:lnTo>
                  <a:lnTo>
                    <a:pt x="41028" y="14366"/>
                  </a:lnTo>
                  <a:lnTo>
                    <a:pt x="38863" y="17879"/>
                  </a:lnTo>
                  <a:lnTo>
                    <a:pt x="39366" y="27200"/>
                  </a:lnTo>
                  <a:lnTo>
                    <a:pt x="42856" y="29147"/>
                  </a:lnTo>
                  <a:lnTo>
                    <a:pt x="39637" y="29283"/>
                  </a:lnTo>
                  <a:lnTo>
                    <a:pt x="35925" y="32779"/>
                  </a:lnTo>
                  <a:lnTo>
                    <a:pt x="31665" y="34070"/>
                  </a:lnTo>
                  <a:lnTo>
                    <a:pt x="28346" y="33503"/>
                  </a:lnTo>
                  <a:lnTo>
                    <a:pt x="24011" y="30112"/>
                  </a:lnTo>
                  <a:lnTo>
                    <a:pt x="13113" y="32772"/>
                  </a:lnTo>
                  <a:lnTo>
                    <a:pt x="11118" y="35461"/>
                  </a:lnTo>
                  <a:lnTo>
                    <a:pt x="7312" y="35538"/>
                  </a:lnTo>
                  <a:lnTo>
                    <a:pt x="4464" y="32377"/>
                  </a:lnTo>
                  <a:lnTo>
                    <a:pt x="2788" y="32124"/>
                  </a:lnTo>
                  <a:lnTo>
                    <a:pt x="2640" y="33743"/>
                  </a:lnTo>
                  <a:lnTo>
                    <a:pt x="226" y="33060"/>
                  </a:lnTo>
                  <a:lnTo>
                    <a:pt x="349" y="31210"/>
                  </a:lnTo>
                  <a:lnTo>
                    <a:pt x="1715" y="30659"/>
                  </a:lnTo>
                  <a:lnTo>
                    <a:pt x="2245" y="28816"/>
                  </a:lnTo>
                  <a:lnTo>
                    <a:pt x="0" y="26650"/>
                  </a:lnTo>
                  <a:lnTo>
                    <a:pt x="2117" y="24678"/>
                  </a:lnTo>
                  <a:lnTo>
                    <a:pt x="3496" y="20002"/>
                  </a:lnTo>
                  <a:lnTo>
                    <a:pt x="5361" y="19223"/>
                  </a:lnTo>
                  <a:lnTo>
                    <a:pt x="8471" y="15980"/>
                  </a:lnTo>
                  <a:lnTo>
                    <a:pt x="6923" y="7852"/>
                  </a:lnTo>
                  <a:lnTo>
                    <a:pt x="9721" y="7149"/>
                  </a:lnTo>
                  <a:lnTo>
                    <a:pt x="10355" y="5095"/>
                  </a:lnTo>
                  <a:lnTo>
                    <a:pt x="10245" y="2596"/>
                  </a:lnTo>
                  <a:lnTo>
                    <a:pt x="1329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h501"/>
            <p:cNvSpPr/>
            <p:nvPr/>
          </p:nvSpPr>
          <p:spPr>
            <a:xfrm>
              <a:off x="2363394" y="2693216"/>
              <a:ext cx="35248" cy="66360"/>
            </a:xfrm>
            <a:custGeom>
              <a:avLst/>
              <a:pathLst>
                <a:path w="35248" h="66360">
                  <a:moveTo>
                    <a:pt x="21897" y="1774"/>
                  </a:moveTo>
                  <a:lnTo>
                    <a:pt x="24858" y="5644"/>
                  </a:lnTo>
                  <a:lnTo>
                    <a:pt x="33656" y="12580"/>
                  </a:lnTo>
                  <a:lnTo>
                    <a:pt x="35248" y="16691"/>
                  </a:lnTo>
                  <a:lnTo>
                    <a:pt x="33997" y="22437"/>
                  </a:lnTo>
                  <a:lnTo>
                    <a:pt x="30636" y="30309"/>
                  </a:lnTo>
                  <a:lnTo>
                    <a:pt x="27498" y="30883"/>
                  </a:lnTo>
                  <a:lnTo>
                    <a:pt x="30711" y="34822"/>
                  </a:lnTo>
                  <a:lnTo>
                    <a:pt x="25778" y="40740"/>
                  </a:lnTo>
                  <a:lnTo>
                    <a:pt x="25545" y="42940"/>
                  </a:lnTo>
                  <a:lnTo>
                    <a:pt x="28599" y="48290"/>
                  </a:lnTo>
                  <a:lnTo>
                    <a:pt x="25843" y="50931"/>
                  </a:lnTo>
                  <a:lnTo>
                    <a:pt x="26825" y="53065"/>
                  </a:lnTo>
                  <a:lnTo>
                    <a:pt x="28161" y="53390"/>
                  </a:lnTo>
                  <a:lnTo>
                    <a:pt x="27050" y="57125"/>
                  </a:lnTo>
                  <a:lnTo>
                    <a:pt x="26360" y="57213"/>
                  </a:lnTo>
                  <a:lnTo>
                    <a:pt x="25775" y="60489"/>
                  </a:lnTo>
                  <a:lnTo>
                    <a:pt x="24580" y="62837"/>
                  </a:lnTo>
                  <a:lnTo>
                    <a:pt x="19774" y="66360"/>
                  </a:lnTo>
                  <a:lnTo>
                    <a:pt x="16052" y="64849"/>
                  </a:lnTo>
                  <a:lnTo>
                    <a:pt x="7606" y="54863"/>
                  </a:lnTo>
                  <a:lnTo>
                    <a:pt x="4381" y="53559"/>
                  </a:lnTo>
                  <a:lnTo>
                    <a:pt x="3446" y="54256"/>
                  </a:lnTo>
                  <a:lnTo>
                    <a:pt x="0" y="47910"/>
                  </a:lnTo>
                  <a:lnTo>
                    <a:pt x="1046" y="43603"/>
                  </a:lnTo>
                  <a:lnTo>
                    <a:pt x="4340" y="41070"/>
                  </a:lnTo>
                  <a:lnTo>
                    <a:pt x="3353" y="39916"/>
                  </a:lnTo>
                  <a:lnTo>
                    <a:pt x="1566" y="39533"/>
                  </a:lnTo>
                  <a:lnTo>
                    <a:pt x="1659" y="35024"/>
                  </a:lnTo>
                  <a:lnTo>
                    <a:pt x="4028" y="28988"/>
                  </a:lnTo>
                  <a:lnTo>
                    <a:pt x="10075" y="26595"/>
                  </a:lnTo>
                  <a:lnTo>
                    <a:pt x="14969" y="23516"/>
                  </a:lnTo>
                  <a:lnTo>
                    <a:pt x="15801" y="21259"/>
                  </a:lnTo>
                  <a:lnTo>
                    <a:pt x="15068" y="19009"/>
                  </a:lnTo>
                  <a:lnTo>
                    <a:pt x="18085" y="12756"/>
                  </a:lnTo>
                  <a:lnTo>
                    <a:pt x="19121" y="6234"/>
                  </a:lnTo>
                  <a:lnTo>
                    <a:pt x="17089" y="3811"/>
                  </a:lnTo>
                  <a:lnTo>
                    <a:pt x="171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h502"/>
            <p:cNvSpPr/>
            <p:nvPr/>
          </p:nvSpPr>
          <p:spPr>
            <a:xfrm>
              <a:off x="2388939" y="2709397"/>
              <a:ext cx="41970" cy="40454"/>
            </a:xfrm>
            <a:custGeom>
              <a:avLst/>
              <a:pathLst>
                <a:path w="41970" h="40454">
                  <a:moveTo>
                    <a:pt x="21430" y="0"/>
                  </a:moveTo>
                  <a:lnTo>
                    <a:pt x="21490" y="5351"/>
                  </a:lnTo>
                  <a:lnTo>
                    <a:pt x="23173" y="9086"/>
                  </a:lnTo>
                  <a:lnTo>
                    <a:pt x="27312" y="9199"/>
                  </a:lnTo>
                  <a:lnTo>
                    <a:pt x="31517" y="6128"/>
                  </a:lnTo>
                  <a:lnTo>
                    <a:pt x="35078" y="5521"/>
                  </a:lnTo>
                  <a:lnTo>
                    <a:pt x="34851" y="7166"/>
                  </a:lnTo>
                  <a:lnTo>
                    <a:pt x="37095" y="7444"/>
                  </a:lnTo>
                  <a:lnTo>
                    <a:pt x="40262" y="5563"/>
                  </a:lnTo>
                  <a:lnTo>
                    <a:pt x="39882" y="4022"/>
                  </a:lnTo>
                  <a:lnTo>
                    <a:pt x="41455" y="3413"/>
                  </a:lnTo>
                  <a:lnTo>
                    <a:pt x="41970" y="7202"/>
                  </a:lnTo>
                  <a:lnTo>
                    <a:pt x="41301" y="10044"/>
                  </a:lnTo>
                  <a:lnTo>
                    <a:pt x="41444" y="15318"/>
                  </a:lnTo>
                  <a:lnTo>
                    <a:pt x="39772" y="15234"/>
                  </a:lnTo>
                  <a:lnTo>
                    <a:pt x="35837" y="17491"/>
                  </a:lnTo>
                  <a:lnTo>
                    <a:pt x="32614" y="21948"/>
                  </a:lnTo>
                  <a:lnTo>
                    <a:pt x="31018" y="30378"/>
                  </a:lnTo>
                  <a:lnTo>
                    <a:pt x="27875" y="40454"/>
                  </a:lnTo>
                  <a:lnTo>
                    <a:pt x="23573" y="39434"/>
                  </a:lnTo>
                  <a:lnTo>
                    <a:pt x="22961" y="37307"/>
                  </a:lnTo>
                  <a:lnTo>
                    <a:pt x="18657" y="36662"/>
                  </a:lnTo>
                  <a:lnTo>
                    <a:pt x="15948" y="40131"/>
                  </a:lnTo>
                  <a:lnTo>
                    <a:pt x="14606" y="39760"/>
                  </a:lnTo>
                  <a:lnTo>
                    <a:pt x="9060" y="35473"/>
                  </a:lnTo>
                  <a:lnTo>
                    <a:pt x="6157" y="34718"/>
                  </a:lnTo>
                  <a:lnTo>
                    <a:pt x="3886" y="35611"/>
                  </a:lnTo>
                  <a:lnTo>
                    <a:pt x="2615" y="37208"/>
                  </a:lnTo>
                  <a:lnTo>
                    <a:pt x="1279" y="36884"/>
                  </a:lnTo>
                  <a:lnTo>
                    <a:pt x="298" y="34750"/>
                  </a:lnTo>
                  <a:lnTo>
                    <a:pt x="3054" y="32108"/>
                  </a:lnTo>
                  <a:lnTo>
                    <a:pt x="0" y="26759"/>
                  </a:lnTo>
                  <a:lnTo>
                    <a:pt x="233" y="24559"/>
                  </a:lnTo>
                  <a:lnTo>
                    <a:pt x="5166" y="18641"/>
                  </a:lnTo>
                  <a:lnTo>
                    <a:pt x="1953" y="14702"/>
                  </a:lnTo>
                  <a:lnTo>
                    <a:pt x="5091" y="14127"/>
                  </a:lnTo>
                  <a:lnTo>
                    <a:pt x="8451" y="6255"/>
                  </a:lnTo>
                  <a:lnTo>
                    <a:pt x="9702" y="51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h503"/>
            <p:cNvSpPr/>
            <p:nvPr/>
          </p:nvSpPr>
          <p:spPr>
            <a:xfrm>
              <a:off x="2284831" y="2823270"/>
              <a:ext cx="21677" cy="8605"/>
            </a:xfrm>
            <a:custGeom>
              <a:avLst/>
              <a:pathLst>
                <a:path w="21677" h="8605">
                  <a:moveTo>
                    <a:pt x="14127" y="0"/>
                  </a:moveTo>
                  <a:lnTo>
                    <a:pt x="20265" y="1076"/>
                  </a:lnTo>
                  <a:lnTo>
                    <a:pt x="20537" y="5788"/>
                  </a:lnTo>
                  <a:lnTo>
                    <a:pt x="21677" y="6157"/>
                  </a:lnTo>
                  <a:lnTo>
                    <a:pt x="20506" y="7508"/>
                  </a:lnTo>
                  <a:lnTo>
                    <a:pt x="5954" y="8292"/>
                  </a:lnTo>
                  <a:lnTo>
                    <a:pt x="3726" y="8605"/>
                  </a:lnTo>
                  <a:lnTo>
                    <a:pt x="697" y="6845"/>
                  </a:lnTo>
                  <a:lnTo>
                    <a:pt x="0" y="1683"/>
                  </a:lnTo>
                  <a:lnTo>
                    <a:pt x="3229" y="1951"/>
                  </a:lnTo>
                  <a:lnTo>
                    <a:pt x="4538" y="3153"/>
                  </a:lnTo>
                  <a:lnTo>
                    <a:pt x="10638" y="64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h504"/>
            <p:cNvSpPr/>
            <p:nvPr/>
          </p:nvSpPr>
          <p:spPr>
            <a:xfrm>
              <a:off x="2247940" y="2856480"/>
              <a:ext cx="47500" cy="32353"/>
            </a:xfrm>
            <a:custGeom>
              <a:avLst/>
              <a:pathLst>
                <a:path w="47500" h="32353">
                  <a:moveTo>
                    <a:pt x="35344" y="135"/>
                  </a:moveTo>
                  <a:lnTo>
                    <a:pt x="38564" y="0"/>
                  </a:lnTo>
                  <a:lnTo>
                    <a:pt x="42708" y="2728"/>
                  </a:lnTo>
                  <a:lnTo>
                    <a:pt x="41794" y="5259"/>
                  </a:lnTo>
                  <a:lnTo>
                    <a:pt x="41629" y="10016"/>
                  </a:lnTo>
                  <a:lnTo>
                    <a:pt x="45206" y="11920"/>
                  </a:lnTo>
                  <a:lnTo>
                    <a:pt x="46347" y="13717"/>
                  </a:lnTo>
                  <a:lnTo>
                    <a:pt x="41569" y="20297"/>
                  </a:lnTo>
                  <a:lnTo>
                    <a:pt x="47500" y="22698"/>
                  </a:lnTo>
                  <a:lnTo>
                    <a:pt x="46238" y="26031"/>
                  </a:lnTo>
                  <a:lnTo>
                    <a:pt x="43020" y="24969"/>
                  </a:lnTo>
                  <a:lnTo>
                    <a:pt x="39139" y="25261"/>
                  </a:lnTo>
                  <a:lnTo>
                    <a:pt x="38538" y="25924"/>
                  </a:lnTo>
                  <a:lnTo>
                    <a:pt x="35792" y="19809"/>
                  </a:lnTo>
                  <a:lnTo>
                    <a:pt x="33349" y="16230"/>
                  </a:lnTo>
                  <a:lnTo>
                    <a:pt x="24465" y="12054"/>
                  </a:lnTo>
                  <a:lnTo>
                    <a:pt x="23620" y="15147"/>
                  </a:lnTo>
                  <a:lnTo>
                    <a:pt x="24742" y="17985"/>
                  </a:lnTo>
                  <a:lnTo>
                    <a:pt x="23868" y="18644"/>
                  </a:lnTo>
                  <a:lnTo>
                    <a:pt x="22455" y="18379"/>
                  </a:lnTo>
                  <a:lnTo>
                    <a:pt x="20837" y="16829"/>
                  </a:lnTo>
                  <a:lnTo>
                    <a:pt x="17624" y="17425"/>
                  </a:lnTo>
                  <a:lnTo>
                    <a:pt x="16989" y="20804"/>
                  </a:lnTo>
                  <a:lnTo>
                    <a:pt x="12585" y="24012"/>
                  </a:lnTo>
                  <a:lnTo>
                    <a:pt x="11095" y="25933"/>
                  </a:lnTo>
                  <a:lnTo>
                    <a:pt x="11631" y="30033"/>
                  </a:lnTo>
                  <a:lnTo>
                    <a:pt x="14832" y="30277"/>
                  </a:lnTo>
                  <a:lnTo>
                    <a:pt x="14788" y="31628"/>
                  </a:lnTo>
                  <a:lnTo>
                    <a:pt x="10669" y="32135"/>
                  </a:lnTo>
                  <a:lnTo>
                    <a:pt x="3870" y="32353"/>
                  </a:lnTo>
                  <a:lnTo>
                    <a:pt x="2411" y="31811"/>
                  </a:lnTo>
                  <a:lnTo>
                    <a:pt x="2320" y="30642"/>
                  </a:lnTo>
                  <a:lnTo>
                    <a:pt x="3459" y="26784"/>
                  </a:lnTo>
                  <a:lnTo>
                    <a:pt x="2050" y="26433"/>
                  </a:lnTo>
                  <a:lnTo>
                    <a:pt x="1833" y="18801"/>
                  </a:lnTo>
                  <a:lnTo>
                    <a:pt x="0" y="15580"/>
                  </a:lnTo>
                  <a:lnTo>
                    <a:pt x="283" y="11990"/>
                  </a:lnTo>
                  <a:lnTo>
                    <a:pt x="6656" y="12653"/>
                  </a:lnTo>
                  <a:lnTo>
                    <a:pt x="7824" y="7989"/>
                  </a:lnTo>
                  <a:lnTo>
                    <a:pt x="6825" y="6314"/>
                  </a:lnTo>
                  <a:lnTo>
                    <a:pt x="8820" y="3624"/>
                  </a:lnTo>
                  <a:lnTo>
                    <a:pt x="19718" y="964"/>
                  </a:lnTo>
                  <a:lnTo>
                    <a:pt x="24053" y="4355"/>
                  </a:lnTo>
                  <a:lnTo>
                    <a:pt x="27373" y="4922"/>
                  </a:lnTo>
                  <a:lnTo>
                    <a:pt x="31632" y="363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h505"/>
            <p:cNvSpPr/>
            <p:nvPr/>
          </p:nvSpPr>
          <p:spPr>
            <a:xfrm>
              <a:off x="2222774" y="2800106"/>
              <a:ext cx="31229" cy="56323"/>
            </a:xfrm>
            <a:custGeom>
              <a:avLst/>
              <a:pathLst>
                <a:path w="31229" h="56323">
                  <a:moveTo>
                    <a:pt x="5117" y="0"/>
                  </a:moveTo>
                  <a:lnTo>
                    <a:pt x="8720" y="4257"/>
                  </a:lnTo>
                  <a:lnTo>
                    <a:pt x="9805" y="4016"/>
                  </a:lnTo>
                  <a:lnTo>
                    <a:pt x="9776" y="1988"/>
                  </a:lnTo>
                  <a:lnTo>
                    <a:pt x="13184" y="3260"/>
                  </a:lnTo>
                  <a:lnTo>
                    <a:pt x="11579" y="5349"/>
                  </a:lnTo>
                  <a:lnTo>
                    <a:pt x="16224" y="13877"/>
                  </a:lnTo>
                  <a:lnTo>
                    <a:pt x="16577" y="21445"/>
                  </a:lnTo>
                  <a:lnTo>
                    <a:pt x="19117" y="22345"/>
                  </a:lnTo>
                  <a:lnTo>
                    <a:pt x="19397" y="24219"/>
                  </a:lnTo>
                  <a:lnTo>
                    <a:pt x="18036" y="25160"/>
                  </a:lnTo>
                  <a:lnTo>
                    <a:pt x="15446" y="25563"/>
                  </a:lnTo>
                  <a:lnTo>
                    <a:pt x="16204" y="30541"/>
                  </a:lnTo>
                  <a:lnTo>
                    <a:pt x="17241" y="31919"/>
                  </a:lnTo>
                  <a:lnTo>
                    <a:pt x="22559" y="32729"/>
                  </a:lnTo>
                  <a:lnTo>
                    <a:pt x="27468" y="30960"/>
                  </a:lnTo>
                  <a:lnTo>
                    <a:pt x="31229" y="32322"/>
                  </a:lnTo>
                  <a:lnTo>
                    <a:pt x="30594" y="34376"/>
                  </a:lnTo>
                  <a:lnTo>
                    <a:pt x="27797" y="35079"/>
                  </a:lnTo>
                  <a:lnTo>
                    <a:pt x="29344" y="43207"/>
                  </a:lnTo>
                  <a:lnTo>
                    <a:pt x="26235" y="46450"/>
                  </a:lnTo>
                  <a:lnTo>
                    <a:pt x="21092" y="42623"/>
                  </a:lnTo>
                  <a:lnTo>
                    <a:pt x="14877" y="44615"/>
                  </a:lnTo>
                  <a:lnTo>
                    <a:pt x="10072" y="44599"/>
                  </a:lnTo>
                  <a:lnTo>
                    <a:pt x="8191" y="45461"/>
                  </a:lnTo>
                  <a:lnTo>
                    <a:pt x="7764" y="48625"/>
                  </a:lnTo>
                  <a:lnTo>
                    <a:pt x="9253" y="54273"/>
                  </a:lnTo>
                  <a:lnTo>
                    <a:pt x="9502" y="54735"/>
                  </a:lnTo>
                  <a:lnTo>
                    <a:pt x="6382" y="55575"/>
                  </a:lnTo>
                  <a:lnTo>
                    <a:pt x="2405" y="54994"/>
                  </a:lnTo>
                  <a:lnTo>
                    <a:pt x="2134" y="56323"/>
                  </a:lnTo>
                  <a:lnTo>
                    <a:pt x="1398" y="55641"/>
                  </a:lnTo>
                  <a:lnTo>
                    <a:pt x="0" y="50537"/>
                  </a:lnTo>
                  <a:lnTo>
                    <a:pt x="548" y="49104"/>
                  </a:lnTo>
                  <a:lnTo>
                    <a:pt x="4636" y="44949"/>
                  </a:lnTo>
                  <a:lnTo>
                    <a:pt x="5516" y="41896"/>
                  </a:lnTo>
                  <a:lnTo>
                    <a:pt x="5699" y="41041"/>
                  </a:lnTo>
                  <a:lnTo>
                    <a:pt x="4603" y="40368"/>
                  </a:lnTo>
                  <a:lnTo>
                    <a:pt x="3561" y="36795"/>
                  </a:lnTo>
                  <a:lnTo>
                    <a:pt x="4549" y="29705"/>
                  </a:lnTo>
                  <a:lnTo>
                    <a:pt x="6608" y="28492"/>
                  </a:lnTo>
                  <a:lnTo>
                    <a:pt x="7357" y="16658"/>
                  </a:lnTo>
                  <a:lnTo>
                    <a:pt x="2773" y="12851"/>
                  </a:lnTo>
                  <a:lnTo>
                    <a:pt x="887" y="9776"/>
                  </a:lnTo>
                  <a:lnTo>
                    <a:pt x="20" y="3475"/>
                  </a:lnTo>
                  <a:lnTo>
                    <a:pt x="2107" y="12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h506"/>
            <p:cNvSpPr/>
            <p:nvPr/>
          </p:nvSpPr>
          <p:spPr>
            <a:xfrm>
              <a:off x="2285165" y="2759964"/>
              <a:ext cx="68899" cy="46669"/>
            </a:xfrm>
            <a:custGeom>
              <a:avLst/>
              <a:pathLst>
                <a:path w="68899" h="46669">
                  <a:moveTo>
                    <a:pt x="58817" y="1015"/>
                  </a:moveTo>
                  <a:lnTo>
                    <a:pt x="62135" y="4336"/>
                  </a:lnTo>
                  <a:lnTo>
                    <a:pt x="62200" y="13709"/>
                  </a:lnTo>
                  <a:lnTo>
                    <a:pt x="67750" y="21045"/>
                  </a:lnTo>
                  <a:lnTo>
                    <a:pt x="68618" y="21245"/>
                  </a:lnTo>
                  <a:lnTo>
                    <a:pt x="68899" y="23785"/>
                  </a:lnTo>
                  <a:lnTo>
                    <a:pt x="66869" y="24681"/>
                  </a:lnTo>
                  <a:lnTo>
                    <a:pt x="64773" y="28290"/>
                  </a:lnTo>
                  <a:lnTo>
                    <a:pt x="65379" y="30260"/>
                  </a:lnTo>
                  <a:lnTo>
                    <a:pt x="59002" y="33063"/>
                  </a:lnTo>
                  <a:lnTo>
                    <a:pt x="57090" y="34641"/>
                  </a:lnTo>
                  <a:lnTo>
                    <a:pt x="56960" y="35637"/>
                  </a:lnTo>
                  <a:lnTo>
                    <a:pt x="60352" y="42609"/>
                  </a:lnTo>
                  <a:lnTo>
                    <a:pt x="60279" y="44178"/>
                  </a:lnTo>
                  <a:lnTo>
                    <a:pt x="56315" y="45103"/>
                  </a:lnTo>
                  <a:lnTo>
                    <a:pt x="54975" y="46500"/>
                  </a:lnTo>
                  <a:lnTo>
                    <a:pt x="52508" y="46669"/>
                  </a:lnTo>
                  <a:lnTo>
                    <a:pt x="50936" y="37616"/>
                  </a:lnTo>
                  <a:lnTo>
                    <a:pt x="45800" y="36703"/>
                  </a:lnTo>
                  <a:lnTo>
                    <a:pt x="42704" y="33513"/>
                  </a:lnTo>
                  <a:lnTo>
                    <a:pt x="41227" y="33070"/>
                  </a:lnTo>
                  <a:lnTo>
                    <a:pt x="38666" y="35874"/>
                  </a:lnTo>
                  <a:lnTo>
                    <a:pt x="33681" y="38971"/>
                  </a:lnTo>
                  <a:lnTo>
                    <a:pt x="31908" y="37455"/>
                  </a:lnTo>
                  <a:lnTo>
                    <a:pt x="17289" y="37030"/>
                  </a:lnTo>
                  <a:lnTo>
                    <a:pt x="12619" y="35482"/>
                  </a:lnTo>
                  <a:lnTo>
                    <a:pt x="11006" y="35674"/>
                  </a:lnTo>
                  <a:lnTo>
                    <a:pt x="10542" y="37094"/>
                  </a:lnTo>
                  <a:lnTo>
                    <a:pt x="10988" y="38375"/>
                  </a:lnTo>
                  <a:lnTo>
                    <a:pt x="9499" y="39144"/>
                  </a:lnTo>
                  <a:lnTo>
                    <a:pt x="6051" y="38876"/>
                  </a:lnTo>
                  <a:lnTo>
                    <a:pt x="5792" y="37017"/>
                  </a:lnTo>
                  <a:lnTo>
                    <a:pt x="2228" y="35435"/>
                  </a:lnTo>
                  <a:lnTo>
                    <a:pt x="1596" y="34446"/>
                  </a:lnTo>
                  <a:lnTo>
                    <a:pt x="1641" y="31970"/>
                  </a:lnTo>
                  <a:lnTo>
                    <a:pt x="0" y="29962"/>
                  </a:lnTo>
                  <a:lnTo>
                    <a:pt x="6417" y="26874"/>
                  </a:lnTo>
                  <a:lnTo>
                    <a:pt x="14600" y="19092"/>
                  </a:lnTo>
                  <a:lnTo>
                    <a:pt x="16722" y="18984"/>
                  </a:lnTo>
                  <a:lnTo>
                    <a:pt x="18273" y="17676"/>
                  </a:lnTo>
                  <a:lnTo>
                    <a:pt x="19617" y="12479"/>
                  </a:lnTo>
                  <a:lnTo>
                    <a:pt x="22292" y="10868"/>
                  </a:lnTo>
                  <a:lnTo>
                    <a:pt x="26722" y="9772"/>
                  </a:lnTo>
                  <a:lnTo>
                    <a:pt x="25904" y="5077"/>
                  </a:lnTo>
                  <a:lnTo>
                    <a:pt x="32762" y="3588"/>
                  </a:lnTo>
                  <a:lnTo>
                    <a:pt x="35733" y="2244"/>
                  </a:lnTo>
                  <a:lnTo>
                    <a:pt x="44152" y="481"/>
                  </a:lnTo>
                  <a:lnTo>
                    <a:pt x="5005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h507"/>
            <p:cNvSpPr/>
            <p:nvPr/>
          </p:nvSpPr>
          <p:spPr>
            <a:xfrm>
              <a:off x="2329641" y="2825667"/>
              <a:ext cx="25129" cy="27387"/>
            </a:xfrm>
            <a:custGeom>
              <a:avLst/>
              <a:pathLst>
                <a:path w="25129" h="27387">
                  <a:moveTo>
                    <a:pt x="20969" y="0"/>
                  </a:moveTo>
                  <a:lnTo>
                    <a:pt x="20679" y="4347"/>
                  </a:lnTo>
                  <a:lnTo>
                    <a:pt x="22625" y="9453"/>
                  </a:lnTo>
                  <a:lnTo>
                    <a:pt x="22956" y="15354"/>
                  </a:lnTo>
                  <a:lnTo>
                    <a:pt x="24381" y="19650"/>
                  </a:lnTo>
                  <a:lnTo>
                    <a:pt x="25129" y="19959"/>
                  </a:lnTo>
                  <a:lnTo>
                    <a:pt x="23922" y="23793"/>
                  </a:lnTo>
                  <a:lnTo>
                    <a:pt x="20816" y="26498"/>
                  </a:lnTo>
                  <a:lnTo>
                    <a:pt x="11337" y="27387"/>
                  </a:lnTo>
                  <a:lnTo>
                    <a:pt x="4520" y="24784"/>
                  </a:lnTo>
                  <a:lnTo>
                    <a:pt x="3917" y="21607"/>
                  </a:lnTo>
                  <a:lnTo>
                    <a:pt x="4189" y="17808"/>
                  </a:lnTo>
                  <a:lnTo>
                    <a:pt x="2564" y="15870"/>
                  </a:lnTo>
                  <a:lnTo>
                    <a:pt x="274" y="15792"/>
                  </a:lnTo>
                  <a:lnTo>
                    <a:pt x="0" y="10505"/>
                  </a:lnTo>
                  <a:lnTo>
                    <a:pt x="1427" y="9028"/>
                  </a:lnTo>
                  <a:lnTo>
                    <a:pt x="7614" y="8014"/>
                  </a:lnTo>
                  <a:lnTo>
                    <a:pt x="14968" y="4337"/>
                  </a:lnTo>
                  <a:lnTo>
                    <a:pt x="19403" y="334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h508"/>
            <p:cNvSpPr/>
            <p:nvPr/>
          </p:nvSpPr>
          <p:spPr>
            <a:xfrm>
              <a:off x="2321555" y="2806464"/>
              <a:ext cx="31555" cy="29709"/>
            </a:xfrm>
            <a:custGeom>
              <a:avLst/>
              <a:pathLst>
                <a:path w="31555" h="29709">
                  <a:moveTo>
                    <a:pt x="18585" y="0"/>
                  </a:moveTo>
                  <a:lnTo>
                    <a:pt x="23765" y="9889"/>
                  </a:lnTo>
                  <a:lnTo>
                    <a:pt x="26245" y="9321"/>
                  </a:lnTo>
                  <a:lnTo>
                    <a:pt x="30006" y="12752"/>
                  </a:lnTo>
                  <a:lnTo>
                    <a:pt x="30790" y="14501"/>
                  </a:lnTo>
                  <a:lnTo>
                    <a:pt x="31555" y="16639"/>
                  </a:lnTo>
                  <a:lnTo>
                    <a:pt x="31271" y="19326"/>
                  </a:lnTo>
                  <a:lnTo>
                    <a:pt x="29055" y="19203"/>
                  </a:lnTo>
                  <a:lnTo>
                    <a:pt x="27490" y="22553"/>
                  </a:lnTo>
                  <a:lnTo>
                    <a:pt x="23054" y="23540"/>
                  </a:lnTo>
                  <a:lnTo>
                    <a:pt x="15700" y="27218"/>
                  </a:lnTo>
                  <a:lnTo>
                    <a:pt x="9514" y="28232"/>
                  </a:lnTo>
                  <a:lnTo>
                    <a:pt x="8086" y="29709"/>
                  </a:lnTo>
                  <a:lnTo>
                    <a:pt x="7941" y="28453"/>
                  </a:lnTo>
                  <a:lnTo>
                    <a:pt x="5092" y="27591"/>
                  </a:lnTo>
                  <a:lnTo>
                    <a:pt x="3930" y="28737"/>
                  </a:lnTo>
                  <a:lnTo>
                    <a:pt x="1759" y="27760"/>
                  </a:lnTo>
                  <a:lnTo>
                    <a:pt x="0" y="25066"/>
                  </a:lnTo>
                  <a:lnTo>
                    <a:pt x="297" y="22798"/>
                  </a:lnTo>
                  <a:lnTo>
                    <a:pt x="1467" y="20119"/>
                  </a:lnTo>
                  <a:lnTo>
                    <a:pt x="9363" y="11829"/>
                  </a:lnTo>
                  <a:lnTo>
                    <a:pt x="11605" y="8550"/>
                  </a:lnTo>
                  <a:lnTo>
                    <a:pt x="13455" y="7715"/>
                  </a:lnTo>
                  <a:lnTo>
                    <a:pt x="14347" y="6054"/>
                  </a:lnTo>
                  <a:lnTo>
                    <a:pt x="14683" y="3397"/>
                  </a:lnTo>
                  <a:lnTo>
                    <a:pt x="16404" y="2147"/>
                  </a:lnTo>
                  <a:lnTo>
                    <a:pt x="16118" y="16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h509"/>
            <p:cNvSpPr/>
            <p:nvPr/>
          </p:nvSpPr>
          <p:spPr>
            <a:xfrm>
              <a:off x="2416814" y="2724632"/>
              <a:ext cx="25755" cy="28404"/>
            </a:xfrm>
            <a:custGeom>
              <a:avLst/>
              <a:pathLst>
                <a:path w="25755" h="28404">
                  <a:moveTo>
                    <a:pt x="13569" y="83"/>
                  </a:moveTo>
                  <a:lnTo>
                    <a:pt x="14008" y="2450"/>
                  </a:lnTo>
                  <a:lnTo>
                    <a:pt x="11920" y="4572"/>
                  </a:lnTo>
                  <a:lnTo>
                    <a:pt x="12211" y="6172"/>
                  </a:lnTo>
                  <a:lnTo>
                    <a:pt x="13627" y="9823"/>
                  </a:lnTo>
                  <a:lnTo>
                    <a:pt x="16122" y="12269"/>
                  </a:lnTo>
                  <a:lnTo>
                    <a:pt x="18749" y="11121"/>
                  </a:lnTo>
                  <a:lnTo>
                    <a:pt x="18383" y="9766"/>
                  </a:lnTo>
                  <a:lnTo>
                    <a:pt x="21334" y="9462"/>
                  </a:lnTo>
                  <a:lnTo>
                    <a:pt x="24150" y="10219"/>
                  </a:lnTo>
                  <a:lnTo>
                    <a:pt x="25755" y="11039"/>
                  </a:lnTo>
                  <a:lnTo>
                    <a:pt x="25507" y="11548"/>
                  </a:lnTo>
                  <a:lnTo>
                    <a:pt x="22753" y="15092"/>
                  </a:lnTo>
                  <a:lnTo>
                    <a:pt x="22816" y="18276"/>
                  </a:lnTo>
                  <a:lnTo>
                    <a:pt x="23416" y="18844"/>
                  </a:lnTo>
                  <a:lnTo>
                    <a:pt x="24055" y="20037"/>
                  </a:lnTo>
                  <a:lnTo>
                    <a:pt x="18391" y="18933"/>
                  </a:lnTo>
                  <a:lnTo>
                    <a:pt x="14173" y="23743"/>
                  </a:lnTo>
                  <a:lnTo>
                    <a:pt x="8281" y="28404"/>
                  </a:lnTo>
                  <a:lnTo>
                    <a:pt x="1018" y="26125"/>
                  </a:lnTo>
                  <a:lnTo>
                    <a:pt x="0" y="25219"/>
                  </a:lnTo>
                  <a:lnTo>
                    <a:pt x="3143" y="15144"/>
                  </a:lnTo>
                  <a:lnTo>
                    <a:pt x="4739" y="6713"/>
                  </a:lnTo>
                  <a:lnTo>
                    <a:pt x="7962" y="2257"/>
                  </a:lnTo>
                  <a:lnTo>
                    <a:pt x="1189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h510"/>
            <p:cNvSpPr/>
            <p:nvPr/>
          </p:nvSpPr>
          <p:spPr>
            <a:xfrm>
              <a:off x="2174829" y="2791875"/>
              <a:ext cx="44227" cy="35622"/>
            </a:xfrm>
            <a:custGeom>
              <a:avLst/>
              <a:pathLst>
                <a:path w="44227" h="35622">
                  <a:moveTo>
                    <a:pt x="29480" y="2622"/>
                  </a:moveTo>
                  <a:lnTo>
                    <a:pt x="33855" y="5541"/>
                  </a:lnTo>
                  <a:lnTo>
                    <a:pt x="37873" y="6102"/>
                  </a:lnTo>
                  <a:lnTo>
                    <a:pt x="36465" y="7589"/>
                  </a:lnTo>
                  <a:lnTo>
                    <a:pt x="38128" y="7988"/>
                  </a:lnTo>
                  <a:lnTo>
                    <a:pt x="40430" y="6884"/>
                  </a:lnTo>
                  <a:lnTo>
                    <a:pt x="43720" y="6756"/>
                  </a:lnTo>
                  <a:lnTo>
                    <a:pt x="44227" y="8938"/>
                  </a:lnTo>
                  <a:lnTo>
                    <a:pt x="43069" y="9210"/>
                  </a:lnTo>
                  <a:lnTo>
                    <a:pt x="41622" y="14082"/>
                  </a:lnTo>
                  <a:lnTo>
                    <a:pt x="42835" y="16196"/>
                  </a:lnTo>
                  <a:lnTo>
                    <a:pt x="42840" y="17849"/>
                  </a:lnTo>
                  <a:lnTo>
                    <a:pt x="40797" y="16954"/>
                  </a:lnTo>
                  <a:lnTo>
                    <a:pt x="39574" y="17143"/>
                  </a:lnTo>
                  <a:lnTo>
                    <a:pt x="35816" y="21599"/>
                  </a:lnTo>
                  <a:lnTo>
                    <a:pt x="34888" y="25736"/>
                  </a:lnTo>
                  <a:lnTo>
                    <a:pt x="33282" y="26591"/>
                  </a:lnTo>
                  <a:lnTo>
                    <a:pt x="29808" y="28443"/>
                  </a:lnTo>
                  <a:lnTo>
                    <a:pt x="24858" y="34524"/>
                  </a:lnTo>
                  <a:lnTo>
                    <a:pt x="20521" y="35622"/>
                  </a:lnTo>
                  <a:lnTo>
                    <a:pt x="16178" y="33154"/>
                  </a:lnTo>
                  <a:lnTo>
                    <a:pt x="11687" y="33790"/>
                  </a:lnTo>
                  <a:lnTo>
                    <a:pt x="12768" y="30879"/>
                  </a:lnTo>
                  <a:lnTo>
                    <a:pt x="13187" y="25893"/>
                  </a:lnTo>
                  <a:lnTo>
                    <a:pt x="11802" y="21773"/>
                  </a:lnTo>
                  <a:lnTo>
                    <a:pt x="7681" y="22137"/>
                  </a:lnTo>
                  <a:lnTo>
                    <a:pt x="6659" y="21647"/>
                  </a:lnTo>
                  <a:lnTo>
                    <a:pt x="6110" y="19044"/>
                  </a:lnTo>
                  <a:lnTo>
                    <a:pt x="6811" y="15760"/>
                  </a:lnTo>
                  <a:lnTo>
                    <a:pt x="1141" y="12833"/>
                  </a:lnTo>
                  <a:lnTo>
                    <a:pt x="0" y="11529"/>
                  </a:lnTo>
                  <a:lnTo>
                    <a:pt x="663" y="8890"/>
                  </a:lnTo>
                  <a:lnTo>
                    <a:pt x="1990" y="4094"/>
                  </a:lnTo>
                  <a:lnTo>
                    <a:pt x="3971" y="2798"/>
                  </a:lnTo>
                  <a:lnTo>
                    <a:pt x="8653" y="1330"/>
                  </a:lnTo>
                  <a:lnTo>
                    <a:pt x="15095" y="2072"/>
                  </a:lnTo>
                  <a:lnTo>
                    <a:pt x="15494" y="4311"/>
                  </a:lnTo>
                  <a:lnTo>
                    <a:pt x="19056" y="2393"/>
                  </a:lnTo>
                  <a:lnTo>
                    <a:pt x="237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h511"/>
            <p:cNvSpPr/>
            <p:nvPr/>
          </p:nvSpPr>
          <p:spPr>
            <a:xfrm>
              <a:off x="2295708" y="2793034"/>
              <a:ext cx="42251" cy="20372"/>
            </a:xfrm>
            <a:custGeom>
              <a:avLst/>
              <a:pathLst>
                <a:path w="42251" h="20372">
                  <a:moveTo>
                    <a:pt x="32161" y="442"/>
                  </a:moveTo>
                  <a:lnTo>
                    <a:pt x="35257" y="3632"/>
                  </a:lnTo>
                  <a:lnTo>
                    <a:pt x="40393" y="4546"/>
                  </a:lnTo>
                  <a:lnTo>
                    <a:pt x="41965" y="13598"/>
                  </a:lnTo>
                  <a:lnTo>
                    <a:pt x="42251" y="15576"/>
                  </a:lnTo>
                  <a:lnTo>
                    <a:pt x="40530" y="16826"/>
                  </a:lnTo>
                  <a:lnTo>
                    <a:pt x="40194" y="19484"/>
                  </a:lnTo>
                  <a:lnTo>
                    <a:pt x="38214" y="18977"/>
                  </a:lnTo>
                  <a:lnTo>
                    <a:pt x="36591" y="16915"/>
                  </a:lnTo>
                  <a:lnTo>
                    <a:pt x="30386" y="18025"/>
                  </a:lnTo>
                  <a:lnTo>
                    <a:pt x="28615" y="19929"/>
                  </a:lnTo>
                  <a:lnTo>
                    <a:pt x="24910" y="19481"/>
                  </a:lnTo>
                  <a:lnTo>
                    <a:pt x="20639" y="17101"/>
                  </a:lnTo>
                  <a:lnTo>
                    <a:pt x="14926" y="20372"/>
                  </a:lnTo>
                  <a:lnTo>
                    <a:pt x="15890" y="17928"/>
                  </a:lnTo>
                  <a:lnTo>
                    <a:pt x="12223" y="15985"/>
                  </a:lnTo>
                  <a:lnTo>
                    <a:pt x="4122" y="16124"/>
                  </a:lnTo>
                  <a:lnTo>
                    <a:pt x="2359" y="9380"/>
                  </a:lnTo>
                  <a:lnTo>
                    <a:pt x="2892" y="6325"/>
                  </a:lnTo>
                  <a:lnTo>
                    <a:pt x="2130" y="4679"/>
                  </a:lnTo>
                  <a:lnTo>
                    <a:pt x="445" y="5304"/>
                  </a:lnTo>
                  <a:lnTo>
                    <a:pt x="0" y="4023"/>
                  </a:lnTo>
                  <a:lnTo>
                    <a:pt x="464" y="2603"/>
                  </a:lnTo>
                  <a:lnTo>
                    <a:pt x="2076" y="2411"/>
                  </a:lnTo>
                  <a:lnTo>
                    <a:pt x="6747" y="3959"/>
                  </a:lnTo>
                  <a:lnTo>
                    <a:pt x="21365" y="4384"/>
                  </a:lnTo>
                  <a:lnTo>
                    <a:pt x="23139" y="5900"/>
                  </a:lnTo>
                  <a:lnTo>
                    <a:pt x="28123" y="2803"/>
                  </a:lnTo>
                  <a:lnTo>
                    <a:pt x="306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h512"/>
            <p:cNvSpPr/>
            <p:nvPr/>
          </p:nvSpPr>
          <p:spPr>
            <a:xfrm>
              <a:off x="2357651" y="2855056"/>
              <a:ext cx="13428" cy="21033"/>
            </a:xfrm>
            <a:custGeom>
              <a:avLst/>
              <a:pathLst>
                <a:path w="13428" h="21033">
                  <a:moveTo>
                    <a:pt x="10595" y="2148"/>
                  </a:moveTo>
                  <a:lnTo>
                    <a:pt x="11353" y="3980"/>
                  </a:lnTo>
                  <a:lnTo>
                    <a:pt x="13428" y="5375"/>
                  </a:lnTo>
                  <a:lnTo>
                    <a:pt x="13425" y="6573"/>
                  </a:lnTo>
                  <a:lnTo>
                    <a:pt x="10516" y="12200"/>
                  </a:lnTo>
                  <a:lnTo>
                    <a:pt x="8529" y="20291"/>
                  </a:lnTo>
                  <a:lnTo>
                    <a:pt x="7415" y="21033"/>
                  </a:lnTo>
                  <a:lnTo>
                    <a:pt x="4750" y="18536"/>
                  </a:lnTo>
                  <a:lnTo>
                    <a:pt x="3696" y="16180"/>
                  </a:lnTo>
                  <a:lnTo>
                    <a:pt x="0" y="15452"/>
                  </a:lnTo>
                  <a:lnTo>
                    <a:pt x="1263" y="10690"/>
                  </a:lnTo>
                  <a:lnTo>
                    <a:pt x="7308" y="2250"/>
                  </a:lnTo>
                  <a:lnTo>
                    <a:pt x="655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h513"/>
            <p:cNvSpPr/>
            <p:nvPr/>
          </p:nvSpPr>
          <p:spPr>
            <a:xfrm>
              <a:off x="2246111" y="2746242"/>
              <a:ext cx="42260" cy="47552"/>
            </a:xfrm>
            <a:custGeom>
              <a:avLst/>
              <a:pathLst>
                <a:path w="42260" h="47552">
                  <a:moveTo>
                    <a:pt x="25719" y="2416"/>
                  </a:moveTo>
                  <a:lnTo>
                    <a:pt x="29384" y="3253"/>
                  </a:lnTo>
                  <a:lnTo>
                    <a:pt x="36635" y="9679"/>
                  </a:lnTo>
                  <a:lnTo>
                    <a:pt x="36379" y="11736"/>
                  </a:lnTo>
                  <a:lnTo>
                    <a:pt x="32289" y="21659"/>
                  </a:lnTo>
                  <a:lnTo>
                    <a:pt x="33470" y="25223"/>
                  </a:lnTo>
                  <a:lnTo>
                    <a:pt x="34458" y="26161"/>
                  </a:lnTo>
                  <a:lnTo>
                    <a:pt x="36574" y="25450"/>
                  </a:lnTo>
                  <a:lnTo>
                    <a:pt x="39382" y="26467"/>
                  </a:lnTo>
                  <a:lnTo>
                    <a:pt x="42260" y="29473"/>
                  </a:lnTo>
                  <a:lnTo>
                    <a:pt x="40402" y="31436"/>
                  </a:lnTo>
                  <a:lnTo>
                    <a:pt x="36058" y="32591"/>
                  </a:lnTo>
                  <a:lnTo>
                    <a:pt x="34987" y="34308"/>
                  </a:lnTo>
                  <a:lnTo>
                    <a:pt x="34982" y="35124"/>
                  </a:lnTo>
                  <a:lnTo>
                    <a:pt x="37001" y="35194"/>
                  </a:lnTo>
                  <a:lnTo>
                    <a:pt x="38794" y="43086"/>
                  </a:lnTo>
                  <a:lnTo>
                    <a:pt x="32911" y="45184"/>
                  </a:lnTo>
                  <a:lnTo>
                    <a:pt x="20480" y="47552"/>
                  </a:lnTo>
                  <a:lnTo>
                    <a:pt x="8634" y="46233"/>
                  </a:lnTo>
                  <a:lnTo>
                    <a:pt x="9634" y="43711"/>
                  </a:lnTo>
                  <a:lnTo>
                    <a:pt x="13127" y="40977"/>
                  </a:lnTo>
                  <a:lnTo>
                    <a:pt x="12728" y="37808"/>
                  </a:lnTo>
                  <a:lnTo>
                    <a:pt x="9416" y="33969"/>
                  </a:lnTo>
                  <a:lnTo>
                    <a:pt x="10719" y="32839"/>
                  </a:lnTo>
                  <a:lnTo>
                    <a:pt x="11298" y="27979"/>
                  </a:lnTo>
                  <a:lnTo>
                    <a:pt x="9672" y="23284"/>
                  </a:lnTo>
                  <a:lnTo>
                    <a:pt x="1164" y="16002"/>
                  </a:lnTo>
                  <a:lnTo>
                    <a:pt x="0" y="10907"/>
                  </a:lnTo>
                  <a:lnTo>
                    <a:pt x="5364" y="10742"/>
                  </a:lnTo>
                  <a:lnTo>
                    <a:pt x="11236" y="9820"/>
                  </a:lnTo>
                  <a:lnTo>
                    <a:pt x="12896" y="8252"/>
                  </a:lnTo>
                  <a:lnTo>
                    <a:pt x="12882" y="5626"/>
                  </a:lnTo>
                  <a:lnTo>
                    <a:pt x="15478" y="3044"/>
                  </a:lnTo>
                  <a:lnTo>
                    <a:pt x="23601" y="2318"/>
                  </a:lnTo>
                  <a:lnTo>
                    <a:pt x="2453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h514"/>
            <p:cNvSpPr/>
            <p:nvPr/>
          </p:nvSpPr>
          <p:spPr>
            <a:xfrm>
              <a:off x="2230538" y="2842729"/>
              <a:ext cx="18470" cy="11649"/>
            </a:xfrm>
            <a:custGeom>
              <a:avLst/>
              <a:pathLst>
                <a:path w="18470" h="11649">
                  <a:moveTo>
                    <a:pt x="18470" y="3826"/>
                  </a:moveTo>
                  <a:lnTo>
                    <a:pt x="16604" y="4605"/>
                  </a:lnTo>
                  <a:lnTo>
                    <a:pt x="15225" y="9282"/>
                  </a:lnTo>
                  <a:lnTo>
                    <a:pt x="13108" y="11253"/>
                  </a:lnTo>
                  <a:lnTo>
                    <a:pt x="10959" y="10416"/>
                  </a:lnTo>
                  <a:lnTo>
                    <a:pt x="2649" y="10212"/>
                  </a:lnTo>
                  <a:lnTo>
                    <a:pt x="1489" y="11649"/>
                  </a:lnTo>
                  <a:lnTo>
                    <a:pt x="0" y="6001"/>
                  </a:lnTo>
                  <a:lnTo>
                    <a:pt x="426" y="2837"/>
                  </a:lnTo>
                  <a:lnTo>
                    <a:pt x="2308" y="1975"/>
                  </a:lnTo>
                  <a:lnTo>
                    <a:pt x="7112" y="1991"/>
                  </a:lnTo>
                  <a:lnTo>
                    <a:pt x="1332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h515"/>
            <p:cNvSpPr/>
            <p:nvPr/>
          </p:nvSpPr>
          <p:spPr>
            <a:xfrm>
              <a:off x="2234353" y="2791426"/>
              <a:ext cx="44669" cy="41408"/>
            </a:xfrm>
            <a:custGeom>
              <a:avLst/>
              <a:pathLst>
                <a:path w="44669" h="41408">
                  <a:moveTo>
                    <a:pt x="44669" y="0"/>
                  </a:moveTo>
                  <a:lnTo>
                    <a:pt x="39693" y="11200"/>
                  </a:lnTo>
                  <a:lnTo>
                    <a:pt x="35634" y="11471"/>
                  </a:lnTo>
                  <a:lnTo>
                    <a:pt x="29913" y="20048"/>
                  </a:lnTo>
                  <a:lnTo>
                    <a:pt x="29850" y="21921"/>
                  </a:lnTo>
                  <a:lnTo>
                    <a:pt x="31258" y="22266"/>
                  </a:lnTo>
                  <a:lnTo>
                    <a:pt x="30587" y="29308"/>
                  </a:lnTo>
                  <a:lnTo>
                    <a:pt x="29768" y="30819"/>
                  </a:lnTo>
                  <a:lnTo>
                    <a:pt x="27118" y="30533"/>
                  </a:lnTo>
                  <a:lnTo>
                    <a:pt x="25778" y="31963"/>
                  </a:lnTo>
                  <a:lnTo>
                    <a:pt x="21667" y="31707"/>
                  </a:lnTo>
                  <a:lnTo>
                    <a:pt x="20815" y="31036"/>
                  </a:lnTo>
                  <a:lnTo>
                    <a:pt x="18890" y="31727"/>
                  </a:lnTo>
                  <a:lnTo>
                    <a:pt x="14105" y="35274"/>
                  </a:lnTo>
                  <a:lnTo>
                    <a:pt x="13995" y="36135"/>
                  </a:lnTo>
                  <a:lnTo>
                    <a:pt x="15707" y="37827"/>
                  </a:lnTo>
                  <a:lnTo>
                    <a:pt x="15889" y="39639"/>
                  </a:lnTo>
                  <a:lnTo>
                    <a:pt x="10979" y="41408"/>
                  </a:lnTo>
                  <a:lnTo>
                    <a:pt x="5662" y="40598"/>
                  </a:lnTo>
                  <a:lnTo>
                    <a:pt x="4624" y="39220"/>
                  </a:lnTo>
                  <a:lnTo>
                    <a:pt x="3866" y="34242"/>
                  </a:lnTo>
                  <a:lnTo>
                    <a:pt x="6456" y="33839"/>
                  </a:lnTo>
                  <a:lnTo>
                    <a:pt x="7818" y="32899"/>
                  </a:lnTo>
                  <a:lnTo>
                    <a:pt x="7537" y="31025"/>
                  </a:lnTo>
                  <a:lnTo>
                    <a:pt x="4997" y="30124"/>
                  </a:lnTo>
                  <a:lnTo>
                    <a:pt x="4644" y="22556"/>
                  </a:lnTo>
                  <a:lnTo>
                    <a:pt x="0" y="14028"/>
                  </a:lnTo>
                  <a:lnTo>
                    <a:pt x="1604" y="11940"/>
                  </a:lnTo>
                  <a:lnTo>
                    <a:pt x="3443" y="10702"/>
                  </a:lnTo>
                  <a:lnTo>
                    <a:pt x="5132" y="8310"/>
                  </a:lnTo>
                  <a:lnTo>
                    <a:pt x="9920" y="6507"/>
                  </a:lnTo>
                  <a:lnTo>
                    <a:pt x="9600" y="5855"/>
                  </a:lnTo>
                  <a:lnTo>
                    <a:pt x="13182" y="5744"/>
                  </a:lnTo>
                  <a:lnTo>
                    <a:pt x="14826" y="621"/>
                  </a:lnTo>
                  <a:lnTo>
                    <a:pt x="20391" y="1048"/>
                  </a:lnTo>
                  <a:lnTo>
                    <a:pt x="32238" y="236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h516"/>
            <p:cNvSpPr/>
            <p:nvPr/>
          </p:nvSpPr>
          <p:spPr>
            <a:xfrm>
              <a:off x="2282511" y="2838204"/>
              <a:ext cx="15318" cy="21004"/>
            </a:xfrm>
            <a:custGeom>
              <a:avLst/>
              <a:pathLst>
                <a:path w="15318" h="21004">
                  <a:moveTo>
                    <a:pt x="7750" y="288"/>
                  </a:moveTo>
                  <a:lnTo>
                    <a:pt x="12217" y="10639"/>
                  </a:lnTo>
                  <a:lnTo>
                    <a:pt x="12886" y="10474"/>
                  </a:lnTo>
                  <a:lnTo>
                    <a:pt x="15026" y="12467"/>
                  </a:lnTo>
                  <a:lnTo>
                    <a:pt x="15318" y="14074"/>
                  </a:lnTo>
                  <a:lnTo>
                    <a:pt x="14555" y="14907"/>
                  </a:lnTo>
                  <a:lnTo>
                    <a:pt x="15178" y="16168"/>
                  </a:lnTo>
                  <a:lnTo>
                    <a:pt x="13990" y="17338"/>
                  </a:lnTo>
                  <a:lnTo>
                    <a:pt x="8137" y="21004"/>
                  </a:lnTo>
                  <a:lnTo>
                    <a:pt x="3993" y="18276"/>
                  </a:lnTo>
                  <a:lnTo>
                    <a:pt x="502" y="16329"/>
                  </a:lnTo>
                  <a:lnTo>
                    <a:pt x="0" y="7008"/>
                  </a:lnTo>
                  <a:lnTo>
                    <a:pt x="2164" y="3494"/>
                  </a:lnTo>
                  <a:lnTo>
                    <a:pt x="2149" y="1626"/>
                  </a:lnTo>
                  <a:lnTo>
                    <a:pt x="4397" y="2062"/>
                  </a:lnTo>
                  <a:lnTo>
                    <a:pt x="480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h517"/>
            <p:cNvSpPr/>
            <p:nvPr/>
          </p:nvSpPr>
          <p:spPr>
            <a:xfrm>
              <a:off x="2569245" y="3129117"/>
              <a:ext cx="17367" cy="34666"/>
            </a:xfrm>
            <a:custGeom>
              <a:avLst/>
              <a:pathLst>
                <a:path w="17367" h="34666">
                  <a:moveTo>
                    <a:pt x="16670" y="378"/>
                  </a:moveTo>
                  <a:lnTo>
                    <a:pt x="15401" y="6149"/>
                  </a:lnTo>
                  <a:lnTo>
                    <a:pt x="9908" y="9378"/>
                  </a:lnTo>
                  <a:lnTo>
                    <a:pt x="9176" y="10144"/>
                  </a:lnTo>
                  <a:lnTo>
                    <a:pt x="9008" y="12596"/>
                  </a:lnTo>
                  <a:lnTo>
                    <a:pt x="11425" y="19161"/>
                  </a:lnTo>
                  <a:lnTo>
                    <a:pt x="16118" y="20881"/>
                  </a:lnTo>
                  <a:lnTo>
                    <a:pt x="17367" y="22093"/>
                  </a:lnTo>
                  <a:lnTo>
                    <a:pt x="14529" y="24551"/>
                  </a:lnTo>
                  <a:lnTo>
                    <a:pt x="15735" y="28711"/>
                  </a:lnTo>
                  <a:lnTo>
                    <a:pt x="15485" y="32335"/>
                  </a:lnTo>
                  <a:lnTo>
                    <a:pt x="10877" y="34446"/>
                  </a:lnTo>
                  <a:lnTo>
                    <a:pt x="7282" y="34666"/>
                  </a:lnTo>
                  <a:lnTo>
                    <a:pt x="4847" y="31509"/>
                  </a:lnTo>
                  <a:lnTo>
                    <a:pt x="2720" y="28131"/>
                  </a:lnTo>
                  <a:lnTo>
                    <a:pt x="1314" y="20869"/>
                  </a:lnTo>
                  <a:lnTo>
                    <a:pt x="1535" y="14455"/>
                  </a:lnTo>
                  <a:lnTo>
                    <a:pt x="0" y="12169"/>
                  </a:lnTo>
                  <a:lnTo>
                    <a:pt x="285" y="10694"/>
                  </a:lnTo>
                  <a:lnTo>
                    <a:pt x="5644" y="8872"/>
                  </a:lnTo>
                  <a:lnTo>
                    <a:pt x="9604" y="4727"/>
                  </a:lnTo>
                  <a:lnTo>
                    <a:pt x="11338" y="1792"/>
                  </a:lnTo>
                  <a:lnTo>
                    <a:pt x="1599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h518"/>
            <p:cNvSpPr/>
            <p:nvPr/>
          </p:nvSpPr>
          <p:spPr>
            <a:xfrm>
              <a:off x="2384863" y="3064036"/>
              <a:ext cx="25332" cy="24954"/>
            </a:xfrm>
            <a:custGeom>
              <a:avLst/>
              <a:pathLst>
                <a:path w="25332" h="24954">
                  <a:moveTo>
                    <a:pt x="17940" y="3360"/>
                  </a:moveTo>
                  <a:lnTo>
                    <a:pt x="25332" y="10929"/>
                  </a:lnTo>
                  <a:lnTo>
                    <a:pt x="23493" y="13238"/>
                  </a:lnTo>
                  <a:lnTo>
                    <a:pt x="23794" y="14602"/>
                  </a:lnTo>
                  <a:lnTo>
                    <a:pt x="23088" y="16989"/>
                  </a:lnTo>
                  <a:lnTo>
                    <a:pt x="21422" y="19442"/>
                  </a:lnTo>
                  <a:lnTo>
                    <a:pt x="18261" y="19840"/>
                  </a:lnTo>
                  <a:lnTo>
                    <a:pt x="18915" y="21549"/>
                  </a:lnTo>
                  <a:lnTo>
                    <a:pt x="16523" y="21729"/>
                  </a:lnTo>
                  <a:lnTo>
                    <a:pt x="15862" y="22943"/>
                  </a:lnTo>
                  <a:lnTo>
                    <a:pt x="16854" y="24063"/>
                  </a:lnTo>
                  <a:lnTo>
                    <a:pt x="16549" y="24954"/>
                  </a:lnTo>
                  <a:lnTo>
                    <a:pt x="14075" y="24579"/>
                  </a:lnTo>
                  <a:lnTo>
                    <a:pt x="10205" y="19690"/>
                  </a:lnTo>
                  <a:lnTo>
                    <a:pt x="6836" y="19467"/>
                  </a:lnTo>
                  <a:lnTo>
                    <a:pt x="5946" y="16006"/>
                  </a:lnTo>
                  <a:lnTo>
                    <a:pt x="4331" y="14086"/>
                  </a:lnTo>
                  <a:lnTo>
                    <a:pt x="2837" y="16897"/>
                  </a:lnTo>
                  <a:lnTo>
                    <a:pt x="1915" y="17193"/>
                  </a:lnTo>
                  <a:lnTo>
                    <a:pt x="0" y="14279"/>
                  </a:lnTo>
                  <a:lnTo>
                    <a:pt x="1110" y="12468"/>
                  </a:lnTo>
                  <a:lnTo>
                    <a:pt x="9549" y="5609"/>
                  </a:lnTo>
                  <a:lnTo>
                    <a:pt x="13798" y="2992"/>
                  </a:lnTo>
                  <a:lnTo>
                    <a:pt x="15457" y="3191"/>
                  </a:lnTo>
                  <a:lnTo>
                    <a:pt x="16907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h519"/>
            <p:cNvSpPr/>
            <p:nvPr/>
          </p:nvSpPr>
          <p:spPr>
            <a:xfrm>
              <a:off x="2517408" y="3244303"/>
              <a:ext cx="28105" cy="29077"/>
            </a:xfrm>
            <a:custGeom>
              <a:avLst/>
              <a:pathLst>
                <a:path w="28105" h="29077">
                  <a:moveTo>
                    <a:pt x="16348" y="1576"/>
                  </a:moveTo>
                  <a:lnTo>
                    <a:pt x="19716" y="2357"/>
                  </a:lnTo>
                  <a:lnTo>
                    <a:pt x="21479" y="6322"/>
                  </a:lnTo>
                  <a:lnTo>
                    <a:pt x="23064" y="6721"/>
                  </a:lnTo>
                  <a:lnTo>
                    <a:pt x="28105" y="11642"/>
                  </a:lnTo>
                  <a:lnTo>
                    <a:pt x="24044" y="15941"/>
                  </a:lnTo>
                  <a:lnTo>
                    <a:pt x="16242" y="26743"/>
                  </a:lnTo>
                  <a:lnTo>
                    <a:pt x="14695" y="29077"/>
                  </a:lnTo>
                  <a:lnTo>
                    <a:pt x="13250" y="26220"/>
                  </a:lnTo>
                  <a:lnTo>
                    <a:pt x="11805" y="26170"/>
                  </a:lnTo>
                  <a:lnTo>
                    <a:pt x="11228" y="27268"/>
                  </a:lnTo>
                  <a:lnTo>
                    <a:pt x="6063" y="19462"/>
                  </a:lnTo>
                  <a:lnTo>
                    <a:pt x="4310" y="17923"/>
                  </a:lnTo>
                  <a:lnTo>
                    <a:pt x="0" y="16395"/>
                  </a:lnTo>
                  <a:lnTo>
                    <a:pt x="250" y="15117"/>
                  </a:lnTo>
                  <a:lnTo>
                    <a:pt x="3603" y="14315"/>
                  </a:lnTo>
                  <a:lnTo>
                    <a:pt x="2794" y="12709"/>
                  </a:lnTo>
                  <a:lnTo>
                    <a:pt x="745" y="13467"/>
                  </a:lnTo>
                  <a:lnTo>
                    <a:pt x="2465" y="6397"/>
                  </a:lnTo>
                  <a:lnTo>
                    <a:pt x="3867" y="6306"/>
                  </a:lnTo>
                  <a:lnTo>
                    <a:pt x="5621" y="7361"/>
                  </a:lnTo>
                  <a:lnTo>
                    <a:pt x="8706" y="5486"/>
                  </a:lnTo>
                  <a:lnTo>
                    <a:pt x="11606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h520"/>
            <p:cNvSpPr/>
            <p:nvPr/>
          </p:nvSpPr>
          <p:spPr>
            <a:xfrm>
              <a:off x="2493174" y="3268372"/>
              <a:ext cx="13055" cy="22708"/>
            </a:xfrm>
            <a:custGeom>
              <a:avLst/>
              <a:pathLst>
                <a:path w="13055" h="22708">
                  <a:moveTo>
                    <a:pt x="11089" y="1299"/>
                  </a:moveTo>
                  <a:lnTo>
                    <a:pt x="12355" y="2706"/>
                  </a:lnTo>
                  <a:lnTo>
                    <a:pt x="13055" y="5085"/>
                  </a:lnTo>
                  <a:lnTo>
                    <a:pt x="12166" y="6680"/>
                  </a:lnTo>
                  <a:lnTo>
                    <a:pt x="12884" y="9367"/>
                  </a:lnTo>
                  <a:lnTo>
                    <a:pt x="11759" y="19873"/>
                  </a:lnTo>
                  <a:lnTo>
                    <a:pt x="10944" y="22026"/>
                  </a:lnTo>
                  <a:lnTo>
                    <a:pt x="9103" y="22708"/>
                  </a:lnTo>
                  <a:lnTo>
                    <a:pt x="2805" y="21173"/>
                  </a:lnTo>
                  <a:lnTo>
                    <a:pt x="1928" y="17551"/>
                  </a:lnTo>
                  <a:lnTo>
                    <a:pt x="0" y="15978"/>
                  </a:lnTo>
                  <a:lnTo>
                    <a:pt x="5868" y="13929"/>
                  </a:lnTo>
                  <a:lnTo>
                    <a:pt x="5837" y="8984"/>
                  </a:lnTo>
                  <a:lnTo>
                    <a:pt x="4352" y="3529"/>
                  </a:lnTo>
                  <a:lnTo>
                    <a:pt x="7995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h521"/>
            <p:cNvSpPr/>
            <p:nvPr/>
          </p:nvSpPr>
          <p:spPr>
            <a:xfrm>
              <a:off x="2235289" y="3066414"/>
              <a:ext cx="70989" cy="50816"/>
            </a:xfrm>
            <a:custGeom>
              <a:avLst/>
              <a:pathLst>
                <a:path w="70989" h="50816">
                  <a:moveTo>
                    <a:pt x="37394" y="314"/>
                  </a:moveTo>
                  <a:lnTo>
                    <a:pt x="39177" y="1501"/>
                  </a:lnTo>
                  <a:lnTo>
                    <a:pt x="51436" y="3869"/>
                  </a:lnTo>
                  <a:lnTo>
                    <a:pt x="57187" y="1411"/>
                  </a:lnTo>
                  <a:lnTo>
                    <a:pt x="60084" y="1221"/>
                  </a:lnTo>
                  <a:lnTo>
                    <a:pt x="63438" y="5878"/>
                  </a:lnTo>
                  <a:lnTo>
                    <a:pt x="65551" y="10799"/>
                  </a:lnTo>
                  <a:lnTo>
                    <a:pt x="70597" y="10917"/>
                  </a:lnTo>
                  <a:lnTo>
                    <a:pt x="70989" y="10685"/>
                  </a:lnTo>
                  <a:lnTo>
                    <a:pt x="70216" y="13824"/>
                  </a:lnTo>
                  <a:lnTo>
                    <a:pt x="68030" y="14213"/>
                  </a:lnTo>
                  <a:lnTo>
                    <a:pt x="67768" y="15677"/>
                  </a:lnTo>
                  <a:lnTo>
                    <a:pt x="69158" y="19480"/>
                  </a:lnTo>
                  <a:lnTo>
                    <a:pt x="67744" y="24149"/>
                  </a:lnTo>
                  <a:lnTo>
                    <a:pt x="66537" y="25853"/>
                  </a:lnTo>
                  <a:lnTo>
                    <a:pt x="64284" y="27070"/>
                  </a:lnTo>
                  <a:lnTo>
                    <a:pt x="64909" y="35635"/>
                  </a:lnTo>
                  <a:lnTo>
                    <a:pt x="63410" y="38092"/>
                  </a:lnTo>
                  <a:lnTo>
                    <a:pt x="60505" y="38331"/>
                  </a:lnTo>
                  <a:lnTo>
                    <a:pt x="57276" y="41152"/>
                  </a:lnTo>
                  <a:lnTo>
                    <a:pt x="56925" y="45430"/>
                  </a:lnTo>
                  <a:lnTo>
                    <a:pt x="54112" y="50816"/>
                  </a:lnTo>
                  <a:lnTo>
                    <a:pt x="38039" y="47190"/>
                  </a:lnTo>
                  <a:lnTo>
                    <a:pt x="34130" y="43872"/>
                  </a:lnTo>
                  <a:lnTo>
                    <a:pt x="32307" y="44751"/>
                  </a:lnTo>
                  <a:lnTo>
                    <a:pt x="30367" y="46821"/>
                  </a:lnTo>
                  <a:lnTo>
                    <a:pt x="25556" y="46651"/>
                  </a:lnTo>
                  <a:lnTo>
                    <a:pt x="23354" y="45419"/>
                  </a:lnTo>
                  <a:lnTo>
                    <a:pt x="8143" y="35631"/>
                  </a:lnTo>
                  <a:lnTo>
                    <a:pt x="7746" y="32294"/>
                  </a:lnTo>
                  <a:lnTo>
                    <a:pt x="11226" y="26877"/>
                  </a:lnTo>
                  <a:lnTo>
                    <a:pt x="5313" y="19276"/>
                  </a:lnTo>
                  <a:lnTo>
                    <a:pt x="0" y="14366"/>
                  </a:lnTo>
                  <a:lnTo>
                    <a:pt x="2566" y="8381"/>
                  </a:lnTo>
                  <a:lnTo>
                    <a:pt x="4493" y="6349"/>
                  </a:lnTo>
                  <a:lnTo>
                    <a:pt x="6777" y="5935"/>
                  </a:lnTo>
                  <a:lnTo>
                    <a:pt x="11692" y="5778"/>
                  </a:lnTo>
                  <a:lnTo>
                    <a:pt x="20344" y="2330"/>
                  </a:lnTo>
                  <a:lnTo>
                    <a:pt x="2878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h522"/>
            <p:cNvSpPr/>
            <p:nvPr/>
          </p:nvSpPr>
          <p:spPr>
            <a:xfrm>
              <a:off x="2584451" y="3169709"/>
              <a:ext cx="19107" cy="15300"/>
            </a:xfrm>
            <a:custGeom>
              <a:avLst/>
              <a:pathLst>
                <a:path w="19107" h="15300">
                  <a:moveTo>
                    <a:pt x="6987" y="1186"/>
                  </a:moveTo>
                  <a:lnTo>
                    <a:pt x="9684" y="3893"/>
                  </a:lnTo>
                  <a:lnTo>
                    <a:pt x="13466" y="3131"/>
                  </a:lnTo>
                  <a:lnTo>
                    <a:pt x="19107" y="11600"/>
                  </a:lnTo>
                  <a:lnTo>
                    <a:pt x="18918" y="13252"/>
                  </a:lnTo>
                  <a:lnTo>
                    <a:pt x="15417" y="15300"/>
                  </a:lnTo>
                  <a:lnTo>
                    <a:pt x="10999" y="13286"/>
                  </a:lnTo>
                  <a:lnTo>
                    <a:pt x="7803" y="9507"/>
                  </a:lnTo>
                  <a:lnTo>
                    <a:pt x="6066" y="9428"/>
                  </a:lnTo>
                  <a:lnTo>
                    <a:pt x="1876" y="7440"/>
                  </a:lnTo>
                  <a:lnTo>
                    <a:pt x="0" y="2210"/>
                  </a:lnTo>
                  <a:lnTo>
                    <a:pt x="1488" y="720"/>
                  </a:lnTo>
                  <a:lnTo>
                    <a:pt x="3767" y="386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h523"/>
            <p:cNvSpPr/>
            <p:nvPr/>
          </p:nvSpPr>
          <p:spPr>
            <a:xfrm>
              <a:off x="2414443" y="3052730"/>
              <a:ext cx="23994" cy="26975"/>
            </a:xfrm>
            <a:custGeom>
              <a:avLst/>
              <a:pathLst>
                <a:path w="23994" h="26975">
                  <a:moveTo>
                    <a:pt x="17499" y="53"/>
                  </a:moveTo>
                  <a:lnTo>
                    <a:pt x="19318" y="1171"/>
                  </a:lnTo>
                  <a:lnTo>
                    <a:pt x="20227" y="0"/>
                  </a:lnTo>
                  <a:lnTo>
                    <a:pt x="22346" y="3463"/>
                  </a:lnTo>
                  <a:lnTo>
                    <a:pt x="22097" y="7128"/>
                  </a:lnTo>
                  <a:lnTo>
                    <a:pt x="23127" y="5900"/>
                  </a:lnTo>
                  <a:lnTo>
                    <a:pt x="23994" y="6620"/>
                  </a:lnTo>
                  <a:lnTo>
                    <a:pt x="23129" y="10283"/>
                  </a:lnTo>
                  <a:lnTo>
                    <a:pt x="20250" y="11174"/>
                  </a:lnTo>
                  <a:lnTo>
                    <a:pt x="17312" y="13562"/>
                  </a:lnTo>
                  <a:lnTo>
                    <a:pt x="15809" y="15759"/>
                  </a:lnTo>
                  <a:lnTo>
                    <a:pt x="14302" y="20657"/>
                  </a:lnTo>
                  <a:lnTo>
                    <a:pt x="15358" y="23389"/>
                  </a:lnTo>
                  <a:lnTo>
                    <a:pt x="15069" y="24238"/>
                  </a:lnTo>
                  <a:lnTo>
                    <a:pt x="12215" y="21011"/>
                  </a:lnTo>
                  <a:lnTo>
                    <a:pt x="7011" y="18335"/>
                  </a:lnTo>
                  <a:lnTo>
                    <a:pt x="4824" y="20252"/>
                  </a:lnTo>
                  <a:lnTo>
                    <a:pt x="4337" y="26975"/>
                  </a:lnTo>
                  <a:lnTo>
                    <a:pt x="3114" y="26922"/>
                  </a:lnTo>
                  <a:lnTo>
                    <a:pt x="1678" y="25679"/>
                  </a:lnTo>
                  <a:lnTo>
                    <a:pt x="1428" y="24109"/>
                  </a:lnTo>
                  <a:lnTo>
                    <a:pt x="2143" y="23302"/>
                  </a:lnTo>
                  <a:lnTo>
                    <a:pt x="0" y="17009"/>
                  </a:lnTo>
                  <a:lnTo>
                    <a:pt x="897" y="11605"/>
                  </a:lnTo>
                  <a:lnTo>
                    <a:pt x="417" y="10621"/>
                  </a:lnTo>
                  <a:lnTo>
                    <a:pt x="2489" y="6189"/>
                  </a:lnTo>
                  <a:lnTo>
                    <a:pt x="7762" y="3704"/>
                  </a:lnTo>
                  <a:lnTo>
                    <a:pt x="13108" y="333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h524"/>
            <p:cNvSpPr/>
            <p:nvPr/>
          </p:nvSpPr>
          <p:spPr>
            <a:xfrm>
              <a:off x="2350966" y="3105800"/>
              <a:ext cx="48678" cy="84690"/>
            </a:xfrm>
            <a:custGeom>
              <a:avLst/>
              <a:pathLst>
                <a:path w="48678" h="84690">
                  <a:moveTo>
                    <a:pt x="16046" y="0"/>
                  </a:moveTo>
                  <a:lnTo>
                    <a:pt x="16979" y="2641"/>
                  </a:lnTo>
                  <a:lnTo>
                    <a:pt x="20085" y="4695"/>
                  </a:lnTo>
                  <a:lnTo>
                    <a:pt x="24008" y="564"/>
                  </a:lnTo>
                  <a:lnTo>
                    <a:pt x="27004" y="3884"/>
                  </a:lnTo>
                  <a:lnTo>
                    <a:pt x="26088" y="6360"/>
                  </a:lnTo>
                  <a:lnTo>
                    <a:pt x="29267" y="11864"/>
                  </a:lnTo>
                  <a:lnTo>
                    <a:pt x="30309" y="12613"/>
                  </a:lnTo>
                  <a:lnTo>
                    <a:pt x="36230" y="14951"/>
                  </a:lnTo>
                  <a:lnTo>
                    <a:pt x="43321" y="7903"/>
                  </a:lnTo>
                  <a:lnTo>
                    <a:pt x="47152" y="10591"/>
                  </a:lnTo>
                  <a:lnTo>
                    <a:pt x="47540" y="14497"/>
                  </a:lnTo>
                  <a:lnTo>
                    <a:pt x="48479" y="15524"/>
                  </a:lnTo>
                  <a:lnTo>
                    <a:pt x="47852" y="19438"/>
                  </a:lnTo>
                  <a:lnTo>
                    <a:pt x="48678" y="21207"/>
                  </a:lnTo>
                  <a:lnTo>
                    <a:pt x="39576" y="23758"/>
                  </a:lnTo>
                  <a:lnTo>
                    <a:pt x="41637" y="27197"/>
                  </a:lnTo>
                  <a:lnTo>
                    <a:pt x="42469" y="37660"/>
                  </a:lnTo>
                  <a:lnTo>
                    <a:pt x="45987" y="42151"/>
                  </a:lnTo>
                  <a:lnTo>
                    <a:pt x="44794" y="43294"/>
                  </a:lnTo>
                  <a:lnTo>
                    <a:pt x="43692" y="43336"/>
                  </a:lnTo>
                  <a:lnTo>
                    <a:pt x="42742" y="45054"/>
                  </a:lnTo>
                  <a:lnTo>
                    <a:pt x="42707" y="46805"/>
                  </a:lnTo>
                  <a:lnTo>
                    <a:pt x="44487" y="50022"/>
                  </a:lnTo>
                  <a:lnTo>
                    <a:pt x="44635" y="54545"/>
                  </a:lnTo>
                  <a:lnTo>
                    <a:pt x="43395" y="63394"/>
                  </a:lnTo>
                  <a:lnTo>
                    <a:pt x="45407" y="67903"/>
                  </a:lnTo>
                  <a:lnTo>
                    <a:pt x="44882" y="71924"/>
                  </a:lnTo>
                  <a:lnTo>
                    <a:pt x="42087" y="69435"/>
                  </a:lnTo>
                  <a:lnTo>
                    <a:pt x="36608" y="71303"/>
                  </a:lnTo>
                  <a:lnTo>
                    <a:pt x="37583" y="78849"/>
                  </a:lnTo>
                  <a:lnTo>
                    <a:pt x="36732" y="80804"/>
                  </a:lnTo>
                  <a:lnTo>
                    <a:pt x="39215" y="83937"/>
                  </a:lnTo>
                  <a:lnTo>
                    <a:pt x="33808" y="84690"/>
                  </a:lnTo>
                  <a:lnTo>
                    <a:pt x="30231" y="82777"/>
                  </a:lnTo>
                  <a:lnTo>
                    <a:pt x="15653" y="77927"/>
                  </a:lnTo>
                  <a:lnTo>
                    <a:pt x="7316" y="76236"/>
                  </a:lnTo>
                  <a:lnTo>
                    <a:pt x="7771" y="70729"/>
                  </a:lnTo>
                  <a:lnTo>
                    <a:pt x="5804" y="67912"/>
                  </a:lnTo>
                  <a:lnTo>
                    <a:pt x="6163" y="62969"/>
                  </a:lnTo>
                  <a:lnTo>
                    <a:pt x="4404" y="58225"/>
                  </a:lnTo>
                  <a:lnTo>
                    <a:pt x="897" y="53934"/>
                  </a:lnTo>
                  <a:lnTo>
                    <a:pt x="0" y="50827"/>
                  </a:lnTo>
                  <a:lnTo>
                    <a:pt x="902" y="44826"/>
                  </a:lnTo>
                  <a:lnTo>
                    <a:pt x="2674" y="41734"/>
                  </a:lnTo>
                  <a:lnTo>
                    <a:pt x="3214" y="38872"/>
                  </a:lnTo>
                  <a:lnTo>
                    <a:pt x="3307" y="29874"/>
                  </a:lnTo>
                  <a:lnTo>
                    <a:pt x="7048" y="29172"/>
                  </a:lnTo>
                  <a:lnTo>
                    <a:pt x="9261" y="26091"/>
                  </a:lnTo>
                  <a:lnTo>
                    <a:pt x="12545" y="18901"/>
                  </a:lnTo>
                  <a:lnTo>
                    <a:pt x="11762" y="15193"/>
                  </a:lnTo>
                  <a:lnTo>
                    <a:pt x="8114" y="8230"/>
                  </a:lnTo>
                  <a:lnTo>
                    <a:pt x="9562" y="4017"/>
                  </a:lnTo>
                  <a:lnTo>
                    <a:pt x="13260" y="65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h525"/>
            <p:cNvSpPr/>
            <p:nvPr/>
          </p:nvSpPr>
          <p:spPr>
            <a:xfrm>
              <a:off x="2456943" y="3239979"/>
              <a:ext cx="44226" cy="49566"/>
            </a:xfrm>
            <a:custGeom>
              <a:avLst/>
              <a:pathLst>
                <a:path w="44226" h="49566">
                  <a:moveTo>
                    <a:pt x="18655" y="0"/>
                  </a:moveTo>
                  <a:lnTo>
                    <a:pt x="18680" y="839"/>
                  </a:lnTo>
                  <a:lnTo>
                    <a:pt x="21473" y="1523"/>
                  </a:lnTo>
                  <a:lnTo>
                    <a:pt x="20008" y="5754"/>
                  </a:lnTo>
                  <a:lnTo>
                    <a:pt x="23478" y="9563"/>
                  </a:lnTo>
                  <a:lnTo>
                    <a:pt x="27962" y="12258"/>
                  </a:lnTo>
                  <a:lnTo>
                    <a:pt x="26752" y="14915"/>
                  </a:lnTo>
                  <a:lnTo>
                    <a:pt x="23115" y="14775"/>
                  </a:lnTo>
                  <a:lnTo>
                    <a:pt x="22650" y="17710"/>
                  </a:lnTo>
                  <a:lnTo>
                    <a:pt x="24692" y="19804"/>
                  </a:lnTo>
                  <a:lnTo>
                    <a:pt x="27649" y="20273"/>
                  </a:lnTo>
                  <a:lnTo>
                    <a:pt x="27263" y="17190"/>
                  </a:lnTo>
                  <a:lnTo>
                    <a:pt x="33489" y="19420"/>
                  </a:lnTo>
                  <a:lnTo>
                    <a:pt x="35828" y="23624"/>
                  </a:lnTo>
                  <a:lnTo>
                    <a:pt x="38298" y="21425"/>
                  </a:lnTo>
                  <a:lnTo>
                    <a:pt x="41010" y="23300"/>
                  </a:lnTo>
                  <a:lnTo>
                    <a:pt x="42383" y="27713"/>
                  </a:lnTo>
                  <a:lnTo>
                    <a:pt x="44226" y="28393"/>
                  </a:lnTo>
                  <a:lnTo>
                    <a:pt x="40583" y="31922"/>
                  </a:lnTo>
                  <a:lnTo>
                    <a:pt x="42067" y="37377"/>
                  </a:lnTo>
                  <a:lnTo>
                    <a:pt x="42099" y="42322"/>
                  </a:lnTo>
                  <a:lnTo>
                    <a:pt x="36230" y="44371"/>
                  </a:lnTo>
                  <a:lnTo>
                    <a:pt x="38158" y="45944"/>
                  </a:lnTo>
                  <a:lnTo>
                    <a:pt x="39035" y="49566"/>
                  </a:lnTo>
                  <a:lnTo>
                    <a:pt x="18366" y="45798"/>
                  </a:lnTo>
                  <a:lnTo>
                    <a:pt x="7421" y="45249"/>
                  </a:lnTo>
                  <a:lnTo>
                    <a:pt x="1794" y="46015"/>
                  </a:lnTo>
                  <a:lnTo>
                    <a:pt x="0" y="38227"/>
                  </a:lnTo>
                  <a:lnTo>
                    <a:pt x="3135" y="32674"/>
                  </a:lnTo>
                  <a:lnTo>
                    <a:pt x="7356" y="30710"/>
                  </a:lnTo>
                  <a:lnTo>
                    <a:pt x="10599" y="27614"/>
                  </a:lnTo>
                  <a:lnTo>
                    <a:pt x="11989" y="23584"/>
                  </a:lnTo>
                  <a:lnTo>
                    <a:pt x="11626" y="20640"/>
                  </a:lnTo>
                  <a:lnTo>
                    <a:pt x="9931" y="16987"/>
                  </a:lnTo>
                  <a:lnTo>
                    <a:pt x="11116" y="16272"/>
                  </a:lnTo>
                  <a:lnTo>
                    <a:pt x="13493" y="16266"/>
                  </a:lnTo>
                  <a:lnTo>
                    <a:pt x="16742" y="11213"/>
                  </a:lnTo>
                  <a:lnTo>
                    <a:pt x="16484" y="9968"/>
                  </a:lnTo>
                  <a:lnTo>
                    <a:pt x="14781" y="8650"/>
                  </a:lnTo>
                  <a:lnTo>
                    <a:pt x="13401" y="8464"/>
                  </a:lnTo>
                  <a:lnTo>
                    <a:pt x="10034" y="10892"/>
                  </a:lnTo>
                  <a:lnTo>
                    <a:pt x="6933" y="11807"/>
                  </a:lnTo>
                  <a:lnTo>
                    <a:pt x="3539" y="11542"/>
                  </a:lnTo>
                  <a:lnTo>
                    <a:pt x="1005" y="9244"/>
                  </a:lnTo>
                  <a:lnTo>
                    <a:pt x="914" y="5838"/>
                  </a:lnTo>
                  <a:lnTo>
                    <a:pt x="3168" y="5308"/>
                  </a:lnTo>
                  <a:lnTo>
                    <a:pt x="5968" y="5632"/>
                  </a:lnTo>
                  <a:lnTo>
                    <a:pt x="6892" y="5079"/>
                  </a:lnTo>
                  <a:lnTo>
                    <a:pt x="9296" y="5417"/>
                  </a:lnTo>
                  <a:lnTo>
                    <a:pt x="13773" y="4155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h526"/>
            <p:cNvSpPr/>
            <p:nvPr/>
          </p:nvSpPr>
          <p:spPr>
            <a:xfrm>
              <a:off x="2548713" y="3160626"/>
              <a:ext cx="41805" cy="43933"/>
            </a:xfrm>
            <a:custGeom>
              <a:avLst/>
              <a:pathLst>
                <a:path w="41805" h="43933">
                  <a:moveTo>
                    <a:pt x="27814" y="3157"/>
                  </a:moveTo>
                  <a:lnTo>
                    <a:pt x="29721" y="7532"/>
                  </a:lnTo>
                  <a:lnTo>
                    <a:pt x="28757" y="7922"/>
                  </a:lnTo>
                  <a:lnTo>
                    <a:pt x="28274" y="9749"/>
                  </a:lnTo>
                  <a:lnTo>
                    <a:pt x="29082" y="11131"/>
                  </a:lnTo>
                  <a:lnTo>
                    <a:pt x="35913" y="17560"/>
                  </a:lnTo>
                  <a:lnTo>
                    <a:pt x="37615" y="16523"/>
                  </a:lnTo>
                  <a:lnTo>
                    <a:pt x="41805" y="18511"/>
                  </a:lnTo>
                  <a:lnTo>
                    <a:pt x="40528" y="21389"/>
                  </a:lnTo>
                  <a:lnTo>
                    <a:pt x="39770" y="24007"/>
                  </a:lnTo>
                  <a:lnTo>
                    <a:pt x="38030" y="24257"/>
                  </a:lnTo>
                  <a:lnTo>
                    <a:pt x="37556" y="22271"/>
                  </a:lnTo>
                  <a:lnTo>
                    <a:pt x="34445" y="24039"/>
                  </a:lnTo>
                  <a:lnTo>
                    <a:pt x="31123" y="27118"/>
                  </a:lnTo>
                  <a:lnTo>
                    <a:pt x="30989" y="32004"/>
                  </a:lnTo>
                  <a:lnTo>
                    <a:pt x="32216" y="32300"/>
                  </a:lnTo>
                  <a:lnTo>
                    <a:pt x="34864" y="30611"/>
                  </a:lnTo>
                  <a:lnTo>
                    <a:pt x="36244" y="35082"/>
                  </a:lnTo>
                  <a:lnTo>
                    <a:pt x="36470" y="39817"/>
                  </a:lnTo>
                  <a:lnTo>
                    <a:pt x="34512" y="43933"/>
                  </a:lnTo>
                  <a:lnTo>
                    <a:pt x="32017" y="43891"/>
                  </a:lnTo>
                  <a:lnTo>
                    <a:pt x="31326" y="39736"/>
                  </a:lnTo>
                  <a:lnTo>
                    <a:pt x="34319" y="34793"/>
                  </a:lnTo>
                  <a:lnTo>
                    <a:pt x="29381" y="34482"/>
                  </a:lnTo>
                  <a:lnTo>
                    <a:pt x="29276" y="35165"/>
                  </a:lnTo>
                  <a:lnTo>
                    <a:pt x="26841" y="35855"/>
                  </a:lnTo>
                  <a:lnTo>
                    <a:pt x="24174" y="35088"/>
                  </a:lnTo>
                  <a:lnTo>
                    <a:pt x="25082" y="31236"/>
                  </a:lnTo>
                  <a:lnTo>
                    <a:pt x="29028" y="30777"/>
                  </a:lnTo>
                  <a:lnTo>
                    <a:pt x="27605" y="27829"/>
                  </a:lnTo>
                  <a:lnTo>
                    <a:pt x="25303" y="26007"/>
                  </a:lnTo>
                  <a:lnTo>
                    <a:pt x="22203" y="27970"/>
                  </a:lnTo>
                  <a:lnTo>
                    <a:pt x="16719" y="27952"/>
                  </a:lnTo>
                  <a:lnTo>
                    <a:pt x="17799" y="25832"/>
                  </a:lnTo>
                  <a:lnTo>
                    <a:pt x="16381" y="24184"/>
                  </a:lnTo>
                  <a:lnTo>
                    <a:pt x="3700" y="20866"/>
                  </a:lnTo>
                  <a:lnTo>
                    <a:pt x="1128" y="22090"/>
                  </a:lnTo>
                  <a:lnTo>
                    <a:pt x="0" y="17020"/>
                  </a:lnTo>
                  <a:lnTo>
                    <a:pt x="4487" y="14818"/>
                  </a:lnTo>
                  <a:lnTo>
                    <a:pt x="4840" y="7370"/>
                  </a:lnTo>
                  <a:lnTo>
                    <a:pt x="5825" y="12281"/>
                  </a:lnTo>
                  <a:lnTo>
                    <a:pt x="8811" y="11717"/>
                  </a:lnTo>
                  <a:lnTo>
                    <a:pt x="9928" y="6221"/>
                  </a:lnTo>
                  <a:lnTo>
                    <a:pt x="20479" y="2977"/>
                  </a:lnTo>
                  <a:lnTo>
                    <a:pt x="2537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h527"/>
            <p:cNvSpPr/>
            <p:nvPr/>
          </p:nvSpPr>
          <p:spPr>
            <a:xfrm>
              <a:off x="2246006" y="3138822"/>
              <a:ext cx="65392" cy="72117"/>
            </a:xfrm>
            <a:custGeom>
              <a:avLst/>
              <a:pathLst>
                <a:path w="65392" h="72117">
                  <a:moveTo>
                    <a:pt x="24964" y="0"/>
                  </a:moveTo>
                  <a:lnTo>
                    <a:pt x="28381" y="1559"/>
                  </a:lnTo>
                  <a:lnTo>
                    <a:pt x="35643" y="3163"/>
                  </a:lnTo>
                  <a:lnTo>
                    <a:pt x="33523" y="9032"/>
                  </a:lnTo>
                  <a:lnTo>
                    <a:pt x="38517" y="25672"/>
                  </a:lnTo>
                  <a:lnTo>
                    <a:pt x="45892" y="22332"/>
                  </a:lnTo>
                  <a:lnTo>
                    <a:pt x="45303" y="17875"/>
                  </a:lnTo>
                  <a:lnTo>
                    <a:pt x="51632" y="15723"/>
                  </a:lnTo>
                  <a:lnTo>
                    <a:pt x="55468" y="21881"/>
                  </a:lnTo>
                  <a:lnTo>
                    <a:pt x="60169" y="23783"/>
                  </a:lnTo>
                  <a:lnTo>
                    <a:pt x="65392" y="28720"/>
                  </a:lnTo>
                  <a:lnTo>
                    <a:pt x="62659" y="38234"/>
                  </a:lnTo>
                  <a:lnTo>
                    <a:pt x="65203" y="37740"/>
                  </a:lnTo>
                  <a:lnTo>
                    <a:pt x="64503" y="40011"/>
                  </a:lnTo>
                  <a:lnTo>
                    <a:pt x="62613" y="43343"/>
                  </a:lnTo>
                  <a:lnTo>
                    <a:pt x="57909" y="42927"/>
                  </a:lnTo>
                  <a:lnTo>
                    <a:pt x="54557" y="40544"/>
                  </a:lnTo>
                  <a:lnTo>
                    <a:pt x="52102" y="47199"/>
                  </a:lnTo>
                  <a:lnTo>
                    <a:pt x="54699" y="52559"/>
                  </a:lnTo>
                  <a:lnTo>
                    <a:pt x="49166" y="55218"/>
                  </a:lnTo>
                  <a:lnTo>
                    <a:pt x="47334" y="57186"/>
                  </a:lnTo>
                  <a:lnTo>
                    <a:pt x="46708" y="58718"/>
                  </a:lnTo>
                  <a:lnTo>
                    <a:pt x="48533" y="63840"/>
                  </a:lnTo>
                  <a:lnTo>
                    <a:pt x="42755" y="72117"/>
                  </a:lnTo>
                  <a:lnTo>
                    <a:pt x="33155" y="65272"/>
                  </a:lnTo>
                  <a:lnTo>
                    <a:pt x="30857" y="62179"/>
                  </a:lnTo>
                  <a:lnTo>
                    <a:pt x="26706" y="59359"/>
                  </a:lnTo>
                  <a:lnTo>
                    <a:pt x="0" y="48391"/>
                  </a:lnTo>
                  <a:lnTo>
                    <a:pt x="1110" y="45132"/>
                  </a:lnTo>
                  <a:lnTo>
                    <a:pt x="6673" y="43783"/>
                  </a:lnTo>
                  <a:lnTo>
                    <a:pt x="8475" y="39547"/>
                  </a:lnTo>
                  <a:lnTo>
                    <a:pt x="9337" y="35515"/>
                  </a:lnTo>
                  <a:lnTo>
                    <a:pt x="9220" y="29369"/>
                  </a:lnTo>
                  <a:lnTo>
                    <a:pt x="4134" y="25967"/>
                  </a:lnTo>
                  <a:lnTo>
                    <a:pt x="5433" y="25707"/>
                  </a:lnTo>
                  <a:lnTo>
                    <a:pt x="9860" y="28011"/>
                  </a:lnTo>
                  <a:lnTo>
                    <a:pt x="10289" y="27076"/>
                  </a:lnTo>
                  <a:lnTo>
                    <a:pt x="9362" y="22120"/>
                  </a:lnTo>
                  <a:lnTo>
                    <a:pt x="7942" y="21484"/>
                  </a:lnTo>
                  <a:lnTo>
                    <a:pt x="8501" y="18889"/>
                  </a:lnTo>
                  <a:lnTo>
                    <a:pt x="12647" y="14434"/>
                  </a:lnTo>
                  <a:lnTo>
                    <a:pt x="13661" y="14129"/>
                  </a:lnTo>
                  <a:lnTo>
                    <a:pt x="14886" y="14546"/>
                  </a:lnTo>
                  <a:lnTo>
                    <a:pt x="18738" y="19093"/>
                  </a:lnTo>
                  <a:lnTo>
                    <a:pt x="20684" y="18756"/>
                  </a:lnTo>
                  <a:lnTo>
                    <a:pt x="19972" y="16701"/>
                  </a:lnTo>
                  <a:lnTo>
                    <a:pt x="21392" y="13011"/>
                  </a:lnTo>
                  <a:lnTo>
                    <a:pt x="22813" y="12437"/>
                  </a:lnTo>
                  <a:lnTo>
                    <a:pt x="24809" y="13632"/>
                  </a:lnTo>
                  <a:lnTo>
                    <a:pt x="25875" y="11825"/>
                  </a:lnTo>
                  <a:lnTo>
                    <a:pt x="24926" y="7856"/>
                  </a:lnTo>
                  <a:lnTo>
                    <a:pt x="26142" y="648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h528"/>
            <p:cNvSpPr/>
            <p:nvPr/>
          </p:nvSpPr>
          <p:spPr>
            <a:xfrm>
              <a:off x="2374020" y="3078122"/>
              <a:ext cx="30064" cy="42629"/>
            </a:xfrm>
            <a:custGeom>
              <a:avLst/>
              <a:pathLst>
                <a:path w="30064" h="42629">
                  <a:moveTo>
                    <a:pt x="15175" y="0"/>
                  </a:moveTo>
                  <a:lnTo>
                    <a:pt x="16790" y="1920"/>
                  </a:lnTo>
                  <a:lnTo>
                    <a:pt x="17679" y="5381"/>
                  </a:lnTo>
                  <a:lnTo>
                    <a:pt x="21048" y="5604"/>
                  </a:lnTo>
                  <a:lnTo>
                    <a:pt x="24919" y="10493"/>
                  </a:lnTo>
                  <a:lnTo>
                    <a:pt x="27393" y="10868"/>
                  </a:lnTo>
                  <a:lnTo>
                    <a:pt x="27697" y="9977"/>
                  </a:lnTo>
                  <a:lnTo>
                    <a:pt x="26705" y="8857"/>
                  </a:lnTo>
                  <a:lnTo>
                    <a:pt x="27366" y="7643"/>
                  </a:lnTo>
                  <a:lnTo>
                    <a:pt x="29758" y="7463"/>
                  </a:lnTo>
                  <a:lnTo>
                    <a:pt x="29652" y="9196"/>
                  </a:lnTo>
                  <a:lnTo>
                    <a:pt x="25733" y="14896"/>
                  </a:lnTo>
                  <a:lnTo>
                    <a:pt x="26331" y="17070"/>
                  </a:lnTo>
                  <a:lnTo>
                    <a:pt x="28954" y="17359"/>
                  </a:lnTo>
                  <a:lnTo>
                    <a:pt x="30064" y="18388"/>
                  </a:lnTo>
                  <a:lnTo>
                    <a:pt x="25622" y="25329"/>
                  </a:lnTo>
                  <a:lnTo>
                    <a:pt x="26438" y="26933"/>
                  </a:lnTo>
                  <a:lnTo>
                    <a:pt x="25918" y="27318"/>
                  </a:lnTo>
                  <a:lnTo>
                    <a:pt x="27436" y="35724"/>
                  </a:lnTo>
                  <a:lnTo>
                    <a:pt x="24098" y="38269"/>
                  </a:lnTo>
                  <a:lnTo>
                    <a:pt x="20267" y="35581"/>
                  </a:lnTo>
                  <a:lnTo>
                    <a:pt x="13176" y="42629"/>
                  </a:lnTo>
                  <a:lnTo>
                    <a:pt x="7255" y="40291"/>
                  </a:lnTo>
                  <a:lnTo>
                    <a:pt x="6213" y="39542"/>
                  </a:lnTo>
                  <a:lnTo>
                    <a:pt x="3034" y="34037"/>
                  </a:lnTo>
                  <a:lnTo>
                    <a:pt x="3950" y="31562"/>
                  </a:lnTo>
                  <a:lnTo>
                    <a:pt x="954" y="28242"/>
                  </a:lnTo>
                  <a:lnTo>
                    <a:pt x="257" y="23109"/>
                  </a:lnTo>
                  <a:lnTo>
                    <a:pt x="1519" y="18462"/>
                  </a:lnTo>
                  <a:lnTo>
                    <a:pt x="1446" y="16160"/>
                  </a:lnTo>
                  <a:lnTo>
                    <a:pt x="0" y="13961"/>
                  </a:lnTo>
                  <a:lnTo>
                    <a:pt x="4110" y="8682"/>
                  </a:lnTo>
                  <a:lnTo>
                    <a:pt x="3519" y="6157"/>
                  </a:lnTo>
                  <a:lnTo>
                    <a:pt x="4798" y="6490"/>
                  </a:lnTo>
                  <a:lnTo>
                    <a:pt x="6075" y="4179"/>
                  </a:lnTo>
                  <a:lnTo>
                    <a:pt x="10843" y="193"/>
                  </a:lnTo>
                  <a:lnTo>
                    <a:pt x="12759" y="3107"/>
                  </a:lnTo>
                  <a:lnTo>
                    <a:pt x="13680" y="281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h529"/>
            <p:cNvSpPr/>
            <p:nvPr/>
          </p:nvSpPr>
          <p:spPr>
            <a:xfrm>
              <a:off x="2497206" y="3226750"/>
              <a:ext cx="36550" cy="47625"/>
            </a:xfrm>
            <a:custGeom>
              <a:avLst/>
              <a:pathLst>
                <a:path w="36550" h="47625">
                  <a:moveTo>
                    <a:pt x="6751" y="0"/>
                  </a:moveTo>
                  <a:lnTo>
                    <a:pt x="9408" y="2577"/>
                  </a:lnTo>
                  <a:lnTo>
                    <a:pt x="9863" y="1559"/>
                  </a:lnTo>
                  <a:lnTo>
                    <a:pt x="11233" y="1796"/>
                  </a:lnTo>
                  <a:lnTo>
                    <a:pt x="12364" y="4106"/>
                  </a:lnTo>
                  <a:lnTo>
                    <a:pt x="13619" y="5072"/>
                  </a:lnTo>
                  <a:lnTo>
                    <a:pt x="26638" y="7978"/>
                  </a:lnTo>
                  <a:lnTo>
                    <a:pt x="35761" y="16878"/>
                  </a:lnTo>
                  <a:lnTo>
                    <a:pt x="36550" y="19130"/>
                  </a:lnTo>
                  <a:lnTo>
                    <a:pt x="31809" y="17553"/>
                  </a:lnTo>
                  <a:lnTo>
                    <a:pt x="28909" y="23039"/>
                  </a:lnTo>
                  <a:lnTo>
                    <a:pt x="25823" y="24914"/>
                  </a:lnTo>
                  <a:lnTo>
                    <a:pt x="24070" y="23860"/>
                  </a:lnTo>
                  <a:lnTo>
                    <a:pt x="22667" y="23950"/>
                  </a:lnTo>
                  <a:lnTo>
                    <a:pt x="20948" y="31021"/>
                  </a:lnTo>
                  <a:lnTo>
                    <a:pt x="22996" y="30263"/>
                  </a:lnTo>
                  <a:lnTo>
                    <a:pt x="23805" y="31869"/>
                  </a:lnTo>
                  <a:lnTo>
                    <a:pt x="20452" y="32671"/>
                  </a:lnTo>
                  <a:lnTo>
                    <a:pt x="20202" y="33948"/>
                  </a:lnTo>
                  <a:lnTo>
                    <a:pt x="24512" y="35476"/>
                  </a:lnTo>
                  <a:lnTo>
                    <a:pt x="26265" y="37015"/>
                  </a:lnTo>
                  <a:lnTo>
                    <a:pt x="31430" y="44821"/>
                  </a:lnTo>
                  <a:lnTo>
                    <a:pt x="32056" y="46113"/>
                  </a:lnTo>
                  <a:lnTo>
                    <a:pt x="23612" y="47625"/>
                  </a:lnTo>
                  <a:lnTo>
                    <a:pt x="21463" y="46949"/>
                  </a:lnTo>
                  <a:lnTo>
                    <a:pt x="16347" y="45863"/>
                  </a:lnTo>
                  <a:lnTo>
                    <a:pt x="12282" y="46195"/>
                  </a:lnTo>
                  <a:lnTo>
                    <a:pt x="11877" y="45264"/>
                  </a:lnTo>
                  <a:lnTo>
                    <a:pt x="12467" y="20220"/>
                  </a:lnTo>
                  <a:lnTo>
                    <a:pt x="10328" y="16289"/>
                  </a:lnTo>
                  <a:lnTo>
                    <a:pt x="5052" y="17893"/>
                  </a:lnTo>
                  <a:lnTo>
                    <a:pt x="1582" y="16825"/>
                  </a:lnTo>
                  <a:lnTo>
                    <a:pt x="0" y="15240"/>
                  </a:lnTo>
                  <a:lnTo>
                    <a:pt x="234" y="13711"/>
                  </a:lnTo>
                  <a:lnTo>
                    <a:pt x="1700" y="11634"/>
                  </a:lnTo>
                  <a:lnTo>
                    <a:pt x="480" y="3467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h530"/>
            <p:cNvSpPr/>
            <p:nvPr/>
          </p:nvSpPr>
          <p:spPr>
            <a:xfrm>
              <a:off x="2398118" y="3100186"/>
              <a:ext cx="29097" cy="36370"/>
            </a:xfrm>
            <a:custGeom>
              <a:avLst/>
              <a:pathLst>
                <a:path w="29097" h="36370">
                  <a:moveTo>
                    <a:pt x="17879" y="0"/>
                  </a:moveTo>
                  <a:lnTo>
                    <a:pt x="22525" y="1520"/>
                  </a:lnTo>
                  <a:lnTo>
                    <a:pt x="22306" y="3603"/>
                  </a:lnTo>
                  <a:lnTo>
                    <a:pt x="17022" y="3867"/>
                  </a:lnTo>
                  <a:lnTo>
                    <a:pt x="11051" y="5372"/>
                  </a:lnTo>
                  <a:lnTo>
                    <a:pt x="12740" y="8564"/>
                  </a:lnTo>
                  <a:lnTo>
                    <a:pt x="14204" y="9273"/>
                  </a:lnTo>
                  <a:lnTo>
                    <a:pt x="21920" y="7359"/>
                  </a:lnTo>
                  <a:lnTo>
                    <a:pt x="23796" y="3837"/>
                  </a:lnTo>
                  <a:lnTo>
                    <a:pt x="25250" y="4209"/>
                  </a:lnTo>
                  <a:lnTo>
                    <a:pt x="26815" y="3066"/>
                  </a:lnTo>
                  <a:lnTo>
                    <a:pt x="29097" y="4576"/>
                  </a:lnTo>
                  <a:lnTo>
                    <a:pt x="27931" y="22359"/>
                  </a:lnTo>
                  <a:lnTo>
                    <a:pt x="26422" y="27797"/>
                  </a:lnTo>
                  <a:lnTo>
                    <a:pt x="27077" y="30650"/>
                  </a:lnTo>
                  <a:lnTo>
                    <a:pt x="26634" y="32209"/>
                  </a:lnTo>
                  <a:lnTo>
                    <a:pt x="24013" y="36370"/>
                  </a:lnTo>
                  <a:lnTo>
                    <a:pt x="21107" y="36000"/>
                  </a:lnTo>
                  <a:lnTo>
                    <a:pt x="15935" y="33967"/>
                  </a:lnTo>
                  <a:lnTo>
                    <a:pt x="13215" y="34960"/>
                  </a:lnTo>
                  <a:lnTo>
                    <a:pt x="7397" y="33580"/>
                  </a:lnTo>
                  <a:lnTo>
                    <a:pt x="7234" y="32489"/>
                  </a:lnTo>
                  <a:lnTo>
                    <a:pt x="8688" y="30744"/>
                  </a:lnTo>
                  <a:lnTo>
                    <a:pt x="10505" y="31844"/>
                  </a:lnTo>
                  <a:lnTo>
                    <a:pt x="10897" y="31231"/>
                  </a:lnTo>
                  <a:lnTo>
                    <a:pt x="10623" y="25307"/>
                  </a:lnTo>
                  <a:lnTo>
                    <a:pt x="9305" y="24424"/>
                  </a:lnTo>
                  <a:lnTo>
                    <a:pt x="7557" y="24828"/>
                  </a:lnTo>
                  <a:lnTo>
                    <a:pt x="6432" y="26939"/>
                  </a:lnTo>
                  <a:lnTo>
                    <a:pt x="7444" y="28188"/>
                  </a:lnTo>
                  <a:lnTo>
                    <a:pt x="8319" y="27350"/>
                  </a:lnTo>
                  <a:lnTo>
                    <a:pt x="9016" y="28553"/>
                  </a:lnTo>
                  <a:lnTo>
                    <a:pt x="8787" y="29641"/>
                  </a:lnTo>
                  <a:lnTo>
                    <a:pt x="5848" y="30942"/>
                  </a:lnTo>
                  <a:lnTo>
                    <a:pt x="3399" y="29692"/>
                  </a:lnTo>
                  <a:lnTo>
                    <a:pt x="1525" y="26821"/>
                  </a:lnTo>
                  <a:lnTo>
                    <a:pt x="699" y="25052"/>
                  </a:lnTo>
                  <a:lnTo>
                    <a:pt x="1326" y="21138"/>
                  </a:lnTo>
                  <a:lnTo>
                    <a:pt x="388" y="20111"/>
                  </a:lnTo>
                  <a:lnTo>
                    <a:pt x="0" y="16205"/>
                  </a:lnTo>
                  <a:lnTo>
                    <a:pt x="3338" y="13661"/>
                  </a:lnTo>
                  <a:lnTo>
                    <a:pt x="1819" y="5254"/>
                  </a:lnTo>
                  <a:lnTo>
                    <a:pt x="2339" y="4869"/>
                  </a:lnTo>
                  <a:lnTo>
                    <a:pt x="9525" y="205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h531"/>
            <p:cNvSpPr/>
            <p:nvPr/>
          </p:nvSpPr>
          <p:spPr>
            <a:xfrm>
              <a:off x="2517816" y="3167336"/>
              <a:ext cx="35737" cy="44435"/>
            </a:xfrm>
            <a:custGeom>
              <a:avLst/>
              <a:pathLst>
                <a:path w="35737" h="44435">
                  <a:moveTo>
                    <a:pt x="35737" y="660"/>
                  </a:moveTo>
                  <a:lnTo>
                    <a:pt x="35383" y="8108"/>
                  </a:lnTo>
                  <a:lnTo>
                    <a:pt x="30896" y="10311"/>
                  </a:lnTo>
                  <a:lnTo>
                    <a:pt x="32025" y="15380"/>
                  </a:lnTo>
                  <a:lnTo>
                    <a:pt x="27507" y="19945"/>
                  </a:lnTo>
                  <a:lnTo>
                    <a:pt x="32801" y="21511"/>
                  </a:lnTo>
                  <a:lnTo>
                    <a:pt x="33319" y="26809"/>
                  </a:lnTo>
                  <a:lnTo>
                    <a:pt x="30224" y="30102"/>
                  </a:lnTo>
                  <a:lnTo>
                    <a:pt x="26196" y="32929"/>
                  </a:lnTo>
                  <a:lnTo>
                    <a:pt x="24286" y="33459"/>
                  </a:lnTo>
                  <a:lnTo>
                    <a:pt x="22626" y="36729"/>
                  </a:lnTo>
                  <a:lnTo>
                    <a:pt x="19298" y="38572"/>
                  </a:lnTo>
                  <a:lnTo>
                    <a:pt x="17425" y="44435"/>
                  </a:lnTo>
                  <a:lnTo>
                    <a:pt x="12578" y="44412"/>
                  </a:lnTo>
                  <a:lnTo>
                    <a:pt x="9713" y="43463"/>
                  </a:lnTo>
                  <a:lnTo>
                    <a:pt x="11297" y="39259"/>
                  </a:lnTo>
                  <a:lnTo>
                    <a:pt x="13731" y="37205"/>
                  </a:lnTo>
                  <a:lnTo>
                    <a:pt x="14288" y="35305"/>
                  </a:lnTo>
                  <a:lnTo>
                    <a:pt x="14794" y="33092"/>
                  </a:lnTo>
                  <a:lnTo>
                    <a:pt x="14695" y="31148"/>
                  </a:lnTo>
                  <a:lnTo>
                    <a:pt x="18692" y="28885"/>
                  </a:lnTo>
                  <a:lnTo>
                    <a:pt x="20503" y="26902"/>
                  </a:lnTo>
                  <a:lnTo>
                    <a:pt x="21871" y="22331"/>
                  </a:lnTo>
                  <a:lnTo>
                    <a:pt x="19222" y="19571"/>
                  </a:lnTo>
                  <a:lnTo>
                    <a:pt x="13109" y="15688"/>
                  </a:lnTo>
                  <a:lnTo>
                    <a:pt x="9850" y="14591"/>
                  </a:lnTo>
                  <a:lnTo>
                    <a:pt x="5481" y="8117"/>
                  </a:lnTo>
                  <a:lnTo>
                    <a:pt x="3620" y="7751"/>
                  </a:lnTo>
                  <a:lnTo>
                    <a:pt x="1751" y="9109"/>
                  </a:lnTo>
                  <a:lnTo>
                    <a:pt x="0" y="8880"/>
                  </a:lnTo>
                  <a:lnTo>
                    <a:pt x="350" y="4553"/>
                  </a:lnTo>
                  <a:lnTo>
                    <a:pt x="2695" y="1415"/>
                  </a:lnTo>
                  <a:lnTo>
                    <a:pt x="4472" y="719"/>
                  </a:lnTo>
                  <a:lnTo>
                    <a:pt x="11149" y="1748"/>
                  </a:lnTo>
                  <a:lnTo>
                    <a:pt x="24654" y="6652"/>
                  </a:lnTo>
                  <a:lnTo>
                    <a:pt x="28479" y="5286"/>
                  </a:lnTo>
                  <a:lnTo>
                    <a:pt x="3252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h532"/>
            <p:cNvSpPr/>
            <p:nvPr/>
          </p:nvSpPr>
          <p:spPr>
            <a:xfrm>
              <a:off x="2350859" y="3182036"/>
              <a:ext cx="49394" cy="60045"/>
            </a:xfrm>
            <a:custGeom>
              <a:avLst/>
              <a:pathLst>
                <a:path w="49394" h="60045">
                  <a:moveTo>
                    <a:pt x="15761" y="1691"/>
                  </a:moveTo>
                  <a:lnTo>
                    <a:pt x="30339" y="6541"/>
                  </a:lnTo>
                  <a:lnTo>
                    <a:pt x="33915" y="8454"/>
                  </a:lnTo>
                  <a:lnTo>
                    <a:pt x="39323" y="7701"/>
                  </a:lnTo>
                  <a:lnTo>
                    <a:pt x="40860" y="10391"/>
                  </a:lnTo>
                  <a:lnTo>
                    <a:pt x="46014" y="12239"/>
                  </a:lnTo>
                  <a:lnTo>
                    <a:pt x="43541" y="18722"/>
                  </a:lnTo>
                  <a:lnTo>
                    <a:pt x="49394" y="24279"/>
                  </a:lnTo>
                  <a:lnTo>
                    <a:pt x="37158" y="31041"/>
                  </a:lnTo>
                  <a:lnTo>
                    <a:pt x="36642" y="40286"/>
                  </a:lnTo>
                  <a:lnTo>
                    <a:pt x="33208" y="45291"/>
                  </a:lnTo>
                  <a:lnTo>
                    <a:pt x="36586" y="47462"/>
                  </a:lnTo>
                  <a:lnTo>
                    <a:pt x="33619" y="48873"/>
                  </a:lnTo>
                  <a:lnTo>
                    <a:pt x="30077" y="49037"/>
                  </a:lnTo>
                  <a:lnTo>
                    <a:pt x="27064" y="55919"/>
                  </a:lnTo>
                  <a:lnTo>
                    <a:pt x="27568" y="59503"/>
                  </a:lnTo>
                  <a:lnTo>
                    <a:pt x="26441" y="60045"/>
                  </a:lnTo>
                  <a:lnTo>
                    <a:pt x="21308" y="58569"/>
                  </a:lnTo>
                  <a:lnTo>
                    <a:pt x="18374" y="55822"/>
                  </a:lnTo>
                  <a:lnTo>
                    <a:pt x="18230" y="51637"/>
                  </a:lnTo>
                  <a:lnTo>
                    <a:pt x="15935" y="50474"/>
                  </a:lnTo>
                  <a:lnTo>
                    <a:pt x="10906" y="48960"/>
                  </a:lnTo>
                  <a:lnTo>
                    <a:pt x="5244" y="45818"/>
                  </a:lnTo>
                  <a:lnTo>
                    <a:pt x="3335" y="48179"/>
                  </a:lnTo>
                  <a:lnTo>
                    <a:pt x="0" y="48078"/>
                  </a:lnTo>
                  <a:lnTo>
                    <a:pt x="294" y="47005"/>
                  </a:lnTo>
                  <a:lnTo>
                    <a:pt x="2394" y="40566"/>
                  </a:lnTo>
                  <a:lnTo>
                    <a:pt x="2260" y="39130"/>
                  </a:lnTo>
                  <a:lnTo>
                    <a:pt x="4797" y="36704"/>
                  </a:lnTo>
                  <a:lnTo>
                    <a:pt x="5896" y="33180"/>
                  </a:lnTo>
                  <a:lnTo>
                    <a:pt x="5559" y="30666"/>
                  </a:lnTo>
                  <a:lnTo>
                    <a:pt x="4079" y="28017"/>
                  </a:lnTo>
                  <a:lnTo>
                    <a:pt x="6306" y="21488"/>
                  </a:lnTo>
                  <a:lnTo>
                    <a:pt x="9071" y="17770"/>
                  </a:lnTo>
                  <a:lnTo>
                    <a:pt x="8974" y="17064"/>
                  </a:lnTo>
                  <a:lnTo>
                    <a:pt x="5380" y="16725"/>
                  </a:lnTo>
                  <a:lnTo>
                    <a:pt x="4856" y="9566"/>
                  </a:lnTo>
                  <a:lnTo>
                    <a:pt x="8206" y="7752"/>
                  </a:lnTo>
                  <a:lnTo>
                    <a:pt x="6057" y="3765"/>
                  </a:lnTo>
                  <a:lnTo>
                    <a:pt x="7684" y="1385"/>
                  </a:lnTo>
                  <a:lnTo>
                    <a:pt x="7423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h533"/>
            <p:cNvSpPr/>
            <p:nvPr/>
          </p:nvSpPr>
          <p:spPr>
            <a:xfrm>
              <a:off x="2387575" y="3124611"/>
              <a:ext cx="45891" cy="76563"/>
            </a:xfrm>
            <a:custGeom>
              <a:avLst/>
              <a:pathLst>
                <a:path w="45891" h="76563">
                  <a:moveTo>
                    <a:pt x="21167" y="883"/>
                  </a:moveTo>
                  <a:lnTo>
                    <a:pt x="21440" y="6807"/>
                  </a:lnTo>
                  <a:lnTo>
                    <a:pt x="21049" y="7419"/>
                  </a:lnTo>
                  <a:lnTo>
                    <a:pt x="19231" y="6319"/>
                  </a:lnTo>
                  <a:lnTo>
                    <a:pt x="17778" y="8064"/>
                  </a:lnTo>
                  <a:lnTo>
                    <a:pt x="17941" y="9156"/>
                  </a:lnTo>
                  <a:lnTo>
                    <a:pt x="23759" y="10535"/>
                  </a:lnTo>
                  <a:lnTo>
                    <a:pt x="26479" y="9543"/>
                  </a:lnTo>
                  <a:lnTo>
                    <a:pt x="31651" y="11576"/>
                  </a:lnTo>
                  <a:lnTo>
                    <a:pt x="34557" y="11945"/>
                  </a:lnTo>
                  <a:lnTo>
                    <a:pt x="37178" y="7784"/>
                  </a:lnTo>
                  <a:lnTo>
                    <a:pt x="38643" y="8032"/>
                  </a:lnTo>
                  <a:lnTo>
                    <a:pt x="39741" y="11724"/>
                  </a:lnTo>
                  <a:lnTo>
                    <a:pt x="41872" y="14776"/>
                  </a:lnTo>
                  <a:lnTo>
                    <a:pt x="44345" y="16645"/>
                  </a:lnTo>
                  <a:lnTo>
                    <a:pt x="45891" y="17574"/>
                  </a:lnTo>
                  <a:lnTo>
                    <a:pt x="44823" y="28206"/>
                  </a:lnTo>
                  <a:lnTo>
                    <a:pt x="40051" y="32233"/>
                  </a:lnTo>
                  <a:lnTo>
                    <a:pt x="35824" y="40822"/>
                  </a:lnTo>
                  <a:lnTo>
                    <a:pt x="32942" y="41515"/>
                  </a:lnTo>
                  <a:lnTo>
                    <a:pt x="29879" y="44784"/>
                  </a:lnTo>
                  <a:lnTo>
                    <a:pt x="31744" y="47010"/>
                  </a:lnTo>
                  <a:lnTo>
                    <a:pt x="32464" y="45886"/>
                  </a:lnTo>
                  <a:lnTo>
                    <a:pt x="34589" y="46106"/>
                  </a:lnTo>
                  <a:lnTo>
                    <a:pt x="34596" y="46787"/>
                  </a:lnTo>
                  <a:lnTo>
                    <a:pt x="29166" y="50036"/>
                  </a:lnTo>
                  <a:lnTo>
                    <a:pt x="30077" y="55161"/>
                  </a:lnTo>
                  <a:lnTo>
                    <a:pt x="31240" y="57158"/>
                  </a:lnTo>
                  <a:lnTo>
                    <a:pt x="33820" y="59235"/>
                  </a:lnTo>
                  <a:lnTo>
                    <a:pt x="36218" y="58836"/>
                  </a:lnTo>
                  <a:lnTo>
                    <a:pt x="37395" y="61614"/>
                  </a:lnTo>
                  <a:lnTo>
                    <a:pt x="37052" y="63477"/>
                  </a:lnTo>
                  <a:lnTo>
                    <a:pt x="32077" y="64111"/>
                  </a:lnTo>
                  <a:lnTo>
                    <a:pt x="27401" y="67377"/>
                  </a:lnTo>
                  <a:lnTo>
                    <a:pt x="22499" y="67587"/>
                  </a:lnTo>
                  <a:lnTo>
                    <a:pt x="18416" y="72261"/>
                  </a:lnTo>
                  <a:lnTo>
                    <a:pt x="17835" y="74972"/>
                  </a:lnTo>
                  <a:lnTo>
                    <a:pt x="19337" y="76103"/>
                  </a:lnTo>
                  <a:lnTo>
                    <a:pt x="16572" y="76563"/>
                  </a:lnTo>
                  <a:lnTo>
                    <a:pt x="14931" y="73618"/>
                  </a:lnTo>
                  <a:lnTo>
                    <a:pt x="11525" y="70084"/>
                  </a:lnTo>
                  <a:lnTo>
                    <a:pt x="9298" y="69664"/>
                  </a:lnTo>
                  <a:lnTo>
                    <a:pt x="4144" y="67817"/>
                  </a:lnTo>
                  <a:lnTo>
                    <a:pt x="2606" y="65127"/>
                  </a:lnTo>
                  <a:lnTo>
                    <a:pt x="123" y="61993"/>
                  </a:lnTo>
                  <a:lnTo>
                    <a:pt x="974" y="60038"/>
                  </a:lnTo>
                  <a:lnTo>
                    <a:pt x="0" y="52493"/>
                  </a:lnTo>
                  <a:lnTo>
                    <a:pt x="5479" y="50625"/>
                  </a:lnTo>
                  <a:lnTo>
                    <a:pt x="8273" y="53113"/>
                  </a:lnTo>
                  <a:lnTo>
                    <a:pt x="8798" y="49092"/>
                  </a:lnTo>
                  <a:lnTo>
                    <a:pt x="6786" y="44584"/>
                  </a:lnTo>
                  <a:lnTo>
                    <a:pt x="8026" y="35735"/>
                  </a:lnTo>
                  <a:lnTo>
                    <a:pt x="7878" y="31212"/>
                  </a:lnTo>
                  <a:lnTo>
                    <a:pt x="6098" y="27995"/>
                  </a:lnTo>
                  <a:lnTo>
                    <a:pt x="6133" y="26244"/>
                  </a:lnTo>
                  <a:lnTo>
                    <a:pt x="7083" y="24526"/>
                  </a:lnTo>
                  <a:lnTo>
                    <a:pt x="8185" y="24484"/>
                  </a:lnTo>
                  <a:lnTo>
                    <a:pt x="9378" y="23341"/>
                  </a:lnTo>
                  <a:lnTo>
                    <a:pt x="5860" y="18849"/>
                  </a:lnTo>
                  <a:lnTo>
                    <a:pt x="5028" y="8386"/>
                  </a:lnTo>
                  <a:lnTo>
                    <a:pt x="2967" y="4947"/>
                  </a:lnTo>
                  <a:lnTo>
                    <a:pt x="12069" y="2396"/>
                  </a:lnTo>
                  <a:lnTo>
                    <a:pt x="13943" y="5267"/>
                  </a:lnTo>
                  <a:lnTo>
                    <a:pt x="16392" y="6517"/>
                  </a:lnTo>
                  <a:lnTo>
                    <a:pt x="19331" y="5217"/>
                  </a:lnTo>
                  <a:lnTo>
                    <a:pt x="19560" y="4128"/>
                  </a:lnTo>
                  <a:lnTo>
                    <a:pt x="18863" y="2926"/>
                  </a:lnTo>
                  <a:lnTo>
                    <a:pt x="17988" y="3763"/>
                  </a:lnTo>
                  <a:lnTo>
                    <a:pt x="16976" y="2514"/>
                  </a:lnTo>
                  <a:lnTo>
                    <a:pt x="18100" y="403"/>
                  </a:lnTo>
                  <a:lnTo>
                    <a:pt x="1984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h534"/>
            <p:cNvSpPr/>
            <p:nvPr/>
          </p:nvSpPr>
          <p:spPr>
            <a:xfrm>
              <a:off x="2494278" y="3165242"/>
              <a:ext cx="45410" cy="46202"/>
            </a:xfrm>
            <a:custGeom>
              <a:avLst/>
              <a:pathLst>
                <a:path w="45410" h="46202">
                  <a:moveTo>
                    <a:pt x="20407" y="2228"/>
                  </a:moveTo>
                  <a:lnTo>
                    <a:pt x="22470" y="5865"/>
                  </a:lnTo>
                  <a:lnTo>
                    <a:pt x="23889" y="6647"/>
                  </a:lnTo>
                  <a:lnTo>
                    <a:pt x="23538" y="10974"/>
                  </a:lnTo>
                  <a:lnTo>
                    <a:pt x="25290" y="11203"/>
                  </a:lnTo>
                  <a:lnTo>
                    <a:pt x="27158" y="9845"/>
                  </a:lnTo>
                  <a:lnTo>
                    <a:pt x="29020" y="10211"/>
                  </a:lnTo>
                  <a:lnTo>
                    <a:pt x="33388" y="16684"/>
                  </a:lnTo>
                  <a:lnTo>
                    <a:pt x="36648" y="17782"/>
                  </a:lnTo>
                  <a:lnTo>
                    <a:pt x="42761" y="21665"/>
                  </a:lnTo>
                  <a:lnTo>
                    <a:pt x="45410" y="24425"/>
                  </a:lnTo>
                  <a:lnTo>
                    <a:pt x="44042" y="28996"/>
                  </a:lnTo>
                  <a:lnTo>
                    <a:pt x="42231" y="30979"/>
                  </a:lnTo>
                  <a:lnTo>
                    <a:pt x="38234" y="33242"/>
                  </a:lnTo>
                  <a:lnTo>
                    <a:pt x="39811" y="30133"/>
                  </a:lnTo>
                  <a:lnTo>
                    <a:pt x="39004" y="26882"/>
                  </a:lnTo>
                  <a:lnTo>
                    <a:pt x="33210" y="20356"/>
                  </a:lnTo>
                  <a:lnTo>
                    <a:pt x="30748" y="20197"/>
                  </a:lnTo>
                  <a:lnTo>
                    <a:pt x="27981" y="24157"/>
                  </a:lnTo>
                  <a:lnTo>
                    <a:pt x="26479" y="32339"/>
                  </a:lnTo>
                  <a:lnTo>
                    <a:pt x="27116" y="34531"/>
                  </a:lnTo>
                  <a:lnTo>
                    <a:pt x="30671" y="33596"/>
                  </a:lnTo>
                  <a:lnTo>
                    <a:pt x="33160" y="34579"/>
                  </a:lnTo>
                  <a:lnTo>
                    <a:pt x="36296" y="37825"/>
                  </a:lnTo>
                  <a:lnTo>
                    <a:pt x="37827" y="37399"/>
                  </a:lnTo>
                  <a:lnTo>
                    <a:pt x="37270" y="39299"/>
                  </a:lnTo>
                  <a:lnTo>
                    <a:pt x="34836" y="41353"/>
                  </a:lnTo>
                  <a:lnTo>
                    <a:pt x="33252" y="45557"/>
                  </a:lnTo>
                  <a:lnTo>
                    <a:pt x="32039" y="46202"/>
                  </a:lnTo>
                  <a:lnTo>
                    <a:pt x="27557" y="41263"/>
                  </a:lnTo>
                  <a:lnTo>
                    <a:pt x="25511" y="36610"/>
                  </a:lnTo>
                  <a:lnTo>
                    <a:pt x="26120" y="35881"/>
                  </a:lnTo>
                  <a:lnTo>
                    <a:pt x="23755" y="31428"/>
                  </a:lnTo>
                  <a:lnTo>
                    <a:pt x="17027" y="29606"/>
                  </a:lnTo>
                  <a:lnTo>
                    <a:pt x="12548" y="29446"/>
                  </a:lnTo>
                  <a:lnTo>
                    <a:pt x="8703" y="28478"/>
                  </a:lnTo>
                  <a:lnTo>
                    <a:pt x="6897" y="26685"/>
                  </a:lnTo>
                  <a:lnTo>
                    <a:pt x="6706" y="24049"/>
                  </a:lnTo>
                  <a:lnTo>
                    <a:pt x="4764" y="22721"/>
                  </a:lnTo>
                  <a:lnTo>
                    <a:pt x="2770" y="22298"/>
                  </a:lnTo>
                  <a:lnTo>
                    <a:pt x="0" y="24008"/>
                  </a:lnTo>
                  <a:lnTo>
                    <a:pt x="331" y="19603"/>
                  </a:lnTo>
                  <a:lnTo>
                    <a:pt x="1698" y="13763"/>
                  </a:lnTo>
                  <a:lnTo>
                    <a:pt x="1311" y="7566"/>
                  </a:lnTo>
                  <a:lnTo>
                    <a:pt x="4" y="4266"/>
                  </a:lnTo>
                  <a:lnTo>
                    <a:pt x="7602" y="4007"/>
                  </a:lnTo>
                  <a:lnTo>
                    <a:pt x="9621" y="2568"/>
                  </a:lnTo>
                  <a:lnTo>
                    <a:pt x="16907" y="213"/>
                  </a:lnTo>
                  <a:lnTo>
                    <a:pt x="1758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h535"/>
            <p:cNvSpPr/>
            <p:nvPr/>
          </p:nvSpPr>
          <p:spPr>
            <a:xfrm>
              <a:off x="2405410" y="3176147"/>
              <a:ext cx="77068" cy="51585"/>
            </a:xfrm>
            <a:custGeom>
              <a:avLst/>
              <a:pathLst>
                <a:path w="77068" h="51585">
                  <a:moveTo>
                    <a:pt x="64224" y="0"/>
                  </a:moveTo>
                  <a:lnTo>
                    <a:pt x="67748" y="963"/>
                  </a:lnTo>
                  <a:lnTo>
                    <a:pt x="70944" y="4025"/>
                  </a:lnTo>
                  <a:lnTo>
                    <a:pt x="73789" y="8101"/>
                  </a:lnTo>
                  <a:lnTo>
                    <a:pt x="77068" y="10696"/>
                  </a:lnTo>
                  <a:lnTo>
                    <a:pt x="75044" y="12929"/>
                  </a:lnTo>
                  <a:lnTo>
                    <a:pt x="74679" y="14353"/>
                  </a:lnTo>
                  <a:lnTo>
                    <a:pt x="71926" y="14449"/>
                  </a:lnTo>
                  <a:lnTo>
                    <a:pt x="70581" y="24268"/>
                  </a:lnTo>
                  <a:lnTo>
                    <a:pt x="67457" y="31515"/>
                  </a:lnTo>
                  <a:lnTo>
                    <a:pt x="69082" y="41659"/>
                  </a:lnTo>
                  <a:lnTo>
                    <a:pt x="68087" y="41810"/>
                  </a:lnTo>
                  <a:lnTo>
                    <a:pt x="68794" y="46310"/>
                  </a:lnTo>
                  <a:lnTo>
                    <a:pt x="68300" y="47647"/>
                  </a:lnTo>
                  <a:lnTo>
                    <a:pt x="64616" y="48513"/>
                  </a:lnTo>
                  <a:lnTo>
                    <a:pt x="57658" y="47733"/>
                  </a:lnTo>
                  <a:lnTo>
                    <a:pt x="51913" y="45325"/>
                  </a:lnTo>
                  <a:lnTo>
                    <a:pt x="50141" y="46625"/>
                  </a:lnTo>
                  <a:lnTo>
                    <a:pt x="49256" y="48456"/>
                  </a:lnTo>
                  <a:lnTo>
                    <a:pt x="48572" y="49857"/>
                  </a:lnTo>
                  <a:lnTo>
                    <a:pt x="45973" y="48584"/>
                  </a:lnTo>
                  <a:lnTo>
                    <a:pt x="45108" y="46307"/>
                  </a:lnTo>
                  <a:lnTo>
                    <a:pt x="46059" y="45620"/>
                  </a:lnTo>
                  <a:lnTo>
                    <a:pt x="45219" y="44634"/>
                  </a:lnTo>
                  <a:lnTo>
                    <a:pt x="39664" y="45048"/>
                  </a:lnTo>
                  <a:lnTo>
                    <a:pt x="38748" y="51091"/>
                  </a:lnTo>
                  <a:lnTo>
                    <a:pt x="29695" y="51585"/>
                  </a:lnTo>
                  <a:lnTo>
                    <a:pt x="24045" y="43116"/>
                  </a:lnTo>
                  <a:lnTo>
                    <a:pt x="26248" y="39256"/>
                  </a:lnTo>
                  <a:lnTo>
                    <a:pt x="23717" y="38972"/>
                  </a:lnTo>
                  <a:lnTo>
                    <a:pt x="17288" y="40957"/>
                  </a:lnTo>
                  <a:lnTo>
                    <a:pt x="16255" y="42511"/>
                  </a:lnTo>
                  <a:lnTo>
                    <a:pt x="12513" y="41291"/>
                  </a:lnTo>
                  <a:lnTo>
                    <a:pt x="9087" y="35514"/>
                  </a:lnTo>
                  <a:lnTo>
                    <a:pt x="2739" y="27735"/>
                  </a:lnTo>
                  <a:lnTo>
                    <a:pt x="1502" y="24566"/>
                  </a:lnTo>
                  <a:lnTo>
                    <a:pt x="0" y="23435"/>
                  </a:lnTo>
                  <a:lnTo>
                    <a:pt x="581" y="20724"/>
                  </a:lnTo>
                  <a:lnTo>
                    <a:pt x="4663" y="16050"/>
                  </a:lnTo>
                  <a:lnTo>
                    <a:pt x="9565" y="15840"/>
                  </a:lnTo>
                  <a:lnTo>
                    <a:pt x="14241" y="12574"/>
                  </a:lnTo>
                  <a:lnTo>
                    <a:pt x="19216" y="11940"/>
                  </a:lnTo>
                  <a:lnTo>
                    <a:pt x="19560" y="10078"/>
                  </a:lnTo>
                  <a:lnTo>
                    <a:pt x="18383" y="7299"/>
                  </a:lnTo>
                  <a:lnTo>
                    <a:pt x="22643" y="6488"/>
                  </a:lnTo>
                  <a:lnTo>
                    <a:pt x="23201" y="9159"/>
                  </a:lnTo>
                  <a:lnTo>
                    <a:pt x="22393" y="11728"/>
                  </a:lnTo>
                  <a:lnTo>
                    <a:pt x="24377" y="14173"/>
                  </a:lnTo>
                  <a:lnTo>
                    <a:pt x="28204" y="15005"/>
                  </a:lnTo>
                  <a:lnTo>
                    <a:pt x="33961" y="12586"/>
                  </a:lnTo>
                  <a:lnTo>
                    <a:pt x="35678" y="10223"/>
                  </a:lnTo>
                  <a:lnTo>
                    <a:pt x="36889" y="5717"/>
                  </a:lnTo>
                  <a:lnTo>
                    <a:pt x="47676" y="1862"/>
                  </a:lnTo>
                  <a:lnTo>
                    <a:pt x="48696" y="47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h536"/>
            <p:cNvSpPr/>
            <p:nvPr/>
          </p:nvSpPr>
          <p:spPr>
            <a:xfrm>
              <a:off x="2587499" y="3179138"/>
              <a:ext cx="31900" cy="45658"/>
            </a:xfrm>
            <a:custGeom>
              <a:avLst/>
              <a:pathLst>
                <a:path w="31900" h="45658">
                  <a:moveTo>
                    <a:pt x="7951" y="3857"/>
                  </a:moveTo>
                  <a:lnTo>
                    <a:pt x="12369" y="5871"/>
                  </a:lnTo>
                  <a:lnTo>
                    <a:pt x="15870" y="3823"/>
                  </a:lnTo>
                  <a:lnTo>
                    <a:pt x="17208" y="5294"/>
                  </a:lnTo>
                  <a:lnTo>
                    <a:pt x="18262" y="8778"/>
                  </a:lnTo>
                  <a:lnTo>
                    <a:pt x="15930" y="9496"/>
                  </a:lnTo>
                  <a:lnTo>
                    <a:pt x="15581" y="11378"/>
                  </a:lnTo>
                  <a:lnTo>
                    <a:pt x="19317" y="18691"/>
                  </a:lnTo>
                  <a:lnTo>
                    <a:pt x="21530" y="26437"/>
                  </a:lnTo>
                  <a:lnTo>
                    <a:pt x="19534" y="26667"/>
                  </a:lnTo>
                  <a:lnTo>
                    <a:pt x="18117" y="29707"/>
                  </a:lnTo>
                  <a:lnTo>
                    <a:pt x="17644" y="33012"/>
                  </a:lnTo>
                  <a:lnTo>
                    <a:pt x="20091" y="36362"/>
                  </a:lnTo>
                  <a:lnTo>
                    <a:pt x="21684" y="37285"/>
                  </a:lnTo>
                  <a:lnTo>
                    <a:pt x="22943" y="35835"/>
                  </a:lnTo>
                  <a:lnTo>
                    <a:pt x="26627" y="35691"/>
                  </a:lnTo>
                  <a:lnTo>
                    <a:pt x="28822" y="36660"/>
                  </a:lnTo>
                  <a:lnTo>
                    <a:pt x="31550" y="39649"/>
                  </a:lnTo>
                  <a:lnTo>
                    <a:pt x="31900" y="41111"/>
                  </a:lnTo>
                  <a:lnTo>
                    <a:pt x="29973" y="43208"/>
                  </a:lnTo>
                  <a:lnTo>
                    <a:pt x="27778" y="41393"/>
                  </a:lnTo>
                  <a:lnTo>
                    <a:pt x="26041" y="42529"/>
                  </a:lnTo>
                  <a:lnTo>
                    <a:pt x="24068" y="45406"/>
                  </a:lnTo>
                  <a:lnTo>
                    <a:pt x="23155" y="45658"/>
                  </a:lnTo>
                  <a:lnTo>
                    <a:pt x="22233" y="40528"/>
                  </a:lnTo>
                  <a:lnTo>
                    <a:pt x="14159" y="37053"/>
                  </a:lnTo>
                  <a:lnTo>
                    <a:pt x="14273" y="33694"/>
                  </a:lnTo>
                  <a:lnTo>
                    <a:pt x="9141" y="32727"/>
                  </a:lnTo>
                  <a:lnTo>
                    <a:pt x="8773" y="30638"/>
                  </a:lnTo>
                  <a:lnTo>
                    <a:pt x="9617" y="28959"/>
                  </a:lnTo>
                  <a:lnTo>
                    <a:pt x="6776" y="28059"/>
                  </a:lnTo>
                  <a:lnTo>
                    <a:pt x="4476" y="28199"/>
                  </a:lnTo>
                  <a:lnTo>
                    <a:pt x="0" y="22491"/>
                  </a:lnTo>
                  <a:lnTo>
                    <a:pt x="1819" y="21267"/>
                  </a:lnTo>
                  <a:lnTo>
                    <a:pt x="713" y="19800"/>
                  </a:lnTo>
                  <a:lnTo>
                    <a:pt x="1021" y="11962"/>
                  </a:lnTo>
                  <a:lnTo>
                    <a:pt x="2860" y="11794"/>
                  </a:lnTo>
                  <a:lnTo>
                    <a:pt x="3354" y="10793"/>
                  </a:lnTo>
                  <a:lnTo>
                    <a:pt x="1741" y="2878"/>
                  </a:lnTo>
                  <a:lnTo>
                    <a:pt x="3018" y="0"/>
                  </a:lnTo>
                  <a:lnTo>
                    <a:pt x="4755" y="7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h537"/>
            <p:cNvSpPr/>
            <p:nvPr/>
          </p:nvSpPr>
          <p:spPr>
            <a:xfrm>
              <a:off x="2161990" y="3101335"/>
              <a:ext cx="78844" cy="57068"/>
            </a:xfrm>
            <a:custGeom>
              <a:avLst/>
              <a:pathLst>
                <a:path w="78844" h="57068">
                  <a:moveTo>
                    <a:pt x="41543" y="2539"/>
                  </a:moveTo>
                  <a:lnTo>
                    <a:pt x="41754" y="4429"/>
                  </a:lnTo>
                  <a:lnTo>
                    <a:pt x="41082" y="5389"/>
                  </a:lnTo>
                  <a:lnTo>
                    <a:pt x="34766" y="8427"/>
                  </a:lnTo>
                  <a:lnTo>
                    <a:pt x="32284" y="10931"/>
                  </a:lnTo>
                  <a:lnTo>
                    <a:pt x="34281" y="13934"/>
                  </a:lnTo>
                  <a:lnTo>
                    <a:pt x="37542" y="15064"/>
                  </a:lnTo>
                  <a:lnTo>
                    <a:pt x="42591" y="19102"/>
                  </a:lnTo>
                  <a:lnTo>
                    <a:pt x="46443" y="20663"/>
                  </a:lnTo>
                  <a:lnTo>
                    <a:pt x="47000" y="18640"/>
                  </a:lnTo>
                  <a:lnTo>
                    <a:pt x="54620" y="22208"/>
                  </a:lnTo>
                  <a:lnTo>
                    <a:pt x="63646" y="28499"/>
                  </a:lnTo>
                  <a:lnTo>
                    <a:pt x="72020" y="28224"/>
                  </a:lnTo>
                  <a:lnTo>
                    <a:pt x="75902" y="30838"/>
                  </a:lnTo>
                  <a:lnTo>
                    <a:pt x="78844" y="31735"/>
                  </a:lnTo>
                  <a:lnTo>
                    <a:pt x="78159" y="39335"/>
                  </a:lnTo>
                  <a:lnTo>
                    <a:pt x="76820" y="40755"/>
                  </a:lnTo>
                  <a:lnTo>
                    <a:pt x="71783" y="40564"/>
                  </a:lnTo>
                  <a:lnTo>
                    <a:pt x="72091" y="46561"/>
                  </a:lnTo>
                  <a:lnTo>
                    <a:pt x="73125" y="48619"/>
                  </a:lnTo>
                  <a:lnTo>
                    <a:pt x="74819" y="48049"/>
                  </a:lnTo>
                  <a:lnTo>
                    <a:pt x="76876" y="48938"/>
                  </a:lnTo>
                  <a:lnTo>
                    <a:pt x="74952" y="51169"/>
                  </a:lnTo>
                  <a:lnTo>
                    <a:pt x="69359" y="49674"/>
                  </a:lnTo>
                  <a:lnTo>
                    <a:pt x="60259" y="50154"/>
                  </a:lnTo>
                  <a:lnTo>
                    <a:pt x="62286" y="51597"/>
                  </a:lnTo>
                  <a:lnTo>
                    <a:pt x="57565" y="55764"/>
                  </a:lnTo>
                  <a:lnTo>
                    <a:pt x="54078" y="57068"/>
                  </a:lnTo>
                  <a:lnTo>
                    <a:pt x="53586" y="56646"/>
                  </a:lnTo>
                  <a:lnTo>
                    <a:pt x="50119" y="53681"/>
                  </a:lnTo>
                  <a:lnTo>
                    <a:pt x="47345" y="48130"/>
                  </a:lnTo>
                  <a:lnTo>
                    <a:pt x="43546" y="43674"/>
                  </a:lnTo>
                  <a:lnTo>
                    <a:pt x="25665" y="33788"/>
                  </a:lnTo>
                  <a:lnTo>
                    <a:pt x="18569" y="31388"/>
                  </a:lnTo>
                  <a:lnTo>
                    <a:pt x="13444" y="31081"/>
                  </a:lnTo>
                  <a:lnTo>
                    <a:pt x="9462" y="31822"/>
                  </a:lnTo>
                  <a:lnTo>
                    <a:pt x="5416" y="36782"/>
                  </a:lnTo>
                  <a:lnTo>
                    <a:pt x="5336" y="33243"/>
                  </a:lnTo>
                  <a:lnTo>
                    <a:pt x="1259" y="30857"/>
                  </a:lnTo>
                  <a:lnTo>
                    <a:pt x="431" y="29665"/>
                  </a:lnTo>
                  <a:lnTo>
                    <a:pt x="0" y="26469"/>
                  </a:lnTo>
                  <a:lnTo>
                    <a:pt x="738" y="15607"/>
                  </a:lnTo>
                  <a:lnTo>
                    <a:pt x="2591" y="10034"/>
                  </a:lnTo>
                  <a:lnTo>
                    <a:pt x="4802" y="7303"/>
                  </a:lnTo>
                  <a:lnTo>
                    <a:pt x="6092" y="7088"/>
                  </a:lnTo>
                  <a:lnTo>
                    <a:pt x="14506" y="6344"/>
                  </a:lnTo>
                  <a:lnTo>
                    <a:pt x="24043" y="4333"/>
                  </a:lnTo>
                  <a:lnTo>
                    <a:pt x="26676" y="2446"/>
                  </a:lnTo>
                  <a:lnTo>
                    <a:pt x="29259" y="1993"/>
                  </a:lnTo>
                  <a:lnTo>
                    <a:pt x="31925" y="52"/>
                  </a:lnTo>
                  <a:lnTo>
                    <a:pt x="3409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h538"/>
            <p:cNvSpPr/>
            <p:nvPr/>
          </p:nvSpPr>
          <p:spPr>
            <a:xfrm>
              <a:off x="2454667" y="3217653"/>
              <a:ext cx="37132" cy="27743"/>
            </a:xfrm>
            <a:custGeom>
              <a:avLst/>
              <a:pathLst>
                <a:path w="37132" h="27743">
                  <a:moveTo>
                    <a:pt x="23088" y="814"/>
                  </a:moveTo>
                  <a:lnTo>
                    <a:pt x="28370" y="6448"/>
                  </a:lnTo>
                  <a:lnTo>
                    <a:pt x="34253" y="10435"/>
                  </a:lnTo>
                  <a:lnTo>
                    <a:pt x="36112" y="10148"/>
                  </a:lnTo>
                  <a:lnTo>
                    <a:pt x="36892" y="10689"/>
                  </a:lnTo>
                  <a:lnTo>
                    <a:pt x="35831" y="11395"/>
                  </a:lnTo>
                  <a:lnTo>
                    <a:pt x="37132" y="19818"/>
                  </a:lnTo>
                  <a:lnTo>
                    <a:pt x="34763" y="20593"/>
                  </a:lnTo>
                  <a:lnTo>
                    <a:pt x="30306" y="17298"/>
                  </a:lnTo>
                  <a:lnTo>
                    <a:pt x="20737" y="14486"/>
                  </a:lnTo>
                  <a:lnTo>
                    <a:pt x="18793" y="14772"/>
                  </a:lnTo>
                  <a:lnTo>
                    <a:pt x="20932" y="22326"/>
                  </a:lnTo>
                  <a:lnTo>
                    <a:pt x="16050" y="26481"/>
                  </a:lnTo>
                  <a:lnTo>
                    <a:pt x="11572" y="27743"/>
                  </a:lnTo>
                  <a:lnTo>
                    <a:pt x="9168" y="27405"/>
                  </a:lnTo>
                  <a:lnTo>
                    <a:pt x="7746" y="24637"/>
                  </a:lnTo>
                  <a:lnTo>
                    <a:pt x="10780" y="22808"/>
                  </a:lnTo>
                  <a:lnTo>
                    <a:pt x="8913" y="15018"/>
                  </a:lnTo>
                  <a:lnTo>
                    <a:pt x="1107" y="10499"/>
                  </a:lnTo>
                  <a:lnTo>
                    <a:pt x="0" y="6950"/>
                  </a:lnTo>
                  <a:lnTo>
                    <a:pt x="885" y="5119"/>
                  </a:lnTo>
                  <a:lnTo>
                    <a:pt x="2656" y="3819"/>
                  </a:lnTo>
                  <a:lnTo>
                    <a:pt x="8402" y="6228"/>
                  </a:lnTo>
                  <a:lnTo>
                    <a:pt x="15359" y="7008"/>
                  </a:lnTo>
                  <a:lnTo>
                    <a:pt x="19043" y="6142"/>
                  </a:lnTo>
                  <a:lnTo>
                    <a:pt x="19537" y="4805"/>
                  </a:lnTo>
                  <a:lnTo>
                    <a:pt x="18830" y="305"/>
                  </a:lnTo>
                  <a:lnTo>
                    <a:pt x="19826" y="154"/>
                  </a:lnTo>
                  <a:lnTo>
                    <a:pt x="215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h539"/>
            <p:cNvSpPr/>
            <p:nvPr/>
          </p:nvSpPr>
          <p:spPr>
            <a:xfrm>
              <a:off x="2222004" y="3169189"/>
              <a:ext cx="866" cy="733"/>
            </a:xfrm>
            <a:custGeom>
              <a:avLst/>
              <a:pathLst>
                <a:path w="866" h="733">
                  <a:moveTo>
                    <a:pt x="866" y="666"/>
                  </a:moveTo>
                  <a:lnTo>
                    <a:pt x="0" y="733"/>
                  </a:lnTo>
                  <a:lnTo>
                    <a:pt x="9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h540"/>
            <p:cNvSpPr/>
            <p:nvPr/>
          </p:nvSpPr>
          <p:spPr>
            <a:xfrm>
              <a:off x="2215576" y="3123481"/>
              <a:ext cx="58811" cy="60474"/>
            </a:xfrm>
            <a:custGeom>
              <a:avLst/>
              <a:pathLst>
                <a:path w="58811" h="60474">
                  <a:moveTo>
                    <a:pt x="54146" y="5205"/>
                  </a:moveTo>
                  <a:lnTo>
                    <a:pt x="56784" y="9439"/>
                  </a:lnTo>
                  <a:lnTo>
                    <a:pt x="56674" y="11340"/>
                  </a:lnTo>
                  <a:lnTo>
                    <a:pt x="58811" y="16901"/>
                  </a:lnTo>
                  <a:lnTo>
                    <a:pt x="55394" y="15341"/>
                  </a:lnTo>
                  <a:lnTo>
                    <a:pt x="56572" y="21828"/>
                  </a:lnTo>
                  <a:lnTo>
                    <a:pt x="55355" y="23198"/>
                  </a:lnTo>
                  <a:lnTo>
                    <a:pt x="56304" y="27167"/>
                  </a:lnTo>
                  <a:lnTo>
                    <a:pt x="55239" y="28974"/>
                  </a:lnTo>
                  <a:lnTo>
                    <a:pt x="53243" y="27778"/>
                  </a:lnTo>
                  <a:lnTo>
                    <a:pt x="51822" y="28353"/>
                  </a:lnTo>
                  <a:lnTo>
                    <a:pt x="50401" y="32042"/>
                  </a:lnTo>
                  <a:lnTo>
                    <a:pt x="51113" y="34098"/>
                  </a:lnTo>
                  <a:lnTo>
                    <a:pt x="49168" y="34435"/>
                  </a:lnTo>
                  <a:lnTo>
                    <a:pt x="45316" y="29887"/>
                  </a:lnTo>
                  <a:lnTo>
                    <a:pt x="44091" y="29470"/>
                  </a:lnTo>
                  <a:lnTo>
                    <a:pt x="43077" y="29776"/>
                  </a:lnTo>
                  <a:lnTo>
                    <a:pt x="38930" y="34231"/>
                  </a:lnTo>
                  <a:lnTo>
                    <a:pt x="38372" y="36825"/>
                  </a:lnTo>
                  <a:lnTo>
                    <a:pt x="39792" y="37462"/>
                  </a:lnTo>
                  <a:lnTo>
                    <a:pt x="40719" y="42418"/>
                  </a:lnTo>
                  <a:lnTo>
                    <a:pt x="40290" y="43353"/>
                  </a:lnTo>
                  <a:lnTo>
                    <a:pt x="35863" y="41049"/>
                  </a:lnTo>
                  <a:lnTo>
                    <a:pt x="34564" y="41309"/>
                  </a:lnTo>
                  <a:lnTo>
                    <a:pt x="39650" y="44710"/>
                  </a:lnTo>
                  <a:lnTo>
                    <a:pt x="39767" y="50857"/>
                  </a:lnTo>
                  <a:lnTo>
                    <a:pt x="38905" y="54889"/>
                  </a:lnTo>
                  <a:lnTo>
                    <a:pt x="37103" y="59124"/>
                  </a:lnTo>
                  <a:lnTo>
                    <a:pt x="31540" y="60474"/>
                  </a:lnTo>
                  <a:lnTo>
                    <a:pt x="29294" y="56977"/>
                  </a:lnTo>
                  <a:lnTo>
                    <a:pt x="23960" y="52651"/>
                  </a:lnTo>
                  <a:lnTo>
                    <a:pt x="16419" y="51234"/>
                  </a:lnTo>
                  <a:lnTo>
                    <a:pt x="8375" y="47218"/>
                  </a:lnTo>
                  <a:lnTo>
                    <a:pt x="7804" y="43111"/>
                  </a:lnTo>
                  <a:lnTo>
                    <a:pt x="5554" y="39224"/>
                  </a:lnTo>
                  <a:lnTo>
                    <a:pt x="425" y="35123"/>
                  </a:lnTo>
                  <a:lnTo>
                    <a:pt x="0" y="34500"/>
                  </a:lnTo>
                  <a:lnTo>
                    <a:pt x="492" y="34922"/>
                  </a:lnTo>
                  <a:lnTo>
                    <a:pt x="3979" y="33618"/>
                  </a:lnTo>
                  <a:lnTo>
                    <a:pt x="8700" y="29451"/>
                  </a:lnTo>
                  <a:lnTo>
                    <a:pt x="6672" y="28008"/>
                  </a:lnTo>
                  <a:lnTo>
                    <a:pt x="15773" y="27528"/>
                  </a:lnTo>
                  <a:lnTo>
                    <a:pt x="21366" y="29024"/>
                  </a:lnTo>
                  <a:lnTo>
                    <a:pt x="23290" y="26792"/>
                  </a:lnTo>
                  <a:lnTo>
                    <a:pt x="21233" y="25903"/>
                  </a:lnTo>
                  <a:lnTo>
                    <a:pt x="19539" y="26474"/>
                  </a:lnTo>
                  <a:lnTo>
                    <a:pt x="18505" y="24415"/>
                  </a:lnTo>
                  <a:lnTo>
                    <a:pt x="18197" y="18419"/>
                  </a:lnTo>
                  <a:lnTo>
                    <a:pt x="23234" y="18609"/>
                  </a:lnTo>
                  <a:lnTo>
                    <a:pt x="24573" y="17189"/>
                  </a:lnTo>
                  <a:lnTo>
                    <a:pt x="25257" y="9589"/>
                  </a:lnTo>
                  <a:lnTo>
                    <a:pt x="25662" y="8513"/>
                  </a:lnTo>
                  <a:lnTo>
                    <a:pt x="26309" y="8548"/>
                  </a:lnTo>
                  <a:lnTo>
                    <a:pt x="27426" y="10248"/>
                  </a:lnTo>
                  <a:lnTo>
                    <a:pt x="32965" y="8162"/>
                  </a:lnTo>
                  <a:lnTo>
                    <a:pt x="34326" y="3900"/>
                  </a:lnTo>
                  <a:lnTo>
                    <a:pt x="39522" y="0"/>
                  </a:lnTo>
                  <a:lnTo>
                    <a:pt x="46223" y="78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h541"/>
            <p:cNvSpPr/>
            <p:nvPr/>
          </p:nvSpPr>
          <p:spPr>
            <a:xfrm>
              <a:off x="2571332" y="3201630"/>
              <a:ext cx="46501" cy="57986"/>
            </a:xfrm>
            <a:custGeom>
              <a:avLst/>
              <a:pathLst>
                <a:path w="46501" h="57986">
                  <a:moveTo>
                    <a:pt x="20644" y="5707"/>
                  </a:moveTo>
                  <a:lnTo>
                    <a:pt x="22944" y="5567"/>
                  </a:lnTo>
                  <a:lnTo>
                    <a:pt x="25785" y="6467"/>
                  </a:lnTo>
                  <a:lnTo>
                    <a:pt x="24941" y="8146"/>
                  </a:lnTo>
                  <a:lnTo>
                    <a:pt x="25309" y="10235"/>
                  </a:lnTo>
                  <a:lnTo>
                    <a:pt x="30441" y="11202"/>
                  </a:lnTo>
                  <a:lnTo>
                    <a:pt x="30327" y="14561"/>
                  </a:lnTo>
                  <a:lnTo>
                    <a:pt x="38401" y="18036"/>
                  </a:lnTo>
                  <a:lnTo>
                    <a:pt x="39323" y="23166"/>
                  </a:lnTo>
                  <a:lnTo>
                    <a:pt x="40236" y="22914"/>
                  </a:lnTo>
                  <a:lnTo>
                    <a:pt x="42558" y="25755"/>
                  </a:lnTo>
                  <a:lnTo>
                    <a:pt x="39790" y="28381"/>
                  </a:lnTo>
                  <a:lnTo>
                    <a:pt x="40292" y="32929"/>
                  </a:lnTo>
                  <a:lnTo>
                    <a:pt x="46221" y="35018"/>
                  </a:lnTo>
                  <a:lnTo>
                    <a:pt x="46501" y="35751"/>
                  </a:lnTo>
                  <a:lnTo>
                    <a:pt x="46430" y="38053"/>
                  </a:lnTo>
                  <a:lnTo>
                    <a:pt x="45514" y="38615"/>
                  </a:lnTo>
                  <a:lnTo>
                    <a:pt x="40884" y="36989"/>
                  </a:lnTo>
                  <a:lnTo>
                    <a:pt x="43496" y="37149"/>
                  </a:lnTo>
                  <a:lnTo>
                    <a:pt x="43039" y="35567"/>
                  </a:lnTo>
                  <a:lnTo>
                    <a:pt x="38414" y="33395"/>
                  </a:lnTo>
                  <a:lnTo>
                    <a:pt x="37973" y="31182"/>
                  </a:lnTo>
                  <a:lnTo>
                    <a:pt x="35644" y="28784"/>
                  </a:lnTo>
                  <a:lnTo>
                    <a:pt x="33335" y="27150"/>
                  </a:lnTo>
                  <a:lnTo>
                    <a:pt x="26299" y="25435"/>
                  </a:lnTo>
                  <a:lnTo>
                    <a:pt x="23047" y="21797"/>
                  </a:lnTo>
                  <a:lnTo>
                    <a:pt x="22221" y="20689"/>
                  </a:lnTo>
                  <a:lnTo>
                    <a:pt x="22202" y="18631"/>
                  </a:lnTo>
                  <a:lnTo>
                    <a:pt x="25173" y="16199"/>
                  </a:lnTo>
                  <a:lnTo>
                    <a:pt x="16992" y="10525"/>
                  </a:lnTo>
                  <a:lnTo>
                    <a:pt x="15540" y="8536"/>
                  </a:lnTo>
                  <a:lnTo>
                    <a:pt x="9255" y="16392"/>
                  </a:lnTo>
                  <a:lnTo>
                    <a:pt x="11359" y="34120"/>
                  </a:lnTo>
                  <a:lnTo>
                    <a:pt x="10855" y="38183"/>
                  </a:lnTo>
                  <a:lnTo>
                    <a:pt x="15024" y="44846"/>
                  </a:lnTo>
                  <a:lnTo>
                    <a:pt x="18643" y="47713"/>
                  </a:lnTo>
                  <a:lnTo>
                    <a:pt x="24121" y="47857"/>
                  </a:lnTo>
                  <a:lnTo>
                    <a:pt x="25043" y="48765"/>
                  </a:lnTo>
                  <a:lnTo>
                    <a:pt x="25282" y="55684"/>
                  </a:lnTo>
                  <a:lnTo>
                    <a:pt x="22996" y="55810"/>
                  </a:lnTo>
                  <a:lnTo>
                    <a:pt x="22248" y="54617"/>
                  </a:lnTo>
                  <a:lnTo>
                    <a:pt x="20908" y="54855"/>
                  </a:lnTo>
                  <a:lnTo>
                    <a:pt x="19233" y="57986"/>
                  </a:lnTo>
                  <a:lnTo>
                    <a:pt x="18612" y="55070"/>
                  </a:lnTo>
                  <a:lnTo>
                    <a:pt x="11282" y="54015"/>
                  </a:lnTo>
                  <a:lnTo>
                    <a:pt x="6932" y="53949"/>
                  </a:lnTo>
                  <a:lnTo>
                    <a:pt x="7690" y="50463"/>
                  </a:lnTo>
                  <a:lnTo>
                    <a:pt x="10111" y="46400"/>
                  </a:lnTo>
                  <a:lnTo>
                    <a:pt x="12052" y="43556"/>
                  </a:lnTo>
                  <a:lnTo>
                    <a:pt x="7767" y="38113"/>
                  </a:lnTo>
                  <a:lnTo>
                    <a:pt x="5371" y="33336"/>
                  </a:lnTo>
                  <a:lnTo>
                    <a:pt x="4023" y="30554"/>
                  </a:lnTo>
                  <a:lnTo>
                    <a:pt x="4050" y="28389"/>
                  </a:lnTo>
                  <a:lnTo>
                    <a:pt x="0" y="23592"/>
                  </a:lnTo>
                  <a:lnTo>
                    <a:pt x="132" y="22513"/>
                  </a:lnTo>
                  <a:lnTo>
                    <a:pt x="1236" y="23046"/>
                  </a:lnTo>
                  <a:lnTo>
                    <a:pt x="3183" y="21592"/>
                  </a:lnTo>
                  <a:lnTo>
                    <a:pt x="8610" y="15551"/>
                  </a:lnTo>
                  <a:lnTo>
                    <a:pt x="9633" y="13591"/>
                  </a:lnTo>
                  <a:lnTo>
                    <a:pt x="8709" y="11174"/>
                  </a:lnTo>
                  <a:lnTo>
                    <a:pt x="9094" y="9252"/>
                  </a:lnTo>
                  <a:lnTo>
                    <a:pt x="11182" y="8319"/>
                  </a:lnTo>
                  <a:lnTo>
                    <a:pt x="12103" y="5919"/>
                  </a:lnTo>
                  <a:lnTo>
                    <a:pt x="11703" y="4092"/>
                  </a:lnTo>
                  <a:lnTo>
                    <a:pt x="12822" y="2948"/>
                  </a:lnTo>
                  <a:lnTo>
                    <a:pt x="13639" y="307"/>
                  </a:lnTo>
                  <a:lnTo>
                    <a:pt x="161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h542"/>
            <p:cNvSpPr/>
            <p:nvPr/>
          </p:nvSpPr>
          <p:spPr>
            <a:xfrm>
              <a:off x="2502277" y="3272014"/>
              <a:ext cx="21580" cy="23572"/>
            </a:xfrm>
            <a:custGeom>
              <a:avLst/>
              <a:pathLst>
                <a:path w="21580" h="23572">
                  <a:moveTo>
                    <a:pt x="6806" y="0"/>
                  </a:moveTo>
                  <a:lnTo>
                    <a:pt x="7211" y="931"/>
                  </a:lnTo>
                  <a:lnTo>
                    <a:pt x="11276" y="599"/>
                  </a:lnTo>
                  <a:lnTo>
                    <a:pt x="16392" y="1685"/>
                  </a:lnTo>
                  <a:lnTo>
                    <a:pt x="21580" y="7834"/>
                  </a:lnTo>
                  <a:lnTo>
                    <a:pt x="17005" y="12124"/>
                  </a:lnTo>
                  <a:lnTo>
                    <a:pt x="16580" y="13394"/>
                  </a:lnTo>
                  <a:lnTo>
                    <a:pt x="18187" y="18824"/>
                  </a:lnTo>
                  <a:lnTo>
                    <a:pt x="18624" y="18204"/>
                  </a:lnTo>
                  <a:lnTo>
                    <a:pt x="20482" y="19201"/>
                  </a:lnTo>
                  <a:lnTo>
                    <a:pt x="21266" y="22949"/>
                  </a:lnTo>
                  <a:lnTo>
                    <a:pt x="17616" y="23572"/>
                  </a:lnTo>
                  <a:lnTo>
                    <a:pt x="0" y="19067"/>
                  </a:lnTo>
                  <a:lnTo>
                    <a:pt x="1840" y="18385"/>
                  </a:lnTo>
                  <a:lnTo>
                    <a:pt x="2656" y="16231"/>
                  </a:lnTo>
                  <a:lnTo>
                    <a:pt x="3781" y="5726"/>
                  </a:lnTo>
                  <a:lnTo>
                    <a:pt x="3063" y="3038"/>
                  </a:lnTo>
                  <a:lnTo>
                    <a:pt x="3952" y="144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h543"/>
            <p:cNvSpPr/>
            <p:nvPr/>
          </p:nvSpPr>
          <p:spPr>
            <a:xfrm>
              <a:off x="2347293" y="3056179"/>
              <a:ext cx="30837" cy="37895"/>
            </a:xfrm>
            <a:custGeom>
              <a:avLst/>
              <a:pathLst>
                <a:path w="30837" h="37895">
                  <a:moveTo>
                    <a:pt x="14276" y="2323"/>
                  </a:moveTo>
                  <a:lnTo>
                    <a:pt x="13461" y="2665"/>
                  </a:lnTo>
                  <a:lnTo>
                    <a:pt x="12100" y="7440"/>
                  </a:lnTo>
                  <a:lnTo>
                    <a:pt x="14377" y="12851"/>
                  </a:lnTo>
                  <a:lnTo>
                    <a:pt x="16468" y="11664"/>
                  </a:lnTo>
                  <a:lnTo>
                    <a:pt x="18195" y="9286"/>
                  </a:lnTo>
                  <a:lnTo>
                    <a:pt x="19009" y="9318"/>
                  </a:lnTo>
                  <a:lnTo>
                    <a:pt x="20741" y="10617"/>
                  </a:lnTo>
                  <a:lnTo>
                    <a:pt x="22116" y="14450"/>
                  </a:lnTo>
                  <a:lnTo>
                    <a:pt x="20090" y="19385"/>
                  </a:lnTo>
                  <a:lnTo>
                    <a:pt x="19553" y="22866"/>
                  </a:lnTo>
                  <a:lnTo>
                    <a:pt x="28926" y="29856"/>
                  </a:lnTo>
                  <a:lnTo>
                    <a:pt x="30246" y="28101"/>
                  </a:lnTo>
                  <a:lnTo>
                    <a:pt x="30837" y="30625"/>
                  </a:lnTo>
                  <a:lnTo>
                    <a:pt x="26727" y="35905"/>
                  </a:lnTo>
                  <a:lnTo>
                    <a:pt x="24213" y="35670"/>
                  </a:lnTo>
                  <a:lnTo>
                    <a:pt x="20267" y="37895"/>
                  </a:lnTo>
                  <a:lnTo>
                    <a:pt x="13709" y="35871"/>
                  </a:lnTo>
                  <a:lnTo>
                    <a:pt x="11469" y="33024"/>
                  </a:lnTo>
                  <a:lnTo>
                    <a:pt x="6488" y="31447"/>
                  </a:lnTo>
                  <a:lnTo>
                    <a:pt x="5885" y="32337"/>
                  </a:lnTo>
                  <a:lnTo>
                    <a:pt x="6641" y="35243"/>
                  </a:lnTo>
                  <a:lnTo>
                    <a:pt x="3873" y="34851"/>
                  </a:lnTo>
                  <a:lnTo>
                    <a:pt x="2501" y="31677"/>
                  </a:lnTo>
                  <a:lnTo>
                    <a:pt x="1444" y="29429"/>
                  </a:lnTo>
                  <a:lnTo>
                    <a:pt x="1517" y="27409"/>
                  </a:lnTo>
                  <a:lnTo>
                    <a:pt x="0" y="26626"/>
                  </a:lnTo>
                  <a:lnTo>
                    <a:pt x="2963" y="22556"/>
                  </a:lnTo>
                  <a:lnTo>
                    <a:pt x="3684" y="22990"/>
                  </a:lnTo>
                  <a:lnTo>
                    <a:pt x="5899" y="18555"/>
                  </a:lnTo>
                  <a:lnTo>
                    <a:pt x="6205" y="16430"/>
                  </a:lnTo>
                  <a:lnTo>
                    <a:pt x="4398" y="13541"/>
                  </a:lnTo>
                  <a:lnTo>
                    <a:pt x="7261" y="9544"/>
                  </a:lnTo>
                  <a:lnTo>
                    <a:pt x="9514" y="1374"/>
                  </a:lnTo>
                  <a:lnTo>
                    <a:pt x="91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h544"/>
            <p:cNvSpPr/>
            <p:nvPr/>
          </p:nvSpPr>
          <p:spPr>
            <a:xfrm>
              <a:off x="2344317" y="3087626"/>
              <a:ext cx="31222" cy="18216"/>
            </a:xfrm>
            <a:custGeom>
              <a:avLst/>
              <a:pathLst>
                <a:path w="31222" h="18216">
                  <a:moveTo>
                    <a:pt x="14445" y="1577"/>
                  </a:moveTo>
                  <a:lnTo>
                    <a:pt x="16685" y="4424"/>
                  </a:lnTo>
                  <a:lnTo>
                    <a:pt x="23243" y="6448"/>
                  </a:lnTo>
                  <a:lnTo>
                    <a:pt x="27188" y="4223"/>
                  </a:lnTo>
                  <a:lnTo>
                    <a:pt x="29702" y="4458"/>
                  </a:lnTo>
                  <a:lnTo>
                    <a:pt x="31149" y="6657"/>
                  </a:lnTo>
                  <a:lnTo>
                    <a:pt x="31222" y="8959"/>
                  </a:lnTo>
                  <a:lnTo>
                    <a:pt x="29960" y="13605"/>
                  </a:lnTo>
                  <a:lnTo>
                    <a:pt x="29488" y="12936"/>
                  </a:lnTo>
                  <a:lnTo>
                    <a:pt x="13419" y="15207"/>
                  </a:lnTo>
                  <a:lnTo>
                    <a:pt x="9130" y="16810"/>
                  </a:lnTo>
                  <a:lnTo>
                    <a:pt x="7578" y="18216"/>
                  </a:lnTo>
                  <a:lnTo>
                    <a:pt x="4781" y="17448"/>
                  </a:lnTo>
                  <a:lnTo>
                    <a:pt x="4810" y="14560"/>
                  </a:lnTo>
                  <a:lnTo>
                    <a:pt x="0" y="8987"/>
                  </a:lnTo>
                  <a:lnTo>
                    <a:pt x="2405" y="5577"/>
                  </a:lnTo>
                  <a:lnTo>
                    <a:pt x="2115" y="4481"/>
                  </a:lnTo>
                  <a:lnTo>
                    <a:pt x="1191" y="4675"/>
                  </a:lnTo>
                  <a:lnTo>
                    <a:pt x="1964" y="353"/>
                  </a:lnTo>
                  <a:lnTo>
                    <a:pt x="3700" y="1169"/>
                  </a:lnTo>
                  <a:lnTo>
                    <a:pt x="4603" y="2766"/>
                  </a:lnTo>
                  <a:lnTo>
                    <a:pt x="5683" y="2773"/>
                  </a:lnTo>
                  <a:lnTo>
                    <a:pt x="5477" y="230"/>
                  </a:lnTo>
                  <a:lnTo>
                    <a:pt x="6849" y="3404"/>
                  </a:lnTo>
                  <a:lnTo>
                    <a:pt x="9617" y="3796"/>
                  </a:lnTo>
                  <a:lnTo>
                    <a:pt x="8861" y="890"/>
                  </a:lnTo>
                  <a:lnTo>
                    <a:pt x="946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h545"/>
            <p:cNvSpPr/>
            <p:nvPr/>
          </p:nvSpPr>
          <p:spPr>
            <a:xfrm>
              <a:off x="2422818" y="3269822"/>
              <a:ext cx="1918" cy="539"/>
            </a:xfrm>
            <a:custGeom>
              <a:avLst/>
              <a:pathLst>
                <a:path w="1918" h="539">
                  <a:moveTo>
                    <a:pt x="1504" y="539"/>
                  </a:moveTo>
                  <a:lnTo>
                    <a:pt x="0" y="0"/>
                  </a:lnTo>
                  <a:lnTo>
                    <a:pt x="1918" y="1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h546"/>
            <p:cNvSpPr/>
            <p:nvPr/>
          </p:nvSpPr>
          <p:spPr>
            <a:xfrm>
              <a:off x="2412982" y="3220782"/>
              <a:ext cx="60703" cy="65213"/>
            </a:xfrm>
            <a:custGeom>
              <a:avLst/>
              <a:pathLst>
                <a:path w="60703" h="65213">
                  <a:moveTo>
                    <a:pt x="37647" y="0"/>
                  </a:moveTo>
                  <a:lnTo>
                    <a:pt x="38487" y="986"/>
                  </a:lnTo>
                  <a:lnTo>
                    <a:pt x="37536" y="1673"/>
                  </a:lnTo>
                  <a:lnTo>
                    <a:pt x="38401" y="3950"/>
                  </a:lnTo>
                  <a:lnTo>
                    <a:pt x="41000" y="5223"/>
                  </a:lnTo>
                  <a:lnTo>
                    <a:pt x="41684" y="3822"/>
                  </a:lnTo>
                  <a:lnTo>
                    <a:pt x="42792" y="7370"/>
                  </a:lnTo>
                  <a:lnTo>
                    <a:pt x="50597" y="11889"/>
                  </a:lnTo>
                  <a:lnTo>
                    <a:pt x="52464" y="19679"/>
                  </a:lnTo>
                  <a:lnTo>
                    <a:pt x="49430" y="21509"/>
                  </a:lnTo>
                  <a:lnTo>
                    <a:pt x="50853" y="24277"/>
                  </a:lnTo>
                  <a:lnTo>
                    <a:pt x="49929" y="24830"/>
                  </a:lnTo>
                  <a:lnTo>
                    <a:pt x="47128" y="24506"/>
                  </a:lnTo>
                  <a:lnTo>
                    <a:pt x="44875" y="25036"/>
                  </a:lnTo>
                  <a:lnTo>
                    <a:pt x="44965" y="28441"/>
                  </a:lnTo>
                  <a:lnTo>
                    <a:pt x="47500" y="30740"/>
                  </a:lnTo>
                  <a:lnTo>
                    <a:pt x="50894" y="31004"/>
                  </a:lnTo>
                  <a:lnTo>
                    <a:pt x="53995" y="30089"/>
                  </a:lnTo>
                  <a:lnTo>
                    <a:pt x="57362" y="27662"/>
                  </a:lnTo>
                  <a:lnTo>
                    <a:pt x="58742" y="27847"/>
                  </a:lnTo>
                  <a:lnTo>
                    <a:pt x="60445" y="29166"/>
                  </a:lnTo>
                  <a:lnTo>
                    <a:pt x="60703" y="30411"/>
                  </a:lnTo>
                  <a:lnTo>
                    <a:pt x="57454" y="35464"/>
                  </a:lnTo>
                  <a:lnTo>
                    <a:pt x="55077" y="35470"/>
                  </a:lnTo>
                  <a:lnTo>
                    <a:pt x="53892" y="36184"/>
                  </a:lnTo>
                  <a:lnTo>
                    <a:pt x="55587" y="39838"/>
                  </a:lnTo>
                  <a:lnTo>
                    <a:pt x="55950" y="42782"/>
                  </a:lnTo>
                  <a:lnTo>
                    <a:pt x="54560" y="46812"/>
                  </a:lnTo>
                  <a:lnTo>
                    <a:pt x="51317" y="49907"/>
                  </a:lnTo>
                  <a:lnTo>
                    <a:pt x="47096" y="51871"/>
                  </a:lnTo>
                  <a:lnTo>
                    <a:pt x="43960" y="57425"/>
                  </a:lnTo>
                  <a:lnTo>
                    <a:pt x="45755" y="65213"/>
                  </a:lnTo>
                  <a:lnTo>
                    <a:pt x="39341" y="63558"/>
                  </a:lnTo>
                  <a:lnTo>
                    <a:pt x="28303" y="58319"/>
                  </a:lnTo>
                  <a:lnTo>
                    <a:pt x="21294" y="52997"/>
                  </a:lnTo>
                  <a:lnTo>
                    <a:pt x="16595" y="50829"/>
                  </a:lnTo>
                  <a:lnTo>
                    <a:pt x="16843" y="47673"/>
                  </a:lnTo>
                  <a:lnTo>
                    <a:pt x="17497" y="47299"/>
                  </a:lnTo>
                  <a:lnTo>
                    <a:pt x="16712" y="45433"/>
                  </a:lnTo>
                  <a:lnTo>
                    <a:pt x="13997" y="44607"/>
                  </a:lnTo>
                  <a:lnTo>
                    <a:pt x="12408" y="45151"/>
                  </a:lnTo>
                  <a:lnTo>
                    <a:pt x="10612" y="46699"/>
                  </a:lnTo>
                  <a:lnTo>
                    <a:pt x="11334" y="47413"/>
                  </a:lnTo>
                  <a:lnTo>
                    <a:pt x="10065" y="46504"/>
                  </a:lnTo>
                  <a:lnTo>
                    <a:pt x="4997" y="40772"/>
                  </a:lnTo>
                  <a:lnTo>
                    <a:pt x="0" y="38309"/>
                  </a:lnTo>
                  <a:lnTo>
                    <a:pt x="120" y="37718"/>
                  </a:lnTo>
                  <a:lnTo>
                    <a:pt x="3585" y="36930"/>
                  </a:lnTo>
                  <a:lnTo>
                    <a:pt x="7938" y="38854"/>
                  </a:lnTo>
                  <a:lnTo>
                    <a:pt x="12914" y="38402"/>
                  </a:lnTo>
                  <a:lnTo>
                    <a:pt x="12697" y="36286"/>
                  </a:lnTo>
                  <a:lnTo>
                    <a:pt x="8924" y="34602"/>
                  </a:lnTo>
                  <a:lnTo>
                    <a:pt x="12014" y="31189"/>
                  </a:lnTo>
                  <a:lnTo>
                    <a:pt x="17509" y="22640"/>
                  </a:lnTo>
                  <a:lnTo>
                    <a:pt x="13383" y="20677"/>
                  </a:lnTo>
                  <a:lnTo>
                    <a:pt x="11559" y="15421"/>
                  </a:lnTo>
                  <a:lnTo>
                    <a:pt x="13221" y="13326"/>
                  </a:lnTo>
                  <a:lnTo>
                    <a:pt x="17007" y="12954"/>
                  </a:lnTo>
                  <a:lnTo>
                    <a:pt x="17589" y="7791"/>
                  </a:lnTo>
                  <a:lnTo>
                    <a:pt x="22123" y="6951"/>
                  </a:lnTo>
                  <a:lnTo>
                    <a:pt x="31176" y="6457"/>
                  </a:lnTo>
                  <a:lnTo>
                    <a:pt x="32092" y="41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h547"/>
            <p:cNvSpPr/>
            <p:nvPr/>
          </p:nvSpPr>
          <p:spPr>
            <a:xfrm>
              <a:off x="2499494" y="3111491"/>
              <a:ext cx="41848" cy="36522"/>
            </a:xfrm>
            <a:custGeom>
              <a:avLst/>
              <a:pathLst>
                <a:path w="41848" h="36522">
                  <a:moveTo>
                    <a:pt x="23190" y="714"/>
                  </a:moveTo>
                  <a:lnTo>
                    <a:pt x="21598" y="4893"/>
                  </a:lnTo>
                  <a:lnTo>
                    <a:pt x="25030" y="3382"/>
                  </a:lnTo>
                  <a:lnTo>
                    <a:pt x="27404" y="1302"/>
                  </a:lnTo>
                  <a:lnTo>
                    <a:pt x="31006" y="2667"/>
                  </a:lnTo>
                  <a:lnTo>
                    <a:pt x="29815" y="4860"/>
                  </a:lnTo>
                  <a:lnTo>
                    <a:pt x="27243" y="6060"/>
                  </a:lnTo>
                  <a:lnTo>
                    <a:pt x="27186" y="8825"/>
                  </a:lnTo>
                  <a:lnTo>
                    <a:pt x="29081" y="9703"/>
                  </a:lnTo>
                  <a:lnTo>
                    <a:pt x="36208" y="7272"/>
                  </a:lnTo>
                  <a:lnTo>
                    <a:pt x="37770" y="1370"/>
                  </a:lnTo>
                  <a:lnTo>
                    <a:pt x="39557" y="126"/>
                  </a:lnTo>
                  <a:lnTo>
                    <a:pt x="41848" y="184"/>
                  </a:lnTo>
                  <a:lnTo>
                    <a:pt x="41827" y="4537"/>
                  </a:lnTo>
                  <a:lnTo>
                    <a:pt x="40820" y="8749"/>
                  </a:lnTo>
                  <a:lnTo>
                    <a:pt x="38393" y="9991"/>
                  </a:lnTo>
                  <a:lnTo>
                    <a:pt x="37285" y="12873"/>
                  </a:lnTo>
                  <a:lnTo>
                    <a:pt x="37869" y="15015"/>
                  </a:lnTo>
                  <a:lnTo>
                    <a:pt x="37309" y="20087"/>
                  </a:lnTo>
                  <a:lnTo>
                    <a:pt x="39288" y="22543"/>
                  </a:lnTo>
                  <a:lnTo>
                    <a:pt x="41055" y="23118"/>
                  </a:lnTo>
                  <a:lnTo>
                    <a:pt x="41264" y="23783"/>
                  </a:lnTo>
                  <a:lnTo>
                    <a:pt x="38562" y="25318"/>
                  </a:lnTo>
                  <a:lnTo>
                    <a:pt x="34147" y="25284"/>
                  </a:lnTo>
                  <a:lnTo>
                    <a:pt x="32536" y="24269"/>
                  </a:lnTo>
                  <a:lnTo>
                    <a:pt x="30433" y="24916"/>
                  </a:lnTo>
                  <a:lnTo>
                    <a:pt x="29760" y="24232"/>
                  </a:lnTo>
                  <a:lnTo>
                    <a:pt x="26835" y="23843"/>
                  </a:lnTo>
                  <a:lnTo>
                    <a:pt x="24424" y="26219"/>
                  </a:lnTo>
                  <a:lnTo>
                    <a:pt x="24716" y="27280"/>
                  </a:lnTo>
                  <a:lnTo>
                    <a:pt x="21843" y="30194"/>
                  </a:lnTo>
                  <a:lnTo>
                    <a:pt x="17258" y="29989"/>
                  </a:lnTo>
                  <a:lnTo>
                    <a:pt x="15190" y="34104"/>
                  </a:lnTo>
                  <a:lnTo>
                    <a:pt x="15513" y="34625"/>
                  </a:lnTo>
                  <a:lnTo>
                    <a:pt x="12053" y="36522"/>
                  </a:lnTo>
                  <a:lnTo>
                    <a:pt x="6219" y="34738"/>
                  </a:lnTo>
                  <a:lnTo>
                    <a:pt x="2481" y="34419"/>
                  </a:lnTo>
                  <a:lnTo>
                    <a:pt x="1074" y="33542"/>
                  </a:lnTo>
                  <a:lnTo>
                    <a:pt x="0" y="27450"/>
                  </a:lnTo>
                  <a:lnTo>
                    <a:pt x="4487" y="21487"/>
                  </a:lnTo>
                  <a:lnTo>
                    <a:pt x="1792" y="15554"/>
                  </a:lnTo>
                  <a:lnTo>
                    <a:pt x="4935" y="14821"/>
                  </a:lnTo>
                  <a:lnTo>
                    <a:pt x="4802" y="11829"/>
                  </a:lnTo>
                  <a:lnTo>
                    <a:pt x="6488" y="10561"/>
                  </a:lnTo>
                  <a:lnTo>
                    <a:pt x="11385" y="15639"/>
                  </a:lnTo>
                  <a:lnTo>
                    <a:pt x="12813" y="16224"/>
                  </a:lnTo>
                  <a:lnTo>
                    <a:pt x="13547" y="15568"/>
                  </a:lnTo>
                  <a:lnTo>
                    <a:pt x="13588" y="9666"/>
                  </a:lnTo>
                  <a:lnTo>
                    <a:pt x="11858" y="6684"/>
                  </a:lnTo>
                  <a:lnTo>
                    <a:pt x="14102" y="4354"/>
                  </a:lnTo>
                  <a:lnTo>
                    <a:pt x="2061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h548"/>
            <p:cNvSpPr/>
            <p:nvPr/>
          </p:nvSpPr>
          <p:spPr>
            <a:xfrm>
              <a:off x="2528172" y="3119153"/>
              <a:ext cx="42608" cy="43394"/>
            </a:xfrm>
            <a:custGeom>
              <a:avLst/>
              <a:pathLst>
                <a:path w="42608" h="43394">
                  <a:moveTo>
                    <a:pt x="23255" y="1830"/>
                  </a:moveTo>
                  <a:lnTo>
                    <a:pt x="27480" y="2136"/>
                  </a:lnTo>
                  <a:lnTo>
                    <a:pt x="23965" y="5313"/>
                  </a:lnTo>
                  <a:lnTo>
                    <a:pt x="20298" y="4994"/>
                  </a:lnTo>
                  <a:lnTo>
                    <a:pt x="18441" y="7421"/>
                  </a:lnTo>
                  <a:lnTo>
                    <a:pt x="28680" y="9969"/>
                  </a:lnTo>
                  <a:lnTo>
                    <a:pt x="38197" y="15249"/>
                  </a:lnTo>
                  <a:lnTo>
                    <a:pt x="38942" y="20098"/>
                  </a:lnTo>
                  <a:lnTo>
                    <a:pt x="41072" y="22133"/>
                  </a:lnTo>
                  <a:lnTo>
                    <a:pt x="42608" y="24418"/>
                  </a:lnTo>
                  <a:lnTo>
                    <a:pt x="41982" y="25375"/>
                  </a:lnTo>
                  <a:lnTo>
                    <a:pt x="35463" y="27977"/>
                  </a:lnTo>
                  <a:lnTo>
                    <a:pt x="30125" y="32915"/>
                  </a:lnTo>
                  <a:lnTo>
                    <a:pt x="30567" y="36514"/>
                  </a:lnTo>
                  <a:lnTo>
                    <a:pt x="29891" y="39485"/>
                  </a:lnTo>
                  <a:lnTo>
                    <a:pt x="27105" y="41139"/>
                  </a:lnTo>
                  <a:lnTo>
                    <a:pt x="26100" y="43394"/>
                  </a:lnTo>
                  <a:lnTo>
                    <a:pt x="24081" y="41801"/>
                  </a:lnTo>
                  <a:lnTo>
                    <a:pt x="24126" y="40354"/>
                  </a:lnTo>
                  <a:lnTo>
                    <a:pt x="22922" y="38163"/>
                  </a:lnTo>
                  <a:lnTo>
                    <a:pt x="18431" y="37502"/>
                  </a:lnTo>
                  <a:lnTo>
                    <a:pt x="16380" y="34141"/>
                  </a:lnTo>
                  <a:lnTo>
                    <a:pt x="18502" y="31187"/>
                  </a:lnTo>
                  <a:lnTo>
                    <a:pt x="13569" y="25759"/>
                  </a:lnTo>
                  <a:lnTo>
                    <a:pt x="10958" y="24294"/>
                  </a:lnTo>
                  <a:lnTo>
                    <a:pt x="8572" y="24067"/>
                  </a:lnTo>
                  <a:lnTo>
                    <a:pt x="5987" y="22292"/>
                  </a:lnTo>
                  <a:lnTo>
                    <a:pt x="5270" y="19984"/>
                  </a:lnTo>
                  <a:lnTo>
                    <a:pt x="0" y="21331"/>
                  </a:lnTo>
                  <a:lnTo>
                    <a:pt x="310" y="17258"/>
                  </a:lnTo>
                  <a:lnTo>
                    <a:pt x="1755" y="17253"/>
                  </a:lnTo>
                  <a:lnTo>
                    <a:pt x="3858" y="16607"/>
                  </a:lnTo>
                  <a:lnTo>
                    <a:pt x="5470" y="17622"/>
                  </a:lnTo>
                  <a:lnTo>
                    <a:pt x="9885" y="17656"/>
                  </a:lnTo>
                  <a:lnTo>
                    <a:pt x="12587" y="16121"/>
                  </a:lnTo>
                  <a:lnTo>
                    <a:pt x="12377" y="15455"/>
                  </a:lnTo>
                  <a:lnTo>
                    <a:pt x="10610" y="14881"/>
                  </a:lnTo>
                  <a:lnTo>
                    <a:pt x="8632" y="12424"/>
                  </a:lnTo>
                  <a:lnTo>
                    <a:pt x="9191" y="7352"/>
                  </a:lnTo>
                  <a:lnTo>
                    <a:pt x="8607" y="5211"/>
                  </a:lnTo>
                  <a:lnTo>
                    <a:pt x="9715" y="2329"/>
                  </a:lnTo>
                  <a:lnTo>
                    <a:pt x="12142" y="108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h549"/>
            <p:cNvSpPr/>
            <p:nvPr/>
          </p:nvSpPr>
          <p:spPr>
            <a:xfrm>
              <a:off x="2498239" y="3094974"/>
              <a:ext cx="43103" cy="32741"/>
            </a:xfrm>
            <a:custGeom>
              <a:avLst/>
              <a:pathLst>
                <a:path w="43103" h="32741">
                  <a:moveTo>
                    <a:pt x="27985" y="2637"/>
                  </a:moveTo>
                  <a:lnTo>
                    <a:pt x="26878" y="9718"/>
                  </a:lnTo>
                  <a:lnTo>
                    <a:pt x="31767" y="9795"/>
                  </a:lnTo>
                  <a:lnTo>
                    <a:pt x="40081" y="12202"/>
                  </a:lnTo>
                  <a:lnTo>
                    <a:pt x="43103" y="16701"/>
                  </a:lnTo>
                  <a:lnTo>
                    <a:pt x="40812" y="16643"/>
                  </a:lnTo>
                  <a:lnTo>
                    <a:pt x="39025" y="17887"/>
                  </a:lnTo>
                  <a:lnTo>
                    <a:pt x="37463" y="23789"/>
                  </a:lnTo>
                  <a:lnTo>
                    <a:pt x="30336" y="26220"/>
                  </a:lnTo>
                  <a:lnTo>
                    <a:pt x="28441" y="25342"/>
                  </a:lnTo>
                  <a:lnTo>
                    <a:pt x="28498" y="22576"/>
                  </a:lnTo>
                  <a:lnTo>
                    <a:pt x="31069" y="21377"/>
                  </a:lnTo>
                  <a:lnTo>
                    <a:pt x="32261" y="19184"/>
                  </a:lnTo>
                  <a:lnTo>
                    <a:pt x="28659" y="17819"/>
                  </a:lnTo>
                  <a:lnTo>
                    <a:pt x="26285" y="19899"/>
                  </a:lnTo>
                  <a:lnTo>
                    <a:pt x="22852" y="21410"/>
                  </a:lnTo>
                  <a:lnTo>
                    <a:pt x="24444" y="17231"/>
                  </a:lnTo>
                  <a:lnTo>
                    <a:pt x="21873" y="16516"/>
                  </a:lnTo>
                  <a:lnTo>
                    <a:pt x="15357" y="20871"/>
                  </a:lnTo>
                  <a:lnTo>
                    <a:pt x="13113" y="23200"/>
                  </a:lnTo>
                  <a:lnTo>
                    <a:pt x="14843" y="26183"/>
                  </a:lnTo>
                  <a:lnTo>
                    <a:pt x="14802" y="32084"/>
                  </a:lnTo>
                  <a:lnTo>
                    <a:pt x="14068" y="32741"/>
                  </a:lnTo>
                  <a:lnTo>
                    <a:pt x="12640" y="32156"/>
                  </a:lnTo>
                  <a:lnTo>
                    <a:pt x="7743" y="27078"/>
                  </a:lnTo>
                  <a:lnTo>
                    <a:pt x="6057" y="28346"/>
                  </a:lnTo>
                  <a:lnTo>
                    <a:pt x="3919" y="27913"/>
                  </a:lnTo>
                  <a:lnTo>
                    <a:pt x="0" y="23167"/>
                  </a:lnTo>
                  <a:lnTo>
                    <a:pt x="1078" y="19690"/>
                  </a:lnTo>
                  <a:lnTo>
                    <a:pt x="2556" y="18953"/>
                  </a:lnTo>
                  <a:lnTo>
                    <a:pt x="4513" y="7465"/>
                  </a:lnTo>
                  <a:lnTo>
                    <a:pt x="7313" y="4716"/>
                  </a:lnTo>
                  <a:lnTo>
                    <a:pt x="19473" y="4368"/>
                  </a:lnTo>
                  <a:lnTo>
                    <a:pt x="21168" y="3112"/>
                  </a:lnTo>
                  <a:lnTo>
                    <a:pt x="20572" y="2439"/>
                  </a:lnTo>
                  <a:lnTo>
                    <a:pt x="2306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h550"/>
            <p:cNvSpPr/>
            <p:nvPr/>
          </p:nvSpPr>
          <p:spPr>
            <a:xfrm>
              <a:off x="2567660" y="3204955"/>
              <a:ext cx="15774" cy="19721"/>
            </a:xfrm>
            <a:custGeom>
              <a:avLst/>
              <a:pathLst>
                <a:path w="15774" h="19721">
                  <a:moveTo>
                    <a:pt x="12457" y="1364"/>
                  </a:moveTo>
                  <a:lnTo>
                    <a:pt x="15374" y="767"/>
                  </a:lnTo>
                  <a:lnTo>
                    <a:pt x="15774" y="2595"/>
                  </a:lnTo>
                  <a:lnTo>
                    <a:pt x="14853" y="4994"/>
                  </a:lnTo>
                  <a:lnTo>
                    <a:pt x="12765" y="5927"/>
                  </a:lnTo>
                  <a:lnTo>
                    <a:pt x="12380" y="7849"/>
                  </a:lnTo>
                  <a:lnTo>
                    <a:pt x="13304" y="10266"/>
                  </a:lnTo>
                  <a:lnTo>
                    <a:pt x="12281" y="12226"/>
                  </a:lnTo>
                  <a:lnTo>
                    <a:pt x="6854" y="18267"/>
                  </a:lnTo>
                  <a:lnTo>
                    <a:pt x="4907" y="19721"/>
                  </a:lnTo>
                  <a:lnTo>
                    <a:pt x="3804" y="19188"/>
                  </a:lnTo>
                  <a:lnTo>
                    <a:pt x="2008" y="14678"/>
                  </a:lnTo>
                  <a:lnTo>
                    <a:pt x="2249" y="11354"/>
                  </a:lnTo>
                  <a:lnTo>
                    <a:pt x="2805" y="7892"/>
                  </a:lnTo>
                  <a:lnTo>
                    <a:pt x="3567" y="6956"/>
                  </a:lnTo>
                  <a:lnTo>
                    <a:pt x="4395" y="7642"/>
                  </a:lnTo>
                  <a:lnTo>
                    <a:pt x="5786" y="6735"/>
                  </a:lnTo>
                  <a:lnTo>
                    <a:pt x="4159" y="3417"/>
                  </a:lnTo>
                  <a:lnTo>
                    <a:pt x="1430" y="3843"/>
                  </a:lnTo>
                  <a:lnTo>
                    <a:pt x="0" y="3081"/>
                  </a:lnTo>
                  <a:lnTo>
                    <a:pt x="618" y="1796"/>
                  </a:lnTo>
                  <a:lnTo>
                    <a:pt x="2191" y="980"/>
                  </a:lnTo>
                  <a:lnTo>
                    <a:pt x="3015" y="0"/>
                  </a:lnTo>
                  <a:lnTo>
                    <a:pt x="4840" y="1781"/>
                  </a:lnTo>
                  <a:lnTo>
                    <a:pt x="7918" y="103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h551"/>
            <p:cNvSpPr/>
            <p:nvPr/>
          </p:nvSpPr>
          <p:spPr>
            <a:xfrm>
              <a:off x="2586618" y="3269184"/>
              <a:ext cx="35394" cy="30196"/>
            </a:xfrm>
            <a:custGeom>
              <a:avLst/>
              <a:pathLst>
                <a:path w="35394" h="30196">
                  <a:moveTo>
                    <a:pt x="24141" y="5816"/>
                  </a:moveTo>
                  <a:lnTo>
                    <a:pt x="25855" y="5363"/>
                  </a:lnTo>
                  <a:lnTo>
                    <a:pt x="25874" y="4676"/>
                  </a:lnTo>
                  <a:lnTo>
                    <a:pt x="24974" y="4415"/>
                  </a:lnTo>
                  <a:lnTo>
                    <a:pt x="25022" y="1961"/>
                  </a:lnTo>
                  <a:lnTo>
                    <a:pt x="27484" y="1913"/>
                  </a:lnTo>
                  <a:lnTo>
                    <a:pt x="28757" y="2982"/>
                  </a:lnTo>
                  <a:lnTo>
                    <a:pt x="30076" y="6217"/>
                  </a:lnTo>
                  <a:lnTo>
                    <a:pt x="28453" y="9552"/>
                  </a:lnTo>
                  <a:lnTo>
                    <a:pt x="30028" y="10527"/>
                  </a:lnTo>
                  <a:lnTo>
                    <a:pt x="29231" y="14936"/>
                  </a:lnTo>
                  <a:lnTo>
                    <a:pt x="32843" y="20315"/>
                  </a:lnTo>
                  <a:lnTo>
                    <a:pt x="35394" y="20670"/>
                  </a:lnTo>
                  <a:lnTo>
                    <a:pt x="34151" y="24956"/>
                  </a:lnTo>
                  <a:lnTo>
                    <a:pt x="33932" y="24488"/>
                  </a:lnTo>
                  <a:lnTo>
                    <a:pt x="31429" y="25631"/>
                  </a:lnTo>
                  <a:lnTo>
                    <a:pt x="29107" y="27771"/>
                  </a:lnTo>
                  <a:lnTo>
                    <a:pt x="24169" y="28586"/>
                  </a:lnTo>
                  <a:lnTo>
                    <a:pt x="21386" y="27211"/>
                  </a:lnTo>
                  <a:lnTo>
                    <a:pt x="19839" y="26906"/>
                  </a:lnTo>
                  <a:lnTo>
                    <a:pt x="12400" y="30196"/>
                  </a:lnTo>
                  <a:lnTo>
                    <a:pt x="7533" y="28167"/>
                  </a:lnTo>
                  <a:lnTo>
                    <a:pt x="2605" y="24922"/>
                  </a:lnTo>
                  <a:lnTo>
                    <a:pt x="1645" y="25455"/>
                  </a:lnTo>
                  <a:lnTo>
                    <a:pt x="269" y="24824"/>
                  </a:lnTo>
                  <a:lnTo>
                    <a:pt x="0" y="22676"/>
                  </a:lnTo>
                  <a:lnTo>
                    <a:pt x="784" y="20875"/>
                  </a:lnTo>
                  <a:lnTo>
                    <a:pt x="160" y="18641"/>
                  </a:lnTo>
                  <a:lnTo>
                    <a:pt x="3753" y="14294"/>
                  </a:lnTo>
                  <a:lnTo>
                    <a:pt x="908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h552"/>
            <p:cNvSpPr/>
            <p:nvPr/>
          </p:nvSpPr>
          <p:spPr>
            <a:xfrm>
              <a:off x="2577121" y="3255646"/>
              <a:ext cx="18578" cy="32179"/>
            </a:xfrm>
            <a:custGeom>
              <a:avLst/>
              <a:pathLst>
                <a:path w="18578" h="32179">
                  <a:moveTo>
                    <a:pt x="12822" y="1055"/>
                  </a:moveTo>
                  <a:lnTo>
                    <a:pt x="13443" y="3970"/>
                  </a:lnTo>
                  <a:lnTo>
                    <a:pt x="13034" y="5287"/>
                  </a:lnTo>
                  <a:lnTo>
                    <a:pt x="10374" y="6513"/>
                  </a:lnTo>
                  <a:lnTo>
                    <a:pt x="9527" y="9344"/>
                  </a:lnTo>
                  <a:lnTo>
                    <a:pt x="10055" y="11549"/>
                  </a:lnTo>
                  <a:lnTo>
                    <a:pt x="13161" y="10742"/>
                  </a:lnTo>
                  <a:lnTo>
                    <a:pt x="18578" y="13538"/>
                  </a:lnTo>
                  <a:lnTo>
                    <a:pt x="13249" y="27832"/>
                  </a:lnTo>
                  <a:lnTo>
                    <a:pt x="9657" y="32179"/>
                  </a:lnTo>
                  <a:lnTo>
                    <a:pt x="8938" y="31035"/>
                  </a:lnTo>
                  <a:lnTo>
                    <a:pt x="9226" y="26064"/>
                  </a:lnTo>
                  <a:lnTo>
                    <a:pt x="11305" y="21558"/>
                  </a:lnTo>
                  <a:lnTo>
                    <a:pt x="10093" y="16889"/>
                  </a:lnTo>
                  <a:lnTo>
                    <a:pt x="8575" y="14825"/>
                  </a:lnTo>
                  <a:lnTo>
                    <a:pt x="4271" y="15786"/>
                  </a:lnTo>
                  <a:lnTo>
                    <a:pt x="3417" y="14384"/>
                  </a:lnTo>
                  <a:lnTo>
                    <a:pt x="4848" y="12416"/>
                  </a:lnTo>
                  <a:lnTo>
                    <a:pt x="4043" y="11487"/>
                  </a:lnTo>
                  <a:lnTo>
                    <a:pt x="1850" y="12591"/>
                  </a:lnTo>
                  <a:lnTo>
                    <a:pt x="0" y="8831"/>
                  </a:lnTo>
                  <a:lnTo>
                    <a:pt x="456" y="7929"/>
                  </a:lnTo>
                  <a:lnTo>
                    <a:pt x="2904" y="7367"/>
                  </a:lnTo>
                  <a:lnTo>
                    <a:pt x="549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h553"/>
            <p:cNvSpPr/>
            <p:nvPr/>
          </p:nvSpPr>
          <p:spPr>
            <a:xfrm>
              <a:off x="2472868" y="3184682"/>
              <a:ext cx="23298" cy="43407"/>
            </a:xfrm>
            <a:custGeom>
              <a:avLst/>
              <a:pathLst>
                <a:path w="23298" h="43407">
                  <a:moveTo>
                    <a:pt x="21741" y="164"/>
                  </a:moveTo>
                  <a:lnTo>
                    <a:pt x="21409" y="4569"/>
                  </a:lnTo>
                  <a:lnTo>
                    <a:pt x="20100" y="6435"/>
                  </a:lnTo>
                  <a:lnTo>
                    <a:pt x="18656" y="10954"/>
                  </a:lnTo>
                  <a:lnTo>
                    <a:pt x="17551" y="16720"/>
                  </a:lnTo>
                  <a:lnTo>
                    <a:pt x="19232" y="25718"/>
                  </a:lnTo>
                  <a:lnTo>
                    <a:pt x="23298" y="27980"/>
                  </a:lnTo>
                  <a:lnTo>
                    <a:pt x="21739" y="33611"/>
                  </a:lnTo>
                  <a:lnTo>
                    <a:pt x="18536" y="37070"/>
                  </a:lnTo>
                  <a:lnTo>
                    <a:pt x="18775" y="40607"/>
                  </a:lnTo>
                  <a:lnTo>
                    <a:pt x="17911" y="43119"/>
                  </a:lnTo>
                  <a:lnTo>
                    <a:pt x="16052" y="43407"/>
                  </a:lnTo>
                  <a:lnTo>
                    <a:pt x="10169" y="39419"/>
                  </a:lnTo>
                  <a:lnTo>
                    <a:pt x="4887" y="33786"/>
                  </a:lnTo>
                  <a:lnTo>
                    <a:pt x="3313" y="32971"/>
                  </a:lnTo>
                  <a:lnTo>
                    <a:pt x="1625" y="33125"/>
                  </a:lnTo>
                  <a:lnTo>
                    <a:pt x="0" y="22980"/>
                  </a:lnTo>
                  <a:lnTo>
                    <a:pt x="3123" y="15733"/>
                  </a:lnTo>
                  <a:lnTo>
                    <a:pt x="4469" y="5915"/>
                  </a:lnTo>
                  <a:lnTo>
                    <a:pt x="7221" y="5819"/>
                  </a:lnTo>
                  <a:lnTo>
                    <a:pt x="7586" y="4394"/>
                  </a:lnTo>
                  <a:lnTo>
                    <a:pt x="8335" y="6134"/>
                  </a:lnTo>
                  <a:lnTo>
                    <a:pt x="9851" y="6353"/>
                  </a:lnTo>
                  <a:lnTo>
                    <a:pt x="19521" y="2427"/>
                  </a:lnTo>
                  <a:lnTo>
                    <a:pt x="2076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h554"/>
            <p:cNvSpPr/>
            <p:nvPr/>
          </p:nvSpPr>
          <p:spPr>
            <a:xfrm>
              <a:off x="2461745" y="3133423"/>
              <a:ext cx="38824" cy="36086"/>
            </a:xfrm>
            <a:custGeom>
              <a:avLst/>
              <a:pathLst>
                <a:path w="38824" h="36086">
                  <a:moveTo>
                    <a:pt x="22873" y="3246"/>
                  </a:moveTo>
                  <a:lnTo>
                    <a:pt x="26206" y="4523"/>
                  </a:lnTo>
                  <a:lnTo>
                    <a:pt x="30397" y="2787"/>
                  </a:lnTo>
                  <a:lnTo>
                    <a:pt x="34837" y="3771"/>
                  </a:lnTo>
                  <a:lnTo>
                    <a:pt x="37749" y="5517"/>
                  </a:lnTo>
                  <a:lnTo>
                    <a:pt x="38824" y="11610"/>
                  </a:lnTo>
                  <a:lnTo>
                    <a:pt x="37471" y="19476"/>
                  </a:lnTo>
                  <a:lnTo>
                    <a:pt x="35818" y="24078"/>
                  </a:lnTo>
                  <a:lnTo>
                    <a:pt x="33671" y="26895"/>
                  </a:lnTo>
                  <a:lnTo>
                    <a:pt x="32537" y="36086"/>
                  </a:lnTo>
                  <a:lnTo>
                    <a:pt x="30082" y="35883"/>
                  </a:lnTo>
                  <a:lnTo>
                    <a:pt x="27453" y="34676"/>
                  </a:lnTo>
                  <a:lnTo>
                    <a:pt x="27125" y="32937"/>
                  </a:lnTo>
                  <a:lnTo>
                    <a:pt x="24278" y="30289"/>
                  </a:lnTo>
                  <a:lnTo>
                    <a:pt x="22381" y="33042"/>
                  </a:lnTo>
                  <a:lnTo>
                    <a:pt x="19673" y="29471"/>
                  </a:lnTo>
                  <a:lnTo>
                    <a:pt x="18329" y="25986"/>
                  </a:lnTo>
                  <a:lnTo>
                    <a:pt x="19972" y="25339"/>
                  </a:lnTo>
                  <a:lnTo>
                    <a:pt x="18366" y="17558"/>
                  </a:lnTo>
                  <a:lnTo>
                    <a:pt x="14855" y="12141"/>
                  </a:lnTo>
                  <a:lnTo>
                    <a:pt x="8896" y="11027"/>
                  </a:lnTo>
                  <a:lnTo>
                    <a:pt x="2329" y="12733"/>
                  </a:lnTo>
                  <a:lnTo>
                    <a:pt x="0" y="11952"/>
                  </a:lnTo>
                  <a:lnTo>
                    <a:pt x="278" y="5640"/>
                  </a:lnTo>
                  <a:lnTo>
                    <a:pt x="4064" y="3586"/>
                  </a:lnTo>
                  <a:lnTo>
                    <a:pt x="4316" y="4870"/>
                  </a:lnTo>
                  <a:lnTo>
                    <a:pt x="5974" y="4186"/>
                  </a:lnTo>
                  <a:lnTo>
                    <a:pt x="6518" y="2802"/>
                  </a:lnTo>
                  <a:lnTo>
                    <a:pt x="132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h555"/>
            <p:cNvSpPr/>
            <p:nvPr/>
          </p:nvSpPr>
          <p:spPr>
            <a:xfrm>
              <a:off x="2416741" y="3152817"/>
              <a:ext cx="39082" cy="38335"/>
            </a:xfrm>
            <a:custGeom>
              <a:avLst/>
              <a:pathLst>
                <a:path w="39082" h="38335">
                  <a:moveTo>
                    <a:pt x="17641" y="999"/>
                  </a:moveTo>
                  <a:lnTo>
                    <a:pt x="18775" y="3332"/>
                  </a:lnTo>
                  <a:lnTo>
                    <a:pt x="20052" y="10326"/>
                  </a:lnTo>
                  <a:lnTo>
                    <a:pt x="23147" y="10807"/>
                  </a:lnTo>
                  <a:lnTo>
                    <a:pt x="32261" y="8579"/>
                  </a:lnTo>
                  <a:lnTo>
                    <a:pt x="36007" y="8806"/>
                  </a:lnTo>
                  <a:lnTo>
                    <a:pt x="34740" y="15208"/>
                  </a:lnTo>
                  <a:lnTo>
                    <a:pt x="39082" y="13224"/>
                  </a:lnTo>
                  <a:lnTo>
                    <a:pt x="37365" y="23805"/>
                  </a:lnTo>
                  <a:lnTo>
                    <a:pt x="36345" y="25193"/>
                  </a:lnTo>
                  <a:lnTo>
                    <a:pt x="25558" y="29047"/>
                  </a:lnTo>
                  <a:lnTo>
                    <a:pt x="24346" y="33553"/>
                  </a:lnTo>
                  <a:lnTo>
                    <a:pt x="22630" y="35916"/>
                  </a:lnTo>
                  <a:lnTo>
                    <a:pt x="16873" y="38335"/>
                  </a:lnTo>
                  <a:lnTo>
                    <a:pt x="13046" y="37503"/>
                  </a:lnTo>
                  <a:lnTo>
                    <a:pt x="11061" y="35059"/>
                  </a:lnTo>
                  <a:lnTo>
                    <a:pt x="11870" y="32490"/>
                  </a:lnTo>
                  <a:lnTo>
                    <a:pt x="11312" y="29818"/>
                  </a:lnTo>
                  <a:lnTo>
                    <a:pt x="7051" y="30630"/>
                  </a:lnTo>
                  <a:lnTo>
                    <a:pt x="4653" y="31029"/>
                  </a:lnTo>
                  <a:lnTo>
                    <a:pt x="2073" y="28952"/>
                  </a:lnTo>
                  <a:lnTo>
                    <a:pt x="911" y="26954"/>
                  </a:lnTo>
                  <a:lnTo>
                    <a:pt x="0" y="21830"/>
                  </a:lnTo>
                  <a:lnTo>
                    <a:pt x="5430" y="18581"/>
                  </a:lnTo>
                  <a:lnTo>
                    <a:pt x="5423" y="17900"/>
                  </a:lnTo>
                  <a:lnTo>
                    <a:pt x="3298" y="17680"/>
                  </a:lnTo>
                  <a:lnTo>
                    <a:pt x="2577" y="18804"/>
                  </a:lnTo>
                  <a:lnTo>
                    <a:pt x="713" y="16578"/>
                  </a:lnTo>
                  <a:lnTo>
                    <a:pt x="3776" y="13309"/>
                  </a:lnTo>
                  <a:lnTo>
                    <a:pt x="6657" y="12616"/>
                  </a:lnTo>
                  <a:lnTo>
                    <a:pt x="10884" y="4026"/>
                  </a:lnTo>
                  <a:lnTo>
                    <a:pt x="1565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h556"/>
            <p:cNvSpPr/>
            <p:nvPr/>
          </p:nvSpPr>
          <p:spPr>
            <a:xfrm>
              <a:off x="2506615" y="3204066"/>
              <a:ext cx="40703" cy="42594"/>
            </a:xfrm>
            <a:custGeom>
              <a:avLst/>
              <a:pathLst>
                <a:path w="40703" h="42594">
                  <a:moveTo>
                    <a:pt x="37001" y="53"/>
                  </a:moveTo>
                  <a:lnTo>
                    <a:pt x="38750" y="2270"/>
                  </a:lnTo>
                  <a:lnTo>
                    <a:pt x="40703" y="6780"/>
                  </a:lnTo>
                  <a:lnTo>
                    <a:pt x="38853" y="8170"/>
                  </a:lnTo>
                  <a:lnTo>
                    <a:pt x="36361" y="8712"/>
                  </a:lnTo>
                  <a:lnTo>
                    <a:pt x="33571" y="14390"/>
                  </a:lnTo>
                  <a:lnTo>
                    <a:pt x="29331" y="12518"/>
                  </a:lnTo>
                  <a:lnTo>
                    <a:pt x="27994" y="13019"/>
                  </a:lnTo>
                  <a:lnTo>
                    <a:pt x="29578" y="21808"/>
                  </a:lnTo>
                  <a:lnTo>
                    <a:pt x="30285" y="22436"/>
                  </a:lnTo>
                  <a:lnTo>
                    <a:pt x="34281" y="22023"/>
                  </a:lnTo>
                  <a:lnTo>
                    <a:pt x="37401" y="23926"/>
                  </a:lnTo>
                  <a:lnTo>
                    <a:pt x="38954" y="26471"/>
                  </a:lnTo>
                  <a:lnTo>
                    <a:pt x="39342" y="29458"/>
                  </a:lnTo>
                  <a:lnTo>
                    <a:pt x="38584" y="31638"/>
                  </a:lnTo>
                  <a:lnTo>
                    <a:pt x="34929" y="33484"/>
                  </a:lnTo>
                  <a:lnTo>
                    <a:pt x="33231" y="34155"/>
                  </a:lnTo>
                  <a:lnTo>
                    <a:pt x="31062" y="38466"/>
                  </a:lnTo>
                  <a:lnTo>
                    <a:pt x="30510" y="42594"/>
                  </a:lnTo>
                  <a:lnTo>
                    <a:pt x="27142" y="41813"/>
                  </a:lnTo>
                  <a:lnTo>
                    <a:pt x="26352" y="39562"/>
                  </a:lnTo>
                  <a:lnTo>
                    <a:pt x="17229" y="30662"/>
                  </a:lnTo>
                  <a:lnTo>
                    <a:pt x="4210" y="27756"/>
                  </a:lnTo>
                  <a:lnTo>
                    <a:pt x="2955" y="26789"/>
                  </a:lnTo>
                  <a:lnTo>
                    <a:pt x="1824" y="24479"/>
                  </a:lnTo>
                  <a:lnTo>
                    <a:pt x="454" y="24243"/>
                  </a:lnTo>
                  <a:lnTo>
                    <a:pt x="0" y="25261"/>
                  </a:lnTo>
                  <a:lnTo>
                    <a:pt x="357" y="21644"/>
                  </a:lnTo>
                  <a:lnTo>
                    <a:pt x="1307" y="20393"/>
                  </a:lnTo>
                  <a:lnTo>
                    <a:pt x="10346" y="19864"/>
                  </a:lnTo>
                  <a:lnTo>
                    <a:pt x="17742" y="13815"/>
                  </a:lnTo>
                  <a:lnTo>
                    <a:pt x="19702" y="7379"/>
                  </a:lnTo>
                  <a:lnTo>
                    <a:pt x="20915" y="6733"/>
                  </a:lnTo>
                  <a:lnTo>
                    <a:pt x="23780" y="7683"/>
                  </a:lnTo>
                  <a:lnTo>
                    <a:pt x="28627" y="7705"/>
                  </a:lnTo>
                  <a:lnTo>
                    <a:pt x="30499" y="1843"/>
                  </a:lnTo>
                  <a:lnTo>
                    <a:pt x="3382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h557"/>
            <p:cNvSpPr/>
            <p:nvPr/>
          </p:nvSpPr>
          <p:spPr>
            <a:xfrm>
              <a:off x="2431920" y="3124208"/>
              <a:ext cx="49796" cy="52903"/>
            </a:xfrm>
            <a:custGeom>
              <a:avLst/>
              <a:pathLst>
                <a:path w="49796" h="52903">
                  <a:moveTo>
                    <a:pt x="40665" y="246"/>
                  </a:moveTo>
                  <a:lnTo>
                    <a:pt x="41916" y="1172"/>
                  </a:lnTo>
                  <a:lnTo>
                    <a:pt x="42339" y="5419"/>
                  </a:lnTo>
                  <a:lnTo>
                    <a:pt x="38733" y="6775"/>
                  </a:lnTo>
                  <a:lnTo>
                    <a:pt x="34984" y="10747"/>
                  </a:lnTo>
                  <a:lnTo>
                    <a:pt x="33888" y="12801"/>
                  </a:lnTo>
                  <a:lnTo>
                    <a:pt x="30102" y="14856"/>
                  </a:lnTo>
                  <a:lnTo>
                    <a:pt x="29824" y="21167"/>
                  </a:lnTo>
                  <a:lnTo>
                    <a:pt x="32153" y="21948"/>
                  </a:lnTo>
                  <a:lnTo>
                    <a:pt x="38720" y="20242"/>
                  </a:lnTo>
                  <a:lnTo>
                    <a:pt x="44679" y="21356"/>
                  </a:lnTo>
                  <a:lnTo>
                    <a:pt x="48190" y="26773"/>
                  </a:lnTo>
                  <a:lnTo>
                    <a:pt x="49796" y="34554"/>
                  </a:lnTo>
                  <a:lnTo>
                    <a:pt x="48153" y="35202"/>
                  </a:lnTo>
                  <a:lnTo>
                    <a:pt x="45259" y="35930"/>
                  </a:lnTo>
                  <a:lnTo>
                    <a:pt x="43665" y="39275"/>
                  </a:lnTo>
                  <a:lnTo>
                    <a:pt x="43246" y="45329"/>
                  </a:lnTo>
                  <a:lnTo>
                    <a:pt x="41238" y="52903"/>
                  </a:lnTo>
                  <a:lnTo>
                    <a:pt x="37714" y="51939"/>
                  </a:lnTo>
                  <a:lnTo>
                    <a:pt x="22186" y="52414"/>
                  </a:lnTo>
                  <a:lnTo>
                    <a:pt x="23902" y="41833"/>
                  </a:lnTo>
                  <a:lnTo>
                    <a:pt x="19561" y="43817"/>
                  </a:lnTo>
                  <a:lnTo>
                    <a:pt x="20827" y="37415"/>
                  </a:lnTo>
                  <a:lnTo>
                    <a:pt x="17081" y="37188"/>
                  </a:lnTo>
                  <a:lnTo>
                    <a:pt x="7968" y="39416"/>
                  </a:lnTo>
                  <a:lnTo>
                    <a:pt x="4873" y="38935"/>
                  </a:lnTo>
                  <a:lnTo>
                    <a:pt x="3595" y="31941"/>
                  </a:lnTo>
                  <a:lnTo>
                    <a:pt x="2462" y="29608"/>
                  </a:lnTo>
                  <a:lnTo>
                    <a:pt x="477" y="28609"/>
                  </a:lnTo>
                  <a:lnTo>
                    <a:pt x="1545" y="17977"/>
                  </a:lnTo>
                  <a:lnTo>
                    <a:pt x="0" y="17048"/>
                  </a:lnTo>
                  <a:lnTo>
                    <a:pt x="1620" y="17306"/>
                  </a:lnTo>
                  <a:lnTo>
                    <a:pt x="3262" y="15981"/>
                  </a:lnTo>
                  <a:lnTo>
                    <a:pt x="3633" y="8899"/>
                  </a:lnTo>
                  <a:lnTo>
                    <a:pt x="2544" y="7398"/>
                  </a:lnTo>
                  <a:lnTo>
                    <a:pt x="2334" y="5018"/>
                  </a:lnTo>
                  <a:lnTo>
                    <a:pt x="5079" y="4373"/>
                  </a:lnTo>
                  <a:lnTo>
                    <a:pt x="10167" y="6942"/>
                  </a:lnTo>
                  <a:lnTo>
                    <a:pt x="21846" y="10429"/>
                  </a:lnTo>
                  <a:lnTo>
                    <a:pt x="22951" y="12951"/>
                  </a:lnTo>
                  <a:lnTo>
                    <a:pt x="27041" y="11991"/>
                  </a:lnTo>
                  <a:lnTo>
                    <a:pt x="29767" y="9168"/>
                  </a:lnTo>
                  <a:lnTo>
                    <a:pt x="33832" y="7994"/>
                  </a:lnTo>
                  <a:lnTo>
                    <a:pt x="37161" y="5911"/>
                  </a:lnTo>
                  <a:lnTo>
                    <a:pt x="37849" y="4944"/>
                  </a:lnTo>
                  <a:lnTo>
                    <a:pt x="37657" y="3130"/>
                  </a:lnTo>
                  <a:lnTo>
                    <a:pt x="3929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h558"/>
            <p:cNvSpPr/>
            <p:nvPr/>
          </p:nvSpPr>
          <p:spPr>
            <a:xfrm>
              <a:off x="2494282" y="3145034"/>
              <a:ext cx="21632" cy="24475"/>
            </a:xfrm>
            <a:custGeom>
              <a:avLst/>
              <a:pathLst>
                <a:path w="21632" h="24475">
                  <a:moveTo>
                    <a:pt x="7693" y="876"/>
                  </a:moveTo>
                  <a:lnTo>
                    <a:pt x="11431" y="1195"/>
                  </a:lnTo>
                  <a:lnTo>
                    <a:pt x="17265" y="2979"/>
                  </a:lnTo>
                  <a:lnTo>
                    <a:pt x="20725" y="1082"/>
                  </a:lnTo>
                  <a:lnTo>
                    <a:pt x="20402" y="561"/>
                  </a:lnTo>
                  <a:lnTo>
                    <a:pt x="20763" y="834"/>
                  </a:lnTo>
                  <a:lnTo>
                    <a:pt x="21632" y="3970"/>
                  </a:lnTo>
                  <a:lnTo>
                    <a:pt x="20936" y="8700"/>
                  </a:lnTo>
                  <a:lnTo>
                    <a:pt x="19620" y="15539"/>
                  </a:lnTo>
                  <a:lnTo>
                    <a:pt x="16903" y="20422"/>
                  </a:lnTo>
                  <a:lnTo>
                    <a:pt x="9616" y="22776"/>
                  </a:lnTo>
                  <a:lnTo>
                    <a:pt x="7597" y="24215"/>
                  </a:lnTo>
                  <a:lnTo>
                    <a:pt x="0" y="24475"/>
                  </a:lnTo>
                  <a:lnTo>
                    <a:pt x="1133" y="15284"/>
                  </a:lnTo>
                  <a:lnTo>
                    <a:pt x="3281" y="12467"/>
                  </a:lnTo>
                  <a:lnTo>
                    <a:pt x="4933" y="7865"/>
                  </a:lnTo>
                  <a:lnTo>
                    <a:pt x="628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h559"/>
            <p:cNvSpPr/>
            <p:nvPr/>
          </p:nvSpPr>
          <p:spPr>
            <a:xfrm>
              <a:off x="2534609" y="3187806"/>
              <a:ext cx="22028" cy="40186"/>
            </a:xfrm>
            <a:custGeom>
              <a:avLst/>
              <a:pathLst>
                <a:path w="22028" h="40186">
                  <a:moveTo>
                    <a:pt x="22028" y="6906"/>
                  </a:moveTo>
                  <a:lnTo>
                    <a:pt x="19787" y="13277"/>
                  </a:lnTo>
                  <a:lnTo>
                    <a:pt x="19582" y="17353"/>
                  </a:lnTo>
                  <a:lnTo>
                    <a:pt x="18597" y="19062"/>
                  </a:lnTo>
                  <a:lnTo>
                    <a:pt x="16722" y="19368"/>
                  </a:lnTo>
                  <a:lnTo>
                    <a:pt x="15125" y="20787"/>
                  </a:lnTo>
                  <a:lnTo>
                    <a:pt x="12985" y="24930"/>
                  </a:lnTo>
                  <a:lnTo>
                    <a:pt x="13341" y="26489"/>
                  </a:lnTo>
                  <a:lnTo>
                    <a:pt x="9526" y="30510"/>
                  </a:lnTo>
                  <a:lnTo>
                    <a:pt x="8885" y="33869"/>
                  </a:lnTo>
                  <a:lnTo>
                    <a:pt x="9406" y="40186"/>
                  </a:lnTo>
                  <a:lnTo>
                    <a:pt x="6286" y="38283"/>
                  </a:lnTo>
                  <a:lnTo>
                    <a:pt x="2290" y="38696"/>
                  </a:lnTo>
                  <a:lnTo>
                    <a:pt x="1584" y="38068"/>
                  </a:lnTo>
                  <a:lnTo>
                    <a:pt x="0" y="29278"/>
                  </a:lnTo>
                  <a:lnTo>
                    <a:pt x="1337" y="28778"/>
                  </a:lnTo>
                  <a:lnTo>
                    <a:pt x="5577" y="30650"/>
                  </a:lnTo>
                  <a:lnTo>
                    <a:pt x="8367" y="24972"/>
                  </a:lnTo>
                  <a:lnTo>
                    <a:pt x="10859" y="24430"/>
                  </a:lnTo>
                  <a:lnTo>
                    <a:pt x="12708" y="23040"/>
                  </a:lnTo>
                  <a:lnTo>
                    <a:pt x="10756" y="18530"/>
                  </a:lnTo>
                  <a:lnTo>
                    <a:pt x="9006" y="16313"/>
                  </a:lnTo>
                  <a:lnTo>
                    <a:pt x="5833" y="16259"/>
                  </a:lnTo>
                  <a:lnTo>
                    <a:pt x="7493" y="12989"/>
                  </a:lnTo>
                  <a:lnTo>
                    <a:pt x="9403" y="12459"/>
                  </a:lnTo>
                  <a:lnTo>
                    <a:pt x="13431" y="9632"/>
                  </a:lnTo>
                  <a:lnTo>
                    <a:pt x="16526" y="6339"/>
                  </a:lnTo>
                  <a:lnTo>
                    <a:pt x="16008" y="1041"/>
                  </a:lnTo>
                  <a:lnTo>
                    <a:pt x="1950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h560"/>
            <p:cNvSpPr/>
            <p:nvPr/>
          </p:nvSpPr>
          <p:spPr>
            <a:xfrm>
              <a:off x="2614102" y="3236295"/>
              <a:ext cx="28019" cy="44517"/>
            </a:xfrm>
            <a:custGeom>
              <a:avLst/>
              <a:pathLst>
                <a:path w="28019" h="44517">
                  <a:moveTo>
                    <a:pt x="20430" y="236"/>
                  </a:moveTo>
                  <a:lnTo>
                    <a:pt x="28019" y="2926"/>
                  </a:lnTo>
                  <a:lnTo>
                    <a:pt x="26029" y="5483"/>
                  </a:lnTo>
                  <a:lnTo>
                    <a:pt x="25469" y="5912"/>
                  </a:lnTo>
                  <a:lnTo>
                    <a:pt x="24877" y="5287"/>
                  </a:lnTo>
                  <a:lnTo>
                    <a:pt x="22300" y="5041"/>
                  </a:lnTo>
                  <a:lnTo>
                    <a:pt x="20315" y="7075"/>
                  </a:lnTo>
                  <a:lnTo>
                    <a:pt x="17924" y="11725"/>
                  </a:lnTo>
                  <a:lnTo>
                    <a:pt x="16329" y="12966"/>
                  </a:lnTo>
                  <a:lnTo>
                    <a:pt x="19676" y="19589"/>
                  </a:lnTo>
                  <a:lnTo>
                    <a:pt x="20083" y="21705"/>
                  </a:lnTo>
                  <a:lnTo>
                    <a:pt x="21083" y="22958"/>
                  </a:lnTo>
                  <a:lnTo>
                    <a:pt x="20883" y="25331"/>
                  </a:lnTo>
                  <a:lnTo>
                    <a:pt x="17348" y="36527"/>
                  </a:lnTo>
                  <a:lnTo>
                    <a:pt x="15926" y="37397"/>
                  </a:lnTo>
                  <a:lnTo>
                    <a:pt x="14204" y="37125"/>
                  </a:lnTo>
                  <a:lnTo>
                    <a:pt x="15513" y="38017"/>
                  </a:lnTo>
                  <a:lnTo>
                    <a:pt x="15378" y="39284"/>
                  </a:lnTo>
                  <a:lnTo>
                    <a:pt x="13896" y="41154"/>
                  </a:lnTo>
                  <a:lnTo>
                    <a:pt x="10799" y="41485"/>
                  </a:lnTo>
                  <a:lnTo>
                    <a:pt x="6920" y="44517"/>
                  </a:lnTo>
                  <a:lnTo>
                    <a:pt x="3271" y="42142"/>
                  </a:lnTo>
                  <a:lnTo>
                    <a:pt x="2544" y="43416"/>
                  </a:lnTo>
                  <a:lnTo>
                    <a:pt x="969" y="42441"/>
                  </a:lnTo>
                  <a:lnTo>
                    <a:pt x="2592" y="39105"/>
                  </a:lnTo>
                  <a:lnTo>
                    <a:pt x="1272" y="35871"/>
                  </a:lnTo>
                  <a:lnTo>
                    <a:pt x="0" y="34801"/>
                  </a:lnTo>
                  <a:lnTo>
                    <a:pt x="1030" y="32614"/>
                  </a:lnTo>
                  <a:lnTo>
                    <a:pt x="867" y="28442"/>
                  </a:lnTo>
                  <a:lnTo>
                    <a:pt x="2256" y="26156"/>
                  </a:lnTo>
                  <a:lnTo>
                    <a:pt x="3554" y="25687"/>
                  </a:lnTo>
                  <a:lnTo>
                    <a:pt x="11170" y="26624"/>
                  </a:lnTo>
                  <a:lnTo>
                    <a:pt x="12522" y="26292"/>
                  </a:lnTo>
                  <a:lnTo>
                    <a:pt x="13556" y="23882"/>
                  </a:lnTo>
                  <a:lnTo>
                    <a:pt x="11487" y="21188"/>
                  </a:lnTo>
                  <a:lnTo>
                    <a:pt x="7749" y="18099"/>
                  </a:lnTo>
                  <a:lnTo>
                    <a:pt x="2710" y="18173"/>
                  </a:lnTo>
                  <a:lnTo>
                    <a:pt x="772" y="16400"/>
                  </a:lnTo>
                  <a:lnTo>
                    <a:pt x="2415" y="12491"/>
                  </a:lnTo>
                  <a:lnTo>
                    <a:pt x="1997" y="8926"/>
                  </a:lnTo>
                  <a:lnTo>
                    <a:pt x="3789" y="7652"/>
                  </a:lnTo>
                  <a:lnTo>
                    <a:pt x="7188" y="8857"/>
                  </a:lnTo>
                  <a:lnTo>
                    <a:pt x="9962" y="8860"/>
                  </a:lnTo>
                  <a:lnTo>
                    <a:pt x="11381" y="7510"/>
                  </a:lnTo>
                  <a:lnTo>
                    <a:pt x="10815" y="6334"/>
                  </a:lnTo>
                  <a:lnTo>
                    <a:pt x="12076" y="5424"/>
                  </a:lnTo>
                  <a:lnTo>
                    <a:pt x="19126" y="7707"/>
                  </a:lnTo>
                  <a:lnTo>
                    <a:pt x="21239" y="3364"/>
                  </a:lnTo>
                  <a:lnTo>
                    <a:pt x="1946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h561"/>
            <p:cNvSpPr/>
            <p:nvPr/>
          </p:nvSpPr>
          <p:spPr>
            <a:xfrm>
              <a:off x="2566369" y="3126854"/>
              <a:ext cx="25357" cy="24356"/>
            </a:xfrm>
            <a:custGeom>
              <a:avLst/>
              <a:pathLst>
                <a:path w="25357" h="24356">
                  <a:moveTo>
                    <a:pt x="13701" y="0"/>
                  </a:moveTo>
                  <a:lnTo>
                    <a:pt x="17847" y="297"/>
                  </a:lnTo>
                  <a:lnTo>
                    <a:pt x="22261" y="199"/>
                  </a:lnTo>
                  <a:lnTo>
                    <a:pt x="24933" y="1777"/>
                  </a:lnTo>
                  <a:lnTo>
                    <a:pt x="25281" y="5887"/>
                  </a:lnTo>
                  <a:lnTo>
                    <a:pt x="24405" y="7685"/>
                  </a:lnTo>
                  <a:lnTo>
                    <a:pt x="25286" y="15015"/>
                  </a:lnTo>
                  <a:lnTo>
                    <a:pt x="25357" y="18165"/>
                  </a:lnTo>
                  <a:lnTo>
                    <a:pt x="20242" y="24356"/>
                  </a:lnTo>
                  <a:lnTo>
                    <a:pt x="18993" y="23144"/>
                  </a:lnTo>
                  <a:lnTo>
                    <a:pt x="14300" y="21424"/>
                  </a:lnTo>
                  <a:lnTo>
                    <a:pt x="11883" y="14859"/>
                  </a:lnTo>
                  <a:lnTo>
                    <a:pt x="12051" y="12407"/>
                  </a:lnTo>
                  <a:lnTo>
                    <a:pt x="12783" y="11641"/>
                  </a:lnTo>
                  <a:lnTo>
                    <a:pt x="18276" y="8413"/>
                  </a:lnTo>
                  <a:lnTo>
                    <a:pt x="19545" y="2641"/>
                  </a:lnTo>
                  <a:lnTo>
                    <a:pt x="18873" y="2263"/>
                  </a:lnTo>
                  <a:lnTo>
                    <a:pt x="14213" y="4055"/>
                  </a:lnTo>
                  <a:lnTo>
                    <a:pt x="12479" y="6990"/>
                  </a:lnTo>
                  <a:lnTo>
                    <a:pt x="8519" y="11135"/>
                  </a:lnTo>
                  <a:lnTo>
                    <a:pt x="3160" y="12957"/>
                  </a:lnTo>
                  <a:lnTo>
                    <a:pt x="2875" y="14432"/>
                  </a:lnTo>
                  <a:lnTo>
                    <a:pt x="744" y="12397"/>
                  </a:lnTo>
                  <a:lnTo>
                    <a:pt x="0" y="7548"/>
                  </a:lnTo>
                  <a:lnTo>
                    <a:pt x="6691" y="257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h562"/>
            <p:cNvSpPr/>
            <p:nvPr/>
          </p:nvSpPr>
          <p:spPr>
            <a:xfrm>
              <a:off x="2565432" y="3182016"/>
              <a:ext cx="25421" cy="24720"/>
            </a:xfrm>
            <a:custGeom>
              <a:avLst/>
              <a:pathLst>
                <a:path w="25421" h="24720">
                  <a:moveTo>
                    <a:pt x="25421" y="7915"/>
                  </a:moveTo>
                  <a:lnTo>
                    <a:pt x="24927" y="8916"/>
                  </a:lnTo>
                  <a:lnTo>
                    <a:pt x="23088" y="9084"/>
                  </a:lnTo>
                  <a:lnTo>
                    <a:pt x="22780" y="16922"/>
                  </a:lnTo>
                  <a:lnTo>
                    <a:pt x="23886" y="18389"/>
                  </a:lnTo>
                  <a:lnTo>
                    <a:pt x="22067" y="19613"/>
                  </a:lnTo>
                  <a:lnTo>
                    <a:pt x="19539" y="19921"/>
                  </a:lnTo>
                  <a:lnTo>
                    <a:pt x="18722" y="22562"/>
                  </a:lnTo>
                  <a:lnTo>
                    <a:pt x="17602" y="23706"/>
                  </a:lnTo>
                  <a:lnTo>
                    <a:pt x="14685" y="24302"/>
                  </a:lnTo>
                  <a:lnTo>
                    <a:pt x="10146" y="23972"/>
                  </a:lnTo>
                  <a:lnTo>
                    <a:pt x="7068" y="24720"/>
                  </a:lnTo>
                  <a:lnTo>
                    <a:pt x="5243" y="22938"/>
                  </a:lnTo>
                  <a:lnTo>
                    <a:pt x="5973" y="21796"/>
                  </a:lnTo>
                  <a:lnTo>
                    <a:pt x="9676" y="20047"/>
                  </a:lnTo>
                  <a:lnTo>
                    <a:pt x="9603" y="19464"/>
                  </a:lnTo>
                  <a:lnTo>
                    <a:pt x="6305" y="13172"/>
                  </a:lnTo>
                  <a:lnTo>
                    <a:pt x="4519" y="11256"/>
                  </a:lnTo>
                  <a:lnTo>
                    <a:pt x="769" y="10736"/>
                  </a:lnTo>
                  <a:lnTo>
                    <a:pt x="0" y="6563"/>
                  </a:lnTo>
                  <a:lnTo>
                    <a:pt x="5484" y="6580"/>
                  </a:lnTo>
                  <a:lnTo>
                    <a:pt x="8583" y="4617"/>
                  </a:lnTo>
                  <a:lnTo>
                    <a:pt x="10886" y="6440"/>
                  </a:lnTo>
                  <a:lnTo>
                    <a:pt x="12309" y="9388"/>
                  </a:lnTo>
                  <a:lnTo>
                    <a:pt x="8362" y="9847"/>
                  </a:lnTo>
                  <a:lnTo>
                    <a:pt x="7454" y="13699"/>
                  </a:lnTo>
                  <a:lnTo>
                    <a:pt x="10122" y="14466"/>
                  </a:lnTo>
                  <a:lnTo>
                    <a:pt x="12556" y="13776"/>
                  </a:lnTo>
                  <a:lnTo>
                    <a:pt x="12662" y="13092"/>
                  </a:lnTo>
                  <a:lnTo>
                    <a:pt x="17599" y="13403"/>
                  </a:lnTo>
                  <a:lnTo>
                    <a:pt x="14607" y="18346"/>
                  </a:lnTo>
                  <a:lnTo>
                    <a:pt x="15297" y="22501"/>
                  </a:lnTo>
                  <a:lnTo>
                    <a:pt x="17793" y="22543"/>
                  </a:lnTo>
                  <a:lnTo>
                    <a:pt x="19750" y="18427"/>
                  </a:lnTo>
                  <a:lnTo>
                    <a:pt x="19524" y="13693"/>
                  </a:lnTo>
                  <a:lnTo>
                    <a:pt x="18145" y="9221"/>
                  </a:lnTo>
                  <a:lnTo>
                    <a:pt x="15496" y="10910"/>
                  </a:lnTo>
                  <a:lnTo>
                    <a:pt x="14270" y="10614"/>
                  </a:lnTo>
                  <a:lnTo>
                    <a:pt x="14403" y="5729"/>
                  </a:lnTo>
                  <a:lnTo>
                    <a:pt x="17726" y="2649"/>
                  </a:lnTo>
                  <a:lnTo>
                    <a:pt x="20837" y="881"/>
                  </a:lnTo>
                  <a:lnTo>
                    <a:pt x="21310" y="2867"/>
                  </a:lnTo>
                  <a:lnTo>
                    <a:pt x="23050" y="2617"/>
                  </a:lnTo>
                  <a:lnTo>
                    <a:pt x="2380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h563"/>
            <p:cNvSpPr/>
            <p:nvPr/>
          </p:nvSpPr>
          <p:spPr>
            <a:xfrm>
              <a:off x="2533650" y="3234802"/>
              <a:ext cx="48963" cy="52637"/>
            </a:xfrm>
            <a:custGeom>
              <a:avLst/>
              <a:pathLst>
                <a:path w="48963" h="52637">
                  <a:moveTo>
                    <a:pt x="17849" y="1723"/>
                  </a:moveTo>
                  <a:lnTo>
                    <a:pt x="19679" y="5775"/>
                  </a:lnTo>
                  <a:lnTo>
                    <a:pt x="17464" y="5756"/>
                  </a:lnTo>
                  <a:lnTo>
                    <a:pt x="16207" y="7200"/>
                  </a:lnTo>
                  <a:lnTo>
                    <a:pt x="16707" y="8236"/>
                  </a:lnTo>
                  <a:lnTo>
                    <a:pt x="19995" y="10730"/>
                  </a:lnTo>
                  <a:lnTo>
                    <a:pt x="22888" y="18183"/>
                  </a:lnTo>
                  <a:lnTo>
                    <a:pt x="27970" y="21626"/>
                  </a:lnTo>
                  <a:lnTo>
                    <a:pt x="28663" y="20897"/>
                  </a:lnTo>
                  <a:lnTo>
                    <a:pt x="27587" y="14780"/>
                  </a:lnTo>
                  <a:lnTo>
                    <a:pt x="28554" y="12963"/>
                  </a:lnTo>
                  <a:lnTo>
                    <a:pt x="31084" y="12751"/>
                  </a:lnTo>
                  <a:lnTo>
                    <a:pt x="35452" y="14678"/>
                  </a:lnTo>
                  <a:lnTo>
                    <a:pt x="45787" y="9716"/>
                  </a:lnTo>
                  <a:lnTo>
                    <a:pt x="47793" y="13228"/>
                  </a:lnTo>
                  <a:lnTo>
                    <a:pt x="45371" y="17291"/>
                  </a:lnTo>
                  <a:lnTo>
                    <a:pt x="44614" y="20777"/>
                  </a:lnTo>
                  <a:lnTo>
                    <a:pt x="48963" y="20844"/>
                  </a:lnTo>
                  <a:lnTo>
                    <a:pt x="46375" y="28211"/>
                  </a:lnTo>
                  <a:lnTo>
                    <a:pt x="43927" y="28774"/>
                  </a:lnTo>
                  <a:lnTo>
                    <a:pt x="43471" y="29675"/>
                  </a:lnTo>
                  <a:lnTo>
                    <a:pt x="45321" y="33435"/>
                  </a:lnTo>
                  <a:lnTo>
                    <a:pt x="47514" y="32331"/>
                  </a:lnTo>
                  <a:lnTo>
                    <a:pt x="48319" y="33260"/>
                  </a:lnTo>
                  <a:lnTo>
                    <a:pt x="46888" y="35229"/>
                  </a:lnTo>
                  <a:lnTo>
                    <a:pt x="39353" y="34532"/>
                  </a:lnTo>
                  <a:lnTo>
                    <a:pt x="37080" y="35607"/>
                  </a:lnTo>
                  <a:lnTo>
                    <a:pt x="35360" y="39006"/>
                  </a:lnTo>
                  <a:lnTo>
                    <a:pt x="32098" y="39770"/>
                  </a:lnTo>
                  <a:lnTo>
                    <a:pt x="32315" y="41142"/>
                  </a:lnTo>
                  <a:lnTo>
                    <a:pt x="31577" y="40617"/>
                  </a:lnTo>
                  <a:lnTo>
                    <a:pt x="21652" y="44898"/>
                  </a:lnTo>
                  <a:lnTo>
                    <a:pt x="21298" y="47665"/>
                  </a:lnTo>
                  <a:lnTo>
                    <a:pt x="19279" y="50502"/>
                  </a:lnTo>
                  <a:lnTo>
                    <a:pt x="15931" y="52637"/>
                  </a:lnTo>
                  <a:lnTo>
                    <a:pt x="12775" y="52526"/>
                  </a:lnTo>
                  <a:lnTo>
                    <a:pt x="11947" y="50597"/>
                  </a:lnTo>
                  <a:lnTo>
                    <a:pt x="14819" y="48621"/>
                  </a:lnTo>
                  <a:lnTo>
                    <a:pt x="15197" y="43431"/>
                  </a:lnTo>
                  <a:lnTo>
                    <a:pt x="10996" y="42106"/>
                  </a:lnTo>
                  <a:lnTo>
                    <a:pt x="10475" y="39315"/>
                  </a:lnTo>
                  <a:lnTo>
                    <a:pt x="3492" y="38931"/>
                  </a:lnTo>
                  <a:lnTo>
                    <a:pt x="2132" y="34938"/>
                  </a:lnTo>
                  <a:lnTo>
                    <a:pt x="0" y="36245"/>
                  </a:lnTo>
                  <a:lnTo>
                    <a:pt x="7802" y="25443"/>
                  </a:lnTo>
                  <a:lnTo>
                    <a:pt x="11863" y="21143"/>
                  </a:lnTo>
                  <a:lnTo>
                    <a:pt x="6822" y="16222"/>
                  </a:lnTo>
                  <a:lnTo>
                    <a:pt x="5237" y="15823"/>
                  </a:lnTo>
                  <a:lnTo>
                    <a:pt x="3474" y="11859"/>
                  </a:lnTo>
                  <a:lnTo>
                    <a:pt x="4026" y="7730"/>
                  </a:lnTo>
                  <a:lnTo>
                    <a:pt x="6196" y="3419"/>
                  </a:lnTo>
                  <a:lnTo>
                    <a:pt x="7893" y="2749"/>
                  </a:lnTo>
                  <a:lnTo>
                    <a:pt x="8315" y="3378"/>
                  </a:lnTo>
                  <a:lnTo>
                    <a:pt x="16553" y="1208"/>
                  </a:lnTo>
                  <a:lnTo>
                    <a:pt x="16859" y="600"/>
                  </a:lnTo>
                  <a:lnTo>
                    <a:pt x="1880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h564"/>
            <p:cNvSpPr/>
            <p:nvPr/>
          </p:nvSpPr>
          <p:spPr>
            <a:xfrm>
              <a:off x="2549858" y="3204842"/>
              <a:ext cx="26844" cy="37831"/>
            </a:xfrm>
            <a:custGeom>
              <a:avLst/>
              <a:pathLst>
                <a:path w="26844" h="37831">
                  <a:moveTo>
                    <a:pt x="19993" y="1093"/>
                  </a:moveTo>
                  <a:lnTo>
                    <a:pt x="18421" y="1909"/>
                  </a:lnTo>
                  <a:lnTo>
                    <a:pt x="17802" y="3194"/>
                  </a:lnTo>
                  <a:lnTo>
                    <a:pt x="19232" y="3956"/>
                  </a:lnTo>
                  <a:lnTo>
                    <a:pt x="21961" y="3530"/>
                  </a:lnTo>
                  <a:lnTo>
                    <a:pt x="23588" y="6848"/>
                  </a:lnTo>
                  <a:lnTo>
                    <a:pt x="22197" y="7755"/>
                  </a:lnTo>
                  <a:lnTo>
                    <a:pt x="21369" y="7069"/>
                  </a:lnTo>
                  <a:lnTo>
                    <a:pt x="20607" y="8005"/>
                  </a:lnTo>
                  <a:lnTo>
                    <a:pt x="20051" y="11467"/>
                  </a:lnTo>
                  <a:lnTo>
                    <a:pt x="19810" y="14791"/>
                  </a:lnTo>
                  <a:lnTo>
                    <a:pt x="21606" y="19301"/>
                  </a:lnTo>
                  <a:lnTo>
                    <a:pt x="21473" y="20380"/>
                  </a:lnTo>
                  <a:lnTo>
                    <a:pt x="25523" y="25177"/>
                  </a:lnTo>
                  <a:lnTo>
                    <a:pt x="25496" y="27342"/>
                  </a:lnTo>
                  <a:lnTo>
                    <a:pt x="26844" y="30124"/>
                  </a:lnTo>
                  <a:lnTo>
                    <a:pt x="23111" y="25942"/>
                  </a:lnTo>
                  <a:lnTo>
                    <a:pt x="21693" y="25276"/>
                  </a:lnTo>
                  <a:lnTo>
                    <a:pt x="19965" y="26921"/>
                  </a:lnTo>
                  <a:lnTo>
                    <a:pt x="19342" y="28858"/>
                  </a:lnTo>
                  <a:lnTo>
                    <a:pt x="12655" y="27416"/>
                  </a:lnTo>
                  <a:lnTo>
                    <a:pt x="9345" y="29433"/>
                  </a:lnTo>
                  <a:lnTo>
                    <a:pt x="5463" y="33344"/>
                  </a:lnTo>
                  <a:lnTo>
                    <a:pt x="5811" y="34008"/>
                  </a:lnTo>
                  <a:lnTo>
                    <a:pt x="9301" y="32850"/>
                  </a:lnTo>
                  <a:lnTo>
                    <a:pt x="10931" y="34741"/>
                  </a:lnTo>
                  <a:lnTo>
                    <a:pt x="12211" y="37831"/>
                  </a:lnTo>
                  <a:lnTo>
                    <a:pt x="9399" y="37691"/>
                  </a:lnTo>
                  <a:lnTo>
                    <a:pt x="6124" y="35733"/>
                  </a:lnTo>
                  <a:lnTo>
                    <a:pt x="3471" y="35735"/>
                  </a:lnTo>
                  <a:lnTo>
                    <a:pt x="1641" y="31683"/>
                  </a:lnTo>
                  <a:lnTo>
                    <a:pt x="2591" y="29959"/>
                  </a:lnTo>
                  <a:lnTo>
                    <a:pt x="651" y="30560"/>
                  </a:lnTo>
                  <a:lnTo>
                    <a:pt x="0" y="26231"/>
                  </a:lnTo>
                  <a:lnTo>
                    <a:pt x="1198" y="22774"/>
                  </a:lnTo>
                  <a:lnTo>
                    <a:pt x="10451" y="11703"/>
                  </a:lnTo>
                  <a:lnTo>
                    <a:pt x="13128" y="5232"/>
                  </a:lnTo>
                  <a:lnTo>
                    <a:pt x="13316" y="4175"/>
                  </a:lnTo>
                  <a:lnTo>
                    <a:pt x="11079" y="519"/>
                  </a:lnTo>
                  <a:lnTo>
                    <a:pt x="1512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h565"/>
            <p:cNvSpPr/>
            <p:nvPr/>
          </p:nvSpPr>
          <p:spPr>
            <a:xfrm>
              <a:off x="2586648" y="3220531"/>
              <a:ext cx="48693" cy="54468"/>
            </a:xfrm>
            <a:custGeom>
              <a:avLst/>
              <a:pathLst>
                <a:path w="48693" h="54468">
                  <a:moveTo>
                    <a:pt x="30824" y="1814"/>
                  </a:moveTo>
                  <a:lnTo>
                    <a:pt x="30463" y="9561"/>
                  </a:lnTo>
                  <a:lnTo>
                    <a:pt x="34974" y="9974"/>
                  </a:lnTo>
                  <a:lnTo>
                    <a:pt x="38448" y="10753"/>
                  </a:lnTo>
                  <a:lnTo>
                    <a:pt x="38866" y="11695"/>
                  </a:lnTo>
                  <a:lnTo>
                    <a:pt x="44812" y="13756"/>
                  </a:lnTo>
                  <a:lnTo>
                    <a:pt x="46922" y="15763"/>
                  </a:lnTo>
                  <a:lnTo>
                    <a:pt x="48693" y="19128"/>
                  </a:lnTo>
                  <a:lnTo>
                    <a:pt x="46580" y="23471"/>
                  </a:lnTo>
                  <a:lnTo>
                    <a:pt x="39530" y="21188"/>
                  </a:lnTo>
                  <a:lnTo>
                    <a:pt x="38269" y="22097"/>
                  </a:lnTo>
                  <a:lnTo>
                    <a:pt x="38835" y="23274"/>
                  </a:lnTo>
                  <a:lnTo>
                    <a:pt x="37416" y="24624"/>
                  </a:lnTo>
                  <a:lnTo>
                    <a:pt x="34642" y="24620"/>
                  </a:lnTo>
                  <a:lnTo>
                    <a:pt x="31243" y="23415"/>
                  </a:lnTo>
                  <a:lnTo>
                    <a:pt x="29451" y="24689"/>
                  </a:lnTo>
                  <a:lnTo>
                    <a:pt x="29869" y="28255"/>
                  </a:lnTo>
                  <a:lnTo>
                    <a:pt x="28226" y="32164"/>
                  </a:lnTo>
                  <a:lnTo>
                    <a:pt x="30164" y="33937"/>
                  </a:lnTo>
                  <a:lnTo>
                    <a:pt x="35203" y="33863"/>
                  </a:lnTo>
                  <a:lnTo>
                    <a:pt x="38941" y="36952"/>
                  </a:lnTo>
                  <a:lnTo>
                    <a:pt x="41010" y="39646"/>
                  </a:lnTo>
                  <a:lnTo>
                    <a:pt x="39976" y="42056"/>
                  </a:lnTo>
                  <a:lnTo>
                    <a:pt x="38624" y="42387"/>
                  </a:lnTo>
                  <a:lnTo>
                    <a:pt x="31008" y="41451"/>
                  </a:lnTo>
                  <a:lnTo>
                    <a:pt x="29710" y="41920"/>
                  </a:lnTo>
                  <a:lnTo>
                    <a:pt x="28321" y="44206"/>
                  </a:lnTo>
                  <a:lnTo>
                    <a:pt x="28484" y="48378"/>
                  </a:lnTo>
                  <a:lnTo>
                    <a:pt x="27454" y="50565"/>
                  </a:lnTo>
                  <a:lnTo>
                    <a:pt x="24991" y="50613"/>
                  </a:lnTo>
                  <a:lnTo>
                    <a:pt x="24944" y="53067"/>
                  </a:lnTo>
                  <a:lnTo>
                    <a:pt x="25843" y="53328"/>
                  </a:lnTo>
                  <a:lnTo>
                    <a:pt x="25825" y="54015"/>
                  </a:lnTo>
                  <a:lnTo>
                    <a:pt x="24111" y="54468"/>
                  </a:lnTo>
                  <a:lnTo>
                    <a:pt x="9051" y="48652"/>
                  </a:lnTo>
                  <a:lnTo>
                    <a:pt x="3634" y="45856"/>
                  </a:lnTo>
                  <a:lnTo>
                    <a:pt x="528" y="46663"/>
                  </a:lnTo>
                  <a:lnTo>
                    <a:pt x="0" y="44458"/>
                  </a:lnTo>
                  <a:lnTo>
                    <a:pt x="847" y="41628"/>
                  </a:lnTo>
                  <a:lnTo>
                    <a:pt x="3507" y="40401"/>
                  </a:lnTo>
                  <a:lnTo>
                    <a:pt x="3916" y="39084"/>
                  </a:lnTo>
                  <a:lnTo>
                    <a:pt x="5592" y="35954"/>
                  </a:lnTo>
                  <a:lnTo>
                    <a:pt x="6931" y="35715"/>
                  </a:lnTo>
                  <a:lnTo>
                    <a:pt x="7680" y="36909"/>
                  </a:lnTo>
                  <a:lnTo>
                    <a:pt x="9965" y="36783"/>
                  </a:lnTo>
                  <a:lnTo>
                    <a:pt x="9726" y="29863"/>
                  </a:lnTo>
                  <a:lnTo>
                    <a:pt x="8804" y="28955"/>
                  </a:lnTo>
                  <a:lnTo>
                    <a:pt x="11603" y="30716"/>
                  </a:lnTo>
                  <a:lnTo>
                    <a:pt x="17629" y="28544"/>
                  </a:lnTo>
                  <a:lnTo>
                    <a:pt x="23508" y="22747"/>
                  </a:lnTo>
                  <a:lnTo>
                    <a:pt x="23777" y="20318"/>
                  </a:lnTo>
                  <a:lnTo>
                    <a:pt x="25568" y="18088"/>
                  </a:lnTo>
                  <a:lnTo>
                    <a:pt x="30197" y="19713"/>
                  </a:lnTo>
                  <a:lnTo>
                    <a:pt x="31114" y="19151"/>
                  </a:lnTo>
                  <a:lnTo>
                    <a:pt x="31184" y="16849"/>
                  </a:lnTo>
                  <a:lnTo>
                    <a:pt x="30904" y="16116"/>
                  </a:lnTo>
                  <a:lnTo>
                    <a:pt x="24975" y="14027"/>
                  </a:lnTo>
                  <a:lnTo>
                    <a:pt x="24474" y="9480"/>
                  </a:lnTo>
                  <a:lnTo>
                    <a:pt x="27242" y="6854"/>
                  </a:lnTo>
                  <a:lnTo>
                    <a:pt x="24920" y="4012"/>
                  </a:lnTo>
                  <a:lnTo>
                    <a:pt x="26893" y="1135"/>
                  </a:lnTo>
                  <a:lnTo>
                    <a:pt x="28629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h566"/>
            <p:cNvSpPr/>
            <p:nvPr/>
          </p:nvSpPr>
          <p:spPr>
            <a:xfrm>
              <a:off x="2561299" y="3294106"/>
              <a:ext cx="43296" cy="27884"/>
            </a:xfrm>
            <a:custGeom>
              <a:avLst/>
              <a:pathLst>
                <a:path w="43296" h="27884">
                  <a:moveTo>
                    <a:pt x="27924" y="0"/>
                  </a:moveTo>
                  <a:lnTo>
                    <a:pt x="32851" y="3245"/>
                  </a:lnTo>
                  <a:lnTo>
                    <a:pt x="37718" y="5273"/>
                  </a:lnTo>
                  <a:lnTo>
                    <a:pt x="38767" y="11118"/>
                  </a:lnTo>
                  <a:lnTo>
                    <a:pt x="41140" y="10963"/>
                  </a:lnTo>
                  <a:lnTo>
                    <a:pt x="42200" y="11652"/>
                  </a:lnTo>
                  <a:lnTo>
                    <a:pt x="42347" y="13466"/>
                  </a:lnTo>
                  <a:lnTo>
                    <a:pt x="42166" y="14812"/>
                  </a:lnTo>
                  <a:lnTo>
                    <a:pt x="43296" y="17252"/>
                  </a:lnTo>
                  <a:lnTo>
                    <a:pt x="41463" y="19918"/>
                  </a:lnTo>
                  <a:lnTo>
                    <a:pt x="37711" y="25184"/>
                  </a:lnTo>
                  <a:lnTo>
                    <a:pt x="31383" y="24709"/>
                  </a:lnTo>
                  <a:lnTo>
                    <a:pt x="25509" y="27884"/>
                  </a:lnTo>
                  <a:lnTo>
                    <a:pt x="25105" y="27585"/>
                  </a:lnTo>
                  <a:lnTo>
                    <a:pt x="24667" y="22593"/>
                  </a:lnTo>
                  <a:lnTo>
                    <a:pt x="25198" y="20346"/>
                  </a:lnTo>
                  <a:lnTo>
                    <a:pt x="28395" y="19931"/>
                  </a:lnTo>
                  <a:lnTo>
                    <a:pt x="28425" y="15155"/>
                  </a:lnTo>
                  <a:lnTo>
                    <a:pt x="27276" y="9176"/>
                  </a:lnTo>
                  <a:lnTo>
                    <a:pt x="23304" y="7083"/>
                  </a:lnTo>
                  <a:lnTo>
                    <a:pt x="21530" y="7041"/>
                  </a:lnTo>
                  <a:lnTo>
                    <a:pt x="21727" y="11560"/>
                  </a:lnTo>
                  <a:lnTo>
                    <a:pt x="16169" y="14592"/>
                  </a:lnTo>
                  <a:lnTo>
                    <a:pt x="16247" y="15628"/>
                  </a:lnTo>
                  <a:lnTo>
                    <a:pt x="19287" y="17452"/>
                  </a:lnTo>
                  <a:lnTo>
                    <a:pt x="19634" y="21648"/>
                  </a:lnTo>
                  <a:lnTo>
                    <a:pt x="11856" y="23289"/>
                  </a:lnTo>
                  <a:lnTo>
                    <a:pt x="13096" y="25307"/>
                  </a:lnTo>
                  <a:lnTo>
                    <a:pt x="3173" y="16554"/>
                  </a:lnTo>
                  <a:lnTo>
                    <a:pt x="0" y="12371"/>
                  </a:lnTo>
                  <a:lnTo>
                    <a:pt x="6885" y="10560"/>
                  </a:lnTo>
                  <a:lnTo>
                    <a:pt x="11181" y="7850"/>
                  </a:lnTo>
                  <a:lnTo>
                    <a:pt x="12704" y="10687"/>
                  </a:lnTo>
                  <a:lnTo>
                    <a:pt x="17717" y="9459"/>
                  </a:lnTo>
                  <a:lnTo>
                    <a:pt x="18659" y="5925"/>
                  </a:lnTo>
                  <a:lnTo>
                    <a:pt x="20777" y="3575"/>
                  </a:lnTo>
                  <a:lnTo>
                    <a:pt x="24588" y="2693"/>
                  </a:lnTo>
                  <a:lnTo>
                    <a:pt x="26963" y="53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h567"/>
            <p:cNvSpPr/>
            <p:nvPr/>
          </p:nvSpPr>
          <p:spPr>
            <a:xfrm>
              <a:off x="2565749" y="3269334"/>
              <a:ext cx="22677" cy="35459"/>
            </a:xfrm>
            <a:custGeom>
              <a:avLst/>
              <a:pathLst>
                <a:path w="22677" h="35459">
                  <a:moveTo>
                    <a:pt x="14789" y="696"/>
                  </a:moveTo>
                  <a:lnTo>
                    <a:pt x="15643" y="2097"/>
                  </a:lnTo>
                  <a:lnTo>
                    <a:pt x="19947" y="1136"/>
                  </a:lnTo>
                  <a:lnTo>
                    <a:pt x="21466" y="3201"/>
                  </a:lnTo>
                  <a:lnTo>
                    <a:pt x="22677" y="7869"/>
                  </a:lnTo>
                  <a:lnTo>
                    <a:pt x="20598" y="12375"/>
                  </a:lnTo>
                  <a:lnTo>
                    <a:pt x="20310" y="17347"/>
                  </a:lnTo>
                  <a:lnTo>
                    <a:pt x="21029" y="18490"/>
                  </a:lnTo>
                  <a:lnTo>
                    <a:pt x="21653" y="20724"/>
                  </a:lnTo>
                  <a:lnTo>
                    <a:pt x="20868" y="22525"/>
                  </a:lnTo>
                  <a:lnTo>
                    <a:pt x="21137" y="24673"/>
                  </a:lnTo>
                  <a:lnTo>
                    <a:pt x="22514" y="25304"/>
                  </a:lnTo>
                  <a:lnTo>
                    <a:pt x="20139" y="27465"/>
                  </a:lnTo>
                  <a:lnTo>
                    <a:pt x="16327" y="28346"/>
                  </a:lnTo>
                  <a:lnTo>
                    <a:pt x="14209" y="30697"/>
                  </a:lnTo>
                  <a:lnTo>
                    <a:pt x="13267" y="34231"/>
                  </a:lnTo>
                  <a:lnTo>
                    <a:pt x="8254" y="35459"/>
                  </a:lnTo>
                  <a:lnTo>
                    <a:pt x="6732" y="32622"/>
                  </a:lnTo>
                  <a:lnTo>
                    <a:pt x="14478" y="29341"/>
                  </a:lnTo>
                  <a:lnTo>
                    <a:pt x="7910" y="19380"/>
                  </a:lnTo>
                  <a:lnTo>
                    <a:pt x="5605" y="18009"/>
                  </a:lnTo>
                  <a:lnTo>
                    <a:pt x="1328" y="17531"/>
                  </a:lnTo>
                  <a:lnTo>
                    <a:pt x="2263" y="14159"/>
                  </a:lnTo>
                  <a:lnTo>
                    <a:pt x="2255" y="9706"/>
                  </a:lnTo>
                  <a:lnTo>
                    <a:pt x="1270" y="7303"/>
                  </a:lnTo>
                  <a:lnTo>
                    <a:pt x="216" y="6609"/>
                  </a:lnTo>
                  <a:lnTo>
                    <a:pt x="0" y="5237"/>
                  </a:lnTo>
                  <a:lnTo>
                    <a:pt x="3261" y="4473"/>
                  </a:lnTo>
                  <a:lnTo>
                    <a:pt x="4981" y="1074"/>
                  </a:lnTo>
                  <a:lnTo>
                    <a:pt x="725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h568"/>
            <p:cNvSpPr/>
            <p:nvPr/>
          </p:nvSpPr>
          <p:spPr>
            <a:xfrm>
              <a:off x="2553554" y="3143572"/>
              <a:ext cx="20538" cy="29335"/>
            </a:xfrm>
            <a:custGeom>
              <a:avLst/>
              <a:pathLst>
                <a:path w="20538" h="29335">
                  <a:moveTo>
                    <a:pt x="17005" y="6414"/>
                  </a:moveTo>
                  <a:lnTo>
                    <a:pt x="18411" y="13676"/>
                  </a:lnTo>
                  <a:lnTo>
                    <a:pt x="20538" y="17054"/>
                  </a:lnTo>
                  <a:lnTo>
                    <a:pt x="15638" y="20031"/>
                  </a:lnTo>
                  <a:lnTo>
                    <a:pt x="5087" y="23276"/>
                  </a:lnTo>
                  <a:lnTo>
                    <a:pt x="3970" y="28772"/>
                  </a:lnTo>
                  <a:lnTo>
                    <a:pt x="984" y="29335"/>
                  </a:lnTo>
                  <a:lnTo>
                    <a:pt x="0" y="24424"/>
                  </a:lnTo>
                  <a:lnTo>
                    <a:pt x="2871" y="22046"/>
                  </a:lnTo>
                  <a:lnTo>
                    <a:pt x="674" y="20785"/>
                  </a:lnTo>
                  <a:lnTo>
                    <a:pt x="718" y="18975"/>
                  </a:lnTo>
                  <a:lnTo>
                    <a:pt x="1723" y="16720"/>
                  </a:lnTo>
                  <a:lnTo>
                    <a:pt x="4510" y="15067"/>
                  </a:lnTo>
                  <a:lnTo>
                    <a:pt x="5185" y="12095"/>
                  </a:lnTo>
                  <a:lnTo>
                    <a:pt x="4743" y="8496"/>
                  </a:lnTo>
                  <a:lnTo>
                    <a:pt x="10081" y="3558"/>
                  </a:lnTo>
                  <a:lnTo>
                    <a:pt x="16600" y="956"/>
                  </a:lnTo>
                  <a:lnTo>
                    <a:pt x="1722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h569"/>
            <p:cNvSpPr/>
            <p:nvPr/>
          </p:nvSpPr>
          <p:spPr>
            <a:xfrm>
              <a:off x="2319405" y="3024404"/>
              <a:ext cx="42810" cy="58401"/>
            </a:xfrm>
            <a:custGeom>
              <a:avLst/>
              <a:pathLst>
                <a:path w="42810" h="58401">
                  <a:moveTo>
                    <a:pt x="24150" y="3346"/>
                  </a:moveTo>
                  <a:lnTo>
                    <a:pt x="29572" y="5984"/>
                  </a:lnTo>
                  <a:lnTo>
                    <a:pt x="29487" y="5040"/>
                  </a:lnTo>
                  <a:lnTo>
                    <a:pt x="33640" y="6576"/>
                  </a:lnTo>
                  <a:lnTo>
                    <a:pt x="36469" y="10707"/>
                  </a:lnTo>
                  <a:lnTo>
                    <a:pt x="37896" y="10873"/>
                  </a:lnTo>
                  <a:lnTo>
                    <a:pt x="41787" y="13217"/>
                  </a:lnTo>
                  <a:lnTo>
                    <a:pt x="42810" y="14513"/>
                  </a:lnTo>
                  <a:lnTo>
                    <a:pt x="41126" y="16070"/>
                  </a:lnTo>
                  <a:lnTo>
                    <a:pt x="40053" y="21922"/>
                  </a:lnTo>
                  <a:lnTo>
                    <a:pt x="36487" y="23797"/>
                  </a:lnTo>
                  <a:lnTo>
                    <a:pt x="35391" y="28311"/>
                  </a:lnTo>
                  <a:lnTo>
                    <a:pt x="37073" y="31774"/>
                  </a:lnTo>
                  <a:lnTo>
                    <a:pt x="37402" y="33148"/>
                  </a:lnTo>
                  <a:lnTo>
                    <a:pt x="35148" y="41318"/>
                  </a:lnTo>
                  <a:lnTo>
                    <a:pt x="32285" y="45316"/>
                  </a:lnTo>
                  <a:lnTo>
                    <a:pt x="34092" y="48205"/>
                  </a:lnTo>
                  <a:lnTo>
                    <a:pt x="33787" y="50329"/>
                  </a:lnTo>
                  <a:lnTo>
                    <a:pt x="31572" y="54764"/>
                  </a:lnTo>
                  <a:lnTo>
                    <a:pt x="30850" y="54331"/>
                  </a:lnTo>
                  <a:lnTo>
                    <a:pt x="27887" y="58401"/>
                  </a:lnTo>
                  <a:lnTo>
                    <a:pt x="24120" y="56298"/>
                  </a:lnTo>
                  <a:lnTo>
                    <a:pt x="19408" y="53508"/>
                  </a:lnTo>
                  <a:lnTo>
                    <a:pt x="16992" y="50391"/>
                  </a:lnTo>
                  <a:lnTo>
                    <a:pt x="6493" y="44132"/>
                  </a:lnTo>
                  <a:lnTo>
                    <a:pt x="4097" y="39008"/>
                  </a:lnTo>
                  <a:lnTo>
                    <a:pt x="5570" y="29402"/>
                  </a:lnTo>
                  <a:lnTo>
                    <a:pt x="4114" y="24493"/>
                  </a:lnTo>
                  <a:lnTo>
                    <a:pt x="1034" y="17383"/>
                  </a:lnTo>
                  <a:lnTo>
                    <a:pt x="271" y="16975"/>
                  </a:lnTo>
                  <a:lnTo>
                    <a:pt x="0" y="12415"/>
                  </a:lnTo>
                  <a:lnTo>
                    <a:pt x="1850" y="10359"/>
                  </a:lnTo>
                  <a:lnTo>
                    <a:pt x="923" y="7532"/>
                  </a:lnTo>
                  <a:lnTo>
                    <a:pt x="767" y="6492"/>
                  </a:lnTo>
                  <a:lnTo>
                    <a:pt x="2426" y="3428"/>
                  </a:lnTo>
                  <a:lnTo>
                    <a:pt x="5604" y="2404"/>
                  </a:lnTo>
                  <a:lnTo>
                    <a:pt x="10096" y="6211"/>
                  </a:lnTo>
                  <a:lnTo>
                    <a:pt x="10561" y="10908"/>
                  </a:lnTo>
                  <a:lnTo>
                    <a:pt x="11672" y="11170"/>
                  </a:lnTo>
                  <a:lnTo>
                    <a:pt x="19970" y="2425"/>
                  </a:lnTo>
                  <a:lnTo>
                    <a:pt x="2098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h570"/>
            <p:cNvSpPr/>
            <p:nvPr/>
          </p:nvSpPr>
          <p:spPr>
            <a:xfrm>
              <a:off x="2428745" y="3063013"/>
              <a:ext cx="17138" cy="21223"/>
            </a:xfrm>
            <a:custGeom>
              <a:avLst/>
              <a:pathLst>
                <a:path w="17138" h="21223">
                  <a:moveTo>
                    <a:pt x="12900" y="2000"/>
                  </a:moveTo>
                  <a:lnTo>
                    <a:pt x="17138" y="10575"/>
                  </a:lnTo>
                  <a:lnTo>
                    <a:pt x="14630" y="15691"/>
                  </a:lnTo>
                  <a:lnTo>
                    <a:pt x="15935" y="16620"/>
                  </a:lnTo>
                  <a:lnTo>
                    <a:pt x="15499" y="17743"/>
                  </a:lnTo>
                  <a:lnTo>
                    <a:pt x="9648" y="21223"/>
                  </a:lnTo>
                  <a:lnTo>
                    <a:pt x="5157" y="19984"/>
                  </a:lnTo>
                  <a:lnTo>
                    <a:pt x="3235" y="17674"/>
                  </a:lnTo>
                  <a:lnTo>
                    <a:pt x="1956" y="14395"/>
                  </a:lnTo>
                  <a:lnTo>
                    <a:pt x="766" y="13955"/>
                  </a:lnTo>
                  <a:lnTo>
                    <a:pt x="1056" y="13106"/>
                  </a:lnTo>
                  <a:lnTo>
                    <a:pt x="0" y="10374"/>
                  </a:lnTo>
                  <a:lnTo>
                    <a:pt x="1506" y="5476"/>
                  </a:lnTo>
                  <a:lnTo>
                    <a:pt x="3010" y="3279"/>
                  </a:lnTo>
                  <a:lnTo>
                    <a:pt x="5947" y="891"/>
                  </a:lnTo>
                  <a:lnTo>
                    <a:pt x="882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h571"/>
            <p:cNvSpPr/>
            <p:nvPr/>
          </p:nvSpPr>
          <p:spPr>
            <a:xfrm>
              <a:off x="2436540" y="3046797"/>
              <a:ext cx="39572" cy="38201"/>
            </a:xfrm>
            <a:custGeom>
              <a:avLst/>
              <a:pathLst>
                <a:path w="39572" h="38201">
                  <a:moveTo>
                    <a:pt x="32738" y="0"/>
                  </a:moveTo>
                  <a:lnTo>
                    <a:pt x="34677" y="4840"/>
                  </a:lnTo>
                  <a:lnTo>
                    <a:pt x="38776" y="11297"/>
                  </a:lnTo>
                  <a:lnTo>
                    <a:pt x="39572" y="14485"/>
                  </a:lnTo>
                  <a:lnTo>
                    <a:pt x="37311" y="14027"/>
                  </a:lnTo>
                  <a:lnTo>
                    <a:pt x="34901" y="14506"/>
                  </a:lnTo>
                  <a:lnTo>
                    <a:pt x="31175" y="17053"/>
                  </a:lnTo>
                  <a:lnTo>
                    <a:pt x="32366" y="21459"/>
                  </a:lnTo>
                  <a:lnTo>
                    <a:pt x="31787" y="26526"/>
                  </a:lnTo>
                  <a:lnTo>
                    <a:pt x="28929" y="32590"/>
                  </a:lnTo>
                  <a:lnTo>
                    <a:pt x="28282" y="32762"/>
                  </a:lnTo>
                  <a:lnTo>
                    <a:pt x="26473" y="30362"/>
                  </a:lnTo>
                  <a:lnTo>
                    <a:pt x="22690" y="35666"/>
                  </a:lnTo>
                  <a:lnTo>
                    <a:pt x="14811" y="38201"/>
                  </a:lnTo>
                  <a:lnTo>
                    <a:pt x="11093" y="35885"/>
                  </a:lnTo>
                  <a:lnTo>
                    <a:pt x="11766" y="33947"/>
                  </a:lnTo>
                  <a:lnTo>
                    <a:pt x="10446" y="32551"/>
                  </a:lnTo>
                  <a:lnTo>
                    <a:pt x="8140" y="32836"/>
                  </a:lnTo>
                  <a:lnTo>
                    <a:pt x="6836" y="31907"/>
                  </a:lnTo>
                  <a:lnTo>
                    <a:pt x="9343" y="26792"/>
                  </a:lnTo>
                  <a:lnTo>
                    <a:pt x="5106" y="18217"/>
                  </a:lnTo>
                  <a:lnTo>
                    <a:pt x="1031" y="16216"/>
                  </a:lnTo>
                  <a:lnTo>
                    <a:pt x="1897" y="12554"/>
                  </a:lnTo>
                  <a:lnTo>
                    <a:pt x="1029" y="11833"/>
                  </a:lnTo>
                  <a:lnTo>
                    <a:pt x="0" y="13061"/>
                  </a:lnTo>
                  <a:lnTo>
                    <a:pt x="248" y="9396"/>
                  </a:lnTo>
                  <a:lnTo>
                    <a:pt x="8385" y="7994"/>
                  </a:lnTo>
                  <a:lnTo>
                    <a:pt x="17099" y="12710"/>
                  </a:lnTo>
                  <a:lnTo>
                    <a:pt x="19712" y="11876"/>
                  </a:lnTo>
                  <a:lnTo>
                    <a:pt x="19619" y="9291"/>
                  </a:lnTo>
                  <a:lnTo>
                    <a:pt x="24187" y="8627"/>
                  </a:lnTo>
                  <a:lnTo>
                    <a:pt x="26169" y="6446"/>
                  </a:lnTo>
                  <a:lnTo>
                    <a:pt x="26408" y="3956"/>
                  </a:lnTo>
                  <a:lnTo>
                    <a:pt x="29234" y="411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h572"/>
            <p:cNvSpPr/>
            <p:nvPr/>
          </p:nvSpPr>
          <p:spPr>
            <a:xfrm>
              <a:off x="2518670" y="3269740"/>
              <a:ext cx="30177" cy="21097"/>
            </a:xfrm>
            <a:custGeom>
              <a:avLst/>
              <a:pathLst>
                <a:path w="30177" h="21097">
                  <a:moveTo>
                    <a:pt x="18472" y="3992"/>
                  </a:moveTo>
                  <a:lnTo>
                    <a:pt x="25455" y="4376"/>
                  </a:lnTo>
                  <a:lnTo>
                    <a:pt x="25976" y="7167"/>
                  </a:lnTo>
                  <a:lnTo>
                    <a:pt x="30177" y="8492"/>
                  </a:lnTo>
                  <a:lnTo>
                    <a:pt x="29800" y="13682"/>
                  </a:lnTo>
                  <a:lnTo>
                    <a:pt x="26928" y="15658"/>
                  </a:lnTo>
                  <a:lnTo>
                    <a:pt x="25004" y="17884"/>
                  </a:lnTo>
                  <a:lnTo>
                    <a:pt x="23481" y="18242"/>
                  </a:lnTo>
                  <a:lnTo>
                    <a:pt x="21895" y="17564"/>
                  </a:lnTo>
                  <a:lnTo>
                    <a:pt x="23063" y="15602"/>
                  </a:lnTo>
                  <a:lnTo>
                    <a:pt x="23492" y="11344"/>
                  </a:lnTo>
                  <a:lnTo>
                    <a:pt x="22050" y="10200"/>
                  </a:lnTo>
                  <a:lnTo>
                    <a:pt x="18613" y="11532"/>
                  </a:lnTo>
                  <a:lnTo>
                    <a:pt x="20434" y="12974"/>
                  </a:lnTo>
                  <a:lnTo>
                    <a:pt x="21058" y="12733"/>
                  </a:lnTo>
                  <a:lnTo>
                    <a:pt x="21447" y="14095"/>
                  </a:lnTo>
                  <a:lnTo>
                    <a:pt x="21260" y="14983"/>
                  </a:lnTo>
                  <a:lnTo>
                    <a:pt x="18672" y="17366"/>
                  </a:lnTo>
                  <a:lnTo>
                    <a:pt x="13053" y="19214"/>
                  </a:lnTo>
                  <a:lnTo>
                    <a:pt x="8789" y="18680"/>
                  </a:lnTo>
                  <a:lnTo>
                    <a:pt x="6793" y="16979"/>
                  </a:lnTo>
                  <a:lnTo>
                    <a:pt x="4000" y="16995"/>
                  </a:lnTo>
                  <a:lnTo>
                    <a:pt x="2231" y="20477"/>
                  </a:lnTo>
                  <a:lnTo>
                    <a:pt x="1794" y="21097"/>
                  </a:lnTo>
                  <a:lnTo>
                    <a:pt x="188" y="15668"/>
                  </a:lnTo>
                  <a:lnTo>
                    <a:pt x="613" y="14397"/>
                  </a:lnTo>
                  <a:lnTo>
                    <a:pt x="5187" y="10107"/>
                  </a:lnTo>
                  <a:lnTo>
                    <a:pt x="0" y="3958"/>
                  </a:lnTo>
                  <a:lnTo>
                    <a:pt x="2148" y="4634"/>
                  </a:lnTo>
                  <a:lnTo>
                    <a:pt x="10593" y="3122"/>
                  </a:lnTo>
                  <a:lnTo>
                    <a:pt x="9966" y="1830"/>
                  </a:lnTo>
                  <a:lnTo>
                    <a:pt x="10544" y="733"/>
                  </a:lnTo>
                  <a:lnTo>
                    <a:pt x="11988" y="782"/>
                  </a:lnTo>
                  <a:lnTo>
                    <a:pt x="13433" y="3640"/>
                  </a:lnTo>
                  <a:lnTo>
                    <a:pt x="14980" y="1306"/>
                  </a:lnTo>
                  <a:lnTo>
                    <a:pt x="1711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h573"/>
            <p:cNvSpPr/>
            <p:nvPr/>
          </p:nvSpPr>
          <p:spPr>
            <a:xfrm>
              <a:off x="2421915" y="3091793"/>
              <a:ext cx="21303" cy="49720"/>
            </a:xfrm>
            <a:custGeom>
              <a:avLst/>
              <a:pathLst>
                <a:path w="21303" h="49720">
                  <a:moveTo>
                    <a:pt x="18415" y="329"/>
                  </a:moveTo>
                  <a:lnTo>
                    <a:pt x="20035" y="5619"/>
                  </a:lnTo>
                  <a:lnTo>
                    <a:pt x="21198" y="6945"/>
                  </a:lnTo>
                  <a:lnTo>
                    <a:pt x="21303" y="9296"/>
                  </a:lnTo>
                  <a:lnTo>
                    <a:pt x="16273" y="14721"/>
                  </a:lnTo>
                  <a:lnTo>
                    <a:pt x="15111" y="18747"/>
                  </a:lnTo>
                  <a:lnTo>
                    <a:pt x="12402" y="22374"/>
                  </a:lnTo>
                  <a:lnTo>
                    <a:pt x="12533" y="29496"/>
                  </a:lnTo>
                  <a:lnTo>
                    <a:pt x="10641" y="35823"/>
                  </a:lnTo>
                  <a:lnTo>
                    <a:pt x="9217" y="35832"/>
                  </a:lnTo>
                  <a:lnTo>
                    <a:pt x="7739" y="34525"/>
                  </a:lnTo>
                  <a:lnTo>
                    <a:pt x="6561" y="36113"/>
                  </a:lnTo>
                  <a:lnTo>
                    <a:pt x="11107" y="40467"/>
                  </a:lnTo>
                  <a:lnTo>
                    <a:pt x="12550" y="39812"/>
                  </a:lnTo>
                  <a:lnTo>
                    <a:pt x="13638" y="41314"/>
                  </a:lnTo>
                  <a:lnTo>
                    <a:pt x="13268" y="48395"/>
                  </a:lnTo>
                  <a:lnTo>
                    <a:pt x="11625" y="49720"/>
                  </a:lnTo>
                  <a:lnTo>
                    <a:pt x="10005" y="49463"/>
                  </a:lnTo>
                  <a:lnTo>
                    <a:pt x="7532" y="47594"/>
                  </a:lnTo>
                  <a:lnTo>
                    <a:pt x="5401" y="44542"/>
                  </a:lnTo>
                  <a:lnTo>
                    <a:pt x="4303" y="40850"/>
                  </a:lnTo>
                  <a:lnTo>
                    <a:pt x="2838" y="40602"/>
                  </a:lnTo>
                  <a:lnTo>
                    <a:pt x="3281" y="39043"/>
                  </a:lnTo>
                  <a:lnTo>
                    <a:pt x="2626" y="36190"/>
                  </a:lnTo>
                  <a:lnTo>
                    <a:pt x="4134" y="30752"/>
                  </a:lnTo>
                  <a:lnTo>
                    <a:pt x="5301" y="12969"/>
                  </a:lnTo>
                  <a:lnTo>
                    <a:pt x="3019" y="11459"/>
                  </a:lnTo>
                  <a:lnTo>
                    <a:pt x="1454" y="12602"/>
                  </a:lnTo>
                  <a:lnTo>
                    <a:pt x="0" y="12230"/>
                  </a:lnTo>
                  <a:lnTo>
                    <a:pt x="741" y="10025"/>
                  </a:lnTo>
                  <a:lnTo>
                    <a:pt x="3699" y="7922"/>
                  </a:lnTo>
                  <a:lnTo>
                    <a:pt x="5788" y="8816"/>
                  </a:lnTo>
                  <a:lnTo>
                    <a:pt x="6653" y="12745"/>
                  </a:lnTo>
                  <a:lnTo>
                    <a:pt x="8229" y="13237"/>
                  </a:lnTo>
                  <a:lnTo>
                    <a:pt x="12131" y="8391"/>
                  </a:lnTo>
                  <a:lnTo>
                    <a:pt x="11929" y="5826"/>
                  </a:lnTo>
                  <a:lnTo>
                    <a:pt x="10281" y="5248"/>
                  </a:lnTo>
                  <a:lnTo>
                    <a:pt x="11205" y="2373"/>
                  </a:lnTo>
                  <a:lnTo>
                    <a:pt x="1586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h574"/>
            <p:cNvSpPr/>
            <p:nvPr/>
          </p:nvSpPr>
          <p:spPr>
            <a:xfrm>
              <a:off x="2453134" y="3088495"/>
              <a:ext cx="35622" cy="49798"/>
            </a:xfrm>
            <a:custGeom>
              <a:avLst/>
              <a:pathLst>
                <a:path w="35622" h="49798">
                  <a:moveTo>
                    <a:pt x="29790" y="1151"/>
                  </a:moveTo>
                  <a:lnTo>
                    <a:pt x="27403" y="3204"/>
                  </a:lnTo>
                  <a:lnTo>
                    <a:pt x="25868" y="1635"/>
                  </a:lnTo>
                  <a:lnTo>
                    <a:pt x="24616" y="4511"/>
                  </a:lnTo>
                  <a:lnTo>
                    <a:pt x="25491" y="7361"/>
                  </a:lnTo>
                  <a:lnTo>
                    <a:pt x="28049" y="8141"/>
                  </a:lnTo>
                  <a:lnTo>
                    <a:pt x="29293" y="10074"/>
                  </a:lnTo>
                  <a:lnTo>
                    <a:pt x="28768" y="16732"/>
                  </a:lnTo>
                  <a:lnTo>
                    <a:pt x="27687" y="18443"/>
                  </a:lnTo>
                  <a:lnTo>
                    <a:pt x="29586" y="21708"/>
                  </a:lnTo>
                  <a:lnTo>
                    <a:pt x="35622" y="23524"/>
                  </a:lnTo>
                  <a:lnTo>
                    <a:pt x="33913" y="29037"/>
                  </a:lnTo>
                  <a:lnTo>
                    <a:pt x="34207" y="34126"/>
                  </a:lnTo>
                  <a:lnTo>
                    <a:pt x="31383" y="39782"/>
                  </a:lnTo>
                  <a:lnTo>
                    <a:pt x="31483" y="48174"/>
                  </a:lnTo>
                  <a:lnTo>
                    <a:pt x="21823" y="44928"/>
                  </a:lnTo>
                  <a:lnTo>
                    <a:pt x="15128" y="47730"/>
                  </a:lnTo>
                  <a:lnTo>
                    <a:pt x="14584" y="49114"/>
                  </a:lnTo>
                  <a:lnTo>
                    <a:pt x="12926" y="49798"/>
                  </a:lnTo>
                  <a:lnTo>
                    <a:pt x="12674" y="48514"/>
                  </a:lnTo>
                  <a:lnTo>
                    <a:pt x="13770" y="46460"/>
                  </a:lnTo>
                  <a:lnTo>
                    <a:pt x="17519" y="42488"/>
                  </a:lnTo>
                  <a:lnTo>
                    <a:pt x="21125" y="41132"/>
                  </a:lnTo>
                  <a:lnTo>
                    <a:pt x="20702" y="36885"/>
                  </a:lnTo>
                  <a:lnTo>
                    <a:pt x="19451" y="35959"/>
                  </a:lnTo>
                  <a:lnTo>
                    <a:pt x="18081" y="35713"/>
                  </a:lnTo>
                  <a:lnTo>
                    <a:pt x="16443" y="38843"/>
                  </a:lnTo>
                  <a:lnTo>
                    <a:pt x="16635" y="40657"/>
                  </a:lnTo>
                  <a:lnTo>
                    <a:pt x="15947" y="41624"/>
                  </a:lnTo>
                  <a:lnTo>
                    <a:pt x="12618" y="43707"/>
                  </a:lnTo>
                  <a:lnTo>
                    <a:pt x="8553" y="44881"/>
                  </a:lnTo>
                  <a:lnTo>
                    <a:pt x="5827" y="47704"/>
                  </a:lnTo>
                  <a:lnTo>
                    <a:pt x="1737" y="48664"/>
                  </a:lnTo>
                  <a:lnTo>
                    <a:pt x="632" y="46142"/>
                  </a:lnTo>
                  <a:lnTo>
                    <a:pt x="973" y="45758"/>
                  </a:lnTo>
                  <a:lnTo>
                    <a:pt x="2951" y="45215"/>
                  </a:lnTo>
                  <a:lnTo>
                    <a:pt x="3965" y="44046"/>
                  </a:lnTo>
                  <a:lnTo>
                    <a:pt x="659" y="41679"/>
                  </a:lnTo>
                  <a:lnTo>
                    <a:pt x="0" y="39817"/>
                  </a:lnTo>
                  <a:lnTo>
                    <a:pt x="647" y="37224"/>
                  </a:lnTo>
                  <a:lnTo>
                    <a:pt x="4666" y="30515"/>
                  </a:lnTo>
                  <a:lnTo>
                    <a:pt x="4487" y="21431"/>
                  </a:lnTo>
                  <a:lnTo>
                    <a:pt x="5131" y="19510"/>
                  </a:lnTo>
                  <a:lnTo>
                    <a:pt x="9808" y="16646"/>
                  </a:lnTo>
                  <a:lnTo>
                    <a:pt x="13864" y="16335"/>
                  </a:lnTo>
                  <a:lnTo>
                    <a:pt x="16238" y="15147"/>
                  </a:lnTo>
                  <a:lnTo>
                    <a:pt x="16435" y="12055"/>
                  </a:lnTo>
                  <a:lnTo>
                    <a:pt x="15334" y="7376"/>
                  </a:lnTo>
                  <a:lnTo>
                    <a:pt x="13755" y="4435"/>
                  </a:lnTo>
                  <a:lnTo>
                    <a:pt x="19047" y="4467"/>
                  </a:lnTo>
                  <a:lnTo>
                    <a:pt x="20604" y="3186"/>
                  </a:lnTo>
                  <a:lnTo>
                    <a:pt x="19691" y="1514"/>
                  </a:lnTo>
                  <a:lnTo>
                    <a:pt x="22638" y="472"/>
                  </a:lnTo>
                  <a:lnTo>
                    <a:pt x="238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h575"/>
            <p:cNvSpPr/>
            <p:nvPr/>
          </p:nvSpPr>
          <p:spPr>
            <a:xfrm>
              <a:off x="2546320" y="3275419"/>
              <a:ext cx="21863" cy="31058"/>
            </a:xfrm>
            <a:custGeom>
              <a:avLst/>
              <a:pathLst>
                <a:path w="21863" h="31058">
                  <a:moveTo>
                    <a:pt x="19644" y="524"/>
                  </a:moveTo>
                  <a:lnTo>
                    <a:pt x="20698" y="1218"/>
                  </a:lnTo>
                  <a:lnTo>
                    <a:pt x="21683" y="3621"/>
                  </a:lnTo>
                  <a:lnTo>
                    <a:pt x="21691" y="8074"/>
                  </a:lnTo>
                  <a:lnTo>
                    <a:pt x="20757" y="11446"/>
                  </a:lnTo>
                  <a:lnTo>
                    <a:pt x="16567" y="10946"/>
                  </a:lnTo>
                  <a:lnTo>
                    <a:pt x="13505" y="11824"/>
                  </a:lnTo>
                  <a:lnTo>
                    <a:pt x="9642" y="13661"/>
                  </a:lnTo>
                  <a:lnTo>
                    <a:pt x="7180" y="16634"/>
                  </a:lnTo>
                  <a:lnTo>
                    <a:pt x="7176" y="17726"/>
                  </a:lnTo>
                  <a:lnTo>
                    <a:pt x="8090" y="21419"/>
                  </a:lnTo>
                  <a:lnTo>
                    <a:pt x="10945" y="24637"/>
                  </a:lnTo>
                  <a:lnTo>
                    <a:pt x="12357" y="24074"/>
                  </a:lnTo>
                  <a:lnTo>
                    <a:pt x="12942" y="22748"/>
                  </a:lnTo>
                  <a:lnTo>
                    <a:pt x="14899" y="23481"/>
                  </a:lnTo>
                  <a:lnTo>
                    <a:pt x="19966" y="26635"/>
                  </a:lnTo>
                  <a:lnTo>
                    <a:pt x="21863" y="29247"/>
                  </a:lnTo>
                  <a:lnTo>
                    <a:pt x="14978" y="31058"/>
                  </a:lnTo>
                  <a:lnTo>
                    <a:pt x="9161" y="24075"/>
                  </a:lnTo>
                  <a:lnTo>
                    <a:pt x="4422" y="24178"/>
                  </a:lnTo>
                  <a:lnTo>
                    <a:pt x="3069" y="22817"/>
                  </a:lnTo>
                  <a:lnTo>
                    <a:pt x="3431" y="20672"/>
                  </a:lnTo>
                  <a:lnTo>
                    <a:pt x="2793" y="16128"/>
                  </a:lnTo>
                  <a:lnTo>
                    <a:pt x="0" y="13308"/>
                  </a:lnTo>
                  <a:lnTo>
                    <a:pt x="104" y="11909"/>
                  </a:lnTo>
                  <a:lnTo>
                    <a:pt x="3260" y="12019"/>
                  </a:lnTo>
                  <a:lnTo>
                    <a:pt x="6609" y="9884"/>
                  </a:lnTo>
                  <a:lnTo>
                    <a:pt x="8627" y="7047"/>
                  </a:lnTo>
                  <a:lnTo>
                    <a:pt x="8981" y="4280"/>
                  </a:lnTo>
                  <a:lnTo>
                    <a:pt x="1890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h576"/>
            <p:cNvSpPr/>
            <p:nvPr/>
          </p:nvSpPr>
          <p:spPr>
            <a:xfrm>
              <a:off x="2580587" y="3210166"/>
              <a:ext cx="34240" cy="41081"/>
            </a:xfrm>
            <a:custGeom>
              <a:avLst/>
              <a:pathLst>
                <a:path w="34240" h="41081">
                  <a:moveTo>
                    <a:pt x="7736" y="1989"/>
                  </a:moveTo>
                  <a:lnTo>
                    <a:pt x="15917" y="7662"/>
                  </a:lnTo>
                  <a:lnTo>
                    <a:pt x="12946" y="10094"/>
                  </a:lnTo>
                  <a:lnTo>
                    <a:pt x="12966" y="12153"/>
                  </a:lnTo>
                  <a:lnTo>
                    <a:pt x="13791" y="13261"/>
                  </a:lnTo>
                  <a:lnTo>
                    <a:pt x="17043" y="16899"/>
                  </a:lnTo>
                  <a:lnTo>
                    <a:pt x="24079" y="18613"/>
                  </a:lnTo>
                  <a:lnTo>
                    <a:pt x="26388" y="20248"/>
                  </a:lnTo>
                  <a:lnTo>
                    <a:pt x="28718" y="22645"/>
                  </a:lnTo>
                  <a:lnTo>
                    <a:pt x="29158" y="24859"/>
                  </a:lnTo>
                  <a:lnTo>
                    <a:pt x="33783" y="27031"/>
                  </a:lnTo>
                  <a:lnTo>
                    <a:pt x="34240" y="28613"/>
                  </a:lnTo>
                  <a:lnTo>
                    <a:pt x="31629" y="28453"/>
                  </a:lnTo>
                  <a:lnTo>
                    <a:pt x="29838" y="30684"/>
                  </a:lnTo>
                  <a:lnTo>
                    <a:pt x="29569" y="33113"/>
                  </a:lnTo>
                  <a:lnTo>
                    <a:pt x="23690" y="38909"/>
                  </a:lnTo>
                  <a:lnTo>
                    <a:pt x="17664" y="41081"/>
                  </a:lnTo>
                  <a:lnTo>
                    <a:pt x="14865" y="39321"/>
                  </a:lnTo>
                  <a:lnTo>
                    <a:pt x="9387" y="39177"/>
                  </a:lnTo>
                  <a:lnTo>
                    <a:pt x="5769" y="36309"/>
                  </a:lnTo>
                  <a:lnTo>
                    <a:pt x="1599" y="29646"/>
                  </a:lnTo>
                  <a:lnTo>
                    <a:pt x="2104" y="25584"/>
                  </a:lnTo>
                  <a:lnTo>
                    <a:pt x="0" y="7855"/>
                  </a:lnTo>
                  <a:lnTo>
                    <a:pt x="628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h577"/>
            <p:cNvSpPr/>
            <p:nvPr/>
          </p:nvSpPr>
          <p:spPr>
            <a:xfrm>
              <a:off x="2473159" y="3159410"/>
              <a:ext cx="22817" cy="31625"/>
            </a:xfrm>
            <a:custGeom>
              <a:avLst/>
              <a:pathLst>
                <a:path w="22817" h="31625">
                  <a:moveTo>
                    <a:pt x="8259" y="3484"/>
                  </a:moveTo>
                  <a:lnTo>
                    <a:pt x="10967" y="7055"/>
                  </a:lnTo>
                  <a:lnTo>
                    <a:pt x="12864" y="4303"/>
                  </a:lnTo>
                  <a:lnTo>
                    <a:pt x="15711" y="6950"/>
                  </a:lnTo>
                  <a:lnTo>
                    <a:pt x="16039" y="8689"/>
                  </a:lnTo>
                  <a:lnTo>
                    <a:pt x="18668" y="9896"/>
                  </a:lnTo>
                  <a:lnTo>
                    <a:pt x="21123" y="10099"/>
                  </a:lnTo>
                  <a:lnTo>
                    <a:pt x="22430" y="13399"/>
                  </a:lnTo>
                  <a:lnTo>
                    <a:pt x="22817" y="19596"/>
                  </a:lnTo>
                  <a:lnTo>
                    <a:pt x="21450" y="25436"/>
                  </a:lnTo>
                  <a:lnTo>
                    <a:pt x="20476" y="25271"/>
                  </a:lnTo>
                  <a:lnTo>
                    <a:pt x="19230" y="27699"/>
                  </a:lnTo>
                  <a:lnTo>
                    <a:pt x="9560" y="31625"/>
                  </a:lnTo>
                  <a:lnTo>
                    <a:pt x="8045" y="31405"/>
                  </a:lnTo>
                  <a:lnTo>
                    <a:pt x="7295" y="29666"/>
                  </a:lnTo>
                  <a:lnTo>
                    <a:pt x="9320" y="27433"/>
                  </a:lnTo>
                  <a:lnTo>
                    <a:pt x="6040" y="24839"/>
                  </a:lnTo>
                  <a:lnTo>
                    <a:pt x="3195" y="20762"/>
                  </a:lnTo>
                  <a:lnTo>
                    <a:pt x="0" y="17701"/>
                  </a:lnTo>
                  <a:lnTo>
                    <a:pt x="2008" y="10127"/>
                  </a:lnTo>
                  <a:lnTo>
                    <a:pt x="2427" y="4073"/>
                  </a:lnTo>
                  <a:lnTo>
                    <a:pt x="4021" y="728"/>
                  </a:lnTo>
                  <a:lnTo>
                    <a:pt x="69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h578"/>
            <p:cNvSpPr/>
            <p:nvPr/>
          </p:nvSpPr>
          <p:spPr>
            <a:xfrm>
              <a:off x="2519893" y="3279941"/>
              <a:ext cx="30849" cy="22916"/>
            </a:xfrm>
            <a:custGeom>
              <a:avLst/>
              <a:pathLst>
                <a:path w="30849" h="22916">
                  <a:moveTo>
                    <a:pt x="22269" y="1143"/>
                  </a:moveTo>
                  <a:lnTo>
                    <a:pt x="21840" y="5401"/>
                  </a:lnTo>
                  <a:lnTo>
                    <a:pt x="20671" y="7364"/>
                  </a:lnTo>
                  <a:lnTo>
                    <a:pt x="22257" y="8042"/>
                  </a:lnTo>
                  <a:lnTo>
                    <a:pt x="23780" y="7683"/>
                  </a:lnTo>
                  <a:lnTo>
                    <a:pt x="25704" y="5457"/>
                  </a:lnTo>
                  <a:lnTo>
                    <a:pt x="26531" y="7387"/>
                  </a:lnTo>
                  <a:lnTo>
                    <a:pt x="26427" y="8787"/>
                  </a:lnTo>
                  <a:lnTo>
                    <a:pt x="29221" y="11606"/>
                  </a:lnTo>
                  <a:lnTo>
                    <a:pt x="29858" y="16150"/>
                  </a:lnTo>
                  <a:lnTo>
                    <a:pt x="29496" y="18296"/>
                  </a:lnTo>
                  <a:lnTo>
                    <a:pt x="30849" y="19656"/>
                  </a:lnTo>
                  <a:lnTo>
                    <a:pt x="27353" y="20573"/>
                  </a:lnTo>
                  <a:lnTo>
                    <a:pt x="25891" y="22916"/>
                  </a:lnTo>
                  <a:lnTo>
                    <a:pt x="18323" y="21453"/>
                  </a:lnTo>
                  <a:lnTo>
                    <a:pt x="0" y="15645"/>
                  </a:lnTo>
                  <a:lnTo>
                    <a:pt x="3650" y="15022"/>
                  </a:lnTo>
                  <a:lnTo>
                    <a:pt x="2866" y="11274"/>
                  </a:lnTo>
                  <a:lnTo>
                    <a:pt x="1008" y="10277"/>
                  </a:lnTo>
                  <a:lnTo>
                    <a:pt x="2777" y="6794"/>
                  </a:lnTo>
                  <a:lnTo>
                    <a:pt x="5569" y="6779"/>
                  </a:lnTo>
                  <a:lnTo>
                    <a:pt x="7566" y="8480"/>
                  </a:lnTo>
                  <a:lnTo>
                    <a:pt x="11829" y="9013"/>
                  </a:lnTo>
                  <a:lnTo>
                    <a:pt x="17449" y="7166"/>
                  </a:lnTo>
                  <a:lnTo>
                    <a:pt x="20037" y="4782"/>
                  </a:lnTo>
                  <a:lnTo>
                    <a:pt x="20223" y="3894"/>
                  </a:lnTo>
                  <a:lnTo>
                    <a:pt x="19834" y="2532"/>
                  </a:lnTo>
                  <a:lnTo>
                    <a:pt x="19210" y="2774"/>
                  </a:lnTo>
                  <a:lnTo>
                    <a:pt x="17390" y="1332"/>
                  </a:lnTo>
                  <a:lnTo>
                    <a:pt x="2082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h579"/>
            <p:cNvSpPr/>
            <p:nvPr/>
          </p:nvSpPr>
          <p:spPr>
            <a:xfrm>
              <a:off x="2473460" y="3228342"/>
              <a:ext cx="36213" cy="45115"/>
            </a:xfrm>
            <a:custGeom>
              <a:avLst/>
              <a:pathLst>
                <a:path w="36213" h="45115">
                  <a:moveTo>
                    <a:pt x="19967" y="2478"/>
                  </a:moveTo>
                  <a:lnTo>
                    <a:pt x="24225" y="1874"/>
                  </a:lnTo>
                  <a:lnTo>
                    <a:pt x="25445" y="10041"/>
                  </a:lnTo>
                  <a:lnTo>
                    <a:pt x="23979" y="12118"/>
                  </a:lnTo>
                  <a:lnTo>
                    <a:pt x="23745" y="13647"/>
                  </a:lnTo>
                  <a:lnTo>
                    <a:pt x="25327" y="15232"/>
                  </a:lnTo>
                  <a:lnTo>
                    <a:pt x="28797" y="16300"/>
                  </a:lnTo>
                  <a:lnTo>
                    <a:pt x="34073" y="14697"/>
                  </a:lnTo>
                  <a:lnTo>
                    <a:pt x="36213" y="18627"/>
                  </a:lnTo>
                  <a:lnTo>
                    <a:pt x="35623" y="43671"/>
                  </a:lnTo>
                  <a:lnTo>
                    <a:pt x="32769" y="45115"/>
                  </a:lnTo>
                  <a:lnTo>
                    <a:pt x="32068" y="42736"/>
                  </a:lnTo>
                  <a:lnTo>
                    <a:pt x="30802" y="41328"/>
                  </a:lnTo>
                  <a:lnTo>
                    <a:pt x="27709" y="40029"/>
                  </a:lnTo>
                  <a:lnTo>
                    <a:pt x="25865" y="39349"/>
                  </a:lnTo>
                  <a:lnTo>
                    <a:pt x="24493" y="34937"/>
                  </a:lnTo>
                  <a:lnTo>
                    <a:pt x="21780" y="33061"/>
                  </a:lnTo>
                  <a:lnTo>
                    <a:pt x="19311" y="35261"/>
                  </a:lnTo>
                  <a:lnTo>
                    <a:pt x="16972" y="31057"/>
                  </a:lnTo>
                  <a:lnTo>
                    <a:pt x="10745" y="28827"/>
                  </a:lnTo>
                  <a:lnTo>
                    <a:pt x="11131" y="31910"/>
                  </a:lnTo>
                  <a:lnTo>
                    <a:pt x="8174" y="31441"/>
                  </a:lnTo>
                  <a:lnTo>
                    <a:pt x="6133" y="29347"/>
                  </a:lnTo>
                  <a:lnTo>
                    <a:pt x="6597" y="26412"/>
                  </a:lnTo>
                  <a:lnTo>
                    <a:pt x="10235" y="26552"/>
                  </a:lnTo>
                  <a:lnTo>
                    <a:pt x="11445" y="23894"/>
                  </a:lnTo>
                  <a:lnTo>
                    <a:pt x="6961" y="21200"/>
                  </a:lnTo>
                  <a:lnTo>
                    <a:pt x="3491" y="17390"/>
                  </a:lnTo>
                  <a:lnTo>
                    <a:pt x="4956" y="13160"/>
                  </a:lnTo>
                  <a:lnTo>
                    <a:pt x="2163" y="12476"/>
                  </a:lnTo>
                  <a:lnTo>
                    <a:pt x="2138" y="11636"/>
                  </a:lnTo>
                  <a:lnTo>
                    <a:pt x="0" y="4083"/>
                  </a:lnTo>
                  <a:lnTo>
                    <a:pt x="1943" y="3797"/>
                  </a:lnTo>
                  <a:lnTo>
                    <a:pt x="11512" y="6608"/>
                  </a:lnTo>
                  <a:lnTo>
                    <a:pt x="15969" y="9904"/>
                  </a:lnTo>
                  <a:lnTo>
                    <a:pt x="18338" y="9129"/>
                  </a:lnTo>
                  <a:lnTo>
                    <a:pt x="17038" y="706"/>
                  </a:lnTo>
                  <a:lnTo>
                    <a:pt x="180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h580"/>
            <p:cNvSpPr/>
            <p:nvPr/>
          </p:nvSpPr>
          <p:spPr>
            <a:xfrm>
              <a:off x="2313179" y="3096269"/>
              <a:ext cx="61795" cy="84198"/>
            </a:xfrm>
            <a:custGeom>
              <a:avLst/>
              <a:pathLst>
                <a:path w="61795" h="84198">
                  <a:moveTo>
                    <a:pt x="31138" y="344"/>
                  </a:moveTo>
                  <a:lnTo>
                    <a:pt x="35949" y="5917"/>
                  </a:lnTo>
                  <a:lnTo>
                    <a:pt x="35920" y="8804"/>
                  </a:lnTo>
                  <a:lnTo>
                    <a:pt x="38717" y="9573"/>
                  </a:lnTo>
                  <a:lnTo>
                    <a:pt x="40268" y="8167"/>
                  </a:lnTo>
                  <a:lnTo>
                    <a:pt x="44557" y="6564"/>
                  </a:lnTo>
                  <a:lnTo>
                    <a:pt x="60626" y="4293"/>
                  </a:lnTo>
                  <a:lnTo>
                    <a:pt x="61098" y="4962"/>
                  </a:lnTo>
                  <a:lnTo>
                    <a:pt x="61795" y="10096"/>
                  </a:lnTo>
                  <a:lnTo>
                    <a:pt x="57873" y="14226"/>
                  </a:lnTo>
                  <a:lnTo>
                    <a:pt x="54767" y="12172"/>
                  </a:lnTo>
                  <a:lnTo>
                    <a:pt x="53833" y="9531"/>
                  </a:lnTo>
                  <a:lnTo>
                    <a:pt x="51047" y="10183"/>
                  </a:lnTo>
                  <a:lnTo>
                    <a:pt x="47349" y="13548"/>
                  </a:lnTo>
                  <a:lnTo>
                    <a:pt x="45901" y="17761"/>
                  </a:lnTo>
                  <a:lnTo>
                    <a:pt x="49549" y="24724"/>
                  </a:lnTo>
                  <a:lnTo>
                    <a:pt x="50332" y="28432"/>
                  </a:lnTo>
                  <a:lnTo>
                    <a:pt x="47049" y="35622"/>
                  </a:lnTo>
                  <a:lnTo>
                    <a:pt x="44836" y="38704"/>
                  </a:lnTo>
                  <a:lnTo>
                    <a:pt x="41094" y="39405"/>
                  </a:lnTo>
                  <a:lnTo>
                    <a:pt x="41001" y="48403"/>
                  </a:lnTo>
                  <a:lnTo>
                    <a:pt x="40461" y="51265"/>
                  </a:lnTo>
                  <a:lnTo>
                    <a:pt x="38690" y="54357"/>
                  </a:lnTo>
                  <a:lnTo>
                    <a:pt x="37787" y="60358"/>
                  </a:lnTo>
                  <a:lnTo>
                    <a:pt x="38685" y="63465"/>
                  </a:lnTo>
                  <a:lnTo>
                    <a:pt x="42191" y="67756"/>
                  </a:lnTo>
                  <a:lnTo>
                    <a:pt x="43951" y="72500"/>
                  </a:lnTo>
                  <a:lnTo>
                    <a:pt x="43591" y="77443"/>
                  </a:lnTo>
                  <a:lnTo>
                    <a:pt x="40319" y="81848"/>
                  </a:lnTo>
                  <a:lnTo>
                    <a:pt x="35478" y="84198"/>
                  </a:lnTo>
                  <a:lnTo>
                    <a:pt x="32591" y="82146"/>
                  </a:lnTo>
                  <a:lnTo>
                    <a:pt x="30609" y="79183"/>
                  </a:lnTo>
                  <a:lnTo>
                    <a:pt x="25964" y="76130"/>
                  </a:lnTo>
                  <a:lnTo>
                    <a:pt x="17552" y="73567"/>
                  </a:lnTo>
                  <a:lnTo>
                    <a:pt x="12815" y="75685"/>
                  </a:lnTo>
                  <a:lnTo>
                    <a:pt x="4883" y="70360"/>
                  </a:lnTo>
                  <a:lnTo>
                    <a:pt x="5699" y="69986"/>
                  </a:lnTo>
                  <a:lnTo>
                    <a:pt x="4107" y="68261"/>
                  </a:lnTo>
                  <a:lnTo>
                    <a:pt x="0" y="66496"/>
                  </a:lnTo>
                  <a:lnTo>
                    <a:pt x="55" y="62182"/>
                  </a:lnTo>
                  <a:lnTo>
                    <a:pt x="2020" y="57194"/>
                  </a:lnTo>
                  <a:lnTo>
                    <a:pt x="6372" y="50906"/>
                  </a:lnTo>
                  <a:lnTo>
                    <a:pt x="15158" y="44069"/>
                  </a:lnTo>
                  <a:lnTo>
                    <a:pt x="16395" y="36602"/>
                  </a:lnTo>
                  <a:lnTo>
                    <a:pt x="16880" y="23533"/>
                  </a:lnTo>
                  <a:lnTo>
                    <a:pt x="29640" y="13827"/>
                  </a:lnTo>
                  <a:lnTo>
                    <a:pt x="26092" y="7880"/>
                  </a:lnTo>
                  <a:lnTo>
                    <a:pt x="2722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h581"/>
            <p:cNvSpPr/>
            <p:nvPr/>
          </p:nvSpPr>
          <p:spPr>
            <a:xfrm>
              <a:off x="2511185" y="3135334"/>
              <a:ext cx="45240" cy="38654"/>
            </a:xfrm>
            <a:custGeom>
              <a:avLst/>
              <a:pathLst>
                <a:path w="45240" h="38654">
                  <a:moveTo>
                    <a:pt x="18069" y="389"/>
                  </a:moveTo>
                  <a:lnTo>
                    <a:pt x="18742" y="1072"/>
                  </a:lnTo>
                  <a:lnTo>
                    <a:pt x="17296" y="1077"/>
                  </a:lnTo>
                  <a:lnTo>
                    <a:pt x="16986" y="5150"/>
                  </a:lnTo>
                  <a:lnTo>
                    <a:pt x="22257" y="3803"/>
                  </a:lnTo>
                  <a:lnTo>
                    <a:pt x="22973" y="6111"/>
                  </a:lnTo>
                  <a:lnTo>
                    <a:pt x="25558" y="7886"/>
                  </a:lnTo>
                  <a:lnTo>
                    <a:pt x="27945" y="8113"/>
                  </a:lnTo>
                  <a:lnTo>
                    <a:pt x="30556" y="9579"/>
                  </a:lnTo>
                  <a:lnTo>
                    <a:pt x="35489" y="15006"/>
                  </a:lnTo>
                  <a:lnTo>
                    <a:pt x="33367" y="17960"/>
                  </a:lnTo>
                  <a:lnTo>
                    <a:pt x="35418" y="21321"/>
                  </a:lnTo>
                  <a:lnTo>
                    <a:pt x="39909" y="21982"/>
                  </a:lnTo>
                  <a:lnTo>
                    <a:pt x="41112" y="24173"/>
                  </a:lnTo>
                  <a:lnTo>
                    <a:pt x="41068" y="25620"/>
                  </a:lnTo>
                  <a:lnTo>
                    <a:pt x="43086" y="27213"/>
                  </a:lnTo>
                  <a:lnTo>
                    <a:pt x="43043" y="29023"/>
                  </a:lnTo>
                  <a:lnTo>
                    <a:pt x="45240" y="30284"/>
                  </a:lnTo>
                  <a:lnTo>
                    <a:pt x="42368" y="32662"/>
                  </a:lnTo>
                  <a:lnTo>
                    <a:pt x="39160" y="32001"/>
                  </a:lnTo>
                  <a:lnTo>
                    <a:pt x="35110" y="37288"/>
                  </a:lnTo>
                  <a:lnTo>
                    <a:pt x="31285" y="38654"/>
                  </a:lnTo>
                  <a:lnTo>
                    <a:pt x="17780" y="33750"/>
                  </a:lnTo>
                  <a:lnTo>
                    <a:pt x="11103" y="32721"/>
                  </a:lnTo>
                  <a:lnTo>
                    <a:pt x="9326" y="33416"/>
                  </a:lnTo>
                  <a:lnTo>
                    <a:pt x="6982" y="36555"/>
                  </a:lnTo>
                  <a:lnTo>
                    <a:pt x="5563" y="35774"/>
                  </a:lnTo>
                  <a:lnTo>
                    <a:pt x="3500" y="32136"/>
                  </a:lnTo>
                  <a:lnTo>
                    <a:pt x="680" y="29908"/>
                  </a:lnTo>
                  <a:lnTo>
                    <a:pt x="0" y="30121"/>
                  </a:lnTo>
                  <a:lnTo>
                    <a:pt x="2717" y="25239"/>
                  </a:lnTo>
                  <a:lnTo>
                    <a:pt x="4033" y="18400"/>
                  </a:lnTo>
                  <a:lnTo>
                    <a:pt x="4729" y="13670"/>
                  </a:lnTo>
                  <a:lnTo>
                    <a:pt x="3859" y="10534"/>
                  </a:lnTo>
                  <a:lnTo>
                    <a:pt x="3499" y="10261"/>
                  </a:lnTo>
                  <a:lnTo>
                    <a:pt x="5567" y="6146"/>
                  </a:lnTo>
                  <a:lnTo>
                    <a:pt x="10152" y="6351"/>
                  </a:lnTo>
                  <a:lnTo>
                    <a:pt x="13025" y="3437"/>
                  </a:lnTo>
                  <a:lnTo>
                    <a:pt x="12733" y="2376"/>
                  </a:lnTo>
                  <a:lnTo>
                    <a:pt x="1514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h582"/>
            <p:cNvSpPr/>
            <p:nvPr/>
          </p:nvSpPr>
          <p:spPr>
            <a:xfrm>
              <a:off x="2443762" y="3077159"/>
              <a:ext cx="32011" cy="57094"/>
            </a:xfrm>
            <a:custGeom>
              <a:avLst/>
              <a:pathLst>
                <a:path w="32011" h="57094">
                  <a:moveTo>
                    <a:pt x="21060" y="2400"/>
                  </a:moveTo>
                  <a:lnTo>
                    <a:pt x="22002" y="4337"/>
                  </a:lnTo>
                  <a:lnTo>
                    <a:pt x="28896" y="4988"/>
                  </a:lnTo>
                  <a:lnTo>
                    <a:pt x="31883" y="7722"/>
                  </a:lnTo>
                  <a:lnTo>
                    <a:pt x="32011" y="11808"/>
                  </a:lnTo>
                  <a:lnTo>
                    <a:pt x="29064" y="12849"/>
                  </a:lnTo>
                  <a:lnTo>
                    <a:pt x="29976" y="14522"/>
                  </a:lnTo>
                  <a:lnTo>
                    <a:pt x="28419" y="15803"/>
                  </a:lnTo>
                  <a:lnTo>
                    <a:pt x="23127" y="15771"/>
                  </a:lnTo>
                  <a:lnTo>
                    <a:pt x="24706" y="18712"/>
                  </a:lnTo>
                  <a:lnTo>
                    <a:pt x="25808" y="23391"/>
                  </a:lnTo>
                  <a:lnTo>
                    <a:pt x="25610" y="26482"/>
                  </a:lnTo>
                  <a:lnTo>
                    <a:pt x="23236" y="27670"/>
                  </a:lnTo>
                  <a:lnTo>
                    <a:pt x="19180" y="27981"/>
                  </a:lnTo>
                  <a:lnTo>
                    <a:pt x="14504" y="30846"/>
                  </a:lnTo>
                  <a:lnTo>
                    <a:pt x="13860" y="32767"/>
                  </a:lnTo>
                  <a:lnTo>
                    <a:pt x="14038" y="41851"/>
                  </a:lnTo>
                  <a:lnTo>
                    <a:pt x="10020" y="48559"/>
                  </a:lnTo>
                  <a:lnTo>
                    <a:pt x="9372" y="51153"/>
                  </a:lnTo>
                  <a:lnTo>
                    <a:pt x="10031" y="53014"/>
                  </a:lnTo>
                  <a:lnTo>
                    <a:pt x="13337" y="55381"/>
                  </a:lnTo>
                  <a:lnTo>
                    <a:pt x="12323" y="56550"/>
                  </a:lnTo>
                  <a:lnTo>
                    <a:pt x="10346" y="57094"/>
                  </a:lnTo>
                  <a:lnTo>
                    <a:pt x="7988" y="52239"/>
                  </a:lnTo>
                  <a:lnTo>
                    <a:pt x="3262" y="49518"/>
                  </a:lnTo>
                  <a:lnTo>
                    <a:pt x="1559" y="45464"/>
                  </a:lnTo>
                  <a:lnTo>
                    <a:pt x="0" y="38811"/>
                  </a:lnTo>
                  <a:lnTo>
                    <a:pt x="635" y="35819"/>
                  </a:lnTo>
                  <a:lnTo>
                    <a:pt x="3343" y="37505"/>
                  </a:lnTo>
                  <a:lnTo>
                    <a:pt x="5716" y="34782"/>
                  </a:lnTo>
                  <a:lnTo>
                    <a:pt x="3896" y="31282"/>
                  </a:lnTo>
                  <a:lnTo>
                    <a:pt x="6166" y="29192"/>
                  </a:lnTo>
                  <a:lnTo>
                    <a:pt x="15189" y="24360"/>
                  </a:lnTo>
                  <a:lnTo>
                    <a:pt x="14376" y="20230"/>
                  </a:lnTo>
                  <a:lnTo>
                    <a:pt x="9675" y="22240"/>
                  </a:lnTo>
                  <a:lnTo>
                    <a:pt x="7692" y="24894"/>
                  </a:lnTo>
                  <a:lnTo>
                    <a:pt x="6423" y="23146"/>
                  </a:lnTo>
                  <a:lnTo>
                    <a:pt x="6029" y="20794"/>
                  </a:lnTo>
                  <a:lnTo>
                    <a:pt x="6526" y="20367"/>
                  </a:lnTo>
                  <a:lnTo>
                    <a:pt x="7730" y="20488"/>
                  </a:lnTo>
                  <a:lnTo>
                    <a:pt x="8141" y="21283"/>
                  </a:lnTo>
                  <a:lnTo>
                    <a:pt x="9218" y="20947"/>
                  </a:lnTo>
                  <a:lnTo>
                    <a:pt x="10066" y="19280"/>
                  </a:lnTo>
                  <a:lnTo>
                    <a:pt x="9121" y="16192"/>
                  </a:lnTo>
                  <a:lnTo>
                    <a:pt x="11103" y="14619"/>
                  </a:lnTo>
                  <a:lnTo>
                    <a:pt x="9492" y="12092"/>
                  </a:lnTo>
                  <a:lnTo>
                    <a:pt x="6552" y="11328"/>
                  </a:lnTo>
                  <a:lnTo>
                    <a:pt x="7589" y="7838"/>
                  </a:lnTo>
                  <a:lnTo>
                    <a:pt x="15468" y="5304"/>
                  </a:lnTo>
                  <a:lnTo>
                    <a:pt x="1925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h583"/>
            <p:cNvSpPr/>
            <p:nvPr/>
          </p:nvSpPr>
          <p:spPr>
            <a:xfrm>
              <a:off x="2193624" y="3057995"/>
              <a:ext cx="65018" cy="75734"/>
            </a:xfrm>
            <a:custGeom>
              <a:avLst/>
              <a:pathLst>
                <a:path w="65018" h="75734">
                  <a:moveTo>
                    <a:pt x="21990" y="145"/>
                  </a:moveTo>
                  <a:lnTo>
                    <a:pt x="22633" y="1198"/>
                  </a:lnTo>
                  <a:lnTo>
                    <a:pt x="31597" y="1280"/>
                  </a:lnTo>
                  <a:lnTo>
                    <a:pt x="34322" y="4364"/>
                  </a:lnTo>
                  <a:lnTo>
                    <a:pt x="36788" y="10749"/>
                  </a:lnTo>
                  <a:lnTo>
                    <a:pt x="42283" y="13592"/>
                  </a:lnTo>
                  <a:lnTo>
                    <a:pt x="46158" y="14767"/>
                  </a:lnTo>
                  <a:lnTo>
                    <a:pt x="44230" y="16800"/>
                  </a:lnTo>
                  <a:lnTo>
                    <a:pt x="41664" y="22784"/>
                  </a:lnTo>
                  <a:lnTo>
                    <a:pt x="46977" y="27694"/>
                  </a:lnTo>
                  <a:lnTo>
                    <a:pt x="52890" y="35296"/>
                  </a:lnTo>
                  <a:lnTo>
                    <a:pt x="49411" y="40712"/>
                  </a:lnTo>
                  <a:lnTo>
                    <a:pt x="49808" y="44050"/>
                  </a:lnTo>
                  <a:lnTo>
                    <a:pt x="65018" y="53837"/>
                  </a:lnTo>
                  <a:lnTo>
                    <a:pt x="61696" y="59034"/>
                  </a:lnTo>
                  <a:lnTo>
                    <a:pt x="63373" y="63464"/>
                  </a:lnTo>
                  <a:lnTo>
                    <a:pt x="61474" y="65485"/>
                  </a:lnTo>
                  <a:lnTo>
                    <a:pt x="56278" y="69385"/>
                  </a:lnTo>
                  <a:lnTo>
                    <a:pt x="54917" y="73647"/>
                  </a:lnTo>
                  <a:lnTo>
                    <a:pt x="49378" y="75734"/>
                  </a:lnTo>
                  <a:lnTo>
                    <a:pt x="48261" y="74034"/>
                  </a:lnTo>
                  <a:lnTo>
                    <a:pt x="47614" y="73998"/>
                  </a:lnTo>
                  <a:lnTo>
                    <a:pt x="47210" y="75074"/>
                  </a:lnTo>
                  <a:lnTo>
                    <a:pt x="44268" y="74178"/>
                  </a:lnTo>
                  <a:lnTo>
                    <a:pt x="40386" y="71563"/>
                  </a:lnTo>
                  <a:lnTo>
                    <a:pt x="32012" y="71838"/>
                  </a:lnTo>
                  <a:lnTo>
                    <a:pt x="22986" y="65547"/>
                  </a:lnTo>
                  <a:lnTo>
                    <a:pt x="15366" y="61979"/>
                  </a:lnTo>
                  <a:lnTo>
                    <a:pt x="14809" y="64002"/>
                  </a:lnTo>
                  <a:lnTo>
                    <a:pt x="10957" y="62441"/>
                  </a:lnTo>
                  <a:lnTo>
                    <a:pt x="5908" y="58403"/>
                  </a:lnTo>
                  <a:lnTo>
                    <a:pt x="2647" y="57273"/>
                  </a:lnTo>
                  <a:lnTo>
                    <a:pt x="650" y="54270"/>
                  </a:lnTo>
                  <a:lnTo>
                    <a:pt x="3132" y="51767"/>
                  </a:lnTo>
                  <a:lnTo>
                    <a:pt x="9448" y="48729"/>
                  </a:lnTo>
                  <a:lnTo>
                    <a:pt x="10120" y="47768"/>
                  </a:lnTo>
                  <a:lnTo>
                    <a:pt x="9909" y="45879"/>
                  </a:lnTo>
                  <a:lnTo>
                    <a:pt x="2458" y="43339"/>
                  </a:lnTo>
                  <a:lnTo>
                    <a:pt x="291" y="43391"/>
                  </a:lnTo>
                  <a:lnTo>
                    <a:pt x="0" y="41803"/>
                  </a:lnTo>
                  <a:lnTo>
                    <a:pt x="1172" y="39902"/>
                  </a:lnTo>
                  <a:lnTo>
                    <a:pt x="3539" y="40655"/>
                  </a:lnTo>
                  <a:lnTo>
                    <a:pt x="5242" y="34484"/>
                  </a:lnTo>
                  <a:lnTo>
                    <a:pt x="5202" y="30518"/>
                  </a:lnTo>
                  <a:lnTo>
                    <a:pt x="2011" y="24877"/>
                  </a:lnTo>
                  <a:lnTo>
                    <a:pt x="3784" y="20771"/>
                  </a:lnTo>
                  <a:lnTo>
                    <a:pt x="2048" y="13434"/>
                  </a:lnTo>
                  <a:lnTo>
                    <a:pt x="2878" y="8998"/>
                  </a:lnTo>
                  <a:lnTo>
                    <a:pt x="5796" y="6219"/>
                  </a:lnTo>
                  <a:lnTo>
                    <a:pt x="7848" y="4018"/>
                  </a:lnTo>
                  <a:lnTo>
                    <a:pt x="14120" y="1349"/>
                  </a:lnTo>
                  <a:lnTo>
                    <a:pt x="1978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h584"/>
            <p:cNvSpPr/>
            <p:nvPr/>
          </p:nvSpPr>
          <p:spPr>
            <a:xfrm>
              <a:off x="2428476" y="3089888"/>
              <a:ext cx="30474" cy="44749"/>
            </a:xfrm>
            <a:custGeom>
              <a:avLst/>
              <a:pathLst>
                <a:path w="30474" h="44749">
                  <a:moveTo>
                    <a:pt x="19138" y="0"/>
                  </a:moveTo>
                  <a:lnTo>
                    <a:pt x="24406" y="3462"/>
                  </a:lnTo>
                  <a:lnTo>
                    <a:pt x="25351" y="6551"/>
                  </a:lnTo>
                  <a:lnTo>
                    <a:pt x="24503" y="8218"/>
                  </a:lnTo>
                  <a:lnTo>
                    <a:pt x="23426" y="8554"/>
                  </a:lnTo>
                  <a:lnTo>
                    <a:pt x="23016" y="7759"/>
                  </a:lnTo>
                  <a:lnTo>
                    <a:pt x="21812" y="7638"/>
                  </a:lnTo>
                  <a:lnTo>
                    <a:pt x="21315" y="8065"/>
                  </a:lnTo>
                  <a:lnTo>
                    <a:pt x="21708" y="10417"/>
                  </a:lnTo>
                  <a:lnTo>
                    <a:pt x="22978" y="12165"/>
                  </a:lnTo>
                  <a:lnTo>
                    <a:pt x="24960" y="9511"/>
                  </a:lnTo>
                  <a:lnTo>
                    <a:pt x="29661" y="7501"/>
                  </a:lnTo>
                  <a:lnTo>
                    <a:pt x="30474" y="11631"/>
                  </a:lnTo>
                  <a:lnTo>
                    <a:pt x="21451" y="16463"/>
                  </a:lnTo>
                  <a:lnTo>
                    <a:pt x="19181" y="18553"/>
                  </a:lnTo>
                  <a:lnTo>
                    <a:pt x="21002" y="22053"/>
                  </a:lnTo>
                  <a:lnTo>
                    <a:pt x="18629" y="24776"/>
                  </a:lnTo>
                  <a:lnTo>
                    <a:pt x="15920" y="23090"/>
                  </a:lnTo>
                  <a:lnTo>
                    <a:pt x="15285" y="26082"/>
                  </a:lnTo>
                  <a:lnTo>
                    <a:pt x="16845" y="32735"/>
                  </a:lnTo>
                  <a:lnTo>
                    <a:pt x="18548" y="36788"/>
                  </a:lnTo>
                  <a:lnTo>
                    <a:pt x="23274" y="39510"/>
                  </a:lnTo>
                  <a:lnTo>
                    <a:pt x="25631" y="44365"/>
                  </a:lnTo>
                  <a:lnTo>
                    <a:pt x="25290" y="44749"/>
                  </a:lnTo>
                  <a:lnTo>
                    <a:pt x="13611" y="41262"/>
                  </a:lnTo>
                  <a:lnTo>
                    <a:pt x="8523" y="38692"/>
                  </a:lnTo>
                  <a:lnTo>
                    <a:pt x="5778" y="39338"/>
                  </a:lnTo>
                  <a:lnTo>
                    <a:pt x="5988" y="41717"/>
                  </a:lnTo>
                  <a:lnTo>
                    <a:pt x="4546" y="42372"/>
                  </a:lnTo>
                  <a:lnTo>
                    <a:pt x="0" y="38018"/>
                  </a:lnTo>
                  <a:lnTo>
                    <a:pt x="1178" y="36430"/>
                  </a:lnTo>
                  <a:lnTo>
                    <a:pt x="2656" y="37737"/>
                  </a:lnTo>
                  <a:lnTo>
                    <a:pt x="4080" y="37728"/>
                  </a:lnTo>
                  <a:lnTo>
                    <a:pt x="5971" y="31401"/>
                  </a:lnTo>
                  <a:lnTo>
                    <a:pt x="5841" y="24279"/>
                  </a:lnTo>
                  <a:lnTo>
                    <a:pt x="8550" y="20652"/>
                  </a:lnTo>
                  <a:lnTo>
                    <a:pt x="9711" y="16625"/>
                  </a:lnTo>
                  <a:lnTo>
                    <a:pt x="14741" y="11201"/>
                  </a:lnTo>
                  <a:lnTo>
                    <a:pt x="14636" y="8850"/>
                  </a:lnTo>
                  <a:lnTo>
                    <a:pt x="13473" y="7523"/>
                  </a:lnTo>
                  <a:lnTo>
                    <a:pt x="11854" y="2234"/>
                  </a:lnTo>
                  <a:lnTo>
                    <a:pt x="11942" y="122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h585"/>
            <p:cNvSpPr/>
            <p:nvPr/>
          </p:nvSpPr>
          <p:spPr>
            <a:xfrm>
              <a:off x="2545324" y="3181493"/>
              <a:ext cx="29784" cy="24442"/>
            </a:xfrm>
            <a:custGeom>
              <a:avLst/>
              <a:pathLst>
                <a:path w="29784" h="24442">
                  <a:moveTo>
                    <a:pt x="19770" y="3317"/>
                  </a:moveTo>
                  <a:lnTo>
                    <a:pt x="21187" y="4966"/>
                  </a:lnTo>
                  <a:lnTo>
                    <a:pt x="20108" y="7086"/>
                  </a:lnTo>
                  <a:lnTo>
                    <a:pt x="20877" y="11259"/>
                  </a:lnTo>
                  <a:lnTo>
                    <a:pt x="24627" y="11780"/>
                  </a:lnTo>
                  <a:lnTo>
                    <a:pt x="26413" y="13695"/>
                  </a:lnTo>
                  <a:lnTo>
                    <a:pt x="29711" y="19987"/>
                  </a:lnTo>
                  <a:lnTo>
                    <a:pt x="29784" y="20571"/>
                  </a:lnTo>
                  <a:lnTo>
                    <a:pt x="26081" y="22319"/>
                  </a:lnTo>
                  <a:lnTo>
                    <a:pt x="25351" y="23461"/>
                  </a:lnTo>
                  <a:lnTo>
                    <a:pt x="24528" y="24442"/>
                  </a:lnTo>
                  <a:lnTo>
                    <a:pt x="19654" y="23348"/>
                  </a:lnTo>
                  <a:lnTo>
                    <a:pt x="15613" y="23868"/>
                  </a:lnTo>
                  <a:lnTo>
                    <a:pt x="8867" y="23667"/>
                  </a:lnTo>
                  <a:lnTo>
                    <a:pt x="9072" y="19591"/>
                  </a:lnTo>
                  <a:lnTo>
                    <a:pt x="11313" y="13220"/>
                  </a:lnTo>
                  <a:lnTo>
                    <a:pt x="8788" y="6313"/>
                  </a:lnTo>
                  <a:lnTo>
                    <a:pt x="5293" y="7355"/>
                  </a:lnTo>
                  <a:lnTo>
                    <a:pt x="0" y="5788"/>
                  </a:lnTo>
                  <a:lnTo>
                    <a:pt x="4517" y="1223"/>
                  </a:lnTo>
                  <a:lnTo>
                    <a:pt x="70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h586"/>
            <p:cNvSpPr/>
            <p:nvPr/>
          </p:nvSpPr>
          <p:spPr>
            <a:xfrm>
              <a:off x="2288762" y="3166629"/>
              <a:ext cx="71168" cy="69729"/>
            </a:xfrm>
            <a:custGeom>
              <a:avLst/>
              <a:pathLst>
                <a:path w="71168" h="69729">
                  <a:moveTo>
                    <a:pt x="37232" y="5324"/>
                  </a:moveTo>
                  <a:lnTo>
                    <a:pt x="41969" y="3206"/>
                  </a:lnTo>
                  <a:lnTo>
                    <a:pt x="50381" y="5770"/>
                  </a:lnTo>
                  <a:lnTo>
                    <a:pt x="55026" y="8823"/>
                  </a:lnTo>
                  <a:lnTo>
                    <a:pt x="57008" y="11786"/>
                  </a:lnTo>
                  <a:lnTo>
                    <a:pt x="59895" y="13837"/>
                  </a:lnTo>
                  <a:lnTo>
                    <a:pt x="64736" y="11487"/>
                  </a:lnTo>
                  <a:lnTo>
                    <a:pt x="68008" y="7082"/>
                  </a:lnTo>
                  <a:lnTo>
                    <a:pt x="69975" y="9900"/>
                  </a:lnTo>
                  <a:lnTo>
                    <a:pt x="69520" y="15406"/>
                  </a:lnTo>
                  <a:lnTo>
                    <a:pt x="69781" y="16792"/>
                  </a:lnTo>
                  <a:lnTo>
                    <a:pt x="68154" y="19172"/>
                  </a:lnTo>
                  <a:lnTo>
                    <a:pt x="70303" y="23159"/>
                  </a:lnTo>
                  <a:lnTo>
                    <a:pt x="66953" y="24973"/>
                  </a:lnTo>
                  <a:lnTo>
                    <a:pt x="67477" y="32132"/>
                  </a:lnTo>
                  <a:lnTo>
                    <a:pt x="71071" y="32471"/>
                  </a:lnTo>
                  <a:lnTo>
                    <a:pt x="71168" y="33177"/>
                  </a:lnTo>
                  <a:lnTo>
                    <a:pt x="68403" y="36895"/>
                  </a:lnTo>
                  <a:lnTo>
                    <a:pt x="66176" y="43424"/>
                  </a:lnTo>
                  <a:lnTo>
                    <a:pt x="67656" y="46072"/>
                  </a:lnTo>
                  <a:lnTo>
                    <a:pt x="67993" y="48587"/>
                  </a:lnTo>
                  <a:lnTo>
                    <a:pt x="66894" y="52111"/>
                  </a:lnTo>
                  <a:lnTo>
                    <a:pt x="64357" y="54537"/>
                  </a:lnTo>
                  <a:lnTo>
                    <a:pt x="64491" y="55973"/>
                  </a:lnTo>
                  <a:lnTo>
                    <a:pt x="62391" y="62411"/>
                  </a:lnTo>
                  <a:lnTo>
                    <a:pt x="60094" y="63126"/>
                  </a:lnTo>
                  <a:lnTo>
                    <a:pt x="59413" y="64199"/>
                  </a:lnTo>
                  <a:lnTo>
                    <a:pt x="63723" y="67708"/>
                  </a:lnTo>
                  <a:lnTo>
                    <a:pt x="61550" y="69532"/>
                  </a:lnTo>
                  <a:lnTo>
                    <a:pt x="60142" y="69729"/>
                  </a:lnTo>
                  <a:lnTo>
                    <a:pt x="53401" y="67434"/>
                  </a:lnTo>
                  <a:lnTo>
                    <a:pt x="53359" y="68276"/>
                  </a:lnTo>
                  <a:lnTo>
                    <a:pt x="46444" y="66631"/>
                  </a:lnTo>
                  <a:lnTo>
                    <a:pt x="4646" y="51275"/>
                  </a:lnTo>
                  <a:lnTo>
                    <a:pt x="2597" y="46739"/>
                  </a:lnTo>
                  <a:lnTo>
                    <a:pt x="0" y="44309"/>
                  </a:lnTo>
                  <a:lnTo>
                    <a:pt x="5778" y="36033"/>
                  </a:lnTo>
                  <a:lnTo>
                    <a:pt x="3953" y="30911"/>
                  </a:lnTo>
                  <a:lnTo>
                    <a:pt x="4579" y="29379"/>
                  </a:lnTo>
                  <a:lnTo>
                    <a:pt x="6410" y="27411"/>
                  </a:lnTo>
                  <a:lnTo>
                    <a:pt x="11944" y="24751"/>
                  </a:lnTo>
                  <a:lnTo>
                    <a:pt x="9346" y="19392"/>
                  </a:lnTo>
                  <a:lnTo>
                    <a:pt x="11802" y="12737"/>
                  </a:lnTo>
                  <a:lnTo>
                    <a:pt x="15153" y="15120"/>
                  </a:lnTo>
                  <a:lnTo>
                    <a:pt x="19858" y="15536"/>
                  </a:lnTo>
                  <a:lnTo>
                    <a:pt x="21748" y="12204"/>
                  </a:lnTo>
                  <a:lnTo>
                    <a:pt x="22447" y="9933"/>
                  </a:lnTo>
                  <a:lnTo>
                    <a:pt x="19904" y="10427"/>
                  </a:lnTo>
                  <a:lnTo>
                    <a:pt x="22637" y="913"/>
                  </a:lnTo>
                  <a:lnTo>
                    <a:pt x="2929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h587"/>
            <p:cNvSpPr/>
            <p:nvPr/>
          </p:nvSpPr>
          <p:spPr>
            <a:xfrm>
              <a:off x="2377923" y="3194275"/>
              <a:ext cx="57182" cy="65361"/>
            </a:xfrm>
            <a:custGeom>
              <a:avLst/>
              <a:pathLst>
                <a:path w="57182" h="65361">
                  <a:moveTo>
                    <a:pt x="21177" y="419"/>
                  </a:moveTo>
                  <a:lnTo>
                    <a:pt x="24582" y="3953"/>
                  </a:lnTo>
                  <a:lnTo>
                    <a:pt x="26224" y="6898"/>
                  </a:lnTo>
                  <a:lnTo>
                    <a:pt x="28989" y="6438"/>
                  </a:lnTo>
                  <a:lnTo>
                    <a:pt x="30225" y="9607"/>
                  </a:lnTo>
                  <a:lnTo>
                    <a:pt x="36573" y="17386"/>
                  </a:lnTo>
                  <a:lnTo>
                    <a:pt x="40000" y="23163"/>
                  </a:lnTo>
                  <a:lnTo>
                    <a:pt x="43742" y="24383"/>
                  </a:lnTo>
                  <a:lnTo>
                    <a:pt x="44774" y="22829"/>
                  </a:lnTo>
                  <a:lnTo>
                    <a:pt x="51204" y="20844"/>
                  </a:lnTo>
                  <a:lnTo>
                    <a:pt x="53735" y="21128"/>
                  </a:lnTo>
                  <a:lnTo>
                    <a:pt x="51531" y="24988"/>
                  </a:lnTo>
                  <a:lnTo>
                    <a:pt x="57182" y="33457"/>
                  </a:lnTo>
                  <a:lnTo>
                    <a:pt x="52648" y="34297"/>
                  </a:lnTo>
                  <a:lnTo>
                    <a:pt x="52066" y="39460"/>
                  </a:lnTo>
                  <a:lnTo>
                    <a:pt x="48280" y="39832"/>
                  </a:lnTo>
                  <a:lnTo>
                    <a:pt x="46618" y="41928"/>
                  </a:lnTo>
                  <a:lnTo>
                    <a:pt x="48442" y="47183"/>
                  </a:lnTo>
                  <a:lnTo>
                    <a:pt x="52568" y="49147"/>
                  </a:lnTo>
                  <a:lnTo>
                    <a:pt x="47073" y="57696"/>
                  </a:lnTo>
                  <a:lnTo>
                    <a:pt x="43983" y="61108"/>
                  </a:lnTo>
                  <a:lnTo>
                    <a:pt x="47756" y="62792"/>
                  </a:lnTo>
                  <a:lnTo>
                    <a:pt x="47973" y="64908"/>
                  </a:lnTo>
                  <a:lnTo>
                    <a:pt x="42997" y="65361"/>
                  </a:lnTo>
                  <a:lnTo>
                    <a:pt x="38644" y="63436"/>
                  </a:lnTo>
                  <a:lnTo>
                    <a:pt x="35179" y="64224"/>
                  </a:lnTo>
                  <a:lnTo>
                    <a:pt x="35059" y="64815"/>
                  </a:lnTo>
                  <a:lnTo>
                    <a:pt x="21257" y="60813"/>
                  </a:lnTo>
                  <a:lnTo>
                    <a:pt x="8871" y="56044"/>
                  </a:lnTo>
                  <a:lnTo>
                    <a:pt x="9402" y="55762"/>
                  </a:lnTo>
                  <a:lnTo>
                    <a:pt x="8468" y="54401"/>
                  </a:lnTo>
                  <a:lnTo>
                    <a:pt x="5694" y="52361"/>
                  </a:lnTo>
                  <a:lnTo>
                    <a:pt x="2354" y="51545"/>
                  </a:lnTo>
                  <a:lnTo>
                    <a:pt x="503" y="47264"/>
                  </a:lnTo>
                  <a:lnTo>
                    <a:pt x="0" y="43680"/>
                  </a:lnTo>
                  <a:lnTo>
                    <a:pt x="3012" y="36797"/>
                  </a:lnTo>
                  <a:lnTo>
                    <a:pt x="6554" y="36634"/>
                  </a:lnTo>
                  <a:lnTo>
                    <a:pt x="9521" y="35223"/>
                  </a:lnTo>
                  <a:lnTo>
                    <a:pt x="6144" y="33052"/>
                  </a:lnTo>
                  <a:lnTo>
                    <a:pt x="9578" y="28047"/>
                  </a:lnTo>
                  <a:lnTo>
                    <a:pt x="10094" y="18802"/>
                  </a:lnTo>
                  <a:lnTo>
                    <a:pt x="22329" y="12040"/>
                  </a:lnTo>
                  <a:lnTo>
                    <a:pt x="16477" y="6482"/>
                  </a:lnTo>
                  <a:lnTo>
                    <a:pt x="1894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h588"/>
            <p:cNvSpPr/>
            <p:nvPr/>
          </p:nvSpPr>
          <p:spPr>
            <a:xfrm>
              <a:off x="2255098" y="3072586"/>
              <a:ext cx="87721" cy="94957"/>
            </a:xfrm>
            <a:custGeom>
              <a:avLst/>
              <a:pathLst>
                <a:path w="87721" h="94957">
                  <a:moveTo>
                    <a:pt x="60220" y="1421"/>
                  </a:moveTo>
                  <a:lnTo>
                    <a:pt x="61710" y="1260"/>
                  </a:lnTo>
                  <a:lnTo>
                    <a:pt x="65068" y="654"/>
                  </a:lnTo>
                  <a:lnTo>
                    <a:pt x="66787" y="3915"/>
                  </a:lnTo>
                  <a:lnTo>
                    <a:pt x="69596" y="6631"/>
                  </a:lnTo>
                  <a:lnTo>
                    <a:pt x="72794" y="9282"/>
                  </a:lnTo>
                  <a:lnTo>
                    <a:pt x="74560" y="8342"/>
                  </a:lnTo>
                  <a:lnTo>
                    <a:pt x="77830" y="11531"/>
                  </a:lnTo>
                  <a:lnTo>
                    <a:pt x="76492" y="12499"/>
                  </a:lnTo>
                  <a:lnTo>
                    <a:pt x="75291" y="15653"/>
                  </a:lnTo>
                  <a:lnTo>
                    <a:pt x="76874" y="19217"/>
                  </a:lnTo>
                  <a:lnTo>
                    <a:pt x="77848" y="20014"/>
                  </a:lnTo>
                  <a:lnTo>
                    <a:pt x="78903" y="19611"/>
                  </a:lnTo>
                  <a:lnTo>
                    <a:pt x="79087" y="17805"/>
                  </a:lnTo>
                  <a:lnTo>
                    <a:pt x="80943" y="16524"/>
                  </a:lnTo>
                  <a:lnTo>
                    <a:pt x="83187" y="18549"/>
                  </a:lnTo>
                  <a:lnTo>
                    <a:pt x="85303" y="23683"/>
                  </a:lnTo>
                  <a:lnTo>
                    <a:pt x="84172" y="31564"/>
                  </a:lnTo>
                  <a:lnTo>
                    <a:pt x="87721" y="37510"/>
                  </a:lnTo>
                  <a:lnTo>
                    <a:pt x="74960" y="47216"/>
                  </a:lnTo>
                  <a:lnTo>
                    <a:pt x="74475" y="60285"/>
                  </a:lnTo>
                  <a:lnTo>
                    <a:pt x="73238" y="67752"/>
                  </a:lnTo>
                  <a:lnTo>
                    <a:pt x="64452" y="74589"/>
                  </a:lnTo>
                  <a:lnTo>
                    <a:pt x="60100" y="80877"/>
                  </a:lnTo>
                  <a:lnTo>
                    <a:pt x="58135" y="85865"/>
                  </a:lnTo>
                  <a:lnTo>
                    <a:pt x="58080" y="90179"/>
                  </a:lnTo>
                  <a:lnTo>
                    <a:pt x="62187" y="91944"/>
                  </a:lnTo>
                  <a:lnTo>
                    <a:pt x="63779" y="93669"/>
                  </a:lnTo>
                  <a:lnTo>
                    <a:pt x="62963" y="94043"/>
                  </a:lnTo>
                  <a:lnTo>
                    <a:pt x="56300" y="94957"/>
                  </a:lnTo>
                  <a:lnTo>
                    <a:pt x="51077" y="90020"/>
                  </a:lnTo>
                  <a:lnTo>
                    <a:pt x="46375" y="88118"/>
                  </a:lnTo>
                  <a:lnTo>
                    <a:pt x="42540" y="81960"/>
                  </a:lnTo>
                  <a:lnTo>
                    <a:pt x="36211" y="84112"/>
                  </a:lnTo>
                  <a:lnTo>
                    <a:pt x="36800" y="88568"/>
                  </a:lnTo>
                  <a:lnTo>
                    <a:pt x="29425" y="91909"/>
                  </a:lnTo>
                  <a:lnTo>
                    <a:pt x="24431" y="75269"/>
                  </a:lnTo>
                  <a:lnTo>
                    <a:pt x="26550" y="69400"/>
                  </a:lnTo>
                  <a:lnTo>
                    <a:pt x="19289" y="67796"/>
                  </a:lnTo>
                  <a:lnTo>
                    <a:pt x="17152" y="62235"/>
                  </a:lnTo>
                  <a:lnTo>
                    <a:pt x="17262" y="60333"/>
                  </a:lnTo>
                  <a:lnTo>
                    <a:pt x="14624" y="56100"/>
                  </a:lnTo>
                  <a:lnTo>
                    <a:pt x="6701" y="51679"/>
                  </a:lnTo>
                  <a:lnTo>
                    <a:pt x="0" y="50894"/>
                  </a:lnTo>
                  <a:lnTo>
                    <a:pt x="1898" y="48873"/>
                  </a:lnTo>
                  <a:lnTo>
                    <a:pt x="222" y="44444"/>
                  </a:lnTo>
                  <a:lnTo>
                    <a:pt x="3544" y="39247"/>
                  </a:lnTo>
                  <a:lnTo>
                    <a:pt x="5746" y="40479"/>
                  </a:lnTo>
                  <a:lnTo>
                    <a:pt x="10557" y="40649"/>
                  </a:lnTo>
                  <a:lnTo>
                    <a:pt x="12498" y="38579"/>
                  </a:lnTo>
                  <a:lnTo>
                    <a:pt x="14320" y="37700"/>
                  </a:lnTo>
                  <a:lnTo>
                    <a:pt x="18229" y="41018"/>
                  </a:lnTo>
                  <a:lnTo>
                    <a:pt x="34302" y="44644"/>
                  </a:lnTo>
                  <a:lnTo>
                    <a:pt x="37115" y="39258"/>
                  </a:lnTo>
                  <a:lnTo>
                    <a:pt x="37466" y="34980"/>
                  </a:lnTo>
                  <a:lnTo>
                    <a:pt x="40695" y="32159"/>
                  </a:lnTo>
                  <a:lnTo>
                    <a:pt x="43600" y="31920"/>
                  </a:lnTo>
                  <a:lnTo>
                    <a:pt x="45099" y="29463"/>
                  </a:lnTo>
                  <a:lnTo>
                    <a:pt x="44474" y="20898"/>
                  </a:lnTo>
                  <a:lnTo>
                    <a:pt x="46727" y="19681"/>
                  </a:lnTo>
                  <a:lnTo>
                    <a:pt x="47934" y="17977"/>
                  </a:lnTo>
                  <a:lnTo>
                    <a:pt x="49348" y="13308"/>
                  </a:lnTo>
                  <a:lnTo>
                    <a:pt x="47958" y="9505"/>
                  </a:lnTo>
                  <a:lnTo>
                    <a:pt x="48220" y="8041"/>
                  </a:lnTo>
                  <a:lnTo>
                    <a:pt x="50406" y="7652"/>
                  </a:lnTo>
                  <a:lnTo>
                    <a:pt x="51179" y="4513"/>
                  </a:lnTo>
                  <a:lnTo>
                    <a:pt x="50787" y="4745"/>
                  </a:lnTo>
                  <a:lnTo>
                    <a:pt x="51436" y="3178"/>
                  </a:lnTo>
                  <a:lnTo>
                    <a:pt x="5517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h589"/>
            <p:cNvSpPr/>
            <p:nvPr/>
          </p:nvSpPr>
          <p:spPr>
            <a:xfrm>
              <a:off x="2434671" y="3040993"/>
              <a:ext cx="28277" cy="18514"/>
            </a:xfrm>
            <a:custGeom>
              <a:avLst/>
              <a:pathLst>
                <a:path w="28277" h="18514">
                  <a:moveTo>
                    <a:pt x="9713" y="4288"/>
                  </a:moveTo>
                  <a:lnTo>
                    <a:pt x="11627" y="5367"/>
                  </a:lnTo>
                  <a:lnTo>
                    <a:pt x="15272" y="5670"/>
                  </a:lnTo>
                  <a:lnTo>
                    <a:pt x="19502" y="9442"/>
                  </a:lnTo>
                  <a:lnTo>
                    <a:pt x="22705" y="9409"/>
                  </a:lnTo>
                  <a:lnTo>
                    <a:pt x="25724" y="6922"/>
                  </a:lnTo>
                  <a:lnTo>
                    <a:pt x="26872" y="7496"/>
                  </a:lnTo>
                  <a:lnTo>
                    <a:pt x="28277" y="9760"/>
                  </a:lnTo>
                  <a:lnTo>
                    <a:pt x="28038" y="12250"/>
                  </a:lnTo>
                  <a:lnTo>
                    <a:pt x="26056" y="14431"/>
                  </a:lnTo>
                  <a:lnTo>
                    <a:pt x="21488" y="15095"/>
                  </a:lnTo>
                  <a:lnTo>
                    <a:pt x="21581" y="17680"/>
                  </a:lnTo>
                  <a:lnTo>
                    <a:pt x="18969" y="18514"/>
                  </a:lnTo>
                  <a:lnTo>
                    <a:pt x="10255" y="13798"/>
                  </a:lnTo>
                  <a:lnTo>
                    <a:pt x="2118" y="15200"/>
                  </a:lnTo>
                  <a:lnTo>
                    <a:pt x="0" y="11737"/>
                  </a:lnTo>
                  <a:lnTo>
                    <a:pt x="658" y="8355"/>
                  </a:lnTo>
                  <a:lnTo>
                    <a:pt x="518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h590"/>
            <p:cNvSpPr/>
            <p:nvPr/>
          </p:nvSpPr>
          <p:spPr>
            <a:xfrm>
              <a:off x="2541544" y="3205160"/>
              <a:ext cx="21630" cy="33019"/>
            </a:xfrm>
            <a:custGeom>
              <a:avLst/>
              <a:pathLst>
                <a:path w="21630" h="33019">
                  <a:moveTo>
                    <a:pt x="19393" y="200"/>
                  </a:moveTo>
                  <a:lnTo>
                    <a:pt x="21630" y="3857"/>
                  </a:lnTo>
                  <a:lnTo>
                    <a:pt x="21442" y="4914"/>
                  </a:lnTo>
                  <a:lnTo>
                    <a:pt x="18765" y="11385"/>
                  </a:lnTo>
                  <a:lnTo>
                    <a:pt x="9512" y="22455"/>
                  </a:lnTo>
                  <a:lnTo>
                    <a:pt x="8314" y="25913"/>
                  </a:lnTo>
                  <a:lnTo>
                    <a:pt x="8965" y="30241"/>
                  </a:lnTo>
                  <a:lnTo>
                    <a:pt x="8659" y="30849"/>
                  </a:lnTo>
                  <a:lnTo>
                    <a:pt x="421" y="33019"/>
                  </a:lnTo>
                  <a:lnTo>
                    <a:pt x="0" y="32390"/>
                  </a:lnTo>
                  <a:lnTo>
                    <a:pt x="3655" y="30544"/>
                  </a:lnTo>
                  <a:lnTo>
                    <a:pt x="4412" y="28364"/>
                  </a:lnTo>
                  <a:lnTo>
                    <a:pt x="4024" y="25377"/>
                  </a:lnTo>
                  <a:lnTo>
                    <a:pt x="2471" y="22832"/>
                  </a:lnTo>
                  <a:lnTo>
                    <a:pt x="1950" y="16515"/>
                  </a:lnTo>
                  <a:lnTo>
                    <a:pt x="2592" y="13156"/>
                  </a:lnTo>
                  <a:lnTo>
                    <a:pt x="6406" y="9135"/>
                  </a:lnTo>
                  <a:lnTo>
                    <a:pt x="6050" y="7576"/>
                  </a:lnTo>
                  <a:lnTo>
                    <a:pt x="8190" y="3434"/>
                  </a:lnTo>
                  <a:lnTo>
                    <a:pt x="9788" y="2015"/>
                  </a:lnTo>
                  <a:lnTo>
                    <a:pt x="11662" y="1708"/>
                  </a:lnTo>
                  <a:lnTo>
                    <a:pt x="1264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h591"/>
            <p:cNvSpPr/>
            <p:nvPr/>
          </p:nvSpPr>
          <p:spPr>
            <a:xfrm>
              <a:off x="2399642" y="3057396"/>
              <a:ext cx="55223" cy="52064"/>
            </a:xfrm>
            <a:custGeom>
              <a:avLst/>
              <a:pathLst>
                <a:path w="55223" h="52064">
                  <a:moveTo>
                    <a:pt x="8328" y="0"/>
                  </a:moveTo>
                  <a:lnTo>
                    <a:pt x="12003" y="4007"/>
                  </a:lnTo>
                  <a:lnTo>
                    <a:pt x="15218" y="5956"/>
                  </a:lnTo>
                  <a:lnTo>
                    <a:pt x="15698" y="6939"/>
                  </a:lnTo>
                  <a:lnTo>
                    <a:pt x="14800" y="12344"/>
                  </a:lnTo>
                  <a:lnTo>
                    <a:pt x="16943" y="18636"/>
                  </a:lnTo>
                  <a:lnTo>
                    <a:pt x="16229" y="19443"/>
                  </a:lnTo>
                  <a:lnTo>
                    <a:pt x="16479" y="21014"/>
                  </a:lnTo>
                  <a:lnTo>
                    <a:pt x="17915" y="22257"/>
                  </a:lnTo>
                  <a:lnTo>
                    <a:pt x="19138" y="22309"/>
                  </a:lnTo>
                  <a:lnTo>
                    <a:pt x="19625" y="15587"/>
                  </a:lnTo>
                  <a:lnTo>
                    <a:pt x="21812" y="13669"/>
                  </a:lnTo>
                  <a:lnTo>
                    <a:pt x="27016" y="16345"/>
                  </a:lnTo>
                  <a:lnTo>
                    <a:pt x="29870" y="19573"/>
                  </a:lnTo>
                  <a:lnTo>
                    <a:pt x="31059" y="20013"/>
                  </a:lnTo>
                  <a:lnTo>
                    <a:pt x="32339" y="23292"/>
                  </a:lnTo>
                  <a:lnTo>
                    <a:pt x="34261" y="25601"/>
                  </a:lnTo>
                  <a:lnTo>
                    <a:pt x="38752" y="26840"/>
                  </a:lnTo>
                  <a:lnTo>
                    <a:pt x="44602" y="23360"/>
                  </a:lnTo>
                  <a:lnTo>
                    <a:pt x="45038" y="22237"/>
                  </a:lnTo>
                  <a:lnTo>
                    <a:pt x="47345" y="21952"/>
                  </a:lnTo>
                  <a:lnTo>
                    <a:pt x="48665" y="23348"/>
                  </a:lnTo>
                  <a:lnTo>
                    <a:pt x="47991" y="25286"/>
                  </a:lnTo>
                  <a:lnTo>
                    <a:pt x="51709" y="27602"/>
                  </a:lnTo>
                  <a:lnTo>
                    <a:pt x="50672" y="31091"/>
                  </a:lnTo>
                  <a:lnTo>
                    <a:pt x="53612" y="31856"/>
                  </a:lnTo>
                  <a:lnTo>
                    <a:pt x="55223" y="34383"/>
                  </a:lnTo>
                  <a:lnTo>
                    <a:pt x="53241" y="35955"/>
                  </a:lnTo>
                  <a:lnTo>
                    <a:pt x="47973" y="32492"/>
                  </a:lnTo>
                  <a:lnTo>
                    <a:pt x="40777" y="33718"/>
                  </a:lnTo>
                  <a:lnTo>
                    <a:pt x="40688" y="34726"/>
                  </a:lnTo>
                  <a:lnTo>
                    <a:pt x="38137" y="34397"/>
                  </a:lnTo>
                  <a:lnTo>
                    <a:pt x="33478" y="36770"/>
                  </a:lnTo>
                  <a:lnTo>
                    <a:pt x="32553" y="39645"/>
                  </a:lnTo>
                  <a:lnTo>
                    <a:pt x="34202" y="40224"/>
                  </a:lnTo>
                  <a:lnTo>
                    <a:pt x="34403" y="42789"/>
                  </a:lnTo>
                  <a:lnTo>
                    <a:pt x="30501" y="47634"/>
                  </a:lnTo>
                  <a:lnTo>
                    <a:pt x="28926" y="47142"/>
                  </a:lnTo>
                  <a:lnTo>
                    <a:pt x="28061" y="43213"/>
                  </a:lnTo>
                  <a:lnTo>
                    <a:pt x="25971" y="42319"/>
                  </a:lnTo>
                  <a:lnTo>
                    <a:pt x="23013" y="44422"/>
                  </a:lnTo>
                  <a:lnTo>
                    <a:pt x="22272" y="46627"/>
                  </a:lnTo>
                  <a:lnTo>
                    <a:pt x="20397" y="50149"/>
                  </a:lnTo>
                  <a:lnTo>
                    <a:pt x="12681" y="52064"/>
                  </a:lnTo>
                  <a:lnTo>
                    <a:pt x="11216" y="51354"/>
                  </a:lnTo>
                  <a:lnTo>
                    <a:pt x="9528" y="48162"/>
                  </a:lnTo>
                  <a:lnTo>
                    <a:pt x="15499" y="46657"/>
                  </a:lnTo>
                  <a:lnTo>
                    <a:pt x="20783" y="46394"/>
                  </a:lnTo>
                  <a:lnTo>
                    <a:pt x="21001" y="44311"/>
                  </a:lnTo>
                  <a:lnTo>
                    <a:pt x="16355" y="42790"/>
                  </a:lnTo>
                  <a:lnTo>
                    <a:pt x="8002" y="44844"/>
                  </a:lnTo>
                  <a:lnTo>
                    <a:pt x="816" y="47659"/>
                  </a:lnTo>
                  <a:lnTo>
                    <a:pt x="0" y="46056"/>
                  </a:lnTo>
                  <a:lnTo>
                    <a:pt x="4442" y="39115"/>
                  </a:lnTo>
                  <a:lnTo>
                    <a:pt x="3332" y="38085"/>
                  </a:lnTo>
                  <a:lnTo>
                    <a:pt x="709" y="37796"/>
                  </a:lnTo>
                  <a:lnTo>
                    <a:pt x="110" y="35623"/>
                  </a:lnTo>
                  <a:lnTo>
                    <a:pt x="4030" y="29922"/>
                  </a:lnTo>
                  <a:lnTo>
                    <a:pt x="4136" y="28190"/>
                  </a:lnTo>
                  <a:lnTo>
                    <a:pt x="3482" y="26480"/>
                  </a:lnTo>
                  <a:lnTo>
                    <a:pt x="6644" y="26083"/>
                  </a:lnTo>
                  <a:lnTo>
                    <a:pt x="8309" y="23630"/>
                  </a:lnTo>
                  <a:lnTo>
                    <a:pt x="9015" y="21242"/>
                  </a:lnTo>
                  <a:lnTo>
                    <a:pt x="8714" y="19878"/>
                  </a:lnTo>
                  <a:lnTo>
                    <a:pt x="10553" y="17569"/>
                  </a:lnTo>
                  <a:lnTo>
                    <a:pt x="3162" y="10000"/>
                  </a:lnTo>
                  <a:lnTo>
                    <a:pt x="2128" y="6640"/>
                  </a:lnTo>
                  <a:lnTo>
                    <a:pt x="3007" y="4758"/>
                  </a:lnTo>
                  <a:lnTo>
                    <a:pt x="3052" y="156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h592"/>
            <p:cNvSpPr/>
            <p:nvPr/>
          </p:nvSpPr>
          <p:spPr>
            <a:xfrm>
              <a:off x="2490419" y="3187541"/>
              <a:ext cx="35898" cy="43280"/>
            </a:xfrm>
            <a:custGeom>
              <a:avLst/>
              <a:pathLst>
                <a:path w="35898" h="43280">
                  <a:moveTo>
                    <a:pt x="8622" y="423"/>
                  </a:moveTo>
                  <a:lnTo>
                    <a:pt x="10565" y="1751"/>
                  </a:lnTo>
                  <a:lnTo>
                    <a:pt x="10756" y="4386"/>
                  </a:lnTo>
                  <a:lnTo>
                    <a:pt x="12561" y="6180"/>
                  </a:lnTo>
                  <a:lnTo>
                    <a:pt x="16407" y="7148"/>
                  </a:lnTo>
                  <a:lnTo>
                    <a:pt x="20885" y="7308"/>
                  </a:lnTo>
                  <a:lnTo>
                    <a:pt x="27613" y="9129"/>
                  </a:lnTo>
                  <a:lnTo>
                    <a:pt x="29978" y="13583"/>
                  </a:lnTo>
                  <a:lnTo>
                    <a:pt x="29369" y="14312"/>
                  </a:lnTo>
                  <a:lnTo>
                    <a:pt x="31415" y="18965"/>
                  </a:lnTo>
                  <a:lnTo>
                    <a:pt x="35898" y="23904"/>
                  </a:lnTo>
                  <a:lnTo>
                    <a:pt x="33937" y="30340"/>
                  </a:lnTo>
                  <a:lnTo>
                    <a:pt x="26541" y="36389"/>
                  </a:lnTo>
                  <a:lnTo>
                    <a:pt x="17503" y="36918"/>
                  </a:lnTo>
                  <a:lnTo>
                    <a:pt x="16552" y="38169"/>
                  </a:lnTo>
                  <a:lnTo>
                    <a:pt x="16195" y="41786"/>
                  </a:lnTo>
                  <a:lnTo>
                    <a:pt x="13538" y="39208"/>
                  </a:lnTo>
                  <a:lnTo>
                    <a:pt x="7266" y="42676"/>
                  </a:lnTo>
                  <a:lnTo>
                    <a:pt x="3008" y="43280"/>
                  </a:lnTo>
                  <a:lnTo>
                    <a:pt x="1139" y="40801"/>
                  </a:lnTo>
                  <a:lnTo>
                    <a:pt x="359" y="40260"/>
                  </a:lnTo>
                  <a:lnTo>
                    <a:pt x="1224" y="37748"/>
                  </a:lnTo>
                  <a:lnTo>
                    <a:pt x="984" y="34211"/>
                  </a:lnTo>
                  <a:lnTo>
                    <a:pt x="4187" y="30752"/>
                  </a:lnTo>
                  <a:lnTo>
                    <a:pt x="5746" y="25121"/>
                  </a:lnTo>
                  <a:lnTo>
                    <a:pt x="1681" y="22859"/>
                  </a:lnTo>
                  <a:lnTo>
                    <a:pt x="0" y="13861"/>
                  </a:lnTo>
                  <a:lnTo>
                    <a:pt x="1105" y="8095"/>
                  </a:lnTo>
                  <a:lnTo>
                    <a:pt x="2549" y="3576"/>
                  </a:lnTo>
                  <a:lnTo>
                    <a:pt x="3858" y="1710"/>
                  </a:lnTo>
                  <a:lnTo>
                    <a:pt x="6629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h593"/>
            <p:cNvSpPr/>
            <p:nvPr/>
          </p:nvSpPr>
          <p:spPr>
            <a:xfrm>
              <a:off x="2330390" y="3080703"/>
              <a:ext cx="19610" cy="15910"/>
            </a:xfrm>
            <a:custGeom>
              <a:avLst/>
              <a:pathLst>
                <a:path w="19610" h="15910">
                  <a:moveTo>
                    <a:pt x="16903" y="2102"/>
                  </a:moveTo>
                  <a:lnTo>
                    <a:pt x="18421" y="2885"/>
                  </a:lnTo>
                  <a:lnTo>
                    <a:pt x="18347" y="4904"/>
                  </a:lnTo>
                  <a:lnTo>
                    <a:pt x="19405" y="7153"/>
                  </a:lnTo>
                  <a:lnTo>
                    <a:pt x="19610" y="9696"/>
                  </a:lnTo>
                  <a:lnTo>
                    <a:pt x="18530" y="9689"/>
                  </a:lnTo>
                  <a:lnTo>
                    <a:pt x="17628" y="8092"/>
                  </a:lnTo>
                  <a:lnTo>
                    <a:pt x="15892" y="7276"/>
                  </a:lnTo>
                  <a:lnTo>
                    <a:pt x="15118" y="11598"/>
                  </a:lnTo>
                  <a:lnTo>
                    <a:pt x="16042" y="11404"/>
                  </a:lnTo>
                  <a:lnTo>
                    <a:pt x="16333" y="12500"/>
                  </a:lnTo>
                  <a:lnTo>
                    <a:pt x="13927" y="15910"/>
                  </a:lnTo>
                  <a:lnTo>
                    <a:pt x="10012" y="15566"/>
                  </a:lnTo>
                  <a:lnTo>
                    <a:pt x="7896" y="10432"/>
                  </a:lnTo>
                  <a:lnTo>
                    <a:pt x="5652" y="8407"/>
                  </a:lnTo>
                  <a:lnTo>
                    <a:pt x="3796" y="9688"/>
                  </a:lnTo>
                  <a:lnTo>
                    <a:pt x="3612" y="11494"/>
                  </a:lnTo>
                  <a:lnTo>
                    <a:pt x="2557" y="11897"/>
                  </a:lnTo>
                  <a:lnTo>
                    <a:pt x="1583" y="11100"/>
                  </a:lnTo>
                  <a:lnTo>
                    <a:pt x="0" y="7536"/>
                  </a:lnTo>
                  <a:lnTo>
                    <a:pt x="1201" y="4382"/>
                  </a:lnTo>
                  <a:lnTo>
                    <a:pt x="2539" y="3414"/>
                  </a:lnTo>
                  <a:lnTo>
                    <a:pt x="3418" y="5203"/>
                  </a:lnTo>
                  <a:lnTo>
                    <a:pt x="7218" y="8232"/>
                  </a:lnTo>
                  <a:lnTo>
                    <a:pt x="11480" y="3112"/>
                  </a:lnTo>
                  <a:lnTo>
                    <a:pt x="1313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h594"/>
            <p:cNvSpPr/>
            <p:nvPr/>
          </p:nvSpPr>
          <p:spPr>
            <a:xfrm>
              <a:off x="2555322" y="3230118"/>
              <a:ext cx="28062" cy="19362"/>
            </a:xfrm>
            <a:custGeom>
              <a:avLst/>
              <a:pathLst>
                <a:path w="28062" h="19362">
                  <a:moveTo>
                    <a:pt x="17647" y="666"/>
                  </a:moveTo>
                  <a:lnTo>
                    <a:pt x="21380" y="4847"/>
                  </a:lnTo>
                  <a:lnTo>
                    <a:pt x="23776" y="9625"/>
                  </a:lnTo>
                  <a:lnTo>
                    <a:pt x="28062" y="15068"/>
                  </a:lnTo>
                  <a:lnTo>
                    <a:pt x="26121" y="17911"/>
                  </a:lnTo>
                  <a:lnTo>
                    <a:pt x="24114" y="14400"/>
                  </a:lnTo>
                  <a:lnTo>
                    <a:pt x="13780" y="19362"/>
                  </a:lnTo>
                  <a:lnTo>
                    <a:pt x="9412" y="17435"/>
                  </a:lnTo>
                  <a:lnTo>
                    <a:pt x="6882" y="17647"/>
                  </a:lnTo>
                  <a:lnTo>
                    <a:pt x="6747" y="12555"/>
                  </a:lnTo>
                  <a:lnTo>
                    <a:pt x="5467" y="9465"/>
                  </a:lnTo>
                  <a:lnTo>
                    <a:pt x="3837" y="7573"/>
                  </a:lnTo>
                  <a:lnTo>
                    <a:pt x="347" y="8732"/>
                  </a:lnTo>
                  <a:lnTo>
                    <a:pt x="0" y="8068"/>
                  </a:lnTo>
                  <a:lnTo>
                    <a:pt x="3881" y="4157"/>
                  </a:lnTo>
                  <a:lnTo>
                    <a:pt x="7191" y="2140"/>
                  </a:lnTo>
                  <a:lnTo>
                    <a:pt x="13878" y="3582"/>
                  </a:lnTo>
                  <a:lnTo>
                    <a:pt x="14501" y="1644"/>
                  </a:lnTo>
                  <a:lnTo>
                    <a:pt x="1622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h595"/>
            <p:cNvSpPr/>
            <p:nvPr/>
          </p:nvSpPr>
          <p:spPr>
            <a:xfrm>
              <a:off x="2553497" y="3286366"/>
              <a:ext cx="26730" cy="18301"/>
            </a:xfrm>
            <a:custGeom>
              <a:avLst/>
              <a:pathLst>
                <a:path w="26730" h="18301">
                  <a:moveTo>
                    <a:pt x="13580" y="500"/>
                  </a:moveTo>
                  <a:lnTo>
                    <a:pt x="17856" y="977"/>
                  </a:lnTo>
                  <a:lnTo>
                    <a:pt x="20162" y="2348"/>
                  </a:lnTo>
                  <a:lnTo>
                    <a:pt x="26730" y="12309"/>
                  </a:lnTo>
                  <a:lnTo>
                    <a:pt x="18984" y="15590"/>
                  </a:lnTo>
                  <a:lnTo>
                    <a:pt x="14687" y="18301"/>
                  </a:lnTo>
                  <a:lnTo>
                    <a:pt x="12790" y="15688"/>
                  </a:lnTo>
                  <a:lnTo>
                    <a:pt x="7722" y="12535"/>
                  </a:lnTo>
                  <a:lnTo>
                    <a:pt x="5766" y="11801"/>
                  </a:lnTo>
                  <a:lnTo>
                    <a:pt x="5180" y="13127"/>
                  </a:lnTo>
                  <a:lnTo>
                    <a:pt x="3768" y="13690"/>
                  </a:lnTo>
                  <a:lnTo>
                    <a:pt x="913" y="10473"/>
                  </a:lnTo>
                  <a:lnTo>
                    <a:pt x="0" y="6779"/>
                  </a:lnTo>
                  <a:lnTo>
                    <a:pt x="3" y="5688"/>
                  </a:lnTo>
                  <a:lnTo>
                    <a:pt x="2465" y="2714"/>
                  </a:lnTo>
                  <a:lnTo>
                    <a:pt x="6329" y="877"/>
                  </a:lnTo>
                  <a:lnTo>
                    <a:pt x="939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h596"/>
            <p:cNvSpPr/>
            <p:nvPr/>
          </p:nvSpPr>
          <p:spPr>
            <a:xfrm>
              <a:off x="2576527" y="3161452"/>
              <a:ext cx="11691" cy="16734"/>
            </a:xfrm>
            <a:custGeom>
              <a:avLst/>
              <a:pathLst>
                <a:path w="11691" h="16734">
                  <a:moveTo>
                    <a:pt x="10445" y="2971"/>
                  </a:moveTo>
                  <a:lnTo>
                    <a:pt x="11691" y="8643"/>
                  </a:lnTo>
                  <a:lnTo>
                    <a:pt x="9412" y="8977"/>
                  </a:lnTo>
                  <a:lnTo>
                    <a:pt x="7923" y="10467"/>
                  </a:lnTo>
                  <a:lnTo>
                    <a:pt x="9800" y="15697"/>
                  </a:lnTo>
                  <a:lnTo>
                    <a:pt x="8099" y="16734"/>
                  </a:lnTo>
                  <a:lnTo>
                    <a:pt x="1267" y="10305"/>
                  </a:lnTo>
                  <a:lnTo>
                    <a:pt x="459" y="8923"/>
                  </a:lnTo>
                  <a:lnTo>
                    <a:pt x="943" y="7096"/>
                  </a:lnTo>
                  <a:lnTo>
                    <a:pt x="1906" y="6705"/>
                  </a:lnTo>
                  <a:lnTo>
                    <a:pt x="0" y="2331"/>
                  </a:lnTo>
                  <a:lnTo>
                    <a:pt x="3594" y="2110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h597"/>
            <p:cNvSpPr/>
            <p:nvPr/>
          </p:nvSpPr>
          <p:spPr>
            <a:xfrm>
              <a:off x="2342121" y="3227854"/>
              <a:ext cx="45204" cy="22466"/>
            </a:xfrm>
            <a:custGeom>
              <a:avLst/>
              <a:pathLst>
                <a:path w="45204" h="22466">
                  <a:moveTo>
                    <a:pt x="13982" y="0"/>
                  </a:moveTo>
                  <a:lnTo>
                    <a:pt x="19643" y="3142"/>
                  </a:lnTo>
                  <a:lnTo>
                    <a:pt x="24672" y="4656"/>
                  </a:lnTo>
                  <a:lnTo>
                    <a:pt x="26967" y="5819"/>
                  </a:lnTo>
                  <a:lnTo>
                    <a:pt x="27112" y="10004"/>
                  </a:lnTo>
                  <a:lnTo>
                    <a:pt x="30045" y="12751"/>
                  </a:lnTo>
                  <a:lnTo>
                    <a:pt x="35178" y="14227"/>
                  </a:lnTo>
                  <a:lnTo>
                    <a:pt x="36306" y="13685"/>
                  </a:lnTo>
                  <a:lnTo>
                    <a:pt x="38156" y="17966"/>
                  </a:lnTo>
                  <a:lnTo>
                    <a:pt x="41496" y="18782"/>
                  </a:lnTo>
                  <a:lnTo>
                    <a:pt x="44270" y="20822"/>
                  </a:lnTo>
                  <a:lnTo>
                    <a:pt x="45204" y="22183"/>
                  </a:lnTo>
                  <a:lnTo>
                    <a:pt x="44673" y="22466"/>
                  </a:lnTo>
                  <a:lnTo>
                    <a:pt x="0" y="7051"/>
                  </a:lnTo>
                  <a:lnTo>
                    <a:pt x="41" y="6209"/>
                  </a:lnTo>
                  <a:lnTo>
                    <a:pt x="6782" y="8504"/>
                  </a:lnTo>
                  <a:lnTo>
                    <a:pt x="8191" y="8307"/>
                  </a:lnTo>
                  <a:lnTo>
                    <a:pt x="10364" y="6483"/>
                  </a:lnTo>
                  <a:lnTo>
                    <a:pt x="6054" y="2974"/>
                  </a:lnTo>
                  <a:lnTo>
                    <a:pt x="6734" y="1901"/>
                  </a:lnTo>
                  <a:lnTo>
                    <a:pt x="9032" y="1187"/>
                  </a:lnTo>
                  <a:lnTo>
                    <a:pt x="8737" y="2260"/>
                  </a:lnTo>
                  <a:lnTo>
                    <a:pt x="12073" y="2361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h598"/>
            <p:cNvSpPr/>
            <p:nvPr/>
          </p:nvSpPr>
          <p:spPr>
            <a:xfrm>
              <a:off x="2464823" y="3060825"/>
              <a:ext cx="29066" cy="24099"/>
            </a:xfrm>
            <a:custGeom>
              <a:avLst/>
              <a:pathLst>
                <a:path w="29066" h="24099">
                  <a:moveTo>
                    <a:pt x="9029" y="0"/>
                  </a:moveTo>
                  <a:lnTo>
                    <a:pt x="11290" y="457"/>
                  </a:lnTo>
                  <a:lnTo>
                    <a:pt x="13017" y="1142"/>
                  </a:lnTo>
                  <a:lnTo>
                    <a:pt x="15077" y="4728"/>
                  </a:lnTo>
                  <a:lnTo>
                    <a:pt x="16345" y="5320"/>
                  </a:lnTo>
                  <a:lnTo>
                    <a:pt x="20532" y="11612"/>
                  </a:lnTo>
                  <a:lnTo>
                    <a:pt x="29066" y="13099"/>
                  </a:lnTo>
                  <a:lnTo>
                    <a:pt x="25416" y="17447"/>
                  </a:lnTo>
                  <a:lnTo>
                    <a:pt x="20145" y="17846"/>
                  </a:lnTo>
                  <a:lnTo>
                    <a:pt x="14987" y="19790"/>
                  </a:lnTo>
                  <a:lnTo>
                    <a:pt x="13147" y="23065"/>
                  </a:lnTo>
                  <a:lnTo>
                    <a:pt x="11884" y="24099"/>
                  </a:lnTo>
                  <a:lnTo>
                    <a:pt x="10822" y="24057"/>
                  </a:lnTo>
                  <a:lnTo>
                    <a:pt x="7836" y="21322"/>
                  </a:lnTo>
                  <a:lnTo>
                    <a:pt x="941" y="20672"/>
                  </a:lnTo>
                  <a:lnTo>
                    <a:pt x="0" y="18734"/>
                  </a:lnTo>
                  <a:lnTo>
                    <a:pt x="647" y="18562"/>
                  </a:lnTo>
                  <a:lnTo>
                    <a:pt x="3504" y="12498"/>
                  </a:lnTo>
                  <a:lnTo>
                    <a:pt x="4083" y="7431"/>
                  </a:lnTo>
                  <a:lnTo>
                    <a:pt x="2892" y="3025"/>
                  </a:lnTo>
                  <a:lnTo>
                    <a:pt x="6619" y="47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h599"/>
            <p:cNvSpPr/>
            <p:nvPr/>
          </p:nvSpPr>
          <p:spPr>
            <a:xfrm>
              <a:off x="2439856" y="3035077"/>
              <a:ext cx="29422" cy="15832"/>
            </a:xfrm>
            <a:custGeom>
              <a:avLst/>
              <a:pathLst>
                <a:path w="29422" h="15832">
                  <a:moveTo>
                    <a:pt x="8721" y="1726"/>
                  </a:moveTo>
                  <a:lnTo>
                    <a:pt x="12218" y="7692"/>
                  </a:lnTo>
                  <a:lnTo>
                    <a:pt x="13334" y="7162"/>
                  </a:lnTo>
                  <a:lnTo>
                    <a:pt x="13105" y="5551"/>
                  </a:lnTo>
                  <a:lnTo>
                    <a:pt x="13626" y="5228"/>
                  </a:lnTo>
                  <a:lnTo>
                    <a:pt x="16908" y="5406"/>
                  </a:lnTo>
                  <a:lnTo>
                    <a:pt x="18033" y="5811"/>
                  </a:lnTo>
                  <a:lnTo>
                    <a:pt x="17959" y="6464"/>
                  </a:lnTo>
                  <a:lnTo>
                    <a:pt x="18017" y="7836"/>
                  </a:lnTo>
                  <a:lnTo>
                    <a:pt x="19262" y="9396"/>
                  </a:lnTo>
                  <a:lnTo>
                    <a:pt x="23149" y="10706"/>
                  </a:lnTo>
                  <a:lnTo>
                    <a:pt x="27792" y="7456"/>
                  </a:lnTo>
                  <a:lnTo>
                    <a:pt x="29422" y="11719"/>
                  </a:lnTo>
                  <a:lnTo>
                    <a:pt x="25918" y="15832"/>
                  </a:lnTo>
                  <a:lnTo>
                    <a:pt x="23092" y="15676"/>
                  </a:lnTo>
                  <a:lnTo>
                    <a:pt x="21686" y="13412"/>
                  </a:lnTo>
                  <a:lnTo>
                    <a:pt x="20539" y="12838"/>
                  </a:lnTo>
                  <a:lnTo>
                    <a:pt x="17519" y="15325"/>
                  </a:lnTo>
                  <a:lnTo>
                    <a:pt x="14317" y="15358"/>
                  </a:lnTo>
                  <a:lnTo>
                    <a:pt x="10087" y="11586"/>
                  </a:lnTo>
                  <a:lnTo>
                    <a:pt x="6442" y="11283"/>
                  </a:lnTo>
                  <a:lnTo>
                    <a:pt x="4528" y="10204"/>
                  </a:lnTo>
                  <a:lnTo>
                    <a:pt x="0" y="5915"/>
                  </a:lnTo>
                  <a:lnTo>
                    <a:pt x="3877" y="6141"/>
                  </a:lnTo>
                  <a:lnTo>
                    <a:pt x="6740" y="8825"/>
                  </a:lnTo>
                  <a:lnTo>
                    <a:pt x="7639" y="8635"/>
                  </a:lnTo>
                  <a:lnTo>
                    <a:pt x="3309" y="2107"/>
                  </a:lnTo>
                  <a:lnTo>
                    <a:pt x="465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h600"/>
            <p:cNvSpPr/>
            <p:nvPr/>
          </p:nvSpPr>
          <p:spPr>
            <a:xfrm>
              <a:off x="2520757" y="3185440"/>
              <a:ext cx="13332" cy="17628"/>
            </a:xfrm>
            <a:custGeom>
              <a:avLst/>
              <a:pathLst>
                <a:path w="13332" h="17628">
                  <a:moveTo>
                    <a:pt x="12525" y="6685"/>
                  </a:moveTo>
                  <a:lnTo>
                    <a:pt x="13332" y="9936"/>
                  </a:lnTo>
                  <a:lnTo>
                    <a:pt x="11754" y="13044"/>
                  </a:lnTo>
                  <a:lnTo>
                    <a:pt x="11853" y="14988"/>
                  </a:lnTo>
                  <a:lnTo>
                    <a:pt x="11347" y="17201"/>
                  </a:lnTo>
                  <a:lnTo>
                    <a:pt x="9817" y="17628"/>
                  </a:lnTo>
                  <a:lnTo>
                    <a:pt x="6680" y="14382"/>
                  </a:lnTo>
                  <a:lnTo>
                    <a:pt x="4192" y="13398"/>
                  </a:lnTo>
                  <a:lnTo>
                    <a:pt x="637" y="14333"/>
                  </a:lnTo>
                  <a:lnTo>
                    <a:pt x="0" y="12142"/>
                  </a:lnTo>
                  <a:lnTo>
                    <a:pt x="1502" y="3960"/>
                  </a:lnTo>
                  <a:lnTo>
                    <a:pt x="4268" y="0"/>
                  </a:lnTo>
                  <a:lnTo>
                    <a:pt x="6731" y="15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h601"/>
            <p:cNvSpPr/>
            <p:nvPr/>
          </p:nvSpPr>
          <p:spPr>
            <a:xfrm>
              <a:off x="2475646" y="3071608"/>
              <a:ext cx="43761" cy="67332"/>
            </a:xfrm>
            <a:custGeom>
              <a:avLst/>
              <a:pathLst>
                <a:path w="43761" h="67332">
                  <a:moveTo>
                    <a:pt x="32959" y="0"/>
                  </a:moveTo>
                  <a:lnTo>
                    <a:pt x="34283" y="5105"/>
                  </a:lnTo>
                  <a:lnTo>
                    <a:pt x="38762" y="8275"/>
                  </a:lnTo>
                  <a:lnTo>
                    <a:pt x="41291" y="11879"/>
                  </a:lnTo>
                  <a:lnTo>
                    <a:pt x="41408" y="13137"/>
                  </a:lnTo>
                  <a:lnTo>
                    <a:pt x="40444" y="15058"/>
                  </a:lnTo>
                  <a:lnTo>
                    <a:pt x="41611" y="16260"/>
                  </a:lnTo>
                  <a:lnTo>
                    <a:pt x="41181" y="17263"/>
                  </a:lnTo>
                  <a:lnTo>
                    <a:pt x="42041" y="19450"/>
                  </a:lnTo>
                  <a:lnTo>
                    <a:pt x="42065" y="25925"/>
                  </a:lnTo>
                  <a:lnTo>
                    <a:pt x="43166" y="25805"/>
                  </a:lnTo>
                  <a:lnTo>
                    <a:pt x="43761" y="26478"/>
                  </a:lnTo>
                  <a:lnTo>
                    <a:pt x="42066" y="27734"/>
                  </a:lnTo>
                  <a:lnTo>
                    <a:pt x="29906" y="28082"/>
                  </a:lnTo>
                  <a:lnTo>
                    <a:pt x="27106" y="30831"/>
                  </a:lnTo>
                  <a:lnTo>
                    <a:pt x="25149" y="42319"/>
                  </a:lnTo>
                  <a:lnTo>
                    <a:pt x="23672" y="43056"/>
                  </a:lnTo>
                  <a:lnTo>
                    <a:pt x="22593" y="46533"/>
                  </a:lnTo>
                  <a:lnTo>
                    <a:pt x="26513" y="51279"/>
                  </a:lnTo>
                  <a:lnTo>
                    <a:pt x="28651" y="51712"/>
                  </a:lnTo>
                  <a:lnTo>
                    <a:pt x="28784" y="54704"/>
                  </a:lnTo>
                  <a:lnTo>
                    <a:pt x="25640" y="55437"/>
                  </a:lnTo>
                  <a:lnTo>
                    <a:pt x="28336" y="61370"/>
                  </a:lnTo>
                  <a:lnTo>
                    <a:pt x="23848" y="67332"/>
                  </a:lnTo>
                  <a:lnTo>
                    <a:pt x="20936" y="65586"/>
                  </a:lnTo>
                  <a:lnTo>
                    <a:pt x="16496" y="64602"/>
                  </a:lnTo>
                  <a:lnTo>
                    <a:pt x="12305" y="66338"/>
                  </a:lnTo>
                  <a:lnTo>
                    <a:pt x="8972" y="65061"/>
                  </a:lnTo>
                  <a:lnTo>
                    <a:pt x="8872" y="56669"/>
                  </a:lnTo>
                  <a:lnTo>
                    <a:pt x="11696" y="51013"/>
                  </a:lnTo>
                  <a:lnTo>
                    <a:pt x="11402" y="45923"/>
                  </a:lnTo>
                  <a:lnTo>
                    <a:pt x="13111" y="40411"/>
                  </a:lnTo>
                  <a:lnTo>
                    <a:pt x="7075" y="38595"/>
                  </a:lnTo>
                  <a:lnTo>
                    <a:pt x="5176" y="35330"/>
                  </a:lnTo>
                  <a:lnTo>
                    <a:pt x="6257" y="33618"/>
                  </a:lnTo>
                  <a:lnTo>
                    <a:pt x="6782" y="26960"/>
                  </a:lnTo>
                  <a:lnTo>
                    <a:pt x="5538" y="25027"/>
                  </a:lnTo>
                  <a:lnTo>
                    <a:pt x="2980" y="24248"/>
                  </a:lnTo>
                  <a:lnTo>
                    <a:pt x="2105" y="21398"/>
                  </a:lnTo>
                  <a:lnTo>
                    <a:pt x="3357" y="18522"/>
                  </a:lnTo>
                  <a:lnTo>
                    <a:pt x="4892" y="20090"/>
                  </a:lnTo>
                  <a:lnTo>
                    <a:pt x="7279" y="18038"/>
                  </a:lnTo>
                  <a:lnTo>
                    <a:pt x="1304" y="16886"/>
                  </a:lnTo>
                  <a:lnTo>
                    <a:pt x="127" y="17359"/>
                  </a:lnTo>
                  <a:lnTo>
                    <a:pt x="0" y="13273"/>
                  </a:lnTo>
                  <a:lnTo>
                    <a:pt x="1061" y="13315"/>
                  </a:lnTo>
                  <a:lnTo>
                    <a:pt x="2324" y="12282"/>
                  </a:lnTo>
                  <a:lnTo>
                    <a:pt x="4164" y="9007"/>
                  </a:lnTo>
                  <a:lnTo>
                    <a:pt x="9322" y="7063"/>
                  </a:lnTo>
                  <a:lnTo>
                    <a:pt x="14593" y="6663"/>
                  </a:lnTo>
                  <a:lnTo>
                    <a:pt x="18243" y="2316"/>
                  </a:lnTo>
                  <a:lnTo>
                    <a:pt x="25555" y="1941"/>
                  </a:lnTo>
                  <a:lnTo>
                    <a:pt x="25318" y="2882"/>
                  </a:lnTo>
                  <a:lnTo>
                    <a:pt x="27378" y="4300"/>
                  </a:lnTo>
                  <a:lnTo>
                    <a:pt x="28201" y="2708"/>
                  </a:lnTo>
                  <a:lnTo>
                    <a:pt x="31025" y="51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h602"/>
            <p:cNvSpPr/>
            <p:nvPr/>
          </p:nvSpPr>
          <p:spPr>
            <a:xfrm>
              <a:off x="2573156" y="3301147"/>
              <a:ext cx="16569" cy="26303"/>
            </a:xfrm>
            <a:custGeom>
              <a:avLst/>
              <a:pathLst>
                <a:path w="16569" h="26303">
                  <a:moveTo>
                    <a:pt x="11448" y="42"/>
                  </a:moveTo>
                  <a:lnTo>
                    <a:pt x="15419" y="2135"/>
                  </a:lnTo>
                  <a:lnTo>
                    <a:pt x="16569" y="8114"/>
                  </a:lnTo>
                  <a:lnTo>
                    <a:pt x="16538" y="12890"/>
                  </a:lnTo>
                  <a:lnTo>
                    <a:pt x="13342" y="13305"/>
                  </a:lnTo>
                  <a:lnTo>
                    <a:pt x="12811" y="15551"/>
                  </a:lnTo>
                  <a:lnTo>
                    <a:pt x="13248" y="20544"/>
                  </a:lnTo>
                  <a:lnTo>
                    <a:pt x="9927" y="22614"/>
                  </a:lnTo>
                  <a:lnTo>
                    <a:pt x="8356" y="26303"/>
                  </a:lnTo>
                  <a:lnTo>
                    <a:pt x="6412" y="23188"/>
                  </a:lnTo>
                  <a:lnTo>
                    <a:pt x="1240" y="18265"/>
                  </a:lnTo>
                  <a:lnTo>
                    <a:pt x="0" y="16248"/>
                  </a:lnTo>
                  <a:lnTo>
                    <a:pt x="7777" y="14606"/>
                  </a:lnTo>
                  <a:lnTo>
                    <a:pt x="7431" y="10411"/>
                  </a:lnTo>
                  <a:lnTo>
                    <a:pt x="4390" y="8587"/>
                  </a:lnTo>
                  <a:lnTo>
                    <a:pt x="4313" y="7551"/>
                  </a:lnTo>
                  <a:lnTo>
                    <a:pt x="9870" y="4519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h603"/>
            <p:cNvSpPr/>
            <p:nvPr/>
          </p:nvSpPr>
          <p:spPr>
            <a:xfrm>
              <a:off x="2549858" y="3240558"/>
              <a:ext cx="12456" cy="15869"/>
            </a:xfrm>
            <a:custGeom>
              <a:avLst/>
              <a:pathLst>
                <a:path w="12456" h="15869">
                  <a:moveTo>
                    <a:pt x="3471" y="19"/>
                  </a:moveTo>
                  <a:lnTo>
                    <a:pt x="6125" y="16"/>
                  </a:lnTo>
                  <a:lnTo>
                    <a:pt x="9400" y="1974"/>
                  </a:lnTo>
                  <a:lnTo>
                    <a:pt x="12212" y="2115"/>
                  </a:lnTo>
                  <a:lnTo>
                    <a:pt x="12346" y="7207"/>
                  </a:lnTo>
                  <a:lnTo>
                    <a:pt x="11380" y="9023"/>
                  </a:lnTo>
                  <a:lnTo>
                    <a:pt x="12456" y="15141"/>
                  </a:lnTo>
                  <a:lnTo>
                    <a:pt x="11762" y="15869"/>
                  </a:lnTo>
                  <a:lnTo>
                    <a:pt x="6680" y="12426"/>
                  </a:lnTo>
                  <a:lnTo>
                    <a:pt x="3788" y="4973"/>
                  </a:lnTo>
                  <a:lnTo>
                    <a:pt x="500" y="2479"/>
                  </a:lnTo>
                  <a:lnTo>
                    <a:pt x="0" y="1444"/>
                  </a:lnTo>
                  <a:lnTo>
                    <a:pt x="1256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h604"/>
            <p:cNvSpPr/>
            <p:nvPr/>
          </p:nvSpPr>
          <p:spPr>
            <a:xfrm>
              <a:off x="2580549" y="2836260"/>
              <a:ext cx="17878" cy="14754"/>
            </a:xfrm>
            <a:custGeom>
              <a:avLst/>
              <a:pathLst>
                <a:path w="17878" h="14754">
                  <a:moveTo>
                    <a:pt x="17878" y="2812"/>
                  </a:moveTo>
                  <a:lnTo>
                    <a:pt x="16824" y="6615"/>
                  </a:lnTo>
                  <a:lnTo>
                    <a:pt x="13980" y="11932"/>
                  </a:lnTo>
                  <a:lnTo>
                    <a:pt x="13593" y="13918"/>
                  </a:lnTo>
                  <a:lnTo>
                    <a:pt x="10699" y="14754"/>
                  </a:lnTo>
                  <a:lnTo>
                    <a:pt x="8473" y="13336"/>
                  </a:lnTo>
                  <a:lnTo>
                    <a:pt x="7135" y="13669"/>
                  </a:lnTo>
                  <a:lnTo>
                    <a:pt x="5728" y="13006"/>
                  </a:lnTo>
                  <a:lnTo>
                    <a:pt x="4077" y="12290"/>
                  </a:lnTo>
                  <a:lnTo>
                    <a:pt x="3552" y="12472"/>
                  </a:lnTo>
                  <a:lnTo>
                    <a:pt x="0" y="11716"/>
                  </a:lnTo>
                  <a:lnTo>
                    <a:pt x="4379" y="6084"/>
                  </a:lnTo>
                  <a:lnTo>
                    <a:pt x="7910" y="3303"/>
                  </a:lnTo>
                  <a:lnTo>
                    <a:pt x="10879" y="3568"/>
                  </a:lnTo>
                  <a:lnTo>
                    <a:pt x="14846" y="1215"/>
                  </a:lnTo>
                  <a:lnTo>
                    <a:pt x="1556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h605"/>
            <p:cNvSpPr/>
            <p:nvPr/>
          </p:nvSpPr>
          <p:spPr>
            <a:xfrm>
              <a:off x="2488204" y="2878002"/>
              <a:ext cx="15767" cy="8837"/>
            </a:xfrm>
            <a:custGeom>
              <a:avLst/>
              <a:pathLst>
                <a:path w="15767" h="8837">
                  <a:moveTo>
                    <a:pt x="12730" y="992"/>
                  </a:moveTo>
                  <a:lnTo>
                    <a:pt x="10976" y="2830"/>
                  </a:lnTo>
                  <a:lnTo>
                    <a:pt x="15767" y="6139"/>
                  </a:lnTo>
                  <a:lnTo>
                    <a:pt x="15553" y="7240"/>
                  </a:lnTo>
                  <a:lnTo>
                    <a:pt x="10046" y="7185"/>
                  </a:lnTo>
                  <a:lnTo>
                    <a:pt x="6322" y="8837"/>
                  </a:lnTo>
                  <a:lnTo>
                    <a:pt x="3000" y="8404"/>
                  </a:lnTo>
                  <a:lnTo>
                    <a:pt x="0" y="6993"/>
                  </a:lnTo>
                  <a:lnTo>
                    <a:pt x="2931" y="3988"/>
                  </a:lnTo>
                  <a:lnTo>
                    <a:pt x="9139" y="1721"/>
                  </a:lnTo>
                  <a:lnTo>
                    <a:pt x="9332" y="467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h606"/>
            <p:cNvSpPr/>
            <p:nvPr/>
          </p:nvSpPr>
          <p:spPr>
            <a:xfrm>
              <a:off x="2551075" y="2798486"/>
              <a:ext cx="31950" cy="23642"/>
            </a:xfrm>
            <a:custGeom>
              <a:avLst/>
              <a:pathLst>
                <a:path w="31950" h="23642">
                  <a:moveTo>
                    <a:pt x="31633" y="3877"/>
                  </a:moveTo>
                  <a:lnTo>
                    <a:pt x="24497" y="12631"/>
                  </a:lnTo>
                  <a:lnTo>
                    <a:pt x="26300" y="19174"/>
                  </a:lnTo>
                  <a:lnTo>
                    <a:pt x="23402" y="18383"/>
                  </a:lnTo>
                  <a:lnTo>
                    <a:pt x="23005" y="16062"/>
                  </a:lnTo>
                  <a:lnTo>
                    <a:pt x="21786" y="15012"/>
                  </a:lnTo>
                  <a:lnTo>
                    <a:pt x="19690" y="14871"/>
                  </a:lnTo>
                  <a:lnTo>
                    <a:pt x="15041" y="18752"/>
                  </a:lnTo>
                  <a:lnTo>
                    <a:pt x="8289" y="20426"/>
                  </a:lnTo>
                  <a:lnTo>
                    <a:pt x="8529" y="21911"/>
                  </a:lnTo>
                  <a:lnTo>
                    <a:pt x="7693" y="23642"/>
                  </a:lnTo>
                  <a:lnTo>
                    <a:pt x="3596" y="22098"/>
                  </a:lnTo>
                  <a:lnTo>
                    <a:pt x="3851" y="22662"/>
                  </a:lnTo>
                  <a:lnTo>
                    <a:pt x="2143" y="22443"/>
                  </a:lnTo>
                  <a:lnTo>
                    <a:pt x="2078" y="21794"/>
                  </a:lnTo>
                  <a:lnTo>
                    <a:pt x="3871" y="21346"/>
                  </a:lnTo>
                  <a:lnTo>
                    <a:pt x="3868" y="18152"/>
                  </a:lnTo>
                  <a:lnTo>
                    <a:pt x="1219" y="13470"/>
                  </a:lnTo>
                  <a:lnTo>
                    <a:pt x="1357" y="8980"/>
                  </a:lnTo>
                  <a:lnTo>
                    <a:pt x="0" y="7502"/>
                  </a:lnTo>
                  <a:lnTo>
                    <a:pt x="4833" y="5757"/>
                  </a:lnTo>
                  <a:lnTo>
                    <a:pt x="7745" y="9195"/>
                  </a:lnTo>
                  <a:lnTo>
                    <a:pt x="12447" y="7429"/>
                  </a:lnTo>
                  <a:lnTo>
                    <a:pt x="17834" y="2021"/>
                  </a:lnTo>
                  <a:lnTo>
                    <a:pt x="19999" y="3058"/>
                  </a:lnTo>
                  <a:lnTo>
                    <a:pt x="20140" y="4532"/>
                  </a:lnTo>
                  <a:lnTo>
                    <a:pt x="19301" y="6906"/>
                  </a:lnTo>
                  <a:lnTo>
                    <a:pt x="21007" y="8253"/>
                  </a:lnTo>
                  <a:lnTo>
                    <a:pt x="27481" y="4711"/>
                  </a:lnTo>
                  <a:lnTo>
                    <a:pt x="3195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h607"/>
            <p:cNvSpPr/>
            <p:nvPr/>
          </p:nvSpPr>
          <p:spPr>
            <a:xfrm>
              <a:off x="2543060" y="2747513"/>
              <a:ext cx="15974" cy="42753"/>
            </a:xfrm>
            <a:custGeom>
              <a:avLst/>
              <a:pathLst>
                <a:path w="15974" h="42753">
                  <a:moveTo>
                    <a:pt x="5886" y="0"/>
                  </a:moveTo>
                  <a:lnTo>
                    <a:pt x="4631" y="4116"/>
                  </a:lnTo>
                  <a:lnTo>
                    <a:pt x="4323" y="15320"/>
                  </a:lnTo>
                  <a:lnTo>
                    <a:pt x="5604" y="22959"/>
                  </a:lnTo>
                  <a:lnTo>
                    <a:pt x="8150" y="29721"/>
                  </a:lnTo>
                  <a:lnTo>
                    <a:pt x="7975" y="32026"/>
                  </a:lnTo>
                  <a:lnTo>
                    <a:pt x="9344" y="33492"/>
                  </a:lnTo>
                  <a:lnTo>
                    <a:pt x="14503" y="31192"/>
                  </a:lnTo>
                  <a:lnTo>
                    <a:pt x="15974" y="32386"/>
                  </a:lnTo>
                  <a:lnTo>
                    <a:pt x="13111" y="38174"/>
                  </a:lnTo>
                  <a:lnTo>
                    <a:pt x="14223" y="40143"/>
                  </a:lnTo>
                  <a:lnTo>
                    <a:pt x="8800" y="42753"/>
                  </a:lnTo>
                  <a:lnTo>
                    <a:pt x="5867" y="41956"/>
                  </a:lnTo>
                  <a:lnTo>
                    <a:pt x="4905" y="40429"/>
                  </a:lnTo>
                  <a:lnTo>
                    <a:pt x="4765" y="39576"/>
                  </a:lnTo>
                  <a:lnTo>
                    <a:pt x="5613" y="40113"/>
                  </a:lnTo>
                  <a:lnTo>
                    <a:pt x="8229" y="38059"/>
                  </a:lnTo>
                  <a:lnTo>
                    <a:pt x="7057" y="35971"/>
                  </a:lnTo>
                  <a:lnTo>
                    <a:pt x="6448" y="35862"/>
                  </a:lnTo>
                  <a:lnTo>
                    <a:pt x="6237" y="36786"/>
                  </a:lnTo>
                  <a:lnTo>
                    <a:pt x="2071" y="34610"/>
                  </a:lnTo>
                  <a:lnTo>
                    <a:pt x="0" y="28829"/>
                  </a:lnTo>
                  <a:lnTo>
                    <a:pt x="1325" y="28487"/>
                  </a:lnTo>
                  <a:lnTo>
                    <a:pt x="3053" y="27564"/>
                  </a:lnTo>
                  <a:lnTo>
                    <a:pt x="4183" y="20670"/>
                  </a:lnTo>
                  <a:lnTo>
                    <a:pt x="1919" y="17784"/>
                  </a:lnTo>
                  <a:lnTo>
                    <a:pt x="634" y="14646"/>
                  </a:lnTo>
                  <a:lnTo>
                    <a:pt x="3775" y="6042"/>
                  </a:lnTo>
                  <a:lnTo>
                    <a:pt x="3462" y="3822"/>
                  </a:lnTo>
                  <a:lnTo>
                    <a:pt x="427" y="128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h608"/>
            <p:cNvSpPr/>
            <p:nvPr/>
          </p:nvSpPr>
          <p:spPr>
            <a:xfrm>
              <a:off x="2579637" y="2769548"/>
              <a:ext cx="17418" cy="16963"/>
            </a:xfrm>
            <a:custGeom>
              <a:avLst/>
              <a:pathLst>
                <a:path w="17418" h="16963">
                  <a:moveTo>
                    <a:pt x="8304" y="1194"/>
                  </a:moveTo>
                  <a:lnTo>
                    <a:pt x="11259" y="3404"/>
                  </a:lnTo>
                  <a:lnTo>
                    <a:pt x="11931" y="4946"/>
                  </a:lnTo>
                  <a:lnTo>
                    <a:pt x="10976" y="5704"/>
                  </a:lnTo>
                  <a:lnTo>
                    <a:pt x="12294" y="6844"/>
                  </a:lnTo>
                  <a:lnTo>
                    <a:pt x="13389" y="7160"/>
                  </a:lnTo>
                  <a:lnTo>
                    <a:pt x="15234" y="6432"/>
                  </a:lnTo>
                  <a:lnTo>
                    <a:pt x="15860" y="8584"/>
                  </a:lnTo>
                  <a:lnTo>
                    <a:pt x="17418" y="8733"/>
                  </a:lnTo>
                  <a:lnTo>
                    <a:pt x="15836" y="11713"/>
                  </a:lnTo>
                  <a:lnTo>
                    <a:pt x="12027" y="14924"/>
                  </a:lnTo>
                  <a:lnTo>
                    <a:pt x="10467" y="15922"/>
                  </a:lnTo>
                  <a:lnTo>
                    <a:pt x="6312" y="15971"/>
                  </a:lnTo>
                  <a:lnTo>
                    <a:pt x="3131" y="16963"/>
                  </a:lnTo>
                  <a:lnTo>
                    <a:pt x="1627" y="15730"/>
                  </a:lnTo>
                  <a:lnTo>
                    <a:pt x="2302" y="15206"/>
                  </a:lnTo>
                  <a:lnTo>
                    <a:pt x="762" y="12793"/>
                  </a:lnTo>
                  <a:lnTo>
                    <a:pt x="979" y="9373"/>
                  </a:lnTo>
                  <a:lnTo>
                    <a:pt x="2896" y="8685"/>
                  </a:lnTo>
                  <a:lnTo>
                    <a:pt x="3205" y="6824"/>
                  </a:lnTo>
                  <a:lnTo>
                    <a:pt x="2414" y="3836"/>
                  </a:lnTo>
                  <a:lnTo>
                    <a:pt x="0" y="3206"/>
                  </a:lnTo>
                  <a:lnTo>
                    <a:pt x="727" y="1725"/>
                  </a:lnTo>
                  <a:lnTo>
                    <a:pt x="33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h609"/>
            <p:cNvSpPr/>
            <p:nvPr/>
          </p:nvSpPr>
          <p:spPr>
            <a:xfrm>
              <a:off x="2549542" y="2782398"/>
              <a:ext cx="24131" cy="23590"/>
            </a:xfrm>
            <a:custGeom>
              <a:avLst/>
              <a:pathLst>
                <a:path w="24131" h="23590">
                  <a:moveTo>
                    <a:pt x="24131" y="0"/>
                  </a:moveTo>
                  <a:lnTo>
                    <a:pt x="23704" y="2133"/>
                  </a:lnTo>
                  <a:lnTo>
                    <a:pt x="21543" y="4804"/>
                  </a:lnTo>
                  <a:lnTo>
                    <a:pt x="17458" y="6163"/>
                  </a:lnTo>
                  <a:lnTo>
                    <a:pt x="15399" y="5589"/>
                  </a:lnTo>
                  <a:lnTo>
                    <a:pt x="14945" y="6050"/>
                  </a:lnTo>
                  <a:lnTo>
                    <a:pt x="14292" y="9494"/>
                  </a:lnTo>
                  <a:lnTo>
                    <a:pt x="17880" y="11613"/>
                  </a:lnTo>
                  <a:lnTo>
                    <a:pt x="15954" y="14534"/>
                  </a:lnTo>
                  <a:lnTo>
                    <a:pt x="12616" y="16133"/>
                  </a:lnTo>
                  <a:lnTo>
                    <a:pt x="6678" y="16291"/>
                  </a:lnTo>
                  <a:lnTo>
                    <a:pt x="4172" y="18732"/>
                  </a:lnTo>
                  <a:lnTo>
                    <a:pt x="4710" y="20652"/>
                  </a:lnTo>
                  <a:lnTo>
                    <a:pt x="6366" y="21844"/>
                  </a:lnTo>
                  <a:lnTo>
                    <a:pt x="1533" y="23590"/>
                  </a:lnTo>
                  <a:lnTo>
                    <a:pt x="0" y="20012"/>
                  </a:lnTo>
                  <a:lnTo>
                    <a:pt x="2316" y="15882"/>
                  </a:lnTo>
                  <a:lnTo>
                    <a:pt x="2279" y="13933"/>
                  </a:lnTo>
                  <a:lnTo>
                    <a:pt x="663" y="11701"/>
                  </a:lnTo>
                  <a:lnTo>
                    <a:pt x="2319" y="7867"/>
                  </a:lnTo>
                  <a:lnTo>
                    <a:pt x="7741" y="5258"/>
                  </a:lnTo>
                  <a:lnTo>
                    <a:pt x="10023" y="5722"/>
                  </a:lnTo>
                  <a:lnTo>
                    <a:pt x="14184" y="4787"/>
                  </a:lnTo>
                  <a:lnTo>
                    <a:pt x="19702" y="112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h610"/>
            <p:cNvSpPr/>
            <p:nvPr/>
          </p:nvSpPr>
          <p:spPr>
            <a:xfrm>
              <a:off x="2485421" y="2851751"/>
              <a:ext cx="22071" cy="19736"/>
            </a:xfrm>
            <a:custGeom>
              <a:avLst/>
              <a:pathLst>
                <a:path w="22071" h="19736">
                  <a:moveTo>
                    <a:pt x="20346" y="0"/>
                  </a:moveTo>
                  <a:lnTo>
                    <a:pt x="21904" y="2911"/>
                  </a:lnTo>
                  <a:lnTo>
                    <a:pt x="19822" y="5639"/>
                  </a:lnTo>
                  <a:lnTo>
                    <a:pt x="19220" y="10365"/>
                  </a:lnTo>
                  <a:lnTo>
                    <a:pt x="22071" y="13822"/>
                  </a:lnTo>
                  <a:lnTo>
                    <a:pt x="19003" y="14398"/>
                  </a:lnTo>
                  <a:lnTo>
                    <a:pt x="15109" y="19736"/>
                  </a:lnTo>
                  <a:lnTo>
                    <a:pt x="13451" y="19392"/>
                  </a:lnTo>
                  <a:lnTo>
                    <a:pt x="11043" y="18728"/>
                  </a:lnTo>
                  <a:lnTo>
                    <a:pt x="8955" y="17888"/>
                  </a:lnTo>
                  <a:lnTo>
                    <a:pt x="6761" y="13794"/>
                  </a:lnTo>
                  <a:lnTo>
                    <a:pt x="6953" y="11448"/>
                  </a:lnTo>
                  <a:lnTo>
                    <a:pt x="515" y="9821"/>
                  </a:lnTo>
                  <a:lnTo>
                    <a:pt x="0" y="9413"/>
                  </a:lnTo>
                  <a:lnTo>
                    <a:pt x="676" y="8367"/>
                  </a:lnTo>
                  <a:lnTo>
                    <a:pt x="10158" y="9377"/>
                  </a:lnTo>
                  <a:lnTo>
                    <a:pt x="11319" y="8960"/>
                  </a:lnTo>
                  <a:lnTo>
                    <a:pt x="11967" y="7736"/>
                  </a:lnTo>
                  <a:lnTo>
                    <a:pt x="12425" y="10310"/>
                  </a:lnTo>
                  <a:lnTo>
                    <a:pt x="14117" y="10033"/>
                  </a:lnTo>
                  <a:lnTo>
                    <a:pt x="16366" y="8339"/>
                  </a:lnTo>
                  <a:lnTo>
                    <a:pt x="16513" y="6597"/>
                  </a:lnTo>
                  <a:lnTo>
                    <a:pt x="15320" y="33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h611"/>
            <p:cNvSpPr/>
            <p:nvPr/>
          </p:nvSpPr>
          <p:spPr>
            <a:xfrm>
              <a:off x="2566663" y="2745479"/>
              <a:ext cx="7679" cy="8797"/>
            </a:xfrm>
            <a:custGeom>
              <a:avLst/>
              <a:pathLst>
                <a:path w="7679" h="8797">
                  <a:moveTo>
                    <a:pt x="7524" y="4380"/>
                  </a:moveTo>
                  <a:lnTo>
                    <a:pt x="7679" y="6046"/>
                  </a:lnTo>
                  <a:lnTo>
                    <a:pt x="6200" y="8568"/>
                  </a:lnTo>
                  <a:lnTo>
                    <a:pt x="4521" y="8797"/>
                  </a:lnTo>
                  <a:lnTo>
                    <a:pt x="1362" y="7795"/>
                  </a:lnTo>
                  <a:lnTo>
                    <a:pt x="0" y="5148"/>
                  </a:lnTo>
                  <a:lnTo>
                    <a:pt x="4164" y="1625"/>
                  </a:lnTo>
                  <a:lnTo>
                    <a:pt x="374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h612"/>
            <p:cNvSpPr/>
            <p:nvPr/>
          </p:nvSpPr>
          <p:spPr>
            <a:xfrm>
              <a:off x="2479562" y="2840421"/>
              <a:ext cx="21783" cy="20708"/>
            </a:xfrm>
            <a:custGeom>
              <a:avLst/>
              <a:pathLst>
                <a:path w="21783" h="20708">
                  <a:moveTo>
                    <a:pt x="11968" y="0"/>
                  </a:moveTo>
                  <a:lnTo>
                    <a:pt x="21680" y="175"/>
                  </a:lnTo>
                  <a:lnTo>
                    <a:pt x="21783" y="4747"/>
                  </a:lnTo>
                  <a:lnTo>
                    <a:pt x="19124" y="7033"/>
                  </a:lnTo>
                  <a:lnTo>
                    <a:pt x="16893" y="6537"/>
                  </a:lnTo>
                  <a:lnTo>
                    <a:pt x="14283" y="7159"/>
                  </a:lnTo>
                  <a:lnTo>
                    <a:pt x="14235" y="8171"/>
                  </a:lnTo>
                  <a:lnTo>
                    <a:pt x="18954" y="16833"/>
                  </a:lnTo>
                  <a:lnTo>
                    <a:pt x="17826" y="19067"/>
                  </a:lnTo>
                  <a:lnTo>
                    <a:pt x="17177" y="20290"/>
                  </a:lnTo>
                  <a:lnTo>
                    <a:pt x="16016" y="20708"/>
                  </a:lnTo>
                  <a:lnTo>
                    <a:pt x="6534" y="19697"/>
                  </a:lnTo>
                  <a:lnTo>
                    <a:pt x="2614" y="19314"/>
                  </a:lnTo>
                  <a:lnTo>
                    <a:pt x="2381" y="16572"/>
                  </a:lnTo>
                  <a:lnTo>
                    <a:pt x="0" y="13123"/>
                  </a:lnTo>
                  <a:lnTo>
                    <a:pt x="2174" y="12858"/>
                  </a:lnTo>
                  <a:lnTo>
                    <a:pt x="6586" y="10313"/>
                  </a:lnTo>
                  <a:lnTo>
                    <a:pt x="8055" y="3041"/>
                  </a:lnTo>
                  <a:lnTo>
                    <a:pt x="7546" y="92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h613"/>
            <p:cNvSpPr/>
            <p:nvPr/>
          </p:nvSpPr>
          <p:spPr>
            <a:xfrm>
              <a:off x="2529619" y="2883275"/>
              <a:ext cx="14662" cy="14518"/>
            </a:xfrm>
            <a:custGeom>
              <a:avLst/>
              <a:pathLst>
                <a:path w="14662" h="14518">
                  <a:moveTo>
                    <a:pt x="7769" y="1309"/>
                  </a:moveTo>
                  <a:lnTo>
                    <a:pt x="10009" y="1897"/>
                  </a:lnTo>
                  <a:lnTo>
                    <a:pt x="12241" y="2744"/>
                  </a:lnTo>
                  <a:lnTo>
                    <a:pt x="14662" y="6897"/>
                  </a:lnTo>
                  <a:lnTo>
                    <a:pt x="13471" y="8596"/>
                  </a:lnTo>
                  <a:lnTo>
                    <a:pt x="8855" y="14255"/>
                  </a:lnTo>
                  <a:lnTo>
                    <a:pt x="5629" y="12356"/>
                  </a:lnTo>
                  <a:lnTo>
                    <a:pt x="5101" y="13519"/>
                  </a:lnTo>
                  <a:lnTo>
                    <a:pt x="4714" y="14518"/>
                  </a:lnTo>
                  <a:lnTo>
                    <a:pt x="3720" y="13541"/>
                  </a:lnTo>
                  <a:lnTo>
                    <a:pt x="3788" y="9797"/>
                  </a:lnTo>
                  <a:lnTo>
                    <a:pt x="931" y="4588"/>
                  </a:lnTo>
                  <a:lnTo>
                    <a:pt x="0" y="238"/>
                  </a:lnTo>
                  <a:lnTo>
                    <a:pt x="43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h614"/>
            <p:cNvSpPr/>
            <p:nvPr/>
          </p:nvSpPr>
          <p:spPr>
            <a:xfrm>
              <a:off x="2493798" y="2845169"/>
              <a:ext cx="12690" cy="16893"/>
            </a:xfrm>
            <a:custGeom>
              <a:avLst/>
              <a:pathLst>
                <a:path w="12690" h="16893">
                  <a:moveTo>
                    <a:pt x="11705" y="3629"/>
                  </a:moveTo>
                  <a:lnTo>
                    <a:pt x="12690" y="6262"/>
                  </a:lnTo>
                  <a:lnTo>
                    <a:pt x="11969" y="6582"/>
                  </a:lnTo>
                  <a:lnTo>
                    <a:pt x="6942" y="9899"/>
                  </a:lnTo>
                  <a:lnTo>
                    <a:pt x="8136" y="13179"/>
                  </a:lnTo>
                  <a:lnTo>
                    <a:pt x="7989" y="14921"/>
                  </a:lnTo>
                  <a:lnTo>
                    <a:pt x="5740" y="16615"/>
                  </a:lnTo>
                  <a:lnTo>
                    <a:pt x="4047" y="16893"/>
                  </a:lnTo>
                  <a:lnTo>
                    <a:pt x="3590" y="14319"/>
                  </a:lnTo>
                  <a:lnTo>
                    <a:pt x="4719" y="12085"/>
                  </a:lnTo>
                  <a:lnTo>
                    <a:pt x="0" y="3424"/>
                  </a:lnTo>
                  <a:lnTo>
                    <a:pt x="48" y="2411"/>
                  </a:lnTo>
                  <a:lnTo>
                    <a:pt x="2658" y="1789"/>
                  </a:lnTo>
                  <a:lnTo>
                    <a:pt x="4889" y="2285"/>
                  </a:lnTo>
                  <a:lnTo>
                    <a:pt x="7547" y="0"/>
                  </a:lnTo>
                  <a:lnTo>
                    <a:pt x="8928" y="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h615"/>
            <p:cNvSpPr/>
            <p:nvPr/>
          </p:nvSpPr>
          <p:spPr>
            <a:xfrm>
              <a:off x="2539628" y="2885172"/>
              <a:ext cx="34322" cy="25330"/>
            </a:xfrm>
            <a:custGeom>
              <a:avLst/>
              <a:pathLst>
                <a:path w="34322" h="25330">
                  <a:moveTo>
                    <a:pt x="6364" y="485"/>
                  </a:moveTo>
                  <a:lnTo>
                    <a:pt x="8164" y="1553"/>
                  </a:lnTo>
                  <a:lnTo>
                    <a:pt x="6719" y="5074"/>
                  </a:lnTo>
                  <a:lnTo>
                    <a:pt x="10157" y="5331"/>
                  </a:lnTo>
                  <a:lnTo>
                    <a:pt x="12637" y="4284"/>
                  </a:lnTo>
                  <a:lnTo>
                    <a:pt x="18155" y="4784"/>
                  </a:lnTo>
                  <a:lnTo>
                    <a:pt x="19550" y="6180"/>
                  </a:lnTo>
                  <a:lnTo>
                    <a:pt x="19654" y="8460"/>
                  </a:lnTo>
                  <a:lnTo>
                    <a:pt x="21442" y="8515"/>
                  </a:lnTo>
                  <a:lnTo>
                    <a:pt x="25064" y="6293"/>
                  </a:lnTo>
                  <a:lnTo>
                    <a:pt x="27471" y="3781"/>
                  </a:lnTo>
                  <a:lnTo>
                    <a:pt x="28297" y="4308"/>
                  </a:lnTo>
                  <a:lnTo>
                    <a:pt x="26741" y="8080"/>
                  </a:lnTo>
                  <a:lnTo>
                    <a:pt x="32315" y="10725"/>
                  </a:lnTo>
                  <a:lnTo>
                    <a:pt x="34125" y="12615"/>
                  </a:lnTo>
                  <a:lnTo>
                    <a:pt x="34322" y="13780"/>
                  </a:lnTo>
                  <a:lnTo>
                    <a:pt x="33360" y="16099"/>
                  </a:lnTo>
                  <a:lnTo>
                    <a:pt x="29294" y="15729"/>
                  </a:lnTo>
                  <a:lnTo>
                    <a:pt x="29036" y="19115"/>
                  </a:lnTo>
                  <a:lnTo>
                    <a:pt x="23516" y="21819"/>
                  </a:lnTo>
                  <a:lnTo>
                    <a:pt x="19621" y="22705"/>
                  </a:lnTo>
                  <a:lnTo>
                    <a:pt x="18036" y="23038"/>
                  </a:lnTo>
                  <a:lnTo>
                    <a:pt x="18340" y="24898"/>
                  </a:lnTo>
                  <a:lnTo>
                    <a:pt x="17816" y="25330"/>
                  </a:lnTo>
                  <a:lnTo>
                    <a:pt x="15463" y="23131"/>
                  </a:lnTo>
                  <a:lnTo>
                    <a:pt x="16930" y="20482"/>
                  </a:lnTo>
                  <a:lnTo>
                    <a:pt x="13694" y="20589"/>
                  </a:lnTo>
                  <a:lnTo>
                    <a:pt x="11808" y="19301"/>
                  </a:lnTo>
                  <a:lnTo>
                    <a:pt x="8915" y="17960"/>
                  </a:lnTo>
                  <a:lnTo>
                    <a:pt x="10111" y="12473"/>
                  </a:lnTo>
                  <a:lnTo>
                    <a:pt x="3462" y="6698"/>
                  </a:lnTo>
                  <a:lnTo>
                    <a:pt x="4652" y="5000"/>
                  </a:lnTo>
                  <a:lnTo>
                    <a:pt x="2231" y="8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h616"/>
            <p:cNvSpPr/>
            <p:nvPr/>
          </p:nvSpPr>
          <p:spPr>
            <a:xfrm>
              <a:off x="2513328" y="2744581"/>
              <a:ext cx="23967" cy="20781"/>
            </a:xfrm>
            <a:custGeom>
              <a:avLst/>
              <a:pathLst>
                <a:path w="23967" h="20781">
                  <a:moveTo>
                    <a:pt x="23967" y="5920"/>
                  </a:moveTo>
                  <a:lnTo>
                    <a:pt x="19007" y="8331"/>
                  </a:lnTo>
                  <a:lnTo>
                    <a:pt x="19061" y="10557"/>
                  </a:lnTo>
                  <a:lnTo>
                    <a:pt x="18059" y="12214"/>
                  </a:lnTo>
                  <a:lnTo>
                    <a:pt x="12611" y="14663"/>
                  </a:lnTo>
                  <a:lnTo>
                    <a:pt x="10910" y="17597"/>
                  </a:lnTo>
                  <a:lnTo>
                    <a:pt x="10628" y="19895"/>
                  </a:lnTo>
                  <a:lnTo>
                    <a:pt x="9735" y="20486"/>
                  </a:lnTo>
                  <a:lnTo>
                    <a:pt x="8982" y="20071"/>
                  </a:lnTo>
                  <a:lnTo>
                    <a:pt x="8736" y="19281"/>
                  </a:lnTo>
                  <a:lnTo>
                    <a:pt x="6231" y="20781"/>
                  </a:lnTo>
                  <a:lnTo>
                    <a:pt x="5009" y="20496"/>
                  </a:lnTo>
                  <a:lnTo>
                    <a:pt x="2095" y="17558"/>
                  </a:lnTo>
                  <a:lnTo>
                    <a:pt x="689" y="15183"/>
                  </a:lnTo>
                  <a:lnTo>
                    <a:pt x="0" y="11677"/>
                  </a:lnTo>
                  <a:lnTo>
                    <a:pt x="1441" y="10034"/>
                  </a:lnTo>
                  <a:lnTo>
                    <a:pt x="54" y="7595"/>
                  </a:lnTo>
                  <a:lnTo>
                    <a:pt x="4223" y="4241"/>
                  </a:lnTo>
                  <a:lnTo>
                    <a:pt x="10480" y="3611"/>
                  </a:lnTo>
                  <a:lnTo>
                    <a:pt x="150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h617"/>
            <p:cNvSpPr/>
            <p:nvPr/>
          </p:nvSpPr>
          <p:spPr>
            <a:xfrm>
              <a:off x="2586418" y="2848193"/>
              <a:ext cx="16808" cy="16739"/>
            </a:xfrm>
            <a:custGeom>
              <a:avLst/>
              <a:pathLst>
                <a:path w="16808" h="16739">
                  <a:moveTo>
                    <a:pt x="10194" y="1741"/>
                  </a:moveTo>
                  <a:lnTo>
                    <a:pt x="12798" y="4300"/>
                  </a:lnTo>
                  <a:lnTo>
                    <a:pt x="13887" y="7720"/>
                  </a:lnTo>
                  <a:lnTo>
                    <a:pt x="14763" y="12470"/>
                  </a:lnTo>
                  <a:lnTo>
                    <a:pt x="16808" y="13302"/>
                  </a:lnTo>
                  <a:lnTo>
                    <a:pt x="15031" y="14518"/>
                  </a:lnTo>
                  <a:lnTo>
                    <a:pt x="13490" y="13742"/>
                  </a:lnTo>
                  <a:lnTo>
                    <a:pt x="8579" y="16739"/>
                  </a:lnTo>
                  <a:lnTo>
                    <a:pt x="5066" y="14349"/>
                  </a:lnTo>
                  <a:lnTo>
                    <a:pt x="1234" y="12546"/>
                  </a:lnTo>
                  <a:lnTo>
                    <a:pt x="0" y="6546"/>
                  </a:lnTo>
                  <a:lnTo>
                    <a:pt x="1594" y="3519"/>
                  </a:lnTo>
                  <a:lnTo>
                    <a:pt x="1266" y="1736"/>
                  </a:lnTo>
                  <a:lnTo>
                    <a:pt x="2604" y="1404"/>
                  </a:lnTo>
                  <a:lnTo>
                    <a:pt x="4830" y="2822"/>
                  </a:lnTo>
                  <a:lnTo>
                    <a:pt x="7724" y="1985"/>
                  </a:lnTo>
                  <a:lnTo>
                    <a:pt x="8111" y="0"/>
                  </a:lnTo>
                  <a:lnTo>
                    <a:pt x="10724" y="69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h618"/>
            <p:cNvSpPr/>
            <p:nvPr/>
          </p:nvSpPr>
          <p:spPr>
            <a:xfrm>
              <a:off x="2584102" y="2848551"/>
              <a:ext cx="2176" cy="1514"/>
            </a:xfrm>
            <a:custGeom>
              <a:avLst/>
              <a:pathLst>
                <a:path w="2176" h="1514">
                  <a:moveTo>
                    <a:pt x="194" y="1514"/>
                  </a:moveTo>
                  <a:lnTo>
                    <a:pt x="0" y="181"/>
                  </a:lnTo>
                  <a:lnTo>
                    <a:pt x="524" y="0"/>
                  </a:lnTo>
                  <a:lnTo>
                    <a:pt x="2176" y="71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h619"/>
            <p:cNvSpPr/>
            <p:nvPr/>
          </p:nvSpPr>
          <p:spPr>
            <a:xfrm>
              <a:off x="2554331" y="2813357"/>
              <a:ext cx="20146" cy="25533"/>
            </a:xfrm>
            <a:custGeom>
              <a:avLst/>
              <a:pathLst>
                <a:path w="20146" h="25533">
                  <a:moveTo>
                    <a:pt x="18530" y="140"/>
                  </a:moveTo>
                  <a:lnTo>
                    <a:pt x="19748" y="1190"/>
                  </a:lnTo>
                  <a:lnTo>
                    <a:pt x="20146" y="3511"/>
                  </a:lnTo>
                  <a:lnTo>
                    <a:pt x="18280" y="5249"/>
                  </a:lnTo>
                  <a:lnTo>
                    <a:pt x="18169" y="9215"/>
                  </a:lnTo>
                  <a:lnTo>
                    <a:pt x="16896" y="11663"/>
                  </a:lnTo>
                  <a:lnTo>
                    <a:pt x="14364" y="13979"/>
                  </a:lnTo>
                  <a:lnTo>
                    <a:pt x="10190" y="15709"/>
                  </a:lnTo>
                  <a:lnTo>
                    <a:pt x="15145" y="21392"/>
                  </a:lnTo>
                  <a:lnTo>
                    <a:pt x="15622" y="23108"/>
                  </a:lnTo>
                  <a:lnTo>
                    <a:pt x="11272" y="22270"/>
                  </a:lnTo>
                  <a:lnTo>
                    <a:pt x="10100" y="22691"/>
                  </a:lnTo>
                  <a:lnTo>
                    <a:pt x="9546" y="24116"/>
                  </a:lnTo>
                  <a:lnTo>
                    <a:pt x="7452" y="25533"/>
                  </a:lnTo>
                  <a:lnTo>
                    <a:pt x="3063" y="22779"/>
                  </a:lnTo>
                  <a:lnTo>
                    <a:pt x="3669" y="21595"/>
                  </a:lnTo>
                  <a:lnTo>
                    <a:pt x="0" y="13649"/>
                  </a:lnTo>
                  <a:lnTo>
                    <a:pt x="595" y="7791"/>
                  </a:lnTo>
                  <a:lnTo>
                    <a:pt x="340" y="7227"/>
                  </a:lnTo>
                  <a:lnTo>
                    <a:pt x="4436" y="8770"/>
                  </a:lnTo>
                  <a:lnTo>
                    <a:pt x="5273" y="7040"/>
                  </a:lnTo>
                  <a:lnTo>
                    <a:pt x="5033" y="5555"/>
                  </a:lnTo>
                  <a:lnTo>
                    <a:pt x="11785" y="3881"/>
                  </a:lnTo>
                  <a:lnTo>
                    <a:pt x="1643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h620"/>
            <p:cNvSpPr/>
            <p:nvPr/>
          </p:nvSpPr>
          <p:spPr>
            <a:xfrm>
              <a:off x="2523169" y="2800319"/>
              <a:ext cx="34831" cy="41952"/>
            </a:xfrm>
            <a:custGeom>
              <a:avLst/>
              <a:pathLst>
                <a:path w="34831" h="41952">
                  <a:moveTo>
                    <a:pt x="26372" y="2091"/>
                  </a:moveTo>
                  <a:lnTo>
                    <a:pt x="27905" y="5669"/>
                  </a:lnTo>
                  <a:lnTo>
                    <a:pt x="29262" y="7147"/>
                  </a:lnTo>
                  <a:lnTo>
                    <a:pt x="29125" y="11638"/>
                  </a:lnTo>
                  <a:lnTo>
                    <a:pt x="31774" y="16319"/>
                  </a:lnTo>
                  <a:lnTo>
                    <a:pt x="31777" y="19513"/>
                  </a:lnTo>
                  <a:lnTo>
                    <a:pt x="29984" y="19962"/>
                  </a:lnTo>
                  <a:lnTo>
                    <a:pt x="30049" y="20611"/>
                  </a:lnTo>
                  <a:lnTo>
                    <a:pt x="31757" y="20829"/>
                  </a:lnTo>
                  <a:lnTo>
                    <a:pt x="31162" y="26688"/>
                  </a:lnTo>
                  <a:lnTo>
                    <a:pt x="34831" y="34634"/>
                  </a:lnTo>
                  <a:lnTo>
                    <a:pt x="34225" y="35818"/>
                  </a:lnTo>
                  <a:lnTo>
                    <a:pt x="33604" y="35017"/>
                  </a:lnTo>
                  <a:lnTo>
                    <a:pt x="28142" y="34791"/>
                  </a:lnTo>
                  <a:lnTo>
                    <a:pt x="21843" y="36242"/>
                  </a:lnTo>
                  <a:lnTo>
                    <a:pt x="18097" y="41879"/>
                  </a:lnTo>
                  <a:lnTo>
                    <a:pt x="17155" y="41952"/>
                  </a:lnTo>
                  <a:lnTo>
                    <a:pt x="17154" y="40462"/>
                  </a:lnTo>
                  <a:lnTo>
                    <a:pt x="15865" y="39068"/>
                  </a:lnTo>
                  <a:lnTo>
                    <a:pt x="14000" y="39990"/>
                  </a:lnTo>
                  <a:lnTo>
                    <a:pt x="9189" y="38214"/>
                  </a:lnTo>
                  <a:lnTo>
                    <a:pt x="7060" y="36646"/>
                  </a:lnTo>
                  <a:lnTo>
                    <a:pt x="8184" y="33464"/>
                  </a:lnTo>
                  <a:lnTo>
                    <a:pt x="5697" y="29432"/>
                  </a:lnTo>
                  <a:lnTo>
                    <a:pt x="1837" y="26038"/>
                  </a:lnTo>
                  <a:lnTo>
                    <a:pt x="416" y="24364"/>
                  </a:lnTo>
                  <a:lnTo>
                    <a:pt x="0" y="21540"/>
                  </a:lnTo>
                  <a:lnTo>
                    <a:pt x="3881" y="12459"/>
                  </a:lnTo>
                  <a:lnTo>
                    <a:pt x="3452" y="10907"/>
                  </a:lnTo>
                  <a:lnTo>
                    <a:pt x="7832" y="8434"/>
                  </a:lnTo>
                  <a:lnTo>
                    <a:pt x="7219" y="5518"/>
                  </a:lnTo>
                  <a:lnTo>
                    <a:pt x="8039" y="3331"/>
                  </a:lnTo>
                  <a:lnTo>
                    <a:pt x="12204" y="3062"/>
                  </a:lnTo>
                  <a:lnTo>
                    <a:pt x="13090" y="3593"/>
                  </a:lnTo>
                  <a:lnTo>
                    <a:pt x="13712" y="5763"/>
                  </a:lnTo>
                  <a:lnTo>
                    <a:pt x="2322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h621"/>
            <p:cNvSpPr/>
            <p:nvPr/>
          </p:nvSpPr>
          <p:spPr>
            <a:xfrm>
              <a:off x="2520370" y="2788511"/>
              <a:ext cx="26027" cy="23954"/>
            </a:xfrm>
            <a:custGeom>
              <a:avLst/>
              <a:pathLst>
                <a:path w="26027" h="23954">
                  <a:moveTo>
                    <a:pt x="10919" y="0"/>
                  </a:moveTo>
                  <a:lnTo>
                    <a:pt x="12294" y="2334"/>
                  </a:lnTo>
                  <a:lnTo>
                    <a:pt x="12214" y="5892"/>
                  </a:lnTo>
                  <a:lnTo>
                    <a:pt x="15609" y="8693"/>
                  </a:lnTo>
                  <a:lnTo>
                    <a:pt x="17664" y="8410"/>
                  </a:lnTo>
                  <a:lnTo>
                    <a:pt x="22961" y="4922"/>
                  </a:lnTo>
                  <a:lnTo>
                    <a:pt x="26027" y="11808"/>
                  </a:lnTo>
                  <a:lnTo>
                    <a:pt x="16511" y="17572"/>
                  </a:lnTo>
                  <a:lnTo>
                    <a:pt x="15889" y="15401"/>
                  </a:lnTo>
                  <a:lnTo>
                    <a:pt x="15003" y="14870"/>
                  </a:lnTo>
                  <a:lnTo>
                    <a:pt x="10838" y="15139"/>
                  </a:lnTo>
                  <a:lnTo>
                    <a:pt x="10018" y="17327"/>
                  </a:lnTo>
                  <a:lnTo>
                    <a:pt x="10631" y="20242"/>
                  </a:lnTo>
                  <a:lnTo>
                    <a:pt x="6251" y="22715"/>
                  </a:lnTo>
                  <a:lnTo>
                    <a:pt x="4783" y="23954"/>
                  </a:lnTo>
                  <a:lnTo>
                    <a:pt x="0" y="12967"/>
                  </a:lnTo>
                  <a:lnTo>
                    <a:pt x="4953" y="7164"/>
                  </a:lnTo>
                  <a:lnTo>
                    <a:pt x="9559" y="25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h622"/>
            <p:cNvSpPr/>
            <p:nvPr/>
          </p:nvSpPr>
          <p:spPr>
            <a:xfrm>
              <a:off x="2551281" y="2873502"/>
              <a:ext cx="16406" cy="20185"/>
            </a:xfrm>
            <a:custGeom>
              <a:avLst/>
              <a:pathLst>
                <a:path w="16406" h="20185">
                  <a:moveTo>
                    <a:pt x="15338" y="5696"/>
                  </a:moveTo>
                  <a:lnTo>
                    <a:pt x="16406" y="6458"/>
                  </a:lnTo>
                  <a:lnTo>
                    <a:pt x="12007" y="12399"/>
                  </a:lnTo>
                  <a:lnTo>
                    <a:pt x="16288" y="14574"/>
                  </a:lnTo>
                  <a:lnTo>
                    <a:pt x="15818" y="15451"/>
                  </a:lnTo>
                  <a:lnTo>
                    <a:pt x="13411" y="17964"/>
                  </a:lnTo>
                  <a:lnTo>
                    <a:pt x="9790" y="20185"/>
                  </a:lnTo>
                  <a:lnTo>
                    <a:pt x="8001" y="20130"/>
                  </a:lnTo>
                  <a:lnTo>
                    <a:pt x="7897" y="17850"/>
                  </a:lnTo>
                  <a:lnTo>
                    <a:pt x="6502" y="16454"/>
                  </a:lnTo>
                  <a:lnTo>
                    <a:pt x="984" y="15954"/>
                  </a:lnTo>
                  <a:lnTo>
                    <a:pt x="0" y="13886"/>
                  </a:lnTo>
                  <a:lnTo>
                    <a:pt x="428" y="12261"/>
                  </a:lnTo>
                  <a:lnTo>
                    <a:pt x="3288" y="11242"/>
                  </a:lnTo>
                  <a:lnTo>
                    <a:pt x="6927" y="1691"/>
                  </a:lnTo>
                  <a:lnTo>
                    <a:pt x="7993" y="2809"/>
                  </a:lnTo>
                  <a:lnTo>
                    <a:pt x="11545" y="3664"/>
                  </a:lnTo>
                  <a:lnTo>
                    <a:pt x="13429" y="586"/>
                  </a:lnTo>
                  <a:lnTo>
                    <a:pt x="13785" y="533"/>
                  </a:lnTo>
                  <a:lnTo>
                    <a:pt x="158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h623"/>
            <p:cNvSpPr/>
            <p:nvPr/>
          </p:nvSpPr>
          <p:spPr>
            <a:xfrm>
              <a:off x="2504424" y="2854603"/>
              <a:ext cx="14138" cy="12799"/>
            </a:xfrm>
            <a:custGeom>
              <a:avLst/>
              <a:pathLst>
                <a:path w="14138" h="12799">
                  <a:moveTo>
                    <a:pt x="8110" y="1913"/>
                  </a:moveTo>
                  <a:lnTo>
                    <a:pt x="8669" y="4792"/>
                  </a:lnTo>
                  <a:lnTo>
                    <a:pt x="14028" y="3031"/>
                  </a:lnTo>
                  <a:lnTo>
                    <a:pt x="14138" y="5662"/>
                  </a:lnTo>
                  <a:lnTo>
                    <a:pt x="11193" y="12085"/>
                  </a:lnTo>
                  <a:lnTo>
                    <a:pt x="9565" y="11531"/>
                  </a:lnTo>
                  <a:lnTo>
                    <a:pt x="5410" y="11683"/>
                  </a:lnTo>
                  <a:lnTo>
                    <a:pt x="4186" y="11830"/>
                  </a:lnTo>
                  <a:lnTo>
                    <a:pt x="3692" y="12799"/>
                  </a:lnTo>
                  <a:lnTo>
                    <a:pt x="134" y="12201"/>
                  </a:lnTo>
                  <a:lnTo>
                    <a:pt x="0" y="11546"/>
                  </a:lnTo>
                  <a:lnTo>
                    <a:pt x="3068" y="10970"/>
                  </a:lnTo>
                  <a:lnTo>
                    <a:pt x="217" y="7513"/>
                  </a:lnTo>
                  <a:lnTo>
                    <a:pt x="818" y="2788"/>
                  </a:lnTo>
                  <a:lnTo>
                    <a:pt x="2900" y="59"/>
                  </a:lnTo>
                  <a:lnTo>
                    <a:pt x="504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h624"/>
            <p:cNvSpPr/>
            <p:nvPr/>
          </p:nvSpPr>
          <p:spPr>
            <a:xfrm>
              <a:off x="2512026" y="2866647"/>
              <a:ext cx="32804" cy="26704"/>
            </a:xfrm>
            <a:custGeom>
              <a:avLst/>
              <a:pathLst>
                <a:path w="32804" h="26704">
                  <a:moveTo>
                    <a:pt x="14126" y="606"/>
                  </a:moveTo>
                  <a:lnTo>
                    <a:pt x="26527" y="3851"/>
                  </a:lnTo>
                  <a:lnTo>
                    <a:pt x="27470" y="4487"/>
                  </a:lnTo>
                  <a:lnTo>
                    <a:pt x="29347" y="1215"/>
                  </a:lnTo>
                  <a:lnTo>
                    <a:pt x="32804" y="1249"/>
                  </a:lnTo>
                  <a:lnTo>
                    <a:pt x="32175" y="4958"/>
                  </a:lnTo>
                  <a:lnTo>
                    <a:pt x="30622" y="7206"/>
                  </a:lnTo>
                  <a:lnTo>
                    <a:pt x="29471" y="6371"/>
                  </a:lnTo>
                  <a:lnTo>
                    <a:pt x="25755" y="7244"/>
                  </a:lnTo>
                  <a:lnTo>
                    <a:pt x="24122" y="8806"/>
                  </a:lnTo>
                  <a:lnTo>
                    <a:pt x="25362" y="17936"/>
                  </a:lnTo>
                  <a:lnTo>
                    <a:pt x="18029" y="16627"/>
                  </a:lnTo>
                  <a:lnTo>
                    <a:pt x="12860" y="17456"/>
                  </a:lnTo>
                  <a:lnTo>
                    <a:pt x="9709" y="14905"/>
                  </a:lnTo>
                  <a:lnTo>
                    <a:pt x="7820" y="16102"/>
                  </a:lnTo>
                  <a:lnTo>
                    <a:pt x="7066" y="21152"/>
                  </a:lnTo>
                  <a:lnTo>
                    <a:pt x="8211" y="26602"/>
                  </a:lnTo>
                  <a:lnTo>
                    <a:pt x="5563" y="26704"/>
                  </a:lnTo>
                  <a:lnTo>
                    <a:pt x="3007" y="21620"/>
                  </a:lnTo>
                  <a:lnTo>
                    <a:pt x="562" y="20442"/>
                  </a:lnTo>
                  <a:lnTo>
                    <a:pt x="0" y="18150"/>
                  </a:lnTo>
                  <a:lnTo>
                    <a:pt x="1088" y="14013"/>
                  </a:lnTo>
                  <a:lnTo>
                    <a:pt x="4561" y="13954"/>
                  </a:lnTo>
                  <a:lnTo>
                    <a:pt x="7252" y="12673"/>
                  </a:lnTo>
                  <a:lnTo>
                    <a:pt x="7984" y="8339"/>
                  </a:lnTo>
                  <a:lnTo>
                    <a:pt x="6891" y="6126"/>
                  </a:lnTo>
                  <a:lnTo>
                    <a:pt x="8559" y="3362"/>
                  </a:lnTo>
                  <a:lnTo>
                    <a:pt x="10436" y="4037"/>
                  </a:lnTo>
                  <a:lnTo>
                    <a:pt x="11311" y="3278"/>
                  </a:lnTo>
                  <a:lnTo>
                    <a:pt x="1166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h625"/>
            <p:cNvSpPr/>
            <p:nvPr/>
          </p:nvSpPr>
          <p:spPr>
            <a:xfrm>
              <a:off x="2560687" y="2846594"/>
              <a:ext cx="18991" cy="29428"/>
            </a:xfrm>
            <a:custGeom>
              <a:avLst/>
              <a:pathLst>
                <a:path w="18991" h="29428">
                  <a:moveTo>
                    <a:pt x="18617" y="1244"/>
                  </a:moveTo>
                  <a:lnTo>
                    <a:pt x="16159" y="3620"/>
                  </a:lnTo>
                  <a:lnTo>
                    <a:pt x="15490" y="5843"/>
                  </a:lnTo>
                  <a:lnTo>
                    <a:pt x="18991" y="16080"/>
                  </a:lnTo>
                  <a:lnTo>
                    <a:pt x="17944" y="22969"/>
                  </a:lnTo>
                  <a:lnTo>
                    <a:pt x="15832" y="27290"/>
                  </a:lnTo>
                  <a:lnTo>
                    <a:pt x="13947" y="29428"/>
                  </a:lnTo>
                  <a:lnTo>
                    <a:pt x="7555" y="26929"/>
                  </a:lnTo>
                  <a:lnTo>
                    <a:pt x="8831" y="23986"/>
                  </a:lnTo>
                  <a:lnTo>
                    <a:pt x="9044" y="20379"/>
                  </a:lnTo>
                  <a:lnTo>
                    <a:pt x="8788" y="19993"/>
                  </a:lnTo>
                  <a:lnTo>
                    <a:pt x="8213" y="20918"/>
                  </a:lnTo>
                  <a:lnTo>
                    <a:pt x="5993" y="21677"/>
                  </a:lnTo>
                  <a:lnTo>
                    <a:pt x="1115" y="18951"/>
                  </a:lnTo>
                  <a:lnTo>
                    <a:pt x="677" y="14108"/>
                  </a:lnTo>
                  <a:lnTo>
                    <a:pt x="1303" y="12969"/>
                  </a:lnTo>
                  <a:lnTo>
                    <a:pt x="0" y="10852"/>
                  </a:lnTo>
                  <a:lnTo>
                    <a:pt x="560" y="8826"/>
                  </a:lnTo>
                  <a:lnTo>
                    <a:pt x="5187" y="4967"/>
                  </a:lnTo>
                  <a:lnTo>
                    <a:pt x="9019" y="3451"/>
                  </a:lnTo>
                  <a:lnTo>
                    <a:pt x="11301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h626"/>
            <p:cNvSpPr/>
            <p:nvPr/>
          </p:nvSpPr>
          <p:spPr>
            <a:xfrm>
              <a:off x="2526152" y="2853389"/>
              <a:ext cx="14658" cy="17109"/>
            </a:xfrm>
            <a:custGeom>
              <a:avLst/>
              <a:pathLst>
                <a:path w="14658" h="17109">
                  <a:moveTo>
                    <a:pt x="8924" y="0"/>
                  </a:moveTo>
                  <a:lnTo>
                    <a:pt x="9073" y="450"/>
                  </a:lnTo>
                  <a:lnTo>
                    <a:pt x="8216" y="4186"/>
                  </a:lnTo>
                  <a:lnTo>
                    <a:pt x="12078" y="6188"/>
                  </a:lnTo>
                  <a:lnTo>
                    <a:pt x="14658" y="5748"/>
                  </a:lnTo>
                  <a:lnTo>
                    <a:pt x="13148" y="15921"/>
                  </a:lnTo>
                  <a:lnTo>
                    <a:pt x="12400" y="17109"/>
                  </a:lnTo>
                  <a:lnTo>
                    <a:pt x="0" y="13864"/>
                  </a:lnTo>
                  <a:lnTo>
                    <a:pt x="600" y="12761"/>
                  </a:lnTo>
                  <a:lnTo>
                    <a:pt x="779" y="5413"/>
                  </a:lnTo>
                  <a:lnTo>
                    <a:pt x="3332" y="2932"/>
                  </a:lnTo>
                  <a:lnTo>
                    <a:pt x="7473" y="38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h627"/>
            <p:cNvSpPr/>
            <p:nvPr/>
          </p:nvSpPr>
          <p:spPr>
            <a:xfrm>
              <a:off x="2538553" y="2853198"/>
              <a:ext cx="19902" cy="18407"/>
            </a:xfrm>
            <a:custGeom>
              <a:avLst/>
              <a:pathLst>
                <a:path w="19902" h="18407">
                  <a:moveTo>
                    <a:pt x="11134" y="0"/>
                  </a:moveTo>
                  <a:lnTo>
                    <a:pt x="15458" y="2831"/>
                  </a:lnTo>
                  <a:lnTo>
                    <a:pt x="13346" y="6128"/>
                  </a:lnTo>
                  <a:lnTo>
                    <a:pt x="13536" y="7509"/>
                  </a:lnTo>
                  <a:lnTo>
                    <a:pt x="14695" y="7204"/>
                  </a:lnTo>
                  <a:lnTo>
                    <a:pt x="16814" y="3376"/>
                  </a:lnTo>
                  <a:lnTo>
                    <a:pt x="19186" y="5835"/>
                  </a:lnTo>
                  <a:lnTo>
                    <a:pt x="18467" y="6773"/>
                  </a:lnTo>
                  <a:lnTo>
                    <a:pt x="18518" y="8603"/>
                  </a:lnTo>
                  <a:lnTo>
                    <a:pt x="19902" y="9910"/>
                  </a:lnTo>
                  <a:lnTo>
                    <a:pt x="19701" y="10752"/>
                  </a:lnTo>
                  <a:lnTo>
                    <a:pt x="15046" y="14226"/>
                  </a:lnTo>
                  <a:lnTo>
                    <a:pt x="11810" y="13150"/>
                  </a:lnTo>
                  <a:lnTo>
                    <a:pt x="9957" y="15797"/>
                  </a:lnTo>
                  <a:lnTo>
                    <a:pt x="5647" y="18407"/>
                  </a:lnTo>
                  <a:lnTo>
                    <a:pt x="6277" y="14698"/>
                  </a:lnTo>
                  <a:lnTo>
                    <a:pt x="2820" y="14664"/>
                  </a:lnTo>
                  <a:lnTo>
                    <a:pt x="943" y="17936"/>
                  </a:lnTo>
                  <a:lnTo>
                    <a:pt x="0" y="17300"/>
                  </a:lnTo>
                  <a:lnTo>
                    <a:pt x="748" y="16111"/>
                  </a:lnTo>
                  <a:lnTo>
                    <a:pt x="2258" y="5938"/>
                  </a:lnTo>
                  <a:lnTo>
                    <a:pt x="4023" y="609"/>
                  </a:lnTo>
                  <a:lnTo>
                    <a:pt x="6142" y="159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h628"/>
            <p:cNvSpPr/>
            <p:nvPr/>
          </p:nvSpPr>
          <p:spPr>
            <a:xfrm>
              <a:off x="2507094" y="2766207"/>
              <a:ext cx="28616" cy="47486"/>
            </a:xfrm>
            <a:custGeom>
              <a:avLst/>
              <a:pathLst>
                <a:path w="28616" h="47486">
                  <a:moveTo>
                    <a:pt x="15643" y="0"/>
                  </a:moveTo>
                  <a:lnTo>
                    <a:pt x="21459" y="4476"/>
                  </a:lnTo>
                  <a:lnTo>
                    <a:pt x="24608" y="4180"/>
                  </a:lnTo>
                  <a:lnTo>
                    <a:pt x="26222" y="4949"/>
                  </a:lnTo>
                  <a:lnTo>
                    <a:pt x="27298" y="5932"/>
                  </a:lnTo>
                  <a:lnTo>
                    <a:pt x="26742" y="6874"/>
                  </a:lnTo>
                  <a:lnTo>
                    <a:pt x="28616" y="11017"/>
                  </a:lnTo>
                  <a:lnTo>
                    <a:pt x="26905" y="12945"/>
                  </a:lnTo>
                  <a:lnTo>
                    <a:pt x="26626" y="15172"/>
                  </a:lnTo>
                  <a:lnTo>
                    <a:pt x="22835" y="22554"/>
                  </a:lnTo>
                  <a:lnTo>
                    <a:pt x="18229" y="29467"/>
                  </a:lnTo>
                  <a:lnTo>
                    <a:pt x="13276" y="35270"/>
                  </a:lnTo>
                  <a:lnTo>
                    <a:pt x="18059" y="46258"/>
                  </a:lnTo>
                  <a:lnTo>
                    <a:pt x="16690" y="47486"/>
                  </a:lnTo>
                  <a:lnTo>
                    <a:pt x="11638" y="45208"/>
                  </a:lnTo>
                  <a:lnTo>
                    <a:pt x="9330" y="38337"/>
                  </a:lnTo>
                  <a:lnTo>
                    <a:pt x="9933" y="36109"/>
                  </a:lnTo>
                  <a:lnTo>
                    <a:pt x="11166" y="35117"/>
                  </a:lnTo>
                  <a:lnTo>
                    <a:pt x="9724" y="31839"/>
                  </a:lnTo>
                  <a:lnTo>
                    <a:pt x="7827" y="30960"/>
                  </a:lnTo>
                  <a:lnTo>
                    <a:pt x="2319" y="33710"/>
                  </a:lnTo>
                  <a:lnTo>
                    <a:pt x="2604" y="31592"/>
                  </a:lnTo>
                  <a:lnTo>
                    <a:pt x="2034" y="29982"/>
                  </a:lnTo>
                  <a:lnTo>
                    <a:pt x="420" y="30673"/>
                  </a:lnTo>
                  <a:lnTo>
                    <a:pt x="0" y="30027"/>
                  </a:lnTo>
                  <a:lnTo>
                    <a:pt x="1201" y="27282"/>
                  </a:lnTo>
                  <a:lnTo>
                    <a:pt x="4079" y="24615"/>
                  </a:lnTo>
                  <a:lnTo>
                    <a:pt x="8549" y="25445"/>
                  </a:lnTo>
                  <a:lnTo>
                    <a:pt x="9522" y="24375"/>
                  </a:lnTo>
                  <a:lnTo>
                    <a:pt x="7049" y="19246"/>
                  </a:lnTo>
                  <a:lnTo>
                    <a:pt x="5350" y="18845"/>
                  </a:lnTo>
                  <a:lnTo>
                    <a:pt x="3752" y="16426"/>
                  </a:lnTo>
                  <a:lnTo>
                    <a:pt x="4706" y="8871"/>
                  </a:lnTo>
                  <a:lnTo>
                    <a:pt x="6987" y="8608"/>
                  </a:lnTo>
                  <a:lnTo>
                    <a:pt x="8435" y="7130"/>
                  </a:lnTo>
                  <a:lnTo>
                    <a:pt x="7830" y="6075"/>
                  </a:lnTo>
                  <a:lnTo>
                    <a:pt x="10354" y="4982"/>
                  </a:lnTo>
                  <a:lnTo>
                    <a:pt x="13962" y="81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h629"/>
            <p:cNvSpPr/>
            <p:nvPr/>
          </p:nvSpPr>
          <p:spPr>
            <a:xfrm>
              <a:off x="2467448" y="2858009"/>
              <a:ext cx="14593" cy="18582"/>
            </a:xfrm>
            <a:custGeom>
              <a:avLst/>
              <a:pathLst>
                <a:path w="14593" h="18582">
                  <a:moveTo>
                    <a:pt x="14342" y="1586"/>
                  </a:moveTo>
                  <a:lnTo>
                    <a:pt x="12371" y="3702"/>
                  </a:lnTo>
                  <a:lnTo>
                    <a:pt x="12352" y="7463"/>
                  </a:lnTo>
                  <a:lnTo>
                    <a:pt x="14497" y="14740"/>
                  </a:lnTo>
                  <a:lnTo>
                    <a:pt x="14593" y="15502"/>
                  </a:lnTo>
                  <a:lnTo>
                    <a:pt x="10959" y="18582"/>
                  </a:lnTo>
                  <a:lnTo>
                    <a:pt x="3140" y="12724"/>
                  </a:lnTo>
                  <a:lnTo>
                    <a:pt x="0" y="12525"/>
                  </a:lnTo>
                  <a:lnTo>
                    <a:pt x="279" y="10977"/>
                  </a:lnTo>
                  <a:lnTo>
                    <a:pt x="2350" y="7766"/>
                  </a:lnTo>
                  <a:lnTo>
                    <a:pt x="2727" y="4578"/>
                  </a:lnTo>
                  <a:lnTo>
                    <a:pt x="1984" y="2312"/>
                  </a:lnTo>
                  <a:lnTo>
                    <a:pt x="563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h630"/>
            <p:cNvSpPr/>
            <p:nvPr/>
          </p:nvSpPr>
          <p:spPr>
            <a:xfrm>
              <a:off x="2594529" y="2813361"/>
              <a:ext cx="32078" cy="35531"/>
            </a:xfrm>
            <a:custGeom>
              <a:avLst/>
              <a:pathLst>
                <a:path w="32078" h="35531">
                  <a:moveTo>
                    <a:pt x="25289" y="222"/>
                  </a:moveTo>
                  <a:lnTo>
                    <a:pt x="32078" y="12907"/>
                  </a:lnTo>
                  <a:lnTo>
                    <a:pt x="26330" y="15378"/>
                  </a:lnTo>
                  <a:lnTo>
                    <a:pt x="24858" y="20613"/>
                  </a:lnTo>
                  <a:lnTo>
                    <a:pt x="17560" y="24667"/>
                  </a:lnTo>
                  <a:lnTo>
                    <a:pt x="14018" y="28087"/>
                  </a:lnTo>
                  <a:lnTo>
                    <a:pt x="8874" y="28284"/>
                  </a:lnTo>
                  <a:lnTo>
                    <a:pt x="6803" y="29973"/>
                  </a:lnTo>
                  <a:lnTo>
                    <a:pt x="4713" y="34487"/>
                  </a:lnTo>
                  <a:lnTo>
                    <a:pt x="2613" y="35531"/>
                  </a:lnTo>
                  <a:lnTo>
                    <a:pt x="0" y="34832"/>
                  </a:lnTo>
                  <a:lnTo>
                    <a:pt x="2843" y="29514"/>
                  </a:lnTo>
                  <a:lnTo>
                    <a:pt x="3897" y="25712"/>
                  </a:lnTo>
                  <a:lnTo>
                    <a:pt x="1582" y="22899"/>
                  </a:lnTo>
                  <a:lnTo>
                    <a:pt x="1706" y="20884"/>
                  </a:lnTo>
                  <a:lnTo>
                    <a:pt x="7402" y="15298"/>
                  </a:lnTo>
                  <a:lnTo>
                    <a:pt x="13089" y="10713"/>
                  </a:lnTo>
                  <a:lnTo>
                    <a:pt x="15336" y="11059"/>
                  </a:lnTo>
                  <a:lnTo>
                    <a:pt x="17453" y="10468"/>
                  </a:lnTo>
                  <a:lnTo>
                    <a:pt x="23238" y="2786"/>
                  </a:lnTo>
                  <a:lnTo>
                    <a:pt x="24455" y="558"/>
                  </a:lnTo>
                  <a:lnTo>
                    <a:pt x="2408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h631"/>
            <p:cNvSpPr/>
            <p:nvPr/>
          </p:nvSpPr>
          <p:spPr>
            <a:xfrm>
              <a:off x="2570929" y="2903804"/>
              <a:ext cx="30760" cy="31370"/>
            </a:xfrm>
            <a:custGeom>
              <a:avLst/>
              <a:pathLst>
                <a:path w="30760" h="31370">
                  <a:moveTo>
                    <a:pt x="24334" y="515"/>
                  </a:moveTo>
                  <a:lnTo>
                    <a:pt x="24746" y="1744"/>
                  </a:lnTo>
                  <a:lnTo>
                    <a:pt x="26325" y="2250"/>
                  </a:lnTo>
                  <a:lnTo>
                    <a:pt x="27251" y="781"/>
                  </a:lnTo>
                  <a:lnTo>
                    <a:pt x="30760" y="1589"/>
                  </a:lnTo>
                  <a:lnTo>
                    <a:pt x="29947" y="3434"/>
                  </a:lnTo>
                  <a:lnTo>
                    <a:pt x="27049" y="5330"/>
                  </a:lnTo>
                  <a:lnTo>
                    <a:pt x="23977" y="4957"/>
                  </a:lnTo>
                  <a:lnTo>
                    <a:pt x="22311" y="8435"/>
                  </a:lnTo>
                  <a:lnTo>
                    <a:pt x="13864" y="16717"/>
                  </a:lnTo>
                  <a:lnTo>
                    <a:pt x="13304" y="19397"/>
                  </a:lnTo>
                  <a:lnTo>
                    <a:pt x="14276" y="20116"/>
                  </a:lnTo>
                  <a:lnTo>
                    <a:pt x="16379" y="19663"/>
                  </a:lnTo>
                  <a:lnTo>
                    <a:pt x="17341" y="20097"/>
                  </a:lnTo>
                  <a:lnTo>
                    <a:pt x="18285" y="22186"/>
                  </a:lnTo>
                  <a:lnTo>
                    <a:pt x="17463" y="23488"/>
                  </a:lnTo>
                  <a:lnTo>
                    <a:pt x="17780" y="26135"/>
                  </a:lnTo>
                  <a:lnTo>
                    <a:pt x="22019" y="27871"/>
                  </a:lnTo>
                  <a:lnTo>
                    <a:pt x="20419" y="30157"/>
                  </a:lnTo>
                  <a:lnTo>
                    <a:pt x="17253" y="29364"/>
                  </a:lnTo>
                  <a:lnTo>
                    <a:pt x="8155" y="29489"/>
                  </a:lnTo>
                  <a:lnTo>
                    <a:pt x="8024" y="30703"/>
                  </a:lnTo>
                  <a:lnTo>
                    <a:pt x="4921" y="31370"/>
                  </a:lnTo>
                  <a:lnTo>
                    <a:pt x="2986" y="27603"/>
                  </a:lnTo>
                  <a:lnTo>
                    <a:pt x="4189" y="26080"/>
                  </a:lnTo>
                  <a:lnTo>
                    <a:pt x="3754" y="24425"/>
                  </a:lnTo>
                  <a:lnTo>
                    <a:pt x="0" y="20769"/>
                  </a:lnTo>
                  <a:lnTo>
                    <a:pt x="987" y="19582"/>
                  </a:lnTo>
                  <a:lnTo>
                    <a:pt x="2383" y="14030"/>
                  </a:lnTo>
                  <a:lnTo>
                    <a:pt x="14781" y="6726"/>
                  </a:lnTo>
                  <a:lnTo>
                    <a:pt x="19126" y="2598"/>
                  </a:lnTo>
                  <a:lnTo>
                    <a:pt x="19295" y="1318"/>
                  </a:lnTo>
                  <a:lnTo>
                    <a:pt x="217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h632"/>
            <p:cNvSpPr/>
            <p:nvPr/>
          </p:nvSpPr>
          <p:spPr>
            <a:xfrm>
              <a:off x="2584233" y="2905394"/>
              <a:ext cx="27603" cy="26282"/>
            </a:xfrm>
            <a:custGeom>
              <a:avLst/>
              <a:pathLst>
                <a:path w="27603" h="26282">
                  <a:moveTo>
                    <a:pt x="19313" y="384"/>
                  </a:moveTo>
                  <a:lnTo>
                    <a:pt x="21415" y="5638"/>
                  </a:lnTo>
                  <a:lnTo>
                    <a:pt x="23162" y="8179"/>
                  </a:lnTo>
                  <a:lnTo>
                    <a:pt x="25430" y="8379"/>
                  </a:lnTo>
                  <a:lnTo>
                    <a:pt x="27603" y="9726"/>
                  </a:lnTo>
                  <a:lnTo>
                    <a:pt x="27520" y="12272"/>
                  </a:lnTo>
                  <a:lnTo>
                    <a:pt x="21033" y="15170"/>
                  </a:lnTo>
                  <a:lnTo>
                    <a:pt x="14719" y="14273"/>
                  </a:lnTo>
                  <a:lnTo>
                    <a:pt x="12415" y="14976"/>
                  </a:lnTo>
                  <a:lnTo>
                    <a:pt x="12665" y="17465"/>
                  </a:lnTo>
                  <a:lnTo>
                    <a:pt x="13689" y="17482"/>
                  </a:lnTo>
                  <a:lnTo>
                    <a:pt x="13415" y="19361"/>
                  </a:lnTo>
                  <a:lnTo>
                    <a:pt x="8715" y="26282"/>
                  </a:lnTo>
                  <a:lnTo>
                    <a:pt x="4476" y="24546"/>
                  </a:lnTo>
                  <a:lnTo>
                    <a:pt x="4159" y="21898"/>
                  </a:lnTo>
                  <a:lnTo>
                    <a:pt x="4981" y="20596"/>
                  </a:lnTo>
                  <a:lnTo>
                    <a:pt x="4037" y="18507"/>
                  </a:lnTo>
                  <a:lnTo>
                    <a:pt x="3075" y="18073"/>
                  </a:lnTo>
                  <a:lnTo>
                    <a:pt x="972" y="18527"/>
                  </a:lnTo>
                  <a:lnTo>
                    <a:pt x="0" y="17808"/>
                  </a:lnTo>
                  <a:lnTo>
                    <a:pt x="559" y="15127"/>
                  </a:lnTo>
                  <a:lnTo>
                    <a:pt x="9007" y="6845"/>
                  </a:lnTo>
                  <a:lnTo>
                    <a:pt x="10673" y="3367"/>
                  </a:lnTo>
                  <a:lnTo>
                    <a:pt x="13745" y="3740"/>
                  </a:lnTo>
                  <a:lnTo>
                    <a:pt x="16643" y="1844"/>
                  </a:lnTo>
                  <a:lnTo>
                    <a:pt x="1745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h633"/>
            <p:cNvSpPr/>
            <p:nvPr/>
          </p:nvSpPr>
          <p:spPr>
            <a:xfrm>
              <a:off x="2553714" y="2782398"/>
              <a:ext cx="29053" cy="25283"/>
            </a:xfrm>
            <a:custGeom>
              <a:avLst/>
              <a:pathLst>
                <a:path w="29053" h="25283">
                  <a:moveTo>
                    <a:pt x="24099" y="1836"/>
                  </a:moveTo>
                  <a:lnTo>
                    <a:pt x="25465" y="1619"/>
                  </a:lnTo>
                  <a:lnTo>
                    <a:pt x="27549" y="2880"/>
                  </a:lnTo>
                  <a:lnTo>
                    <a:pt x="29053" y="4113"/>
                  </a:lnTo>
                  <a:lnTo>
                    <a:pt x="27026" y="5982"/>
                  </a:lnTo>
                  <a:lnTo>
                    <a:pt x="24984" y="11881"/>
                  </a:lnTo>
                  <a:lnTo>
                    <a:pt x="24898" y="13460"/>
                  </a:lnTo>
                  <a:lnTo>
                    <a:pt x="26594" y="15867"/>
                  </a:lnTo>
                  <a:lnTo>
                    <a:pt x="20621" y="18289"/>
                  </a:lnTo>
                  <a:lnTo>
                    <a:pt x="20193" y="17607"/>
                  </a:lnTo>
                  <a:lnTo>
                    <a:pt x="17500" y="20620"/>
                  </a:lnTo>
                  <a:lnTo>
                    <a:pt x="17359" y="19146"/>
                  </a:lnTo>
                  <a:lnTo>
                    <a:pt x="15195" y="18109"/>
                  </a:lnTo>
                  <a:lnTo>
                    <a:pt x="9808" y="23517"/>
                  </a:lnTo>
                  <a:lnTo>
                    <a:pt x="5105" y="25283"/>
                  </a:lnTo>
                  <a:lnTo>
                    <a:pt x="2194" y="21844"/>
                  </a:lnTo>
                  <a:lnTo>
                    <a:pt x="538" y="20652"/>
                  </a:lnTo>
                  <a:lnTo>
                    <a:pt x="0" y="18732"/>
                  </a:lnTo>
                  <a:lnTo>
                    <a:pt x="2506" y="16291"/>
                  </a:lnTo>
                  <a:lnTo>
                    <a:pt x="8443" y="16133"/>
                  </a:lnTo>
                  <a:lnTo>
                    <a:pt x="11781" y="14534"/>
                  </a:lnTo>
                  <a:lnTo>
                    <a:pt x="13707" y="11613"/>
                  </a:lnTo>
                  <a:lnTo>
                    <a:pt x="10119" y="9494"/>
                  </a:lnTo>
                  <a:lnTo>
                    <a:pt x="10773" y="6050"/>
                  </a:lnTo>
                  <a:lnTo>
                    <a:pt x="11227" y="5589"/>
                  </a:lnTo>
                  <a:lnTo>
                    <a:pt x="13286" y="6163"/>
                  </a:lnTo>
                  <a:lnTo>
                    <a:pt x="17371" y="4804"/>
                  </a:lnTo>
                  <a:lnTo>
                    <a:pt x="19531" y="2133"/>
                  </a:lnTo>
                  <a:lnTo>
                    <a:pt x="1995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h634"/>
            <p:cNvSpPr/>
            <p:nvPr/>
          </p:nvSpPr>
          <p:spPr>
            <a:xfrm>
              <a:off x="2518656" y="2900060"/>
              <a:ext cx="12974" cy="12233"/>
            </a:xfrm>
            <a:custGeom>
              <a:avLst/>
              <a:pathLst>
                <a:path w="12974" h="12233">
                  <a:moveTo>
                    <a:pt x="11965" y="3452"/>
                  </a:moveTo>
                  <a:lnTo>
                    <a:pt x="12974" y="5024"/>
                  </a:lnTo>
                  <a:lnTo>
                    <a:pt x="12929" y="7218"/>
                  </a:lnTo>
                  <a:lnTo>
                    <a:pt x="11783" y="7933"/>
                  </a:lnTo>
                  <a:lnTo>
                    <a:pt x="10499" y="7477"/>
                  </a:lnTo>
                  <a:lnTo>
                    <a:pt x="8588" y="12233"/>
                  </a:lnTo>
                  <a:lnTo>
                    <a:pt x="5792" y="11709"/>
                  </a:lnTo>
                  <a:lnTo>
                    <a:pt x="1461" y="9453"/>
                  </a:lnTo>
                  <a:lnTo>
                    <a:pt x="0" y="5231"/>
                  </a:lnTo>
                  <a:lnTo>
                    <a:pt x="3466" y="3094"/>
                  </a:lnTo>
                  <a:lnTo>
                    <a:pt x="6055" y="1824"/>
                  </a:lnTo>
                  <a:lnTo>
                    <a:pt x="75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h635"/>
            <p:cNvSpPr/>
            <p:nvPr/>
          </p:nvSpPr>
          <p:spPr>
            <a:xfrm>
              <a:off x="2463433" y="2869890"/>
              <a:ext cx="27771" cy="26954"/>
            </a:xfrm>
            <a:custGeom>
              <a:avLst/>
              <a:pathLst>
                <a:path w="27771" h="26954">
                  <a:moveTo>
                    <a:pt x="4015" y="644"/>
                  </a:moveTo>
                  <a:lnTo>
                    <a:pt x="7156" y="843"/>
                  </a:lnTo>
                  <a:lnTo>
                    <a:pt x="14975" y="6701"/>
                  </a:lnTo>
                  <a:lnTo>
                    <a:pt x="18608" y="3621"/>
                  </a:lnTo>
                  <a:lnTo>
                    <a:pt x="18513" y="2859"/>
                  </a:lnTo>
                  <a:lnTo>
                    <a:pt x="18993" y="2481"/>
                  </a:lnTo>
                  <a:lnTo>
                    <a:pt x="24191" y="8688"/>
                  </a:lnTo>
                  <a:lnTo>
                    <a:pt x="27702" y="12101"/>
                  </a:lnTo>
                  <a:lnTo>
                    <a:pt x="24770" y="15106"/>
                  </a:lnTo>
                  <a:lnTo>
                    <a:pt x="27771" y="16517"/>
                  </a:lnTo>
                  <a:lnTo>
                    <a:pt x="26060" y="21715"/>
                  </a:lnTo>
                  <a:lnTo>
                    <a:pt x="22450" y="23890"/>
                  </a:lnTo>
                  <a:lnTo>
                    <a:pt x="22703" y="26011"/>
                  </a:lnTo>
                  <a:lnTo>
                    <a:pt x="24355" y="26954"/>
                  </a:lnTo>
                  <a:lnTo>
                    <a:pt x="18778" y="26564"/>
                  </a:lnTo>
                  <a:lnTo>
                    <a:pt x="17703" y="25687"/>
                  </a:lnTo>
                  <a:lnTo>
                    <a:pt x="15845" y="21712"/>
                  </a:lnTo>
                  <a:lnTo>
                    <a:pt x="17416" y="20796"/>
                  </a:lnTo>
                  <a:lnTo>
                    <a:pt x="15795" y="19895"/>
                  </a:lnTo>
                  <a:lnTo>
                    <a:pt x="13415" y="18764"/>
                  </a:lnTo>
                  <a:lnTo>
                    <a:pt x="7563" y="18550"/>
                  </a:lnTo>
                  <a:lnTo>
                    <a:pt x="5314" y="12387"/>
                  </a:lnTo>
                  <a:lnTo>
                    <a:pt x="2889" y="10436"/>
                  </a:lnTo>
                  <a:lnTo>
                    <a:pt x="2152" y="7716"/>
                  </a:lnTo>
                  <a:lnTo>
                    <a:pt x="0" y="1169"/>
                  </a:lnTo>
                  <a:lnTo>
                    <a:pt x="994" y="1797"/>
                  </a:lnTo>
                  <a:lnTo>
                    <a:pt x="206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h636"/>
            <p:cNvSpPr/>
            <p:nvPr/>
          </p:nvSpPr>
          <p:spPr>
            <a:xfrm>
              <a:off x="2590888" y="2774404"/>
              <a:ext cx="14211" cy="19635"/>
            </a:xfrm>
            <a:custGeom>
              <a:avLst/>
              <a:pathLst>
                <a:path w="14211" h="19635">
                  <a:moveTo>
                    <a:pt x="7792" y="1741"/>
                  </a:moveTo>
                  <a:lnTo>
                    <a:pt x="11482" y="2459"/>
                  </a:lnTo>
                  <a:lnTo>
                    <a:pt x="12625" y="1894"/>
                  </a:lnTo>
                  <a:lnTo>
                    <a:pt x="14089" y="4753"/>
                  </a:lnTo>
                  <a:lnTo>
                    <a:pt x="11202" y="5937"/>
                  </a:lnTo>
                  <a:lnTo>
                    <a:pt x="10375" y="8622"/>
                  </a:lnTo>
                  <a:lnTo>
                    <a:pt x="10240" y="12340"/>
                  </a:lnTo>
                  <a:lnTo>
                    <a:pt x="11125" y="14961"/>
                  </a:lnTo>
                  <a:lnTo>
                    <a:pt x="14211" y="15313"/>
                  </a:lnTo>
                  <a:lnTo>
                    <a:pt x="13448" y="17749"/>
                  </a:lnTo>
                  <a:lnTo>
                    <a:pt x="11873" y="18761"/>
                  </a:lnTo>
                  <a:lnTo>
                    <a:pt x="10851" y="18379"/>
                  </a:lnTo>
                  <a:lnTo>
                    <a:pt x="2922" y="19635"/>
                  </a:lnTo>
                  <a:lnTo>
                    <a:pt x="1159" y="18021"/>
                  </a:lnTo>
                  <a:lnTo>
                    <a:pt x="4332" y="16527"/>
                  </a:lnTo>
                  <a:lnTo>
                    <a:pt x="2890" y="14228"/>
                  </a:lnTo>
                  <a:lnTo>
                    <a:pt x="0" y="13520"/>
                  </a:lnTo>
                  <a:lnTo>
                    <a:pt x="776" y="10068"/>
                  </a:lnTo>
                  <a:lnTo>
                    <a:pt x="4584" y="6858"/>
                  </a:lnTo>
                  <a:lnTo>
                    <a:pt x="6166" y="3877"/>
                  </a:lnTo>
                  <a:lnTo>
                    <a:pt x="4608" y="3728"/>
                  </a:lnTo>
                  <a:lnTo>
                    <a:pt x="3982" y="1577"/>
                  </a:lnTo>
                  <a:lnTo>
                    <a:pt x="4172" y="321"/>
                  </a:lnTo>
                  <a:lnTo>
                    <a:pt x="528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h637"/>
            <p:cNvSpPr/>
            <p:nvPr/>
          </p:nvSpPr>
          <p:spPr>
            <a:xfrm>
              <a:off x="2487624" y="2873906"/>
              <a:ext cx="13991" cy="8084"/>
            </a:xfrm>
            <a:custGeom>
              <a:avLst/>
              <a:pathLst>
                <a:path w="13991" h="8084">
                  <a:moveTo>
                    <a:pt x="13511" y="1288"/>
                  </a:moveTo>
                  <a:lnTo>
                    <a:pt x="11303" y="2691"/>
                  </a:lnTo>
                  <a:lnTo>
                    <a:pt x="12692" y="4095"/>
                  </a:lnTo>
                  <a:lnTo>
                    <a:pt x="9911" y="4563"/>
                  </a:lnTo>
                  <a:lnTo>
                    <a:pt x="9719" y="5817"/>
                  </a:lnTo>
                  <a:lnTo>
                    <a:pt x="3510" y="8084"/>
                  </a:lnTo>
                  <a:lnTo>
                    <a:pt x="0" y="4671"/>
                  </a:lnTo>
                  <a:lnTo>
                    <a:pt x="1788" y="3420"/>
                  </a:lnTo>
                  <a:lnTo>
                    <a:pt x="3023" y="3806"/>
                  </a:lnTo>
                  <a:lnTo>
                    <a:pt x="7195" y="2749"/>
                  </a:lnTo>
                  <a:lnTo>
                    <a:pt x="1399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h638"/>
            <p:cNvSpPr/>
            <p:nvPr/>
          </p:nvSpPr>
          <p:spPr>
            <a:xfrm>
              <a:off x="2545474" y="2871536"/>
              <a:ext cx="12735" cy="18967"/>
            </a:xfrm>
            <a:custGeom>
              <a:avLst/>
              <a:pathLst>
                <a:path w="12735" h="18967">
                  <a:moveTo>
                    <a:pt x="12735" y="3657"/>
                  </a:moveTo>
                  <a:lnTo>
                    <a:pt x="9095" y="13208"/>
                  </a:lnTo>
                  <a:lnTo>
                    <a:pt x="6235" y="14227"/>
                  </a:lnTo>
                  <a:lnTo>
                    <a:pt x="5807" y="15852"/>
                  </a:lnTo>
                  <a:lnTo>
                    <a:pt x="6792" y="17920"/>
                  </a:lnTo>
                  <a:lnTo>
                    <a:pt x="4312" y="18967"/>
                  </a:lnTo>
                  <a:lnTo>
                    <a:pt x="873" y="18711"/>
                  </a:lnTo>
                  <a:lnTo>
                    <a:pt x="2318" y="15189"/>
                  </a:lnTo>
                  <a:lnTo>
                    <a:pt x="518" y="14121"/>
                  </a:lnTo>
                  <a:lnTo>
                    <a:pt x="0" y="10060"/>
                  </a:lnTo>
                  <a:lnTo>
                    <a:pt x="960" y="8640"/>
                  </a:lnTo>
                  <a:lnTo>
                    <a:pt x="2890" y="7597"/>
                  </a:lnTo>
                  <a:lnTo>
                    <a:pt x="915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h639"/>
            <p:cNvSpPr/>
            <p:nvPr/>
          </p:nvSpPr>
          <p:spPr>
            <a:xfrm>
              <a:off x="2485998" y="2805136"/>
              <a:ext cx="23963" cy="40283"/>
            </a:xfrm>
            <a:custGeom>
              <a:avLst/>
              <a:pathLst>
                <a:path w="23963" h="40283">
                  <a:moveTo>
                    <a:pt x="13074" y="0"/>
                  </a:moveTo>
                  <a:lnTo>
                    <a:pt x="13920" y="4014"/>
                  </a:lnTo>
                  <a:lnTo>
                    <a:pt x="13384" y="6307"/>
                  </a:lnTo>
                  <a:lnTo>
                    <a:pt x="16192" y="11056"/>
                  </a:lnTo>
                  <a:lnTo>
                    <a:pt x="16663" y="16917"/>
                  </a:lnTo>
                  <a:lnTo>
                    <a:pt x="15493" y="18071"/>
                  </a:lnTo>
                  <a:lnTo>
                    <a:pt x="22266" y="22033"/>
                  </a:lnTo>
                  <a:lnTo>
                    <a:pt x="19613" y="27290"/>
                  </a:lnTo>
                  <a:lnTo>
                    <a:pt x="23231" y="32425"/>
                  </a:lnTo>
                  <a:lnTo>
                    <a:pt x="23963" y="38617"/>
                  </a:lnTo>
                  <a:lnTo>
                    <a:pt x="22033" y="40283"/>
                  </a:lnTo>
                  <a:lnTo>
                    <a:pt x="20130" y="38658"/>
                  </a:lnTo>
                  <a:lnTo>
                    <a:pt x="20907" y="37245"/>
                  </a:lnTo>
                  <a:lnTo>
                    <a:pt x="19115" y="35809"/>
                  </a:lnTo>
                  <a:lnTo>
                    <a:pt x="15244" y="35460"/>
                  </a:lnTo>
                  <a:lnTo>
                    <a:pt x="5532" y="35284"/>
                  </a:lnTo>
                  <a:lnTo>
                    <a:pt x="1110" y="36208"/>
                  </a:lnTo>
                  <a:lnTo>
                    <a:pt x="0" y="31396"/>
                  </a:lnTo>
                  <a:lnTo>
                    <a:pt x="1189" y="30662"/>
                  </a:lnTo>
                  <a:lnTo>
                    <a:pt x="1556" y="28801"/>
                  </a:lnTo>
                  <a:lnTo>
                    <a:pt x="601" y="27168"/>
                  </a:lnTo>
                  <a:lnTo>
                    <a:pt x="5521" y="22844"/>
                  </a:lnTo>
                  <a:lnTo>
                    <a:pt x="2408" y="17781"/>
                  </a:lnTo>
                  <a:lnTo>
                    <a:pt x="2633" y="14981"/>
                  </a:lnTo>
                  <a:lnTo>
                    <a:pt x="3314" y="10700"/>
                  </a:lnTo>
                  <a:lnTo>
                    <a:pt x="1577" y="7025"/>
                  </a:lnTo>
                  <a:lnTo>
                    <a:pt x="2150" y="136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h640"/>
            <p:cNvSpPr/>
            <p:nvPr/>
          </p:nvSpPr>
          <p:spPr>
            <a:xfrm>
              <a:off x="2488268" y="2755447"/>
              <a:ext cx="28348" cy="38085"/>
            </a:xfrm>
            <a:custGeom>
              <a:avLst/>
              <a:pathLst>
                <a:path w="28348" h="38085">
                  <a:moveTo>
                    <a:pt x="12236" y="1916"/>
                  </a:moveTo>
                  <a:lnTo>
                    <a:pt x="23532" y="19631"/>
                  </a:lnTo>
                  <a:lnTo>
                    <a:pt x="22578" y="27186"/>
                  </a:lnTo>
                  <a:lnTo>
                    <a:pt x="24176" y="29605"/>
                  </a:lnTo>
                  <a:lnTo>
                    <a:pt x="25875" y="30006"/>
                  </a:lnTo>
                  <a:lnTo>
                    <a:pt x="28348" y="35134"/>
                  </a:lnTo>
                  <a:lnTo>
                    <a:pt x="27375" y="36205"/>
                  </a:lnTo>
                  <a:lnTo>
                    <a:pt x="22905" y="35375"/>
                  </a:lnTo>
                  <a:lnTo>
                    <a:pt x="20027" y="38042"/>
                  </a:lnTo>
                  <a:lnTo>
                    <a:pt x="18963" y="38085"/>
                  </a:lnTo>
                  <a:lnTo>
                    <a:pt x="14850" y="35258"/>
                  </a:lnTo>
                  <a:lnTo>
                    <a:pt x="17091" y="30415"/>
                  </a:lnTo>
                  <a:lnTo>
                    <a:pt x="15718" y="29230"/>
                  </a:lnTo>
                  <a:lnTo>
                    <a:pt x="12380" y="27307"/>
                  </a:lnTo>
                  <a:lnTo>
                    <a:pt x="8810" y="28103"/>
                  </a:lnTo>
                  <a:lnTo>
                    <a:pt x="7918" y="27648"/>
                  </a:lnTo>
                  <a:lnTo>
                    <a:pt x="6537" y="24369"/>
                  </a:lnTo>
                  <a:lnTo>
                    <a:pt x="7045" y="23056"/>
                  </a:lnTo>
                  <a:lnTo>
                    <a:pt x="6428" y="21767"/>
                  </a:lnTo>
                  <a:lnTo>
                    <a:pt x="5303" y="20604"/>
                  </a:lnTo>
                  <a:lnTo>
                    <a:pt x="4527" y="21350"/>
                  </a:lnTo>
                  <a:lnTo>
                    <a:pt x="3171" y="15282"/>
                  </a:lnTo>
                  <a:lnTo>
                    <a:pt x="3200" y="11394"/>
                  </a:lnTo>
                  <a:lnTo>
                    <a:pt x="98" y="9720"/>
                  </a:lnTo>
                  <a:lnTo>
                    <a:pt x="0" y="8064"/>
                  </a:lnTo>
                  <a:lnTo>
                    <a:pt x="1905" y="6485"/>
                  </a:lnTo>
                  <a:lnTo>
                    <a:pt x="2792" y="3400"/>
                  </a:lnTo>
                  <a:lnTo>
                    <a:pt x="2418" y="2846"/>
                  </a:lnTo>
                  <a:lnTo>
                    <a:pt x="936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h641"/>
            <p:cNvSpPr/>
            <p:nvPr/>
          </p:nvSpPr>
          <p:spPr>
            <a:xfrm>
              <a:off x="2423474" y="2829249"/>
              <a:ext cx="40452" cy="29599"/>
            </a:xfrm>
            <a:custGeom>
              <a:avLst/>
              <a:pathLst>
                <a:path w="40452" h="29599">
                  <a:moveTo>
                    <a:pt x="35898" y="1006"/>
                  </a:moveTo>
                  <a:lnTo>
                    <a:pt x="34689" y="3847"/>
                  </a:lnTo>
                  <a:lnTo>
                    <a:pt x="35033" y="4886"/>
                  </a:lnTo>
                  <a:lnTo>
                    <a:pt x="36067" y="6101"/>
                  </a:lnTo>
                  <a:lnTo>
                    <a:pt x="38776" y="4488"/>
                  </a:lnTo>
                  <a:lnTo>
                    <a:pt x="40452" y="9759"/>
                  </a:lnTo>
                  <a:lnTo>
                    <a:pt x="36092" y="17066"/>
                  </a:lnTo>
                  <a:lnTo>
                    <a:pt x="35461" y="21769"/>
                  </a:lnTo>
                  <a:lnTo>
                    <a:pt x="36749" y="22172"/>
                  </a:lnTo>
                  <a:lnTo>
                    <a:pt x="33900" y="25937"/>
                  </a:lnTo>
                  <a:lnTo>
                    <a:pt x="31129" y="25164"/>
                  </a:lnTo>
                  <a:lnTo>
                    <a:pt x="23696" y="27934"/>
                  </a:lnTo>
                  <a:lnTo>
                    <a:pt x="20433" y="25526"/>
                  </a:lnTo>
                  <a:lnTo>
                    <a:pt x="17542" y="25119"/>
                  </a:lnTo>
                  <a:lnTo>
                    <a:pt x="16207" y="26297"/>
                  </a:lnTo>
                  <a:lnTo>
                    <a:pt x="8209" y="27150"/>
                  </a:lnTo>
                  <a:lnTo>
                    <a:pt x="3878" y="26803"/>
                  </a:lnTo>
                  <a:lnTo>
                    <a:pt x="3053" y="26133"/>
                  </a:lnTo>
                  <a:lnTo>
                    <a:pt x="0" y="29599"/>
                  </a:lnTo>
                  <a:lnTo>
                    <a:pt x="2281" y="4647"/>
                  </a:lnTo>
                  <a:lnTo>
                    <a:pt x="2316" y="4265"/>
                  </a:lnTo>
                  <a:lnTo>
                    <a:pt x="8919" y="7176"/>
                  </a:lnTo>
                  <a:lnTo>
                    <a:pt x="8888" y="8882"/>
                  </a:lnTo>
                  <a:lnTo>
                    <a:pt x="10707" y="11372"/>
                  </a:lnTo>
                  <a:lnTo>
                    <a:pt x="12509" y="10047"/>
                  </a:lnTo>
                  <a:lnTo>
                    <a:pt x="13854" y="6741"/>
                  </a:lnTo>
                  <a:lnTo>
                    <a:pt x="19644" y="3905"/>
                  </a:lnTo>
                  <a:lnTo>
                    <a:pt x="21456" y="4101"/>
                  </a:lnTo>
                  <a:lnTo>
                    <a:pt x="22889" y="6316"/>
                  </a:lnTo>
                  <a:lnTo>
                    <a:pt x="25500" y="7555"/>
                  </a:lnTo>
                  <a:lnTo>
                    <a:pt x="26627" y="7141"/>
                  </a:lnTo>
                  <a:lnTo>
                    <a:pt x="26747" y="4210"/>
                  </a:lnTo>
                  <a:lnTo>
                    <a:pt x="29228" y="1545"/>
                  </a:lnTo>
                  <a:lnTo>
                    <a:pt x="35284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h642"/>
            <p:cNvSpPr/>
            <p:nvPr/>
          </p:nvSpPr>
          <p:spPr>
            <a:xfrm>
              <a:off x="2489412" y="2870480"/>
              <a:ext cx="12203" cy="7232"/>
            </a:xfrm>
            <a:custGeom>
              <a:avLst/>
              <a:pathLst>
                <a:path w="12203" h="7232">
                  <a:moveTo>
                    <a:pt x="9460" y="664"/>
                  </a:moveTo>
                  <a:lnTo>
                    <a:pt x="12203" y="3426"/>
                  </a:lnTo>
                  <a:lnTo>
                    <a:pt x="5407" y="6175"/>
                  </a:lnTo>
                  <a:lnTo>
                    <a:pt x="1235" y="7232"/>
                  </a:lnTo>
                  <a:lnTo>
                    <a:pt x="0" y="6847"/>
                  </a:lnTo>
                  <a:lnTo>
                    <a:pt x="2748" y="4382"/>
                  </a:lnTo>
                  <a:lnTo>
                    <a:pt x="4647" y="623"/>
                  </a:lnTo>
                  <a:lnTo>
                    <a:pt x="705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h643"/>
            <p:cNvSpPr/>
            <p:nvPr/>
          </p:nvSpPr>
          <p:spPr>
            <a:xfrm>
              <a:off x="2591949" y="2750177"/>
              <a:ext cx="20960" cy="26686"/>
            </a:xfrm>
            <a:custGeom>
              <a:avLst/>
              <a:pathLst>
                <a:path w="20960" h="26686">
                  <a:moveTo>
                    <a:pt x="13270" y="88"/>
                  </a:moveTo>
                  <a:lnTo>
                    <a:pt x="14515" y="1398"/>
                  </a:lnTo>
                  <a:lnTo>
                    <a:pt x="15319" y="3909"/>
                  </a:lnTo>
                  <a:lnTo>
                    <a:pt x="16552" y="4588"/>
                  </a:lnTo>
                  <a:lnTo>
                    <a:pt x="19823" y="6897"/>
                  </a:lnTo>
                  <a:lnTo>
                    <a:pt x="20960" y="9165"/>
                  </a:lnTo>
                  <a:lnTo>
                    <a:pt x="20860" y="12041"/>
                  </a:lnTo>
                  <a:lnTo>
                    <a:pt x="19391" y="15525"/>
                  </a:lnTo>
                  <a:lnTo>
                    <a:pt x="15797" y="15820"/>
                  </a:lnTo>
                  <a:lnTo>
                    <a:pt x="11564" y="26121"/>
                  </a:lnTo>
                  <a:lnTo>
                    <a:pt x="10422" y="26686"/>
                  </a:lnTo>
                  <a:lnTo>
                    <a:pt x="6732" y="25968"/>
                  </a:lnTo>
                  <a:lnTo>
                    <a:pt x="4224" y="24227"/>
                  </a:lnTo>
                  <a:lnTo>
                    <a:pt x="3112" y="24548"/>
                  </a:lnTo>
                  <a:lnTo>
                    <a:pt x="1146" y="23387"/>
                  </a:lnTo>
                  <a:lnTo>
                    <a:pt x="0" y="19921"/>
                  </a:lnTo>
                  <a:lnTo>
                    <a:pt x="3467" y="12311"/>
                  </a:lnTo>
                  <a:lnTo>
                    <a:pt x="3829" y="9391"/>
                  </a:lnTo>
                  <a:lnTo>
                    <a:pt x="2211" y="7606"/>
                  </a:lnTo>
                  <a:lnTo>
                    <a:pt x="3736" y="6696"/>
                  </a:lnTo>
                  <a:lnTo>
                    <a:pt x="6261" y="2956"/>
                  </a:lnTo>
                  <a:lnTo>
                    <a:pt x="5917" y="1822"/>
                  </a:lnTo>
                  <a:lnTo>
                    <a:pt x="7436" y="1408"/>
                  </a:lnTo>
                  <a:lnTo>
                    <a:pt x="9627" y="2560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h644"/>
            <p:cNvSpPr/>
            <p:nvPr/>
          </p:nvSpPr>
          <p:spPr>
            <a:xfrm>
              <a:off x="2501242" y="2840597"/>
              <a:ext cx="24132" cy="26091"/>
            </a:xfrm>
            <a:custGeom>
              <a:avLst/>
              <a:pathLst>
                <a:path w="24132" h="26091">
                  <a:moveTo>
                    <a:pt x="3871" y="349"/>
                  </a:moveTo>
                  <a:lnTo>
                    <a:pt x="5662" y="1785"/>
                  </a:lnTo>
                  <a:lnTo>
                    <a:pt x="4886" y="3198"/>
                  </a:lnTo>
                  <a:lnTo>
                    <a:pt x="6789" y="4823"/>
                  </a:lnTo>
                  <a:lnTo>
                    <a:pt x="8295" y="7310"/>
                  </a:lnTo>
                  <a:lnTo>
                    <a:pt x="13894" y="6185"/>
                  </a:lnTo>
                  <a:lnTo>
                    <a:pt x="15424" y="6403"/>
                  </a:lnTo>
                  <a:lnTo>
                    <a:pt x="17313" y="7795"/>
                  </a:lnTo>
                  <a:lnTo>
                    <a:pt x="21549" y="8204"/>
                  </a:lnTo>
                  <a:lnTo>
                    <a:pt x="23129" y="6433"/>
                  </a:lnTo>
                  <a:lnTo>
                    <a:pt x="24132" y="10976"/>
                  </a:lnTo>
                  <a:lnTo>
                    <a:pt x="19882" y="12725"/>
                  </a:lnTo>
                  <a:lnTo>
                    <a:pt x="19597" y="14704"/>
                  </a:lnTo>
                  <a:lnTo>
                    <a:pt x="21195" y="24752"/>
                  </a:lnTo>
                  <a:lnTo>
                    <a:pt x="19923" y="25971"/>
                  </a:lnTo>
                  <a:lnTo>
                    <a:pt x="14375" y="26091"/>
                  </a:lnTo>
                  <a:lnTo>
                    <a:pt x="17320" y="19668"/>
                  </a:lnTo>
                  <a:lnTo>
                    <a:pt x="17210" y="17037"/>
                  </a:lnTo>
                  <a:lnTo>
                    <a:pt x="11851" y="18799"/>
                  </a:lnTo>
                  <a:lnTo>
                    <a:pt x="11292" y="15920"/>
                  </a:lnTo>
                  <a:lnTo>
                    <a:pt x="8228" y="14006"/>
                  </a:lnTo>
                  <a:lnTo>
                    <a:pt x="6082" y="14066"/>
                  </a:lnTo>
                  <a:lnTo>
                    <a:pt x="4524" y="11154"/>
                  </a:lnTo>
                  <a:lnTo>
                    <a:pt x="5246" y="10834"/>
                  </a:lnTo>
                  <a:lnTo>
                    <a:pt x="4261" y="8201"/>
                  </a:lnTo>
                  <a:lnTo>
                    <a:pt x="1483" y="4579"/>
                  </a:lnTo>
                  <a:lnTo>
                    <a:pt x="102" y="45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h645"/>
            <p:cNvSpPr/>
            <p:nvPr/>
          </p:nvSpPr>
          <p:spPr>
            <a:xfrm>
              <a:off x="2508031" y="2826357"/>
              <a:ext cx="23322" cy="23677"/>
            </a:xfrm>
            <a:custGeom>
              <a:avLst/>
              <a:pathLst>
                <a:path w="23322" h="23677">
                  <a:moveTo>
                    <a:pt x="20835" y="3394"/>
                  </a:moveTo>
                  <a:lnTo>
                    <a:pt x="23322" y="7425"/>
                  </a:lnTo>
                  <a:lnTo>
                    <a:pt x="22197" y="10608"/>
                  </a:lnTo>
                  <a:lnTo>
                    <a:pt x="21268" y="11943"/>
                  </a:lnTo>
                  <a:lnTo>
                    <a:pt x="22117" y="16560"/>
                  </a:lnTo>
                  <a:lnTo>
                    <a:pt x="22158" y="22339"/>
                  </a:lnTo>
                  <a:lnTo>
                    <a:pt x="18271" y="23677"/>
                  </a:lnTo>
                  <a:lnTo>
                    <a:pt x="18050" y="20949"/>
                  </a:lnTo>
                  <a:lnTo>
                    <a:pt x="16214" y="20123"/>
                  </a:lnTo>
                  <a:lnTo>
                    <a:pt x="16340" y="20673"/>
                  </a:lnTo>
                  <a:lnTo>
                    <a:pt x="14760" y="22443"/>
                  </a:lnTo>
                  <a:lnTo>
                    <a:pt x="10524" y="22035"/>
                  </a:lnTo>
                  <a:lnTo>
                    <a:pt x="8635" y="20643"/>
                  </a:lnTo>
                  <a:lnTo>
                    <a:pt x="7105" y="20424"/>
                  </a:lnTo>
                  <a:lnTo>
                    <a:pt x="1506" y="21549"/>
                  </a:lnTo>
                  <a:lnTo>
                    <a:pt x="0" y="19063"/>
                  </a:lnTo>
                  <a:lnTo>
                    <a:pt x="1929" y="17396"/>
                  </a:lnTo>
                  <a:lnTo>
                    <a:pt x="1198" y="11204"/>
                  </a:lnTo>
                  <a:lnTo>
                    <a:pt x="4286" y="13312"/>
                  </a:lnTo>
                  <a:lnTo>
                    <a:pt x="6334" y="12841"/>
                  </a:lnTo>
                  <a:lnTo>
                    <a:pt x="11535" y="8533"/>
                  </a:lnTo>
                  <a:lnTo>
                    <a:pt x="15667" y="46"/>
                  </a:lnTo>
                  <a:lnTo>
                    <a:pt x="1697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h646"/>
            <p:cNvSpPr/>
            <p:nvPr/>
          </p:nvSpPr>
          <p:spPr>
            <a:xfrm>
              <a:off x="2458936" y="2829757"/>
              <a:ext cx="28681" cy="23522"/>
            </a:xfrm>
            <a:custGeom>
              <a:avLst/>
              <a:pathLst>
                <a:path w="28681" h="23522">
                  <a:moveTo>
                    <a:pt x="19408" y="0"/>
                  </a:moveTo>
                  <a:lnTo>
                    <a:pt x="24077" y="1416"/>
                  </a:lnTo>
                  <a:lnTo>
                    <a:pt x="24244" y="4503"/>
                  </a:lnTo>
                  <a:lnTo>
                    <a:pt x="25036" y="6202"/>
                  </a:lnTo>
                  <a:lnTo>
                    <a:pt x="26890" y="4684"/>
                  </a:lnTo>
                  <a:lnTo>
                    <a:pt x="27662" y="2547"/>
                  </a:lnTo>
                  <a:lnTo>
                    <a:pt x="28618" y="4180"/>
                  </a:lnTo>
                  <a:lnTo>
                    <a:pt x="28251" y="6041"/>
                  </a:lnTo>
                  <a:lnTo>
                    <a:pt x="27061" y="6775"/>
                  </a:lnTo>
                  <a:lnTo>
                    <a:pt x="28172" y="11587"/>
                  </a:lnTo>
                  <a:lnTo>
                    <a:pt x="28681" y="13704"/>
                  </a:lnTo>
                  <a:lnTo>
                    <a:pt x="27212" y="20977"/>
                  </a:lnTo>
                  <a:lnTo>
                    <a:pt x="22800" y="23522"/>
                  </a:lnTo>
                  <a:lnTo>
                    <a:pt x="21688" y="21866"/>
                  </a:lnTo>
                  <a:lnTo>
                    <a:pt x="22009" y="20486"/>
                  </a:lnTo>
                  <a:lnTo>
                    <a:pt x="21352" y="19704"/>
                  </a:lnTo>
                  <a:lnTo>
                    <a:pt x="19324" y="19905"/>
                  </a:lnTo>
                  <a:lnTo>
                    <a:pt x="16301" y="22154"/>
                  </a:lnTo>
                  <a:lnTo>
                    <a:pt x="5091" y="20561"/>
                  </a:lnTo>
                  <a:lnTo>
                    <a:pt x="4243" y="21665"/>
                  </a:lnTo>
                  <a:lnTo>
                    <a:pt x="1287" y="21663"/>
                  </a:lnTo>
                  <a:lnTo>
                    <a:pt x="0" y="21260"/>
                  </a:lnTo>
                  <a:lnTo>
                    <a:pt x="630" y="16557"/>
                  </a:lnTo>
                  <a:lnTo>
                    <a:pt x="4990" y="9250"/>
                  </a:lnTo>
                  <a:lnTo>
                    <a:pt x="3314" y="3979"/>
                  </a:lnTo>
                  <a:lnTo>
                    <a:pt x="7929" y="1430"/>
                  </a:lnTo>
                  <a:lnTo>
                    <a:pt x="8760" y="1796"/>
                  </a:lnTo>
                  <a:lnTo>
                    <a:pt x="12584" y="1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h647"/>
            <p:cNvSpPr/>
            <p:nvPr/>
          </p:nvSpPr>
          <p:spPr>
            <a:xfrm>
              <a:off x="2536148" y="2866348"/>
              <a:ext cx="18475" cy="19309"/>
            </a:xfrm>
            <a:custGeom>
              <a:avLst/>
              <a:pathLst>
                <a:path w="18475" h="19309">
                  <a:moveTo>
                    <a:pt x="17450" y="1076"/>
                  </a:moveTo>
                  <a:lnTo>
                    <a:pt x="18475" y="5187"/>
                  </a:lnTo>
                  <a:lnTo>
                    <a:pt x="12215" y="12785"/>
                  </a:lnTo>
                  <a:lnTo>
                    <a:pt x="10285" y="13827"/>
                  </a:lnTo>
                  <a:lnTo>
                    <a:pt x="9325" y="15248"/>
                  </a:lnTo>
                  <a:lnTo>
                    <a:pt x="9843" y="19309"/>
                  </a:lnTo>
                  <a:lnTo>
                    <a:pt x="3479" y="18824"/>
                  </a:lnTo>
                  <a:lnTo>
                    <a:pt x="1240" y="18235"/>
                  </a:lnTo>
                  <a:lnTo>
                    <a:pt x="0" y="9104"/>
                  </a:lnTo>
                  <a:lnTo>
                    <a:pt x="1633" y="7543"/>
                  </a:lnTo>
                  <a:lnTo>
                    <a:pt x="5349" y="6670"/>
                  </a:lnTo>
                  <a:lnTo>
                    <a:pt x="6499" y="7505"/>
                  </a:lnTo>
                  <a:lnTo>
                    <a:pt x="8052" y="5257"/>
                  </a:lnTo>
                  <a:lnTo>
                    <a:pt x="12361" y="2646"/>
                  </a:lnTo>
                  <a:lnTo>
                    <a:pt x="142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h648"/>
            <p:cNvSpPr/>
            <p:nvPr/>
          </p:nvSpPr>
          <p:spPr>
            <a:xfrm>
              <a:off x="2568493" y="2762801"/>
              <a:ext cx="14724" cy="14119"/>
            </a:xfrm>
            <a:custGeom>
              <a:avLst/>
              <a:pathLst>
                <a:path w="14724" h="14119">
                  <a:moveTo>
                    <a:pt x="14724" y="586"/>
                  </a:moveTo>
                  <a:lnTo>
                    <a:pt x="11871" y="8473"/>
                  </a:lnTo>
                  <a:lnTo>
                    <a:pt x="11143" y="9954"/>
                  </a:lnTo>
                  <a:lnTo>
                    <a:pt x="7244" y="10307"/>
                  </a:lnTo>
                  <a:lnTo>
                    <a:pt x="6783" y="12416"/>
                  </a:lnTo>
                  <a:lnTo>
                    <a:pt x="5215" y="14095"/>
                  </a:lnTo>
                  <a:lnTo>
                    <a:pt x="1228" y="14119"/>
                  </a:lnTo>
                  <a:lnTo>
                    <a:pt x="1635" y="12795"/>
                  </a:lnTo>
                  <a:lnTo>
                    <a:pt x="0" y="9447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h649"/>
            <p:cNvSpPr/>
            <p:nvPr/>
          </p:nvSpPr>
          <p:spPr>
            <a:xfrm>
              <a:off x="2612090" y="2807121"/>
              <a:ext cx="20983" cy="33556"/>
            </a:xfrm>
            <a:custGeom>
              <a:avLst/>
              <a:pathLst>
                <a:path w="20983" h="33556">
                  <a:moveTo>
                    <a:pt x="16590" y="4700"/>
                  </a:moveTo>
                  <a:lnTo>
                    <a:pt x="17043" y="7672"/>
                  </a:lnTo>
                  <a:lnTo>
                    <a:pt x="15848" y="9133"/>
                  </a:lnTo>
                  <a:lnTo>
                    <a:pt x="18325" y="15852"/>
                  </a:lnTo>
                  <a:lnTo>
                    <a:pt x="20983" y="17641"/>
                  </a:lnTo>
                  <a:lnTo>
                    <a:pt x="20635" y="20228"/>
                  </a:lnTo>
                  <a:lnTo>
                    <a:pt x="18043" y="23712"/>
                  </a:lnTo>
                  <a:lnTo>
                    <a:pt x="16668" y="25910"/>
                  </a:lnTo>
                  <a:lnTo>
                    <a:pt x="11691" y="28227"/>
                  </a:lnTo>
                  <a:lnTo>
                    <a:pt x="11013" y="31478"/>
                  </a:lnTo>
                  <a:lnTo>
                    <a:pt x="9208" y="33490"/>
                  </a:lnTo>
                  <a:lnTo>
                    <a:pt x="7753" y="32570"/>
                  </a:lnTo>
                  <a:lnTo>
                    <a:pt x="1883" y="33556"/>
                  </a:lnTo>
                  <a:lnTo>
                    <a:pt x="0" y="30907"/>
                  </a:lnTo>
                  <a:lnTo>
                    <a:pt x="7297" y="26853"/>
                  </a:lnTo>
                  <a:lnTo>
                    <a:pt x="8769" y="21618"/>
                  </a:lnTo>
                  <a:lnTo>
                    <a:pt x="14517" y="19146"/>
                  </a:lnTo>
                  <a:lnTo>
                    <a:pt x="7728" y="6461"/>
                  </a:lnTo>
                  <a:lnTo>
                    <a:pt x="1094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h650"/>
            <p:cNvSpPr/>
            <p:nvPr/>
          </p:nvSpPr>
          <p:spPr>
            <a:xfrm>
              <a:off x="2560619" y="2738943"/>
              <a:ext cx="37815" cy="24731"/>
            </a:xfrm>
            <a:custGeom>
              <a:avLst/>
              <a:pathLst>
                <a:path w="37815" h="24731">
                  <a:moveTo>
                    <a:pt x="16048" y="138"/>
                  </a:moveTo>
                  <a:lnTo>
                    <a:pt x="16535" y="3687"/>
                  </a:lnTo>
                  <a:lnTo>
                    <a:pt x="18800" y="8374"/>
                  </a:lnTo>
                  <a:lnTo>
                    <a:pt x="21332" y="9791"/>
                  </a:lnTo>
                  <a:lnTo>
                    <a:pt x="22331" y="11234"/>
                  </a:lnTo>
                  <a:lnTo>
                    <a:pt x="23515" y="11388"/>
                  </a:lnTo>
                  <a:lnTo>
                    <a:pt x="27935" y="10282"/>
                  </a:lnTo>
                  <a:lnTo>
                    <a:pt x="29534" y="10788"/>
                  </a:lnTo>
                  <a:lnTo>
                    <a:pt x="30613" y="9255"/>
                  </a:lnTo>
                  <a:lnTo>
                    <a:pt x="34056" y="7358"/>
                  </a:lnTo>
                  <a:lnTo>
                    <a:pt x="35529" y="6968"/>
                  </a:lnTo>
                  <a:lnTo>
                    <a:pt x="36621" y="6254"/>
                  </a:lnTo>
                  <a:lnTo>
                    <a:pt x="37815" y="6804"/>
                  </a:lnTo>
                  <a:lnTo>
                    <a:pt x="36699" y="10098"/>
                  </a:lnTo>
                  <a:lnTo>
                    <a:pt x="37247" y="13056"/>
                  </a:lnTo>
                  <a:lnTo>
                    <a:pt x="37591" y="14190"/>
                  </a:lnTo>
                  <a:lnTo>
                    <a:pt x="35065" y="17930"/>
                  </a:lnTo>
                  <a:lnTo>
                    <a:pt x="33541" y="18840"/>
                  </a:lnTo>
                  <a:lnTo>
                    <a:pt x="31853" y="18469"/>
                  </a:lnTo>
                  <a:lnTo>
                    <a:pt x="31882" y="16986"/>
                  </a:lnTo>
                  <a:lnTo>
                    <a:pt x="27181" y="17697"/>
                  </a:lnTo>
                  <a:lnTo>
                    <a:pt x="25115" y="19920"/>
                  </a:lnTo>
                  <a:lnTo>
                    <a:pt x="25648" y="22072"/>
                  </a:lnTo>
                  <a:lnTo>
                    <a:pt x="23987" y="24063"/>
                  </a:lnTo>
                  <a:lnTo>
                    <a:pt x="22598" y="24444"/>
                  </a:lnTo>
                  <a:lnTo>
                    <a:pt x="12404" y="23858"/>
                  </a:lnTo>
                  <a:lnTo>
                    <a:pt x="9141" y="24731"/>
                  </a:lnTo>
                  <a:lnTo>
                    <a:pt x="0" y="19052"/>
                  </a:lnTo>
                  <a:lnTo>
                    <a:pt x="203" y="15690"/>
                  </a:lnTo>
                  <a:lnTo>
                    <a:pt x="4277" y="13646"/>
                  </a:lnTo>
                  <a:lnTo>
                    <a:pt x="6043" y="11685"/>
                  </a:lnTo>
                  <a:lnTo>
                    <a:pt x="7406" y="14331"/>
                  </a:lnTo>
                  <a:lnTo>
                    <a:pt x="10564" y="15334"/>
                  </a:lnTo>
                  <a:lnTo>
                    <a:pt x="12244" y="15104"/>
                  </a:lnTo>
                  <a:lnTo>
                    <a:pt x="13722" y="12582"/>
                  </a:lnTo>
                  <a:lnTo>
                    <a:pt x="13568" y="10916"/>
                  </a:lnTo>
                  <a:lnTo>
                    <a:pt x="9792" y="6536"/>
                  </a:lnTo>
                  <a:lnTo>
                    <a:pt x="9025" y="5567"/>
                  </a:lnTo>
                  <a:lnTo>
                    <a:pt x="6955" y="6134"/>
                  </a:lnTo>
                  <a:lnTo>
                    <a:pt x="6790" y="5241"/>
                  </a:lnTo>
                  <a:lnTo>
                    <a:pt x="8228" y="2492"/>
                  </a:lnTo>
                  <a:lnTo>
                    <a:pt x="10790" y="889"/>
                  </a:lnTo>
                  <a:lnTo>
                    <a:pt x="1309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h651"/>
            <p:cNvSpPr/>
            <p:nvPr/>
          </p:nvSpPr>
          <p:spPr>
            <a:xfrm>
              <a:off x="2488149" y="2782754"/>
              <a:ext cx="21549" cy="23744"/>
            </a:xfrm>
            <a:custGeom>
              <a:avLst/>
              <a:pathLst>
                <a:path w="21549" h="23744">
                  <a:moveTo>
                    <a:pt x="12499" y="0"/>
                  </a:moveTo>
                  <a:lnTo>
                    <a:pt x="15836" y="1923"/>
                  </a:lnTo>
                  <a:lnTo>
                    <a:pt x="17210" y="3108"/>
                  </a:lnTo>
                  <a:lnTo>
                    <a:pt x="14969" y="7951"/>
                  </a:lnTo>
                  <a:lnTo>
                    <a:pt x="19082" y="10778"/>
                  </a:lnTo>
                  <a:lnTo>
                    <a:pt x="20146" y="10735"/>
                  </a:lnTo>
                  <a:lnTo>
                    <a:pt x="18944" y="13480"/>
                  </a:lnTo>
                  <a:lnTo>
                    <a:pt x="19364" y="14126"/>
                  </a:lnTo>
                  <a:lnTo>
                    <a:pt x="20979" y="13435"/>
                  </a:lnTo>
                  <a:lnTo>
                    <a:pt x="21549" y="15044"/>
                  </a:lnTo>
                  <a:lnTo>
                    <a:pt x="15894" y="19849"/>
                  </a:lnTo>
                  <a:lnTo>
                    <a:pt x="15702" y="21644"/>
                  </a:lnTo>
                  <a:lnTo>
                    <a:pt x="10923" y="22382"/>
                  </a:lnTo>
                  <a:lnTo>
                    <a:pt x="0" y="23744"/>
                  </a:lnTo>
                  <a:lnTo>
                    <a:pt x="1898" y="20761"/>
                  </a:lnTo>
                  <a:lnTo>
                    <a:pt x="5519" y="10603"/>
                  </a:lnTo>
                  <a:lnTo>
                    <a:pt x="8037" y="341"/>
                  </a:lnTo>
                  <a:lnTo>
                    <a:pt x="8929" y="79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h652"/>
            <p:cNvSpPr/>
            <p:nvPr/>
          </p:nvSpPr>
          <p:spPr>
            <a:xfrm>
              <a:off x="2498872" y="2871144"/>
              <a:ext cx="9702" cy="10679"/>
            </a:xfrm>
            <a:custGeom>
              <a:avLst/>
              <a:pathLst>
                <a:path w="9702" h="10679">
                  <a:moveTo>
                    <a:pt x="1657" y="343"/>
                  </a:moveTo>
                  <a:lnTo>
                    <a:pt x="9702" y="1340"/>
                  </a:lnTo>
                  <a:lnTo>
                    <a:pt x="7304" y="3506"/>
                  </a:lnTo>
                  <a:lnTo>
                    <a:pt x="6259" y="10475"/>
                  </a:lnTo>
                  <a:lnTo>
                    <a:pt x="4574" y="10679"/>
                  </a:lnTo>
                  <a:lnTo>
                    <a:pt x="2061" y="7850"/>
                  </a:lnTo>
                  <a:lnTo>
                    <a:pt x="1444" y="6858"/>
                  </a:lnTo>
                  <a:lnTo>
                    <a:pt x="55" y="5454"/>
                  </a:lnTo>
                  <a:lnTo>
                    <a:pt x="2262" y="4050"/>
                  </a:lnTo>
                  <a:lnTo>
                    <a:pt x="2742" y="2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h653"/>
            <p:cNvSpPr/>
            <p:nvPr/>
          </p:nvSpPr>
          <p:spPr>
            <a:xfrm>
              <a:off x="2466358" y="2888440"/>
              <a:ext cx="27999" cy="27987"/>
            </a:xfrm>
            <a:custGeom>
              <a:avLst/>
              <a:pathLst>
                <a:path w="27999" h="27987">
                  <a:moveTo>
                    <a:pt x="10490" y="213"/>
                  </a:moveTo>
                  <a:lnTo>
                    <a:pt x="12869" y="1345"/>
                  </a:lnTo>
                  <a:lnTo>
                    <a:pt x="14491" y="2245"/>
                  </a:lnTo>
                  <a:lnTo>
                    <a:pt x="12920" y="3161"/>
                  </a:lnTo>
                  <a:lnTo>
                    <a:pt x="14778" y="7136"/>
                  </a:lnTo>
                  <a:lnTo>
                    <a:pt x="15853" y="8014"/>
                  </a:lnTo>
                  <a:lnTo>
                    <a:pt x="21429" y="8404"/>
                  </a:lnTo>
                  <a:lnTo>
                    <a:pt x="23967" y="5402"/>
                  </a:lnTo>
                  <a:lnTo>
                    <a:pt x="25173" y="5890"/>
                  </a:lnTo>
                  <a:lnTo>
                    <a:pt x="26131" y="7642"/>
                  </a:lnTo>
                  <a:lnTo>
                    <a:pt x="25131" y="10594"/>
                  </a:lnTo>
                  <a:lnTo>
                    <a:pt x="27999" y="16220"/>
                  </a:lnTo>
                  <a:lnTo>
                    <a:pt x="27378" y="16021"/>
                  </a:lnTo>
                  <a:lnTo>
                    <a:pt x="24186" y="17998"/>
                  </a:lnTo>
                  <a:lnTo>
                    <a:pt x="21216" y="20906"/>
                  </a:lnTo>
                  <a:lnTo>
                    <a:pt x="19741" y="23378"/>
                  </a:lnTo>
                  <a:lnTo>
                    <a:pt x="16579" y="24954"/>
                  </a:lnTo>
                  <a:lnTo>
                    <a:pt x="15823" y="26061"/>
                  </a:lnTo>
                  <a:lnTo>
                    <a:pt x="16094" y="27519"/>
                  </a:lnTo>
                  <a:lnTo>
                    <a:pt x="11103" y="27987"/>
                  </a:lnTo>
                  <a:lnTo>
                    <a:pt x="11144" y="24023"/>
                  </a:lnTo>
                  <a:lnTo>
                    <a:pt x="12584" y="19123"/>
                  </a:lnTo>
                  <a:lnTo>
                    <a:pt x="10482" y="18164"/>
                  </a:lnTo>
                  <a:lnTo>
                    <a:pt x="7885" y="19330"/>
                  </a:lnTo>
                  <a:lnTo>
                    <a:pt x="6140" y="16940"/>
                  </a:lnTo>
                  <a:lnTo>
                    <a:pt x="5838" y="16422"/>
                  </a:lnTo>
                  <a:lnTo>
                    <a:pt x="0" y="12962"/>
                  </a:lnTo>
                  <a:lnTo>
                    <a:pt x="1063" y="7077"/>
                  </a:lnTo>
                  <a:lnTo>
                    <a:pt x="4279" y="3375"/>
                  </a:lnTo>
                  <a:lnTo>
                    <a:pt x="4638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h654"/>
            <p:cNvSpPr/>
            <p:nvPr/>
          </p:nvSpPr>
          <p:spPr>
            <a:xfrm>
              <a:off x="2529930" y="2781380"/>
              <a:ext cx="13401" cy="15824"/>
            </a:xfrm>
            <a:custGeom>
              <a:avLst/>
              <a:pathLst>
                <a:path w="13401" h="15824">
                  <a:moveTo>
                    <a:pt x="5049" y="2218"/>
                  </a:moveTo>
                  <a:lnTo>
                    <a:pt x="7863" y="3793"/>
                  </a:lnTo>
                  <a:lnTo>
                    <a:pt x="10917" y="2985"/>
                  </a:lnTo>
                  <a:lnTo>
                    <a:pt x="12646" y="5828"/>
                  </a:lnTo>
                  <a:lnTo>
                    <a:pt x="13401" y="12052"/>
                  </a:lnTo>
                  <a:lnTo>
                    <a:pt x="8105" y="15541"/>
                  </a:lnTo>
                  <a:lnTo>
                    <a:pt x="6049" y="15824"/>
                  </a:lnTo>
                  <a:lnTo>
                    <a:pt x="2655" y="13023"/>
                  </a:lnTo>
                  <a:lnTo>
                    <a:pt x="2734" y="9465"/>
                  </a:lnTo>
                  <a:lnTo>
                    <a:pt x="1359" y="7130"/>
                  </a:lnTo>
                  <a:lnTo>
                    <a:pt x="0" y="7381"/>
                  </a:lnTo>
                  <a:lnTo>
                    <a:pt x="379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h655"/>
            <p:cNvSpPr/>
            <p:nvPr/>
          </p:nvSpPr>
          <p:spPr>
            <a:xfrm>
              <a:off x="2485884" y="2885188"/>
              <a:ext cx="18632" cy="19472"/>
            </a:xfrm>
            <a:custGeom>
              <a:avLst/>
              <a:pathLst>
                <a:path w="18632" h="19472">
                  <a:moveTo>
                    <a:pt x="17873" y="54"/>
                  </a:moveTo>
                  <a:lnTo>
                    <a:pt x="18632" y="997"/>
                  </a:lnTo>
                  <a:lnTo>
                    <a:pt x="16821" y="1007"/>
                  </a:lnTo>
                  <a:lnTo>
                    <a:pt x="10729" y="8699"/>
                  </a:lnTo>
                  <a:lnTo>
                    <a:pt x="10601" y="9771"/>
                  </a:lnTo>
                  <a:lnTo>
                    <a:pt x="9217" y="10220"/>
                  </a:lnTo>
                  <a:lnTo>
                    <a:pt x="10306" y="13036"/>
                  </a:lnTo>
                  <a:lnTo>
                    <a:pt x="10426" y="17579"/>
                  </a:lnTo>
                  <a:lnTo>
                    <a:pt x="8474" y="19472"/>
                  </a:lnTo>
                  <a:lnTo>
                    <a:pt x="5606" y="13846"/>
                  </a:lnTo>
                  <a:lnTo>
                    <a:pt x="6606" y="10894"/>
                  </a:lnTo>
                  <a:lnTo>
                    <a:pt x="5648" y="9142"/>
                  </a:lnTo>
                  <a:lnTo>
                    <a:pt x="4441" y="8655"/>
                  </a:lnTo>
                  <a:lnTo>
                    <a:pt x="1904" y="11656"/>
                  </a:lnTo>
                  <a:lnTo>
                    <a:pt x="252" y="10712"/>
                  </a:lnTo>
                  <a:lnTo>
                    <a:pt x="0" y="8591"/>
                  </a:lnTo>
                  <a:lnTo>
                    <a:pt x="3609" y="6417"/>
                  </a:lnTo>
                  <a:lnTo>
                    <a:pt x="5320" y="1218"/>
                  </a:lnTo>
                  <a:lnTo>
                    <a:pt x="8642" y="1651"/>
                  </a:lnTo>
                  <a:lnTo>
                    <a:pt x="1236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h656"/>
            <p:cNvSpPr/>
            <p:nvPr/>
          </p:nvSpPr>
          <p:spPr>
            <a:xfrm>
              <a:off x="2556172" y="2772755"/>
              <a:ext cx="26670" cy="15364"/>
            </a:xfrm>
            <a:custGeom>
              <a:avLst/>
              <a:pathLst>
                <a:path w="26670" h="15364">
                  <a:moveTo>
                    <a:pt x="23464" y="0"/>
                  </a:moveTo>
                  <a:lnTo>
                    <a:pt x="25879" y="629"/>
                  </a:lnTo>
                  <a:lnTo>
                    <a:pt x="26670" y="3617"/>
                  </a:lnTo>
                  <a:lnTo>
                    <a:pt x="26361" y="5478"/>
                  </a:lnTo>
                  <a:lnTo>
                    <a:pt x="24443" y="6166"/>
                  </a:lnTo>
                  <a:lnTo>
                    <a:pt x="24227" y="9586"/>
                  </a:lnTo>
                  <a:lnTo>
                    <a:pt x="25766" y="11999"/>
                  </a:lnTo>
                  <a:lnTo>
                    <a:pt x="25091" y="12523"/>
                  </a:lnTo>
                  <a:lnTo>
                    <a:pt x="23007" y="11262"/>
                  </a:lnTo>
                  <a:lnTo>
                    <a:pt x="21641" y="11479"/>
                  </a:lnTo>
                  <a:lnTo>
                    <a:pt x="17501" y="9642"/>
                  </a:lnTo>
                  <a:lnTo>
                    <a:pt x="13072" y="10768"/>
                  </a:lnTo>
                  <a:lnTo>
                    <a:pt x="7553" y="14430"/>
                  </a:lnTo>
                  <a:lnTo>
                    <a:pt x="3393" y="15364"/>
                  </a:lnTo>
                  <a:lnTo>
                    <a:pt x="1111" y="14901"/>
                  </a:lnTo>
                  <a:lnTo>
                    <a:pt x="0" y="12932"/>
                  </a:lnTo>
                  <a:lnTo>
                    <a:pt x="2863" y="7143"/>
                  </a:lnTo>
                  <a:lnTo>
                    <a:pt x="1391" y="5950"/>
                  </a:lnTo>
                  <a:lnTo>
                    <a:pt x="3191" y="3153"/>
                  </a:lnTo>
                  <a:lnTo>
                    <a:pt x="5707" y="1726"/>
                  </a:lnTo>
                  <a:lnTo>
                    <a:pt x="8564" y="1393"/>
                  </a:lnTo>
                  <a:lnTo>
                    <a:pt x="11713" y="1970"/>
                  </a:lnTo>
                  <a:lnTo>
                    <a:pt x="12107" y="4173"/>
                  </a:lnTo>
                  <a:lnTo>
                    <a:pt x="13549" y="4165"/>
                  </a:lnTo>
                  <a:lnTo>
                    <a:pt x="17536" y="4141"/>
                  </a:lnTo>
                  <a:lnTo>
                    <a:pt x="19103" y="2462"/>
                  </a:lnTo>
                  <a:lnTo>
                    <a:pt x="19565" y="35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h657"/>
            <p:cNvSpPr/>
            <p:nvPr/>
          </p:nvSpPr>
          <p:spPr>
            <a:xfrm>
              <a:off x="2499073" y="2797167"/>
              <a:ext cx="27978" cy="42502"/>
            </a:xfrm>
            <a:custGeom>
              <a:avLst/>
              <a:pathLst>
                <a:path w="27978" h="42502">
                  <a:moveTo>
                    <a:pt x="15848" y="0"/>
                  </a:moveTo>
                  <a:lnTo>
                    <a:pt x="17746" y="879"/>
                  </a:lnTo>
                  <a:lnTo>
                    <a:pt x="19187" y="4157"/>
                  </a:lnTo>
                  <a:lnTo>
                    <a:pt x="17955" y="5148"/>
                  </a:lnTo>
                  <a:lnTo>
                    <a:pt x="17352" y="7377"/>
                  </a:lnTo>
                  <a:lnTo>
                    <a:pt x="19659" y="14248"/>
                  </a:lnTo>
                  <a:lnTo>
                    <a:pt x="24711" y="16526"/>
                  </a:lnTo>
                  <a:lnTo>
                    <a:pt x="26080" y="15298"/>
                  </a:lnTo>
                  <a:lnTo>
                    <a:pt x="27548" y="14059"/>
                  </a:lnTo>
                  <a:lnTo>
                    <a:pt x="27978" y="15611"/>
                  </a:lnTo>
                  <a:lnTo>
                    <a:pt x="24096" y="24692"/>
                  </a:lnTo>
                  <a:lnTo>
                    <a:pt x="24513" y="27516"/>
                  </a:lnTo>
                  <a:lnTo>
                    <a:pt x="25934" y="29189"/>
                  </a:lnTo>
                  <a:lnTo>
                    <a:pt x="24626" y="29236"/>
                  </a:lnTo>
                  <a:lnTo>
                    <a:pt x="20494" y="37723"/>
                  </a:lnTo>
                  <a:lnTo>
                    <a:pt x="15293" y="42031"/>
                  </a:lnTo>
                  <a:lnTo>
                    <a:pt x="13245" y="42502"/>
                  </a:lnTo>
                  <a:lnTo>
                    <a:pt x="10157" y="40394"/>
                  </a:lnTo>
                  <a:lnTo>
                    <a:pt x="6539" y="35260"/>
                  </a:lnTo>
                  <a:lnTo>
                    <a:pt x="9192" y="30002"/>
                  </a:lnTo>
                  <a:lnTo>
                    <a:pt x="2418" y="26040"/>
                  </a:lnTo>
                  <a:lnTo>
                    <a:pt x="3589" y="24886"/>
                  </a:lnTo>
                  <a:lnTo>
                    <a:pt x="3117" y="19025"/>
                  </a:lnTo>
                  <a:lnTo>
                    <a:pt x="310" y="14276"/>
                  </a:lnTo>
                  <a:lnTo>
                    <a:pt x="845" y="11984"/>
                  </a:lnTo>
                  <a:lnTo>
                    <a:pt x="0" y="7969"/>
                  </a:lnTo>
                  <a:lnTo>
                    <a:pt x="4779" y="7231"/>
                  </a:lnTo>
                  <a:lnTo>
                    <a:pt x="4971" y="5436"/>
                  </a:lnTo>
                  <a:lnTo>
                    <a:pt x="10626" y="631"/>
                  </a:lnTo>
                  <a:lnTo>
                    <a:pt x="10340" y="275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h658"/>
            <p:cNvSpPr/>
            <p:nvPr/>
          </p:nvSpPr>
          <p:spPr>
            <a:xfrm>
              <a:off x="2590224" y="2875817"/>
              <a:ext cx="24876" cy="30238"/>
            </a:xfrm>
            <a:custGeom>
              <a:avLst/>
              <a:pathLst>
                <a:path w="24876" h="30238">
                  <a:moveTo>
                    <a:pt x="12818" y="0"/>
                  </a:moveTo>
                  <a:lnTo>
                    <a:pt x="11538" y="995"/>
                  </a:lnTo>
                  <a:lnTo>
                    <a:pt x="11970" y="2243"/>
                  </a:lnTo>
                  <a:lnTo>
                    <a:pt x="13019" y="2594"/>
                  </a:lnTo>
                  <a:lnTo>
                    <a:pt x="24876" y="971"/>
                  </a:lnTo>
                  <a:lnTo>
                    <a:pt x="23253" y="7021"/>
                  </a:lnTo>
                  <a:lnTo>
                    <a:pt x="24195" y="14374"/>
                  </a:lnTo>
                  <a:lnTo>
                    <a:pt x="22690" y="15849"/>
                  </a:lnTo>
                  <a:lnTo>
                    <a:pt x="17987" y="15463"/>
                  </a:lnTo>
                  <a:lnTo>
                    <a:pt x="14747" y="17441"/>
                  </a:lnTo>
                  <a:lnTo>
                    <a:pt x="15087" y="20053"/>
                  </a:lnTo>
                  <a:lnTo>
                    <a:pt x="14317" y="21397"/>
                  </a:lnTo>
                  <a:lnTo>
                    <a:pt x="7955" y="28769"/>
                  </a:lnTo>
                  <a:lnTo>
                    <a:pt x="7030" y="30238"/>
                  </a:lnTo>
                  <a:lnTo>
                    <a:pt x="5450" y="29731"/>
                  </a:lnTo>
                  <a:lnTo>
                    <a:pt x="5039" y="28502"/>
                  </a:lnTo>
                  <a:lnTo>
                    <a:pt x="2424" y="27987"/>
                  </a:lnTo>
                  <a:lnTo>
                    <a:pt x="0" y="29305"/>
                  </a:lnTo>
                  <a:lnTo>
                    <a:pt x="253" y="23274"/>
                  </a:lnTo>
                  <a:lnTo>
                    <a:pt x="1177" y="22436"/>
                  </a:lnTo>
                  <a:lnTo>
                    <a:pt x="1601" y="14842"/>
                  </a:lnTo>
                  <a:lnTo>
                    <a:pt x="2459" y="12965"/>
                  </a:lnTo>
                  <a:lnTo>
                    <a:pt x="3379" y="6038"/>
                  </a:lnTo>
                  <a:lnTo>
                    <a:pt x="2697" y="3875"/>
                  </a:lnTo>
                  <a:lnTo>
                    <a:pt x="4788" y="3488"/>
                  </a:lnTo>
                  <a:lnTo>
                    <a:pt x="6204" y="4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h659"/>
            <p:cNvSpPr/>
            <p:nvPr/>
          </p:nvSpPr>
          <p:spPr>
            <a:xfrm>
              <a:off x="2559280" y="2920390"/>
              <a:ext cx="15839" cy="15648"/>
            </a:xfrm>
            <a:custGeom>
              <a:avLst/>
              <a:pathLst>
                <a:path w="15839" h="15648">
                  <a:moveTo>
                    <a:pt x="6199" y="420"/>
                  </a:moveTo>
                  <a:lnTo>
                    <a:pt x="6896" y="1516"/>
                  </a:lnTo>
                  <a:lnTo>
                    <a:pt x="8610" y="709"/>
                  </a:lnTo>
                  <a:lnTo>
                    <a:pt x="8535" y="0"/>
                  </a:lnTo>
                  <a:lnTo>
                    <a:pt x="10588" y="797"/>
                  </a:lnTo>
                  <a:lnTo>
                    <a:pt x="11649" y="4184"/>
                  </a:lnTo>
                  <a:lnTo>
                    <a:pt x="15403" y="7840"/>
                  </a:lnTo>
                  <a:lnTo>
                    <a:pt x="15839" y="9494"/>
                  </a:lnTo>
                  <a:lnTo>
                    <a:pt x="14635" y="11017"/>
                  </a:lnTo>
                  <a:lnTo>
                    <a:pt x="13008" y="12943"/>
                  </a:lnTo>
                  <a:lnTo>
                    <a:pt x="11716" y="10709"/>
                  </a:lnTo>
                  <a:lnTo>
                    <a:pt x="9667" y="10750"/>
                  </a:lnTo>
                  <a:lnTo>
                    <a:pt x="8499" y="12958"/>
                  </a:lnTo>
                  <a:lnTo>
                    <a:pt x="5954" y="15198"/>
                  </a:lnTo>
                  <a:lnTo>
                    <a:pt x="3557" y="15648"/>
                  </a:lnTo>
                  <a:lnTo>
                    <a:pt x="2264" y="14514"/>
                  </a:lnTo>
                  <a:lnTo>
                    <a:pt x="49" y="14730"/>
                  </a:lnTo>
                  <a:lnTo>
                    <a:pt x="0" y="8269"/>
                  </a:lnTo>
                  <a:lnTo>
                    <a:pt x="2343" y="9593"/>
                  </a:lnTo>
                  <a:lnTo>
                    <a:pt x="4796" y="8483"/>
                  </a:lnTo>
                  <a:lnTo>
                    <a:pt x="3499" y="1828"/>
                  </a:lnTo>
                  <a:lnTo>
                    <a:pt x="4321" y="18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h660"/>
            <p:cNvSpPr/>
            <p:nvPr/>
          </p:nvSpPr>
          <p:spPr>
            <a:xfrm>
              <a:off x="2499180" y="2866134"/>
              <a:ext cx="24506" cy="20955"/>
            </a:xfrm>
            <a:custGeom>
              <a:avLst/>
              <a:pathLst>
                <a:path w="24506" h="20955">
                  <a:moveTo>
                    <a:pt x="16437" y="554"/>
                  </a:moveTo>
                  <a:lnTo>
                    <a:pt x="21985" y="434"/>
                  </a:lnTo>
                  <a:lnTo>
                    <a:pt x="24506" y="512"/>
                  </a:lnTo>
                  <a:lnTo>
                    <a:pt x="24157" y="3791"/>
                  </a:lnTo>
                  <a:lnTo>
                    <a:pt x="23282" y="4550"/>
                  </a:lnTo>
                  <a:lnTo>
                    <a:pt x="21406" y="3875"/>
                  </a:lnTo>
                  <a:lnTo>
                    <a:pt x="19737" y="6639"/>
                  </a:lnTo>
                  <a:lnTo>
                    <a:pt x="20830" y="8852"/>
                  </a:lnTo>
                  <a:lnTo>
                    <a:pt x="20098" y="13186"/>
                  </a:lnTo>
                  <a:lnTo>
                    <a:pt x="17407" y="14467"/>
                  </a:lnTo>
                  <a:lnTo>
                    <a:pt x="13934" y="14526"/>
                  </a:lnTo>
                  <a:lnTo>
                    <a:pt x="12846" y="18662"/>
                  </a:lnTo>
                  <a:lnTo>
                    <a:pt x="13408" y="20955"/>
                  </a:lnTo>
                  <a:lnTo>
                    <a:pt x="8070" y="19719"/>
                  </a:lnTo>
                  <a:lnTo>
                    <a:pt x="5335" y="20051"/>
                  </a:lnTo>
                  <a:lnTo>
                    <a:pt x="4577" y="19108"/>
                  </a:lnTo>
                  <a:lnTo>
                    <a:pt x="4791" y="18007"/>
                  </a:lnTo>
                  <a:lnTo>
                    <a:pt x="0" y="14698"/>
                  </a:lnTo>
                  <a:lnTo>
                    <a:pt x="1754" y="12860"/>
                  </a:lnTo>
                  <a:lnTo>
                    <a:pt x="4266" y="15689"/>
                  </a:lnTo>
                  <a:lnTo>
                    <a:pt x="5952" y="15485"/>
                  </a:lnTo>
                  <a:lnTo>
                    <a:pt x="6997" y="8516"/>
                  </a:lnTo>
                  <a:lnTo>
                    <a:pt x="9395" y="6350"/>
                  </a:lnTo>
                  <a:lnTo>
                    <a:pt x="1350" y="5353"/>
                  </a:lnTo>
                  <a:lnTo>
                    <a:pt x="5244" y="15"/>
                  </a:lnTo>
                  <a:lnTo>
                    <a:pt x="5378" y="669"/>
                  </a:lnTo>
                  <a:lnTo>
                    <a:pt x="8936" y="1268"/>
                  </a:lnTo>
                  <a:lnTo>
                    <a:pt x="9430" y="299"/>
                  </a:lnTo>
                  <a:lnTo>
                    <a:pt x="10654" y="152"/>
                  </a:lnTo>
                  <a:lnTo>
                    <a:pt x="1480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h661"/>
            <p:cNvSpPr/>
            <p:nvPr/>
          </p:nvSpPr>
          <p:spPr>
            <a:xfrm>
              <a:off x="2453622" y="2849462"/>
              <a:ext cx="28555" cy="22224"/>
            </a:xfrm>
            <a:custGeom>
              <a:avLst/>
              <a:pathLst>
                <a:path w="28555" h="22224">
                  <a:moveTo>
                    <a:pt x="27324" y="781"/>
                  </a:moveTo>
                  <a:lnTo>
                    <a:pt x="27003" y="2161"/>
                  </a:lnTo>
                  <a:lnTo>
                    <a:pt x="28114" y="3817"/>
                  </a:lnTo>
                  <a:lnTo>
                    <a:pt x="25940" y="4082"/>
                  </a:lnTo>
                  <a:lnTo>
                    <a:pt x="28322" y="7530"/>
                  </a:lnTo>
                  <a:lnTo>
                    <a:pt x="28555" y="10272"/>
                  </a:lnTo>
                  <a:lnTo>
                    <a:pt x="28168" y="10132"/>
                  </a:lnTo>
                  <a:lnTo>
                    <a:pt x="19463" y="8546"/>
                  </a:lnTo>
                  <a:lnTo>
                    <a:pt x="15810" y="10858"/>
                  </a:lnTo>
                  <a:lnTo>
                    <a:pt x="16553" y="13125"/>
                  </a:lnTo>
                  <a:lnTo>
                    <a:pt x="16176" y="16313"/>
                  </a:lnTo>
                  <a:lnTo>
                    <a:pt x="14106" y="19523"/>
                  </a:lnTo>
                  <a:lnTo>
                    <a:pt x="13826" y="21072"/>
                  </a:lnTo>
                  <a:lnTo>
                    <a:pt x="11875" y="20427"/>
                  </a:lnTo>
                  <a:lnTo>
                    <a:pt x="10804" y="22224"/>
                  </a:lnTo>
                  <a:lnTo>
                    <a:pt x="9810" y="21596"/>
                  </a:lnTo>
                  <a:lnTo>
                    <a:pt x="8996" y="19868"/>
                  </a:lnTo>
                  <a:lnTo>
                    <a:pt x="7838" y="17812"/>
                  </a:lnTo>
                  <a:lnTo>
                    <a:pt x="6788" y="18561"/>
                  </a:lnTo>
                  <a:lnTo>
                    <a:pt x="4008" y="16197"/>
                  </a:lnTo>
                  <a:lnTo>
                    <a:pt x="140" y="11403"/>
                  </a:lnTo>
                  <a:lnTo>
                    <a:pt x="0" y="8507"/>
                  </a:lnTo>
                  <a:lnTo>
                    <a:pt x="1626" y="7525"/>
                  </a:lnTo>
                  <a:lnTo>
                    <a:pt x="4200" y="7937"/>
                  </a:lnTo>
                  <a:lnTo>
                    <a:pt x="3752" y="5723"/>
                  </a:lnTo>
                  <a:lnTo>
                    <a:pt x="6602" y="1958"/>
                  </a:lnTo>
                  <a:lnTo>
                    <a:pt x="9557" y="1960"/>
                  </a:lnTo>
                  <a:lnTo>
                    <a:pt x="10406" y="856"/>
                  </a:lnTo>
                  <a:lnTo>
                    <a:pt x="21616" y="2449"/>
                  </a:lnTo>
                  <a:lnTo>
                    <a:pt x="24638" y="200"/>
                  </a:lnTo>
                  <a:lnTo>
                    <a:pt x="2666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h662"/>
            <p:cNvSpPr/>
            <p:nvPr/>
          </p:nvSpPr>
          <p:spPr>
            <a:xfrm>
              <a:off x="2534720" y="2891871"/>
              <a:ext cx="15020" cy="13789"/>
            </a:xfrm>
            <a:custGeom>
              <a:avLst/>
              <a:pathLst>
                <a:path w="15020" h="13789">
                  <a:moveTo>
                    <a:pt x="15020" y="5775"/>
                  </a:moveTo>
                  <a:lnTo>
                    <a:pt x="13823" y="11261"/>
                  </a:lnTo>
                  <a:lnTo>
                    <a:pt x="9320" y="13789"/>
                  </a:lnTo>
                  <a:lnTo>
                    <a:pt x="7076" y="12478"/>
                  </a:lnTo>
                  <a:lnTo>
                    <a:pt x="723" y="9389"/>
                  </a:lnTo>
                  <a:lnTo>
                    <a:pt x="0" y="4922"/>
                  </a:lnTo>
                  <a:lnTo>
                    <a:pt x="528" y="3760"/>
                  </a:lnTo>
                  <a:lnTo>
                    <a:pt x="3754" y="5658"/>
                  </a:lnTo>
                  <a:lnTo>
                    <a:pt x="837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h663"/>
            <p:cNvSpPr/>
            <p:nvPr/>
          </p:nvSpPr>
          <p:spPr>
            <a:xfrm>
              <a:off x="2479801" y="2859595"/>
              <a:ext cx="16663" cy="18982"/>
            </a:xfrm>
            <a:custGeom>
              <a:avLst/>
              <a:pathLst>
                <a:path w="16663" h="18982">
                  <a:moveTo>
                    <a:pt x="2376" y="139"/>
                  </a:moveTo>
                  <a:lnTo>
                    <a:pt x="6296" y="523"/>
                  </a:lnTo>
                  <a:lnTo>
                    <a:pt x="5619" y="1569"/>
                  </a:lnTo>
                  <a:lnTo>
                    <a:pt x="6135" y="1977"/>
                  </a:lnTo>
                  <a:lnTo>
                    <a:pt x="12573" y="3604"/>
                  </a:lnTo>
                  <a:lnTo>
                    <a:pt x="12381" y="5949"/>
                  </a:lnTo>
                  <a:lnTo>
                    <a:pt x="14575" y="10044"/>
                  </a:lnTo>
                  <a:lnTo>
                    <a:pt x="16663" y="10884"/>
                  </a:lnTo>
                  <a:lnTo>
                    <a:pt x="14259" y="11507"/>
                  </a:lnTo>
                  <a:lnTo>
                    <a:pt x="12360" y="15267"/>
                  </a:lnTo>
                  <a:lnTo>
                    <a:pt x="9611" y="17731"/>
                  </a:lnTo>
                  <a:lnTo>
                    <a:pt x="7823" y="18982"/>
                  </a:lnTo>
                  <a:lnTo>
                    <a:pt x="2625" y="12775"/>
                  </a:lnTo>
                  <a:lnTo>
                    <a:pt x="2145" y="13153"/>
                  </a:lnTo>
                  <a:lnTo>
                    <a:pt x="0" y="5876"/>
                  </a:lnTo>
                  <a:lnTo>
                    <a:pt x="19" y="2115"/>
                  </a:lnTo>
                  <a:lnTo>
                    <a:pt x="199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h664"/>
            <p:cNvSpPr/>
            <p:nvPr/>
          </p:nvSpPr>
          <p:spPr>
            <a:xfrm>
              <a:off x="2423474" y="2854368"/>
              <a:ext cx="39144" cy="18688"/>
            </a:xfrm>
            <a:custGeom>
              <a:avLst/>
              <a:pathLst>
                <a:path w="39144" h="18688">
                  <a:moveTo>
                    <a:pt x="31129" y="45"/>
                  </a:moveTo>
                  <a:lnTo>
                    <a:pt x="33900" y="818"/>
                  </a:lnTo>
                  <a:lnTo>
                    <a:pt x="34348" y="3031"/>
                  </a:lnTo>
                  <a:lnTo>
                    <a:pt x="31773" y="2619"/>
                  </a:lnTo>
                  <a:lnTo>
                    <a:pt x="30147" y="3602"/>
                  </a:lnTo>
                  <a:lnTo>
                    <a:pt x="30288" y="6498"/>
                  </a:lnTo>
                  <a:lnTo>
                    <a:pt x="34156" y="11291"/>
                  </a:lnTo>
                  <a:lnTo>
                    <a:pt x="36935" y="13656"/>
                  </a:lnTo>
                  <a:lnTo>
                    <a:pt x="37986" y="12907"/>
                  </a:lnTo>
                  <a:lnTo>
                    <a:pt x="39144" y="14963"/>
                  </a:lnTo>
                  <a:lnTo>
                    <a:pt x="34873" y="16071"/>
                  </a:lnTo>
                  <a:lnTo>
                    <a:pt x="29342" y="15776"/>
                  </a:lnTo>
                  <a:lnTo>
                    <a:pt x="25901" y="18688"/>
                  </a:lnTo>
                  <a:lnTo>
                    <a:pt x="22916" y="15948"/>
                  </a:lnTo>
                  <a:lnTo>
                    <a:pt x="18164" y="15629"/>
                  </a:lnTo>
                  <a:lnTo>
                    <a:pt x="15801" y="16272"/>
                  </a:lnTo>
                  <a:lnTo>
                    <a:pt x="12252" y="13763"/>
                  </a:lnTo>
                  <a:lnTo>
                    <a:pt x="7246" y="9218"/>
                  </a:lnTo>
                  <a:lnTo>
                    <a:pt x="8048" y="8933"/>
                  </a:lnTo>
                  <a:lnTo>
                    <a:pt x="7769" y="7990"/>
                  </a:lnTo>
                  <a:lnTo>
                    <a:pt x="1909" y="2855"/>
                  </a:lnTo>
                  <a:lnTo>
                    <a:pt x="0" y="4480"/>
                  </a:lnTo>
                  <a:lnTo>
                    <a:pt x="3053" y="1014"/>
                  </a:lnTo>
                  <a:lnTo>
                    <a:pt x="3878" y="1684"/>
                  </a:lnTo>
                  <a:lnTo>
                    <a:pt x="8209" y="2031"/>
                  </a:lnTo>
                  <a:lnTo>
                    <a:pt x="16207" y="1178"/>
                  </a:lnTo>
                  <a:lnTo>
                    <a:pt x="17542" y="0"/>
                  </a:lnTo>
                  <a:lnTo>
                    <a:pt x="20433" y="407"/>
                  </a:lnTo>
                  <a:lnTo>
                    <a:pt x="23696" y="281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h665"/>
            <p:cNvSpPr/>
            <p:nvPr/>
          </p:nvSpPr>
          <p:spPr>
            <a:xfrm>
              <a:off x="2557021" y="2858381"/>
              <a:ext cx="12711" cy="15707"/>
            </a:xfrm>
            <a:custGeom>
              <a:avLst/>
              <a:pathLst>
                <a:path w="12711" h="15707">
                  <a:moveTo>
                    <a:pt x="3378" y="278"/>
                  </a:moveTo>
                  <a:lnTo>
                    <a:pt x="4343" y="2321"/>
                  </a:lnTo>
                  <a:lnTo>
                    <a:pt x="4781" y="7164"/>
                  </a:lnTo>
                  <a:lnTo>
                    <a:pt x="9659" y="9890"/>
                  </a:lnTo>
                  <a:lnTo>
                    <a:pt x="11880" y="9131"/>
                  </a:lnTo>
                  <a:lnTo>
                    <a:pt x="12454" y="8206"/>
                  </a:lnTo>
                  <a:lnTo>
                    <a:pt x="12711" y="8593"/>
                  </a:lnTo>
                  <a:lnTo>
                    <a:pt x="12497" y="12199"/>
                  </a:lnTo>
                  <a:lnTo>
                    <a:pt x="11221" y="15143"/>
                  </a:lnTo>
                  <a:lnTo>
                    <a:pt x="9495" y="14602"/>
                  </a:lnTo>
                  <a:lnTo>
                    <a:pt x="8046" y="15654"/>
                  </a:lnTo>
                  <a:lnTo>
                    <a:pt x="7689" y="15707"/>
                  </a:lnTo>
                  <a:lnTo>
                    <a:pt x="6501" y="14423"/>
                  </a:lnTo>
                  <a:lnTo>
                    <a:pt x="4929" y="14457"/>
                  </a:lnTo>
                  <a:lnTo>
                    <a:pt x="2300" y="12624"/>
                  </a:lnTo>
                  <a:lnTo>
                    <a:pt x="817" y="10794"/>
                  </a:lnTo>
                  <a:lnTo>
                    <a:pt x="1233" y="5569"/>
                  </a:lnTo>
                  <a:lnTo>
                    <a:pt x="1435" y="4727"/>
                  </a:lnTo>
                  <a:lnTo>
                    <a:pt x="51" y="3420"/>
                  </a:lnTo>
                  <a:lnTo>
                    <a:pt x="0" y="1590"/>
                  </a:lnTo>
                  <a:lnTo>
                    <a:pt x="718" y="652"/>
                  </a:lnTo>
                  <a:lnTo>
                    <a:pt x="217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h666"/>
            <p:cNvSpPr/>
            <p:nvPr/>
          </p:nvSpPr>
          <p:spPr>
            <a:xfrm>
              <a:off x="2551836" y="2722548"/>
              <a:ext cx="24662" cy="35446"/>
            </a:xfrm>
            <a:custGeom>
              <a:avLst/>
              <a:pathLst>
                <a:path w="24662" h="35446">
                  <a:moveTo>
                    <a:pt x="24662" y="1176"/>
                  </a:moveTo>
                  <a:lnTo>
                    <a:pt x="23539" y="4915"/>
                  </a:lnTo>
                  <a:lnTo>
                    <a:pt x="22761" y="4609"/>
                  </a:lnTo>
                  <a:lnTo>
                    <a:pt x="21627" y="5795"/>
                  </a:lnTo>
                  <a:lnTo>
                    <a:pt x="21415" y="7291"/>
                  </a:lnTo>
                  <a:lnTo>
                    <a:pt x="16465" y="14867"/>
                  </a:lnTo>
                  <a:lnTo>
                    <a:pt x="19573" y="17283"/>
                  </a:lnTo>
                  <a:lnTo>
                    <a:pt x="17011" y="18887"/>
                  </a:lnTo>
                  <a:lnTo>
                    <a:pt x="15574" y="21635"/>
                  </a:lnTo>
                  <a:lnTo>
                    <a:pt x="15739" y="22528"/>
                  </a:lnTo>
                  <a:lnTo>
                    <a:pt x="17809" y="21962"/>
                  </a:lnTo>
                  <a:lnTo>
                    <a:pt x="18576" y="22930"/>
                  </a:lnTo>
                  <a:lnTo>
                    <a:pt x="18991" y="24556"/>
                  </a:lnTo>
                  <a:lnTo>
                    <a:pt x="14826" y="28079"/>
                  </a:lnTo>
                  <a:lnTo>
                    <a:pt x="13060" y="30041"/>
                  </a:lnTo>
                  <a:lnTo>
                    <a:pt x="8987" y="32085"/>
                  </a:lnTo>
                  <a:lnTo>
                    <a:pt x="8783" y="35446"/>
                  </a:lnTo>
                  <a:lnTo>
                    <a:pt x="5020" y="33166"/>
                  </a:lnTo>
                  <a:lnTo>
                    <a:pt x="2363" y="27277"/>
                  </a:lnTo>
                  <a:lnTo>
                    <a:pt x="327" y="26876"/>
                  </a:lnTo>
                  <a:lnTo>
                    <a:pt x="0" y="24891"/>
                  </a:lnTo>
                  <a:lnTo>
                    <a:pt x="1176" y="22910"/>
                  </a:lnTo>
                  <a:lnTo>
                    <a:pt x="3942" y="24968"/>
                  </a:lnTo>
                  <a:lnTo>
                    <a:pt x="6027" y="24879"/>
                  </a:lnTo>
                  <a:lnTo>
                    <a:pt x="9520" y="22428"/>
                  </a:lnTo>
                  <a:lnTo>
                    <a:pt x="10604" y="12611"/>
                  </a:lnTo>
                  <a:lnTo>
                    <a:pt x="9683" y="10840"/>
                  </a:lnTo>
                  <a:lnTo>
                    <a:pt x="2199" y="8125"/>
                  </a:lnTo>
                  <a:lnTo>
                    <a:pt x="685" y="6111"/>
                  </a:lnTo>
                  <a:lnTo>
                    <a:pt x="942" y="5617"/>
                  </a:lnTo>
                  <a:lnTo>
                    <a:pt x="15691" y="723"/>
                  </a:lnTo>
                  <a:lnTo>
                    <a:pt x="19292" y="2060"/>
                  </a:lnTo>
                  <a:lnTo>
                    <a:pt x="2051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h667"/>
            <p:cNvSpPr/>
            <p:nvPr/>
          </p:nvSpPr>
          <p:spPr>
            <a:xfrm>
              <a:off x="2553599" y="2863950"/>
              <a:ext cx="11111" cy="13216"/>
            </a:xfrm>
            <a:custGeom>
              <a:avLst/>
              <a:pathLst>
                <a:path w="11111" h="13216">
                  <a:moveTo>
                    <a:pt x="4654" y="0"/>
                  </a:moveTo>
                  <a:lnTo>
                    <a:pt x="4238" y="5225"/>
                  </a:lnTo>
                  <a:lnTo>
                    <a:pt x="5721" y="7055"/>
                  </a:lnTo>
                  <a:lnTo>
                    <a:pt x="8350" y="8888"/>
                  </a:lnTo>
                  <a:lnTo>
                    <a:pt x="9922" y="8854"/>
                  </a:lnTo>
                  <a:lnTo>
                    <a:pt x="11111" y="10138"/>
                  </a:lnTo>
                  <a:lnTo>
                    <a:pt x="9227" y="13216"/>
                  </a:lnTo>
                  <a:lnTo>
                    <a:pt x="5675" y="12361"/>
                  </a:lnTo>
                  <a:lnTo>
                    <a:pt x="4609" y="11243"/>
                  </a:lnTo>
                  <a:lnTo>
                    <a:pt x="1024" y="7585"/>
                  </a:lnTo>
                  <a:lnTo>
                    <a:pt x="0" y="347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h668"/>
            <p:cNvSpPr/>
            <p:nvPr/>
          </p:nvSpPr>
          <p:spPr>
            <a:xfrm>
              <a:off x="2473118" y="2753279"/>
              <a:ext cx="20191" cy="33464"/>
            </a:xfrm>
            <a:custGeom>
              <a:avLst/>
              <a:pathLst>
                <a:path w="20191" h="33464">
                  <a:moveTo>
                    <a:pt x="10281" y="0"/>
                  </a:moveTo>
                  <a:lnTo>
                    <a:pt x="12485" y="1311"/>
                  </a:lnTo>
                  <a:lnTo>
                    <a:pt x="14757" y="4161"/>
                  </a:lnTo>
                  <a:lnTo>
                    <a:pt x="17062" y="5321"/>
                  </a:lnTo>
                  <a:lnTo>
                    <a:pt x="17568" y="5014"/>
                  </a:lnTo>
                  <a:lnTo>
                    <a:pt x="17942" y="5569"/>
                  </a:lnTo>
                  <a:lnTo>
                    <a:pt x="17055" y="8653"/>
                  </a:lnTo>
                  <a:lnTo>
                    <a:pt x="15149" y="10233"/>
                  </a:lnTo>
                  <a:lnTo>
                    <a:pt x="15248" y="11888"/>
                  </a:lnTo>
                  <a:lnTo>
                    <a:pt x="18350" y="13563"/>
                  </a:lnTo>
                  <a:lnTo>
                    <a:pt x="18320" y="17450"/>
                  </a:lnTo>
                  <a:lnTo>
                    <a:pt x="19677" y="23518"/>
                  </a:lnTo>
                  <a:lnTo>
                    <a:pt x="20191" y="24132"/>
                  </a:lnTo>
                  <a:lnTo>
                    <a:pt x="16747" y="29345"/>
                  </a:lnTo>
                  <a:lnTo>
                    <a:pt x="11147" y="33464"/>
                  </a:lnTo>
                  <a:lnTo>
                    <a:pt x="7903" y="32750"/>
                  </a:lnTo>
                  <a:lnTo>
                    <a:pt x="4998" y="31174"/>
                  </a:lnTo>
                  <a:lnTo>
                    <a:pt x="3663" y="31767"/>
                  </a:lnTo>
                  <a:lnTo>
                    <a:pt x="0" y="26126"/>
                  </a:lnTo>
                  <a:lnTo>
                    <a:pt x="1484" y="23348"/>
                  </a:lnTo>
                  <a:lnTo>
                    <a:pt x="784" y="19933"/>
                  </a:lnTo>
                  <a:lnTo>
                    <a:pt x="2105" y="16503"/>
                  </a:lnTo>
                  <a:lnTo>
                    <a:pt x="3791" y="14711"/>
                  </a:lnTo>
                  <a:lnTo>
                    <a:pt x="4319" y="12587"/>
                  </a:lnTo>
                  <a:lnTo>
                    <a:pt x="3786" y="9305"/>
                  </a:lnTo>
                  <a:lnTo>
                    <a:pt x="2875" y="8916"/>
                  </a:lnTo>
                  <a:lnTo>
                    <a:pt x="1589" y="9617"/>
                  </a:lnTo>
                  <a:lnTo>
                    <a:pt x="311" y="7157"/>
                  </a:lnTo>
                  <a:lnTo>
                    <a:pt x="392" y="5579"/>
                  </a:lnTo>
                  <a:lnTo>
                    <a:pt x="1241" y="5490"/>
                  </a:lnTo>
                  <a:lnTo>
                    <a:pt x="6234" y="5316"/>
                  </a:lnTo>
                  <a:lnTo>
                    <a:pt x="7189" y="2087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h669"/>
            <p:cNvSpPr/>
            <p:nvPr/>
          </p:nvSpPr>
          <p:spPr>
            <a:xfrm>
              <a:off x="2511277" y="2732946"/>
              <a:ext cx="17063" cy="19230"/>
            </a:xfrm>
            <a:custGeom>
              <a:avLst/>
              <a:pathLst>
                <a:path w="17063" h="19230">
                  <a:moveTo>
                    <a:pt x="12497" y="1026"/>
                  </a:moveTo>
                  <a:lnTo>
                    <a:pt x="17063" y="11634"/>
                  </a:lnTo>
                  <a:lnTo>
                    <a:pt x="12530" y="15246"/>
                  </a:lnTo>
                  <a:lnTo>
                    <a:pt x="6274" y="15876"/>
                  </a:lnTo>
                  <a:lnTo>
                    <a:pt x="2104" y="19230"/>
                  </a:lnTo>
                  <a:lnTo>
                    <a:pt x="339" y="18318"/>
                  </a:lnTo>
                  <a:lnTo>
                    <a:pt x="1598" y="16003"/>
                  </a:lnTo>
                  <a:lnTo>
                    <a:pt x="512" y="11294"/>
                  </a:lnTo>
                  <a:lnTo>
                    <a:pt x="0" y="3681"/>
                  </a:lnTo>
                  <a:lnTo>
                    <a:pt x="1260" y="4000"/>
                  </a:lnTo>
                  <a:lnTo>
                    <a:pt x="122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h670"/>
            <p:cNvSpPr/>
            <p:nvPr/>
          </p:nvSpPr>
          <p:spPr>
            <a:xfrm>
              <a:off x="2576412" y="2861935"/>
              <a:ext cx="28552" cy="19479"/>
            </a:xfrm>
            <a:custGeom>
              <a:avLst/>
              <a:pathLst>
                <a:path w="28552" h="19479">
                  <a:moveTo>
                    <a:pt x="25037" y="776"/>
                  </a:moveTo>
                  <a:lnTo>
                    <a:pt x="25389" y="1912"/>
                  </a:lnTo>
                  <a:lnTo>
                    <a:pt x="23184" y="2262"/>
                  </a:lnTo>
                  <a:lnTo>
                    <a:pt x="23429" y="3251"/>
                  </a:lnTo>
                  <a:lnTo>
                    <a:pt x="28552" y="9595"/>
                  </a:lnTo>
                  <a:lnTo>
                    <a:pt x="28517" y="11979"/>
                  </a:lnTo>
                  <a:lnTo>
                    <a:pt x="26630" y="13881"/>
                  </a:lnTo>
                  <a:lnTo>
                    <a:pt x="20016" y="13928"/>
                  </a:lnTo>
                  <a:lnTo>
                    <a:pt x="18599" y="17370"/>
                  </a:lnTo>
                  <a:lnTo>
                    <a:pt x="16509" y="17756"/>
                  </a:lnTo>
                  <a:lnTo>
                    <a:pt x="15711" y="18639"/>
                  </a:lnTo>
                  <a:lnTo>
                    <a:pt x="10545" y="17380"/>
                  </a:lnTo>
                  <a:lnTo>
                    <a:pt x="6430" y="18325"/>
                  </a:lnTo>
                  <a:lnTo>
                    <a:pt x="4885" y="19479"/>
                  </a:lnTo>
                  <a:lnTo>
                    <a:pt x="632" y="18152"/>
                  </a:lnTo>
                  <a:lnTo>
                    <a:pt x="0" y="16112"/>
                  </a:lnTo>
                  <a:lnTo>
                    <a:pt x="2507" y="16660"/>
                  </a:lnTo>
                  <a:lnTo>
                    <a:pt x="3039" y="16890"/>
                  </a:lnTo>
                  <a:lnTo>
                    <a:pt x="6431" y="12906"/>
                  </a:lnTo>
                  <a:lnTo>
                    <a:pt x="10803" y="9372"/>
                  </a:lnTo>
                  <a:lnTo>
                    <a:pt x="11762" y="10107"/>
                  </a:lnTo>
                  <a:lnTo>
                    <a:pt x="14722" y="8760"/>
                  </a:lnTo>
                  <a:lnTo>
                    <a:pt x="13546" y="6173"/>
                  </a:lnTo>
                  <a:lnTo>
                    <a:pt x="15072" y="607"/>
                  </a:lnTo>
                  <a:lnTo>
                    <a:pt x="18585" y="2997"/>
                  </a:lnTo>
                  <a:lnTo>
                    <a:pt x="234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h671"/>
            <p:cNvSpPr/>
            <p:nvPr/>
          </p:nvSpPr>
          <p:spPr>
            <a:xfrm>
              <a:off x="2522310" y="2746656"/>
              <a:ext cx="24933" cy="29344"/>
            </a:xfrm>
            <a:custGeom>
              <a:avLst/>
              <a:pathLst>
                <a:path w="24933" h="29344">
                  <a:moveTo>
                    <a:pt x="21176" y="2141"/>
                  </a:moveTo>
                  <a:lnTo>
                    <a:pt x="24212" y="4679"/>
                  </a:lnTo>
                  <a:lnTo>
                    <a:pt x="24525" y="6899"/>
                  </a:lnTo>
                  <a:lnTo>
                    <a:pt x="21384" y="15503"/>
                  </a:lnTo>
                  <a:lnTo>
                    <a:pt x="22669" y="18642"/>
                  </a:lnTo>
                  <a:lnTo>
                    <a:pt x="24933" y="21527"/>
                  </a:lnTo>
                  <a:lnTo>
                    <a:pt x="23802" y="28422"/>
                  </a:lnTo>
                  <a:lnTo>
                    <a:pt x="22075" y="29344"/>
                  </a:lnTo>
                  <a:lnTo>
                    <a:pt x="22611" y="27024"/>
                  </a:lnTo>
                  <a:lnTo>
                    <a:pt x="22102" y="26654"/>
                  </a:lnTo>
                  <a:lnTo>
                    <a:pt x="11525" y="26425"/>
                  </a:lnTo>
                  <a:lnTo>
                    <a:pt x="12082" y="25483"/>
                  </a:lnTo>
                  <a:lnTo>
                    <a:pt x="11005" y="24500"/>
                  </a:lnTo>
                  <a:lnTo>
                    <a:pt x="9392" y="23731"/>
                  </a:lnTo>
                  <a:lnTo>
                    <a:pt x="6243" y="24027"/>
                  </a:lnTo>
                  <a:lnTo>
                    <a:pt x="427" y="19551"/>
                  </a:lnTo>
                  <a:lnTo>
                    <a:pt x="0" y="17996"/>
                  </a:lnTo>
                  <a:lnTo>
                    <a:pt x="753" y="18411"/>
                  </a:lnTo>
                  <a:lnTo>
                    <a:pt x="1646" y="17820"/>
                  </a:lnTo>
                  <a:lnTo>
                    <a:pt x="1928" y="15522"/>
                  </a:lnTo>
                  <a:lnTo>
                    <a:pt x="3629" y="12589"/>
                  </a:lnTo>
                  <a:lnTo>
                    <a:pt x="9076" y="10140"/>
                  </a:lnTo>
                  <a:lnTo>
                    <a:pt x="10079" y="8482"/>
                  </a:lnTo>
                  <a:lnTo>
                    <a:pt x="10025" y="6256"/>
                  </a:lnTo>
                  <a:lnTo>
                    <a:pt x="14985" y="3845"/>
                  </a:lnTo>
                  <a:lnTo>
                    <a:pt x="18044" y="3422"/>
                  </a:lnTo>
                  <a:lnTo>
                    <a:pt x="1672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h672"/>
            <p:cNvSpPr/>
            <p:nvPr/>
          </p:nvSpPr>
          <p:spPr>
            <a:xfrm>
              <a:off x="2520839" y="2836966"/>
              <a:ext cx="23240" cy="30287"/>
            </a:xfrm>
            <a:custGeom>
              <a:avLst/>
              <a:pathLst>
                <a:path w="23240" h="30287">
                  <a:moveTo>
                    <a:pt x="11519" y="1567"/>
                  </a:moveTo>
                  <a:lnTo>
                    <a:pt x="16329" y="3343"/>
                  </a:lnTo>
                  <a:lnTo>
                    <a:pt x="18195" y="2421"/>
                  </a:lnTo>
                  <a:lnTo>
                    <a:pt x="19484" y="3816"/>
                  </a:lnTo>
                  <a:lnTo>
                    <a:pt x="19485" y="5305"/>
                  </a:lnTo>
                  <a:lnTo>
                    <a:pt x="21284" y="8347"/>
                  </a:lnTo>
                  <a:lnTo>
                    <a:pt x="20709" y="11761"/>
                  </a:lnTo>
                  <a:lnTo>
                    <a:pt x="23240" y="14493"/>
                  </a:lnTo>
                  <a:lnTo>
                    <a:pt x="21736" y="16841"/>
                  </a:lnTo>
                  <a:lnTo>
                    <a:pt x="19971" y="22171"/>
                  </a:lnTo>
                  <a:lnTo>
                    <a:pt x="17391" y="22611"/>
                  </a:lnTo>
                  <a:lnTo>
                    <a:pt x="13529" y="20609"/>
                  </a:lnTo>
                  <a:lnTo>
                    <a:pt x="14386" y="16873"/>
                  </a:lnTo>
                  <a:lnTo>
                    <a:pt x="14237" y="16423"/>
                  </a:lnTo>
                  <a:lnTo>
                    <a:pt x="12786" y="16809"/>
                  </a:lnTo>
                  <a:lnTo>
                    <a:pt x="8645" y="19355"/>
                  </a:lnTo>
                  <a:lnTo>
                    <a:pt x="6092" y="21836"/>
                  </a:lnTo>
                  <a:lnTo>
                    <a:pt x="5913" y="29184"/>
                  </a:lnTo>
                  <a:lnTo>
                    <a:pt x="5312" y="30287"/>
                  </a:lnTo>
                  <a:lnTo>
                    <a:pt x="2846" y="29681"/>
                  </a:lnTo>
                  <a:lnTo>
                    <a:pt x="326" y="29602"/>
                  </a:lnTo>
                  <a:lnTo>
                    <a:pt x="1598" y="28383"/>
                  </a:lnTo>
                  <a:lnTo>
                    <a:pt x="0" y="18334"/>
                  </a:lnTo>
                  <a:lnTo>
                    <a:pt x="285" y="16356"/>
                  </a:lnTo>
                  <a:lnTo>
                    <a:pt x="4534" y="14607"/>
                  </a:lnTo>
                  <a:lnTo>
                    <a:pt x="3532" y="10064"/>
                  </a:lnTo>
                  <a:lnTo>
                    <a:pt x="3406" y="9514"/>
                  </a:lnTo>
                  <a:lnTo>
                    <a:pt x="5242" y="10341"/>
                  </a:lnTo>
                  <a:lnTo>
                    <a:pt x="5463" y="13068"/>
                  </a:lnTo>
                  <a:lnTo>
                    <a:pt x="9350" y="11730"/>
                  </a:lnTo>
                  <a:lnTo>
                    <a:pt x="9309" y="5952"/>
                  </a:lnTo>
                  <a:lnTo>
                    <a:pt x="8460" y="1334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h673"/>
            <p:cNvSpPr/>
            <p:nvPr/>
          </p:nvSpPr>
          <p:spPr>
            <a:xfrm>
              <a:off x="2599597" y="2856195"/>
              <a:ext cx="20015" cy="22217"/>
            </a:xfrm>
            <a:custGeom>
              <a:avLst/>
              <a:pathLst>
                <a:path w="20015" h="22217">
                  <a:moveTo>
                    <a:pt x="16274" y="4329"/>
                  </a:moveTo>
                  <a:lnTo>
                    <a:pt x="15380" y="4732"/>
                  </a:lnTo>
                  <a:lnTo>
                    <a:pt x="15631" y="5787"/>
                  </a:lnTo>
                  <a:lnTo>
                    <a:pt x="18336" y="8071"/>
                  </a:lnTo>
                  <a:lnTo>
                    <a:pt x="18348" y="9509"/>
                  </a:lnTo>
                  <a:lnTo>
                    <a:pt x="18217" y="12810"/>
                  </a:lnTo>
                  <a:lnTo>
                    <a:pt x="20015" y="16198"/>
                  </a:lnTo>
                  <a:lnTo>
                    <a:pt x="18743" y="17767"/>
                  </a:lnTo>
                  <a:lnTo>
                    <a:pt x="15503" y="20593"/>
                  </a:lnTo>
                  <a:lnTo>
                    <a:pt x="3647" y="22217"/>
                  </a:lnTo>
                  <a:lnTo>
                    <a:pt x="2598" y="21866"/>
                  </a:lnTo>
                  <a:lnTo>
                    <a:pt x="2166" y="20617"/>
                  </a:lnTo>
                  <a:lnTo>
                    <a:pt x="3445" y="19622"/>
                  </a:lnTo>
                  <a:lnTo>
                    <a:pt x="5332" y="17720"/>
                  </a:lnTo>
                  <a:lnTo>
                    <a:pt x="5367" y="15336"/>
                  </a:lnTo>
                  <a:lnTo>
                    <a:pt x="244" y="8992"/>
                  </a:lnTo>
                  <a:lnTo>
                    <a:pt x="0" y="8002"/>
                  </a:lnTo>
                  <a:lnTo>
                    <a:pt x="2204" y="7653"/>
                  </a:lnTo>
                  <a:lnTo>
                    <a:pt x="1852" y="6517"/>
                  </a:lnTo>
                  <a:lnTo>
                    <a:pt x="3630" y="5301"/>
                  </a:lnTo>
                  <a:lnTo>
                    <a:pt x="11106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h674"/>
            <p:cNvSpPr/>
            <p:nvPr/>
          </p:nvSpPr>
          <p:spPr>
            <a:xfrm>
              <a:off x="2574635" y="2847839"/>
              <a:ext cx="16849" cy="30986"/>
            </a:xfrm>
            <a:custGeom>
              <a:avLst/>
              <a:pathLst>
                <a:path w="16849" h="30986">
                  <a:moveTo>
                    <a:pt x="5914" y="138"/>
                  </a:moveTo>
                  <a:lnTo>
                    <a:pt x="9466" y="894"/>
                  </a:lnTo>
                  <a:lnTo>
                    <a:pt x="9661" y="2226"/>
                  </a:lnTo>
                  <a:lnTo>
                    <a:pt x="11642" y="1428"/>
                  </a:lnTo>
                  <a:lnTo>
                    <a:pt x="13049" y="2090"/>
                  </a:lnTo>
                  <a:lnTo>
                    <a:pt x="13377" y="3873"/>
                  </a:lnTo>
                  <a:lnTo>
                    <a:pt x="11783" y="6900"/>
                  </a:lnTo>
                  <a:lnTo>
                    <a:pt x="13017" y="12900"/>
                  </a:lnTo>
                  <a:lnTo>
                    <a:pt x="16849" y="14703"/>
                  </a:lnTo>
                  <a:lnTo>
                    <a:pt x="15323" y="20270"/>
                  </a:lnTo>
                  <a:lnTo>
                    <a:pt x="16500" y="22856"/>
                  </a:lnTo>
                  <a:lnTo>
                    <a:pt x="13539" y="24203"/>
                  </a:lnTo>
                  <a:lnTo>
                    <a:pt x="12580" y="23468"/>
                  </a:lnTo>
                  <a:lnTo>
                    <a:pt x="8208" y="27002"/>
                  </a:lnTo>
                  <a:lnTo>
                    <a:pt x="4816" y="30986"/>
                  </a:lnTo>
                  <a:lnTo>
                    <a:pt x="4284" y="30756"/>
                  </a:lnTo>
                  <a:lnTo>
                    <a:pt x="0" y="28183"/>
                  </a:lnTo>
                  <a:lnTo>
                    <a:pt x="1884" y="26046"/>
                  </a:lnTo>
                  <a:lnTo>
                    <a:pt x="3996" y="21724"/>
                  </a:lnTo>
                  <a:lnTo>
                    <a:pt x="5043" y="14836"/>
                  </a:lnTo>
                  <a:lnTo>
                    <a:pt x="1542" y="4598"/>
                  </a:lnTo>
                  <a:lnTo>
                    <a:pt x="2211" y="2375"/>
                  </a:lnTo>
                  <a:lnTo>
                    <a:pt x="466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h675"/>
            <p:cNvSpPr/>
            <p:nvPr/>
          </p:nvSpPr>
          <p:spPr>
            <a:xfrm>
              <a:off x="2565479" y="2897735"/>
              <a:ext cx="24998" cy="26838"/>
            </a:xfrm>
            <a:custGeom>
              <a:avLst/>
              <a:pathLst>
                <a:path w="24998" h="26838">
                  <a:moveTo>
                    <a:pt x="24456" y="149"/>
                  </a:moveTo>
                  <a:lnTo>
                    <a:pt x="24998" y="1355"/>
                  </a:lnTo>
                  <a:lnTo>
                    <a:pt x="24745" y="7387"/>
                  </a:lnTo>
                  <a:lnTo>
                    <a:pt x="24576" y="8667"/>
                  </a:lnTo>
                  <a:lnTo>
                    <a:pt x="20232" y="12795"/>
                  </a:lnTo>
                  <a:lnTo>
                    <a:pt x="7833" y="20099"/>
                  </a:lnTo>
                  <a:lnTo>
                    <a:pt x="6437" y="25651"/>
                  </a:lnTo>
                  <a:lnTo>
                    <a:pt x="5450" y="26838"/>
                  </a:lnTo>
                  <a:lnTo>
                    <a:pt x="4389" y="23451"/>
                  </a:lnTo>
                  <a:lnTo>
                    <a:pt x="2336" y="22654"/>
                  </a:lnTo>
                  <a:lnTo>
                    <a:pt x="2411" y="23363"/>
                  </a:lnTo>
                  <a:lnTo>
                    <a:pt x="697" y="24171"/>
                  </a:lnTo>
                  <a:lnTo>
                    <a:pt x="0" y="23074"/>
                  </a:lnTo>
                  <a:lnTo>
                    <a:pt x="1151" y="18192"/>
                  </a:lnTo>
                  <a:lnTo>
                    <a:pt x="3151" y="15446"/>
                  </a:lnTo>
                  <a:lnTo>
                    <a:pt x="3401" y="11203"/>
                  </a:lnTo>
                  <a:lnTo>
                    <a:pt x="4916" y="8107"/>
                  </a:lnTo>
                  <a:lnTo>
                    <a:pt x="5421" y="7600"/>
                  </a:lnTo>
                  <a:lnTo>
                    <a:pt x="10144" y="8628"/>
                  </a:lnTo>
                  <a:lnTo>
                    <a:pt x="11725" y="5702"/>
                  </a:lnTo>
                  <a:lnTo>
                    <a:pt x="13299" y="4928"/>
                  </a:lnTo>
                  <a:lnTo>
                    <a:pt x="16107" y="5143"/>
                  </a:lnTo>
                  <a:lnTo>
                    <a:pt x="18535" y="4469"/>
                  </a:lnTo>
                  <a:lnTo>
                    <a:pt x="19237" y="914"/>
                  </a:lnTo>
                  <a:lnTo>
                    <a:pt x="2035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h676"/>
            <p:cNvSpPr/>
            <p:nvPr/>
          </p:nvSpPr>
          <p:spPr>
            <a:xfrm>
              <a:off x="2464450" y="2817633"/>
              <a:ext cx="27069" cy="18327"/>
            </a:xfrm>
            <a:custGeom>
              <a:avLst/>
              <a:pathLst>
                <a:path w="27069" h="18327">
                  <a:moveTo>
                    <a:pt x="24181" y="2484"/>
                  </a:moveTo>
                  <a:lnTo>
                    <a:pt x="23956" y="5285"/>
                  </a:lnTo>
                  <a:lnTo>
                    <a:pt x="27069" y="10348"/>
                  </a:lnTo>
                  <a:lnTo>
                    <a:pt x="22149" y="14671"/>
                  </a:lnTo>
                  <a:lnTo>
                    <a:pt x="21376" y="16809"/>
                  </a:lnTo>
                  <a:lnTo>
                    <a:pt x="19522" y="18327"/>
                  </a:lnTo>
                  <a:lnTo>
                    <a:pt x="18731" y="16628"/>
                  </a:lnTo>
                  <a:lnTo>
                    <a:pt x="18563" y="13541"/>
                  </a:lnTo>
                  <a:lnTo>
                    <a:pt x="13895" y="12124"/>
                  </a:lnTo>
                  <a:lnTo>
                    <a:pt x="7071" y="12240"/>
                  </a:lnTo>
                  <a:lnTo>
                    <a:pt x="3247" y="13921"/>
                  </a:lnTo>
                  <a:lnTo>
                    <a:pt x="2415" y="13555"/>
                  </a:lnTo>
                  <a:lnTo>
                    <a:pt x="458" y="12724"/>
                  </a:lnTo>
                  <a:lnTo>
                    <a:pt x="638" y="7267"/>
                  </a:lnTo>
                  <a:lnTo>
                    <a:pt x="0" y="5741"/>
                  </a:lnTo>
                  <a:lnTo>
                    <a:pt x="1867" y="510"/>
                  </a:lnTo>
                  <a:lnTo>
                    <a:pt x="3866" y="0"/>
                  </a:lnTo>
                  <a:lnTo>
                    <a:pt x="6541" y="51"/>
                  </a:lnTo>
                  <a:lnTo>
                    <a:pt x="15714" y="3719"/>
                  </a:lnTo>
                  <a:lnTo>
                    <a:pt x="20474" y="3671"/>
                  </a:lnTo>
                  <a:lnTo>
                    <a:pt x="22846" y="20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h677"/>
            <p:cNvSpPr/>
            <p:nvPr/>
          </p:nvSpPr>
          <p:spPr>
            <a:xfrm>
              <a:off x="2547384" y="2747354"/>
              <a:ext cx="25639" cy="33651"/>
            </a:xfrm>
            <a:custGeom>
              <a:avLst/>
              <a:pathLst>
                <a:path w="25639" h="33651">
                  <a:moveTo>
                    <a:pt x="3500" y="0"/>
                  </a:moveTo>
                  <a:lnTo>
                    <a:pt x="4778" y="2069"/>
                  </a:lnTo>
                  <a:lnTo>
                    <a:pt x="6815" y="2470"/>
                  </a:lnTo>
                  <a:lnTo>
                    <a:pt x="9472" y="8359"/>
                  </a:lnTo>
                  <a:lnTo>
                    <a:pt x="13234" y="10640"/>
                  </a:lnTo>
                  <a:lnTo>
                    <a:pt x="22376" y="16319"/>
                  </a:lnTo>
                  <a:lnTo>
                    <a:pt x="25639" y="15446"/>
                  </a:lnTo>
                  <a:lnTo>
                    <a:pt x="21108" y="24894"/>
                  </a:lnTo>
                  <a:lnTo>
                    <a:pt x="22744" y="28242"/>
                  </a:lnTo>
                  <a:lnTo>
                    <a:pt x="22337" y="29566"/>
                  </a:lnTo>
                  <a:lnTo>
                    <a:pt x="20895" y="29574"/>
                  </a:lnTo>
                  <a:lnTo>
                    <a:pt x="20501" y="27371"/>
                  </a:lnTo>
                  <a:lnTo>
                    <a:pt x="17352" y="26794"/>
                  </a:lnTo>
                  <a:lnTo>
                    <a:pt x="14495" y="27127"/>
                  </a:lnTo>
                  <a:lnTo>
                    <a:pt x="11979" y="28554"/>
                  </a:lnTo>
                  <a:lnTo>
                    <a:pt x="10179" y="31350"/>
                  </a:lnTo>
                  <a:lnTo>
                    <a:pt x="5020" y="33651"/>
                  </a:lnTo>
                  <a:lnTo>
                    <a:pt x="3651" y="32185"/>
                  </a:lnTo>
                  <a:lnTo>
                    <a:pt x="3826" y="29880"/>
                  </a:lnTo>
                  <a:lnTo>
                    <a:pt x="1280" y="23118"/>
                  </a:lnTo>
                  <a:lnTo>
                    <a:pt x="0" y="15479"/>
                  </a:lnTo>
                  <a:lnTo>
                    <a:pt x="307" y="4274"/>
                  </a:lnTo>
                  <a:lnTo>
                    <a:pt x="1562" y="15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h678"/>
            <p:cNvSpPr/>
            <p:nvPr/>
          </p:nvSpPr>
          <p:spPr>
            <a:xfrm>
              <a:off x="2559250" y="2900901"/>
              <a:ext cx="17954" cy="15026"/>
            </a:xfrm>
            <a:custGeom>
              <a:avLst/>
              <a:pathLst>
                <a:path w="17954" h="15026">
                  <a:moveTo>
                    <a:pt x="13739" y="370"/>
                  </a:moveTo>
                  <a:lnTo>
                    <a:pt x="17954" y="2536"/>
                  </a:lnTo>
                  <a:lnTo>
                    <a:pt x="16374" y="5462"/>
                  </a:lnTo>
                  <a:lnTo>
                    <a:pt x="11650" y="4434"/>
                  </a:lnTo>
                  <a:lnTo>
                    <a:pt x="11145" y="4941"/>
                  </a:lnTo>
                  <a:lnTo>
                    <a:pt x="9630" y="8037"/>
                  </a:lnTo>
                  <a:lnTo>
                    <a:pt x="9380" y="12280"/>
                  </a:lnTo>
                  <a:lnTo>
                    <a:pt x="7380" y="15026"/>
                  </a:lnTo>
                  <a:lnTo>
                    <a:pt x="2420" y="9779"/>
                  </a:lnTo>
                  <a:lnTo>
                    <a:pt x="0" y="6976"/>
                  </a:lnTo>
                  <a:lnTo>
                    <a:pt x="3895" y="6090"/>
                  </a:lnTo>
                  <a:lnTo>
                    <a:pt x="9414" y="3386"/>
                  </a:lnTo>
                  <a:lnTo>
                    <a:pt x="967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h679"/>
            <p:cNvSpPr/>
            <p:nvPr/>
          </p:nvSpPr>
          <p:spPr>
            <a:xfrm>
              <a:off x="2425791" y="2811738"/>
              <a:ext cx="42825" cy="28882"/>
            </a:xfrm>
            <a:custGeom>
              <a:avLst/>
              <a:pathLst>
                <a:path w="42825" h="28882">
                  <a:moveTo>
                    <a:pt x="36984" y="0"/>
                  </a:moveTo>
                  <a:lnTo>
                    <a:pt x="39489" y="2759"/>
                  </a:lnTo>
                  <a:lnTo>
                    <a:pt x="42825" y="3787"/>
                  </a:lnTo>
                  <a:lnTo>
                    <a:pt x="42526" y="5894"/>
                  </a:lnTo>
                  <a:lnTo>
                    <a:pt x="40526" y="6404"/>
                  </a:lnTo>
                  <a:lnTo>
                    <a:pt x="38659" y="11636"/>
                  </a:lnTo>
                  <a:lnTo>
                    <a:pt x="39297" y="13162"/>
                  </a:lnTo>
                  <a:lnTo>
                    <a:pt x="39117" y="18619"/>
                  </a:lnTo>
                  <a:lnTo>
                    <a:pt x="41074" y="19449"/>
                  </a:lnTo>
                  <a:lnTo>
                    <a:pt x="36460" y="21998"/>
                  </a:lnTo>
                  <a:lnTo>
                    <a:pt x="33751" y="23611"/>
                  </a:lnTo>
                  <a:lnTo>
                    <a:pt x="32717" y="22396"/>
                  </a:lnTo>
                  <a:lnTo>
                    <a:pt x="32373" y="21357"/>
                  </a:lnTo>
                  <a:lnTo>
                    <a:pt x="33582" y="18516"/>
                  </a:lnTo>
                  <a:lnTo>
                    <a:pt x="32968" y="17510"/>
                  </a:lnTo>
                  <a:lnTo>
                    <a:pt x="26911" y="19055"/>
                  </a:lnTo>
                  <a:lnTo>
                    <a:pt x="24430" y="21721"/>
                  </a:lnTo>
                  <a:lnTo>
                    <a:pt x="24310" y="24652"/>
                  </a:lnTo>
                  <a:lnTo>
                    <a:pt x="23183" y="25065"/>
                  </a:lnTo>
                  <a:lnTo>
                    <a:pt x="20572" y="23826"/>
                  </a:lnTo>
                  <a:lnTo>
                    <a:pt x="19139" y="21612"/>
                  </a:lnTo>
                  <a:lnTo>
                    <a:pt x="17328" y="21415"/>
                  </a:lnTo>
                  <a:lnTo>
                    <a:pt x="11537" y="24251"/>
                  </a:lnTo>
                  <a:lnTo>
                    <a:pt x="10193" y="27557"/>
                  </a:lnTo>
                  <a:lnTo>
                    <a:pt x="8391" y="28882"/>
                  </a:lnTo>
                  <a:lnTo>
                    <a:pt x="6572" y="26393"/>
                  </a:lnTo>
                  <a:lnTo>
                    <a:pt x="6603" y="24686"/>
                  </a:lnTo>
                  <a:lnTo>
                    <a:pt x="0" y="21775"/>
                  </a:lnTo>
                  <a:lnTo>
                    <a:pt x="669" y="14445"/>
                  </a:lnTo>
                  <a:lnTo>
                    <a:pt x="2159" y="14515"/>
                  </a:lnTo>
                  <a:lnTo>
                    <a:pt x="6719" y="12273"/>
                  </a:lnTo>
                  <a:lnTo>
                    <a:pt x="11032" y="11629"/>
                  </a:lnTo>
                  <a:lnTo>
                    <a:pt x="11801" y="10397"/>
                  </a:lnTo>
                  <a:lnTo>
                    <a:pt x="19039" y="8023"/>
                  </a:lnTo>
                  <a:lnTo>
                    <a:pt x="24040" y="8113"/>
                  </a:lnTo>
                  <a:lnTo>
                    <a:pt x="29920" y="2331"/>
                  </a:lnTo>
                  <a:lnTo>
                    <a:pt x="34176" y="32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h680"/>
            <p:cNvSpPr/>
            <p:nvPr/>
          </p:nvSpPr>
          <p:spPr>
            <a:xfrm>
              <a:off x="2596612" y="2838029"/>
              <a:ext cx="24686" cy="17885"/>
            </a:xfrm>
            <a:custGeom>
              <a:avLst/>
              <a:pathLst>
                <a:path w="24686" h="17885">
                  <a:moveTo>
                    <a:pt x="23230" y="1663"/>
                  </a:moveTo>
                  <a:lnTo>
                    <a:pt x="24686" y="2582"/>
                  </a:lnTo>
                  <a:lnTo>
                    <a:pt x="24044" y="3100"/>
                  </a:lnTo>
                  <a:lnTo>
                    <a:pt x="22702" y="6486"/>
                  </a:lnTo>
                  <a:lnTo>
                    <a:pt x="21427" y="8046"/>
                  </a:lnTo>
                  <a:lnTo>
                    <a:pt x="15227" y="9553"/>
                  </a:lnTo>
                  <a:lnTo>
                    <a:pt x="15321" y="13209"/>
                  </a:lnTo>
                  <a:lnTo>
                    <a:pt x="14165" y="13892"/>
                  </a:lnTo>
                  <a:lnTo>
                    <a:pt x="9624" y="13844"/>
                  </a:lnTo>
                  <a:lnTo>
                    <a:pt x="6671" y="15126"/>
                  </a:lnTo>
                  <a:lnTo>
                    <a:pt x="3693" y="17885"/>
                  </a:lnTo>
                  <a:lnTo>
                    <a:pt x="2604" y="14464"/>
                  </a:lnTo>
                  <a:lnTo>
                    <a:pt x="0" y="11905"/>
                  </a:lnTo>
                  <a:lnTo>
                    <a:pt x="529" y="10864"/>
                  </a:lnTo>
                  <a:lnTo>
                    <a:pt x="2630" y="9820"/>
                  </a:lnTo>
                  <a:lnTo>
                    <a:pt x="4720" y="5305"/>
                  </a:lnTo>
                  <a:lnTo>
                    <a:pt x="6791" y="3616"/>
                  </a:lnTo>
                  <a:lnTo>
                    <a:pt x="11935" y="3419"/>
                  </a:lnTo>
                  <a:lnTo>
                    <a:pt x="15477" y="0"/>
                  </a:lnTo>
                  <a:lnTo>
                    <a:pt x="17360" y="264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h681"/>
            <p:cNvSpPr/>
            <p:nvPr/>
          </p:nvSpPr>
          <p:spPr>
            <a:xfrm>
              <a:off x="2540325" y="2835110"/>
              <a:ext cx="31663" cy="25597"/>
            </a:xfrm>
            <a:custGeom>
              <a:avLst/>
              <a:pathLst>
                <a:path w="31663" h="25597">
                  <a:moveTo>
                    <a:pt x="10986" y="0"/>
                  </a:moveTo>
                  <a:lnTo>
                    <a:pt x="16448" y="226"/>
                  </a:lnTo>
                  <a:lnTo>
                    <a:pt x="17069" y="1027"/>
                  </a:lnTo>
                  <a:lnTo>
                    <a:pt x="21458" y="3781"/>
                  </a:lnTo>
                  <a:lnTo>
                    <a:pt x="23552" y="2363"/>
                  </a:lnTo>
                  <a:lnTo>
                    <a:pt x="24107" y="938"/>
                  </a:lnTo>
                  <a:lnTo>
                    <a:pt x="25278" y="517"/>
                  </a:lnTo>
                  <a:lnTo>
                    <a:pt x="29628" y="1355"/>
                  </a:lnTo>
                  <a:lnTo>
                    <a:pt x="29763" y="5735"/>
                  </a:lnTo>
                  <a:lnTo>
                    <a:pt x="31663" y="11484"/>
                  </a:lnTo>
                  <a:lnTo>
                    <a:pt x="29382" y="14936"/>
                  </a:lnTo>
                  <a:lnTo>
                    <a:pt x="25549" y="16451"/>
                  </a:lnTo>
                  <a:lnTo>
                    <a:pt x="20922" y="20310"/>
                  </a:lnTo>
                  <a:lnTo>
                    <a:pt x="20362" y="22337"/>
                  </a:lnTo>
                  <a:lnTo>
                    <a:pt x="21665" y="24453"/>
                  </a:lnTo>
                  <a:lnTo>
                    <a:pt x="21039" y="25592"/>
                  </a:lnTo>
                  <a:lnTo>
                    <a:pt x="20074" y="23549"/>
                  </a:lnTo>
                  <a:lnTo>
                    <a:pt x="18869" y="23271"/>
                  </a:lnTo>
                  <a:lnTo>
                    <a:pt x="17414" y="23923"/>
                  </a:lnTo>
                  <a:lnTo>
                    <a:pt x="15042" y="21464"/>
                  </a:lnTo>
                  <a:lnTo>
                    <a:pt x="12924" y="25293"/>
                  </a:lnTo>
                  <a:lnTo>
                    <a:pt x="11765" y="25597"/>
                  </a:lnTo>
                  <a:lnTo>
                    <a:pt x="11574" y="24216"/>
                  </a:lnTo>
                  <a:lnTo>
                    <a:pt x="13687" y="20919"/>
                  </a:lnTo>
                  <a:lnTo>
                    <a:pt x="9363" y="18088"/>
                  </a:lnTo>
                  <a:lnTo>
                    <a:pt x="4370" y="19680"/>
                  </a:lnTo>
                  <a:lnTo>
                    <a:pt x="2251" y="18697"/>
                  </a:lnTo>
                  <a:lnTo>
                    <a:pt x="3755" y="16348"/>
                  </a:lnTo>
                  <a:lnTo>
                    <a:pt x="1224" y="13616"/>
                  </a:lnTo>
                  <a:lnTo>
                    <a:pt x="1799" y="10203"/>
                  </a:lnTo>
                  <a:lnTo>
                    <a:pt x="0" y="7161"/>
                  </a:lnTo>
                  <a:lnTo>
                    <a:pt x="942" y="7088"/>
                  </a:lnTo>
                  <a:lnTo>
                    <a:pt x="4687" y="145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h682"/>
            <p:cNvSpPr/>
            <p:nvPr/>
          </p:nvSpPr>
          <p:spPr>
            <a:xfrm>
              <a:off x="2580365" y="2755929"/>
              <a:ext cx="15413" cy="20779"/>
            </a:xfrm>
            <a:custGeom>
              <a:avLst/>
              <a:pathLst>
                <a:path w="15413" h="20779">
                  <a:moveTo>
                    <a:pt x="12136" y="0"/>
                  </a:moveTo>
                  <a:lnTo>
                    <a:pt x="12108" y="1483"/>
                  </a:lnTo>
                  <a:lnTo>
                    <a:pt x="13795" y="1854"/>
                  </a:lnTo>
                  <a:lnTo>
                    <a:pt x="15413" y="3639"/>
                  </a:lnTo>
                  <a:lnTo>
                    <a:pt x="15051" y="6559"/>
                  </a:lnTo>
                  <a:lnTo>
                    <a:pt x="11583" y="14169"/>
                  </a:lnTo>
                  <a:lnTo>
                    <a:pt x="12729" y="17635"/>
                  </a:lnTo>
                  <a:lnTo>
                    <a:pt x="14696" y="18796"/>
                  </a:lnTo>
                  <a:lnTo>
                    <a:pt x="14506" y="20052"/>
                  </a:lnTo>
                  <a:lnTo>
                    <a:pt x="12661" y="20779"/>
                  </a:lnTo>
                  <a:lnTo>
                    <a:pt x="11566" y="20463"/>
                  </a:lnTo>
                  <a:lnTo>
                    <a:pt x="10248" y="19324"/>
                  </a:lnTo>
                  <a:lnTo>
                    <a:pt x="11203" y="18566"/>
                  </a:lnTo>
                  <a:lnTo>
                    <a:pt x="10531" y="17024"/>
                  </a:lnTo>
                  <a:lnTo>
                    <a:pt x="7576" y="14814"/>
                  </a:lnTo>
                  <a:lnTo>
                    <a:pt x="2596" y="13619"/>
                  </a:lnTo>
                  <a:lnTo>
                    <a:pt x="0" y="15345"/>
                  </a:lnTo>
                  <a:lnTo>
                    <a:pt x="2852" y="7458"/>
                  </a:lnTo>
                  <a:lnTo>
                    <a:pt x="4241" y="7076"/>
                  </a:lnTo>
                  <a:lnTo>
                    <a:pt x="5902" y="5086"/>
                  </a:lnTo>
                  <a:lnTo>
                    <a:pt x="5370" y="2933"/>
                  </a:lnTo>
                  <a:lnTo>
                    <a:pt x="7435" y="71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h683"/>
            <p:cNvSpPr/>
            <p:nvPr/>
          </p:nvSpPr>
          <p:spPr>
            <a:xfrm>
              <a:off x="2497629" y="2751264"/>
              <a:ext cx="25109" cy="23814"/>
            </a:xfrm>
            <a:custGeom>
              <a:avLst/>
              <a:pathLst>
                <a:path w="25109" h="23814">
                  <a:moveTo>
                    <a:pt x="13988" y="0"/>
                  </a:moveTo>
                  <a:lnTo>
                    <a:pt x="15753" y="912"/>
                  </a:lnTo>
                  <a:lnTo>
                    <a:pt x="17140" y="3351"/>
                  </a:lnTo>
                  <a:lnTo>
                    <a:pt x="15699" y="4994"/>
                  </a:lnTo>
                  <a:lnTo>
                    <a:pt x="16388" y="8499"/>
                  </a:lnTo>
                  <a:lnTo>
                    <a:pt x="17794" y="10874"/>
                  </a:lnTo>
                  <a:lnTo>
                    <a:pt x="20708" y="13813"/>
                  </a:lnTo>
                  <a:lnTo>
                    <a:pt x="21930" y="14097"/>
                  </a:lnTo>
                  <a:lnTo>
                    <a:pt x="24435" y="12597"/>
                  </a:lnTo>
                  <a:lnTo>
                    <a:pt x="24681" y="13388"/>
                  </a:lnTo>
                  <a:lnTo>
                    <a:pt x="25109" y="14942"/>
                  </a:lnTo>
                  <a:lnTo>
                    <a:pt x="23427" y="15753"/>
                  </a:lnTo>
                  <a:lnTo>
                    <a:pt x="19819" y="19925"/>
                  </a:lnTo>
                  <a:lnTo>
                    <a:pt x="17296" y="21018"/>
                  </a:lnTo>
                  <a:lnTo>
                    <a:pt x="17900" y="22073"/>
                  </a:lnTo>
                  <a:lnTo>
                    <a:pt x="16452" y="23551"/>
                  </a:lnTo>
                  <a:lnTo>
                    <a:pt x="14172" y="23814"/>
                  </a:lnTo>
                  <a:lnTo>
                    <a:pt x="2875" y="6099"/>
                  </a:lnTo>
                  <a:lnTo>
                    <a:pt x="0" y="4182"/>
                  </a:lnTo>
                  <a:lnTo>
                    <a:pt x="384" y="3357"/>
                  </a:lnTo>
                  <a:lnTo>
                    <a:pt x="5327" y="93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h684"/>
            <p:cNvSpPr/>
            <p:nvPr/>
          </p:nvSpPr>
          <p:spPr>
            <a:xfrm>
              <a:off x="2533720" y="2773081"/>
              <a:ext cx="18140" cy="29329"/>
            </a:xfrm>
            <a:custGeom>
              <a:avLst/>
              <a:pathLst>
                <a:path w="18140" h="29329">
                  <a:moveTo>
                    <a:pt x="10693" y="229"/>
                  </a:moveTo>
                  <a:lnTo>
                    <a:pt x="11201" y="599"/>
                  </a:lnTo>
                  <a:lnTo>
                    <a:pt x="10665" y="2918"/>
                  </a:lnTo>
                  <a:lnTo>
                    <a:pt x="9339" y="3261"/>
                  </a:lnTo>
                  <a:lnTo>
                    <a:pt x="11411" y="9041"/>
                  </a:lnTo>
                  <a:lnTo>
                    <a:pt x="15577" y="11218"/>
                  </a:lnTo>
                  <a:lnTo>
                    <a:pt x="15788" y="10294"/>
                  </a:lnTo>
                  <a:lnTo>
                    <a:pt x="16396" y="10403"/>
                  </a:lnTo>
                  <a:lnTo>
                    <a:pt x="17569" y="12491"/>
                  </a:lnTo>
                  <a:lnTo>
                    <a:pt x="14953" y="14545"/>
                  </a:lnTo>
                  <a:lnTo>
                    <a:pt x="14105" y="14008"/>
                  </a:lnTo>
                  <a:lnTo>
                    <a:pt x="14245" y="14860"/>
                  </a:lnTo>
                  <a:lnTo>
                    <a:pt x="15206" y="16388"/>
                  </a:lnTo>
                  <a:lnTo>
                    <a:pt x="18140" y="17184"/>
                  </a:lnTo>
                  <a:lnTo>
                    <a:pt x="16484" y="21018"/>
                  </a:lnTo>
                  <a:lnTo>
                    <a:pt x="18101" y="23249"/>
                  </a:lnTo>
                  <a:lnTo>
                    <a:pt x="18138" y="25199"/>
                  </a:lnTo>
                  <a:lnTo>
                    <a:pt x="15821" y="29329"/>
                  </a:lnTo>
                  <a:lnTo>
                    <a:pt x="12677" y="27237"/>
                  </a:lnTo>
                  <a:lnTo>
                    <a:pt x="9611" y="20351"/>
                  </a:lnTo>
                  <a:lnTo>
                    <a:pt x="8856" y="14127"/>
                  </a:lnTo>
                  <a:lnTo>
                    <a:pt x="7127" y="11284"/>
                  </a:lnTo>
                  <a:lnTo>
                    <a:pt x="4073" y="12091"/>
                  </a:lnTo>
                  <a:lnTo>
                    <a:pt x="1259" y="10517"/>
                  </a:lnTo>
                  <a:lnTo>
                    <a:pt x="0" y="8298"/>
                  </a:lnTo>
                  <a:lnTo>
                    <a:pt x="279" y="6071"/>
                  </a:lnTo>
                  <a:lnTo>
                    <a:pt x="1989" y="4143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h685"/>
            <p:cNvSpPr/>
            <p:nvPr/>
          </p:nvSpPr>
          <p:spPr>
            <a:xfrm>
              <a:off x="2580489" y="2879316"/>
              <a:ext cx="13114" cy="9466"/>
            </a:xfrm>
            <a:custGeom>
              <a:avLst/>
              <a:pathLst>
                <a:path w="13114" h="9466">
                  <a:moveTo>
                    <a:pt x="11634" y="1258"/>
                  </a:moveTo>
                  <a:lnTo>
                    <a:pt x="12432" y="376"/>
                  </a:lnTo>
                  <a:lnTo>
                    <a:pt x="13114" y="2539"/>
                  </a:lnTo>
                  <a:lnTo>
                    <a:pt x="12193" y="9466"/>
                  </a:lnTo>
                  <a:lnTo>
                    <a:pt x="8484" y="9430"/>
                  </a:lnTo>
                  <a:lnTo>
                    <a:pt x="6620" y="5410"/>
                  </a:lnTo>
                  <a:lnTo>
                    <a:pt x="0" y="3926"/>
                  </a:lnTo>
                  <a:lnTo>
                    <a:pt x="808" y="2098"/>
                  </a:lnTo>
                  <a:lnTo>
                    <a:pt x="2354" y="944"/>
                  </a:lnTo>
                  <a:lnTo>
                    <a:pt x="646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h686"/>
            <p:cNvSpPr/>
            <p:nvPr/>
          </p:nvSpPr>
          <p:spPr>
            <a:xfrm>
              <a:off x="2563288" y="2872984"/>
              <a:ext cx="29394" cy="30453"/>
            </a:xfrm>
            <a:custGeom>
              <a:avLst/>
              <a:pathLst>
                <a:path w="29394" h="30453">
                  <a:moveTo>
                    <a:pt x="4953" y="540"/>
                  </a:moveTo>
                  <a:lnTo>
                    <a:pt x="11346" y="3039"/>
                  </a:lnTo>
                  <a:lnTo>
                    <a:pt x="15630" y="5612"/>
                  </a:lnTo>
                  <a:lnTo>
                    <a:pt x="13123" y="5063"/>
                  </a:lnTo>
                  <a:lnTo>
                    <a:pt x="13756" y="7103"/>
                  </a:lnTo>
                  <a:lnTo>
                    <a:pt x="18009" y="8430"/>
                  </a:lnTo>
                  <a:lnTo>
                    <a:pt x="17200" y="10257"/>
                  </a:lnTo>
                  <a:lnTo>
                    <a:pt x="23821" y="11742"/>
                  </a:lnTo>
                  <a:lnTo>
                    <a:pt x="25685" y="15762"/>
                  </a:lnTo>
                  <a:lnTo>
                    <a:pt x="29394" y="15798"/>
                  </a:lnTo>
                  <a:lnTo>
                    <a:pt x="28536" y="17675"/>
                  </a:lnTo>
                  <a:lnTo>
                    <a:pt x="28113" y="25269"/>
                  </a:lnTo>
                  <a:lnTo>
                    <a:pt x="27188" y="26107"/>
                  </a:lnTo>
                  <a:lnTo>
                    <a:pt x="26646" y="24901"/>
                  </a:lnTo>
                  <a:lnTo>
                    <a:pt x="22549" y="24751"/>
                  </a:lnTo>
                  <a:lnTo>
                    <a:pt x="21427" y="25666"/>
                  </a:lnTo>
                  <a:lnTo>
                    <a:pt x="20726" y="29220"/>
                  </a:lnTo>
                  <a:lnTo>
                    <a:pt x="18298" y="29895"/>
                  </a:lnTo>
                  <a:lnTo>
                    <a:pt x="15489" y="29679"/>
                  </a:lnTo>
                  <a:lnTo>
                    <a:pt x="13915" y="30453"/>
                  </a:lnTo>
                  <a:lnTo>
                    <a:pt x="9700" y="28287"/>
                  </a:lnTo>
                  <a:lnTo>
                    <a:pt x="10662" y="25969"/>
                  </a:lnTo>
                  <a:lnTo>
                    <a:pt x="10464" y="24803"/>
                  </a:lnTo>
                  <a:lnTo>
                    <a:pt x="8655" y="22914"/>
                  </a:lnTo>
                  <a:lnTo>
                    <a:pt x="3081" y="20268"/>
                  </a:lnTo>
                  <a:lnTo>
                    <a:pt x="4636" y="16497"/>
                  </a:lnTo>
                  <a:lnTo>
                    <a:pt x="3811" y="15969"/>
                  </a:lnTo>
                  <a:lnTo>
                    <a:pt x="4281" y="15092"/>
                  </a:lnTo>
                  <a:lnTo>
                    <a:pt x="0" y="12917"/>
                  </a:lnTo>
                  <a:lnTo>
                    <a:pt x="4398" y="6976"/>
                  </a:lnTo>
                  <a:lnTo>
                    <a:pt x="3330" y="6214"/>
                  </a:lnTo>
                  <a:lnTo>
                    <a:pt x="3797" y="518"/>
                  </a:lnTo>
                  <a:lnTo>
                    <a:pt x="1778" y="1051"/>
                  </a:lnTo>
                  <a:lnTo>
                    <a:pt x="322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h687"/>
            <p:cNvSpPr/>
            <p:nvPr/>
          </p:nvSpPr>
          <p:spPr>
            <a:xfrm>
              <a:off x="2457404" y="2776052"/>
              <a:ext cx="38782" cy="45301"/>
            </a:xfrm>
            <a:custGeom>
              <a:avLst/>
              <a:pathLst>
                <a:path w="38782" h="45301">
                  <a:moveTo>
                    <a:pt x="37291" y="1163"/>
                  </a:moveTo>
                  <a:lnTo>
                    <a:pt x="37908" y="2451"/>
                  </a:lnTo>
                  <a:lnTo>
                    <a:pt x="37401" y="3764"/>
                  </a:lnTo>
                  <a:lnTo>
                    <a:pt x="38782" y="7044"/>
                  </a:lnTo>
                  <a:lnTo>
                    <a:pt x="36264" y="17306"/>
                  </a:lnTo>
                  <a:lnTo>
                    <a:pt x="32643" y="27464"/>
                  </a:lnTo>
                  <a:lnTo>
                    <a:pt x="30744" y="30447"/>
                  </a:lnTo>
                  <a:lnTo>
                    <a:pt x="30171" y="36110"/>
                  </a:lnTo>
                  <a:lnTo>
                    <a:pt x="31908" y="39785"/>
                  </a:lnTo>
                  <a:lnTo>
                    <a:pt x="31227" y="44066"/>
                  </a:lnTo>
                  <a:lnTo>
                    <a:pt x="29892" y="41782"/>
                  </a:lnTo>
                  <a:lnTo>
                    <a:pt x="27520" y="45253"/>
                  </a:lnTo>
                  <a:lnTo>
                    <a:pt x="22760" y="45301"/>
                  </a:lnTo>
                  <a:lnTo>
                    <a:pt x="13586" y="41632"/>
                  </a:lnTo>
                  <a:lnTo>
                    <a:pt x="10912" y="41581"/>
                  </a:lnTo>
                  <a:lnTo>
                    <a:pt x="11212" y="39474"/>
                  </a:lnTo>
                  <a:lnTo>
                    <a:pt x="7875" y="38446"/>
                  </a:lnTo>
                  <a:lnTo>
                    <a:pt x="5371" y="35686"/>
                  </a:lnTo>
                  <a:lnTo>
                    <a:pt x="4912" y="32631"/>
                  </a:lnTo>
                  <a:lnTo>
                    <a:pt x="1640" y="30103"/>
                  </a:lnTo>
                  <a:lnTo>
                    <a:pt x="0" y="26469"/>
                  </a:lnTo>
                  <a:lnTo>
                    <a:pt x="619" y="25386"/>
                  </a:lnTo>
                  <a:lnTo>
                    <a:pt x="4875" y="22587"/>
                  </a:lnTo>
                  <a:lnTo>
                    <a:pt x="6951" y="15738"/>
                  </a:lnTo>
                  <a:lnTo>
                    <a:pt x="10943" y="12032"/>
                  </a:lnTo>
                  <a:lnTo>
                    <a:pt x="13315" y="6729"/>
                  </a:lnTo>
                  <a:lnTo>
                    <a:pt x="15713" y="3354"/>
                  </a:lnTo>
                  <a:lnTo>
                    <a:pt x="19377" y="8994"/>
                  </a:lnTo>
                  <a:lnTo>
                    <a:pt x="20712" y="8402"/>
                  </a:lnTo>
                  <a:lnTo>
                    <a:pt x="23617" y="9977"/>
                  </a:lnTo>
                  <a:lnTo>
                    <a:pt x="26861" y="10691"/>
                  </a:lnTo>
                  <a:lnTo>
                    <a:pt x="32461" y="6573"/>
                  </a:lnTo>
                  <a:lnTo>
                    <a:pt x="35905" y="1359"/>
                  </a:lnTo>
                  <a:lnTo>
                    <a:pt x="35391" y="745"/>
                  </a:lnTo>
                  <a:lnTo>
                    <a:pt x="3616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h688"/>
            <p:cNvSpPr/>
            <p:nvPr/>
          </p:nvSpPr>
          <p:spPr>
            <a:xfrm>
              <a:off x="2520784" y="2883275"/>
              <a:ext cx="14659" cy="20237"/>
            </a:xfrm>
            <a:custGeom>
              <a:avLst/>
              <a:pathLst>
                <a:path w="14659" h="20237">
                  <a:moveTo>
                    <a:pt x="9271" y="0"/>
                  </a:moveTo>
                  <a:lnTo>
                    <a:pt x="8835" y="238"/>
                  </a:lnTo>
                  <a:lnTo>
                    <a:pt x="9766" y="4588"/>
                  </a:lnTo>
                  <a:lnTo>
                    <a:pt x="12623" y="9797"/>
                  </a:lnTo>
                  <a:lnTo>
                    <a:pt x="12555" y="13541"/>
                  </a:lnTo>
                  <a:lnTo>
                    <a:pt x="13549" y="14518"/>
                  </a:lnTo>
                  <a:lnTo>
                    <a:pt x="13936" y="13519"/>
                  </a:lnTo>
                  <a:lnTo>
                    <a:pt x="14659" y="17985"/>
                  </a:lnTo>
                  <a:lnTo>
                    <a:pt x="9837" y="20237"/>
                  </a:lnTo>
                  <a:lnTo>
                    <a:pt x="5385" y="16785"/>
                  </a:lnTo>
                  <a:lnTo>
                    <a:pt x="4949" y="14237"/>
                  </a:lnTo>
                  <a:lnTo>
                    <a:pt x="0" y="12717"/>
                  </a:lnTo>
                  <a:lnTo>
                    <a:pt x="430" y="10914"/>
                  </a:lnTo>
                  <a:lnTo>
                    <a:pt x="3806" y="8813"/>
                  </a:lnTo>
                  <a:lnTo>
                    <a:pt x="6264" y="8422"/>
                  </a:lnTo>
                  <a:lnTo>
                    <a:pt x="5944" y="2920"/>
                  </a:lnTo>
                  <a:lnTo>
                    <a:pt x="4103" y="82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h689"/>
            <p:cNvSpPr/>
            <p:nvPr/>
          </p:nvSpPr>
          <p:spPr>
            <a:xfrm>
              <a:off x="1969081" y="2940006"/>
              <a:ext cx="31195" cy="19499"/>
            </a:xfrm>
            <a:custGeom>
              <a:avLst/>
              <a:pathLst>
                <a:path w="31195" h="19499">
                  <a:moveTo>
                    <a:pt x="26795" y="2606"/>
                  </a:moveTo>
                  <a:lnTo>
                    <a:pt x="28213" y="2940"/>
                  </a:lnTo>
                  <a:lnTo>
                    <a:pt x="29028" y="5842"/>
                  </a:lnTo>
                  <a:lnTo>
                    <a:pt x="28373" y="6268"/>
                  </a:lnTo>
                  <a:lnTo>
                    <a:pt x="28024" y="9443"/>
                  </a:lnTo>
                  <a:lnTo>
                    <a:pt x="31195" y="9609"/>
                  </a:lnTo>
                  <a:lnTo>
                    <a:pt x="23062" y="11906"/>
                  </a:lnTo>
                  <a:lnTo>
                    <a:pt x="21160" y="14129"/>
                  </a:lnTo>
                  <a:lnTo>
                    <a:pt x="16148" y="17396"/>
                  </a:lnTo>
                  <a:lnTo>
                    <a:pt x="11367" y="19499"/>
                  </a:lnTo>
                  <a:lnTo>
                    <a:pt x="6664" y="17971"/>
                  </a:lnTo>
                  <a:lnTo>
                    <a:pt x="7276" y="13243"/>
                  </a:lnTo>
                  <a:lnTo>
                    <a:pt x="5376" y="11152"/>
                  </a:lnTo>
                  <a:lnTo>
                    <a:pt x="2984" y="11040"/>
                  </a:lnTo>
                  <a:lnTo>
                    <a:pt x="0" y="5795"/>
                  </a:lnTo>
                  <a:lnTo>
                    <a:pt x="6701" y="3214"/>
                  </a:lnTo>
                  <a:lnTo>
                    <a:pt x="15924" y="2657"/>
                  </a:lnTo>
                  <a:lnTo>
                    <a:pt x="19418" y="389"/>
                  </a:lnTo>
                  <a:lnTo>
                    <a:pt x="22239" y="76"/>
                  </a:lnTo>
                  <a:lnTo>
                    <a:pt x="2582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h690"/>
            <p:cNvSpPr/>
            <p:nvPr/>
          </p:nvSpPr>
          <p:spPr>
            <a:xfrm>
              <a:off x="1938934" y="2650503"/>
              <a:ext cx="59352" cy="29977"/>
            </a:xfrm>
            <a:custGeom>
              <a:avLst/>
              <a:pathLst>
                <a:path w="59352" h="29977">
                  <a:moveTo>
                    <a:pt x="40126" y="1594"/>
                  </a:moveTo>
                  <a:lnTo>
                    <a:pt x="40596" y="4301"/>
                  </a:lnTo>
                  <a:lnTo>
                    <a:pt x="40069" y="5532"/>
                  </a:lnTo>
                  <a:lnTo>
                    <a:pt x="38894" y="5913"/>
                  </a:lnTo>
                  <a:lnTo>
                    <a:pt x="38830" y="7275"/>
                  </a:lnTo>
                  <a:lnTo>
                    <a:pt x="40114" y="11644"/>
                  </a:lnTo>
                  <a:lnTo>
                    <a:pt x="44684" y="10648"/>
                  </a:lnTo>
                  <a:lnTo>
                    <a:pt x="45707" y="7894"/>
                  </a:lnTo>
                  <a:lnTo>
                    <a:pt x="49579" y="5811"/>
                  </a:lnTo>
                  <a:lnTo>
                    <a:pt x="54674" y="6748"/>
                  </a:lnTo>
                  <a:lnTo>
                    <a:pt x="57758" y="10048"/>
                  </a:lnTo>
                  <a:lnTo>
                    <a:pt x="57378" y="11722"/>
                  </a:lnTo>
                  <a:lnTo>
                    <a:pt x="55376" y="13554"/>
                  </a:lnTo>
                  <a:lnTo>
                    <a:pt x="54781" y="19923"/>
                  </a:lnTo>
                  <a:lnTo>
                    <a:pt x="58178" y="19220"/>
                  </a:lnTo>
                  <a:lnTo>
                    <a:pt x="59301" y="19562"/>
                  </a:lnTo>
                  <a:lnTo>
                    <a:pt x="59352" y="20960"/>
                  </a:lnTo>
                  <a:lnTo>
                    <a:pt x="54219" y="23751"/>
                  </a:lnTo>
                  <a:lnTo>
                    <a:pt x="50851" y="26477"/>
                  </a:lnTo>
                  <a:lnTo>
                    <a:pt x="42901" y="26863"/>
                  </a:lnTo>
                  <a:lnTo>
                    <a:pt x="37492" y="23366"/>
                  </a:lnTo>
                  <a:lnTo>
                    <a:pt x="35348" y="23697"/>
                  </a:lnTo>
                  <a:lnTo>
                    <a:pt x="34307" y="28996"/>
                  </a:lnTo>
                  <a:lnTo>
                    <a:pt x="30578" y="29977"/>
                  </a:lnTo>
                  <a:lnTo>
                    <a:pt x="16219" y="26952"/>
                  </a:lnTo>
                  <a:lnTo>
                    <a:pt x="9855" y="27743"/>
                  </a:lnTo>
                  <a:lnTo>
                    <a:pt x="7537" y="27338"/>
                  </a:lnTo>
                  <a:lnTo>
                    <a:pt x="1315" y="21604"/>
                  </a:lnTo>
                  <a:lnTo>
                    <a:pt x="0" y="14879"/>
                  </a:lnTo>
                  <a:lnTo>
                    <a:pt x="3870" y="14858"/>
                  </a:lnTo>
                  <a:lnTo>
                    <a:pt x="4864" y="13509"/>
                  </a:lnTo>
                  <a:lnTo>
                    <a:pt x="11613" y="14866"/>
                  </a:lnTo>
                  <a:lnTo>
                    <a:pt x="14499" y="12384"/>
                  </a:lnTo>
                  <a:lnTo>
                    <a:pt x="15528" y="9326"/>
                  </a:lnTo>
                  <a:lnTo>
                    <a:pt x="16928" y="8175"/>
                  </a:lnTo>
                  <a:lnTo>
                    <a:pt x="22220" y="10497"/>
                  </a:lnTo>
                  <a:lnTo>
                    <a:pt x="26671" y="10246"/>
                  </a:lnTo>
                  <a:lnTo>
                    <a:pt x="29089" y="10901"/>
                  </a:lnTo>
                  <a:lnTo>
                    <a:pt x="30646" y="10248"/>
                  </a:lnTo>
                  <a:lnTo>
                    <a:pt x="32776" y="4120"/>
                  </a:lnTo>
                  <a:lnTo>
                    <a:pt x="31400" y="927"/>
                  </a:lnTo>
                  <a:lnTo>
                    <a:pt x="3462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h691"/>
            <p:cNvSpPr/>
            <p:nvPr/>
          </p:nvSpPr>
          <p:spPr>
            <a:xfrm>
              <a:off x="2010093" y="2967109"/>
              <a:ext cx="31502" cy="47908"/>
            </a:xfrm>
            <a:custGeom>
              <a:avLst/>
              <a:pathLst>
                <a:path w="31502" h="47908">
                  <a:moveTo>
                    <a:pt x="29949" y="1521"/>
                  </a:moveTo>
                  <a:lnTo>
                    <a:pt x="30330" y="2899"/>
                  </a:lnTo>
                  <a:lnTo>
                    <a:pt x="29312" y="5212"/>
                  </a:lnTo>
                  <a:lnTo>
                    <a:pt x="25675" y="8318"/>
                  </a:lnTo>
                  <a:lnTo>
                    <a:pt x="28854" y="9370"/>
                  </a:lnTo>
                  <a:lnTo>
                    <a:pt x="30586" y="13530"/>
                  </a:lnTo>
                  <a:lnTo>
                    <a:pt x="30656" y="14542"/>
                  </a:lnTo>
                  <a:lnTo>
                    <a:pt x="28688" y="16709"/>
                  </a:lnTo>
                  <a:lnTo>
                    <a:pt x="27320" y="20156"/>
                  </a:lnTo>
                  <a:lnTo>
                    <a:pt x="30330" y="21804"/>
                  </a:lnTo>
                  <a:lnTo>
                    <a:pt x="31502" y="23939"/>
                  </a:lnTo>
                  <a:lnTo>
                    <a:pt x="25428" y="33699"/>
                  </a:lnTo>
                  <a:lnTo>
                    <a:pt x="22711" y="35764"/>
                  </a:lnTo>
                  <a:lnTo>
                    <a:pt x="25062" y="37994"/>
                  </a:lnTo>
                  <a:lnTo>
                    <a:pt x="30106" y="37558"/>
                  </a:lnTo>
                  <a:lnTo>
                    <a:pt x="31432" y="42250"/>
                  </a:lnTo>
                  <a:lnTo>
                    <a:pt x="29739" y="43656"/>
                  </a:lnTo>
                  <a:lnTo>
                    <a:pt x="21861" y="47086"/>
                  </a:lnTo>
                  <a:lnTo>
                    <a:pt x="19280" y="46230"/>
                  </a:lnTo>
                  <a:lnTo>
                    <a:pt x="14690" y="47732"/>
                  </a:lnTo>
                  <a:lnTo>
                    <a:pt x="11208" y="46054"/>
                  </a:lnTo>
                  <a:lnTo>
                    <a:pt x="5831" y="45055"/>
                  </a:lnTo>
                  <a:lnTo>
                    <a:pt x="4151" y="47908"/>
                  </a:lnTo>
                  <a:lnTo>
                    <a:pt x="3852" y="39810"/>
                  </a:lnTo>
                  <a:lnTo>
                    <a:pt x="1912" y="36840"/>
                  </a:lnTo>
                  <a:lnTo>
                    <a:pt x="426" y="35793"/>
                  </a:lnTo>
                  <a:lnTo>
                    <a:pt x="0" y="34297"/>
                  </a:lnTo>
                  <a:lnTo>
                    <a:pt x="842" y="28857"/>
                  </a:lnTo>
                  <a:lnTo>
                    <a:pt x="3305" y="22455"/>
                  </a:lnTo>
                  <a:lnTo>
                    <a:pt x="1572" y="17814"/>
                  </a:lnTo>
                  <a:lnTo>
                    <a:pt x="2125" y="14893"/>
                  </a:lnTo>
                  <a:lnTo>
                    <a:pt x="4982" y="13368"/>
                  </a:lnTo>
                  <a:lnTo>
                    <a:pt x="9469" y="14846"/>
                  </a:lnTo>
                  <a:lnTo>
                    <a:pt x="12402" y="12905"/>
                  </a:lnTo>
                  <a:lnTo>
                    <a:pt x="15609" y="8718"/>
                  </a:lnTo>
                  <a:lnTo>
                    <a:pt x="15388" y="3871"/>
                  </a:lnTo>
                  <a:lnTo>
                    <a:pt x="19401" y="4747"/>
                  </a:lnTo>
                  <a:lnTo>
                    <a:pt x="22655" y="3859"/>
                  </a:lnTo>
                  <a:lnTo>
                    <a:pt x="23357" y="1337"/>
                  </a:lnTo>
                  <a:lnTo>
                    <a:pt x="25537" y="91"/>
                  </a:lnTo>
                  <a:lnTo>
                    <a:pt x="2880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h692"/>
            <p:cNvSpPr/>
            <p:nvPr/>
          </p:nvSpPr>
          <p:spPr>
            <a:xfrm>
              <a:off x="2038908" y="2808001"/>
              <a:ext cx="16719" cy="20772"/>
            </a:xfrm>
            <a:custGeom>
              <a:avLst/>
              <a:pathLst>
                <a:path w="16719" h="20772">
                  <a:moveTo>
                    <a:pt x="5252" y="247"/>
                  </a:moveTo>
                  <a:lnTo>
                    <a:pt x="11150" y="4198"/>
                  </a:lnTo>
                  <a:lnTo>
                    <a:pt x="15611" y="14917"/>
                  </a:lnTo>
                  <a:lnTo>
                    <a:pt x="16719" y="16041"/>
                  </a:lnTo>
                  <a:lnTo>
                    <a:pt x="13002" y="20772"/>
                  </a:lnTo>
                  <a:lnTo>
                    <a:pt x="11728" y="20501"/>
                  </a:lnTo>
                  <a:lnTo>
                    <a:pt x="11241" y="16863"/>
                  </a:lnTo>
                  <a:lnTo>
                    <a:pt x="3574" y="16756"/>
                  </a:lnTo>
                  <a:lnTo>
                    <a:pt x="4452" y="15612"/>
                  </a:lnTo>
                  <a:lnTo>
                    <a:pt x="3283" y="11164"/>
                  </a:lnTo>
                  <a:lnTo>
                    <a:pt x="712" y="10933"/>
                  </a:lnTo>
                  <a:lnTo>
                    <a:pt x="0" y="9418"/>
                  </a:lnTo>
                  <a:lnTo>
                    <a:pt x="519" y="7647"/>
                  </a:lnTo>
                  <a:lnTo>
                    <a:pt x="1881" y="7047"/>
                  </a:lnTo>
                  <a:lnTo>
                    <a:pt x="2617" y="4416"/>
                  </a:lnTo>
                  <a:lnTo>
                    <a:pt x="1869" y="1827"/>
                  </a:lnTo>
                  <a:lnTo>
                    <a:pt x="24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h693"/>
            <p:cNvSpPr/>
            <p:nvPr/>
          </p:nvSpPr>
          <p:spPr>
            <a:xfrm>
              <a:off x="1969159" y="2679499"/>
              <a:ext cx="33003" cy="49740"/>
            </a:xfrm>
            <a:custGeom>
              <a:avLst/>
              <a:pathLst>
                <a:path w="33003" h="49740">
                  <a:moveTo>
                    <a:pt x="4083" y="0"/>
                  </a:moveTo>
                  <a:lnTo>
                    <a:pt x="3381" y="3571"/>
                  </a:lnTo>
                  <a:lnTo>
                    <a:pt x="5698" y="2465"/>
                  </a:lnTo>
                  <a:lnTo>
                    <a:pt x="10254" y="4960"/>
                  </a:lnTo>
                  <a:lnTo>
                    <a:pt x="20505" y="6713"/>
                  </a:lnTo>
                  <a:lnTo>
                    <a:pt x="23901" y="8676"/>
                  </a:lnTo>
                  <a:lnTo>
                    <a:pt x="30890" y="7525"/>
                  </a:lnTo>
                  <a:lnTo>
                    <a:pt x="28809" y="12109"/>
                  </a:lnTo>
                  <a:lnTo>
                    <a:pt x="26085" y="13398"/>
                  </a:lnTo>
                  <a:lnTo>
                    <a:pt x="24733" y="16398"/>
                  </a:lnTo>
                  <a:lnTo>
                    <a:pt x="26553" y="19320"/>
                  </a:lnTo>
                  <a:lnTo>
                    <a:pt x="26607" y="20619"/>
                  </a:lnTo>
                  <a:lnTo>
                    <a:pt x="24036" y="22074"/>
                  </a:lnTo>
                  <a:lnTo>
                    <a:pt x="26287" y="26816"/>
                  </a:lnTo>
                  <a:lnTo>
                    <a:pt x="25591" y="34142"/>
                  </a:lnTo>
                  <a:lnTo>
                    <a:pt x="26316" y="37867"/>
                  </a:lnTo>
                  <a:lnTo>
                    <a:pt x="32780" y="41400"/>
                  </a:lnTo>
                  <a:lnTo>
                    <a:pt x="33003" y="43304"/>
                  </a:lnTo>
                  <a:lnTo>
                    <a:pt x="30805" y="43172"/>
                  </a:lnTo>
                  <a:lnTo>
                    <a:pt x="24702" y="46075"/>
                  </a:lnTo>
                  <a:lnTo>
                    <a:pt x="19409" y="49740"/>
                  </a:lnTo>
                  <a:lnTo>
                    <a:pt x="18983" y="47469"/>
                  </a:lnTo>
                  <a:lnTo>
                    <a:pt x="19657" y="39632"/>
                  </a:lnTo>
                  <a:lnTo>
                    <a:pt x="17839" y="35603"/>
                  </a:lnTo>
                  <a:lnTo>
                    <a:pt x="16465" y="33867"/>
                  </a:lnTo>
                  <a:lnTo>
                    <a:pt x="13577" y="34738"/>
                  </a:lnTo>
                  <a:lnTo>
                    <a:pt x="10914" y="34172"/>
                  </a:lnTo>
                  <a:lnTo>
                    <a:pt x="6933" y="30351"/>
                  </a:lnTo>
                  <a:lnTo>
                    <a:pt x="7156" y="29574"/>
                  </a:lnTo>
                  <a:lnTo>
                    <a:pt x="5766" y="27483"/>
                  </a:lnTo>
                  <a:lnTo>
                    <a:pt x="630" y="23719"/>
                  </a:lnTo>
                  <a:lnTo>
                    <a:pt x="0" y="22496"/>
                  </a:lnTo>
                  <a:lnTo>
                    <a:pt x="1008" y="12902"/>
                  </a:lnTo>
                  <a:lnTo>
                    <a:pt x="4067" y="9656"/>
                  </a:lnTo>
                  <a:lnTo>
                    <a:pt x="596" y="3379"/>
                  </a:lnTo>
                  <a:lnTo>
                    <a:pt x="353" y="981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h694"/>
            <p:cNvSpPr/>
            <p:nvPr/>
          </p:nvSpPr>
          <p:spPr>
            <a:xfrm>
              <a:off x="2000298" y="2916961"/>
              <a:ext cx="24773" cy="21213"/>
            </a:xfrm>
            <a:custGeom>
              <a:avLst/>
              <a:pathLst>
                <a:path w="24773" h="21213">
                  <a:moveTo>
                    <a:pt x="21191" y="1075"/>
                  </a:moveTo>
                  <a:lnTo>
                    <a:pt x="21803" y="0"/>
                  </a:lnTo>
                  <a:lnTo>
                    <a:pt x="24249" y="6380"/>
                  </a:lnTo>
                  <a:lnTo>
                    <a:pt x="24773" y="8347"/>
                  </a:lnTo>
                  <a:lnTo>
                    <a:pt x="23490" y="10383"/>
                  </a:lnTo>
                  <a:lnTo>
                    <a:pt x="20493" y="12142"/>
                  </a:lnTo>
                  <a:lnTo>
                    <a:pt x="16509" y="16334"/>
                  </a:lnTo>
                  <a:lnTo>
                    <a:pt x="17435" y="19095"/>
                  </a:lnTo>
                  <a:lnTo>
                    <a:pt x="12539" y="21213"/>
                  </a:lnTo>
                  <a:lnTo>
                    <a:pt x="9864" y="20886"/>
                  </a:lnTo>
                  <a:lnTo>
                    <a:pt x="10128" y="18434"/>
                  </a:lnTo>
                  <a:lnTo>
                    <a:pt x="1019" y="9423"/>
                  </a:lnTo>
                  <a:lnTo>
                    <a:pt x="0" y="7044"/>
                  </a:lnTo>
                  <a:lnTo>
                    <a:pt x="556" y="2711"/>
                  </a:lnTo>
                  <a:lnTo>
                    <a:pt x="1402" y="1659"/>
                  </a:lnTo>
                  <a:lnTo>
                    <a:pt x="8750" y="1578"/>
                  </a:lnTo>
                  <a:lnTo>
                    <a:pt x="13029" y="227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h695"/>
            <p:cNvSpPr/>
            <p:nvPr/>
          </p:nvSpPr>
          <p:spPr>
            <a:xfrm>
              <a:off x="2156427" y="2759845"/>
              <a:ext cx="16463" cy="28970"/>
            </a:xfrm>
            <a:custGeom>
              <a:avLst/>
              <a:pathLst>
                <a:path w="16463" h="28970">
                  <a:moveTo>
                    <a:pt x="8980" y="2970"/>
                  </a:moveTo>
                  <a:lnTo>
                    <a:pt x="12024" y="805"/>
                  </a:lnTo>
                  <a:lnTo>
                    <a:pt x="13521" y="1484"/>
                  </a:lnTo>
                  <a:lnTo>
                    <a:pt x="16285" y="4420"/>
                  </a:lnTo>
                  <a:lnTo>
                    <a:pt x="16463" y="6218"/>
                  </a:lnTo>
                  <a:lnTo>
                    <a:pt x="14398" y="6729"/>
                  </a:lnTo>
                  <a:lnTo>
                    <a:pt x="13538" y="9837"/>
                  </a:lnTo>
                  <a:lnTo>
                    <a:pt x="13329" y="15678"/>
                  </a:lnTo>
                  <a:lnTo>
                    <a:pt x="15101" y="22392"/>
                  </a:lnTo>
                  <a:lnTo>
                    <a:pt x="13231" y="28429"/>
                  </a:lnTo>
                  <a:lnTo>
                    <a:pt x="9520" y="28970"/>
                  </a:lnTo>
                  <a:lnTo>
                    <a:pt x="8784" y="28476"/>
                  </a:lnTo>
                  <a:lnTo>
                    <a:pt x="9989" y="25657"/>
                  </a:lnTo>
                  <a:lnTo>
                    <a:pt x="7978" y="24546"/>
                  </a:lnTo>
                  <a:lnTo>
                    <a:pt x="1640" y="24340"/>
                  </a:lnTo>
                  <a:lnTo>
                    <a:pt x="299" y="25867"/>
                  </a:lnTo>
                  <a:lnTo>
                    <a:pt x="0" y="23973"/>
                  </a:lnTo>
                  <a:lnTo>
                    <a:pt x="2035" y="20578"/>
                  </a:lnTo>
                  <a:lnTo>
                    <a:pt x="3231" y="16120"/>
                  </a:lnTo>
                  <a:lnTo>
                    <a:pt x="1677" y="1892"/>
                  </a:lnTo>
                  <a:lnTo>
                    <a:pt x="557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h696"/>
            <p:cNvSpPr/>
            <p:nvPr/>
          </p:nvSpPr>
          <p:spPr>
            <a:xfrm>
              <a:off x="2128725" y="2724463"/>
              <a:ext cx="40593" cy="37592"/>
            </a:xfrm>
            <a:custGeom>
              <a:avLst/>
              <a:pathLst>
                <a:path w="40593" h="37592">
                  <a:moveTo>
                    <a:pt x="12966" y="1637"/>
                  </a:moveTo>
                  <a:lnTo>
                    <a:pt x="17706" y="1593"/>
                  </a:lnTo>
                  <a:lnTo>
                    <a:pt x="18361" y="2747"/>
                  </a:lnTo>
                  <a:lnTo>
                    <a:pt x="21212" y="3597"/>
                  </a:lnTo>
                  <a:lnTo>
                    <a:pt x="27176" y="3693"/>
                  </a:lnTo>
                  <a:lnTo>
                    <a:pt x="34204" y="2440"/>
                  </a:lnTo>
                  <a:lnTo>
                    <a:pt x="36569" y="3756"/>
                  </a:lnTo>
                  <a:lnTo>
                    <a:pt x="37637" y="3001"/>
                  </a:lnTo>
                  <a:lnTo>
                    <a:pt x="36090" y="13045"/>
                  </a:lnTo>
                  <a:lnTo>
                    <a:pt x="39686" y="13718"/>
                  </a:lnTo>
                  <a:lnTo>
                    <a:pt x="40593" y="16430"/>
                  </a:lnTo>
                  <a:lnTo>
                    <a:pt x="40242" y="17135"/>
                  </a:lnTo>
                  <a:lnTo>
                    <a:pt x="39074" y="17663"/>
                  </a:lnTo>
                  <a:lnTo>
                    <a:pt x="37995" y="23132"/>
                  </a:lnTo>
                  <a:lnTo>
                    <a:pt x="33266" y="27537"/>
                  </a:lnTo>
                  <a:lnTo>
                    <a:pt x="32038" y="33317"/>
                  </a:lnTo>
                  <a:lnTo>
                    <a:pt x="33276" y="35382"/>
                  </a:lnTo>
                  <a:lnTo>
                    <a:pt x="29380" y="37275"/>
                  </a:lnTo>
                  <a:lnTo>
                    <a:pt x="29312" y="36204"/>
                  </a:lnTo>
                  <a:lnTo>
                    <a:pt x="27196" y="34768"/>
                  </a:lnTo>
                  <a:lnTo>
                    <a:pt x="26641" y="36743"/>
                  </a:lnTo>
                  <a:lnTo>
                    <a:pt x="25904" y="37120"/>
                  </a:lnTo>
                  <a:lnTo>
                    <a:pt x="22267" y="37592"/>
                  </a:lnTo>
                  <a:lnTo>
                    <a:pt x="19180" y="36567"/>
                  </a:lnTo>
                  <a:lnTo>
                    <a:pt x="19359" y="32901"/>
                  </a:lnTo>
                  <a:lnTo>
                    <a:pt x="18214" y="31231"/>
                  </a:lnTo>
                  <a:lnTo>
                    <a:pt x="14170" y="29552"/>
                  </a:lnTo>
                  <a:lnTo>
                    <a:pt x="9307" y="29798"/>
                  </a:lnTo>
                  <a:lnTo>
                    <a:pt x="7754" y="27077"/>
                  </a:lnTo>
                  <a:lnTo>
                    <a:pt x="10158" y="25158"/>
                  </a:lnTo>
                  <a:lnTo>
                    <a:pt x="5642" y="21629"/>
                  </a:lnTo>
                  <a:lnTo>
                    <a:pt x="7781" y="20596"/>
                  </a:lnTo>
                  <a:lnTo>
                    <a:pt x="7321" y="15856"/>
                  </a:lnTo>
                  <a:lnTo>
                    <a:pt x="4361" y="13288"/>
                  </a:lnTo>
                  <a:lnTo>
                    <a:pt x="6300" y="10096"/>
                  </a:lnTo>
                  <a:lnTo>
                    <a:pt x="2098" y="9024"/>
                  </a:lnTo>
                  <a:lnTo>
                    <a:pt x="608" y="10162"/>
                  </a:lnTo>
                  <a:lnTo>
                    <a:pt x="0" y="8675"/>
                  </a:lnTo>
                  <a:lnTo>
                    <a:pt x="3116" y="3876"/>
                  </a:lnTo>
                  <a:lnTo>
                    <a:pt x="777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h697"/>
            <p:cNvSpPr/>
            <p:nvPr/>
          </p:nvSpPr>
          <p:spPr>
            <a:xfrm>
              <a:off x="1887341" y="2805527"/>
              <a:ext cx="50311" cy="45141"/>
            </a:xfrm>
            <a:custGeom>
              <a:avLst/>
              <a:pathLst>
                <a:path w="50311" h="45141">
                  <a:moveTo>
                    <a:pt x="12086" y="20"/>
                  </a:moveTo>
                  <a:lnTo>
                    <a:pt x="15355" y="6183"/>
                  </a:lnTo>
                  <a:lnTo>
                    <a:pt x="16197" y="9687"/>
                  </a:lnTo>
                  <a:lnTo>
                    <a:pt x="15366" y="9864"/>
                  </a:lnTo>
                  <a:lnTo>
                    <a:pt x="15534" y="11022"/>
                  </a:lnTo>
                  <a:lnTo>
                    <a:pt x="16465" y="13694"/>
                  </a:lnTo>
                  <a:lnTo>
                    <a:pt x="19537" y="16555"/>
                  </a:lnTo>
                  <a:lnTo>
                    <a:pt x="20856" y="20462"/>
                  </a:lnTo>
                  <a:lnTo>
                    <a:pt x="22778" y="23310"/>
                  </a:lnTo>
                  <a:lnTo>
                    <a:pt x="32420" y="23838"/>
                  </a:lnTo>
                  <a:lnTo>
                    <a:pt x="35699" y="26692"/>
                  </a:lnTo>
                  <a:lnTo>
                    <a:pt x="36205" y="28255"/>
                  </a:lnTo>
                  <a:lnTo>
                    <a:pt x="40069" y="30444"/>
                  </a:lnTo>
                  <a:lnTo>
                    <a:pt x="40916" y="28231"/>
                  </a:lnTo>
                  <a:lnTo>
                    <a:pt x="40120" y="25897"/>
                  </a:lnTo>
                  <a:lnTo>
                    <a:pt x="44542" y="26495"/>
                  </a:lnTo>
                  <a:lnTo>
                    <a:pt x="50311" y="31373"/>
                  </a:lnTo>
                  <a:lnTo>
                    <a:pt x="48184" y="33680"/>
                  </a:lnTo>
                  <a:lnTo>
                    <a:pt x="48150" y="34384"/>
                  </a:lnTo>
                  <a:lnTo>
                    <a:pt x="46725" y="34960"/>
                  </a:lnTo>
                  <a:lnTo>
                    <a:pt x="36779" y="34865"/>
                  </a:lnTo>
                  <a:lnTo>
                    <a:pt x="34417" y="38945"/>
                  </a:lnTo>
                  <a:lnTo>
                    <a:pt x="27904" y="40737"/>
                  </a:lnTo>
                  <a:lnTo>
                    <a:pt x="27010" y="44803"/>
                  </a:lnTo>
                  <a:lnTo>
                    <a:pt x="24169" y="45141"/>
                  </a:lnTo>
                  <a:lnTo>
                    <a:pt x="22567" y="44324"/>
                  </a:lnTo>
                  <a:lnTo>
                    <a:pt x="22517" y="43750"/>
                  </a:lnTo>
                  <a:lnTo>
                    <a:pt x="23808" y="43690"/>
                  </a:lnTo>
                  <a:lnTo>
                    <a:pt x="24599" y="41223"/>
                  </a:lnTo>
                  <a:lnTo>
                    <a:pt x="18535" y="28735"/>
                  </a:lnTo>
                  <a:lnTo>
                    <a:pt x="17834" y="23765"/>
                  </a:lnTo>
                  <a:lnTo>
                    <a:pt x="13581" y="23567"/>
                  </a:lnTo>
                  <a:lnTo>
                    <a:pt x="11010" y="26106"/>
                  </a:lnTo>
                  <a:lnTo>
                    <a:pt x="9747" y="29298"/>
                  </a:lnTo>
                  <a:lnTo>
                    <a:pt x="8567" y="30409"/>
                  </a:lnTo>
                  <a:lnTo>
                    <a:pt x="6954" y="30086"/>
                  </a:lnTo>
                  <a:lnTo>
                    <a:pt x="5859" y="28321"/>
                  </a:lnTo>
                  <a:lnTo>
                    <a:pt x="2589" y="28872"/>
                  </a:lnTo>
                  <a:lnTo>
                    <a:pt x="2341" y="25841"/>
                  </a:lnTo>
                  <a:lnTo>
                    <a:pt x="368" y="24645"/>
                  </a:lnTo>
                  <a:lnTo>
                    <a:pt x="0" y="22789"/>
                  </a:lnTo>
                  <a:lnTo>
                    <a:pt x="4326" y="17223"/>
                  </a:lnTo>
                  <a:lnTo>
                    <a:pt x="3661" y="14458"/>
                  </a:lnTo>
                  <a:lnTo>
                    <a:pt x="1168" y="12565"/>
                  </a:lnTo>
                  <a:lnTo>
                    <a:pt x="5150" y="7881"/>
                  </a:lnTo>
                  <a:lnTo>
                    <a:pt x="5824" y="5248"/>
                  </a:lnTo>
                  <a:lnTo>
                    <a:pt x="7556" y="2664"/>
                  </a:lnTo>
                  <a:lnTo>
                    <a:pt x="1079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h698"/>
            <p:cNvSpPr/>
            <p:nvPr/>
          </p:nvSpPr>
          <p:spPr>
            <a:xfrm>
              <a:off x="1963274" y="2911217"/>
              <a:ext cx="47152" cy="31730"/>
            </a:xfrm>
            <a:custGeom>
              <a:avLst/>
              <a:pathLst>
                <a:path w="47152" h="31730">
                  <a:moveTo>
                    <a:pt x="19250" y="813"/>
                  </a:moveTo>
                  <a:lnTo>
                    <a:pt x="31389" y="3352"/>
                  </a:lnTo>
                  <a:lnTo>
                    <a:pt x="33897" y="348"/>
                  </a:lnTo>
                  <a:lnTo>
                    <a:pt x="33896" y="3406"/>
                  </a:lnTo>
                  <a:lnTo>
                    <a:pt x="36819" y="6755"/>
                  </a:lnTo>
                  <a:lnTo>
                    <a:pt x="38426" y="7404"/>
                  </a:lnTo>
                  <a:lnTo>
                    <a:pt x="37580" y="8456"/>
                  </a:lnTo>
                  <a:lnTo>
                    <a:pt x="37023" y="12789"/>
                  </a:lnTo>
                  <a:lnTo>
                    <a:pt x="38043" y="15167"/>
                  </a:lnTo>
                  <a:lnTo>
                    <a:pt x="47152" y="24179"/>
                  </a:lnTo>
                  <a:lnTo>
                    <a:pt x="44481" y="24971"/>
                  </a:lnTo>
                  <a:lnTo>
                    <a:pt x="38417" y="30173"/>
                  </a:lnTo>
                  <a:lnTo>
                    <a:pt x="36004" y="31487"/>
                  </a:lnTo>
                  <a:lnTo>
                    <a:pt x="34020" y="31730"/>
                  </a:lnTo>
                  <a:lnTo>
                    <a:pt x="32602" y="31396"/>
                  </a:lnTo>
                  <a:lnTo>
                    <a:pt x="31635" y="28789"/>
                  </a:lnTo>
                  <a:lnTo>
                    <a:pt x="28046" y="28865"/>
                  </a:lnTo>
                  <a:lnTo>
                    <a:pt x="27323" y="27568"/>
                  </a:lnTo>
                  <a:lnTo>
                    <a:pt x="20332" y="24822"/>
                  </a:lnTo>
                  <a:lnTo>
                    <a:pt x="14746" y="26528"/>
                  </a:lnTo>
                  <a:lnTo>
                    <a:pt x="13368" y="25682"/>
                  </a:lnTo>
                  <a:lnTo>
                    <a:pt x="13608" y="22476"/>
                  </a:lnTo>
                  <a:lnTo>
                    <a:pt x="9499" y="21075"/>
                  </a:lnTo>
                  <a:lnTo>
                    <a:pt x="4533" y="20838"/>
                  </a:lnTo>
                  <a:lnTo>
                    <a:pt x="4237" y="20006"/>
                  </a:lnTo>
                  <a:lnTo>
                    <a:pt x="9736" y="12867"/>
                  </a:lnTo>
                  <a:lnTo>
                    <a:pt x="7438" y="10084"/>
                  </a:lnTo>
                  <a:lnTo>
                    <a:pt x="3509" y="11012"/>
                  </a:lnTo>
                  <a:lnTo>
                    <a:pt x="656" y="8808"/>
                  </a:lnTo>
                  <a:lnTo>
                    <a:pt x="0" y="6576"/>
                  </a:lnTo>
                  <a:lnTo>
                    <a:pt x="2134" y="3852"/>
                  </a:lnTo>
                  <a:lnTo>
                    <a:pt x="4511" y="3464"/>
                  </a:lnTo>
                  <a:lnTo>
                    <a:pt x="7852" y="1523"/>
                  </a:lnTo>
                  <a:lnTo>
                    <a:pt x="11284" y="0"/>
                  </a:lnTo>
                  <a:lnTo>
                    <a:pt x="17131" y="2454"/>
                  </a:lnTo>
                  <a:lnTo>
                    <a:pt x="17539" y="89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h699"/>
            <p:cNvSpPr/>
            <p:nvPr/>
          </p:nvSpPr>
          <p:spPr>
            <a:xfrm>
              <a:off x="2025192" y="2945637"/>
              <a:ext cx="42962" cy="74385"/>
            </a:xfrm>
            <a:custGeom>
              <a:avLst/>
              <a:pathLst>
                <a:path w="42962" h="74385">
                  <a:moveTo>
                    <a:pt x="11046" y="0"/>
                  </a:moveTo>
                  <a:lnTo>
                    <a:pt x="12386" y="1477"/>
                  </a:lnTo>
                  <a:lnTo>
                    <a:pt x="13036" y="5789"/>
                  </a:lnTo>
                  <a:lnTo>
                    <a:pt x="19827" y="7797"/>
                  </a:lnTo>
                  <a:lnTo>
                    <a:pt x="19086" y="9577"/>
                  </a:lnTo>
                  <a:lnTo>
                    <a:pt x="20059" y="11895"/>
                  </a:lnTo>
                  <a:lnTo>
                    <a:pt x="26625" y="11825"/>
                  </a:lnTo>
                  <a:lnTo>
                    <a:pt x="28227" y="11150"/>
                  </a:lnTo>
                  <a:lnTo>
                    <a:pt x="31481" y="12944"/>
                  </a:lnTo>
                  <a:lnTo>
                    <a:pt x="32018" y="15831"/>
                  </a:lnTo>
                  <a:lnTo>
                    <a:pt x="33745" y="14755"/>
                  </a:lnTo>
                  <a:lnTo>
                    <a:pt x="35125" y="16342"/>
                  </a:lnTo>
                  <a:lnTo>
                    <a:pt x="35432" y="17795"/>
                  </a:lnTo>
                  <a:lnTo>
                    <a:pt x="33815" y="20479"/>
                  </a:lnTo>
                  <a:lnTo>
                    <a:pt x="28051" y="25338"/>
                  </a:lnTo>
                  <a:lnTo>
                    <a:pt x="26299" y="28090"/>
                  </a:lnTo>
                  <a:lnTo>
                    <a:pt x="29815" y="32609"/>
                  </a:lnTo>
                  <a:lnTo>
                    <a:pt x="34232" y="34195"/>
                  </a:lnTo>
                  <a:lnTo>
                    <a:pt x="35197" y="33929"/>
                  </a:lnTo>
                  <a:lnTo>
                    <a:pt x="35904" y="35123"/>
                  </a:lnTo>
                  <a:lnTo>
                    <a:pt x="35636" y="36649"/>
                  </a:lnTo>
                  <a:lnTo>
                    <a:pt x="32781" y="39869"/>
                  </a:lnTo>
                  <a:lnTo>
                    <a:pt x="35121" y="42580"/>
                  </a:lnTo>
                  <a:lnTo>
                    <a:pt x="39333" y="43814"/>
                  </a:lnTo>
                  <a:lnTo>
                    <a:pt x="39952" y="50233"/>
                  </a:lnTo>
                  <a:lnTo>
                    <a:pt x="42415" y="49872"/>
                  </a:lnTo>
                  <a:lnTo>
                    <a:pt x="42962" y="59666"/>
                  </a:lnTo>
                  <a:lnTo>
                    <a:pt x="39406" y="61823"/>
                  </a:lnTo>
                  <a:lnTo>
                    <a:pt x="38668" y="61411"/>
                  </a:lnTo>
                  <a:lnTo>
                    <a:pt x="37339" y="62306"/>
                  </a:lnTo>
                  <a:lnTo>
                    <a:pt x="32169" y="71345"/>
                  </a:lnTo>
                  <a:lnTo>
                    <a:pt x="29841" y="73745"/>
                  </a:lnTo>
                  <a:lnTo>
                    <a:pt x="27612" y="74385"/>
                  </a:lnTo>
                  <a:lnTo>
                    <a:pt x="24768" y="73124"/>
                  </a:lnTo>
                  <a:lnTo>
                    <a:pt x="21435" y="69631"/>
                  </a:lnTo>
                  <a:lnTo>
                    <a:pt x="20612" y="65841"/>
                  </a:lnTo>
                  <a:lnTo>
                    <a:pt x="19025" y="63182"/>
                  </a:lnTo>
                  <a:lnTo>
                    <a:pt x="16334" y="63723"/>
                  </a:lnTo>
                  <a:lnTo>
                    <a:pt x="15007" y="59031"/>
                  </a:lnTo>
                  <a:lnTo>
                    <a:pt x="9963" y="59467"/>
                  </a:lnTo>
                  <a:lnTo>
                    <a:pt x="7612" y="57236"/>
                  </a:lnTo>
                  <a:lnTo>
                    <a:pt x="10330" y="55172"/>
                  </a:lnTo>
                  <a:lnTo>
                    <a:pt x="16404" y="45412"/>
                  </a:lnTo>
                  <a:lnTo>
                    <a:pt x="15232" y="43276"/>
                  </a:lnTo>
                  <a:lnTo>
                    <a:pt x="12221" y="41628"/>
                  </a:lnTo>
                  <a:lnTo>
                    <a:pt x="13589" y="38182"/>
                  </a:lnTo>
                  <a:lnTo>
                    <a:pt x="15557" y="36015"/>
                  </a:lnTo>
                  <a:lnTo>
                    <a:pt x="15488" y="35002"/>
                  </a:lnTo>
                  <a:lnTo>
                    <a:pt x="13756" y="30842"/>
                  </a:lnTo>
                  <a:lnTo>
                    <a:pt x="10576" y="29791"/>
                  </a:lnTo>
                  <a:lnTo>
                    <a:pt x="14213" y="26685"/>
                  </a:lnTo>
                  <a:lnTo>
                    <a:pt x="15232" y="24371"/>
                  </a:lnTo>
                  <a:lnTo>
                    <a:pt x="14851" y="22993"/>
                  </a:lnTo>
                  <a:lnTo>
                    <a:pt x="13707" y="21472"/>
                  </a:lnTo>
                  <a:lnTo>
                    <a:pt x="10438" y="21564"/>
                  </a:lnTo>
                  <a:lnTo>
                    <a:pt x="8259" y="22809"/>
                  </a:lnTo>
                  <a:lnTo>
                    <a:pt x="7557" y="25331"/>
                  </a:lnTo>
                  <a:lnTo>
                    <a:pt x="4302" y="26219"/>
                  </a:lnTo>
                  <a:lnTo>
                    <a:pt x="290" y="25343"/>
                  </a:lnTo>
                  <a:lnTo>
                    <a:pt x="0" y="24177"/>
                  </a:lnTo>
                  <a:lnTo>
                    <a:pt x="2215" y="17812"/>
                  </a:lnTo>
                  <a:lnTo>
                    <a:pt x="1851" y="15063"/>
                  </a:lnTo>
                  <a:lnTo>
                    <a:pt x="8107" y="10505"/>
                  </a:lnTo>
                  <a:lnTo>
                    <a:pt x="8299" y="8211"/>
                  </a:lnTo>
                  <a:lnTo>
                    <a:pt x="5837" y="4051"/>
                  </a:lnTo>
                  <a:lnTo>
                    <a:pt x="8225" y="77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h700"/>
            <p:cNvSpPr/>
            <p:nvPr/>
          </p:nvSpPr>
          <p:spPr>
            <a:xfrm>
              <a:off x="2001598" y="2875827"/>
              <a:ext cx="35424" cy="29941"/>
            </a:xfrm>
            <a:custGeom>
              <a:avLst/>
              <a:pathLst>
                <a:path w="35424" h="29941">
                  <a:moveTo>
                    <a:pt x="16572" y="1756"/>
                  </a:moveTo>
                  <a:lnTo>
                    <a:pt x="16270" y="3032"/>
                  </a:lnTo>
                  <a:lnTo>
                    <a:pt x="13253" y="4834"/>
                  </a:lnTo>
                  <a:lnTo>
                    <a:pt x="13517" y="6089"/>
                  </a:lnTo>
                  <a:lnTo>
                    <a:pt x="16648" y="7788"/>
                  </a:lnTo>
                  <a:lnTo>
                    <a:pt x="17418" y="6647"/>
                  </a:lnTo>
                  <a:lnTo>
                    <a:pt x="17250" y="5433"/>
                  </a:lnTo>
                  <a:lnTo>
                    <a:pt x="17888" y="4740"/>
                  </a:lnTo>
                  <a:lnTo>
                    <a:pt x="18756" y="5106"/>
                  </a:lnTo>
                  <a:lnTo>
                    <a:pt x="20213" y="5761"/>
                  </a:lnTo>
                  <a:lnTo>
                    <a:pt x="28553" y="13953"/>
                  </a:lnTo>
                  <a:lnTo>
                    <a:pt x="31957" y="14038"/>
                  </a:lnTo>
                  <a:lnTo>
                    <a:pt x="32972" y="14441"/>
                  </a:lnTo>
                  <a:lnTo>
                    <a:pt x="35424" y="17593"/>
                  </a:lnTo>
                  <a:lnTo>
                    <a:pt x="35395" y="18864"/>
                  </a:lnTo>
                  <a:lnTo>
                    <a:pt x="34243" y="18346"/>
                  </a:lnTo>
                  <a:lnTo>
                    <a:pt x="32494" y="18718"/>
                  </a:lnTo>
                  <a:lnTo>
                    <a:pt x="31433" y="20741"/>
                  </a:lnTo>
                  <a:lnTo>
                    <a:pt x="27566" y="21395"/>
                  </a:lnTo>
                  <a:lnTo>
                    <a:pt x="20749" y="23934"/>
                  </a:lnTo>
                  <a:lnTo>
                    <a:pt x="20198" y="25192"/>
                  </a:lnTo>
                  <a:lnTo>
                    <a:pt x="20549" y="29941"/>
                  </a:lnTo>
                  <a:lnTo>
                    <a:pt x="12591" y="28092"/>
                  </a:lnTo>
                  <a:lnTo>
                    <a:pt x="12571" y="26451"/>
                  </a:lnTo>
                  <a:lnTo>
                    <a:pt x="9938" y="21930"/>
                  </a:lnTo>
                  <a:lnTo>
                    <a:pt x="5649" y="24698"/>
                  </a:lnTo>
                  <a:lnTo>
                    <a:pt x="3791" y="27423"/>
                  </a:lnTo>
                  <a:lnTo>
                    <a:pt x="1592" y="26606"/>
                  </a:lnTo>
                  <a:lnTo>
                    <a:pt x="569" y="24236"/>
                  </a:lnTo>
                  <a:lnTo>
                    <a:pt x="0" y="20786"/>
                  </a:lnTo>
                  <a:lnTo>
                    <a:pt x="5038" y="13989"/>
                  </a:lnTo>
                  <a:lnTo>
                    <a:pt x="7630" y="12794"/>
                  </a:lnTo>
                  <a:lnTo>
                    <a:pt x="6766" y="11216"/>
                  </a:lnTo>
                  <a:lnTo>
                    <a:pt x="8325" y="6877"/>
                  </a:lnTo>
                  <a:lnTo>
                    <a:pt x="8083" y="1379"/>
                  </a:lnTo>
                  <a:lnTo>
                    <a:pt x="8826" y="396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h701"/>
            <p:cNvSpPr/>
            <p:nvPr/>
          </p:nvSpPr>
          <p:spPr>
            <a:xfrm>
              <a:off x="1904281" y="2899210"/>
              <a:ext cx="37801" cy="40397"/>
            </a:xfrm>
            <a:custGeom>
              <a:avLst/>
              <a:pathLst>
                <a:path w="37801" h="40397">
                  <a:moveTo>
                    <a:pt x="13767" y="4274"/>
                  </a:moveTo>
                  <a:lnTo>
                    <a:pt x="20761" y="8242"/>
                  </a:lnTo>
                  <a:lnTo>
                    <a:pt x="24567" y="11932"/>
                  </a:lnTo>
                  <a:lnTo>
                    <a:pt x="26148" y="12411"/>
                  </a:lnTo>
                  <a:lnTo>
                    <a:pt x="29045" y="19582"/>
                  </a:lnTo>
                  <a:lnTo>
                    <a:pt x="30035" y="20732"/>
                  </a:lnTo>
                  <a:lnTo>
                    <a:pt x="34815" y="22908"/>
                  </a:lnTo>
                  <a:lnTo>
                    <a:pt x="36328" y="26508"/>
                  </a:lnTo>
                  <a:lnTo>
                    <a:pt x="37801" y="28241"/>
                  </a:lnTo>
                  <a:lnTo>
                    <a:pt x="34469" y="32670"/>
                  </a:lnTo>
                  <a:lnTo>
                    <a:pt x="32927" y="35333"/>
                  </a:lnTo>
                  <a:lnTo>
                    <a:pt x="28674" y="39840"/>
                  </a:lnTo>
                  <a:lnTo>
                    <a:pt x="22456" y="40397"/>
                  </a:lnTo>
                  <a:lnTo>
                    <a:pt x="18469" y="38185"/>
                  </a:lnTo>
                  <a:lnTo>
                    <a:pt x="13608" y="38731"/>
                  </a:lnTo>
                  <a:lnTo>
                    <a:pt x="13443" y="37216"/>
                  </a:lnTo>
                  <a:lnTo>
                    <a:pt x="10080" y="35581"/>
                  </a:lnTo>
                  <a:lnTo>
                    <a:pt x="9888" y="22400"/>
                  </a:lnTo>
                  <a:lnTo>
                    <a:pt x="7485" y="23066"/>
                  </a:lnTo>
                  <a:lnTo>
                    <a:pt x="623" y="17579"/>
                  </a:lnTo>
                  <a:lnTo>
                    <a:pt x="0" y="14840"/>
                  </a:lnTo>
                  <a:lnTo>
                    <a:pt x="1229" y="11859"/>
                  </a:lnTo>
                  <a:lnTo>
                    <a:pt x="2962" y="11804"/>
                  </a:lnTo>
                  <a:lnTo>
                    <a:pt x="2892" y="9771"/>
                  </a:lnTo>
                  <a:lnTo>
                    <a:pt x="2081" y="9261"/>
                  </a:lnTo>
                  <a:lnTo>
                    <a:pt x="6428" y="1915"/>
                  </a:lnTo>
                  <a:lnTo>
                    <a:pt x="1217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h702"/>
            <p:cNvSpPr/>
            <p:nvPr/>
          </p:nvSpPr>
          <p:spPr>
            <a:xfrm>
              <a:off x="2004080" y="2820583"/>
              <a:ext cx="44633" cy="28416"/>
            </a:xfrm>
            <a:custGeom>
              <a:avLst/>
              <a:pathLst>
                <a:path w="44633" h="28416">
                  <a:moveTo>
                    <a:pt x="16368" y="226"/>
                  </a:moveTo>
                  <a:lnTo>
                    <a:pt x="18629" y="1217"/>
                  </a:lnTo>
                  <a:lnTo>
                    <a:pt x="18713" y="2274"/>
                  </a:lnTo>
                  <a:lnTo>
                    <a:pt x="15594" y="5664"/>
                  </a:lnTo>
                  <a:lnTo>
                    <a:pt x="16356" y="6756"/>
                  </a:lnTo>
                  <a:lnTo>
                    <a:pt x="18048" y="7114"/>
                  </a:lnTo>
                  <a:lnTo>
                    <a:pt x="22934" y="4263"/>
                  </a:lnTo>
                  <a:lnTo>
                    <a:pt x="26175" y="4290"/>
                  </a:lnTo>
                  <a:lnTo>
                    <a:pt x="26445" y="5168"/>
                  </a:lnTo>
                  <a:lnTo>
                    <a:pt x="29739" y="5405"/>
                  </a:lnTo>
                  <a:lnTo>
                    <a:pt x="29894" y="6085"/>
                  </a:lnTo>
                  <a:lnTo>
                    <a:pt x="34919" y="7931"/>
                  </a:lnTo>
                  <a:lnTo>
                    <a:pt x="40779" y="12337"/>
                  </a:lnTo>
                  <a:lnTo>
                    <a:pt x="44633" y="12385"/>
                  </a:lnTo>
                  <a:lnTo>
                    <a:pt x="43213" y="14285"/>
                  </a:lnTo>
                  <a:lnTo>
                    <a:pt x="38162" y="20343"/>
                  </a:lnTo>
                  <a:lnTo>
                    <a:pt x="34356" y="23660"/>
                  </a:lnTo>
                  <a:lnTo>
                    <a:pt x="32174" y="23505"/>
                  </a:lnTo>
                  <a:lnTo>
                    <a:pt x="29951" y="24587"/>
                  </a:lnTo>
                  <a:lnTo>
                    <a:pt x="28474" y="27038"/>
                  </a:lnTo>
                  <a:lnTo>
                    <a:pt x="26455" y="28235"/>
                  </a:lnTo>
                  <a:lnTo>
                    <a:pt x="19812" y="28416"/>
                  </a:lnTo>
                  <a:lnTo>
                    <a:pt x="15498" y="26480"/>
                  </a:lnTo>
                  <a:lnTo>
                    <a:pt x="11876" y="23756"/>
                  </a:lnTo>
                  <a:lnTo>
                    <a:pt x="7584" y="22153"/>
                  </a:lnTo>
                  <a:lnTo>
                    <a:pt x="6565" y="22508"/>
                  </a:lnTo>
                  <a:lnTo>
                    <a:pt x="5499" y="22153"/>
                  </a:lnTo>
                  <a:lnTo>
                    <a:pt x="2971" y="16010"/>
                  </a:lnTo>
                  <a:lnTo>
                    <a:pt x="0" y="13475"/>
                  </a:lnTo>
                  <a:lnTo>
                    <a:pt x="744" y="12364"/>
                  </a:lnTo>
                  <a:lnTo>
                    <a:pt x="311" y="10320"/>
                  </a:lnTo>
                  <a:lnTo>
                    <a:pt x="2685" y="5343"/>
                  </a:lnTo>
                  <a:lnTo>
                    <a:pt x="6953" y="567"/>
                  </a:lnTo>
                  <a:lnTo>
                    <a:pt x="1358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h703"/>
            <p:cNvSpPr/>
            <p:nvPr/>
          </p:nvSpPr>
          <p:spPr>
            <a:xfrm>
              <a:off x="1930456" y="2771083"/>
              <a:ext cx="42018" cy="23307"/>
            </a:xfrm>
            <a:custGeom>
              <a:avLst/>
              <a:pathLst>
                <a:path w="42018" h="23307">
                  <a:moveTo>
                    <a:pt x="32962" y="8313"/>
                  </a:moveTo>
                  <a:lnTo>
                    <a:pt x="35045" y="12067"/>
                  </a:lnTo>
                  <a:lnTo>
                    <a:pt x="38032" y="12409"/>
                  </a:lnTo>
                  <a:lnTo>
                    <a:pt x="41728" y="14158"/>
                  </a:lnTo>
                  <a:lnTo>
                    <a:pt x="42018" y="17054"/>
                  </a:lnTo>
                  <a:lnTo>
                    <a:pt x="41033" y="22246"/>
                  </a:lnTo>
                  <a:lnTo>
                    <a:pt x="38997" y="23307"/>
                  </a:lnTo>
                  <a:lnTo>
                    <a:pt x="37292" y="21929"/>
                  </a:lnTo>
                  <a:lnTo>
                    <a:pt x="26550" y="19462"/>
                  </a:lnTo>
                  <a:lnTo>
                    <a:pt x="26710" y="13745"/>
                  </a:lnTo>
                  <a:lnTo>
                    <a:pt x="24927" y="11434"/>
                  </a:lnTo>
                  <a:lnTo>
                    <a:pt x="22143" y="11524"/>
                  </a:lnTo>
                  <a:lnTo>
                    <a:pt x="18682" y="14389"/>
                  </a:lnTo>
                  <a:lnTo>
                    <a:pt x="13094" y="14472"/>
                  </a:lnTo>
                  <a:lnTo>
                    <a:pt x="10147" y="11895"/>
                  </a:lnTo>
                  <a:lnTo>
                    <a:pt x="5187" y="9776"/>
                  </a:lnTo>
                  <a:lnTo>
                    <a:pt x="1766" y="12730"/>
                  </a:lnTo>
                  <a:lnTo>
                    <a:pt x="0" y="13142"/>
                  </a:lnTo>
                  <a:lnTo>
                    <a:pt x="4382" y="7553"/>
                  </a:lnTo>
                  <a:lnTo>
                    <a:pt x="5991" y="8191"/>
                  </a:lnTo>
                  <a:lnTo>
                    <a:pt x="6647" y="5709"/>
                  </a:lnTo>
                  <a:lnTo>
                    <a:pt x="6229" y="5395"/>
                  </a:lnTo>
                  <a:lnTo>
                    <a:pt x="17891" y="7797"/>
                  </a:lnTo>
                  <a:lnTo>
                    <a:pt x="22113" y="5790"/>
                  </a:lnTo>
                  <a:lnTo>
                    <a:pt x="26542" y="1624"/>
                  </a:lnTo>
                  <a:lnTo>
                    <a:pt x="26775" y="206"/>
                  </a:lnTo>
                  <a:lnTo>
                    <a:pt x="2788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h704"/>
            <p:cNvSpPr/>
            <p:nvPr/>
          </p:nvSpPr>
          <p:spPr>
            <a:xfrm>
              <a:off x="2084283" y="2834878"/>
              <a:ext cx="31932" cy="22887"/>
            </a:xfrm>
            <a:custGeom>
              <a:avLst/>
              <a:pathLst>
                <a:path w="31932" h="22887">
                  <a:moveTo>
                    <a:pt x="31474" y="3755"/>
                  </a:moveTo>
                  <a:lnTo>
                    <a:pt x="31932" y="4695"/>
                  </a:lnTo>
                  <a:lnTo>
                    <a:pt x="30372" y="7630"/>
                  </a:lnTo>
                  <a:lnTo>
                    <a:pt x="24512" y="13184"/>
                  </a:lnTo>
                  <a:lnTo>
                    <a:pt x="23245" y="13122"/>
                  </a:lnTo>
                  <a:lnTo>
                    <a:pt x="22975" y="14977"/>
                  </a:lnTo>
                  <a:lnTo>
                    <a:pt x="17098" y="16612"/>
                  </a:lnTo>
                  <a:lnTo>
                    <a:pt x="16183" y="17482"/>
                  </a:lnTo>
                  <a:lnTo>
                    <a:pt x="14681" y="19697"/>
                  </a:lnTo>
                  <a:lnTo>
                    <a:pt x="16397" y="20611"/>
                  </a:lnTo>
                  <a:lnTo>
                    <a:pt x="16152" y="22887"/>
                  </a:lnTo>
                  <a:lnTo>
                    <a:pt x="12920" y="22451"/>
                  </a:lnTo>
                  <a:lnTo>
                    <a:pt x="11919" y="21504"/>
                  </a:lnTo>
                  <a:lnTo>
                    <a:pt x="10587" y="18830"/>
                  </a:lnTo>
                  <a:lnTo>
                    <a:pt x="10912" y="15849"/>
                  </a:lnTo>
                  <a:lnTo>
                    <a:pt x="9427" y="13000"/>
                  </a:lnTo>
                  <a:lnTo>
                    <a:pt x="3808" y="10653"/>
                  </a:lnTo>
                  <a:lnTo>
                    <a:pt x="0" y="11361"/>
                  </a:lnTo>
                  <a:lnTo>
                    <a:pt x="151" y="10171"/>
                  </a:lnTo>
                  <a:lnTo>
                    <a:pt x="2353" y="8536"/>
                  </a:lnTo>
                  <a:lnTo>
                    <a:pt x="4506" y="7841"/>
                  </a:lnTo>
                  <a:lnTo>
                    <a:pt x="8048" y="8587"/>
                  </a:lnTo>
                  <a:lnTo>
                    <a:pt x="9958" y="6291"/>
                  </a:lnTo>
                  <a:lnTo>
                    <a:pt x="10343" y="4261"/>
                  </a:lnTo>
                  <a:lnTo>
                    <a:pt x="12644" y="4311"/>
                  </a:lnTo>
                  <a:lnTo>
                    <a:pt x="13714" y="6030"/>
                  </a:lnTo>
                  <a:lnTo>
                    <a:pt x="15817" y="5537"/>
                  </a:lnTo>
                  <a:lnTo>
                    <a:pt x="17133" y="6806"/>
                  </a:lnTo>
                  <a:lnTo>
                    <a:pt x="20993" y="3621"/>
                  </a:lnTo>
                  <a:lnTo>
                    <a:pt x="20859" y="2021"/>
                  </a:lnTo>
                  <a:lnTo>
                    <a:pt x="22656" y="268"/>
                  </a:lnTo>
                  <a:lnTo>
                    <a:pt x="2420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h705"/>
            <p:cNvSpPr/>
            <p:nvPr/>
          </p:nvSpPr>
          <p:spPr>
            <a:xfrm>
              <a:off x="1969906" y="2880304"/>
              <a:ext cx="30744" cy="34264"/>
            </a:xfrm>
            <a:custGeom>
              <a:avLst/>
              <a:pathLst>
                <a:path w="30744" h="34264">
                  <a:moveTo>
                    <a:pt x="14739" y="3824"/>
                  </a:moveTo>
                  <a:lnTo>
                    <a:pt x="16691" y="3493"/>
                  </a:lnTo>
                  <a:lnTo>
                    <a:pt x="17680" y="1847"/>
                  </a:lnTo>
                  <a:lnTo>
                    <a:pt x="20401" y="562"/>
                  </a:lnTo>
                  <a:lnTo>
                    <a:pt x="28113" y="932"/>
                  </a:lnTo>
                  <a:lnTo>
                    <a:pt x="30744" y="3599"/>
                  </a:lnTo>
                  <a:lnTo>
                    <a:pt x="27106" y="4590"/>
                  </a:lnTo>
                  <a:lnTo>
                    <a:pt x="26001" y="6053"/>
                  </a:lnTo>
                  <a:lnTo>
                    <a:pt x="24707" y="10389"/>
                  </a:lnTo>
                  <a:lnTo>
                    <a:pt x="24795" y="14196"/>
                  </a:lnTo>
                  <a:lnTo>
                    <a:pt x="26590" y="16204"/>
                  </a:lnTo>
                  <a:lnTo>
                    <a:pt x="26966" y="18321"/>
                  </a:lnTo>
                  <a:lnTo>
                    <a:pt x="26072" y="18836"/>
                  </a:lnTo>
                  <a:lnTo>
                    <a:pt x="26626" y="21699"/>
                  </a:lnTo>
                  <a:lnTo>
                    <a:pt x="25026" y="23605"/>
                  </a:lnTo>
                  <a:lnTo>
                    <a:pt x="21696" y="25181"/>
                  </a:lnTo>
                  <a:lnTo>
                    <a:pt x="25264" y="29276"/>
                  </a:lnTo>
                  <a:lnTo>
                    <a:pt x="29551" y="29583"/>
                  </a:lnTo>
                  <a:lnTo>
                    <a:pt x="29051" y="31703"/>
                  </a:lnTo>
                  <a:lnTo>
                    <a:pt x="27265" y="31261"/>
                  </a:lnTo>
                  <a:lnTo>
                    <a:pt x="24757" y="34264"/>
                  </a:lnTo>
                  <a:lnTo>
                    <a:pt x="12618" y="31725"/>
                  </a:lnTo>
                  <a:lnTo>
                    <a:pt x="10907" y="31808"/>
                  </a:lnTo>
                  <a:lnTo>
                    <a:pt x="10499" y="33366"/>
                  </a:lnTo>
                  <a:lnTo>
                    <a:pt x="4652" y="30912"/>
                  </a:lnTo>
                  <a:lnTo>
                    <a:pt x="1220" y="32436"/>
                  </a:lnTo>
                  <a:lnTo>
                    <a:pt x="3083" y="29865"/>
                  </a:lnTo>
                  <a:lnTo>
                    <a:pt x="3018" y="25334"/>
                  </a:lnTo>
                  <a:lnTo>
                    <a:pt x="616" y="22556"/>
                  </a:lnTo>
                  <a:lnTo>
                    <a:pt x="5" y="19170"/>
                  </a:lnTo>
                  <a:lnTo>
                    <a:pt x="0" y="10610"/>
                  </a:lnTo>
                  <a:lnTo>
                    <a:pt x="55" y="9843"/>
                  </a:lnTo>
                  <a:lnTo>
                    <a:pt x="2417" y="8869"/>
                  </a:lnTo>
                  <a:lnTo>
                    <a:pt x="4096" y="9037"/>
                  </a:lnTo>
                  <a:lnTo>
                    <a:pt x="6002" y="6784"/>
                  </a:lnTo>
                  <a:lnTo>
                    <a:pt x="6116" y="4296"/>
                  </a:lnTo>
                  <a:lnTo>
                    <a:pt x="11475" y="536"/>
                  </a:lnTo>
                  <a:lnTo>
                    <a:pt x="1352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h706"/>
            <p:cNvSpPr/>
            <p:nvPr/>
          </p:nvSpPr>
          <p:spPr>
            <a:xfrm>
              <a:off x="1833456" y="2945220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h707"/>
            <p:cNvSpPr/>
            <p:nvPr/>
          </p:nvSpPr>
          <p:spPr>
            <a:xfrm>
              <a:off x="1833783" y="29447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h708"/>
            <p:cNvSpPr/>
            <p:nvPr/>
          </p:nvSpPr>
          <p:spPr>
            <a:xfrm>
              <a:off x="1834189" y="2944428"/>
              <a:ext cx="187" cy="189"/>
            </a:xfrm>
            <a:custGeom>
              <a:avLst/>
              <a:pathLst>
                <a:path w="187" h="189">
                  <a:moveTo>
                    <a:pt x="0" y="160"/>
                  </a:moveTo>
                  <a:lnTo>
                    <a:pt x="139" y="0"/>
                  </a:lnTo>
                  <a:lnTo>
                    <a:pt x="187" y="189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h709"/>
            <p:cNvSpPr/>
            <p:nvPr/>
          </p:nvSpPr>
          <p:spPr>
            <a:xfrm>
              <a:off x="1833826" y="2944040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h710"/>
            <p:cNvSpPr/>
            <p:nvPr/>
          </p:nvSpPr>
          <p:spPr>
            <a:xfrm>
              <a:off x="1833576" y="2943552"/>
              <a:ext cx="210" cy="301"/>
            </a:xfrm>
            <a:custGeom>
              <a:avLst/>
              <a:pathLst>
                <a:path w="210" h="301">
                  <a:moveTo>
                    <a:pt x="0" y="196"/>
                  </a:moveTo>
                  <a:lnTo>
                    <a:pt x="132" y="0"/>
                  </a:lnTo>
                  <a:lnTo>
                    <a:pt x="210" y="301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h711"/>
            <p:cNvSpPr/>
            <p:nvPr/>
          </p:nvSpPr>
          <p:spPr>
            <a:xfrm>
              <a:off x="1831540" y="2942292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h712"/>
            <p:cNvSpPr/>
            <p:nvPr/>
          </p:nvSpPr>
          <p:spPr>
            <a:xfrm>
              <a:off x="1831240" y="2942567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h713"/>
            <p:cNvSpPr/>
            <p:nvPr/>
          </p:nvSpPr>
          <p:spPr>
            <a:xfrm>
              <a:off x="1832204" y="2941610"/>
              <a:ext cx="142" cy="48"/>
            </a:xfrm>
            <a:custGeom>
              <a:avLst/>
              <a:pathLst>
                <a:path w="142" h="48">
                  <a:moveTo>
                    <a:pt x="142" y="48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h714"/>
            <p:cNvSpPr/>
            <p:nvPr/>
          </p:nvSpPr>
          <p:spPr>
            <a:xfrm>
              <a:off x="1831129" y="2940980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h715"/>
            <p:cNvSpPr/>
            <p:nvPr/>
          </p:nvSpPr>
          <p:spPr>
            <a:xfrm>
              <a:off x="1829450" y="29395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h716"/>
            <p:cNvSpPr/>
            <p:nvPr/>
          </p:nvSpPr>
          <p:spPr>
            <a:xfrm>
              <a:off x="1828948" y="2939334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h717"/>
            <p:cNvSpPr/>
            <p:nvPr/>
          </p:nvSpPr>
          <p:spPr>
            <a:xfrm>
              <a:off x="1827867" y="293885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h718"/>
            <p:cNvSpPr/>
            <p:nvPr/>
          </p:nvSpPr>
          <p:spPr>
            <a:xfrm>
              <a:off x="1827919" y="293865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h719"/>
            <p:cNvSpPr/>
            <p:nvPr/>
          </p:nvSpPr>
          <p:spPr>
            <a:xfrm>
              <a:off x="1864235" y="2981291"/>
              <a:ext cx="300" cy="965"/>
            </a:xfrm>
            <a:custGeom>
              <a:avLst/>
              <a:pathLst>
                <a:path w="300" h="965">
                  <a:moveTo>
                    <a:pt x="66" y="965"/>
                  </a:moveTo>
                  <a:lnTo>
                    <a:pt x="0" y="349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h720"/>
            <p:cNvSpPr/>
            <p:nvPr/>
          </p:nvSpPr>
          <p:spPr>
            <a:xfrm>
              <a:off x="1864650" y="2980669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h721"/>
            <p:cNvSpPr/>
            <p:nvPr/>
          </p:nvSpPr>
          <p:spPr>
            <a:xfrm>
              <a:off x="1857689" y="29758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h722"/>
            <p:cNvSpPr/>
            <p:nvPr/>
          </p:nvSpPr>
          <p:spPr>
            <a:xfrm>
              <a:off x="1848267" y="29717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h723"/>
            <p:cNvSpPr/>
            <p:nvPr/>
          </p:nvSpPr>
          <p:spPr>
            <a:xfrm>
              <a:off x="1848654" y="297128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h724"/>
            <p:cNvSpPr/>
            <p:nvPr/>
          </p:nvSpPr>
          <p:spPr>
            <a:xfrm>
              <a:off x="1839872" y="2961502"/>
              <a:ext cx="215" cy="233"/>
            </a:xfrm>
            <a:custGeom>
              <a:avLst/>
              <a:pathLst>
                <a:path w="215" h="233">
                  <a:moveTo>
                    <a:pt x="0" y="222"/>
                  </a:moveTo>
                  <a:lnTo>
                    <a:pt x="86" y="0"/>
                  </a:lnTo>
                  <a:lnTo>
                    <a:pt x="215" y="233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h725"/>
            <p:cNvSpPr/>
            <p:nvPr/>
          </p:nvSpPr>
          <p:spPr>
            <a:xfrm>
              <a:off x="1840030" y="29557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h726"/>
            <p:cNvSpPr/>
            <p:nvPr/>
          </p:nvSpPr>
          <p:spPr>
            <a:xfrm>
              <a:off x="1836674" y="2951208"/>
              <a:ext cx="310" cy="43"/>
            </a:xfrm>
            <a:custGeom>
              <a:avLst/>
              <a:pathLst>
                <a:path w="310" h="43">
                  <a:moveTo>
                    <a:pt x="310" y="0"/>
                  </a:moveTo>
                  <a:lnTo>
                    <a:pt x="0" y="43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h727"/>
            <p:cNvSpPr/>
            <p:nvPr/>
          </p:nvSpPr>
          <p:spPr>
            <a:xfrm>
              <a:off x="1836433" y="2950919"/>
              <a:ext cx="515" cy="160"/>
            </a:xfrm>
            <a:custGeom>
              <a:avLst/>
              <a:pathLst>
                <a:path w="515" h="160">
                  <a:moveTo>
                    <a:pt x="0" y="157"/>
                  </a:moveTo>
                  <a:lnTo>
                    <a:pt x="205" y="0"/>
                  </a:lnTo>
                  <a:lnTo>
                    <a:pt x="515" y="16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h728"/>
            <p:cNvSpPr/>
            <p:nvPr/>
          </p:nvSpPr>
          <p:spPr>
            <a:xfrm>
              <a:off x="1819730" y="2917135"/>
              <a:ext cx="77861" cy="63519"/>
            </a:xfrm>
            <a:custGeom>
              <a:avLst/>
              <a:pathLst>
                <a:path w="77861" h="63519">
                  <a:moveTo>
                    <a:pt x="26891" y="9154"/>
                  </a:moveTo>
                  <a:lnTo>
                    <a:pt x="29548" y="8129"/>
                  </a:lnTo>
                  <a:lnTo>
                    <a:pt x="34005" y="9843"/>
                  </a:lnTo>
                  <a:lnTo>
                    <a:pt x="39380" y="7053"/>
                  </a:lnTo>
                  <a:lnTo>
                    <a:pt x="43956" y="15412"/>
                  </a:lnTo>
                  <a:lnTo>
                    <a:pt x="45162" y="16153"/>
                  </a:lnTo>
                  <a:lnTo>
                    <a:pt x="52577" y="16031"/>
                  </a:lnTo>
                  <a:lnTo>
                    <a:pt x="58009" y="17167"/>
                  </a:lnTo>
                  <a:lnTo>
                    <a:pt x="62345" y="17247"/>
                  </a:lnTo>
                  <a:lnTo>
                    <a:pt x="68463" y="20286"/>
                  </a:lnTo>
                  <a:lnTo>
                    <a:pt x="67914" y="21302"/>
                  </a:lnTo>
                  <a:lnTo>
                    <a:pt x="69250" y="24205"/>
                  </a:lnTo>
                  <a:lnTo>
                    <a:pt x="76058" y="27337"/>
                  </a:lnTo>
                  <a:lnTo>
                    <a:pt x="77861" y="29475"/>
                  </a:lnTo>
                  <a:lnTo>
                    <a:pt x="75162" y="32316"/>
                  </a:lnTo>
                  <a:lnTo>
                    <a:pt x="77592" y="36808"/>
                  </a:lnTo>
                  <a:lnTo>
                    <a:pt x="72172" y="40222"/>
                  </a:lnTo>
                  <a:lnTo>
                    <a:pt x="70591" y="42460"/>
                  </a:lnTo>
                  <a:lnTo>
                    <a:pt x="67870" y="42597"/>
                  </a:lnTo>
                  <a:lnTo>
                    <a:pt x="65974" y="43953"/>
                  </a:lnTo>
                  <a:lnTo>
                    <a:pt x="65333" y="45437"/>
                  </a:lnTo>
                  <a:lnTo>
                    <a:pt x="66838" y="47772"/>
                  </a:lnTo>
                  <a:lnTo>
                    <a:pt x="66398" y="49797"/>
                  </a:lnTo>
                  <a:lnTo>
                    <a:pt x="62922" y="47296"/>
                  </a:lnTo>
                  <a:lnTo>
                    <a:pt x="61199" y="46902"/>
                  </a:lnTo>
                  <a:lnTo>
                    <a:pt x="60316" y="47302"/>
                  </a:lnTo>
                  <a:lnTo>
                    <a:pt x="60509" y="48232"/>
                  </a:lnTo>
                  <a:lnTo>
                    <a:pt x="55978" y="50313"/>
                  </a:lnTo>
                  <a:lnTo>
                    <a:pt x="49831" y="51443"/>
                  </a:lnTo>
                  <a:lnTo>
                    <a:pt x="48114" y="53979"/>
                  </a:lnTo>
                  <a:lnTo>
                    <a:pt x="51418" y="57617"/>
                  </a:lnTo>
                  <a:lnTo>
                    <a:pt x="49266" y="60875"/>
                  </a:lnTo>
                  <a:lnTo>
                    <a:pt x="49267" y="63038"/>
                  </a:lnTo>
                  <a:lnTo>
                    <a:pt x="45257" y="63519"/>
                  </a:lnTo>
                  <a:lnTo>
                    <a:pt x="45863" y="60278"/>
                  </a:lnTo>
                  <a:lnTo>
                    <a:pt x="47847" y="57930"/>
                  </a:lnTo>
                  <a:lnTo>
                    <a:pt x="46444" y="55640"/>
                  </a:lnTo>
                  <a:lnTo>
                    <a:pt x="42919" y="54844"/>
                  </a:lnTo>
                  <a:lnTo>
                    <a:pt x="37780" y="57450"/>
                  </a:lnTo>
                  <a:lnTo>
                    <a:pt x="28956" y="52414"/>
                  </a:lnTo>
                  <a:lnTo>
                    <a:pt x="22167" y="45748"/>
                  </a:lnTo>
                  <a:lnTo>
                    <a:pt x="21388" y="44110"/>
                  </a:lnTo>
                  <a:lnTo>
                    <a:pt x="22281" y="42290"/>
                  </a:lnTo>
                  <a:lnTo>
                    <a:pt x="21301" y="38831"/>
                  </a:lnTo>
                  <a:lnTo>
                    <a:pt x="17740" y="34702"/>
                  </a:lnTo>
                  <a:lnTo>
                    <a:pt x="14597" y="24047"/>
                  </a:lnTo>
                  <a:lnTo>
                    <a:pt x="12755" y="21725"/>
                  </a:lnTo>
                  <a:lnTo>
                    <a:pt x="7742" y="19145"/>
                  </a:lnTo>
                  <a:lnTo>
                    <a:pt x="0" y="13571"/>
                  </a:lnTo>
                  <a:lnTo>
                    <a:pt x="3616" y="13817"/>
                  </a:lnTo>
                  <a:lnTo>
                    <a:pt x="5733" y="11922"/>
                  </a:lnTo>
                  <a:lnTo>
                    <a:pt x="9582" y="4193"/>
                  </a:lnTo>
                  <a:lnTo>
                    <a:pt x="13280" y="5066"/>
                  </a:lnTo>
                  <a:lnTo>
                    <a:pt x="22278" y="0"/>
                  </a:lnTo>
                  <a:lnTo>
                    <a:pt x="23630" y="571"/>
                  </a:lnTo>
                  <a:lnTo>
                    <a:pt x="23948" y="1473"/>
                  </a:lnTo>
                  <a:lnTo>
                    <a:pt x="23872" y="4071"/>
                  </a:lnTo>
                  <a:lnTo>
                    <a:pt x="22248" y="5902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h729"/>
            <p:cNvSpPr/>
            <p:nvPr/>
          </p:nvSpPr>
          <p:spPr>
            <a:xfrm>
              <a:off x="1834527" y="2945677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h730"/>
            <p:cNvSpPr/>
            <p:nvPr/>
          </p:nvSpPr>
          <p:spPr>
            <a:xfrm>
              <a:off x="1834186" y="2944081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h731"/>
            <p:cNvSpPr/>
            <p:nvPr/>
          </p:nvSpPr>
          <p:spPr>
            <a:xfrm>
              <a:off x="2099965" y="2682191"/>
              <a:ext cx="36432" cy="24289"/>
            </a:xfrm>
            <a:custGeom>
              <a:avLst/>
              <a:pathLst>
                <a:path w="36432" h="24289">
                  <a:moveTo>
                    <a:pt x="16835" y="2786"/>
                  </a:moveTo>
                  <a:lnTo>
                    <a:pt x="18294" y="2815"/>
                  </a:lnTo>
                  <a:lnTo>
                    <a:pt x="21698" y="2972"/>
                  </a:lnTo>
                  <a:lnTo>
                    <a:pt x="29260" y="7478"/>
                  </a:lnTo>
                  <a:lnTo>
                    <a:pt x="34007" y="11247"/>
                  </a:lnTo>
                  <a:lnTo>
                    <a:pt x="36432" y="11732"/>
                  </a:lnTo>
                  <a:lnTo>
                    <a:pt x="34539" y="15276"/>
                  </a:lnTo>
                  <a:lnTo>
                    <a:pt x="25715" y="21728"/>
                  </a:lnTo>
                  <a:lnTo>
                    <a:pt x="21495" y="23454"/>
                  </a:lnTo>
                  <a:lnTo>
                    <a:pt x="16931" y="24289"/>
                  </a:lnTo>
                  <a:lnTo>
                    <a:pt x="13142" y="22193"/>
                  </a:lnTo>
                  <a:lnTo>
                    <a:pt x="6214" y="16589"/>
                  </a:lnTo>
                  <a:lnTo>
                    <a:pt x="440" y="13856"/>
                  </a:lnTo>
                  <a:lnTo>
                    <a:pt x="64" y="10918"/>
                  </a:lnTo>
                  <a:lnTo>
                    <a:pt x="879" y="8646"/>
                  </a:lnTo>
                  <a:lnTo>
                    <a:pt x="0" y="6045"/>
                  </a:lnTo>
                  <a:lnTo>
                    <a:pt x="266" y="5562"/>
                  </a:lnTo>
                  <a:lnTo>
                    <a:pt x="1149" y="6095"/>
                  </a:lnTo>
                  <a:lnTo>
                    <a:pt x="2765" y="5687"/>
                  </a:lnTo>
                  <a:lnTo>
                    <a:pt x="5593" y="3864"/>
                  </a:lnTo>
                  <a:lnTo>
                    <a:pt x="6354" y="1742"/>
                  </a:lnTo>
                  <a:lnTo>
                    <a:pt x="9110" y="293"/>
                  </a:lnTo>
                  <a:lnTo>
                    <a:pt x="1271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h732"/>
            <p:cNvSpPr/>
            <p:nvPr/>
          </p:nvSpPr>
          <p:spPr>
            <a:xfrm>
              <a:off x="1877749" y="2829095"/>
              <a:ext cx="37508" cy="41335"/>
            </a:xfrm>
            <a:custGeom>
              <a:avLst/>
              <a:pathLst>
                <a:path w="37508" h="41335">
                  <a:moveTo>
                    <a:pt x="27426" y="197"/>
                  </a:moveTo>
                  <a:lnTo>
                    <a:pt x="28126" y="5168"/>
                  </a:lnTo>
                  <a:lnTo>
                    <a:pt x="34191" y="17655"/>
                  </a:lnTo>
                  <a:lnTo>
                    <a:pt x="33400" y="20123"/>
                  </a:lnTo>
                  <a:lnTo>
                    <a:pt x="32109" y="20183"/>
                  </a:lnTo>
                  <a:lnTo>
                    <a:pt x="32159" y="20757"/>
                  </a:lnTo>
                  <a:lnTo>
                    <a:pt x="33761" y="21573"/>
                  </a:lnTo>
                  <a:lnTo>
                    <a:pt x="36602" y="21235"/>
                  </a:lnTo>
                  <a:lnTo>
                    <a:pt x="37508" y="25311"/>
                  </a:lnTo>
                  <a:lnTo>
                    <a:pt x="35019" y="25395"/>
                  </a:lnTo>
                  <a:lnTo>
                    <a:pt x="34715" y="26266"/>
                  </a:lnTo>
                  <a:lnTo>
                    <a:pt x="35264" y="26597"/>
                  </a:lnTo>
                  <a:lnTo>
                    <a:pt x="29786" y="30814"/>
                  </a:lnTo>
                  <a:lnTo>
                    <a:pt x="27576" y="31247"/>
                  </a:lnTo>
                  <a:lnTo>
                    <a:pt x="22166" y="29551"/>
                  </a:lnTo>
                  <a:lnTo>
                    <a:pt x="20884" y="27921"/>
                  </a:lnTo>
                  <a:lnTo>
                    <a:pt x="17859" y="27512"/>
                  </a:lnTo>
                  <a:lnTo>
                    <a:pt x="14649" y="30804"/>
                  </a:lnTo>
                  <a:lnTo>
                    <a:pt x="14311" y="31993"/>
                  </a:lnTo>
                  <a:lnTo>
                    <a:pt x="15480" y="33838"/>
                  </a:lnTo>
                  <a:lnTo>
                    <a:pt x="13269" y="38340"/>
                  </a:lnTo>
                  <a:lnTo>
                    <a:pt x="8516" y="41335"/>
                  </a:lnTo>
                  <a:lnTo>
                    <a:pt x="4424" y="38963"/>
                  </a:lnTo>
                  <a:lnTo>
                    <a:pt x="1241" y="36076"/>
                  </a:lnTo>
                  <a:lnTo>
                    <a:pt x="1109" y="32449"/>
                  </a:lnTo>
                  <a:lnTo>
                    <a:pt x="0" y="29799"/>
                  </a:lnTo>
                  <a:lnTo>
                    <a:pt x="1204" y="28822"/>
                  </a:lnTo>
                  <a:lnTo>
                    <a:pt x="4691" y="28295"/>
                  </a:lnTo>
                  <a:lnTo>
                    <a:pt x="8081" y="24853"/>
                  </a:lnTo>
                  <a:lnTo>
                    <a:pt x="9239" y="21669"/>
                  </a:lnTo>
                  <a:lnTo>
                    <a:pt x="13122" y="17130"/>
                  </a:lnTo>
                  <a:lnTo>
                    <a:pt x="13274" y="15842"/>
                  </a:lnTo>
                  <a:lnTo>
                    <a:pt x="11415" y="10964"/>
                  </a:lnTo>
                  <a:lnTo>
                    <a:pt x="12181" y="5304"/>
                  </a:lnTo>
                  <a:lnTo>
                    <a:pt x="15451" y="4753"/>
                  </a:lnTo>
                  <a:lnTo>
                    <a:pt x="16545" y="6519"/>
                  </a:lnTo>
                  <a:lnTo>
                    <a:pt x="18159" y="6842"/>
                  </a:lnTo>
                  <a:lnTo>
                    <a:pt x="19339" y="5731"/>
                  </a:lnTo>
                  <a:lnTo>
                    <a:pt x="20601" y="2538"/>
                  </a:lnTo>
                  <a:lnTo>
                    <a:pt x="2317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h733"/>
            <p:cNvSpPr/>
            <p:nvPr/>
          </p:nvSpPr>
          <p:spPr>
            <a:xfrm>
              <a:off x="2091196" y="2741891"/>
              <a:ext cx="28214" cy="23188"/>
            </a:xfrm>
            <a:custGeom>
              <a:avLst/>
              <a:pathLst>
                <a:path w="28214" h="23188">
                  <a:moveTo>
                    <a:pt x="27940" y="810"/>
                  </a:moveTo>
                  <a:lnTo>
                    <a:pt x="27232" y="5051"/>
                  </a:lnTo>
                  <a:lnTo>
                    <a:pt x="22412" y="7729"/>
                  </a:lnTo>
                  <a:lnTo>
                    <a:pt x="23913" y="13404"/>
                  </a:lnTo>
                  <a:lnTo>
                    <a:pt x="25281" y="13829"/>
                  </a:lnTo>
                  <a:lnTo>
                    <a:pt x="26617" y="12495"/>
                  </a:lnTo>
                  <a:lnTo>
                    <a:pt x="27203" y="12643"/>
                  </a:lnTo>
                  <a:lnTo>
                    <a:pt x="28214" y="14111"/>
                  </a:lnTo>
                  <a:lnTo>
                    <a:pt x="27367" y="15090"/>
                  </a:lnTo>
                  <a:lnTo>
                    <a:pt x="20260" y="16421"/>
                  </a:lnTo>
                  <a:lnTo>
                    <a:pt x="16665" y="17930"/>
                  </a:lnTo>
                  <a:lnTo>
                    <a:pt x="10797" y="21799"/>
                  </a:lnTo>
                  <a:lnTo>
                    <a:pt x="8599" y="20538"/>
                  </a:lnTo>
                  <a:lnTo>
                    <a:pt x="4248" y="22649"/>
                  </a:lnTo>
                  <a:lnTo>
                    <a:pt x="674" y="23188"/>
                  </a:lnTo>
                  <a:lnTo>
                    <a:pt x="0" y="19323"/>
                  </a:lnTo>
                  <a:lnTo>
                    <a:pt x="1902" y="16494"/>
                  </a:lnTo>
                  <a:lnTo>
                    <a:pt x="241" y="13076"/>
                  </a:lnTo>
                  <a:lnTo>
                    <a:pt x="1994" y="11303"/>
                  </a:lnTo>
                  <a:lnTo>
                    <a:pt x="8426" y="7927"/>
                  </a:lnTo>
                  <a:lnTo>
                    <a:pt x="10791" y="5996"/>
                  </a:lnTo>
                  <a:lnTo>
                    <a:pt x="14484" y="7648"/>
                  </a:lnTo>
                  <a:lnTo>
                    <a:pt x="17655" y="5625"/>
                  </a:lnTo>
                  <a:lnTo>
                    <a:pt x="19021" y="1637"/>
                  </a:lnTo>
                  <a:lnTo>
                    <a:pt x="2276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h734"/>
            <p:cNvSpPr/>
            <p:nvPr/>
          </p:nvSpPr>
          <p:spPr>
            <a:xfrm>
              <a:off x="2060440" y="2741851"/>
              <a:ext cx="34346" cy="32332"/>
            </a:xfrm>
            <a:custGeom>
              <a:avLst/>
              <a:pathLst>
                <a:path w="34346" h="32332">
                  <a:moveTo>
                    <a:pt x="8211" y="2573"/>
                  </a:moveTo>
                  <a:lnTo>
                    <a:pt x="9425" y="2486"/>
                  </a:lnTo>
                  <a:lnTo>
                    <a:pt x="9993" y="885"/>
                  </a:lnTo>
                  <a:lnTo>
                    <a:pt x="12278" y="841"/>
                  </a:lnTo>
                  <a:lnTo>
                    <a:pt x="16445" y="3658"/>
                  </a:lnTo>
                  <a:lnTo>
                    <a:pt x="16894" y="5877"/>
                  </a:lnTo>
                  <a:lnTo>
                    <a:pt x="19828" y="6444"/>
                  </a:lnTo>
                  <a:lnTo>
                    <a:pt x="26317" y="1377"/>
                  </a:lnTo>
                  <a:lnTo>
                    <a:pt x="32751" y="11344"/>
                  </a:lnTo>
                  <a:lnTo>
                    <a:pt x="30997" y="13117"/>
                  </a:lnTo>
                  <a:lnTo>
                    <a:pt x="32658" y="16535"/>
                  </a:lnTo>
                  <a:lnTo>
                    <a:pt x="30756" y="19364"/>
                  </a:lnTo>
                  <a:lnTo>
                    <a:pt x="31430" y="23228"/>
                  </a:lnTo>
                  <a:lnTo>
                    <a:pt x="31095" y="27374"/>
                  </a:lnTo>
                  <a:lnTo>
                    <a:pt x="33487" y="28265"/>
                  </a:lnTo>
                  <a:lnTo>
                    <a:pt x="34346" y="27754"/>
                  </a:lnTo>
                  <a:lnTo>
                    <a:pt x="32674" y="30048"/>
                  </a:lnTo>
                  <a:lnTo>
                    <a:pt x="27566" y="32332"/>
                  </a:lnTo>
                  <a:lnTo>
                    <a:pt x="25611" y="29836"/>
                  </a:lnTo>
                  <a:lnTo>
                    <a:pt x="24802" y="30266"/>
                  </a:lnTo>
                  <a:lnTo>
                    <a:pt x="22420" y="31063"/>
                  </a:lnTo>
                  <a:lnTo>
                    <a:pt x="21248" y="30654"/>
                  </a:lnTo>
                  <a:lnTo>
                    <a:pt x="16106" y="26397"/>
                  </a:lnTo>
                  <a:lnTo>
                    <a:pt x="14960" y="24538"/>
                  </a:lnTo>
                  <a:lnTo>
                    <a:pt x="14974" y="21212"/>
                  </a:lnTo>
                  <a:lnTo>
                    <a:pt x="11220" y="19373"/>
                  </a:lnTo>
                  <a:lnTo>
                    <a:pt x="5825" y="18841"/>
                  </a:lnTo>
                  <a:lnTo>
                    <a:pt x="4467" y="19603"/>
                  </a:lnTo>
                  <a:lnTo>
                    <a:pt x="994" y="17402"/>
                  </a:lnTo>
                  <a:lnTo>
                    <a:pt x="0" y="15680"/>
                  </a:lnTo>
                  <a:lnTo>
                    <a:pt x="2294" y="14646"/>
                  </a:lnTo>
                  <a:lnTo>
                    <a:pt x="3059" y="13114"/>
                  </a:lnTo>
                  <a:lnTo>
                    <a:pt x="2274" y="7237"/>
                  </a:lnTo>
                  <a:lnTo>
                    <a:pt x="3805" y="884"/>
                  </a:lnTo>
                  <a:lnTo>
                    <a:pt x="55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h735"/>
            <p:cNvSpPr/>
            <p:nvPr/>
          </p:nvSpPr>
          <p:spPr>
            <a:xfrm>
              <a:off x="1882868" y="2861709"/>
              <a:ext cx="53569" cy="47513"/>
            </a:xfrm>
            <a:custGeom>
              <a:avLst/>
              <a:pathLst>
                <a:path w="53569" h="47513">
                  <a:moveTo>
                    <a:pt x="42134" y="1832"/>
                  </a:moveTo>
                  <a:lnTo>
                    <a:pt x="43617" y="4504"/>
                  </a:lnTo>
                  <a:lnTo>
                    <a:pt x="40633" y="4727"/>
                  </a:lnTo>
                  <a:lnTo>
                    <a:pt x="39645" y="5558"/>
                  </a:lnTo>
                  <a:lnTo>
                    <a:pt x="42688" y="9555"/>
                  </a:lnTo>
                  <a:lnTo>
                    <a:pt x="51535" y="6404"/>
                  </a:lnTo>
                  <a:lnTo>
                    <a:pt x="53569" y="7919"/>
                  </a:lnTo>
                  <a:lnTo>
                    <a:pt x="52257" y="12047"/>
                  </a:lnTo>
                  <a:lnTo>
                    <a:pt x="52259" y="13158"/>
                  </a:lnTo>
                  <a:lnTo>
                    <a:pt x="50528" y="14856"/>
                  </a:lnTo>
                  <a:lnTo>
                    <a:pt x="48942" y="15015"/>
                  </a:lnTo>
                  <a:lnTo>
                    <a:pt x="48101" y="13728"/>
                  </a:lnTo>
                  <a:lnTo>
                    <a:pt x="45292" y="15066"/>
                  </a:lnTo>
                  <a:lnTo>
                    <a:pt x="41291" y="18487"/>
                  </a:lnTo>
                  <a:lnTo>
                    <a:pt x="39182" y="23301"/>
                  </a:lnTo>
                  <a:lnTo>
                    <a:pt x="39036" y="25804"/>
                  </a:lnTo>
                  <a:lnTo>
                    <a:pt x="37166" y="29392"/>
                  </a:lnTo>
                  <a:lnTo>
                    <a:pt x="32760" y="31579"/>
                  </a:lnTo>
                  <a:lnTo>
                    <a:pt x="32616" y="36691"/>
                  </a:lnTo>
                  <a:lnTo>
                    <a:pt x="33592" y="37500"/>
                  </a:lnTo>
                  <a:lnTo>
                    <a:pt x="27842" y="39416"/>
                  </a:lnTo>
                  <a:lnTo>
                    <a:pt x="23494" y="46762"/>
                  </a:lnTo>
                  <a:lnTo>
                    <a:pt x="20605" y="44879"/>
                  </a:lnTo>
                  <a:lnTo>
                    <a:pt x="19701" y="46671"/>
                  </a:lnTo>
                  <a:lnTo>
                    <a:pt x="18457" y="47513"/>
                  </a:lnTo>
                  <a:lnTo>
                    <a:pt x="16052" y="45772"/>
                  </a:lnTo>
                  <a:lnTo>
                    <a:pt x="14198" y="39947"/>
                  </a:lnTo>
                  <a:lnTo>
                    <a:pt x="14160" y="32276"/>
                  </a:lnTo>
                  <a:lnTo>
                    <a:pt x="8654" y="26799"/>
                  </a:lnTo>
                  <a:lnTo>
                    <a:pt x="6820" y="26568"/>
                  </a:lnTo>
                  <a:lnTo>
                    <a:pt x="5241" y="22886"/>
                  </a:lnTo>
                  <a:lnTo>
                    <a:pt x="5103" y="20397"/>
                  </a:lnTo>
                  <a:lnTo>
                    <a:pt x="0" y="13414"/>
                  </a:lnTo>
                  <a:lnTo>
                    <a:pt x="784" y="11991"/>
                  </a:lnTo>
                  <a:lnTo>
                    <a:pt x="2155" y="14390"/>
                  </a:lnTo>
                  <a:lnTo>
                    <a:pt x="5030" y="15525"/>
                  </a:lnTo>
                  <a:lnTo>
                    <a:pt x="8088" y="12951"/>
                  </a:lnTo>
                  <a:lnTo>
                    <a:pt x="12120" y="12486"/>
                  </a:lnTo>
                  <a:lnTo>
                    <a:pt x="26669" y="13486"/>
                  </a:lnTo>
                  <a:lnTo>
                    <a:pt x="29481" y="15389"/>
                  </a:lnTo>
                  <a:lnTo>
                    <a:pt x="32582" y="13314"/>
                  </a:lnTo>
                  <a:lnTo>
                    <a:pt x="30718" y="9931"/>
                  </a:lnTo>
                  <a:lnTo>
                    <a:pt x="30550" y="5551"/>
                  </a:lnTo>
                  <a:lnTo>
                    <a:pt x="33773" y="3782"/>
                  </a:lnTo>
                  <a:lnTo>
                    <a:pt x="35567" y="1514"/>
                  </a:lnTo>
                  <a:lnTo>
                    <a:pt x="3673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h736"/>
            <p:cNvSpPr/>
            <p:nvPr/>
          </p:nvSpPr>
          <p:spPr>
            <a:xfrm>
              <a:off x="1988569" y="2849808"/>
              <a:ext cx="32360" cy="27775"/>
            </a:xfrm>
            <a:custGeom>
              <a:avLst/>
              <a:pathLst>
                <a:path w="32360" h="27775">
                  <a:moveTo>
                    <a:pt x="29826" y="9749"/>
                  </a:moveTo>
                  <a:lnTo>
                    <a:pt x="29612" y="13507"/>
                  </a:lnTo>
                  <a:lnTo>
                    <a:pt x="32308" y="17281"/>
                  </a:lnTo>
                  <a:lnTo>
                    <a:pt x="32360" y="25175"/>
                  </a:lnTo>
                  <a:lnTo>
                    <a:pt x="29600" y="27775"/>
                  </a:lnTo>
                  <a:lnTo>
                    <a:pt x="23705" y="26018"/>
                  </a:lnTo>
                  <a:lnTo>
                    <a:pt x="24082" y="24728"/>
                  </a:lnTo>
                  <a:lnTo>
                    <a:pt x="19581" y="24636"/>
                  </a:lnTo>
                  <a:lnTo>
                    <a:pt x="17679" y="25987"/>
                  </a:lnTo>
                  <a:lnTo>
                    <a:pt x="15860" y="25887"/>
                  </a:lnTo>
                  <a:lnTo>
                    <a:pt x="10259" y="22451"/>
                  </a:lnTo>
                  <a:lnTo>
                    <a:pt x="8090" y="20325"/>
                  </a:lnTo>
                  <a:lnTo>
                    <a:pt x="7459" y="13209"/>
                  </a:lnTo>
                  <a:lnTo>
                    <a:pt x="5808" y="13039"/>
                  </a:lnTo>
                  <a:lnTo>
                    <a:pt x="2741" y="14928"/>
                  </a:lnTo>
                  <a:lnTo>
                    <a:pt x="0" y="12654"/>
                  </a:lnTo>
                  <a:lnTo>
                    <a:pt x="2580" y="11813"/>
                  </a:lnTo>
                  <a:lnTo>
                    <a:pt x="2158" y="9096"/>
                  </a:lnTo>
                  <a:lnTo>
                    <a:pt x="6268" y="6014"/>
                  </a:lnTo>
                  <a:lnTo>
                    <a:pt x="8011" y="2167"/>
                  </a:lnTo>
                  <a:lnTo>
                    <a:pt x="12021" y="3808"/>
                  </a:lnTo>
                  <a:lnTo>
                    <a:pt x="13418" y="872"/>
                  </a:lnTo>
                  <a:lnTo>
                    <a:pt x="13405" y="1977"/>
                  </a:lnTo>
                  <a:lnTo>
                    <a:pt x="2157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h737"/>
            <p:cNvSpPr/>
            <p:nvPr/>
          </p:nvSpPr>
          <p:spPr>
            <a:xfrm>
              <a:off x="1997082" y="2774115"/>
              <a:ext cx="39739" cy="47685"/>
            </a:xfrm>
            <a:custGeom>
              <a:avLst/>
              <a:pathLst>
                <a:path w="39739" h="47685">
                  <a:moveTo>
                    <a:pt x="20694" y="346"/>
                  </a:moveTo>
                  <a:lnTo>
                    <a:pt x="25654" y="2869"/>
                  </a:lnTo>
                  <a:lnTo>
                    <a:pt x="25825" y="4370"/>
                  </a:lnTo>
                  <a:lnTo>
                    <a:pt x="27913" y="4935"/>
                  </a:lnTo>
                  <a:lnTo>
                    <a:pt x="31883" y="4258"/>
                  </a:lnTo>
                  <a:lnTo>
                    <a:pt x="32856" y="6429"/>
                  </a:lnTo>
                  <a:lnTo>
                    <a:pt x="37634" y="16610"/>
                  </a:lnTo>
                  <a:lnTo>
                    <a:pt x="36730" y="22273"/>
                  </a:lnTo>
                  <a:lnTo>
                    <a:pt x="39739" y="25082"/>
                  </a:lnTo>
                  <a:lnTo>
                    <a:pt x="39095" y="28240"/>
                  </a:lnTo>
                  <a:lnTo>
                    <a:pt x="35135" y="32416"/>
                  </a:lnTo>
                  <a:lnTo>
                    <a:pt x="30337" y="33261"/>
                  </a:lnTo>
                  <a:lnTo>
                    <a:pt x="29257" y="34649"/>
                  </a:lnTo>
                  <a:lnTo>
                    <a:pt x="28870" y="38301"/>
                  </a:lnTo>
                  <a:lnTo>
                    <a:pt x="29520" y="41959"/>
                  </a:lnTo>
                  <a:lnTo>
                    <a:pt x="27199" y="44380"/>
                  </a:lnTo>
                  <a:lnTo>
                    <a:pt x="26851" y="47522"/>
                  </a:lnTo>
                  <a:lnTo>
                    <a:pt x="25628" y="47685"/>
                  </a:lnTo>
                  <a:lnTo>
                    <a:pt x="23367" y="46694"/>
                  </a:lnTo>
                  <a:lnTo>
                    <a:pt x="20582" y="46467"/>
                  </a:lnTo>
                  <a:lnTo>
                    <a:pt x="13952" y="47035"/>
                  </a:lnTo>
                  <a:lnTo>
                    <a:pt x="13916" y="45618"/>
                  </a:lnTo>
                  <a:lnTo>
                    <a:pt x="10925" y="44258"/>
                  </a:lnTo>
                  <a:lnTo>
                    <a:pt x="7068" y="44265"/>
                  </a:lnTo>
                  <a:lnTo>
                    <a:pt x="3748" y="35721"/>
                  </a:lnTo>
                  <a:lnTo>
                    <a:pt x="1064" y="35613"/>
                  </a:lnTo>
                  <a:lnTo>
                    <a:pt x="185" y="33667"/>
                  </a:lnTo>
                  <a:lnTo>
                    <a:pt x="410" y="32656"/>
                  </a:lnTo>
                  <a:lnTo>
                    <a:pt x="2969" y="31972"/>
                  </a:lnTo>
                  <a:lnTo>
                    <a:pt x="4838" y="33229"/>
                  </a:lnTo>
                  <a:lnTo>
                    <a:pt x="6256" y="29573"/>
                  </a:lnTo>
                  <a:lnTo>
                    <a:pt x="5655" y="26202"/>
                  </a:lnTo>
                  <a:lnTo>
                    <a:pt x="4694" y="25792"/>
                  </a:lnTo>
                  <a:lnTo>
                    <a:pt x="3257" y="27798"/>
                  </a:lnTo>
                  <a:lnTo>
                    <a:pt x="1976" y="27855"/>
                  </a:lnTo>
                  <a:lnTo>
                    <a:pt x="1107" y="27574"/>
                  </a:lnTo>
                  <a:lnTo>
                    <a:pt x="0" y="25701"/>
                  </a:lnTo>
                  <a:lnTo>
                    <a:pt x="135" y="22945"/>
                  </a:lnTo>
                  <a:lnTo>
                    <a:pt x="1905" y="21484"/>
                  </a:lnTo>
                  <a:lnTo>
                    <a:pt x="1594" y="19780"/>
                  </a:lnTo>
                  <a:lnTo>
                    <a:pt x="931" y="17829"/>
                  </a:lnTo>
                  <a:lnTo>
                    <a:pt x="3366" y="13697"/>
                  </a:lnTo>
                  <a:lnTo>
                    <a:pt x="928" y="9825"/>
                  </a:lnTo>
                  <a:lnTo>
                    <a:pt x="5439" y="3008"/>
                  </a:lnTo>
                  <a:lnTo>
                    <a:pt x="11145" y="2865"/>
                  </a:lnTo>
                  <a:lnTo>
                    <a:pt x="153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h738"/>
            <p:cNvSpPr/>
            <p:nvPr/>
          </p:nvSpPr>
          <p:spPr>
            <a:xfrm>
              <a:off x="2016807" y="2922931"/>
              <a:ext cx="30543" cy="30803"/>
            </a:xfrm>
            <a:custGeom>
              <a:avLst/>
              <a:pathLst>
                <a:path w="30543" h="30803">
                  <a:moveTo>
                    <a:pt x="14333" y="0"/>
                  </a:moveTo>
                  <a:lnTo>
                    <a:pt x="13478" y="992"/>
                  </a:lnTo>
                  <a:lnTo>
                    <a:pt x="13374" y="5092"/>
                  </a:lnTo>
                  <a:lnTo>
                    <a:pt x="17082" y="8820"/>
                  </a:lnTo>
                  <a:lnTo>
                    <a:pt x="16958" y="11250"/>
                  </a:lnTo>
                  <a:lnTo>
                    <a:pt x="18733" y="14343"/>
                  </a:lnTo>
                  <a:lnTo>
                    <a:pt x="25461" y="19388"/>
                  </a:lnTo>
                  <a:lnTo>
                    <a:pt x="25345" y="21806"/>
                  </a:lnTo>
                  <a:lnTo>
                    <a:pt x="27434" y="24885"/>
                  </a:lnTo>
                  <a:lnTo>
                    <a:pt x="30543" y="27545"/>
                  </a:lnTo>
                  <a:lnTo>
                    <a:pt x="29680" y="30803"/>
                  </a:lnTo>
                  <a:lnTo>
                    <a:pt x="28211" y="30502"/>
                  </a:lnTo>
                  <a:lnTo>
                    <a:pt x="21420" y="28494"/>
                  </a:lnTo>
                  <a:lnTo>
                    <a:pt x="20770" y="24182"/>
                  </a:lnTo>
                  <a:lnTo>
                    <a:pt x="19430" y="22705"/>
                  </a:lnTo>
                  <a:lnTo>
                    <a:pt x="16609" y="23482"/>
                  </a:lnTo>
                  <a:lnTo>
                    <a:pt x="16756" y="20204"/>
                  </a:lnTo>
                  <a:lnTo>
                    <a:pt x="18827" y="18980"/>
                  </a:lnTo>
                  <a:lnTo>
                    <a:pt x="17306" y="16892"/>
                  </a:lnTo>
                  <a:lnTo>
                    <a:pt x="12869" y="16184"/>
                  </a:lnTo>
                  <a:lnTo>
                    <a:pt x="10694" y="17410"/>
                  </a:lnTo>
                  <a:lnTo>
                    <a:pt x="6440" y="14485"/>
                  </a:lnTo>
                  <a:lnTo>
                    <a:pt x="925" y="13125"/>
                  </a:lnTo>
                  <a:lnTo>
                    <a:pt x="0" y="10364"/>
                  </a:lnTo>
                  <a:lnTo>
                    <a:pt x="3983" y="6172"/>
                  </a:lnTo>
                  <a:lnTo>
                    <a:pt x="6981" y="4413"/>
                  </a:lnTo>
                  <a:lnTo>
                    <a:pt x="8264" y="2377"/>
                  </a:lnTo>
                  <a:lnTo>
                    <a:pt x="7740" y="410"/>
                  </a:lnTo>
                  <a:lnTo>
                    <a:pt x="11760" y="74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h739"/>
            <p:cNvSpPr/>
            <p:nvPr/>
          </p:nvSpPr>
          <p:spPr>
            <a:xfrm>
              <a:off x="2060606" y="2827068"/>
              <a:ext cx="37391" cy="19834"/>
            </a:xfrm>
            <a:custGeom>
              <a:avLst/>
              <a:pathLst>
                <a:path w="37391" h="19834">
                  <a:moveTo>
                    <a:pt x="22931" y="8"/>
                  </a:moveTo>
                  <a:lnTo>
                    <a:pt x="27385" y="2823"/>
                  </a:lnTo>
                  <a:lnTo>
                    <a:pt x="30708" y="2396"/>
                  </a:lnTo>
                  <a:lnTo>
                    <a:pt x="36673" y="6849"/>
                  </a:lnTo>
                  <a:lnTo>
                    <a:pt x="37391" y="13840"/>
                  </a:lnTo>
                  <a:lnTo>
                    <a:pt x="36322" y="12121"/>
                  </a:lnTo>
                  <a:lnTo>
                    <a:pt x="34021" y="12071"/>
                  </a:lnTo>
                  <a:lnTo>
                    <a:pt x="33635" y="14101"/>
                  </a:lnTo>
                  <a:lnTo>
                    <a:pt x="31725" y="16397"/>
                  </a:lnTo>
                  <a:lnTo>
                    <a:pt x="28183" y="15650"/>
                  </a:lnTo>
                  <a:lnTo>
                    <a:pt x="26031" y="16346"/>
                  </a:lnTo>
                  <a:lnTo>
                    <a:pt x="23828" y="17981"/>
                  </a:lnTo>
                  <a:lnTo>
                    <a:pt x="23677" y="19171"/>
                  </a:lnTo>
                  <a:lnTo>
                    <a:pt x="21367" y="19834"/>
                  </a:lnTo>
                  <a:lnTo>
                    <a:pt x="17993" y="19229"/>
                  </a:lnTo>
                  <a:lnTo>
                    <a:pt x="15444" y="17299"/>
                  </a:lnTo>
                  <a:lnTo>
                    <a:pt x="5127" y="16257"/>
                  </a:lnTo>
                  <a:lnTo>
                    <a:pt x="776" y="17416"/>
                  </a:lnTo>
                  <a:lnTo>
                    <a:pt x="0" y="15539"/>
                  </a:lnTo>
                  <a:lnTo>
                    <a:pt x="1223" y="7028"/>
                  </a:lnTo>
                  <a:lnTo>
                    <a:pt x="1887" y="6190"/>
                  </a:lnTo>
                  <a:lnTo>
                    <a:pt x="6453" y="6517"/>
                  </a:lnTo>
                  <a:lnTo>
                    <a:pt x="7217" y="3921"/>
                  </a:lnTo>
                  <a:lnTo>
                    <a:pt x="9488" y="2304"/>
                  </a:lnTo>
                  <a:lnTo>
                    <a:pt x="15446" y="5352"/>
                  </a:lnTo>
                  <a:lnTo>
                    <a:pt x="17775" y="5253"/>
                  </a:lnTo>
                  <a:lnTo>
                    <a:pt x="20755" y="3384"/>
                  </a:lnTo>
                  <a:lnTo>
                    <a:pt x="19468" y="2407"/>
                  </a:lnTo>
                  <a:lnTo>
                    <a:pt x="2071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h740"/>
            <p:cNvSpPr/>
            <p:nvPr/>
          </p:nvSpPr>
          <p:spPr>
            <a:xfrm>
              <a:off x="2071675" y="2895179"/>
              <a:ext cx="29006" cy="42331"/>
            </a:xfrm>
            <a:custGeom>
              <a:avLst/>
              <a:pathLst>
                <a:path w="29006" h="42331">
                  <a:moveTo>
                    <a:pt x="23101" y="2984"/>
                  </a:moveTo>
                  <a:lnTo>
                    <a:pt x="24596" y="5536"/>
                  </a:lnTo>
                  <a:lnTo>
                    <a:pt x="29006" y="9243"/>
                  </a:lnTo>
                  <a:lnTo>
                    <a:pt x="27638" y="15704"/>
                  </a:lnTo>
                  <a:lnTo>
                    <a:pt x="28043" y="19133"/>
                  </a:lnTo>
                  <a:lnTo>
                    <a:pt x="25897" y="19865"/>
                  </a:lnTo>
                  <a:lnTo>
                    <a:pt x="22079" y="19305"/>
                  </a:lnTo>
                  <a:lnTo>
                    <a:pt x="18988" y="23595"/>
                  </a:lnTo>
                  <a:lnTo>
                    <a:pt x="20040" y="27770"/>
                  </a:lnTo>
                  <a:lnTo>
                    <a:pt x="23064" y="33176"/>
                  </a:lnTo>
                  <a:lnTo>
                    <a:pt x="21935" y="37351"/>
                  </a:lnTo>
                  <a:lnTo>
                    <a:pt x="14490" y="38125"/>
                  </a:lnTo>
                  <a:lnTo>
                    <a:pt x="11879" y="41260"/>
                  </a:lnTo>
                  <a:lnTo>
                    <a:pt x="6970" y="40499"/>
                  </a:lnTo>
                  <a:lnTo>
                    <a:pt x="3933" y="41281"/>
                  </a:lnTo>
                  <a:lnTo>
                    <a:pt x="2882" y="42331"/>
                  </a:lnTo>
                  <a:lnTo>
                    <a:pt x="1572" y="40533"/>
                  </a:lnTo>
                  <a:lnTo>
                    <a:pt x="4991" y="35088"/>
                  </a:lnTo>
                  <a:lnTo>
                    <a:pt x="2683" y="29673"/>
                  </a:lnTo>
                  <a:lnTo>
                    <a:pt x="0" y="26618"/>
                  </a:lnTo>
                  <a:lnTo>
                    <a:pt x="1866" y="21470"/>
                  </a:lnTo>
                  <a:lnTo>
                    <a:pt x="742" y="13767"/>
                  </a:lnTo>
                  <a:lnTo>
                    <a:pt x="1095" y="12750"/>
                  </a:lnTo>
                  <a:lnTo>
                    <a:pt x="7276" y="9901"/>
                  </a:lnTo>
                  <a:lnTo>
                    <a:pt x="9063" y="580"/>
                  </a:lnTo>
                  <a:lnTo>
                    <a:pt x="1208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h741"/>
            <p:cNvSpPr/>
            <p:nvPr/>
          </p:nvSpPr>
          <p:spPr>
            <a:xfrm>
              <a:off x="2067800" y="2892654"/>
              <a:ext cx="12939" cy="43057"/>
            </a:xfrm>
            <a:custGeom>
              <a:avLst/>
              <a:pathLst>
                <a:path w="12939" h="43057">
                  <a:moveTo>
                    <a:pt x="12939" y="3105"/>
                  </a:moveTo>
                  <a:lnTo>
                    <a:pt x="11152" y="12425"/>
                  </a:lnTo>
                  <a:lnTo>
                    <a:pt x="4971" y="15274"/>
                  </a:lnTo>
                  <a:lnTo>
                    <a:pt x="4617" y="16292"/>
                  </a:lnTo>
                  <a:lnTo>
                    <a:pt x="5742" y="23995"/>
                  </a:lnTo>
                  <a:lnTo>
                    <a:pt x="3875" y="29142"/>
                  </a:lnTo>
                  <a:lnTo>
                    <a:pt x="6559" y="32197"/>
                  </a:lnTo>
                  <a:lnTo>
                    <a:pt x="8867" y="37612"/>
                  </a:lnTo>
                  <a:lnTo>
                    <a:pt x="5448" y="43057"/>
                  </a:lnTo>
                  <a:lnTo>
                    <a:pt x="1783" y="42505"/>
                  </a:lnTo>
                  <a:lnTo>
                    <a:pt x="769" y="39674"/>
                  </a:lnTo>
                  <a:lnTo>
                    <a:pt x="1605" y="36642"/>
                  </a:lnTo>
                  <a:lnTo>
                    <a:pt x="1242" y="29301"/>
                  </a:lnTo>
                  <a:lnTo>
                    <a:pt x="0" y="27694"/>
                  </a:lnTo>
                  <a:lnTo>
                    <a:pt x="712" y="24800"/>
                  </a:lnTo>
                  <a:lnTo>
                    <a:pt x="4638" y="19793"/>
                  </a:lnTo>
                  <a:lnTo>
                    <a:pt x="3725" y="7218"/>
                  </a:lnTo>
                  <a:lnTo>
                    <a:pt x="929" y="4331"/>
                  </a:lnTo>
                  <a:lnTo>
                    <a:pt x="3389" y="1474"/>
                  </a:lnTo>
                  <a:lnTo>
                    <a:pt x="819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h742"/>
            <p:cNvSpPr/>
            <p:nvPr/>
          </p:nvSpPr>
          <p:spPr>
            <a:xfrm>
              <a:off x="2091535" y="2756982"/>
              <a:ext cx="30855" cy="23160"/>
            </a:xfrm>
            <a:custGeom>
              <a:avLst/>
              <a:pathLst>
                <a:path w="30855" h="23160">
                  <a:moveTo>
                    <a:pt x="27028" y="0"/>
                  </a:moveTo>
                  <a:lnTo>
                    <a:pt x="28826" y="3082"/>
                  </a:lnTo>
                  <a:lnTo>
                    <a:pt x="30109" y="4031"/>
                  </a:lnTo>
                  <a:lnTo>
                    <a:pt x="30153" y="7464"/>
                  </a:lnTo>
                  <a:lnTo>
                    <a:pt x="29666" y="9057"/>
                  </a:lnTo>
                  <a:lnTo>
                    <a:pt x="30855" y="11958"/>
                  </a:lnTo>
                  <a:lnTo>
                    <a:pt x="30083" y="14133"/>
                  </a:lnTo>
                  <a:lnTo>
                    <a:pt x="27528" y="16285"/>
                  </a:lnTo>
                  <a:lnTo>
                    <a:pt x="28408" y="19917"/>
                  </a:lnTo>
                  <a:lnTo>
                    <a:pt x="27449" y="20110"/>
                  </a:lnTo>
                  <a:lnTo>
                    <a:pt x="26137" y="22315"/>
                  </a:lnTo>
                  <a:lnTo>
                    <a:pt x="21074" y="23160"/>
                  </a:lnTo>
                  <a:lnTo>
                    <a:pt x="16738" y="20962"/>
                  </a:lnTo>
                  <a:lnTo>
                    <a:pt x="14744" y="18807"/>
                  </a:lnTo>
                  <a:lnTo>
                    <a:pt x="14894" y="16016"/>
                  </a:lnTo>
                  <a:lnTo>
                    <a:pt x="10384" y="16069"/>
                  </a:lnTo>
                  <a:lnTo>
                    <a:pt x="9982" y="13747"/>
                  </a:lnTo>
                  <a:lnTo>
                    <a:pt x="10498" y="12474"/>
                  </a:lnTo>
                  <a:lnTo>
                    <a:pt x="9881" y="11720"/>
                  </a:lnTo>
                  <a:lnTo>
                    <a:pt x="4503" y="13131"/>
                  </a:lnTo>
                  <a:lnTo>
                    <a:pt x="3250" y="12623"/>
                  </a:lnTo>
                  <a:lnTo>
                    <a:pt x="2391" y="13133"/>
                  </a:lnTo>
                  <a:lnTo>
                    <a:pt x="0" y="12243"/>
                  </a:lnTo>
                  <a:lnTo>
                    <a:pt x="335" y="8097"/>
                  </a:lnTo>
                  <a:lnTo>
                    <a:pt x="3909" y="7559"/>
                  </a:lnTo>
                  <a:lnTo>
                    <a:pt x="8260" y="5448"/>
                  </a:lnTo>
                  <a:lnTo>
                    <a:pt x="10458" y="6709"/>
                  </a:lnTo>
                  <a:lnTo>
                    <a:pt x="16326" y="2840"/>
                  </a:lnTo>
                  <a:lnTo>
                    <a:pt x="19921" y="133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h743"/>
            <p:cNvSpPr/>
            <p:nvPr/>
          </p:nvSpPr>
          <p:spPr>
            <a:xfrm>
              <a:off x="2006707" y="2896568"/>
              <a:ext cx="33364" cy="22671"/>
            </a:xfrm>
            <a:custGeom>
              <a:avLst/>
              <a:pathLst>
                <a:path w="33364" h="22671">
                  <a:moveTo>
                    <a:pt x="26323" y="0"/>
                  </a:moveTo>
                  <a:lnTo>
                    <a:pt x="26422" y="1423"/>
                  </a:lnTo>
                  <a:lnTo>
                    <a:pt x="29291" y="2794"/>
                  </a:lnTo>
                  <a:lnTo>
                    <a:pt x="32175" y="5455"/>
                  </a:lnTo>
                  <a:lnTo>
                    <a:pt x="33364" y="9143"/>
                  </a:lnTo>
                  <a:lnTo>
                    <a:pt x="29966" y="8734"/>
                  </a:lnTo>
                  <a:lnTo>
                    <a:pt x="27428" y="9889"/>
                  </a:lnTo>
                  <a:lnTo>
                    <a:pt x="30120" y="14070"/>
                  </a:lnTo>
                  <a:lnTo>
                    <a:pt x="26661" y="18029"/>
                  </a:lnTo>
                  <a:lnTo>
                    <a:pt x="18236" y="17360"/>
                  </a:lnTo>
                  <a:lnTo>
                    <a:pt x="17147" y="17636"/>
                  </a:lnTo>
                  <a:lnTo>
                    <a:pt x="15394" y="20392"/>
                  </a:lnTo>
                  <a:lnTo>
                    <a:pt x="14782" y="21468"/>
                  </a:lnTo>
                  <a:lnTo>
                    <a:pt x="6620" y="22671"/>
                  </a:lnTo>
                  <a:lnTo>
                    <a:pt x="2341" y="21971"/>
                  </a:lnTo>
                  <a:lnTo>
                    <a:pt x="0" y="16113"/>
                  </a:lnTo>
                  <a:lnTo>
                    <a:pt x="2697" y="11295"/>
                  </a:lnTo>
                  <a:lnTo>
                    <a:pt x="7482" y="7350"/>
                  </a:lnTo>
                  <a:lnTo>
                    <a:pt x="15440" y="9199"/>
                  </a:lnTo>
                  <a:lnTo>
                    <a:pt x="15089" y="4451"/>
                  </a:lnTo>
                  <a:lnTo>
                    <a:pt x="15640" y="3192"/>
                  </a:lnTo>
                  <a:lnTo>
                    <a:pt x="22457" y="65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h744"/>
            <p:cNvSpPr/>
            <p:nvPr/>
          </p:nvSpPr>
          <p:spPr>
            <a:xfrm>
              <a:off x="2119063" y="2759232"/>
              <a:ext cx="40595" cy="30389"/>
            </a:xfrm>
            <a:custGeom>
              <a:avLst/>
              <a:pathLst>
                <a:path w="40595" h="30389">
                  <a:moveTo>
                    <a:pt x="36857" y="0"/>
                  </a:moveTo>
                  <a:lnTo>
                    <a:pt x="38973" y="1435"/>
                  </a:lnTo>
                  <a:lnTo>
                    <a:pt x="39041" y="2506"/>
                  </a:lnTo>
                  <a:lnTo>
                    <a:pt x="40595" y="16734"/>
                  </a:lnTo>
                  <a:lnTo>
                    <a:pt x="39399" y="21192"/>
                  </a:lnTo>
                  <a:lnTo>
                    <a:pt x="37364" y="24586"/>
                  </a:lnTo>
                  <a:lnTo>
                    <a:pt x="37664" y="26480"/>
                  </a:lnTo>
                  <a:lnTo>
                    <a:pt x="37499" y="28027"/>
                  </a:lnTo>
                  <a:lnTo>
                    <a:pt x="36681" y="28271"/>
                  </a:lnTo>
                  <a:lnTo>
                    <a:pt x="30926" y="27417"/>
                  </a:lnTo>
                  <a:lnTo>
                    <a:pt x="17885" y="27907"/>
                  </a:lnTo>
                  <a:lnTo>
                    <a:pt x="15176" y="30180"/>
                  </a:lnTo>
                  <a:lnTo>
                    <a:pt x="12593" y="30389"/>
                  </a:lnTo>
                  <a:lnTo>
                    <a:pt x="9985" y="30287"/>
                  </a:lnTo>
                  <a:lnTo>
                    <a:pt x="8639" y="28419"/>
                  </a:lnTo>
                  <a:lnTo>
                    <a:pt x="8829" y="25219"/>
                  </a:lnTo>
                  <a:lnTo>
                    <a:pt x="7600" y="24042"/>
                  </a:lnTo>
                  <a:lnTo>
                    <a:pt x="1828" y="21357"/>
                  </a:lnTo>
                  <a:lnTo>
                    <a:pt x="571" y="18790"/>
                  </a:lnTo>
                  <a:lnTo>
                    <a:pt x="879" y="17667"/>
                  </a:lnTo>
                  <a:lnTo>
                    <a:pt x="0" y="14035"/>
                  </a:lnTo>
                  <a:lnTo>
                    <a:pt x="2554" y="11883"/>
                  </a:lnTo>
                  <a:lnTo>
                    <a:pt x="3326" y="9708"/>
                  </a:lnTo>
                  <a:lnTo>
                    <a:pt x="2138" y="6807"/>
                  </a:lnTo>
                  <a:lnTo>
                    <a:pt x="2625" y="5215"/>
                  </a:lnTo>
                  <a:lnTo>
                    <a:pt x="5812" y="3635"/>
                  </a:lnTo>
                  <a:lnTo>
                    <a:pt x="7821" y="4129"/>
                  </a:lnTo>
                  <a:lnTo>
                    <a:pt x="8917" y="6386"/>
                  </a:lnTo>
                  <a:lnTo>
                    <a:pt x="9864" y="6464"/>
                  </a:lnTo>
                  <a:lnTo>
                    <a:pt x="15841" y="4363"/>
                  </a:lnTo>
                  <a:lnTo>
                    <a:pt x="17091" y="1889"/>
                  </a:lnTo>
                  <a:lnTo>
                    <a:pt x="21991" y="809"/>
                  </a:lnTo>
                  <a:lnTo>
                    <a:pt x="28841" y="1798"/>
                  </a:lnTo>
                  <a:lnTo>
                    <a:pt x="31928" y="2823"/>
                  </a:lnTo>
                  <a:lnTo>
                    <a:pt x="35566" y="2351"/>
                  </a:lnTo>
                  <a:lnTo>
                    <a:pt x="36302" y="1974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h745"/>
            <p:cNvSpPr/>
            <p:nvPr/>
          </p:nvSpPr>
          <p:spPr>
            <a:xfrm>
              <a:off x="1954062" y="2821073"/>
              <a:ext cx="36758" cy="32060"/>
            </a:xfrm>
            <a:custGeom>
              <a:avLst/>
              <a:pathLst>
                <a:path w="36758" h="32060">
                  <a:moveTo>
                    <a:pt x="34215" y="4101"/>
                  </a:moveTo>
                  <a:lnTo>
                    <a:pt x="36758" y="9212"/>
                  </a:lnTo>
                  <a:lnTo>
                    <a:pt x="30965" y="6637"/>
                  </a:lnTo>
                  <a:lnTo>
                    <a:pt x="29655" y="6875"/>
                  </a:lnTo>
                  <a:lnTo>
                    <a:pt x="29552" y="7647"/>
                  </a:lnTo>
                  <a:lnTo>
                    <a:pt x="24158" y="5941"/>
                  </a:lnTo>
                  <a:lnTo>
                    <a:pt x="22826" y="6155"/>
                  </a:lnTo>
                  <a:lnTo>
                    <a:pt x="22241" y="10086"/>
                  </a:lnTo>
                  <a:lnTo>
                    <a:pt x="18544" y="14782"/>
                  </a:lnTo>
                  <a:lnTo>
                    <a:pt x="19347" y="22608"/>
                  </a:lnTo>
                  <a:lnTo>
                    <a:pt x="21263" y="23107"/>
                  </a:lnTo>
                  <a:lnTo>
                    <a:pt x="22170" y="25625"/>
                  </a:lnTo>
                  <a:lnTo>
                    <a:pt x="20683" y="26678"/>
                  </a:lnTo>
                  <a:lnTo>
                    <a:pt x="17962" y="26664"/>
                  </a:lnTo>
                  <a:lnTo>
                    <a:pt x="14427" y="28016"/>
                  </a:lnTo>
                  <a:lnTo>
                    <a:pt x="12011" y="30710"/>
                  </a:lnTo>
                  <a:lnTo>
                    <a:pt x="10372" y="31454"/>
                  </a:lnTo>
                  <a:lnTo>
                    <a:pt x="6806" y="29743"/>
                  </a:lnTo>
                  <a:lnTo>
                    <a:pt x="4878" y="30198"/>
                  </a:lnTo>
                  <a:lnTo>
                    <a:pt x="4421" y="31736"/>
                  </a:lnTo>
                  <a:lnTo>
                    <a:pt x="1482" y="32060"/>
                  </a:lnTo>
                  <a:lnTo>
                    <a:pt x="0" y="23054"/>
                  </a:lnTo>
                  <a:lnTo>
                    <a:pt x="2015" y="23965"/>
                  </a:lnTo>
                  <a:lnTo>
                    <a:pt x="5666" y="22717"/>
                  </a:lnTo>
                  <a:lnTo>
                    <a:pt x="4230" y="20176"/>
                  </a:lnTo>
                  <a:lnTo>
                    <a:pt x="5988" y="13930"/>
                  </a:lnTo>
                  <a:lnTo>
                    <a:pt x="7384" y="12593"/>
                  </a:lnTo>
                  <a:lnTo>
                    <a:pt x="10679" y="13932"/>
                  </a:lnTo>
                  <a:lnTo>
                    <a:pt x="13599" y="11239"/>
                  </a:lnTo>
                  <a:lnTo>
                    <a:pt x="12946" y="8554"/>
                  </a:lnTo>
                  <a:lnTo>
                    <a:pt x="17535" y="7110"/>
                  </a:lnTo>
                  <a:lnTo>
                    <a:pt x="20787" y="1596"/>
                  </a:lnTo>
                  <a:lnTo>
                    <a:pt x="21930" y="600"/>
                  </a:lnTo>
                  <a:lnTo>
                    <a:pt x="2395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h746"/>
            <p:cNvSpPr/>
            <p:nvPr/>
          </p:nvSpPr>
          <p:spPr>
            <a:xfrm>
              <a:off x="1918848" y="2780859"/>
              <a:ext cx="26433" cy="23553"/>
            </a:xfrm>
            <a:custGeom>
              <a:avLst/>
              <a:pathLst>
                <a:path w="26433" h="23553">
                  <a:moveTo>
                    <a:pt x="16795" y="0"/>
                  </a:moveTo>
                  <a:lnTo>
                    <a:pt x="21755" y="2119"/>
                  </a:lnTo>
                  <a:lnTo>
                    <a:pt x="24702" y="4696"/>
                  </a:lnTo>
                  <a:lnTo>
                    <a:pt x="23215" y="6724"/>
                  </a:lnTo>
                  <a:lnTo>
                    <a:pt x="23385" y="7725"/>
                  </a:lnTo>
                  <a:lnTo>
                    <a:pt x="26293" y="9410"/>
                  </a:lnTo>
                  <a:lnTo>
                    <a:pt x="25185" y="16543"/>
                  </a:lnTo>
                  <a:lnTo>
                    <a:pt x="26433" y="17294"/>
                  </a:lnTo>
                  <a:lnTo>
                    <a:pt x="25780" y="18252"/>
                  </a:lnTo>
                  <a:lnTo>
                    <a:pt x="18251" y="16518"/>
                  </a:lnTo>
                  <a:lnTo>
                    <a:pt x="17346" y="17897"/>
                  </a:lnTo>
                  <a:lnTo>
                    <a:pt x="18558" y="20514"/>
                  </a:lnTo>
                  <a:lnTo>
                    <a:pt x="18573" y="22472"/>
                  </a:lnTo>
                  <a:lnTo>
                    <a:pt x="14885" y="23553"/>
                  </a:lnTo>
                  <a:lnTo>
                    <a:pt x="12598" y="23305"/>
                  </a:lnTo>
                  <a:lnTo>
                    <a:pt x="11269" y="22236"/>
                  </a:lnTo>
                  <a:lnTo>
                    <a:pt x="7994" y="16710"/>
                  </a:lnTo>
                  <a:lnTo>
                    <a:pt x="3729" y="14647"/>
                  </a:lnTo>
                  <a:lnTo>
                    <a:pt x="0" y="16095"/>
                  </a:lnTo>
                  <a:lnTo>
                    <a:pt x="72" y="9491"/>
                  </a:lnTo>
                  <a:lnTo>
                    <a:pt x="1930" y="8871"/>
                  </a:lnTo>
                  <a:lnTo>
                    <a:pt x="4915" y="9850"/>
                  </a:lnTo>
                  <a:lnTo>
                    <a:pt x="7850" y="8683"/>
                  </a:lnTo>
                  <a:lnTo>
                    <a:pt x="11608" y="3366"/>
                  </a:lnTo>
                  <a:lnTo>
                    <a:pt x="13374" y="295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h747"/>
            <p:cNvSpPr/>
            <p:nvPr/>
          </p:nvSpPr>
          <p:spPr>
            <a:xfrm>
              <a:off x="2019674" y="2815257"/>
              <a:ext cx="23686" cy="12440"/>
            </a:xfrm>
            <a:custGeom>
              <a:avLst/>
              <a:pathLst>
                <a:path w="23686" h="12440">
                  <a:moveTo>
                    <a:pt x="16462" y="0"/>
                  </a:moveTo>
                  <a:lnTo>
                    <a:pt x="19753" y="391"/>
                  </a:lnTo>
                  <a:lnTo>
                    <a:pt x="19233" y="2162"/>
                  </a:lnTo>
                  <a:lnTo>
                    <a:pt x="19946" y="3678"/>
                  </a:lnTo>
                  <a:lnTo>
                    <a:pt x="22517" y="3908"/>
                  </a:lnTo>
                  <a:lnTo>
                    <a:pt x="23686" y="8357"/>
                  </a:lnTo>
                  <a:lnTo>
                    <a:pt x="22808" y="9500"/>
                  </a:lnTo>
                  <a:lnTo>
                    <a:pt x="15588" y="7020"/>
                  </a:lnTo>
                  <a:lnTo>
                    <a:pt x="14152" y="7827"/>
                  </a:lnTo>
                  <a:lnTo>
                    <a:pt x="14145" y="10731"/>
                  </a:lnTo>
                  <a:lnTo>
                    <a:pt x="10851" y="10494"/>
                  </a:lnTo>
                  <a:lnTo>
                    <a:pt x="10581" y="9616"/>
                  </a:lnTo>
                  <a:lnTo>
                    <a:pt x="7340" y="9590"/>
                  </a:lnTo>
                  <a:lnTo>
                    <a:pt x="2453" y="12440"/>
                  </a:lnTo>
                  <a:lnTo>
                    <a:pt x="762" y="12082"/>
                  </a:lnTo>
                  <a:lnTo>
                    <a:pt x="0" y="10990"/>
                  </a:lnTo>
                  <a:lnTo>
                    <a:pt x="3119" y="7600"/>
                  </a:lnTo>
                  <a:lnTo>
                    <a:pt x="3035" y="6543"/>
                  </a:lnTo>
                  <a:lnTo>
                    <a:pt x="4258" y="6380"/>
                  </a:lnTo>
                  <a:lnTo>
                    <a:pt x="4606" y="3238"/>
                  </a:lnTo>
                  <a:lnTo>
                    <a:pt x="6928" y="817"/>
                  </a:lnTo>
                  <a:lnTo>
                    <a:pt x="6645" y="2047"/>
                  </a:lnTo>
                  <a:lnTo>
                    <a:pt x="7936" y="4743"/>
                  </a:lnTo>
                  <a:lnTo>
                    <a:pt x="13205" y="412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h748"/>
            <p:cNvSpPr/>
            <p:nvPr/>
          </p:nvSpPr>
          <p:spPr>
            <a:xfrm>
              <a:off x="2083537" y="2817640"/>
              <a:ext cx="29787" cy="24043"/>
            </a:xfrm>
            <a:custGeom>
              <a:avLst/>
              <a:pathLst>
                <a:path w="29787" h="24043">
                  <a:moveTo>
                    <a:pt x="22066" y="0"/>
                  </a:moveTo>
                  <a:lnTo>
                    <a:pt x="26373" y="2581"/>
                  </a:lnTo>
                  <a:lnTo>
                    <a:pt x="24470" y="3899"/>
                  </a:lnTo>
                  <a:lnTo>
                    <a:pt x="24640" y="5848"/>
                  </a:lnTo>
                  <a:lnTo>
                    <a:pt x="28248" y="6201"/>
                  </a:lnTo>
                  <a:lnTo>
                    <a:pt x="29787" y="10329"/>
                  </a:lnTo>
                  <a:lnTo>
                    <a:pt x="28827" y="12658"/>
                  </a:lnTo>
                  <a:lnTo>
                    <a:pt x="26795" y="11642"/>
                  </a:lnTo>
                  <a:lnTo>
                    <a:pt x="23100" y="13357"/>
                  </a:lnTo>
                  <a:lnTo>
                    <a:pt x="22296" y="16097"/>
                  </a:lnTo>
                  <a:lnTo>
                    <a:pt x="23402" y="17505"/>
                  </a:lnTo>
                  <a:lnTo>
                    <a:pt x="21605" y="19258"/>
                  </a:lnTo>
                  <a:lnTo>
                    <a:pt x="21739" y="20858"/>
                  </a:lnTo>
                  <a:lnTo>
                    <a:pt x="17879" y="24043"/>
                  </a:lnTo>
                  <a:lnTo>
                    <a:pt x="16564" y="22774"/>
                  </a:lnTo>
                  <a:lnTo>
                    <a:pt x="14460" y="23267"/>
                  </a:lnTo>
                  <a:lnTo>
                    <a:pt x="13742" y="16277"/>
                  </a:lnTo>
                  <a:lnTo>
                    <a:pt x="7777" y="11823"/>
                  </a:lnTo>
                  <a:lnTo>
                    <a:pt x="4454" y="12250"/>
                  </a:lnTo>
                  <a:lnTo>
                    <a:pt x="0" y="9436"/>
                  </a:lnTo>
                  <a:lnTo>
                    <a:pt x="1704" y="3593"/>
                  </a:lnTo>
                  <a:lnTo>
                    <a:pt x="10056" y="651"/>
                  </a:lnTo>
                  <a:lnTo>
                    <a:pt x="16055" y="1713"/>
                  </a:lnTo>
                  <a:lnTo>
                    <a:pt x="17440" y="1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h749"/>
            <p:cNvSpPr/>
            <p:nvPr/>
          </p:nvSpPr>
          <p:spPr>
            <a:xfrm>
              <a:off x="2002992" y="2638447"/>
              <a:ext cx="31551" cy="38642"/>
            </a:xfrm>
            <a:custGeom>
              <a:avLst/>
              <a:pathLst>
                <a:path w="31551" h="38642">
                  <a:moveTo>
                    <a:pt x="12286" y="0"/>
                  </a:moveTo>
                  <a:lnTo>
                    <a:pt x="15560" y="2161"/>
                  </a:lnTo>
                  <a:lnTo>
                    <a:pt x="19467" y="1824"/>
                  </a:lnTo>
                  <a:lnTo>
                    <a:pt x="24270" y="5811"/>
                  </a:lnTo>
                  <a:lnTo>
                    <a:pt x="31551" y="22402"/>
                  </a:lnTo>
                  <a:lnTo>
                    <a:pt x="30990" y="23777"/>
                  </a:lnTo>
                  <a:lnTo>
                    <a:pt x="25846" y="26727"/>
                  </a:lnTo>
                  <a:lnTo>
                    <a:pt x="25910" y="27530"/>
                  </a:lnTo>
                  <a:lnTo>
                    <a:pt x="22597" y="27803"/>
                  </a:lnTo>
                  <a:lnTo>
                    <a:pt x="16777" y="37568"/>
                  </a:lnTo>
                  <a:lnTo>
                    <a:pt x="15614" y="37577"/>
                  </a:lnTo>
                  <a:lnTo>
                    <a:pt x="13502" y="35785"/>
                  </a:lnTo>
                  <a:lnTo>
                    <a:pt x="12446" y="35864"/>
                  </a:lnTo>
                  <a:lnTo>
                    <a:pt x="10021" y="36986"/>
                  </a:lnTo>
                  <a:lnTo>
                    <a:pt x="10601" y="38511"/>
                  </a:lnTo>
                  <a:lnTo>
                    <a:pt x="5428" y="38642"/>
                  </a:lnTo>
                  <a:lnTo>
                    <a:pt x="3358" y="38130"/>
                  </a:lnTo>
                  <a:lnTo>
                    <a:pt x="125" y="35287"/>
                  </a:lnTo>
                  <a:lnTo>
                    <a:pt x="0" y="30744"/>
                  </a:lnTo>
                  <a:lnTo>
                    <a:pt x="2911" y="30936"/>
                  </a:lnTo>
                  <a:lnTo>
                    <a:pt x="4221" y="28747"/>
                  </a:lnTo>
                  <a:lnTo>
                    <a:pt x="8295" y="26915"/>
                  </a:lnTo>
                  <a:lnTo>
                    <a:pt x="8126" y="24270"/>
                  </a:lnTo>
                  <a:lnTo>
                    <a:pt x="4966" y="24406"/>
                  </a:lnTo>
                  <a:lnTo>
                    <a:pt x="8023" y="18347"/>
                  </a:lnTo>
                  <a:lnTo>
                    <a:pt x="10330" y="15657"/>
                  </a:lnTo>
                  <a:lnTo>
                    <a:pt x="8202" y="9606"/>
                  </a:lnTo>
                  <a:lnTo>
                    <a:pt x="8283" y="5818"/>
                  </a:lnTo>
                  <a:lnTo>
                    <a:pt x="10185" y="2695"/>
                  </a:lnTo>
                  <a:lnTo>
                    <a:pt x="9658" y="88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h750"/>
            <p:cNvSpPr/>
            <p:nvPr/>
          </p:nvSpPr>
          <p:spPr>
            <a:xfrm>
              <a:off x="2000277" y="2949022"/>
              <a:ext cx="17422" cy="21548"/>
            </a:xfrm>
            <a:custGeom>
              <a:avLst/>
              <a:pathLst>
                <a:path w="17422" h="21548">
                  <a:moveTo>
                    <a:pt x="9092" y="5118"/>
                  </a:moveTo>
                  <a:lnTo>
                    <a:pt x="16439" y="8911"/>
                  </a:lnTo>
                  <a:lnTo>
                    <a:pt x="17422" y="15920"/>
                  </a:lnTo>
                  <a:lnTo>
                    <a:pt x="14799" y="18685"/>
                  </a:lnTo>
                  <a:lnTo>
                    <a:pt x="14669" y="21548"/>
                  </a:lnTo>
                  <a:lnTo>
                    <a:pt x="9791" y="16881"/>
                  </a:lnTo>
                  <a:lnTo>
                    <a:pt x="279" y="5066"/>
                  </a:lnTo>
                  <a:lnTo>
                    <a:pt x="626" y="3419"/>
                  </a:lnTo>
                  <a:lnTo>
                    <a:pt x="0" y="593"/>
                  </a:lnTo>
                  <a:lnTo>
                    <a:pt x="292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h751"/>
            <p:cNvSpPr/>
            <p:nvPr/>
          </p:nvSpPr>
          <p:spPr>
            <a:xfrm>
              <a:off x="1964420" y="2827014"/>
              <a:ext cx="23614" cy="32672"/>
            </a:xfrm>
            <a:custGeom>
              <a:avLst/>
              <a:pathLst>
                <a:path w="23614" h="32672">
                  <a:moveTo>
                    <a:pt x="19194" y="1705"/>
                  </a:moveTo>
                  <a:lnTo>
                    <a:pt x="20176" y="2810"/>
                  </a:lnTo>
                  <a:lnTo>
                    <a:pt x="17943" y="5552"/>
                  </a:lnTo>
                  <a:lnTo>
                    <a:pt x="19730" y="11137"/>
                  </a:lnTo>
                  <a:lnTo>
                    <a:pt x="22092" y="11387"/>
                  </a:lnTo>
                  <a:lnTo>
                    <a:pt x="22652" y="19024"/>
                  </a:lnTo>
                  <a:lnTo>
                    <a:pt x="23614" y="21545"/>
                  </a:lnTo>
                  <a:lnTo>
                    <a:pt x="18894" y="26937"/>
                  </a:lnTo>
                  <a:lnTo>
                    <a:pt x="20726" y="32672"/>
                  </a:lnTo>
                  <a:lnTo>
                    <a:pt x="17564" y="31945"/>
                  </a:lnTo>
                  <a:lnTo>
                    <a:pt x="14229" y="28826"/>
                  </a:lnTo>
                  <a:lnTo>
                    <a:pt x="11379" y="29755"/>
                  </a:lnTo>
                  <a:lnTo>
                    <a:pt x="10126" y="28490"/>
                  </a:lnTo>
                  <a:lnTo>
                    <a:pt x="7034" y="27894"/>
                  </a:lnTo>
                  <a:lnTo>
                    <a:pt x="5178" y="28226"/>
                  </a:lnTo>
                  <a:lnTo>
                    <a:pt x="4671" y="29560"/>
                  </a:lnTo>
                  <a:lnTo>
                    <a:pt x="0" y="26138"/>
                  </a:lnTo>
                  <a:lnTo>
                    <a:pt x="14" y="25512"/>
                  </a:lnTo>
                  <a:lnTo>
                    <a:pt x="1653" y="24768"/>
                  </a:lnTo>
                  <a:lnTo>
                    <a:pt x="4069" y="22075"/>
                  </a:lnTo>
                  <a:lnTo>
                    <a:pt x="7604" y="20722"/>
                  </a:lnTo>
                  <a:lnTo>
                    <a:pt x="10325" y="20737"/>
                  </a:lnTo>
                  <a:lnTo>
                    <a:pt x="11812" y="19683"/>
                  </a:lnTo>
                  <a:lnTo>
                    <a:pt x="10905" y="17165"/>
                  </a:lnTo>
                  <a:lnTo>
                    <a:pt x="8989" y="16667"/>
                  </a:lnTo>
                  <a:lnTo>
                    <a:pt x="8186" y="8840"/>
                  </a:lnTo>
                  <a:lnTo>
                    <a:pt x="11883" y="4144"/>
                  </a:lnTo>
                  <a:lnTo>
                    <a:pt x="12468" y="214"/>
                  </a:lnTo>
                  <a:lnTo>
                    <a:pt x="1380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h752"/>
            <p:cNvSpPr/>
            <p:nvPr/>
          </p:nvSpPr>
          <p:spPr>
            <a:xfrm>
              <a:off x="1952121" y="2890914"/>
              <a:ext cx="20868" cy="32247"/>
            </a:xfrm>
            <a:custGeom>
              <a:avLst/>
              <a:pathLst>
                <a:path w="20868" h="32247">
                  <a:moveTo>
                    <a:pt x="17785" y="0"/>
                  </a:moveTo>
                  <a:lnTo>
                    <a:pt x="17790" y="8560"/>
                  </a:lnTo>
                  <a:lnTo>
                    <a:pt x="18401" y="11946"/>
                  </a:lnTo>
                  <a:lnTo>
                    <a:pt x="20803" y="14724"/>
                  </a:lnTo>
                  <a:lnTo>
                    <a:pt x="20868" y="19255"/>
                  </a:lnTo>
                  <a:lnTo>
                    <a:pt x="19006" y="21826"/>
                  </a:lnTo>
                  <a:lnTo>
                    <a:pt x="15664" y="23767"/>
                  </a:lnTo>
                  <a:lnTo>
                    <a:pt x="13288" y="24155"/>
                  </a:lnTo>
                  <a:lnTo>
                    <a:pt x="11153" y="26878"/>
                  </a:lnTo>
                  <a:lnTo>
                    <a:pt x="11810" y="29111"/>
                  </a:lnTo>
                  <a:lnTo>
                    <a:pt x="14662" y="31314"/>
                  </a:lnTo>
                  <a:lnTo>
                    <a:pt x="13600" y="32247"/>
                  </a:lnTo>
                  <a:lnTo>
                    <a:pt x="6629" y="31671"/>
                  </a:lnTo>
                  <a:lnTo>
                    <a:pt x="3156" y="30183"/>
                  </a:lnTo>
                  <a:lnTo>
                    <a:pt x="0" y="26087"/>
                  </a:lnTo>
                  <a:lnTo>
                    <a:pt x="447" y="22034"/>
                  </a:lnTo>
                  <a:lnTo>
                    <a:pt x="2162" y="22428"/>
                  </a:lnTo>
                  <a:lnTo>
                    <a:pt x="4236" y="15524"/>
                  </a:lnTo>
                  <a:lnTo>
                    <a:pt x="9112" y="17526"/>
                  </a:lnTo>
                  <a:lnTo>
                    <a:pt x="7978" y="13579"/>
                  </a:lnTo>
                  <a:lnTo>
                    <a:pt x="10369" y="5144"/>
                  </a:lnTo>
                  <a:lnTo>
                    <a:pt x="13683" y="4053"/>
                  </a:lnTo>
                  <a:lnTo>
                    <a:pt x="14741" y="207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h753"/>
            <p:cNvSpPr/>
            <p:nvPr/>
          </p:nvSpPr>
          <p:spPr>
            <a:xfrm>
              <a:off x="1784159" y="2860227"/>
              <a:ext cx="103950" cy="70725"/>
            </a:xfrm>
            <a:custGeom>
              <a:avLst/>
              <a:pathLst>
                <a:path w="103950" h="70725">
                  <a:moveTo>
                    <a:pt x="17549" y="1442"/>
                  </a:moveTo>
                  <a:lnTo>
                    <a:pt x="19057" y="2914"/>
                  </a:lnTo>
                  <a:lnTo>
                    <a:pt x="20579" y="7002"/>
                  </a:lnTo>
                  <a:lnTo>
                    <a:pt x="21944" y="7965"/>
                  </a:lnTo>
                  <a:lnTo>
                    <a:pt x="31940" y="5414"/>
                  </a:lnTo>
                  <a:lnTo>
                    <a:pt x="34641" y="8513"/>
                  </a:lnTo>
                  <a:lnTo>
                    <a:pt x="41166" y="7974"/>
                  </a:lnTo>
                  <a:lnTo>
                    <a:pt x="46277" y="6671"/>
                  </a:lnTo>
                  <a:lnTo>
                    <a:pt x="47047" y="5937"/>
                  </a:lnTo>
                  <a:lnTo>
                    <a:pt x="49990" y="4882"/>
                  </a:lnTo>
                  <a:lnTo>
                    <a:pt x="58604" y="13598"/>
                  </a:lnTo>
                  <a:lnTo>
                    <a:pt x="60782" y="13946"/>
                  </a:lnTo>
                  <a:lnTo>
                    <a:pt x="63816" y="15862"/>
                  </a:lnTo>
                  <a:lnTo>
                    <a:pt x="63471" y="18163"/>
                  </a:lnTo>
                  <a:lnTo>
                    <a:pt x="64060" y="19718"/>
                  </a:lnTo>
                  <a:lnTo>
                    <a:pt x="67770" y="22739"/>
                  </a:lnTo>
                  <a:lnTo>
                    <a:pt x="73329" y="23243"/>
                  </a:lnTo>
                  <a:lnTo>
                    <a:pt x="86593" y="21439"/>
                  </a:lnTo>
                  <a:lnTo>
                    <a:pt x="88092" y="17801"/>
                  </a:lnTo>
                  <a:lnTo>
                    <a:pt x="87227" y="16275"/>
                  </a:lnTo>
                  <a:lnTo>
                    <a:pt x="87562" y="14795"/>
                  </a:lnTo>
                  <a:lnTo>
                    <a:pt x="90458" y="12450"/>
                  </a:lnTo>
                  <a:lnTo>
                    <a:pt x="94719" y="11558"/>
                  </a:lnTo>
                  <a:lnTo>
                    <a:pt x="95513" y="12571"/>
                  </a:lnTo>
                  <a:lnTo>
                    <a:pt x="97638" y="12045"/>
                  </a:lnTo>
                  <a:lnTo>
                    <a:pt x="98054" y="10769"/>
                  </a:lnTo>
                  <a:lnTo>
                    <a:pt x="99492" y="13473"/>
                  </a:lnTo>
                  <a:lnTo>
                    <a:pt x="98708" y="14896"/>
                  </a:lnTo>
                  <a:lnTo>
                    <a:pt x="103811" y="21878"/>
                  </a:lnTo>
                  <a:lnTo>
                    <a:pt x="103950" y="24368"/>
                  </a:lnTo>
                  <a:lnTo>
                    <a:pt x="101303" y="26893"/>
                  </a:lnTo>
                  <a:lnTo>
                    <a:pt x="97776" y="25418"/>
                  </a:lnTo>
                  <a:lnTo>
                    <a:pt x="96150" y="25777"/>
                  </a:lnTo>
                  <a:lnTo>
                    <a:pt x="90806" y="30029"/>
                  </a:lnTo>
                  <a:lnTo>
                    <a:pt x="86334" y="32011"/>
                  </a:lnTo>
                  <a:lnTo>
                    <a:pt x="78010" y="38980"/>
                  </a:lnTo>
                  <a:lnTo>
                    <a:pt x="76967" y="41276"/>
                  </a:lnTo>
                  <a:lnTo>
                    <a:pt x="76050" y="41469"/>
                  </a:lnTo>
                  <a:lnTo>
                    <a:pt x="71892" y="39560"/>
                  </a:lnTo>
                  <a:lnTo>
                    <a:pt x="71423" y="38878"/>
                  </a:lnTo>
                  <a:lnTo>
                    <a:pt x="72064" y="37656"/>
                  </a:lnTo>
                  <a:lnTo>
                    <a:pt x="71119" y="37090"/>
                  </a:lnTo>
                  <a:lnTo>
                    <a:pt x="67696" y="39207"/>
                  </a:lnTo>
                  <a:lnTo>
                    <a:pt x="62398" y="44578"/>
                  </a:lnTo>
                  <a:lnTo>
                    <a:pt x="57849" y="56907"/>
                  </a:lnTo>
                  <a:lnTo>
                    <a:pt x="48851" y="61974"/>
                  </a:lnTo>
                  <a:lnTo>
                    <a:pt x="45153" y="61101"/>
                  </a:lnTo>
                  <a:lnTo>
                    <a:pt x="41304" y="68829"/>
                  </a:lnTo>
                  <a:lnTo>
                    <a:pt x="39187" y="70725"/>
                  </a:lnTo>
                  <a:lnTo>
                    <a:pt x="35570" y="70479"/>
                  </a:lnTo>
                  <a:lnTo>
                    <a:pt x="31030" y="66416"/>
                  </a:lnTo>
                  <a:lnTo>
                    <a:pt x="30827" y="64427"/>
                  </a:lnTo>
                  <a:lnTo>
                    <a:pt x="24746" y="56828"/>
                  </a:lnTo>
                  <a:lnTo>
                    <a:pt x="21987" y="51204"/>
                  </a:lnTo>
                  <a:lnTo>
                    <a:pt x="14653" y="41719"/>
                  </a:lnTo>
                  <a:lnTo>
                    <a:pt x="4581" y="26298"/>
                  </a:lnTo>
                  <a:lnTo>
                    <a:pt x="116" y="16527"/>
                  </a:lnTo>
                  <a:lnTo>
                    <a:pt x="0" y="8433"/>
                  </a:lnTo>
                  <a:lnTo>
                    <a:pt x="722" y="5865"/>
                  </a:lnTo>
                  <a:lnTo>
                    <a:pt x="8430" y="3433"/>
                  </a:lnTo>
                  <a:lnTo>
                    <a:pt x="9594" y="2152"/>
                  </a:lnTo>
                  <a:lnTo>
                    <a:pt x="9932" y="77"/>
                  </a:lnTo>
                  <a:lnTo>
                    <a:pt x="1119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h754"/>
            <p:cNvSpPr/>
            <p:nvPr/>
          </p:nvSpPr>
          <p:spPr>
            <a:xfrm>
              <a:off x="1945211" y="2932055"/>
              <a:ext cx="46109" cy="26904"/>
            </a:xfrm>
            <a:custGeom>
              <a:avLst/>
              <a:pathLst>
                <a:path w="46109" h="26904">
                  <a:moveTo>
                    <a:pt x="22596" y="0"/>
                  </a:moveTo>
                  <a:lnTo>
                    <a:pt x="27562" y="237"/>
                  </a:lnTo>
                  <a:lnTo>
                    <a:pt x="31671" y="1638"/>
                  </a:lnTo>
                  <a:lnTo>
                    <a:pt x="31430" y="4844"/>
                  </a:lnTo>
                  <a:lnTo>
                    <a:pt x="32809" y="5690"/>
                  </a:lnTo>
                  <a:lnTo>
                    <a:pt x="38395" y="3983"/>
                  </a:lnTo>
                  <a:lnTo>
                    <a:pt x="45386" y="6729"/>
                  </a:lnTo>
                  <a:lnTo>
                    <a:pt x="46109" y="8027"/>
                  </a:lnTo>
                  <a:lnTo>
                    <a:pt x="43287" y="8341"/>
                  </a:lnTo>
                  <a:lnTo>
                    <a:pt x="39793" y="10608"/>
                  </a:lnTo>
                  <a:lnTo>
                    <a:pt x="30570" y="11166"/>
                  </a:lnTo>
                  <a:lnTo>
                    <a:pt x="23869" y="13746"/>
                  </a:lnTo>
                  <a:lnTo>
                    <a:pt x="26854" y="18992"/>
                  </a:lnTo>
                  <a:lnTo>
                    <a:pt x="29245" y="19104"/>
                  </a:lnTo>
                  <a:lnTo>
                    <a:pt x="31146" y="21195"/>
                  </a:lnTo>
                  <a:lnTo>
                    <a:pt x="30534" y="25922"/>
                  </a:lnTo>
                  <a:lnTo>
                    <a:pt x="28043" y="26904"/>
                  </a:lnTo>
                  <a:lnTo>
                    <a:pt x="24184" y="23012"/>
                  </a:lnTo>
                  <a:lnTo>
                    <a:pt x="22167" y="24171"/>
                  </a:lnTo>
                  <a:lnTo>
                    <a:pt x="23181" y="26457"/>
                  </a:lnTo>
                  <a:lnTo>
                    <a:pt x="15837" y="24021"/>
                  </a:lnTo>
                  <a:lnTo>
                    <a:pt x="6086" y="18710"/>
                  </a:lnTo>
                  <a:lnTo>
                    <a:pt x="4961" y="18682"/>
                  </a:lnTo>
                  <a:lnTo>
                    <a:pt x="3835" y="20354"/>
                  </a:lnTo>
                  <a:lnTo>
                    <a:pt x="0" y="10029"/>
                  </a:lnTo>
                  <a:lnTo>
                    <a:pt x="227" y="8311"/>
                  </a:lnTo>
                  <a:lnTo>
                    <a:pt x="4116" y="5540"/>
                  </a:lnTo>
                  <a:lnTo>
                    <a:pt x="5921" y="5862"/>
                  </a:lnTo>
                  <a:lnTo>
                    <a:pt x="10438" y="8446"/>
                  </a:lnTo>
                  <a:lnTo>
                    <a:pt x="15889" y="6413"/>
                  </a:lnTo>
                  <a:lnTo>
                    <a:pt x="18886" y="4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h755"/>
            <p:cNvSpPr/>
            <p:nvPr/>
          </p:nvSpPr>
          <p:spPr>
            <a:xfrm>
              <a:off x="2077544" y="2768702"/>
              <a:ext cx="51504" cy="52894"/>
            </a:xfrm>
            <a:custGeom>
              <a:avLst/>
              <a:pathLst>
                <a:path w="51504" h="52894">
                  <a:moveTo>
                    <a:pt x="23872" y="0"/>
                  </a:moveTo>
                  <a:lnTo>
                    <a:pt x="24489" y="754"/>
                  </a:lnTo>
                  <a:lnTo>
                    <a:pt x="23973" y="2027"/>
                  </a:lnTo>
                  <a:lnTo>
                    <a:pt x="24374" y="4349"/>
                  </a:lnTo>
                  <a:lnTo>
                    <a:pt x="28885" y="4296"/>
                  </a:lnTo>
                  <a:lnTo>
                    <a:pt x="28735" y="7087"/>
                  </a:lnTo>
                  <a:lnTo>
                    <a:pt x="30729" y="9242"/>
                  </a:lnTo>
                  <a:lnTo>
                    <a:pt x="35065" y="11440"/>
                  </a:lnTo>
                  <a:lnTo>
                    <a:pt x="40127" y="10594"/>
                  </a:lnTo>
                  <a:lnTo>
                    <a:pt x="41440" y="8390"/>
                  </a:lnTo>
                  <a:lnTo>
                    <a:pt x="42398" y="8197"/>
                  </a:lnTo>
                  <a:lnTo>
                    <a:pt x="42090" y="9319"/>
                  </a:lnTo>
                  <a:lnTo>
                    <a:pt x="43347" y="11886"/>
                  </a:lnTo>
                  <a:lnTo>
                    <a:pt x="49119" y="14571"/>
                  </a:lnTo>
                  <a:lnTo>
                    <a:pt x="50348" y="15748"/>
                  </a:lnTo>
                  <a:lnTo>
                    <a:pt x="50158" y="18948"/>
                  </a:lnTo>
                  <a:lnTo>
                    <a:pt x="51504" y="20816"/>
                  </a:lnTo>
                  <a:lnTo>
                    <a:pt x="45842" y="24444"/>
                  </a:lnTo>
                  <a:lnTo>
                    <a:pt x="39488" y="30623"/>
                  </a:lnTo>
                  <a:lnTo>
                    <a:pt x="39466" y="33299"/>
                  </a:lnTo>
                  <a:lnTo>
                    <a:pt x="40539" y="36771"/>
                  </a:lnTo>
                  <a:lnTo>
                    <a:pt x="44647" y="40086"/>
                  </a:lnTo>
                  <a:lnTo>
                    <a:pt x="44528" y="44524"/>
                  </a:lnTo>
                  <a:lnTo>
                    <a:pt x="37254" y="49745"/>
                  </a:lnTo>
                  <a:lnTo>
                    <a:pt x="32366" y="51519"/>
                  </a:lnTo>
                  <a:lnTo>
                    <a:pt x="28059" y="48938"/>
                  </a:lnTo>
                  <a:lnTo>
                    <a:pt x="23433" y="48955"/>
                  </a:lnTo>
                  <a:lnTo>
                    <a:pt x="22048" y="50652"/>
                  </a:lnTo>
                  <a:lnTo>
                    <a:pt x="16049" y="49589"/>
                  </a:lnTo>
                  <a:lnTo>
                    <a:pt x="7697" y="52531"/>
                  </a:lnTo>
                  <a:lnTo>
                    <a:pt x="5844" y="52894"/>
                  </a:lnTo>
                  <a:lnTo>
                    <a:pt x="2369" y="49857"/>
                  </a:lnTo>
                  <a:lnTo>
                    <a:pt x="2993" y="46806"/>
                  </a:lnTo>
                  <a:lnTo>
                    <a:pt x="5429" y="46884"/>
                  </a:lnTo>
                  <a:lnTo>
                    <a:pt x="5327" y="45683"/>
                  </a:lnTo>
                  <a:lnTo>
                    <a:pt x="3916" y="44646"/>
                  </a:lnTo>
                  <a:lnTo>
                    <a:pt x="4851" y="41094"/>
                  </a:lnTo>
                  <a:lnTo>
                    <a:pt x="13876" y="39668"/>
                  </a:lnTo>
                  <a:lnTo>
                    <a:pt x="14271" y="38139"/>
                  </a:lnTo>
                  <a:lnTo>
                    <a:pt x="13187" y="37442"/>
                  </a:lnTo>
                  <a:lnTo>
                    <a:pt x="15424" y="28784"/>
                  </a:lnTo>
                  <a:lnTo>
                    <a:pt x="13150" y="22898"/>
                  </a:lnTo>
                  <a:lnTo>
                    <a:pt x="9781" y="19817"/>
                  </a:lnTo>
                  <a:lnTo>
                    <a:pt x="8227" y="19732"/>
                  </a:lnTo>
                  <a:lnTo>
                    <a:pt x="5164" y="22204"/>
                  </a:lnTo>
                  <a:lnTo>
                    <a:pt x="2580" y="22026"/>
                  </a:lnTo>
                  <a:lnTo>
                    <a:pt x="93" y="19768"/>
                  </a:lnTo>
                  <a:lnTo>
                    <a:pt x="0" y="15882"/>
                  </a:lnTo>
                  <a:lnTo>
                    <a:pt x="7697" y="3414"/>
                  </a:lnTo>
                  <a:lnTo>
                    <a:pt x="8506" y="2985"/>
                  </a:lnTo>
                  <a:lnTo>
                    <a:pt x="10461" y="5480"/>
                  </a:lnTo>
                  <a:lnTo>
                    <a:pt x="15569" y="3197"/>
                  </a:lnTo>
                  <a:lnTo>
                    <a:pt x="17241" y="902"/>
                  </a:lnTo>
                  <a:lnTo>
                    <a:pt x="18494" y="141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h756"/>
            <p:cNvSpPr/>
            <p:nvPr/>
          </p:nvSpPr>
          <p:spPr>
            <a:xfrm>
              <a:off x="2039408" y="2797883"/>
              <a:ext cx="45833" cy="36729"/>
            </a:xfrm>
            <a:custGeom>
              <a:avLst/>
              <a:pathLst>
                <a:path w="45833" h="36729">
                  <a:moveTo>
                    <a:pt x="28991" y="0"/>
                  </a:moveTo>
                  <a:lnTo>
                    <a:pt x="28727" y="3260"/>
                  </a:lnTo>
                  <a:lnTo>
                    <a:pt x="34426" y="11304"/>
                  </a:lnTo>
                  <a:lnTo>
                    <a:pt x="36659" y="11448"/>
                  </a:lnTo>
                  <a:lnTo>
                    <a:pt x="42052" y="15466"/>
                  </a:lnTo>
                  <a:lnTo>
                    <a:pt x="43464" y="16503"/>
                  </a:lnTo>
                  <a:lnTo>
                    <a:pt x="43565" y="17703"/>
                  </a:lnTo>
                  <a:lnTo>
                    <a:pt x="41130" y="17625"/>
                  </a:lnTo>
                  <a:lnTo>
                    <a:pt x="40505" y="20677"/>
                  </a:lnTo>
                  <a:lnTo>
                    <a:pt x="43980" y="23713"/>
                  </a:lnTo>
                  <a:lnTo>
                    <a:pt x="45833" y="23350"/>
                  </a:lnTo>
                  <a:lnTo>
                    <a:pt x="44129" y="29193"/>
                  </a:lnTo>
                  <a:lnTo>
                    <a:pt x="41916" y="29184"/>
                  </a:lnTo>
                  <a:lnTo>
                    <a:pt x="40666" y="31592"/>
                  </a:lnTo>
                  <a:lnTo>
                    <a:pt x="41953" y="32569"/>
                  </a:lnTo>
                  <a:lnTo>
                    <a:pt x="38974" y="34438"/>
                  </a:lnTo>
                  <a:lnTo>
                    <a:pt x="36644" y="34537"/>
                  </a:lnTo>
                  <a:lnTo>
                    <a:pt x="30686" y="31489"/>
                  </a:lnTo>
                  <a:lnTo>
                    <a:pt x="28416" y="33105"/>
                  </a:lnTo>
                  <a:lnTo>
                    <a:pt x="27652" y="35701"/>
                  </a:lnTo>
                  <a:lnTo>
                    <a:pt x="23086" y="35375"/>
                  </a:lnTo>
                  <a:lnTo>
                    <a:pt x="22421" y="36213"/>
                  </a:lnTo>
                  <a:lnTo>
                    <a:pt x="20907" y="36729"/>
                  </a:lnTo>
                  <a:lnTo>
                    <a:pt x="21098" y="32531"/>
                  </a:lnTo>
                  <a:lnTo>
                    <a:pt x="16639" y="27786"/>
                  </a:lnTo>
                  <a:lnTo>
                    <a:pt x="16219" y="26159"/>
                  </a:lnTo>
                  <a:lnTo>
                    <a:pt x="15112" y="25035"/>
                  </a:lnTo>
                  <a:lnTo>
                    <a:pt x="10650" y="14316"/>
                  </a:lnTo>
                  <a:lnTo>
                    <a:pt x="4752" y="10365"/>
                  </a:lnTo>
                  <a:lnTo>
                    <a:pt x="1924" y="10117"/>
                  </a:lnTo>
                  <a:lnTo>
                    <a:pt x="0" y="7160"/>
                  </a:lnTo>
                  <a:lnTo>
                    <a:pt x="6116" y="9111"/>
                  </a:lnTo>
                  <a:lnTo>
                    <a:pt x="11836" y="6686"/>
                  </a:lnTo>
                  <a:lnTo>
                    <a:pt x="14964" y="4507"/>
                  </a:lnTo>
                  <a:lnTo>
                    <a:pt x="19523" y="3376"/>
                  </a:lnTo>
                  <a:lnTo>
                    <a:pt x="23097" y="8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h757"/>
            <p:cNvSpPr/>
            <p:nvPr/>
          </p:nvSpPr>
          <p:spPr>
            <a:xfrm>
              <a:off x="1977765" y="2633433"/>
              <a:ext cx="35558" cy="35951"/>
            </a:xfrm>
            <a:custGeom>
              <a:avLst/>
              <a:pathLst>
                <a:path w="35558" h="35951">
                  <a:moveTo>
                    <a:pt x="9568" y="0"/>
                  </a:moveTo>
                  <a:lnTo>
                    <a:pt x="13576" y="766"/>
                  </a:lnTo>
                  <a:lnTo>
                    <a:pt x="16396" y="4266"/>
                  </a:lnTo>
                  <a:lnTo>
                    <a:pt x="17991" y="4895"/>
                  </a:lnTo>
                  <a:lnTo>
                    <a:pt x="18734" y="7171"/>
                  </a:lnTo>
                  <a:lnTo>
                    <a:pt x="26801" y="8702"/>
                  </a:lnTo>
                  <a:lnTo>
                    <a:pt x="29655" y="7273"/>
                  </a:lnTo>
                  <a:lnTo>
                    <a:pt x="30266" y="5207"/>
                  </a:lnTo>
                  <a:lnTo>
                    <a:pt x="31728" y="4123"/>
                  </a:lnTo>
                  <a:lnTo>
                    <a:pt x="33382" y="4164"/>
                  </a:lnTo>
                  <a:lnTo>
                    <a:pt x="34885" y="5897"/>
                  </a:lnTo>
                  <a:lnTo>
                    <a:pt x="35412" y="7709"/>
                  </a:lnTo>
                  <a:lnTo>
                    <a:pt x="33511" y="10832"/>
                  </a:lnTo>
                  <a:lnTo>
                    <a:pt x="33430" y="14621"/>
                  </a:lnTo>
                  <a:lnTo>
                    <a:pt x="35558" y="20672"/>
                  </a:lnTo>
                  <a:lnTo>
                    <a:pt x="33250" y="23362"/>
                  </a:lnTo>
                  <a:lnTo>
                    <a:pt x="30194" y="29420"/>
                  </a:lnTo>
                  <a:lnTo>
                    <a:pt x="33354" y="29284"/>
                  </a:lnTo>
                  <a:lnTo>
                    <a:pt x="33522" y="31929"/>
                  </a:lnTo>
                  <a:lnTo>
                    <a:pt x="29449" y="33761"/>
                  </a:lnTo>
                  <a:lnTo>
                    <a:pt x="28139" y="35951"/>
                  </a:lnTo>
                  <a:lnTo>
                    <a:pt x="25227" y="35758"/>
                  </a:lnTo>
                  <a:lnTo>
                    <a:pt x="18547" y="28791"/>
                  </a:lnTo>
                  <a:lnTo>
                    <a:pt x="18928" y="27118"/>
                  </a:lnTo>
                  <a:lnTo>
                    <a:pt x="15843" y="23818"/>
                  </a:lnTo>
                  <a:lnTo>
                    <a:pt x="10749" y="22881"/>
                  </a:lnTo>
                  <a:lnTo>
                    <a:pt x="6877" y="24964"/>
                  </a:lnTo>
                  <a:lnTo>
                    <a:pt x="5854" y="27718"/>
                  </a:lnTo>
                  <a:lnTo>
                    <a:pt x="1283" y="28714"/>
                  </a:lnTo>
                  <a:lnTo>
                    <a:pt x="0" y="24345"/>
                  </a:lnTo>
                  <a:lnTo>
                    <a:pt x="64" y="22983"/>
                  </a:lnTo>
                  <a:lnTo>
                    <a:pt x="1238" y="22602"/>
                  </a:lnTo>
                  <a:lnTo>
                    <a:pt x="1765" y="21371"/>
                  </a:lnTo>
                  <a:lnTo>
                    <a:pt x="1296" y="18664"/>
                  </a:lnTo>
                  <a:lnTo>
                    <a:pt x="3480" y="18099"/>
                  </a:lnTo>
                  <a:lnTo>
                    <a:pt x="5613" y="16299"/>
                  </a:lnTo>
                  <a:lnTo>
                    <a:pt x="3373" y="12660"/>
                  </a:lnTo>
                  <a:lnTo>
                    <a:pt x="719" y="11076"/>
                  </a:lnTo>
                  <a:lnTo>
                    <a:pt x="2876" y="335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h758"/>
            <p:cNvSpPr/>
            <p:nvPr/>
          </p:nvSpPr>
          <p:spPr>
            <a:xfrm>
              <a:off x="1887645" y="2916790"/>
              <a:ext cx="30245" cy="38568"/>
            </a:xfrm>
            <a:custGeom>
              <a:avLst/>
              <a:pathLst>
                <a:path w="30245" h="38568">
                  <a:moveTo>
                    <a:pt x="24121" y="5487"/>
                  </a:moveTo>
                  <a:lnTo>
                    <a:pt x="26525" y="4821"/>
                  </a:lnTo>
                  <a:lnTo>
                    <a:pt x="26717" y="18002"/>
                  </a:lnTo>
                  <a:lnTo>
                    <a:pt x="30080" y="19637"/>
                  </a:lnTo>
                  <a:lnTo>
                    <a:pt x="30245" y="21151"/>
                  </a:lnTo>
                  <a:lnTo>
                    <a:pt x="29110" y="22423"/>
                  </a:lnTo>
                  <a:lnTo>
                    <a:pt x="28407" y="25749"/>
                  </a:lnTo>
                  <a:lnTo>
                    <a:pt x="28924" y="26597"/>
                  </a:lnTo>
                  <a:lnTo>
                    <a:pt x="26846" y="30402"/>
                  </a:lnTo>
                  <a:lnTo>
                    <a:pt x="25147" y="31047"/>
                  </a:lnTo>
                  <a:lnTo>
                    <a:pt x="19924" y="30494"/>
                  </a:lnTo>
                  <a:lnTo>
                    <a:pt x="16584" y="31918"/>
                  </a:lnTo>
                  <a:lnTo>
                    <a:pt x="19070" y="37637"/>
                  </a:lnTo>
                  <a:lnTo>
                    <a:pt x="17194" y="38568"/>
                  </a:lnTo>
                  <a:lnTo>
                    <a:pt x="9678" y="37153"/>
                  </a:lnTo>
                  <a:lnTo>
                    <a:pt x="7247" y="32662"/>
                  </a:lnTo>
                  <a:lnTo>
                    <a:pt x="9946" y="29821"/>
                  </a:lnTo>
                  <a:lnTo>
                    <a:pt x="8143" y="27682"/>
                  </a:lnTo>
                  <a:lnTo>
                    <a:pt x="1335" y="24550"/>
                  </a:lnTo>
                  <a:lnTo>
                    <a:pt x="0" y="21648"/>
                  </a:lnTo>
                  <a:lnTo>
                    <a:pt x="549" y="20631"/>
                  </a:lnTo>
                  <a:lnTo>
                    <a:pt x="1859" y="20345"/>
                  </a:lnTo>
                  <a:lnTo>
                    <a:pt x="2225" y="16907"/>
                  </a:lnTo>
                  <a:lnTo>
                    <a:pt x="3255" y="15445"/>
                  </a:lnTo>
                  <a:lnTo>
                    <a:pt x="7020" y="17494"/>
                  </a:lnTo>
                  <a:lnTo>
                    <a:pt x="10794" y="11829"/>
                  </a:lnTo>
                  <a:lnTo>
                    <a:pt x="15643" y="11688"/>
                  </a:lnTo>
                  <a:lnTo>
                    <a:pt x="16430" y="7822"/>
                  </a:lnTo>
                  <a:lnTo>
                    <a:pt x="16504" y="581"/>
                  </a:lnTo>
                  <a:lnTo>
                    <a:pt x="17259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h759"/>
            <p:cNvSpPr/>
            <p:nvPr/>
          </p:nvSpPr>
          <p:spPr>
            <a:xfrm>
              <a:off x="2033820" y="2822277"/>
              <a:ext cx="18091" cy="10690"/>
            </a:xfrm>
            <a:custGeom>
              <a:avLst/>
              <a:pathLst>
                <a:path w="18091" h="10690">
                  <a:moveTo>
                    <a:pt x="8662" y="2480"/>
                  </a:moveTo>
                  <a:lnTo>
                    <a:pt x="16329" y="2587"/>
                  </a:lnTo>
                  <a:lnTo>
                    <a:pt x="16816" y="6225"/>
                  </a:lnTo>
                  <a:lnTo>
                    <a:pt x="18091" y="6496"/>
                  </a:lnTo>
                  <a:lnTo>
                    <a:pt x="14893" y="10690"/>
                  </a:lnTo>
                  <a:lnTo>
                    <a:pt x="11039" y="10643"/>
                  </a:lnTo>
                  <a:lnTo>
                    <a:pt x="5179" y="6237"/>
                  </a:lnTo>
                  <a:lnTo>
                    <a:pt x="154" y="4391"/>
                  </a:lnTo>
                  <a:lnTo>
                    <a:pt x="0" y="3711"/>
                  </a:lnTo>
                  <a:lnTo>
                    <a:pt x="7" y="807"/>
                  </a:lnTo>
                  <a:lnTo>
                    <a:pt x="144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h760"/>
            <p:cNvSpPr/>
            <p:nvPr/>
          </p:nvSpPr>
          <p:spPr>
            <a:xfrm>
              <a:off x="1768532" y="2827307"/>
              <a:ext cx="62674" cy="41433"/>
            </a:xfrm>
            <a:custGeom>
              <a:avLst/>
              <a:pathLst>
                <a:path w="62674" h="41433">
                  <a:moveTo>
                    <a:pt x="41717" y="0"/>
                  </a:moveTo>
                  <a:lnTo>
                    <a:pt x="42321" y="4117"/>
                  </a:lnTo>
                  <a:lnTo>
                    <a:pt x="45013" y="3668"/>
                  </a:lnTo>
                  <a:lnTo>
                    <a:pt x="44061" y="1570"/>
                  </a:lnTo>
                  <a:lnTo>
                    <a:pt x="44352" y="713"/>
                  </a:lnTo>
                  <a:lnTo>
                    <a:pt x="47456" y="111"/>
                  </a:lnTo>
                  <a:lnTo>
                    <a:pt x="48104" y="1611"/>
                  </a:lnTo>
                  <a:lnTo>
                    <a:pt x="52174" y="3570"/>
                  </a:lnTo>
                  <a:lnTo>
                    <a:pt x="52729" y="4907"/>
                  </a:lnTo>
                  <a:lnTo>
                    <a:pt x="51679" y="6713"/>
                  </a:lnTo>
                  <a:lnTo>
                    <a:pt x="53312" y="13614"/>
                  </a:lnTo>
                  <a:lnTo>
                    <a:pt x="58649" y="17372"/>
                  </a:lnTo>
                  <a:lnTo>
                    <a:pt x="57008" y="24944"/>
                  </a:lnTo>
                  <a:lnTo>
                    <a:pt x="56829" y="30395"/>
                  </a:lnTo>
                  <a:lnTo>
                    <a:pt x="61406" y="38294"/>
                  </a:lnTo>
                  <a:lnTo>
                    <a:pt x="62674" y="38858"/>
                  </a:lnTo>
                  <a:lnTo>
                    <a:pt x="61904" y="39591"/>
                  </a:lnTo>
                  <a:lnTo>
                    <a:pt x="56793" y="40894"/>
                  </a:lnTo>
                  <a:lnTo>
                    <a:pt x="50269" y="41433"/>
                  </a:lnTo>
                  <a:lnTo>
                    <a:pt x="47567" y="38335"/>
                  </a:lnTo>
                  <a:lnTo>
                    <a:pt x="37571" y="40886"/>
                  </a:lnTo>
                  <a:lnTo>
                    <a:pt x="36206" y="39922"/>
                  </a:lnTo>
                  <a:lnTo>
                    <a:pt x="34684" y="35834"/>
                  </a:lnTo>
                  <a:lnTo>
                    <a:pt x="33176" y="34362"/>
                  </a:lnTo>
                  <a:lnTo>
                    <a:pt x="26817" y="32920"/>
                  </a:lnTo>
                  <a:lnTo>
                    <a:pt x="25559" y="32997"/>
                  </a:lnTo>
                  <a:lnTo>
                    <a:pt x="25221" y="35072"/>
                  </a:lnTo>
                  <a:lnTo>
                    <a:pt x="24057" y="36353"/>
                  </a:lnTo>
                  <a:lnTo>
                    <a:pt x="16349" y="38785"/>
                  </a:lnTo>
                  <a:lnTo>
                    <a:pt x="14658" y="32716"/>
                  </a:lnTo>
                  <a:lnTo>
                    <a:pt x="2622" y="19853"/>
                  </a:lnTo>
                  <a:lnTo>
                    <a:pt x="874" y="16331"/>
                  </a:lnTo>
                  <a:lnTo>
                    <a:pt x="0" y="11243"/>
                  </a:lnTo>
                  <a:lnTo>
                    <a:pt x="9232" y="4057"/>
                  </a:lnTo>
                  <a:lnTo>
                    <a:pt x="18795" y="1855"/>
                  </a:lnTo>
                  <a:lnTo>
                    <a:pt x="28218" y="1670"/>
                  </a:lnTo>
                  <a:lnTo>
                    <a:pt x="33217" y="333"/>
                  </a:lnTo>
                  <a:lnTo>
                    <a:pt x="37009" y="74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h761"/>
            <p:cNvSpPr/>
            <p:nvPr/>
          </p:nvSpPr>
          <p:spPr>
            <a:xfrm>
              <a:off x="2108357" y="2838573"/>
              <a:ext cx="36393" cy="23118"/>
            </a:xfrm>
            <a:custGeom>
              <a:avLst/>
              <a:pathLst>
                <a:path w="36393" h="23118">
                  <a:moveTo>
                    <a:pt x="11643" y="0"/>
                  </a:moveTo>
                  <a:lnTo>
                    <a:pt x="23847" y="1849"/>
                  </a:lnTo>
                  <a:lnTo>
                    <a:pt x="25435" y="2088"/>
                  </a:lnTo>
                  <a:lnTo>
                    <a:pt x="30617" y="6289"/>
                  </a:lnTo>
                  <a:lnTo>
                    <a:pt x="35745" y="9284"/>
                  </a:lnTo>
                  <a:lnTo>
                    <a:pt x="36393" y="12010"/>
                  </a:lnTo>
                  <a:lnTo>
                    <a:pt x="35701" y="14135"/>
                  </a:lnTo>
                  <a:lnTo>
                    <a:pt x="33276" y="14924"/>
                  </a:lnTo>
                  <a:lnTo>
                    <a:pt x="26147" y="13358"/>
                  </a:lnTo>
                  <a:lnTo>
                    <a:pt x="24460" y="13657"/>
                  </a:lnTo>
                  <a:lnTo>
                    <a:pt x="16199" y="18115"/>
                  </a:lnTo>
                  <a:lnTo>
                    <a:pt x="16012" y="21106"/>
                  </a:lnTo>
                  <a:lnTo>
                    <a:pt x="8391" y="23118"/>
                  </a:lnTo>
                  <a:lnTo>
                    <a:pt x="6066" y="21900"/>
                  </a:lnTo>
                  <a:lnTo>
                    <a:pt x="6888" y="19045"/>
                  </a:lnTo>
                  <a:lnTo>
                    <a:pt x="0" y="18857"/>
                  </a:lnTo>
                  <a:lnTo>
                    <a:pt x="867" y="9972"/>
                  </a:lnTo>
                  <a:lnTo>
                    <a:pt x="438" y="9489"/>
                  </a:lnTo>
                  <a:lnTo>
                    <a:pt x="6298" y="3934"/>
                  </a:lnTo>
                  <a:lnTo>
                    <a:pt x="8882" y="409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h762"/>
            <p:cNvSpPr/>
            <p:nvPr/>
          </p:nvSpPr>
          <p:spPr>
            <a:xfrm>
              <a:off x="2047294" y="2824042"/>
              <a:ext cx="14535" cy="20441"/>
            </a:xfrm>
            <a:custGeom>
              <a:avLst/>
              <a:pathLst>
                <a:path w="14535" h="20441">
                  <a:moveTo>
                    <a:pt x="8754" y="1627"/>
                  </a:moveTo>
                  <a:lnTo>
                    <a:pt x="13212" y="6372"/>
                  </a:lnTo>
                  <a:lnTo>
                    <a:pt x="13022" y="10569"/>
                  </a:lnTo>
                  <a:lnTo>
                    <a:pt x="14535" y="10054"/>
                  </a:lnTo>
                  <a:lnTo>
                    <a:pt x="13312" y="18564"/>
                  </a:lnTo>
                  <a:lnTo>
                    <a:pt x="14089" y="20441"/>
                  </a:lnTo>
                  <a:lnTo>
                    <a:pt x="9906" y="19797"/>
                  </a:lnTo>
                  <a:lnTo>
                    <a:pt x="4287" y="14094"/>
                  </a:lnTo>
                  <a:lnTo>
                    <a:pt x="1204" y="13375"/>
                  </a:lnTo>
                  <a:lnTo>
                    <a:pt x="0" y="10825"/>
                  </a:lnTo>
                  <a:lnTo>
                    <a:pt x="1420" y="8925"/>
                  </a:lnTo>
                  <a:lnTo>
                    <a:pt x="4617" y="4731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h763"/>
            <p:cNvSpPr/>
            <p:nvPr/>
          </p:nvSpPr>
          <p:spPr>
            <a:xfrm>
              <a:off x="2037279" y="2834868"/>
              <a:ext cx="19921" cy="18294"/>
            </a:xfrm>
            <a:custGeom>
              <a:avLst/>
              <a:pathLst>
                <a:path w="19921" h="18294">
                  <a:moveTo>
                    <a:pt x="11219" y="2549"/>
                  </a:moveTo>
                  <a:lnTo>
                    <a:pt x="14303" y="3268"/>
                  </a:lnTo>
                  <a:lnTo>
                    <a:pt x="19921" y="8972"/>
                  </a:lnTo>
                  <a:lnTo>
                    <a:pt x="19267" y="11181"/>
                  </a:lnTo>
                  <a:lnTo>
                    <a:pt x="19429" y="14248"/>
                  </a:lnTo>
                  <a:lnTo>
                    <a:pt x="17078" y="17248"/>
                  </a:lnTo>
                  <a:lnTo>
                    <a:pt x="11861" y="18294"/>
                  </a:lnTo>
                  <a:lnTo>
                    <a:pt x="7630" y="16911"/>
                  </a:lnTo>
                  <a:lnTo>
                    <a:pt x="3015" y="16434"/>
                  </a:lnTo>
                  <a:lnTo>
                    <a:pt x="1362" y="17477"/>
                  </a:lnTo>
                  <a:lnTo>
                    <a:pt x="0" y="10617"/>
                  </a:lnTo>
                  <a:lnTo>
                    <a:pt x="1157" y="9375"/>
                  </a:lnTo>
                  <a:lnTo>
                    <a:pt x="4963" y="6058"/>
                  </a:lnTo>
                  <a:lnTo>
                    <a:pt x="100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h764"/>
            <p:cNvSpPr/>
            <p:nvPr/>
          </p:nvSpPr>
          <p:spPr>
            <a:xfrm>
              <a:off x="2025952" y="2802355"/>
              <a:ext cx="15573" cy="17644"/>
            </a:xfrm>
            <a:custGeom>
              <a:avLst/>
              <a:pathLst>
                <a:path w="15573" h="17644">
                  <a:moveTo>
                    <a:pt x="13456" y="2687"/>
                  </a:moveTo>
                  <a:lnTo>
                    <a:pt x="15381" y="5645"/>
                  </a:lnTo>
                  <a:lnTo>
                    <a:pt x="14825" y="7472"/>
                  </a:lnTo>
                  <a:lnTo>
                    <a:pt x="15573" y="10062"/>
                  </a:lnTo>
                  <a:lnTo>
                    <a:pt x="14837" y="12693"/>
                  </a:lnTo>
                  <a:lnTo>
                    <a:pt x="13476" y="13292"/>
                  </a:lnTo>
                  <a:lnTo>
                    <a:pt x="10185" y="12901"/>
                  </a:lnTo>
                  <a:lnTo>
                    <a:pt x="6927" y="17022"/>
                  </a:lnTo>
                  <a:lnTo>
                    <a:pt x="1658" y="17644"/>
                  </a:lnTo>
                  <a:lnTo>
                    <a:pt x="367" y="14949"/>
                  </a:lnTo>
                  <a:lnTo>
                    <a:pt x="650" y="13718"/>
                  </a:lnTo>
                  <a:lnTo>
                    <a:pt x="0" y="10061"/>
                  </a:lnTo>
                  <a:lnTo>
                    <a:pt x="387" y="6408"/>
                  </a:lnTo>
                  <a:lnTo>
                    <a:pt x="1467" y="5020"/>
                  </a:lnTo>
                  <a:lnTo>
                    <a:pt x="6265" y="4175"/>
                  </a:lnTo>
                  <a:lnTo>
                    <a:pt x="1022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h765"/>
            <p:cNvSpPr/>
            <p:nvPr/>
          </p:nvSpPr>
          <p:spPr>
            <a:xfrm>
              <a:off x="1867845" y="2964037"/>
              <a:ext cx="39748" cy="27137"/>
            </a:xfrm>
            <a:custGeom>
              <a:avLst/>
              <a:pathLst>
                <a:path w="39748" h="27137">
                  <a:moveTo>
                    <a:pt x="14807" y="394"/>
                  </a:moveTo>
                  <a:lnTo>
                    <a:pt x="18283" y="2895"/>
                  </a:lnTo>
                  <a:lnTo>
                    <a:pt x="17427" y="2467"/>
                  </a:lnTo>
                  <a:lnTo>
                    <a:pt x="15833" y="3266"/>
                  </a:lnTo>
                  <a:lnTo>
                    <a:pt x="15681" y="4740"/>
                  </a:lnTo>
                  <a:lnTo>
                    <a:pt x="16158" y="7243"/>
                  </a:lnTo>
                  <a:lnTo>
                    <a:pt x="18392" y="8918"/>
                  </a:lnTo>
                  <a:lnTo>
                    <a:pt x="31550" y="2295"/>
                  </a:lnTo>
                  <a:lnTo>
                    <a:pt x="36300" y="1438"/>
                  </a:lnTo>
                  <a:lnTo>
                    <a:pt x="39748" y="9104"/>
                  </a:lnTo>
                  <a:lnTo>
                    <a:pt x="39256" y="12193"/>
                  </a:lnTo>
                  <a:lnTo>
                    <a:pt x="39261" y="14036"/>
                  </a:lnTo>
                  <a:lnTo>
                    <a:pt x="36260" y="17863"/>
                  </a:lnTo>
                  <a:lnTo>
                    <a:pt x="34103" y="17766"/>
                  </a:lnTo>
                  <a:lnTo>
                    <a:pt x="32160" y="15104"/>
                  </a:lnTo>
                  <a:lnTo>
                    <a:pt x="29700" y="14134"/>
                  </a:lnTo>
                  <a:lnTo>
                    <a:pt x="28511" y="14391"/>
                  </a:lnTo>
                  <a:lnTo>
                    <a:pt x="24430" y="19007"/>
                  </a:lnTo>
                  <a:lnTo>
                    <a:pt x="21937" y="27137"/>
                  </a:lnTo>
                  <a:lnTo>
                    <a:pt x="19345" y="26448"/>
                  </a:lnTo>
                  <a:lnTo>
                    <a:pt x="17901" y="23714"/>
                  </a:lnTo>
                  <a:lnTo>
                    <a:pt x="11827" y="21818"/>
                  </a:lnTo>
                  <a:lnTo>
                    <a:pt x="10630" y="23777"/>
                  </a:lnTo>
                  <a:lnTo>
                    <a:pt x="10344" y="24191"/>
                  </a:lnTo>
                  <a:lnTo>
                    <a:pt x="9141" y="23292"/>
                  </a:lnTo>
                  <a:lnTo>
                    <a:pt x="11335" y="20882"/>
                  </a:lnTo>
                  <a:lnTo>
                    <a:pt x="10065" y="18805"/>
                  </a:lnTo>
                  <a:lnTo>
                    <a:pt x="6303" y="17165"/>
                  </a:lnTo>
                  <a:lnTo>
                    <a:pt x="2003" y="17228"/>
                  </a:lnTo>
                  <a:lnTo>
                    <a:pt x="1152" y="16136"/>
                  </a:lnTo>
                  <a:lnTo>
                    <a:pt x="1151" y="13973"/>
                  </a:lnTo>
                  <a:lnTo>
                    <a:pt x="3303" y="10715"/>
                  </a:lnTo>
                  <a:lnTo>
                    <a:pt x="0" y="7077"/>
                  </a:lnTo>
                  <a:lnTo>
                    <a:pt x="1716" y="4541"/>
                  </a:lnTo>
                  <a:lnTo>
                    <a:pt x="7863" y="3411"/>
                  </a:lnTo>
                  <a:lnTo>
                    <a:pt x="12394" y="1330"/>
                  </a:lnTo>
                  <a:lnTo>
                    <a:pt x="12201" y="400"/>
                  </a:lnTo>
                  <a:lnTo>
                    <a:pt x="1308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h766"/>
            <p:cNvSpPr/>
            <p:nvPr/>
          </p:nvSpPr>
          <p:spPr>
            <a:xfrm>
              <a:off x="2132205" y="2820953"/>
              <a:ext cx="26213" cy="31755"/>
            </a:xfrm>
            <a:custGeom>
              <a:avLst/>
              <a:pathLst>
                <a:path w="26213" h="31755">
                  <a:moveTo>
                    <a:pt x="13233" y="802"/>
                  </a:moveTo>
                  <a:lnTo>
                    <a:pt x="18546" y="541"/>
                  </a:lnTo>
                  <a:lnTo>
                    <a:pt x="18964" y="43"/>
                  </a:lnTo>
                  <a:lnTo>
                    <a:pt x="22953" y="5655"/>
                  </a:lnTo>
                  <a:lnTo>
                    <a:pt x="24781" y="10775"/>
                  </a:lnTo>
                  <a:lnTo>
                    <a:pt x="25801" y="10904"/>
                  </a:lnTo>
                  <a:lnTo>
                    <a:pt x="25781" y="12207"/>
                  </a:lnTo>
                  <a:lnTo>
                    <a:pt x="24641" y="13519"/>
                  </a:lnTo>
                  <a:lnTo>
                    <a:pt x="22436" y="13792"/>
                  </a:lnTo>
                  <a:lnTo>
                    <a:pt x="16333" y="17339"/>
                  </a:lnTo>
                  <a:lnTo>
                    <a:pt x="15812" y="20124"/>
                  </a:lnTo>
                  <a:lnTo>
                    <a:pt x="18084" y="28859"/>
                  </a:lnTo>
                  <a:lnTo>
                    <a:pt x="26213" y="29837"/>
                  </a:lnTo>
                  <a:lnTo>
                    <a:pt x="24809" y="30978"/>
                  </a:lnTo>
                  <a:lnTo>
                    <a:pt x="21540" y="31643"/>
                  </a:lnTo>
                  <a:lnTo>
                    <a:pt x="17396" y="29487"/>
                  </a:lnTo>
                  <a:lnTo>
                    <a:pt x="11853" y="31755"/>
                  </a:lnTo>
                  <a:lnTo>
                    <a:pt x="12545" y="29630"/>
                  </a:lnTo>
                  <a:lnTo>
                    <a:pt x="11897" y="26904"/>
                  </a:lnTo>
                  <a:lnTo>
                    <a:pt x="6769" y="23909"/>
                  </a:lnTo>
                  <a:lnTo>
                    <a:pt x="1587" y="19708"/>
                  </a:lnTo>
                  <a:lnTo>
                    <a:pt x="0" y="19469"/>
                  </a:lnTo>
                  <a:lnTo>
                    <a:pt x="1044" y="13603"/>
                  </a:lnTo>
                  <a:lnTo>
                    <a:pt x="3723" y="9379"/>
                  </a:lnTo>
                  <a:lnTo>
                    <a:pt x="4538" y="6864"/>
                  </a:lnTo>
                  <a:lnTo>
                    <a:pt x="3339" y="6063"/>
                  </a:lnTo>
                  <a:lnTo>
                    <a:pt x="3628" y="1575"/>
                  </a:lnTo>
                  <a:lnTo>
                    <a:pt x="4819" y="343"/>
                  </a:lnTo>
                  <a:lnTo>
                    <a:pt x="873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h767"/>
            <p:cNvSpPr/>
            <p:nvPr/>
          </p:nvSpPr>
          <p:spPr>
            <a:xfrm>
              <a:off x="1837931" y="2768501"/>
              <a:ext cx="55796" cy="39079"/>
            </a:xfrm>
            <a:custGeom>
              <a:avLst/>
              <a:pathLst>
                <a:path w="55796" h="39079">
                  <a:moveTo>
                    <a:pt x="35180" y="17"/>
                  </a:moveTo>
                  <a:lnTo>
                    <a:pt x="36557" y="1071"/>
                  </a:lnTo>
                  <a:lnTo>
                    <a:pt x="39156" y="1448"/>
                  </a:lnTo>
                  <a:lnTo>
                    <a:pt x="40016" y="737"/>
                  </a:lnTo>
                  <a:lnTo>
                    <a:pt x="40696" y="1730"/>
                  </a:lnTo>
                  <a:lnTo>
                    <a:pt x="40207" y="4203"/>
                  </a:lnTo>
                  <a:lnTo>
                    <a:pt x="45348" y="8345"/>
                  </a:lnTo>
                  <a:lnTo>
                    <a:pt x="50295" y="10226"/>
                  </a:lnTo>
                  <a:lnTo>
                    <a:pt x="51279" y="11429"/>
                  </a:lnTo>
                  <a:lnTo>
                    <a:pt x="52417" y="11496"/>
                  </a:lnTo>
                  <a:lnTo>
                    <a:pt x="53501" y="15761"/>
                  </a:lnTo>
                  <a:lnTo>
                    <a:pt x="55796" y="20307"/>
                  </a:lnTo>
                  <a:lnTo>
                    <a:pt x="55481" y="21449"/>
                  </a:lnTo>
                  <a:lnTo>
                    <a:pt x="53971" y="22260"/>
                  </a:lnTo>
                  <a:lnTo>
                    <a:pt x="50717" y="21996"/>
                  </a:lnTo>
                  <a:lnTo>
                    <a:pt x="48901" y="23132"/>
                  </a:lnTo>
                  <a:lnTo>
                    <a:pt x="47592" y="28056"/>
                  </a:lnTo>
                  <a:lnTo>
                    <a:pt x="39852" y="33790"/>
                  </a:lnTo>
                  <a:lnTo>
                    <a:pt x="38467" y="37756"/>
                  </a:lnTo>
                  <a:lnTo>
                    <a:pt x="37788" y="37951"/>
                  </a:lnTo>
                  <a:lnTo>
                    <a:pt x="32469" y="35346"/>
                  </a:lnTo>
                  <a:lnTo>
                    <a:pt x="29644" y="35002"/>
                  </a:lnTo>
                  <a:lnTo>
                    <a:pt x="26976" y="37299"/>
                  </a:lnTo>
                  <a:lnTo>
                    <a:pt x="23301" y="39079"/>
                  </a:lnTo>
                  <a:lnTo>
                    <a:pt x="20611" y="36062"/>
                  </a:lnTo>
                  <a:lnTo>
                    <a:pt x="18516" y="35489"/>
                  </a:lnTo>
                  <a:lnTo>
                    <a:pt x="13495" y="37682"/>
                  </a:lnTo>
                  <a:lnTo>
                    <a:pt x="12226" y="36669"/>
                  </a:lnTo>
                  <a:lnTo>
                    <a:pt x="9938" y="32148"/>
                  </a:lnTo>
                  <a:lnTo>
                    <a:pt x="10371" y="31961"/>
                  </a:lnTo>
                  <a:lnTo>
                    <a:pt x="12237" y="30976"/>
                  </a:lnTo>
                  <a:lnTo>
                    <a:pt x="12402" y="27514"/>
                  </a:lnTo>
                  <a:lnTo>
                    <a:pt x="11349" y="25503"/>
                  </a:lnTo>
                  <a:lnTo>
                    <a:pt x="5447" y="21635"/>
                  </a:lnTo>
                  <a:lnTo>
                    <a:pt x="4604" y="15994"/>
                  </a:lnTo>
                  <a:lnTo>
                    <a:pt x="1839" y="14418"/>
                  </a:lnTo>
                  <a:lnTo>
                    <a:pt x="0" y="10525"/>
                  </a:lnTo>
                  <a:lnTo>
                    <a:pt x="1118" y="9604"/>
                  </a:lnTo>
                  <a:lnTo>
                    <a:pt x="4724" y="9406"/>
                  </a:lnTo>
                  <a:lnTo>
                    <a:pt x="13278" y="12488"/>
                  </a:lnTo>
                  <a:lnTo>
                    <a:pt x="15052" y="10117"/>
                  </a:lnTo>
                  <a:lnTo>
                    <a:pt x="19360" y="8548"/>
                  </a:lnTo>
                  <a:lnTo>
                    <a:pt x="25272" y="2390"/>
                  </a:lnTo>
                  <a:lnTo>
                    <a:pt x="29076" y="0"/>
                  </a:lnTo>
                  <a:lnTo>
                    <a:pt x="32441" y="17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h768"/>
            <p:cNvSpPr/>
            <p:nvPr/>
          </p:nvSpPr>
          <p:spPr>
            <a:xfrm>
              <a:off x="2117011" y="2789519"/>
              <a:ext cx="17555" cy="23351"/>
            </a:xfrm>
            <a:custGeom>
              <a:avLst/>
              <a:pathLst>
                <a:path w="17555" h="23351">
                  <a:moveTo>
                    <a:pt x="14646" y="102"/>
                  </a:moveTo>
                  <a:lnTo>
                    <a:pt x="12765" y="1909"/>
                  </a:lnTo>
                  <a:lnTo>
                    <a:pt x="12898" y="3703"/>
                  </a:lnTo>
                  <a:lnTo>
                    <a:pt x="14469" y="5190"/>
                  </a:lnTo>
                  <a:lnTo>
                    <a:pt x="17290" y="4449"/>
                  </a:lnTo>
                  <a:lnTo>
                    <a:pt x="17555" y="9156"/>
                  </a:lnTo>
                  <a:lnTo>
                    <a:pt x="13452" y="22883"/>
                  </a:lnTo>
                  <a:lnTo>
                    <a:pt x="9613" y="23351"/>
                  </a:lnTo>
                  <a:lnTo>
                    <a:pt x="6364" y="21448"/>
                  </a:lnTo>
                  <a:lnTo>
                    <a:pt x="5180" y="19269"/>
                  </a:lnTo>
                  <a:lnTo>
                    <a:pt x="1072" y="15954"/>
                  </a:lnTo>
                  <a:lnTo>
                    <a:pt x="0" y="12482"/>
                  </a:lnTo>
                  <a:lnTo>
                    <a:pt x="22" y="9806"/>
                  </a:lnTo>
                  <a:lnTo>
                    <a:pt x="6375" y="3627"/>
                  </a:lnTo>
                  <a:lnTo>
                    <a:pt x="1203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h769"/>
            <p:cNvSpPr/>
            <p:nvPr/>
          </p:nvSpPr>
          <p:spPr>
            <a:xfrm>
              <a:off x="2169659" y="2765794"/>
              <a:ext cx="26055" cy="26088"/>
            </a:xfrm>
            <a:custGeom>
              <a:avLst/>
              <a:pathLst>
                <a:path w="26055" h="26088">
                  <a:moveTo>
                    <a:pt x="26055" y="532"/>
                  </a:moveTo>
                  <a:lnTo>
                    <a:pt x="24222" y="4009"/>
                  </a:lnTo>
                  <a:lnTo>
                    <a:pt x="20202" y="16061"/>
                  </a:lnTo>
                  <a:lnTo>
                    <a:pt x="17503" y="17025"/>
                  </a:lnTo>
                  <a:lnTo>
                    <a:pt x="15645" y="16748"/>
                  </a:lnTo>
                  <a:lnTo>
                    <a:pt x="11891" y="21758"/>
                  </a:lnTo>
                  <a:lnTo>
                    <a:pt x="11646" y="23435"/>
                  </a:lnTo>
                  <a:lnTo>
                    <a:pt x="9595" y="25286"/>
                  </a:lnTo>
                  <a:lnTo>
                    <a:pt x="7238" y="26088"/>
                  </a:lnTo>
                  <a:lnTo>
                    <a:pt x="7124" y="24196"/>
                  </a:lnTo>
                  <a:lnTo>
                    <a:pt x="0" y="22481"/>
                  </a:lnTo>
                  <a:lnTo>
                    <a:pt x="1869" y="16444"/>
                  </a:lnTo>
                  <a:lnTo>
                    <a:pt x="97" y="9729"/>
                  </a:lnTo>
                  <a:lnTo>
                    <a:pt x="306" y="3888"/>
                  </a:lnTo>
                  <a:lnTo>
                    <a:pt x="1167" y="780"/>
                  </a:lnTo>
                  <a:lnTo>
                    <a:pt x="3231" y="270"/>
                  </a:lnTo>
                  <a:lnTo>
                    <a:pt x="4638" y="3222"/>
                  </a:lnTo>
                  <a:lnTo>
                    <a:pt x="7528" y="3443"/>
                  </a:lnTo>
                  <a:lnTo>
                    <a:pt x="14027" y="2729"/>
                  </a:lnTo>
                  <a:lnTo>
                    <a:pt x="16754" y="1330"/>
                  </a:lnTo>
                  <a:lnTo>
                    <a:pt x="22027" y="2451"/>
                  </a:lnTo>
                  <a:lnTo>
                    <a:pt x="2509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h770"/>
            <p:cNvSpPr/>
            <p:nvPr/>
          </p:nvSpPr>
          <p:spPr>
            <a:xfrm>
              <a:off x="2057788" y="2843326"/>
              <a:ext cx="48855" cy="36385"/>
            </a:xfrm>
            <a:custGeom>
              <a:avLst/>
              <a:pathLst>
                <a:path w="48855" h="36385">
                  <a:moveTo>
                    <a:pt x="18262" y="1041"/>
                  </a:moveTo>
                  <a:lnTo>
                    <a:pt x="20811" y="2971"/>
                  </a:lnTo>
                  <a:lnTo>
                    <a:pt x="24185" y="3576"/>
                  </a:lnTo>
                  <a:lnTo>
                    <a:pt x="26495" y="2913"/>
                  </a:lnTo>
                  <a:lnTo>
                    <a:pt x="30303" y="2205"/>
                  </a:lnTo>
                  <a:lnTo>
                    <a:pt x="35923" y="4552"/>
                  </a:lnTo>
                  <a:lnTo>
                    <a:pt x="37407" y="7400"/>
                  </a:lnTo>
                  <a:lnTo>
                    <a:pt x="37082" y="10382"/>
                  </a:lnTo>
                  <a:lnTo>
                    <a:pt x="38414" y="13056"/>
                  </a:lnTo>
                  <a:lnTo>
                    <a:pt x="39415" y="14002"/>
                  </a:lnTo>
                  <a:lnTo>
                    <a:pt x="42647" y="14439"/>
                  </a:lnTo>
                  <a:lnTo>
                    <a:pt x="41193" y="23881"/>
                  </a:lnTo>
                  <a:lnTo>
                    <a:pt x="48331" y="23836"/>
                  </a:lnTo>
                  <a:lnTo>
                    <a:pt x="48513" y="24489"/>
                  </a:lnTo>
                  <a:lnTo>
                    <a:pt x="48855" y="28677"/>
                  </a:lnTo>
                  <a:lnTo>
                    <a:pt x="47733" y="29322"/>
                  </a:lnTo>
                  <a:lnTo>
                    <a:pt x="43176" y="29230"/>
                  </a:lnTo>
                  <a:lnTo>
                    <a:pt x="37034" y="32650"/>
                  </a:lnTo>
                  <a:lnTo>
                    <a:pt x="36214" y="32177"/>
                  </a:lnTo>
                  <a:lnTo>
                    <a:pt x="33147" y="32672"/>
                  </a:lnTo>
                  <a:lnTo>
                    <a:pt x="34487" y="33228"/>
                  </a:lnTo>
                  <a:lnTo>
                    <a:pt x="35094" y="34375"/>
                  </a:lnTo>
                  <a:lnTo>
                    <a:pt x="33388" y="36385"/>
                  </a:lnTo>
                  <a:lnTo>
                    <a:pt x="30727" y="35174"/>
                  </a:lnTo>
                  <a:lnTo>
                    <a:pt x="28066" y="30267"/>
                  </a:lnTo>
                  <a:lnTo>
                    <a:pt x="18012" y="28575"/>
                  </a:lnTo>
                  <a:lnTo>
                    <a:pt x="15118" y="28332"/>
                  </a:lnTo>
                  <a:lnTo>
                    <a:pt x="10628" y="29558"/>
                  </a:lnTo>
                  <a:lnTo>
                    <a:pt x="8764" y="27256"/>
                  </a:lnTo>
                  <a:lnTo>
                    <a:pt x="10378" y="14722"/>
                  </a:lnTo>
                  <a:lnTo>
                    <a:pt x="9193" y="9091"/>
                  </a:lnTo>
                  <a:lnTo>
                    <a:pt x="3953" y="8918"/>
                  </a:lnTo>
                  <a:lnTo>
                    <a:pt x="341" y="10548"/>
                  </a:lnTo>
                  <a:lnTo>
                    <a:pt x="0" y="9441"/>
                  </a:lnTo>
                  <a:lnTo>
                    <a:pt x="1044" y="7431"/>
                  </a:lnTo>
                  <a:lnTo>
                    <a:pt x="4781" y="5844"/>
                  </a:lnTo>
                  <a:lnTo>
                    <a:pt x="5883" y="4454"/>
                  </a:lnTo>
                  <a:lnTo>
                    <a:pt x="5537" y="3694"/>
                  </a:lnTo>
                  <a:lnTo>
                    <a:pt x="3084" y="2654"/>
                  </a:lnTo>
                  <a:lnTo>
                    <a:pt x="2687" y="1781"/>
                  </a:lnTo>
                  <a:lnTo>
                    <a:pt x="3590" y="1176"/>
                  </a:lnTo>
                  <a:lnTo>
                    <a:pt x="794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h771"/>
            <p:cNvSpPr/>
            <p:nvPr/>
          </p:nvSpPr>
          <p:spPr>
            <a:xfrm>
              <a:off x="1915484" y="2873702"/>
              <a:ext cx="28338" cy="33750"/>
            </a:xfrm>
            <a:custGeom>
              <a:avLst/>
              <a:pathLst>
                <a:path w="28338" h="33750">
                  <a:moveTo>
                    <a:pt x="22553" y="4695"/>
                  </a:moveTo>
                  <a:lnTo>
                    <a:pt x="22524" y="9032"/>
                  </a:lnTo>
                  <a:lnTo>
                    <a:pt x="21037" y="10607"/>
                  </a:lnTo>
                  <a:lnTo>
                    <a:pt x="20696" y="12578"/>
                  </a:lnTo>
                  <a:lnTo>
                    <a:pt x="21842" y="13481"/>
                  </a:lnTo>
                  <a:lnTo>
                    <a:pt x="23986" y="13398"/>
                  </a:lnTo>
                  <a:lnTo>
                    <a:pt x="24991" y="14110"/>
                  </a:lnTo>
                  <a:lnTo>
                    <a:pt x="28338" y="17711"/>
                  </a:lnTo>
                  <a:lnTo>
                    <a:pt x="27340" y="19386"/>
                  </a:lnTo>
                  <a:lnTo>
                    <a:pt x="22660" y="22811"/>
                  </a:lnTo>
                  <a:lnTo>
                    <a:pt x="18145" y="30014"/>
                  </a:lnTo>
                  <a:lnTo>
                    <a:pt x="16422" y="30409"/>
                  </a:lnTo>
                  <a:lnTo>
                    <a:pt x="13503" y="28674"/>
                  </a:lnTo>
                  <a:lnTo>
                    <a:pt x="9623" y="29596"/>
                  </a:lnTo>
                  <a:lnTo>
                    <a:pt x="10172" y="31677"/>
                  </a:lnTo>
                  <a:lnTo>
                    <a:pt x="9558" y="33750"/>
                  </a:lnTo>
                  <a:lnTo>
                    <a:pt x="2564" y="29782"/>
                  </a:lnTo>
                  <a:lnTo>
                    <a:pt x="976" y="25507"/>
                  </a:lnTo>
                  <a:lnTo>
                    <a:pt x="0" y="24697"/>
                  </a:lnTo>
                  <a:lnTo>
                    <a:pt x="144" y="19586"/>
                  </a:lnTo>
                  <a:lnTo>
                    <a:pt x="4550" y="17399"/>
                  </a:lnTo>
                  <a:lnTo>
                    <a:pt x="6420" y="13810"/>
                  </a:lnTo>
                  <a:lnTo>
                    <a:pt x="6566" y="11308"/>
                  </a:lnTo>
                  <a:lnTo>
                    <a:pt x="8675" y="6493"/>
                  </a:lnTo>
                  <a:lnTo>
                    <a:pt x="12676" y="3073"/>
                  </a:lnTo>
                  <a:lnTo>
                    <a:pt x="15485" y="1735"/>
                  </a:lnTo>
                  <a:lnTo>
                    <a:pt x="16326" y="3022"/>
                  </a:lnTo>
                  <a:lnTo>
                    <a:pt x="17912" y="2862"/>
                  </a:lnTo>
                  <a:lnTo>
                    <a:pt x="19643" y="1165"/>
                  </a:lnTo>
                  <a:lnTo>
                    <a:pt x="19641" y="54"/>
                  </a:lnTo>
                  <a:lnTo>
                    <a:pt x="2206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h772"/>
            <p:cNvSpPr/>
            <p:nvPr/>
          </p:nvSpPr>
          <p:spPr>
            <a:xfrm>
              <a:off x="2014851" y="2867089"/>
              <a:ext cx="34455" cy="23284"/>
            </a:xfrm>
            <a:custGeom>
              <a:avLst/>
              <a:pathLst>
                <a:path w="34455" h="23284">
                  <a:moveTo>
                    <a:pt x="8778" y="15"/>
                  </a:moveTo>
                  <a:lnTo>
                    <a:pt x="7959" y="1212"/>
                  </a:lnTo>
                  <a:lnTo>
                    <a:pt x="9176" y="2447"/>
                  </a:lnTo>
                  <a:lnTo>
                    <a:pt x="14029" y="4713"/>
                  </a:lnTo>
                  <a:lnTo>
                    <a:pt x="16499" y="4771"/>
                  </a:lnTo>
                  <a:lnTo>
                    <a:pt x="17357" y="4097"/>
                  </a:lnTo>
                  <a:lnTo>
                    <a:pt x="21766" y="4602"/>
                  </a:lnTo>
                  <a:lnTo>
                    <a:pt x="27227" y="6338"/>
                  </a:lnTo>
                  <a:lnTo>
                    <a:pt x="34455" y="9569"/>
                  </a:lnTo>
                  <a:lnTo>
                    <a:pt x="34002" y="10851"/>
                  </a:lnTo>
                  <a:lnTo>
                    <a:pt x="28837" y="11400"/>
                  </a:lnTo>
                  <a:lnTo>
                    <a:pt x="28374" y="12279"/>
                  </a:lnTo>
                  <a:lnTo>
                    <a:pt x="29917" y="15453"/>
                  </a:lnTo>
                  <a:lnTo>
                    <a:pt x="29780" y="16348"/>
                  </a:lnTo>
                  <a:lnTo>
                    <a:pt x="26198" y="15857"/>
                  </a:lnTo>
                  <a:lnTo>
                    <a:pt x="24411" y="17168"/>
                  </a:lnTo>
                  <a:lnTo>
                    <a:pt x="24167" y="17662"/>
                  </a:lnTo>
                  <a:lnTo>
                    <a:pt x="25704" y="19003"/>
                  </a:lnTo>
                  <a:lnTo>
                    <a:pt x="25186" y="23284"/>
                  </a:lnTo>
                  <a:lnTo>
                    <a:pt x="19982" y="20702"/>
                  </a:lnTo>
                  <a:lnTo>
                    <a:pt x="18703" y="22775"/>
                  </a:lnTo>
                  <a:lnTo>
                    <a:pt x="15299" y="22691"/>
                  </a:lnTo>
                  <a:lnTo>
                    <a:pt x="6959" y="14499"/>
                  </a:lnTo>
                  <a:lnTo>
                    <a:pt x="5503" y="13843"/>
                  </a:lnTo>
                  <a:lnTo>
                    <a:pt x="4634" y="13477"/>
                  </a:lnTo>
                  <a:lnTo>
                    <a:pt x="3996" y="14170"/>
                  </a:lnTo>
                  <a:lnTo>
                    <a:pt x="4164" y="15384"/>
                  </a:lnTo>
                  <a:lnTo>
                    <a:pt x="3394" y="16526"/>
                  </a:lnTo>
                  <a:lnTo>
                    <a:pt x="264" y="14826"/>
                  </a:lnTo>
                  <a:lnTo>
                    <a:pt x="0" y="13571"/>
                  </a:lnTo>
                  <a:lnTo>
                    <a:pt x="3016" y="11770"/>
                  </a:lnTo>
                  <a:lnTo>
                    <a:pt x="3318" y="10493"/>
                  </a:lnTo>
                  <a:lnTo>
                    <a:pt x="6077" y="7894"/>
                  </a:lnTo>
                  <a:lnTo>
                    <a:pt x="602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h773"/>
            <p:cNvSpPr/>
            <p:nvPr/>
          </p:nvSpPr>
          <p:spPr>
            <a:xfrm>
              <a:off x="2093534" y="2688236"/>
              <a:ext cx="48930" cy="55292"/>
            </a:xfrm>
            <a:custGeom>
              <a:avLst/>
              <a:pathLst>
                <a:path w="48930" h="55292">
                  <a:moveTo>
                    <a:pt x="7310" y="2601"/>
                  </a:moveTo>
                  <a:lnTo>
                    <a:pt x="6495" y="4873"/>
                  </a:lnTo>
                  <a:lnTo>
                    <a:pt x="6871" y="7810"/>
                  </a:lnTo>
                  <a:lnTo>
                    <a:pt x="12645" y="10543"/>
                  </a:lnTo>
                  <a:lnTo>
                    <a:pt x="19573" y="16147"/>
                  </a:lnTo>
                  <a:lnTo>
                    <a:pt x="23362" y="18243"/>
                  </a:lnTo>
                  <a:lnTo>
                    <a:pt x="27926" y="17408"/>
                  </a:lnTo>
                  <a:lnTo>
                    <a:pt x="32146" y="15683"/>
                  </a:lnTo>
                  <a:lnTo>
                    <a:pt x="40970" y="9230"/>
                  </a:lnTo>
                  <a:lnTo>
                    <a:pt x="42863" y="5686"/>
                  </a:lnTo>
                  <a:lnTo>
                    <a:pt x="46773" y="7780"/>
                  </a:lnTo>
                  <a:lnTo>
                    <a:pt x="44841" y="12817"/>
                  </a:lnTo>
                  <a:lnTo>
                    <a:pt x="44649" y="18619"/>
                  </a:lnTo>
                  <a:lnTo>
                    <a:pt x="46353" y="17567"/>
                  </a:lnTo>
                  <a:lnTo>
                    <a:pt x="46642" y="15794"/>
                  </a:lnTo>
                  <a:lnTo>
                    <a:pt x="47935" y="16208"/>
                  </a:lnTo>
                  <a:lnTo>
                    <a:pt x="48930" y="22400"/>
                  </a:lnTo>
                  <a:lnTo>
                    <a:pt x="41183" y="33542"/>
                  </a:lnTo>
                  <a:lnTo>
                    <a:pt x="42970" y="36226"/>
                  </a:lnTo>
                  <a:lnTo>
                    <a:pt x="38307" y="40103"/>
                  </a:lnTo>
                  <a:lnTo>
                    <a:pt x="35191" y="44902"/>
                  </a:lnTo>
                  <a:lnTo>
                    <a:pt x="35799" y="46389"/>
                  </a:lnTo>
                  <a:lnTo>
                    <a:pt x="31108" y="49618"/>
                  </a:lnTo>
                  <a:lnTo>
                    <a:pt x="28324" y="49889"/>
                  </a:lnTo>
                  <a:lnTo>
                    <a:pt x="27730" y="48801"/>
                  </a:lnTo>
                  <a:lnTo>
                    <a:pt x="26581" y="48555"/>
                  </a:lnTo>
                  <a:lnTo>
                    <a:pt x="21767" y="48962"/>
                  </a:lnTo>
                  <a:lnTo>
                    <a:pt x="20144" y="52352"/>
                  </a:lnTo>
                  <a:lnTo>
                    <a:pt x="20425" y="53655"/>
                  </a:lnTo>
                  <a:lnTo>
                    <a:pt x="16683" y="55292"/>
                  </a:lnTo>
                  <a:lnTo>
                    <a:pt x="16556" y="52253"/>
                  </a:lnTo>
                  <a:lnTo>
                    <a:pt x="12322" y="47848"/>
                  </a:lnTo>
                  <a:lnTo>
                    <a:pt x="10899" y="47210"/>
                  </a:lnTo>
                  <a:lnTo>
                    <a:pt x="13532" y="44846"/>
                  </a:lnTo>
                  <a:lnTo>
                    <a:pt x="16956" y="41958"/>
                  </a:lnTo>
                  <a:lnTo>
                    <a:pt x="16944" y="32718"/>
                  </a:lnTo>
                  <a:lnTo>
                    <a:pt x="18479" y="27797"/>
                  </a:lnTo>
                  <a:lnTo>
                    <a:pt x="19967" y="25580"/>
                  </a:lnTo>
                  <a:lnTo>
                    <a:pt x="19271" y="22422"/>
                  </a:lnTo>
                  <a:lnTo>
                    <a:pt x="13575" y="20495"/>
                  </a:lnTo>
                  <a:lnTo>
                    <a:pt x="12189" y="17041"/>
                  </a:lnTo>
                  <a:lnTo>
                    <a:pt x="9698" y="17198"/>
                  </a:lnTo>
                  <a:lnTo>
                    <a:pt x="9048" y="15864"/>
                  </a:lnTo>
                  <a:lnTo>
                    <a:pt x="4458" y="14249"/>
                  </a:lnTo>
                  <a:lnTo>
                    <a:pt x="3294" y="11210"/>
                  </a:lnTo>
                  <a:lnTo>
                    <a:pt x="3534" y="6843"/>
                  </a:lnTo>
                  <a:lnTo>
                    <a:pt x="271" y="5726"/>
                  </a:lnTo>
                  <a:lnTo>
                    <a:pt x="0" y="5312"/>
                  </a:lnTo>
                  <a:lnTo>
                    <a:pt x="2200" y="4797"/>
                  </a:lnTo>
                  <a:lnTo>
                    <a:pt x="4553" y="3104"/>
                  </a:lnTo>
                  <a:lnTo>
                    <a:pt x="643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h774"/>
            <p:cNvSpPr/>
            <p:nvPr/>
          </p:nvSpPr>
          <p:spPr>
            <a:xfrm>
              <a:off x="1993763" y="2831835"/>
              <a:ext cx="16882" cy="19950"/>
            </a:xfrm>
            <a:custGeom>
              <a:avLst/>
              <a:pathLst>
                <a:path w="16882" h="19950">
                  <a:moveTo>
                    <a:pt x="10316" y="2223"/>
                  </a:moveTo>
                  <a:lnTo>
                    <a:pt x="13288" y="4758"/>
                  </a:lnTo>
                  <a:lnTo>
                    <a:pt x="15816" y="10901"/>
                  </a:lnTo>
                  <a:lnTo>
                    <a:pt x="16882" y="11256"/>
                  </a:lnTo>
                  <a:lnTo>
                    <a:pt x="15611" y="11881"/>
                  </a:lnTo>
                  <a:lnTo>
                    <a:pt x="15577" y="15605"/>
                  </a:lnTo>
                  <a:lnTo>
                    <a:pt x="16377" y="17973"/>
                  </a:lnTo>
                  <a:lnTo>
                    <a:pt x="8211" y="19950"/>
                  </a:lnTo>
                  <a:lnTo>
                    <a:pt x="8223" y="18846"/>
                  </a:lnTo>
                  <a:lnTo>
                    <a:pt x="8220" y="14100"/>
                  </a:lnTo>
                  <a:lnTo>
                    <a:pt x="6423" y="11019"/>
                  </a:lnTo>
                  <a:lnTo>
                    <a:pt x="4785" y="10768"/>
                  </a:lnTo>
                  <a:lnTo>
                    <a:pt x="3067" y="9320"/>
                  </a:lnTo>
                  <a:lnTo>
                    <a:pt x="619" y="6095"/>
                  </a:lnTo>
                  <a:lnTo>
                    <a:pt x="0" y="3718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h775"/>
            <p:cNvSpPr/>
            <p:nvPr/>
          </p:nvSpPr>
          <p:spPr>
            <a:xfrm>
              <a:off x="1952784" y="2794880"/>
              <a:ext cx="30376" cy="23388"/>
            </a:xfrm>
            <a:custGeom>
              <a:avLst/>
              <a:pathLst>
                <a:path w="30376" h="23388">
                  <a:moveTo>
                    <a:pt x="18304" y="157"/>
                  </a:moveTo>
                  <a:lnTo>
                    <a:pt x="21691" y="2389"/>
                  </a:lnTo>
                  <a:lnTo>
                    <a:pt x="23575" y="2692"/>
                  </a:lnTo>
                  <a:lnTo>
                    <a:pt x="26938" y="1007"/>
                  </a:lnTo>
                  <a:lnTo>
                    <a:pt x="30210" y="1886"/>
                  </a:lnTo>
                  <a:lnTo>
                    <a:pt x="30376" y="2912"/>
                  </a:lnTo>
                  <a:lnTo>
                    <a:pt x="21816" y="13567"/>
                  </a:lnTo>
                  <a:lnTo>
                    <a:pt x="19412" y="10934"/>
                  </a:lnTo>
                  <a:lnTo>
                    <a:pt x="19511" y="9749"/>
                  </a:lnTo>
                  <a:lnTo>
                    <a:pt x="16991" y="10994"/>
                  </a:lnTo>
                  <a:lnTo>
                    <a:pt x="15701" y="13914"/>
                  </a:lnTo>
                  <a:lnTo>
                    <a:pt x="16339" y="17806"/>
                  </a:lnTo>
                  <a:lnTo>
                    <a:pt x="19034" y="20579"/>
                  </a:lnTo>
                  <a:lnTo>
                    <a:pt x="16291" y="20295"/>
                  </a:lnTo>
                  <a:lnTo>
                    <a:pt x="15208" y="19576"/>
                  </a:lnTo>
                  <a:lnTo>
                    <a:pt x="13443" y="20147"/>
                  </a:lnTo>
                  <a:lnTo>
                    <a:pt x="7618" y="23388"/>
                  </a:lnTo>
                  <a:lnTo>
                    <a:pt x="4669" y="21803"/>
                  </a:lnTo>
                  <a:lnTo>
                    <a:pt x="0" y="17255"/>
                  </a:lnTo>
                  <a:lnTo>
                    <a:pt x="35" y="14290"/>
                  </a:lnTo>
                  <a:lnTo>
                    <a:pt x="2974" y="8999"/>
                  </a:lnTo>
                  <a:lnTo>
                    <a:pt x="6771" y="10964"/>
                  </a:lnTo>
                  <a:lnTo>
                    <a:pt x="8943" y="10526"/>
                  </a:lnTo>
                  <a:lnTo>
                    <a:pt x="13117" y="5430"/>
                  </a:lnTo>
                  <a:lnTo>
                    <a:pt x="1614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h776"/>
            <p:cNvSpPr/>
            <p:nvPr/>
          </p:nvSpPr>
          <p:spPr>
            <a:xfrm>
              <a:off x="1982995" y="2781304"/>
              <a:ext cx="17453" cy="19108"/>
            </a:xfrm>
            <a:custGeom>
              <a:avLst/>
              <a:pathLst>
                <a:path w="17453" h="19108">
                  <a:moveTo>
                    <a:pt x="7328" y="350"/>
                  </a:moveTo>
                  <a:lnTo>
                    <a:pt x="12641" y="3191"/>
                  </a:lnTo>
                  <a:lnTo>
                    <a:pt x="15014" y="2636"/>
                  </a:lnTo>
                  <a:lnTo>
                    <a:pt x="17453" y="6507"/>
                  </a:lnTo>
                  <a:lnTo>
                    <a:pt x="15018" y="10639"/>
                  </a:lnTo>
                  <a:lnTo>
                    <a:pt x="15681" y="12591"/>
                  </a:lnTo>
                  <a:lnTo>
                    <a:pt x="13691" y="13802"/>
                  </a:lnTo>
                  <a:lnTo>
                    <a:pt x="12316" y="13273"/>
                  </a:lnTo>
                  <a:lnTo>
                    <a:pt x="8325" y="17565"/>
                  </a:lnTo>
                  <a:lnTo>
                    <a:pt x="5403" y="19108"/>
                  </a:lnTo>
                  <a:lnTo>
                    <a:pt x="4834" y="19080"/>
                  </a:lnTo>
                  <a:lnTo>
                    <a:pt x="5724" y="18793"/>
                  </a:lnTo>
                  <a:lnTo>
                    <a:pt x="5754" y="17738"/>
                  </a:lnTo>
                  <a:lnTo>
                    <a:pt x="166" y="16487"/>
                  </a:lnTo>
                  <a:lnTo>
                    <a:pt x="0" y="15461"/>
                  </a:lnTo>
                  <a:lnTo>
                    <a:pt x="2132" y="7579"/>
                  </a:lnTo>
                  <a:lnTo>
                    <a:pt x="2288" y="2284"/>
                  </a:lnTo>
                  <a:lnTo>
                    <a:pt x="359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h777"/>
            <p:cNvSpPr/>
            <p:nvPr/>
          </p:nvSpPr>
          <p:spPr>
            <a:xfrm>
              <a:off x="2160763" y="2740855"/>
              <a:ext cx="47505" cy="28382"/>
            </a:xfrm>
            <a:custGeom>
              <a:avLst/>
              <a:pathLst>
                <a:path w="47505" h="28382">
                  <a:moveTo>
                    <a:pt x="24839" y="351"/>
                  </a:moveTo>
                  <a:lnTo>
                    <a:pt x="28208" y="2041"/>
                  </a:lnTo>
                  <a:lnTo>
                    <a:pt x="32750" y="2341"/>
                  </a:lnTo>
                  <a:lnTo>
                    <a:pt x="34379" y="3414"/>
                  </a:lnTo>
                  <a:lnTo>
                    <a:pt x="36151" y="6072"/>
                  </a:lnTo>
                  <a:lnTo>
                    <a:pt x="37587" y="9428"/>
                  </a:lnTo>
                  <a:lnTo>
                    <a:pt x="37654" y="11683"/>
                  </a:lnTo>
                  <a:lnTo>
                    <a:pt x="40475" y="10981"/>
                  </a:lnTo>
                  <a:lnTo>
                    <a:pt x="43588" y="9018"/>
                  </a:lnTo>
                  <a:lnTo>
                    <a:pt x="43622" y="7933"/>
                  </a:lnTo>
                  <a:lnTo>
                    <a:pt x="47505" y="6563"/>
                  </a:lnTo>
                  <a:lnTo>
                    <a:pt x="47435" y="9345"/>
                  </a:lnTo>
                  <a:lnTo>
                    <a:pt x="46408" y="12368"/>
                  </a:lnTo>
                  <a:lnTo>
                    <a:pt x="44141" y="12946"/>
                  </a:lnTo>
                  <a:lnTo>
                    <a:pt x="42063" y="16543"/>
                  </a:lnTo>
                  <a:lnTo>
                    <a:pt x="41607" y="18215"/>
                  </a:lnTo>
                  <a:lnTo>
                    <a:pt x="42627" y="20001"/>
                  </a:lnTo>
                  <a:lnTo>
                    <a:pt x="40415" y="21227"/>
                  </a:lnTo>
                  <a:lnTo>
                    <a:pt x="36312" y="21610"/>
                  </a:lnTo>
                  <a:lnTo>
                    <a:pt x="36237" y="24404"/>
                  </a:lnTo>
                  <a:lnTo>
                    <a:pt x="34951" y="25471"/>
                  </a:lnTo>
                  <a:lnTo>
                    <a:pt x="33986" y="24938"/>
                  </a:lnTo>
                  <a:lnTo>
                    <a:pt x="30924" y="27390"/>
                  </a:lnTo>
                  <a:lnTo>
                    <a:pt x="25651" y="26269"/>
                  </a:lnTo>
                  <a:lnTo>
                    <a:pt x="22924" y="27668"/>
                  </a:lnTo>
                  <a:lnTo>
                    <a:pt x="16424" y="28382"/>
                  </a:lnTo>
                  <a:lnTo>
                    <a:pt x="13534" y="28161"/>
                  </a:lnTo>
                  <a:lnTo>
                    <a:pt x="12127" y="25208"/>
                  </a:lnTo>
                  <a:lnTo>
                    <a:pt x="11949" y="23410"/>
                  </a:lnTo>
                  <a:lnTo>
                    <a:pt x="9186" y="20474"/>
                  </a:lnTo>
                  <a:lnTo>
                    <a:pt x="7689" y="19795"/>
                  </a:lnTo>
                  <a:lnTo>
                    <a:pt x="4645" y="21959"/>
                  </a:lnTo>
                  <a:lnTo>
                    <a:pt x="1238" y="18989"/>
                  </a:lnTo>
                  <a:lnTo>
                    <a:pt x="0" y="16925"/>
                  </a:lnTo>
                  <a:lnTo>
                    <a:pt x="1228" y="11145"/>
                  </a:lnTo>
                  <a:lnTo>
                    <a:pt x="5957" y="6739"/>
                  </a:lnTo>
                  <a:lnTo>
                    <a:pt x="7036" y="1271"/>
                  </a:lnTo>
                  <a:lnTo>
                    <a:pt x="8204" y="742"/>
                  </a:lnTo>
                  <a:lnTo>
                    <a:pt x="9510" y="534"/>
                  </a:lnTo>
                  <a:lnTo>
                    <a:pt x="12583" y="3125"/>
                  </a:lnTo>
                  <a:lnTo>
                    <a:pt x="12375" y="3850"/>
                  </a:lnTo>
                  <a:lnTo>
                    <a:pt x="18649" y="6244"/>
                  </a:lnTo>
                  <a:lnTo>
                    <a:pt x="20910" y="3992"/>
                  </a:lnTo>
                  <a:lnTo>
                    <a:pt x="20264" y="871"/>
                  </a:lnTo>
                  <a:lnTo>
                    <a:pt x="2249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h778"/>
            <p:cNvSpPr/>
            <p:nvPr/>
          </p:nvSpPr>
          <p:spPr>
            <a:xfrm>
              <a:off x="1997105" y="2935396"/>
              <a:ext cx="38529" cy="46606"/>
            </a:xfrm>
            <a:custGeom>
              <a:avLst/>
              <a:pathLst>
                <a:path w="38529" h="46606">
                  <a:moveTo>
                    <a:pt x="13057" y="2451"/>
                  </a:moveTo>
                  <a:lnTo>
                    <a:pt x="15732" y="2778"/>
                  </a:lnTo>
                  <a:lnTo>
                    <a:pt x="20627" y="660"/>
                  </a:lnTo>
                  <a:lnTo>
                    <a:pt x="26142" y="2021"/>
                  </a:lnTo>
                  <a:lnTo>
                    <a:pt x="30396" y="4945"/>
                  </a:lnTo>
                  <a:lnTo>
                    <a:pt x="32571" y="3719"/>
                  </a:lnTo>
                  <a:lnTo>
                    <a:pt x="37008" y="4428"/>
                  </a:lnTo>
                  <a:lnTo>
                    <a:pt x="38529" y="6515"/>
                  </a:lnTo>
                  <a:lnTo>
                    <a:pt x="36459" y="7739"/>
                  </a:lnTo>
                  <a:lnTo>
                    <a:pt x="36311" y="11017"/>
                  </a:lnTo>
                  <a:lnTo>
                    <a:pt x="33924" y="14291"/>
                  </a:lnTo>
                  <a:lnTo>
                    <a:pt x="36386" y="18452"/>
                  </a:lnTo>
                  <a:lnTo>
                    <a:pt x="36194" y="20746"/>
                  </a:lnTo>
                  <a:lnTo>
                    <a:pt x="29938" y="25304"/>
                  </a:lnTo>
                  <a:lnTo>
                    <a:pt x="30302" y="28053"/>
                  </a:lnTo>
                  <a:lnTo>
                    <a:pt x="28086" y="34417"/>
                  </a:lnTo>
                  <a:lnTo>
                    <a:pt x="28376" y="35584"/>
                  </a:lnTo>
                  <a:lnTo>
                    <a:pt x="28597" y="40431"/>
                  </a:lnTo>
                  <a:lnTo>
                    <a:pt x="25390" y="44618"/>
                  </a:lnTo>
                  <a:lnTo>
                    <a:pt x="22457" y="46559"/>
                  </a:lnTo>
                  <a:lnTo>
                    <a:pt x="17970" y="45081"/>
                  </a:lnTo>
                  <a:lnTo>
                    <a:pt x="15113" y="46606"/>
                  </a:lnTo>
                  <a:lnTo>
                    <a:pt x="15686" y="39751"/>
                  </a:lnTo>
                  <a:lnTo>
                    <a:pt x="16836" y="38456"/>
                  </a:lnTo>
                  <a:lnTo>
                    <a:pt x="17840" y="35174"/>
                  </a:lnTo>
                  <a:lnTo>
                    <a:pt x="17970" y="32311"/>
                  </a:lnTo>
                  <a:lnTo>
                    <a:pt x="20593" y="29546"/>
                  </a:lnTo>
                  <a:lnTo>
                    <a:pt x="19610" y="22537"/>
                  </a:lnTo>
                  <a:lnTo>
                    <a:pt x="12264" y="18744"/>
                  </a:lnTo>
                  <a:lnTo>
                    <a:pt x="6097" y="13625"/>
                  </a:lnTo>
                  <a:lnTo>
                    <a:pt x="3171" y="14219"/>
                  </a:lnTo>
                  <a:lnTo>
                    <a:pt x="0" y="14053"/>
                  </a:lnTo>
                  <a:lnTo>
                    <a:pt x="349" y="10879"/>
                  </a:lnTo>
                  <a:lnTo>
                    <a:pt x="1004" y="10452"/>
                  </a:lnTo>
                  <a:lnTo>
                    <a:pt x="188" y="7550"/>
                  </a:lnTo>
                  <a:lnTo>
                    <a:pt x="2172" y="7308"/>
                  </a:lnTo>
                  <a:lnTo>
                    <a:pt x="4586" y="5993"/>
                  </a:lnTo>
                  <a:lnTo>
                    <a:pt x="10650" y="792"/>
                  </a:lnTo>
                  <a:lnTo>
                    <a:pt x="1332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h779"/>
            <p:cNvSpPr/>
            <p:nvPr/>
          </p:nvSpPr>
          <p:spPr>
            <a:xfrm>
              <a:off x="1935526" y="2834864"/>
              <a:ext cx="41435" cy="46173"/>
            </a:xfrm>
            <a:custGeom>
              <a:avLst/>
              <a:pathLst>
                <a:path w="41435" h="46173">
                  <a:moveTo>
                    <a:pt x="7279" y="2487"/>
                  </a:moveTo>
                  <a:lnTo>
                    <a:pt x="8855" y="5584"/>
                  </a:lnTo>
                  <a:lnTo>
                    <a:pt x="13754" y="11082"/>
                  </a:lnTo>
                  <a:lnTo>
                    <a:pt x="16134" y="11156"/>
                  </a:lnTo>
                  <a:lnTo>
                    <a:pt x="17559" y="9102"/>
                  </a:lnTo>
                  <a:lnTo>
                    <a:pt x="18536" y="9263"/>
                  </a:lnTo>
                  <a:lnTo>
                    <a:pt x="20018" y="18269"/>
                  </a:lnTo>
                  <a:lnTo>
                    <a:pt x="22957" y="17944"/>
                  </a:lnTo>
                  <a:lnTo>
                    <a:pt x="23415" y="16407"/>
                  </a:lnTo>
                  <a:lnTo>
                    <a:pt x="25342" y="15952"/>
                  </a:lnTo>
                  <a:lnTo>
                    <a:pt x="28909" y="17663"/>
                  </a:lnTo>
                  <a:lnTo>
                    <a:pt x="28894" y="18289"/>
                  </a:lnTo>
                  <a:lnTo>
                    <a:pt x="33565" y="21710"/>
                  </a:lnTo>
                  <a:lnTo>
                    <a:pt x="34073" y="20377"/>
                  </a:lnTo>
                  <a:lnTo>
                    <a:pt x="35928" y="20044"/>
                  </a:lnTo>
                  <a:lnTo>
                    <a:pt x="39021" y="20641"/>
                  </a:lnTo>
                  <a:lnTo>
                    <a:pt x="40273" y="21906"/>
                  </a:lnTo>
                  <a:lnTo>
                    <a:pt x="41435" y="24474"/>
                  </a:lnTo>
                  <a:lnTo>
                    <a:pt x="40657" y="32387"/>
                  </a:lnTo>
                  <a:lnTo>
                    <a:pt x="39835" y="34497"/>
                  </a:lnTo>
                  <a:lnTo>
                    <a:pt x="34603" y="37415"/>
                  </a:lnTo>
                  <a:lnTo>
                    <a:pt x="31503" y="37643"/>
                  </a:lnTo>
                  <a:lnTo>
                    <a:pt x="30675" y="42073"/>
                  </a:lnTo>
                  <a:lnTo>
                    <a:pt x="28935" y="43068"/>
                  </a:lnTo>
                  <a:lnTo>
                    <a:pt x="23646" y="41807"/>
                  </a:lnTo>
                  <a:lnTo>
                    <a:pt x="19316" y="42471"/>
                  </a:lnTo>
                  <a:lnTo>
                    <a:pt x="18694" y="40814"/>
                  </a:lnTo>
                  <a:lnTo>
                    <a:pt x="18889" y="37877"/>
                  </a:lnTo>
                  <a:lnTo>
                    <a:pt x="17697" y="36886"/>
                  </a:lnTo>
                  <a:lnTo>
                    <a:pt x="15521" y="38670"/>
                  </a:lnTo>
                  <a:lnTo>
                    <a:pt x="14170" y="41563"/>
                  </a:lnTo>
                  <a:lnTo>
                    <a:pt x="10472" y="45919"/>
                  </a:lnTo>
                  <a:lnTo>
                    <a:pt x="8566" y="46173"/>
                  </a:lnTo>
                  <a:lnTo>
                    <a:pt x="7231" y="45596"/>
                  </a:lnTo>
                  <a:lnTo>
                    <a:pt x="9608" y="44205"/>
                  </a:lnTo>
                  <a:lnTo>
                    <a:pt x="11413" y="38884"/>
                  </a:lnTo>
                  <a:lnTo>
                    <a:pt x="10264" y="37703"/>
                  </a:lnTo>
                  <a:lnTo>
                    <a:pt x="9316" y="34789"/>
                  </a:lnTo>
                  <a:lnTo>
                    <a:pt x="8337" y="24190"/>
                  </a:lnTo>
                  <a:lnTo>
                    <a:pt x="8893" y="22774"/>
                  </a:lnTo>
                  <a:lnTo>
                    <a:pt x="6455" y="20839"/>
                  </a:lnTo>
                  <a:lnTo>
                    <a:pt x="5383" y="20786"/>
                  </a:lnTo>
                  <a:lnTo>
                    <a:pt x="1368" y="5837"/>
                  </a:lnTo>
                  <a:lnTo>
                    <a:pt x="0" y="4344"/>
                  </a:lnTo>
                  <a:lnTo>
                    <a:pt x="2126" y="2036"/>
                  </a:lnTo>
                  <a:lnTo>
                    <a:pt x="299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h780"/>
            <p:cNvSpPr/>
            <p:nvPr/>
          </p:nvSpPr>
          <p:spPr>
            <a:xfrm>
              <a:off x="1922513" y="2855651"/>
              <a:ext cx="27984" cy="37592"/>
            </a:xfrm>
            <a:custGeom>
              <a:avLst/>
              <a:pathLst>
                <a:path w="27984" h="37592">
                  <a:moveTo>
                    <a:pt x="19468" y="53"/>
                  </a:moveTo>
                  <a:lnTo>
                    <a:pt x="21905" y="1987"/>
                  </a:lnTo>
                  <a:lnTo>
                    <a:pt x="21350" y="3404"/>
                  </a:lnTo>
                  <a:lnTo>
                    <a:pt x="22328" y="14002"/>
                  </a:lnTo>
                  <a:lnTo>
                    <a:pt x="23276" y="16916"/>
                  </a:lnTo>
                  <a:lnTo>
                    <a:pt x="24426" y="18097"/>
                  </a:lnTo>
                  <a:lnTo>
                    <a:pt x="22621" y="23418"/>
                  </a:lnTo>
                  <a:lnTo>
                    <a:pt x="20244" y="24809"/>
                  </a:lnTo>
                  <a:lnTo>
                    <a:pt x="21353" y="25658"/>
                  </a:lnTo>
                  <a:lnTo>
                    <a:pt x="21233" y="28174"/>
                  </a:lnTo>
                  <a:lnTo>
                    <a:pt x="22917" y="30638"/>
                  </a:lnTo>
                  <a:lnTo>
                    <a:pt x="27984" y="35647"/>
                  </a:lnTo>
                  <a:lnTo>
                    <a:pt x="27962" y="36463"/>
                  </a:lnTo>
                  <a:lnTo>
                    <a:pt x="25654" y="37592"/>
                  </a:lnTo>
                  <a:lnTo>
                    <a:pt x="20311" y="37438"/>
                  </a:lnTo>
                  <a:lnTo>
                    <a:pt x="21309" y="35763"/>
                  </a:lnTo>
                  <a:lnTo>
                    <a:pt x="17961" y="32162"/>
                  </a:lnTo>
                  <a:lnTo>
                    <a:pt x="16957" y="31450"/>
                  </a:lnTo>
                  <a:lnTo>
                    <a:pt x="14813" y="31533"/>
                  </a:lnTo>
                  <a:lnTo>
                    <a:pt x="13666" y="30630"/>
                  </a:lnTo>
                  <a:lnTo>
                    <a:pt x="14008" y="28659"/>
                  </a:lnTo>
                  <a:lnTo>
                    <a:pt x="15495" y="27084"/>
                  </a:lnTo>
                  <a:lnTo>
                    <a:pt x="15523" y="22746"/>
                  </a:lnTo>
                  <a:lnTo>
                    <a:pt x="15034" y="18051"/>
                  </a:lnTo>
                  <a:lnTo>
                    <a:pt x="12612" y="18106"/>
                  </a:lnTo>
                  <a:lnTo>
                    <a:pt x="13924" y="13977"/>
                  </a:lnTo>
                  <a:lnTo>
                    <a:pt x="11890" y="12462"/>
                  </a:lnTo>
                  <a:lnTo>
                    <a:pt x="3043" y="15614"/>
                  </a:lnTo>
                  <a:lnTo>
                    <a:pt x="0" y="11617"/>
                  </a:lnTo>
                  <a:lnTo>
                    <a:pt x="987" y="10785"/>
                  </a:lnTo>
                  <a:lnTo>
                    <a:pt x="3972" y="10563"/>
                  </a:lnTo>
                  <a:lnTo>
                    <a:pt x="9169" y="9765"/>
                  </a:lnTo>
                  <a:lnTo>
                    <a:pt x="14146" y="5611"/>
                  </a:lnTo>
                  <a:lnTo>
                    <a:pt x="15848" y="2081"/>
                  </a:lnTo>
                  <a:lnTo>
                    <a:pt x="1839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h781"/>
            <p:cNvSpPr/>
            <p:nvPr/>
          </p:nvSpPr>
          <p:spPr>
            <a:xfrm>
              <a:off x="1996449" y="2753768"/>
              <a:ext cx="36176" cy="26775"/>
            </a:xfrm>
            <a:custGeom>
              <a:avLst/>
              <a:pathLst>
                <a:path w="36176" h="26775">
                  <a:moveTo>
                    <a:pt x="7846" y="795"/>
                  </a:moveTo>
                  <a:lnTo>
                    <a:pt x="8965" y="3550"/>
                  </a:lnTo>
                  <a:lnTo>
                    <a:pt x="11485" y="4993"/>
                  </a:lnTo>
                  <a:lnTo>
                    <a:pt x="14611" y="3889"/>
                  </a:lnTo>
                  <a:lnTo>
                    <a:pt x="18742" y="3760"/>
                  </a:lnTo>
                  <a:lnTo>
                    <a:pt x="22690" y="1930"/>
                  </a:lnTo>
                  <a:lnTo>
                    <a:pt x="28550" y="2725"/>
                  </a:lnTo>
                  <a:lnTo>
                    <a:pt x="27759" y="4286"/>
                  </a:lnTo>
                  <a:lnTo>
                    <a:pt x="30697" y="8873"/>
                  </a:lnTo>
                  <a:lnTo>
                    <a:pt x="33796" y="12364"/>
                  </a:lnTo>
                  <a:lnTo>
                    <a:pt x="36176" y="13865"/>
                  </a:lnTo>
                  <a:lnTo>
                    <a:pt x="34754" y="23047"/>
                  </a:lnTo>
                  <a:lnTo>
                    <a:pt x="35312" y="25471"/>
                  </a:lnTo>
                  <a:lnTo>
                    <a:pt x="33488" y="26775"/>
                  </a:lnTo>
                  <a:lnTo>
                    <a:pt x="32516" y="24604"/>
                  </a:lnTo>
                  <a:lnTo>
                    <a:pt x="28545" y="25281"/>
                  </a:lnTo>
                  <a:lnTo>
                    <a:pt x="26457" y="24716"/>
                  </a:lnTo>
                  <a:lnTo>
                    <a:pt x="26286" y="23216"/>
                  </a:lnTo>
                  <a:lnTo>
                    <a:pt x="21326" y="20693"/>
                  </a:lnTo>
                  <a:lnTo>
                    <a:pt x="15958" y="20346"/>
                  </a:lnTo>
                  <a:lnTo>
                    <a:pt x="11777" y="23211"/>
                  </a:lnTo>
                  <a:lnTo>
                    <a:pt x="6072" y="23354"/>
                  </a:lnTo>
                  <a:lnTo>
                    <a:pt x="5573" y="22367"/>
                  </a:lnTo>
                  <a:lnTo>
                    <a:pt x="5868" y="19731"/>
                  </a:lnTo>
                  <a:lnTo>
                    <a:pt x="8012" y="16506"/>
                  </a:lnTo>
                  <a:lnTo>
                    <a:pt x="7308" y="14219"/>
                  </a:lnTo>
                  <a:lnTo>
                    <a:pt x="5772" y="14007"/>
                  </a:lnTo>
                  <a:lnTo>
                    <a:pt x="2084" y="16127"/>
                  </a:lnTo>
                  <a:lnTo>
                    <a:pt x="0" y="13771"/>
                  </a:lnTo>
                  <a:lnTo>
                    <a:pt x="3053" y="4394"/>
                  </a:lnTo>
                  <a:lnTo>
                    <a:pt x="645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h782"/>
            <p:cNvSpPr/>
            <p:nvPr/>
          </p:nvSpPr>
          <p:spPr>
            <a:xfrm>
              <a:off x="1841978" y="2884595"/>
              <a:ext cx="65265" cy="52825"/>
            </a:xfrm>
            <a:custGeom>
              <a:avLst/>
              <a:pathLst>
                <a:path w="65265" h="52825">
                  <a:moveTo>
                    <a:pt x="47709" y="3681"/>
                  </a:moveTo>
                  <a:lnTo>
                    <a:pt x="49544" y="3912"/>
                  </a:lnTo>
                  <a:lnTo>
                    <a:pt x="55049" y="9390"/>
                  </a:lnTo>
                  <a:lnTo>
                    <a:pt x="55088" y="17060"/>
                  </a:lnTo>
                  <a:lnTo>
                    <a:pt x="56941" y="22885"/>
                  </a:lnTo>
                  <a:lnTo>
                    <a:pt x="59346" y="24627"/>
                  </a:lnTo>
                  <a:lnTo>
                    <a:pt x="60591" y="23784"/>
                  </a:lnTo>
                  <a:lnTo>
                    <a:pt x="61494" y="21993"/>
                  </a:lnTo>
                  <a:lnTo>
                    <a:pt x="64384" y="23876"/>
                  </a:lnTo>
                  <a:lnTo>
                    <a:pt x="65195" y="24386"/>
                  </a:lnTo>
                  <a:lnTo>
                    <a:pt x="65265" y="26419"/>
                  </a:lnTo>
                  <a:lnTo>
                    <a:pt x="63532" y="26474"/>
                  </a:lnTo>
                  <a:lnTo>
                    <a:pt x="62303" y="29454"/>
                  </a:lnTo>
                  <a:lnTo>
                    <a:pt x="62926" y="32194"/>
                  </a:lnTo>
                  <a:lnTo>
                    <a:pt x="62171" y="32775"/>
                  </a:lnTo>
                  <a:lnTo>
                    <a:pt x="62096" y="40016"/>
                  </a:lnTo>
                  <a:lnTo>
                    <a:pt x="61309" y="43883"/>
                  </a:lnTo>
                  <a:lnTo>
                    <a:pt x="56460" y="44023"/>
                  </a:lnTo>
                  <a:lnTo>
                    <a:pt x="52687" y="49688"/>
                  </a:lnTo>
                  <a:lnTo>
                    <a:pt x="48921" y="47640"/>
                  </a:lnTo>
                  <a:lnTo>
                    <a:pt x="47892" y="49101"/>
                  </a:lnTo>
                  <a:lnTo>
                    <a:pt x="47525" y="52539"/>
                  </a:lnTo>
                  <a:lnTo>
                    <a:pt x="46215" y="52825"/>
                  </a:lnTo>
                  <a:lnTo>
                    <a:pt x="40097" y="49787"/>
                  </a:lnTo>
                  <a:lnTo>
                    <a:pt x="35761" y="49707"/>
                  </a:lnTo>
                  <a:lnTo>
                    <a:pt x="30328" y="48570"/>
                  </a:lnTo>
                  <a:lnTo>
                    <a:pt x="22914" y="48693"/>
                  </a:lnTo>
                  <a:lnTo>
                    <a:pt x="21707" y="47951"/>
                  </a:lnTo>
                  <a:lnTo>
                    <a:pt x="17132" y="39592"/>
                  </a:lnTo>
                  <a:lnTo>
                    <a:pt x="11757" y="42383"/>
                  </a:lnTo>
                  <a:lnTo>
                    <a:pt x="7300" y="40668"/>
                  </a:lnTo>
                  <a:lnTo>
                    <a:pt x="4643" y="41694"/>
                  </a:lnTo>
                  <a:lnTo>
                    <a:pt x="0" y="38441"/>
                  </a:lnTo>
                  <a:lnTo>
                    <a:pt x="1624" y="36611"/>
                  </a:lnTo>
                  <a:lnTo>
                    <a:pt x="1700" y="34013"/>
                  </a:lnTo>
                  <a:lnTo>
                    <a:pt x="1382" y="33111"/>
                  </a:lnTo>
                  <a:lnTo>
                    <a:pt x="30" y="32539"/>
                  </a:lnTo>
                  <a:lnTo>
                    <a:pt x="4579" y="20210"/>
                  </a:lnTo>
                  <a:lnTo>
                    <a:pt x="9877" y="14839"/>
                  </a:lnTo>
                  <a:lnTo>
                    <a:pt x="13300" y="12722"/>
                  </a:lnTo>
                  <a:lnTo>
                    <a:pt x="14245" y="13288"/>
                  </a:lnTo>
                  <a:lnTo>
                    <a:pt x="13604" y="14510"/>
                  </a:lnTo>
                  <a:lnTo>
                    <a:pt x="14073" y="15192"/>
                  </a:lnTo>
                  <a:lnTo>
                    <a:pt x="18231" y="17101"/>
                  </a:lnTo>
                  <a:lnTo>
                    <a:pt x="19148" y="16908"/>
                  </a:lnTo>
                  <a:lnTo>
                    <a:pt x="20191" y="14612"/>
                  </a:lnTo>
                  <a:lnTo>
                    <a:pt x="28515" y="7643"/>
                  </a:lnTo>
                  <a:lnTo>
                    <a:pt x="32987" y="5661"/>
                  </a:lnTo>
                  <a:lnTo>
                    <a:pt x="38331" y="1409"/>
                  </a:lnTo>
                  <a:lnTo>
                    <a:pt x="39957" y="1050"/>
                  </a:lnTo>
                  <a:lnTo>
                    <a:pt x="43484" y="2525"/>
                  </a:lnTo>
                  <a:lnTo>
                    <a:pt x="4613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h783"/>
            <p:cNvSpPr/>
            <p:nvPr/>
          </p:nvSpPr>
          <p:spPr>
            <a:xfrm>
              <a:off x="1813939" y="2823442"/>
              <a:ext cx="230" cy="127"/>
            </a:xfrm>
            <a:custGeom>
              <a:avLst/>
              <a:pathLst>
                <a:path w="230" h="127">
                  <a:moveTo>
                    <a:pt x="0" y="31"/>
                  </a:moveTo>
                  <a:lnTo>
                    <a:pt x="230" y="0"/>
                  </a:lnTo>
                  <a:lnTo>
                    <a:pt x="157" y="12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h784"/>
            <p:cNvSpPr/>
            <p:nvPr/>
          </p:nvSpPr>
          <p:spPr>
            <a:xfrm>
              <a:off x="1810250" y="2779027"/>
              <a:ext cx="40083" cy="53188"/>
            </a:xfrm>
            <a:custGeom>
              <a:avLst/>
              <a:pathLst>
                <a:path w="40083" h="53188">
                  <a:moveTo>
                    <a:pt x="29519" y="3892"/>
                  </a:moveTo>
                  <a:lnTo>
                    <a:pt x="32284" y="5469"/>
                  </a:lnTo>
                  <a:lnTo>
                    <a:pt x="33128" y="11109"/>
                  </a:lnTo>
                  <a:lnTo>
                    <a:pt x="39029" y="14977"/>
                  </a:lnTo>
                  <a:lnTo>
                    <a:pt x="40083" y="16988"/>
                  </a:lnTo>
                  <a:lnTo>
                    <a:pt x="39918" y="20450"/>
                  </a:lnTo>
                  <a:lnTo>
                    <a:pt x="38051" y="21436"/>
                  </a:lnTo>
                  <a:lnTo>
                    <a:pt x="35804" y="21247"/>
                  </a:lnTo>
                  <a:lnTo>
                    <a:pt x="30625" y="24014"/>
                  </a:lnTo>
                  <a:lnTo>
                    <a:pt x="28153" y="27782"/>
                  </a:lnTo>
                  <a:lnTo>
                    <a:pt x="26232" y="28294"/>
                  </a:lnTo>
                  <a:lnTo>
                    <a:pt x="23699" y="26954"/>
                  </a:lnTo>
                  <a:lnTo>
                    <a:pt x="20816" y="27763"/>
                  </a:lnTo>
                  <a:lnTo>
                    <a:pt x="19503" y="29056"/>
                  </a:lnTo>
                  <a:lnTo>
                    <a:pt x="23938" y="41492"/>
                  </a:lnTo>
                  <a:lnTo>
                    <a:pt x="23164" y="47080"/>
                  </a:lnTo>
                  <a:lnTo>
                    <a:pt x="21172" y="48642"/>
                  </a:lnTo>
                  <a:lnTo>
                    <a:pt x="20561" y="47152"/>
                  </a:lnTo>
                  <a:lnTo>
                    <a:pt x="18627" y="46299"/>
                  </a:lnTo>
                  <a:lnTo>
                    <a:pt x="14640" y="48554"/>
                  </a:lnTo>
                  <a:lnTo>
                    <a:pt x="11012" y="53188"/>
                  </a:lnTo>
                  <a:lnTo>
                    <a:pt x="10457" y="51851"/>
                  </a:lnTo>
                  <a:lnTo>
                    <a:pt x="6386" y="49891"/>
                  </a:lnTo>
                  <a:lnTo>
                    <a:pt x="5738" y="48391"/>
                  </a:lnTo>
                  <a:lnTo>
                    <a:pt x="2634" y="48994"/>
                  </a:lnTo>
                  <a:lnTo>
                    <a:pt x="2343" y="49850"/>
                  </a:lnTo>
                  <a:lnTo>
                    <a:pt x="3296" y="51949"/>
                  </a:lnTo>
                  <a:lnTo>
                    <a:pt x="603" y="52397"/>
                  </a:lnTo>
                  <a:lnTo>
                    <a:pt x="0" y="48280"/>
                  </a:lnTo>
                  <a:lnTo>
                    <a:pt x="7674" y="43073"/>
                  </a:lnTo>
                  <a:lnTo>
                    <a:pt x="10643" y="36213"/>
                  </a:lnTo>
                  <a:lnTo>
                    <a:pt x="10620" y="33888"/>
                  </a:lnTo>
                  <a:lnTo>
                    <a:pt x="9399" y="31708"/>
                  </a:lnTo>
                  <a:lnTo>
                    <a:pt x="5427" y="29398"/>
                  </a:lnTo>
                  <a:lnTo>
                    <a:pt x="5745" y="28213"/>
                  </a:lnTo>
                  <a:lnTo>
                    <a:pt x="7765" y="27018"/>
                  </a:lnTo>
                  <a:lnTo>
                    <a:pt x="8774" y="25539"/>
                  </a:lnTo>
                  <a:lnTo>
                    <a:pt x="11033" y="20391"/>
                  </a:lnTo>
                  <a:lnTo>
                    <a:pt x="14648" y="17627"/>
                  </a:lnTo>
                  <a:lnTo>
                    <a:pt x="17725" y="18280"/>
                  </a:lnTo>
                  <a:lnTo>
                    <a:pt x="19034" y="15357"/>
                  </a:lnTo>
                  <a:lnTo>
                    <a:pt x="18070" y="14909"/>
                  </a:lnTo>
                  <a:lnTo>
                    <a:pt x="17769" y="12851"/>
                  </a:lnTo>
                  <a:lnTo>
                    <a:pt x="19918" y="7239"/>
                  </a:lnTo>
                  <a:lnTo>
                    <a:pt x="21803" y="4857"/>
                  </a:lnTo>
                  <a:lnTo>
                    <a:pt x="2768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h785"/>
            <p:cNvSpPr/>
            <p:nvPr/>
          </p:nvSpPr>
          <p:spPr>
            <a:xfrm>
              <a:off x="1982364" y="2827711"/>
              <a:ext cx="19623" cy="34752"/>
            </a:xfrm>
            <a:custGeom>
              <a:avLst/>
              <a:pathLst>
                <a:path w="19623" h="34752">
                  <a:moveTo>
                    <a:pt x="2664" y="0"/>
                  </a:moveTo>
                  <a:lnTo>
                    <a:pt x="8457" y="2574"/>
                  </a:lnTo>
                  <a:lnTo>
                    <a:pt x="11649" y="4124"/>
                  </a:lnTo>
                  <a:lnTo>
                    <a:pt x="11399" y="7842"/>
                  </a:lnTo>
                  <a:lnTo>
                    <a:pt x="12018" y="10219"/>
                  </a:lnTo>
                  <a:lnTo>
                    <a:pt x="14466" y="13444"/>
                  </a:lnTo>
                  <a:lnTo>
                    <a:pt x="16185" y="14892"/>
                  </a:lnTo>
                  <a:lnTo>
                    <a:pt x="17823" y="15143"/>
                  </a:lnTo>
                  <a:lnTo>
                    <a:pt x="19619" y="18224"/>
                  </a:lnTo>
                  <a:lnTo>
                    <a:pt x="19623" y="22970"/>
                  </a:lnTo>
                  <a:lnTo>
                    <a:pt x="18227" y="25906"/>
                  </a:lnTo>
                  <a:lnTo>
                    <a:pt x="14217" y="24265"/>
                  </a:lnTo>
                  <a:lnTo>
                    <a:pt x="12473" y="28111"/>
                  </a:lnTo>
                  <a:lnTo>
                    <a:pt x="8363" y="31194"/>
                  </a:lnTo>
                  <a:lnTo>
                    <a:pt x="8786" y="33910"/>
                  </a:lnTo>
                  <a:lnTo>
                    <a:pt x="6205" y="34752"/>
                  </a:lnTo>
                  <a:lnTo>
                    <a:pt x="2782" y="31976"/>
                  </a:lnTo>
                  <a:lnTo>
                    <a:pt x="950" y="26241"/>
                  </a:lnTo>
                  <a:lnTo>
                    <a:pt x="5671" y="20849"/>
                  </a:lnTo>
                  <a:lnTo>
                    <a:pt x="4708" y="18328"/>
                  </a:lnTo>
                  <a:lnTo>
                    <a:pt x="4148" y="10691"/>
                  </a:lnTo>
                  <a:lnTo>
                    <a:pt x="1787" y="10441"/>
                  </a:lnTo>
                  <a:lnTo>
                    <a:pt x="0" y="4856"/>
                  </a:lnTo>
                  <a:lnTo>
                    <a:pt x="2232" y="2114"/>
                  </a:lnTo>
                  <a:lnTo>
                    <a:pt x="1250" y="1009"/>
                  </a:lnTo>
                  <a:lnTo>
                    <a:pt x="1353" y="237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h786"/>
            <p:cNvSpPr/>
            <p:nvPr/>
          </p:nvSpPr>
          <p:spPr>
            <a:xfrm>
              <a:off x="2028555" y="2864899"/>
              <a:ext cx="24686" cy="20519"/>
            </a:xfrm>
            <a:custGeom>
              <a:avLst/>
              <a:pathLst>
                <a:path w="24686" h="20519">
                  <a:moveTo>
                    <a:pt x="1946" y="939"/>
                  </a:moveTo>
                  <a:lnTo>
                    <a:pt x="8262" y="3691"/>
                  </a:lnTo>
                  <a:lnTo>
                    <a:pt x="13141" y="3793"/>
                  </a:lnTo>
                  <a:lnTo>
                    <a:pt x="19630" y="6260"/>
                  </a:lnTo>
                  <a:lnTo>
                    <a:pt x="21445" y="8279"/>
                  </a:lnTo>
                  <a:lnTo>
                    <a:pt x="24686" y="8827"/>
                  </a:lnTo>
                  <a:lnTo>
                    <a:pt x="24649" y="11421"/>
                  </a:lnTo>
                  <a:lnTo>
                    <a:pt x="22959" y="15377"/>
                  </a:lnTo>
                  <a:lnTo>
                    <a:pt x="23293" y="16602"/>
                  </a:lnTo>
                  <a:lnTo>
                    <a:pt x="22272" y="20519"/>
                  </a:lnTo>
                  <a:lnTo>
                    <a:pt x="16213" y="17643"/>
                  </a:lnTo>
                  <a:lnTo>
                    <a:pt x="14670" y="14469"/>
                  </a:lnTo>
                  <a:lnTo>
                    <a:pt x="15133" y="13590"/>
                  </a:lnTo>
                  <a:lnTo>
                    <a:pt x="20298" y="13041"/>
                  </a:lnTo>
                  <a:lnTo>
                    <a:pt x="20751" y="11760"/>
                  </a:lnTo>
                  <a:lnTo>
                    <a:pt x="13523" y="8529"/>
                  </a:lnTo>
                  <a:lnTo>
                    <a:pt x="8062" y="6793"/>
                  </a:lnTo>
                  <a:lnTo>
                    <a:pt x="3653" y="6287"/>
                  </a:lnTo>
                  <a:lnTo>
                    <a:pt x="128" y="3319"/>
                  </a:lnTo>
                  <a:lnTo>
                    <a:pt x="0" y="2091"/>
                  </a:lnTo>
                  <a:lnTo>
                    <a:pt x="160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h787"/>
            <p:cNvSpPr/>
            <p:nvPr/>
          </p:nvSpPr>
          <p:spPr>
            <a:xfrm>
              <a:off x="1938750" y="2913837"/>
              <a:ext cx="34259" cy="28655"/>
            </a:xfrm>
            <a:custGeom>
              <a:avLst/>
              <a:pathLst>
                <a:path w="34259" h="28655">
                  <a:moveTo>
                    <a:pt x="10479" y="4100"/>
                  </a:moveTo>
                  <a:lnTo>
                    <a:pt x="13370" y="3164"/>
                  </a:lnTo>
                  <a:lnTo>
                    <a:pt x="16527" y="7260"/>
                  </a:lnTo>
                  <a:lnTo>
                    <a:pt x="20000" y="8748"/>
                  </a:lnTo>
                  <a:lnTo>
                    <a:pt x="26971" y="9324"/>
                  </a:lnTo>
                  <a:lnTo>
                    <a:pt x="28032" y="8391"/>
                  </a:lnTo>
                  <a:lnTo>
                    <a:pt x="31961" y="7463"/>
                  </a:lnTo>
                  <a:lnTo>
                    <a:pt x="34259" y="10246"/>
                  </a:lnTo>
                  <a:lnTo>
                    <a:pt x="28761" y="17386"/>
                  </a:lnTo>
                  <a:lnTo>
                    <a:pt x="29057" y="18217"/>
                  </a:lnTo>
                  <a:lnTo>
                    <a:pt x="25347" y="18267"/>
                  </a:lnTo>
                  <a:lnTo>
                    <a:pt x="22350" y="24630"/>
                  </a:lnTo>
                  <a:lnTo>
                    <a:pt x="16899" y="26664"/>
                  </a:lnTo>
                  <a:lnTo>
                    <a:pt x="12382" y="24079"/>
                  </a:lnTo>
                  <a:lnTo>
                    <a:pt x="10577" y="23758"/>
                  </a:lnTo>
                  <a:lnTo>
                    <a:pt x="6688" y="26528"/>
                  </a:lnTo>
                  <a:lnTo>
                    <a:pt x="6460" y="28247"/>
                  </a:lnTo>
                  <a:lnTo>
                    <a:pt x="5178" y="28655"/>
                  </a:lnTo>
                  <a:lnTo>
                    <a:pt x="1170" y="23936"/>
                  </a:lnTo>
                  <a:lnTo>
                    <a:pt x="708" y="19092"/>
                  </a:lnTo>
                  <a:lnTo>
                    <a:pt x="0" y="18043"/>
                  </a:lnTo>
                  <a:lnTo>
                    <a:pt x="3332" y="13614"/>
                  </a:lnTo>
                  <a:lnTo>
                    <a:pt x="6396" y="13074"/>
                  </a:lnTo>
                  <a:lnTo>
                    <a:pt x="5921" y="5727"/>
                  </a:lnTo>
                  <a:lnTo>
                    <a:pt x="3961" y="3687"/>
                  </a:lnTo>
                  <a:lnTo>
                    <a:pt x="4461" y="1361"/>
                  </a:lnTo>
                  <a:lnTo>
                    <a:pt x="583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h788"/>
            <p:cNvSpPr/>
            <p:nvPr/>
          </p:nvSpPr>
          <p:spPr>
            <a:xfrm>
              <a:off x="2022460" y="2623839"/>
              <a:ext cx="37976" cy="37011"/>
            </a:xfrm>
            <a:custGeom>
              <a:avLst/>
              <a:pathLst>
                <a:path w="37976" h="37011">
                  <a:moveTo>
                    <a:pt x="18699" y="0"/>
                  </a:moveTo>
                  <a:lnTo>
                    <a:pt x="17266" y="2393"/>
                  </a:lnTo>
                  <a:lnTo>
                    <a:pt x="19850" y="3930"/>
                  </a:lnTo>
                  <a:lnTo>
                    <a:pt x="19271" y="9150"/>
                  </a:lnTo>
                  <a:lnTo>
                    <a:pt x="24050" y="12770"/>
                  </a:lnTo>
                  <a:lnTo>
                    <a:pt x="32026" y="15231"/>
                  </a:lnTo>
                  <a:lnTo>
                    <a:pt x="35765" y="17984"/>
                  </a:lnTo>
                  <a:lnTo>
                    <a:pt x="32848" y="19913"/>
                  </a:lnTo>
                  <a:lnTo>
                    <a:pt x="32615" y="21692"/>
                  </a:lnTo>
                  <a:lnTo>
                    <a:pt x="37798" y="22832"/>
                  </a:lnTo>
                  <a:lnTo>
                    <a:pt x="37976" y="24782"/>
                  </a:lnTo>
                  <a:lnTo>
                    <a:pt x="37356" y="28671"/>
                  </a:lnTo>
                  <a:lnTo>
                    <a:pt x="35001" y="29912"/>
                  </a:lnTo>
                  <a:lnTo>
                    <a:pt x="30571" y="30714"/>
                  </a:lnTo>
                  <a:lnTo>
                    <a:pt x="27289" y="30508"/>
                  </a:lnTo>
                  <a:lnTo>
                    <a:pt x="28325" y="33873"/>
                  </a:lnTo>
                  <a:lnTo>
                    <a:pt x="22534" y="34215"/>
                  </a:lnTo>
                  <a:lnTo>
                    <a:pt x="19375" y="32704"/>
                  </a:lnTo>
                  <a:lnTo>
                    <a:pt x="12083" y="37011"/>
                  </a:lnTo>
                  <a:lnTo>
                    <a:pt x="4803" y="20420"/>
                  </a:lnTo>
                  <a:lnTo>
                    <a:pt x="0" y="16433"/>
                  </a:lnTo>
                  <a:lnTo>
                    <a:pt x="1205" y="15979"/>
                  </a:lnTo>
                  <a:lnTo>
                    <a:pt x="2534" y="13479"/>
                  </a:lnTo>
                  <a:lnTo>
                    <a:pt x="2758" y="9080"/>
                  </a:lnTo>
                  <a:lnTo>
                    <a:pt x="4614" y="4473"/>
                  </a:lnTo>
                  <a:lnTo>
                    <a:pt x="9858" y="1694"/>
                  </a:lnTo>
                  <a:lnTo>
                    <a:pt x="12535" y="1006"/>
                  </a:lnTo>
                  <a:lnTo>
                    <a:pt x="15373" y="2448"/>
                  </a:lnTo>
                  <a:lnTo>
                    <a:pt x="16814" y="57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h789"/>
            <p:cNvSpPr/>
            <p:nvPr/>
          </p:nvSpPr>
          <p:spPr>
            <a:xfrm>
              <a:off x="1883526" y="2931881"/>
              <a:ext cx="65520" cy="45240"/>
            </a:xfrm>
            <a:custGeom>
              <a:avLst/>
              <a:pathLst>
                <a:path w="65520" h="45240">
                  <a:moveTo>
                    <a:pt x="55932" y="1049"/>
                  </a:moveTo>
                  <a:lnTo>
                    <a:pt x="56394" y="5893"/>
                  </a:lnTo>
                  <a:lnTo>
                    <a:pt x="60402" y="10611"/>
                  </a:lnTo>
                  <a:lnTo>
                    <a:pt x="61685" y="10203"/>
                  </a:lnTo>
                  <a:lnTo>
                    <a:pt x="65520" y="20528"/>
                  </a:lnTo>
                  <a:lnTo>
                    <a:pt x="63736" y="25446"/>
                  </a:lnTo>
                  <a:lnTo>
                    <a:pt x="64475" y="26678"/>
                  </a:lnTo>
                  <a:lnTo>
                    <a:pt x="63246" y="31277"/>
                  </a:lnTo>
                  <a:lnTo>
                    <a:pt x="61036" y="32654"/>
                  </a:lnTo>
                  <a:lnTo>
                    <a:pt x="58303" y="35884"/>
                  </a:lnTo>
                  <a:lnTo>
                    <a:pt x="59441" y="40006"/>
                  </a:lnTo>
                  <a:lnTo>
                    <a:pt x="52215" y="41768"/>
                  </a:lnTo>
                  <a:lnTo>
                    <a:pt x="48040" y="41931"/>
                  </a:lnTo>
                  <a:lnTo>
                    <a:pt x="43772" y="40658"/>
                  </a:lnTo>
                  <a:lnTo>
                    <a:pt x="32149" y="44816"/>
                  </a:lnTo>
                  <a:lnTo>
                    <a:pt x="29476" y="45240"/>
                  </a:lnTo>
                  <a:lnTo>
                    <a:pt x="27728" y="44377"/>
                  </a:lnTo>
                  <a:lnTo>
                    <a:pt x="23575" y="44349"/>
                  </a:lnTo>
                  <a:lnTo>
                    <a:pt x="24067" y="41260"/>
                  </a:lnTo>
                  <a:lnTo>
                    <a:pt x="20619" y="33594"/>
                  </a:lnTo>
                  <a:lnTo>
                    <a:pt x="15868" y="34452"/>
                  </a:lnTo>
                  <a:lnTo>
                    <a:pt x="2711" y="41074"/>
                  </a:lnTo>
                  <a:lnTo>
                    <a:pt x="476" y="39400"/>
                  </a:lnTo>
                  <a:lnTo>
                    <a:pt x="0" y="36897"/>
                  </a:lnTo>
                  <a:lnTo>
                    <a:pt x="151" y="35422"/>
                  </a:lnTo>
                  <a:lnTo>
                    <a:pt x="1745" y="34623"/>
                  </a:lnTo>
                  <a:lnTo>
                    <a:pt x="2602" y="35051"/>
                  </a:lnTo>
                  <a:lnTo>
                    <a:pt x="3042" y="33026"/>
                  </a:lnTo>
                  <a:lnTo>
                    <a:pt x="1537" y="30691"/>
                  </a:lnTo>
                  <a:lnTo>
                    <a:pt x="2178" y="29207"/>
                  </a:lnTo>
                  <a:lnTo>
                    <a:pt x="4074" y="27851"/>
                  </a:lnTo>
                  <a:lnTo>
                    <a:pt x="6794" y="27714"/>
                  </a:lnTo>
                  <a:lnTo>
                    <a:pt x="8376" y="25476"/>
                  </a:lnTo>
                  <a:lnTo>
                    <a:pt x="13796" y="22062"/>
                  </a:lnTo>
                  <a:lnTo>
                    <a:pt x="21312" y="23477"/>
                  </a:lnTo>
                  <a:lnTo>
                    <a:pt x="23188" y="22545"/>
                  </a:lnTo>
                  <a:lnTo>
                    <a:pt x="20703" y="16827"/>
                  </a:lnTo>
                  <a:lnTo>
                    <a:pt x="24042" y="15402"/>
                  </a:lnTo>
                  <a:lnTo>
                    <a:pt x="29266" y="15956"/>
                  </a:lnTo>
                  <a:lnTo>
                    <a:pt x="30965" y="15310"/>
                  </a:lnTo>
                  <a:lnTo>
                    <a:pt x="33043" y="11506"/>
                  </a:lnTo>
                  <a:lnTo>
                    <a:pt x="32525" y="10657"/>
                  </a:lnTo>
                  <a:lnTo>
                    <a:pt x="33228" y="7332"/>
                  </a:lnTo>
                  <a:lnTo>
                    <a:pt x="34363" y="6060"/>
                  </a:lnTo>
                  <a:lnTo>
                    <a:pt x="39224" y="5514"/>
                  </a:lnTo>
                  <a:lnTo>
                    <a:pt x="43211" y="7726"/>
                  </a:lnTo>
                  <a:lnTo>
                    <a:pt x="49429" y="7169"/>
                  </a:lnTo>
                  <a:lnTo>
                    <a:pt x="53682" y="2662"/>
                  </a:lnTo>
                  <a:lnTo>
                    <a:pt x="5522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h790"/>
            <p:cNvSpPr/>
            <p:nvPr/>
          </p:nvSpPr>
          <p:spPr>
            <a:xfrm>
              <a:off x="1878879" y="2855692"/>
              <a:ext cx="39556" cy="21542"/>
            </a:xfrm>
            <a:custGeom>
              <a:avLst/>
              <a:pathLst>
                <a:path w="39556" h="21542">
                  <a:moveTo>
                    <a:pt x="19755" y="1324"/>
                  </a:moveTo>
                  <a:lnTo>
                    <a:pt x="21037" y="2954"/>
                  </a:lnTo>
                  <a:lnTo>
                    <a:pt x="26447" y="4650"/>
                  </a:lnTo>
                  <a:lnTo>
                    <a:pt x="28656" y="4217"/>
                  </a:lnTo>
                  <a:lnTo>
                    <a:pt x="34134" y="0"/>
                  </a:lnTo>
                  <a:lnTo>
                    <a:pt x="35298" y="186"/>
                  </a:lnTo>
                  <a:lnTo>
                    <a:pt x="37431" y="3002"/>
                  </a:lnTo>
                  <a:lnTo>
                    <a:pt x="39556" y="7531"/>
                  </a:lnTo>
                  <a:lnTo>
                    <a:pt x="37762" y="9799"/>
                  </a:lnTo>
                  <a:lnTo>
                    <a:pt x="34539" y="11568"/>
                  </a:lnTo>
                  <a:lnTo>
                    <a:pt x="34707" y="15948"/>
                  </a:lnTo>
                  <a:lnTo>
                    <a:pt x="36571" y="19331"/>
                  </a:lnTo>
                  <a:lnTo>
                    <a:pt x="33470" y="21406"/>
                  </a:lnTo>
                  <a:lnTo>
                    <a:pt x="30659" y="19503"/>
                  </a:lnTo>
                  <a:lnTo>
                    <a:pt x="16109" y="18503"/>
                  </a:lnTo>
                  <a:lnTo>
                    <a:pt x="12077" y="18968"/>
                  </a:lnTo>
                  <a:lnTo>
                    <a:pt x="9020" y="21542"/>
                  </a:lnTo>
                  <a:lnTo>
                    <a:pt x="6144" y="20407"/>
                  </a:lnTo>
                  <a:lnTo>
                    <a:pt x="4773" y="18008"/>
                  </a:lnTo>
                  <a:lnTo>
                    <a:pt x="3335" y="15305"/>
                  </a:lnTo>
                  <a:lnTo>
                    <a:pt x="2919" y="16580"/>
                  </a:lnTo>
                  <a:lnTo>
                    <a:pt x="794" y="17107"/>
                  </a:lnTo>
                  <a:lnTo>
                    <a:pt x="0" y="16094"/>
                  </a:lnTo>
                  <a:lnTo>
                    <a:pt x="111" y="9479"/>
                  </a:lnTo>
                  <a:lnTo>
                    <a:pt x="3295" y="12366"/>
                  </a:lnTo>
                  <a:lnTo>
                    <a:pt x="7387" y="14738"/>
                  </a:lnTo>
                  <a:lnTo>
                    <a:pt x="12140" y="11743"/>
                  </a:lnTo>
                  <a:lnTo>
                    <a:pt x="14351" y="7241"/>
                  </a:lnTo>
                  <a:lnTo>
                    <a:pt x="13182" y="5396"/>
                  </a:lnTo>
                  <a:lnTo>
                    <a:pt x="13520" y="4207"/>
                  </a:lnTo>
                  <a:lnTo>
                    <a:pt x="16729" y="91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h791"/>
            <p:cNvSpPr/>
            <p:nvPr/>
          </p:nvSpPr>
          <p:spPr>
            <a:xfrm>
              <a:off x="1912465" y="2839208"/>
              <a:ext cx="28444" cy="27005"/>
            </a:xfrm>
            <a:custGeom>
              <a:avLst/>
              <a:pathLst>
                <a:path w="28444" h="27005">
                  <a:moveTo>
                    <a:pt x="21600" y="1280"/>
                  </a:moveTo>
                  <a:lnTo>
                    <a:pt x="23026" y="703"/>
                  </a:lnTo>
                  <a:lnTo>
                    <a:pt x="23060" y="0"/>
                  </a:lnTo>
                  <a:lnTo>
                    <a:pt x="24429" y="1493"/>
                  </a:lnTo>
                  <a:lnTo>
                    <a:pt x="28444" y="16442"/>
                  </a:lnTo>
                  <a:lnTo>
                    <a:pt x="25897" y="18524"/>
                  </a:lnTo>
                  <a:lnTo>
                    <a:pt x="24195" y="22054"/>
                  </a:lnTo>
                  <a:lnTo>
                    <a:pt x="19217" y="26208"/>
                  </a:lnTo>
                  <a:lnTo>
                    <a:pt x="14020" y="27005"/>
                  </a:lnTo>
                  <a:lnTo>
                    <a:pt x="12537" y="24333"/>
                  </a:lnTo>
                  <a:lnTo>
                    <a:pt x="7141" y="22500"/>
                  </a:lnTo>
                  <a:lnTo>
                    <a:pt x="5970" y="24014"/>
                  </a:lnTo>
                  <a:lnTo>
                    <a:pt x="3844" y="19486"/>
                  </a:lnTo>
                  <a:lnTo>
                    <a:pt x="1711" y="16670"/>
                  </a:lnTo>
                  <a:lnTo>
                    <a:pt x="548" y="16483"/>
                  </a:lnTo>
                  <a:lnTo>
                    <a:pt x="0" y="16153"/>
                  </a:lnTo>
                  <a:lnTo>
                    <a:pt x="303" y="15282"/>
                  </a:lnTo>
                  <a:lnTo>
                    <a:pt x="2793" y="15198"/>
                  </a:lnTo>
                  <a:lnTo>
                    <a:pt x="1886" y="11122"/>
                  </a:lnTo>
                  <a:lnTo>
                    <a:pt x="2780" y="7056"/>
                  </a:lnTo>
                  <a:lnTo>
                    <a:pt x="9293" y="5264"/>
                  </a:lnTo>
                  <a:lnTo>
                    <a:pt x="11655" y="118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h792"/>
            <p:cNvSpPr/>
            <p:nvPr/>
          </p:nvSpPr>
          <p:spPr>
            <a:xfrm>
              <a:off x="2189558" y="2651242"/>
              <a:ext cx="47829" cy="57750"/>
            </a:xfrm>
            <a:custGeom>
              <a:avLst/>
              <a:pathLst>
                <a:path w="47829" h="57750">
                  <a:moveTo>
                    <a:pt x="15441" y="118"/>
                  </a:moveTo>
                  <a:lnTo>
                    <a:pt x="23159" y="4000"/>
                  </a:lnTo>
                  <a:lnTo>
                    <a:pt x="28646" y="7815"/>
                  </a:lnTo>
                  <a:lnTo>
                    <a:pt x="31515" y="10618"/>
                  </a:lnTo>
                  <a:lnTo>
                    <a:pt x="32356" y="12870"/>
                  </a:lnTo>
                  <a:lnTo>
                    <a:pt x="41207" y="13228"/>
                  </a:lnTo>
                  <a:lnTo>
                    <a:pt x="42011" y="20561"/>
                  </a:lnTo>
                  <a:lnTo>
                    <a:pt x="45689" y="25576"/>
                  </a:lnTo>
                  <a:lnTo>
                    <a:pt x="46545" y="24989"/>
                  </a:lnTo>
                  <a:lnTo>
                    <a:pt x="47015" y="25376"/>
                  </a:lnTo>
                  <a:lnTo>
                    <a:pt x="47829" y="27240"/>
                  </a:lnTo>
                  <a:lnTo>
                    <a:pt x="44696" y="29833"/>
                  </a:lnTo>
                  <a:lnTo>
                    <a:pt x="39491" y="29677"/>
                  </a:lnTo>
                  <a:lnTo>
                    <a:pt x="40174" y="34714"/>
                  </a:lnTo>
                  <a:lnTo>
                    <a:pt x="42622" y="34862"/>
                  </a:lnTo>
                  <a:lnTo>
                    <a:pt x="38868" y="45483"/>
                  </a:lnTo>
                  <a:lnTo>
                    <a:pt x="40156" y="47898"/>
                  </a:lnTo>
                  <a:lnTo>
                    <a:pt x="39513" y="50007"/>
                  </a:lnTo>
                  <a:lnTo>
                    <a:pt x="36821" y="53870"/>
                  </a:lnTo>
                  <a:lnTo>
                    <a:pt x="35446" y="57511"/>
                  </a:lnTo>
                  <a:lnTo>
                    <a:pt x="33739" y="57750"/>
                  </a:lnTo>
                  <a:lnTo>
                    <a:pt x="30107" y="56025"/>
                  </a:lnTo>
                  <a:lnTo>
                    <a:pt x="28438" y="53447"/>
                  </a:lnTo>
                  <a:lnTo>
                    <a:pt x="28875" y="49336"/>
                  </a:lnTo>
                  <a:lnTo>
                    <a:pt x="22342" y="45251"/>
                  </a:lnTo>
                  <a:lnTo>
                    <a:pt x="15125" y="37885"/>
                  </a:lnTo>
                  <a:lnTo>
                    <a:pt x="13238" y="35492"/>
                  </a:lnTo>
                  <a:lnTo>
                    <a:pt x="14060" y="31959"/>
                  </a:lnTo>
                  <a:lnTo>
                    <a:pt x="10705" y="28315"/>
                  </a:lnTo>
                  <a:lnTo>
                    <a:pt x="8692" y="23658"/>
                  </a:lnTo>
                  <a:lnTo>
                    <a:pt x="6648" y="21610"/>
                  </a:lnTo>
                  <a:lnTo>
                    <a:pt x="1086" y="20439"/>
                  </a:lnTo>
                  <a:lnTo>
                    <a:pt x="0" y="16579"/>
                  </a:lnTo>
                  <a:lnTo>
                    <a:pt x="6770" y="14118"/>
                  </a:lnTo>
                  <a:lnTo>
                    <a:pt x="11453" y="14447"/>
                  </a:lnTo>
                  <a:lnTo>
                    <a:pt x="11750" y="10354"/>
                  </a:lnTo>
                  <a:lnTo>
                    <a:pt x="6828" y="10106"/>
                  </a:lnTo>
                  <a:lnTo>
                    <a:pt x="4817" y="8384"/>
                  </a:lnTo>
                  <a:lnTo>
                    <a:pt x="5539" y="6219"/>
                  </a:lnTo>
                  <a:lnTo>
                    <a:pt x="8717" y="4461"/>
                  </a:lnTo>
                  <a:lnTo>
                    <a:pt x="881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h793"/>
            <p:cNvSpPr/>
            <p:nvPr/>
          </p:nvSpPr>
          <p:spPr>
            <a:xfrm>
              <a:off x="1959452" y="2867251"/>
              <a:ext cx="25003" cy="28807"/>
            </a:xfrm>
            <a:custGeom>
              <a:avLst/>
              <a:pathLst>
                <a:path w="25003" h="28807">
                  <a:moveTo>
                    <a:pt x="18530" y="2091"/>
                  </a:moveTo>
                  <a:lnTo>
                    <a:pt x="18902" y="5856"/>
                  </a:lnTo>
                  <a:lnTo>
                    <a:pt x="19616" y="6668"/>
                  </a:lnTo>
                  <a:lnTo>
                    <a:pt x="23060" y="7964"/>
                  </a:lnTo>
                  <a:lnTo>
                    <a:pt x="23540" y="7049"/>
                  </a:lnTo>
                  <a:lnTo>
                    <a:pt x="24518" y="7181"/>
                  </a:lnTo>
                  <a:lnTo>
                    <a:pt x="25003" y="9908"/>
                  </a:lnTo>
                  <a:lnTo>
                    <a:pt x="23980" y="13052"/>
                  </a:lnTo>
                  <a:lnTo>
                    <a:pt x="21929" y="13589"/>
                  </a:lnTo>
                  <a:lnTo>
                    <a:pt x="16570" y="17348"/>
                  </a:lnTo>
                  <a:lnTo>
                    <a:pt x="16455" y="19836"/>
                  </a:lnTo>
                  <a:lnTo>
                    <a:pt x="14550" y="22090"/>
                  </a:lnTo>
                  <a:lnTo>
                    <a:pt x="12871" y="21922"/>
                  </a:lnTo>
                  <a:lnTo>
                    <a:pt x="10509" y="22896"/>
                  </a:lnTo>
                  <a:lnTo>
                    <a:pt x="10453" y="23662"/>
                  </a:lnTo>
                  <a:lnTo>
                    <a:pt x="7410" y="25734"/>
                  </a:lnTo>
                  <a:lnTo>
                    <a:pt x="6352" y="27716"/>
                  </a:lnTo>
                  <a:lnTo>
                    <a:pt x="3038" y="28807"/>
                  </a:lnTo>
                  <a:lnTo>
                    <a:pt x="3789" y="25155"/>
                  </a:lnTo>
                  <a:lnTo>
                    <a:pt x="3000" y="21947"/>
                  </a:lnTo>
                  <a:lnTo>
                    <a:pt x="713" y="21558"/>
                  </a:lnTo>
                  <a:lnTo>
                    <a:pt x="0" y="20760"/>
                  </a:lnTo>
                  <a:lnTo>
                    <a:pt x="751" y="18301"/>
                  </a:lnTo>
                  <a:lnTo>
                    <a:pt x="4737" y="12497"/>
                  </a:lnTo>
                  <a:lnTo>
                    <a:pt x="5009" y="10681"/>
                  </a:lnTo>
                  <a:lnTo>
                    <a:pt x="6749" y="9686"/>
                  </a:lnTo>
                  <a:lnTo>
                    <a:pt x="7576" y="5256"/>
                  </a:lnTo>
                  <a:lnTo>
                    <a:pt x="10676" y="5027"/>
                  </a:lnTo>
                  <a:lnTo>
                    <a:pt x="15908" y="2109"/>
                  </a:lnTo>
                  <a:lnTo>
                    <a:pt x="167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h794"/>
            <p:cNvSpPr/>
            <p:nvPr/>
          </p:nvSpPr>
          <p:spPr>
            <a:xfrm>
              <a:off x="2023383" y="2843840"/>
              <a:ext cx="44783" cy="29886"/>
            </a:xfrm>
            <a:custGeom>
              <a:avLst/>
              <a:pathLst>
                <a:path w="44783" h="29886">
                  <a:moveTo>
                    <a:pt x="37995" y="662"/>
                  </a:moveTo>
                  <a:lnTo>
                    <a:pt x="37092" y="1267"/>
                  </a:lnTo>
                  <a:lnTo>
                    <a:pt x="37489" y="2140"/>
                  </a:lnTo>
                  <a:lnTo>
                    <a:pt x="39941" y="3180"/>
                  </a:lnTo>
                  <a:lnTo>
                    <a:pt x="40288" y="3940"/>
                  </a:lnTo>
                  <a:lnTo>
                    <a:pt x="39186" y="5330"/>
                  </a:lnTo>
                  <a:lnTo>
                    <a:pt x="35449" y="6917"/>
                  </a:lnTo>
                  <a:lnTo>
                    <a:pt x="34404" y="8926"/>
                  </a:lnTo>
                  <a:lnTo>
                    <a:pt x="34746" y="10034"/>
                  </a:lnTo>
                  <a:lnTo>
                    <a:pt x="38358" y="8404"/>
                  </a:lnTo>
                  <a:lnTo>
                    <a:pt x="43598" y="8576"/>
                  </a:lnTo>
                  <a:lnTo>
                    <a:pt x="44783" y="14208"/>
                  </a:lnTo>
                  <a:lnTo>
                    <a:pt x="43169" y="26742"/>
                  </a:lnTo>
                  <a:lnTo>
                    <a:pt x="40850" y="27127"/>
                  </a:lnTo>
                  <a:lnTo>
                    <a:pt x="38507" y="29326"/>
                  </a:lnTo>
                  <a:lnTo>
                    <a:pt x="32075" y="28347"/>
                  </a:lnTo>
                  <a:lnTo>
                    <a:pt x="29858" y="29886"/>
                  </a:lnTo>
                  <a:lnTo>
                    <a:pt x="26617" y="29338"/>
                  </a:lnTo>
                  <a:lnTo>
                    <a:pt x="24801" y="27319"/>
                  </a:lnTo>
                  <a:lnTo>
                    <a:pt x="18313" y="24852"/>
                  </a:lnTo>
                  <a:lnTo>
                    <a:pt x="13433" y="24750"/>
                  </a:lnTo>
                  <a:lnTo>
                    <a:pt x="7117" y="21998"/>
                  </a:lnTo>
                  <a:lnTo>
                    <a:pt x="6777" y="21059"/>
                  </a:lnTo>
                  <a:lnTo>
                    <a:pt x="2076" y="21414"/>
                  </a:lnTo>
                  <a:lnTo>
                    <a:pt x="226" y="20282"/>
                  </a:lnTo>
                  <a:lnTo>
                    <a:pt x="0" y="17373"/>
                  </a:lnTo>
                  <a:lnTo>
                    <a:pt x="971" y="13842"/>
                  </a:lnTo>
                  <a:lnTo>
                    <a:pt x="5150" y="13115"/>
                  </a:lnTo>
                  <a:lnTo>
                    <a:pt x="10247" y="14271"/>
                  </a:lnTo>
                  <a:lnTo>
                    <a:pt x="12855" y="14035"/>
                  </a:lnTo>
                  <a:lnTo>
                    <a:pt x="15258" y="8505"/>
                  </a:lnTo>
                  <a:lnTo>
                    <a:pt x="16910" y="7462"/>
                  </a:lnTo>
                  <a:lnTo>
                    <a:pt x="21525" y="7939"/>
                  </a:lnTo>
                  <a:lnTo>
                    <a:pt x="25756" y="9322"/>
                  </a:lnTo>
                  <a:lnTo>
                    <a:pt x="30973" y="8276"/>
                  </a:lnTo>
                  <a:lnTo>
                    <a:pt x="33324" y="5276"/>
                  </a:lnTo>
                  <a:lnTo>
                    <a:pt x="33162" y="2209"/>
                  </a:lnTo>
                  <a:lnTo>
                    <a:pt x="3381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h795"/>
            <p:cNvSpPr/>
            <p:nvPr/>
          </p:nvSpPr>
          <p:spPr>
            <a:xfrm>
              <a:off x="2050873" y="2760692"/>
              <a:ext cx="34368" cy="37280"/>
            </a:xfrm>
            <a:custGeom>
              <a:avLst/>
              <a:pathLst>
                <a:path w="34368" h="37280">
                  <a:moveTo>
                    <a:pt x="20786" y="531"/>
                  </a:moveTo>
                  <a:lnTo>
                    <a:pt x="24540" y="2371"/>
                  </a:lnTo>
                  <a:lnTo>
                    <a:pt x="24526" y="5696"/>
                  </a:lnTo>
                  <a:lnTo>
                    <a:pt x="25672" y="7556"/>
                  </a:lnTo>
                  <a:lnTo>
                    <a:pt x="30814" y="11812"/>
                  </a:lnTo>
                  <a:lnTo>
                    <a:pt x="31986" y="12222"/>
                  </a:lnTo>
                  <a:lnTo>
                    <a:pt x="34368" y="11424"/>
                  </a:lnTo>
                  <a:lnTo>
                    <a:pt x="26671" y="23892"/>
                  </a:lnTo>
                  <a:lnTo>
                    <a:pt x="26764" y="27778"/>
                  </a:lnTo>
                  <a:lnTo>
                    <a:pt x="29251" y="30036"/>
                  </a:lnTo>
                  <a:lnTo>
                    <a:pt x="22151" y="35862"/>
                  </a:lnTo>
                  <a:lnTo>
                    <a:pt x="17526" y="37190"/>
                  </a:lnTo>
                  <a:lnTo>
                    <a:pt x="11632" y="37280"/>
                  </a:lnTo>
                  <a:lnTo>
                    <a:pt x="12477" y="36042"/>
                  </a:lnTo>
                  <a:lnTo>
                    <a:pt x="12064" y="32879"/>
                  </a:lnTo>
                  <a:lnTo>
                    <a:pt x="8912" y="27052"/>
                  </a:lnTo>
                  <a:lnTo>
                    <a:pt x="6936" y="26111"/>
                  </a:lnTo>
                  <a:lnTo>
                    <a:pt x="4889" y="27192"/>
                  </a:lnTo>
                  <a:lnTo>
                    <a:pt x="3567" y="25073"/>
                  </a:lnTo>
                  <a:lnTo>
                    <a:pt x="3392" y="21315"/>
                  </a:lnTo>
                  <a:lnTo>
                    <a:pt x="4" y="20194"/>
                  </a:lnTo>
                  <a:lnTo>
                    <a:pt x="0" y="19236"/>
                  </a:lnTo>
                  <a:lnTo>
                    <a:pt x="1059" y="18611"/>
                  </a:lnTo>
                  <a:lnTo>
                    <a:pt x="5689" y="17796"/>
                  </a:lnTo>
                  <a:lnTo>
                    <a:pt x="6768" y="16920"/>
                  </a:lnTo>
                  <a:lnTo>
                    <a:pt x="7164" y="13019"/>
                  </a:lnTo>
                  <a:lnTo>
                    <a:pt x="5298" y="12603"/>
                  </a:lnTo>
                  <a:lnTo>
                    <a:pt x="3619" y="14001"/>
                  </a:lnTo>
                  <a:lnTo>
                    <a:pt x="3234" y="13521"/>
                  </a:lnTo>
                  <a:lnTo>
                    <a:pt x="3854" y="8600"/>
                  </a:lnTo>
                  <a:lnTo>
                    <a:pt x="6441" y="5892"/>
                  </a:lnTo>
                  <a:lnTo>
                    <a:pt x="6949" y="4997"/>
                  </a:lnTo>
                  <a:lnTo>
                    <a:pt x="10644" y="4629"/>
                  </a:lnTo>
                  <a:lnTo>
                    <a:pt x="14033" y="761"/>
                  </a:lnTo>
                  <a:lnTo>
                    <a:pt x="1539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h796"/>
            <p:cNvSpPr/>
            <p:nvPr/>
          </p:nvSpPr>
          <p:spPr>
            <a:xfrm>
              <a:off x="1951893" y="2719942"/>
              <a:ext cx="63172" cy="77629"/>
            </a:xfrm>
            <a:custGeom>
              <a:avLst/>
              <a:pathLst>
                <a:path w="63172" h="77629">
                  <a:moveTo>
                    <a:pt x="60375" y="2720"/>
                  </a:moveTo>
                  <a:lnTo>
                    <a:pt x="62445" y="5622"/>
                  </a:lnTo>
                  <a:lnTo>
                    <a:pt x="63172" y="6460"/>
                  </a:lnTo>
                  <a:lnTo>
                    <a:pt x="62923" y="10564"/>
                  </a:lnTo>
                  <a:lnTo>
                    <a:pt x="54260" y="12126"/>
                  </a:lnTo>
                  <a:lnTo>
                    <a:pt x="51294" y="11009"/>
                  </a:lnTo>
                  <a:lnTo>
                    <a:pt x="41145" y="13816"/>
                  </a:lnTo>
                  <a:lnTo>
                    <a:pt x="39364" y="15880"/>
                  </a:lnTo>
                  <a:lnTo>
                    <a:pt x="39253" y="18350"/>
                  </a:lnTo>
                  <a:lnTo>
                    <a:pt x="40107" y="20798"/>
                  </a:lnTo>
                  <a:lnTo>
                    <a:pt x="41834" y="19022"/>
                  </a:lnTo>
                  <a:lnTo>
                    <a:pt x="45376" y="18032"/>
                  </a:lnTo>
                  <a:lnTo>
                    <a:pt x="49008" y="19046"/>
                  </a:lnTo>
                  <a:lnTo>
                    <a:pt x="48234" y="26200"/>
                  </a:lnTo>
                  <a:lnTo>
                    <a:pt x="45655" y="25921"/>
                  </a:lnTo>
                  <a:lnTo>
                    <a:pt x="45572" y="26633"/>
                  </a:lnTo>
                  <a:lnTo>
                    <a:pt x="49020" y="29621"/>
                  </a:lnTo>
                  <a:lnTo>
                    <a:pt x="49941" y="29660"/>
                  </a:lnTo>
                  <a:lnTo>
                    <a:pt x="51008" y="33825"/>
                  </a:lnTo>
                  <a:lnTo>
                    <a:pt x="47609" y="38220"/>
                  </a:lnTo>
                  <a:lnTo>
                    <a:pt x="44556" y="47597"/>
                  </a:lnTo>
                  <a:lnTo>
                    <a:pt x="46640" y="49953"/>
                  </a:lnTo>
                  <a:lnTo>
                    <a:pt x="50328" y="47833"/>
                  </a:lnTo>
                  <a:lnTo>
                    <a:pt x="51864" y="48044"/>
                  </a:lnTo>
                  <a:lnTo>
                    <a:pt x="52568" y="50332"/>
                  </a:lnTo>
                  <a:lnTo>
                    <a:pt x="50424" y="53557"/>
                  </a:lnTo>
                  <a:lnTo>
                    <a:pt x="50129" y="56192"/>
                  </a:lnTo>
                  <a:lnTo>
                    <a:pt x="50628" y="57180"/>
                  </a:lnTo>
                  <a:lnTo>
                    <a:pt x="46116" y="63998"/>
                  </a:lnTo>
                  <a:lnTo>
                    <a:pt x="43742" y="64553"/>
                  </a:lnTo>
                  <a:lnTo>
                    <a:pt x="38429" y="61712"/>
                  </a:lnTo>
                  <a:lnTo>
                    <a:pt x="34701" y="61361"/>
                  </a:lnTo>
                  <a:lnTo>
                    <a:pt x="33389" y="63646"/>
                  </a:lnTo>
                  <a:lnTo>
                    <a:pt x="33233" y="68941"/>
                  </a:lnTo>
                  <a:lnTo>
                    <a:pt x="31101" y="76823"/>
                  </a:lnTo>
                  <a:lnTo>
                    <a:pt x="27829" y="75944"/>
                  </a:lnTo>
                  <a:lnTo>
                    <a:pt x="24466" y="77629"/>
                  </a:lnTo>
                  <a:lnTo>
                    <a:pt x="22582" y="77326"/>
                  </a:lnTo>
                  <a:lnTo>
                    <a:pt x="19195" y="75094"/>
                  </a:lnTo>
                  <a:lnTo>
                    <a:pt x="17035" y="74937"/>
                  </a:lnTo>
                  <a:lnTo>
                    <a:pt x="17560" y="74448"/>
                  </a:lnTo>
                  <a:lnTo>
                    <a:pt x="19595" y="73387"/>
                  </a:lnTo>
                  <a:lnTo>
                    <a:pt x="20581" y="68194"/>
                  </a:lnTo>
                  <a:lnTo>
                    <a:pt x="20291" y="65299"/>
                  </a:lnTo>
                  <a:lnTo>
                    <a:pt x="16595" y="63549"/>
                  </a:lnTo>
                  <a:lnTo>
                    <a:pt x="13608" y="63208"/>
                  </a:lnTo>
                  <a:lnTo>
                    <a:pt x="11525" y="59454"/>
                  </a:lnTo>
                  <a:lnTo>
                    <a:pt x="14333" y="59689"/>
                  </a:lnTo>
                  <a:lnTo>
                    <a:pt x="16069" y="56760"/>
                  </a:lnTo>
                  <a:lnTo>
                    <a:pt x="20690" y="54079"/>
                  </a:lnTo>
                  <a:lnTo>
                    <a:pt x="22795" y="50416"/>
                  </a:lnTo>
                  <a:lnTo>
                    <a:pt x="23674" y="44769"/>
                  </a:lnTo>
                  <a:lnTo>
                    <a:pt x="19739" y="43237"/>
                  </a:lnTo>
                  <a:lnTo>
                    <a:pt x="18667" y="43677"/>
                  </a:lnTo>
                  <a:lnTo>
                    <a:pt x="15856" y="42714"/>
                  </a:lnTo>
                  <a:lnTo>
                    <a:pt x="12649" y="40967"/>
                  </a:lnTo>
                  <a:lnTo>
                    <a:pt x="8294" y="35670"/>
                  </a:lnTo>
                  <a:lnTo>
                    <a:pt x="4437" y="35810"/>
                  </a:lnTo>
                  <a:lnTo>
                    <a:pt x="0" y="32174"/>
                  </a:lnTo>
                  <a:lnTo>
                    <a:pt x="50" y="29559"/>
                  </a:lnTo>
                  <a:lnTo>
                    <a:pt x="558" y="28368"/>
                  </a:lnTo>
                  <a:lnTo>
                    <a:pt x="3798" y="27727"/>
                  </a:lnTo>
                  <a:lnTo>
                    <a:pt x="11129" y="21658"/>
                  </a:lnTo>
                  <a:lnTo>
                    <a:pt x="16605" y="24320"/>
                  </a:lnTo>
                  <a:lnTo>
                    <a:pt x="23554" y="22711"/>
                  </a:lnTo>
                  <a:lnTo>
                    <a:pt x="25979" y="23819"/>
                  </a:lnTo>
                  <a:lnTo>
                    <a:pt x="28292" y="22824"/>
                  </a:lnTo>
                  <a:lnTo>
                    <a:pt x="28569" y="21911"/>
                  </a:lnTo>
                  <a:lnTo>
                    <a:pt x="27701" y="20101"/>
                  </a:lnTo>
                  <a:lnTo>
                    <a:pt x="28235" y="18945"/>
                  </a:lnTo>
                  <a:lnTo>
                    <a:pt x="30448" y="16446"/>
                  </a:lnTo>
                  <a:lnTo>
                    <a:pt x="32701" y="15733"/>
                  </a:lnTo>
                  <a:lnTo>
                    <a:pt x="35919" y="12505"/>
                  </a:lnTo>
                  <a:lnTo>
                    <a:pt x="36675" y="9297"/>
                  </a:lnTo>
                  <a:lnTo>
                    <a:pt x="41968" y="5632"/>
                  </a:lnTo>
                  <a:lnTo>
                    <a:pt x="48070" y="2729"/>
                  </a:lnTo>
                  <a:lnTo>
                    <a:pt x="50269" y="2861"/>
                  </a:lnTo>
                  <a:lnTo>
                    <a:pt x="53425" y="5975"/>
                  </a:lnTo>
                  <a:lnTo>
                    <a:pt x="54458" y="6015"/>
                  </a:lnTo>
                  <a:lnTo>
                    <a:pt x="55686" y="866"/>
                  </a:lnTo>
                  <a:lnTo>
                    <a:pt x="5960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h797"/>
            <p:cNvSpPr/>
            <p:nvPr/>
          </p:nvSpPr>
          <p:spPr>
            <a:xfrm>
              <a:off x="1968479" y="2797792"/>
              <a:ext cx="20270" cy="25035"/>
            </a:xfrm>
            <a:custGeom>
              <a:avLst/>
              <a:pathLst>
                <a:path w="20270" h="25035">
                  <a:moveTo>
                    <a:pt x="20270" y="1250"/>
                  </a:moveTo>
                  <a:lnTo>
                    <a:pt x="20240" y="2305"/>
                  </a:lnTo>
                  <a:lnTo>
                    <a:pt x="19350" y="2593"/>
                  </a:lnTo>
                  <a:lnTo>
                    <a:pt x="17427" y="5890"/>
                  </a:lnTo>
                  <a:lnTo>
                    <a:pt x="16234" y="5995"/>
                  </a:lnTo>
                  <a:lnTo>
                    <a:pt x="15195" y="7985"/>
                  </a:lnTo>
                  <a:lnTo>
                    <a:pt x="17810" y="12486"/>
                  </a:lnTo>
                  <a:lnTo>
                    <a:pt x="16518" y="16145"/>
                  </a:lnTo>
                  <a:lnTo>
                    <a:pt x="11918" y="18727"/>
                  </a:lnTo>
                  <a:lnTo>
                    <a:pt x="7637" y="22895"/>
                  </a:lnTo>
                  <a:lnTo>
                    <a:pt x="7514" y="23881"/>
                  </a:lnTo>
                  <a:lnTo>
                    <a:pt x="6370" y="24877"/>
                  </a:lnTo>
                  <a:lnTo>
                    <a:pt x="3450" y="25035"/>
                  </a:lnTo>
                  <a:lnTo>
                    <a:pt x="2830" y="22180"/>
                  </a:lnTo>
                  <a:lnTo>
                    <a:pt x="0" y="17541"/>
                  </a:lnTo>
                  <a:lnTo>
                    <a:pt x="597" y="17383"/>
                  </a:lnTo>
                  <a:lnTo>
                    <a:pt x="3340" y="17667"/>
                  </a:lnTo>
                  <a:lnTo>
                    <a:pt x="645" y="14894"/>
                  </a:lnTo>
                  <a:lnTo>
                    <a:pt x="7" y="11002"/>
                  </a:lnTo>
                  <a:lnTo>
                    <a:pt x="1297" y="8082"/>
                  </a:lnTo>
                  <a:lnTo>
                    <a:pt x="3816" y="6837"/>
                  </a:lnTo>
                  <a:lnTo>
                    <a:pt x="3717" y="8022"/>
                  </a:lnTo>
                  <a:lnTo>
                    <a:pt x="6122" y="10655"/>
                  </a:lnTo>
                  <a:lnTo>
                    <a:pt x="1468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h798"/>
            <p:cNvSpPr/>
            <p:nvPr/>
          </p:nvSpPr>
          <p:spPr>
            <a:xfrm>
              <a:off x="2051515" y="2870582"/>
              <a:ext cx="27591" cy="17639"/>
            </a:xfrm>
            <a:custGeom>
              <a:avLst/>
              <a:pathLst>
                <a:path w="27591" h="17639">
                  <a:moveTo>
                    <a:pt x="15038" y="0"/>
                  </a:moveTo>
                  <a:lnTo>
                    <a:pt x="16901" y="2301"/>
                  </a:lnTo>
                  <a:lnTo>
                    <a:pt x="21392" y="1076"/>
                  </a:lnTo>
                  <a:lnTo>
                    <a:pt x="24286" y="1319"/>
                  </a:lnTo>
                  <a:lnTo>
                    <a:pt x="25496" y="3838"/>
                  </a:lnTo>
                  <a:lnTo>
                    <a:pt x="27591" y="5461"/>
                  </a:lnTo>
                  <a:lnTo>
                    <a:pt x="27367" y="6255"/>
                  </a:lnTo>
                  <a:lnTo>
                    <a:pt x="25381" y="6094"/>
                  </a:lnTo>
                  <a:lnTo>
                    <a:pt x="23856" y="4846"/>
                  </a:lnTo>
                  <a:lnTo>
                    <a:pt x="22401" y="6719"/>
                  </a:lnTo>
                  <a:lnTo>
                    <a:pt x="19160" y="6400"/>
                  </a:lnTo>
                  <a:lnTo>
                    <a:pt x="18563" y="5170"/>
                  </a:lnTo>
                  <a:lnTo>
                    <a:pt x="15454" y="5356"/>
                  </a:lnTo>
                  <a:lnTo>
                    <a:pt x="14100" y="6875"/>
                  </a:lnTo>
                  <a:lnTo>
                    <a:pt x="15554" y="13752"/>
                  </a:lnTo>
                  <a:lnTo>
                    <a:pt x="14117" y="13284"/>
                  </a:lnTo>
                  <a:lnTo>
                    <a:pt x="12205" y="13785"/>
                  </a:lnTo>
                  <a:lnTo>
                    <a:pt x="11203" y="16148"/>
                  </a:lnTo>
                  <a:lnTo>
                    <a:pt x="8770" y="17639"/>
                  </a:lnTo>
                  <a:lnTo>
                    <a:pt x="5821" y="15867"/>
                  </a:lnTo>
                  <a:lnTo>
                    <a:pt x="4749" y="12930"/>
                  </a:lnTo>
                  <a:lnTo>
                    <a:pt x="334" y="10919"/>
                  </a:lnTo>
                  <a:lnTo>
                    <a:pt x="0" y="9693"/>
                  </a:lnTo>
                  <a:lnTo>
                    <a:pt x="1689" y="5738"/>
                  </a:lnTo>
                  <a:lnTo>
                    <a:pt x="1726" y="3144"/>
                  </a:lnTo>
                  <a:lnTo>
                    <a:pt x="3943" y="1605"/>
                  </a:lnTo>
                  <a:lnTo>
                    <a:pt x="10375" y="2583"/>
                  </a:lnTo>
                  <a:lnTo>
                    <a:pt x="12719" y="38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h799"/>
            <p:cNvSpPr/>
            <p:nvPr/>
          </p:nvSpPr>
          <p:spPr>
            <a:xfrm>
              <a:off x="1920125" y="2585279"/>
              <a:ext cx="89966" cy="80102"/>
            </a:xfrm>
            <a:custGeom>
              <a:avLst/>
              <a:pathLst>
                <a:path w="89966" h="80102">
                  <a:moveTo>
                    <a:pt x="79067" y="2609"/>
                  </a:moveTo>
                  <a:lnTo>
                    <a:pt x="83793" y="1390"/>
                  </a:lnTo>
                  <a:lnTo>
                    <a:pt x="85129" y="1888"/>
                  </a:lnTo>
                  <a:lnTo>
                    <a:pt x="86014" y="2802"/>
                  </a:lnTo>
                  <a:lnTo>
                    <a:pt x="89966" y="16729"/>
                  </a:lnTo>
                  <a:lnTo>
                    <a:pt x="85681" y="25506"/>
                  </a:lnTo>
                  <a:lnTo>
                    <a:pt x="81312" y="27838"/>
                  </a:lnTo>
                  <a:lnTo>
                    <a:pt x="80985" y="30914"/>
                  </a:lnTo>
                  <a:lnTo>
                    <a:pt x="81728" y="33269"/>
                  </a:lnTo>
                  <a:lnTo>
                    <a:pt x="85565" y="36317"/>
                  </a:lnTo>
                  <a:lnTo>
                    <a:pt x="82414" y="39972"/>
                  </a:lnTo>
                  <a:lnTo>
                    <a:pt x="78984" y="48489"/>
                  </a:lnTo>
                  <a:lnTo>
                    <a:pt x="75630" y="53048"/>
                  </a:lnTo>
                  <a:lnTo>
                    <a:pt x="74035" y="52419"/>
                  </a:lnTo>
                  <a:lnTo>
                    <a:pt x="71216" y="48920"/>
                  </a:lnTo>
                  <a:lnTo>
                    <a:pt x="67207" y="48153"/>
                  </a:lnTo>
                  <a:lnTo>
                    <a:pt x="60516" y="51507"/>
                  </a:lnTo>
                  <a:lnTo>
                    <a:pt x="58358" y="59230"/>
                  </a:lnTo>
                  <a:lnTo>
                    <a:pt x="61012" y="60814"/>
                  </a:lnTo>
                  <a:lnTo>
                    <a:pt x="63253" y="64452"/>
                  </a:lnTo>
                  <a:lnTo>
                    <a:pt x="61119" y="66253"/>
                  </a:lnTo>
                  <a:lnTo>
                    <a:pt x="58935" y="66817"/>
                  </a:lnTo>
                  <a:lnTo>
                    <a:pt x="53433" y="65223"/>
                  </a:lnTo>
                  <a:lnTo>
                    <a:pt x="50209" y="66150"/>
                  </a:lnTo>
                  <a:lnTo>
                    <a:pt x="51585" y="69344"/>
                  </a:lnTo>
                  <a:lnTo>
                    <a:pt x="49455" y="75472"/>
                  </a:lnTo>
                  <a:lnTo>
                    <a:pt x="47898" y="76125"/>
                  </a:lnTo>
                  <a:lnTo>
                    <a:pt x="45481" y="75470"/>
                  </a:lnTo>
                  <a:lnTo>
                    <a:pt x="41029" y="75720"/>
                  </a:lnTo>
                  <a:lnTo>
                    <a:pt x="35738" y="73399"/>
                  </a:lnTo>
                  <a:lnTo>
                    <a:pt x="34337" y="74549"/>
                  </a:lnTo>
                  <a:lnTo>
                    <a:pt x="33308" y="77607"/>
                  </a:lnTo>
                  <a:lnTo>
                    <a:pt x="30422" y="80090"/>
                  </a:lnTo>
                  <a:lnTo>
                    <a:pt x="23673" y="78733"/>
                  </a:lnTo>
                  <a:lnTo>
                    <a:pt x="22679" y="80082"/>
                  </a:lnTo>
                  <a:lnTo>
                    <a:pt x="18809" y="80102"/>
                  </a:lnTo>
                  <a:lnTo>
                    <a:pt x="18806" y="78295"/>
                  </a:lnTo>
                  <a:lnTo>
                    <a:pt x="20092" y="77181"/>
                  </a:lnTo>
                  <a:lnTo>
                    <a:pt x="21798" y="71651"/>
                  </a:lnTo>
                  <a:lnTo>
                    <a:pt x="21203" y="70295"/>
                  </a:lnTo>
                  <a:lnTo>
                    <a:pt x="19712" y="69277"/>
                  </a:lnTo>
                  <a:lnTo>
                    <a:pt x="17554" y="69546"/>
                  </a:lnTo>
                  <a:lnTo>
                    <a:pt x="13836" y="71384"/>
                  </a:lnTo>
                  <a:lnTo>
                    <a:pt x="10597" y="69705"/>
                  </a:lnTo>
                  <a:lnTo>
                    <a:pt x="9975" y="67432"/>
                  </a:lnTo>
                  <a:lnTo>
                    <a:pt x="8574" y="67041"/>
                  </a:lnTo>
                  <a:lnTo>
                    <a:pt x="6225" y="68425"/>
                  </a:lnTo>
                  <a:lnTo>
                    <a:pt x="4886" y="70239"/>
                  </a:lnTo>
                  <a:lnTo>
                    <a:pt x="796" y="70334"/>
                  </a:lnTo>
                  <a:lnTo>
                    <a:pt x="28" y="70063"/>
                  </a:lnTo>
                  <a:lnTo>
                    <a:pt x="1020" y="58431"/>
                  </a:lnTo>
                  <a:lnTo>
                    <a:pt x="0" y="55034"/>
                  </a:lnTo>
                  <a:lnTo>
                    <a:pt x="5379" y="37839"/>
                  </a:lnTo>
                  <a:lnTo>
                    <a:pt x="8716" y="34583"/>
                  </a:lnTo>
                  <a:lnTo>
                    <a:pt x="10152" y="32069"/>
                  </a:lnTo>
                  <a:lnTo>
                    <a:pt x="8774" y="28925"/>
                  </a:lnTo>
                  <a:lnTo>
                    <a:pt x="8754" y="26017"/>
                  </a:lnTo>
                  <a:lnTo>
                    <a:pt x="9390" y="26442"/>
                  </a:lnTo>
                  <a:lnTo>
                    <a:pt x="12260" y="26615"/>
                  </a:lnTo>
                  <a:lnTo>
                    <a:pt x="13581" y="25977"/>
                  </a:lnTo>
                  <a:lnTo>
                    <a:pt x="13250" y="21707"/>
                  </a:lnTo>
                  <a:lnTo>
                    <a:pt x="15222" y="18395"/>
                  </a:lnTo>
                  <a:lnTo>
                    <a:pt x="17396" y="17468"/>
                  </a:lnTo>
                  <a:lnTo>
                    <a:pt x="18898" y="17331"/>
                  </a:lnTo>
                  <a:lnTo>
                    <a:pt x="20410" y="19877"/>
                  </a:lnTo>
                  <a:lnTo>
                    <a:pt x="23342" y="21510"/>
                  </a:lnTo>
                  <a:lnTo>
                    <a:pt x="23528" y="20311"/>
                  </a:lnTo>
                  <a:lnTo>
                    <a:pt x="22114" y="16759"/>
                  </a:lnTo>
                  <a:lnTo>
                    <a:pt x="19844" y="13291"/>
                  </a:lnTo>
                  <a:lnTo>
                    <a:pt x="19531" y="9730"/>
                  </a:lnTo>
                  <a:lnTo>
                    <a:pt x="21003" y="7209"/>
                  </a:lnTo>
                  <a:lnTo>
                    <a:pt x="24729" y="6362"/>
                  </a:lnTo>
                  <a:lnTo>
                    <a:pt x="26203" y="7640"/>
                  </a:lnTo>
                  <a:lnTo>
                    <a:pt x="29456" y="8644"/>
                  </a:lnTo>
                  <a:lnTo>
                    <a:pt x="29583" y="7145"/>
                  </a:lnTo>
                  <a:lnTo>
                    <a:pt x="28687" y="6203"/>
                  </a:lnTo>
                  <a:lnTo>
                    <a:pt x="30620" y="4561"/>
                  </a:lnTo>
                  <a:lnTo>
                    <a:pt x="32335" y="4316"/>
                  </a:lnTo>
                  <a:lnTo>
                    <a:pt x="33471" y="4459"/>
                  </a:lnTo>
                  <a:lnTo>
                    <a:pt x="34439" y="5698"/>
                  </a:lnTo>
                  <a:lnTo>
                    <a:pt x="36253" y="12217"/>
                  </a:lnTo>
                  <a:lnTo>
                    <a:pt x="32861" y="21395"/>
                  </a:lnTo>
                  <a:lnTo>
                    <a:pt x="31024" y="23622"/>
                  </a:lnTo>
                  <a:lnTo>
                    <a:pt x="31000" y="25167"/>
                  </a:lnTo>
                  <a:lnTo>
                    <a:pt x="33857" y="24736"/>
                  </a:lnTo>
                  <a:lnTo>
                    <a:pt x="36405" y="23031"/>
                  </a:lnTo>
                  <a:lnTo>
                    <a:pt x="39212" y="24492"/>
                  </a:lnTo>
                  <a:lnTo>
                    <a:pt x="40866" y="27917"/>
                  </a:lnTo>
                  <a:lnTo>
                    <a:pt x="43755" y="31248"/>
                  </a:lnTo>
                  <a:lnTo>
                    <a:pt x="49901" y="28548"/>
                  </a:lnTo>
                  <a:lnTo>
                    <a:pt x="52447" y="39822"/>
                  </a:lnTo>
                  <a:lnTo>
                    <a:pt x="56624" y="48223"/>
                  </a:lnTo>
                  <a:lnTo>
                    <a:pt x="60605" y="34039"/>
                  </a:lnTo>
                  <a:lnTo>
                    <a:pt x="58753" y="28815"/>
                  </a:lnTo>
                  <a:lnTo>
                    <a:pt x="58831" y="27341"/>
                  </a:lnTo>
                  <a:lnTo>
                    <a:pt x="60789" y="26000"/>
                  </a:lnTo>
                  <a:lnTo>
                    <a:pt x="62673" y="23349"/>
                  </a:lnTo>
                  <a:lnTo>
                    <a:pt x="63311" y="15619"/>
                  </a:lnTo>
                  <a:lnTo>
                    <a:pt x="65494" y="11374"/>
                  </a:lnTo>
                  <a:lnTo>
                    <a:pt x="65819" y="7535"/>
                  </a:lnTo>
                  <a:lnTo>
                    <a:pt x="67584" y="2124"/>
                  </a:lnTo>
                  <a:lnTo>
                    <a:pt x="7230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h800"/>
            <p:cNvSpPr/>
            <p:nvPr/>
          </p:nvSpPr>
          <p:spPr>
            <a:xfrm>
              <a:off x="2086757" y="2727325"/>
              <a:ext cx="23459" cy="25870"/>
            </a:xfrm>
            <a:custGeom>
              <a:avLst/>
              <a:pathLst>
                <a:path w="23459" h="25870">
                  <a:moveTo>
                    <a:pt x="20308" y="5757"/>
                  </a:moveTo>
                  <a:lnTo>
                    <a:pt x="17675" y="8121"/>
                  </a:lnTo>
                  <a:lnTo>
                    <a:pt x="19098" y="8759"/>
                  </a:lnTo>
                  <a:lnTo>
                    <a:pt x="23332" y="13164"/>
                  </a:lnTo>
                  <a:lnTo>
                    <a:pt x="23459" y="16203"/>
                  </a:lnTo>
                  <a:lnTo>
                    <a:pt x="22094" y="20191"/>
                  </a:lnTo>
                  <a:lnTo>
                    <a:pt x="18922" y="22214"/>
                  </a:lnTo>
                  <a:lnTo>
                    <a:pt x="15229" y="20562"/>
                  </a:lnTo>
                  <a:lnTo>
                    <a:pt x="12865" y="22493"/>
                  </a:lnTo>
                  <a:lnTo>
                    <a:pt x="6433" y="25870"/>
                  </a:lnTo>
                  <a:lnTo>
                    <a:pt x="0" y="15902"/>
                  </a:lnTo>
                  <a:lnTo>
                    <a:pt x="1676" y="11127"/>
                  </a:lnTo>
                  <a:lnTo>
                    <a:pt x="5168" y="8130"/>
                  </a:lnTo>
                  <a:lnTo>
                    <a:pt x="10268" y="8460"/>
                  </a:lnTo>
                  <a:lnTo>
                    <a:pt x="12115" y="7619"/>
                  </a:lnTo>
                  <a:lnTo>
                    <a:pt x="15180" y="3600"/>
                  </a:lnTo>
                  <a:lnTo>
                    <a:pt x="1506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h801"/>
            <p:cNvSpPr/>
            <p:nvPr/>
          </p:nvSpPr>
          <p:spPr>
            <a:xfrm>
              <a:off x="2048453" y="2892574"/>
              <a:ext cx="23984" cy="24880"/>
            </a:xfrm>
            <a:custGeom>
              <a:avLst/>
              <a:pathLst>
                <a:path w="23984" h="24880">
                  <a:moveTo>
                    <a:pt x="16391" y="0"/>
                  </a:moveTo>
                  <a:lnTo>
                    <a:pt x="20276" y="4411"/>
                  </a:lnTo>
                  <a:lnTo>
                    <a:pt x="23072" y="7298"/>
                  </a:lnTo>
                  <a:lnTo>
                    <a:pt x="23984" y="19873"/>
                  </a:lnTo>
                  <a:lnTo>
                    <a:pt x="20058" y="24880"/>
                  </a:lnTo>
                  <a:lnTo>
                    <a:pt x="19209" y="23153"/>
                  </a:lnTo>
                  <a:lnTo>
                    <a:pt x="9136" y="16175"/>
                  </a:lnTo>
                  <a:lnTo>
                    <a:pt x="7697" y="16584"/>
                  </a:lnTo>
                  <a:lnTo>
                    <a:pt x="7188" y="17747"/>
                  </a:lnTo>
                  <a:lnTo>
                    <a:pt x="5483" y="18128"/>
                  </a:lnTo>
                  <a:lnTo>
                    <a:pt x="1115" y="16206"/>
                  </a:lnTo>
                  <a:lnTo>
                    <a:pt x="0" y="14230"/>
                  </a:lnTo>
                  <a:lnTo>
                    <a:pt x="1521" y="13205"/>
                  </a:lnTo>
                  <a:lnTo>
                    <a:pt x="3290" y="13542"/>
                  </a:lnTo>
                  <a:lnTo>
                    <a:pt x="4599" y="3643"/>
                  </a:lnTo>
                  <a:lnTo>
                    <a:pt x="5386" y="2458"/>
                  </a:lnTo>
                  <a:lnTo>
                    <a:pt x="9973" y="2976"/>
                  </a:lnTo>
                  <a:lnTo>
                    <a:pt x="12633" y="4105"/>
                  </a:lnTo>
                  <a:lnTo>
                    <a:pt x="14236" y="2506"/>
                  </a:lnTo>
                  <a:lnTo>
                    <a:pt x="14759" y="88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h802"/>
            <p:cNvSpPr/>
            <p:nvPr/>
          </p:nvSpPr>
          <p:spPr>
            <a:xfrm>
              <a:off x="1829754" y="2789951"/>
              <a:ext cx="69674" cy="67967"/>
            </a:xfrm>
            <a:custGeom>
              <a:avLst/>
              <a:pathLst>
                <a:path w="69674" h="67967">
                  <a:moveTo>
                    <a:pt x="63105" y="2696"/>
                  </a:moveTo>
                  <a:lnTo>
                    <a:pt x="65691" y="9079"/>
                  </a:lnTo>
                  <a:lnTo>
                    <a:pt x="69190" y="11717"/>
                  </a:lnTo>
                  <a:lnTo>
                    <a:pt x="69674" y="15597"/>
                  </a:lnTo>
                  <a:lnTo>
                    <a:pt x="68380" y="15576"/>
                  </a:lnTo>
                  <a:lnTo>
                    <a:pt x="65143" y="18240"/>
                  </a:lnTo>
                  <a:lnTo>
                    <a:pt x="63411" y="20824"/>
                  </a:lnTo>
                  <a:lnTo>
                    <a:pt x="62737" y="23458"/>
                  </a:lnTo>
                  <a:lnTo>
                    <a:pt x="58755" y="28142"/>
                  </a:lnTo>
                  <a:lnTo>
                    <a:pt x="61248" y="30034"/>
                  </a:lnTo>
                  <a:lnTo>
                    <a:pt x="61913" y="32800"/>
                  </a:lnTo>
                  <a:lnTo>
                    <a:pt x="57587" y="38365"/>
                  </a:lnTo>
                  <a:lnTo>
                    <a:pt x="57955" y="40221"/>
                  </a:lnTo>
                  <a:lnTo>
                    <a:pt x="59928" y="41417"/>
                  </a:lnTo>
                  <a:lnTo>
                    <a:pt x="60176" y="44449"/>
                  </a:lnTo>
                  <a:lnTo>
                    <a:pt x="59410" y="50108"/>
                  </a:lnTo>
                  <a:lnTo>
                    <a:pt x="61269" y="54986"/>
                  </a:lnTo>
                  <a:lnTo>
                    <a:pt x="61117" y="56274"/>
                  </a:lnTo>
                  <a:lnTo>
                    <a:pt x="57235" y="60813"/>
                  </a:lnTo>
                  <a:lnTo>
                    <a:pt x="56077" y="63997"/>
                  </a:lnTo>
                  <a:lnTo>
                    <a:pt x="52686" y="67439"/>
                  </a:lnTo>
                  <a:lnTo>
                    <a:pt x="49200" y="67967"/>
                  </a:lnTo>
                  <a:lnTo>
                    <a:pt x="47810" y="67706"/>
                  </a:lnTo>
                  <a:lnTo>
                    <a:pt x="43567" y="52485"/>
                  </a:lnTo>
                  <a:lnTo>
                    <a:pt x="38226" y="50576"/>
                  </a:lnTo>
                  <a:lnTo>
                    <a:pt x="36457" y="46500"/>
                  </a:lnTo>
                  <a:lnTo>
                    <a:pt x="37687" y="45335"/>
                  </a:lnTo>
                  <a:lnTo>
                    <a:pt x="37898" y="43800"/>
                  </a:lnTo>
                  <a:lnTo>
                    <a:pt x="36705" y="39777"/>
                  </a:lnTo>
                  <a:lnTo>
                    <a:pt x="35591" y="38580"/>
                  </a:lnTo>
                  <a:lnTo>
                    <a:pt x="29685" y="36738"/>
                  </a:lnTo>
                  <a:lnTo>
                    <a:pt x="27701" y="34575"/>
                  </a:lnTo>
                  <a:lnTo>
                    <a:pt x="23227" y="35687"/>
                  </a:lnTo>
                  <a:lnTo>
                    <a:pt x="21047" y="39165"/>
                  </a:lnTo>
                  <a:lnTo>
                    <a:pt x="20776" y="43098"/>
                  </a:lnTo>
                  <a:lnTo>
                    <a:pt x="19373" y="47295"/>
                  </a:lnTo>
                  <a:lnTo>
                    <a:pt x="11666" y="46339"/>
                  </a:lnTo>
                  <a:lnTo>
                    <a:pt x="10695" y="45008"/>
                  </a:lnTo>
                  <a:lnTo>
                    <a:pt x="10468" y="42213"/>
                  </a:lnTo>
                  <a:lnTo>
                    <a:pt x="9164" y="40758"/>
                  </a:lnTo>
                  <a:lnTo>
                    <a:pt x="4278" y="39211"/>
                  </a:lnTo>
                  <a:lnTo>
                    <a:pt x="5287" y="35938"/>
                  </a:lnTo>
                  <a:lnTo>
                    <a:pt x="3660" y="36156"/>
                  </a:lnTo>
                  <a:lnTo>
                    <a:pt x="4434" y="30568"/>
                  </a:lnTo>
                  <a:lnTo>
                    <a:pt x="0" y="18132"/>
                  </a:lnTo>
                  <a:lnTo>
                    <a:pt x="1312" y="16839"/>
                  </a:lnTo>
                  <a:lnTo>
                    <a:pt x="4196" y="16030"/>
                  </a:lnTo>
                  <a:lnTo>
                    <a:pt x="6728" y="17369"/>
                  </a:lnTo>
                  <a:lnTo>
                    <a:pt x="8649" y="16858"/>
                  </a:lnTo>
                  <a:lnTo>
                    <a:pt x="11121" y="13090"/>
                  </a:lnTo>
                  <a:lnTo>
                    <a:pt x="16301" y="10323"/>
                  </a:lnTo>
                  <a:lnTo>
                    <a:pt x="18548" y="10512"/>
                  </a:lnTo>
                  <a:lnTo>
                    <a:pt x="18115" y="10698"/>
                  </a:lnTo>
                  <a:lnTo>
                    <a:pt x="20403" y="15219"/>
                  </a:lnTo>
                  <a:lnTo>
                    <a:pt x="21672" y="16233"/>
                  </a:lnTo>
                  <a:lnTo>
                    <a:pt x="26693" y="14040"/>
                  </a:lnTo>
                  <a:lnTo>
                    <a:pt x="28788" y="14612"/>
                  </a:lnTo>
                  <a:lnTo>
                    <a:pt x="31478" y="17629"/>
                  </a:lnTo>
                  <a:lnTo>
                    <a:pt x="35153" y="15849"/>
                  </a:lnTo>
                  <a:lnTo>
                    <a:pt x="37821" y="13552"/>
                  </a:lnTo>
                  <a:lnTo>
                    <a:pt x="40646" y="13896"/>
                  </a:lnTo>
                  <a:lnTo>
                    <a:pt x="45965" y="16502"/>
                  </a:lnTo>
                  <a:lnTo>
                    <a:pt x="46643" y="16306"/>
                  </a:lnTo>
                  <a:lnTo>
                    <a:pt x="48029" y="12340"/>
                  </a:lnTo>
                  <a:lnTo>
                    <a:pt x="55769" y="6606"/>
                  </a:lnTo>
                  <a:lnTo>
                    <a:pt x="57078" y="1682"/>
                  </a:lnTo>
                  <a:lnTo>
                    <a:pt x="58894" y="547"/>
                  </a:lnTo>
                  <a:lnTo>
                    <a:pt x="62148" y="811"/>
                  </a:lnTo>
                  <a:lnTo>
                    <a:pt x="636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h803"/>
            <p:cNvSpPr/>
            <p:nvPr/>
          </p:nvSpPr>
          <p:spPr>
            <a:xfrm>
              <a:off x="2050828" y="2881502"/>
              <a:ext cx="16685" cy="15177"/>
            </a:xfrm>
            <a:custGeom>
              <a:avLst/>
              <a:pathLst>
                <a:path w="16685" h="15177">
                  <a:moveTo>
                    <a:pt x="5436" y="2011"/>
                  </a:moveTo>
                  <a:lnTo>
                    <a:pt x="6508" y="4948"/>
                  </a:lnTo>
                  <a:lnTo>
                    <a:pt x="9457" y="6719"/>
                  </a:lnTo>
                  <a:lnTo>
                    <a:pt x="11890" y="5228"/>
                  </a:lnTo>
                  <a:lnTo>
                    <a:pt x="12892" y="2865"/>
                  </a:lnTo>
                  <a:lnTo>
                    <a:pt x="14804" y="2364"/>
                  </a:lnTo>
                  <a:lnTo>
                    <a:pt x="16241" y="2833"/>
                  </a:lnTo>
                  <a:lnTo>
                    <a:pt x="16685" y="6247"/>
                  </a:lnTo>
                  <a:lnTo>
                    <a:pt x="14016" y="11072"/>
                  </a:lnTo>
                  <a:lnTo>
                    <a:pt x="12385" y="11954"/>
                  </a:lnTo>
                  <a:lnTo>
                    <a:pt x="11862" y="13578"/>
                  </a:lnTo>
                  <a:lnTo>
                    <a:pt x="10258" y="15177"/>
                  </a:lnTo>
                  <a:lnTo>
                    <a:pt x="7599" y="14049"/>
                  </a:lnTo>
                  <a:lnTo>
                    <a:pt x="3011" y="13530"/>
                  </a:lnTo>
                  <a:lnTo>
                    <a:pt x="2224" y="14716"/>
                  </a:lnTo>
                  <a:lnTo>
                    <a:pt x="832" y="12831"/>
                  </a:lnTo>
                  <a:lnTo>
                    <a:pt x="157" y="9788"/>
                  </a:lnTo>
                  <a:lnTo>
                    <a:pt x="138" y="8756"/>
                  </a:lnTo>
                  <a:lnTo>
                    <a:pt x="1847" y="7598"/>
                  </a:lnTo>
                  <a:lnTo>
                    <a:pt x="0" y="3916"/>
                  </a:lnTo>
                  <a:lnTo>
                    <a:pt x="102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h804"/>
            <p:cNvSpPr/>
            <p:nvPr/>
          </p:nvSpPr>
          <p:spPr>
            <a:xfrm>
              <a:off x="2063488" y="2932530"/>
              <a:ext cx="54964" cy="32842"/>
            </a:xfrm>
            <a:custGeom>
              <a:avLst/>
              <a:pathLst>
                <a:path w="54964" h="32842">
                  <a:moveTo>
                    <a:pt x="30122" y="0"/>
                  </a:moveTo>
                  <a:lnTo>
                    <a:pt x="30173" y="1066"/>
                  </a:lnTo>
                  <a:lnTo>
                    <a:pt x="31894" y="3397"/>
                  </a:lnTo>
                  <a:lnTo>
                    <a:pt x="34549" y="5397"/>
                  </a:lnTo>
                  <a:lnTo>
                    <a:pt x="38215" y="6222"/>
                  </a:lnTo>
                  <a:lnTo>
                    <a:pt x="38740" y="7455"/>
                  </a:lnTo>
                  <a:lnTo>
                    <a:pt x="37570" y="9263"/>
                  </a:lnTo>
                  <a:lnTo>
                    <a:pt x="38712" y="11500"/>
                  </a:lnTo>
                  <a:lnTo>
                    <a:pt x="39094" y="14959"/>
                  </a:lnTo>
                  <a:lnTo>
                    <a:pt x="37582" y="18352"/>
                  </a:lnTo>
                  <a:lnTo>
                    <a:pt x="36093" y="19551"/>
                  </a:lnTo>
                  <a:lnTo>
                    <a:pt x="36227" y="20232"/>
                  </a:lnTo>
                  <a:lnTo>
                    <a:pt x="37592" y="20215"/>
                  </a:lnTo>
                  <a:lnTo>
                    <a:pt x="41681" y="17822"/>
                  </a:lnTo>
                  <a:lnTo>
                    <a:pt x="43488" y="18389"/>
                  </a:lnTo>
                  <a:lnTo>
                    <a:pt x="43764" y="20547"/>
                  </a:lnTo>
                  <a:lnTo>
                    <a:pt x="45276" y="20957"/>
                  </a:lnTo>
                  <a:lnTo>
                    <a:pt x="48764" y="19595"/>
                  </a:lnTo>
                  <a:lnTo>
                    <a:pt x="53599" y="16770"/>
                  </a:lnTo>
                  <a:lnTo>
                    <a:pt x="53791" y="16100"/>
                  </a:lnTo>
                  <a:lnTo>
                    <a:pt x="54964" y="18146"/>
                  </a:lnTo>
                  <a:lnTo>
                    <a:pt x="54502" y="19709"/>
                  </a:lnTo>
                  <a:lnTo>
                    <a:pt x="53612" y="21146"/>
                  </a:lnTo>
                  <a:lnTo>
                    <a:pt x="45916" y="26474"/>
                  </a:lnTo>
                  <a:lnTo>
                    <a:pt x="43109" y="25148"/>
                  </a:lnTo>
                  <a:lnTo>
                    <a:pt x="35928" y="25844"/>
                  </a:lnTo>
                  <a:lnTo>
                    <a:pt x="36117" y="27858"/>
                  </a:lnTo>
                  <a:lnTo>
                    <a:pt x="32521" y="32721"/>
                  </a:lnTo>
                  <a:lnTo>
                    <a:pt x="27918" y="27518"/>
                  </a:lnTo>
                  <a:lnTo>
                    <a:pt x="26704" y="29855"/>
                  </a:lnTo>
                  <a:lnTo>
                    <a:pt x="22501" y="32842"/>
                  </a:lnTo>
                  <a:lnTo>
                    <a:pt x="21216" y="26792"/>
                  </a:lnTo>
                  <a:lnTo>
                    <a:pt x="18240" y="23625"/>
                  </a:lnTo>
                  <a:lnTo>
                    <a:pt x="15805" y="25235"/>
                  </a:lnTo>
                  <a:lnTo>
                    <a:pt x="12819" y="24725"/>
                  </a:lnTo>
                  <a:lnTo>
                    <a:pt x="7380" y="22557"/>
                  </a:lnTo>
                  <a:lnTo>
                    <a:pt x="0" y="18308"/>
                  </a:lnTo>
                  <a:lnTo>
                    <a:pt x="1348" y="18544"/>
                  </a:lnTo>
                  <a:lnTo>
                    <a:pt x="3865" y="16668"/>
                  </a:lnTo>
                  <a:lnTo>
                    <a:pt x="6197" y="12625"/>
                  </a:lnTo>
                  <a:lnTo>
                    <a:pt x="4230" y="11891"/>
                  </a:lnTo>
                  <a:lnTo>
                    <a:pt x="3398" y="8884"/>
                  </a:lnTo>
                  <a:lnTo>
                    <a:pt x="5888" y="5973"/>
                  </a:lnTo>
                  <a:lnTo>
                    <a:pt x="6094" y="2630"/>
                  </a:lnTo>
                  <a:lnTo>
                    <a:pt x="9759" y="3182"/>
                  </a:lnTo>
                  <a:lnTo>
                    <a:pt x="11069" y="4980"/>
                  </a:lnTo>
                  <a:lnTo>
                    <a:pt x="12121" y="3930"/>
                  </a:lnTo>
                  <a:lnTo>
                    <a:pt x="15157" y="3148"/>
                  </a:lnTo>
                  <a:lnTo>
                    <a:pt x="20066" y="3909"/>
                  </a:lnTo>
                  <a:lnTo>
                    <a:pt x="22677" y="77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h805"/>
            <p:cNvSpPr/>
            <p:nvPr/>
          </p:nvSpPr>
          <p:spPr>
            <a:xfrm>
              <a:off x="1936045" y="2899353"/>
              <a:ext cx="18345" cy="18585"/>
            </a:xfrm>
            <a:custGeom>
              <a:avLst/>
              <a:pathLst>
                <a:path w="18345" h="18585">
                  <a:moveTo>
                    <a:pt x="16373" y="0"/>
                  </a:moveTo>
                  <a:lnTo>
                    <a:pt x="18236" y="1955"/>
                  </a:lnTo>
                  <a:lnTo>
                    <a:pt x="18345" y="4713"/>
                  </a:lnTo>
                  <a:lnTo>
                    <a:pt x="14269" y="9701"/>
                  </a:lnTo>
                  <a:lnTo>
                    <a:pt x="13401" y="9323"/>
                  </a:lnTo>
                  <a:lnTo>
                    <a:pt x="13004" y="12194"/>
                  </a:lnTo>
                  <a:lnTo>
                    <a:pt x="16523" y="13595"/>
                  </a:lnTo>
                  <a:lnTo>
                    <a:pt x="16075" y="17648"/>
                  </a:lnTo>
                  <a:lnTo>
                    <a:pt x="13185" y="18585"/>
                  </a:lnTo>
                  <a:lnTo>
                    <a:pt x="8540" y="14484"/>
                  </a:lnTo>
                  <a:lnTo>
                    <a:pt x="7468" y="13742"/>
                  </a:lnTo>
                  <a:lnTo>
                    <a:pt x="690" y="14460"/>
                  </a:lnTo>
                  <a:lnTo>
                    <a:pt x="0" y="13392"/>
                  </a:lnTo>
                  <a:lnTo>
                    <a:pt x="1857" y="11296"/>
                  </a:lnTo>
                  <a:lnTo>
                    <a:pt x="2196" y="9857"/>
                  </a:lnTo>
                  <a:lnTo>
                    <a:pt x="1639" y="8773"/>
                  </a:lnTo>
                  <a:lnTo>
                    <a:pt x="4744" y="7515"/>
                  </a:lnTo>
                  <a:lnTo>
                    <a:pt x="7754" y="7573"/>
                  </a:lnTo>
                  <a:lnTo>
                    <a:pt x="13807" y="6116"/>
                  </a:lnTo>
                  <a:lnTo>
                    <a:pt x="14660" y="180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h806"/>
            <p:cNvSpPr/>
            <p:nvPr/>
          </p:nvSpPr>
          <p:spPr>
            <a:xfrm>
              <a:off x="2022101" y="2899971"/>
              <a:ext cx="47584" cy="58609"/>
            </a:xfrm>
            <a:custGeom>
              <a:avLst/>
              <a:pathLst>
                <a:path w="47584" h="58609">
                  <a:moveTo>
                    <a:pt x="27227" y="2451"/>
                  </a:moveTo>
                  <a:lnTo>
                    <a:pt x="27874" y="5808"/>
                  </a:lnTo>
                  <a:lnTo>
                    <a:pt x="26352" y="6834"/>
                  </a:lnTo>
                  <a:lnTo>
                    <a:pt x="27467" y="8809"/>
                  </a:lnTo>
                  <a:lnTo>
                    <a:pt x="31835" y="10732"/>
                  </a:lnTo>
                  <a:lnTo>
                    <a:pt x="33540" y="10351"/>
                  </a:lnTo>
                  <a:lnTo>
                    <a:pt x="34049" y="9187"/>
                  </a:lnTo>
                  <a:lnTo>
                    <a:pt x="35489" y="8778"/>
                  </a:lnTo>
                  <a:lnTo>
                    <a:pt x="45561" y="15756"/>
                  </a:lnTo>
                  <a:lnTo>
                    <a:pt x="46411" y="17484"/>
                  </a:lnTo>
                  <a:lnTo>
                    <a:pt x="45698" y="20377"/>
                  </a:lnTo>
                  <a:lnTo>
                    <a:pt x="46941" y="21984"/>
                  </a:lnTo>
                  <a:lnTo>
                    <a:pt x="47304" y="29326"/>
                  </a:lnTo>
                  <a:lnTo>
                    <a:pt x="46468" y="32358"/>
                  </a:lnTo>
                  <a:lnTo>
                    <a:pt x="47481" y="35189"/>
                  </a:lnTo>
                  <a:lnTo>
                    <a:pt x="47275" y="38532"/>
                  </a:lnTo>
                  <a:lnTo>
                    <a:pt x="44785" y="41443"/>
                  </a:lnTo>
                  <a:lnTo>
                    <a:pt x="45617" y="44450"/>
                  </a:lnTo>
                  <a:lnTo>
                    <a:pt x="47584" y="45184"/>
                  </a:lnTo>
                  <a:lnTo>
                    <a:pt x="45252" y="49227"/>
                  </a:lnTo>
                  <a:lnTo>
                    <a:pt x="42736" y="51102"/>
                  </a:lnTo>
                  <a:lnTo>
                    <a:pt x="41387" y="50867"/>
                  </a:lnTo>
                  <a:lnTo>
                    <a:pt x="39934" y="50011"/>
                  </a:lnTo>
                  <a:lnTo>
                    <a:pt x="38483" y="50884"/>
                  </a:lnTo>
                  <a:lnTo>
                    <a:pt x="37652" y="52314"/>
                  </a:lnTo>
                  <a:lnTo>
                    <a:pt x="38559" y="52950"/>
                  </a:lnTo>
                  <a:lnTo>
                    <a:pt x="37242" y="57799"/>
                  </a:lnTo>
                  <a:lnTo>
                    <a:pt x="34572" y="58609"/>
                  </a:lnTo>
                  <a:lnTo>
                    <a:pt x="31318" y="56815"/>
                  </a:lnTo>
                  <a:lnTo>
                    <a:pt x="29716" y="57491"/>
                  </a:lnTo>
                  <a:lnTo>
                    <a:pt x="23150" y="57560"/>
                  </a:lnTo>
                  <a:lnTo>
                    <a:pt x="22176" y="55242"/>
                  </a:lnTo>
                  <a:lnTo>
                    <a:pt x="22917" y="53462"/>
                  </a:lnTo>
                  <a:lnTo>
                    <a:pt x="24387" y="53763"/>
                  </a:lnTo>
                  <a:lnTo>
                    <a:pt x="25249" y="50505"/>
                  </a:lnTo>
                  <a:lnTo>
                    <a:pt x="22140" y="47845"/>
                  </a:lnTo>
                  <a:lnTo>
                    <a:pt x="20051" y="44767"/>
                  </a:lnTo>
                  <a:lnTo>
                    <a:pt x="20167" y="42349"/>
                  </a:lnTo>
                  <a:lnTo>
                    <a:pt x="13440" y="37304"/>
                  </a:lnTo>
                  <a:lnTo>
                    <a:pt x="11664" y="34210"/>
                  </a:lnTo>
                  <a:lnTo>
                    <a:pt x="11788" y="31780"/>
                  </a:lnTo>
                  <a:lnTo>
                    <a:pt x="8081" y="28052"/>
                  </a:lnTo>
                  <a:lnTo>
                    <a:pt x="8184" y="23953"/>
                  </a:lnTo>
                  <a:lnTo>
                    <a:pt x="9039" y="22960"/>
                  </a:lnTo>
                  <a:lnTo>
                    <a:pt x="6466" y="23709"/>
                  </a:lnTo>
                  <a:lnTo>
                    <a:pt x="2446" y="23371"/>
                  </a:lnTo>
                  <a:lnTo>
                    <a:pt x="0" y="16990"/>
                  </a:lnTo>
                  <a:lnTo>
                    <a:pt x="1752" y="14234"/>
                  </a:lnTo>
                  <a:lnTo>
                    <a:pt x="2842" y="13958"/>
                  </a:lnTo>
                  <a:lnTo>
                    <a:pt x="11267" y="14627"/>
                  </a:lnTo>
                  <a:lnTo>
                    <a:pt x="14726" y="10667"/>
                  </a:lnTo>
                  <a:lnTo>
                    <a:pt x="12034" y="6487"/>
                  </a:lnTo>
                  <a:lnTo>
                    <a:pt x="14572" y="5331"/>
                  </a:lnTo>
                  <a:lnTo>
                    <a:pt x="17970" y="5740"/>
                  </a:lnTo>
                  <a:lnTo>
                    <a:pt x="18836" y="5816"/>
                  </a:lnTo>
                  <a:lnTo>
                    <a:pt x="21812" y="3666"/>
                  </a:lnTo>
                  <a:lnTo>
                    <a:pt x="22335" y="1905"/>
                  </a:lnTo>
                  <a:lnTo>
                    <a:pt x="21488" y="467"/>
                  </a:lnTo>
                  <a:lnTo>
                    <a:pt x="2297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h807"/>
            <p:cNvSpPr/>
            <p:nvPr/>
          </p:nvSpPr>
          <p:spPr>
            <a:xfrm>
              <a:off x="1820212" y="2824526"/>
              <a:ext cx="58778" cy="58945"/>
            </a:xfrm>
            <a:custGeom>
              <a:avLst/>
              <a:pathLst>
                <a:path w="58778" h="58945">
                  <a:moveTo>
                    <a:pt x="37242" y="0"/>
                  </a:moveTo>
                  <a:lnTo>
                    <a:pt x="39227" y="2163"/>
                  </a:lnTo>
                  <a:lnTo>
                    <a:pt x="45133" y="4005"/>
                  </a:lnTo>
                  <a:lnTo>
                    <a:pt x="46246" y="5201"/>
                  </a:lnTo>
                  <a:lnTo>
                    <a:pt x="47440" y="9224"/>
                  </a:lnTo>
                  <a:lnTo>
                    <a:pt x="47229" y="10759"/>
                  </a:lnTo>
                  <a:lnTo>
                    <a:pt x="45999" y="11924"/>
                  </a:lnTo>
                  <a:lnTo>
                    <a:pt x="47768" y="16001"/>
                  </a:lnTo>
                  <a:lnTo>
                    <a:pt x="53109" y="17910"/>
                  </a:lnTo>
                  <a:lnTo>
                    <a:pt x="57352" y="33131"/>
                  </a:lnTo>
                  <a:lnTo>
                    <a:pt x="58742" y="33391"/>
                  </a:lnTo>
                  <a:lnTo>
                    <a:pt x="57537" y="34368"/>
                  </a:lnTo>
                  <a:lnTo>
                    <a:pt x="58646" y="37017"/>
                  </a:lnTo>
                  <a:lnTo>
                    <a:pt x="58778" y="40645"/>
                  </a:lnTo>
                  <a:lnTo>
                    <a:pt x="58666" y="47259"/>
                  </a:lnTo>
                  <a:lnTo>
                    <a:pt x="54406" y="48152"/>
                  </a:lnTo>
                  <a:lnTo>
                    <a:pt x="51510" y="50497"/>
                  </a:lnTo>
                  <a:lnTo>
                    <a:pt x="51174" y="51976"/>
                  </a:lnTo>
                  <a:lnTo>
                    <a:pt x="52039" y="53502"/>
                  </a:lnTo>
                  <a:lnTo>
                    <a:pt x="50540" y="57140"/>
                  </a:lnTo>
                  <a:lnTo>
                    <a:pt x="37276" y="58945"/>
                  </a:lnTo>
                  <a:lnTo>
                    <a:pt x="31718" y="58440"/>
                  </a:lnTo>
                  <a:lnTo>
                    <a:pt x="28008" y="55420"/>
                  </a:lnTo>
                  <a:lnTo>
                    <a:pt x="27418" y="53865"/>
                  </a:lnTo>
                  <a:lnTo>
                    <a:pt x="27764" y="51563"/>
                  </a:lnTo>
                  <a:lnTo>
                    <a:pt x="24730" y="49647"/>
                  </a:lnTo>
                  <a:lnTo>
                    <a:pt x="22552" y="49299"/>
                  </a:lnTo>
                  <a:lnTo>
                    <a:pt x="13937" y="40583"/>
                  </a:lnTo>
                  <a:lnTo>
                    <a:pt x="10995" y="41639"/>
                  </a:lnTo>
                  <a:lnTo>
                    <a:pt x="9726" y="41075"/>
                  </a:lnTo>
                  <a:lnTo>
                    <a:pt x="5149" y="33176"/>
                  </a:lnTo>
                  <a:lnTo>
                    <a:pt x="5328" y="27725"/>
                  </a:lnTo>
                  <a:lnTo>
                    <a:pt x="6969" y="20153"/>
                  </a:lnTo>
                  <a:lnTo>
                    <a:pt x="1632" y="16395"/>
                  </a:lnTo>
                  <a:lnTo>
                    <a:pt x="0" y="9494"/>
                  </a:lnTo>
                  <a:lnTo>
                    <a:pt x="1050" y="7688"/>
                  </a:lnTo>
                  <a:lnTo>
                    <a:pt x="4678" y="3054"/>
                  </a:lnTo>
                  <a:lnTo>
                    <a:pt x="8665" y="800"/>
                  </a:lnTo>
                  <a:lnTo>
                    <a:pt x="10599" y="1653"/>
                  </a:lnTo>
                  <a:lnTo>
                    <a:pt x="11210" y="3142"/>
                  </a:lnTo>
                  <a:lnTo>
                    <a:pt x="13202" y="1581"/>
                  </a:lnTo>
                  <a:lnTo>
                    <a:pt x="14829" y="1363"/>
                  </a:lnTo>
                  <a:lnTo>
                    <a:pt x="13820" y="4636"/>
                  </a:lnTo>
                  <a:lnTo>
                    <a:pt x="18706" y="6182"/>
                  </a:lnTo>
                  <a:lnTo>
                    <a:pt x="20010" y="7637"/>
                  </a:lnTo>
                  <a:lnTo>
                    <a:pt x="20237" y="10433"/>
                  </a:lnTo>
                  <a:lnTo>
                    <a:pt x="21208" y="11763"/>
                  </a:lnTo>
                  <a:lnTo>
                    <a:pt x="28915" y="12720"/>
                  </a:lnTo>
                  <a:lnTo>
                    <a:pt x="30317" y="8523"/>
                  </a:lnTo>
                  <a:lnTo>
                    <a:pt x="30589" y="4590"/>
                  </a:lnTo>
                  <a:lnTo>
                    <a:pt x="32769" y="111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h808"/>
            <p:cNvSpPr/>
            <p:nvPr/>
          </p:nvSpPr>
          <p:spPr>
            <a:xfrm>
              <a:off x="2164816" y="2667821"/>
              <a:ext cx="66059" cy="84717"/>
            </a:xfrm>
            <a:custGeom>
              <a:avLst/>
              <a:pathLst>
                <a:path w="66059" h="84717">
                  <a:moveTo>
                    <a:pt x="25829" y="3859"/>
                  </a:moveTo>
                  <a:lnTo>
                    <a:pt x="31391" y="5030"/>
                  </a:lnTo>
                  <a:lnTo>
                    <a:pt x="33435" y="7079"/>
                  </a:lnTo>
                  <a:lnTo>
                    <a:pt x="35448" y="11735"/>
                  </a:lnTo>
                  <a:lnTo>
                    <a:pt x="38803" y="15379"/>
                  </a:lnTo>
                  <a:lnTo>
                    <a:pt x="37980" y="18913"/>
                  </a:lnTo>
                  <a:lnTo>
                    <a:pt x="39867" y="21305"/>
                  </a:lnTo>
                  <a:lnTo>
                    <a:pt x="47084" y="28671"/>
                  </a:lnTo>
                  <a:lnTo>
                    <a:pt x="53618" y="32756"/>
                  </a:lnTo>
                  <a:lnTo>
                    <a:pt x="53180" y="36868"/>
                  </a:lnTo>
                  <a:lnTo>
                    <a:pt x="54850" y="39445"/>
                  </a:lnTo>
                  <a:lnTo>
                    <a:pt x="58482" y="41170"/>
                  </a:lnTo>
                  <a:lnTo>
                    <a:pt x="60188" y="40931"/>
                  </a:lnTo>
                  <a:lnTo>
                    <a:pt x="58603" y="44301"/>
                  </a:lnTo>
                  <a:lnTo>
                    <a:pt x="63969" y="50422"/>
                  </a:lnTo>
                  <a:lnTo>
                    <a:pt x="64105" y="53097"/>
                  </a:lnTo>
                  <a:lnTo>
                    <a:pt x="66059" y="55930"/>
                  </a:lnTo>
                  <a:lnTo>
                    <a:pt x="56252" y="57352"/>
                  </a:lnTo>
                  <a:lnTo>
                    <a:pt x="53981" y="58946"/>
                  </a:lnTo>
                  <a:lnTo>
                    <a:pt x="58012" y="63495"/>
                  </a:lnTo>
                  <a:lnTo>
                    <a:pt x="57681" y="66680"/>
                  </a:lnTo>
                  <a:lnTo>
                    <a:pt x="58070" y="69946"/>
                  </a:lnTo>
                  <a:lnTo>
                    <a:pt x="56021" y="71581"/>
                  </a:lnTo>
                  <a:lnTo>
                    <a:pt x="47675" y="72772"/>
                  </a:lnTo>
                  <a:lnTo>
                    <a:pt x="45009" y="73927"/>
                  </a:lnTo>
                  <a:lnTo>
                    <a:pt x="44066" y="75105"/>
                  </a:lnTo>
                  <a:lnTo>
                    <a:pt x="43452" y="79597"/>
                  </a:lnTo>
                  <a:lnTo>
                    <a:pt x="39569" y="80967"/>
                  </a:lnTo>
                  <a:lnTo>
                    <a:pt x="39535" y="82052"/>
                  </a:lnTo>
                  <a:lnTo>
                    <a:pt x="36422" y="84015"/>
                  </a:lnTo>
                  <a:lnTo>
                    <a:pt x="33601" y="84717"/>
                  </a:lnTo>
                  <a:lnTo>
                    <a:pt x="33534" y="82462"/>
                  </a:lnTo>
                  <a:lnTo>
                    <a:pt x="32098" y="79106"/>
                  </a:lnTo>
                  <a:lnTo>
                    <a:pt x="30326" y="76448"/>
                  </a:lnTo>
                  <a:lnTo>
                    <a:pt x="28697" y="75375"/>
                  </a:lnTo>
                  <a:lnTo>
                    <a:pt x="24156" y="75075"/>
                  </a:lnTo>
                  <a:lnTo>
                    <a:pt x="20786" y="73385"/>
                  </a:lnTo>
                  <a:lnTo>
                    <a:pt x="18437" y="73033"/>
                  </a:lnTo>
                  <a:lnTo>
                    <a:pt x="16211" y="73905"/>
                  </a:lnTo>
                  <a:lnTo>
                    <a:pt x="16857" y="77026"/>
                  </a:lnTo>
                  <a:lnTo>
                    <a:pt x="14596" y="79278"/>
                  </a:lnTo>
                  <a:lnTo>
                    <a:pt x="8322" y="76883"/>
                  </a:lnTo>
                  <a:lnTo>
                    <a:pt x="8530" y="76159"/>
                  </a:lnTo>
                  <a:lnTo>
                    <a:pt x="5457" y="73568"/>
                  </a:lnTo>
                  <a:lnTo>
                    <a:pt x="4151" y="73776"/>
                  </a:lnTo>
                  <a:lnTo>
                    <a:pt x="4502" y="73071"/>
                  </a:lnTo>
                  <a:lnTo>
                    <a:pt x="3595" y="70359"/>
                  </a:lnTo>
                  <a:lnTo>
                    <a:pt x="0" y="69687"/>
                  </a:lnTo>
                  <a:lnTo>
                    <a:pt x="1546" y="59643"/>
                  </a:lnTo>
                  <a:lnTo>
                    <a:pt x="4062" y="57565"/>
                  </a:lnTo>
                  <a:lnTo>
                    <a:pt x="5240" y="55091"/>
                  </a:lnTo>
                  <a:lnTo>
                    <a:pt x="2939" y="54045"/>
                  </a:lnTo>
                  <a:lnTo>
                    <a:pt x="3019" y="53458"/>
                  </a:lnTo>
                  <a:lnTo>
                    <a:pt x="9347" y="51134"/>
                  </a:lnTo>
                  <a:lnTo>
                    <a:pt x="12895" y="48148"/>
                  </a:lnTo>
                  <a:lnTo>
                    <a:pt x="16872" y="43003"/>
                  </a:lnTo>
                  <a:lnTo>
                    <a:pt x="20273" y="36148"/>
                  </a:lnTo>
                  <a:lnTo>
                    <a:pt x="21320" y="30579"/>
                  </a:lnTo>
                  <a:lnTo>
                    <a:pt x="20608" y="27118"/>
                  </a:lnTo>
                  <a:lnTo>
                    <a:pt x="21316" y="22125"/>
                  </a:lnTo>
                  <a:lnTo>
                    <a:pt x="19984" y="19813"/>
                  </a:lnTo>
                  <a:lnTo>
                    <a:pt x="18278" y="20890"/>
                  </a:lnTo>
                  <a:lnTo>
                    <a:pt x="17356" y="20565"/>
                  </a:lnTo>
                  <a:lnTo>
                    <a:pt x="15568" y="18842"/>
                  </a:lnTo>
                  <a:lnTo>
                    <a:pt x="15685" y="16521"/>
                  </a:lnTo>
                  <a:lnTo>
                    <a:pt x="6597" y="16362"/>
                  </a:lnTo>
                  <a:lnTo>
                    <a:pt x="7719" y="13289"/>
                  </a:lnTo>
                  <a:lnTo>
                    <a:pt x="8997" y="12176"/>
                  </a:lnTo>
                  <a:lnTo>
                    <a:pt x="10230" y="12701"/>
                  </a:lnTo>
                  <a:lnTo>
                    <a:pt x="11059" y="11090"/>
                  </a:lnTo>
                  <a:lnTo>
                    <a:pt x="13588" y="7897"/>
                  </a:lnTo>
                  <a:lnTo>
                    <a:pt x="13958" y="4315"/>
                  </a:lnTo>
                  <a:lnTo>
                    <a:pt x="2474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h809"/>
            <p:cNvSpPr/>
            <p:nvPr/>
          </p:nvSpPr>
          <p:spPr>
            <a:xfrm>
              <a:off x="1942757" y="2871750"/>
              <a:ext cx="21704" cy="23484"/>
            </a:xfrm>
            <a:custGeom>
              <a:avLst/>
              <a:pathLst>
                <a:path w="21704" h="23484">
                  <a:moveTo>
                    <a:pt x="10465" y="0"/>
                  </a:moveTo>
                  <a:lnTo>
                    <a:pt x="11657" y="991"/>
                  </a:lnTo>
                  <a:lnTo>
                    <a:pt x="11462" y="3927"/>
                  </a:lnTo>
                  <a:lnTo>
                    <a:pt x="12084" y="5584"/>
                  </a:lnTo>
                  <a:lnTo>
                    <a:pt x="16415" y="4920"/>
                  </a:lnTo>
                  <a:lnTo>
                    <a:pt x="21704" y="6182"/>
                  </a:lnTo>
                  <a:lnTo>
                    <a:pt x="21432" y="7998"/>
                  </a:lnTo>
                  <a:lnTo>
                    <a:pt x="17446" y="13802"/>
                  </a:lnTo>
                  <a:lnTo>
                    <a:pt x="16694" y="16261"/>
                  </a:lnTo>
                  <a:lnTo>
                    <a:pt x="17407" y="17059"/>
                  </a:lnTo>
                  <a:lnTo>
                    <a:pt x="19695" y="17448"/>
                  </a:lnTo>
                  <a:lnTo>
                    <a:pt x="20484" y="20656"/>
                  </a:lnTo>
                  <a:lnTo>
                    <a:pt x="12644" y="23257"/>
                  </a:lnTo>
                  <a:lnTo>
                    <a:pt x="10256" y="23432"/>
                  </a:lnTo>
                  <a:lnTo>
                    <a:pt x="9026" y="23484"/>
                  </a:lnTo>
                  <a:lnTo>
                    <a:pt x="5410" y="21492"/>
                  </a:lnTo>
                  <a:lnTo>
                    <a:pt x="7718" y="20363"/>
                  </a:lnTo>
                  <a:lnTo>
                    <a:pt x="7740" y="19547"/>
                  </a:lnTo>
                  <a:lnTo>
                    <a:pt x="2673" y="14538"/>
                  </a:lnTo>
                  <a:lnTo>
                    <a:pt x="989" y="12074"/>
                  </a:lnTo>
                  <a:lnTo>
                    <a:pt x="1109" y="9558"/>
                  </a:lnTo>
                  <a:lnTo>
                    <a:pt x="0" y="8709"/>
                  </a:lnTo>
                  <a:lnTo>
                    <a:pt x="1334" y="9286"/>
                  </a:lnTo>
                  <a:lnTo>
                    <a:pt x="3240" y="9033"/>
                  </a:lnTo>
                  <a:lnTo>
                    <a:pt x="6938" y="4676"/>
                  </a:lnTo>
                  <a:lnTo>
                    <a:pt x="8289" y="178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h810"/>
            <p:cNvSpPr/>
            <p:nvPr/>
          </p:nvSpPr>
          <p:spPr>
            <a:xfrm>
              <a:off x="2009341" y="2842736"/>
              <a:ext cx="29300" cy="29124"/>
            </a:xfrm>
            <a:custGeom>
              <a:avLst/>
              <a:pathLst>
                <a:path w="29300" h="29124">
                  <a:moveTo>
                    <a:pt x="2323" y="0"/>
                  </a:moveTo>
                  <a:lnTo>
                    <a:pt x="6615" y="1603"/>
                  </a:lnTo>
                  <a:lnTo>
                    <a:pt x="10237" y="4326"/>
                  </a:lnTo>
                  <a:lnTo>
                    <a:pt x="14552" y="6262"/>
                  </a:lnTo>
                  <a:lnTo>
                    <a:pt x="21194" y="6081"/>
                  </a:lnTo>
                  <a:lnTo>
                    <a:pt x="23213" y="4885"/>
                  </a:lnTo>
                  <a:lnTo>
                    <a:pt x="24690" y="2433"/>
                  </a:lnTo>
                  <a:lnTo>
                    <a:pt x="26913" y="1351"/>
                  </a:lnTo>
                  <a:lnTo>
                    <a:pt x="29095" y="1507"/>
                  </a:lnTo>
                  <a:lnTo>
                    <a:pt x="27937" y="2749"/>
                  </a:lnTo>
                  <a:lnTo>
                    <a:pt x="29300" y="9609"/>
                  </a:lnTo>
                  <a:lnTo>
                    <a:pt x="26897" y="15138"/>
                  </a:lnTo>
                  <a:lnTo>
                    <a:pt x="24289" y="15374"/>
                  </a:lnTo>
                  <a:lnTo>
                    <a:pt x="19192" y="14219"/>
                  </a:lnTo>
                  <a:lnTo>
                    <a:pt x="15013" y="14946"/>
                  </a:lnTo>
                  <a:lnTo>
                    <a:pt x="14042" y="18476"/>
                  </a:lnTo>
                  <a:lnTo>
                    <a:pt x="14269" y="21386"/>
                  </a:lnTo>
                  <a:lnTo>
                    <a:pt x="16118" y="22518"/>
                  </a:lnTo>
                  <a:lnTo>
                    <a:pt x="20819" y="22162"/>
                  </a:lnTo>
                  <a:lnTo>
                    <a:pt x="19214" y="24253"/>
                  </a:lnTo>
                  <a:lnTo>
                    <a:pt x="19343" y="25481"/>
                  </a:lnTo>
                  <a:lnTo>
                    <a:pt x="22867" y="28450"/>
                  </a:lnTo>
                  <a:lnTo>
                    <a:pt x="22009" y="29124"/>
                  </a:lnTo>
                  <a:lnTo>
                    <a:pt x="19539" y="29066"/>
                  </a:lnTo>
                  <a:lnTo>
                    <a:pt x="14686" y="26800"/>
                  </a:lnTo>
                  <a:lnTo>
                    <a:pt x="13470" y="25565"/>
                  </a:lnTo>
                  <a:lnTo>
                    <a:pt x="14288" y="24368"/>
                  </a:lnTo>
                  <a:lnTo>
                    <a:pt x="11536" y="24353"/>
                  </a:lnTo>
                  <a:lnTo>
                    <a:pt x="8840" y="20579"/>
                  </a:lnTo>
                  <a:lnTo>
                    <a:pt x="9054" y="16821"/>
                  </a:lnTo>
                  <a:lnTo>
                    <a:pt x="799" y="7071"/>
                  </a:lnTo>
                  <a:lnTo>
                    <a:pt x="0" y="4704"/>
                  </a:lnTo>
                  <a:lnTo>
                    <a:pt x="34" y="979"/>
                  </a:lnTo>
                  <a:lnTo>
                    <a:pt x="1304" y="35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h811"/>
            <p:cNvSpPr/>
            <p:nvPr/>
          </p:nvSpPr>
          <p:spPr>
            <a:xfrm>
              <a:off x="1972541" y="2662225"/>
              <a:ext cx="42923" cy="44130"/>
            </a:xfrm>
            <a:custGeom>
              <a:avLst/>
              <a:pathLst>
                <a:path w="42923" h="44130">
                  <a:moveTo>
                    <a:pt x="30451" y="6966"/>
                  </a:moveTo>
                  <a:lnTo>
                    <a:pt x="30576" y="11509"/>
                  </a:lnTo>
                  <a:lnTo>
                    <a:pt x="33809" y="14353"/>
                  </a:lnTo>
                  <a:lnTo>
                    <a:pt x="35880" y="14865"/>
                  </a:lnTo>
                  <a:lnTo>
                    <a:pt x="36600" y="17093"/>
                  </a:lnTo>
                  <a:lnTo>
                    <a:pt x="39099" y="18749"/>
                  </a:lnTo>
                  <a:lnTo>
                    <a:pt x="41009" y="18984"/>
                  </a:lnTo>
                  <a:lnTo>
                    <a:pt x="42923" y="22522"/>
                  </a:lnTo>
                  <a:lnTo>
                    <a:pt x="42540" y="25535"/>
                  </a:lnTo>
                  <a:lnTo>
                    <a:pt x="38338" y="33154"/>
                  </a:lnTo>
                  <a:lnTo>
                    <a:pt x="37564" y="35028"/>
                  </a:lnTo>
                  <a:lnTo>
                    <a:pt x="38164" y="38446"/>
                  </a:lnTo>
                  <a:lnTo>
                    <a:pt x="37582" y="41860"/>
                  </a:lnTo>
                  <a:lnTo>
                    <a:pt x="35059" y="40870"/>
                  </a:lnTo>
                  <a:lnTo>
                    <a:pt x="33128" y="43876"/>
                  </a:lnTo>
                  <a:lnTo>
                    <a:pt x="30675" y="44130"/>
                  </a:lnTo>
                  <a:lnTo>
                    <a:pt x="25846" y="43137"/>
                  </a:lnTo>
                  <a:lnTo>
                    <a:pt x="22905" y="44091"/>
                  </a:lnTo>
                  <a:lnTo>
                    <a:pt x="20654" y="39348"/>
                  </a:lnTo>
                  <a:lnTo>
                    <a:pt x="23225" y="37893"/>
                  </a:lnTo>
                  <a:lnTo>
                    <a:pt x="23171" y="36595"/>
                  </a:lnTo>
                  <a:lnTo>
                    <a:pt x="21351" y="33673"/>
                  </a:lnTo>
                  <a:lnTo>
                    <a:pt x="22703" y="30672"/>
                  </a:lnTo>
                  <a:lnTo>
                    <a:pt x="25427" y="29384"/>
                  </a:lnTo>
                  <a:lnTo>
                    <a:pt x="27508" y="24800"/>
                  </a:lnTo>
                  <a:lnTo>
                    <a:pt x="20519" y="25950"/>
                  </a:lnTo>
                  <a:lnTo>
                    <a:pt x="17123" y="23987"/>
                  </a:lnTo>
                  <a:lnTo>
                    <a:pt x="6872" y="22234"/>
                  </a:lnTo>
                  <a:lnTo>
                    <a:pt x="2316" y="19740"/>
                  </a:lnTo>
                  <a:lnTo>
                    <a:pt x="0" y="20846"/>
                  </a:lnTo>
                  <a:lnTo>
                    <a:pt x="701" y="17274"/>
                  </a:lnTo>
                  <a:lnTo>
                    <a:pt x="1741" y="11975"/>
                  </a:lnTo>
                  <a:lnTo>
                    <a:pt x="3886" y="11644"/>
                  </a:lnTo>
                  <a:lnTo>
                    <a:pt x="9295" y="15141"/>
                  </a:lnTo>
                  <a:lnTo>
                    <a:pt x="17245" y="14755"/>
                  </a:lnTo>
                  <a:lnTo>
                    <a:pt x="20613" y="12029"/>
                  </a:lnTo>
                  <a:lnTo>
                    <a:pt x="25745" y="9238"/>
                  </a:lnTo>
                  <a:lnTo>
                    <a:pt x="25695" y="7840"/>
                  </a:lnTo>
                  <a:lnTo>
                    <a:pt x="24571" y="7498"/>
                  </a:lnTo>
                  <a:lnTo>
                    <a:pt x="21174" y="8201"/>
                  </a:lnTo>
                  <a:lnTo>
                    <a:pt x="21769" y="1832"/>
                  </a:lnTo>
                  <a:lnTo>
                    <a:pt x="2377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h812"/>
            <p:cNvSpPr/>
            <p:nvPr/>
          </p:nvSpPr>
          <p:spPr>
            <a:xfrm>
              <a:off x="2051491" y="2949982"/>
              <a:ext cx="70236" cy="45887"/>
            </a:xfrm>
            <a:custGeom>
              <a:avLst/>
              <a:pathLst>
                <a:path w="70236" h="45887">
                  <a:moveTo>
                    <a:pt x="11997" y="856"/>
                  </a:moveTo>
                  <a:lnTo>
                    <a:pt x="19378" y="5105"/>
                  </a:lnTo>
                  <a:lnTo>
                    <a:pt x="24816" y="7273"/>
                  </a:lnTo>
                  <a:lnTo>
                    <a:pt x="27802" y="7783"/>
                  </a:lnTo>
                  <a:lnTo>
                    <a:pt x="30237" y="6173"/>
                  </a:lnTo>
                  <a:lnTo>
                    <a:pt x="33213" y="9340"/>
                  </a:lnTo>
                  <a:lnTo>
                    <a:pt x="34498" y="15390"/>
                  </a:lnTo>
                  <a:lnTo>
                    <a:pt x="38701" y="12403"/>
                  </a:lnTo>
                  <a:lnTo>
                    <a:pt x="39915" y="10066"/>
                  </a:lnTo>
                  <a:lnTo>
                    <a:pt x="44518" y="15269"/>
                  </a:lnTo>
                  <a:lnTo>
                    <a:pt x="48114" y="10406"/>
                  </a:lnTo>
                  <a:lnTo>
                    <a:pt x="47925" y="8391"/>
                  </a:lnTo>
                  <a:lnTo>
                    <a:pt x="55106" y="7695"/>
                  </a:lnTo>
                  <a:lnTo>
                    <a:pt x="57913" y="9022"/>
                  </a:lnTo>
                  <a:lnTo>
                    <a:pt x="65609" y="3693"/>
                  </a:lnTo>
                  <a:lnTo>
                    <a:pt x="66499" y="2257"/>
                  </a:lnTo>
                  <a:lnTo>
                    <a:pt x="69525" y="2939"/>
                  </a:lnTo>
                  <a:lnTo>
                    <a:pt x="70236" y="4847"/>
                  </a:lnTo>
                  <a:lnTo>
                    <a:pt x="67907" y="6208"/>
                  </a:lnTo>
                  <a:lnTo>
                    <a:pt x="67301" y="8522"/>
                  </a:lnTo>
                  <a:lnTo>
                    <a:pt x="70009" y="9981"/>
                  </a:lnTo>
                  <a:lnTo>
                    <a:pt x="67260" y="12435"/>
                  </a:lnTo>
                  <a:lnTo>
                    <a:pt x="63591" y="18155"/>
                  </a:lnTo>
                  <a:lnTo>
                    <a:pt x="60736" y="24056"/>
                  </a:lnTo>
                  <a:lnTo>
                    <a:pt x="57616" y="33200"/>
                  </a:lnTo>
                  <a:lnTo>
                    <a:pt x="55931" y="35633"/>
                  </a:lnTo>
                  <a:lnTo>
                    <a:pt x="52660" y="34611"/>
                  </a:lnTo>
                  <a:lnTo>
                    <a:pt x="46331" y="31033"/>
                  </a:lnTo>
                  <a:lnTo>
                    <a:pt x="44051" y="32254"/>
                  </a:lnTo>
                  <a:lnTo>
                    <a:pt x="41687" y="33728"/>
                  </a:lnTo>
                  <a:lnTo>
                    <a:pt x="38991" y="36546"/>
                  </a:lnTo>
                  <a:lnTo>
                    <a:pt x="38227" y="36947"/>
                  </a:lnTo>
                  <a:lnTo>
                    <a:pt x="35798" y="37643"/>
                  </a:lnTo>
                  <a:lnTo>
                    <a:pt x="33905" y="37215"/>
                  </a:lnTo>
                  <a:lnTo>
                    <a:pt x="33597" y="36254"/>
                  </a:lnTo>
                  <a:lnTo>
                    <a:pt x="31208" y="37060"/>
                  </a:lnTo>
                  <a:lnTo>
                    <a:pt x="27893" y="40008"/>
                  </a:lnTo>
                  <a:lnTo>
                    <a:pt x="23103" y="40683"/>
                  </a:lnTo>
                  <a:lnTo>
                    <a:pt x="20648" y="43185"/>
                  </a:lnTo>
                  <a:lnTo>
                    <a:pt x="16115" y="45526"/>
                  </a:lnTo>
                  <a:lnTo>
                    <a:pt x="13653" y="45887"/>
                  </a:lnTo>
                  <a:lnTo>
                    <a:pt x="13034" y="39468"/>
                  </a:lnTo>
                  <a:lnTo>
                    <a:pt x="8821" y="38235"/>
                  </a:lnTo>
                  <a:lnTo>
                    <a:pt x="6481" y="35523"/>
                  </a:lnTo>
                  <a:lnTo>
                    <a:pt x="9337" y="32303"/>
                  </a:lnTo>
                  <a:lnTo>
                    <a:pt x="9605" y="30778"/>
                  </a:lnTo>
                  <a:lnTo>
                    <a:pt x="8898" y="29584"/>
                  </a:lnTo>
                  <a:lnTo>
                    <a:pt x="7933" y="29850"/>
                  </a:lnTo>
                  <a:lnTo>
                    <a:pt x="3516" y="28263"/>
                  </a:lnTo>
                  <a:lnTo>
                    <a:pt x="0" y="23745"/>
                  </a:lnTo>
                  <a:lnTo>
                    <a:pt x="1752" y="20992"/>
                  </a:lnTo>
                  <a:lnTo>
                    <a:pt x="7516" y="16133"/>
                  </a:lnTo>
                  <a:lnTo>
                    <a:pt x="9133" y="13450"/>
                  </a:lnTo>
                  <a:lnTo>
                    <a:pt x="8826" y="11996"/>
                  </a:lnTo>
                  <a:lnTo>
                    <a:pt x="7446" y="10409"/>
                  </a:lnTo>
                  <a:lnTo>
                    <a:pt x="5719" y="11485"/>
                  </a:lnTo>
                  <a:lnTo>
                    <a:pt x="5182" y="8598"/>
                  </a:lnTo>
                  <a:lnTo>
                    <a:pt x="7853" y="7788"/>
                  </a:lnTo>
                  <a:lnTo>
                    <a:pt x="9169" y="2939"/>
                  </a:lnTo>
                  <a:lnTo>
                    <a:pt x="8262" y="2303"/>
                  </a:lnTo>
                  <a:lnTo>
                    <a:pt x="9093" y="873"/>
                  </a:lnTo>
                  <a:lnTo>
                    <a:pt x="1054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h813"/>
            <p:cNvSpPr/>
            <p:nvPr/>
          </p:nvSpPr>
          <p:spPr>
            <a:xfrm>
              <a:off x="2151169" y="2798955"/>
              <a:ext cx="36847" cy="32902"/>
            </a:xfrm>
            <a:custGeom>
              <a:avLst/>
              <a:pathLst>
                <a:path w="36847" h="32902">
                  <a:moveTo>
                    <a:pt x="19994" y="1032"/>
                  </a:moveTo>
                  <a:lnTo>
                    <a:pt x="21277" y="3250"/>
                  </a:lnTo>
                  <a:lnTo>
                    <a:pt x="22058" y="953"/>
                  </a:lnTo>
                  <a:lnTo>
                    <a:pt x="24323" y="1810"/>
                  </a:lnTo>
                  <a:lnTo>
                    <a:pt x="23659" y="4449"/>
                  </a:lnTo>
                  <a:lnTo>
                    <a:pt x="24801" y="5753"/>
                  </a:lnTo>
                  <a:lnTo>
                    <a:pt x="30470" y="8680"/>
                  </a:lnTo>
                  <a:lnTo>
                    <a:pt x="29769" y="11964"/>
                  </a:lnTo>
                  <a:lnTo>
                    <a:pt x="30319" y="14567"/>
                  </a:lnTo>
                  <a:lnTo>
                    <a:pt x="31341" y="15057"/>
                  </a:lnTo>
                  <a:lnTo>
                    <a:pt x="35462" y="14693"/>
                  </a:lnTo>
                  <a:lnTo>
                    <a:pt x="36847" y="18813"/>
                  </a:lnTo>
                  <a:lnTo>
                    <a:pt x="36427" y="23799"/>
                  </a:lnTo>
                  <a:lnTo>
                    <a:pt x="35347" y="26710"/>
                  </a:lnTo>
                  <a:lnTo>
                    <a:pt x="30816" y="28779"/>
                  </a:lnTo>
                  <a:lnTo>
                    <a:pt x="29996" y="28198"/>
                  </a:lnTo>
                  <a:lnTo>
                    <a:pt x="27043" y="28311"/>
                  </a:lnTo>
                  <a:lnTo>
                    <a:pt x="18269" y="31410"/>
                  </a:lnTo>
                  <a:lnTo>
                    <a:pt x="10758" y="30768"/>
                  </a:lnTo>
                  <a:lnTo>
                    <a:pt x="7939" y="31700"/>
                  </a:lnTo>
                  <a:lnTo>
                    <a:pt x="6836" y="32902"/>
                  </a:lnTo>
                  <a:lnTo>
                    <a:pt x="5816" y="32773"/>
                  </a:lnTo>
                  <a:lnTo>
                    <a:pt x="3988" y="27653"/>
                  </a:lnTo>
                  <a:lnTo>
                    <a:pt x="0" y="22041"/>
                  </a:lnTo>
                  <a:lnTo>
                    <a:pt x="3102" y="15528"/>
                  </a:lnTo>
                  <a:lnTo>
                    <a:pt x="2414" y="13549"/>
                  </a:lnTo>
                  <a:lnTo>
                    <a:pt x="10692" y="7365"/>
                  </a:lnTo>
                  <a:lnTo>
                    <a:pt x="11437" y="4419"/>
                  </a:lnTo>
                  <a:lnTo>
                    <a:pt x="13689" y="2048"/>
                  </a:lnTo>
                  <a:lnTo>
                    <a:pt x="17264" y="17"/>
                  </a:lnTo>
                  <a:lnTo>
                    <a:pt x="1845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h814"/>
            <p:cNvSpPr/>
            <p:nvPr/>
          </p:nvSpPr>
          <p:spPr>
            <a:xfrm>
              <a:off x="2098965" y="2848000"/>
              <a:ext cx="16281" cy="19207"/>
            </a:xfrm>
            <a:custGeom>
              <a:avLst/>
              <a:pathLst>
                <a:path w="16281" h="19207">
                  <a:moveTo>
                    <a:pt x="9831" y="62"/>
                  </a:moveTo>
                  <a:lnTo>
                    <a:pt x="10259" y="545"/>
                  </a:lnTo>
                  <a:lnTo>
                    <a:pt x="9392" y="9430"/>
                  </a:lnTo>
                  <a:lnTo>
                    <a:pt x="16281" y="9619"/>
                  </a:lnTo>
                  <a:lnTo>
                    <a:pt x="15459" y="12473"/>
                  </a:lnTo>
                  <a:lnTo>
                    <a:pt x="13597" y="17140"/>
                  </a:lnTo>
                  <a:lnTo>
                    <a:pt x="11958" y="17838"/>
                  </a:lnTo>
                  <a:lnTo>
                    <a:pt x="8884" y="16936"/>
                  </a:lnTo>
                  <a:lnTo>
                    <a:pt x="7696" y="17507"/>
                  </a:lnTo>
                  <a:lnTo>
                    <a:pt x="7155" y="19161"/>
                  </a:lnTo>
                  <a:lnTo>
                    <a:pt x="17" y="19207"/>
                  </a:lnTo>
                  <a:lnTo>
                    <a:pt x="1471" y="9764"/>
                  </a:lnTo>
                  <a:lnTo>
                    <a:pt x="1716" y="7489"/>
                  </a:lnTo>
                  <a:lnTo>
                    <a:pt x="0" y="6574"/>
                  </a:lnTo>
                  <a:lnTo>
                    <a:pt x="1502" y="4359"/>
                  </a:lnTo>
                  <a:lnTo>
                    <a:pt x="2417" y="3489"/>
                  </a:lnTo>
                  <a:lnTo>
                    <a:pt x="8294" y="1854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h815"/>
            <p:cNvSpPr/>
            <p:nvPr/>
          </p:nvSpPr>
          <p:spPr>
            <a:xfrm>
              <a:off x="2113608" y="2733488"/>
              <a:ext cx="34476" cy="32208"/>
            </a:xfrm>
            <a:custGeom>
              <a:avLst/>
              <a:pathLst>
                <a:path w="34476" h="32208">
                  <a:moveTo>
                    <a:pt x="21417" y="1071"/>
                  </a:moveTo>
                  <a:lnTo>
                    <a:pt x="19477" y="4263"/>
                  </a:lnTo>
                  <a:lnTo>
                    <a:pt x="22438" y="6831"/>
                  </a:lnTo>
                  <a:lnTo>
                    <a:pt x="22898" y="11571"/>
                  </a:lnTo>
                  <a:lnTo>
                    <a:pt x="20758" y="12604"/>
                  </a:lnTo>
                  <a:lnTo>
                    <a:pt x="25275" y="16134"/>
                  </a:lnTo>
                  <a:lnTo>
                    <a:pt x="22870" y="18052"/>
                  </a:lnTo>
                  <a:lnTo>
                    <a:pt x="24423" y="20773"/>
                  </a:lnTo>
                  <a:lnTo>
                    <a:pt x="29286" y="20527"/>
                  </a:lnTo>
                  <a:lnTo>
                    <a:pt x="33331" y="22206"/>
                  </a:lnTo>
                  <a:lnTo>
                    <a:pt x="34476" y="23876"/>
                  </a:lnTo>
                  <a:lnTo>
                    <a:pt x="34296" y="27542"/>
                  </a:lnTo>
                  <a:lnTo>
                    <a:pt x="27446" y="26554"/>
                  </a:lnTo>
                  <a:lnTo>
                    <a:pt x="22546" y="27633"/>
                  </a:lnTo>
                  <a:lnTo>
                    <a:pt x="21296" y="30107"/>
                  </a:lnTo>
                  <a:lnTo>
                    <a:pt x="15319" y="32208"/>
                  </a:lnTo>
                  <a:lnTo>
                    <a:pt x="14372" y="32130"/>
                  </a:lnTo>
                  <a:lnTo>
                    <a:pt x="13276" y="29873"/>
                  </a:lnTo>
                  <a:lnTo>
                    <a:pt x="11267" y="29379"/>
                  </a:lnTo>
                  <a:lnTo>
                    <a:pt x="8080" y="30959"/>
                  </a:lnTo>
                  <a:lnTo>
                    <a:pt x="8036" y="27525"/>
                  </a:lnTo>
                  <a:lnTo>
                    <a:pt x="6753" y="26577"/>
                  </a:lnTo>
                  <a:lnTo>
                    <a:pt x="4955" y="23494"/>
                  </a:lnTo>
                  <a:lnTo>
                    <a:pt x="5801" y="22514"/>
                  </a:lnTo>
                  <a:lnTo>
                    <a:pt x="4791" y="21046"/>
                  </a:lnTo>
                  <a:lnTo>
                    <a:pt x="4205" y="20899"/>
                  </a:lnTo>
                  <a:lnTo>
                    <a:pt x="2868" y="22232"/>
                  </a:lnTo>
                  <a:lnTo>
                    <a:pt x="1501" y="21808"/>
                  </a:lnTo>
                  <a:lnTo>
                    <a:pt x="0" y="16133"/>
                  </a:lnTo>
                  <a:lnTo>
                    <a:pt x="4820" y="13454"/>
                  </a:lnTo>
                  <a:lnTo>
                    <a:pt x="5528" y="9214"/>
                  </a:lnTo>
                  <a:lnTo>
                    <a:pt x="351" y="8403"/>
                  </a:lnTo>
                  <a:lnTo>
                    <a:pt x="69" y="7101"/>
                  </a:lnTo>
                  <a:lnTo>
                    <a:pt x="1692" y="3710"/>
                  </a:lnTo>
                  <a:lnTo>
                    <a:pt x="6507" y="3303"/>
                  </a:lnTo>
                  <a:lnTo>
                    <a:pt x="7655" y="3550"/>
                  </a:lnTo>
                  <a:lnTo>
                    <a:pt x="8249" y="4637"/>
                  </a:lnTo>
                  <a:lnTo>
                    <a:pt x="11033" y="4366"/>
                  </a:lnTo>
                  <a:lnTo>
                    <a:pt x="15725" y="1137"/>
                  </a:lnTo>
                  <a:lnTo>
                    <a:pt x="172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h816"/>
            <p:cNvSpPr/>
            <p:nvPr/>
          </p:nvSpPr>
          <p:spPr>
            <a:xfrm>
              <a:off x="2029938" y="2761975"/>
              <a:ext cx="33413" cy="45019"/>
            </a:xfrm>
            <a:custGeom>
              <a:avLst/>
              <a:pathLst>
                <a:path w="33413" h="45019">
                  <a:moveTo>
                    <a:pt x="18264" y="0"/>
                  </a:moveTo>
                  <a:lnTo>
                    <a:pt x="27376" y="4609"/>
                  </a:lnTo>
                  <a:lnTo>
                    <a:pt x="24789" y="7317"/>
                  </a:lnTo>
                  <a:lnTo>
                    <a:pt x="24169" y="12238"/>
                  </a:lnTo>
                  <a:lnTo>
                    <a:pt x="24555" y="12718"/>
                  </a:lnTo>
                  <a:lnTo>
                    <a:pt x="26233" y="11321"/>
                  </a:lnTo>
                  <a:lnTo>
                    <a:pt x="28099" y="11737"/>
                  </a:lnTo>
                  <a:lnTo>
                    <a:pt x="27703" y="15637"/>
                  </a:lnTo>
                  <a:lnTo>
                    <a:pt x="26625" y="16513"/>
                  </a:lnTo>
                  <a:lnTo>
                    <a:pt x="21994" y="17328"/>
                  </a:lnTo>
                  <a:lnTo>
                    <a:pt x="20935" y="17953"/>
                  </a:lnTo>
                  <a:lnTo>
                    <a:pt x="20939" y="18911"/>
                  </a:lnTo>
                  <a:lnTo>
                    <a:pt x="24327" y="20032"/>
                  </a:lnTo>
                  <a:lnTo>
                    <a:pt x="24502" y="23790"/>
                  </a:lnTo>
                  <a:lnTo>
                    <a:pt x="25824" y="25909"/>
                  </a:lnTo>
                  <a:lnTo>
                    <a:pt x="27871" y="24828"/>
                  </a:lnTo>
                  <a:lnTo>
                    <a:pt x="29848" y="25769"/>
                  </a:lnTo>
                  <a:lnTo>
                    <a:pt x="33000" y="31596"/>
                  </a:lnTo>
                  <a:lnTo>
                    <a:pt x="33413" y="34759"/>
                  </a:lnTo>
                  <a:lnTo>
                    <a:pt x="32567" y="35997"/>
                  </a:lnTo>
                  <a:lnTo>
                    <a:pt x="28993" y="39284"/>
                  </a:lnTo>
                  <a:lnTo>
                    <a:pt x="24434" y="40415"/>
                  </a:lnTo>
                  <a:lnTo>
                    <a:pt x="21306" y="42594"/>
                  </a:lnTo>
                  <a:lnTo>
                    <a:pt x="15586" y="45019"/>
                  </a:lnTo>
                  <a:lnTo>
                    <a:pt x="9469" y="43068"/>
                  </a:lnTo>
                  <a:lnTo>
                    <a:pt x="6238" y="40380"/>
                  </a:lnTo>
                  <a:lnTo>
                    <a:pt x="6883" y="37222"/>
                  </a:lnTo>
                  <a:lnTo>
                    <a:pt x="3874" y="34412"/>
                  </a:lnTo>
                  <a:lnTo>
                    <a:pt x="4778" y="28750"/>
                  </a:lnTo>
                  <a:lnTo>
                    <a:pt x="0" y="18568"/>
                  </a:lnTo>
                  <a:lnTo>
                    <a:pt x="1823" y="17264"/>
                  </a:lnTo>
                  <a:lnTo>
                    <a:pt x="1265" y="14840"/>
                  </a:lnTo>
                  <a:lnTo>
                    <a:pt x="2687" y="5658"/>
                  </a:lnTo>
                  <a:lnTo>
                    <a:pt x="8341" y="3260"/>
                  </a:lnTo>
                  <a:lnTo>
                    <a:pt x="10652" y="4874"/>
                  </a:lnTo>
                  <a:lnTo>
                    <a:pt x="12254" y="3462"/>
                  </a:lnTo>
                  <a:lnTo>
                    <a:pt x="12638" y="1130"/>
                  </a:lnTo>
                  <a:lnTo>
                    <a:pt x="15733" y="1455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h817"/>
            <p:cNvSpPr/>
            <p:nvPr/>
          </p:nvSpPr>
          <p:spPr>
            <a:xfrm>
              <a:off x="1955461" y="2564106"/>
              <a:ext cx="34364" cy="52421"/>
            </a:xfrm>
            <a:custGeom>
              <a:avLst/>
              <a:pathLst>
                <a:path w="34364" h="52421">
                  <a:moveTo>
                    <a:pt x="17073" y="0"/>
                  </a:moveTo>
                  <a:lnTo>
                    <a:pt x="17905" y="1815"/>
                  </a:lnTo>
                  <a:lnTo>
                    <a:pt x="32218" y="2195"/>
                  </a:lnTo>
                  <a:lnTo>
                    <a:pt x="34364" y="4795"/>
                  </a:lnTo>
                  <a:lnTo>
                    <a:pt x="32615" y="12243"/>
                  </a:lnTo>
                  <a:lnTo>
                    <a:pt x="33123" y="15046"/>
                  </a:lnTo>
                  <a:lnTo>
                    <a:pt x="31850" y="16670"/>
                  </a:lnTo>
                  <a:lnTo>
                    <a:pt x="26733" y="18498"/>
                  </a:lnTo>
                  <a:lnTo>
                    <a:pt x="22757" y="20899"/>
                  </a:lnTo>
                  <a:lnTo>
                    <a:pt x="20483" y="27215"/>
                  </a:lnTo>
                  <a:lnTo>
                    <a:pt x="20611" y="33138"/>
                  </a:lnTo>
                  <a:lnTo>
                    <a:pt x="18694" y="36676"/>
                  </a:lnTo>
                  <a:lnTo>
                    <a:pt x="21336" y="39870"/>
                  </a:lnTo>
                  <a:lnTo>
                    <a:pt x="21221" y="40564"/>
                  </a:lnTo>
                  <a:lnTo>
                    <a:pt x="14566" y="49721"/>
                  </a:lnTo>
                  <a:lnTo>
                    <a:pt x="8419" y="52421"/>
                  </a:lnTo>
                  <a:lnTo>
                    <a:pt x="5530" y="49090"/>
                  </a:lnTo>
                  <a:lnTo>
                    <a:pt x="3876" y="45665"/>
                  </a:lnTo>
                  <a:lnTo>
                    <a:pt x="4766" y="45640"/>
                  </a:lnTo>
                  <a:lnTo>
                    <a:pt x="8187" y="39114"/>
                  </a:lnTo>
                  <a:lnTo>
                    <a:pt x="13457" y="34115"/>
                  </a:lnTo>
                  <a:lnTo>
                    <a:pt x="14174" y="32423"/>
                  </a:lnTo>
                  <a:lnTo>
                    <a:pt x="13103" y="29422"/>
                  </a:lnTo>
                  <a:lnTo>
                    <a:pt x="6109" y="25235"/>
                  </a:lnTo>
                  <a:lnTo>
                    <a:pt x="6860" y="24413"/>
                  </a:lnTo>
                  <a:lnTo>
                    <a:pt x="7171" y="21317"/>
                  </a:lnTo>
                  <a:lnTo>
                    <a:pt x="6708" y="18653"/>
                  </a:lnTo>
                  <a:lnTo>
                    <a:pt x="4402" y="17456"/>
                  </a:lnTo>
                  <a:lnTo>
                    <a:pt x="3219" y="13824"/>
                  </a:lnTo>
                  <a:lnTo>
                    <a:pt x="5233" y="9492"/>
                  </a:lnTo>
                  <a:lnTo>
                    <a:pt x="0" y="7047"/>
                  </a:lnTo>
                  <a:lnTo>
                    <a:pt x="913" y="3341"/>
                  </a:lnTo>
                  <a:lnTo>
                    <a:pt x="4235" y="637"/>
                  </a:lnTo>
                  <a:lnTo>
                    <a:pt x="6025" y="17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h818"/>
            <p:cNvSpPr/>
            <p:nvPr/>
          </p:nvSpPr>
          <p:spPr>
            <a:xfrm>
              <a:off x="2031908" y="2605107"/>
              <a:ext cx="31763" cy="24224"/>
            </a:xfrm>
            <a:custGeom>
              <a:avLst/>
              <a:pathLst>
                <a:path w="31763" h="24224">
                  <a:moveTo>
                    <a:pt x="11833" y="0"/>
                  </a:moveTo>
                  <a:lnTo>
                    <a:pt x="16177" y="307"/>
                  </a:lnTo>
                  <a:lnTo>
                    <a:pt x="21939" y="3277"/>
                  </a:lnTo>
                  <a:lnTo>
                    <a:pt x="21908" y="6890"/>
                  </a:lnTo>
                  <a:lnTo>
                    <a:pt x="17329" y="11613"/>
                  </a:lnTo>
                  <a:lnTo>
                    <a:pt x="15908" y="15423"/>
                  </a:lnTo>
                  <a:lnTo>
                    <a:pt x="16762" y="16014"/>
                  </a:lnTo>
                  <a:lnTo>
                    <a:pt x="22241" y="14004"/>
                  </a:lnTo>
                  <a:lnTo>
                    <a:pt x="29328" y="14158"/>
                  </a:lnTo>
                  <a:lnTo>
                    <a:pt x="31307" y="16181"/>
                  </a:lnTo>
                  <a:lnTo>
                    <a:pt x="31763" y="18432"/>
                  </a:lnTo>
                  <a:lnTo>
                    <a:pt x="28418" y="22820"/>
                  </a:lnTo>
                  <a:lnTo>
                    <a:pt x="23329" y="24224"/>
                  </a:lnTo>
                  <a:lnTo>
                    <a:pt x="19871" y="17992"/>
                  </a:lnTo>
                  <a:lnTo>
                    <a:pt x="12644" y="15664"/>
                  </a:lnTo>
                  <a:lnTo>
                    <a:pt x="11170" y="16298"/>
                  </a:lnTo>
                  <a:lnTo>
                    <a:pt x="9251" y="18731"/>
                  </a:lnTo>
                  <a:lnTo>
                    <a:pt x="7367" y="19308"/>
                  </a:lnTo>
                  <a:lnTo>
                    <a:pt x="6531" y="18138"/>
                  </a:lnTo>
                  <a:lnTo>
                    <a:pt x="6431" y="15423"/>
                  </a:lnTo>
                  <a:lnTo>
                    <a:pt x="7561" y="13457"/>
                  </a:lnTo>
                  <a:lnTo>
                    <a:pt x="6564" y="12504"/>
                  </a:lnTo>
                  <a:lnTo>
                    <a:pt x="1785" y="12320"/>
                  </a:lnTo>
                  <a:lnTo>
                    <a:pt x="0" y="7122"/>
                  </a:lnTo>
                  <a:lnTo>
                    <a:pt x="238" y="4925"/>
                  </a:lnTo>
                  <a:lnTo>
                    <a:pt x="5751" y="801"/>
                  </a:lnTo>
                  <a:lnTo>
                    <a:pt x="6823" y="2506"/>
                  </a:lnTo>
                  <a:lnTo>
                    <a:pt x="9043" y="67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h819"/>
            <p:cNvSpPr/>
            <p:nvPr/>
          </p:nvSpPr>
          <p:spPr>
            <a:xfrm>
              <a:off x="1932918" y="2747688"/>
              <a:ext cx="42650" cy="31943"/>
            </a:xfrm>
            <a:custGeom>
              <a:avLst/>
              <a:pathLst>
                <a:path w="42650" h="31943">
                  <a:moveTo>
                    <a:pt x="19026" y="1813"/>
                  </a:moveTo>
                  <a:lnTo>
                    <a:pt x="18975" y="4428"/>
                  </a:lnTo>
                  <a:lnTo>
                    <a:pt x="23413" y="8065"/>
                  </a:lnTo>
                  <a:lnTo>
                    <a:pt x="27270" y="7924"/>
                  </a:lnTo>
                  <a:lnTo>
                    <a:pt x="31625" y="13221"/>
                  </a:lnTo>
                  <a:lnTo>
                    <a:pt x="34831" y="14968"/>
                  </a:lnTo>
                  <a:lnTo>
                    <a:pt x="37643" y="15931"/>
                  </a:lnTo>
                  <a:lnTo>
                    <a:pt x="38715" y="15492"/>
                  </a:lnTo>
                  <a:lnTo>
                    <a:pt x="42650" y="17023"/>
                  </a:lnTo>
                  <a:lnTo>
                    <a:pt x="41771" y="22670"/>
                  </a:lnTo>
                  <a:lnTo>
                    <a:pt x="39666" y="26334"/>
                  </a:lnTo>
                  <a:lnTo>
                    <a:pt x="35044" y="29014"/>
                  </a:lnTo>
                  <a:lnTo>
                    <a:pt x="33308" y="31943"/>
                  </a:lnTo>
                  <a:lnTo>
                    <a:pt x="30501" y="31709"/>
                  </a:lnTo>
                  <a:lnTo>
                    <a:pt x="25424" y="23395"/>
                  </a:lnTo>
                  <a:lnTo>
                    <a:pt x="24314" y="23602"/>
                  </a:lnTo>
                  <a:lnTo>
                    <a:pt x="24081" y="25019"/>
                  </a:lnTo>
                  <a:lnTo>
                    <a:pt x="19652" y="29186"/>
                  </a:lnTo>
                  <a:lnTo>
                    <a:pt x="15429" y="31192"/>
                  </a:lnTo>
                  <a:lnTo>
                    <a:pt x="3767" y="28791"/>
                  </a:lnTo>
                  <a:lnTo>
                    <a:pt x="2236" y="28722"/>
                  </a:lnTo>
                  <a:lnTo>
                    <a:pt x="623" y="27690"/>
                  </a:lnTo>
                  <a:lnTo>
                    <a:pt x="70" y="24897"/>
                  </a:lnTo>
                  <a:lnTo>
                    <a:pt x="0" y="20647"/>
                  </a:lnTo>
                  <a:lnTo>
                    <a:pt x="1251" y="16111"/>
                  </a:lnTo>
                  <a:lnTo>
                    <a:pt x="2075" y="15664"/>
                  </a:lnTo>
                  <a:lnTo>
                    <a:pt x="2672" y="13797"/>
                  </a:lnTo>
                  <a:lnTo>
                    <a:pt x="3438" y="8440"/>
                  </a:lnTo>
                  <a:lnTo>
                    <a:pt x="1849" y="6002"/>
                  </a:lnTo>
                  <a:lnTo>
                    <a:pt x="2540" y="2992"/>
                  </a:lnTo>
                  <a:lnTo>
                    <a:pt x="4422" y="1091"/>
                  </a:lnTo>
                  <a:lnTo>
                    <a:pt x="9234" y="2148"/>
                  </a:lnTo>
                  <a:lnTo>
                    <a:pt x="1719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h820"/>
            <p:cNvSpPr/>
            <p:nvPr/>
          </p:nvSpPr>
          <p:spPr>
            <a:xfrm>
              <a:off x="1890349" y="2778801"/>
              <a:ext cx="41709" cy="57170"/>
            </a:xfrm>
            <a:custGeom>
              <a:avLst/>
              <a:pathLst>
                <a:path w="41709" h="57170">
                  <a:moveTo>
                    <a:pt x="3980" y="0"/>
                  </a:moveTo>
                  <a:lnTo>
                    <a:pt x="6926" y="1276"/>
                  </a:lnTo>
                  <a:lnTo>
                    <a:pt x="8472" y="2757"/>
                  </a:lnTo>
                  <a:lnTo>
                    <a:pt x="12862" y="10691"/>
                  </a:lnTo>
                  <a:lnTo>
                    <a:pt x="15416" y="13514"/>
                  </a:lnTo>
                  <a:lnTo>
                    <a:pt x="17781" y="15446"/>
                  </a:lnTo>
                  <a:lnTo>
                    <a:pt x="22622" y="17061"/>
                  </a:lnTo>
                  <a:lnTo>
                    <a:pt x="29671" y="25345"/>
                  </a:lnTo>
                  <a:lnTo>
                    <a:pt x="32653" y="26432"/>
                  </a:lnTo>
                  <a:lnTo>
                    <a:pt x="35950" y="29405"/>
                  </a:lnTo>
                  <a:lnTo>
                    <a:pt x="37088" y="36905"/>
                  </a:lnTo>
                  <a:lnTo>
                    <a:pt x="39864" y="39986"/>
                  </a:lnTo>
                  <a:lnTo>
                    <a:pt x="41709" y="40883"/>
                  </a:lnTo>
                  <a:lnTo>
                    <a:pt x="38518" y="45252"/>
                  </a:lnTo>
                  <a:lnTo>
                    <a:pt x="40917" y="49597"/>
                  </a:lnTo>
                  <a:lnTo>
                    <a:pt x="40290" y="50694"/>
                  </a:lnTo>
                  <a:lnTo>
                    <a:pt x="41534" y="53221"/>
                  </a:lnTo>
                  <a:lnTo>
                    <a:pt x="37112" y="52623"/>
                  </a:lnTo>
                  <a:lnTo>
                    <a:pt x="37909" y="54958"/>
                  </a:lnTo>
                  <a:lnTo>
                    <a:pt x="37061" y="57170"/>
                  </a:lnTo>
                  <a:lnTo>
                    <a:pt x="33197" y="54981"/>
                  </a:lnTo>
                  <a:lnTo>
                    <a:pt x="32691" y="53418"/>
                  </a:lnTo>
                  <a:lnTo>
                    <a:pt x="29413" y="50564"/>
                  </a:lnTo>
                  <a:lnTo>
                    <a:pt x="19770" y="50037"/>
                  </a:lnTo>
                  <a:lnTo>
                    <a:pt x="17848" y="47188"/>
                  </a:lnTo>
                  <a:lnTo>
                    <a:pt x="16529" y="43281"/>
                  </a:lnTo>
                  <a:lnTo>
                    <a:pt x="13458" y="40420"/>
                  </a:lnTo>
                  <a:lnTo>
                    <a:pt x="12526" y="37748"/>
                  </a:lnTo>
                  <a:lnTo>
                    <a:pt x="12359" y="36590"/>
                  </a:lnTo>
                  <a:lnTo>
                    <a:pt x="13189" y="36413"/>
                  </a:lnTo>
                  <a:lnTo>
                    <a:pt x="12348" y="32909"/>
                  </a:lnTo>
                  <a:lnTo>
                    <a:pt x="9079" y="26746"/>
                  </a:lnTo>
                  <a:lnTo>
                    <a:pt x="8595" y="22866"/>
                  </a:lnTo>
                  <a:lnTo>
                    <a:pt x="5096" y="20229"/>
                  </a:lnTo>
                  <a:lnTo>
                    <a:pt x="2510" y="13846"/>
                  </a:lnTo>
                  <a:lnTo>
                    <a:pt x="3063" y="11149"/>
                  </a:lnTo>
                  <a:lnTo>
                    <a:pt x="3378" y="10007"/>
                  </a:lnTo>
                  <a:lnTo>
                    <a:pt x="1083" y="5461"/>
                  </a:lnTo>
                  <a:lnTo>
                    <a:pt x="0" y="119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h821"/>
            <p:cNvSpPr/>
            <p:nvPr/>
          </p:nvSpPr>
          <p:spPr>
            <a:xfrm>
              <a:off x="1925043" y="2902377"/>
              <a:ext cx="20104" cy="25074"/>
            </a:xfrm>
            <a:custGeom>
              <a:avLst/>
              <a:pathLst>
                <a:path w="20104" h="25074">
                  <a:moveTo>
                    <a:pt x="3944" y="0"/>
                  </a:moveTo>
                  <a:lnTo>
                    <a:pt x="6863" y="1734"/>
                  </a:lnTo>
                  <a:lnTo>
                    <a:pt x="6029" y="3141"/>
                  </a:lnTo>
                  <a:lnTo>
                    <a:pt x="8492" y="4585"/>
                  </a:lnTo>
                  <a:lnTo>
                    <a:pt x="12641" y="5749"/>
                  </a:lnTo>
                  <a:lnTo>
                    <a:pt x="13199" y="6833"/>
                  </a:lnTo>
                  <a:lnTo>
                    <a:pt x="12859" y="8273"/>
                  </a:lnTo>
                  <a:lnTo>
                    <a:pt x="11002" y="10368"/>
                  </a:lnTo>
                  <a:lnTo>
                    <a:pt x="11692" y="11436"/>
                  </a:lnTo>
                  <a:lnTo>
                    <a:pt x="18471" y="10719"/>
                  </a:lnTo>
                  <a:lnTo>
                    <a:pt x="19543" y="11460"/>
                  </a:lnTo>
                  <a:lnTo>
                    <a:pt x="18169" y="12822"/>
                  </a:lnTo>
                  <a:lnTo>
                    <a:pt x="17669" y="15148"/>
                  </a:lnTo>
                  <a:lnTo>
                    <a:pt x="19628" y="17188"/>
                  </a:lnTo>
                  <a:lnTo>
                    <a:pt x="20104" y="24535"/>
                  </a:lnTo>
                  <a:lnTo>
                    <a:pt x="17039" y="25074"/>
                  </a:lnTo>
                  <a:lnTo>
                    <a:pt x="15567" y="23342"/>
                  </a:lnTo>
                  <a:lnTo>
                    <a:pt x="14053" y="19742"/>
                  </a:lnTo>
                  <a:lnTo>
                    <a:pt x="9274" y="17565"/>
                  </a:lnTo>
                  <a:lnTo>
                    <a:pt x="8283" y="16416"/>
                  </a:lnTo>
                  <a:lnTo>
                    <a:pt x="5387" y="9244"/>
                  </a:lnTo>
                  <a:lnTo>
                    <a:pt x="3806" y="8766"/>
                  </a:lnTo>
                  <a:lnTo>
                    <a:pt x="0" y="5076"/>
                  </a:lnTo>
                  <a:lnTo>
                    <a:pt x="613" y="3002"/>
                  </a:lnTo>
                  <a:lnTo>
                    <a:pt x="64" y="92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h822"/>
            <p:cNvSpPr/>
            <p:nvPr/>
          </p:nvSpPr>
          <p:spPr>
            <a:xfrm>
              <a:off x="1931435" y="2785472"/>
              <a:ext cx="25903" cy="29794"/>
            </a:xfrm>
            <a:custGeom>
              <a:avLst/>
              <a:pathLst>
                <a:path w="25903" h="29794">
                  <a:moveTo>
                    <a:pt x="17704" y="0"/>
                  </a:moveTo>
                  <a:lnTo>
                    <a:pt x="19973" y="2129"/>
                  </a:lnTo>
                  <a:lnTo>
                    <a:pt x="20696" y="8986"/>
                  </a:lnTo>
                  <a:lnTo>
                    <a:pt x="20213" y="12010"/>
                  </a:lnTo>
                  <a:lnTo>
                    <a:pt x="25903" y="15652"/>
                  </a:lnTo>
                  <a:lnTo>
                    <a:pt x="24324" y="18406"/>
                  </a:lnTo>
                  <a:lnTo>
                    <a:pt x="21385" y="23697"/>
                  </a:lnTo>
                  <a:lnTo>
                    <a:pt x="21349" y="26662"/>
                  </a:lnTo>
                  <a:lnTo>
                    <a:pt x="20479" y="27805"/>
                  </a:lnTo>
                  <a:lnTo>
                    <a:pt x="16574" y="29794"/>
                  </a:lnTo>
                  <a:lnTo>
                    <a:pt x="13351" y="28287"/>
                  </a:lnTo>
                  <a:lnTo>
                    <a:pt x="3723" y="26623"/>
                  </a:lnTo>
                  <a:lnTo>
                    <a:pt x="3535" y="24572"/>
                  </a:lnTo>
                  <a:lnTo>
                    <a:pt x="2594" y="23115"/>
                  </a:lnTo>
                  <a:lnTo>
                    <a:pt x="1531" y="22517"/>
                  </a:lnTo>
                  <a:lnTo>
                    <a:pt x="0" y="23048"/>
                  </a:lnTo>
                  <a:lnTo>
                    <a:pt x="11" y="18692"/>
                  </a:lnTo>
                  <a:lnTo>
                    <a:pt x="2298" y="18940"/>
                  </a:lnTo>
                  <a:lnTo>
                    <a:pt x="5986" y="17859"/>
                  </a:lnTo>
                  <a:lnTo>
                    <a:pt x="5971" y="15901"/>
                  </a:lnTo>
                  <a:lnTo>
                    <a:pt x="4759" y="13284"/>
                  </a:lnTo>
                  <a:lnTo>
                    <a:pt x="5665" y="11905"/>
                  </a:lnTo>
                  <a:lnTo>
                    <a:pt x="13193" y="13638"/>
                  </a:lnTo>
                  <a:lnTo>
                    <a:pt x="13846" y="12681"/>
                  </a:lnTo>
                  <a:lnTo>
                    <a:pt x="12598" y="11930"/>
                  </a:lnTo>
                  <a:lnTo>
                    <a:pt x="13707" y="4797"/>
                  </a:lnTo>
                  <a:lnTo>
                    <a:pt x="10799" y="3112"/>
                  </a:lnTo>
                  <a:lnTo>
                    <a:pt x="10628" y="2111"/>
                  </a:lnTo>
                  <a:lnTo>
                    <a:pt x="12115" y="8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h823"/>
            <p:cNvSpPr/>
            <p:nvPr/>
          </p:nvSpPr>
          <p:spPr>
            <a:xfrm>
              <a:off x="2134717" y="2684183"/>
              <a:ext cx="51419" cy="44036"/>
            </a:xfrm>
            <a:custGeom>
              <a:avLst/>
              <a:pathLst>
                <a:path w="51419" h="44036">
                  <a:moveTo>
                    <a:pt x="45783" y="159"/>
                  </a:moveTo>
                  <a:lnTo>
                    <a:pt x="45667" y="2480"/>
                  </a:lnTo>
                  <a:lnTo>
                    <a:pt x="47455" y="4203"/>
                  </a:lnTo>
                  <a:lnTo>
                    <a:pt x="48377" y="4528"/>
                  </a:lnTo>
                  <a:lnTo>
                    <a:pt x="50083" y="3451"/>
                  </a:lnTo>
                  <a:lnTo>
                    <a:pt x="51414" y="5763"/>
                  </a:lnTo>
                  <a:lnTo>
                    <a:pt x="50707" y="10756"/>
                  </a:lnTo>
                  <a:lnTo>
                    <a:pt x="51419" y="14217"/>
                  </a:lnTo>
                  <a:lnTo>
                    <a:pt x="50371" y="19786"/>
                  </a:lnTo>
                  <a:lnTo>
                    <a:pt x="46970" y="26641"/>
                  </a:lnTo>
                  <a:lnTo>
                    <a:pt x="42993" y="31786"/>
                  </a:lnTo>
                  <a:lnTo>
                    <a:pt x="39446" y="34772"/>
                  </a:lnTo>
                  <a:lnTo>
                    <a:pt x="33117" y="37096"/>
                  </a:lnTo>
                  <a:lnTo>
                    <a:pt x="33037" y="37683"/>
                  </a:lnTo>
                  <a:lnTo>
                    <a:pt x="35338" y="38729"/>
                  </a:lnTo>
                  <a:lnTo>
                    <a:pt x="34160" y="41203"/>
                  </a:lnTo>
                  <a:lnTo>
                    <a:pt x="31645" y="43281"/>
                  </a:lnTo>
                  <a:lnTo>
                    <a:pt x="30577" y="44036"/>
                  </a:lnTo>
                  <a:lnTo>
                    <a:pt x="28211" y="42720"/>
                  </a:lnTo>
                  <a:lnTo>
                    <a:pt x="21183" y="43972"/>
                  </a:lnTo>
                  <a:lnTo>
                    <a:pt x="15220" y="43876"/>
                  </a:lnTo>
                  <a:lnTo>
                    <a:pt x="12369" y="43026"/>
                  </a:lnTo>
                  <a:lnTo>
                    <a:pt x="11713" y="41873"/>
                  </a:lnTo>
                  <a:lnTo>
                    <a:pt x="6973" y="41917"/>
                  </a:lnTo>
                  <a:lnTo>
                    <a:pt x="1787" y="40279"/>
                  </a:lnTo>
                  <a:lnTo>
                    <a:pt x="0" y="37594"/>
                  </a:lnTo>
                  <a:lnTo>
                    <a:pt x="7746" y="26452"/>
                  </a:lnTo>
                  <a:lnTo>
                    <a:pt x="6752" y="20260"/>
                  </a:lnTo>
                  <a:lnTo>
                    <a:pt x="5458" y="19847"/>
                  </a:lnTo>
                  <a:lnTo>
                    <a:pt x="5169" y="21619"/>
                  </a:lnTo>
                  <a:lnTo>
                    <a:pt x="3465" y="22672"/>
                  </a:lnTo>
                  <a:lnTo>
                    <a:pt x="3657" y="16869"/>
                  </a:lnTo>
                  <a:lnTo>
                    <a:pt x="5590" y="11833"/>
                  </a:lnTo>
                  <a:lnTo>
                    <a:pt x="12104" y="15371"/>
                  </a:lnTo>
                  <a:lnTo>
                    <a:pt x="13835" y="14857"/>
                  </a:lnTo>
                  <a:lnTo>
                    <a:pt x="15486" y="11712"/>
                  </a:lnTo>
                  <a:lnTo>
                    <a:pt x="22352" y="11713"/>
                  </a:lnTo>
                  <a:lnTo>
                    <a:pt x="24512" y="7744"/>
                  </a:lnTo>
                  <a:lnTo>
                    <a:pt x="28551" y="7565"/>
                  </a:lnTo>
                  <a:lnTo>
                    <a:pt x="32530" y="5522"/>
                  </a:lnTo>
                  <a:lnTo>
                    <a:pt x="35444" y="851"/>
                  </a:lnTo>
                  <a:lnTo>
                    <a:pt x="3669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h824"/>
            <p:cNvSpPr/>
            <p:nvPr/>
          </p:nvSpPr>
          <p:spPr>
            <a:xfrm>
              <a:off x="1931072" y="2892407"/>
              <a:ext cx="32169" cy="20935"/>
            </a:xfrm>
            <a:custGeom>
              <a:avLst/>
              <a:pathLst>
                <a:path w="32169" h="20935">
                  <a:moveTo>
                    <a:pt x="17094" y="836"/>
                  </a:moveTo>
                  <a:lnTo>
                    <a:pt x="20711" y="2827"/>
                  </a:lnTo>
                  <a:lnTo>
                    <a:pt x="21941" y="2775"/>
                  </a:lnTo>
                  <a:lnTo>
                    <a:pt x="24329" y="2600"/>
                  </a:lnTo>
                  <a:lnTo>
                    <a:pt x="32169" y="0"/>
                  </a:lnTo>
                  <a:lnTo>
                    <a:pt x="31418" y="3651"/>
                  </a:lnTo>
                  <a:lnTo>
                    <a:pt x="29027" y="12086"/>
                  </a:lnTo>
                  <a:lnTo>
                    <a:pt x="30161" y="16033"/>
                  </a:lnTo>
                  <a:lnTo>
                    <a:pt x="25285" y="14031"/>
                  </a:lnTo>
                  <a:lnTo>
                    <a:pt x="23211" y="20935"/>
                  </a:lnTo>
                  <a:lnTo>
                    <a:pt x="21496" y="20541"/>
                  </a:lnTo>
                  <a:lnTo>
                    <a:pt x="17976" y="19140"/>
                  </a:lnTo>
                  <a:lnTo>
                    <a:pt x="18374" y="16269"/>
                  </a:lnTo>
                  <a:lnTo>
                    <a:pt x="19242" y="16647"/>
                  </a:lnTo>
                  <a:lnTo>
                    <a:pt x="23318" y="11659"/>
                  </a:lnTo>
                  <a:lnTo>
                    <a:pt x="23208" y="8901"/>
                  </a:lnTo>
                  <a:lnTo>
                    <a:pt x="21346" y="6945"/>
                  </a:lnTo>
                  <a:lnTo>
                    <a:pt x="19632" y="8752"/>
                  </a:lnTo>
                  <a:lnTo>
                    <a:pt x="18780" y="13061"/>
                  </a:lnTo>
                  <a:lnTo>
                    <a:pt x="12727" y="14519"/>
                  </a:lnTo>
                  <a:lnTo>
                    <a:pt x="9717" y="14460"/>
                  </a:lnTo>
                  <a:lnTo>
                    <a:pt x="6612" y="15718"/>
                  </a:lnTo>
                  <a:lnTo>
                    <a:pt x="2462" y="14555"/>
                  </a:lnTo>
                  <a:lnTo>
                    <a:pt x="0" y="13110"/>
                  </a:lnTo>
                  <a:lnTo>
                    <a:pt x="834" y="11704"/>
                  </a:lnTo>
                  <a:lnTo>
                    <a:pt x="2557" y="11309"/>
                  </a:lnTo>
                  <a:lnTo>
                    <a:pt x="7071" y="4106"/>
                  </a:lnTo>
                  <a:lnTo>
                    <a:pt x="11752" y="68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h825"/>
            <p:cNvSpPr/>
            <p:nvPr/>
          </p:nvSpPr>
          <p:spPr>
            <a:xfrm>
              <a:off x="2148018" y="2827154"/>
              <a:ext cx="33968" cy="23636"/>
            </a:xfrm>
            <a:custGeom>
              <a:avLst/>
              <a:pathLst>
                <a:path w="33968" h="23636">
                  <a:moveTo>
                    <a:pt x="30194" y="112"/>
                  </a:moveTo>
                  <a:lnTo>
                    <a:pt x="33148" y="0"/>
                  </a:lnTo>
                  <a:lnTo>
                    <a:pt x="33968" y="581"/>
                  </a:lnTo>
                  <a:lnTo>
                    <a:pt x="31872" y="6200"/>
                  </a:lnTo>
                  <a:lnTo>
                    <a:pt x="26585" y="14393"/>
                  </a:lnTo>
                  <a:lnTo>
                    <a:pt x="24219" y="19720"/>
                  </a:lnTo>
                  <a:lnTo>
                    <a:pt x="22804" y="20443"/>
                  </a:lnTo>
                  <a:lnTo>
                    <a:pt x="16148" y="20354"/>
                  </a:lnTo>
                  <a:lnTo>
                    <a:pt x="14808" y="23147"/>
                  </a:lnTo>
                  <a:lnTo>
                    <a:pt x="10400" y="23636"/>
                  </a:lnTo>
                  <a:lnTo>
                    <a:pt x="2271" y="22658"/>
                  </a:lnTo>
                  <a:lnTo>
                    <a:pt x="0" y="13924"/>
                  </a:lnTo>
                  <a:lnTo>
                    <a:pt x="520" y="11138"/>
                  </a:lnTo>
                  <a:lnTo>
                    <a:pt x="6623" y="7591"/>
                  </a:lnTo>
                  <a:lnTo>
                    <a:pt x="8828" y="7318"/>
                  </a:lnTo>
                  <a:lnTo>
                    <a:pt x="9968" y="6007"/>
                  </a:lnTo>
                  <a:lnTo>
                    <a:pt x="9988" y="4703"/>
                  </a:lnTo>
                  <a:lnTo>
                    <a:pt x="11091" y="3501"/>
                  </a:lnTo>
                  <a:lnTo>
                    <a:pt x="13910" y="2570"/>
                  </a:lnTo>
                  <a:lnTo>
                    <a:pt x="21421" y="3211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h826"/>
            <p:cNvSpPr/>
            <p:nvPr/>
          </p:nvSpPr>
          <p:spPr>
            <a:xfrm>
              <a:off x="1975799" y="2855841"/>
              <a:ext cx="28629" cy="28287"/>
            </a:xfrm>
            <a:custGeom>
              <a:avLst/>
              <a:pathLst>
                <a:path w="28629" h="28287">
                  <a:moveTo>
                    <a:pt x="2850" y="0"/>
                  </a:moveTo>
                  <a:lnTo>
                    <a:pt x="6184" y="3119"/>
                  </a:lnTo>
                  <a:lnTo>
                    <a:pt x="9346" y="3846"/>
                  </a:lnTo>
                  <a:lnTo>
                    <a:pt x="12769" y="6622"/>
                  </a:lnTo>
                  <a:lnTo>
                    <a:pt x="15510" y="8896"/>
                  </a:lnTo>
                  <a:lnTo>
                    <a:pt x="18578" y="7007"/>
                  </a:lnTo>
                  <a:lnTo>
                    <a:pt x="20229" y="7177"/>
                  </a:lnTo>
                  <a:lnTo>
                    <a:pt x="20860" y="14293"/>
                  </a:lnTo>
                  <a:lnTo>
                    <a:pt x="23028" y="16419"/>
                  </a:lnTo>
                  <a:lnTo>
                    <a:pt x="28629" y="19855"/>
                  </a:lnTo>
                  <a:lnTo>
                    <a:pt x="26378" y="23706"/>
                  </a:lnTo>
                  <a:lnTo>
                    <a:pt x="23815" y="25683"/>
                  </a:lnTo>
                  <a:lnTo>
                    <a:pt x="22220" y="25396"/>
                  </a:lnTo>
                  <a:lnTo>
                    <a:pt x="14508" y="25025"/>
                  </a:lnTo>
                  <a:lnTo>
                    <a:pt x="11787" y="26311"/>
                  </a:lnTo>
                  <a:lnTo>
                    <a:pt x="10798" y="27957"/>
                  </a:lnTo>
                  <a:lnTo>
                    <a:pt x="8846" y="28287"/>
                  </a:lnTo>
                  <a:lnTo>
                    <a:pt x="7633" y="24463"/>
                  </a:lnTo>
                  <a:lnTo>
                    <a:pt x="8656" y="21319"/>
                  </a:lnTo>
                  <a:lnTo>
                    <a:pt x="8171" y="18592"/>
                  </a:lnTo>
                  <a:lnTo>
                    <a:pt x="7193" y="18460"/>
                  </a:lnTo>
                  <a:lnTo>
                    <a:pt x="6713" y="19374"/>
                  </a:lnTo>
                  <a:lnTo>
                    <a:pt x="3268" y="18078"/>
                  </a:lnTo>
                  <a:lnTo>
                    <a:pt x="2555" y="17266"/>
                  </a:lnTo>
                  <a:lnTo>
                    <a:pt x="2183" y="13502"/>
                  </a:lnTo>
                  <a:lnTo>
                    <a:pt x="384" y="11410"/>
                  </a:lnTo>
                  <a:lnTo>
                    <a:pt x="1162" y="3497"/>
                  </a:lnTo>
                  <a:lnTo>
                    <a:pt x="0" y="92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h827"/>
            <p:cNvSpPr/>
            <p:nvPr/>
          </p:nvSpPr>
          <p:spPr>
            <a:xfrm>
              <a:off x="2105834" y="2813116"/>
              <a:ext cx="30909" cy="29547"/>
            </a:xfrm>
            <a:custGeom>
              <a:avLst/>
              <a:pathLst>
                <a:path w="30909" h="29547">
                  <a:moveTo>
                    <a:pt x="22235" y="0"/>
                  </a:moveTo>
                  <a:lnTo>
                    <a:pt x="27228" y="1660"/>
                  </a:lnTo>
                  <a:lnTo>
                    <a:pt x="29115" y="3158"/>
                  </a:lnTo>
                  <a:lnTo>
                    <a:pt x="29935" y="5074"/>
                  </a:lnTo>
                  <a:lnTo>
                    <a:pt x="29619" y="6690"/>
                  </a:lnTo>
                  <a:lnTo>
                    <a:pt x="27806" y="6978"/>
                  </a:lnTo>
                  <a:lnTo>
                    <a:pt x="27577" y="8906"/>
                  </a:lnTo>
                  <a:lnTo>
                    <a:pt x="29999" y="9412"/>
                  </a:lnTo>
                  <a:lnTo>
                    <a:pt x="29709" y="13900"/>
                  </a:lnTo>
                  <a:lnTo>
                    <a:pt x="30909" y="14700"/>
                  </a:lnTo>
                  <a:lnTo>
                    <a:pt x="30093" y="17216"/>
                  </a:lnTo>
                  <a:lnTo>
                    <a:pt x="27414" y="21440"/>
                  </a:lnTo>
                  <a:lnTo>
                    <a:pt x="26370" y="27306"/>
                  </a:lnTo>
                  <a:lnTo>
                    <a:pt x="14166" y="25456"/>
                  </a:lnTo>
                  <a:lnTo>
                    <a:pt x="11405" y="29547"/>
                  </a:lnTo>
                  <a:lnTo>
                    <a:pt x="8821" y="29391"/>
                  </a:lnTo>
                  <a:lnTo>
                    <a:pt x="10381" y="26456"/>
                  </a:lnTo>
                  <a:lnTo>
                    <a:pt x="9923" y="25516"/>
                  </a:lnTo>
                  <a:lnTo>
                    <a:pt x="2656" y="21761"/>
                  </a:lnTo>
                  <a:lnTo>
                    <a:pt x="1106" y="22029"/>
                  </a:lnTo>
                  <a:lnTo>
                    <a:pt x="0" y="20621"/>
                  </a:lnTo>
                  <a:lnTo>
                    <a:pt x="803" y="17880"/>
                  </a:lnTo>
                  <a:lnTo>
                    <a:pt x="4498" y="16166"/>
                  </a:lnTo>
                  <a:lnTo>
                    <a:pt x="6530" y="17182"/>
                  </a:lnTo>
                  <a:lnTo>
                    <a:pt x="7490" y="14853"/>
                  </a:lnTo>
                  <a:lnTo>
                    <a:pt x="5952" y="10725"/>
                  </a:lnTo>
                  <a:lnTo>
                    <a:pt x="2343" y="10371"/>
                  </a:lnTo>
                  <a:lnTo>
                    <a:pt x="2173" y="8423"/>
                  </a:lnTo>
                  <a:lnTo>
                    <a:pt x="4076" y="7105"/>
                  </a:lnTo>
                  <a:lnTo>
                    <a:pt x="8964" y="5330"/>
                  </a:lnTo>
                  <a:lnTo>
                    <a:pt x="16238" y="11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h828"/>
            <p:cNvSpPr/>
            <p:nvPr/>
          </p:nvSpPr>
          <p:spPr>
            <a:xfrm>
              <a:off x="1998020" y="2874444"/>
              <a:ext cx="14632" cy="12599"/>
            </a:xfrm>
            <a:custGeom>
              <a:avLst/>
              <a:pathLst>
                <a:path w="14632" h="12599">
                  <a:moveTo>
                    <a:pt x="10130" y="0"/>
                  </a:moveTo>
                  <a:lnTo>
                    <a:pt x="14632" y="92"/>
                  </a:lnTo>
                  <a:lnTo>
                    <a:pt x="14255" y="1382"/>
                  </a:lnTo>
                  <a:lnTo>
                    <a:pt x="12404" y="1779"/>
                  </a:lnTo>
                  <a:lnTo>
                    <a:pt x="11661" y="2762"/>
                  </a:lnTo>
                  <a:lnTo>
                    <a:pt x="11903" y="8259"/>
                  </a:lnTo>
                  <a:lnTo>
                    <a:pt x="10344" y="12599"/>
                  </a:lnTo>
                  <a:lnTo>
                    <a:pt x="2631" y="9459"/>
                  </a:lnTo>
                  <a:lnTo>
                    <a:pt x="0" y="6792"/>
                  </a:lnTo>
                  <a:lnTo>
                    <a:pt x="1595" y="7079"/>
                  </a:lnTo>
                  <a:lnTo>
                    <a:pt x="4158" y="5102"/>
                  </a:lnTo>
                  <a:lnTo>
                    <a:pt x="6409" y="1251"/>
                  </a:lnTo>
                  <a:lnTo>
                    <a:pt x="8228" y="135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h829"/>
            <p:cNvSpPr/>
            <p:nvPr/>
          </p:nvSpPr>
          <p:spPr>
            <a:xfrm>
              <a:off x="2033031" y="2882543"/>
              <a:ext cx="20021" cy="23574"/>
            </a:xfrm>
            <a:custGeom>
              <a:avLst/>
              <a:pathLst>
                <a:path w="20021" h="23574">
                  <a:moveTo>
                    <a:pt x="17797" y="2875"/>
                  </a:moveTo>
                  <a:lnTo>
                    <a:pt x="19644" y="6558"/>
                  </a:lnTo>
                  <a:lnTo>
                    <a:pt x="17935" y="7715"/>
                  </a:lnTo>
                  <a:lnTo>
                    <a:pt x="17954" y="8748"/>
                  </a:lnTo>
                  <a:lnTo>
                    <a:pt x="18629" y="11790"/>
                  </a:lnTo>
                  <a:lnTo>
                    <a:pt x="20021" y="13675"/>
                  </a:lnTo>
                  <a:lnTo>
                    <a:pt x="18712" y="23574"/>
                  </a:lnTo>
                  <a:lnTo>
                    <a:pt x="16944" y="23237"/>
                  </a:lnTo>
                  <a:lnTo>
                    <a:pt x="16297" y="19879"/>
                  </a:lnTo>
                  <a:lnTo>
                    <a:pt x="12046" y="17428"/>
                  </a:lnTo>
                  <a:lnTo>
                    <a:pt x="10558" y="17895"/>
                  </a:lnTo>
                  <a:lnTo>
                    <a:pt x="11406" y="19334"/>
                  </a:lnTo>
                  <a:lnTo>
                    <a:pt x="10882" y="21095"/>
                  </a:lnTo>
                  <a:lnTo>
                    <a:pt x="7907" y="23245"/>
                  </a:lnTo>
                  <a:lnTo>
                    <a:pt x="7040" y="23169"/>
                  </a:lnTo>
                  <a:lnTo>
                    <a:pt x="5851" y="19481"/>
                  </a:lnTo>
                  <a:lnTo>
                    <a:pt x="2967" y="16819"/>
                  </a:lnTo>
                  <a:lnTo>
                    <a:pt x="98" y="15449"/>
                  </a:lnTo>
                  <a:lnTo>
                    <a:pt x="0" y="14025"/>
                  </a:lnTo>
                  <a:lnTo>
                    <a:pt x="1061" y="12002"/>
                  </a:lnTo>
                  <a:lnTo>
                    <a:pt x="2810" y="11631"/>
                  </a:lnTo>
                  <a:lnTo>
                    <a:pt x="3962" y="12149"/>
                  </a:lnTo>
                  <a:lnTo>
                    <a:pt x="3991" y="10878"/>
                  </a:lnTo>
                  <a:lnTo>
                    <a:pt x="1539" y="7726"/>
                  </a:lnTo>
                  <a:lnTo>
                    <a:pt x="524" y="7322"/>
                  </a:lnTo>
                  <a:lnTo>
                    <a:pt x="1802" y="5249"/>
                  </a:lnTo>
                  <a:lnTo>
                    <a:pt x="7006" y="7831"/>
                  </a:lnTo>
                  <a:lnTo>
                    <a:pt x="7524" y="3549"/>
                  </a:lnTo>
                  <a:lnTo>
                    <a:pt x="5987" y="2209"/>
                  </a:lnTo>
                  <a:lnTo>
                    <a:pt x="6231" y="1715"/>
                  </a:lnTo>
                  <a:lnTo>
                    <a:pt x="8018" y="404"/>
                  </a:lnTo>
                  <a:lnTo>
                    <a:pt x="11601" y="895"/>
                  </a:lnTo>
                  <a:lnTo>
                    <a:pt x="1173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h830"/>
            <p:cNvSpPr/>
            <p:nvPr/>
          </p:nvSpPr>
          <p:spPr>
            <a:xfrm>
              <a:off x="1975993" y="2803682"/>
              <a:ext cx="35040" cy="30375"/>
            </a:xfrm>
            <a:custGeom>
              <a:avLst/>
              <a:pathLst>
                <a:path w="35040" h="30375">
                  <a:moveTo>
                    <a:pt x="12812" y="611"/>
                  </a:moveTo>
                  <a:lnTo>
                    <a:pt x="18277" y="3967"/>
                  </a:lnTo>
                  <a:lnTo>
                    <a:pt x="21499" y="3088"/>
                  </a:lnTo>
                  <a:lnTo>
                    <a:pt x="21273" y="4099"/>
                  </a:lnTo>
                  <a:lnTo>
                    <a:pt x="22153" y="6046"/>
                  </a:lnTo>
                  <a:lnTo>
                    <a:pt x="24836" y="6154"/>
                  </a:lnTo>
                  <a:lnTo>
                    <a:pt x="28156" y="14697"/>
                  </a:lnTo>
                  <a:lnTo>
                    <a:pt x="32013" y="14691"/>
                  </a:lnTo>
                  <a:lnTo>
                    <a:pt x="35004" y="16051"/>
                  </a:lnTo>
                  <a:lnTo>
                    <a:pt x="35040" y="17467"/>
                  </a:lnTo>
                  <a:lnTo>
                    <a:pt x="30772" y="22244"/>
                  </a:lnTo>
                  <a:lnTo>
                    <a:pt x="28398" y="27221"/>
                  </a:lnTo>
                  <a:lnTo>
                    <a:pt x="28830" y="29264"/>
                  </a:lnTo>
                  <a:lnTo>
                    <a:pt x="28086" y="30375"/>
                  </a:lnTo>
                  <a:lnTo>
                    <a:pt x="18019" y="28152"/>
                  </a:lnTo>
                  <a:lnTo>
                    <a:pt x="14827" y="26602"/>
                  </a:lnTo>
                  <a:lnTo>
                    <a:pt x="12284" y="21491"/>
                  </a:lnTo>
                  <a:lnTo>
                    <a:pt x="2020" y="17390"/>
                  </a:lnTo>
                  <a:lnTo>
                    <a:pt x="0" y="17991"/>
                  </a:lnTo>
                  <a:lnTo>
                    <a:pt x="123" y="17005"/>
                  </a:lnTo>
                  <a:lnTo>
                    <a:pt x="4403" y="12836"/>
                  </a:lnTo>
                  <a:lnTo>
                    <a:pt x="9004" y="10254"/>
                  </a:lnTo>
                  <a:lnTo>
                    <a:pt x="10295" y="6596"/>
                  </a:lnTo>
                  <a:lnTo>
                    <a:pt x="7680" y="2094"/>
                  </a:lnTo>
                  <a:lnTo>
                    <a:pt x="8720" y="105"/>
                  </a:lnTo>
                  <a:lnTo>
                    <a:pt x="9912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h831"/>
            <p:cNvSpPr/>
            <p:nvPr/>
          </p:nvSpPr>
          <p:spPr>
            <a:xfrm>
              <a:off x="1991602" y="2897758"/>
              <a:ext cx="22586" cy="20863"/>
            </a:xfrm>
            <a:custGeom>
              <a:avLst/>
              <a:pathLst>
                <a:path w="22586" h="20863">
                  <a:moveTo>
                    <a:pt x="22566" y="4520"/>
                  </a:moveTo>
                  <a:lnTo>
                    <a:pt x="22586" y="6161"/>
                  </a:lnTo>
                  <a:lnTo>
                    <a:pt x="17802" y="10105"/>
                  </a:lnTo>
                  <a:lnTo>
                    <a:pt x="15104" y="14923"/>
                  </a:lnTo>
                  <a:lnTo>
                    <a:pt x="17446" y="20782"/>
                  </a:lnTo>
                  <a:lnTo>
                    <a:pt x="10097" y="20863"/>
                  </a:lnTo>
                  <a:lnTo>
                    <a:pt x="8490" y="20214"/>
                  </a:lnTo>
                  <a:lnTo>
                    <a:pt x="5568" y="16865"/>
                  </a:lnTo>
                  <a:lnTo>
                    <a:pt x="5569" y="13807"/>
                  </a:lnTo>
                  <a:lnTo>
                    <a:pt x="7355" y="14249"/>
                  </a:lnTo>
                  <a:lnTo>
                    <a:pt x="7855" y="12129"/>
                  </a:lnTo>
                  <a:lnTo>
                    <a:pt x="3568" y="11823"/>
                  </a:lnTo>
                  <a:lnTo>
                    <a:pt x="0" y="7728"/>
                  </a:lnTo>
                  <a:lnTo>
                    <a:pt x="3330" y="6152"/>
                  </a:lnTo>
                  <a:lnTo>
                    <a:pt x="4929" y="4246"/>
                  </a:lnTo>
                  <a:lnTo>
                    <a:pt x="4376" y="1383"/>
                  </a:lnTo>
                  <a:lnTo>
                    <a:pt x="7665" y="2702"/>
                  </a:lnTo>
                  <a:lnTo>
                    <a:pt x="10564" y="2305"/>
                  </a:lnTo>
                  <a:lnTo>
                    <a:pt x="11588" y="4675"/>
                  </a:lnTo>
                  <a:lnTo>
                    <a:pt x="13786" y="5493"/>
                  </a:lnTo>
                  <a:lnTo>
                    <a:pt x="15645" y="2767"/>
                  </a:lnTo>
                  <a:lnTo>
                    <a:pt x="1993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h832"/>
            <p:cNvSpPr/>
            <p:nvPr/>
          </p:nvSpPr>
          <p:spPr>
            <a:xfrm>
              <a:off x="2039727" y="2620772"/>
              <a:ext cx="26260" cy="21339"/>
            </a:xfrm>
            <a:custGeom>
              <a:avLst/>
              <a:pathLst>
                <a:path w="26260" h="21339">
                  <a:moveTo>
                    <a:pt x="12052" y="2327"/>
                  </a:moveTo>
                  <a:lnTo>
                    <a:pt x="15510" y="8560"/>
                  </a:lnTo>
                  <a:lnTo>
                    <a:pt x="20599" y="7155"/>
                  </a:lnTo>
                  <a:lnTo>
                    <a:pt x="23943" y="2767"/>
                  </a:lnTo>
                  <a:lnTo>
                    <a:pt x="26260" y="5200"/>
                  </a:lnTo>
                  <a:lnTo>
                    <a:pt x="25997" y="7652"/>
                  </a:lnTo>
                  <a:lnTo>
                    <a:pt x="20854" y="10689"/>
                  </a:lnTo>
                  <a:lnTo>
                    <a:pt x="20507" y="16276"/>
                  </a:lnTo>
                  <a:lnTo>
                    <a:pt x="22512" y="16390"/>
                  </a:lnTo>
                  <a:lnTo>
                    <a:pt x="23828" y="17167"/>
                  </a:lnTo>
                  <a:lnTo>
                    <a:pt x="24009" y="18301"/>
                  </a:lnTo>
                  <a:lnTo>
                    <a:pt x="21254" y="21339"/>
                  </a:lnTo>
                  <a:lnTo>
                    <a:pt x="18498" y="21052"/>
                  </a:lnTo>
                  <a:lnTo>
                    <a:pt x="14759" y="18299"/>
                  </a:lnTo>
                  <a:lnTo>
                    <a:pt x="6783" y="15838"/>
                  </a:lnTo>
                  <a:lnTo>
                    <a:pt x="2004" y="12217"/>
                  </a:lnTo>
                  <a:lnTo>
                    <a:pt x="2583" y="6998"/>
                  </a:lnTo>
                  <a:lnTo>
                    <a:pt x="0" y="5460"/>
                  </a:lnTo>
                  <a:lnTo>
                    <a:pt x="1432" y="3067"/>
                  </a:lnTo>
                  <a:lnTo>
                    <a:pt x="3351" y="634"/>
                  </a:lnTo>
                  <a:lnTo>
                    <a:pt x="482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h833"/>
            <p:cNvSpPr/>
            <p:nvPr/>
          </p:nvSpPr>
          <p:spPr>
            <a:xfrm>
              <a:off x="1985906" y="2793895"/>
              <a:ext cx="17431" cy="13754"/>
            </a:xfrm>
            <a:custGeom>
              <a:avLst/>
              <a:pathLst>
                <a:path w="17431" h="13754">
                  <a:moveTo>
                    <a:pt x="9405" y="682"/>
                  </a:moveTo>
                  <a:lnTo>
                    <a:pt x="10780" y="1210"/>
                  </a:lnTo>
                  <a:lnTo>
                    <a:pt x="12770" y="0"/>
                  </a:lnTo>
                  <a:lnTo>
                    <a:pt x="13081" y="1703"/>
                  </a:lnTo>
                  <a:lnTo>
                    <a:pt x="11311" y="3164"/>
                  </a:lnTo>
                  <a:lnTo>
                    <a:pt x="11175" y="5921"/>
                  </a:lnTo>
                  <a:lnTo>
                    <a:pt x="12283" y="7794"/>
                  </a:lnTo>
                  <a:lnTo>
                    <a:pt x="13152" y="8075"/>
                  </a:lnTo>
                  <a:lnTo>
                    <a:pt x="14433" y="8017"/>
                  </a:lnTo>
                  <a:lnTo>
                    <a:pt x="15870" y="6011"/>
                  </a:lnTo>
                  <a:lnTo>
                    <a:pt x="16831" y="6421"/>
                  </a:lnTo>
                  <a:lnTo>
                    <a:pt x="17431" y="9793"/>
                  </a:lnTo>
                  <a:lnTo>
                    <a:pt x="16014" y="13448"/>
                  </a:lnTo>
                  <a:lnTo>
                    <a:pt x="14145" y="12191"/>
                  </a:lnTo>
                  <a:lnTo>
                    <a:pt x="11586" y="12875"/>
                  </a:lnTo>
                  <a:lnTo>
                    <a:pt x="8364" y="13754"/>
                  </a:lnTo>
                  <a:lnTo>
                    <a:pt x="2899" y="10397"/>
                  </a:lnTo>
                  <a:lnTo>
                    <a:pt x="0" y="9786"/>
                  </a:lnTo>
                  <a:lnTo>
                    <a:pt x="1923" y="6489"/>
                  </a:lnTo>
                  <a:lnTo>
                    <a:pt x="2492" y="6517"/>
                  </a:lnTo>
                  <a:lnTo>
                    <a:pt x="5414" y="497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h834"/>
            <p:cNvSpPr/>
            <p:nvPr/>
          </p:nvSpPr>
          <p:spPr>
            <a:xfrm>
              <a:off x="2122073" y="2784185"/>
              <a:ext cx="54824" cy="38343"/>
            </a:xfrm>
            <a:custGeom>
              <a:avLst/>
              <a:pathLst>
                <a:path w="54824" h="38343">
                  <a:moveTo>
                    <a:pt x="44343" y="1316"/>
                  </a:moveTo>
                  <a:lnTo>
                    <a:pt x="43138" y="4135"/>
                  </a:lnTo>
                  <a:lnTo>
                    <a:pt x="43875" y="4630"/>
                  </a:lnTo>
                  <a:lnTo>
                    <a:pt x="47586" y="4089"/>
                  </a:lnTo>
                  <a:lnTo>
                    <a:pt x="54711" y="5804"/>
                  </a:lnTo>
                  <a:lnTo>
                    <a:pt x="54824" y="7696"/>
                  </a:lnTo>
                  <a:lnTo>
                    <a:pt x="52377" y="9094"/>
                  </a:lnTo>
                  <a:lnTo>
                    <a:pt x="50244" y="15245"/>
                  </a:lnTo>
                  <a:lnTo>
                    <a:pt x="51155" y="15723"/>
                  </a:lnTo>
                  <a:lnTo>
                    <a:pt x="50374" y="18020"/>
                  </a:lnTo>
                  <a:lnTo>
                    <a:pt x="49091" y="15802"/>
                  </a:lnTo>
                  <a:lnTo>
                    <a:pt x="47555" y="14770"/>
                  </a:lnTo>
                  <a:lnTo>
                    <a:pt x="46361" y="14787"/>
                  </a:lnTo>
                  <a:lnTo>
                    <a:pt x="42785" y="16818"/>
                  </a:lnTo>
                  <a:lnTo>
                    <a:pt x="40534" y="19189"/>
                  </a:lnTo>
                  <a:lnTo>
                    <a:pt x="39789" y="22135"/>
                  </a:lnTo>
                  <a:lnTo>
                    <a:pt x="31511" y="28319"/>
                  </a:lnTo>
                  <a:lnTo>
                    <a:pt x="32198" y="30298"/>
                  </a:lnTo>
                  <a:lnTo>
                    <a:pt x="29096" y="36811"/>
                  </a:lnTo>
                  <a:lnTo>
                    <a:pt x="28678" y="37309"/>
                  </a:lnTo>
                  <a:lnTo>
                    <a:pt x="23365" y="37570"/>
                  </a:lnTo>
                  <a:lnTo>
                    <a:pt x="18869" y="36767"/>
                  </a:lnTo>
                  <a:lnTo>
                    <a:pt x="14951" y="37111"/>
                  </a:lnTo>
                  <a:lnTo>
                    <a:pt x="13760" y="38343"/>
                  </a:lnTo>
                  <a:lnTo>
                    <a:pt x="11339" y="37837"/>
                  </a:lnTo>
                  <a:lnTo>
                    <a:pt x="11567" y="35909"/>
                  </a:lnTo>
                  <a:lnTo>
                    <a:pt x="13381" y="35621"/>
                  </a:lnTo>
                  <a:lnTo>
                    <a:pt x="13696" y="34006"/>
                  </a:lnTo>
                  <a:lnTo>
                    <a:pt x="12877" y="32090"/>
                  </a:lnTo>
                  <a:lnTo>
                    <a:pt x="10989" y="30591"/>
                  </a:lnTo>
                  <a:lnTo>
                    <a:pt x="5996" y="28931"/>
                  </a:lnTo>
                  <a:lnTo>
                    <a:pt x="0" y="29041"/>
                  </a:lnTo>
                  <a:lnTo>
                    <a:pt x="119" y="24603"/>
                  </a:lnTo>
                  <a:lnTo>
                    <a:pt x="1302" y="26782"/>
                  </a:lnTo>
                  <a:lnTo>
                    <a:pt x="4552" y="28685"/>
                  </a:lnTo>
                  <a:lnTo>
                    <a:pt x="8390" y="28218"/>
                  </a:lnTo>
                  <a:lnTo>
                    <a:pt x="12494" y="14490"/>
                  </a:lnTo>
                  <a:lnTo>
                    <a:pt x="12229" y="9783"/>
                  </a:lnTo>
                  <a:lnTo>
                    <a:pt x="9407" y="10524"/>
                  </a:lnTo>
                  <a:lnTo>
                    <a:pt x="7836" y="9037"/>
                  </a:lnTo>
                  <a:lnTo>
                    <a:pt x="7704" y="7243"/>
                  </a:lnTo>
                  <a:lnTo>
                    <a:pt x="9584" y="5436"/>
                  </a:lnTo>
                  <a:lnTo>
                    <a:pt x="12166" y="5227"/>
                  </a:lnTo>
                  <a:lnTo>
                    <a:pt x="14875" y="2953"/>
                  </a:lnTo>
                  <a:lnTo>
                    <a:pt x="27917" y="2463"/>
                  </a:lnTo>
                  <a:lnTo>
                    <a:pt x="33672" y="3318"/>
                  </a:lnTo>
                  <a:lnTo>
                    <a:pt x="34489" y="3074"/>
                  </a:lnTo>
                  <a:lnTo>
                    <a:pt x="34654" y="1527"/>
                  </a:lnTo>
                  <a:lnTo>
                    <a:pt x="35995" y="0"/>
                  </a:lnTo>
                  <a:lnTo>
                    <a:pt x="42332" y="20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h835"/>
            <p:cNvSpPr/>
            <p:nvPr/>
          </p:nvSpPr>
          <p:spPr>
            <a:xfrm>
              <a:off x="1949139" y="2782518"/>
              <a:ext cx="20315" cy="23326"/>
            </a:xfrm>
            <a:custGeom>
              <a:avLst/>
              <a:pathLst>
                <a:path w="20315" h="23326">
                  <a:moveTo>
                    <a:pt x="6244" y="0"/>
                  </a:moveTo>
                  <a:lnTo>
                    <a:pt x="8027" y="2311"/>
                  </a:lnTo>
                  <a:lnTo>
                    <a:pt x="7867" y="8028"/>
                  </a:lnTo>
                  <a:lnTo>
                    <a:pt x="18609" y="10495"/>
                  </a:lnTo>
                  <a:lnTo>
                    <a:pt x="20315" y="11873"/>
                  </a:lnTo>
                  <a:lnTo>
                    <a:pt x="19789" y="12361"/>
                  </a:lnTo>
                  <a:lnTo>
                    <a:pt x="16762" y="17792"/>
                  </a:lnTo>
                  <a:lnTo>
                    <a:pt x="12588" y="22888"/>
                  </a:lnTo>
                  <a:lnTo>
                    <a:pt x="10416" y="23326"/>
                  </a:lnTo>
                  <a:lnTo>
                    <a:pt x="6620" y="21361"/>
                  </a:lnTo>
                  <a:lnTo>
                    <a:pt x="8199" y="18607"/>
                  </a:lnTo>
                  <a:lnTo>
                    <a:pt x="2509" y="14964"/>
                  </a:lnTo>
                  <a:lnTo>
                    <a:pt x="2992" y="11941"/>
                  </a:lnTo>
                  <a:lnTo>
                    <a:pt x="2269" y="5083"/>
                  </a:lnTo>
                  <a:lnTo>
                    <a:pt x="0" y="2954"/>
                  </a:lnTo>
                  <a:lnTo>
                    <a:pt x="3460" y="8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h836"/>
            <p:cNvSpPr/>
            <p:nvPr/>
          </p:nvSpPr>
          <p:spPr>
            <a:xfrm>
              <a:off x="1928867" y="2807990"/>
              <a:ext cx="45982" cy="38030"/>
            </a:xfrm>
            <a:custGeom>
              <a:avLst/>
              <a:pathLst>
                <a:path w="45982" h="38030">
                  <a:moveTo>
                    <a:pt x="5162" y="597"/>
                  </a:moveTo>
                  <a:lnTo>
                    <a:pt x="6103" y="2054"/>
                  </a:lnTo>
                  <a:lnTo>
                    <a:pt x="6290" y="4105"/>
                  </a:lnTo>
                  <a:lnTo>
                    <a:pt x="15919" y="5769"/>
                  </a:lnTo>
                  <a:lnTo>
                    <a:pt x="19141" y="7276"/>
                  </a:lnTo>
                  <a:lnTo>
                    <a:pt x="23047" y="5287"/>
                  </a:lnTo>
                  <a:lnTo>
                    <a:pt x="23917" y="4144"/>
                  </a:lnTo>
                  <a:lnTo>
                    <a:pt x="28586" y="8692"/>
                  </a:lnTo>
                  <a:lnTo>
                    <a:pt x="31535" y="10277"/>
                  </a:lnTo>
                  <a:lnTo>
                    <a:pt x="37360" y="7036"/>
                  </a:lnTo>
                  <a:lnTo>
                    <a:pt x="39125" y="6465"/>
                  </a:lnTo>
                  <a:lnTo>
                    <a:pt x="40208" y="7184"/>
                  </a:lnTo>
                  <a:lnTo>
                    <a:pt x="39611" y="7342"/>
                  </a:lnTo>
                  <a:lnTo>
                    <a:pt x="42442" y="11982"/>
                  </a:lnTo>
                  <a:lnTo>
                    <a:pt x="43061" y="14836"/>
                  </a:lnTo>
                  <a:lnTo>
                    <a:pt x="45982" y="14678"/>
                  </a:lnTo>
                  <a:lnTo>
                    <a:pt x="42730" y="20193"/>
                  </a:lnTo>
                  <a:lnTo>
                    <a:pt x="38141" y="21637"/>
                  </a:lnTo>
                  <a:lnTo>
                    <a:pt x="38794" y="24321"/>
                  </a:lnTo>
                  <a:lnTo>
                    <a:pt x="35874" y="27014"/>
                  </a:lnTo>
                  <a:lnTo>
                    <a:pt x="32579" y="25676"/>
                  </a:lnTo>
                  <a:lnTo>
                    <a:pt x="31183" y="27012"/>
                  </a:lnTo>
                  <a:lnTo>
                    <a:pt x="29425" y="33258"/>
                  </a:lnTo>
                  <a:lnTo>
                    <a:pt x="30861" y="35799"/>
                  </a:lnTo>
                  <a:lnTo>
                    <a:pt x="27210" y="37047"/>
                  </a:lnTo>
                  <a:lnTo>
                    <a:pt x="25194" y="36137"/>
                  </a:lnTo>
                  <a:lnTo>
                    <a:pt x="24218" y="35975"/>
                  </a:lnTo>
                  <a:lnTo>
                    <a:pt x="22792" y="38030"/>
                  </a:lnTo>
                  <a:lnTo>
                    <a:pt x="20413" y="37956"/>
                  </a:lnTo>
                  <a:lnTo>
                    <a:pt x="15514" y="32457"/>
                  </a:lnTo>
                  <a:lnTo>
                    <a:pt x="13937" y="29360"/>
                  </a:lnTo>
                  <a:lnTo>
                    <a:pt x="9650" y="26873"/>
                  </a:lnTo>
                  <a:lnTo>
                    <a:pt x="8784" y="28910"/>
                  </a:lnTo>
                  <a:lnTo>
                    <a:pt x="3015" y="24032"/>
                  </a:lnTo>
                  <a:lnTo>
                    <a:pt x="1772" y="21505"/>
                  </a:lnTo>
                  <a:lnTo>
                    <a:pt x="2399" y="20408"/>
                  </a:lnTo>
                  <a:lnTo>
                    <a:pt x="0" y="16063"/>
                  </a:lnTo>
                  <a:lnTo>
                    <a:pt x="3191" y="11694"/>
                  </a:lnTo>
                  <a:lnTo>
                    <a:pt x="1345" y="10797"/>
                  </a:lnTo>
                  <a:lnTo>
                    <a:pt x="1948" y="10234"/>
                  </a:lnTo>
                  <a:lnTo>
                    <a:pt x="1901" y="1426"/>
                  </a:lnTo>
                  <a:lnTo>
                    <a:pt x="2567" y="530"/>
                  </a:lnTo>
                  <a:lnTo>
                    <a:pt x="409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h837"/>
            <p:cNvSpPr/>
            <p:nvPr/>
          </p:nvSpPr>
          <p:spPr>
            <a:xfrm>
              <a:off x="1994614" y="2883904"/>
              <a:ext cx="14614" cy="16556"/>
            </a:xfrm>
            <a:custGeom>
              <a:avLst/>
              <a:pathLst>
                <a:path w="14614" h="16556">
                  <a:moveTo>
                    <a:pt x="13750" y="3139"/>
                  </a:moveTo>
                  <a:lnTo>
                    <a:pt x="14614" y="4717"/>
                  </a:lnTo>
                  <a:lnTo>
                    <a:pt x="12022" y="5912"/>
                  </a:lnTo>
                  <a:lnTo>
                    <a:pt x="6983" y="12709"/>
                  </a:lnTo>
                  <a:lnTo>
                    <a:pt x="7553" y="16159"/>
                  </a:lnTo>
                  <a:lnTo>
                    <a:pt x="4653" y="16556"/>
                  </a:lnTo>
                  <a:lnTo>
                    <a:pt x="1365" y="15236"/>
                  </a:lnTo>
                  <a:lnTo>
                    <a:pt x="2258" y="14721"/>
                  </a:lnTo>
                  <a:lnTo>
                    <a:pt x="1882" y="12605"/>
                  </a:lnTo>
                  <a:lnTo>
                    <a:pt x="88" y="10596"/>
                  </a:lnTo>
                  <a:lnTo>
                    <a:pt x="0" y="6789"/>
                  </a:lnTo>
                  <a:lnTo>
                    <a:pt x="1294" y="2453"/>
                  </a:lnTo>
                  <a:lnTo>
                    <a:pt x="2398" y="990"/>
                  </a:lnTo>
                  <a:lnTo>
                    <a:pt x="603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h838"/>
            <p:cNvSpPr/>
            <p:nvPr/>
          </p:nvSpPr>
          <p:spPr>
            <a:xfrm>
              <a:off x="2068135" y="2788435"/>
              <a:ext cx="24833" cy="24914"/>
            </a:xfrm>
            <a:custGeom>
              <a:avLst/>
              <a:pathLst>
                <a:path w="24833" h="24914">
                  <a:moveTo>
                    <a:pt x="19190" y="84"/>
                  </a:moveTo>
                  <a:lnTo>
                    <a:pt x="22559" y="3165"/>
                  </a:lnTo>
                  <a:lnTo>
                    <a:pt x="24833" y="9051"/>
                  </a:lnTo>
                  <a:lnTo>
                    <a:pt x="22597" y="17710"/>
                  </a:lnTo>
                  <a:lnTo>
                    <a:pt x="23681" y="18407"/>
                  </a:lnTo>
                  <a:lnTo>
                    <a:pt x="23285" y="19935"/>
                  </a:lnTo>
                  <a:lnTo>
                    <a:pt x="14260" y="21361"/>
                  </a:lnTo>
                  <a:lnTo>
                    <a:pt x="13325" y="24914"/>
                  </a:lnTo>
                  <a:lnTo>
                    <a:pt x="7932" y="20896"/>
                  </a:lnTo>
                  <a:lnTo>
                    <a:pt x="5699" y="20753"/>
                  </a:lnTo>
                  <a:lnTo>
                    <a:pt x="0" y="12709"/>
                  </a:lnTo>
                  <a:lnTo>
                    <a:pt x="264" y="9448"/>
                  </a:lnTo>
                  <a:lnTo>
                    <a:pt x="4889" y="8120"/>
                  </a:lnTo>
                  <a:lnTo>
                    <a:pt x="11989" y="2293"/>
                  </a:lnTo>
                  <a:lnTo>
                    <a:pt x="14574" y="2472"/>
                  </a:lnTo>
                  <a:lnTo>
                    <a:pt x="1763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h839"/>
            <p:cNvSpPr/>
            <p:nvPr/>
          </p:nvSpPr>
          <p:spPr>
            <a:xfrm>
              <a:off x="2421906" y="3000980"/>
              <a:ext cx="19736" cy="31278"/>
            </a:xfrm>
            <a:custGeom>
              <a:avLst/>
              <a:pathLst>
                <a:path w="19736" h="31278">
                  <a:moveTo>
                    <a:pt x="12189" y="271"/>
                  </a:moveTo>
                  <a:lnTo>
                    <a:pt x="13612" y="1000"/>
                  </a:lnTo>
                  <a:lnTo>
                    <a:pt x="13547" y="5507"/>
                  </a:lnTo>
                  <a:lnTo>
                    <a:pt x="14454" y="8562"/>
                  </a:lnTo>
                  <a:lnTo>
                    <a:pt x="16650" y="10854"/>
                  </a:lnTo>
                  <a:lnTo>
                    <a:pt x="18505" y="15009"/>
                  </a:lnTo>
                  <a:lnTo>
                    <a:pt x="18281" y="17251"/>
                  </a:lnTo>
                  <a:lnTo>
                    <a:pt x="19736" y="20677"/>
                  </a:lnTo>
                  <a:lnTo>
                    <a:pt x="18560" y="20363"/>
                  </a:lnTo>
                  <a:lnTo>
                    <a:pt x="18201" y="20940"/>
                  </a:lnTo>
                  <a:lnTo>
                    <a:pt x="17558" y="26274"/>
                  </a:lnTo>
                  <a:lnTo>
                    <a:pt x="16466" y="26478"/>
                  </a:lnTo>
                  <a:lnTo>
                    <a:pt x="15053" y="27997"/>
                  </a:lnTo>
                  <a:lnTo>
                    <a:pt x="17400" y="31278"/>
                  </a:lnTo>
                  <a:lnTo>
                    <a:pt x="11950" y="30901"/>
                  </a:lnTo>
                  <a:lnTo>
                    <a:pt x="13089" y="28809"/>
                  </a:lnTo>
                  <a:lnTo>
                    <a:pt x="11630" y="25499"/>
                  </a:lnTo>
                  <a:lnTo>
                    <a:pt x="7578" y="22011"/>
                  </a:lnTo>
                  <a:lnTo>
                    <a:pt x="3554" y="22234"/>
                  </a:lnTo>
                  <a:lnTo>
                    <a:pt x="0" y="19297"/>
                  </a:lnTo>
                  <a:lnTo>
                    <a:pt x="214" y="17286"/>
                  </a:lnTo>
                  <a:lnTo>
                    <a:pt x="2281" y="17503"/>
                  </a:lnTo>
                  <a:lnTo>
                    <a:pt x="4285" y="11823"/>
                  </a:lnTo>
                  <a:lnTo>
                    <a:pt x="1197" y="11326"/>
                  </a:lnTo>
                  <a:lnTo>
                    <a:pt x="1047" y="8335"/>
                  </a:lnTo>
                  <a:lnTo>
                    <a:pt x="4637" y="9441"/>
                  </a:lnTo>
                  <a:lnTo>
                    <a:pt x="4474" y="5323"/>
                  </a:lnTo>
                  <a:lnTo>
                    <a:pt x="699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h840"/>
            <p:cNvSpPr/>
            <p:nvPr/>
          </p:nvSpPr>
          <p:spPr>
            <a:xfrm>
              <a:off x="2520203" y="2937040"/>
              <a:ext cx="13669" cy="12736"/>
            </a:xfrm>
            <a:custGeom>
              <a:avLst/>
              <a:pathLst>
                <a:path w="13669" h="12736">
                  <a:moveTo>
                    <a:pt x="4511" y="0"/>
                  </a:moveTo>
                  <a:lnTo>
                    <a:pt x="7200" y="235"/>
                  </a:lnTo>
                  <a:lnTo>
                    <a:pt x="11522" y="2178"/>
                  </a:lnTo>
                  <a:lnTo>
                    <a:pt x="11530" y="2919"/>
                  </a:lnTo>
                  <a:lnTo>
                    <a:pt x="13669" y="6898"/>
                  </a:lnTo>
                  <a:lnTo>
                    <a:pt x="11688" y="6897"/>
                  </a:lnTo>
                  <a:lnTo>
                    <a:pt x="6865" y="9941"/>
                  </a:lnTo>
                  <a:lnTo>
                    <a:pt x="37" y="12736"/>
                  </a:lnTo>
                  <a:lnTo>
                    <a:pt x="0" y="4699"/>
                  </a:lnTo>
                  <a:lnTo>
                    <a:pt x="2136" y="4821"/>
                  </a:lnTo>
                  <a:lnTo>
                    <a:pt x="3115" y="3247"/>
                  </a:lnTo>
                  <a:lnTo>
                    <a:pt x="1753" y="125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h841"/>
            <p:cNvSpPr/>
            <p:nvPr/>
          </p:nvSpPr>
          <p:spPr>
            <a:xfrm>
              <a:off x="2424520" y="3036438"/>
              <a:ext cx="5259" cy="9084"/>
            </a:xfrm>
            <a:custGeom>
              <a:avLst/>
              <a:pathLst>
                <a:path w="5259" h="9084">
                  <a:moveTo>
                    <a:pt x="4032" y="100"/>
                  </a:moveTo>
                  <a:lnTo>
                    <a:pt x="5259" y="1816"/>
                  </a:lnTo>
                  <a:lnTo>
                    <a:pt x="4896" y="9084"/>
                  </a:lnTo>
                  <a:lnTo>
                    <a:pt x="0" y="7405"/>
                  </a:lnTo>
                  <a:lnTo>
                    <a:pt x="833" y="0"/>
                  </a:lnTo>
                  <a:lnTo>
                    <a:pt x="3230" y="12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h842"/>
            <p:cNvSpPr/>
            <p:nvPr/>
          </p:nvSpPr>
          <p:spPr>
            <a:xfrm>
              <a:off x="2415228" y="3020277"/>
              <a:ext cx="19767" cy="15380"/>
            </a:xfrm>
            <a:custGeom>
              <a:avLst/>
              <a:pathLst>
                <a:path w="19767" h="15380">
                  <a:moveTo>
                    <a:pt x="14256" y="2714"/>
                  </a:moveTo>
                  <a:lnTo>
                    <a:pt x="18308" y="6202"/>
                  </a:lnTo>
                  <a:lnTo>
                    <a:pt x="19767" y="9511"/>
                  </a:lnTo>
                  <a:lnTo>
                    <a:pt x="18628" y="11603"/>
                  </a:lnTo>
                  <a:lnTo>
                    <a:pt x="11362" y="9978"/>
                  </a:lnTo>
                  <a:lnTo>
                    <a:pt x="10270" y="15380"/>
                  </a:lnTo>
                  <a:lnTo>
                    <a:pt x="2038" y="9238"/>
                  </a:lnTo>
                  <a:lnTo>
                    <a:pt x="1750" y="6397"/>
                  </a:lnTo>
                  <a:lnTo>
                    <a:pt x="2404" y="4139"/>
                  </a:lnTo>
                  <a:lnTo>
                    <a:pt x="0" y="2914"/>
                  </a:lnTo>
                  <a:lnTo>
                    <a:pt x="6677" y="0"/>
                  </a:lnTo>
                  <a:lnTo>
                    <a:pt x="10232" y="293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h843"/>
            <p:cNvSpPr/>
            <p:nvPr/>
          </p:nvSpPr>
          <p:spPr>
            <a:xfrm>
              <a:off x="2521957" y="2925780"/>
              <a:ext cx="17529" cy="12516"/>
            </a:xfrm>
            <a:custGeom>
              <a:avLst/>
              <a:pathLst>
                <a:path w="17529" h="12516">
                  <a:moveTo>
                    <a:pt x="9142" y="420"/>
                  </a:moveTo>
                  <a:lnTo>
                    <a:pt x="10046" y="3387"/>
                  </a:lnTo>
                  <a:lnTo>
                    <a:pt x="11740" y="4313"/>
                  </a:lnTo>
                  <a:lnTo>
                    <a:pt x="15451" y="3693"/>
                  </a:lnTo>
                  <a:lnTo>
                    <a:pt x="17529" y="6284"/>
                  </a:lnTo>
                  <a:lnTo>
                    <a:pt x="14107" y="10745"/>
                  </a:lnTo>
                  <a:lnTo>
                    <a:pt x="10791" y="10075"/>
                  </a:lnTo>
                  <a:lnTo>
                    <a:pt x="3072" y="9798"/>
                  </a:lnTo>
                  <a:lnTo>
                    <a:pt x="2757" y="11259"/>
                  </a:lnTo>
                  <a:lnTo>
                    <a:pt x="0" y="12516"/>
                  </a:lnTo>
                  <a:lnTo>
                    <a:pt x="2278" y="5627"/>
                  </a:lnTo>
                  <a:lnTo>
                    <a:pt x="3986" y="3967"/>
                  </a:lnTo>
                  <a:lnTo>
                    <a:pt x="5990" y="3988"/>
                  </a:lnTo>
                  <a:lnTo>
                    <a:pt x="715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h844"/>
            <p:cNvSpPr/>
            <p:nvPr/>
          </p:nvSpPr>
          <p:spPr>
            <a:xfrm>
              <a:off x="2545993" y="3007161"/>
              <a:ext cx="14933" cy="8185"/>
            </a:xfrm>
            <a:custGeom>
              <a:avLst/>
              <a:pathLst>
                <a:path w="14933" h="8185">
                  <a:moveTo>
                    <a:pt x="9736" y="7011"/>
                  </a:moveTo>
                  <a:lnTo>
                    <a:pt x="8286" y="6902"/>
                  </a:lnTo>
                  <a:lnTo>
                    <a:pt x="849" y="8185"/>
                  </a:lnTo>
                  <a:lnTo>
                    <a:pt x="0" y="7613"/>
                  </a:lnTo>
                  <a:lnTo>
                    <a:pt x="3574" y="1784"/>
                  </a:lnTo>
                  <a:lnTo>
                    <a:pt x="8774" y="1776"/>
                  </a:lnTo>
                  <a:lnTo>
                    <a:pt x="1493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h845"/>
            <p:cNvSpPr/>
            <p:nvPr/>
          </p:nvSpPr>
          <p:spPr>
            <a:xfrm>
              <a:off x="2531733" y="2939960"/>
              <a:ext cx="3605" cy="4063"/>
            </a:xfrm>
            <a:custGeom>
              <a:avLst/>
              <a:pathLst>
                <a:path w="3605" h="4063">
                  <a:moveTo>
                    <a:pt x="3605" y="501"/>
                  </a:moveTo>
                  <a:lnTo>
                    <a:pt x="2618" y="3027"/>
                  </a:lnTo>
                  <a:lnTo>
                    <a:pt x="3148" y="4063"/>
                  </a:lnTo>
                  <a:lnTo>
                    <a:pt x="2139" y="3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h846"/>
            <p:cNvSpPr/>
            <p:nvPr/>
          </p:nvSpPr>
          <p:spPr>
            <a:xfrm>
              <a:off x="2541025" y="2997953"/>
              <a:ext cx="7764" cy="15739"/>
            </a:xfrm>
            <a:custGeom>
              <a:avLst/>
              <a:pathLst>
                <a:path w="7764" h="15739">
                  <a:moveTo>
                    <a:pt x="2837" y="0"/>
                  </a:moveTo>
                  <a:lnTo>
                    <a:pt x="2566" y="770"/>
                  </a:lnTo>
                  <a:lnTo>
                    <a:pt x="5354" y="2144"/>
                  </a:lnTo>
                  <a:lnTo>
                    <a:pt x="5954" y="3082"/>
                  </a:lnTo>
                  <a:lnTo>
                    <a:pt x="7130" y="3965"/>
                  </a:lnTo>
                  <a:lnTo>
                    <a:pt x="7764" y="8184"/>
                  </a:lnTo>
                  <a:lnTo>
                    <a:pt x="4904" y="10994"/>
                  </a:lnTo>
                  <a:lnTo>
                    <a:pt x="2123" y="15149"/>
                  </a:lnTo>
                  <a:lnTo>
                    <a:pt x="810" y="15739"/>
                  </a:lnTo>
                  <a:lnTo>
                    <a:pt x="248" y="15094"/>
                  </a:lnTo>
                  <a:lnTo>
                    <a:pt x="538" y="12290"/>
                  </a:lnTo>
                  <a:lnTo>
                    <a:pt x="2526" y="10153"/>
                  </a:lnTo>
                  <a:lnTo>
                    <a:pt x="4209" y="6462"/>
                  </a:lnTo>
                  <a:lnTo>
                    <a:pt x="3899" y="5666"/>
                  </a:lnTo>
                  <a:lnTo>
                    <a:pt x="1111" y="4245"/>
                  </a:lnTo>
                  <a:lnTo>
                    <a:pt x="0" y="2128"/>
                  </a:lnTo>
                  <a:lnTo>
                    <a:pt x="562" y="11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h847"/>
            <p:cNvSpPr/>
            <p:nvPr/>
          </p:nvSpPr>
          <p:spPr>
            <a:xfrm>
              <a:off x="2348892" y="3007728"/>
              <a:ext cx="62029" cy="31190"/>
            </a:xfrm>
            <a:custGeom>
              <a:avLst/>
              <a:pathLst>
                <a:path w="62029" h="31190">
                  <a:moveTo>
                    <a:pt x="46917" y="0"/>
                  </a:moveTo>
                  <a:lnTo>
                    <a:pt x="49894" y="1004"/>
                  </a:lnTo>
                  <a:lnTo>
                    <a:pt x="49233" y="2240"/>
                  </a:lnTo>
                  <a:lnTo>
                    <a:pt x="49584" y="3074"/>
                  </a:lnTo>
                  <a:lnTo>
                    <a:pt x="52328" y="5258"/>
                  </a:lnTo>
                  <a:lnTo>
                    <a:pt x="51033" y="8031"/>
                  </a:lnTo>
                  <a:lnTo>
                    <a:pt x="49965" y="7462"/>
                  </a:lnTo>
                  <a:lnTo>
                    <a:pt x="48132" y="9137"/>
                  </a:lnTo>
                  <a:lnTo>
                    <a:pt x="47839" y="10138"/>
                  </a:lnTo>
                  <a:lnTo>
                    <a:pt x="48991" y="11845"/>
                  </a:lnTo>
                  <a:lnTo>
                    <a:pt x="50913" y="12493"/>
                  </a:lnTo>
                  <a:lnTo>
                    <a:pt x="52546" y="12196"/>
                  </a:lnTo>
                  <a:lnTo>
                    <a:pt x="55144" y="10575"/>
                  </a:lnTo>
                  <a:lnTo>
                    <a:pt x="59465" y="9518"/>
                  </a:lnTo>
                  <a:lnTo>
                    <a:pt x="62029" y="13175"/>
                  </a:lnTo>
                  <a:lnTo>
                    <a:pt x="60035" y="14768"/>
                  </a:lnTo>
                  <a:lnTo>
                    <a:pt x="60090" y="17768"/>
                  </a:lnTo>
                  <a:lnTo>
                    <a:pt x="57939" y="18605"/>
                  </a:lnTo>
                  <a:lnTo>
                    <a:pt x="54891" y="24117"/>
                  </a:lnTo>
                  <a:lnTo>
                    <a:pt x="48767" y="26893"/>
                  </a:lnTo>
                  <a:lnTo>
                    <a:pt x="47656" y="26291"/>
                  </a:lnTo>
                  <a:lnTo>
                    <a:pt x="45744" y="27008"/>
                  </a:lnTo>
                  <a:lnTo>
                    <a:pt x="45571" y="27675"/>
                  </a:lnTo>
                  <a:lnTo>
                    <a:pt x="40845" y="26669"/>
                  </a:lnTo>
                  <a:lnTo>
                    <a:pt x="29609" y="27223"/>
                  </a:lnTo>
                  <a:lnTo>
                    <a:pt x="23918" y="29482"/>
                  </a:lnTo>
                  <a:lnTo>
                    <a:pt x="18478" y="30701"/>
                  </a:lnTo>
                  <a:lnTo>
                    <a:pt x="13370" y="30219"/>
                  </a:lnTo>
                  <a:lnTo>
                    <a:pt x="13322" y="31190"/>
                  </a:lnTo>
                  <a:lnTo>
                    <a:pt x="12300" y="29894"/>
                  </a:lnTo>
                  <a:lnTo>
                    <a:pt x="8409" y="27549"/>
                  </a:lnTo>
                  <a:lnTo>
                    <a:pt x="6982" y="27383"/>
                  </a:lnTo>
                  <a:lnTo>
                    <a:pt x="4153" y="23252"/>
                  </a:lnTo>
                  <a:lnTo>
                    <a:pt x="0" y="21716"/>
                  </a:lnTo>
                  <a:lnTo>
                    <a:pt x="1253" y="21124"/>
                  </a:lnTo>
                  <a:lnTo>
                    <a:pt x="6015" y="21007"/>
                  </a:lnTo>
                  <a:lnTo>
                    <a:pt x="12814" y="24021"/>
                  </a:lnTo>
                  <a:lnTo>
                    <a:pt x="15845" y="23586"/>
                  </a:lnTo>
                  <a:lnTo>
                    <a:pt x="18479" y="17738"/>
                  </a:lnTo>
                  <a:lnTo>
                    <a:pt x="24555" y="19433"/>
                  </a:lnTo>
                  <a:lnTo>
                    <a:pt x="25365" y="20960"/>
                  </a:lnTo>
                  <a:lnTo>
                    <a:pt x="27109" y="21768"/>
                  </a:lnTo>
                  <a:lnTo>
                    <a:pt x="30135" y="21140"/>
                  </a:lnTo>
                  <a:lnTo>
                    <a:pt x="31475" y="19944"/>
                  </a:lnTo>
                  <a:lnTo>
                    <a:pt x="33241" y="15775"/>
                  </a:lnTo>
                  <a:lnTo>
                    <a:pt x="34135" y="7124"/>
                  </a:lnTo>
                  <a:lnTo>
                    <a:pt x="31629" y="2829"/>
                  </a:lnTo>
                  <a:lnTo>
                    <a:pt x="29670" y="2185"/>
                  </a:lnTo>
                  <a:lnTo>
                    <a:pt x="28498" y="950"/>
                  </a:lnTo>
                  <a:lnTo>
                    <a:pt x="33630" y="1030"/>
                  </a:lnTo>
                  <a:lnTo>
                    <a:pt x="34965" y="1060"/>
                  </a:lnTo>
                  <a:lnTo>
                    <a:pt x="40616" y="4210"/>
                  </a:lnTo>
                  <a:lnTo>
                    <a:pt x="45741" y="30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h848"/>
            <p:cNvSpPr/>
            <p:nvPr/>
          </p:nvSpPr>
          <p:spPr>
            <a:xfrm>
              <a:off x="2531726" y="2935855"/>
              <a:ext cx="5540" cy="8168"/>
            </a:xfrm>
            <a:custGeom>
              <a:avLst/>
              <a:pathLst>
                <a:path w="5540" h="8168">
                  <a:moveTo>
                    <a:pt x="4338" y="670"/>
                  </a:moveTo>
                  <a:lnTo>
                    <a:pt x="5540" y="4593"/>
                  </a:lnTo>
                  <a:lnTo>
                    <a:pt x="5310" y="5900"/>
                  </a:lnTo>
                  <a:lnTo>
                    <a:pt x="3155" y="8168"/>
                  </a:lnTo>
                  <a:lnTo>
                    <a:pt x="2626" y="7131"/>
                  </a:lnTo>
                  <a:lnTo>
                    <a:pt x="3613" y="4605"/>
                  </a:lnTo>
                  <a:lnTo>
                    <a:pt x="7" y="4104"/>
                  </a:lnTo>
                  <a:lnTo>
                    <a:pt x="0" y="3363"/>
                  </a:lnTo>
                  <a:lnTo>
                    <a:pt x="102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h849"/>
            <p:cNvSpPr/>
            <p:nvPr/>
          </p:nvSpPr>
          <p:spPr>
            <a:xfrm>
              <a:off x="2467903" y="2979703"/>
              <a:ext cx="6129" cy="7500"/>
            </a:xfrm>
            <a:custGeom>
              <a:avLst/>
              <a:pathLst>
                <a:path w="6129" h="7500">
                  <a:moveTo>
                    <a:pt x="3822" y="1991"/>
                  </a:moveTo>
                  <a:lnTo>
                    <a:pt x="6039" y="3849"/>
                  </a:lnTo>
                  <a:lnTo>
                    <a:pt x="6129" y="5190"/>
                  </a:lnTo>
                  <a:lnTo>
                    <a:pt x="3529" y="7500"/>
                  </a:lnTo>
                  <a:lnTo>
                    <a:pt x="493" y="7365"/>
                  </a:lnTo>
                  <a:lnTo>
                    <a:pt x="0" y="4960"/>
                  </a:lnTo>
                  <a:lnTo>
                    <a:pt x="676" y="3046"/>
                  </a:lnTo>
                  <a:lnTo>
                    <a:pt x="22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h850"/>
            <p:cNvSpPr/>
            <p:nvPr/>
          </p:nvSpPr>
          <p:spPr>
            <a:xfrm>
              <a:off x="2420447" y="2969732"/>
              <a:ext cx="23229" cy="31519"/>
            </a:xfrm>
            <a:custGeom>
              <a:avLst/>
              <a:pathLst>
                <a:path w="23229" h="31519">
                  <a:moveTo>
                    <a:pt x="19918" y="0"/>
                  </a:moveTo>
                  <a:lnTo>
                    <a:pt x="23229" y="4519"/>
                  </a:lnTo>
                  <a:lnTo>
                    <a:pt x="23113" y="5738"/>
                  </a:lnTo>
                  <a:lnTo>
                    <a:pt x="20556" y="11972"/>
                  </a:lnTo>
                  <a:lnTo>
                    <a:pt x="18224" y="14549"/>
                  </a:lnTo>
                  <a:lnTo>
                    <a:pt x="14774" y="20801"/>
                  </a:lnTo>
                  <a:lnTo>
                    <a:pt x="15597" y="22056"/>
                  </a:lnTo>
                  <a:lnTo>
                    <a:pt x="15204" y="30638"/>
                  </a:lnTo>
                  <a:lnTo>
                    <a:pt x="13648" y="31519"/>
                  </a:lnTo>
                  <a:lnTo>
                    <a:pt x="8457" y="31247"/>
                  </a:lnTo>
                  <a:lnTo>
                    <a:pt x="6210" y="31277"/>
                  </a:lnTo>
                  <a:lnTo>
                    <a:pt x="7770" y="28230"/>
                  </a:lnTo>
                  <a:lnTo>
                    <a:pt x="7338" y="22298"/>
                  </a:lnTo>
                  <a:lnTo>
                    <a:pt x="2862" y="14408"/>
                  </a:lnTo>
                  <a:lnTo>
                    <a:pt x="345" y="13550"/>
                  </a:lnTo>
                  <a:lnTo>
                    <a:pt x="198" y="11492"/>
                  </a:lnTo>
                  <a:lnTo>
                    <a:pt x="0" y="9533"/>
                  </a:lnTo>
                  <a:lnTo>
                    <a:pt x="2972" y="9285"/>
                  </a:lnTo>
                  <a:lnTo>
                    <a:pt x="3713" y="11116"/>
                  </a:lnTo>
                  <a:lnTo>
                    <a:pt x="4444" y="10702"/>
                  </a:lnTo>
                  <a:lnTo>
                    <a:pt x="5385" y="3194"/>
                  </a:lnTo>
                  <a:lnTo>
                    <a:pt x="8603" y="1956"/>
                  </a:lnTo>
                  <a:lnTo>
                    <a:pt x="10363" y="2069"/>
                  </a:lnTo>
                  <a:lnTo>
                    <a:pt x="9771" y="5640"/>
                  </a:lnTo>
                  <a:lnTo>
                    <a:pt x="14554" y="6105"/>
                  </a:lnTo>
                  <a:lnTo>
                    <a:pt x="16052" y="5397"/>
                  </a:lnTo>
                  <a:lnTo>
                    <a:pt x="16299" y="3951"/>
                  </a:lnTo>
                  <a:lnTo>
                    <a:pt x="15913" y="2633"/>
                  </a:lnTo>
                  <a:lnTo>
                    <a:pt x="14941" y="2927"/>
                  </a:lnTo>
                  <a:lnTo>
                    <a:pt x="14301" y="1830"/>
                  </a:lnTo>
                  <a:lnTo>
                    <a:pt x="14450" y="6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h851"/>
            <p:cNvSpPr/>
            <p:nvPr/>
          </p:nvSpPr>
          <p:spPr>
            <a:xfrm>
              <a:off x="2537657" y="2999116"/>
              <a:ext cx="7577" cy="13931"/>
            </a:xfrm>
            <a:custGeom>
              <a:avLst/>
              <a:pathLst>
                <a:path w="7577" h="13931">
                  <a:moveTo>
                    <a:pt x="3930" y="0"/>
                  </a:moveTo>
                  <a:lnTo>
                    <a:pt x="3368" y="965"/>
                  </a:lnTo>
                  <a:lnTo>
                    <a:pt x="4479" y="3082"/>
                  </a:lnTo>
                  <a:lnTo>
                    <a:pt x="7268" y="4503"/>
                  </a:lnTo>
                  <a:lnTo>
                    <a:pt x="7577" y="5298"/>
                  </a:lnTo>
                  <a:lnTo>
                    <a:pt x="5895" y="8990"/>
                  </a:lnTo>
                  <a:lnTo>
                    <a:pt x="3907" y="11127"/>
                  </a:lnTo>
                  <a:lnTo>
                    <a:pt x="3617" y="13931"/>
                  </a:lnTo>
                  <a:lnTo>
                    <a:pt x="364" y="8730"/>
                  </a:lnTo>
                  <a:lnTo>
                    <a:pt x="0" y="5698"/>
                  </a:lnTo>
                  <a:lnTo>
                    <a:pt x="972" y="5859"/>
                  </a:lnTo>
                  <a:lnTo>
                    <a:pt x="3138" y="3858"/>
                  </a:lnTo>
                  <a:lnTo>
                    <a:pt x="3140" y="8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h852"/>
            <p:cNvSpPr/>
            <p:nvPr/>
          </p:nvSpPr>
          <p:spPr>
            <a:xfrm>
              <a:off x="2399553" y="2919232"/>
              <a:ext cx="24141" cy="27271"/>
            </a:xfrm>
            <a:custGeom>
              <a:avLst/>
              <a:pathLst>
                <a:path w="24141" h="27271">
                  <a:moveTo>
                    <a:pt x="6917" y="833"/>
                  </a:moveTo>
                  <a:lnTo>
                    <a:pt x="5728" y="3827"/>
                  </a:lnTo>
                  <a:lnTo>
                    <a:pt x="7214" y="3406"/>
                  </a:lnTo>
                  <a:lnTo>
                    <a:pt x="8216" y="1407"/>
                  </a:lnTo>
                  <a:lnTo>
                    <a:pt x="21689" y="4971"/>
                  </a:lnTo>
                  <a:lnTo>
                    <a:pt x="19570" y="5558"/>
                  </a:lnTo>
                  <a:lnTo>
                    <a:pt x="19592" y="9137"/>
                  </a:lnTo>
                  <a:lnTo>
                    <a:pt x="21047" y="12189"/>
                  </a:lnTo>
                  <a:lnTo>
                    <a:pt x="24141" y="15598"/>
                  </a:lnTo>
                  <a:lnTo>
                    <a:pt x="19246" y="20962"/>
                  </a:lnTo>
                  <a:lnTo>
                    <a:pt x="18905" y="25023"/>
                  </a:lnTo>
                  <a:lnTo>
                    <a:pt x="20386" y="25772"/>
                  </a:lnTo>
                  <a:lnTo>
                    <a:pt x="17191" y="27271"/>
                  </a:lnTo>
                  <a:lnTo>
                    <a:pt x="15076" y="26622"/>
                  </a:lnTo>
                  <a:lnTo>
                    <a:pt x="16011" y="24433"/>
                  </a:lnTo>
                  <a:lnTo>
                    <a:pt x="14087" y="26169"/>
                  </a:lnTo>
                  <a:lnTo>
                    <a:pt x="7654" y="24806"/>
                  </a:lnTo>
                  <a:lnTo>
                    <a:pt x="8278" y="21644"/>
                  </a:lnTo>
                  <a:lnTo>
                    <a:pt x="3546" y="21430"/>
                  </a:lnTo>
                  <a:lnTo>
                    <a:pt x="857" y="197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h853"/>
            <p:cNvSpPr/>
            <p:nvPr/>
          </p:nvSpPr>
          <p:spPr>
            <a:xfrm>
              <a:off x="2504627" y="2881552"/>
              <a:ext cx="22421" cy="27440"/>
            </a:xfrm>
            <a:custGeom>
              <a:avLst/>
              <a:pathLst>
                <a:path w="22421" h="27440">
                  <a:moveTo>
                    <a:pt x="17108" y="0"/>
                  </a:moveTo>
                  <a:lnTo>
                    <a:pt x="20260" y="2550"/>
                  </a:lnTo>
                  <a:lnTo>
                    <a:pt x="22101" y="4642"/>
                  </a:lnTo>
                  <a:lnTo>
                    <a:pt x="22421" y="10144"/>
                  </a:lnTo>
                  <a:lnTo>
                    <a:pt x="19963" y="10535"/>
                  </a:lnTo>
                  <a:lnTo>
                    <a:pt x="16587" y="12636"/>
                  </a:lnTo>
                  <a:lnTo>
                    <a:pt x="16157" y="14439"/>
                  </a:lnTo>
                  <a:lnTo>
                    <a:pt x="21106" y="15960"/>
                  </a:lnTo>
                  <a:lnTo>
                    <a:pt x="21542" y="18507"/>
                  </a:lnTo>
                  <a:lnTo>
                    <a:pt x="20084" y="20331"/>
                  </a:lnTo>
                  <a:lnTo>
                    <a:pt x="17495" y="21602"/>
                  </a:lnTo>
                  <a:lnTo>
                    <a:pt x="17122" y="19047"/>
                  </a:lnTo>
                  <a:lnTo>
                    <a:pt x="13092" y="22382"/>
                  </a:lnTo>
                  <a:lnTo>
                    <a:pt x="12558" y="27440"/>
                  </a:lnTo>
                  <a:lnTo>
                    <a:pt x="9820" y="26421"/>
                  </a:lnTo>
                  <a:lnTo>
                    <a:pt x="8048" y="24757"/>
                  </a:lnTo>
                  <a:lnTo>
                    <a:pt x="8159" y="22341"/>
                  </a:lnTo>
                  <a:lnTo>
                    <a:pt x="7424" y="20574"/>
                  </a:lnTo>
                  <a:lnTo>
                    <a:pt x="6251" y="19706"/>
                  </a:lnTo>
                  <a:lnTo>
                    <a:pt x="5963" y="17670"/>
                  </a:lnTo>
                  <a:lnTo>
                    <a:pt x="8458" y="17033"/>
                  </a:lnTo>
                  <a:lnTo>
                    <a:pt x="9551" y="15335"/>
                  </a:lnTo>
                  <a:lnTo>
                    <a:pt x="1885" y="14353"/>
                  </a:lnTo>
                  <a:lnTo>
                    <a:pt x="0" y="12772"/>
                  </a:lnTo>
                  <a:lnTo>
                    <a:pt x="4744" y="9905"/>
                  </a:lnTo>
                  <a:lnTo>
                    <a:pt x="6527" y="7239"/>
                  </a:lnTo>
                  <a:lnTo>
                    <a:pt x="5520" y="5550"/>
                  </a:lnTo>
                  <a:lnTo>
                    <a:pt x="2623" y="4300"/>
                  </a:lnTo>
                  <a:lnTo>
                    <a:pt x="7961" y="5536"/>
                  </a:lnTo>
                  <a:lnTo>
                    <a:pt x="10406" y="6715"/>
                  </a:lnTo>
                  <a:lnTo>
                    <a:pt x="12963" y="11799"/>
                  </a:lnTo>
                  <a:lnTo>
                    <a:pt x="15610" y="11697"/>
                  </a:lnTo>
                  <a:lnTo>
                    <a:pt x="14465" y="6247"/>
                  </a:lnTo>
                  <a:lnTo>
                    <a:pt x="15219" y="119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h854"/>
            <p:cNvSpPr/>
            <p:nvPr/>
          </p:nvSpPr>
          <p:spPr>
            <a:xfrm>
              <a:off x="2371168" y="2971630"/>
              <a:ext cx="13265" cy="15341"/>
            </a:xfrm>
            <a:custGeom>
              <a:avLst/>
              <a:pathLst>
                <a:path w="13265" h="15341">
                  <a:moveTo>
                    <a:pt x="5709" y="394"/>
                  </a:moveTo>
                  <a:lnTo>
                    <a:pt x="6426" y="1777"/>
                  </a:lnTo>
                  <a:lnTo>
                    <a:pt x="10694" y="4684"/>
                  </a:lnTo>
                  <a:lnTo>
                    <a:pt x="11496" y="4550"/>
                  </a:lnTo>
                  <a:lnTo>
                    <a:pt x="13265" y="7510"/>
                  </a:lnTo>
                  <a:lnTo>
                    <a:pt x="11387" y="9038"/>
                  </a:lnTo>
                  <a:lnTo>
                    <a:pt x="11131" y="10320"/>
                  </a:lnTo>
                  <a:lnTo>
                    <a:pt x="12136" y="10278"/>
                  </a:lnTo>
                  <a:lnTo>
                    <a:pt x="12031" y="12841"/>
                  </a:lnTo>
                  <a:lnTo>
                    <a:pt x="10747" y="15341"/>
                  </a:lnTo>
                  <a:lnTo>
                    <a:pt x="8708" y="15139"/>
                  </a:lnTo>
                  <a:lnTo>
                    <a:pt x="6818" y="13404"/>
                  </a:lnTo>
                  <a:lnTo>
                    <a:pt x="809" y="11537"/>
                  </a:lnTo>
                  <a:lnTo>
                    <a:pt x="0" y="11936"/>
                  </a:lnTo>
                  <a:lnTo>
                    <a:pt x="1847" y="8933"/>
                  </a:lnTo>
                  <a:lnTo>
                    <a:pt x="1519" y="2412"/>
                  </a:lnTo>
                  <a:lnTo>
                    <a:pt x="2104" y="1061"/>
                  </a:lnTo>
                  <a:lnTo>
                    <a:pt x="335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h855"/>
            <p:cNvSpPr/>
            <p:nvPr/>
          </p:nvSpPr>
          <p:spPr>
            <a:xfrm>
              <a:off x="2390326" y="2884667"/>
              <a:ext cx="30218" cy="28642"/>
            </a:xfrm>
            <a:custGeom>
              <a:avLst/>
              <a:pathLst>
                <a:path w="30218" h="28642">
                  <a:moveTo>
                    <a:pt x="1127" y="0"/>
                  </a:moveTo>
                  <a:lnTo>
                    <a:pt x="2182" y="1297"/>
                  </a:lnTo>
                  <a:lnTo>
                    <a:pt x="7455" y="3615"/>
                  </a:lnTo>
                  <a:lnTo>
                    <a:pt x="9073" y="2972"/>
                  </a:lnTo>
                  <a:lnTo>
                    <a:pt x="9499" y="4283"/>
                  </a:lnTo>
                  <a:lnTo>
                    <a:pt x="11335" y="5915"/>
                  </a:lnTo>
                  <a:lnTo>
                    <a:pt x="20710" y="9741"/>
                  </a:lnTo>
                  <a:lnTo>
                    <a:pt x="21499" y="14596"/>
                  </a:lnTo>
                  <a:lnTo>
                    <a:pt x="26634" y="14806"/>
                  </a:lnTo>
                  <a:lnTo>
                    <a:pt x="30218" y="17408"/>
                  </a:lnTo>
                  <a:lnTo>
                    <a:pt x="29331" y="18251"/>
                  </a:lnTo>
                  <a:lnTo>
                    <a:pt x="27332" y="17420"/>
                  </a:lnTo>
                  <a:lnTo>
                    <a:pt x="26263" y="19262"/>
                  </a:lnTo>
                  <a:lnTo>
                    <a:pt x="25267" y="19029"/>
                  </a:lnTo>
                  <a:lnTo>
                    <a:pt x="21878" y="20768"/>
                  </a:lnTo>
                  <a:lnTo>
                    <a:pt x="21317" y="23243"/>
                  </a:lnTo>
                  <a:lnTo>
                    <a:pt x="22160" y="23752"/>
                  </a:lnTo>
                  <a:lnTo>
                    <a:pt x="22731" y="28270"/>
                  </a:lnTo>
                  <a:lnTo>
                    <a:pt x="20136" y="28296"/>
                  </a:lnTo>
                  <a:lnTo>
                    <a:pt x="16001" y="28642"/>
                  </a:lnTo>
                  <a:lnTo>
                    <a:pt x="8401" y="24871"/>
                  </a:lnTo>
                  <a:lnTo>
                    <a:pt x="7741" y="23174"/>
                  </a:lnTo>
                  <a:lnTo>
                    <a:pt x="10910" y="23625"/>
                  </a:lnTo>
                  <a:lnTo>
                    <a:pt x="10711" y="22793"/>
                  </a:lnTo>
                  <a:lnTo>
                    <a:pt x="6436" y="20839"/>
                  </a:lnTo>
                  <a:lnTo>
                    <a:pt x="3260" y="16537"/>
                  </a:lnTo>
                  <a:lnTo>
                    <a:pt x="3014" y="8705"/>
                  </a:lnTo>
                  <a:lnTo>
                    <a:pt x="3774" y="6927"/>
                  </a:lnTo>
                  <a:lnTo>
                    <a:pt x="459" y="5834"/>
                  </a:lnTo>
                  <a:lnTo>
                    <a:pt x="0" y="4468"/>
                  </a:lnTo>
                  <a:lnTo>
                    <a:pt x="437" y="20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h856"/>
            <p:cNvSpPr/>
            <p:nvPr/>
          </p:nvSpPr>
          <p:spPr>
            <a:xfrm>
              <a:off x="2495101" y="2894325"/>
              <a:ext cx="19076" cy="15987"/>
            </a:xfrm>
            <a:custGeom>
              <a:avLst/>
              <a:pathLst>
                <a:path w="19076" h="15987">
                  <a:moveTo>
                    <a:pt x="8966" y="3464"/>
                  </a:moveTo>
                  <a:lnTo>
                    <a:pt x="9885" y="1985"/>
                  </a:lnTo>
                  <a:lnTo>
                    <a:pt x="9525" y="0"/>
                  </a:lnTo>
                  <a:lnTo>
                    <a:pt x="11411" y="1580"/>
                  </a:lnTo>
                  <a:lnTo>
                    <a:pt x="19076" y="2562"/>
                  </a:lnTo>
                  <a:lnTo>
                    <a:pt x="17984" y="4260"/>
                  </a:lnTo>
                  <a:lnTo>
                    <a:pt x="15488" y="4897"/>
                  </a:lnTo>
                  <a:lnTo>
                    <a:pt x="15777" y="6933"/>
                  </a:lnTo>
                  <a:lnTo>
                    <a:pt x="14285" y="8533"/>
                  </a:lnTo>
                  <a:lnTo>
                    <a:pt x="12969" y="6417"/>
                  </a:lnTo>
                  <a:lnTo>
                    <a:pt x="12142" y="15987"/>
                  </a:lnTo>
                  <a:lnTo>
                    <a:pt x="9781" y="15742"/>
                  </a:lnTo>
                  <a:lnTo>
                    <a:pt x="9848" y="12913"/>
                  </a:lnTo>
                  <a:lnTo>
                    <a:pt x="8846" y="11988"/>
                  </a:lnTo>
                  <a:lnTo>
                    <a:pt x="6305" y="12187"/>
                  </a:lnTo>
                  <a:lnTo>
                    <a:pt x="1209" y="8442"/>
                  </a:lnTo>
                  <a:lnTo>
                    <a:pt x="1089" y="3899"/>
                  </a:lnTo>
                  <a:lnTo>
                    <a:pt x="0" y="1083"/>
                  </a:lnTo>
                  <a:lnTo>
                    <a:pt x="1383" y="63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h857"/>
            <p:cNvSpPr/>
            <p:nvPr/>
          </p:nvSpPr>
          <p:spPr>
            <a:xfrm>
              <a:off x="2507346" y="2940132"/>
              <a:ext cx="5383" cy="7544"/>
            </a:xfrm>
            <a:custGeom>
              <a:avLst/>
              <a:pathLst>
                <a:path w="5383" h="7544">
                  <a:moveTo>
                    <a:pt x="5383" y="5134"/>
                  </a:moveTo>
                  <a:lnTo>
                    <a:pt x="4283" y="7544"/>
                  </a:lnTo>
                  <a:lnTo>
                    <a:pt x="0" y="5837"/>
                  </a:lnTo>
                  <a:lnTo>
                    <a:pt x="1593" y="0"/>
                  </a:lnTo>
                  <a:lnTo>
                    <a:pt x="3218" y="214"/>
                  </a:lnTo>
                  <a:lnTo>
                    <a:pt x="4431" y="420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h858"/>
            <p:cNvSpPr/>
            <p:nvPr/>
          </p:nvSpPr>
          <p:spPr>
            <a:xfrm>
              <a:off x="2493861" y="2937696"/>
              <a:ext cx="11627" cy="11712"/>
            </a:xfrm>
            <a:custGeom>
              <a:avLst/>
              <a:pathLst>
                <a:path w="11627" h="11712">
                  <a:moveTo>
                    <a:pt x="6108" y="2062"/>
                  </a:moveTo>
                  <a:lnTo>
                    <a:pt x="7818" y="2338"/>
                  </a:lnTo>
                  <a:lnTo>
                    <a:pt x="9270" y="1769"/>
                  </a:lnTo>
                  <a:lnTo>
                    <a:pt x="11627" y="2614"/>
                  </a:lnTo>
                  <a:lnTo>
                    <a:pt x="10596" y="3871"/>
                  </a:lnTo>
                  <a:lnTo>
                    <a:pt x="9552" y="9134"/>
                  </a:lnTo>
                  <a:lnTo>
                    <a:pt x="10242" y="10920"/>
                  </a:lnTo>
                  <a:lnTo>
                    <a:pt x="4850" y="9562"/>
                  </a:lnTo>
                  <a:lnTo>
                    <a:pt x="3857" y="11712"/>
                  </a:lnTo>
                  <a:lnTo>
                    <a:pt x="0" y="9260"/>
                  </a:lnTo>
                  <a:lnTo>
                    <a:pt x="3640" y="4179"/>
                  </a:lnTo>
                  <a:lnTo>
                    <a:pt x="3864" y="0"/>
                  </a:lnTo>
                  <a:lnTo>
                    <a:pt x="6188" y="11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h859"/>
            <p:cNvSpPr/>
            <p:nvPr/>
          </p:nvSpPr>
          <p:spPr>
            <a:xfrm>
              <a:off x="2458625" y="2973494"/>
              <a:ext cx="5068" cy="7488"/>
            </a:xfrm>
            <a:custGeom>
              <a:avLst/>
              <a:pathLst>
                <a:path w="5068" h="7488">
                  <a:moveTo>
                    <a:pt x="457" y="0"/>
                  </a:moveTo>
                  <a:lnTo>
                    <a:pt x="942" y="1775"/>
                  </a:lnTo>
                  <a:lnTo>
                    <a:pt x="4752" y="1697"/>
                  </a:lnTo>
                  <a:lnTo>
                    <a:pt x="5068" y="7311"/>
                  </a:lnTo>
                  <a:lnTo>
                    <a:pt x="2783" y="7488"/>
                  </a:lnTo>
                  <a:lnTo>
                    <a:pt x="1341" y="6126"/>
                  </a:lnTo>
                  <a:lnTo>
                    <a:pt x="0" y="180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h860"/>
            <p:cNvSpPr/>
            <p:nvPr/>
          </p:nvSpPr>
          <p:spPr>
            <a:xfrm>
              <a:off x="2496485" y="2885853"/>
              <a:ext cx="14669" cy="11936"/>
            </a:xfrm>
            <a:custGeom>
              <a:avLst/>
              <a:pathLst>
                <a:path w="14669" h="11936">
                  <a:moveTo>
                    <a:pt x="10765" y="0"/>
                  </a:moveTo>
                  <a:lnTo>
                    <a:pt x="13662" y="1249"/>
                  </a:lnTo>
                  <a:lnTo>
                    <a:pt x="14669" y="2938"/>
                  </a:lnTo>
                  <a:lnTo>
                    <a:pt x="12886" y="5604"/>
                  </a:lnTo>
                  <a:lnTo>
                    <a:pt x="8142" y="8471"/>
                  </a:lnTo>
                  <a:lnTo>
                    <a:pt x="8501" y="10456"/>
                  </a:lnTo>
                  <a:lnTo>
                    <a:pt x="7582" y="11936"/>
                  </a:lnTo>
                  <a:lnTo>
                    <a:pt x="0" y="9106"/>
                  </a:lnTo>
                  <a:lnTo>
                    <a:pt x="128" y="8034"/>
                  </a:lnTo>
                  <a:lnTo>
                    <a:pt x="6220" y="342"/>
                  </a:lnTo>
                  <a:lnTo>
                    <a:pt x="8031" y="33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h861"/>
            <p:cNvSpPr/>
            <p:nvPr/>
          </p:nvSpPr>
          <p:spPr>
            <a:xfrm>
              <a:off x="2490176" y="2910659"/>
              <a:ext cx="10629" cy="8392"/>
            </a:xfrm>
            <a:custGeom>
              <a:avLst/>
              <a:pathLst>
                <a:path w="10629" h="8392">
                  <a:moveTo>
                    <a:pt x="7980" y="373"/>
                  </a:moveTo>
                  <a:lnTo>
                    <a:pt x="9095" y="1231"/>
                  </a:lnTo>
                  <a:lnTo>
                    <a:pt x="10629" y="3437"/>
                  </a:lnTo>
                  <a:lnTo>
                    <a:pt x="7601" y="8392"/>
                  </a:lnTo>
                  <a:lnTo>
                    <a:pt x="5238" y="3667"/>
                  </a:lnTo>
                  <a:lnTo>
                    <a:pt x="0" y="6425"/>
                  </a:lnTo>
                  <a:lnTo>
                    <a:pt x="397" y="4584"/>
                  </a:lnTo>
                  <a:lnTo>
                    <a:pt x="44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h862"/>
            <p:cNvSpPr/>
            <p:nvPr/>
          </p:nvSpPr>
          <p:spPr>
            <a:xfrm>
              <a:off x="2526142" y="2969435"/>
              <a:ext cx="32173" cy="19651"/>
            </a:xfrm>
            <a:custGeom>
              <a:avLst/>
              <a:pathLst>
                <a:path w="32173" h="19651">
                  <a:moveTo>
                    <a:pt x="30234" y="1220"/>
                  </a:moveTo>
                  <a:lnTo>
                    <a:pt x="32173" y="6383"/>
                  </a:lnTo>
                  <a:lnTo>
                    <a:pt x="30037" y="7625"/>
                  </a:lnTo>
                  <a:lnTo>
                    <a:pt x="21647" y="9879"/>
                  </a:lnTo>
                  <a:lnTo>
                    <a:pt x="16550" y="13848"/>
                  </a:lnTo>
                  <a:lnTo>
                    <a:pt x="15417" y="13004"/>
                  </a:lnTo>
                  <a:lnTo>
                    <a:pt x="15067" y="11563"/>
                  </a:lnTo>
                  <a:lnTo>
                    <a:pt x="12201" y="8964"/>
                  </a:lnTo>
                  <a:lnTo>
                    <a:pt x="10896" y="8642"/>
                  </a:lnTo>
                  <a:lnTo>
                    <a:pt x="9827" y="12079"/>
                  </a:lnTo>
                  <a:lnTo>
                    <a:pt x="8727" y="11156"/>
                  </a:lnTo>
                  <a:lnTo>
                    <a:pt x="5097" y="19651"/>
                  </a:lnTo>
                  <a:lnTo>
                    <a:pt x="1632" y="17871"/>
                  </a:lnTo>
                  <a:lnTo>
                    <a:pt x="0" y="13555"/>
                  </a:lnTo>
                  <a:lnTo>
                    <a:pt x="2538" y="11787"/>
                  </a:lnTo>
                  <a:lnTo>
                    <a:pt x="4953" y="9257"/>
                  </a:lnTo>
                  <a:lnTo>
                    <a:pt x="4517" y="6682"/>
                  </a:lnTo>
                  <a:lnTo>
                    <a:pt x="6369" y="3924"/>
                  </a:lnTo>
                  <a:lnTo>
                    <a:pt x="9843" y="4077"/>
                  </a:lnTo>
                  <a:lnTo>
                    <a:pt x="13452" y="2440"/>
                  </a:lnTo>
                  <a:lnTo>
                    <a:pt x="17095" y="3273"/>
                  </a:lnTo>
                  <a:lnTo>
                    <a:pt x="22704" y="928"/>
                  </a:lnTo>
                  <a:lnTo>
                    <a:pt x="2758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h863"/>
            <p:cNvSpPr/>
            <p:nvPr/>
          </p:nvSpPr>
          <p:spPr>
            <a:xfrm>
              <a:off x="2539444" y="2975784"/>
              <a:ext cx="25153" cy="11975"/>
            </a:xfrm>
            <a:custGeom>
              <a:avLst/>
              <a:pathLst>
                <a:path w="25153" h="11975">
                  <a:moveTo>
                    <a:pt x="25153" y="724"/>
                  </a:moveTo>
                  <a:lnTo>
                    <a:pt x="23391" y="3033"/>
                  </a:lnTo>
                  <a:lnTo>
                    <a:pt x="23151" y="9463"/>
                  </a:lnTo>
                  <a:lnTo>
                    <a:pt x="23960" y="11549"/>
                  </a:lnTo>
                  <a:lnTo>
                    <a:pt x="24095" y="11975"/>
                  </a:lnTo>
                  <a:lnTo>
                    <a:pt x="20372" y="9722"/>
                  </a:lnTo>
                  <a:lnTo>
                    <a:pt x="12432" y="10192"/>
                  </a:lnTo>
                  <a:lnTo>
                    <a:pt x="7674" y="11524"/>
                  </a:lnTo>
                  <a:lnTo>
                    <a:pt x="7025" y="10835"/>
                  </a:lnTo>
                  <a:lnTo>
                    <a:pt x="3832" y="11762"/>
                  </a:lnTo>
                  <a:lnTo>
                    <a:pt x="2988" y="11939"/>
                  </a:lnTo>
                  <a:lnTo>
                    <a:pt x="0" y="10222"/>
                  </a:lnTo>
                  <a:lnTo>
                    <a:pt x="834" y="7468"/>
                  </a:lnTo>
                  <a:lnTo>
                    <a:pt x="2115" y="6655"/>
                  </a:lnTo>
                  <a:lnTo>
                    <a:pt x="3248" y="7499"/>
                  </a:lnTo>
                  <a:lnTo>
                    <a:pt x="8345" y="3530"/>
                  </a:lnTo>
                  <a:lnTo>
                    <a:pt x="16735" y="1276"/>
                  </a:lnTo>
                  <a:lnTo>
                    <a:pt x="18871" y="34"/>
                  </a:lnTo>
                  <a:lnTo>
                    <a:pt x="21296" y="2111"/>
                  </a:lnTo>
                  <a:lnTo>
                    <a:pt x="2464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h864"/>
            <p:cNvSpPr/>
            <p:nvPr/>
          </p:nvSpPr>
          <p:spPr>
            <a:xfrm>
              <a:off x="2524714" y="2935578"/>
              <a:ext cx="8033" cy="3639"/>
            </a:xfrm>
            <a:custGeom>
              <a:avLst/>
              <a:pathLst>
                <a:path w="8033" h="3639">
                  <a:moveTo>
                    <a:pt x="8033" y="276"/>
                  </a:moveTo>
                  <a:lnTo>
                    <a:pt x="7011" y="3639"/>
                  </a:lnTo>
                  <a:lnTo>
                    <a:pt x="2689" y="1696"/>
                  </a:lnTo>
                  <a:lnTo>
                    <a:pt x="0" y="1461"/>
                  </a:lnTo>
                  <a:lnTo>
                    <a:pt x="3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h865"/>
            <p:cNvSpPr/>
            <p:nvPr/>
          </p:nvSpPr>
          <p:spPr>
            <a:xfrm>
              <a:off x="2436959" y="3019999"/>
              <a:ext cx="17445" cy="17186"/>
            </a:xfrm>
            <a:custGeom>
              <a:avLst/>
              <a:pathLst>
                <a:path w="17445" h="17186">
                  <a:moveTo>
                    <a:pt x="10249" y="983"/>
                  </a:moveTo>
                  <a:lnTo>
                    <a:pt x="12018" y="2292"/>
                  </a:lnTo>
                  <a:lnTo>
                    <a:pt x="15161" y="6142"/>
                  </a:lnTo>
                  <a:lnTo>
                    <a:pt x="16125" y="9593"/>
                  </a:lnTo>
                  <a:lnTo>
                    <a:pt x="17445" y="11347"/>
                  </a:lnTo>
                  <a:lnTo>
                    <a:pt x="17307" y="11746"/>
                  </a:lnTo>
                  <a:lnTo>
                    <a:pt x="16214" y="10879"/>
                  </a:lnTo>
                  <a:lnTo>
                    <a:pt x="12178" y="10414"/>
                  </a:lnTo>
                  <a:lnTo>
                    <a:pt x="8031" y="10746"/>
                  </a:lnTo>
                  <a:lnTo>
                    <a:pt x="5769" y="12113"/>
                  </a:lnTo>
                  <a:lnTo>
                    <a:pt x="7555" y="15078"/>
                  </a:lnTo>
                  <a:lnTo>
                    <a:pt x="6207" y="17186"/>
                  </a:lnTo>
                  <a:lnTo>
                    <a:pt x="2347" y="12259"/>
                  </a:lnTo>
                  <a:lnTo>
                    <a:pt x="0" y="8978"/>
                  </a:lnTo>
                  <a:lnTo>
                    <a:pt x="1413" y="7459"/>
                  </a:lnTo>
                  <a:lnTo>
                    <a:pt x="2505" y="7254"/>
                  </a:lnTo>
                  <a:lnTo>
                    <a:pt x="3148" y="1921"/>
                  </a:lnTo>
                  <a:lnTo>
                    <a:pt x="3507" y="1344"/>
                  </a:lnTo>
                  <a:lnTo>
                    <a:pt x="4682" y="1657"/>
                  </a:lnTo>
                  <a:lnTo>
                    <a:pt x="579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h866"/>
            <p:cNvSpPr/>
            <p:nvPr/>
          </p:nvSpPr>
          <p:spPr>
            <a:xfrm>
              <a:off x="2442728" y="3030414"/>
              <a:ext cx="15877" cy="12356"/>
            </a:xfrm>
            <a:custGeom>
              <a:avLst/>
              <a:pathLst>
                <a:path w="15877" h="12356">
                  <a:moveTo>
                    <a:pt x="10444" y="464"/>
                  </a:moveTo>
                  <a:lnTo>
                    <a:pt x="11537" y="1331"/>
                  </a:lnTo>
                  <a:lnTo>
                    <a:pt x="14778" y="5470"/>
                  </a:lnTo>
                  <a:lnTo>
                    <a:pt x="15877" y="10246"/>
                  </a:lnTo>
                  <a:lnTo>
                    <a:pt x="15087" y="11127"/>
                  </a:lnTo>
                  <a:lnTo>
                    <a:pt x="15161" y="10475"/>
                  </a:lnTo>
                  <a:lnTo>
                    <a:pt x="14036" y="10069"/>
                  </a:lnTo>
                  <a:lnTo>
                    <a:pt x="10754" y="9891"/>
                  </a:lnTo>
                  <a:lnTo>
                    <a:pt x="10233" y="10214"/>
                  </a:lnTo>
                  <a:lnTo>
                    <a:pt x="10462" y="11825"/>
                  </a:lnTo>
                  <a:lnTo>
                    <a:pt x="9346" y="12356"/>
                  </a:lnTo>
                  <a:lnTo>
                    <a:pt x="5849" y="6389"/>
                  </a:lnTo>
                  <a:lnTo>
                    <a:pt x="1785" y="4663"/>
                  </a:lnTo>
                  <a:lnTo>
                    <a:pt x="0" y="1698"/>
                  </a:lnTo>
                  <a:lnTo>
                    <a:pt x="2261" y="331"/>
                  </a:lnTo>
                  <a:lnTo>
                    <a:pt x="640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h867"/>
            <p:cNvSpPr/>
            <p:nvPr/>
          </p:nvSpPr>
          <p:spPr>
            <a:xfrm>
              <a:off x="2460725" y="3005242"/>
              <a:ext cx="14391" cy="33274"/>
            </a:xfrm>
            <a:custGeom>
              <a:avLst/>
              <a:pathLst>
                <a:path w="14391" h="33274">
                  <a:moveTo>
                    <a:pt x="7907" y="3495"/>
                  </a:moveTo>
                  <a:lnTo>
                    <a:pt x="8505" y="1832"/>
                  </a:lnTo>
                  <a:lnTo>
                    <a:pt x="10111" y="5160"/>
                  </a:lnTo>
                  <a:lnTo>
                    <a:pt x="9131" y="9409"/>
                  </a:lnTo>
                  <a:lnTo>
                    <a:pt x="8234" y="10125"/>
                  </a:lnTo>
                  <a:lnTo>
                    <a:pt x="8245" y="12876"/>
                  </a:lnTo>
                  <a:lnTo>
                    <a:pt x="8631" y="13675"/>
                  </a:lnTo>
                  <a:lnTo>
                    <a:pt x="11099" y="14259"/>
                  </a:lnTo>
                  <a:lnTo>
                    <a:pt x="12871" y="13186"/>
                  </a:lnTo>
                  <a:lnTo>
                    <a:pt x="13977" y="18445"/>
                  </a:lnTo>
                  <a:lnTo>
                    <a:pt x="14391" y="24742"/>
                  </a:lnTo>
                  <a:lnTo>
                    <a:pt x="11747" y="31009"/>
                  </a:lnTo>
                  <a:lnTo>
                    <a:pt x="10357" y="31670"/>
                  </a:lnTo>
                  <a:lnTo>
                    <a:pt x="10059" y="33274"/>
                  </a:lnTo>
                  <a:lnTo>
                    <a:pt x="3948" y="27151"/>
                  </a:lnTo>
                  <a:lnTo>
                    <a:pt x="3642" y="25664"/>
                  </a:lnTo>
                  <a:lnTo>
                    <a:pt x="3530" y="22146"/>
                  </a:lnTo>
                  <a:lnTo>
                    <a:pt x="0" y="18143"/>
                  </a:lnTo>
                  <a:lnTo>
                    <a:pt x="299" y="17398"/>
                  </a:lnTo>
                  <a:lnTo>
                    <a:pt x="1637" y="12914"/>
                  </a:lnTo>
                  <a:lnTo>
                    <a:pt x="3688" y="10807"/>
                  </a:lnTo>
                  <a:lnTo>
                    <a:pt x="6664" y="264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h868"/>
            <p:cNvSpPr/>
            <p:nvPr/>
          </p:nvSpPr>
          <p:spPr>
            <a:xfrm>
              <a:off x="2499969" y="2929829"/>
              <a:ext cx="7799" cy="10480"/>
            </a:xfrm>
            <a:custGeom>
              <a:avLst/>
              <a:pathLst>
                <a:path w="7799" h="10480">
                  <a:moveTo>
                    <a:pt x="7799" y="1248"/>
                  </a:moveTo>
                  <a:lnTo>
                    <a:pt x="7699" y="8005"/>
                  </a:lnTo>
                  <a:lnTo>
                    <a:pt x="5519" y="10480"/>
                  </a:lnTo>
                  <a:lnTo>
                    <a:pt x="3162" y="9636"/>
                  </a:lnTo>
                  <a:lnTo>
                    <a:pt x="1710" y="10204"/>
                  </a:lnTo>
                  <a:lnTo>
                    <a:pt x="0" y="9928"/>
                  </a:lnTo>
                  <a:lnTo>
                    <a:pt x="80" y="9000"/>
                  </a:lnTo>
                  <a:lnTo>
                    <a:pt x="714" y="2110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h869"/>
            <p:cNvSpPr/>
            <p:nvPr/>
          </p:nvSpPr>
          <p:spPr>
            <a:xfrm>
              <a:off x="2508119" y="2926381"/>
              <a:ext cx="5590" cy="3675"/>
            </a:xfrm>
            <a:custGeom>
              <a:avLst/>
              <a:pathLst>
                <a:path w="5590" h="3675">
                  <a:moveTo>
                    <a:pt x="4906" y="587"/>
                  </a:moveTo>
                  <a:lnTo>
                    <a:pt x="5590" y="1997"/>
                  </a:lnTo>
                  <a:lnTo>
                    <a:pt x="5174" y="3675"/>
                  </a:lnTo>
                  <a:lnTo>
                    <a:pt x="1380" y="2926"/>
                  </a:lnTo>
                  <a:lnTo>
                    <a:pt x="0" y="2572"/>
                  </a:lnTo>
                  <a:lnTo>
                    <a:pt x="854" y="0"/>
                  </a:lnTo>
                  <a:lnTo>
                    <a:pt x="4766" y="53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h870"/>
            <p:cNvSpPr/>
            <p:nvPr/>
          </p:nvSpPr>
          <p:spPr>
            <a:xfrm>
              <a:off x="2464301" y="2987304"/>
              <a:ext cx="4017" cy="2069"/>
            </a:xfrm>
            <a:custGeom>
              <a:avLst/>
              <a:pathLst>
                <a:path w="4017" h="2069">
                  <a:moveTo>
                    <a:pt x="4017" y="1510"/>
                  </a:moveTo>
                  <a:lnTo>
                    <a:pt x="0" y="2069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h871"/>
            <p:cNvSpPr/>
            <p:nvPr/>
          </p:nvSpPr>
          <p:spPr>
            <a:xfrm>
              <a:off x="2411644" y="2902559"/>
              <a:ext cx="30063" cy="19631"/>
            </a:xfrm>
            <a:custGeom>
              <a:avLst/>
              <a:pathLst>
                <a:path w="30063" h="19631">
                  <a:moveTo>
                    <a:pt x="19353" y="7125"/>
                  </a:moveTo>
                  <a:lnTo>
                    <a:pt x="20424" y="6454"/>
                  </a:lnTo>
                  <a:lnTo>
                    <a:pt x="21590" y="10370"/>
                  </a:lnTo>
                  <a:lnTo>
                    <a:pt x="25111" y="12407"/>
                  </a:lnTo>
                  <a:lnTo>
                    <a:pt x="25847" y="13745"/>
                  </a:lnTo>
                  <a:lnTo>
                    <a:pt x="29105" y="16059"/>
                  </a:lnTo>
                  <a:lnTo>
                    <a:pt x="30063" y="18589"/>
                  </a:lnTo>
                  <a:lnTo>
                    <a:pt x="18570" y="19631"/>
                  </a:lnTo>
                  <a:lnTo>
                    <a:pt x="2497" y="12432"/>
                  </a:lnTo>
                  <a:lnTo>
                    <a:pt x="1439" y="11737"/>
                  </a:lnTo>
                  <a:lnTo>
                    <a:pt x="1414" y="10378"/>
                  </a:lnTo>
                  <a:lnTo>
                    <a:pt x="843" y="5860"/>
                  </a:lnTo>
                  <a:lnTo>
                    <a:pt x="0" y="5350"/>
                  </a:lnTo>
                  <a:lnTo>
                    <a:pt x="560" y="2876"/>
                  </a:lnTo>
                  <a:lnTo>
                    <a:pt x="3950" y="1137"/>
                  </a:lnTo>
                  <a:lnTo>
                    <a:pt x="4945" y="1370"/>
                  </a:lnTo>
                  <a:lnTo>
                    <a:pt x="8229" y="2164"/>
                  </a:lnTo>
                  <a:lnTo>
                    <a:pt x="9377" y="1504"/>
                  </a:lnTo>
                  <a:lnTo>
                    <a:pt x="8652" y="1420"/>
                  </a:lnTo>
                  <a:lnTo>
                    <a:pt x="962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h872"/>
            <p:cNvSpPr/>
            <p:nvPr/>
          </p:nvSpPr>
          <p:spPr>
            <a:xfrm>
              <a:off x="2409191" y="2858668"/>
              <a:ext cx="35836" cy="32214"/>
            </a:xfrm>
            <a:custGeom>
              <a:avLst/>
              <a:pathLst>
                <a:path w="35836" h="32214">
                  <a:moveTo>
                    <a:pt x="3406" y="2725"/>
                  </a:moveTo>
                  <a:lnTo>
                    <a:pt x="4060" y="6587"/>
                  </a:lnTo>
                  <a:lnTo>
                    <a:pt x="7720" y="7024"/>
                  </a:lnTo>
                  <a:lnTo>
                    <a:pt x="7241" y="4727"/>
                  </a:lnTo>
                  <a:lnTo>
                    <a:pt x="16180" y="7553"/>
                  </a:lnTo>
                  <a:lnTo>
                    <a:pt x="28121" y="13567"/>
                  </a:lnTo>
                  <a:lnTo>
                    <a:pt x="30577" y="12624"/>
                  </a:lnTo>
                  <a:lnTo>
                    <a:pt x="30550" y="15424"/>
                  </a:lnTo>
                  <a:lnTo>
                    <a:pt x="30263" y="20473"/>
                  </a:lnTo>
                  <a:lnTo>
                    <a:pt x="35836" y="22529"/>
                  </a:lnTo>
                  <a:lnTo>
                    <a:pt x="35602" y="26337"/>
                  </a:lnTo>
                  <a:lnTo>
                    <a:pt x="33264" y="25972"/>
                  </a:lnTo>
                  <a:lnTo>
                    <a:pt x="30012" y="29698"/>
                  </a:lnTo>
                  <a:lnTo>
                    <a:pt x="28791" y="29910"/>
                  </a:lnTo>
                  <a:lnTo>
                    <a:pt x="22629" y="26603"/>
                  </a:lnTo>
                  <a:lnTo>
                    <a:pt x="19017" y="25553"/>
                  </a:lnTo>
                  <a:lnTo>
                    <a:pt x="17837" y="26520"/>
                  </a:lnTo>
                  <a:lnTo>
                    <a:pt x="18400" y="30148"/>
                  </a:lnTo>
                  <a:lnTo>
                    <a:pt x="12733" y="32214"/>
                  </a:lnTo>
                  <a:lnTo>
                    <a:pt x="7084" y="24587"/>
                  </a:lnTo>
                  <a:lnTo>
                    <a:pt x="7339" y="22226"/>
                  </a:lnTo>
                  <a:lnTo>
                    <a:pt x="5932" y="20469"/>
                  </a:lnTo>
                  <a:lnTo>
                    <a:pt x="5204" y="17975"/>
                  </a:lnTo>
                  <a:lnTo>
                    <a:pt x="6397" y="13018"/>
                  </a:lnTo>
                  <a:lnTo>
                    <a:pt x="2990" y="8295"/>
                  </a:lnTo>
                  <a:lnTo>
                    <a:pt x="1013" y="3867"/>
                  </a:lnTo>
                  <a:lnTo>
                    <a:pt x="0" y="1744"/>
                  </a:lnTo>
                  <a:lnTo>
                    <a:pt x="63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h873"/>
            <p:cNvSpPr/>
            <p:nvPr/>
          </p:nvSpPr>
          <p:spPr>
            <a:xfrm>
              <a:off x="2543149" y="2997016"/>
              <a:ext cx="22939" cy="17758"/>
            </a:xfrm>
            <a:custGeom>
              <a:avLst/>
              <a:pathLst>
                <a:path w="22939" h="17758">
                  <a:moveTo>
                    <a:pt x="19702" y="0"/>
                  </a:moveTo>
                  <a:lnTo>
                    <a:pt x="20620" y="1002"/>
                  </a:lnTo>
                  <a:lnTo>
                    <a:pt x="21674" y="2128"/>
                  </a:lnTo>
                  <a:lnTo>
                    <a:pt x="22939" y="6000"/>
                  </a:lnTo>
                  <a:lnTo>
                    <a:pt x="22108" y="7528"/>
                  </a:lnTo>
                  <a:lnTo>
                    <a:pt x="21513" y="8359"/>
                  </a:lnTo>
                  <a:lnTo>
                    <a:pt x="17777" y="10145"/>
                  </a:lnTo>
                  <a:lnTo>
                    <a:pt x="11618" y="11921"/>
                  </a:lnTo>
                  <a:lnTo>
                    <a:pt x="6419" y="11929"/>
                  </a:lnTo>
                  <a:lnTo>
                    <a:pt x="2844" y="17758"/>
                  </a:lnTo>
                  <a:lnTo>
                    <a:pt x="0" y="16085"/>
                  </a:lnTo>
                  <a:lnTo>
                    <a:pt x="2780" y="11930"/>
                  </a:lnTo>
                  <a:lnTo>
                    <a:pt x="5640" y="9120"/>
                  </a:lnTo>
                  <a:lnTo>
                    <a:pt x="5006" y="4901"/>
                  </a:lnTo>
                  <a:lnTo>
                    <a:pt x="3830" y="4018"/>
                  </a:lnTo>
                  <a:lnTo>
                    <a:pt x="4844" y="1835"/>
                  </a:lnTo>
                  <a:lnTo>
                    <a:pt x="10466" y="36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h874"/>
            <p:cNvSpPr/>
            <p:nvPr/>
          </p:nvSpPr>
          <p:spPr>
            <a:xfrm>
              <a:off x="2535906" y="2903133"/>
              <a:ext cx="30724" cy="26850"/>
            </a:xfrm>
            <a:custGeom>
              <a:avLst/>
              <a:pathLst>
                <a:path w="30724" h="26850">
                  <a:moveTo>
                    <a:pt x="12638" y="0"/>
                  </a:moveTo>
                  <a:lnTo>
                    <a:pt x="15531" y="1341"/>
                  </a:lnTo>
                  <a:lnTo>
                    <a:pt x="12895" y="5557"/>
                  </a:lnTo>
                  <a:lnTo>
                    <a:pt x="9878" y="4294"/>
                  </a:lnTo>
                  <a:lnTo>
                    <a:pt x="10125" y="7213"/>
                  </a:lnTo>
                  <a:lnTo>
                    <a:pt x="12517" y="9528"/>
                  </a:lnTo>
                  <a:lnTo>
                    <a:pt x="15793" y="10980"/>
                  </a:lnTo>
                  <a:lnTo>
                    <a:pt x="13363" y="15473"/>
                  </a:lnTo>
                  <a:lnTo>
                    <a:pt x="15171" y="16698"/>
                  </a:lnTo>
                  <a:lnTo>
                    <a:pt x="20529" y="8623"/>
                  </a:lnTo>
                  <a:lnTo>
                    <a:pt x="23214" y="7662"/>
                  </a:lnTo>
                  <a:lnTo>
                    <a:pt x="24595" y="8702"/>
                  </a:lnTo>
                  <a:lnTo>
                    <a:pt x="25764" y="7548"/>
                  </a:lnTo>
                  <a:lnTo>
                    <a:pt x="30724" y="12794"/>
                  </a:lnTo>
                  <a:lnTo>
                    <a:pt x="29572" y="17677"/>
                  </a:lnTo>
                  <a:lnTo>
                    <a:pt x="27694" y="17442"/>
                  </a:lnTo>
                  <a:lnTo>
                    <a:pt x="26872" y="19085"/>
                  </a:lnTo>
                  <a:lnTo>
                    <a:pt x="28170" y="25741"/>
                  </a:lnTo>
                  <a:lnTo>
                    <a:pt x="25717" y="26850"/>
                  </a:lnTo>
                  <a:lnTo>
                    <a:pt x="23373" y="25526"/>
                  </a:lnTo>
                  <a:lnTo>
                    <a:pt x="23905" y="24430"/>
                  </a:lnTo>
                  <a:lnTo>
                    <a:pt x="20496" y="22093"/>
                  </a:lnTo>
                  <a:lnTo>
                    <a:pt x="14619" y="19775"/>
                  </a:lnTo>
                  <a:lnTo>
                    <a:pt x="12245" y="19192"/>
                  </a:lnTo>
                  <a:lnTo>
                    <a:pt x="10494" y="20740"/>
                  </a:lnTo>
                  <a:lnTo>
                    <a:pt x="9367" y="20348"/>
                  </a:lnTo>
                  <a:lnTo>
                    <a:pt x="10130" y="17911"/>
                  </a:lnTo>
                  <a:lnTo>
                    <a:pt x="12239" y="15666"/>
                  </a:lnTo>
                  <a:lnTo>
                    <a:pt x="11202" y="14622"/>
                  </a:lnTo>
                  <a:lnTo>
                    <a:pt x="9442" y="17774"/>
                  </a:lnTo>
                  <a:lnTo>
                    <a:pt x="8420" y="16695"/>
                  </a:lnTo>
                  <a:lnTo>
                    <a:pt x="7972" y="16500"/>
                  </a:lnTo>
                  <a:lnTo>
                    <a:pt x="0" y="12683"/>
                  </a:lnTo>
                  <a:lnTo>
                    <a:pt x="522" y="11016"/>
                  </a:lnTo>
                  <a:lnTo>
                    <a:pt x="1461" y="10511"/>
                  </a:lnTo>
                  <a:lnTo>
                    <a:pt x="3446" y="12595"/>
                  </a:lnTo>
                  <a:lnTo>
                    <a:pt x="5774" y="12865"/>
                  </a:lnTo>
                  <a:lnTo>
                    <a:pt x="6315" y="11996"/>
                  </a:lnTo>
                  <a:lnTo>
                    <a:pt x="6641" y="11172"/>
                  </a:lnTo>
                  <a:lnTo>
                    <a:pt x="4571" y="8178"/>
                  </a:lnTo>
                  <a:lnTo>
                    <a:pt x="5890" y="1216"/>
                  </a:lnTo>
                  <a:lnTo>
                    <a:pt x="8134" y="252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h875"/>
            <p:cNvSpPr/>
            <p:nvPr/>
          </p:nvSpPr>
          <p:spPr>
            <a:xfrm>
              <a:off x="2415955" y="2945005"/>
              <a:ext cx="26221" cy="35843"/>
            </a:xfrm>
            <a:custGeom>
              <a:avLst/>
              <a:pathLst>
                <a:path w="26221" h="35843">
                  <a:moveTo>
                    <a:pt x="3984" y="0"/>
                  </a:moveTo>
                  <a:lnTo>
                    <a:pt x="11497" y="714"/>
                  </a:lnTo>
                  <a:lnTo>
                    <a:pt x="16282" y="4804"/>
                  </a:lnTo>
                  <a:lnTo>
                    <a:pt x="16475" y="7073"/>
                  </a:lnTo>
                  <a:lnTo>
                    <a:pt x="18690" y="8242"/>
                  </a:lnTo>
                  <a:lnTo>
                    <a:pt x="22889" y="8472"/>
                  </a:lnTo>
                  <a:lnTo>
                    <a:pt x="23380" y="7617"/>
                  </a:lnTo>
                  <a:lnTo>
                    <a:pt x="26045" y="9091"/>
                  </a:lnTo>
                  <a:lnTo>
                    <a:pt x="24852" y="12399"/>
                  </a:lnTo>
                  <a:lnTo>
                    <a:pt x="26221" y="14486"/>
                  </a:lnTo>
                  <a:lnTo>
                    <a:pt x="25410" y="14452"/>
                  </a:lnTo>
                  <a:lnTo>
                    <a:pt x="23108" y="16490"/>
                  </a:lnTo>
                  <a:lnTo>
                    <a:pt x="23551" y="20599"/>
                  </a:lnTo>
                  <a:lnTo>
                    <a:pt x="25088" y="22161"/>
                  </a:lnTo>
                  <a:lnTo>
                    <a:pt x="24410" y="24726"/>
                  </a:lnTo>
                  <a:lnTo>
                    <a:pt x="18941" y="25391"/>
                  </a:lnTo>
                  <a:lnTo>
                    <a:pt x="18792" y="26557"/>
                  </a:lnTo>
                  <a:lnTo>
                    <a:pt x="19432" y="27653"/>
                  </a:lnTo>
                  <a:lnTo>
                    <a:pt x="20405" y="27359"/>
                  </a:lnTo>
                  <a:lnTo>
                    <a:pt x="20791" y="28678"/>
                  </a:lnTo>
                  <a:lnTo>
                    <a:pt x="20543" y="30123"/>
                  </a:lnTo>
                  <a:lnTo>
                    <a:pt x="19045" y="30832"/>
                  </a:lnTo>
                  <a:lnTo>
                    <a:pt x="14262" y="30366"/>
                  </a:lnTo>
                  <a:lnTo>
                    <a:pt x="14854" y="26796"/>
                  </a:lnTo>
                  <a:lnTo>
                    <a:pt x="13094" y="26683"/>
                  </a:lnTo>
                  <a:lnTo>
                    <a:pt x="9877" y="27921"/>
                  </a:lnTo>
                  <a:lnTo>
                    <a:pt x="8936" y="35429"/>
                  </a:lnTo>
                  <a:lnTo>
                    <a:pt x="8204" y="35843"/>
                  </a:lnTo>
                  <a:lnTo>
                    <a:pt x="7463" y="34012"/>
                  </a:lnTo>
                  <a:lnTo>
                    <a:pt x="4491" y="34260"/>
                  </a:lnTo>
                  <a:lnTo>
                    <a:pt x="2473" y="30117"/>
                  </a:lnTo>
                  <a:lnTo>
                    <a:pt x="2791" y="28628"/>
                  </a:lnTo>
                  <a:lnTo>
                    <a:pt x="1693" y="24694"/>
                  </a:lnTo>
                  <a:lnTo>
                    <a:pt x="2220" y="21634"/>
                  </a:lnTo>
                  <a:lnTo>
                    <a:pt x="5365" y="16262"/>
                  </a:lnTo>
                  <a:lnTo>
                    <a:pt x="9708" y="14883"/>
                  </a:lnTo>
                  <a:lnTo>
                    <a:pt x="8773" y="12771"/>
                  </a:lnTo>
                  <a:lnTo>
                    <a:pt x="0" y="6823"/>
                  </a:lnTo>
                  <a:lnTo>
                    <a:pt x="789" y="149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h876"/>
            <p:cNvSpPr/>
            <p:nvPr/>
          </p:nvSpPr>
          <p:spPr>
            <a:xfrm>
              <a:off x="2498688" y="2917297"/>
              <a:ext cx="8727" cy="14642"/>
            </a:xfrm>
            <a:custGeom>
              <a:avLst/>
              <a:pathLst>
                <a:path w="8727" h="14642">
                  <a:moveTo>
                    <a:pt x="6903" y="0"/>
                  </a:moveTo>
                  <a:lnTo>
                    <a:pt x="7912" y="1645"/>
                  </a:lnTo>
                  <a:lnTo>
                    <a:pt x="8727" y="4853"/>
                  </a:lnTo>
                  <a:lnTo>
                    <a:pt x="7180" y="4653"/>
                  </a:lnTo>
                  <a:lnTo>
                    <a:pt x="5451" y="5379"/>
                  </a:lnTo>
                  <a:lnTo>
                    <a:pt x="4664" y="7874"/>
                  </a:lnTo>
                  <a:lnTo>
                    <a:pt x="5494" y="8926"/>
                  </a:lnTo>
                  <a:lnTo>
                    <a:pt x="6910" y="8578"/>
                  </a:lnTo>
                  <a:lnTo>
                    <a:pt x="5929" y="12532"/>
                  </a:lnTo>
                  <a:lnTo>
                    <a:pt x="1995" y="14642"/>
                  </a:lnTo>
                  <a:lnTo>
                    <a:pt x="1816" y="10865"/>
                  </a:lnTo>
                  <a:lnTo>
                    <a:pt x="2790" y="4687"/>
                  </a:lnTo>
                  <a:lnTo>
                    <a:pt x="1091" y="4367"/>
                  </a:lnTo>
                  <a:lnTo>
                    <a:pt x="609" y="6175"/>
                  </a:lnTo>
                  <a:lnTo>
                    <a:pt x="0" y="2303"/>
                  </a:lnTo>
                  <a:lnTo>
                    <a:pt x="3853" y="5258"/>
                  </a:lnTo>
                  <a:lnTo>
                    <a:pt x="5001" y="5420"/>
                  </a:lnTo>
                  <a:lnTo>
                    <a:pt x="5721" y="16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h877"/>
            <p:cNvSpPr/>
            <p:nvPr/>
          </p:nvSpPr>
          <p:spPr>
            <a:xfrm>
              <a:off x="2354797" y="3034397"/>
              <a:ext cx="55080" cy="24564"/>
            </a:xfrm>
            <a:custGeom>
              <a:avLst/>
              <a:pathLst>
                <a:path w="55080" h="24564">
                  <a:moveTo>
                    <a:pt x="23705" y="554"/>
                  </a:moveTo>
                  <a:lnTo>
                    <a:pt x="34941" y="0"/>
                  </a:lnTo>
                  <a:lnTo>
                    <a:pt x="39667" y="1006"/>
                  </a:lnTo>
                  <a:lnTo>
                    <a:pt x="41098" y="1723"/>
                  </a:lnTo>
                  <a:lnTo>
                    <a:pt x="42536" y="6321"/>
                  </a:lnTo>
                  <a:lnTo>
                    <a:pt x="42905" y="7875"/>
                  </a:lnTo>
                  <a:lnTo>
                    <a:pt x="42284" y="11476"/>
                  </a:lnTo>
                  <a:lnTo>
                    <a:pt x="48013" y="15246"/>
                  </a:lnTo>
                  <a:lnTo>
                    <a:pt x="54860" y="15291"/>
                  </a:lnTo>
                  <a:lnTo>
                    <a:pt x="55080" y="16827"/>
                  </a:lnTo>
                  <a:lnTo>
                    <a:pt x="53832" y="19632"/>
                  </a:lnTo>
                  <a:lnTo>
                    <a:pt x="51709" y="21615"/>
                  </a:lnTo>
                  <a:lnTo>
                    <a:pt x="53173" y="22998"/>
                  </a:lnTo>
                  <a:lnTo>
                    <a:pt x="47897" y="24564"/>
                  </a:lnTo>
                  <a:lnTo>
                    <a:pt x="47865" y="23183"/>
                  </a:lnTo>
                  <a:lnTo>
                    <a:pt x="46585" y="21561"/>
                  </a:lnTo>
                  <a:lnTo>
                    <a:pt x="42214" y="18342"/>
                  </a:lnTo>
                  <a:lnTo>
                    <a:pt x="41697" y="17307"/>
                  </a:lnTo>
                  <a:lnTo>
                    <a:pt x="42500" y="15658"/>
                  </a:lnTo>
                  <a:lnTo>
                    <a:pt x="40037" y="14403"/>
                  </a:lnTo>
                  <a:lnTo>
                    <a:pt x="30645" y="17749"/>
                  </a:lnTo>
                  <a:lnTo>
                    <a:pt x="26297" y="17980"/>
                  </a:lnTo>
                  <a:lnTo>
                    <a:pt x="20638" y="16798"/>
                  </a:lnTo>
                  <a:lnTo>
                    <a:pt x="18417" y="16977"/>
                  </a:lnTo>
                  <a:lnTo>
                    <a:pt x="16012" y="19837"/>
                  </a:lnTo>
                  <a:lnTo>
                    <a:pt x="12743" y="21080"/>
                  </a:lnTo>
                  <a:lnTo>
                    <a:pt x="9956" y="20706"/>
                  </a:lnTo>
                  <a:lnTo>
                    <a:pt x="6772" y="24104"/>
                  </a:lnTo>
                  <a:lnTo>
                    <a:pt x="1681" y="21781"/>
                  </a:lnTo>
                  <a:lnTo>
                    <a:pt x="0" y="18318"/>
                  </a:lnTo>
                  <a:lnTo>
                    <a:pt x="1096" y="13804"/>
                  </a:lnTo>
                  <a:lnTo>
                    <a:pt x="4662" y="11929"/>
                  </a:lnTo>
                  <a:lnTo>
                    <a:pt x="5735" y="6077"/>
                  </a:lnTo>
                  <a:lnTo>
                    <a:pt x="7418" y="4520"/>
                  </a:lnTo>
                  <a:lnTo>
                    <a:pt x="7466" y="3549"/>
                  </a:lnTo>
                  <a:lnTo>
                    <a:pt x="12574" y="4032"/>
                  </a:lnTo>
                  <a:lnTo>
                    <a:pt x="18014" y="281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h878"/>
            <p:cNvSpPr/>
            <p:nvPr/>
          </p:nvSpPr>
          <p:spPr>
            <a:xfrm>
              <a:off x="2398870" y="2970444"/>
              <a:ext cx="21775" cy="18434"/>
            </a:xfrm>
            <a:custGeom>
              <a:avLst/>
              <a:pathLst>
                <a:path w="21775" h="18434">
                  <a:moveTo>
                    <a:pt x="19557" y="4678"/>
                  </a:moveTo>
                  <a:lnTo>
                    <a:pt x="21576" y="8821"/>
                  </a:lnTo>
                  <a:lnTo>
                    <a:pt x="21775" y="10780"/>
                  </a:lnTo>
                  <a:lnTo>
                    <a:pt x="20808" y="12162"/>
                  </a:lnTo>
                  <a:lnTo>
                    <a:pt x="20219" y="15266"/>
                  </a:lnTo>
                  <a:lnTo>
                    <a:pt x="18655" y="16408"/>
                  </a:lnTo>
                  <a:lnTo>
                    <a:pt x="13892" y="17417"/>
                  </a:lnTo>
                  <a:lnTo>
                    <a:pt x="4445" y="18434"/>
                  </a:lnTo>
                  <a:lnTo>
                    <a:pt x="3367" y="13974"/>
                  </a:lnTo>
                  <a:lnTo>
                    <a:pt x="2296" y="12599"/>
                  </a:lnTo>
                  <a:lnTo>
                    <a:pt x="0" y="11990"/>
                  </a:lnTo>
                  <a:lnTo>
                    <a:pt x="1553" y="11101"/>
                  </a:lnTo>
                  <a:lnTo>
                    <a:pt x="4156" y="3254"/>
                  </a:lnTo>
                  <a:lnTo>
                    <a:pt x="4717" y="1294"/>
                  </a:lnTo>
                  <a:lnTo>
                    <a:pt x="6778" y="2019"/>
                  </a:lnTo>
                  <a:lnTo>
                    <a:pt x="9049" y="4230"/>
                  </a:lnTo>
                  <a:lnTo>
                    <a:pt x="9932" y="2297"/>
                  </a:lnTo>
                  <a:lnTo>
                    <a:pt x="123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h879"/>
            <p:cNvSpPr/>
            <p:nvPr/>
          </p:nvSpPr>
          <p:spPr>
            <a:xfrm>
              <a:off x="2499272" y="2900600"/>
              <a:ext cx="25176" cy="21571"/>
            </a:xfrm>
            <a:custGeom>
              <a:avLst/>
              <a:pathLst>
                <a:path w="25176" h="21571">
                  <a:moveTo>
                    <a:pt x="22850" y="2554"/>
                  </a:moveTo>
                  <a:lnTo>
                    <a:pt x="19384" y="4691"/>
                  </a:lnTo>
                  <a:lnTo>
                    <a:pt x="20845" y="8913"/>
                  </a:lnTo>
                  <a:lnTo>
                    <a:pt x="25176" y="11169"/>
                  </a:lnTo>
                  <a:lnTo>
                    <a:pt x="22954" y="13602"/>
                  </a:lnTo>
                  <a:lnTo>
                    <a:pt x="19043" y="14808"/>
                  </a:lnTo>
                  <a:lnTo>
                    <a:pt x="19888" y="15723"/>
                  </a:lnTo>
                  <a:lnTo>
                    <a:pt x="24686" y="17176"/>
                  </a:lnTo>
                  <a:lnTo>
                    <a:pt x="24525" y="20174"/>
                  </a:lnTo>
                  <a:lnTo>
                    <a:pt x="23263" y="21571"/>
                  </a:lnTo>
                  <a:lnTo>
                    <a:pt x="18063" y="20841"/>
                  </a:lnTo>
                  <a:lnTo>
                    <a:pt x="17778" y="18198"/>
                  </a:lnTo>
                  <a:lnTo>
                    <a:pt x="12371" y="18976"/>
                  </a:lnTo>
                  <a:lnTo>
                    <a:pt x="12875" y="17349"/>
                  </a:lnTo>
                  <a:lnTo>
                    <a:pt x="10759" y="16928"/>
                  </a:lnTo>
                  <a:lnTo>
                    <a:pt x="7328" y="18342"/>
                  </a:lnTo>
                  <a:lnTo>
                    <a:pt x="6319" y="16696"/>
                  </a:lnTo>
                  <a:lnTo>
                    <a:pt x="5673" y="13127"/>
                  </a:lnTo>
                  <a:lnTo>
                    <a:pt x="1534" y="13496"/>
                  </a:lnTo>
                  <a:lnTo>
                    <a:pt x="0" y="11290"/>
                  </a:lnTo>
                  <a:lnTo>
                    <a:pt x="2135" y="5912"/>
                  </a:lnTo>
                  <a:lnTo>
                    <a:pt x="4675" y="5713"/>
                  </a:lnTo>
                  <a:lnTo>
                    <a:pt x="5677" y="6638"/>
                  </a:lnTo>
                  <a:lnTo>
                    <a:pt x="5611" y="9466"/>
                  </a:lnTo>
                  <a:lnTo>
                    <a:pt x="7972" y="9712"/>
                  </a:lnTo>
                  <a:lnTo>
                    <a:pt x="8798" y="142"/>
                  </a:lnTo>
                  <a:lnTo>
                    <a:pt x="10115" y="2258"/>
                  </a:lnTo>
                  <a:lnTo>
                    <a:pt x="11606" y="658"/>
                  </a:lnTo>
                  <a:lnTo>
                    <a:pt x="12779" y="1527"/>
                  </a:lnTo>
                  <a:lnTo>
                    <a:pt x="13513" y="3293"/>
                  </a:lnTo>
                  <a:lnTo>
                    <a:pt x="13403" y="5709"/>
                  </a:lnTo>
                  <a:lnTo>
                    <a:pt x="15175" y="7373"/>
                  </a:lnTo>
                  <a:lnTo>
                    <a:pt x="17913" y="8392"/>
                  </a:lnTo>
                  <a:lnTo>
                    <a:pt x="18447" y="3335"/>
                  </a:lnTo>
                  <a:lnTo>
                    <a:pt x="2247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h880"/>
            <p:cNvSpPr/>
            <p:nvPr/>
          </p:nvSpPr>
          <p:spPr>
            <a:xfrm>
              <a:off x="2418459" y="2922423"/>
              <a:ext cx="26427" cy="31054"/>
            </a:xfrm>
            <a:custGeom>
              <a:avLst/>
              <a:pathLst>
                <a:path w="26427" h="31054">
                  <a:moveTo>
                    <a:pt x="11597" y="7389"/>
                  </a:moveTo>
                  <a:lnTo>
                    <a:pt x="9869" y="10051"/>
                  </a:lnTo>
                  <a:lnTo>
                    <a:pt x="14209" y="14218"/>
                  </a:lnTo>
                  <a:lnTo>
                    <a:pt x="20034" y="11688"/>
                  </a:lnTo>
                  <a:lnTo>
                    <a:pt x="23852" y="7345"/>
                  </a:lnTo>
                  <a:lnTo>
                    <a:pt x="26427" y="8191"/>
                  </a:lnTo>
                  <a:lnTo>
                    <a:pt x="26402" y="9688"/>
                  </a:lnTo>
                  <a:lnTo>
                    <a:pt x="25531" y="8818"/>
                  </a:lnTo>
                  <a:lnTo>
                    <a:pt x="24583" y="9533"/>
                  </a:lnTo>
                  <a:lnTo>
                    <a:pt x="21885" y="13146"/>
                  </a:lnTo>
                  <a:lnTo>
                    <a:pt x="19589" y="19509"/>
                  </a:lnTo>
                  <a:lnTo>
                    <a:pt x="22418" y="21121"/>
                  </a:lnTo>
                  <a:lnTo>
                    <a:pt x="21179" y="22419"/>
                  </a:lnTo>
                  <a:lnTo>
                    <a:pt x="21648" y="25760"/>
                  </a:lnTo>
                  <a:lnTo>
                    <a:pt x="22713" y="26608"/>
                  </a:lnTo>
                  <a:lnTo>
                    <a:pt x="23935" y="24425"/>
                  </a:lnTo>
                  <a:lnTo>
                    <a:pt x="24929" y="24852"/>
                  </a:lnTo>
                  <a:lnTo>
                    <a:pt x="22907" y="29854"/>
                  </a:lnTo>
                  <a:lnTo>
                    <a:pt x="20876" y="30199"/>
                  </a:lnTo>
                  <a:lnTo>
                    <a:pt x="20385" y="31054"/>
                  </a:lnTo>
                  <a:lnTo>
                    <a:pt x="16186" y="30824"/>
                  </a:lnTo>
                  <a:lnTo>
                    <a:pt x="13971" y="29655"/>
                  </a:lnTo>
                  <a:lnTo>
                    <a:pt x="13778" y="27386"/>
                  </a:lnTo>
                  <a:lnTo>
                    <a:pt x="8993" y="23296"/>
                  </a:lnTo>
                  <a:lnTo>
                    <a:pt x="1480" y="22582"/>
                  </a:lnTo>
                  <a:lnTo>
                    <a:pt x="0" y="21832"/>
                  </a:lnTo>
                  <a:lnTo>
                    <a:pt x="340" y="17771"/>
                  </a:lnTo>
                  <a:lnTo>
                    <a:pt x="5235" y="12407"/>
                  </a:lnTo>
                  <a:lnTo>
                    <a:pt x="2142" y="8998"/>
                  </a:lnTo>
                  <a:lnTo>
                    <a:pt x="687" y="5946"/>
                  </a:lnTo>
                  <a:lnTo>
                    <a:pt x="664" y="2367"/>
                  </a:lnTo>
                  <a:lnTo>
                    <a:pt x="2783" y="1780"/>
                  </a:lnTo>
                  <a:lnTo>
                    <a:pt x="3637" y="282"/>
                  </a:lnTo>
                  <a:lnTo>
                    <a:pt x="45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h881"/>
            <p:cNvSpPr/>
            <p:nvPr/>
          </p:nvSpPr>
          <p:spPr>
            <a:xfrm>
              <a:off x="2526623" y="2901260"/>
              <a:ext cx="15923" cy="20065"/>
            </a:xfrm>
            <a:custGeom>
              <a:avLst/>
              <a:pathLst>
                <a:path w="15923" h="20065">
                  <a:moveTo>
                    <a:pt x="15173" y="3089"/>
                  </a:moveTo>
                  <a:lnTo>
                    <a:pt x="13853" y="10050"/>
                  </a:lnTo>
                  <a:lnTo>
                    <a:pt x="15923" y="13045"/>
                  </a:lnTo>
                  <a:lnTo>
                    <a:pt x="15597" y="13868"/>
                  </a:lnTo>
                  <a:lnTo>
                    <a:pt x="15056" y="14738"/>
                  </a:lnTo>
                  <a:lnTo>
                    <a:pt x="12729" y="14468"/>
                  </a:lnTo>
                  <a:lnTo>
                    <a:pt x="10744" y="12383"/>
                  </a:lnTo>
                  <a:lnTo>
                    <a:pt x="9804" y="12888"/>
                  </a:lnTo>
                  <a:lnTo>
                    <a:pt x="9282" y="14555"/>
                  </a:lnTo>
                  <a:lnTo>
                    <a:pt x="8061" y="17218"/>
                  </a:lnTo>
                  <a:lnTo>
                    <a:pt x="5806" y="16697"/>
                  </a:lnTo>
                  <a:lnTo>
                    <a:pt x="4884" y="20065"/>
                  </a:lnTo>
                  <a:lnTo>
                    <a:pt x="4153" y="19833"/>
                  </a:lnTo>
                  <a:lnTo>
                    <a:pt x="1231" y="17608"/>
                  </a:lnTo>
                  <a:lnTo>
                    <a:pt x="0" y="12567"/>
                  </a:lnTo>
                  <a:lnTo>
                    <a:pt x="620" y="11032"/>
                  </a:lnTo>
                  <a:lnTo>
                    <a:pt x="2531" y="6276"/>
                  </a:lnTo>
                  <a:lnTo>
                    <a:pt x="3816" y="6732"/>
                  </a:lnTo>
                  <a:lnTo>
                    <a:pt x="4962" y="6017"/>
                  </a:lnTo>
                  <a:lnTo>
                    <a:pt x="5006" y="3823"/>
                  </a:lnTo>
                  <a:lnTo>
                    <a:pt x="3998" y="2252"/>
                  </a:lnTo>
                  <a:lnTo>
                    <a:pt x="881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h882"/>
            <p:cNvSpPr/>
            <p:nvPr/>
          </p:nvSpPr>
          <p:spPr>
            <a:xfrm>
              <a:off x="2438048" y="2926129"/>
              <a:ext cx="24327" cy="22903"/>
            </a:xfrm>
            <a:custGeom>
              <a:avLst/>
              <a:pathLst>
                <a:path w="24327" h="22903">
                  <a:moveTo>
                    <a:pt x="11701" y="1215"/>
                  </a:moveTo>
                  <a:lnTo>
                    <a:pt x="10979" y="4639"/>
                  </a:lnTo>
                  <a:lnTo>
                    <a:pt x="13395" y="7632"/>
                  </a:lnTo>
                  <a:lnTo>
                    <a:pt x="18737" y="10687"/>
                  </a:lnTo>
                  <a:lnTo>
                    <a:pt x="19768" y="6855"/>
                  </a:lnTo>
                  <a:lnTo>
                    <a:pt x="24327" y="9910"/>
                  </a:lnTo>
                  <a:lnTo>
                    <a:pt x="24264" y="13824"/>
                  </a:lnTo>
                  <a:lnTo>
                    <a:pt x="22418" y="14006"/>
                  </a:lnTo>
                  <a:lnTo>
                    <a:pt x="21105" y="15183"/>
                  </a:lnTo>
                  <a:lnTo>
                    <a:pt x="18928" y="20808"/>
                  </a:lnTo>
                  <a:lnTo>
                    <a:pt x="13890" y="22872"/>
                  </a:lnTo>
                  <a:lnTo>
                    <a:pt x="6044" y="22282"/>
                  </a:lnTo>
                  <a:lnTo>
                    <a:pt x="5339" y="21146"/>
                  </a:lnTo>
                  <a:lnTo>
                    <a:pt x="4345" y="20720"/>
                  </a:lnTo>
                  <a:lnTo>
                    <a:pt x="3124" y="22903"/>
                  </a:lnTo>
                  <a:lnTo>
                    <a:pt x="2058" y="22055"/>
                  </a:lnTo>
                  <a:lnTo>
                    <a:pt x="1590" y="18714"/>
                  </a:lnTo>
                  <a:lnTo>
                    <a:pt x="2828" y="17416"/>
                  </a:lnTo>
                  <a:lnTo>
                    <a:pt x="0" y="15803"/>
                  </a:lnTo>
                  <a:lnTo>
                    <a:pt x="2295" y="9440"/>
                  </a:lnTo>
                  <a:lnTo>
                    <a:pt x="4994" y="5828"/>
                  </a:lnTo>
                  <a:lnTo>
                    <a:pt x="5942" y="5113"/>
                  </a:lnTo>
                  <a:lnTo>
                    <a:pt x="6812" y="5983"/>
                  </a:lnTo>
                  <a:lnTo>
                    <a:pt x="6837" y="4486"/>
                  </a:lnTo>
                  <a:lnTo>
                    <a:pt x="4262" y="3639"/>
                  </a:lnTo>
                  <a:lnTo>
                    <a:pt x="4807" y="1833"/>
                  </a:lnTo>
                  <a:lnTo>
                    <a:pt x="6323" y="1222"/>
                  </a:lnTo>
                  <a:lnTo>
                    <a:pt x="8762" y="1580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h883"/>
            <p:cNvSpPr/>
            <p:nvPr/>
          </p:nvSpPr>
          <p:spPr>
            <a:xfrm>
              <a:off x="2535970" y="2978077"/>
              <a:ext cx="5589" cy="5175"/>
            </a:xfrm>
            <a:custGeom>
              <a:avLst/>
              <a:pathLst>
                <a:path w="5589" h="5175">
                  <a:moveTo>
                    <a:pt x="2373" y="322"/>
                  </a:moveTo>
                  <a:lnTo>
                    <a:pt x="5239" y="2920"/>
                  </a:lnTo>
                  <a:lnTo>
                    <a:pt x="5589" y="4362"/>
                  </a:lnTo>
                  <a:lnTo>
                    <a:pt x="4309" y="5175"/>
                  </a:lnTo>
                  <a:lnTo>
                    <a:pt x="0" y="3437"/>
                  </a:lnTo>
                  <a:lnTo>
                    <a:pt x="10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h884"/>
            <p:cNvSpPr/>
            <p:nvPr/>
          </p:nvSpPr>
          <p:spPr>
            <a:xfrm>
              <a:off x="2507668" y="2929307"/>
              <a:ext cx="5625" cy="8866"/>
            </a:xfrm>
            <a:custGeom>
              <a:avLst/>
              <a:pathLst>
                <a:path w="5625" h="8866">
                  <a:moveTo>
                    <a:pt x="5625" y="749"/>
                  </a:moveTo>
                  <a:lnTo>
                    <a:pt x="4008" y="8866"/>
                  </a:lnTo>
                  <a:lnTo>
                    <a:pt x="661" y="8772"/>
                  </a:lnTo>
                  <a:lnTo>
                    <a:pt x="0" y="8528"/>
                  </a:lnTo>
                  <a:lnTo>
                    <a:pt x="100" y="1771"/>
                  </a:lnTo>
                  <a:lnTo>
                    <a:pt x="1831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h885"/>
            <p:cNvSpPr/>
            <p:nvPr/>
          </p:nvSpPr>
          <p:spPr>
            <a:xfrm>
              <a:off x="2466149" y="2971770"/>
              <a:ext cx="20950" cy="12983"/>
            </a:xfrm>
            <a:custGeom>
              <a:avLst/>
              <a:pathLst>
                <a:path w="20950" h="12983">
                  <a:moveTo>
                    <a:pt x="11571" y="1110"/>
                  </a:moveTo>
                  <a:lnTo>
                    <a:pt x="13005" y="797"/>
                  </a:lnTo>
                  <a:lnTo>
                    <a:pt x="15898" y="1039"/>
                  </a:lnTo>
                  <a:lnTo>
                    <a:pt x="16635" y="1799"/>
                  </a:lnTo>
                  <a:lnTo>
                    <a:pt x="17622" y="8420"/>
                  </a:lnTo>
                  <a:lnTo>
                    <a:pt x="19680" y="9396"/>
                  </a:lnTo>
                  <a:lnTo>
                    <a:pt x="19914" y="9387"/>
                  </a:lnTo>
                  <a:lnTo>
                    <a:pt x="20683" y="9999"/>
                  </a:lnTo>
                  <a:lnTo>
                    <a:pt x="20950" y="10998"/>
                  </a:lnTo>
                  <a:lnTo>
                    <a:pt x="10223" y="12983"/>
                  </a:lnTo>
                  <a:lnTo>
                    <a:pt x="9451" y="8947"/>
                  </a:lnTo>
                  <a:lnTo>
                    <a:pt x="5576" y="9924"/>
                  </a:lnTo>
                  <a:lnTo>
                    <a:pt x="1979" y="7932"/>
                  </a:lnTo>
                  <a:lnTo>
                    <a:pt x="224" y="7946"/>
                  </a:lnTo>
                  <a:lnTo>
                    <a:pt x="0" y="3596"/>
                  </a:lnTo>
                  <a:lnTo>
                    <a:pt x="7066" y="569"/>
                  </a:lnTo>
                  <a:lnTo>
                    <a:pt x="1022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h886"/>
            <p:cNvSpPr/>
            <p:nvPr/>
          </p:nvSpPr>
          <p:spPr>
            <a:xfrm>
              <a:off x="2525299" y="2987307"/>
              <a:ext cx="16288" cy="17667"/>
            </a:xfrm>
            <a:custGeom>
              <a:avLst/>
              <a:pathLst>
                <a:path w="16288" h="17667">
                  <a:moveTo>
                    <a:pt x="5940" y="1780"/>
                  </a:moveTo>
                  <a:lnTo>
                    <a:pt x="6758" y="3603"/>
                  </a:lnTo>
                  <a:lnTo>
                    <a:pt x="13947" y="6880"/>
                  </a:lnTo>
                  <a:lnTo>
                    <a:pt x="14579" y="5611"/>
                  </a:lnTo>
                  <a:lnTo>
                    <a:pt x="16288" y="11808"/>
                  </a:lnTo>
                  <a:lnTo>
                    <a:pt x="15498" y="11817"/>
                  </a:lnTo>
                  <a:lnTo>
                    <a:pt x="15496" y="15667"/>
                  </a:lnTo>
                  <a:lnTo>
                    <a:pt x="13330" y="17667"/>
                  </a:lnTo>
                  <a:lnTo>
                    <a:pt x="12357" y="17507"/>
                  </a:lnTo>
                  <a:lnTo>
                    <a:pt x="8656" y="16027"/>
                  </a:lnTo>
                  <a:lnTo>
                    <a:pt x="7054" y="13565"/>
                  </a:lnTo>
                  <a:lnTo>
                    <a:pt x="2439" y="13560"/>
                  </a:lnTo>
                  <a:lnTo>
                    <a:pt x="0" y="11924"/>
                  </a:lnTo>
                  <a:lnTo>
                    <a:pt x="1474" y="10533"/>
                  </a:lnTo>
                  <a:lnTo>
                    <a:pt x="2182" y="8323"/>
                  </a:lnTo>
                  <a:lnTo>
                    <a:pt x="2312" y="6162"/>
                  </a:lnTo>
                  <a:lnTo>
                    <a:pt x="1245" y="3624"/>
                  </a:lnTo>
                  <a:lnTo>
                    <a:pt x="1090" y="1176"/>
                  </a:lnTo>
                  <a:lnTo>
                    <a:pt x="247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h887"/>
            <p:cNvSpPr/>
            <p:nvPr/>
          </p:nvSpPr>
          <p:spPr>
            <a:xfrm>
              <a:off x="2545784" y="2904474"/>
              <a:ext cx="15885" cy="15357"/>
            </a:xfrm>
            <a:custGeom>
              <a:avLst/>
              <a:pathLst>
                <a:path w="15885" h="15357">
                  <a:moveTo>
                    <a:pt x="7538" y="1287"/>
                  </a:moveTo>
                  <a:lnTo>
                    <a:pt x="10774" y="1180"/>
                  </a:lnTo>
                  <a:lnTo>
                    <a:pt x="9307" y="3829"/>
                  </a:lnTo>
                  <a:lnTo>
                    <a:pt x="11661" y="6028"/>
                  </a:lnTo>
                  <a:lnTo>
                    <a:pt x="12184" y="5596"/>
                  </a:lnTo>
                  <a:lnTo>
                    <a:pt x="11880" y="3736"/>
                  </a:lnTo>
                  <a:lnTo>
                    <a:pt x="13465" y="3403"/>
                  </a:lnTo>
                  <a:lnTo>
                    <a:pt x="15885" y="6206"/>
                  </a:lnTo>
                  <a:lnTo>
                    <a:pt x="14717" y="7361"/>
                  </a:lnTo>
                  <a:lnTo>
                    <a:pt x="13335" y="6320"/>
                  </a:lnTo>
                  <a:lnTo>
                    <a:pt x="10651" y="7282"/>
                  </a:lnTo>
                  <a:lnTo>
                    <a:pt x="5293" y="15357"/>
                  </a:lnTo>
                  <a:lnTo>
                    <a:pt x="3485" y="14131"/>
                  </a:lnTo>
                  <a:lnTo>
                    <a:pt x="5915" y="9638"/>
                  </a:lnTo>
                  <a:lnTo>
                    <a:pt x="2638" y="8186"/>
                  </a:lnTo>
                  <a:lnTo>
                    <a:pt x="247" y="5871"/>
                  </a:lnTo>
                  <a:lnTo>
                    <a:pt x="0" y="2952"/>
                  </a:lnTo>
                  <a:lnTo>
                    <a:pt x="3017" y="4215"/>
                  </a:lnTo>
                  <a:lnTo>
                    <a:pt x="565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h888"/>
            <p:cNvSpPr/>
            <p:nvPr/>
          </p:nvSpPr>
          <p:spPr>
            <a:xfrm>
              <a:off x="2461826" y="2980717"/>
              <a:ext cx="26253" cy="18175"/>
            </a:xfrm>
            <a:custGeom>
              <a:avLst/>
              <a:pathLst>
                <a:path w="26253" h="18175">
                  <a:moveTo>
                    <a:pt x="14546" y="4036"/>
                  </a:moveTo>
                  <a:lnTo>
                    <a:pt x="25273" y="2051"/>
                  </a:lnTo>
                  <a:lnTo>
                    <a:pt x="26035" y="2976"/>
                  </a:lnTo>
                  <a:lnTo>
                    <a:pt x="21877" y="4427"/>
                  </a:lnTo>
                  <a:lnTo>
                    <a:pt x="10917" y="6109"/>
                  </a:lnTo>
                  <a:lnTo>
                    <a:pt x="9689" y="7708"/>
                  </a:lnTo>
                  <a:lnTo>
                    <a:pt x="9110" y="10439"/>
                  </a:lnTo>
                  <a:lnTo>
                    <a:pt x="14568" y="10710"/>
                  </a:lnTo>
                  <a:lnTo>
                    <a:pt x="26253" y="13215"/>
                  </a:lnTo>
                  <a:lnTo>
                    <a:pt x="23048" y="14614"/>
                  </a:lnTo>
                  <a:lnTo>
                    <a:pt x="10792" y="16206"/>
                  </a:lnTo>
                  <a:lnTo>
                    <a:pt x="9975" y="15643"/>
                  </a:lnTo>
                  <a:lnTo>
                    <a:pt x="6453" y="18175"/>
                  </a:lnTo>
                  <a:lnTo>
                    <a:pt x="6468" y="18024"/>
                  </a:lnTo>
                  <a:lnTo>
                    <a:pt x="5664" y="10667"/>
                  </a:lnTo>
                  <a:lnTo>
                    <a:pt x="6491" y="8097"/>
                  </a:lnTo>
                  <a:lnTo>
                    <a:pt x="2549" y="6586"/>
                  </a:lnTo>
                  <a:lnTo>
                    <a:pt x="61" y="5683"/>
                  </a:lnTo>
                  <a:lnTo>
                    <a:pt x="0" y="3634"/>
                  </a:lnTo>
                  <a:lnTo>
                    <a:pt x="2616" y="1958"/>
                  </a:lnTo>
                  <a:lnTo>
                    <a:pt x="2483" y="1110"/>
                  </a:lnTo>
                  <a:lnTo>
                    <a:pt x="6752" y="2032"/>
                  </a:lnTo>
                  <a:lnTo>
                    <a:pt x="6076" y="3945"/>
                  </a:lnTo>
                  <a:lnTo>
                    <a:pt x="6570" y="6350"/>
                  </a:lnTo>
                  <a:lnTo>
                    <a:pt x="9606" y="6486"/>
                  </a:lnTo>
                  <a:lnTo>
                    <a:pt x="12206" y="4175"/>
                  </a:lnTo>
                  <a:lnTo>
                    <a:pt x="12115" y="2835"/>
                  </a:lnTo>
                  <a:lnTo>
                    <a:pt x="9898" y="977"/>
                  </a:lnTo>
                  <a:lnTo>
                    <a:pt x="1377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h889"/>
            <p:cNvSpPr/>
            <p:nvPr/>
          </p:nvSpPr>
          <p:spPr>
            <a:xfrm>
              <a:off x="2475249" y="2944939"/>
              <a:ext cx="23321" cy="14654"/>
            </a:xfrm>
            <a:custGeom>
              <a:avLst/>
              <a:pathLst>
                <a:path w="23321" h="14654">
                  <a:moveTo>
                    <a:pt x="16495" y="626"/>
                  </a:moveTo>
                  <a:lnTo>
                    <a:pt x="18611" y="2017"/>
                  </a:lnTo>
                  <a:lnTo>
                    <a:pt x="22468" y="4469"/>
                  </a:lnTo>
                  <a:lnTo>
                    <a:pt x="23321" y="7555"/>
                  </a:lnTo>
                  <a:lnTo>
                    <a:pt x="21678" y="12851"/>
                  </a:lnTo>
                  <a:lnTo>
                    <a:pt x="19751" y="14654"/>
                  </a:lnTo>
                  <a:lnTo>
                    <a:pt x="19239" y="13700"/>
                  </a:lnTo>
                  <a:lnTo>
                    <a:pt x="15119" y="11567"/>
                  </a:lnTo>
                  <a:lnTo>
                    <a:pt x="5974" y="12686"/>
                  </a:lnTo>
                  <a:lnTo>
                    <a:pt x="3990" y="14124"/>
                  </a:lnTo>
                  <a:lnTo>
                    <a:pt x="2074" y="14125"/>
                  </a:lnTo>
                  <a:lnTo>
                    <a:pt x="0" y="12886"/>
                  </a:lnTo>
                  <a:lnTo>
                    <a:pt x="563" y="10729"/>
                  </a:lnTo>
                  <a:lnTo>
                    <a:pt x="2599" y="11862"/>
                  </a:lnTo>
                  <a:lnTo>
                    <a:pt x="4201" y="11174"/>
                  </a:lnTo>
                  <a:lnTo>
                    <a:pt x="5659" y="7193"/>
                  </a:lnTo>
                  <a:lnTo>
                    <a:pt x="10456" y="2417"/>
                  </a:lnTo>
                  <a:lnTo>
                    <a:pt x="12187" y="1958"/>
                  </a:lnTo>
                  <a:lnTo>
                    <a:pt x="1383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h890"/>
            <p:cNvSpPr/>
            <p:nvPr/>
          </p:nvSpPr>
          <p:spPr>
            <a:xfrm>
              <a:off x="2359393" y="3048801"/>
              <a:ext cx="43301" cy="37234"/>
            </a:xfrm>
            <a:custGeom>
              <a:avLst/>
              <a:pathLst>
                <a:path w="43301" h="37234">
                  <a:moveTo>
                    <a:pt x="37904" y="1255"/>
                  </a:moveTo>
                  <a:lnTo>
                    <a:pt x="37101" y="2903"/>
                  </a:lnTo>
                  <a:lnTo>
                    <a:pt x="37617" y="3938"/>
                  </a:lnTo>
                  <a:lnTo>
                    <a:pt x="41989" y="7157"/>
                  </a:lnTo>
                  <a:lnTo>
                    <a:pt x="43269" y="8780"/>
                  </a:lnTo>
                  <a:lnTo>
                    <a:pt x="43301" y="10160"/>
                  </a:lnTo>
                  <a:lnTo>
                    <a:pt x="43256" y="13353"/>
                  </a:lnTo>
                  <a:lnTo>
                    <a:pt x="42377" y="15235"/>
                  </a:lnTo>
                  <a:lnTo>
                    <a:pt x="40928" y="18427"/>
                  </a:lnTo>
                  <a:lnTo>
                    <a:pt x="39269" y="18228"/>
                  </a:lnTo>
                  <a:lnTo>
                    <a:pt x="35019" y="20844"/>
                  </a:lnTo>
                  <a:lnTo>
                    <a:pt x="26580" y="27704"/>
                  </a:lnTo>
                  <a:lnTo>
                    <a:pt x="25470" y="29515"/>
                  </a:lnTo>
                  <a:lnTo>
                    <a:pt x="20702" y="33500"/>
                  </a:lnTo>
                  <a:lnTo>
                    <a:pt x="19425" y="35811"/>
                  </a:lnTo>
                  <a:lnTo>
                    <a:pt x="18146" y="35479"/>
                  </a:lnTo>
                  <a:lnTo>
                    <a:pt x="16826" y="37234"/>
                  </a:lnTo>
                  <a:lnTo>
                    <a:pt x="7453" y="30244"/>
                  </a:lnTo>
                  <a:lnTo>
                    <a:pt x="7989" y="26763"/>
                  </a:lnTo>
                  <a:lnTo>
                    <a:pt x="10016" y="21828"/>
                  </a:lnTo>
                  <a:lnTo>
                    <a:pt x="8641" y="17995"/>
                  </a:lnTo>
                  <a:lnTo>
                    <a:pt x="6909" y="16696"/>
                  </a:lnTo>
                  <a:lnTo>
                    <a:pt x="6095" y="16664"/>
                  </a:lnTo>
                  <a:lnTo>
                    <a:pt x="4368" y="19042"/>
                  </a:lnTo>
                  <a:lnTo>
                    <a:pt x="2277" y="20229"/>
                  </a:lnTo>
                  <a:lnTo>
                    <a:pt x="0" y="14818"/>
                  </a:lnTo>
                  <a:lnTo>
                    <a:pt x="1361" y="10043"/>
                  </a:lnTo>
                  <a:lnTo>
                    <a:pt x="2176" y="9701"/>
                  </a:lnTo>
                  <a:lnTo>
                    <a:pt x="5360" y="6303"/>
                  </a:lnTo>
                  <a:lnTo>
                    <a:pt x="8147" y="6676"/>
                  </a:lnTo>
                  <a:lnTo>
                    <a:pt x="11416" y="5434"/>
                  </a:lnTo>
                  <a:lnTo>
                    <a:pt x="13821" y="2573"/>
                  </a:lnTo>
                  <a:lnTo>
                    <a:pt x="16042" y="2394"/>
                  </a:lnTo>
                  <a:lnTo>
                    <a:pt x="21701" y="3576"/>
                  </a:lnTo>
                  <a:lnTo>
                    <a:pt x="26049" y="3346"/>
                  </a:lnTo>
                  <a:lnTo>
                    <a:pt x="354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h891"/>
            <p:cNvSpPr/>
            <p:nvPr/>
          </p:nvSpPr>
          <p:spPr>
            <a:xfrm>
              <a:off x="2435221" y="2950921"/>
              <a:ext cx="27309" cy="50561"/>
            </a:xfrm>
            <a:custGeom>
              <a:avLst/>
              <a:pathLst>
                <a:path w="27309" h="50561">
                  <a:moveTo>
                    <a:pt x="12225" y="144"/>
                  </a:moveTo>
                  <a:lnTo>
                    <a:pt x="14454" y="7076"/>
                  </a:lnTo>
                  <a:lnTo>
                    <a:pt x="15688" y="8541"/>
                  </a:lnTo>
                  <a:lnTo>
                    <a:pt x="14081" y="10757"/>
                  </a:lnTo>
                  <a:lnTo>
                    <a:pt x="16013" y="13207"/>
                  </a:lnTo>
                  <a:lnTo>
                    <a:pt x="16814" y="13344"/>
                  </a:lnTo>
                  <a:lnTo>
                    <a:pt x="17656" y="11875"/>
                  </a:lnTo>
                  <a:lnTo>
                    <a:pt x="20949" y="13756"/>
                  </a:lnTo>
                  <a:lnTo>
                    <a:pt x="22224" y="11406"/>
                  </a:lnTo>
                  <a:lnTo>
                    <a:pt x="25218" y="14644"/>
                  </a:lnTo>
                  <a:lnTo>
                    <a:pt x="27309" y="20358"/>
                  </a:lnTo>
                  <a:lnTo>
                    <a:pt x="23598" y="21557"/>
                  </a:lnTo>
                  <a:lnTo>
                    <a:pt x="23862" y="22573"/>
                  </a:lnTo>
                  <a:lnTo>
                    <a:pt x="23404" y="24373"/>
                  </a:lnTo>
                  <a:lnTo>
                    <a:pt x="18625" y="24310"/>
                  </a:lnTo>
                  <a:lnTo>
                    <a:pt x="15674" y="26165"/>
                  </a:lnTo>
                  <a:lnTo>
                    <a:pt x="15674" y="30682"/>
                  </a:lnTo>
                  <a:lnTo>
                    <a:pt x="14113" y="32258"/>
                  </a:lnTo>
                  <a:lnTo>
                    <a:pt x="14371" y="32994"/>
                  </a:lnTo>
                  <a:lnTo>
                    <a:pt x="13169" y="35456"/>
                  </a:lnTo>
                  <a:lnTo>
                    <a:pt x="9710" y="37722"/>
                  </a:lnTo>
                  <a:lnTo>
                    <a:pt x="4386" y="44694"/>
                  </a:lnTo>
                  <a:lnTo>
                    <a:pt x="4220" y="50561"/>
                  </a:lnTo>
                  <a:lnTo>
                    <a:pt x="430" y="49449"/>
                  </a:lnTo>
                  <a:lnTo>
                    <a:pt x="822" y="40867"/>
                  </a:lnTo>
                  <a:lnTo>
                    <a:pt x="0" y="39612"/>
                  </a:lnTo>
                  <a:lnTo>
                    <a:pt x="3449" y="33360"/>
                  </a:lnTo>
                  <a:lnTo>
                    <a:pt x="5781" y="30784"/>
                  </a:lnTo>
                  <a:lnTo>
                    <a:pt x="8338" y="24549"/>
                  </a:lnTo>
                  <a:lnTo>
                    <a:pt x="8454" y="23330"/>
                  </a:lnTo>
                  <a:lnTo>
                    <a:pt x="5144" y="18811"/>
                  </a:lnTo>
                  <a:lnTo>
                    <a:pt x="5822" y="16246"/>
                  </a:lnTo>
                  <a:lnTo>
                    <a:pt x="4285" y="14684"/>
                  </a:lnTo>
                  <a:lnTo>
                    <a:pt x="3842" y="10574"/>
                  </a:lnTo>
                  <a:lnTo>
                    <a:pt x="6144" y="8537"/>
                  </a:lnTo>
                  <a:lnTo>
                    <a:pt x="6955" y="8570"/>
                  </a:lnTo>
                  <a:lnTo>
                    <a:pt x="11113" y="5424"/>
                  </a:lnTo>
                  <a:lnTo>
                    <a:pt x="1138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h892"/>
            <p:cNvSpPr/>
            <p:nvPr/>
          </p:nvSpPr>
          <p:spPr>
            <a:xfrm>
              <a:off x="2375265" y="2996398"/>
              <a:ext cx="9973" cy="12360"/>
            </a:xfrm>
            <a:custGeom>
              <a:avLst/>
              <a:pathLst>
                <a:path w="9973" h="12360">
                  <a:moveTo>
                    <a:pt x="8546" y="10487"/>
                  </a:moveTo>
                  <a:lnTo>
                    <a:pt x="7258" y="12360"/>
                  </a:lnTo>
                  <a:lnTo>
                    <a:pt x="2126" y="12280"/>
                  </a:lnTo>
                  <a:lnTo>
                    <a:pt x="0" y="9228"/>
                  </a:lnTo>
                  <a:lnTo>
                    <a:pt x="1917" y="7998"/>
                  </a:lnTo>
                  <a:lnTo>
                    <a:pt x="1901" y="4841"/>
                  </a:lnTo>
                  <a:lnTo>
                    <a:pt x="2769" y="2760"/>
                  </a:lnTo>
                  <a:lnTo>
                    <a:pt x="997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h893"/>
            <p:cNvSpPr/>
            <p:nvPr/>
          </p:nvSpPr>
          <p:spPr>
            <a:xfrm>
              <a:off x="2408358" y="3007607"/>
              <a:ext cx="17833" cy="17889"/>
            </a:xfrm>
            <a:custGeom>
              <a:avLst/>
              <a:pathLst>
                <a:path w="17833" h="17889">
                  <a:moveTo>
                    <a:pt x="14783" y="321"/>
                  </a:moveTo>
                  <a:lnTo>
                    <a:pt x="14595" y="1708"/>
                  </a:lnTo>
                  <a:lnTo>
                    <a:pt x="14745" y="4698"/>
                  </a:lnTo>
                  <a:lnTo>
                    <a:pt x="17833" y="5196"/>
                  </a:lnTo>
                  <a:lnTo>
                    <a:pt x="15829" y="10875"/>
                  </a:lnTo>
                  <a:lnTo>
                    <a:pt x="13762" y="10659"/>
                  </a:lnTo>
                  <a:lnTo>
                    <a:pt x="13548" y="12669"/>
                  </a:lnTo>
                  <a:lnTo>
                    <a:pt x="6870" y="15584"/>
                  </a:lnTo>
                  <a:lnTo>
                    <a:pt x="625" y="17889"/>
                  </a:lnTo>
                  <a:lnTo>
                    <a:pt x="570" y="14889"/>
                  </a:lnTo>
                  <a:lnTo>
                    <a:pt x="2564" y="13296"/>
                  </a:lnTo>
                  <a:lnTo>
                    <a:pt x="0" y="9640"/>
                  </a:lnTo>
                  <a:lnTo>
                    <a:pt x="6061" y="2713"/>
                  </a:lnTo>
                  <a:lnTo>
                    <a:pt x="12536" y="4362"/>
                  </a:lnTo>
                  <a:lnTo>
                    <a:pt x="1319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h894"/>
            <p:cNvSpPr/>
            <p:nvPr/>
          </p:nvSpPr>
          <p:spPr>
            <a:xfrm>
              <a:off x="2454032" y="2876593"/>
              <a:ext cx="16964" cy="15222"/>
            </a:xfrm>
            <a:custGeom>
              <a:avLst/>
              <a:pathLst>
                <a:path w="16964" h="15222">
                  <a:moveTo>
                    <a:pt x="11553" y="1013"/>
                  </a:moveTo>
                  <a:lnTo>
                    <a:pt x="12290" y="3733"/>
                  </a:lnTo>
                  <a:lnTo>
                    <a:pt x="14715" y="5683"/>
                  </a:lnTo>
                  <a:lnTo>
                    <a:pt x="16964" y="11847"/>
                  </a:lnTo>
                  <a:lnTo>
                    <a:pt x="16605" y="15222"/>
                  </a:lnTo>
                  <a:lnTo>
                    <a:pt x="9009" y="12806"/>
                  </a:lnTo>
                  <a:lnTo>
                    <a:pt x="6847" y="13265"/>
                  </a:lnTo>
                  <a:lnTo>
                    <a:pt x="3284" y="12179"/>
                  </a:lnTo>
                  <a:lnTo>
                    <a:pt x="1108" y="8604"/>
                  </a:lnTo>
                  <a:lnTo>
                    <a:pt x="0" y="1298"/>
                  </a:lnTo>
                  <a:lnTo>
                    <a:pt x="572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h895"/>
            <p:cNvSpPr/>
            <p:nvPr/>
          </p:nvSpPr>
          <p:spPr>
            <a:xfrm>
              <a:off x="2452481" y="3018680"/>
              <a:ext cx="18302" cy="27103"/>
            </a:xfrm>
            <a:custGeom>
              <a:avLst/>
              <a:pathLst>
                <a:path w="18302" h="27103">
                  <a:moveTo>
                    <a:pt x="3422" y="0"/>
                  </a:moveTo>
                  <a:lnTo>
                    <a:pt x="7200" y="1508"/>
                  </a:lnTo>
                  <a:lnTo>
                    <a:pt x="8543" y="3959"/>
                  </a:lnTo>
                  <a:lnTo>
                    <a:pt x="8243" y="4705"/>
                  </a:lnTo>
                  <a:lnTo>
                    <a:pt x="7622" y="7947"/>
                  </a:lnTo>
                  <a:lnTo>
                    <a:pt x="11885" y="12225"/>
                  </a:lnTo>
                  <a:lnTo>
                    <a:pt x="12191" y="13712"/>
                  </a:lnTo>
                  <a:lnTo>
                    <a:pt x="18302" y="19836"/>
                  </a:lnTo>
                  <a:lnTo>
                    <a:pt x="15167" y="23853"/>
                  </a:lnTo>
                  <a:lnTo>
                    <a:pt x="10524" y="27103"/>
                  </a:lnTo>
                  <a:lnTo>
                    <a:pt x="6637" y="25792"/>
                  </a:lnTo>
                  <a:lnTo>
                    <a:pt x="5392" y="24232"/>
                  </a:lnTo>
                  <a:lnTo>
                    <a:pt x="5334" y="22861"/>
                  </a:lnTo>
                  <a:lnTo>
                    <a:pt x="6124" y="21980"/>
                  </a:lnTo>
                  <a:lnTo>
                    <a:pt x="5025" y="17203"/>
                  </a:lnTo>
                  <a:lnTo>
                    <a:pt x="1784" y="13065"/>
                  </a:lnTo>
                  <a:lnTo>
                    <a:pt x="1922" y="12665"/>
                  </a:lnTo>
                  <a:lnTo>
                    <a:pt x="2000" y="9284"/>
                  </a:lnTo>
                  <a:lnTo>
                    <a:pt x="0" y="51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h896"/>
            <p:cNvSpPr/>
            <p:nvPr/>
          </p:nvSpPr>
          <p:spPr>
            <a:xfrm>
              <a:off x="2514398" y="2911769"/>
              <a:ext cx="16379" cy="23319"/>
            </a:xfrm>
            <a:custGeom>
              <a:avLst/>
              <a:pathLst>
                <a:path w="16379" h="23319">
                  <a:moveTo>
                    <a:pt x="12846" y="523"/>
                  </a:moveTo>
                  <a:lnTo>
                    <a:pt x="12225" y="2058"/>
                  </a:lnTo>
                  <a:lnTo>
                    <a:pt x="13457" y="7099"/>
                  </a:lnTo>
                  <a:lnTo>
                    <a:pt x="16379" y="9324"/>
                  </a:lnTo>
                  <a:lnTo>
                    <a:pt x="14717" y="14010"/>
                  </a:lnTo>
                  <a:lnTo>
                    <a:pt x="13548" y="17999"/>
                  </a:lnTo>
                  <a:lnTo>
                    <a:pt x="11544" y="17977"/>
                  </a:lnTo>
                  <a:lnTo>
                    <a:pt x="9836" y="19638"/>
                  </a:lnTo>
                  <a:lnTo>
                    <a:pt x="6604" y="18754"/>
                  </a:lnTo>
                  <a:lnTo>
                    <a:pt x="5122" y="20196"/>
                  </a:lnTo>
                  <a:lnTo>
                    <a:pt x="6019" y="21768"/>
                  </a:lnTo>
                  <a:lnTo>
                    <a:pt x="4368" y="23138"/>
                  </a:lnTo>
                  <a:lnTo>
                    <a:pt x="2658" y="23319"/>
                  </a:lnTo>
                  <a:lnTo>
                    <a:pt x="0" y="18020"/>
                  </a:lnTo>
                  <a:lnTo>
                    <a:pt x="1872" y="13392"/>
                  </a:lnTo>
                  <a:lnTo>
                    <a:pt x="2936" y="9672"/>
                  </a:lnTo>
                  <a:lnTo>
                    <a:pt x="8137" y="10402"/>
                  </a:lnTo>
                  <a:lnTo>
                    <a:pt x="9398" y="9005"/>
                  </a:lnTo>
                  <a:lnTo>
                    <a:pt x="9560" y="6007"/>
                  </a:lnTo>
                  <a:lnTo>
                    <a:pt x="4762" y="4554"/>
                  </a:lnTo>
                  <a:lnTo>
                    <a:pt x="3916" y="3639"/>
                  </a:lnTo>
                  <a:lnTo>
                    <a:pt x="7828" y="2433"/>
                  </a:lnTo>
                  <a:lnTo>
                    <a:pt x="1004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h897"/>
            <p:cNvSpPr/>
            <p:nvPr/>
          </p:nvSpPr>
          <p:spPr>
            <a:xfrm>
              <a:off x="2482181" y="2902768"/>
              <a:ext cx="19225" cy="16648"/>
            </a:xfrm>
            <a:custGeom>
              <a:avLst/>
              <a:pathLst>
                <a:path w="19225" h="16648">
                  <a:moveTo>
                    <a:pt x="19225" y="3744"/>
                  </a:moveTo>
                  <a:lnTo>
                    <a:pt x="17090" y="9122"/>
                  </a:lnTo>
                  <a:lnTo>
                    <a:pt x="15975" y="8264"/>
                  </a:lnTo>
                  <a:lnTo>
                    <a:pt x="12462" y="7891"/>
                  </a:lnTo>
                  <a:lnTo>
                    <a:pt x="8392" y="12475"/>
                  </a:lnTo>
                  <a:lnTo>
                    <a:pt x="7995" y="14317"/>
                  </a:lnTo>
                  <a:lnTo>
                    <a:pt x="7789" y="16203"/>
                  </a:lnTo>
                  <a:lnTo>
                    <a:pt x="2525" y="16648"/>
                  </a:lnTo>
                  <a:lnTo>
                    <a:pt x="146" y="15316"/>
                  </a:lnTo>
                  <a:lnTo>
                    <a:pt x="271" y="13191"/>
                  </a:lnTo>
                  <a:lnTo>
                    <a:pt x="0" y="11733"/>
                  </a:lnTo>
                  <a:lnTo>
                    <a:pt x="755" y="10627"/>
                  </a:lnTo>
                  <a:lnTo>
                    <a:pt x="3918" y="9050"/>
                  </a:lnTo>
                  <a:lnTo>
                    <a:pt x="5393" y="6579"/>
                  </a:lnTo>
                  <a:lnTo>
                    <a:pt x="8363" y="3671"/>
                  </a:lnTo>
                  <a:lnTo>
                    <a:pt x="11555" y="1694"/>
                  </a:lnTo>
                  <a:lnTo>
                    <a:pt x="12176" y="1892"/>
                  </a:lnTo>
                  <a:lnTo>
                    <a:pt x="1412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h898"/>
            <p:cNvSpPr/>
            <p:nvPr/>
          </p:nvSpPr>
          <p:spPr>
            <a:xfrm>
              <a:off x="2391652" y="2907841"/>
              <a:ext cx="18810" cy="15859"/>
            </a:xfrm>
            <a:custGeom>
              <a:avLst/>
              <a:pathLst>
                <a:path w="18810" h="15859">
                  <a:moveTo>
                    <a:pt x="6415" y="0"/>
                  </a:moveTo>
                  <a:lnTo>
                    <a:pt x="7075" y="1696"/>
                  </a:lnTo>
                  <a:lnTo>
                    <a:pt x="14675" y="5468"/>
                  </a:lnTo>
                  <a:lnTo>
                    <a:pt x="18810" y="5121"/>
                  </a:lnTo>
                  <a:lnTo>
                    <a:pt x="17719" y="10457"/>
                  </a:lnTo>
                  <a:lnTo>
                    <a:pt x="16779" y="10324"/>
                  </a:lnTo>
                  <a:lnTo>
                    <a:pt x="15637" y="11462"/>
                  </a:lnTo>
                  <a:lnTo>
                    <a:pt x="15115" y="14797"/>
                  </a:lnTo>
                  <a:lnTo>
                    <a:pt x="13629" y="15218"/>
                  </a:lnTo>
                  <a:lnTo>
                    <a:pt x="14818" y="12224"/>
                  </a:lnTo>
                  <a:lnTo>
                    <a:pt x="7900" y="11391"/>
                  </a:lnTo>
                  <a:lnTo>
                    <a:pt x="7668" y="9983"/>
                  </a:lnTo>
                  <a:lnTo>
                    <a:pt x="4392" y="12787"/>
                  </a:lnTo>
                  <a:lnTo>
                    <a:pt x="3657" y="13674"/>
                  </a:lnTo>
                  <a:lnTo>
                    <a:pt x="3644" y="15859"/>
                  </a:lnTo>
                  <a:lnTo>
                    <a:pt x="0" y="15830"/>
                  </a:lnTo>
                  <a:lnTo>
                    <a:pt x="694" y="13223"/>
                  </a:lnTo>
                  <a:lnTo>
                    <a:pt x="226" y="5690"/>
                  </a:lnTo>
                  <a:lnTo>
                    <a:pt x="1580" y="178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h899"/>
            <p:cNvSpPr/>
            <p:nvPr/>
          </p:nvSpPr>
          <p:spPr>
            <a:xfrm>
              <a:off x="2531240" y="2980592"/>
              <a:ext cx="9038" cy="8766"/>
            </a:xfrm>
            <a:custGeom>
              <a:avLst/>
              <a:pathLst>
                <a:path w="9038" h="8766">
                  <a:moveTo>
                    <a:pt x="4729" y="922"/>
                  </a:moveTo>
                  <a:lnTo>
                    <a:pt x="9038" y="2660"/>
                  </a:lnTo>
                  <a:lnTo>
                    <a:pt x="8204" y="5414"/>
                  </a:lnTo>
                  <a:lnTo>
                    <a:pt x="5260" y="5349"/>
                  </a:lnTo>
                  <a:lnTo>
                    <a:pt x="4182" y="6584"/>
                  </a:lnTo>
                  <a:lnTo>
                    <a:pt x="4507" y="8766"/>
                  </a:lnTo>
                  <a:lnTo>
                    <a:pt x="0" y="8495"/>
                  </a:lnTo>
                  <a:lnTo>
                    <a:pt x="362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h900"/>
            <p:cNvSpPr/>
            <p:nvPr/>
          </p:nvSpPr>
          <p:spPr>
            <a:xfrm>
              <a:off x="2432069" y="2884640"/>
              <a:ext cx="16647" cy="30326"/>
            </a:xfrm>
            <a:custGeom>
              <a:avLst/>
              <a:pathLst>
                <a:path w="16647" h="30326">
                  <a:moveTo>
                    <a:pt x="9978" y="3301"/>
                  </a:moveTo>
                  <a:lnTo>
                    <a:pt x="12672" y="8662"/>
                  </a:lnTo>
                  <a:lnTo>
                    <a:pt x="5938" y="13814"/>
                  </a:lnTo>
                  <a:lnTo>
                    <a:pt x="5928" y="15014"/>
                  </a:lnTo>
                  <a:lnTo>
                    <a:pt x="10492" y="14919"/>
                  </a:lnTo>
                  <a:lnTo>
                    <a:pt x="15903" y="12688"/>
                  </a:lnTo>
                  <a:lnTo>
                    <a:pt x="16647" y="13908"/>
                  </a:lnTo>
                  <a:lnTo>
                    <a:pt x="15102" y="16217"/>
                  </a:lnTo>
                  <a:lnTo>
                    <a:pt x="15032" y="18144"/>
                  </a:lnTo>
                  <a:lnTo>
                    <a:pt x="13423" y="24807"/>
                  </a:lnTo>
                  <a:lnTo>
                    <a:pt x="12006" y="25487"/>
                  </a:lnTo>
                  <a:lnTo>
                    <a:pt x="7068" y="25532"/>
                  </a:lnTo>
                  <a:lnTo>
                    <a:pt x="5129" y="26562"/>
                  </a:lnTo>
                  <a:lnTo>
                    <a:pt x="4686" y="30326"/>
                  </a:lnTo>
                  <a:lnTo>
                    <a:pt x="1165" y="28289"/>
                  </a:lnTo>
                  <a:lnTo>
                    <a:pt x="0" y="24372"/>
                  </a:lnTo>
                  <a:lnTo>
                    <a:pt x="2548" y="22972"/>
                  </a:lnTo>
                  <a:lnTo>
                    <a:pt x="1552" y="17108"/>
                  </a:lnTo>
                  <a:lnTo>
                    <a:pt x="2277" y="14850"/>
                  </a:lnTo>
                  <a:lnTo>
                    <a:pt x="7433" y="11382"/>
                  </a:lnTo>
                  <a:lnTo>
                    <a:pt x="8869" y="4432"/>
                  </a:lnTo>
                  <a:lnTo>
                    <a:pt x="7134" y="3726"/>
                  </a:lnTo>
                  <a:lnTo>
                    <a:pt x="1038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h901"/>
            <p:cNvSpPr/>
            <p:nvPr/>
          </p:nvSpPr>
          <p:spPr>
            <a:xfrm>
              <a:off x="2439335" y="2939953"/>
              <a:ext cx="27237" cy="22004"/>
            </a:xfrm>
            <a:custGeom>
              <a:avLst/>
              <a:pathLst>
                <a:path w="27237" h="22004">
                  <a:moveTo>
                    <a:pt x="22977" y="0"/>
                  </a:moveTo>
                  <a:lnTo>
                    <a:pt x="24039" y="962"/>
                  </a:lnTo>
                  <a:lnTo>
                    <a:pt x="23154" y="1025"/>
                  </a:lnTo>
                  <a:lnTo>
                    <a:pt x="23599" y="3829"/>
                  </a:lnTo>
                  <a:lnTo>
                    <a:pt x="27237" y="8330"/>
                  </a:lnTo>
                  <a:lnTo>
                    <a:pt x="22820" y="9902"/>
                  </a:lnTo>
                  <a:lnTo>
                    <a:pt x="18928" y="13184"/>
                  </a:lnTo>
                  <a:lnTo>
                    <a:pt x="17114" y="20115"/>
                  </a:lnTo>
                  <a:lnTo>
                    <a:pt x="18076" y="19989"/>
                  </a:lnTo>
                  <a:lnTo>
                    <a:pt x="18633" y="21649"/>
                  </a:lnTo>
                  <a:lnTo>
                    <a:pt x="17624" y="22004"/>
                  </a:lnTo>
                  <a:lnTo>
                    <a:pt x="13414" y="20994"/>
                  </a:lnTo>
                  <a:lnTo>
                    <a:pt x="11574" y="19508"/>
                  </a:lnTo>
                  <a:lnTo>
                    <a:pt x="10340" y="18043"/>
                  </a:lnTo>
                  <a:lnTo>
                    <a:pt x="8111" y="11112"/>
                  </a:lnTo>
                  <a:lnTo>
                    <a:pt x="7274" y="10967"/>
                  </a:lnTo>
                  <a:lnTo>
                    <a:pt x="6998" y="16392"/>
                  </a:lnTo>
                  <a:lnTo>
                    <a:pt x="2841" y="19538"/>
                  </a:lnTo>
                  <a:lnTo>
                    <a:pt x="1472" y="17451"/>
                  </a:lnTo>
                  <a:lnTo>
                    <a:pt x="2665" y="14142"/>
                  </a:lnTo>
                  <a:lnTo>
                    <a:pt x="0" y="12669"/>
                  </a:lnTo>
                  <a:lnTo>
                    <a:pt x="2031" y="12323"/>
                  </a:lnTo>
                  <a:lnTo>
                    <a:pt x="4052" y="7321"/>
                  </a:lnTo>
                  <a:lnTo>
                    <a:pt x="4757" y="8457"/>
                  </a:lnTo>
                  <a:lnTo>
                    <a:pt x="12604" y="9047"/>
                  </a:lnTo>
                  <a:lnTo>
                    <a:pt x="17641" y="6983"/>
                  </a:lnTo>
                  <a:lnTo>
                    <a:pt x="19818" y="1359"/>
                  </a:lnTo>
                  <a:lnTo>
                    <a:pt x="21131" y="18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h902"/>
            <p:cNvSpPr/>
            <p:nvPr/>
          </p:nvSpPr>
          <p:spPr>
            <a:xfrm>
              <a:off x="2363318" y="2991838"/>
              <a:ext cx="22688" cy="14207"/>
            </a:xfrm>
            <a:custGeom>
              <a:avLst/>
              <a:pathLst>
                <a:path w="22688" h="14207">
                  <a:moveTo>
                    <a:pt x="8161" y="0"/>
                  </a:moveTo>
                  <a:lnTo>
                    <a:pt x="14373" y="1881"/>
                  </a:lnTo>
                  <a:lnTo>
                    <a:pt x="22688" y="1346"/>
                  </a:lnTo>
                  <a:lnTo>
                    <a:pt x="21920" y="4559"/>
                  </a:lnTo>
                  <a:lnTo>
                    <a:pt x="14715" y="7320"/>
                  </a:lnTo>
                  <a:lnTo>
                    <a:pt x="13847" y="9401"/>
                  </a:lnTo>
                  <a:lnTo>
                    <a:pt x="13863" y="12558"/>
                  </a:lnTo>
                  <a:lnTo>
                    <a:pt x="11946" y="13788"/>
                  </a:lnTo>
                  <a:lnTo>
                    <a:pt x="9605" y="14207"/>
                  </a:lnTo>
                  <a:lnTo>
                    <a:pt x="8085" y="11495"/>
                  </a:lnTo>
                  <a:lnTo>
                    <a:pt x="5299" y="10241"/>
                  </a:lnTo>
                  <a:lnTo>
                    <a:pt x="0" y="9913"/>
                  </a:lnTo>
                  <a:lnTo>
                    <a:pt x="2233" y="2389"/>
                  </a:lnTo>
                  <a:lnTo>
                    <a:pt x="5241" y="37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h903"/>
            <p:cNvSpPr/>
            <p:nvPr/>
          </p:nvSpPr>
          <p:spPr>
            <a:xfrm>
              <a:off x="2504617" y="2923740"/>
              <a:ext cx="8268" cy="7337"/>
            </a:xfrm>
            <a:custGeom>
              <a:avLst/>
              <a:pathLst>
                <a:path w="8268" h="7337">
                  <a:moveTo>
                    <a:pt x="8268" y="3177"/>
                  </a:moveTo>
                  <a:lnTo>
                    <a:pt x="4356" y="2640"/>
                  </a:lnTo>
                  <a:lnTo>
                    <a:pt x="3501" y="5212"/>
                  </a:lnTo>
                  <a:lnTo>
                    <a:pt x="4882" y="5566"/>
                  </a:lnTo>
                  <a:lnTo>
                    <a:pt x="3151" y="7337"/>
                  </a:lnTo>
                  <a:lnTo>
                    <a:pt x="0" y="6088"/>
                  </a:lnTo>
                  <a:lnTo>
                    <a:pt x="980" y="2134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h904"/>
            <p:cNvSpPr/>
            <p:nvPr/>
          </p:nvSpPr>
          <p:spPr>
            <a:xfrm>
              <a:off x="2531240" y="2985941"/>
              <a:ext cx="11192" cy="8246"/>
            </a:xfrm>
            <a:custGeom>
              <a:avLst/>
              <a:pathLst>
                <a:path w="11192" h="8246">
                  <a:moveTo>
                    <a:pt x="8204" y="65"/>
                  </a:moveTo>
                  <a:lnTo>
                    <a:pt x="11192" y="1783"/>
                  </a:lnTo>
                  <a:lnTo>
                    <a:pt x="8638" y="6978"/>
                  </a:lnTo>
                  <a:lnTo>
                    <a:pt x="8007" y="8246"/>
                  </a:lnTo>
                  <a:lnTo>
                    <a:pt x="817" y="4969"/>
                  </a:lnTo>
                  <a:lnTo>
                    <a:pt x="0" y="3146"/>
                  </a:lnTo>
                  <a:lnTo>
                    <a:pt x="4507" y="3417"/>
                  </a:lnTo>
                  <a:lnTo>
                    <a:pt x="4182" y="1235"/>
                  </a:lnTo>
                  <a:lnTo>
                    <a:pt x="526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h905"/>
            <p:cNvSpPr/>
            <p:nvPr/>
          </p:nvSpPr>
          <p:spPr>
            <a:xfrm>
              <a:off x="2457446" y="2957825"/>
              <a:ext cx="21708" cy="24924"/>
            </a:xfrm>
            <a:custGeom>
              <a:avLst/>
              <a:pathLst>
                <a:path w="21708" h="24924">
                  <a:moveTo>
                    <a:pt x="19878" y="1239"/>
                  </a:moveTo>
                  <a:lnTo>
                    <a:pt x="19103" y="9067"/>
                  </a:lnTo>
                  <a:lnTo>
                    <a:pt x="21708" y="14742"/>
                  </a:lnTo>
                  <a:lnTo>
                    <a:pt x="20274" y="15055"/>
                  </a:lnTo>
                  <a:lnTo>
                    <a:pt x="18924" y="13944"/>
                  </a:lnTo>
                  <a:lnTo>
                    <a:pt x="15769" y="14514"/>
                  </a:lnTo>
                  <a:lnTo>
                    <a:pt x="8703" y="17541"/>
                  </a:lnTo>
                  <a:lnTo>
                    <a:pt x="8927" y="21891"/>
                  </a:lnTo>
                  <a:lnTo>
                    <a:pt x="10682" y="21877"/>
                  </a:lnTo>
                  <a:lnTo>
                    <a:pt x="11132" y="24924"/>
                  </a:lnTo>
                  <a:lnTo>
                    <a:pt x="6863" y="24003"/>
                  </a:lnTo>
                  <a:lnTo>
                    <a:pt x="6248" y="22980"/>
                  </a:lnTo>
                  <a:lnTo>
                    <a:pt x="5932" y="17366"/>
                  </a:lnTo>
                  <a:lnTo>
                    <a:pt x="2122" y="17444"/>
                  </a:lnTo>
                  <a:lnTo>
                    <a:pt x="1637" y="15669"/>
                  </a:lnTo>
                  <a:lnTo>
                    <a:pt x="1373" y="14653"/>
                  </a:lnTo>
                  <a:lnTo>
                    <a:pt x="5084" y="13453"/>
                  </a:lnTo>
                  <a:lnTo>
                    <a:pt x="2993" y="7739"/>
                  </a:lnTo>
                  <a:lnTo>
                    <a:pt x="0" y="4502"/>
                  </a:lnTo>
                  <a:lnTo>
                    <a:pt x="745" y="4433"/>
                  </a:lnTo>
                  <a:lnTo>
                    <a:pt x="4376" y="4274"/>
                  </a:lnTo>
                  <a:lnTo>
                    <a:pt x="10997" y="2420"/>
                  </a:lnTo>
                  <a:lnTo>
                    <a:pt x="12142" y="771"/>
                  </a:lnTo>
                  <a:lnTo>
                    <a:pt x="1780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h906"/>
            <p:cNvSpPr/>
            <p:nvPr/>
          </p:nvSpPr>
          <p:spPr>
            <a:xfrm>
              <a:off x="2468184" y="2942918"/>
              <a:ext cx="17521" cy="13883"/>
            </a:xfrm>
            <a:custGeom>
              <a:avLst/>
              <a:pathLst>
                <a:path w="17521" h="13883">
                  <a:moveTo>
                    <a:pt x="16735" y="666"/>
                  </a:moveTo>
                  <a:lnTo>
                    <a:pt x="17521" y="4438"/>
                  </a:lnTo>
                  <a:lnTo>
                    <a:pt x="12724" y="9214"/>
                  </a:lnTo>
                  <a:lnTo>
                    <a:pt x="11266" y="13195"/>
                  </a:lnTo>
                  <a:lnTo>
                    <a:pt x="9665" y="13883"/>
                  </a:lnTo>
                  <a:lnTo>
                    <a:pt x="7628" y="12750"/>
                  </a:lnTo>
                  <a:lnTo>
                    <a:pt x="3802" y="8100"/>
                  </a:lnTo>
                  <a:lnTo>
                    <a:pt x="0" y="5383"/>
                  </a:lnTo>
                  <a:lnTo>
                    <a:pt x="2211" y="3222"/>
                  </a:lnTo>
                  <a:lnTo>
                    <a:pt x="5299" y="1539"/>
                  </a:lnTo>
                  <a:lnTo>
                    <a:pt x="1354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h907"/>
            <p:cNvSpPr/>
            <p:nvPr/>
          </p:nvSpPr>
          <p:spPr>
            <a:xfrm>
              <a:off x="2476549" y="2956506"/>
              <a:ext cx="18451" cy="16303"/>
            </a:xfrm>
            <a:custGeom>
              <a:avLst/>
              <a:pathLst>
                <a:path w="18451" h="16303">
                  <a:moveTo>
                    <a:pt x="17939" y="2133"/>
                  </a:moveTo>
                  <a:lnTo>
                    <a:pt x="18451" y="3087"/>
                  </a:lnTo>
                  <a:lnTo>
                    <a:pt x="16642" y="4150"/>
                  </a:lnTo>
                  <a:lnTo>
                    <a:pt x="8582" y="11257"/>
                  </a:lnTo>
                  <a:lnTo>
                    <a:pt x="5498" y="16303"/>
                  </a:lnTo>
                  <a:lnTo>
                    <a:pt x="2604" y="16061"/>
                  </a:lnTo>
                  <a:lnTo>
                    <a:pt x="0" y="10386"/>
                  </a:lnTo>
                  <a:lnTo>
                    <a:pt x="774" y="2558"/>
                  </a:lnTo>
                  <a:lnTo>
                    <a:pt x="2690" y="2557"/>
                  </a:lnTo>
                  <a:lnTo>
                    <a:pt x="4674" y="1119"/>
                  </a:lnTo>
                  <a:lnTo>
                    <a:pt x="1381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h908"/>
            <p:cNvSpPr/>
            <p:nvPr/>
          </p:nvSpPr>
          <p:spPr>
            <a:xfrm>
              <a:off x="2462490" y="2939345"/>
              <a:ext cx="21404" cy="8955"/>
            </a:xfrm>
            <a:custGeom>
              <a:avLst/>
              <a:pathLst>
                <a:path w="21404" h="8955">
                  <a:moveTo>
                    <a:pt x="18880" y="0"/>
                  </a:moveTo>
                  <a:lnTo>
                    <a:pt x="21404" y="524"/>
                  </a:lnTo>
                  <a:lnTo>
                    <a:pt x="19242" y="3572"/>
                  </a:lnTo>
                  <a:lnTo>
                    <a:pt x="10993" y="5111"/>
                  </a:lnTo>
                  <a:lnTo>
                    <a:pt x="7905" y="6794"/>
                  </a:lnTo>
                  <a:lnTo>
                    <a:pt x="5693" y="8955"/>
                  </a:lnTo>
                  <a:lnTo>
                    <a:pt x="4082" y="8938"/>
                  </a:lnTo>
                  <a:lnTo>
                    <a:pt x="444" y="4437"/>
                  </a:lnTo>
                  <a:lnTo>
                    <a:pt x="0" y="1633"/>
                  </a:lnTo>
                  <a:lnTo>
                    <a:pt x="884" y="1569"/>
                  </a:lnTo>
                  <a:lnTo>
                    <a:pt x="6385" y="251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h909"/>
            <p:cNvSpPr/>
            <p:nvPr/>
          </p:nvSpPr>
          <p:spPr>
            <a:xfrm>
              <a:off x="2527707" y="2958412"/>
              <a:ext cx="36382" cy="19483"/>
            </a:xfrm>
            <a:custGeom>
              <a:avLst/>
              <a:pathLst>
                <a:path w="36382" h="19483">
                  <a:moveTo>
                    <a:pt x="33154" y="1581"/>
                  </a:moveTo>
                  <a:lnTo>
                    <a:pt x="32638" y="10207"/>
                  </a:lnTo>
                  <a:lnTo>
                    <a:pt x="36382" y="17372"/>
                  </a:lnTo>
                  <a:lnTo>
                    <a:pt x="33034" y="19483"/>
                  </a:lnTo>
                  <a:lnTo>
                    <a:pt x="30609" y="17406"/>
                  </a:lnTo>
                  <a:lnTo>
                    <a:pt x="28669" y="12243"/>
                  </a:lnTo>
                  <a:lnTo>
                    <a:pt x="26024" y="11022"/>
                  </a:lnTo>
                  <a:lnTo>
                    <a:pt x="21139" y="11951"/>
                  </a:lnTo>
                  <a:lnTo>
                    <a:pt x="15530" y="14296"/>
                  </a:lnTo>
                  <a:lnTo>
                    <a:pt x="11888" y="13463"/>
                  </a:lnTo>
                  <a:lnTo>
                    <a:pt x="8279" y="15100"/>
                  </a:lnTo>
                  <a:lnTo>
                    <a:pt x="4804" y="14947"/>
                  </a:lnTo>
                  <a:lnTo>
                    <a:pt x="0" y="9936"/>
                  </a:lnTo>
                  <a:lnTo>
                    <a:pt x="5842" y="6949"/>
                  </a:lnTo>
                  <a:lnTo>
                    <a:pt x="8585" y="2865"/>
                  </a:lnTo>
                  <a:lnTo>
                    <a:pt x="17078" y="1001"/>
                  </a:lnTo>
                  <a:lnTo>
                    <a:pt x="19431" y="543"/>
                  </a:lnTo>
                  <a:lnTo>
                    <a:pt x="22635" y="2090"/>
                  </a:lnTo>
                  <a:lnTo>
                    <a:pt x="25406" y="1377"/>
                  </a:lnTo>
                  <a:lnTo>
                    <a:pt x="2680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h910"/>
            <p:cNvSpPr/>
            <p:nvPr/>
          </p:nvSpPr>
          <p:spPr>
            <a:xfrm>
              <a:off x="2539878" y="2987546"/>
              <a:ext cx="8624" cy="11569"/>
            </a:xfrm>
            <a:custGeom>
              <a:avLst/>
              <a:pathLst>
                <a:path w="8624" h="11569">
                  <a:moveTo>
                    <a:pt x="3398" y="0"/>
                  </a:moveTo>
                  <a:lnTo>
                    <a:pt x="4172" y="1343"/>
                  </a:lnTo>
                  <a:lnTo>
                    <a:pt x="6608" y="1576"/>
                  </a:lnTo>
                  <a:lnTo>
                    <a:pt x="8387" y="2880"/>
                  </a:lnTo>
                  <a:lnTo>
                    <a:pt x="8624" y="4548"/>
                  </a:lnTo>
                  <a:lnTo>
                    <a:pt x="5438" y="9414"/>
                  </a:lnTo>
                  <a:lnTo>
                    <a:pt x="3984" y="10406"/>
                  </a:lnTo>
                  <a:lnTo>
                    <a:pt x="1709" y="11569"/>
                  </a:lnTo>
                  <a:lnTo>
                    <a:pt x="0" y="5372"/>
                  </a:lnTo>
                  <a:lnTo>
                    <a:pt x="2554" y="17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h911"/>
            <p:cNvSpPr/>
            <p:nvPr/>
          </p:nvSpPr>
          <p:spPr>
            <a:xfrm>
              <a:off x="2537036" y="2940448"/>
              <a:ext cx="1996" cy="1433"/>
            </a:xfrm>
            <a:custGeom>
              <a:avLst/>
              <a:pathLst>
                <a:path w="1996" h="1433">
                  <a:moveTo>
                    <a:pt x="1996" y="1433"/>
                  </a:moveTo>
                  <a:lnTo>
                    <a:pt x="0" y="130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h912"/>
            <p:cNvSpPr/>
            <p:nvPr/>
          </p:nvSpPr>
          <p:spPr>
            <a:xfrm>
              <a:off x="2542274" y="2922325"/>
              <a:ext cx="17537" cy="13773"/>
            </a:xfrm>
            <a:custGeom>
              <a:avLst/>
              <a:pathLst>
                <a:path w="17537" h="13773">
                  <a:moveTo>
                    <a:pt x="14127" y="2900"/>
                  </a:moveTo>
                  <a:lnTo>
                    <a:pt x="17537" y="5237"/>
                  </a:lnTo>
                  <a:lnTo>
                    <a:pt x="17005" y="6333"/>
                  </a:lnTo>
                  <a:lnTo>
                    <a:pt x="17054" y="12795"/>
                  </a:lnTo>
                  <a:lnTo>
                    <a:pt x="15293" y="13773"/>
                  </a:lnTo>
                  <a:lnTo>
                    <a:pt x="13194" y="12259"/>
                  </a:lnTo>
                  <a:lnTo>
                    <a:pt x="0" y="11739"/>
                  </a:lnTo>
                  <a:lnTo>
                    <a:pt x="171" y="8672"/>
                  </a:lnTo>
                  <a:lnTo>
                    <a:pt x="125" y="6725"/>
                  </a:lnTo>
                  <a:lnTo>
                    <a:pt x="2389" y="6087"/>
                  </a:lnTo>
                  <a:lnTo>
                    <a:pt x="3248" y="3849"/>
                  </a:lnTo>
                  <a:lnTo>
                    <a:pt x="1250" y="3685"/>
                  </a:lnTo>
                  <a:lnTo>
                    <a:pt x="2998" y="1156"/>
                  </a:lnTo>
                  <a:lnTo>
                    <a:pt x="4125" y="1548"/>
                  </a:lnTo>
                  <a:lnTo>
                    <a:pt x="5876" y="0"/>
                  </a:lnTo>
                  <a:lnTo>
                    <a:pt x="8250" y="58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h913"/>
            <p:cNvSpPr/>
            <p:nvPr/>
          </p:nvSpPr>
          <p:spPr>
            <a:xfrm>
              <a:off x="2543879" y="2919633"/>
              <a:ext cx="1469" cy="3414"/>
            </a:xfrm>
            <a:custGeom>
              <a:avLst/>
              <a:pathLst>
                <a:path w="1469" h="3414">
                  <a:moveTo>
                    <a:pt x="447" y="194"/>
                  </a:moveTo>
                  <a:lnTo>
                    <a:pt x="1469" y="1273"/>
                  </a:lnTo>
                  <a:lnTo>
                    <a:pt x="189" y="34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h914"/>
            <p:cNvSpPr/>
            <p:nvPr/>
          </p:nvSpPr>
          <p:spPr>
            <a:xfrm>
              <a:off x="2406767" y="2912938"/>
              <a:ext cx="40241" cy="23704"/>
            </a:xfrm>
            <a:custGeom>
              <a:avLst/>
              <a:pathLst>
                <a:path w="40241" h="23704">
                  <a:moveTo>
                    <a:pt x="6290" y="0"/>
                  </a:moveTo>
                  <a:lnTo>
                    <a:pt x="6315" y="1358"/>
                  </a:lnTo>
                  <a:lnTo>
                    <a:pt x="7374" y="2053"/>
                  </a:lnTo>
                  <a:lnTo>
                    <a:pt x="23447" y="9253"/>
                  </a:lnTo>
                  <a:lnTo>
                    <a:pt x="34939" y="8210"/>
                  </a:lnTo>
                  <a:lnTo>
                    <a:pt x="35206" y="7685"/>
                  </a:lnTo>
                  <a:lnTo>
                    <a:pt x="36829" y="8310"/>
                  </a:lnTo>
                  <a:lnTo>
                    <a:pt x="38802" y="10833"/>
                  </a:lnTo>
                  <a:lnTo>
                    <a:pt x="38731" y="11936"/>
                  </a:lnTo>
                  <a:lnTo>
                    <a:pt x="40241" y="13190"/>
                  </a:lnTo>
                  <a:lnTo>
                    <a:pt x="40043" y="14771"/>
                  </a:lnTo>
                  <a:lnTo>
                    <a:pt x="37603" y="14413"/>
                  </a:lnTo>
                  <a:lnTo>
                    <a:pt x="36088" y="15024"/>
                  </a:lnTo>
                  <a:lnTo>
                    <a:pt x="35543" y="16830"/>
                  </a:lnTo>
                  <a:lnTo>
                    <a:pt x="31725" y="21173"/>
                  </a:lnTo>
                  <a:lnTo>
                    <a:pt x="25900" y="23704"/>
                  </a:lnTo>
                  <a:lnTo>
                    <a:pt x="21560" y="19537"/>
                  </a:lnTo>
                  <a:lnTo>
                    <a:pt x="23288" y="16874"/>
                  </a:lnTo>
                  <a:lnTo>
                    <a:pt x="16218" y="9485"/>
                  </a:lnTo>
                  <a:lnTo>
                    <a:pt x="15329" y="9767"/>
                  </a:lnTo>
                  <a:lnTo>
                    <a:pt x="14474" y="11265"/>
                  </a:lnTo>
                  <a:lnTo>
                    <a:pt x="1001" y="7702"/>
                  </a:lnTo>
                  <a:lnTo>
                    <a:pt x="0" y="9700"/>
                  </a:lnTo>
                  <a:lnTo>
                    <a:pt x="522" y="6366"/>
                  </a:lnTo>
                  <a:lnTo>
                    <a:pt x="1663" y="5227"/>
                  </a:lnTo>
                  <a:lnTo>
                    <a:pt x="2603" y="5360"/>
                  </a:lnTo>
                  <a:lnTo>
                    <a:pt x="3695" y="2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h915"/>
            <p:cNvSpPr/>
            <p:nvPr/>
          </p:nvSpPr>
          <p:spPr>
            <a:xfrm>
              <a:off x="2488824" y="2921664"/>
              <a:ext cx="12654" cy="17165"/>
            </a:xfrm>
            <a:custGeom>
              <a:avLst/>
              <a:pathLst>
                <a:path w="12654" h="17165">
                  <a:moveTo>
                    <a:pt x="12654" y="320"/>
                  </a:moveTo>
                  <a:lnTo>
                    <a:pt x="11680" y="6498"/>
                  </a:lnTo>
                  <a:lnTo>
                    <a:pt x="11859" y="10275"/>
                  </a:lnTo>
                  <a:lnTo>
                    <a:pt x="11224" y="17165"/>
                  </a:lnTo>
                  <a:lnTo>
                    <a:pt x="8900" y="16031"/>
                  </a:lnTo>
                  <a:lnTo>
                    <a:pt x="2739" y="14717"/>
                  </a:lnTo>
                  <a:lnTo>
                    <a:pt x="1550" y="13915"/>
                  </a:lnTo>
                  <a:lnTo>
                    <a:pt x="0" y="10417"/>
                  </a:lnTo>
                  <a:lnTo>
                    <a:pt x="1208" y="8166"/>
                  </a:lnTo>
                  <a:lnTo>
                    <a:pt x="2001" y="7957"/>
                  </a:lnTo>
                  <a:lnTo>
                    <a:pt x="2251" y="4818"/>
                  </a:lnTo>
                  <a:lnTo>
                    <a:pt x="9175" y="3226"/>
                  </a:lnTo>
                  <a:lnTo>
                    <a:pt x="10473" y="1808"/>
                  </a:lnTo>
                  <a:lnTo>
                    <a:pt x="1095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h916"/>
            <p:cNvSpPr/>
            <p:nvPr/>
          </p:nvSpPr>
          <p:spPr>
            <a:xfrm>
              <a:off x="2394464" y="3023191"/>
              <a:ext cx="33285" cy="40161"/>
            </a:xfrm>
            <a:custGeom>
              <a:avLst/>
              <a:pathLst>
                <a:path w="33285" h="40161">
                  <a:moveTo>
                    <a:pt x="20763" y="0"/>
                  </a:moveTo>
                  <a:lnTo>
                    <a:pt x="23168" y="1225"/>
                  </a:lnTo>
                  <a:lnTo>
                    <a:pt x="22514" y="3483"/>
                  </a:lnTo>
                  <a:lnTo>
                    <a:pt x="22801" y="6324"/>
                  </a:lnTo>
                  <a:lnTo>
                    <a:pt x="31033" y="12465"/>
                  </a:lnTo>
                  <a:lnTo>
                    <a:pt x="33285" y="13372"/>
                  </a:lnTo>
                  <a:lnTo>
                    <a:pt x="30888" y="13247"/>
                  </a:lnTo>
                  <a:lnTo>
                    <a:pt x="30055" y="20652"/>
                  </a:lnTo>
                  <a:lnTo>
                    <a:pt x="26487" y="21295"/>
                  </a:lnTo>
                  <a:lnTo>
                    <a:pt x="26575" y="23492"/>
                  </a:lnTo>
                  <a:lnTo>
                    <a:pt x="28315" y="28459"/>
                  </a:lnTo>
                  <a:lnTo>
                    <a:pt x="24217" y="30522"/>
                  </a:lnTo>
                  <a:lnTo>
                    <a:pt x="21842" y="34323"/>
                  </a:lnTo>
                  <a:lnTo>
                    <a:pt x="22467" y="35728"/>
                  </a:lnTo>
                  <a:lnTo>
                    <a:pt x="20396" y="40161"/>
                  </a:lnTo>
                  <a:lnTo>
                    <a:pt x="17181" y="38211"/>
                  </a:lnTo>
                  <a:lnTo>
                    <a:pt x="13505" y="34204"/>
                  </a:lnTo>
                  <a:lnTo>
                    <a:pt x="12041" y="32821"/>
                  </a:lnTo>
                  <a:lnTo>
                    <a:pt x="14164" y="30838"/>
                  </a:lnTo>
                  <a:lnTo>
                    <a:pt x="15412" y="28033"/>
                  </a:lnTo>
                  <a:lnTo>
                    <a:pt x="15192" y="26498"/>
                  </a:lnTo>
                  <a:lnTo>
                    <a:pt x="8345" y="26452"/>
                  </a:lnTo>
                  <a:lnTo>
                    <a:pt x="2616" y="22682"/>
                  </a:lnTo>
                  <a:lnTo>
                    <a:pt x="3237" y="19081"/>
                  </a:lnTo>
                  <a:lnTo>
                    <a:pt x="2869" y="17527"/>
                  </a:lnTo>
                  <a:lnTo>
                    <a:pt x="1430" y="12930"/>
                  </a:lnTo>
                  <a:lnTo>
                    <a:pt x="0" y="12212"/>
                  </a:lnTo>
                  <a:lnTo>
                    <a:pt x="172" y="11545"/>
                  </a:lnTo>
                  <a:lnTo>
                    <a:pt x="2084" y="10828"/>
                  </a:lnTo>
                  <a:lnTo>
                    <a:pt x="3196" y="11430"/>
                  </a:lnTo>
                  <a:lnTo>
                    <a:pt x="9319" y="8654"/>
                  </a:lnTo>
                  <a:lnTo>
                    <a:pt x="12367" y="3142"/>
                  </a:lnTo>
                  <a:lnTo>
                    <a:pt x="14519" y="230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h917"/>
            <p:cNvSpPr/>
            <p:nvPr/>
          </p:nvSpPr>
          <p:spPr>
            <a:xfrm>
              <a:off x="2415087" y="2856912"/>
              <a:ext cx="26552" cy="17179"/>
            </a:xfrm>
            <a:custGeom>
              <a:avLst/>
              <a:pathLst>
                <a:path w="26552" h="17179">
                  <a:moveTo>
                    <a:pt x="8387" y="1935"/>
                  </a:moveTo>
                  <a:lnTo>
                    <a:pt x="10297" y="310"/>
                  </a:lnTo>
                  <a:lnTo>
                    <a:pt x="16157" y="5445"/>
                  </a:lnTo>
                  <a:lnTo>
                    <a:pt x="16435" y="6388"/>
                  </a:lnTo>
                  <a:lnTo>
                    <a:pt x="15634" y="6674"/>
                  </a:lnTo>
                  <a:lnTo>
                    <a:pt x="20640" y="11218"/>
                  </a:lnTo>
                  <a:lnTo>
                    <a:pt x="24189" y="13727"/>
                  </a:lnTo>
                  <a:lnTo>
                    <a:pt x="26552" y="13084"/>
                  </a:lnTo>
                  <a:lnTo>
                    <a:pt x="26524" y="15593"/>
                  </a:lnTo>
                  <a:lnTo>
                    <a:pt x="25478" y="15107"/>
                  </a:lnTo>
                  <a:lnTo>
                    <a:pt x="24655" y="17179"/>
                  </a:lnTo>
                  <a:lnTo>
                    <a:pt x="24682" y="14379"/>
                  </a:lnTo>
                  <a:lnTo>
                    <a:pt x="22226" y="15322"/>
                  </a:lnTo>
                  <a:lnTo>
                    <a:pt x="10285" y="9309"/>
                  </a:lnTo>
                  <a:lnTo>
                    <a:pt x="1346" y="6482"/>
                  </a:lnTo>
                  <a:lnTo>
                    <a:pt x="648" y="6276"/>
                  </a:lnTo>
                  <a:lnTo>
                    <a:pt x="0" y="4258"/>
                  </a:lnTo>
                  <a:lnTo>
                    <a:pt x="477" y="2053"/>
                  </a:lnTo>
                  <a:lnTo>
                    <a:pt x="206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h918"/>
            <p:cNvSpPr/>
            <p:nvPr/>
          </p:nvSpPr>
          <p:spPr>
            <a:xfrm>
              <a:off x="2541273" y="2930997"/>
              <a:ext cx="1172" cy="3067"/>
            </a:xfrm>
            <a:custGeom>
              <a:avLst/>
              <a:pathLst>
                <a:path w="1172" h="3067">
                  <a:moveTo>
                    <a:pt x="0" y="1531"/>
                  </a:moveTo>
                  <a:lnTo>
                    <a:pt x="1172" y="0"/>
                  </a:lnTo>
                  <a:lnTo>
                    <a:pt x="1001" y="306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h919"/>
            <p:cNvSpPr/>
            <p:nvPr/>
          </p:nvSpPr>
          <p:spPr>
            <a:xfrm>
              <a:off x="2533613" y="2915816"/>
              <a:ext cx="14532" cy="13235"/>
            </a:xfrm>
            <a:custGeom>
              <a:avLst/>
              <a:pathLst>
                <a:path w="14532" h="13235">
                  <a:moveTo>
                    <a:pt x="10455" y="7231"/>
                  </a:moveTo>
                  <a:lnTo>
                    <a:pt x="11735" y="5090"/>
                  </a:lnTo>
                  <a:lnTo>
                    <a:pt x="13495" y="1939"/>
                  </a:lnTo>
                  <a:lnTo>
                    <a:pt x="14532" y="2983"/>
                  </a:lnTo>
                  <a:lnTo>
                    <a:pt x="12422" y="5228"/>
                  </a:lnTo>
                  <a:lnTo>
                    <a:pt x="11660" y="7665"/>
                  </a:lnTo>
                  <a:lnTo>
                    <a:pt x="9912" y="10195"/>
                  </a:lnTo>
                  <a:lnTo>
                    <a:pt x="11909" y="10359"/>
                  </a:lnTo>
                  <a:lnTo>
                    <a:pt x="11051" y="12597"/>
                  </a:lnTo>
                  <a:lnTo>
                    <a:pt x="8786" y="13235"/>
                  </a:lnTo>
                  <a:lnTo>
                    <a:pt x="8942" y="10866"/>
                  </a:lnTo>
                  <a:lnTo>
                    <a:pt x="0" y="6180"/>
                  </a:lnTo>
                  <a:lnTo>
                    <a:pt x="1071" y="2662"/>
                  </a:lnTo>
                  <a:lnTo>
                    <a:pt x="2292" y="0"/>
                  </a:lnTo>
                  <a:lnTo>
                    <a:pt x="10265" y="381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h920"/>
            <p:cNvSpPr/>
            <p:nvPr/>
          </p:nvSpPr>
          <p:spPr>
            <a:xfrm>
              <a:off x="2453869" y="2990692"/>
              <a:ext cx="8831" cy="4270"/>
            </a:xfrm>
            <a:custGeom>
              <a:avLst/>
              <a:pathLst>
                <a:path w="8831" h="4270">
                  <a:moveTo>
                    <a:pt x="1417" y="0"/>
                  </a:moveTo>
                  <a:lnTo>
                    <a:pt x="8831" y="703"/>
                  </a:lnTo>
                  <a:lnTo>
                    <a:pt x="8376" y="1531"/>
                  </a:lnTo>
                  <a:lnTo>
                    <a:pt x="8081" y="4270"/>
                  </a:lnTo>
                  <a:lnTo>
                    <a:pt x="0" y="262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h921"/>
            <p:cNvSpPr/>
            <p:nvPr/>
          </p:nvSpPr>
          <p:spPr>
            <a:xfrm>
              <a:off x="2449028" y="2929143"/>
              <a:ext cx="8789" cy="7673"/>
            </a:xfrm>
            <a:custGeom>
              <a:avLst/>
              <a:pathLst>
                <a:path w="8789" h="7673">
                  <a:moveTo>
                    <a:pt x="8789" y="3841"/>
                  </a:moveTo>
                  <a:lnTo>
                    <a:pt x="7758" y="7673"/>
                  </a:lnTo>
                  <a:lnTo>
                    <a:pt x="2415" y="4618"/>
                  </a:lnTo>
                  <a:lnTo>
                    <a:pt x="0" y="1625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h922"/>
            <p:cNvSpPr/>
            <p:nvPr/>
          </p:nvSpPr>
          <p:spPr>
            <a:xfrm>
              <a:off x="2436755" y="2909448"/>
              <a:ext cx="25949" cy="19604"/>
            </a:xfrm>
            <a:custGeom>
              <a:avLst/>
              <a:pathLst>
                <a:path w="25949" h="19604">
                  <a:moveTo>
                    <a:pt x="16784" y="6762"/>
                  </a:moveTo>
                  <a:lnTo>
                    <a:pt x="15298" y="10898"/>
                  </a:lnTo>
                  <a:lnTo>
                    <a:pt x="18971" y="12520"/>
                  </a:lnTo>
                  <a:lnTo>
                    <a:pt x="20075" y="13806"/>
                  </a:lnTo>
                  <a:lnTo>
                    <a:pt x="20123" y="15706"/>
                  </a:lnTo>
                  <a:lnTo>
                    <a:pt x="25949" y="14863"/>
                  </a:lnTo>
                  <a:lnTo>
                    <a:pt x="23403" y="19238"/>
                  </a:lnTo>
                  <a:lnTo>
                    <a:pt x="19677" y="19604"/>
                  </a:lnTo>
                  <a:lnTo>
                    <a:pt x="12994" y="17896"/>
                  </a:lnTo>
                  <a:lnTo>
                    <a:pt x="10253" y="16680"/>
                  </a:lnTo>
                  <a:lnTo>
                    <a:pt x="8743" y="15426"/>
                  </a:lnTo>
                  <a:lnTo>
                    <a:pt x="8814" y="14323"/>
                  </a:lnTo>
                  <a:lnTo>
                    <a:pt x="6841" y="11800"/>
                  </a:lnTo>
                  <a:lnTo>
                    <a:pt x="5218" y="11175"/>
                  </a:lnTo>
                  <a:lnTo>
                    <a:pt x="4951" y="11700"/>
                  </a:lnTo>
                  <a:lnTo>
                    <a:pt x="3994" y="9170"/>
                  </a:lnTo>
                  <a:lnTo>
                    <a:pt x="736" y="6856"/>
                  </a:lnTo>
                  <a:lnTo>
                    <a:pt x="0" y="5518"/>
                  </a:lnTo>
                  <a:lnTo>
                    <a:pt x="442" y="1755"/>
                  </a:lnTo>
                  <a:lnTo>
                    <a:pt x="2382" y="724"/>
                  </a:lnTo>
                  <a:lnTo>
                    <a:pt x="7319" y="680"/>
                  </a:lnTo>
                  <a:lnTo>
                    <a:pt x="8736" y="0"/>
                  </a:lnTo>
                  <a:lnTo>
                    <a:pt x="12579" y="257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h923"/>
            <p:cNvSpPr/>
            <p:nvPr/>
          </p:nvSpPr>
          <p:spPr>
            <a:xfrm>
              <a:off x="2449302" y="2948284"/>
              <a:ext cx="22684" cy="16393"/>
            </a:xfrm>
            <a:custGeom>
              <a:avLst/>
              <a:pathLst>
                <a:path w="22684" h="16393">
                  <a:moveTo>
                    <a:pt x="18881" y="17"/>
                  </a:moveTo>
                  <a:lnTo>
                    <a:pt x="22684" y="2735"/>
                  </a:lnTo>
                  <a:lnTo>
                    <a:pt x="18161" y="8513"/>
                  </a:lnTo>
                  <a:lnTo>
                    <a:pt x="8888" y="13974"/>
                  </a:lnTo>
                  <a:lnTo>
                    <a:pt x="8143" y="14043"/>
                  </a:lnTo>
                  <a:lnTo>
                    <a:pt x="6867" y="16393"/>
                  </a:lnTo>
                  <a:lnTo>
                    <a:pt x="3575" y="14512"/>
                  </a:lnTo>
                  <a:lnTo>
                    <a:pt x="2733" y="15981"/>
                  </a:lnTo>
                  <a:lnTo>
                    <a:pt x="1931" y="15844"/>
                  </a:lnTo>
                  <a:lnTo>
                    <a:pt x="0" y="13394"/>
                  </a:lnTo>
                  <a:lnTo>
                    <a:pt x="1607" y="11178"/>
                  </a:lnTo>
                  <a:lnTo>
                    <a:pt x="3447" y="12664"/>
                  </a:lnTo>
                  <a:lnTo>
                    <a:pt x="7657" y="13674"/>
                  </a:lnTo>
                  <a:lnTo>
                    <a:pt x="8666" y="13319"/>
                  </a:lnTo>
                  <a:lnTo>
                    <a:pt x="8109" y="11659"/>
                  </a:lnTo>
                  <a:lnTo>
                    <a:pt x="7147" y="11784"/>
                  </a:lnTo>
                  <a:lnTo>
                    <a:pt x="8961" y="4854"/>
                  </a:lnTo>
                  <a:lnTo>
                    <a:pt x="12853" y="1572"/>
                  </a:lnTo>
                  <a:lnTo>
                    <a:pt x="1727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h924"/>
            <p:cNvSpPr/>
            <p:nvPr/>
          </p:nvSpPr>
          <p:spPr>
            <a:xfrm>
              <a:off x="2460103" y="3023385"/>
              <a:ext cx="4263" cy="7520"/>
            </a:xfrm>
            <a:custGeom>
              <a:avLst/>
              <a:pathLst>
                <a:path w="4263" h="7520">
                  <a:moveTo>
                    <a:pt x="4263" y="7520"/>
                  </a:moveTo>
                  <a:lnTo>
                    <a:pt x="0" y="3242"/>
                  </a:lnTo>
                  <a:lnTo>
                    <a:pt x="621" y="0"/>
                  </a:lnTo>
                  <a:lnTo>
                    <a:pt x="4151" y="400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h925"/>
            <p:cNvSpPr/>
            <p:nvPr/>
          </p:nvSpPr>
          <p:spPr>
            <a:xfrm>
              <a:off x="2450708" y="3004730"/>
              <a:ext cx="16681" cy="17909"/>
            </a:xfrm>
            <a:custGeom>
              <a:avLst/>
              <a:pathLst>
                <a:path w="16681" h="17909">
                  <a:moveTo>
                    <a:pt x="4707" y="2678"/>
                  </a:moveTo>
                  <a:lnTo>
                    <a:pt x="8342" y="3446"/>
                  </a:lnTo>
                  <a:lnTo>
                    <a:pt x="8865" y="3390"/>
                  </a:lnTo>
                  <a:lnTo>
                    <a:pt x="9134" y="1886"/>
                  </a:lnTo>
                  <a:lnTo>
                    <a:pt x="10608" y="2448"/>
                  </a:lnTo>
                  <a:lnTo>
                    <a:pt x="16364" y="614"/>
                  </a:lnTo>
                  <a:lnTo>
                    <a:pt x="16681" y="776"/>
                  </a:lnTo>
                  <a:lnTo>
                    <a:pt x="13705" y="11319"/>
                  </a:lnTo>
                  <a:lnTo>
                    <a:pt x="11654" y="13426"/>
                  </a:lnTo>
                  <a:lnTo>
                    <a:pt x="10316" y="17909"/>
                  </a:lnTo>
                  <a:lnTo>
                    <a:pt x="8973" y="15458"/>
                  </a:lnTo>
                  <a:lnTo>
                    <a:pt x="5195" y="13950"/>
                  </a:lnTo>
                  <a:lnTo>
                    <a:pt x="1773" y="14465"/>
                  </a:lnTo>
                  <a:lnTo>
                    <a:pt x="1665" y="11717"/>
                  </a:lnTo>
                  <a:lnTo>
                    <a:pt x="77" y="6823"/>
                  </a:lnTo>
                  <a:lnTo>
                    <a:pt x="0" y="1098"/>
                  </a:lnTo>
                  <a:lnTo>
                    <a:pt x="1438" y="48"/>
                  </a:lnTo>
                  <a:lnTo>
                    <a:pt x="392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h926"/>
            <p:cNvSpPr/>
            <p:nvPr/>
          </p:nvSpPr>
          <p:spPr>
            <a:xfrm>
              <a:off x="2523106" y="2961533"/>
              <a:ext cx="10592" cy="6815"/>
            </a:xfrm>
            <a:custGeom>
              <a:avLst/>
              <a:pathLst>
                <a:path w="10592" h="6815">
                  <a:moveTo>
                    <a:pt x="10592" y="1896"/>
                  </a:moveTo>
                  <a:lnTo>
                    <a:pt x="10443" y="3828"/>
                  </a:lnTo>
                  <a:lnTo>
                    <a:pt x="4601" y="6815"/>
                  </a:lnTo>
                  <a:lnTo>
                    <a:pt x="2062" y="6409"/>
                  </a:lnTo>
                  <a:lnTo>
                    <a:pt x="0" y="2815"/>
                  </a:lnTo>
                  <a:lnTo>
                    <a:pt x="2926" y="2071"/>
                  </a:lnTo>
                  <a:lnTo>
                    <a:pt x="491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h927"/>
            <p:cNvSpPr/>
            <p:nvPr/>
          </p:nvSpPr>
          <p:spPr>
            <a:xfrm>
              <a:off x="2366658" y="2983168"/>
              <a:ext cx="19348" cy="10551"/>
            </a:xfrm>
            <a:custGeom>
              <a:avLst/>
              <a:pathLst>
                <a:path w="19348" h="10551">
                  <a:moveTo>
                    <a:pt x="11327" y="1867"/>
                  </a:moveTo>
                  <a:lnTo>
                    <a:pt x="13218" y="3601"/>
                  </a:lnTo>
                  <a:lnTo>
                    <a:pt x="15256" y="3803"/>
                  </a:lnTo>
                  <a:lnTo>
                    <a:pt x="14425" y="5123"/>
                  </a:lnTo>
                  <a:lnTo>
                    <a:pt x="17499" y="6543"/>
                  </a:lnTo>
                  <a:lnTo>
                    <a:pt x="19037" y="8272"/>
                  </a:lnTo>
                  <a:lnTo>
                    <a:pt x="19348" y="10016"/>
                  </a:lnTo>
                  <a:lnTo>
                    <a:pt x="11033" y="10551"/>
                  </a:lnTo>
                  <a:lnTo>
                    <a:pt x="4821" y="8670"/>
                  </a:lnTo>
                  <a:lnTo>
                    <a:pt x="1901" y="9045"/>
                  </a:lnTo>
                  <a:lnTo>
                    <a:pt x="0" y="7113"/>
                  </a:lnTo>
                  <a:lnTo>
                    <a:pt x="547" y="4579"/>
                  </a:lnTo>
                  <a:lnTo>
                    <a:pt x="4509" y="399"/>
                  </a:lnTo>
                  <a:lnTo>
                    <a:pt x="531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h928"/>
            <p:cNvSpPr/>
            <p:nvPr/>
          </p:nvSpPr>
          <p:spPr>
            <a:xfrm>
              <a:off x="2380623" y="2951709"/>
              <a:ext cx="28736" cy="23106"/>
            </a:xfrm>
            <a:custGeom>
              <a:avLst/>
              <a:pathLst>
                <a:path w="28736" h="23106">
                  <a:moveTo>
                    <a:pt x="11234" y="638"/>
                  </a:moveTo>
                  <a:lnTo>
                    <a:pt x="11958" y="3362"/>
                  </a:lnTo>
                  <a:lnTo>
                    <a:pt x="18195" y="5162"/>
                  </a:lnTo>
                  <a:lnTo>
                    <a:pt x="21245" y="5283"/>
                  </a:lnTo>
                  <a:lnTo>
                    <a:pt x="24361" y="13073"/>
                  </a:lnTo>
                  <a:lnTo>
                    <a:pt x="28736" y="18985"/>
                  </a:lnTo>
                  <a:lnTo>
                    <a:pt x="28179" y="21032"/>
                  </a:lnTo>
                  <a:lnTo>
                    <a:pt x="27296" y="22966"/>
                  </a:lnTo>
                  <a:lnTo>
                    <a:pt x="25025" y="20754"/>
                  </a:lnTo>
                  <a:lnTo>
                    <a:pt x="22964" y="20029"/>
                  </a:lnTo>
                  <a:lnTo>
                    <a:pt x="22403" y="21989"/>
                  </a:lnTo>
                  <a:lnTo>
                    <a:pt x="20768" y="21573"/>
                  </a:lnTo>
                  <a:lnTo>
                    <a:pt x="19239" y="19359"/>
                  </a:lnTo>
                  <a:lnTo>
                    <a:pt x="16256" y="17696"/>
                  </a:lnTo>
                  <a:lnTo>
                    <a:pt x="10988" y="16947"/>
                  </a:lnTo>
                  <a:lnTo>
                    <a:pt x="8532" y="19497"/>
                  </a:lnTo>
                  <a:lnTo>
                    <a:pt x="8407" y="22610"/>
                  </a:lnTo>
                  <a:lnTo>
                    <a:pt x="2156" y="23106"/>
                  </a:lnTo>
                  <a:lnTo>
                    <a:pt x="3012" y="20754"/>
                  </a:lnTo>
                  <a:lnTo>
                    <a:pt x="0" y="13153"/>
                  </a:lnTo>
                  <a:lnTo>
                    <a:pt x="1631" y="10698"/>
                  </a:lnTo>
                  <a:lnTo>
                    <a:pt x="4044" y="9487"/>
                  </a:lnTo>
                  <a:lnTo>
                    <a:pt x="6951" y="6320"/>
                  </a:lnTo>
                  <a:lnTo>
                    <a:pt x="5064" y="4499"/>
                  </a:lnTo>
                  <a:lnTo>
                    <a:pt x="5617" y="13"/>
                  </a:lnTo>
                  <a:lnTo>
                    <a:pt x="824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h929"/>
            <p:cNvSpPr/>
            <p:nvPr/>
          </p:nvSpPr>
          <p:spPr>
            <a:xfrm>
              <a:off x="2449028" y="2905381"/>
              <a:ext cx="29914" cy="30657"/>
            </a:xfrm>
            <a:custGeom>
              <a:avLst/>
              <a:pathLst>
                <a:path w="29914" h="30657">
                  <a:moveTo>
                    <a:pt x="25215" y="2389"/>
                  </a:moveTo>
                  <a:lnTo>
                    <a:pt x="27812" y="1224"/>
                  </a:lnTo>
                  <a:lnTo>
                    <a:pt x="29914" y="2183"/>
                  </a:lnTo>
                  <a:lnTo>
                    <a:pt x="28474" y="7082"/>
                  </a:lnTo>
                  <a:lnTo>
                    <a:pt x="28434" y="11047"/>
                  </a:lnTo>
                  <a:lnTo>
                    <a:pt x="25754" y="14876"/>
                  </a:lnTo>
                  <a:lnTo>
                    <a:pt x="24993" y="20318"/>
                  </a:lnTo>
                  <a:lnTo>
                    <a:pt x="24458" y="26155"/>
                  </a:lnTo>
                  <a:lnTo>
                    <a:pt x="21497" y="25671"/>
                  </a:lnTo>
                  <a:lnTo>
                    <a:pt x="20763" y="30474"/>
                  </a:lnTo>
                  <a:lnTo>
                    <a:pt x="13348" y="30657"/>
                  </a:lnTo>
                  <a:lnTo>
                    <a:pt x="8789" y="27602"/>
                  </a:lnTo>
                  <a:lnTo>
                    <a:pt x="4648" y="23761"/>
                  </a:lnTo>
                  <a:lnTo>
                    <a:pt x="0" y="25387"/>
                  </a:lnTo>
                  <a:lnTo>
                    <a:pt x="722" y="21963"/>
                  </a:lnTo>
                  <a:lnTo>
                    <a:pt x="7404" y="23671"/>
                  </a:lnTo>
                  <a:lnTo>
                    <a:pt x="11131" y="23304"/>
                  </a:lnTo>
                  <a:lnTo>
                    <a:pt x="13677" y="18930"/>
                  </a:lnTo>
                  <a:lnTo>
                    <a:pt x="7851" y="19773"/>
                  </a:lnTo>
                  <a:lnTo>
                    <a:pt x="7802" y="17873"/>
                  </a:lnTo>
                  <a:lnTo>
                    <a:pt x="6699" y="16587"/>
                  </a:lnTo>
                  <a:lnTo>
                    <a:pt x="11994" y="13896"/>
                  </a:lnTo>
                  <a:lnTo>
                    <a:pt x="14272" y="14570"/>
                  </a:lnTo>
                  <a:lnTo>
                    <a:pt x="14921" y="16279"/>
                  </a:lnTo>
                  <a:lnTo>
                    <a:pt x="16734" y="16533"/>
                  </a:lnTo>
                  <a:lnTo>
                    <a:pt x="18815" y="8980"/>
                  </a:lnTo>
                  <a:lnTo>
                    <a:pt x="20424" y="5687"/>
                  </a:lnTo>
                  <a:lnTo>
                    <a:pt x="24594" y="3530"/>
                  </a:lnTo>
                  <a:lnTo>
                    <a:pt x="2347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h930"/>
            <p:cNvSpPr/>
            <p:nvPr/>
          </p:nvSpPr>
          <p:spPr>
            <a:xfrm>
              <a:off x="2497778" y="2913728"/>
              <a:ext cx="7813" cy="8989"/>
            </a:xfrm>
            <a:custGeom>
              <a:avLst/>
              <a:pathLst>
                <a:path w="7813" h="8989">
                  <a:moveTo>
                    <a:pt x="7813" y="3568"/>
                  </a:moveTo>
                  <a:lnTo>
                    <a:pt x="6631" y="3585"/>
                  </a:lnTo>
                  <a:lnTo>
                    <a:pt x="5911" y="8989"/>
                  </a:lnTo>
                  <a:lnTo>
                    <a:pt x="4763" y="8827"/>
                  </a:lnTo>
                  <a:lnTo>
                    <a:pt x="910" y="5872"/>
                  </a:lnTo>
                  <a:lnTo>
                    <a:pt x="0" y="5323"/>
                  </a:lnTo>
                  <a:lnTo>
                    <a:pt x="3028" y="368"/>
                  </a:lnTo>
                  <a:lnTo>
                    <a:pt x="716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h931"/>
            <p:cNvSpPr/>
            <p:nvPr/>
          </p:nvSpPr>
          <p:spPr>
            <a:xfrm>
              <a:off x="2435453" y="3001980"/>
              <a:ext cx="19028" cy="29365"/>
            </a:xfrm>
            <a:custGeom>
              <a:avLst/>
              <a:pathLst>
                <a:path w="19028" h="29365">
                  <a:moveTo>
                    <a:pt x="4487" y="196"/>
                  </a:moveTo>
                  <a:lnTo>
                    <a:pt x="6339" y="1328"/>
                  </a:lnTo>
                  <a:lnTo>
                    <a:pt x="13172" y="675"/>
                  </a:lnTo>
                  <a:lnTo>
                    <a:pt x="13303" y="3983"/>
                  </a:lnTo>
                  <a:lnTo>
                    <a:pt x="15255" y="3848"/>
                  </a:lnTo>
                  <a:lnTo>
                    <a:pt x="15332" y="9573"/>
                  </a:lnTo>
                  <a:lnTo>
                    <a:pt x="16920" y="14467"/>
                  </a:lnTo>
                  <a:lnTo>
                    <a:pt x="17028" y="17216"/>
                  </a:lnTo>
                  <a:lnTo>
                    <a:pt x="19028" y="25984"/>
                  </a:lnTo>
                  <a:lnTo>
                    <a:pt x="18951" y="29365"/>
                  </a:lnTo>
                  <a:lnTo>
                    <a:pt x="17631" y="27612"/>
                  </a:lnTo>
                  <a:lnTo>
                    <a:pt x="16666" y="24160"/>
                  </a:lnTo>
                  <a:lnTo>
                    <a:pt x="13524" y="20310"/>
                  </a:lnTo>
                  <a:lnTo>
                    <a:pt x="11755" y="19002"/>
                  </a:lnTo>
                  <a:lnTo>
                    <a:pt x="7301" y="18018"/>
                  </a:lnTo>
                  <a:lnTo>
                    <a:pt x="6188" y="19676"/>
                  </a:lnTo>
                  <a:lnTo>
                    <a:pt x="4734" y="16251"/>
                  </a:lnTo>
                  <a:lnTo>
                    <a:pt x="4957" y="14008"/>
                  </a:lnTo>
                  <a:lnTo>
                    <a:pt x="3103" y="9853"/>
                  </a:lnTo>
                  <a:lnTo>
                    <a:pt x="907" y="7562"/>
                  </a:lnTo>
                  <a:lnTo>
                    <a:pt x="0" y="4507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h932"/>
            <p:cNvSpPr/>
            <p:nvPr/>
          </p:nvSpPr>
          <p:spPr>
            <a:xfrm>
              <a:off x="2463142" y="2988815"/>
              <a:ext cx="5175" cy="2570"/>
            </a:xfrm>
            <a:custGeom>
              <a:avLst/>
              <a:pathLst>
                <a:path w="5175" h="2570">
                  <a:moveTo>
                    <a:pt x="4348" y="2570"/>
                  </a:moveTo>
                  <a:lnTo>
                    <a:pt x="0" y="1505"/>
                  </a:lnTo>
                  <a:lnTo>
                    <a:pt x="1158" y="558"/>
                  </a:lnTo>
                  <a:lnTo>
                    <a:pt x="517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h933"/>
            <p:cNvSpPr/>
            <p:nvPr/>
          </p:nvSpPr>
          <p:spPr>
            <a:xfrm>
              <a:off x="2340391" y="3001752"/>
              <a:ext cx="42636" cy="29998"/>
            </a:xfrm>
            <a:custGeom>
              <a:avLst/>
              <a:pathLst>
                <a:path w="42636" h="29998">
                  <a:moveTo>
                    <a:pt x="28226" y="328"/>
                  </a:moveTo>
                  <a:lnTo>
                    <a:pt x="31012" y="1581"/>
                  </a:lnTo>
                  <a:lnTo>
                    <a:pt x="32532" y="4294"/>
                  </a:lnTo>
                  <a:lnTo>
                    <a:pt x="34873" y="3874"/>
                  </a:lnTo>
                  <a:lnTo>
                    <a:pt x="36999" y="6926"/>
                  </a:lnTo>
                  <a:lnTo>
                    <a:pt x="38171" y="8161"/>
                  </a:lnTo>
                  <a:lnTo>
                    <a:pt x="40131" y="8805"/>
                  </a:lnTo>
                  <a:lnTo>
                    <a:pt x="42636" y="13100"/>
                  </a:lnTo>
                  <a:lnTo>
                    <a:pt x="41742" y="21751"/>
                  </a:lnTo>
                  <a:lnTo>
                    <a:pt x="39976" y="25920"/>
                  </a:lnTo>
                  <a:lnTo>
                    <a:pt x="38636" y="27117"/>
                  </a:lnTo>
                  <a:lnTo>
                    <a:pt x="35610" y="27745"/>
                  </a:lnTo>
                  <a:lnTo>
                    <a:pt x="33866" y="26936"/>
                  </a:lnTo>
                  <a:lnTo>
                    <a:pt x="33057" y="25410"/>
                  </a:lnTo>
                  <a:lnTo>
                    <a:pt x="26980" y="23715"/>
                  </a:lnTo>
                  <a:lnTo>
                    <a:pt x="24346" y="29562"/>
                  </a:lnTo>
                  <a:lnTo>
                    <a:pt x="21315" y="29998"/>
                  </a:lnTo>
                  <a:lnTo>
                    <a:pt x="14516" y="26983"/>
                  </a:lnTo>
                  <a:lnTo>
                    <a:pt x="9754" y="27100"/>
                  </a:lnTo>
                  <a:lnTo>
                    <a:pt x="8501" y="27692"/>
                  </a:lnTo>
                  <a:lnTo>
                    <a:pt x="8586" y="28636"/>
                  </a:lnTo>
                  <a:lnTo>
                    <a:pt x="3164" y="25999"/>
                  </a:lnTo>
                  <a:lnTo>
                    <a:pt x="0" y="22652"/>
                  </a:lnTo>
                  <a:lnTo>
                    <a:pt x="7119" y="15511"/>
                  </a:lnTo>
                  <a:lnTo>
                    <a:pt x="8824" y="11971"/>
                  </a:lnTo>
                  <a:lnTo>
                    <a:pt x="9551" y="7870"/>
                  </a:lnTo>
                  <a:lnTo>
                    <a:pt x="15027" y="5226"/>
                  </a:lnTo>
                  <a:lnTo>
                    <a:pt x="17217" y="5176"/>
                  </a:lnTo>
                  <a:lnTo>
                    <a:pt x="22339" y="1246"/>
                  </a:lnTo>
                  <a:lnTo>
                    <a:pt x="2292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h934"/>
            <p:cNvSpPr/>
            <p:nvPr/>
          </p:nvSpPr>
          <p:spPr>
            <a:xfrm>
              <a:off x="2518645" y="2941411"/>
              <a:ext cx="42466" cy="19091"/>
            </a:xfrm>
            <a:custGeom>
              <a:avLst/>
              <a:pathLst>
                <a:path w="42466" h="19091">
                  <a:moveTo>
                    <a:pt x="26231" y="548"/>
                  </a:moveTo>
                  <a:lnTo>
                    <a:pt x="28977" y="2462"/>
                  </a:lnTo>
                  <a:lnTo>
                    <a:pt x="33978" y="4252"/>
                  </a:lnTo>
                  <a:lnTo>
                    <a:pt x="40803" y="10290"/>
                  </a:lnTo>
                  <a:lnTo>
                    <a:pt x="42466" y="10366"/>
                  </a:lnTo>
                  <a:lnTo>
                    <a:pt x="41561" y="11328"/>
                  </a:lnTo>
                  <a:lnTo>
                    <a:pt x="42191" y="15139"/>
                  </a:lnTo>
                  <a:lnTo>
                    <a:pt x="41554" y="17892"/>
                  </a:lnTo>
                  <a:lnTo>
                    <a:pt x="42216" y="18582"/>
                  </a:lnTo>
                  <a:lnTo>
                    <a:pt x="35869" y="17000"/>
                  </a:lnTo>
                  <a:lnTo>
                    <a:pt x="34467" y="18378"/>
                  </a:lnTo>
                  <a:lnTo>
                    <a:pt x="31696" y="19091"/>
                  </a:lnTo>
                  <a:lnTo>
                    <a:pt x="28493" y="17543"/>
                  </a:lnTo>
                  <a:lnTo>
                    <a:pt x="26140" y="18002"/>
                  </a:lnTo>
                  <a:lnTo>
                    <a:pt x="11935" y="15596"/>
                  </a:lnTo>
                  <a:lnTo>
                    <a:pt x="11770" y="13860"/>
                  </a:lnTo>
                  <a:lnTo>
                    <a:pt x="10053" y="11379"/>
                  </a:lnTo>
                  <a:lnTo>
                    <a:pt x="5783" y="12883"/>
                  </a:lnTo>
                  <a:lnTo>
                    <a:pt x="4477" y="15972"/>
                  </a:lnTo>
                  <a:lnTo>
                    <a:pt x="333" y="15021"/>
                  </a:lnTo>
                  <a:lnTo>
                    <a:pt x="0" y="9087"/>
                  </a:lnTo>
                  <a:lnTo>
                    <a:pt x="1595" y="8364"/>
                  </a:lnTo>
                  <a:lnTo>
                    <a:pt x="8423" y="5569"/>
                  </a:lnTo>
                  <a:lnTo>
                    <a:pt x="13246" y="2525"/>
                  </a:lnTo>
                  <a:lnTo>
                    <a:pt x="15227" y="2527"/>
                  </a:lnTo>
                  <a:lnTo>
                    <a:pt x="16236" y="2612"/>
                  </a:lnTo>
                  <a:lnTo>
                    <a:pt x="18390" y="344"/>
                  </a:lnTo>
                  <a:lnTo>
                    <a:pt x="20387" y="470"/>
                  </a:lnTo>
                  <a:lnTo>
                    <a:pt x="217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h935"/>
            <p:cNvSpPr/>
            <p:nvPr/>
          </p:nvSpPr>
          <p:spPr>
            <a:xfrm>
              <a:off x="2462313" y="2924994"/>
              <a:ext cx="29249" cy="16862"/>
            </a:xfrm>
            <a:custGeom>
              <a:avLst/>
              <a:pathLst>
                <a:path w="29249" h="16862">
                  <a:moveTo>
                    <a:pt x="18616" y="0"/>
                  </a:moveTo>
                  <a:lnTo>
                    <a:pt x="22498" y="3923"/>
                  </a:lnTo>
                  <a:lnTo>
                    <a:pt x="22826" y="5296"/>
                  </a:lnTo>
                  <a:lnTo>
                    <a:pt x="27719" y="4836"/>
                  </a:lnTo>
                  <a:lnTo>
                    <a:pt x="26510" y="7087"/>
                  </a:lnTo>
                  <a:lnTo>
                    <a:pt x="28061" y="10585"/>
                  </a:lnTo>
                  <a:lnTo>
                    <a:pt x="29249" y="11387"/>
                  </a:lnTo>
                  <a:lnTo>
                    <a:pt x="26567" y="14457"/>
                  </a:lnTo>
                  <a:lnTo>
                    <a:pt x="23147" y="12965"/>
                  </a:lnTo>
                  <a:lnTo>
                    <a:pt x="21581" y="14875"/>
                  </a:lnTo>
                  <a:lnTo>
                    <a:pt x="19057" y="14351"/>
                  </a:lnTo>
                  <a:lnTo>
                    <a:pt x="6562" y="16862"/>
                  </a:lnTo>
                  <a:lnTo>
                    <a:pt x="1061" y="15921"/>
                  </a:lnTo>
                  <a:lnTo>
                    <a:pt x="0" y="14959"/>
                  </a:lnTo>
                  <a:lnTo>
                    <a:pt x="62" y="11044"/>
                  </a:lnTo>
                  <a:lnTo>
                    <a:pt x="7478" y="10861"/>
                  </a:lnTo>
                  <a:lnTo>
                    <a:pt x="8212" y="6057"/>
                  </a:lnTo>
                  <a:lnTo>
                    <a:pt x="11172" y="6542"/>
                  </a:lnTo>
                  <a:lnTo>
                    <a:pt x="11708" y="70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h936"/>
            <p:cNvSpPr/>
            <p:nvPr/>
          </p:nvSpPr>
          <p:spPr>
            <a:xfrm>
              <a:off x="2525129" y="2967942"/>
              <a:ext cx="7382" cy="13280"/>
            </a:xfrm>
            <a:custGeom>
              <a:avLst/>
              <a:pathLst>
                <a:path w="7382" h="13280">
                  <a:moveTo>
                    <a:pt x="2577" y="406"/>
                  </a:moveTo>
                  <a:lnTo>
                    <a:pt x="7382" y="5417"/>
                  </a:lnTo>
                  <a:lnTo>
                    <a:pt x="5529" y="8175"/>
                  </a:lnTo>
                  <a:lnTo>
                    <a:pt x="5966" y="10750"/>
                  </a:lnTo>
                  <a:lnTo>
                    <a:pt x="3551" y="13280"/>
                  </a:lnTo>
                  <a:lnTo>
                    <a:pt x="951" y="12470"/>
                  </a:lnTo>
                  <a:lnTo>
                    <a:pt x="0" y="9998"/>
                  </a:lnTo>
                  <a:lnTo>
                    <a:pt x="1636" y="1354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h937"/>
            <p:cNvSpPr/>
            <p:nvPr/>
          </p:nvSpPr>
          <p:spPr>
            <a:xfrm>
              <a:off x="2513300" y="2928378"/>
              <a:ext cx="1098" cy="1667"/>
            </a:xfrm>
            <a:custGeom>
              <a:avLst/>
              <a:pathLst>
                <a:path w="1098" h="1667">
                  <a:moveTo>
                    <a:pt x="410" y="0"/>
                  </a:moveTo>
                  <a:lnTo>
                    <a:pt x="1098" y="1411"/>
                  </a:lnTo>
                  <a:lnTo>
                    <a:pt x="0" y="166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h938"/>
            <p:cNvSpPr/>
            <p:nvPr/>
          </p:nvSpPr>
          <p:spPr>
            <a:xfrm>
              <a:off x="2509655" y="2917529"/>
              <a:ext cx="2492" cy="2047"/>
            </a:xfrm>
            <a:custGeom>
              <a:avLst/>
              <a:pathLst>
                <a:path w="2492" h="2047">
                  <a:moveTo>
                    <a:pt x="376" y="0"/>
                  </a:moveTo>
                  <a:lnTo>
                    <a:pt x="2492" y="420"/>
                  </a:lnTo>
                  <a:lnTo>
                    <a:pt x="1987" y="2047"/>
                  </a:lnTo>
                  <a:lnTo>
                    <a:pt x="0" y="200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h939"/>
            <p:cNvSpPr/>
            <p:nvPr/>
          </p:nvSpPr>
          <p:spPr>
            <a:xfrm>
              <a:off x="2381084" y="2975788"/>
              <a:ext cx="32991" cy="24737"/>
            </a:xfrm>
            <a:custGeom>
              <a:avLst/>
              <a:pathLst>
                <a:path w="32991" h="24737">
                  <a:moveTo>
                    <a:pt x="10884" y="0"/>
                  </a:moveTo>
                  <a:lnTo>
                    <a:pt x="15784" y="1088"/>
                  </a:lnTo>
                  <a:lnTo>
                    <a:pt x="19339" y="5757"/>
                  </a:lnTo>
                  <a:lnTo>
                    <a:pt x="17786" y="6646"/>
                  </a:lnTo>
                  <a:lnTo>
                    <a:pt x="20082" y="7256"/>
                  </a:lnTo>
                  <a:lnTo>
                    <a:pt x="21153" y="8630"/>
                  </a:lnTo>
                  <a:lnTo>
                    <a:pt x="22231" y="13091"/>
                  </a:lnTo>
                  <a:lnTo>
                    <a:pt x="31679" y="12073"/>
                  </a:lnTo>
                  <a:lnTo>
                    <a:pt x="32991" y="13365"/>
                  </a:lnTo>
                  <a:lnTo>
                    <a:pt x="31254" y="17376"/>
                  </a:lnTo>
                  <a:lnTo>
                    <a:pt x="29517" y="19574"/>
                  </a:lnTo>
                  <a:lnTo>
                    <a:pt x="27757" y="20767"/>
                  </a:lnTo>
                  <a:lnTo>
                    <a:pt x="25436" y="19861"/>
                  </a:lnTo>
                  <a:lnTo>
                    <a:pt x="21900" y="19606"/>
                  </a:lnTo>
                  <a:lnTo>
                    <a:pt x="21713" y="24737"/>
                  </a:lnTo>
                  <a:lnTo>
                    <a:pt x="9898" y="23888"/>
                  </a:lnTo>
                  <a:lnTo>
                    <a:pt x="7054" y="23003"/>
                  </a:lnTo>
                  <a:lnTo>
                    <a:pt x="4154" y="20610"/>
                  </a:lnTo>
                  <a:lnTo>
                    <a:pt x="4922" y="17396"/>
                  </a:lnTo>
                  <a:lnTo>
                    <a:pt x="4611" y="15652"/>
                  </a:lnTo>
                  <a:lnTo>
                    <a:pt x="3074" y="13923"/>
                  </a:lnTo>
                  <a:lnTo>
                    <a:pt x="0" y="12503"/>
                  </a:lnTo>
                  <a:lnTo>
                    <a:pt x="830" y="11184"/>
                  </a:lnTo>
                  <a:lnTo>
                    <a:pt x="2115" y="8684"/>
                  </a:lnTo>
                  <a:lnTo>
                    <a:pt x="2220" y="6120"/>
                  </a:lnTo>
                  <a:lnTo>
                    <a:pt x="1214" y="6163"/>
                  </a:lnTo>
                  <a:lnTo>
                    <a:pt x="1471" y="4881"/>
                  </a:lnTo>
                  <a:lnTo>
                    <a:pt x="3349" y="3352"/>
                  </a:lnTo>
                  <a:lnTo>
                    <a:pt x="5089" y="1264"/>
                  </a:lnTo>
                  <a:lnTo>
                    <a:pt x="7048" y="1034"/>
                  </a:lnTo>
                  <a:lnTo>
                    <a:pt x="7121" y="5315"/>
                  </a:lnTo>
                  <a:lnTo>
                    <a:pt x="8677" y="6780"/>
                  </a:lnTo>
                  <a:lnTo>
                    <a:pt x="9397" y="5834"/>
                  </a:lnTo>
                  <a:lnTo>
                    <a:pt x="8635" y="3314"/>
                  </a:lnTo>
                  <a:lnTo>
                    <a:pt x="8850" y="33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h940"/>
            <p:cNvSpPr/>
            <p:nvPr/>
          </p:nvSpPr>
          <p:spPr>
            <a:xfrm>
              <a:off x="2437997" y="2869331"/>
              <a:ext cx="34199" cy="38233"/>
            </a:xfrm>
            <a:custGeom>
              <a:avLst/>
              <a:pathLst>
                <a:path w="34199" h="38233">
                  <a:moveTo>
                    <a:pt x="8393" y="985"/>
                  </a:moveTo>
                  <a:lnTo>
                    <a:pt x="11378" y="3724"/>
                  </a:lnTo>
                  <a:lnTo>
                    <a:pt x="14820" y="813"/>
                  </a:lnTo>
                  <a:lnTo>
                    <a:pt x="20350" y="1108"/>
                  </a:lnTo>
                  <a:lnTo>
                    <a:pt x="24621" y="0"/>
                  </a:lnTo>
                  <a:lnTo>
                    <a:pt x="25435" y="1728"/>
                  </a:lnTo>
                  <a:lnTo>
                    <a:pt x="27588" y="8275"/>
                  </a:lnTo>
                  <a:lnTo>
                    <a:pt x="21762" y="7262"/>
                  </a:lnTo>
                  <a:lnTo>
                    <a:pt x="16034" y="8560"/>
                  </a:lnTo>
                  <a:lnTo>
                    <a:pt x="17143" y="15866"/>
                  </a:lnTo>
                  <a:lnTo>
                    <a:pt x="19319" y="19441"/>
                  </a:lnTo>
                  <a:lnTo>
                    <a:pt x="22882" y="20527"/>
                  </a:lnTo>
                  <a:lnTo>
                    <a:pt x="25044" y="20068"/>
                  </a:lnTo>
                  <a:lnTo>
                    <a:pt x="32640" y="22484"/>
                  </a:lnTo>
                  <a:lnTo>
                    <a:pt x="29423" y="26186"/>
                  </a:lnTo>
                  <a:lnTo>
                    <a:pt x="28360" y="32072"/>
                  </a:lnTo>
                  <a:lnTo>
                    <a:pt x="34199" y="35531"/>
                  </a:lnTo>
                  <a:lnTo>
                    <a:pt x="32168" y="38233"/>
                  </a:lnTo>
                  <a:lnTo>
                    <a:pt x="30993" y="35389"/>
                  </a:lnTo>
                  <a:lnTo>
                    <a:pt x="26213" y="33752"/>
                  </a:lnTo>
                  <a:lnTo>
                    <a:pt x="21131" y="34009"/>
                  </a:lnTo>
                  <a:lnTo>
                    <a:pt x="19461" y="35000"/>
                  </a:lnTo>
                  <a:lnTo>
                    <a:pt x="13350" y="33129"/>
                  </a:lnTo>
                  <a:lnTo>
                    <a:pt x="10725" y="33887"/>
                  </a:lnTo>
                  <a:lnTo>
                    <a:pt x="9104" y="33453"/>
                  </a:lnTo>
                  <a:lnTo>
                    <a:pt x="9173" y="31526"/>
                  </a:lnTo>
                  <a:lnTo>
                    <a:pt x="10718" y="29217"/>
                  </a:lnTo>
                  <a:lnTo>
                    <a:pt x="9974" y="27997"/>
                  </a:lnTo>
                  <a:lnTo>
                    <a:pt x="4564" y="30228"/>
                  </a:lnTo>
                  <a:lnTo>
                    <a:pt x="0" y="30323"/>
                  </a:lnTo>
                  <a:lnTo>
                    <a:pt x="9" y="29123"/>
                  </a:lnTo>
                  <a:lnTo>
                    <a:pt x="6744" y="23971"/>
                  </a:lnTo>
                  <a:lnTo>
                    <a:pt x="4050" y="18610"/>
                  </a:lnTo>
                  <a:lnTo>
                    <a:pt x="4458" y="15309"/>
                  </a:lnTo>
                  <a:lnTo>
                    <a:pt x="6797" y="15674"/>
                  </a:lnTo>
                  <a:lnTo>
                    <a:pt x="7030" y="11866"/>
                  </a:lnTo>
                  <a:lnTo>
                    <a:pt x="1457" y="9810"/>
                  </a:lnTo>
                  <a:lnTo>
                    <a:pt x="1744" y="4761"/>
                  </a:lnTo>
                  <a:lnTo>
                    <a:pt x="2568" y="2689"/>
                  </a:lnTo>
                  <a:lnTo>
                    <a:pt x="3614" y="3174"/>
                  </a:lnTo>
                  <a:lnTo>
                    <a:pt x="3642" y="66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h941"/>
            <p:cNvSpPr/>
            <p:nvPr/>
          </p:nvSpPr>
          <p:spPr>
            <a:xfrm>
              <a:off x="2461951" y="2990320"/>
              <a:ext cx="6343" cy="8421"/>
            </a:xfrm>
            <a:custGeom>
              <a:avLst/>
              <a:pathLst>
                <a:path w="6343" h="8421">
                  <a:moveTo>
                    <a:pt x="1191" y="0"/>
                  </a:moveTo>
                  <a:lnTo>
                    <a:pt x="5540" y="1064"/>
                  </a:lnTo>
                  <a:lnTo>
                    <a:pt x="6343" y="8421"/>
                  </a:lnTo>
                  <a:lnTo>
                    <a:pt x="812" y="4638"/>
                  </a:lnTo>
                  <a:lnTo>
                    <a:pt x="0" y="4641"/>
                  </a:lnTo>
                  <a:lnTo>
                    <a:pt x="295" y="1903"/>
                  </a:lnTo>
                  <a:lnTo>
                    <a:pt x="684" y="190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h942"/>
            <p:cNvSpPr/>
            <p:nvPr/>
          </p:nvSpPr>
          <p:spPr>
            <a:xfrm>
              <a:off x="2458191" y="2951019"/>
              <a:ext cx="17621" cy="11239"/>
            </a:xfrm>
            <a:custGeom>
              <a:avLst/>
              <a:pathLst>
                <a:path w="17621" h="11239">
                  <a:moveTo>
                    <a:pt x="17621" y="4649"/>
                  </a:moveTo>
                  <a:lnTo>
                    <a:pt x="17058" y="6806"/>
                  </a:lnTo>
                  <a:lnTo>
                    <a:pt x="11397" y="7578"/>
                  </a:lnTo>
                  <a:lnTo>
                    <a:pt x="10252" y="9226"/>
                  </a:lnTo>
                  <a:lnTo>
                    <a:pt x="3631" y="11080"/>
                  </a:lnTo>
                  <a:lnTo>
                    <a:pt x="0" y="11239"/>
                  </a:lnTo>
                  <a:lnTo>
                    <a:pt x="9273" y="5778"/>
                  </a:lnTo>
                  <a:lnTo>
                    <a:pt x="137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h943"/>
            <p:cNvSpPr/>
            <p:nvPr/>
          </p:nvSpPr>
          <p:spPr>
            <a:xfrm>
              <a:off x="2416307" y="3030255"/>
              <a:ext cx="31188" cy="28664"/>
            </a:xfrm>
            <a:custGeom>
              <a:avLst/>
              <a:pathLst>
                <a:path w="31188" h="28664">
                  <a:moveTo>
                    <a:pt x="17549" y="1625"/>
                  </a:moveTo>
                  <a:lnTo>
                    <a:pt x="22998" y="2003"/>
                  </a:lnTo>
                  <a:lnTo>
                    <a:pt x="26858" y="6929"/>
                  </a:lnTo>
                  <a:lnTo>
                    <a:pt x="31188" y="13457"/>
                  </a:lnTo>
                  <a:lnTo>
                    <a:pt x="30289" y="13647"/>
                  </a:lnTo>
                  <a:lnTo>
                    <a:pt x="27426" y="10963"/>
                  </a:lnTo>
                  <a:lnTo>
                    <a:pt x="23548" y="10737"/>
                  </a:lnTo>
                  <a:lnTo>
                    <a:pt x="19021" y="19093"/>
                  </a:lnTo>
                  <a:lnTo>
                    <a:pt x="18363" y="22475"/>
                  </a:lnTo>
                  <a:lnTo>
                    <a:pt x="17454" y="23646"/>
                  </a:lnTo>
                  <a:lnTo>
                    <a:pt x="15635" y="22528"/>
                  </a:lnTo>
                  <a:lnTo>
                    <a:pt x="11244" y="25807"/>
                  </a:lnTo>
                  <a:lnTo>
                    <a:pt x="5898" y="26179"/>
                  </a:lnTo>
                  <a:lnTo>
                    <a:pt x="624" y="28664"/>
                  </a:lnTo>
                  <a:lnTo>
                    <a:pt x="0" y="27259"/>
                  </a:lnTo>
                  <a:lnTo>
                    <a:pt x="2374" y="23458"/>
                  </a:lnTo>
                  <a:lnTo>
                    <a:pt x="6472" y="21395"/>
                  </a:lnTo>
                  <a:lnTo>
                    <a:pt x="4732" y="16428"/>
                  </a:lnTo>
                  <a:lnTo>
                    <a:pt x="4644" y="14231"/>
                  </a:lnTo>
                  <a:lnTo>
                    <a:pt x="8212" y="13589"/>
                  </a:lnTo>
                  <a:lnTo>
                    <a:pt x="13109" y="15267"/>
                  </a:lnTo>
                  <a:lnTo>
                    <a:pt x="13471" y="7999"/>
                  </a:lnTo>
                  <a:lnTo>
                    <a:pt x="12245" y="6283"/>
                  </a:lnTo>
                  <a:lnTo>
                    <a:pt x="11443" y="6308"/>
                  </a:lnTo>
                  <a:lnTo>
                    <a:pt x="9191" y="5402"/>
                  </a:lnTo>
                  <a:lnTo>
                    <a:pt x="1028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h944"/>
            <p:cNvSpPr/>
            <p:nvPr/>
          </p:nvSpPr>
          <p:spPr>
            <a:xfrm>
              <a:off x="2378753" y="2917825"/>
              <a:ext cx="29079" cy="34521"/>
            </a:xfrm>
            <a:custGeom>
              <a:avLst/>
              <a:pathLst>
                <a:path w="29079" h="34521">
                  <a:moveTo>
                    <a:pt x="20568" y="0"/>
                  </a:moveTo>
                  <a:lnTo>
                    <a:pt x="20800" y="1407"/>
                  </a:lnTo>
                  <a:lnTo>
                    <a:pt x="21657" y="21191"/>
                  </a:lnTo>
                  <a:lnTo>
                    <a:pt x="24346" y="22837"/>
                  </a:lnTo>
                  <a:lnTo>
                    <a:pt x="29079" y="23051"/>
                  </a:lnTo>
                  <a:lnTo>
                    <a:pt x="28455" y="26214"/>
                  </a:lnTo>
                  <a:lnTo>
                    <a:pt x="26531" y="26354"/>
                  </a:lnTo>
                  <a:lnTo>
                    <a:pt x="23564" y="29354"/>
                  </a:lnTo>
                  <a:lnTo>
                    <a:pt x="22813" y="32131"/>
                  </a:lnTo>
                  <a:lnTo>
                    <a:pt x="23456" y="32537"/>
                  </a:lnTo>
                  <a:lnTo>
                    <a:pt x="22114" y="34201"/>
                  </a:lnTo>
                  <a:lnTo>
                    <a:pt x="19428" y="33628"/>
                  </a:lnTo>
                  <a:lnTo>
                    <a:pt x="19824" y="31178"/>
                  </a:lnTo>
                  <a:lnTo>
                    <a:pt x="16199" y="29878"/>
                  </a:lnTo>
                  <a:lnTo>
                    <a:pt x="15276" y="30629"/>
                  </a:lnTo>
                  <a:lnTo>
                    <a:pt x="15241" y="33554"/>
                  </a:lnTo>
                  <a:lnTo>
                    <a:pt x="13104" y="34521"/>
                  </a:lnTo>
                  <a:lnTo>
                    <a:pt x="10117" y="33883"/>
                  </a:lnTo>
                  <a:lnTo>
                    <a:pt x="9296" y="33154"/>
                  </a:lnTo>
                  <a:lnTo>
                    <a:pt x="7943" y="29252"/>
                  </a:lnTo>
                  <a:lnTo>
                    <a:pt x="5849" y="26773"/>
                  </a:lnTo>
                  <a:lnTo>
                    <a:pt x="4388" y="26184"/>
                  </a:lnTo>
                  <a:lnTo>
                    <a:pt x="2143" y="21467"/>
                  </a:lnTo>
                  <a:lnTo>
                    <a:pt x="1506" y="18403"/>
                  </a:lnTo>
                  <a:lnTo>
                    <a:pt x="2025" y="17084"/>
                  </a:lnTo>
                  <a:lnTo>
                    <a:pt x="0" y="13840"/>
                  </a:lnTo>
                  <a:lnTo>
                    <a:pt x="689" y="9277"/>
                  </a:lnTo>
                  <a:lnTo>
                    <a:pt x="3938" y="7584"/>
                  </a:lnTo>
                  <a:lnTo>
                    <a:pt x="3959" y="8998"/>
                  </a:lnTo>
                  <a:lnTo>
                    <a:pt x="8161" y="9013"/>
                  </a:lnTo>
                  <a:lnTo>
                    <a:pt x="12899" y="5847"/>
                  </a:lnTo>
                  <a:lnTo>
                    <a:pt x="16543" y="5875"/>
                  </a:lnTo>
                  <a:lnTo>
                    <a:pt x="16556" y="3691"/>
                  </a:lnTo>
                  <a:lnTo>
                    <a:pt x="17291" y="280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h945"/>
            <p:cNvSpPr/>
            <p:nvPr/>
          </p:nvSpPr>
          <p:spPr>
            <a:xfrm>
              <a:off x="2530371" y="2957008"/>
              <a:ext cx="14413" cy="8354"/>
            </a:xfrm>
            <a:custGeom>
              <a:avLst/>
              <a:pathLst>
                <a:path w="14413" h="8354">
                  <a:moveTo>
                    <a:pt x="14413" y="2405"/>
                  </a:moveTo>
                  <a:lnTo>
                    <a:pt x="5920" y="4269"/>
                  </a:lnTo>
                  <a:lnTo>
                    <a:pt x="3177" y="8354"/>
                  </a:lnTo>
                  <a:lnTo>
                    <a:pt x="3326" y="6421"/>
                  </a:lnTo>
                  <a:lnTo>
                    <a:pt x="3600" y="3521"/>
                  </a:lnTo>
                  <a:lnTo>
                    <a:pt x="0" y="2000"/>
                  </a:lnTo>
                  <a:lnTo>
                    <a:pt x="20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h946"/>
            <p:cNvSpPr/>
            <p:nvPr/>
          </p:nvSpPr>
          <p:spPr>
            <a:xfrm>
              <a:off x="2514651" y="2948889"/>
              <a:ext cx="11381" cy="15459"/>
            </a:xfrm>
            <a:custGeom>
              <a:avLst/>
              <a:pathLst>
                <a:path w="11381" h="15459">
                  <a:moveTo>
                    <a:pt x="3994" y="1609"/>
                  </a:moveTo>
                  <a:lnTo>
                    <a:pt x="4327" y="7543"/>
                  </a:lnTo>
                  <a:lnTo>
                    <a:pt x="8471" y="8495"/>
                  </a:lnTo>
                  <a:lnTo>
                    <a:pt x="11381" y="14715"/>
                  </a:lnTo>
                  <a:lnTo>
                    <a:pt x="8454" y="15459"/>
                  </a:lnTo>
                  <a:lnTo>
                    <a:pt x="886" y="11664"/>
                  </a:lnTo>
                  <a:lnTo>
                    <a:pt x="1099" y="9107"/>
                  </a:lnTo>
                  <a:lnTo>
                    <a:pt x="1586" y="5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h947"/>
            <p:cNvSpPr/>
            <p:nvPr/>
          </p:nvSpPr>
          <p:spPr>
            <a:xfrm>
              <a:off x="2529115" y="2917958"/>
              <a:ext cx="13440" cy="14571"/>
            </a:xfrm>
            <a:custGeom>
              <a:avLst/>
              <a:pathLst>
                <a:path w="13440" h="14571">
                  <a:moveTo>
                    <a:pt x="5569" y="520"/>
                  </a:moveTo>
                  <a:lnTo>
                    <a:pt x="4497" y="4038"/>
                  </a:lnTo>
                  <a:lnTo>
                    <a:pt x="13440" y="8723"/>
                  </a:lnTo>
                  <a:lnTo>
                    <a:pt x="13283" y="11092"/>
                  </a:lnTo>
                  <a:lnTo>
                    <a:pt x="13330" y="13039"/>
                  </a:lnTo>
                  <a:lnTo>
                    <a:pt x="12157" y="14571"/>
                  </a:lnTo>
                  <a:lnTo>
                    <a:pt x="10370" y="14106"/>
                  </a:lnTo>
                  <a:lnTo>
                    <a:pt x="8292" y="11515"/>
                  </a:lnTo>
                  <a:lnTo>
                    <a:pt x="4581" y="12135"/>
                  </a:lnTo>
                  <a:lnTo>
                    <a:pt x="2887" y="11209"/>
                  </a:lnTo>
                  <a:lnTo>
                    <a:pt x="1983" y="8242"/>
                  </a:lnTo>
                  <a:lnTo>
                    <a:pt x="0" y="7821"/>
                  </a:lnTo>
                  <a:lnTo>
                    <a:pt x="1661" y="3135"/>
                  </a:lnTo>
                  <a:lnTo>
                    <a:pt x="2392" y="3367"/>
                  </a:lnTo>
                  <a:lnTo>
                    <a:pt x="331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h948"/>
            <p:cNvSpPr/>
            <p:nvPr/>
          </p:nvSpPr>
          <p:spPr>
            <a:xfrm>
              <a:off x="2396732" y="3006238"/>
              <a:ext cx="21186" cy="13983"/>
            </a:xfrm>
            <a:custGeom>
              <a:avLst/>
              <a:pathLst>
                <a:path w="21186" h="13983">
                  <a:moveTo>
                    <a:pt x="15500" y="1681"/>
                  </a:moveTo>
                  <a:lnTo>
                    <a:pt x="21186" y="1465"/>
                  </a:lnTo>
                  <a:lnTo>
                    <a:pt x="17686" y="4082"/>
                  </a:lnTo>
                  <a:lnTo>
                    <a:pt x="11625" y="11009"/>
                  </a:lnTo>
                  <a:lnTo>
                    <a:pt x="7304" y="12065"/>
                  </a:lnTo>
                  <a:lnTo>
                    <a:pt x="4706" y="13687"/>
                  </a:lnTo>
                  <a:lnTo>
                    <a:pt x="3073" y="13983"/>
                  </a:lnTo>
                  <a:lnTo>
                    <a:pt x="1152" y="13336"/>
                  </a:lnTo>
                  <a:lnTo>
                    <a:pt x="0" y="11629"/>
                  </a:lnTo>
                  <a:lnTo>
                    <a:pt x="292" y="10627"/>
                  </a:lnTo>
                  <a:lnTo>
                    <a:pt x="2126" y="8953"/>
                  </a:lnTo>
                  <a:lnTo>
                    <a:pt x="3193" y="9521"/>
                  </a:lnTo>
                  <a:lnTo>
                    <a:pt x="4488" y="6749"/>
                  </a:lnTo>
                  <a:lnTo>
                    <a:pt x="1744" y="4564"/>
                  </a:lnTo>
                  <a:lnTo>
                    <a:pt x="1393" y="3730"/>
                  </a:lnTo>
                  <a:lnTo>
                    <a:pt x="2054" y="2495"/>
                  </a:lnTo>
                  <a:lnTo>
                    <a:pt x="1133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h949"/>
            <p:cNvSpPr/>
            <p:nvPr/>
          </p:nvSpPr>
          <p:spPr>
            <a:xfrm>
              <a:off x="2453740" y="2982922"/>
              <a:ext cx="6248" cy="1860"/>
            </a:xfrm>
            <a:custGeom>
              <a:avLst/>
              <a:pathLst>
                <a:path w="6248" h="1860">
                  <a:moveTo>
                    <a:pt x="6248" y="0"/>
                  </a:moveTo>
                  <a:lnTo>
                    <a:pt x="4236" y="1860"/>
                  </a:lnTo>
                  <a:lnTo>
                    <a:pt x="0" y="80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h950"/>
            <p:cNvSpPr/>
            <p:nvPr/>
          </p:nvSpPr>
          <p:spPr>
            <a:xfrm>
              <a:off x="2449334" y="2975231"/>
              <a:ext cx="15108" cy="8493"/>
            </a:xfrm>
            <a:custGeom>
              <a:avLst/>
              <a:pathLst>
                <a:path w="15108" h="8493">
                  <a:moveTo>
                    <a:pt x="9291" y="63"/>
                  </a:moveTo>
                  <a:lnTo>
                    <a:pt x="10632" y="4389"/>
                  </a:lnTo>
                  <a:lnTo>
                    <a:pt x="12074" y="5752"/>
                  </a:lnTo>
                  <a:lnTo>
                    <a:pt x="14359" y="5575"/>
                  </a:lnTo>
                  <a:lnTo>
                    <a:pt x="14975" y="6597"/>
                  </a:lnTo>
                  <a:lnTo>
                    <a:pt x="15108" y="7445"/>
                  </a:lnTo>
                  <a:lnTo>
                    <a:pt x="10654" y="7690"/>
                  </a:lnTo>
                  <a:lnTo>
                    <a:pt x="4405" y="8493"/>
                  </a:lnTo>
                  <a:lnTo>
                    <a:pt x="0" y="7948"/>
                  </a:lnTo>
                  <a:lnTo>
                    <a:pt x="1561" y="6371"/>
                  </a:lnTo>
                  <a:lnTo>
                    <a:pt x="1561" y="1855"/>
                  </a:lnTo>
                  <a:lnTo>
                    <a:pt x="451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h951"/>
            <p:cNvSpPr/>
            <p:nvPr/>
          </p:nvSpPr>
          <p:spPr>
            <a:xfrm>
              <a:off x="2468132" y="3005242"/>
              <a:ext cx="1127" cy="3495"/>
            </a:xfrm>
            <a:custGeom>
              <a:avLst/>
              <a:pathLst>
                <a:path w="1127" h="3495">
                  <a:moveTo>
                    <a:pt x="1098" y="1832"/>
                  </a:moveTo>
                  <a:lnTo>
                    <a:pt x="500" y="3495"/>
                  </a:lnTo>
                  <a:lnTo>
                    <a:pt x="0" y="0"/>
                  </a:lnTo>
                  <a:lnTo>
                    <a:pt x="1127" y="18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h952"/>
            <p:cNvSpPr/>
            <p:nvPr/>
          </p:nvSpPr>
          <p:spPr>
            <a:xfrm>
              <a:off x="2459843" y="2994958"/>
              <a:ext cx="8451" cy="12219"/>
            </a:xfrm>
            <a:custGeom>
              <a:avLst/>
              <a:pathLst>
                <a:path w="8451" h="12219">
                  <a:moveTo>
                    <a:pt x="8436" y="3934"/>
                  </a:moveTo>
                  <a:lnTo>
                    <a:pt x="7229" y="10385"/>
                  </a:lnTo>
                  <a:lnTo>
                    <a:pt x="1473" y="12219"/>
                  </a:lnTo>
                  <a:lnTo>
                    <a:pt x="0" y="11657"/>
                  </a:lnTo>
                  <a:lnTo>
                    <a:pt x="277" y="9988"/>
                  </a:lnTo>
                  <a:lnTo>
                    <a:pt x="1575" y="9909"/>
                  </a:lnTo>
                  <a:lnTo>
                    <a:pt x="2751" y="5874"/>
                  </a:lnTo>
                  <a:lnTo>
                    <a:pt x="2919" y="0"/>
                  </a:lnTo>
                  <a:lnTo>
                    <a:pt x="8451" y="378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h953"/>
            <p:cNvSpPr/>
            <p:nvPr/>
          </p:nvSpPr>
          <p:spPr>
            <a:xfrm>
              <a:off x="2445492" y="2902461"/>
              <a:ext cx="28130" cy="19507"/>
            </a:xfrm>
            <a:custGeom>
              <a:avLst/>
              <a:pathLst>
                <a:path w="28130" h="19507">
                  <a:moveTo>
                    <a:pt x="5855" y="0"/>
                  </a:moveTo>
                  <a:lnTo>
                    <a:pt x="11966" y="1870"/>
                  </a:lnTo>
                  <a:lnTo>
                    <a:pt x="13636" y="879"/>
                  </a:lnTo>
                  <a:lnTo>
                    <a:pt x="18719" y="622"/>
                  </a:lnTo>
                  <a:lnTo>
                    <a:pt x="23498" y="2260"/>
                  </a:lnTo>
                  <a:lnTo>
                    <a:pt x="24673" y="5103"/>
                  </a:lnTo>
                  <a:lnTo>
                    <a:pt x="26704" y="2401"/>
                  </a:lnTo>
                  <a:lnTo>
                    <a:pt x="27006" y="2920"/>
                  </a:lnTo>
                  <a:lnTo>
                    <a:pt x="28130" y="6450"/>
                  </a:lnTo>
                  <a:lnTo>
                    <a:pt x="23960" y="8608"/>
                  </a:lnTo>
                  <a:lnTo>
                    <a:pt x="22351" y="11900"/>
                  </a:lnTo>
                  <a:lnTo>
                    <a:pt x="20269" y="19454"/>
                  </a:lnTo>
                  <a:lnTo>
                    <a:pt x="18457" y="19199"/>
                  </a:lnTo>
                  <a:lnTo>
                    <a:pt x="17808" y="17490"/>
                  </a:lnTo>
                  <a:lnTo>
                    <a:pt x="15530" y="16816"/>
                  </a:lnTo>
                  <a:lnTo>
                    <a:pt x="10235" y="19507"/>
                  </a:lnTo>
                  <a:lnTo>
                    <a:pt x="6562" y="17886"/>
                  </a:lnTo>
                  <a:lnTo>
                    <a:pt x="8047" y="13749"/>
                  </a:lnTo>
                  <a:lnTo>
                    <a:pt x="3842" y="9558"/>
                  </a:lnTo>
                  <a:lnTo>
                    <a:pt x="0" y="6987"/>
                  </a:lnTo>
                  <a:lnTo>
                    <a:pt x="1609" y="324"/>
                  </a:lnTo>
                  <a:lnTo>
                    <a:pt x="3230" y="75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h954"/>
            <p:cNvSpPr/>
            <p:nvPr/>
          </p:nvSpPr>
          <p:spPr>
            <a:xfrm>
              <a:off x="2399400" y="2883255"/>
              <a:ext cx="41539" cy="26429"/>
            </a:xfrm>
            <a:custGeom>
              <a:avLst/>
              <a:pathLst>
                <a:path w="41539" h="26429">
                  <a:moveTo>
                    <a:pt x="16876" y="0"/>
                  </a:moveTo>
                  <a:lnTo>
                    <a:pt x="22525" y="7627"/>
                  </a:lnTo>
                  <a:lnTo>
                    <a:pt x="28192" y="5560"/>
                  </a:lnTo>
                  <a:lnTo>
                    <a:pt x="27628" y="1932"/>
                  </a:lnTo>
                  <a:lnTo>
                    <a:pt x="28809" y="965"/>
                  </a:lnTo>
                  <a:lnTo>
                    <a:pt x="32421" y="2016"/>
                  </a:lnTo>
                  <a:lnTo>
                    <a:pt x="38583" y="5322"/>
                  </a:lnTo>
                  <a:lnTo>
                    <a:pt x="39803" y="5111"/>
                  </a:lnTo>
                  <a:lnTo>
                    <a:pt x="41539" y="5817"/>
                  </a:lnTo>
                  <a:lnTo>
                    <a:pt x="40102" y="12767"/>
                  </a:lnTo>
                  <a:lnTo>
                    <a:pt x="34946" y="16235"/>
                  </a:lnTo>
                  <a:lnTo>
                    <a:pt x="34221" y="18493"/>
                  </a:lnTo>
                  <a:lnTo>
                    <a:pt x="35217" y="24357"/>
                  </a:lnTo>
                  <a:lnTo>
                    <a:pt x="32669" y="25757"/>
                  </a:lnTo>
                  <a:lnTo>
                    <a:pt x="31598" y="26429"/>
                  </a:lnTo>
                  <a:lnTo>
                    <a:pt x="21873" y="19303"/>
                  </a:lnTo>
                  <a:lnTo>
                    <a:pt x="20896" y="20724"/>
                  </a:lnTo>
                  <a:lnTo>
                    <a:pt x="21621" y="20808"/>
                  </a:lnTo>
                  <a:lnTo>
                    <a:pt x="20473" y="21468"/>
                  </a:lnTo>
                  <a:lnTo>
                    <a:pt x="17190" y="20674"/>
                  </a:lnTo>
                  <a:lnTo>
                    <a:pt x="18258" y="18832"/>
                  </a:lnTo>
                  <a:lnTo>
                    <a:pt x="20258" y="19663"/>
                  </a:lnTo>
                  <a:lnTo>
                    <a:pt x="21145" y="18820"/>
                  </a:lnTo>
                  <a:lnTo>
                    <a:pt x="17560" y="16218"/>
                  </a:lnTo>
                  <a:lnTo>
                    <a:pt x="12426" y="16008"/>
                  </a:lnTo>
                  <a:lnTo>
                    <a:pt x="11636" y="11153"/>
                  </a:lnTo>
                  <a:lnTo>
                    <a:pt x="2261" y="7327"/>
                  </a:lnTo>
                  <a:lnTo>
                    <a:pt x="426" y="5695"/>
                  </a:lnTo>
                  <a:lnTo>
                    <a:pt x="0" y="4384"/>
                  </a:lnTo>
                  <a:lnTo>
                    <a:pt x="3666" y="3521"/>
                  </a:lnTo>
                  <a:lnTo>
                    <a:pt x="7017" y="7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h955"/>
            <p:cNvSpPr/>
            <p:nvPr/>
          </p:nvSpPr>
          <p:spPr>
            <a:xfrm>
              <a:off x="2506600" y="2917529"/>
              <a:ext cx="10735" cy="9439"/>
            </a:xfrm>
            <a:custGeom>
              <a:avLst/>
              <a:pathLst>
                <a:path w="10735" h="9439">
                  <a:moveTo>
                    <a:pt x="10450" y="1269"/>
                  </a:moveTo>
                  <a:lnTo>
                    <a:pt x="10735" y="3912"/>
                  </a:lnTo>
                  <a:lnTo>
                    <a:pt x="9670" y="7632"/>
                  </a:lnTo>
                  <a:lnTo>
                    <a:pt x="6426" y="9439"/>
                  </a:lnTo>
                  <a:lnTo>
                    <a:pt x="6286" y="9388"/>
                  </a:lnTo>
                  <a:lnTo>
                    <a:pt x="2715" y="6211"/>
                  </a:lnTo>
                  <a:lnTo>
                    <a:pt x="815" y="4621"/>
                  </a:lnTo>
                  <a:lnTo>
                    <a:pt x="0" y="1413"/>
                  </a:lnTo>
                  <a:lnTo>
                    <a:pt x="3431" y="0"/>
                  </a:lnTo>
                  <a:lnTo>
                    <a:pt x="3055" y="2003"/>
                  </a:lnTo>
                  <a:lnTo>
                    <a:pt x="5043" y="204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h956"/>
            <p:cNvSpPr/>
            <p:nvPr/>
          </p:nvSpPr>
          <p:spPr>
            <a:xfrm>
              <a:off x="2382523" y="2981224"/>
              <a:ext cx="46380" cy="30745"/>
            </a:xfrm>
            <a:custGeom>
              <a:avLst/>
              <a:pathLst>
                <a:path w="46380" h="30745">
                  <a:moveTo>
                    <a:pt x="38269" y="2058"/>
                  </a:moveTo>
                  <a:lnTo>
                    <a:pt x="40785" y="2916"/>
                  </a:lnTo>
                  <a:lnTo>
                    <a:pt x="45261" y="10806"/>
                  </a:lnTo>
                  <a:lnTo>
                    <a:pt x="45693" y="16738"/>
                  </a:lnTo>
                  <a:lnTo>
                    <a:pt x="44133" y="19784"/>
                  </a:lnTo>
                  <a:lnTo>
                    <a:pt x="46380" y="19755"/>
                  </a:lnTo>
                  <a:lnTo>
                    <a:pt x="43857" y="25079"/>
                  </a:lnTo>
                  <a:lnTo>
                    <a:pt x="44019" y="29197"/>
                  </a:lnTo>
                  <a:lnTo>
                    <a:pt x="40429" y="28090"/>
                  </a:lnTo>
                  <a:lnTo>
                    <a:pt x="40618" y="26704"/>
                  </a:lnTo>
                  <a:lnTo>
                    <a:pt x="39032" y="26382"/>
                  </a:lnTo>
                  <a:lnTo>
                    <a:pt x="38370" y="30745"/>
                  </a:lnTo>
                  <a:lnTo>
                    <a:pt x="31895" y="29096"/>
                  </a:lnTo>
                  <a:lnTo>
                    <a:pt x="35395" y="26478"/>
                  </a:lnTo>
                  <a:lnTo>
                    <a:pt x="29709" y="26694"/>
                  </a:lnTo>
                  <a:lnTo>
                    <a:pt x="25544" y="25013"/>
                  </a:lnTo>
                  <a:lnTo>
                    <a:pt x="16263" y="27508"/>
                  </a:lnTo>
                  <a:lnTo>
                    <a:pt x="13286" y="26503"/>
                  </a:lnTo>
                  <a:lnTo>
                    <a:pt x="12110" y="26813"/>
                  </a:lnTo>
                  <a:lnTo>
                    <a:pt x="6985" y="30714"/>
                  </a:lnTo>
                  <a:lnTo>
                    <a:pt x="1334" y="27564"/>
                  </a:lnTo>
                  <a:lnTo>
                    <a:pt x="0" y="27533"/>
                  </a:lnTo>
                  <a:lnTo>
                    <a:pt x="1287" y="25660"/>
                  </a:lnTo>
                  <a:lnTo>
                    <a:pt x="2715" y="15173"/>
                  </a:lnTo>
                  <a:lnTo>
                    <a:pt x="5615" y="17566"/>
                  </a:lnTo>
                  <a:lnTo>
                    <a:pt x="8459" y="18451"/>
                  </a:lnTo>
                  <a:lnTo>
                    <a:pt x="20274" y="19300"/>
                  </a:lnTo>
                  <a:lnTo>
                    <a:pt x="20461" y="14169"/>
                  </a:lnTo>
                  <a:lnTo>
                    <a:pt x="23996" y="14425"/>
                  </a:lnTo>
                  <a:lnTo>
                    <a:pt x="26318" y="15331"/>
                  </a:lnTo>
                  <a:lnTo>
                    <a:pt x="28078" y="14138"/>
                  </a:lnTo>
                  <a:lnTo>
                    <a:pt x="29815" y="11939"/>
                  </a:lnTo>
                  <a:lnTo>
                    <a:pt x="31551" y="7929"/>
                  </a:lnTo>
                  <a:lnTo>
                    <a:pt x="30239" y="6637"/>
                  </a:lnTo>
                  <a:lnTo>
                    <a:pt x="35002" y="5627"/>
                  </a:lnTo>
                  <a:lnTo>
                    <a:pt x="36565" y="4486"/>
                  </a:lnTo>
                  <a:lnTo>
                    <a:pt x="37155" y="1382"/>
                  </a:lnTo>
                  <a:lnTo>
                    <a:pt x="3812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h957"/>
            <p:cNvSpPr/>
            <p:nvPr/>
          </p:nvSpPr>
          <p:spPr>
            <a:xfrm>
              <a:off x="2503352" y="2921951"/>
              <a:ext cx="5962" cy="4272"/>
            </a:xfrm>
            <a:custGeom>
              <a:avLst/>
              <a:pathLst>
                <a:path w="5962" h="4272">
                  <a:moveTo>
                    <a:pt x="4062" y="200"/>
                  </a:moveTo>
                  <a:lnTo>
                    <a:pt x="5962" y="1789"/>
                  </a:lnTo>
                  <a:lnTo>
                    <a:pt x="2245" y="3924"/>
                  </a:lnTo>
                  <a:lnTo>
                    <a:pt x="830" y="4272"/>
                  </a:lnTo>
                  <a:lnTo>
                    <a:pt x="0" y="3220"/>
                  </a:lnTo>
                  <a:lnTo>
                    <a:pt x="786" y="725"/>
                  </a:lnTo>
                  <a:lnTo>
                    <a:pt x="251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h958"/>
            <p:cNvSpPr/>
            <p:nvPr/>
          </p:nvSpPr>
          <p:spPr>
            <a:xfrm>
              <a:off x="2434095" y="2993261"/>
              <a:ext cx="28668" cy="14916"/>
            </a:xfrm>
            <a:custGeom>
              <a:avLst/>
              <a:pathLst>
                <a:path w="28668" h="14916">
                  <a:moveTo>
                    <a:pt x="19774" y="54"/>
                  </a:moveTo>
                  <a:lnTo>
                    <a:pt x="27856" y="1701"/>
                  </a:lnTo>
                  <a:lnTo>
                    <a:pt x="28668" y="1697"/>
                  </a:lnTo>
                  <a:lnTo>
                    <a:pt x="28499" y="7571"/>
                  </a:lnTo>
                  <a:lnTo>
                    <a:pt x="27324" y="11606"/>
                  </a:lnTo>
                  <a:lnTo>
                    <a:pt x="26025" y="11686"/>
                  </a:lnTo>
                  <a:lnTo>
                    <a:pt x="25748" y="13355"/>
                  </a:lnTo>
                  <a:lnTo>
                    <a:pt x="25479" y="14859"/>
                  </a:lnTo>
                  <a:lnTo>
                    <a:pt x="24956" y="14916"/>
                  </a:lnTo>
                  <a:lnTo>
                    <a:pt x="21320" y="14147"/>
                  </a:lnTo>
                  <a:lnTo>
                    <a:pt x="20542" y="11469"/>
                  </a:lnTo>
                  <a:lnTo>
                    <a:pt x="18051" y="11517"/>
                  </a:lnTo>
                  <a:lnTo>
                    <a:pt x="16613" y="12568"/>
                  </a:lnTo>
                  <a:lnTo>
                    <a:pt x="14661" y="12702"/>
                  </a:lnTo>
                  <a:lnTo>
                    <a:pt x="14530" y="9395"/>
                  </a:lnTo>
                  <a:lnTo>
                    <a:pt x="7697" y="10048"/>
                  </a:lnTo>
                  <a:lnTo>
                    <a:pt x="5845" y="8915"/>
                  </a:lnTo>
                  <a:lnTo>
                    <a:pt x="1423" y="8719"/>
                  </a:lnTo>
                  <a:lnTo>
                    <a:pt x="0" y="7990"/>
                  </a:lnTo>
                  <a:lnTo>
                    <a:pt x="1556" y="7109"/>
                  </a:lnTo>
                  <a:lnTo>
                    <a:pt x="5346" y="8221"/>
                  </a:lnTo>
                  <a:lnTo>
                    <a:pt x="5512" y="2353"/>
                  </a:lnTo>
                  <a:lnTo>
                    <a:pt x="16155" y="1563"/>
                  </a:lnTo>
                  <a:lnTo>
                    <a:pt x="1633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h959"/>
            <p:cNvSpPr/>
            <p:nvPr/>
          </p:nvSpPr>
          <p:spPr>
            <a:xfrm>
              <a:off x="2373842" y="2962407"/>
              <a:ext cx="29185" cy="20161"/>
            </a:xfrm>
            <a:custGeom>
              <a:avLst/>
              <a:pathLst>
                <a:path w="29185" h="20161">
                  <a:moveTo>
                    <a:pt x="8413" y="0"/>
                  </a:moveTo>
                  <a:lnTo>
                    <a:pt x="6781" y="2455"/>
                  </a:lnTo>
                  <a:lnTo>
                    <a:pt x="9794" y="10055"/>
                  </a:lnTo>
                  <a:lnTo>
                    <a:pt x="8938" y="12408"/>
                  </a:lnTo>
                  <a:lnTo>
                    <a:pt x="15189" y="11912"/>
                  </a:lnTo>
                  <a:lnTo>
                    <a:pt x="15313" y="8798"/>
                  </a:lnTo>
                  <a:lnTo>
                    <a:pt x="17769" y="6249"/>
                  </a:lnTo>
                  <a:lnTo>
                    <a:pt x="23038" y="6998"/>
                  </a:lnTo>
                  <a:lnTo>
                    <a:pt x="26021" y="8661"/>
                  </a:lnTo>
                  <a:lnTo>
                    <a:pt x="27550" y="10875"/>
                  </a:lnTo>
                  <a:lnTo>
                    <a:pt x="29185" y="11291"/>
                  </a:lnTo>
                  <a:lnTo>
                    <a:pt x="26581" y="19138"/>
                  </a:lnTo>
                  <a:lnTo>
                    <a:pt x="23026" y="14469"/>
                  </a:lnTo>
                  <a:lnTo>
                    <a:pt x="18126" y="13380"/>
                  </a:lnTo>
                  <a:lnTo>
                    <a:pt x="16093" y="13716"/>
                  </a:lnTo>
                  <a:lnTo>
                    <a:pt x="15877" y="16695"/>
                  </a:lnTo>
                  <a:lnTo>
                    <a:pt x="16639" y="19215"/>
                  </a:lnTo>
                  <a:lnTo>
                    <a:pt x="15919" y="20161"/>
                  </a:lnTo>
                  <a:lnTo>
                    <a:pt x="14363" y="18695"/>
                  </a:lnTo>
                  <a:lnTo>
                    <a:pt x="14290" y="14415"/>
                  </a:lnTo>
                  <a:lnTo>
                    <a:pt x="12331" y="14645"/>
                  </a:lnTo>
                  <a:lnTo>
                    <a:pt x="10591" y="16733"/>
                  </a:lnTo>
                  <a:lnTo>
                    <a:pt x="8822" y="13773"/>
                  </a:lnTo>
                  <a:lnTo>
                    <a:pt x="8020" y="13907"/>
                  </a:lnTo>
                  <a:lnTo>
                    <a:pt x="3753" y="11000"/>
                  </a:lnTo>
                  <a:lnTo>
                    <a:pt x="3035" y="9617"/>
                  </a:lnTo>
                  <a:lnTo>
                    <a:pt x="683" y="9223"/>
                  </a:lnTo>
                  <a:lnTo>
                    <a:pt x="0" y="5003"/>
                  </a:lnTo>
                  <a:lnTo>
                    <a:pt x="2133" y="107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h960"/>
            <p:cNvSpPr/>
            <p:nvPr/>
          </p:nvSpPr>
          <p:spPr>
            <a:xfrm>
              <a:off x="2513026" y="2925162"/>
              <a:ext cx="3244" cy="4628"/>
            </a:xfrm>
            <a:custGeom>
              <a:avLst/>
              <a:pathLst>
                <a:path w="3244" h="4628">
                  <a:moveTo>
                    <a:pt x="3244" y="0"/>
                  </a:moveTo>
                  <a:lnTo>
                    <a:pt x="1371" y="4628"/>
                  </a:lnTo>
                  <a:lnTo>
                    <a:pt x="683" y="3216"/>
                  </a:lnTo>
                  <a:lnTo>
                    <a:pt x="0" y="180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h961"/>
            <p:cNvSpPr/>
            <p:nvPr/>
          </p:nvSpPr>
          <p:spPr>
            <a:xfrm>
              <a:off x="2391858" y="2943666"/>
              <a:ext cx="33806" cy="31457"/>
            </a:xfrm>
            <a:custGeom>
              <a:avLst/>
              <a:pathLst>
                <a:path w="33806" h="31457">
                  <a:moveTo>
                    <a:pt x="23706" y="0"/>
                  </a:moveTo>
                  <a:lnTo>
                    <a:pt x="22772" y="2189"/>
                  </a:lnTo>
                  <a:lnTo>
                    <a:pt x="24887" y="2838"/>
                  </a:lnTo>
                  <a:lnTo>
                    <a:pt x="24097" y="8163"/>
                  </a:lnTo>
                  <a:lnTo>
                    <a:pt x="32870" y="14110"/>
                  </a:lnTo>
                  <a:lnTo>
                    <a:pt x="33806" y="16223"/>
                  </a:lnTo>
                  <a:lnTo>
                    <a:pt x="29462" y="17602"/>
                  </a:lnTo>
                  <a:lnTo>
                    <a:pt x="26317" y="22974"/>
                  </a:lnTo>
                  <a:lnTo>
                    <a:pt x="25790" y="26034"/>
                  </a:lnTo>
                  <a:lnTo>
                    <a:pt x="26888" y="29968"/>
                  </a:lnTo>
                  <a:lnTo>
                    <a:pt x="26570" y="31457"/>
                  </a:lnTo>
                  <a:lnTo>
                    <a:pt x="19339" y="26778"/>
                  </a:lnTo>
                  <a:lnTo>
                    <a:pt x="16945" y="29075"/>
                  </a:lnTo>
                  <a:lnTo>
                    <a:pt x="17501" y="27028"/>
                  </a:lnTo>
                  <a:lnTo>
                    <a:pt x="13127" y="21116"/>
                  </a:lnTo>
                  <a:lnTo>
                    <a:pt x="10011" y="13326"/>
                  </a:lnTo>
                  <a:lnTo>
                    <a:pt x="6961" y="13205"/>
                  </a:lnTo>
                  <a:lnTo>
                    <a:pt x="724" y="11405"/>
                  </a:lnTo>
                  <a:lnTo>
                    <a:pt x="0" y="8681"/>
                  </a:lnTo>
                  <a:lnTo>
                    <a:pt x="2136" y="7714"/>
                  </a:lnTo>
                  <a:lnTo>
                    <a:pt x="2171" y="4789"/>
                  </a:lnTo>
                  <a:lnTo>
                    <a:pt x="3095" y="4037"/>
                  </a:lnTo>
                  <a:lnTo>
                    <a:pt x="6719" y="5338"/>
                  </a:lnTo>
                  <a:lnTo>
                    <a:pt x="6323" y="7787"/>
                  </a:lnTo>
                  <a:lnTo>
                    <a:pt x="9009" y="8361"/>
                  </a:lnTo>
                  <a:lnTo>
                    <a:pt x="10351" y="6697"/>
                  </a:lnTo>
                  <a:lnTo>
                    <a:pt x="9708" y="6291"/>
                  </a:lnTo>
                  <a:lnTo>
                    <a:pt x="10459" y="3514"/>
                  </a:lnTo>
                  <a:lnTo>
                    <a:pt x="13426" y="514"/>
                  </a:lnTo>
                  <a:lnTo>
                    <a:pt x="15350" y="373"/>
                  </a:lnTo>
                  <a:lnTo>
                    <a:pt x="21782" y="173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h962"/>
            <p:cNvSpPr/>
            <p:nvPr/>
          </p:nvSpPr>
          <p:spPr>
            <a:xfrm>
              <a:off x="2536064" y="2932064"/>
              <a:ext cx="25047" cy="19713"/>
            </a:xfrm>
            <a:custGeom>
              <a:avLst/>
              <a:pathLst>
                <a:path w="25047" h="19713">
                  <a:moveTo>
                    <a:pt x="5208" y="465"/>
                  </a:moveTo>
                  <a:lnTo>
                    <a:pt x="6209" y="2000"/>
                  </a:lnTo>
                  <a:lnTo>
                    <a:pt x="19404" y="2520"/>
                  </a:lnTo>
                  <a:lnTo>
                    <a:pt x="21502" y="4034"/>
                  </a:lnTo>
                  <a:lnTo>
                    <a:pt x="18592" y="10139"/>
                  </a:lnTo>
                  <a:lnTo>
                    <a:pt x="19583" y="12057"/>
                  </a:lnTo>
                  <a:lnTo>
                    <a:pt x="21664" y="13593"/>
                  </a:lnTo>
                  <a:lnTo>
                    <a:pt x="25047" y="19713"/>
                  </a:lnTo>
                  <a:lnTo>
                    <a:pt x="23384" y="19637"/>
                  </a:lnTo>
                  <a:lnTo>
                    <a:pt x="16559" y="13599"/>
                  </a:lnTo>
                  <a:lnTo>
                    <a:pt x="11557" y="11809"/>
                  </a:lnTo>
                  <a:lnTo>
                    <a:pt x="8812" y="9895"/>
                  </a:lnTo>
                  <a:lnTo>
                    <a:pt x="4298" y="9346"/>
                  </a:lnTo>
                  <a:lnTo>
                    <a:pt x="2968" y="9817"/>
                  </a:lnTo>
                  <a:lnTo>
                    <a:pt x="1202" y="8384"/>
                  </a:lnTo>
                  <a:lnTo>
                    <a:pt x="0" y="4461"/>
                  </a:lnTo>
                  <a:lnTo>
                    <a:pt x="342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h963"/>
            <p:cNvSpPr/>
            <p:nvPr/>
          </p:nvSpPr>
          <p:spPr>
            <a:xfrm>
              <a:off x="2467073" y="2993933"/>
              <a:ext cx="22290" cy="29754"/>
            </a:xfrm>
            <a:custGeom>
              <a:avLst/>
              <a:pathLst>
                <a:path w="22290" h="29754">
                  <a:moveTo>
                    <a:pt x="22290" y="268"/>
                  </a:moveTo>
                  <a:lnTo>
                    <a:pt x="19759" y="4518"/>
                  </a:lnTo>
                  <a:lnTo>
                    <a:pt x="19818" y="11233"/>
                  </a:lnTo>
                  <a:lnTo>
                    <a:pt x="20642" y="11982"/>
                  </a:lnTo>
                  <a:lnTo>
                    <a:pt x="19775" y="13593"/>
                  </a:lnTo>
                  <a:lnTo>
                    <a:pt x="20795" y="15913"/>
                  </a:lnTo>
                  <a:lnTo>
                    <a:pt x="21134" y="19823"/>
                  </a:lnTo>
                  <a:lnTo>
                    <a:pt x="20429" y="21478"/>
                  </a:lnTo>
                  <a:lnTo>
                    <a:pt x="17439" y="24216"/>
                  </a:lnTo>
                  <a:lnTo>
                    <a:pt x="14910" y="27067"/>
                  </a:lnTo>
                  <a:lnTo>
                    <a:pt x="9715" y="29643"/>
                  </a:lnTo>
                  <a:lnTo>
                    <a:pt x="7630" y="29754"/>
                  </a:lnTo>
                  <a:lnTo>
                    <a:pt x="6524" y="24495"/>
                  </a:lnTo>
                  <a:lnTo>
                    <a:pt x="4752" y="25568"/>
                  </a:lnTo>
                  <a:lnTo>
                    <a:pt x="2284" y="24983"/>
                  </a:lnTo>
                  <a:lnTo>
                    <a:pt x="1897" y="24185"/>
                  </a:lnTo>
                  <a:lnTo>
                    <a:pt x="1887" y="21433"/>
                  </a:lnTo>
                  <a:lnTo>
                    <a:pt x="2783" y="20718"/>
                  </a:lnTo>
                  <a:lnTo>
                    <a:pt x="3763" y="16469"/>
                  </a:lnTo>
                  <a:lnTo>
                    <a:pt x="2157" y="13141"/>
                  </a:lnTo>
                  <a:lnTo>
                    <a:pt x="2187" y="11494"/>
                  </a:lnTo>
                  <a:lnTo>
                    <a:pt x="1059" y="11308"/>
                  </a:lnTo>
                  <a:lnTo>
                    <a:pt x="316" y="11573"/>
                  </a:lnTo>
                  <a:lnTo>
                    <a:pt x="0" y="11411"/>
                  </a:lnTo>
                  <a:lnTo>
                    <a:pt x="1206" y="4959"/>
                  </a:lnTo>
                  <a:lnTo>
                    <a:pt x="4728" y="2427"/>
                  </a:lnTo>
                  <a:lnTo>
                    <a:pt x="5546" y="2990"/>
                  </a:lnTo>
                  <a:lnTo>
                    <a:pt x="17802" y="1398"/>
                  </a:lnTo>
                  <a:lnTo>
                    <a:pt x="2100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h964"/>
            <p:cNvSpPr/>
            <p:nvPr/>
          </p:nvSpPr>
          <p:spPr>
            <a:xfrm>
              <a:off x="2455286" y="2986401"/>
              <a:ext cx="9089" cy="5826"/>
            </a:xfrm>
            <a:custGeom>
              <a:avLst/>
              <a:pathLst>
                <a:path w="9089" h="5826">
                  <a:moveTo>
                    <a:pt x="9089" y="902"/>
                  </a:moveTo>
                  <a:lnTo>
                    <a:pt x="9014" y="2972"/>
                  </a:lnTo>
                  <a:lnTo>
                    <a:pt x="7855" y="3919"/>
                  </a:lnTo>
                  <a:lnTo>
                    <a:pt x="7348" y="5826"/>
                  </a:lnTo>
                  <a:lnTo>
                    <a:pt x="6959" y="5822"/>
                  </a:lnTo>
                  <a:lnTo>
                    <a:pt x="7413" y="4993"/>
                  </a:lnTo>
                  <a:lnTo>
                    <a:pt x="0" y="4290"/>
                  </a:lnTo>
                  <a:lnTo>
                    <a:pt x="282" y="2530"/>
                  </a:lnTo>
                  <a:lnTo>
                    <a:pt x="660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h965"/>
            <p:cNvSpPr/>
            <p:nvPr/>
          </p:nvSpPr>
          <p:spPr>
            <a:xfrm>
              <a:off x="2508330" y="2929790"/>
              <a:ext cx="15904" cy="20708"/>
            </a:xfrm>
            <a:custGeom>
              <a:avLst/>
              <a:pathLst>
                <a:path w="15904" h="20708">
                  <a:moveTo>
                    <a:pt x="8726" y="5298"/>
                  </a:moveTo>
                  <a:lnTo>
                    <a:pt x="10436" y="5117"/>
                  </a:lnTo>
                  <a:lnTo>
                    <a:pt x="12088" y="3747"/>
                  </a:lnTo>
                  <a:lnTo>
                    <a:pt x="11190" y="2175"/>
                  </a:lnTo>
                  <a:lnTo>
                    <a:pt x="12673" y="733"/>
                  </a:lnTo>
                  <a:lnTo>
                    <a:pt x="15904" y="1617"/>
                  </a:lnTo>
                  <a:lnTo>
                    <a:pt x="13626" y="8506"/>
                  </a:lnTo>
                  <a:lnTo>
                    <a:pt x="14988" y="10497"/>
                  </a:lnTo>
                  <a:lnTo>
                    <a:pt x="14009" y="12070"/>
                  </a:lnTo>
                  <a:lnTo>
                    <a:pt x="11872" y="11948"/>
                  </a:lnTo>
                  <a:lnTo>
                    <a:pt x="11910" y="19985"/>
                  </a:lnTo>
                  <a:lnTo>
                    <a:pt x="10315" y="20708"/>
                  </a:lnTo>
                  <a:lnTo>
                    <a:pt x="6320" y="19098"/>
                  </a:lnTo>
                  <a:lnTo>
                    <a:pt x="3299" y="17885"/>
                  </a:lnTo>
                  <a:lnTo>
                    <a:pt x="4399" y="15475"/>
                  </a:lnTo>
                  <a:lnTo>
                    <a:pt x="3447" y="14544"/>
                  </a:lnTo>
                  <a:lnTo>
                    <a:pt x="2234" y="10556"/>
                  </a:lnTo>
                  <a:lnTo>
                    <a:pt x="609" y="10341"/>
                  </a:lnTo>
                  <a:lnTo>
                    <a:pt x="0" y="8289"/>
                  </a:lnTo>
                  <a:lnTo>
                    <a:pt x="3346" y="8382"/>
                  </a:lnTo>
                  <a:lnTo>
                    <a:pt x="4969" y="256"/>
                  </a:lnTo>
                  <a:lnTo>
                    <a:pt x="606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h966"/>
            <p:cNvSpPr/>
            <p:nvPr/>
          </p:nvSpPr>
          <p:spPr>
            <a:xfrm>
              <a:off x="2481733" y="2936381"/>
              <a:ext cx="15991" cy="10974"/>
            </a:xfrm>
            <a:custGeom>
              <a:avLst/>
              <a:pathLst>
                <a:path w="15991" h="10974">
                  <a:moveTo>
                    <a:pt x="15991" y="1314"/>
                  </a:moveTo>
                  <a:lnTo>
                    <a:pt x="15768" y="5493"/>
                  </a:lnTo>
                  <a:lnTo>
                    <a:pt x="12127" y="10575"/>
                  </a:lnTo>
                  <a:lnTo>
                    <a:pt x="10011" y="9183"/>
                  </a:lnTo>
                  <a:lnTo>
                    <a:pt x="7350" y="8557"/>
                  </a:lnTo>
                  <a:lnTo>
                    <a:pt x="5703" y="10516"/>
                  </a:lnTo>
                  <a:lnTo>
                    <a:pt x="3972" y="10974"/>
                  </a:lnTo>
                  <a:lnTo>
                    <a:pt x="3186" y="7202"/>
                  </a:lnTo>
                  <a:lnTo>
                    <a:pt x="0" y="6536"/>
                  </a:lnTo>
                  <a:lnTo>
                    <a:pt x="2162" y="3488"/>
                  </a:lnTo>
                  <a:lnTo>
                    <a:pt x="3728" y="1578"/>
                  </a:lnTo>
                  <a:lnTo>
                    <a:pt x="7147" y="3070"/>
                  </a:lnTo>
                  <a:lnTo>
                    <a:pt x="983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h967"/>
            <p:cNvSpPr/>
            <p:nvPr/>
          </p:nvSpPr>
          <p:spPr>
            <a:xfrm>
              <a:off x="2456996" y="2982676"/>
              <a:ext cx="7445" cy="4631"/>
            </a:xfrm>
            <a:custGeom>
              <a:avLst/>
              <a:pathLst>
                <a:path w="7445" h="4631">
                  <a:moveTo>
                    <a:pt x="4829" y="1675"/>
                  </a:moveTo>
                  <a:lnTo>
                    <a:pt x="3848" y="3564"/>
                  </a:lnTo>
                  <a:lnTo>
                    <a:pt x="302" y="4631"/>
                  </a:lnTo>
                  <a:lnTo>
                    <a:pt x="0" y="2845"/>
                  </a:lnTo>
                  <a:lnTo>
                    <a:pt x="980" y="2106"/>
                  </a:lnTo>
                  <a:lnTo>
                    <a:pt x="2992" y="245"/>
                  </a:lnTo>
                  <a:lnTo>
                    <a:pt x="744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h968"/>
            <p:cNvSpPr/>
            <p:nvPr/>
          </p:nvSpPr>
          <p:spPr>
            <a:xfrm>
              <a:off x="2439607" y="2983180"/>
              <a:ext cx="22280" cy="12435"/>
            </a:xfrm>
            <a:custGeom>
              <a:avLst/>
              <a:pathLst>
                <a:path w="22280" h="12435">
                  <a:moveTo>
                    <a:pt x="14133" y="545"/>
                  </a:moveTo>
                  <a:lnTo>
                    <a:pt x="18369" y="1602"/>
                  </a:lnTo>
                  <a:lnTo>
                    <a:pt x="17389" y="2342"/>
                  </a:lnTo>
                  <a:lnTo>
                    <a:pt x="17691" y="4127"/>
                  </a:lnTo>
                  <a:lnTo>
                    <a:pt x="21237" y="3061"/>
                  </a:lnTo>
                  <a:lnTo>
                    <a:pt x="22218" y="1171"/>
                  </a:lnTo>
                  <a:lnTo>
                    <a:pt x="22280" y="3221"/>
                  </a:lnTo>
                  <a:lnTo>
                    <a:pt x="15962" y="5751"/>
                  </a:lnTo>
                  <a:lnTo>
                    <a:pt x="15679" y="7512"/>
                  </a:lnTo>
                  <a:lnTo>
                    <a:pt x="14262" y="10135"/>
                  </a:lnTo>
                  <a:lnTo>
                    <a:pt x="10820" y="10081"/>
                  </a:lnTo>
                  <a:lnTo>
                    <a:pt x="10643" y="11644"/>
                  </a:lnTo>
                  <a:lnTo>
                    <a:pt x="0" y="12435"/>
                  </a:lnTo>
                  <a:lnTo>
                    <a:pt x="5324" y="5463"/>
                  </a:lnTo>
                  <a:lnTo>
                    <a:pt x="8783" y="3197"/>
                  </a:lnTo>
                  <a:lnTo>
                    <a:pt x="9985" y="735"/>
                  </a:lnTo>
                  <a:lnTo>
                    <a:pt x="972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h969"/>
            <p:cNvSpPr/>
            <p:nvPr/>
          </p:nvSpPr>
          <p:spPr>
            <a:xfrm>
              <a:off x="2543277" y="2985507"/>
              <a:ext cx="21572" cy="15528"/>
            </a:xfrm>
            <a:custGeom>
              <a:avLst/>
              <a:pathLst>
                <a:path w="21572" h="15528">
                  <a:moveTo>
                    <a:pt x="20262" y="2252"/>
                  </a:moveTo>
                  <a:lnTo>
                    <a:pt x="20627" y="3432"/>
                  </a:lnTo>
                  <a:lnTo>
                    <a:pt x="20204" y="6796"/>
                  </a:lnTo>
                  <a:lnTo>
                    <a:pt x="21572" y="7858"/>
                  </a:lnTo>
                  <a:lnTo>
                    <a:pt x="21393" y="11237"/>
                  </a:lnTo>
                  <a:lnTo>
                    <a:pt x="20493" y="12512"/>
                  </a:lnTo>
                  <a:lnTo>
                    <a:pt x="19574" y="11509"/>
                  </a:lnTo>
                  <a:lnTo>
                    <a:pt x="10338" y="11870"/>
                  </a:lnTo>
                  <a:lnTo>
                    <a:pt x="4717" y="13344"/>
                  </a:lnTo>
                  <a:lnTo>
                    <a:pt x="3702" y="15528"/>
                  </a:lnTo>
                  <a:lnTo>
                    <a:pt x="3102" y="14589"/>
                  </a:lnTo>
                  <a:lnTo>
                    <a:pt x="315" y="13216"/>
                  </a:lnTo>
                  <a:lnTo>
                    <a:pt x="586" y="12445"/>
                  </a:lnTo>
                  <a:lnTo>
                    <a:pt x="2039" y="11454"/>
                  </a:lnTo>
                  <a:lnTo>
                    <a:pt x="5225" y="6588"/>
                  </a:lnTo>
                  <a:lnTo>
                    <a:pt x="4989" y="4919"/>
                  </a:lnTo>
                  <a:lnTo>
                    <a:pt x="3210" y="3616"/>
                  </a:lnTo>
                  <a:lnTo>
                    <a:pt x="773" y="3383"/>
                  </a:lnTo>
                  <a:lnTo>
                    <a:pt x="0" y="2039"/>
                  </a:lnTo>
                  <a:lnTo>
                    <a:pt x="3192" y="1113"/>
                  </a:lnTo>
                  <a:lnTo>
                    <a:pt x="3841" y="1801"/>
                  </a:lnTo>
                  <a:lnTo>
                    <a:pt x="8600" y="470"/>
                  </a:lnTo>
                  <a:lnTo>
                    <a:pt x="1653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h970"/>
            <p:cNvSpPr/>
            <p:nvPr/>
          </p:nvSpPr>
          <p:spPr>
            <a:xfrm>
              <a:off x="2523122" y="2952790"/>
              <a:ext cx="10849" cy="10813"/>
            </a:xfrm>
            <a:custGeom>
              <a:avLst/>
              <a:pathLst>
                <a:path w="10849" h="10813">
                  <a:moveTo>
                    <a:pt x="7292" y="2481"/>
                  </a:moveTo>
                  <a:lnTo>
                    <a:pt x="7457" y="4217"/>
                  </a:lnTo>
                  <a:lnTo>
                    <a:pt x="7248" y="6217"/>
                  </a:lnTo>
                  <a:lnTo>
                    <a:pt x="10849" y="7738"/>
                  </a:lnTo>
                  <a:lnTo>
                    <a:pt x="10575" y="10638"/>
                  </a:lnTo>
                  <a:lnTo>
                    <a:pt x="4899" y="8742"/>
                  </a:lnTo>
                  <a:lnTo>
                    <a:pt x="2909" y="10813"/>
                  </a:lnTo>
                  <a:lnTo>
                    <a:pt x="0" y="4593"/>
                  </a:lnTo>
                  <a:lnTo>
                    <a:pt x="1306" y="1504"/>
                  </a:lnTo>
                  <a:lnTo>
                    <a:pt x="557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h971"/>
            <p:cNvSpPr/>
            <p:nvPr/>
          </p:nvSpPr>
          <p:spPr>
            <a:xfrm>
              <a:off x="2470937" y="2983694"/>
              <a:ext cx="20282" cy="10507"/>
            </a:xfrm>
            <a:custGeom>
              <a:avLst/>
              <a:pathLst>
                <a:path w="20282" h="10507">
                  <a:moveTo>
                    <a:pt x="20282" y="9396"/>
                  </a:moveTo>
                  <a:lnTo>
                    <a:pt x="18426" y="10507"/>
                  </a:lnTo>
                  <a:lnTo>
                    <a:pt x="17142" y="10239"/>
                  </a:lnTo>
                  <a:lnTo>
                    <a:pt x="5457" y="7733"/>
                  </a:lnTo>
                  <a:lnTo>
                    <a:pt x="0" y="7462"/>
                  </a:lnTo>
                  <a:lnTo>
                    <a:pt x="578" y="4732"/>
                  </a:lnTo>
                  <a:lnTo>
                    <a:pt x="1806" y="3132"/>
                  </a:lnTo>
                  <a:lnTo>
                    <a:pt x="12766" y="1450"/>
                  </a:lnTo>
                  <a:lnTo>
                    <a:pt x="1692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h972"/>
            <p:cNvSpPr/>
            <p:nvPr/>
          </p:nvSpPr>
          <p:spPr>
            <a:xfrm>
              <a:off x="2474021" y="2914327"/>
              <a:ext cx="25275" cy="15963"/>
            </a:xfrm>
            <a:custGeom>
              <a:avLst/>
              <a:pathLst>
                <a:path w="25275" h="15963">
                  <a:moveTo>
                    <a:pt x="23756" y="4725"/>
                  </a:moveTo>
                  <a:lnTo>
                    <a:pt x="24666" y="5273"/>
                  </a:lnTo>
                  <a:lnTo>
                    <a:pt x="25275" y="9145"/>
                  </a:lnTo>
                  <a:lnTo>
                    <a:pt x="23978" y="10564"/>
                  </a:lnTo>
                  <a:lnTo>
                    <a:pt x="17053" y="12156"/>
                  </a:lnTo>
                  <a:lnTo>
                    <a:pt x="16803" y="15295"/>
                  </a:lnTo>
                  <a:lnTo>
                    <a:pt x="16011" y="15504"/>
                  </a:lnTo>
                  <a:lnTo>
                    <a:pt x="11118" y="15963"/>
                  </a:lnTo>
                  <a:lnTo>
                    <a:pt x="10790" y="14591"/>
                  </a:lnTo>
                  <a:lnTo>
                    <a:pt x="6907" y="10667"/>
                  </a:lnTo>
                  <a:lnTo>
                    <a:pt x="0" y="11372"/>
                  </a:lnTo>
                  <a:lnTo>
                    <a:pt x="760" y="5930"/>
                  </a:lnTo>
                  <a:lnTo>
                    <a:pt x="3440" y="2101"/>
                  </a:lnTo>
                  <a:lnTo>
                    <a:pt x="8431" y="1633"/>
                  </a:lnTo>
                  <a:lnTo>
                    <a:pt x="8306" y="3758"/>
                  </a:lnTo>
                  <a:lnTo>
                    <a:pt x="10685" y="5089"/>
                  </a:lnTo>
                  <a:lnTo>
                    <a:pt x="15948" y="4645"/>
                  </a:lnTo>
                  <a:lnTo>
                    <a:pt x="16154" y="2758"/>
                  </a:lnTo>
                  <a:lnTo>
                    <a:pt x="213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h973"/>
            <p:cNvSpPr/>
            <p:nvPr/>
          </p:nvSpPr>
          <p:spPr>
            <a:xfrm>
              <a:off x="2075801" y="2871902"/>
              <a:ext cx="19393" cy="14742"/>
            </a:xfrm>
            <a:custGeom>
              <a:avLst/>
              <a:pathLst>
                <a:path w="19393" h="14742">
                  <a:moveTo>
                    <a:pt x="10053" y="1691"/>
                  </a:moveTo>
                  <a:lnTo>
                    <a:pt x="12714" y="6598"/>
                  </a:lnTo>
                  <a:lnTo>
                    <a:pt x="15375" y="7809"/>
                  </a:lnTo>
                  <a:lnTo>
                    <a:pt x="17081" y="5799"/>
                  </a:lnTo>
                  <a:lnTo>
                    <a:pt x="16474" y="4652"/>
                  </a:lnTo>
                  <a:lnTo>
                    <a:pt x="15134" y="4096"/>
                  </a:lnTo>
                  <a:lnTo>
                    <a:pt x="18201" y="3601"/>
                  </a:lnTo>
                  <a:lnTo>
                    <a:pt x="19021" y="4074"/>
                  </a:lnTo>
                  <a:lnTo>
                    <a:pt x="19393" y="9964"/>
                  </a:lnTo>
                  <a:lnTo>
                    <a:pt x="19373" y="10486"/>
                  </a:lnTo>
                  <a:lnTo>
                    <a:pt x="17905" y="10686"/>
                  </a:lnTo>
                  <a:lnTo>
                    <a:pt x="11897" y="9780"/>
                  </a:lnTo>
                  <a:lnTo>
                    <a:pt x="10047" y="14453"/>
                  </a:lnTo>
                  <a:lnTo>
                    <a:pt x="8361" y="14742"/>
                  </a:lnTo>
                  <a:lnTo>
                    <a:pt x="8217" y="12313"/>
                  </a:lnTo>
                  <a:lnTo>
                    <a:pt x="6343" y="11782"/>
                  </a:lnTo>
                  <a:lnTo>
                    <a:pt x="4257" y="12344"/>
                  </a:lnTo>
                  <a:lnTo>
                    <a:pt x="1263" y="11069"/>
                  </a:lnTo>
                  <a:lnTo>
                    <a:pt x="277" y="9803"/>
                  </a:lnTo>
                  <a:lnTo>
                    <a:pt x="1095" y="4774"/>
                  </a:lnTo>
                  <a:lnTo>
                    <a:pt x="3080" y="4936"/>
                  </a:lnTo>
                  <a:lnTo>
                    <a:pt x="3305" y="4142"/>
                  </a:lnTo>
                  <a:lnTo>
                    <a:pt x="1209" y="25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h974"/>
            <p:cNvSpPr/>
            <p:nvPr/>
          </p:nvSpPr>
          <p:spPr>
            <a:xfrm>
              <a:off x="2189532" y="2940826"/>
              <a:ext cx="19460" cy="21194"/>
            </a:xfrm>
            <a:custGeom>
              <a:avLst/>
              <a:pathLst>
                <a:path w="19460" h="21194">
                  <a:moveTo>
                    <a:pt x="19064" y="31"/>
                  </a:moveTo>
                  <a:lnTo>
                    <a:pt x="19460" y="3248"/>
                  </a:lnTo>
                  <a:lnTo>
                    <a:pt x="16651" y="4926"/>
                  </a:lnTo>
                  <a:lnTo>
                    <a:pt x="18694" y="9128"/>
                  </a:lnTo>
                  <a:lnTo>
                    <a:pt x="14712" y="11519"/>
                  </a:lnTo>
                  <a:lnTo>
                    <a:pt x="15518" y="12651"/>
                  </a:lnTo>
                  <a:lnTo>
                    <a:pt x="15994" y="15404"/>
                  </a:lnTo>
                  <a:lnTo>
                    <a:pt x="12448" y="18569"/>
                  </a:lnTo>
                  <a:lnTo>
                    <a:pt x="12074" y="19850"/>
                  </a:lnTo>
                  <a:lnTo>
                    <a:pt x="12831" y="21194"/>
                  </a:lnTo>
                  <a:lnTo>
                    <a:pt x="6760" y="19143"/>
                  </a:lnTo>
                  <a:lnTo>
                    <a:pt x="3821" y="10750"/>
                  </a:lnTo>
                  <a:lnTo>
                    <a:pt x="2193" y="9886"/>
                  </a:lnTo>
                  <a:lnTo>
                    <a:pt x="276" y="10449"/>
                  </a:lnTo>
                  <a:lnTo>
                    <a:pt x="592" y="7258"/>
                  </a:lnTo>
                  <a:lnTo>
                    <a:pt x="0" y="4743"/>
                  </a:lnTo>
                  <a:lnTo>
                    <a:pt x="561" y="3840"/>
                  </a:lnTo>
                  <a:lnTo>
                    <a:pt x="3246" y="5501"/>
                  </a:lnTo>
                  <a:lnTo>
                    <a:pt x="9193" y="4213"/>
                  </a:lnTo>
                  <a:lnTo>
                    <a:pt x="13242" y="2812"/>
                  </a:lnTo>
                  <a:lnTo>
                    <a:pt x="1491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h975"/>
            <p:cNvSpPr/>
            <p:nvPr/>
          </p:nvSpPr>
          <p:spPr>
            <a:xfrm>
              <a:off x="2077138" y="3004381"/>
              <a:ext cx="41820" cy="65167"/>
            </a:xfrm>
            <a:custGeom>
              <a:avLst/>
              <a:pathLst>
                <a:path w="41820" h="65167">
                  <a:moveTo>
                    <a:pt x="30716" y="0"/>
                  </a:moveTo>
                  <a:lnTo>
                    <a:pt x="32126" y="1503"/>
                  </a:lnTo>
                  <a:lnTo>
                    <a:pt x="38469" y="1488"/>
                  </a:lnTo>
                  <a:lnTo>
                    <a:pt x="37223" y="4894"/>
                  </a:lnTo>
                  <a:lnTo>
                    <a:pt x="35925" y="16618"/>
                  </a:lnTo>
                  <a:lnTo>
                    <a:pt x="33372" y="19564"/>
                  </a:lnTo>
                  <a:lnTo>
                    <a:pt x="32443" y="24261"/>
                  </a:lnTo>
                  <a:lnTo>
                    <a:pt x="38643" y="37666"/>
                  </a:lnTo>
                  <a:lnTo>
                    <a:pt x="41820" y="39850"/>
                  </a:lnTo>
                  <a:lnTo>
                    <a:pt x="41685" y="42081"/>
                  </a:lnTo>
                  <a:lnTo>
                    <a:pt x="40834" y="42900"/>
                  </a:lnTo>
                  <a:lnTo>
                    <a:pt x="28747" y="46494"/>
                  </a:lnTo>
                  <a:lnTo>
                    <a:pt x="24529" y="48961"/>
                  </a:lnTo>
                  <a:lnTo>
                    <a:pt x="23473" y="63613"/>
                  </a:lnTo>
                  <a:lnTo>
                    <a:pt x="17403" y="65167"/>
                  </a:lnTo>
                  <a:lnTo>
                    <a:pt x="11083" y="63617"/>
                  </a:lnTo>
                  <a:lnTo>
                    <a:pt x="6449" y="59199"/>
                  </a:lnTo>
                  <a:lnTo>
                    <a:pt x="2721" y="57982"/>
                  </a:lnTo>
                  <a:lnTo>
                    <a:pt x="3843" y="49898"/>
                  </a:lnTo>
                  <a:lnTo>
                    <a:pt x="3700" y="42854"/>
                  </a:lnTo>
                  <a:lnTo>
                    <a:pt x="1297" y="37063"/>
                  </a:lnTo>
                  <a:lnTo>
                    <a:pt x="3829" y="34554"/>
                  </a:lnTo>
                  <a:lnTo>
                    <a:pt x="1838" y="31355"/>
                  </a:lnTo>
                  <a:lnTo>
                    <a:pt x="222" y="25044"/>
                  </a:lnTo>
                  <a:lnTo>
                    <a:pt x="0" y="20995"/>
                  </a:lnTo>
                  <a:lnTo>
                    <a:pt x="6323" y="16388"/>
                  </a:lnTo>
                  <a:lnTo>
                    <a:pt x="8907" y="14032"/>
                  </a:lnTo>
                  <a:lnTo>
                    <a:pt x="11725" y="13550"/>
                  </a:lnTo>
                  <a:lnTo>
                    <a:pt x="12523" y="14883"/>
                  </a:lnTo>
                  <a:lnTo>
                    <a:pt x="18235" y="11127"/>
                  </a:lnTo>
                  <a:lnTo>
                    <a:pt x="21926" y="11047"/>
                  </a:lnTo>
                  <a:lnTo>
                    <a:pt x="26311" y="4338"/>
                  </a:lnTo>
                  <a:lnTo>
                    <a:pt x="26467" y="2266"/>
                  </a:lnTo>
                  <a:lnTo>
                    <a:pt x="27787" y="63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h976"/>
            <p:cNvSpPr/>
            <p:nvPr/>
          </p:nvSpPr>
          <p:spPr>
            <a:xfrm>
              <a:off x="2284473" y="2895573"/>
              <a:ext cx="16657" cy="22467"/>
            </a:xfrm>
            <a:custGeom>
              <a:avLst/>
              <a:pathLst>
                <a:path w="16657" h="22467">
                  <a:moveTo>
                    <a:pt x="10788" y="2210"/>
                  </a:moveTo>
                  <a:lnTo>
                    <a:pt x="13162" y="1850"/>
                  </a:lnTo>
                  <a:lnTo>
                    <a:pt x="14326" y="4947"/>
                  </a:lnTo>
                  <a:lnTo>
                    <a:pt x="15801" y="4840"/>
                  </a:lnTo>
                  <a:lnTo>
                    <a:pt x="16657" y="10016"/>
                  </a:lnTo>
                  <a:lnTo>
                    <a:pt x="14541" y="10728"/>
                  </a:lnTo>
                  <a:lnTo>
                    <a:pt x="13926" y="11909"/>
                  </a:lnTo>
                  <a:lnTo>
                    <a:pt x="10124" y="18275"/>
                  </a:lnTo>
                  <a:lnTo>
                    <a:pt x="11327" y="19381"/>
                  </a:lnTo>
                  <a:lnTo>
                    <a:pt x="11826" y="21224"/>
                  </a:lnTo>
                  <a:lnTo>
                    <a:pt x="11040" y="21935"/>
                  </a:lnTo>
                  <a:lnTo>
                    <a:pt x="10106" y="21236"/>
                  </a:lnTo>
                  <a:lnTo>
                    <a:pt x="6849" y="22467"/>
                  </a:lnTo>
                  <a:lnTo>
                    <a:pt x="3266" y="20816"/>
                  </a:lnTo>
                  <a:lnTo>
                    <a:pt x="3550" y="12025"/>
                  </a:lnTo>
                  <a:lnTo>
                    <a:pt x="704" y="10652"/>
                  </a:lnTo>
                  <a:lnTo>
                    <a:pt x="0" y="10241"/>
                  </a:lnTo>
                  <a:lnTo>
                    <a:pt x="706" y="8406"/>
                  </a:lnTo>
                  <a:lnTo>
                    <a:pt x="3099" y="9198"/>
                  </a:lnTo>
                  <a:lnTo>
                    <a:pt x="7684" y="6638"/>
                  </a:lnTo>
                  <a:lnTo>
                    <a:pt x="7943" y="2307"/>
                  </a:lnTo>
                  <a:lnTo>
                    <a:pt x="902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h977"/>
            <p:cNvSpPr/>
            <p:nvPr/>
          </p:nvSpPr>
          <p:spPr>
            <a:xfrm>
              <a:off x="2203265" y="2863568"/>
              <a:ext cx="21193" cy="24338"/>
            </a:xfrm>
            <a:custGeom>
              <a:avLst/>
              <a:pathLst>
                <a:path w="21193" h="24338">
                  <a:moveTo>
                    <a:pt x="19381" y="601"/>
                  </a:moveTo>
                  <a:lnTo>
                    <a:pt x="18412" y="2029"/>
                  </a:lnTo>
                  <a:lnTo>
                    <a:pt x="20155" y="4503"/>
                  </a:lnTo>
                  <a:lnTo>
                    <a:pt x="21193" y="4717"/>
                  </a:lnTo>
                  <a:lnTo>
                    <a:pt x="20452" y="8744"/>
                  </a:lnTo>
                  <a:lnTo>
                    <a:pt x="19965" y="10792"/>
                  </a:lnTo>
                  <a:lnTo>
                    <a:pt x="15328" y="15808"/>
                  </a:lnTo>
                  <a:lnTo>
                    <a:pt x="12273" y="21562"/>
                  </a:lnTo>
                  <a:lnTo>
                    <a:pt x="11014" y="23918"/>
                  </a:lnTo>
                  <a:lnTo>
                    <a:pt x="5453" y="24338"/>
                  </a:lnTo>
                  <a:lnTo>
                    <a:pt x="2228" y="22712"/>
                  </a:lnTo>
                  <a:lnTo>
                    <a:pt x="4699" y="20229"/>
                  </a:lnTo>
                  <a:lnTo>
                    <a:pt x="2197" y="16229"/>
                  </a:lnTo>
                  <a:lnTo>
                    <a:pt x="889" y="16058"/>
                  </a:lnTo>
                  <a:lnTo>
                    <a:pt x="0" y="14062"/>
                  </a:lnTo>
                  <a:lnTo>
                    <a:pt x="2312" y="10550"/>
                  </a:lnTo>
                  <a:lnTo>
                    <a:pt x="4531" y="9573"/>
                  </a:lnTo>
                  <a:lnTo>
                    <a:pt x="4211" y="5983"/>
                  </a:lnTo>
                  <a:lnTo>
                    <a:pt x="2633" y="3681"/>
                  </a:lnTo>
                  <a:lnTo>
                    <a:pt x="12805" y="5119"/>
                  </a:lnTo>
                  <a:lnTo>
                    <a:pt x="16271" y="3116"/>
                  </a:lnTo>
                  <a:lnTo>
                    <a:pt x="1857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h978"/>
            <p:cNvSpPr/>
            <p:nvPr/>
          </p:nvSpPr>
          <p:spPr>
            <a:xfrm>
              <a:off x="2368635" y="2930772"/>
              <a:ext cx="12261" cy="9555"/>
            </a:xfrm>
            <a:custGeom>
              <a:avLst/>
              <a:pathLst>
                <a:path w="12261" h="9555">
                  <a:moveTo>
                    <a:pt x="10117" y="893"/>
                  </a:moveTo>
                  <a:lnTo>
                    <a:pt x="12142" y="4136"/>
                  </a:lnTo>
                  <a:lnTo>
                    <a:pt x="11624" y="5456"/>
                  </a:lnTo>
                  <a:lnTo>
                    <a:pt x="12261" y="8520"/>
                  </a:lnTo>
                  <a:lnTo>
                    <a:pt x="3982" y="9555"/>
                  </a:lnTo>
                  <a:lnTo>
                    <a:pt x="1088" y="6276"/>
                  </a:lnTo>
                  <a:lnTo>
                    <a:pt x="0" y="3465"/>
                  </a:lnTo>
                  <a:lnTo>
                    <a:pt x="1977" y="1777"/>
                  </a:lnTo>
                  <a:lnTo>
                    <a:pt x="4148" y="54"/>
                  </a:lnTo>
                  <a:lnTo>
                    <a:pt x="848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h979"/>
            <p:cNvSpPr/>
            <p:nvPr/>
          </p:nvSpPr>
          <p:spPr>
            <a:xfrm>
              <a:off x="2109581" y="2985566"/>
              <a:ext cx="51101" cy="60154"/>
            </a:xfrm>
            <a:custGeom>
              <a:avLst/>
              <a:pathLst>
                <a:path w="51101" h="60154">
                  <a:moveTo>
                    <a:pt x="46317" y="388"/>
                  </a:moveTo>
                  <a:lnTo>
                    <a:pt x="49521" y="440"/>
                  </a:lnTo>
                  <a:lnTo>
                    <a:pt x="47841" y="5868"/>
                  </a:lnTo>
                  <a:lnTo>
                    <a:pt x="42156" y="17421"/>
                  </a:lnTo>
                  <a:lnTo>
                    <a:pt x="41932" y="21300"/>
                  </a:lnTo>
                  <a:lnTo>
                    <a:pt x="40545" y="24871"/>
                  </a:lnTo>
                  <a:lnTo>
                    <a:pt x="36256" y="30677"/>
                  </a:lnTo>
                  <a:lnTo>
                    <a:pt x="34249" y="35818"/>
                  </a:lnTo>
                  <a:lnTo>
                    <a:pt x="36041" y="37762"/>
                  </a:lnTo>
                  <a:lnTo>
                    <a:pt x="37907" y="38499"/>
                  </a:lnTo>
                  <a:lnTo>
                    <a:pt x="50163" y="39835"/>
                  </a:lnTo>
                  <a:lnTo>
                    <a:pt x="50867" y="40249"/>
                  </a:lnTo>
                  <a:lnTo>
                    <a:pt x="51101" y="42453"/>
                  </a:lnTo>
                  <a:lnTo>
                    <a:pt x="47607" y="47059"/>
                  </a:lnTo>
                  <a:lnTo>
                    <a:pt x="46589" y="45011"/>
                  </a:lnTo>
                  <a:lnTo>
                    <a:pt x="44240" y="44425"/>
                  </a:lnTo>
                  <a:lnTo>
                    <a:pt x="41808" y="45526"/>
                  </a:lnTo>
                  <a:lnTo>
                    <a:pt x="41107" y="47069"/>
                  </a:lnTo>
                  <a:lnTo>
                    <a:pt x="42202" y="50937"/>
                  </a:lnTo>
                  <a:lnTo>
                    <a:pt x="43083" y="52068"/>
                  </a:lnTo>
                  <a:lnTo>
                    <a:pt x="45438" y="52480"/>
                  </a:lnTo>
                  <a:lnTo>
                    <a:pt x="46009" y="54080"/>
                  </a:lnTo>
                  <a:lnTo>
                    <a:pt x="41245" y="57832"/>
                  </a:lnTo>
                  <a:lnTo>
                    <a:pt x="34652" y="60154"/>
                  </a:lnTo>
                  <a:lnTo>
                    <a:pt x="24933" y="59672"/>
                  </a:lnTo>
                  <a:lnTo>
                    <a:pt x="17499" y="58455"/>
                  </a:lnTo>
                  <a:lnTo>
                    <a:pt x="11552" y="59502"/>
                  </a:lnTo>
                  <a:lnTo>
                    <a:pt x="9377" y="58664"/>
                  </a:lnTo>
                  <a:lnTo>
                    <a:pt x="6200" y="56480"/>
                  </a:lnTo>
                  <a:lnTo>
                    <a:pt x="0" y="43075"/>
                  </a:lnTo>
                  <a:lnTo>
                    <a:pt x="929" y="38378"/>
                  </a:lnTo>
                  <a:lnTo>
                    <a:pt x="3482" y="35432"/>
                  </a:lnTo>
                  <a:lnTo>
                    <a:pt x="4779" y="23708"/>
                  </a:lnTo>
                  <a:lnTo>
                    <a:pt x="6026" y="20302"/>
                  </a:lnTo>
                  <a:lnTo>
                    <a:pt x="9025" y="21924"/>
                  </a:lnTo>
                  <a:lnTo>
                    <a:pt x="9249" y="25613"/>
                  </a:lnTo>
                  <a:lnTo>
                    <a:pt x="14981" y="26155"/>
                  </a:lnTo>
                  <a:lnTo>
                    <a:pt x="16551" y="24435"/>
                  </a:lnTo>
                  <a:lnTo>
                    <a:pt x="16392" y="20737"/>
                  </a:lnTo>
                  <a:lnTo>
                    <a:pt x="13795" y="18972"/>
                  </a:lnTo>
                  <a:lnTo>
                    <a:pt x="15554" y="10094"/>
                  </a:lnTo>
                  <a:lnTo>
                    <a:pt x="18930" y="7681"/>
                  </a:lnTo>
                  <a:lnTo>
                    <a:pt x="20486" y="9852"/>
                  </a:lnTo>
                  <a:lnTo>
                    <a:pt x="21579" y="10224"/>
                  </a:lnTo>
                  <a:lnTo>
                    <a:pt x="24191" y="9228"/>
                  </a:lnTo>
                  <a:lnTo>
                    <a:pt x="25981" y="7059"/>
                  </a:lnTo>
                  <a:lnTo>
                    <a:pt x="26677" y="4635"/>
                  </a:lnTo>
                  <a:lnTo>
                    <a:pt x="28954" y="5463"/>
                  </a:lnTo>
                  <a:lnTo>
                    <a:pt x="31853" y="4298"/>
                  </a:lnTo>
                  <a:lnTo>
                    <a:pt x="35688" y="0"/>
                  </a:lnTo>
                  <a:lnTo>
                    <a:pt x="36945" y="225"/>
                  </a:lnTo>
                  <a:lnTo>
                    <a:pt x="38311" y="1877"/>
                  </a:lnTo>
                  <a:lnTo>
                    <a:pt x="40450" y="2418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h980"/>
            <p:cNvSpPr/>
            <p:nvPr/>
          </p:nvSpPr>
          <p:spPr>
            <a:xfrm>
              <a:off x="2356870" y="2926956"/>
              <a:ext cx="13742" cy="8939"/>
            </a:xfrm>
            <a:custGeom>
              <a:avLst/>
              <a:pathLst>
                <a:path w="13742" h="8939">
                  <a:moveTo>
                    <a:pt x="6846" y="0"/>
                  </a:moveTo>
                  <a:lnTo>
                    <a:pt x="9683" y="655"/>
                  </a:lnTo>
                  <a:lnTo>
                    <a:pt x="13742" y="5593"/>
                  </a:lnTo>
                  <a:lnTo>
                    <a:pt x="11765" y="7281"/>
                  </a:lnTo>
                  <a:lnTo>
                    <a:pt x="9561" y="6866"/>
                  </a:lnTo>
                  <a:lnTo>
                    <a:pt x="8096" y="8920"/>
                  </a:lnTo>
                  <a:lnTo>
                    <a:pt x="4667" y="8939"/>
                  </a:lnTo>
                  <a:lnTo>
                    <a:pt x="0" y="711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h981"/>
            <p:cNvSpPr/>
            <p:nvPr/>
          </p:nvSpPr>
          <p:spPr>
            <a:xfrm>
              <a:off x="1989674" y="3048260"/>
              <a:ext cx="108965" cy="72543"/>
            </a:xfrm>
            <a:custGeom>
              <a:avLst/>
              <a:pathLst>
                <a:path w="108965" h="72543">
                  <a:moveTo>
                    <a:pt x="21798" y="5006"/>
                  </a:moveTo>
                  <a:lnTo>
                    <a:pt x="25139" y="7887"/>
                  </a:lnTo>
                  <a:lnTo>
                    <a:pt x="30336" y="9722"/>
                  </a:lnTo>
                  <a:lnTo>
                    <a:pt x="34839" y="7808"/>
                  </a:lnTo>
                  <a:lnTo>
                    <a:pt x="35950" y="8774"/>
                  </a:lnTo>
                  <a:lnTo>
                    <a:pt x="37945" y="11639"/>
                  </a:lnTo>
                  <a:lnTo>
                    <a:pt x="38078" y="14172"/>
                  </a:lnTo>
                  <a:lnTo>
                    <a:pt x="37016" y="16339"/>
                  </a:lnTo>
                  <a:lnTo>
                    <a:pt x="36655" y="19834"/>
                  </a:lnTo>
                  <a:lnTo>
                    <a:pt x="38473" y="21305"/>
                  </a:lnTo>
                  <a:lnTo>
                    <a:pt x="40264" y="22105"/>
                  </a:lnTo>
                  <a:lnTo>
                    <a:pt x="45075" y="20943"/>
                  </a:lnTo>
                  <a:lnTo>
                    <a:pt x="45555" y="19809"/>
                  </a:lnTo>
                  <a:lnTo>
                    <a:pt x="45175" y="18250"/>
                  </a:lnTo>
                  <a:lnTo>
                    <a:pt x="54553" y="18711"/>
                  </a:lnTo>
                  <a:lnTo>
                    <a:pt x="55983" y="19885"/>
                  </a:lnTo>
                  <a:lnTo>
                    <a:pt x="52849" y="23714"/>
                  </a:lnTo>
                  <a:lnTo>
                    <a:pt x="51014" y="30806"/>
                  </a:lnTo>
                  <a:lnTo>
                    <a:pt x="51940" y="32728"/>
                  </a:lnTo>
                  <a:lnTo>
                    <a:pt x="53817" y="32267"/>
                  </a:lnTo>
                  <a:lnTo>
                    <a:pt x="62825" y="32596"/>
                  </a:lnTo>
                  <a:lnTo>
                    <a:pt x="67151" y="34143"/>
                  </a:lnTo>
                  <a:lnTo>
                    <a:pt x="75204" y="43133"/>
                  </a:lnTo>
                  <a:lnTo>
                    <a:pt x="88058" y="41164"/>
                  </a:lnTo>
                  <a:lnTo>
                    <a:pt x="91864" y="45129"/>
                  </a:lnTo>
                  <a:lnTo>
                    <a:pt x="95868" y="42571"/>
                  </a:lnTo>
                  <a:lnTo>
                    <a:pt x="97523" y="45008"/>
                  </a:lnTo>
                  <a:lnTo>
                    <a:pt x="100557" y="46385"/>
                  </a:lnTo>
                  <a:lnTo>
                    <a:pt x="105785" y="45212"/>
                  </a:lnTo>
                  <a:lnTo>
                    <a:pt x="107321" y="45496"/>
                  </a:lnTo>
                  <a:lnTo>
                    <a:pt x="108965" y="50237"/>
                  </a:lnTo>
                  <a:lnTo>
                    <a:pt x="106118" y="53639"/>
                  </a:lnTo>
                  <a:lnTo>
                    <a:pt x="103057" y="55990"/>
                  </a:lnTo>
                  <a:lnTo>
                    <a:pt x="102485" y="57905"/>
                  </a:lnTo>
                  <a:lnTo>
                    <a:pt x="103860" y="64348"/>
                  </a:lnTo>
                  <a:lnTo>
                    <a:pt x="102944" y="65521"/>
                  </a:lnTo>
                  <a:lnTo>
                    <a:pt x="103193" y="72543"/>
                  </a:lnTo>
                  <a:lnTo>
                    <a:pt x="76090" y="60003"/>
                  </a:lnTo>
                  <a:lnTo>
                    <a:pt x="72154" y="59093"/>
                  </a:lnTo>
                  <a:lnTo>
                    <a:pt x="66193" y="59016"/>
                  </a:lnTo>
                  <a:lnTo>
                    <a:pt x="55157" y="54436"/>
                  </a:lnTo>
                  <a:lnTo>
                    <a:pt x="51029" y="54114"/>
                  </a:lnTo>
                  <a:lnTo>
                    <a:pt x="40691" y="49686"/>
                  </a:lnTo>
                  <a:lnTo>
                    <a:pt x="37108" y="49342"/>
                  </a:lnTo>
                  <a:lnTo>
                    <a:pt x="24931" y="43241"/>
                  </a:lnTo>
                  <a:lnTo>
                    <a:pt x="21311" y="40633"/>
                  </a:lnTo>
                  <a:lnTo>
                    <a:pt x="19330" y="36125"/>
                  </a:lnTo>
                  <a:lnTo>
                    <a:pt x="19229" y="33464"/>
                  </a:lnTo>
                  <a:lnTo>
                    <a:pt x="17910" y="30305"/>
                  </a:lnTo>
                  <a:lnTo>
                    <a:pt x="13251" y="21359"/>
                  </a:lnTo>
                  <a:lnTo>
                    <a:pt x="7320" y="15542"/>
                  </a:lnTo>
                  <a:lnTo>
                    <a:pt x="3478" y="12500"/>
                  </a:lnTo>
                  <a:lnTo>
                    <a:pt x="0" y="10810"/>
                  </a:lnTo>
                  <a:lnTo>
                    <a:pt x="1753" y="7089"/>
                  </a:lnTo>
                  <a:lnTo>
                    <a:pt x="5258" y="6521"/>
                  </a:lnTo>
                  <a:lnTo>
                    <a:pt x="11078" y="2073"/>
                  </a:lnTo>
                  <a:lnTo>
                    <a:pt x="13755" y="809"/>
                  </a:lnTo>
                  <a:lnTo>
                    <a:pt x="16584" y="816"/>
                  </a:lnTo>
                  <a:lnTo>
                    <a:pt x="1806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h982"/>
            <p:cNvSpPr/>
            <p:nvPr/>
          </p:nvSpPr>
          <p:spPr>
            <a:xfrm>
              <a:off x="2199398" y="2974939"/>
              <a:ext cx="32085" cy="41439"/>
            </a:xfrm>
            <a:custGeom>
              <a:avLst/>
              <a:pathLst>
                <a:path w="32085" h="41439">
                  <a:moveTo>
                    <a:pt x="25806" y="873"/>
                  </a:moveTo>
                  <a:lnTo>
                    <a:pt x="28482" y="1615"/>
                  </a:lnTo>
                  <a:lnTo>
                    <a:pt x="31322" y="1168"/>
                  </a:lnTo>
                  <a:lnTo>
                    <a:pt x="32085" y="5169"/>
                  </a:lnTo>
                  <a:lnTo>
                    <a:pt x="31416" y="7349"/>
                  </a:lnTo>
                  <a:lnTo>
                    <a:pt x="26488" y="12497"/>
                  </a:lnTo>
                  <a:lnTo>
                    <a:pt x="26071" y="13507"/>
                  </a:lnTo>
                  <a:lnTo>
                    <a:pt x="26600" y="15681"/>
                  </a:lnTo>
                  <a:lnTo>
                    <a:pt x="25896" y="18070"/>
                  </a:lnTo>
                  <a:lnTo>
                    <a:pt x="26746" y="22615"/>
                  </a:lnTo>
                  <a:lnTo>
                    <a:pt x="24954" y="25006"/>
                  </a:lnTo>
                  <a:lnTo>
                    <a:pt x="25992" y="28713"/>
                  </a:lnTo>
                  <a:lnTo>
                    <a:pt x="27742" y="31353"/>
                  </a:lnTo>
                  <a:lnTo>
                    <a:pt x="27579" y="32467"/>
                  </a:lnTo>
                  <a:lnTo>
                    <a:pt x="25366" y="33880"/>
                  </a:lnTo>
                  <a:lnTo>
                    <a:pt x="24743" y="35370"/>
                  </a:lnTo>
                  <a:lnTo>
                    <a:pt x="23934" y="37560"/>
                  </a:lnTo>
                  <a:lnTo>
                    <a:pt x="24543" y="39695"/>
                  </a:lnTo>
                  <a:lnTo>
                    <a:pt x="17923" y="41439"/>
                  </a:lnTo>
                  <a:lnTo>
                    <a:pt x="4720" y="31538"/>
                  </a:lnTo>
                  <a:lnTo>
                    <a:pt x="5859" y="30207"/>
                  </a:lnTo>
                  <a:lnTo>
                    <a:pt x="8361" y="29521"/>
                  </a:lnTo>
                  <a:lnTo>
                    <a:pt x="9150" y="28544"/>
                  </a:lnTo>
                  <a:lnTo>
                    <a:pt x="5967" y="17554"/>
                  </a:lnTo>
                  <a:lnTo>
                    <a:pt x="6891" y="13908"/>
                  </a:lnTo>
                  <a:lnTo>
                    <a:pt x="6247" y="11369"/>
                  </a:lnTo>
                  <a:lnTo>
                    <a:pt x="3783" y="9354"/>
                  </a:lnTo>
                  <a:lnTo>
                    <a:pt x="1208" y="8547"/>
                  </a:lnTo>
                  <a:lnTo>
                    <a:pt x="865" y="7632"/>
                  </a:lnTo>
                  <a:lnTo>
                    <a:pt x="2834" y="5531"/>
                  </a:lnTo>
                  <a:lnTo>
                    <a:pt x="5741" y="4581"/>
                  </a:lnTo>
                  <a:lnTo>
                    <a:pt x="5848" y="3674"/>
                  </a:lnTo>
                  <a:lnTo>
                    <a:pt x="2861" y="2547"/>
                  </a:lnTo>
                  <a:lnTo>
                    <a:pt x="0" y="3090"/>
                  </a:lnTo>
                  <a:lnTo>
                    <a:pt x="4260" y="0"/>
                  </a:lnTo>
                  <a:lnTo>
                    <a:pt x="11229" y="2671"/>
                  </a:lnTo>
                  <a:lnTo>
                    <a:pt x="17014" y="98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h983"/>
            <p:cNvSpPr/>
            <p:nvPr/>
          </p:nvSpPr>
          <p:spPr>
            <a:xfrm>
              <a:off x="2080186" y="3029991"/>
              <a:ext cx="83895" cy="62522"/>
            </a:xfrm>
            <a:custGeom>
              <a:avLst/>
              <a:pathLst>
                <a:path w="83895" h="62522">
                  <a:moveTo>
                    <a:pt x="75985" y="586"/>
                  </a:moveTo>
                  <a:lnTo>
                    <a:pt x="77002" y="2634"/>
                  </a:lnTo>
                  <a:lnTo>
                    <a:pt x="78167" y="4268"/>
                  </a:lnTo>
                  <a:lnTo>
                    <a:pt x="78721" y="7420"/>
                  </a:lnTo>
                  <a:lnTo>
                    <a:pt x="77351" y="9485"/>
                  </a:lnTo>
                  <a:lnTo>
                    <a:pt x="77853" y="11420"/>
                  </a:lnTo>
                  <a:lnTo>
                    <a:pt x="79510" y="15643"/>
                  </a:lnTo>
                  <a:lnTo>
                    <a:pt x="81121" y="16509"/>
                  </a:lnTo>
                  <a:lnTo>
                    <a:pt x="82217" y="20003"/>
                  </a:lnTo>
                  <a:lnTo>
                    <a:pt x="82045" y="21022"/>
                  </a:lnTo>
                  <a:lnTo>
                    <a:pt x="83895" y="25523"/>
                  </a:lnTo>
                  <a:lnTo>
                    <a:pt x="77306" y="27700"/>
                  </a:lnTo>
                  <a:lnTo>
                    <a:pt x="72670" y="30142"/>
                  </a:lnTo>
                  <a:lnTo>
                    <a:pt x="70873" y="32343"/>
                  </a:lnTo>
                  <a:lnTo>
                    <a:pt x="70262" y="34652"/>
                  </a:lnTo>
                  <a:lnTo>
                    <a:pt x="72174" y="37466"/>
                  </a:lnTo>
                  <a:lnTo>
                    <a:pt x="70842" y="41927"/>
                  </a:lnTo>
                  <a:lnTo>
                    <a:pt x="69490" y="43231"/>
                  </a:lnTo>
                  <a:lnTo>
                    <a:pt x="67339" y="41930"/>
                  </a:lnTo>
                  <a:lnTo>
                    <a:pt x="65698" y="42231"/>
                  </a:lnTo>
                  <a:lnTo>
                    <a:pt x="63553" y="44120"/>
                  </a:lnTo>
                  <a:lnTo>
                    <a:pt x="63936" y="50047"/>
                  </a:lnTo>
                  <a:lnTo>
                    <a:pt x="59998" y="52685"/>
                  </a:lnTo>
                  <a:lnTo>
                    <a:pt x="56843" y="53207"/>
                  </a:lnTo>
                  <a:lnTo>
                    <a:pt x="50938" y="52640"/>
                  </a:lnTo>
                  <a:lnTo>
                    <a:pt x="48653" y="53993"/>
                  </a:lnTo>
                  <a:lnTo>
                    <a:pt x="45790" y="58926"/>
                  </a:lnTo>
                  <a:lnTo>
                    <a:pt x="46280" y="61149"/>
                  </a:lnTo>
                  <a:lnTo>
                    <a:pt x="44842" y="62522"/>
                  </a:lnTo>
                  <a:lnTo>
                    <a:pt x="32804" y="58789"/>
                  </a:lnTo>
                  <a:lnTo>
                    <a:pt x="26643" y="60759"/>
                  </a:lnTo>
                  <a:lnTo>
                    <a:pt x="22226" y="56323"/>
                  </a:lnTo>
                  <a:lnTo>
                    <a:pt x="18013" y="54196"/>
                  </a:lnTo>
                  <a:lnTo>
                    <a:pt x="14097" y="54709"/>
                  </a:lnTo>
                  <a:lnTo>
                    <a:pt x="9232" y="53249"/>
                  </a:lnTo>
                  <a:lnTo>
                    <a:pt x="8980" y="52293"/>
                  </a:lnTo>
                  <a:lnTo>
                    <a:pt x="0" y="42967"/>
                  </a:lnTo>
                  <a:lnTo>
                    <a:pt x="8035" y="38007"/>
                  </a:lnTo>
                  <a:lnTo>
                    <a:pt x="14355" y="39557"/>
                  </a:lnTo>
                  <a:lnTo>
                    <a:pt x="20425" y="38003"/>
                  </a:lnTo>
                  <a:lnTo>
                    <a:pt x="21481" y="23350"/>
                  </a:lnTo>
                  <a:lnTo>
                    <a:pt x="25699" y="20883"/>
                  </a:lnTo>
                  <a:lnTo>
                    <a:pt x="37786" y="17289"/>
                  </a:lnTo>
                  <a:lnTo>
                    <a:pt x="38637" y="16470"/>
                  </a:lnTo>
                  <a:lnTo>
                    <a:pt x="38772" y="14239"/>
                  </a:lnTo>
                  <a:lnTo>
                    <a:pt x="40947" y="15076"/>
                  </a:lnTo>
                  <a:lnTo>
                    <a:pt x="46894" y="14030"/>
                  </a:lnTo>
                  <a:lnTo>
                    <a:pt x="54328" y="15247"/>
                  </a:lnTo>
                  <a:lnTo>
                    <a:pt x="64047" y="15729"/>
                  </a:lnTo>
                  <a:lnTo>
                    <a:pt x="70640" y="13406"/>
                  </a:lnTo>
                  <a:lnTo>
                    <a:pt x="75404" y="9654"/>
                  </a:lnTo>
                  <a:lnTo>
                    <a:pt x="74833" y="8055"/>
                  </a:lnTo>
                  <a:lnTo>
                    <a:pt x="72478" y="7643"/>
                  </a:lnTo>
                  <a:lnTo>
                    <a:pt x="71597" y="6512"/>
                  </a:lnTo>
                  <a:lnTo>
                    <a:pt x="70502" y="2643"/>
                  </a:lnTo>
                  <a:lnTo>
                    <a:pt x="71203" y="1101"/>
                  </a:lnTo>
                  <a:lnTo>
                    <a:pt x="7363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h984"/>
            <p:cNvSpPr/>
            <p:nvPr/>
          </p:nvSpPr>
          <p:spPr>
            <a:xfrm>
              <a:off x="2223333" y="2989492"/>
              <a:ext cx="50752" cy="57893"/>
            </a:xfrm>
            <a:custGeom>
              <a:avLst/>
              <a:pathLst>
                <a:path w="50752" h="57893">
                  <a:moveTo>
                    <a:pt x="6561" y="0"/>
                  </a:moveTo>
                  <a:lnTo>
                    <a:pt x="7883" y="476"/>
                  </a:lnTo>
                  <a:lnTo>
                    <a:pt x="8333" y="1962"/>
                  </a:lnTo>
                  <a:lnTo>
                    <a:pt x="14069" y="5839"/>
                  </a:lnTo>
                  <a:lnTo>
                    <a:pt x="14443" y="10001"/>
                  </a:lnTo>
                  <a:lnTo>
                    <a:pt x="16608" y="12010"/>
                  </a:lnTo>
                  <a:lnTo>
                    <a:pt x="18464" y="8934"/>
                  </a:lnTo>
                  <a:lnTo>
                    <a:pt x="22334" y="7104"/>
                  </a:lnTo>
                  <a:lnTo>
                    <a:pt x="31714" y="5973"/>
                  </a:lnTo>
                  <a:lnTo>
                    <a:pt x="31971" y="7076"/>
                  </a:lnTo>
                  <a:lnTo>
                    <a:pt x="33971" y="8064"/>
                  </a:lnTo>
                  <a:lnTo>
                    <a:pt x="35379" y="7225"/>
                  </a:lnTo>
                  <a:lnTo>
                    <a:pt x="36606" y="14456"/>
                  </a:lnTo>
                  <a:lnTo>
                    <a:pt x="37660" y="15722"/>
                  </a:lnTo>
                  <a:lnTo>
                    <a:pt x="41172" y="25256"/>
                  </a:lnTo>
                  <a:lnTo>
                    <a:pt x="50752" y="30127"/>
                  </a:lnTo>
                  <a:lnTo>
                    <a:pt x="50570" y="32890"/>
                  </a:lnTo>
                  <a:lnTo>
                    <a:pt x="48634" y="35962"/>
                  </a:lnTo>
                  <a:lnTo>
                    <a:pt x="47908" y="38946"/>
                  </a:lnTo>
                  <a:lnTo>
                    <a:pt x="48907" y="44140"/>
                  </a:lnTo>
                  <a:lnTo>
                    <a:pt x="45872" y="46939"/>
                  </a:lnTo>
                  <a:lnTo>
                    <a:pt x="46340" y="48647"/>
                  </a:lnTo>
                  <a:lnTo>
                    <a:pt x="44761" y="52564"/>
                  </a:lnTo>
                  <a:lnTo>
                    <a:pt x="37554" y="57332"/>
                  </a:lnTo>
                  <a:lnTo>
                    <a:pt x="33969" y="57893"/>
                  </a:lnTo>
                  <a:lnTo>
                    <a:pt x="28322" y="56512"/>
                  </a:lnTo>
                  <a:lnTo>
                    <a:pt x="26023" y="57512"/>
                  </a:lnTo>
                  <a:lnTo>
                    <a:pt x="24514" y="56974"/>
                  </a:lnTo>
                  <a:lnTo>
                    <a:pt x="15465" y="49778"/>
                  </a:lnTo>
                  <a:lnTo>
                    <a:pt x="13957" y="41445"/>
                  </a:lnTo>
                  <a:lnTo>
                    <a:pt x="5780" y="32583"/>
                  </a:lnTo>
                  <a:lnTo>
                    <a:pt x="6630" y="28791"/>
                  </a:lnTo>
                  <a:lnTo>
                    <a:pt x="3630" y="27663"/>
                  </a:lnTo>
                  <a:lnTo>
                    <a:pt x="608" y="25142"/>
                  </a:lnTo>
                  <a:lnTo>
                    <a:pt x="0" y="23007"/>
                  </a:lnTo>
                  <a:lnTo>
                    <a:pt x="808" y="20816"/>
                  </a:lnTo>
                  <a:lnTo>
                    <a:pt x="1431" y="19326"/>
                  </a:lnTo>
                  <a:lnTo>
                    <a:pt x="3644" y="17914"/>
                  </a:lnTo>
                  <a:lnTo>
                    <a:pt x="3807" y="16799"/>
                  </a:lnTo>
                  <a:lnTo>
                    <a:pt x="2057" y="14160"/>
                  </a:lnTo>
                  <a:lnTo>
                    <a:pt x="1019" y="10452"/>
                  </a:lnTo>
                  <a:lnTo>
                    <a:pt x="2811" y="8062"/>
                  </a:lnTo>
                  <a:lnTo>
                    <a:pt x="1962" y="3516"/>
                  </a:lnTo>
                  <a:lnTo>
                    <a:pt x="2665" y="112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h985"/>
            <p:cNvSpPr/>
            <p:nvPr/>
          </p:nvSpPr>
          <p:spPr>
            <a:xfrm>
              <a:off x="2146810" y="2850301"/>
              <a:ext cx="23164" cy="14636"/>
            </a:xfrm>
            <a:custGeom>
              <a:avLst/>
              <a:pathLst>
                <a:path w="23164" h="14636">
                  <a:moveTo>
                    <a:pt x="16015" y="0"/>
                  </a:moveTo>
                  <a:lnTo>
                    <a:pt x="18885" y="3420"/>
                  </a:lnTo>
                  <a:lnTo>
                    <a:pt x="23164" y="6104"/>
                  </a:lnTo>
                  <a:lnTo>
                    <a:pt x="20212" y="9966"/>
                  </a:lnTo>
                  <a:lnTo>
                    <a:pt x="16559" y="13160"/>
                  </a:lnTo>
                  <a:lnTo>
                    <a:pt x="9598" y="14636"/>
                  </a:lnTo>
                  <a:lnTo>
                    <a:pt x="7793" y="9842"/>
                  </a:lnTo>
                  <a:lnTo>
                    <a:pt x="5526" y="8772"/>
                  </a:lnTo>
                  <a:lnTo>
                    <a:pt x="1194" y="8970"/>
                  </a:lnTo>
                  <a:lnTo>
                    <a:pt x="0" y="4036"/>
                  </a:lnTo>
                  <a:lnTo>
                    <a:pt x="2790" y="139"/>
                  </a:lnTo>
                  <a:lnTo>
                    <a:pt x="6934" y="2296"/>
                  </a:lnTo>
                  <a:lnTo>
                    <a:pt x="10204" y="1630"/>
                  </a:lnTo>
                  <a:lnTo>
                    <a:pt x="11607" y="48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h986"/>
            <p:cNvSpPr/>
            <p:nvPr/>
          </p:nvSpPr>
          <p:spPr>
            <a:xfrm>
              <a:off x="2182998" y="2896467"/>
              <a:ext cx="33568" cy="32783"/>
            </a:xfrm>
            <a:custGeom>
              <a:avLst/>
              <a:pathLst>
                <a:path w="33568" h="32783">
                  <a:moveTo>
                    <a:pt x="7669" y="0"/>
                  </a:moveTo>
                  <a:lnTo>
                    <a:pt x="10497" y="229"/>
                  </a:lnTo>
                  <a:lnTo>
                    <a:pt x="13484" y="2154"/>
                  </a:lnTo>
                  <a:lnTo>
                    <a:pt x="13902" y="5235"/>
                  </a:lnTo>
                  <a:lnTo>
                    <a:pt x="18549" y="9363"/>
                  </a:lnTo>
                  <a:lnTo>
                    <a:pt x="24845" y="8390"/>
                  </a:lnTo>
                  <a:lnTo>
                    <a:pt x="33568" y="8832"/>
                  </a:lnTo>
                  <a:lnTo>
                    <a:pt x="30724" y="25638"/>
                  </a:lnTo>
                  <a:lnTo>
                    <a:pt x="28939" y="32385"/>
                  </a:lnTo>
                  <a:lnTo>
                    <a:pt x="22443" y="32783"/>
                  </a:lnTo>
                  <a:lnTo>
                    <a:pt x="23403" y="26949"/>
                  </a:lnTo>
                  <a:lnTo>
                    <a:pt x="18602" y="25853"/>
                  </a:lnTo>
                  <a:lnTo>
                    <a:pt x="13581" y="25921"/>
                  </a:lnTo>
                  <a:lnTo>
                    <a:pt x="10410" y="22696"/>
                  </a:lnTo>
                  <a:lnTo>
                    <a:pt x="7659" y="21029"/>
                  </a:lnTo>
                  <a:lnTo>
                    <a:pt x="5086" y="20844"/>
                  </a:lnTo>
                  <a:lnTo>
                    <a:pt x="2714" y="19593"/>
                  </a:lnTo>
                  <a:lnTo>
                    <a:pt x="0" y="15950"/>
                  </a:lnTo>
                  <a:lnTo>
                    <a:pt x="705" y="14643"/>
                  </a:lnTo>
                  <a:lnTo>
                    <a:pt x="3733" y="15238"/>
                  </a:lnTo>
                  <a:lnTo>
                    <a:pt x="10316" y="12716"/>
                  </a:lnTo>
                  <a:lnTo>
                    <a:pt x="10439" y="8116"/>
                  </a:lnTo>
                  <a:lnTo>
                    <a:pt x="8264" y="1733"/>
                  </a:lnTo>
                  <a:lnTo>
                    <a:pt x="7102" y="27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h987"/>
            <p:cNvSpPr/>
            <p:nvPr/>
          </p:nvSpPr>
          <p:spPr>
            <a:xfrm>
              <a:off x="2155506" y="2899406"/>
              <a:ext cx="316" cy="539"/>
            </a:xfrm>
            <a:custGeom>
              <a:avLst/>
              <a:pathLst>
                <a:path w="316" h="539">
                  <a:moveTo>
                    <a:pt x="316" y="385"/>
                  </a:moveTo>
                  <a:lnTo>
                    <a:pt x="0" y="539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h988"/>
            <p:cNvSpPr/>
            <p:nvPr/>
          </p:nvSpPr>
          <p:spPr>
            <a:xfrm>
              <a:off x="2137244" y="2879524"/>
              <a:ext cx="32025" cy="18930"/>
            </a:xfrm>
            <a:custGeom>
              <a:avLst/>
              <a:pathLst>
                <a:path w="32025" h="18930">
                  <a:moveTo>
                    <a:pt x="13206" y="2341"/>
                  </a:moveTo>
                  <a:lnTo>
                    <a:pt x="21508" y="2292"/>
                  </a:lnTo>
                  <a:lnTo>
                    <a:pt x="29558" y="3892"/>
                  </a:lnTo>
                  <a:lnTo>
                    <a:pt x="30324" y="5170"/>
                  </a:lnTo>
                  <a:lnTo>
                    <a:pt x="28549" y="9010"/>
                  </a:lnTo>
                  <a:lnTo>
                    <a:pt x="28840" y="10660"/>
                  </a:lnTo>
                  <a:lnTo>
                    <a:pt x="31391" y="10566"/>
                  </a:lnTo>
                  <a:lnTo>
                    <a:pt x="32025" y="11404"/>
                  </a:lnTo>
                  <a:lnTo>
                    <a:pt x="31090" y="14953"/>
                  </a:lnTo>
                  <a:lnTo>
                    <a:pt x="30158" y="15183"/>
                  </a:lnTo>
                  <a:lnTo>
                    <a:pt x="26048" y="14354"/>
                  </a:lnTo>
                  <a:lnTo>
                    <a:pt x="22356" y="15253"/>
                  </a:lnTo>
                  <a:lnTo>
                    <a:pt x="20234" y="18162"/>
                  </a:lnTo>
                  <a:lnTo>
                    <a:pt x="15591" y="18930"/>
                  </a:lnTo>
                  <a:lnTo>
                    <a:pt x="11016" y="14047"/>
                  </a:lnTo>
                  <a:lnTo>
                    <a:pt x="8888" y="13026"/>
                  </a:lnTo>
                  <a:lnTo>
                    <a:pt x="4190" y="15510"/>
                  </a:lnTo>
                  <a:lnTo>
                    <a:pt x="1869" y="14027"/>
                  </a:lnTo>
                  <a:lnTo>
                    <a:pt x="3457" y="12343"/>
                  </a:lnTo>
                  <a:lnTo>
                    <a:pt x="3149" y="11701"/>
                  </a:lnTo>
                  <a:lnTo>
                    <a:pt x="861" y="11320"/>
                  </a:lnTo>
                  <a:lnTo>
                    <a:pt x="0" y="7807"/>
                  </a:lnTo>
                  <a:lnTo>
                    <a:pt x="3109" y="7274"/>
                  </a:lnTo>
                  <a:lnTo>
                    <a:pt x="3924" y="4229"/>
                  </a:lnTo>
                  <a:lnTo>
                    <a:pt x="5403" y="373"/>
                  </a:lnTo>
                  <a:lnTo>
                    <a:pt x="7338" y="949"/>
                  </a:lnTo>
                  <a:lnTo>
                    <a:pt x="10080" y="0"/>
                  </a:lnTo>
                  <a:lnTo>
                    <a:pt x="11888" y="59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h989"/>
            <p:cNvSpPr/>
            <p:nvPr/>
          </p:nvSpPr>
          <p:spPr>
            <a:xfrm>
              <a:off x="2173452" y="2863069"/>
              <a:ext cx="14529" cy="16564"/>
            </a:xfrm>
            <a:custGeom>
              <a:avLst/>
              <a:pathLst>
                <a:path w="14529" h="16564">
                  <a:moveTo>
                    <a:pt x="12199" y="1919"/>
                  </a:moveTo>
                  <a:lnTo>
                    <a:pt x="13068" y="3577"/>
                  </a:lnTo>
                  <a:lnTo>
                    <a:pt x="13321" y="6332"/>
                  </a:lnTo>
                  <a:lnTo>
                    <a:pt x="14529" y="7860"/>
                  </a:lnTo>
                  <a:lnTo>
                    <a:pt x="12920" y="7730"/>
                  </a:lnTo>
                  <a:lnTo>
                    <a:pt x="12537" y="10815"/>
                  </a:lnTo>
                  <a:lnTo>
                    <a:pt x="14334" y="14398"/>
                  </a:lnTo>
                  <a:lnTo>
                    <a:pt x="12466" y="16564"/>
                  </a:lnTo>
                  <a:lnTo>
                    <a:pt x="8351" y="14723"/>
                  </a:lnTo>
                  <a:lnTo>
                    <a:pt x="3180" y="10216"/>
                  </a:lnTo>
                  <a:lnTo>
                    <a:pt x="1794" y="5292"/>
                  </a:lnTo>
                  <a:lnTo>
                    <a:pt x="0" y="3560"/>
                  </a:lnTo>
                  <a:lnTo>
                    <a:pt x="899" y="2324"/>
                  </a:lnTo>
                  <a:lnTo>
                    <a:pt x="6147" y="1810"/>
                  </a:lnTo>
                  <a:lnTo>
                    <a:pt x="839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h990"/>
            <p:cNvSpPr/>
            <p:nvPr/>
          </p:nvSpPr>
          <p:spPr>
            <a:xfrm>
              <a:off x="2298399" y="2894637"/>
              <a:ext cx="43220" cy="28907"/>
            </a:xfrm>
            <a:custGeom>
              <a:avLst/>
              <a:pathLst>
                <a:path w="43220" h="28907">
                  <a:moveTo>
                    <a:pt x="20615" y="2678"/>
                  </a:moveTo>
                  <a:lnTo>
                    <a:pt x="22369" y="7544"/>
                  </a:lnTo>
                  <a:lnTo>
                    <a:pt x="25715" y="7695"/>
                  </a:lnTo>
                  <a:lnTo>
                    <a:pt x="28876" y="4399"/>
                  </a:lnTo>
                  <a:lnTo>
                    <a:pt x="36731" y="2246"/>
                  </a:lnTo>
                  <a:lnTo>
                    <a:pt x="40017" y="2314"/>
                  </a:lnTo>
                  <a:lnTo>
                    <a:pt x="41509" y="2952"/>
                  </a:lnTo>
                  <a:lnTo>
                    <a:pt x="42857" y="5867"/>
                  </a:lnTo>
                  <a:lnTo>
                    <a:pt x="43220" y="8474"/>
                  </a:lnTo>
                  <a:lnTo>
                    <a:pt x="42482" y="13567"/>
                  </a:lnTo>
                  <a:lnTo>
                    <a:pt x="41247" y="18438"/>
                  </a:lnTo>
                  <a:lnTo>
                    <a:pt x="40234" y="19600"/>
                  </a:lnTo>
                  <a:lnTo>
                    <a:pt x="36658" y="19014"/>
                  </a:lnTo>
                  <a:lnTo>
                    <a:pt x="28818" y="21165"/>
                  </a:lnTo>
                  <a:lnTo>
                    <a:pt x="30288" y="24333"/>
                  </a:lnTo>
                  <a:lnTo>
                    <a:pt x="30906" y="27704"/>
                  </a:lnTo>
                  <a:lnTo>
                    <a:pt x="30506" y="28907"/>
                  </a:lnTo>
                  <a:lnTo>
                    <a:pt x="22858" y="27642"/>
                  </a:lnTo>
                  <a:lnTo>
                    <a:pt x="16948" y="20609"/>
                  </a:lnTo>
                  <a:lnTo>
                    <a:pt x="14942" y="16936"/>
                  </a:lnTo>
                  <a:lnTo>
                    <a:pt x="2043" y="14804"/>
                  </a:lnTo>
                  <a:lnTo>
                    <a:pt x="0" y="12845"/>
                  </a:lnTo>
                  <a:lnTo>
                    <a:pt x="614" y="11665"/>
                  </a:lnTo>
                  <a:lnTo>
                    <a:pt x="2730" y="10953"/>
                  </a:lnTo>
                  <a:lnTo>
                    <a:pt x="1875" y="5776"/>
                  </a:lnTo>
                  <a:lnTo>
                    <a:pt x="3094" y="5437"/>
                  </a:lnTo>
                  <a:lnTo>
                    <a:pt x="3107" y="1986"/>
                  </a:lnTo>
                  <a:lnTo>
                    <a:pt x="7783" y="2066"/>
                  </a:lnTo>
                  <a:lnTo>
                    <a:pt x="10433" y="4148"/>
                  </a:lnTo>
                  <a:lnTo>
                    <a:pt x="15716" y="5216"/>
                  </a:lnTo>
                  <a:lnTo>
                    <a:pt x="16320" y="2885"/>
                  </a:lnTo>
                  <a:lnTo>
                    <a:pt x="16005" y="714"/>
                  </a:lnTo>
                  <a:lnTo>
                    <a:pt x="1696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h991"/>
            <p:cNvSpPr/>
            <p:nvPr/>
          </p:nvSpPr>
          <p:spPr>
            <a:xfrm>
              <a:off x="2085045" y="3048946"/>
              <a:ext cx="114376" cy="71291"/>
            </a:xfrm>
            <a:custGeom>
              <a:avLst/>
              <a:pathLst>
                <a:path w="114376" h="71291">
                  <a:moveTo>
                    <a:pt x="87129" y="0"/>
                  </a:moveTo>
                  <a:lnTo>
                    <a:pt x="88731" y="3283"/>
                  </a:lnTo>
                  <a:lnTo>
                    <a:pt x="94370" y="7352"/>
                  </a:lnTo>
                  <a:lnTo>
                    <a:pt x="103053" y="3656"/>
                  </a:lnTo>
                  <a:lnTo>
                    <a:pt x="107138" y="6433"/>
                  </a:lnTo>
                  <a:lnTo>
                    <a:pt x="111639" y="7552"/>
                  </a:lnTo>
                  <a:lnTo>
                    <a:pt x="113007" y="14164"/>
                  </a:lnTo>
                  <a:lnTo>
                    <a:pt x="114376" y="15268"/>
                  </a:lnTo>
                  <a:lnTo>
                    <a:pt x="111458" y="18048"/>
                  </a:lnTo>
                  <a:lnTo>
                    <a:pt x="110628" y="22483"/>
                  </a:lnTo>
                  <a:lnTo>
                    <a:pt x="112363" y="29820"/>
                  </a:lnTo>
                  <a:lnTo>
                    <a:pt x="110591" y="33927"/>
                  </a:lnTo>
                  <a:lnTo>
                    <a:pt x="113781" y="39567"/>
                  </a:lnTo>
                  <a:lnTo>
                    <a:pt x="113822" y="43534"/>
                  </a:lnTo>
                  <a:lnTo>
                    <a:pt x="112118" y="49704"/>
                  </a:lnTo>
                  <a:lnTo>
                    <a:pt x="109752" y="48951"/>
                  </a:lnTo>
                  <a:lnTo>
                    <a:pt x="108579" y="50853"/>
                  </a:lnTo>
                  <a:lnTo>
                    <a:pt x="108871" y="52441"/>
                  </a:lnTo>
                  <a:lnTo>
                    <a:pt x="106204" y="54382"/>
                  </a:lnTo>
                  <a:lnTo>
                    <a:pt x="103622" y="54834"/>
                  </a:lnTo>
                  <a:lnTo>
                    <a:pt x="100988" y="56722"/>
                  </a:lnTo>
                  <a:lnTo>
                    <a:pt x="91451" y="58733"/>
                  </a:lnTo>
                  <a:lnTo>
                    <a:pt x="83037" y="59477"/>
                  </a:lnTo>
                  <a:lnTo>
                    <a:pt x="85327" y="55211"/>
                  </a:lnTo>
                  <a:lnTo>
                    <a:pt x="84888" y="53680"/>
                  </a:lnTo>
                  <a:lnTo>
                    <a:pt x="68668" y="52160"/>
                  </a:lnTo>
                  <a:lnTo>
                    <a:pt x="69015" y="54533"/>
                  </a:lnTo>
                  <a:lnTo>
                    <a:pt x="65007" y="54197"/>
                  </a:lnTo>
                  <a:lnTo>
                    <a:pt x="61584" y="54610"/>
                  </a:lnTo>
                  <a:lnTo>
                    <a:pt x="59948" y="55587"/>
                  </a:lnTo>
                  <a:lnTo>
                    <a:pt x="60013" y="57128"/>
                  </a:lnTo>
                  <a:lnTo>
                    <a:pt x="60805" y="57884"/>
                  </a:lnTo>
                  <a:lnTo>
                    <a:pt x="60596" y="60735"/>
                  </a:lnTo>
                  <a:lnTo>
                    <a:pt x="51197" y="62306"/>
                  </a:lnTo>
                  <a:lnTo>
                    <a:pt x="49748" y="65471"/>
                  </a:lnTo>
                  <a:lnTo>
                    <a:pt x="49789" y="67760"/>
                  </a:lnTo>
                  <a:lnTo>
                    <a:pt x="45260" y="70230"/>
                  </a:lnTo>
                  <a:lnTo>
                    <a:pt x="39440" y="71291"/>
                  </a:lnTo>
                  <a:lnTo>
                    <a:pt x="38427" y="69976"/>
                  </a:lnTo>
                  <a:lnTo>
                    <a:pt x="38753" y="68371"/>
                  </a:lnTo>
                  <a:lnTo>
                    <a:pt x="37314" y="66224"/>
                  </a:lnTo>
                  <a:lnTo>
                    <a:pt x="32297" y="65499"/>
                  </a:lnTo>
                  <a:lnTo>
                    <a:pt x="31353" y="63065"/>
                  </a:lnTo>
                  <a:lnTo>
                    <a:pt x="29514" y="63264"/>
                  </a:lnTo>
                  <a:lnTo>
                    <a:pt x="25145" y="65613"/>
                  </a:lnTo>
                  <a:lnTo>
                    <a:pt x="25771" y="67189"/>
                  </a:lnTo>
                  <a:lnTo>
                    <a:pt x="23167" y="68998"/>
                  </a:lnTo>
                  <a:lnTo>
                    <a:pt x="19077" y="66926"/>
                  </a:lnTo>
                  <a:lnTo>
                    <a:pt x="18191" y="63589"/>
                  </a:lnTo>
                  <a:lnTo>
                    <a:pt x="17212" y="62747"/>
                  </a:lnTo>
                  <a:lnTo>
                    <a:pt x="12158" y="64861"/>
                  </a:lnTo>
                  <a:lnTo>
                    <a:pt x="8489" y="63662"/>
                  </a:lnTo>
                  <a:lnTo>
                    <a:pt x="7115" y="57219"/>
                  </a:lnTo>
                  <a:lnTo>
                    <a:pt x="7686" y="55304"/>
                  </a:lnTo>
                  <a:lnTo>
                    <a:pt x="10748" y="52952"/>
                  </a:lnTo>
                  <a:lnTo>
                    <a:pt x="13595" y="49551"/>
                  </a:lnTo>
                  <a:lnTo>
                    <a:pt x="11951" y="44810"/>
                  </a:lnTo>
                  <a:lnTo>
                    <a:pt x="10415" y="44525"/>
                  </a:lnTo>
                  <a:lnTo>
                    <a:pt x="5186" y="45698"/>
                  </a:lnTo>
                  <a:lnTo>
                    <a:pt x="2153" y="44322"/>
                  </a:lnTo>
                  <a:lnTo>
                    <a:pt x="498" y="41885"/>
                  </a:lnTo>
                  <a:lnTo>
                    <a:pt x="0" y="41019"/>
                  </a:lnTo>
                  <a:lnTo>
                    <a:pt x="615" y="37070"/>
                  </a:lnTo>
                  <a:lnTo>
                    <a:pt x="2811" y="33660"/>
                  </a:lnTo>
                  <a:lnTo>
                    <a:pt x="4122" y="33339"/>
                  </a:lnTo>
                  <a:lnTo>
                    <a:pt x="4374" y="34294"/>
                  </a:lnTo>
                  <a:lnTo>
                    <a:pt x="9238" y="35754"/>
                  </a:lnTo>
                  <a:lnTo>
                    <a:pt x="13155" y="35241"/>
                  </a:lnTo>
                  <a:lnTo>
                    <a:pt x="17367" y="37368"/>
                  </a:lnTo>
                  <a:lnTo>
                    <a:pt x="21784" y="41805"/>
                  </a:lnTo>
                  <a:lnTo>
                    <a:pt x="27946" y="39834"/>
                  </a:lnTo>
                  <a:lnTo>
                    <a:pt x="39984" y="43567"/>
                  </a:lnTo>
                  <a:lnTo>
                    <a:pt x="41421" y="42195"/>
                  </a:lnTo>
                  <a:lnTo>
                    <a:pt x="40932" y="39971"/>
                  </a:lnTo>
                  <a:lnTo>
                    <a:pt x="43794" y="35039"/>
                  </a:lnTo>
                  <a:lnTo>
                    <a:pt x="46080" y="33686"/>
                  </a:lnTo>
                  <a:lnTo>
                    <a:pt x="51985" y="34252"/>
                  </a:lnTo>
                  <a:lnTo>
                    <a:pt x="55140" y="33731"/>
                  </a:lnTo>
                  <a:lnTo>
                    <a:pt x="59078" y="31093"/>
                  </a:lnTo>
                  <a:lnTo>
                    <a:pt x="58695" y="25165"/>
                  </a:lnTo>
                  <a:lnTo>
                    <a:pt x="60840" y="23276"/>
                  </a:lnTo>
                  <a:lnTo>
                    <a:pt x="62480" y="22976"/>
                  </a:lnTo>
                  <a:lnTo>
                    <a:pt x="64631" y="24276"/>
                  </a:lnTo>
                  <a:lnTo>
                    <a:pt x="65984" y="22973"/>
                  </a:lnTo>
                  <a:lnTo>
                    <a:pt x="67316" y="18511"/>
                  </a:lnTo>
                  <a:lnTo>
                    <a:pt x="65404" y="15697"/>
                  </a:lnTo>
                  <a:lnTo>
                    <a:pt x="66015" y="13388"/>
                  </a:lnTo>
                  <a:lnTo>
                    <a:pt x="67811" y="11187"/>
                  </a:lnTo>
                  <a:lnTo>
                    <a:pt x="72447" y="8745"/>
                  </a:lnTo>
                  <a:lnTo>
                    <a:pt x="79037" y="6569"/>
                  </a:lnTo>
                  <a:lnTo>
                    <a:pt x="77187" y="2067"/>
                  </a:lnTo>
                  <a:lnTo>
                    <a:pt x="77358" y="104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h992"/>
            <p:cNvSpPr/>
            <p:nvPr/>
          </p:nvSpPr>
          <p:spPr>
            <a:xfrm>
              <a:off x="2106120" y="2859680"/>
              <a:ext cx="18250" cy="8246"/>
            </a:xfrm>
            <a:custGeom>
              <a:avLst/>
              <a:pathLst>
                <a:path w="18250" h="8246">
                  <a:moveTo>
                    <a:pt x="18250" y="0"/>
                  </a:moveTo>
                  <a:lnTo>
                    <a:pt x="16097" y="6628"/>
                  </a:lnTo>
                  <a:lnTo>
                    <a:pt x="13780" y="8246"/>
                  </a:lnTo>
                  <a:lnTo>
                    <a:pt x="11593" y="7453"/>
                  </a:lnTo>
                  <a:lnTo>
                    <a:pt x="181" y="8136"/>
                  </a:lnTo>
                  <a:lnTo>
                    <a:pt x="0" y="7482"/>
                  </a:lnTo>
                  <a:lnTo>
                    <a:pt x="540" y="5828"/>
                  </a:lnTo>
                  <a:lnTo>
                    <a:pt x="1728" y="5257"/>
                  </a:lnTo>
                  <a:lnTo>
                    <a:pt x="4803" y="6159"/>
                  </a:lnTo>
                  <a:lnTo>
                    <a:pt x="6442" y="5460"/>
                  </a:lnTo>
                  <a:lnTo>
                    <a:pt x="8303" y="794"/>
                  </a:lnTo>
                  <a:lnTo>
                    <a:pt x="10628" y="201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h993"/>
            <p:cNvSpPr/>
            <p:nvPr/>
          </p:nvSpPr>
          <p:spPr>
            <a:xfrm>
              <a:off x="2342264" y="2933074"/>
              <a:ext cx="24771" cy="17778"/>
            </a:xfrm>
            <a:custGeom>
              <a:avLst/>
              <a:pathLst>
                <a:path w="24771" h="17778">
                  <a:moveTo>
                    <a:pt x="14606" y="1001"/>
                  </a:moveTo>
                  <a:lnTo>
                    <a:pt x="19274" y="2822"/>
                  </a:lnTo>
                  <a:lnTo>
                    <a:pt x="18259" y="3086"/>
                  </a:lnTo>
                  <a:lnTo>
                    <a:pt x="18280" y="4787"/>
                  </a:lnTo>
                  <a:lnTo>
                    <a:pt x="23681" y="11288"/>
                  </a:lnTo>
                  <a:lnTo>
                    <a:pt x="24771" y="14401"/>
                  </a:lnTo>
                  <a:lnTo>
                    <a:pt x="24155" y="14879"/>
                  </a:lnTo>
                  <a:lnTo>
                    <a:pt x="21288" y="14139"/>
                  </a:lnTo>
                  <a:lnTo>
                    <a:pt x="16881" y="16423"/>
                  </a:lnTo>
                  <a:lnTo>
                    <a:pt x="14391" y="17618"/>
                  </a:lnTo>
                  <a:lnTo>
                    <a:pt x="7943" y="17731"/>
                  </a:lnTo>
                  <a:lnTo>
                    <a:pt x="3481" y="15594"/>
                  </a:lnTo>
                  <a:lnTo>
                    <a:pt x="1085" y="17778"/>
                  </a:lnTo>
                  <a:lnTo>
                    <a:pt x="0" y="16442"/>
                  </a:lnTo>
                  <a:lnTo>
                    <a:pt x="869" y="5410"/>
                  </a:lnTo>
                  <a:lnTo>
                    <a:pt x="4464" y="3553"/>
                  </a:lnTo>
                  <a:lnTo>
                    <a:pt x="8326" y="3350"/>
                  </a:lnTo>
                  <a:lnTo>
                    <a:pt x="9594" y="4030"/>
                  </a:lnTo>
                  <a:lnTo>
                    <a:pt x="11552" y="1750"/>
                  </a:lnTo>
                  <a:lnTo>
                    <a:pt x="12767" y="2249"/>
                  </a:lnTo>
                  <a:lnTo>
                    <a:pt x="1366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h994"/>
            <p:cNvSpPr/>
            <p:nvPr/>
          </p:nvSpPr>
          <p:spPr>
            <a:xfrm>
              <a:off x="2363268" y="2857204"/>
              <a:ext cx="24131" cy="35550"/>
            </a:xfrm>
            <a:custGeom>
              <a:avLst/>
              <a:pathLst>
                <a:path w="24131" h="35550">
                  <a:moveTo>
                    <a:pt x="9829" y="293"/>
                  </a:moveTo>
                  <a:lnTo>
                    <a:pt x="15136" y="2367"/>
                  </a:lnTo>
                  <a:lnTo>
                    <a:pt x="24131" y="9244"/>
                  </a:lnTo>
                  <a:lnTo>
                    <a:pt x="22976" y="13163"/>
                  </a:lnTo>
                  <a:lnTo>
                    <a:pt x="20344" y="15650"/>
                  </a:lnTo>
                  <a:lnTo>
                    <a:pt x="22424" y="18659"/>
                  </a:lnTo>
                  <a:lnTo>
                    <a:pt x="22034" y="25088"/>
                  </a:lnTo>
                  <a:lnTo>
                    <a:pt x="15285" y="28922"/>
                  </a:lnTo>
                  <a:lnTo>
                    <a:pt x="7002" y="30246"/>
                  </a:lnTo>
                  <a:lnTo>
                    <a:pt x="5989" y="32906"/>
                  </a:lnTo>
                  <a:lnTo>
                    <a:pt x="6708" y="34165"/>
                  </a:lnTo>
                  <a:lnTo>
                    <a:pt x="4005" y="35550"/>
                  </a:lnTo>
                  <a:lnTo>
                    <a:pt x="3121" y="31821"/>
                  </a:lnTo>
                  <a:lnTo>
                    <a:pt x="4209" y="31909"/>
                  </a:lnTo>
                  <a:lnTo>
                    <a:pt x="4389" y="33179"/>
                  </a:lnTo>
                  <a:lnTo>
                    <a:pt x="4873" y="33128"/>
                  </a:lnTo>
                  <a:lnTo>
                    <a:pt x="4185" y="28135"/>
                  </a:lnTo>
                  <a:lnTo>
                    <a:pt x="3414" y="26315"/>
                  </a:lnTo>
                  <a:lnTo>
                    <a:pt x="865" y="24757"/>
                  </a:lnTo>
                  <a:lnTo>
                    <a:pt x="0" y="22846"/>
                  </a:lnTo>
                  <a:lnTo>
                    <a:pt x="613" y="19973"/>
                  </a:lnTo>
                  <a:lnTo>
                    <a:pt x="1798" y="18884"/>
                  </a:lnTo>
                  <a:lnTo>
                    <a:pt x="2912" y="18143"/>
                  </a:lnTo>
                  <a:lnTo>
                    <a:pt x="4899" y="10052"/>
                  </a:lnTo>
                  <a:lnTo>
                    <a:pt x="7808" y="4425"/>
                  </a:lnTo>
                  <a:lnTo>
                    <a:pt x="7811" y="3227"/>
                  </a:lnTo>
                  <a:lnTo>
                    <a:pt x="5736" y="1832"/>
                  </a:lnTo>
                  <a:lnTo>
                    <a:pt x="497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h995"/>
            <p:cNvSpPr/>
            <p:nvPr/>
          </p:nvSpPr>
          <p:spPr>
            <a:xfrm>
              <a:off x="2204449" y="2927944"/>
              <a:ext cx="18949" cy="21558"/>
            </a:xfrm>
            <a:custGeom>
              <a:avLst/>
              <a:pathLst>
                <a:path w="18949" h="21558">
                  <a:moveTo>
                    <a:pt x="13455" y="304"/>
                  </a:moveTo>
                  <a:lnTo>
                    <a:pt x="14604" y="3036"/>
                  </a:lnTo>
                  <a:lnTo>
                    <a:pt x="16326" y="3305"/>
                  </a:lnTo>
                  <a:lnTo>
                    <a:pt x="18949" y="6467"/>
                  </a:lnTo>
                  <a:lnTo>
                    <a:pt x="18334" y="11913"/>
                  </a:lnTo>
                  <a:lnTo>
                    <a:pt x="13846" y="21021"/>
                  </a:lnTo>
                  <a:lnTo>
                    <a:pt x="11720" y="21558"/>
                  </a:lnTo>
                  <a:lnTo>
                    <a:pt x="9258" y="20854"/>
                  </a:lnTo>
                  <a:lnTo>
                    <a:pt x="5074" y="18204"/>
                  </a:lnTo>
                  <a:lnTo>
                    <a:pt x="4543" y="16130"/>
                  </a:lnTo>
                  <a:lnTo>
                    <a:pt x="4147" y="12913"/>
                  </a:lnTo>
                  <a:lnTo>
                    <a:pt x="0" y="12882"/>
                  </a:lnTo>
                  <a:lnTo>
                    <a:pt x="1322" y="8232"/>
                  </a:lnTo>
                  <a:lnTo>
                    <a:pt x="24" y="5043"/>
                  </a:lnTo>
                  <a:lnTo>
                    <a:pt x="992" y="1305"/>
                  </a:lnTo>
                  <a:lnTo>
                    <a:pt x="7487" y="907"/>
                  </a:lnTo>
                  <a:lnTo>
                    <a:pt x="8851" y="1491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h996"/>
            <p:cNvSpPr/>
            <p:nvPr/>
          </p:nvSpPr>
          <p:spPr>
            <a:xfrm>
              <a:off x="2313181" y="3031937"/>
              <a:ext cx="30345" cy="56998"/>
            </a:xfrm>
            <a:custGeom>
              <a:avLst/>
              <a:pathLst>
                <a:path w="30345" h="56998">
                  <a:moveTo>
                    <a:pt x="7148" y="0"/>
                  </a:moveTo>
                  <a:lnTo>
                    <a:pt x="8075" y="2827"/>
                  </a:lnTo>
                  <a:lnTo>
                    <a:pt x="6224" y="4883"/>
                  </a:lnTo>
                  <a:lnTo>
                    <a:pt x="6496" y="9442"/>
                  </a:lnTo>
                  <a:lnTo>
                    <a:pt x="7259" y="9850"/>
                  </a:lnTo>
                  <a:lnTo>
                    <a:pt x="10338" y="16960"/>
                  </a:lnTo>
                  <a:lnTo>
                    <a:pt x="11795" y="21869"/>
                  </a:lnTo>
                  <a:lnTo>
                    <a:pt x="10322" y="31476"/>
                  </a:lnTo>
                  <a:lnTo>
                    <a:pt x="12718" y="36599"/>
                  </a:lnTo>
                  <a:lnTo>
                    <a:pt x="23217" y="42859"/>
                  </a:lnTo>
                  <a:lnTo>
                    <a:pt x="25633" y="45975"/>
                  </a:lnTo>
                  <a:lnTo>
                    <a:pt x="30345" y="48765"/>
                  </a:lnTo>
                  <a:lnTo>
                    <a:pt x="28689" y="51878"/>
                  </a:lnTo>
                  <a:lnTo>
                    <a:pt x="24427" y="56998"/>
                  </a:lnTo>
                  <a:lnTo>
                    <a:pt x="20627" y="53969"/>
                  </a:lnTo>
                  <a:lnTo>
                    <a:pt x="19748" y="52180"/>
                  </a:lnTo>
                  <a:lnTo>
                    <a:pt x="16478" y="48991"/>
                  </a:lnTo>
                  <a:lnTo>
                    <a:pt x="14712" y="49930"/>
                  </a:lnTo>
                  <a:lnTo>
                    <a:pt x="11514" y="47280"/>
                  </a:lnTo>
                  <a:lnTo>
                    <a:pt x="8705" y="44564"/>
                  </a:lnTo>
                  <a:lnTo>
                    <a:pt x="6986" y="41303"/>
                  </a:lnTo>
                  <a:lnTo>
                    <a:pt x="3628" y="41909"/>
                  </a:lnTo>
                  <a:lnTo>
                    <a:pt x="2125" y="37753"/>
                  </a:lnTo>
                  <a:lnTo>
                    <a:pt x="3186" y="31263"/>
                  </a:lnTo>
                  <a:lnTo>
                    <a:pt x="1028" y="23899"/>
                  </a:lnTo>
                  <a:lnTo>
                    <a:pt x="261" y="17651"/>
                  </a:lnTo>
                  <a:lnTo>
                    <a:pt x="1492" y="10963"/>
                  </a:lnTo>
                  <a:lnTo>
                    <a:pt x="1135" y="6995"/>
                  </a:lnTo>
                  <a:lnTo>
                    <a:pt x="0" y="3834"/>
                  </a:lnTo>
                  <a:lnTo>
                    <a:pt x="637" y="65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h997"/>
            <p:cNvSpPr/>
            <p:nvPr/>
          </p:nvSpPr>
          <p:spPr>
            <a:xfrm>
              <a:off x="2321350" y="2958315"/>
              <a:ext cx="37843" cy="51914"/>
            </a:xfrm>
            <a:custGeom>
              <a:avLst/>
              <a:pathLst>
                <a:path w="37843" h="51914">
                  <a:moveTo>
                    <a:pt x="26570" y="8024"/>
                  </a:moveTo>
                  <a:lnTo>
                    <a:pt x="25990" y="11918"/>
                  </a:lnTo>
                  <a:lnTo>
                    <a:pt x="26816" y="16636"/>
                  </a:lnTo>
                  <a:lnTo>
                    <a:pt x="26102" y="19753"/>
                  </a:lnTo>
                  <a:lnTo>
                    <a:pt x="28703" y="24203"/>
                  </a:lnTo>
                  <a:lnTo>
                    <a:pt x="32557" y="23884"/>
                  </a:lnTo>
                  <a:lnTo>
                    <a:pt x="34568" y="22481"/>
                  </a:lnTo>
                  <a:lnTo>
                    <a:pt x="34946" y="23500"/>
                  </a:lnTo>
                  <a:lnTo>
                    <a:pt x="34380" y="26400"/>
                  </a:lnTo>
                  <a:lnTo>
                    <a:pt x="35948" y="30164"/>
                  </a:lnTo>
                  <a:lnTo>
                    <a:pt x="37540" y="31945"/>
                  </a:lnTo>
                  <a:lnTo>
                    <a:pt x="37843" y="34469"/>
                  </a:lnTo>
                  <a:lnTo>
                    <a:pt x="34601" y="37345"/>
                  </a:lnTo>
                  <a:lnTo>
                    <a:pt x="34861" y="43189"/>
                  </a:lnTo>
                  <a:lnTo>
                    <a:pt x="34068" y="48664"/>
                  </a:lnTo>
                  <a:lnTo>
                    <a:pt x="28592" y="51307"/>
                  </a:lnTo>
                  <a:lnTo>
                    <a:pt x="28449" y="50231"/>
                  </a:lnTo>
                  <a:lnTo>
                    <a:pt x="20956" y="41618"/>
                  </a:lnTo>
                  <a:lnTo>
                    <a:pt x="16538" y="39798"/>
                  </a:lnTo>
                  <a:lnTo>
                    <a:pt x="15300" y="41379"/>
                  </a:lnTo>
                  <a:lnTo>
                    <a:pt x="14721" y="44774"/>
                  </a:lnTo>
                  <a:lnTo>
                    <a:pt x="15364" y="46960"/>
                  </a:lnTo>
                  <a:lnTo>
                    <a:pt x="13481" y="51478"/>
                  </a:lnTo>
                  <a:lnTo>
                    <a:pt x="12614" y="51914"/>
                  </a:lnTo>
                  <a:lnTo>
                    <a:pt x="9017" y="50953"/>
                  </a:lnTo>
                  <a:lnTo>
                    <a:pt x="7986" y="48881"/>
                  </a:lnTo>
                  <a:lnTo>
                    <a:pt x="8142" y="44864"/>
                  </a:lnTo>
                  <a:lnTo>
                    <a:pt x="6735" y="36275"/>
                  </a:lnTo>
                  <a:lnTo>
                    <a:pt x="4926" y="30451"/>
                  </a:lnTo>
                  <a:lnTo>
                    <a:pt x="5280" y="29093"/>
                  </a:lnTo>
                  <a:lnTo>
                    <a:pt x="2729" y="18449"/>
                  </a:lnTo>
                  <a:lnTo>
                    <a:pt x="2233" y="9239"/>
                  </a:lnTo>
                  <a:lnTo>
                    <a:pt x="0" y="5663"/>
                  </a:lnTo>
                  <a:lnTo>
                    <a:pt x="2606" y="6366"/>
                  </a:lnTo>
                  <a:lnTo>
                    <a:pt x="3972" y="5958"/>
                  </a:lnTo>
                  <a:lnTo>
                    <a:pt x="6376" y="4634"/>
                  </a:lnTo>
                  <a:lnTo>
                    <a:pt x="7090" y="3095"/>
                  </a:lnTo>
                  <a:lnTo>
                    <a:pt x="9333" y="1407"/>
                  </a:lnTo>
                  <a:lnTo>
                    <a:pt x="18613" y="3500"/>
                  </a:lnTo>
                  <a:lnTo>
                    <a:pt x="19253" y="2229"/>
                  </a:lnTo>
                  <a:lnTo>
                    <a:pt x="1914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h998"/>
            <p:cNvSpPr/>
            <p:nvPr/>
          </p:nvSpPr>
          <p:spPr>
            <a:xfrm>
              <a:off x="2246187" y="2947340"/>
              <a:ext cx="20291" cy="16533"/>
            </a:xfrm>
            <a:custGeom>
              <a:avLst/>
              <a:pathLst>
                <a:path w="20291" h="16533">
                  <a:moveTo>
                    <a:pt x="14184" y="0"/>
                  </a:moveTo>
                  <a:lnTo>
                    <a:pt x="19578" y="1287"/>
                  </a:lnTo>
                  <a:lnTo>
                    <a:pt x="20291" y="3059"/>
                  </a:lnTo>
                  <a:lnTo>
                    <a:pt x="19665" y="5837"/>
                  </a:lnTo>
                  <a:lnTo>
                    <a:pt x="20054" y="8664"/>
                  </a:lnTo>
                  <a:lnTo>
                    <a:pt x="19131" y="8858"/>
                  </a:lnTo>
                  <a:lnTo>
                    <a:pt x="16292" y="13799"/>
                  </a:lnTo>
                  <a:lnTo>
                    <a:pt x="12702" y="15778"/>
                  </a:lnTo>
                  <a:lnTo>
                    <a:pt x="9850" y="15912"/>
                  </a:lnTo>
                  <a:lnTo>
                    <a:pt x="9723" y="16533"/>
                  </a:lnTo>
                  <a:lnTo>
                    <a:pt x="0" y="14982"/>
                  </a:lnTo>
                  <a:lnTo>
                    <a:pt x="1666" y="10058"/>
                  </a:lnTo>
                  <a:lnTo>
                    <a:pt x="4473" y="9209"/>
                  </a:lnTo>
                  <a:lnTo>
                    <a:pt x="7110" y="7339"/>
                  </a:lnTo>
                  <a:lnTo>
                    <a:pt x="7667" y="6495"/>
                  </a:lnTo>
                  <a:lnTo>
                    <a:pt x="6450" y="6475"/>
                  </a:lnTo>
                  <a:lnTo>
                    <a:pt x="5983" y="4982"/>
                  </a:lnTo>
                  <a:lnTo>
                    <a:pt x="10519" y="72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h999"/>
            <p:cNvSpPr/>
            <p:nvPr/>
          </p:nvSpPr>
          <p:spPr>
            <a:xfrm>
              <a:off x="2140513" y="2892550"/>
              <a:ext cx="15294" cy="14108"/>
            </a:xfrm>
            <a:custGeom>
              <a:avLst/>
              <a:pathLst>
                <a:path w="15294" h="14108">
                  <a:moveTo>
                    <a:pt x="7747" y="1020"/>
                  </a:moveTo>
                  <a:lnTo>
                    <a:pt x="12322" y="5904"/>
                  </a:lnTo>
                  <a:lnTo>
                    <a:pt x="12690" y="6931"/>
                  </a:lnTo>
                  <a:lnTo>
                    <a:pt x="15294" y="8660"/>
                  </a:lnTo>
                  <a:lnTo>
                    <a:pt x="14268" y="11610"/>
                  </a:lnTo>
                  <a:lnTo>
                    <a:pt x="11767" y="14108"/>
                  </a:lnTo>
                  <a:lnTo>
                    <a:pt x="6531" y="13305"/>
                  </a:lnTo>
                  <a:lnTo>
                    <a:pt x="2857" y="13497"/>
                  </a:lnTo>
                  <a:lnTo>
                    <a:pt x="1367" y="11722"/>
                  </a:lnTo>
                  <a:lnTo>
                    <a:pt x="811" y="8832"/>
                  </a:lnTo>
                  <a:lnTo>
                    <a:pt x="0" y="3745"/>
                  </a:lnTo>
                  <a:lnTo>
                    <a:pt x="921" y="2484"/>
                  </a:lnTo>
                  <a:lnTo>
                    <a:pt x="56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h1000"/>
            <p:cNvSpPr/>
            <p:nvPr/>
          </p:nvSpPr>
          <p:spPr>
            <a:xfrm>
              <a:off x="2196482" y="2894205"/>
              <a:ext cx="37462" cy="12575"/>
            </a:xfrm>
            <a:custGeom>
              <a:avLst/>
              <a:pathLst>
                <a:path w="37462" h="12575">
                  <a:moveTo>
                    <a:pt x="35641" y="0"/>
                  </a:moveTo>
                  <a:lnTo>
                    <a:pt x="37462" y="4505"/>
                  </a:lnTo>
                  <a:lnTo>
                    <a:pt x="33765" y="5507"/>
                  </a:lnTo>
                  <a:lnTo>
                    <a:pt x="31237" y="7021"/>
                  </a:lnTo>
                  <a:lnTo>
                    <a:pt x="31949" y="10437"/>
                  </a:lnTo>
                  <a:lnTo>
                    <a:pt x="29601" y="10296"/>
                  </a:lnTo>
                  <a:lnTo>
                    <a:pt x="24956" y="12575"/>
                  </a:lnTo>
                  <a:lnTo>
                    <a:pt x="20084" y="11093"/>
                  </a:lnTo>
                  <a:lnTo>
                    <a:pt x="11360" y="10652"/>
                  </a:lnTo>
                  <a:lnTo>
                    <a:pt x="5065" y="11624"/>
                  </a:lnTo>
                  <a:lnTo>
                    <a:pt x="418" y="7496"/>
                  </a:lnTo>
                  <a:lnTo>
                    <a:pt x="0" y="4416"/>
                  </a:lnTo>
                  <a:lnTo>
                    <a:pt x="2515" y="3437"/>
                  </a:lnTo>
                  <a:lnTo>
                    <a:pt x="4615" y="5260"/>
                  </a:lnTo>
                  <a:lnTo>
                    <a:pt x="4403" y="7176"/>
                  </a:lnTo>
                  <a:lnTo>
                    <a:pt x="11248" y="6196"/>
                  </a:lnTo>
                  <a:lnTo>
                    <a:pt x="15103" y="3754"/>
                  </a:lnTo>
                  <a:lnTo>
                    <a:pt x="17003" y="5845"/>
                  </a:lnTo>
                  <a:lnTo>
                    <a:pt x="19465" y="5615"/>
                  </a:lnTo>
                  <a:lnTo>
                    <a:pt x="26418" y="831"/>
                  </a:lnTo>
                  <a:lnTo>
                    <a:pt x="27518" y="2674"/>
                  </a:lnTo>
                  <a:lnTo>
                    <a:pt x="31408" y="3792"/>
                  </a:lnTo>
                  <a:lnTo>
                    <a:pt x="32282" y="3434"/>
                  </a:lnTo>
                  <a:lnTo>
                    <a:pt x="32635" y="166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h1001"/>
            <p:cNvSpPr/>
            <p:nvPr/>
          </p:nvSpPr>
          <p:spPr>
            <a:xfrm>
              <a:off x="2082957" y="2886355"/>
              <a:ext cx="26513" cy="19956"/>
            </a:xfrm>
            <a:custGeom>
              <a:avLst/>
              <a:pathLst>
                <a:path w="26513" h="19956">
                  <a:moveTo>
                    <a:pt x="24970" y="228"/>
                  </a:moveTo>
                  <a:lnTo>
                    <a:pt x="26513" y="7297"/>
                  </a:lnTo>
                  <a:lnTo>
                    <a:pt x="25256" y="11419"/>
                  </a:lnTo>
                  <a:lnTo>
                    <a:pt x="22843" y="13286"/>
                  </a:lnTo>
                  <a:lnTo>
                    <a:pt x="24708" y="17632"/>
                  </a:lnTo>
                  <a:lnTo>
                    <a:pt x="24507" y="19673"/>
                  </a:lnTo>
                  <a:lnTo>
                    <a:pt x="22964" y="19956"/>
                  </a:lnTo>
                  <a:lnTo>
                    <a:pt x="17724" y="18066"/>
                  </a:lnTo>
                  <a:lnTo>
                    <a:pt x="13314" y="14360"/>
                  </a:lnTo>
                  <a:lnTo>
                    <a:pt x="11819" y="11808"/>
                  </a:lnTo>
                  <a:lnTo>
                    <a:pt x="804" y="8823"/>
                  </a:lnTo>
                  <a:lnTo>
                    <a:pt x="0" y="7597"/>
                  </a:lnTo>
                  <a:lnTo>
                    <a:pt x="1205" y="289"/>
                  </a:lnTo>
                  <a:lnTo>
                    <a:pt x="2891" y="0"/>
                  </a:lnTo>
                  <a:lnTo>
                    <a:pt x="3044" y="2450"/>
                  </a:lnTo>
                  <a:lnTo>
                    <a:pt x="6795" y="2187"/>
                  </a:lnTo>
                  <a:lnTo>
                    <a:pt x="17794" y="5748"/>
                  </a:lnTo>
                  <a:lnTo>
                    <a:pt x="19367" y="5405"/>
                  </a:lnTo>
                  <a:lnTo>
                    <a:pt x="19455" y="1425"/>
                  </a:lnTo>
                  <a:lnTo>
                    <a:pt x="21813" y="5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h1002"/>
            <p:cNvSpPr/>
            <p:nvPr/>
          </p:nvSpPr>
          <p:spPr>
            <a:xfrm>
              <a:off x="2093675" y="2959963"/>
              <a:ext cx="42584" cy="51758"/>
            </a:xfrm>
            <a:custGeom>
              <a:avLst/>
              <a:pathLst>
                <a:path w="42584" h="51758">
                  <a:moveTo>
                    <a:pt x="27825" y="0"/>
                  </a:moveTo>
                  <a:lnTo>
                    <a:pt x="30015" y="1410"/>
                  </a:lnTo>
                  <a:lnTo>
                    <a:pt x="30649" y="2873"/>
                  </a:lnTo>
                  <a:lnTo>
                    <a:pt x="34764" y="2895"/>
                  </a:lnTo>
                  <a:lnTo>
                    <a:pt x="35097" y="4711"/>
                  </a:lnTo>
                  <a:lnTo>
                    <a:pt x="32809" y="7619"/>
                  </a:lnTo>
                  <a:lnTo>
                    <a:pt x="32978" y="11472"/>
                  </a:lnTo>
                  <a:lnTo>
                    <a:pt x="36757" y="13136"/>
                  </a:lnTo>
                  <a:lnTo>
                    <a:pt x="35854" y="16684"/>
                  </a:lnTo>
                  <a:lnTo>
                    <a:pt x="42584" y="30238"/>
                  </a:lnTo>
                  <a:lnTo>
                    <a:pt x="41887" y="32662"/>
                  </a:lnTo>
                  <a:lnTo>
                    <a:pt x="40097" y="34831"/>
                  </a:lnTo>
                  <a:lnTo>
                    <a:pt x="37486" y="35827"/>
                  </a:lnTo>
                  <a:lnTo>
                    <a:pt x="36393" y="35455"/>
                  </a:lnTo>
                  <a:lnTo>
                    <a:pt x="34837" y="33284"/>
                  </a:lnTo>
                  <a:lnTo>
                    <a:pt x="31461" y="35697"/>
                  </a:lnTo>
                  <a:lnTo>
                    <a:pt x="29702" y="44575"/>
                  </a:lnTo>
                  <a:lnTo>
                    <a:pt x="32299" y="46340"/>
                  </a:lnTo>
                  <a:lnTo>
                    <a:pt x="32457" y="50038"/>
                  </a:lnTo>
                  <a:lnTo>
                    <a:pt x="30887" y="51758"/>
                  </a:lnTo>
                  <a:lnTo>
                    <a:pt x="25156" y="51216"/>
                  </a:lnTo>
                  <a:lnTo>
                    <a:pt x="24931" y="47527"/>
                  </a:lnTo>
                  <a:lnTo>
                    <a:pt x="21933" y="45905"/>
                  </a:lnTo>
                  <a:lnTo>
                    <a:pt x="15589" y="45920"/>
                  </a:lnTo>
                  <a:lnTo>
                    <a:pt x="14180" y="44417"/>
                  </a:lnTo>
                  <a:lnTo>
                    <a:pt x="14169" y="43039"/>
                  </a:lnTo>
                  <a:lnTo>
                    <a:pt x="10773" y="39873"/>
                  </a:lnTo>
                  <a:lnTo>
                    <a:pt x="6966" y="38349"/>
                  </a:lnTo>
                  <a:lnTo>
                    <a:pt x="5453" y="34428"/>
                  </a:lnTo>
                  <a:lnTo>
                    <a:pt x="1277" y="31860"/>
                  </a:lnTo>
                  <a:lnTo>
                    <a:pt x="229" y="28168"/>
                  </a:lnTo>
                  <a:lnTo>
                    <a:pt x="0" y="23755"/>
                  </a:lnTo>
                  <a:lnTo>
                    <a:pt x="1867" y="22272"/>
                  </a:lnTo>
                  <a:lnTo>
                    <a:pt x="4147" y="21052"/>
                  </a:lnTo>
                  <a:lnTo>
                    <a:pt x="10476" y="24630"/>
                  </a:lnTo>
                  <a:lnTo>
                    <a:pt x="13747" y="25652"/>
                  </a:lnTo>
                  <a:lnTo>
                    <a:pt x="15432" y="23219"/>
                  </a:lnTo>
                  <a:lnTo>
                    <a:pt x="18553" y="14074"/>
                  </a:lnTo>
                  <a:lnTo>
                    <a:pt x="21407" y="8173"/>
                  </a:lnTo>
                  <a:lnTo>
                    <a:pt x="25076" y="24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h1003"/>
            <p:cNvSpPr/>
            <p:nvPr/>
          </p:nvSpPr>
          <p:spPr>
            <a:xfrm>
              <a:off x="2271241" y="2988883"/>
              <a:ext cx="41412" cy="45368"/>
            </a:xfrm>
            <a:custGeom>
              <a:avLst/>
              <a:pathLst>
                <a:path w="41412" h="45368">
                  <a:moveTo>
                    <a:pt x="18699" y="0"/>
                  </a:moveTo>
                  <a:lnTo>
                    <a:pt x="20556" y="819"/>
                  </a:lnTo>
                  <a:lnTo>
                    <a:pt x="23981" y="11021"/>
                  </a:lnTo>
                  <a:lnTo>
                    <a:pt x="26157" y="12787"/>
                  </a:lnTo>
                  <a:lnTo>
                    <a:pt x="31862" y="11425"/>
                  </a:lnTo>
                  <a:lnTo>
                    <a:pt x="39560" y="18877"/>
                  </a:lnTo>
                  <a:lnTo>
                    <a:pt x="41412" y="24832"/>
                  </a:lnTo>
                  <a:lnTo>
                    <a:pt x="41270" y="26640"/>
                  </a:lnTo>
                  <a:lnTo>
                    <a:pt x="36820" y="36106"/>
                  </a:lnTo>
                  <a:lnTo>
                    <a:pt x="37695" y="38953"/>
                  </a:lnTo>
                  <a:lnTo>
                    <a:pt x="36592" y="40205"/>
                  </a:lnTo>
                  <a:lnTo>
                    <a:pt x="31842" y="40799"/>
                  </a:lnTo>
                  <a:lnTo>
                    <a:pt x="31058" y="40285"/>
                  </a:lnTo>
                  <a:lnTo>
                    <a:pt x="28333" y="40479"/>
                  </a:lnTo>
                  <a:lnTo>
                    <a:pt x="25268" y="44183"/>
                  </a:lnTo>
                  <a:lnTo>
                    <a:pt x="22374" y="43489"/>
                  </a:lnTo>
                  <a:lnTo>
                    <a:pt x="20572" y="39549"/>
                  </a:lnTo>
                  <a:lnTo>
                    <a:pt x="17618" y="37333"/>
                  </a:lnTo>
                  <a:lnTo>
                    <a:pt x="15421" y="38225"/>
                  </a:lnTo>
                  <a:lnTo>
                    <a:pt x="9318" y="43195"/>
                  </a:lnTo>
                  <a:lnTo>
                    <a:pt x="1869" y="45368"/>
                  </a:lnTo>
                  <a:lnTo>
                    <a:pt x="999" y="44749"/>
                  </a:lnTo>
                  <a:lnTo>
                    <a:pt x="0" y="39555"/>
                  </a:lnTo>
                  <a:lnTo>
                    <a:pt x="726" y="36571"/>
                  </a:lnTo>
                  <a:lnTo>
                    <a:pt x="2662" y="33499"/>
                  </a:lnTo>
                  <a:lnTo>
                    <a:pt x="2844" y="30736"/>
                  </a:lnTo>
                  <a:lnTo>
                    <a:pt x="3526" y="28279"/>
                  </a:lnTo>
                  <a:lnTo>
                    <a:pt x="6183" y="28505"/>
                  </a:lnTo>
                  <a:lnTo>
                    <a:pt x="6915" y="27462"/>
                  </a:lnTo>
                  <a:lnTo>
                    <a:pt x="4313" y="23777"/>
                  </a:lnTo>
                  <a:lnTo>
                    <a:pt x="4009" y="21659"/>
                  </a:lnTo>
                  <a:lnTo>
                    <a:pt x="8042" y="20872"/>
                  </a:lnTo>
                  <a:lnTo>
                    <a:pt x="14376" y="15960"/>
                  </a:lnTo>
                  <a:lnTo>
                    <a:pt x="11011" y="6852"/>
                  </a:lnTo>
                  <a:lnTo>
                    <a:pt x="11256" y="5896"/>
                  </a:lnTo>
                  <a:lnTo>
                    <a:pt x="15022" y="4430"/>
                  </a:lnTo>
                  <a:lnTo>
                    <a:pt x="15941" y="229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h1004"/>
            <p:cNvSpPr/>
            <p:nvPr/>
          </p:nvSpPr>
          <p:spPr>
            <a:xfrm>
              <a:off x="2148471" y="2914698"/>
              <a:ext cx="16738" cy="27828"/>
            </a:xfrm>
            <a:custGeom>
              <a:avLst/>
              <a:pathLst>
                <a:path w="16738" h="27828">
                  <a:moveTo>
                    <a:pt x="10640" y="2427"/>
                  </a:moveTo>
                  <a:lnTo>
                    <a:pt x="12439" y="4513"/>
                  </a:lnTo>
                  <a:lnTo>
                    <a:pt x="14441" y="11503"/>
                  </a:lnTo>
                  <a:lnTo>
                    <a:pt x="16738" y="18216"/>
                  </a:lnTo>
                  <a:lnTo>
                    <a:pt x="16181" y="23462"/>
                  </a:lnTo>
                  <a:lnTo>
                    <a:pt x="15283" y="25707"/>
                  </a:lnTo>
                  <a:lnTo>
                    <a:pt x="12689" y="27828"/>
                  </a:lnTo>
                  <a:lnTo>
                    <a:pt x="12407" y="22783"/>
                  </a:lnTo>
                  <a:lnTo>
                    <a:pt x="3766" y="23868"/>
                  </a:lnTo>
                  <a:lnTo>
                    <a:pt x="3179" y="26200"/>
                  </a:lnTo>
                  <a:lnTo>
                    <a:pt x="939" y="26496"/>
                  </a:lnTo>
                  <a:lnTo>
                    <a:pt x="0" y="23964"/>
                  </a:lnTo>
                  <a:lnTo>
                    <a:pt x="3063" y="16822"/>
                  </a:lnTo>
                  <a:lnTo>
                    <a:pt x="4443" y="9154"/>
                  </a:lnTo>
                  <a:lnTo>
                    <a:pt x="3475" y="2340"/>
                  </a:lnTo>
                  <a:lnTo>
                    <a:pt x="2948" y="1999"/>
                  </a:lnTo>
                  <a:lnTo>
                    <a:pt x="5332" y="901"/>
                  </a:lnTo>
                  <a:lnTo>
                    <a:pt x="8421" y="1577"/>
                  </a:lnTo>
                  <a:lnTo>
                    <a:pt x="1064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h1005"/>
            <p:cNvSpPr/>
            <p:nvPr/>
          </p:nvSpPr>
          <p:spPr>
            <a:xfrm>
              <a:off x="2272275" y="2881243"/>
              <a:ext cx="21217" cy="24982"/>
            </a:xfrm>
            <a:custGeom>
              <a:avLst/>
              <a:pathLst>
                <a:path w="21217" h="24982">
                  <a:moveTo>
                    <a:pt x="4211" y="0"/>
                  </a:moveTo>
                  <a:lnTo>
                    <a:pt x="8393" y="3838"/>
                  </a:lnTo>
                  <a:lnTo>
                    <a:pt x="10785" y="4352"/>
                  </a:lnTo>
                  <a:lnTo>
                    <a:pt x="19129" y="10026"/>
                  </a:lnTo>
                  <a:lnTo>
                    <a:pt x="20907" y="11814"/>
                  </a:lnTo>
                  <a:lnTo>
                    <a:pt x="21217" y="14329"/>
                  </a:lnTo>
                  <a:lnTo>
                    <a:pt x="20141" y="16637"/>
                  </a:lnTo>
                  <a:lnTo>
                    <a:pt x="19882" y="20968"/>
                  </a:lnTo>
                  <a:lnTo>
                    <a:pt x="15297" y="23528"/>
                  </a:lnTo>
                  <a:lnTo>
                    <a:pt x="12904" y="22736"/>
                  </a:lnTo>
                  <a:lnTo>
                    <a:pt x="12197" y="24571"/>
                  </a:lnTo>
                  <a:lnTo>
                    <a:pt x="12902" y="24982"/>
                  </a:lnTo>
                  <a:lnTo>
                    <a:pt x="6990" y="23667"/>
                  </a:lnTo>
                  <a:lnTo>
                    <a:pt x="6721" y="22007"/>
                  </a:lnTo>
                  <a:lnTo>
                    <a:pt x="8049" y="16028"/>
                  </a:lnTo>
                  <a:lnTo>
                    <a:pt x="6499" y="15103"/>
                  </a:lnTo>
                  <a:lnTo>
                    <a:pt x="0" y="15706"/>
                  </a:lnTo>
                  <a:lnTo>
                    <a:pt x="440" y="10246"/>
                  </a:lnTo>
                  <a:lnTo>
                    <a:pt x="599" y="8041"/>
                  </a:lnTo>
                  <a:lnTo>
                    <a:pt x="3096" y="7571"/>
                  </a:lnTo>
                  <a:lnTo>
                    <a:pt x="5266" y="6087"/>
                  </a:lnTo>
                  <a:lnTo>
                    <a:pt x="1165" y="4294"/>
                  </a:lnTo>
                  <a:lnTo>
                    <a:pt x="3369" y="3410"/>
                  </a:lnTo>
                  <a:lnTo>
                    <a:pt x="4146" y="1287"/>
                  </a:lnTo>
                  <a:lnTo>
                    <a:pt x="3685" y="17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h1006"/>
            <p:cNvSpPr/>
            <p:nvPr/>
          </p:nvSpPr>
          <p:spPr>
            <a:xfrm>
              <a:off x="2090663" y="2903988"/>
              <a:ext cx="27607" cy="35997"/>
            </a:xfrm>
            <a:custGeom>
              <a:avLst/>
              <a:pathLst>
                <a:path w="27607" h="35997">
                  <a:moveTo>
                    <a:pt x="23517" y="2538"/>
                  </a:moveTo>
                  <a:lnTo>
                    <a:pt x="24129" y="4389"/>
                  </a:lnTo>
                  <a:lnTo>
                    <a:pt x="27607" y="19245"/>
                  </a:lnTo>
                  <a:lnTo>
                    <a:pt x="24977" y="19255"/>
                  </a:lnTo>
                  <a:lnTo>
                    <a:pt x="18327" y="22645"/>
                  </a:lnTo>
                  <a:lnTo>
                    <a:pt x="18366" y="24879"/>
                  </a:lnTo>
                  <a:lnTo>
                    <a:pt x="16469" y="32828"/>
                  </a:lnTo>
                  <a:lnTo>
                    <a:pt x="13724" y="35736"/>
                  </a:lnTo>
                  <a:lnTo>
                    <a:pt x="11564" y="35997"/>
                  </a:lnTo>
                  <a:lnTo>
                    <a:pt x="11040" y="34764"/>
                  </a:lnTo>
                  <a:lnTo>
                    <a:pt x="7374" y="33939"/>
                  </a:lnTo>
                  <a:lnTo>
                    <a:pt x="4719" y="31939"/>
                  </a:lnTo>
                  <a:lnTo>
                    <a:pt x="2998" y="29608"/>
                  </a:lnTo>
                  <a:lnTo>
                    <a:pt x="2947" y="28542"/>
                  </a:lnTo>
                  <a:lnTo>
                    <a:pt x="4076" y="24367"/>
                  </a:lnTo>
                  <a:lnTo>
                    <a:pt x="1052" y="18961"/>
                  </a:lnTo>
                  <a:lnTo>
                    <a:pt x="0" y="14786"/>
                  </a:lnTo>
                  <a:lnTo>
                    <a:pt x="3091" y="10496"/>
                  </a:lnTo>
                  <a:lnTo>
                    <a:pt x="6909" y="11056"/>
                  </a:lnTo>
                  <a:lnTo>
                    <a:pt x="9055" y="10324"/>
                  </a:lnTo>
                  <a:lnTo>
                    <a:pt x="8650" y="6895"/>
                  </a:lnTo>
                  <a:lnTo>
                    <a:pt x="10018" y="434"/>
                  </a:lnTo>
                  <a:lnTo>
                    <a:pt x="15257" y="2324"/>
                  </a:lnTo>
                  <a:lnTo>
                    <a:pt x="16800" y="2040"/>
                  </a:lnTo>
                  <a:lnTo>
                    <a:pt x="1700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h1007"/>
            <p:cNvSpPr/>
            <p:nvPr/>
          </p:nvSpPr>
          <p:spPr>
            <a:xfrm>
              <a:off x="2262850" y="2894888"/>
              <a:ext cx="17475" cy="14514"/>
            </a:xfrm>
            <a:custGeom>
              <a:avLst/>
              <a:pathLst>
                <a:path w="17475" h="14514">
                  <a:moveTo>
                    <a:pt x="6588" y="2026"/>
                  </a:moveTo>
                  <a:lnTo>
                    <a:pt x="9425" y="2061"/>
                  </a:lnTo>
                  <a:lnTo>
                    <a:pt x="15924" y="1458"/>
                  </a:lnTo>
                  <a:lnTo>
                    <a:pt x="17475" y="2384"/>
                  </a:lnTo>
                  <a:lnTo>
                    <a:pt x="16147" y="8362"/>
                  </a:lnTo>
                  <a:lnTo>
                    <a:pt x="16416" y="10022"/>
                  </a:lnTo>
                  <a:lnTo>
                    <a:pt x="12530" y="14001"/>
                  </a:lnTo>
                  <a:lnTo>
                    <a:pt x="5394" y="14514"/>
                  </a:lnTo>
                  <a:lnTo>
                    <a:pt x="3903" y="14058"/>
                  </a:lnTo>
                  <a:lnTo>
                    <a:pt x="0" y="14211"/>
                  </a:lnTo>
                  <a:lnTo>
                    <a:pt x="300" y="1620"/>
                  </a:lnTo>
                  <a:lnTo>
                    <a:pt x="779" y="759"/>
                  </a:lnTo>
                  <a:lnTo>
                    <a:pt x="273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h1008"/>
            <p:cNvSpPr/>
            <p:nvPr/>
          </p:nvSpPr>
          <p:spPr>
            <a:xfrm>
              <a:off x="2183398" y="2965664"/>
              <a:ext cx="23492" cy="14499"/>
            </a:xfrm>
            <a:custGeom>
              <a:avLst/>
              <a:pathLst>
                <a:path w="23492" h="14499">
                  <a:moveTo>
                    <a:pt x="17928" y="0"/>
                  </a:moveTo>
                  <a:lnTo>
                    <a:pt x="18037" y="1024"/>
                  </a:lnTo>
                  <a:lnTo>
                    <a:pt x="19415" y="2281"/>
                  </a:lnTo>
                  <a:lnTo>
                    <a:pt x="21333" y="1994"/>
                  </a:lnTo>
                  <a:lnTo>
                    <a:pt x="23492" y="4544"/>
                  </a:lnTo>
                  <a:lnTo>
                    <a:pt x="20260" y="9274"/>
                  </a:lnTo>
                  <a:lnTo>
                    <a:pt x="15999" y="12365"/>
                  </a:lnTo>
                  <a:lnTo>
                    <a:pt x="12907" y="14323"/>
                  </a:lnTo>
                  <a:lnTo>
                    <a:pt x="10222" y="12911"/>
                  </a:lnTo>
                  <a:lnTo>
                    <a:pt x="8168" y="13125"/>
                  </a:lnTo>
                  <a:lnTo>
                    <a:pt x="6147" y="14499"/>
                  </a:lnTo>
                  <a:lnTo>
                    <a:pt x="3697" y="10306"/>
                  </a:lnTo>
                  <a:lnTo>
                    <a:pt x="0" y="6320"/>
                  </a:lnTo>
                  <a:lnTo>
                    <a:pt x="590" y="3949"/>
                  </a:lnTo>
                  <a:lnTo>
                    <a:pt x="2944" y="1904"/>
                  </a:lnTo>
                  <a:lnTo>
                    <a:pt x="4893" y="1759"/>
                  </a:lnTo>
                  <a:lnTo>
                    <a:pt x="6697" y="864"/>
                  </a:lnTo>
                  <a:lnTo>
                    <a:pt x="7893" y="243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h1009"/>
            <p:cNvSpPr/>
            <p:nvPr/>
          </p:nvSpPr>
          <p:spPr>
            <a:xfrm>
              <a:off x="2133519" y="2850441"/>
              <a:ext cx="22889" cy="19740"/>
            </a:xfrm>
            <a:custGeom>
              <a:avLst/>
              <a:pathLst>
                <a:path w="22889" h="19740">
                  <a:moveTo>
                    <a:pt x="16082" y="0"/>
                  </a:moveTo>
                  <a:lnTo>
                    <a:pt x="13291" y="3896"/>
                  </a:lnTo>
                  <a:lnTo>
                    <a:pt x="14485" y="8830"/>
                  </a:lnTo>
                  <a:lnTo>
                    <a:pt x="18818" y="8632"/>
                  </a:lnTo>
                  <a:lnTo>
                    <a:pt x="21085" y="9703"/>
                  </a:lnTo>
                  <a:lnTo>
                    <a:pt x="22889" y="14496"/>
                  </a:lnTo>
                  <a:lnTo>
                    <a:pt x="22454" y="15885"/>
                  </a:lnTo>
                  <a:lnTo>
                    <a:pt x="17455" y="18682"/>
                  </a:lnTo>
                  <a:lnTo>
                    <a:pt x="11268" y="19740"/>
                  </a:lnTo>
                  <a:lnTo>
                    <a:pt x="8719" y="18140"/>
                  </a:lnTo>
                  <a:lnTo>
                    <a:pt x="6685" y="15445"/>
                  </a:lnTo>
                  <a:lnTo>
                    <a:pt x="0" y="15768"/>
                  </a:lnTo>
                  <a:lnTo>
                    <a:pt x="39" y="10014"/>
                  </a:lnTo>
                  <a:lnTo>
                    <a:pt x="733" y="6953"/>
                  </a:lnTo>
                  <a:lnTo>
                    <a:pt x="3477" y="4998"/>
                  </a:lnTo>
                  <a:lnTo>
                    <a:pt x="7815" y="4435"/>
                  </a:lnTo>
                  <a:lnTo>
                    <a:pt x="8114" y="3056"/>
                  </a:lnTo>
                  <a:lnTo>
                    <a:pt x="10539" y="226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h1010"/>
            <p:cNvSpPr/>
            <p:nvPr/>
          </p:nvSpPr>
          <p:spPr>
            <a:xfrm>
              <a:off x="2300442" y="2909442"/>
              <a:ext cx="21780" cy="30570"/>
            </a:xfrm>
            <a:custGeom>
              <a:avLst/>
              <a:pathLst>
                <a:path w="21780" h="30570">
                  <a:moveTo>
                    <a:pt x="12899" y="2131"/>
                  </a:moveTo>
                  <a:lnTo>
                    <a:pt x="14904" y="5804"/>
                  </a:lnTo>
                  <a:lnTo>
                    <a:pt x="20815" y="12837"/>
                  </a:lnTo>
                  <a:lnTo>
                    <a:pt x="19697" y="14868"/>
                  </a:lnTo>
                  <a:lnTo>
                    <a:pt x="17708" y="16149"/>
                  </a:lnTo>
                  <a:lnTo>
                    <a:pt x="16806" y="19326"/>
                  </a:lnTo>
                  <a:lnTo>
                    <a:pt x="17527" y="22878"/>
                  </a:lnTo>
                  <a:lnTo>
                    <a:pt x="19504" y="24667"/>
                  </a:lnTo>
                  <a:lnTo>
                    <a:pt x="21780" y="29717"/>
                  </a:lnTo>
                  <a:lnTo>
                    <a:pt x="19255" y="30570"/>
                  </a:lnTo>
                  <a:lnTo>
                    <a:pt x="16824" y="29500"/>
                  </a:lnTo>
                  <a:lnTo>
                    <a:pt x="13725" y="29356"/>
                  </a:lnTo>
                  <a:lnTo>
                    <a:pt x="12767" y="29919"/>
                  </a:lnTo>
                  <a:lnTo>
                    <a:pt x="12378" y="27537"/>
                  </a:lnTo>
                  <a:lnTo>
                    <a:pt x="9640" y="23465"/>
                  </a:lnTo>
                  <a:lnTo>
                    <a:pt x="8375" y="22596"/>
                  </a:lnTo>
                  <a:lnTo>
                    <a:pt x="7469" y="14341"/>
                  </a:lnTo>
                  <a:lnTo>
                    <a:pt x="8992" y="9516"/>
                  </a:lnTo>
                  <a:lnTo>
                    <a:pt x="6753" y="8645"/>
                  </a:lnTo>
                  <a:lnTo>
                    <a:pt x="3618" y="2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h1011"/>
            <p:cNvSpPr/>
            <p:nvPr/>
          </p:nvSpPr>
          <p:spPr>
            <a:xfrm>
              <a:off x="2182338" y="2865842"/>
              <a:ext cx="25458" cy="30854"/>
            </a:xfrm>
            <a:custGeom>
              <a:avLst/>
              <a:pathLst>
                <a:path w="25458" h="30854">
                  <a:moveTo>
                    <a:pt x="20965" y="1906"/>
                  </a:moveTo>
                  <a:lnTo>
                    <a:pt x="20380" y="2719"/>
                  </a:lnTo>
                  <a:lnTo>
                    <a:pt x="23561" y="1407"/>
                  </a:lnTo>
                  <a:lnTo>
                    <a:pt x="25139" y="3710"/>
                  </a:lnTo>
                  <a:lnTo>
                    <a:pt x="25458" y="7299"/>
                  </a:lnTo>
                  <a:lnTo>
                    <a:pt x="23240" y="8277"/>
                  </a:lnTo>
                  <a:lnTo>
                    <a:pt x="20927" y="11789"/>
                  </a:lnTo>
                  <a:lnTo>
                    <a:pt x="21817" y="13785"/>
                  </a:lnTo>
                  <a:lnTo>
                    <a:pt x="20457" y="15208"/>
                  </a:lnTo>
                  <a:lnTo>
                    <a:pt x="16476" y="23765"/>
                  </a:lnTo>
                  <a:lnTo>
                    <a:pt x="12415" y="27766"/>
                  </a:lnTo>
                  <a:lnTo>
                    <a:pt x="11157" y="30854"/>
                  </a:lnTo>
                  <a:lnTo>
                    <a:pt x="8329" y="30624"/>
                  </a:lnTo>
                  <a:lnTo>
                    <a:pt x="3341" y="22459"/>
                  </a:lnTo>
                  <a:lnTo>
                    <a:pt x="0" y="20339"/>
                  </a:lnTo>
                  <a:lnTo>
                    <a:pt x="4168" y="15788"/>
                  </a:lnTo>
                  <a:lnTo>
                    <a:pt x="3580" y="13791"/>
                  </a:lnTo>
                  <a:lnTo>
                    <a:pt x="5448" y="11624"/>
                  </a:lnTo>
                  <a:lnTo>
                    <a:pt x="3651" y="8041"/>
                  </a:lnTo>
                  <a:lnTo>
                    <a:pt x="4034" y="4957"/>
                  </a:lnTo>
                  <a:lnTo>
                    <a:pt x="5643" y="5087"/>
                  </a:lnTo>
                  <a:lnTo>
                    <a:pt x="6709" y="3735"/>
                  </a:lnTo>
                  <a:lnTo>
                    <a:pt x="7956" y="3469"/>
                  </a:lnTo>
                  <a:lnTo>
                    <a:pt x="8829" y="6093"/>
                  </a:lnTo>
                  <a:lnTo>
                    <a:pt x="10264" y="3613"/>
                  </a:lnTo>
                  <a:lnTo>
                    <a:pt x="14446" y="2784"/>
                  </a:lnTo>
                  <a:lnTo>
                    <a:pt x="1926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h1012"/>
            <p:cNvSpPr/>
            <p:nvPr/>
          </p:nvSpPr>
          <p:spPr>
            <a:xfrm>
              <a:off x="2284540" y="2916390"/>
              <a:ext cx="20943" cy="30511"/>
            </a:xfrm>
            <a:custGeom>
              <a:avLst/>
              <a:pathLst>
                <a:path w="20943" h="30511">
                  <a:moveTo>
                    <a:pt x="6782" y="1651"/>
                  </a:moveTo>
                  <a:lnTo>
                    <a:pt x="10039" y="420"/>
                  </a:lnTo>
                  <a:lnTo>
                    <a:pt x="10973" y="1119"/>
                  </a:lnTo>
                  <a:lnTo>
                    <a:pt x="11666" y="6163"/>
                  </a:lnTo>
                  <a:lnTo>
                    <a:pt x="17932" y="10448"/>
                  </a:lnTo>
                  <a:lnTo>
                    <a:pt x="18138" y="12539"/>
                  </a:lnTo>
                  <a:lnTo>
                    <a:pt x="19942" y="15030"/>
                  </a:lnTo>
                  <a:lnTo>
                    <a:pt x="20943" y="20309"/>
                  </a:lnTo>
                  <a:lnTo>
                    <a:pt x="12362" y="28156"/>
                  </a:lnTo>
                  <a:lnTo>
                    <a:pt x="7742" y="30511"/>
                  </a:lnTo>
                  <a:lnTo>
                    <a:pt x="4646" y="28337"/>
                  </a:lnTo>
                  <a:lnTo>
                    <a:pt x="3969" y="26687"/>
                  </a:lnTo>
                  <a:lnTo>
                    <a:pt x="5736" y="26488"/>
                  </a:lnTo>
                  <a:lnTo>
                    <a:pt x="5568" y="22671"/>
                  </a:lnTo>
                  <a:lnTo>
                    <a:pt x="2592" y="19305"/>
                  </a:lnTo>
                  <a:lnTo>
                    <a:pt x="0" y="14265"/>
                  </a:lnTo>
                  <a:lnTo>
                    <a:pt x="523" y="10299"/>
                  </a:lnTo>
                  <a:lnTo>
                    <a:pt x="1762" y="8688"/>
                  </a:lnTo>
                  <a:lnTo>
                    <a:pt x="1117" y="6897"/>
                  </a:lnTo>
                  <a:lnTo>
                    <a:pt x="3168" y="5328"/>
                  </a:lnTo>
                  <a:lnTo>
                    <a:pt x="3886" y="2788"/>
                  </a:lnTo>
                  <a:lnTo>
                    <a:pt x="319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h1013"/>
            <p:cNvSpPr/>
            <p:nvPr/>
          </p:nvSpPr>
          <p:spPr>
            <a:xfrm>
              <a:off x="2201607" y="2953478"/>
              <a:ext cx="36528" cy="24132"/>
            </a:xfrm>
            <a:custGeom>
              <a:avLst/>
              <a:pathLst>
                <a:path w="36528" h="24132">
                  <a:moveTo>
                    <a:pt x="8729" y="495"/>
                  </a:moveTo>
                  <a:lnTo>
                    <a:pt x="13440" y="3623"/>
                  </a:lnTo>
                  <a:lnTo>
                    <a:pt x="19797" y="5533"/>
                  </a:lnTo>
                  <a:lnTo>
                    <a:pt x="22417" y="4888"/>
                  </a:lnTo>
                  <a:lnTo>
                    <a:pt x="30272" y="6751"/>
                  </a:lnTo>
                  <a:lnTo>
                    <a:pt x="36528" y="9376"/>
                  </a:lnTo>
                  <a:lnTo>
                    <a:pt x="30270" y="19171"/>
                  </a:lnTo>
                  <a:lnTo>
                    <a:pt x="29113" y="22628"/>
                  </a:lnTo>
                  <a:lnTo>
                    <a:pt x="26273" y="23075"/>
                  </a:lnTo>
                  <a:lnTo>
                    <a:pt x="23597" y="22334"/>
                  </a:lnTo>
                  <a:lnTo>
                    <a:pt x="14805" y="22448"/>
                  </a:lnTo>
                  <a:lnTo>
                    <a:pt x="9020" y="24132"/>
                  </a:lnTo>
                  <a:lnTo>
                    <a:pt x="2051" y="21460"/>
                  </a:lnTo>
                  <a:lnTo>
                    <a:pt x="5284" y="16730"/>
                  </a:lnTo>
                  <a:lnTo>
                    <a:pt x="3124" y="14180"/>
                  </a:lnTo>
                  <a:lnTo>
                    <a:pt x="3030" y="10252"/>
                  </a:lnTo>
                  <a:lnTo>
                    <a:pt x="756" y="8542"/>
                  </a:lnTo>
                  <a:lnTo>
                    <a:pt x="0" y="7198"/>
                  </a:lnTo>
                  <a:lnTo>
                    <a:pt x="373" y="5917"/>
                  </a:lnTo>
                  <a:lnTo>
                    <a:pt x="3919" y="2752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h1014"/>
            <p:cNvSpPr/>
            <p:nvPr/>
          </p:nvSpPr>
          <p:spPr>
            <a:xfrm>
              <a:off x="2280669" y="2881449"/>
              <a:ext cx="18533" cy="16334"/>
            </a:xfrm>
            <a:custGeom>
              <a:avLst/>
              <a:pathLst>
                <a:path w="18533" h="16334">
                  <a:moveTo>
                    <a:pt x="10291" y="0"/>
                  </a:moveTo>
                  <a:lnTo>
                    <a:pt x="13508" y="1062"/>
                  </a:lnTo>
                  <a:lnTo>
                    <a:pt x="15667" y="3075"/>
                  </a:lnTo>
                  <a:lnTo>
                    <a:pt x="13290" y="5327"/>
                  </a:lnTo>
                  <a:lnTo>
                    <a:pt x="13441" y="6272"/>
                  </a:lnTo>
                  <a:lnTo>
                    <a:pt x="14304" y="7439"/>
                  </a:lnTo>
                  <a:lnTo>
                    <a:pt x="17040" y="7950"/>
                  </a:lnTo>
                  <a:lnTo>
                    <a:pt x="18533" y="9387"/>
                  </a:lnTo>
                  <a:lnTo>
                    <a:pt x="18242" y="10118"/>
                  </a:lnTo>
                  <a:lnTo>
                    <a:pt x="16846" y="10430"/>
                  </a:lnTo>
                  <a:lnTo>
                    <a:pt x="14413" y="14738"/>
                  </a:lnTo>
                  <a:lnTo>
                    <a:pt x="14592" y="16334"/>
                  </a:lnTo>
                  <a:lnTo>
                    <a:pt x="12823" y="14123"/>
                  </a:lnTo>
                  <a:lnTo>
                    <a:pt x="12514" y="11608"/>
                  </a:lnTo>
                  <a:lnTo>
                    <a:pt x="10735" y="9820"/>
                  </a:lnTo>
                  <a:lnTo>
                    <a:pt x="2391" y="4146"/>
                  </a:lnTo>
                  <a:lnTo>
                    <a:pt x="0" y="3632"/>
                  </a:lnTo>
                  <a:lnTo>
                    <a:pt x="5808" y="955"/>
                  </a:lnTo>
                  <a:lnTo>
                    <a:pt x="6410" y="29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h1015"/>
            <p:cNvSpPr/>
            <p:nvPr/>
          </p:nvSpPr>
          <p:spPr>
            <a:xfrm>
              <a:off x="2116853" y="2914832"/>
              <a:ext cx="36848" cy="35843"/>
            </a:xfrm>
            <a:custGeom>
              <a:avLst/>
              <a:pathLst>
                <a:path w="36848" h="35843">
                  <a:moveTo>
                    <a:pt x="23924" y="328"/>
                  </a:moveTo>
                  <a:lnTo>
                    <a:pt x="26335" y="5634"/>
                  </a:lnTo>
                  <a:lnTo>
                    <a:pt x="27793" y="7064"/>
                  </a:lnTo>
                  <a:lnTo>
                    <a:pt x="33090" y="5242"/>
                  </a:lnTo>
                  <a:lnTo>
                    <a:pt x="34566" y="1864"/>
                  </a:lnTo>
                  <a:lnTo>
                    <a:pt x="35094" y="2206"/>
                  </a:lnTo>
                  <a:lnTo>
                    <a:pt x="36062" y="9020"/>
                  </a:lnTo>
                  <a:lnTo>
                    <a:pt x="34682" y="16688"/>
                  </a:lnTo>
                  <a:lnTo>
                    <a:pt x="31618" y="23830"/>
                  </a:lnTo>
                  <a:lnTo>
                    <a:pt x="32557" y="26361"/>
                  </a:lnTo>
                  <a:lnTo>
                    <a:pt x="34797" y="26066"/>
                  </a:lnTo>
                  <a:lnTo>
                    <a:pt x="36848" y="27327"/>
                  </a:lnTo>
                  <a:lnTo>
                    <a:pt x="36435" y="29867"/>
                  </a:lnTo>
                  <a:lnTo>
                    <a:pt x="33860" y="30607"/>
                  </a:lnTo>
                  <a:lnTo>
                    <a:pt x="28296" y="28890"/>
                  </a:lnTo>
                  <a:lnTo>
                    <a:pt x="22058" y="28211"/>
                  </a:lnTo>
                  <a:lnTo>
                    <a:pt x="16515" y="27592"/>
                  </a:lnTo>
                  <a:lnTo>
                    <a:pt x="9409" y="29982"/>
                  </a:lnTo>
                  <a:lnTo>
                    <a:pt x="3049" y="33776"/>
                  </a:lnTo>
                  <a:lnTo>
                    <a:pt x="1442" y="35146"/>
                  </a:lnTo>
                  <a:lnTo>
                    <a:pt x="1600" y="35843"/>
                  </a:lnTo>
                  <a:lnTo>
                    <a:pt x="427" y="33798"/>
                  </a:lnTo>
                  <a:lnTo>
                    <a:pt x="1082" y="31954"/>
                  </a:lnTo>
                  <a:lnTo>
                    <a:pt x="0" y="30054"/>
                  </a:lnTo>
                  <a:lnTo>
                    <a:pt x="221" y="26299"/>
                  </a:lnTo>
                  <a:lnTo>
                    <a:pt x="2896" y="23852"/>
                  </a:lnTo>
                  <a:lnTo>
                    <a:pt x="15386" y="22796"/>
                  </a:lnTo>
                  <a:lnTo>
                    <a:pt x="14443" y="19416"/>
                  </a:lnTo>
                  <a:lnTo>
                    <a:pt x="14629" y="16180"/>
                  </a:lnTo>
                  <a:lnTo>
                    <a:pt x="16247" y="12122"/>
                  </a:lnTo>
                  <a:lnTo>
                    <a:pt x="18960" y="10402"/>
                  </a:lnTo>
                  <a:lnTo>
                    <a:pt x="20457" y="6689"/>
                  </a:lnTo>
                  <a:lnTo>
                    <a:pt x="21369" y="3251"/>
                  </a:lnTo>
                  <a:lnTo>
                    <a:pt x="20095" y="973"/>
                  </a:lnTo>
                  <a:lnTo>
                    <a:pt x="2230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h1016"/>
            <p:cNvSpPr/>
            <p:nvPr/>
          </p:nvSpPr>
          <p:spPr>
            <a:xfrm>
              <a:off x="2085848" y="2881281"/>
              <a:ext cx="22078" cy="10823"/>
            </a:xfrm>
            <a:custGeom>
              <a:avLst/>
              <a:pathLst>
                <a:path w="22078" h="10823">
                  <a:moveTo>
                    <a:pt x="17851" y="0"/>
                  </a:moveTo>
                  <a:lnTo>
                    <a:pt x="21333" y="1247"/>
                  </a:lnTo>
                  <a:lnTo>
                    <a:pt x="22078" y="5303"/>
                  </a:lnTo>
                  <a:lnTo>
                    <a:pt x="18921" y="5134"/>
                  </a:lnTo>
                  <a:lnTo>
                    <a:pt x="16563" y="6499"/>
                  </a:lnTo>
                  <a:lnTo>
                    <a:pt x="16475" y="10480"/>
                  </a:lnTo>
                  <a:lnTo>
                    <a:pt x="14902" y="10823"/>
                  </a:lnTo>
                  <a:lnTo>
                    <a:pt x="3904" y="7262"/>
                  </a:lnTo>
                  <a:lnTo>
                    <a:pt x="153" y="7524"/>
                  </a:lnTo>
                  <a:lnTo>
                    <a:pt x="0" y="5074"/>
                  </a:lnTo>
                  <a:lnTo>
                    <a:pt x="1850" y="401"/>
                  </a:lnTo>
                  <a:lnTo>
                    <a:pt x="7857" y="1307"/>
                  </a:lnTo>
                  <a:lnTo>
                    <a:pt x="9325" y="1107"/>
                  </a:lnTo>
                  <a:lnTo>
                    <a:pt x="9346" y="58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h1017"/>
            <p:cNvSpPr/>
            <p:nvPr/>
          </p:nvSpPr>
          <p:spPr>
            <a:xfrm>
              <a:off x="2172800" y="2978592"/>
              <a:ext cx="20593" cy="29264"/>
            </a:xfrm>
            <a:custGeom>
              <a:avLst/>
              <a:pathLst>
                <a:path w="20593" h="29264">
                  <a:moveTo>
                    <a:pt x="6126" y="648"/>
                  </a:moveTo>
                  <a:lnTo>
                    <a:pt x="10432" y="2983"/>
                  </a:lnTo>
                  <a:lnTo>
                    <a:pt x="12978" y="3093"/>
                  </a:lnTo>
                  <a:lnTo>
                    <a:pt x="15907" y="2113"/>
                  </a:lnTo>
                  <a:lnTo>
                    <a:pt x="20593" y="7752"/>
                  </a:lnTo>
                  <a:lnTo>
                    <a:pt x="17796" y="14682"/>
                  </a:lnTo>
                  <a:lnTo>
                    <a:pt x="15457" y="15801"/>
                  </a:lnTo>
                  <a:lnTo>
                    <a:pt x="18183" y="22396"/>
                  </a:lnTo>
                  <a:lnTo>
                    <a:pt x="19631" y="24385"/>
                  </a:lnTo>
                  <a:lnTo>
                    <a:pt x="14174" y="26888"/>
                  </a:lnTo>
                  <a:lnTo>
                    <a:pt x="9400" y="26019"/>
                  </a:lnTo>
                  <a:lnTo>
                    <a:pt x="6513" y="26442"/>
                  </a:lnTo>
                  <a:lnTo>
                    <a:pt x="5030" y="29264"/>
                  </a:lnTo>
                  <a:lnTo>
                    <a:pt x="2921" y="26765"/>
                  </a:lnTo>
                  <a:lnTo>
                    <a:pt x="2257" y="21184"/>
                  </a:lnTo>
                  <a:lnTo>
                    <a:pt x="504" y="20094"/>
                  </a:lnTo>
                  <a:lnTo>
                    <a:pt x="0" y="11072"/>
                  </a:lnTo>
                  <a:lnTo>
                    <a:pt x="707" y="4497"/>
                  </a:lnTo>
                  <a:lnTo>
                    <a:pt x="1376" y="4546"/>
                  </a:lnTo>
                  <a:lnTo>
                    <a:pt x="1893" y="3055"/>
                  </a:lnTo>
                  <a:lnTo>
                    <a:pt x="981" y="637"/>
                  </a:lnTo>
                  <a:lnTo>
                    <a:pt x="23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h1018"/>
            <p:cNvSpPr/>
            <p:nvPr/>
          </p:nvSpPr>
          <p:spPr>
            <a:xfrm>
              <a:off x="2157189" y="3002840"/>
              <a:ext cx="69774" cy="53658"/>
            </a:xfrm>
            <a:custGeom>
              <a:avLst/>
              <a:pathLst>
                <a:path w="69774" h="53658">
                  <a:moveTo>
                    <a:pt x="39360" y="0"/>
                  </a:moveTo>
                  <a:lnTo>
                    <a:pt x="41361" y="1367"/>
                  </a:lnTo>
                  <a:lnTo>
                    <a:pt x="42849" y="5367"/>
                  </a:lnTo>
                  <a:lnTo>
                    <a:pt x="46929" y="3637"/>
                  </a:lnTo>
                  <a:lnTo>
                    <a:pt x="60133" y="13538"/>
                  </a:lnTo>
                  <a:lnTo>
                    <a:pt x="66752" y="11794"/>
                  </a:lnTo>
                  <a:lnTo>
                    <a:pt x="69774" y="14315"/>
                  </a:lnTo>
                  <a:lnTo>
                    <a:pt x="67600" y="15569"/>
                  </a:lnTo>
                  <a:lnTo>
                    <a:pt x="68308" y="19623"/>
                  </a:lnTo>
                  <a:lnTo>
                    <a:pt x="67350" y="25210"/>
                  </a:lnTo>
                  <a:lnTo>
                    <a:pt x="65710" y="27291"/>
                  </a:lnTo>
                  <a:lnTo>
                    <a:pt x="63162" y="27952"/>
                  </a:lnTo>
                  <a:lnTo>
                    <a:pt x="60269" y="30546"/>
                  </a:lnTo>
                  <a:lnTo>
                    <a:pt x="59208" y="33193"/>
                  </a:lnTo>
                  <a:lnTo>
                    <a:pt x="58996" y="37377"/>
                  </a:lnTo>
                  <a:lnTo>
                    <a:pt x="56381" y="40114"/>
                  </a:lnTo>
                  <a:lnTo>
                    <a:pt x="54263" y="38559"/>
                  </a:lnTo>
                  <a:lnTo>
                    <a:pt x="51753" y="39229"/>
                  </a:lnTo>
                  <a:lnTo>
                    <a:pt x="51192" y="42174"/>
                  </a:lnTo>
                  <a:lnTo>
                    <a:pt x="49586" y="44162"/>
                  </a:lnTo>
                  <a:lnTo>
                    <a:pt x="42250" y="52218"/>
                  </a:lnTo>
                  <a:lnTo>
                    <a:pt x="39494" y="53658"/>
                  </a:lnTo>
                  <a:lnTo>
                    <a:pt x="34994" y="52539"/>
                  </a:lnTo>
                  <a:lnTo>
                    <a:pt x="30909" y="49762"/>
                  </a:lnTo>
                  <a:lnTo>
                    <a:pt x="22226" y="53458"/>
                  </a:lnTo>
                  <a:lnTo>
                    <a:pt x="16586" y="49389"/>
                  </a:lnTo>
                  <a:lnTo>
                    <a:pt x="14984" y="46106"/>
                  </a:lnTo>
                  <a:lnTo>
                    <a:pt x="5214" y="47154"/>
                  </a:lnTo>
                  <a:lnTo>
                    <a:pt x="4118" y="43660"/>
                  </a:lnTo>
                  <a:lnTo>
                    <a:pt x="2508" y="42794"/>
                  </a:lnTo>
                  <a:lnTo>
                    <a:pt x="850" y="38572"/>
                  </a:lnTo>
                  <a:lnTo>
                    <a:pt x="348" y="36637"/>
                  </a:lnTo>
                  <a:lnTo>
                    <a:pt x="1718" y="34572"/>
                  </a:lnTo>
                  <a:lnTo>
                    <a:pt x="1165" y="31420"/>
                  </a:lnTo>
                  <a:lnTo>
                    <a:pt x="0" y="29786"/>
                  </a:lnTo>
                  <a:lnTo>
                    <a:pt x="3494" y="25180"/>
                  </a:lnTo>
                  <a:lnTo>
                    <a:pt x="7099" y="25189"/>
                  </a:lnTo>
                  <a:lnTo>
                    <a:pt x="7762" y="24855"/>
                  </a:lnTo>
                  <a:lnTo>
                    <a:pt x="14568" y="28684"/>
                  </a:lnTo>
                  <a:lnTo>
                    <a:pt x="18171" y="29244"/>
                  </a:lnTo>
                  <a:lnTo>
                    <a:pt x="18790" y="27201"/>
                  </a:lnTo>
                  <a:lnTo>
                    <a:pt x="17460" y="20272"/>
                  </a:lnTo>
                  <a:lnTo>
                    <a:pt x="19025" y="18126"/>
                  </a:lnTo>
                  <a:lnTo>
                    <a:pt x="19683" y="5641"/>
                  </a:lnTo>
                  <a:lnTo>
                    <a:pt x="20641" y="5016"/>
                  </a:lnTo>
                  <a:lnTo>
                    <a:pt x="22123" y="2194"/>
                  </a:lnTo>
                  <a:lnTo>
                    <a:pt x="25011" y="1771"/>
                  </a:lnTo>
                  <a:lnTo>
                    <a:pt x="29785" y="2640"/>
                  </a:lnTo>
                  <a:lnTo>
                    <a:pt x="35242" y="13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h1019"/>
            <p:cNvSpPr/>
            <p:nvPr/>
          </p:nvSpPr>
          <p:spPr>
            <a:xfrm>
              <a:off x="2254875" y="2888109"/>
              <a:ext cx="17841" cy="10244"/>
            </a:xfrm>
            <a:custGeom>
              <a:avLst/>
              <a:pathLst>
                <a:path w="17841" h="10244">
                  <a:moveTo>
                    <a:pt x="7853" y="0"/>
                  </a:moveTo>
                  <a:lnTo>
                    <a:pt x="9480" y="804"/>
                  </a:lnTo>
                  <a:lnTo>
                    <a:pt x="13854" y="439"/>
                  </a:lnTo>
                  <a:lnTo>
                    <a:pt x="15825" y="2777"/>
                  </a:lnTo>
                  <a:lnTo>
                    <a:pt x="17841" y="3381"/>
                  </a:lnTo>
                  <a:lnTo>
                    <a:pt x="17400" y="8840"/>
                  </a:lnTo>
                  <a:lnTo>
                    <a:pt x="14562" y="8804"/>
                  </a:lnTo>
                  <a:lnTo>
                    <a:pt x="10709" y="6778"/>
                  </a:lnTo>
                  <a:lnTo>
                    <a:pt x="8754" y="7538"/>
                  </a:lnTo>
                  <a:lnTo>
                    <a:pt x="8275" y="8399"/>
                  </a:lnTo>
                  <a:lnTo>
                    <a:pt x="6428" y="7693"/>
                  </a:lnTo>
                  <a:lnTo>
                    <a:pt x="4966" y="10244"/>
                  </a:lnTo>
                  <a:lnTo>
                    <a:pt x="0" y="8199"/>
                  </a:lnTo>
                  <a:lnTo>
                    <a:pt x="3433" y="6207"/>
                  </a:lnTo>
                  <a:lnTo>
                    <a:pt x="2758" y="2820"/>
                  </a:lnTo>
                  <a:lnTo>
                    <a:pt x="3734" y="50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h1020"/>
            <p:cNvSpPr/>
            <p:nvPr/>
          </p:nvSpPr>
          <p:spPr>
            <a:xfrm>
              <a:off x="2227720" y="2897650"/>
              <a:ext cx="21024" cy="18718"/>
            </a:xfrm>
            <a:custGeom>
              <a:avLst/>
              <a:pathLst>
                <a:path w="21024" h="18718">
                  <a:moveTo>
                    <a:pt x="21024" y="5379"/>
                  </a:moveTo>
                  <a:lnTo>
                    <a:pt x="18199" y="11014"/>
                  </a:lnTo>
                  <a:lnTo>
                    <a:pt x="19874" y="15981"/>
                  </a:lnTo>
                  <a:lnTo>
                    <a:pt x="15230" y="16357"/>
                  </a:lnTo>
                  <a:lnTo>
                    <a:pt x="13990" y="18718"/>
                  </a:lnTo>
                  <a:lnTo>
                    <a:pt x="11887" y="18327"/>
                  </a:lnTo>
                  <a:lnTo>
                    <a:pt x="12196" y="15006"/>
                  </a:lnTo>
                  <a:lnTo>
                    <a:pt x="10379" y="11333"/>
                  </a:lnTo>
                  <a:lnTo>
                    <a:pt x="2749" y="10295"/>
                  </a:lnTo>
                  <a:lnTo>
                    <a:pt x="418" y="8938"/>
                  </a:lnTo>
                  <a:lnTo>
                    <a:pt x="711" y="6992"/>
                  </a:lnTo>
                  <a:lnTo>
                    <a:pt x="0" y="3576"/>
                  </a:lnTo>
                  <a:lnTo>
                    <a:pt x="2527" y="2062"/>
                  </a:lnTo>
                  <a:lnTo>
                    <a:pt x="6224" y="1060"/>
                  </a:lnTo>
                  <a:lnTo>
                    <a:pt x="7866" y="2136"/>
                  </a:lnTo>
                  <a:lnTo>
                    <a:pt x="10774" y="2021"/>
                  </a:lnTo>
                  <a:lnTo>
                    <a:pt x="1952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h1021"/>
            <p:cNvSpPr/>
            <p:nvPr/>
          </p:nvSpPr>
          <p:spPr>
            <a:xfrm>
              <a:off x="2241597" y="3026217"/>
              <a:ext cx="75212" cy="51114"/>
            </a:xfrm>
            <a:custGeom>
              <a:avLst/>
              <a:pathLst>
                <a:path w="75212" h="51114">
                  <a:moveTo>
                    <a:pt x="50216" y="2215"/>
                  </a:moveTo>
                  <a:lnTo>
                    <a:pt x="52018" y="6155"/>
                  </a:lnTo>
                  <a:lnTo>
                    <a:pt x="54912" y="6849"/>
                  </a:lnTo>
                  <a:lnTo>
                    <a:pt x="57977" y="3145"/>
                  </a:lnTo>
                  <a:lnTo>
                    <a:pt x="60702" y="2952"/>
                  </a:lnTo>
                  <a:lnTo>
                    <a:pt x="61486" y="3465"/>
                  </a:lnTo>
                  <a:lnTo>
                    <a:pt x="66236" y="2872"/>
                  </a:lnTo>
                  <a:lnTo>
                    <a:pt x="67339" y="1620"/>
                  </a:lnTo>
                  <a:lnTo>
                    <a:pt x="72221" y="6374"/>
                  </a:lnTo>
                  <a:lnTo>
                    <a:pt x="71583" y="9554"/>
                  </a:lnTo>
                  <a:lnTo>
                    <a:pt x="72718" y="12715"/>
                  </a:lnTo>
                  <a:lnTo>
                    <a:pt x="73076" y="16683"/>
                  </a:lnTo>
                  <a:lnTo>
                    <a:pt x="71844" y="23371"/>
                  </a:lnTo>
                  <a:lnTo>
                    <a:pt x="72611" y="29619"/>
                  </a:lnTo>
                  <a:lnTo>
                    <a:pt x="74769" y="36983"/>
                  </a:lnTo>
                  <a:lnTo>
                    <a:pt x="73708" y="43473"/>
                  </a:lnTo>
                  <a:lnTo>
                    <a:pt x="75212" y="47629"/>
                  </a:lnTo>
                  <a:lnTo>
                    <a:pt x="73721" y="47790"/>
                  </a:lnTo>
                  <a:lnTo>
                    <a:pt x="68671" y="46368"/>
                  </a:lnTo>
                  <a:lnTo>
                    <a:pt x="64937" y="49546"/>
                  </a:lnTo>
                  <a:lnTo>
                    <a:pt x="64288" y="51114"/>
                  </a:lnTo>
                  <a:lnTo>
                    <a:pt x="59242" y="50996"/>
                  </a:lnTo>
                  <a:lnTo>
                    <a:pt x="57130" y="46075"/>
                  </a:lnTo>
                  <a:lnTo>
                    <a:pt x="53776" y="41418"/>
                  </a:lnTo>
                  <a:lnTo>
                    <a:pt x="50878" y="41608"/>
                  </a:lnTo>
                  <a:lnTo>
                    <a:pt x="45127" y="44066"/>
                  </a:lnTo>
                  <a:lnTo>
                    <a:pt x="32869" y="41698"/>
                  </a:lnTo>
                  <a:lnTo>
                    <a:pt x="31086" y="40511"/>
                  </a:lnTo>
                  <a:lnTo>
                    <a:pt x="22477" y="40196"/>
                  </a:lnTo>
                  <a:lnTo>
                    <a:pt x="14035" y="42527"/>
                  </a:lnTo>
                  <a:lnTo>
                    <a:pt x="5384" y="45975"/>
                  </a:lnTo>
                  <a:lnTo>
                    <a:pt x="468" y="46132"/>
                  </a:lnTo>
                  <a:lnTo>
                    <a:pt x="0" y="43332"/>
                  </a:lnTo>
                  <a:lnTo>
                    <a:pt x="2808" y="39962"/>
                  </a:lnTo>
                  <a:lnTo>
                    <a:pt x="4586" y="35874"/>
                  </a:lnTo>
                  <a:lnTo>
                    <a:pt x="4627" y="30417"/>
                  </a:lnTo>
                  <a:lnTo>
                    <a:pt x="5895" y="24861"/>
                  </a:lnTo>
                  <a:lnTo>
                    <a:pt x="4245" y="22777"/>
                  </a:lnTo>
                  <a:lnTo>
                    <a:pt x="6250" y="20249"/>
                  </a:lnTo>
                  <a:lnTo>
                    <a:pt x="7758" y="20787"/>
                  </a:lnTo>
                  <a:lnTo>
                    <a:pt x="10058" y="19787"/>
                  </a:lnTo>
                  <a:lnTo>
                    <a:pt x="15705" y="21168"/>
                  </a:lnTo>
                  <a:lnTo>
                    <a:pt x="19290" y="20607"/>
                  </a:lnTo>
                  <a:lnTo>
                    <a:pt x="26497" y="15839"/>
                  </a:lnTo>
                  <a:lnTo>
                    <a:pt x="28075" y="11923"/>
                  </a:lnTo>
                  <a:lnTo>
                    <a:pt x="27608" y="10214"/>
                  </a:lnTo>
                  <a:lnTo>
                    <a:pt x="30643" y="7415"/>
                  </a:lnTo>
                  <a:lnTo>
                    <a:pt x="31513" y="8034"/>
                  </a:lnTo>
                  <a:lnTo>
                    <a:pt x="38962" y="5861"/>
                  </a:lnTo>
                  <a:lnTo>
                    <a:pt x="45065" y="891"/>
                  </a:lnTo>
                  <a:lnTo>
                    <a:pt x="4726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h1022"/>
            <p:cNvSpPr/>
            <p:nvPr/>
          </p:nvSpPr>
          <p:spPr>
            <a:xfrm>
              <a:off x="2238527" y="2942835"/>
              <a:ext cx="11163" cy="12114"/>
            </a:xfrm>
            <a:custGeom>
              <a:avLst/>
              <a:pathLst>
                <a:path w="11163" h="12114">
                  <a:moveTo>
                    <a:pt x="10535" y="6002"/>
                  </a:moveTo>
                  <a:lnTo>
                    <a:pt x="11163" y="7392"/>
                  </a:lnTo>
                  <a:lnTo>
                    <a:pt x="10154" y="12114"/>
                  </a:lnTo>
                  <a:lnTo>
                    <a:pt x="5686" y="11786"/>
                  </a:lnTo>
                  <a:lnTo>
                    <a:pt x="75" y="9294"/>
                  </a:lnTo>
                  <a:lnTo>
                    <a:pt x="2702" y="7862"/>
                  </a:lnTo>
                  <a:lnTo>
                    <a:pt x="2844" y="5517"/>
                  </a:lnTo>
                  <a:lnTo>
                    <a:pt x="0" y="1439"/>
                  </a:lnTo>
                  <a:lnTo>
                    <a:pt x="430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h1023"/>
            <p:cNvSpPr/>
            <p:nvPr/>
          </p:nvSpPr>
          <p:spPr>
            <a:xfrm>
              <a:off x="2294597" y="2907483"/>
              <a:ext cx="14837" cy="26203"/>
            </a:xfrm>
            <a:custGeom>
              <a:avLst/>
              <a:pathLst>
                <a:path w="14837" h="26203">
                  <a:moveTo>
                    <a:pt x="5845" y="1959"/>
                  </a:moveTo>
                  <a:lnTo>
                    <a:pt x="9463" y="4809"/>
                  </a:lnTo>
                  <a:lnTo>
                    <a:pt x="12598" y="10604"/>
                  </a:lnTo>
                  <a:lnTo>
                    <a:pt x="14837" y="11475"/>
                  </a:lnTo>
                  <a:lnTo>
                    <a:pt x="13314" y="16300"/>
                  </a:lnTo>
                  <a:lnTo>
                    <a:pt x="14220" y="24555"/>
                  </a:lnTo>
                  <a:lnTo>
                    <a:pt x="13408" y="26203"/>
                  </a:lnTo>
                  <a:lnTo>
                    <a:pt x="12590" y="26180"/>
                  </a:lnTo>
                  <a:lnTo>
                    <a:pt x="12018" y="24946"/>
                  </a:lnTo>
                  <a:lnTo>
                    <a:pt x="9885" y="23937"/>
                  </a:lnTo>
                  <a:lnTo>
                    <a:pt x="8080" y="21447"/>
                  </a:lnTo>
                  <a:lnTo>
                    <a:pt x="7875" y="19355"/>
                  </a:lnTo>
                  <a:lnTo>
                    <a:pt x="1609" y="15070"/>
                  </a:lnTo>
                  <a:lnTo>
                    <a:pt x="916" y="10026"/>
                  </a:lnTo>
                  <a:lnTo>
                    <a:pt x="1702" y="9315"/>
                  </a:lnTo>
                  <a:lnTo>
                    <a:pt x="1202" y="7471"/>
                  </a:lnTo>
                  <a:lnTo>
                    <a:pt x="0" y="6366"/>
                  </a:lnTo>
                  <a:lnTo>
                    <a:pt x="380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h1024"/>
            <p:cNvSpPr/>
            <p:nvPr/>
          </p:nvSpPr>
          <p:spPr>
            <a:xfrm>
              <a:off x="2349324" y="2916808"/>
              <a:ext cx="14393" cy="18515"/>
            </a:xfrm>
            <a:custGeom>
              <a:avLst/>
              <a:pathLst>
                <a:path w="14393" h="18515">
                  <a:moveTo>
                    <a:pt x="9590" y="679"/>
                  </a:moveTo>
                  <a:lnTo>
                    <a:pt x="9261" y="4003"/>
                  </a:lnTo>
                  <a:lnTo>
                    <a:pt x="11907" y="8074"/>
                  </a:lnTo>
                  <a:lnTo>
                    <a:pt x="14393" y="10148"/>
                  </a:lnTo>
                  <a:lnTo>
                    <a:pt x="7546" y="17267"/>
                  </a:lnTo>
                  <a:lnTo>
                    <a:pt x="6605" y="16265"/>
                  </a:lnTo>
                  <a:lnTo>
                    <a:pt x="5707" y="18515"/>
                  </a:lnTo>
                  <a:lnTo>
                    <a:pt x="4492" y="18016"/>
                  </a:lnTo>
                  <a:lnTo>
                    <a:pt x="0" y="2079"/>
                  </a:lnTo>
                  <a:lnTo>
                    <a:pt x="20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h1025"/>
            <p:cNvSpPr/>
            <p:nvPr/>
          </p:nvSpPr>
          <p:spPr>
            <a:xfrm>
              <a:off x="2131351" y="2865886"/>
              <a:ext cx="11296" cy="17867"/>
            </a:xfrm>
            <a:custGeom>
              <a:avLst/>
              <a:pathLst>
                <a:path w="11296" h="17867">
                  <a:moveTo>
                    <a:pt x="8853" y="0"/>
                  </a:moveTo>
                  <a:lnTo>
                    <a:pt x="10888" y="2695"/>
                  </a:lnTo>
                  <a:lnTo>
                    <a:pt x="9317" y="4833"/>
                  </a:lnTo>
                  <a:lnTo>
                    <a:pt x="10499" y="12517"/>
                  </a:lnTo>
                  <a:lnTo>
                    <a:pt x="11296" y="14010"/>
                  </a:lnTo>
                  <a:lnTo>
                    <a:pt x="9818" y="17867"/>
                  </a:lnTo>
                  <a:lnTo>
                    <a:pt x="7326" y="16659"/>
                  </a:lnTo>
                  <a:lnTo>
                    <a:pt x="4190" y="16348"/>
                  </a:lnTo>
                  <a:lnTo>
                    <a:pt x="2414" y="13815"/>
                  </a:lnTo>
                  <a:lnTo>
                    <a:pt x="2593" y="12606"/>
                  </a:lnTo>
                  <a:lnTo>
                    <a:pt x="0" y="9953"/>
                  </a:lnTo>
                  <a:lnTo>
                    <a:pt x="2002" y="4483"/>
                  </a:lnTo>
                  <a:lnTo>
                    <a:pt x="2168" y="32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h1026"/>
            <p:cNvSpPr/>
            <p:nvPr/>
          </p:nvSpPr>
          <p:spPr>
            <a:xfrm>
              <a:off x="2255910" y="2947200"/>
              <a:ext cx="39981" cy="43977"/>
            </a:xfrm>
            <a:custGeom>
              <a:avLst/>
              <a:pathLst>
                <a:path w="39981" h="43977">
                  <a:moveTo>
                    <a:pt x="26983" y="880"/>
                  </a:moveTo>
                  <a:lnTo>
                    <a:pt x="34974" y="5430"/>
                  </a:lnTo>
                  <a:lnTo>
                    <a:pt x="33300" y="9865"/>
                  </a:lnTo>
                  <a:lnTo>
                    <a:pt x="35127" y="11785"/>
                  </a:lnTo>
                  <a:lnTo>
                    <a:pt x="36905" y="18267"/>
                  </a:lnTo>
                  <a:lnTo>
                    <a:pt x="39981" y="21228"/>
                  </a:lnTo>
                  <a:lnTo>
                    <a:pt x="39807" y="22659"/>
                  </a:lnTo>
                  <a:lnTo>
                    <a:pt x="38376" y="27297"/>
                  </a:lnTo>
                  <a:lnTo>
                    <a:pt x="36756" y="38355"/>
                  </a:lnTo>
                  <a:lnTo>
                    <a:pt x="34030" y="41682"/>
                  </a:lnTo>
                  <a:lnTo>
                    <a:pt x="31272" y="43977"/>
                  </a:lnTo>
                  <a:lnTo>
                    <a:pt x="27946" y="41532"/>
                  </a:lnTo>
                  <a:lnTo>
                    <a:pt x="21876" y="42413"/>
                  </a:lnTo>
                  <a:lnTo>
                    <a:pt x="14715" y="38006"/>
                  </a:lnTo>
                  <a:lnTo>
                    <a:pt x="4553" y="37608"/>
                  </a:lnTo>
                  <a:lnTo>
                    <a:pt x="4317" y="38253"/>
                  </a:lnTo>
                  <a:lnTo>
                    <a:pt x="2257" y="38220"/>
                  </a:lnTo>
                  <a:lnTo>
                    <a:pt x="1228" y="36386"/>
                  </a:lnTo>
                  <a:lnTo>
                    <a:pt x="2162" y="30988"/>
                  </a:lnTo>
                  <a:lnTo>
                    <a:pt x="1593" y="30210"/>
                  </a:lnTo>
                  <a:lnTo>
                    <a:pt x="1059" y="21421"/>
                  </a:lnTo>
                  <a:lnTo>
                    <a:pt x="0" y="16672"/>
                  </a:lnTo>
                  <a:lnTo>
                    <a:pt x="127" y="16051"/>
                  </a:lnTo>
                  <a:lnTo>
                    <a:pt x="2978" y="15918"/>
                  </a:lnTo>
                  <a:lnTo>
                    <a:pt x="6569" y="13939"/>
                  </a:lnTo>
                  <a:lnTo>
                    <a:pt x="9408" y="8997"/>
                  </a:lnTo>
                  <a:lnTo>
                    <a:pt x="10330" y="8803"/>
                  </a:lnTo>
                  <a:lnTo>
                    <a:pt x="11780" y="9432"/>
                  </a:lnTo>
                  <a:lnTo>
                    <a:pt x="13287" y="7198"/>
                  </a:lnTo>
                  <a:lnTo>
                    <a:pt x="15284" y="7365"/>
                  </a:lnTo>
                  <a:lnTo>
                    <a:pt x="19614" y="10967"/>
                  </a:lnTo>
                  <a:lnTo>
                    <a:pt x="19248" y="6414"/>
                  </a:lnTo>
                  <a:lnTo>
                    <a:pt x="21012" y="2080"/>
                  </a:lnTo>
                  <a:lnTo>
                    <a:pt x="23831" y="209"/>
                  </a:lnTo>
                  <a:lnTo>
                    <a:pt x="25179" y="1774"/>
                  </a:lnTo>
                  <a:lnTo>
                    <a:pt x="2689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h1027"/>
            <p:cNvSpPr/>
            <p:nvPr/>
          </p:nvSpPr>
          <p:spPr>
            <a:xfrm>
              <a:off x="2338416" y="2890609"/>
              <a:ext cx="46605" cy="28278"/>
            </a:xfrm>
            <a:custGeom>
              <a:avLst/>
              <a:pathLst>
                <a:path w="46605" h="28278">
                  <a:moveTo>
                    <a:pt x="35597" y="0"/>
                  </a:moveTo>
                  <a:lnTo>
                    <a:pt x="37829" y="416"/>
                  </a:lnTo>
                  <a:lnTo>
                    <a:pt x="38630" y="1416"/>
                  </a:lnTo>
                  <a:lnTo>
                    <a:pt x="38264" y="5720"/>
                  </a:lnTo>
                  <a:lnTo>
                    <a:pt x="35282" y="10162"/>
                  </a:lnTo>
                  <a:lnTo>
                    <a:pt x="34248" y="12544"/>
                  </a:lnTo>
                  <a:lnTo>
                    <a:pt x="34785" y="13201"/>
                  </a:lnTo>
                  <a:lnTo>
                    <a:pt x="36894" y="14660"/>
                  </a:lnTo>
                  <a:lnTo>
                    <a:pt x="41188" y="11842"/>
                  </a:lnTo>
                  <a:lnTo>
                    <a:pt x="43986" y="12185"/>
                  </a:lnTo>
                  <a:lnTo>
                    <a:pt x="46100" y="16248"/>
                  </a:lnTo>
                  <a:lnTo>
                    <a:pt x="46605" y="18086"/>
                  </a:lnTo>
                  <a:lnTo>
                    <a:pt x="46131" y="20312"/>
                  </a:lnTo>
                  <a:lnTo>
                    <a:pt x="40201" y="21773"/>
                  </a:lnTo>
                  <a:lnTo>
                    <a:pt x="39514" y="21215"/>
                  </a:lnTo>
                  <a:lnTo>
                    <a:pt x="37302" y="20193"/>
                  </a:lnTo>
                  <a:lnTo>
                    <a:pt x="34983" y="21584"/>
                  </a:lnTo>
                  <a:lnTo>
                    <a:pt x="34431" y="25360"/>
                  </a:lnTo>
                  <a:lnTo>
                    <a:pt x="30279" y="22969"/>
                  </a:lnTo>
                  <a:lnTo>
                    <a:pt x="28960" y="23028"/>
                  </a:lnTo>
                  <a:lnTo>
                    <a:pt x="23721" y="23803"/>
                  </a:lnTo>
                  <a:lnTo>
                    <a:pt x="20497" y="26879"/>
                  </a:lnTo>
                  <a:lnTo>
                    <a:pt x="12975" y="26199"/>
                  </a:lnTo>
                  <a:lnTo>
                    <a:pt x="10907" y="28278"/>
                  </a:lnTo>
                  <a:lnTo>
                    <a:pt x="9767" y="26705"/>
                  </a:lnTo>
                  <a:lnTo>
                    <a:pt x="7383" y="25416"/>
                  </a:lnTo>
                  <a:lnTo>
                    <a:pt x="3658" y="25078"/>
                  </a:lnTo>
                  <a:lnTo>
                    <a:pt x="2799" y="24371"/>
                  </a:lnTo>
                  <a:lnTo>
                    <a:pt x="4100" y="21431"/>
                  </a:lnTo>
                  <a:lnTo>
                    <a:pt x="3251" y="18219"/>
                  </a:lnTo>
                  <a:lnTo>
                    <a:pt x="2465" y="17595"/>
                  </a:lnTo>
                  <a:lnTo>
                    <a:pt x="3203" y="12502"/>
                  </a:lnTo>
                  <a:lnTo>
                    <a:pt x="2840" y="9895"/>
                  </a:lnTo>
                  <a:lnTo>
                    <a:pt x="1492" y="6980"/>
                  </a:lnTo>
                  <a:lnTo>
                    <a:pt x="0" y="6342"/>
                  </a:lnTo>
                  <a:lnTo>
                    <a:pt x="1969" y="2903"/>
                  </a:lnTo>
                  <a:lnTo>
                    <a:pt x="2712" y="2331"/>
                  </a:lnTo>
                  <a:lnTo>
                    <a:pt x="6914" y="2160"/>
                  </a:lnTo>
                  <a:lnTo>
                    <a:pt x="6056" y="4215"/>
                  </a:lnTo>
                  <a:lnTo>
                    <a:pt x="4376" y="4171"/>
                  </a:lnTo>
                  <a:lnTo>
                    <a:pt x="3029" y="5205"/>
                  </a:lnTo>
                  <a:lnTo>
                    <a:pt x="2994" y="6180"/>
                  </a:lnTo>
                  <a:lnTo>
                    <a:pt x="7762" y="6170"/>
                  </a:lnTo>
                  <a:lnTo>
                    <a:pt x="11532" y="8678"/>
                  </a:lnTo>
                  <a:lnTo>
                    <a:pt x="17280" y="2567"/>
                  </a:lnTo>
                  <a:lnTo>
                    <a:pt x="19232" y="3098"/>
                  </a:lnTo>
                  <a:lnTo>
                    <a:pt x="28856" y="2146"/>
                  </a:lnTo>
                  <a:lnTo>
                    <a:pt x="31559" y="760"/>
                  </a:lnTo>
                  <a:lnTo>
                    <a:pt x="32679" y="134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h1028"/>
            <p:cNvSpPr/>
            <p:nvPr/>
          </p:nvSpPr>
          <p:spPr>
            <a:xfrm>
              <a:off x="2064844" y="2875429"/>
              <a:ext cx="19318" cy="21556"/>
            </a:xfrm>
            <a:custGeom>
              <a:avLst/>
              <a:pathLst>
                <a:path w="19318" h="21556">
                  <a:moveTo>
                    <a:pt x="10526" y="0"/>
                  </a:moveTo>
                  <a:lnTo>
                    <a:pt x="12051" y="1247"/>
                  </a:lnTo>
                  <a:lnTo>
                    <a:pt x="11234" y="6275"/>
                  </a:lnTo>
                  <a:lnTo>
                    <a:pt x="12220" y="7541"/>
                  </a:lnTo>
                  <a:lnTo>
                    <a:pt x="15214" y="8817"/>
                  </a:lnTo>
                  <a:lnTo>
                    <a:pt x="17300" y="8255"/>
                  </a:lnTo>
                  <a:lnTo>
                    <a:pt x="19173" y="8786"/>
                  </a:lnTo>
                  <a:lnTo>
                    <a:pt x="19318" y="11215"/>
                  </a:lnTo>
                  <a:lnTo>
                    <a:pt x="18112" y="18523"/>
                  </a:lnTo>
                  <a:lnTo>
                    <a:pt x="18916" y="19749"/>
                  </a:lnTo>
                  <a:lnTo>
                    <a:pt x="15894" y="20330"/>
                  </a:lnTo>
                  <a:lnTo>
                    <a:pt x="11148" y="17225"/>
                  </a:lnTo>
                  <a:lnTo>
                    <a:pt x="6344" y="18699"/>
                  </a:lnTo>
                  <a:lnTo>
                    <a:pt x="3884" y="21556"/>
                  </a:lnTo>
                  <a:lnTo>
                    <a:pt x="0" y="17144"/>
                  </a:lnTo>
                  <a:lnTo>
                    <a:pt x="2669" y="12319"/>
                  </a:lnTo>
                  <a:lnTo>
                    <a:pt x="2224" y="8905"/>
                  </a:lnTo>
                  <a:lnTo>
                    <a:pt x="771" y="2028"/>
                  </a:lnTo>
                  <a:lnTo>
                    <a:pt x="2124" y="509"/>
                  </a:lnTo>
                  <a:lnTo>
                    <a:pt x="5234" y="323"/>
                  </a:lnTo>
                  <a:lnTo>
                    <a:pt x="5831" y="1553"/>
                  </a:lnTo>
                  <a:lnTo>
                    <a:pt x="9072" y="187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h1029"/>
            <p:cNvSpPr/>
            <p:nvPr/>
          </p:nvSpPr>
          <p:spPr>
            <a:xfrm>
              <a:off x="2092618" y="3101106"/>
              <a:ext cx="77754" cy="39982"/>
            </a:xfrm>
            <a:custGeom>
              <a:avLst/>
              <a:pathLst>
                <a:path w="77754" h="39982">
                  <a:moveTo>
                    <a:pt x="77315" y="1520"/>
                  </a:moveTo>
                  <a:lnTo>
                    <a:pt x="77754" y="3051"/>
                  </a:lnTo>
                  <a:lnTo>
                    <a:pt x="75463" y="7317"/>
                  </a:lnTo>
                  <a:lnTo>
                    <a:pt x="74174" y="7532"/>
                  </a:lnTo>
                  <a:lnTo>
                    <a:pt x="71963" y="10262"/>
                  </a:lnTo>
                  <a:lnTo>
                    <a:pt x="70110" y="15836"/>
                  </a:lnTo>
                  <a:lnTo>
                    <a:pt x="69371" y="26698"/>
                  </a:lnTo>
                  <a:lnTo>
                    <a:pt x="69803" y="29894"/>
                  </a:lnTo>
                  <a:lnTo>
                    <a:pt x="70631" y="31086"/>
                  </a:lnTo>
                  <a:lnTo>
                    <a:pt x="74708" y="33471"/>
                  </a:lnTo>
                  <a:lnTo>
                    <a:pt x="74787" y="37011"/>
                  </a:lnTo>
                  <a:lnTo>
                    <a:pt x="69690" y="39982"/>
                  </a:lnTo>
                  <a:lnTo>
                    <a:pt x="68554" y="39954"/>
                  </a:lnTo>
                  <a:lnTo>
                    <a:pt x="55104" y="33464"/>
                  </a:lnTo>
                  <a:lnTo>
                    <a:pt x="21213" y="24047"/>
                  </a:lnTo>
                  <a:lnTo>
                    <a:pt x="11495" y="23077"/>
                  </a:lnTo>
                  <a:lnTo>
                    <a:pt x="6136" y="20997"/>
                  </a:lnTo>
                  <a:lnTo>
                    <a:pt x="249" y="19696"/>
                  </a:lnTo>
                  <a:lnTo>
                    <a:pt x="0" y="12675"/>
                  </a:lnTo>
                  <a:lnTo>
                    <a:pt x="916" y="11501"/>
                  </a:lnTo>
                  <a:lnTo>
                    <a:pt x="4585" y="12701"/>
                  </a:lnTo>
                  <a:lnTo>
                    <a:pt x="9638" y="10586"/>
                  </a:lnTo>
                  <a:lnTo>
                    <a:pt x="10618" y="11429"/>
                  </a:lnTo>
                  <a:lnTo>
                    <a:pt x="11503" y="14765"/>
                  </a:lnTo>
                  <a:lnTo>
                    <a:pt x="15593" y="16838"/>
                  </a:lnTo>
                  <a:lnTo>
                    <a:pt x="18198" y="15029"/>
                  </a:lnTo>
                  <a:lnTo>
                    <a:pt x="17571" y="13453"/>
                  </a:lnTo>
                  <a:lnTo>
                    <a:pt x="21940" y="11104"/>
                  </a:lnTo>
                  <a:lnTo>
                    <a:pt x="23779" y="10905"/>
                  </a:lnTo>
                  <a:lnTo>
                    <a:pt x="24723" y="13339"/>
                  </a:lnTo>
                  <a:lnTo>
                    <a:pt x="29740" y="14064"/>
                  </a:lnTo>
                  <a:lnTo>
                    <a:pt x="31179" y="16211"/>
                  </a:lnTo>
                  <a:lnTo>
                    <a:pt x="30854" y="17816"/>
                  </a:lnTo>
                  <a:lnTo>
                    <a:pt x="31866" y="19131"/>
                  </a:lnTo>
                  <a:lnTo>
                    <a:pt x="37686" y="18070"/>
                  </a:lnTo>
                  <a:lnTo>
                    <a:pt x="42216" y="15600"/>
                  </a:lnTo>
                  <a:lnTo>
                    <a:pt x="42175" y="13311"/>
                  </a:lnTo>
                  <a:lnTo>
                    <a:pt x="43623" y="10146"/>
                  </a:lnTo>
                  <a:lnTo>
                    <a:pt x="53022" y="8575"/>
                  </a:lnTo>
                  <a:lnTo>
                    <a:pt x="53232" y="5724"/>
                  </a:lnTo>
                  <a:lnTo>
                    <a:pt x="52439" y="4968"/>
                  </a:lnTo>
                  <a:lnTo>
                    <a:pt x="52374" y="3427"/>
                  </a:lnTo>
                  <a:lnTo>
                    <a:pt x="54010" y="2450"/>
                  </a:lnTo>
                  <a:lnTo>
                    <a:pt x="57433" y="2037"/>
                  </a:lnTo>
                  <a:lnTo>
                    <a:pt x="61441" y="2373"/>
                  </a:lnTo>
                  <a:lnTo>
                    <a:pt x="610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h1030"/>
            <p:cNvSpPr/>
            <p:nvPr/>
          </p:nvSpPr>
          <p:spPr>
            <a:xfrm>
              <a:off x="2238397" y="2908947"/>
              <a:ext cx="51879" cy="49220"/>
            </a:xfrm>
            <a:custGeom>
              <a:avLst/>
              <a:pathLst>
                <a:path w="51879" h="49220">
                  <a:moveTo>
                    <a:pt x="28356" y="0"/>
                  </a:moveTo>
                  <a:lnTo>
                    <a:pt x="25855" y="1881"/>
                  </a:lnTo>
                  <a:lnTo>
                    <a:pt x="31487" y="12310"/>
                  </a:lnTo>
                  <a:lnTo>
                    <a:pt x="35513" y="13383"/>
                  </a:lnTo>
                  <a:lnTo>
                    <a:pt x="39691" y="13560"/>
                  </a:lnTo>
                  <a:lnTo>
                    <a:pt x="39611" y="12210"/>
                  </a:lnTo>
                  <a:lnTo>
                    <a:pt x="44584" y="10720"/>
                  </a:lnTo>
                  <a:lnTo>
                    <a:pt x="45422" y="11671"/>
                  </a:lnTo>
                  <a:lnTo>
                    <a:pt x="45086" y="12966"/>
                  </a:lnTo>
                  <a:lnTo>
                    <a:pt x="47260" y="14340"/>
                  </a:lnTo>
                  <a:lnTo>
                    <a:pt x="47905" y="16131"/>
                  </a:lnTo>
                  <a:lnTo>
                    <a:pt x="46666" y="17742"/>
                  </a:lnTo>
                  <a:lnTo>
                    <a:pt x="46143" y="21708"/>
                  </a:lnTo>
                  <a:lnTo>
                    <a:pt x="48735" y="26748"/>
                  </a:lnTo>
                  <a:lnTo>
                    <a:pt x="51711" y="30114"/>
                  </a:lnTo>
                  <a:lnTo>
                    <a:pt x="51879" y="33931"/>
                  </a:lnTo>
                  <a:lnTo>
                    <a:pt x="50112" y="34130"/>
                  </a:lnTo>
                  <a:lnTo>
                    <a:pt x="45160" y="32498"/>
                  </a:lnTo>
                  <a:lnTo>
                    <a:pt x="42846" y="35034"/>
                  </a:lnTo>
                  <a:lnTo>
                    <a:pt x="43103" y="36950"/>
                  </a:lnTo>
                  <a:lnTo>
                    <a:pt x="44653" y="36770"/>
                  </a:lnTo>
                  <a:lnTo>
                    <a:pt x="44404" y="38253"/>
                  </a:lnTo>
                  <a:lnTo>
                    <a:pt x="42693" y="40027"/>
                  </a:lnTo>
                  <a:lnTo>
                    <a:pt x="41345" y="38462"/>
                  </a:lnTo>
                  <a:lnTo>
                    <a:pt x="38526" y="40334"/>
                  </a:lnTo>
                  <a:lnTo>
                    <a:pt x="36761" y="44667"/>
                  </a:lnTo>
                  <a:lnTo>
                    <a:pt x="37127" y="49220"/>
                  </a:lnTo>
                  <a:lnTo>
                    <a:pt x="32798" y="45618"/>
                  </a:lnTo>
                  <a:lnTo>
                    <a:pt x="30801" y="45451"/>
                  </a:lnTo>
                  <a:lnTo>
                    <a:pt x="29294" y="47685"/>
                  </a:lnTo>
                  <a:lnTo>
                    <a:pt x="27844" y="47057"/>
                  </a:lnTo>
                  <a:lnTo>
                    <a:pt x="27456" y="44230"/>
                  </a:lnTo>
                  <a:lnTo>
                    <a:pt x="28081" y="41452"/>
                  </a:lnTo>
                  <a:lnTo>
                    <a:pt x="27368" y="39680"/>
                  </a:lnTo>
                  <a:lnTo>
                    <a:pt x="21974" y="38392"/>
                  </a:lnTo>
                  <a:lnTo>
                    <a:pt x="18309" y="39116"/>
                  </a:lnTo>
                  <a:lnTo>
                    <a:pt x="13773" y="43375"/>
                  </a:lnTo>
                  <a:lnTo>
                    <a:pt x="14240" y="44868"/>
                  </a:lnTo>
                  <a:lnTo>
                    <a:pt x="15457" y="44888"/>
                  </a:lnTo>
                  <a:lnTo>
                    <a:pt x="14901" y="45732"/>
                  </a:lnTo>
                  <a:lnTo>
                    <a:pt x="12264" y="47602"/>
                  </a:lnTo>
                  <a:lnTo>
                    <a:pt x="9456" y="48451"/>
                  </a:lnTo>
                  <a:lnTo>
                    <a:pt x="10284" y="46002"/>
                  </a:lnTo>
                  <a:lnTo>
                    <a:pt x="11294" y="41280"/>
                  </a:lnTo>
                  <a:lnTo>
                    <a:pt x="13767" y="41122"/>
                  </a:lnTo>
                  <a:lnTo>
                    <a:pt x="16055" y="28606"/>
                  </a:lnTo>
                  <a:lnTo>
                    <a:pt x="12085" y="27310"/>
                  </a:lnTo>
                  <a:lnTo>
                    <a:pt x="10420" y="27628"/>
                  </a:lnTo>
                  <a:lnTo>
                    <a:pt x="8934" y="29704"/>
                  </a:lnTo>
                  <a:lnTo>
                    <a:pt x="6709" y="26241"/>
                  </a:lnTo>
                  <a:lnTo>
                    <a:pt x="7160" y="24163"/>
                  </a:lnTo>
                  <a:lnTo>
                    <a:pt x="10459" y="20398"/>
                  </a:lnTo>
                  <a:lnTo>
                    <a:pt x="9908" y="18797"/>
                  </a:lnTo>
                  <a:lnTo>
                    <a:pt x="8553" y="16642"/>
                  </a:lnTo>
                  <a:lnTo>
                    <a:pt x="7471" y="16122"/>
                  </a:lnTo>
                  <a:lnTo>
                    <a:pt x="5428" y="19050"/>
                  </a:lnTo>
                  <a:lnTo>
                    <a:pt x="2219" y="20613"/>
                  </a:lnTo>
                  <a:lnTo>
                    <a:pt x="1505" y="18667"/>
                  </a:lnTo>
                  <a:lnTo>
                    <a:pt x="1745" y="14248"/>
                  </a:lnTo>
                  <a:lnTo>
                    <a:pt x="0" y="11849"/>
                  </a:lnTo>
                  <a:lnTo>
                    <a:pt x="260" y="9955"/>
                  </a:lnTo>
                  <a:lnTo>
                    <a:pt x="1210" y="7030"/>
                  </a:lnTo>
                  <a:lnTo>
                    <a:pt x="3313" y="7422"/>
                  </a:lnTo>
                  <a:lnTo>
                    <a:pt x="4553" y="5060"/>
                  </a:lnTo>
                  <a:lnTo>
                    <a:pt x="9197" y="4684"/>
                  </a:lnTo>
                  <a:lnTo>
                    <a:pt x="14845" y="3931"/>
                  </a:lnTo>
                  <a:lnTo>
                    <a:pt x="16774" y="2683"/>
                  </a:lnTo>
                  <a:lnTo>
                    <a:pt x="24452" y="15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h1031"/>
            <p:cNvSpPr/>
            <p:nvPr/>
          </p:nvSpPr>
          <p:spPr>
            <a:xfrm>
              <a:off x="1985571" y="3023396"/>
              <a:ext cx="26269" cy="31954"/>
            </a:xfrm>
            <a:custGeom>
              <a:avLst/>
              <a:pathLst>
                <a:path w="26269" h="31954">
                  <a:moveTo>
                    <a:pt x="18060" y="2112"/>
                  </a:moveTo>
                  <a:lnTo>
                    <a:pt x="19044" y="2570"/>
                  </a:lnTo>
                  <a:lnTo>
                    <a:pt x="19574" y="6090"/>
                  </a:lnTo>
                  <a:lnTo>
                    <a:pt x="21408" y="8299"/>
                  </a:lnTo>
                  <a:lnTo>
                    <a:pt x="24371" y="9511"/>
                  </a:lnTo>
                  <a:lnTo>
                    <a:pt x="26269" y="13211"/>
                  </a:lnTo>
                  <a:lnTo>
                    <a:pt x="26164" y="16160"/>
                  </a:lnTo>
                  <a:lnTo>
                    <a:pt x="22172" y="24864"/>
                  </a:lnTo>
                  <a:lnTo>
                    <a:pt x="20688" y="25681"/>
                  </a:lnTo>
                  <a:lnTo>
                    <a:pt x="17858" y="25673"/>
                  </a:lnTo>
                  <a:lnTo>
                    <a:pt x="15181" y="26938"/>
                  </a:lnTo>
                  <a:lnTo>
                    <a:pt x="9362" y="31386"/>
                  </a:lnTo>
                  <a:lnTo>
                    <a:pt x="5857" y="31954"/>
                  </a:lnTo>
                  <a:lnTo>
                    <a:pt x="3875" y="28197"/>
                  </a:lnTo>
                  <a:lnTo>
                    <a:pt x="0" y="24782"/>
                  </a:lnTo>
                  <a:lnTo>
                    <a:pt x="4684" y="16265"/>
                  </a:lnTo>
                  <a:lnTo>
                    <a:pt x="6815" y="14229"/>
                  </a:lnTo>
                  <a:lnTo>
                    <a:pt x="11488" y="13091"/>
                  </a:lnTo>
                  <a:lnTo>
                    <a:pt x="13550" y="10948"/>
                  </a:lnTo>
                  <a:lnTo>
                    <a:pt x="13062" y="7995"/>
                  </a:lnTo>
                  <a:lnTo>
                    <a:pt x="13860" y="5814"/>
                  </a:lnTo>
                  <a:lnTo>
                    <a:pt x="11308" y="3071"/>
                  </a:lnTo>
                  <a:lnTo>
                    <a:pt x="12501" y="929"/>
                  </a:lnTo>
                  <a:lnTo>
                    <a:pt x="1372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h1032"/>
            <p:cNvSpPr/>
            <p:nvPr/>
          </p:nvSpPr>
          <p:spPr>
            <a:xfrm>
              <a:off x="2024784" y="3007048"/>
              <a:ext cx="64382" cy="86341"/>
            </a:xfrm>
            <a:custGeom>
              <a:avLst/>
              <a:pathLst>
                <a:path w="64382" h="86341">
                  <a:moveTo>
                    <a:pt x="39814" y="412"/>
                  </a:moveTo>
                  <a:lnTo>
                    <a:pt x="41561" y="3796"/>
                  </a:lnTo>
                  <a:lnTo>
                    <a:pt x="47584" y="9177"/>
                  </a:lnTo>
                  <a:lnTo>
                    <a:pt x="50625" y="6601"/>
                  </a:lnTo>
                  <a:lnTo>
                    <a:pt x="54441" y="7307"/>
                  </a:lnTo>
                  <a:lnTo>
                    <a:pt x="58677" y="13721"/>
                  </a:lnTo>
                  <a:lnTo>
                    <a:pt x="52354" y="18327"/>
                  </a:lnTo>
                  <a:lnTo>
                    <a:pt x="52576" y="22376"/>
                  </a:lnTo>
                  <a:lnTo>
                    <a:pt x="54193" y="28688"/>
                  </a:lnTo>
                  <a:lnTo>
                    <a:pt x="56183" y="31886"/>
                  </a:lnTo>
                  <a:lnTo>
                    <a:pt x="53651" y="34395"/>
                  </a:lnTo>
                  <a:lnTo>
                    <a:pt x="56054" y="40186"/>
                  </a:lnTo>
                  <a:lnTo>
                    <a:pt x="56197" y="47231"/>
                  </a:lnTo>
                  <a:lnTo>
                    <a:pt x="55076" y="55314"/>
                  </a:lnTo>
                  <a:lnTo>
                    <a:pt x="58803" y="56532"/>
                  </a:lnTo>
                  <a:lnTo>
                    <a:pt x="63438" y="60950"/>
                  </a:lnTo>
                  <a:lnTo>
                    <a:pt x="55402" y="65910"/>
                  </a:lnTo>
                  <a:lnTo>
                    <a:pt x="64382" y="75237"/>
                  </a:lnTo>
                  <a:lnTo>
                    <a:pt x="63072" y="75558"/>
                  </a:lnTo>
                  <a:lnTo>
                    <a:pt x="60875" y="78968"/>
                  </a:lnTo>
                  <a:lnTo>
                    <a:pt x="60260" y="82917"/>
                  </a:lnTo>
                  <a:lnTo>
                    <a:pt x="60758" y="83783"/>
                  </a:lnTo>
                  <a:lnTo>
                    <a:pt x="56754" y="86341"/>
                  </a:lnTo>
                  <a:lnTo>
                    <a:pt x="52948" y="82375"/>
                  </a:lnTo>
                  <a:lnTo>
                    <a:pt x="40094" y="84345"/>
                  </a:lnTo>
                  <a:lnTo>
                    <a:pt x="32041" y="75355"/>
                  </a:lnTo>
                  <a:lnTo>
                    <a:pt x="27716" y="73808"/>
                  </a:lnTo>
                  <a:lnTo>
                    <a:pt x="18708" y="73479"/>
                  </a:lnTo>
                  <a:lnTo>
                    <a:pt x="16830" y="73939"/>
                  </a:lnTo>
                  <a:lnTo>
                    <a:pt x="15904" y="72018"/>
                  </a:lnTo>
                  <a:lnTo>
                    <a:pt x="17739" y="64926"/>
                  </a:lnTo>
                  <a:lnTo>
                    <a:pt x="20874" y="61097"/>
                  </a:lnTo>
                  <a:lnTo>
                    <a:pt x="19443" y="59923"/>
                  </a:lnTo>
                  <a:lnTo>
                    <a:pt x="10065" y="59462"/>
                  </a:lnTo>
                  <a:lnTo>
                    <a:pt x="9749" y="54556"/>
                  </a:lnTo>
                  <a:lnTo>
                    <a:pt x="11106" y="51666"/>
                  </a:lnTo>
                  <a:lnTo>
                    <a:pt x="10139" y="45685"/>
                  </a:lnTo>
                  <a:lnTo>
                    <a:pt x="14232" y="45140"/>
                  </a:lnTo>
                  <a:lnTo>
                    <a:pt x="14527" y="42627"/>
                  </a:lnTo>
                  <a:lnTo>
                    <a:pt x="17115" y="38517"/>
                  </a:lnTo>
                  <a:lnTo>
                    <a:pt x="12815" y="31110"/>
                  </a:lnTo>
                  <a:lnTo>
                    <a:pt x="8003" y="25634"/>
                  </a:lnTo>
                  <a:lnTo>
                    <a:pt x="7506" y="24025"/>
                  </a:lnTo>
                  <a:lnTo>
                    <a:pt x="8480" y="23280"/>
                  </a:lnTo>
                  <a:lnTo>
                    <a:pt x="8349" y="19287"/>
                  </a:lnTo>
                  <a:lnTo>
                    <a:pt x="7203" y="15311"/>
                  </a:lnTo>
                  <a:lnTo>
                    <a:pt x="1759" y="11382"/>
                  </a:lnTo>
                  <a:lnTo>
                    <a:pt x="0" y="7793"/>
                  </a:lnTo>
                  <a:lnTo>
                    <a:pt x="4590" y="6291"/>
                  </a:lnTo>
                  <a:lnTo>
                    <a:pt x="7170" y="7147"/>
                  </a:lnTo>
                  <a:lnTo>
                    <a:pt x="15049" y="3717"/>
                  </a:lnTo>
                  <a:lnTo>
                    <a:pt x="16741" y="2311"/>
                  </a:lnTo>
                  <a:lnTo>
                    <a:pt x="19433" y="1771"/>
                  </a:lnTo>
                  <a:lnTo>
                    <a:pt x="21019" y="4430"/>
                  </a:lnTo>
                  <a:lnTo>
                    <a:pt x="21843" y="8219"/>
                  </a:lnTo>
                  <a:lnTo>
                    <a:pt x="25176" y="11712"/>
                  </a:lnTo>
                  <a:lnTo>
                    <a:pt x="28020" y="12974"/>
                  </a:lnTo>
                  <a:lnTo>
                    <a:pt x="30249" y="12334"/>
                  </a:lnTo>
                  <a:lnTo>
                    <a:pt x="32576" y="9934"/>
                  </a:lnTo>
                  <a:lnTo>
                    <a:pt x="37746" y="894"/>
                  </a:lnTo>
                  <a:lnTo>
                    <a:pt x="3907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h1033"/>
            <p:cNvSpPr/>
            <p:nvPr/>
          </p:nvSpPr>
          <p:spPr>
            <a:xfrm>
              <a:off x="2211937" y="2904502"/>
              <a:ext cx="27979" cy="26747"/>
            </a:xfrm>
            <a:custGeom>
              <a:avLst/>
              <a:pathLst>
                <a:path w="27979" h="26747">
                  <a:moveTo>
                    <a:pt x="14146" y="0"/>
                  </a:moveTo>
                  <a:lnTo>
                    <a:pt x="16494" y="140"/>
                  </a:lnTo>
                  <a:lnTo>
                    <a:pt x="16201" y="2086"/>
                  </a:lnTo>
                  <a:lnTo>
                    <a:pt x="18532" y="3443"/>
                  </a:lnTo>
                  <a:lnTo>
                    <a:pt x="26162" y="4481"/>
                  </a:lnTo>
                  <a:lnTo>
                    <a:pt x="27979" y="8154"/>
                  </a:lnTo>
                  <a:lnTo>
                    <a:pt x="27670" y="11475"/>
                  </a:lnTo>
                  <a:lnTo>
                    <a:pt x="26720" y="14399"/>
                  </a:lnTo>
                  <a:lnTo>
                    <a:pt x="20691" y="15660"/>
                  </a:lnTo>
                  <a:lnTo>
                    <a:pt x="18859" y="17010"/>
                  </a:lnTo>
                  <a:lnTo>
                    <a:pt x="19027" y="18704"/>
                  </a:lnTo>
                  <a:lnTo>
                    <a:pt x="20308" y="19965"/>
                  </a:lnTo>
                  <a:lnTo>
                    <a:pt x="18439" y="21960"/>
                  </a:lnTo>
                  <a:lnTo>
                    <a:pt x="15789" y="22766"/>
                  </a:lnTo>
                  <a:lnTo>
                    <a:pt x="13571" y="21575"/>
                  </a:lnTo>
                  <a:lnTo>
                    <a:pt x="11505" y="22391"/>
                  </a:lnTo>
                  <a:lnTo>
                    <a:pt x="8469" y="24661"/>
                  </a:lnTo>
                  <a:lnTo>
                    <a:pt x="8839" y="26747"/>
                  </a:lnTo>
                  <a:lnTo>
                    <a:pt x="7117" y="26479"/>
                  </a:lnTo>
                  <a:lnTo>
                    <a:pt x="5968" y="23747"/>
                  </a:lnTo>
                  <a:lnTo>
                    <a:pt x="3628" y="23442"/>
                  </a:lnTo>
                  <a:lnTo>
                    <a:pt x="1363" y="24933"/>
                  </a:lnTo>
                  <a:lnTo>
                    <a:pt x="0" y="24350"/>
                  </a:lnTo>
                  <a:lnTo>
                    <a:pt x="1785" y="17603"/>
                  </a:lnTo>
                  <a:lnTo>
                    <a:pt x="4629" y="797"/>
                  </a:lnTo>
                  <a:lnTo>
                    <a:pt x="9501" y="227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h1034"/>
            <p:cNvSpPr/>
            <p:nvPr/>
          </p:nvSpPr>
          <p:spPr>
            <a:xfrm>
              <a:off x="2369257" y="2881937"/>
              <a:ext cx="31980" cy="28503"/>
            </a:xfrm>
            <a:custGeom>
              <a:avLst/>
              <a:pathLst>
                <a:path w="31980" h="28503">
                  <a:moveTo>
                    <a:pt x="21043" y="916"/>
                  </a:moveTo>
                  <a:lnTo>
                    <a:pt x="23251" y="4027"/>
                  </a:lnTo>
                  <a:lnTo>
                    <a:pt x="22196" y="2729"/>
                  </a:lnTo>
                  <a:lnTo>
                    <a:pt x="21506" y="2935"/>
                  </a:lnTo>
                  <a:lnTo>
                    <a:pt x="21069" y="7197"/>
                  </a:lnTo>
                  <a:lnTo>
                    <a:pt x="21528" y="8564"/>
                  </a:lnTo>
                  <a:lnTo>
                    <a:pt x="24843" y="9657"/>
                  </a:lnTo>
                  <a:lnTo>
                    <a:pt x="24083" y="11434"/>
                  </a:lnTo>
                  <a:lnTo>
                    <a:pt x="24329" y="19266"/>
                  </a:lnTo>
                  <a:lnTo>
                    <a:pt x="27505" y="23569"/>
                  </a:lnTo>
                  <a:lnTo>
                    <a:pt x="31780" y="25522"/>
                  </a:lnTo>
                  <a:lnTo>
                    <a:pt x="31980" y="26355"/>
                  </a:lnTo>
                  <a:lnTo>
                    <a:pt x="28810" y="25903"/>
                  </a:lnTo>
                  <a:lnTo>
                    <a:pt x="23975" y="27686"/>
                  </a:lnTo>
                  <a:lnTo>
                    <a:pt x="22302" y="28503"/>
                  </a:lnTo>
                  <a:lnTo>
                    <a:pt x="19026" y="26907"/>
                  </a:lnTo>
                  <a:lnTo>
                    <a:pt x="17587" y="25082"/>
                  </a:lnTo>
                  <a:lnTo>
                    <a:pt x="15259" y="24920"/>
                  </a:lnTo>
                  <a:lnTo>
                    <a:pt x="13145" y="20857"/>
                  </a:lnTo>
                  <a:lnTo>
                    <a:pt x="10347" y="20514"/>
                  </a:lnTo>
                  <a:lnTo>
                    <a:pt x="6054" y="23331"/>
                  </a:lnTo>
                  <a:lnTo>
                    <a:pt x="3944" y="21872"/>
                  </a:lnTo>
                  <a:lnTo>
                    <a:pt x="3407" y="21216"/>
                  </a:lnTo>
                  <a:lnTo>
                    <a:pt x="4441" y="18834"/>
                  </a:lnTo>
                  <a:lnTo>
                    <a:pt x="7424" y="14392"/>
                  </a:lnTo>
                  <a:lnTo>
                    <a:pt x="7789" y="10088"/>
                  </a:lnTo>
                  <a:lnTo>
                    <a:pt x="6988" y="9087"/>
                  </a:lnTo>
                  <a:lnTo>
                    <a:pt x="4757" y="8671"/>
                  </a:lnTo>
                  <a:lnTo>
                    <a:pt x="1839" y="10016"/>
                  </a:lnTo>
                  <a:lnTo>
                    <a:pt x="719" y="9432"/>
                  </a:lnTo>
                  <a:lnTo>
                    <a:pt x="0" y="8173"/>
                  </a:lnTo>
                  <a:lnTo>
                    <a:pt x="1013" y="5512"/>
                  </a:lnTo>
                  <a:lnTo>
                    <a:pt x="9296" y="4188"/>
                  </a:lnTo>
                  <a:lnTo>
                    <a:pt x="16045" y="355"/>
                  </a:lnTo>
                  <a:lnTo>
                    <a:pt x="1756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h1035"/>
            <p:cNvSpPr/>
            <p:nvPr/>
          </p:nvSpPr>
          <p:spPr>
            <a:xfrm>
              <a:off x="2126484" y="2948225"/>
              <a:ext cx="34621" cy="42805"/>
            </a:xfrm>
            <a:custGeom>
              <a:avLst/>
              <a:pathLst>
                <a:path w="34621" h="42805">
                  <a:moveTo>
                    <a:pt x="19342" y="407"/>
                  </a:moveTo>
                  <a:lnTo>
                    <a:pt x="19470" y="3081"/>
                  </a:lnTo>
                  <a:lnTo>
                    <a:pt x="25311" y="2993"/>
                  </a:lnTo>
                  <a:lnTo>
                    <a:pt x="28113" y="4690"/>
                  </a:lnTo>
                  <a:lnTo>
                    <a:pt x="24689" y="11093"/>
                  </a:lnTo>
                  <a:lnTo>
                    <a:pt x="27088" y="14891"/>
                  </a:lnTo>
                  <a:lnTo>
                    <a:pt x="26890" y="19893"/>
                  </a:lnTo>
                  <a:lnTo>
                    <a:pt x="29667" y="22635"/>
                  </a:lnTo>
                  <a:lnTo>
                    <a:pt x="32525" y="28352"/>
                  </a:lnTo>
                  <a:lnTo>
                    <a:pt x="33337" y="28435"/>
                  </a:lnTo>
                  <a:lnTo>
                    <a:pt x="34621" y="31082"/>
                  </a:lnTo>
                  <a:lnTo>
                    <a:pt x="34485" y="35505"/>
                  </a:lnTo>
                  <a:lnTo>
                    <a:pt x="32618" y="37781"/>
                  </a:lnTo>
                  <a:lnTo>
                    <a:pt x="29415" y="37729"/>
                  </a:lnTo>
                  <a:lnTo>
                    <a:pt x="23548" y="39759"/>
                  </a:lnTo>
                  <a:lnTo>
                    <a:pt x="21409" y="39218"/>
                  </a:lnTo>
                  <a:lnTo>
                    <a:pt x="20043" y="37566"/>
                  </a:lnTo>
                  <a:lnTo>
                    <a:pt x="18785" y="37341"/>
                  </a:lnTo>
                  <a:lnTo>
                    <a:pt x="14950" y="41640"/>
                  </a:lnTo>
                  <a:lnTo>
                    <a:pt x="12052" y="42805"/>
                  </a:lnTo>
                  <a:lnTo>
                    <a:pt x="9775" y="41976"/>
                  </a:lnTo>
                  <a:lnTo>
                    <a:pt x="3045" y="28423"/>
                  </a:lnTo>
                  <a:lnTo>
                    <a:pt x="3947" y="24875"/>
                  </a:lnTo>
                  <a:lnTo>
                    <a:pt x="169" y="23211"/>
                  </a:lnTo>
                  <a:lnTo>
                    <a:pt x="0" y="19358"/>
                  </a:lnTo>
                  <a:lnTo>
                    <a:pt x="2288" y="16449"/>
                  </a:lnTo>
                  <a:lnTo>
                    <a:pt x="1954" y="14634"/>
                  </a:lnTo>
                  <a:lnTo>
                    <a:pt x="10791" y="9826"/>
                  </a:lnTo>
                  <a:lnTo>
                    <a:pt x="15651" y="11225"/>
                  </a:lnTo>
                  <a:lnTo>
                    <a:pt x="17791" y="10730"/>
                  </a:lnTo>
                  <a:lnTo>
                    <a:pt x="18525" y="1784"/>
                  </a:lnTo>
                  <a:lnTo>
                    <a:pt x="1811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h1036"/>
            <p:cNvSpPr/>
            <p:nvPr/>
          </p:nvSpPr>
          <p:spPr>
            <a:xfrm>
              <a:off x="2225470" y="2962322"/>
              <a:ext cx="36965" cy="39180"/>
            </a:xfrm>
            <a:custGeom>
              <a:avLst/>
              <a:pathLst>
                <a:path w="36965" h="39180">
                  <a:moveTo>
                    <a:pt x="30440" y="1550"/>
                  </a:moveTo>
                  <a:lnTo>
                    <a:pt x="31499" y="6299"/>
                  </a:lnTo>
                  <a:lnTo>
                    <a:pt x="32033" y="15087"/>
                  </a:lnTo>
                  <a:lnTo>
                    <a:pt x="32602" y="15866"/>
                  </a:lnTo>
                  <a:lnTo>
                    <a:pt x="31669" y="21264"/>
                  </a:lnTo>
                  <a:lnTo>
                    <a:pt x="32697" y="23098"/>
                  </a:lnTo>
                  <a:lnTo>
                    <a:pt x="34758" y="23131"/>
                  </a:lnTo>
                  <a:lnTo>
                    <a:pt x="35643" y="27836"/>
                  </a:lnTo>
                  <a:lnTo>
                    <a:pt x="36622" y="27922"/>
                  </a:lnTo>
                  <a:lnTo>
                    <a:pt x="36965" y="29473"/>
                  </a:lnTo>
                  <a:lnTo>
                    <a:pt x="35156" y="32888"/>
                  </a:lnTo>
                  <a:lnTo>
                    <a:pt x="33242" y="34394"/>
                  </a:lnTo>
                  <a:lnTo>
                    <a:pt x="31834" y="35233"/>
                  </a:lnTo>
                  <a:lnTo>
                    <a:pt x="29834" y="34245"/>
                  </a:lnTo>
                  <a:lnTo>
                    <a:pt x="29577" y="33142"/>
                  </a:lnTo>
                  <a:lnTo>
                    <a:pt x="20197" y="34274"/>
                  </a:lnTo>
                  <a:lnTo>
                    <a:pt x="16327" y="36104"/>
                  </a:lnTo>
                  <a:lnTo>
                    <a:pt x="14471" y="39180"/>
                  </a:lnTo>
                  <a:lnTo>
                    <a:pt x="12306" y="37171"/>
                  </a:lnTo>
                  <a:lnTo>
                    <a:pt x="11932" y="33009"/>
                  </a:lnTo>
                  <a:lnTo>
                    <a:pt x="6196" y="29132"/>
                  </a:lnTo>
                  <a:lnTo>
                    <a:pt x="5746" y="27646"/>
                  </a:lnTo>
                  <a:lnTo>
                    <a:pt x="4424" y="27169"/>
                  </a:lnTo>
                  <a:lnTo>
                    <a:pt x="528" y="28297"/>
                  </a:lnTo>
                  <a:lnTo>
                    <a:pt x="0" y="26123"/>
                  </a:lnTo>
                  <a:lnTo>
                    <a:pt x="416" y="25114"/>
                  </a:lnTo>
                  <a:lnTo>
                    <a:pt x="5344" y="19965"/>
                  </a:lnTo>
                  <a:lnTo>
                    <a:pt x="6013" y="17786"/>
                  </a:lnTo>
                  <a:lnTo>
                    <a:pt x="5250" y="13784"/>
                  </a:lnTo>
                  <a:lnTo>
                    <a:pt x="6407" y="10327"/>
                  </a:lnTo>
                  <a:lnTo>
                    <a:pt x="12665" y="532"/>
                  </a:lnTo>
                  <a:lnTo>
                    <a:pt x="2071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h1037"/>
            <p:cNvSpPr/>
            <p:nvPr/>
          </p:nvSpPr>
          <p:spPr>
            <a:xfrm>
              <a:off x="2355419" y="2972268"/>
              <a:ext cx="17853" cy="34710"/>
            </a:xfrm>
            <a:custGeom>
              <a:avLst/>
              <a:pathLst>
                <a:path w="17853" h="34710">
                  <a:moveTo>
                    <a:pt x="14742" y="866"/>
                  </a:moveTo>
                  <a:lnTo>
                    <a:pt x="17853" y="423"/>
                  </a:lnTo>
                  <a:lnTo>
                    <a:pt x="17268" y="1775"/>
                  </a:lnTo>
                  <a:lnTo>
                    <a:pt x="17596" y="8295"/>
                  </a:lnTo>
                  <a:lnTo>
                    <a:pt x="15748" y="11299"/>
                  </a:lnTo>
                  <a:lnTo>
                    <a:pt x="11787" y="15479"/>
                  </a:lnTo>
                  <a:lnTo>
                    <a:pt x="11239" y="18013"/>
                  </a:lnTo>
                  <a:lnTo>
                    <a:pt x="13141" y="19945"/>
                  </a:lnTo>
                  <a:lnTo>
                    <a:pt x="10132" y="21960"/>
                  </a:lnTo>
                  <a:lnTo>
                    <a:pt x="7899" y="29484"/>
                  </a:lnTo>
                  <a:lnTo>
                    <a:pt x="7311" y="30730"/>
                  </a:lnTo>
                  <a:lnTo>
                    <a:pt x="2189" y="34660"/>
                  </a:lnTo>
                  <a:lnTo>
                    <a:pt x="0" y="34710"/>
                  </a:lnTo>
                  <a:lnTo>
                    <a:pt x="793" y="29236"/>
                  </a:lnTo>
                  <a:lnTo>
                    <a:pt x="533" y="23391"/>
                  </a:lnTo>
                  <a:lnTo>
                    <a:pt x="3774" y="20516"/>
                  </a:lnTo>
                  <a:lnTo>
                    <a:pt x="3471" y="17991"/>
                  </a:lnTo>
                  <a:lnTo>
                    <a:pt x="1880" y="16211"/>
                  </a:lnTo>
                  <a:lnTo>
                    <a:pt x="311" y="12447"/>
                  </a:lnTo>
                  <a:lnTo>
                    <a:pt x="877" y="9547"/>
                  </a:lnTo>
                  <a:lnTo>
                    <a:pt x="4187" y="7648"/>
                  </a:lnTo>
                  <a:lnTo>
                    <a:pt x="8883" y="6433"/>
                  </a:lnTo>
                  <a:lnTo>
                    <a:pt x="11091" y="682"/>
                  </a:lnTo>
                  <a:lnTo>
                    <a:pt x="1237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h1038"/>
            <p:cNvSpPr/>
            <p:nvPr/>
          </p:nvSpPr>
          <p:spPr>
            <a:xfrm>
              <a:off x="2183683" y="2922320"/>
              <a:ext cx="22717" cy="24007"/>
            </a:xfrm>
            <a:custGeom>
              <a:avLst/>
              <a:pathLst>
                <a:path w="22717" h="24007">
                  <a:moveTo>
                    <a:pt x="17917" y="0"/>
                  </a:moveTo>
                  <a:lnTo>
                    <a:pt x="22717" y="1096"/>
                  </a:lnTo>
                  <a:lnTo>
                    <a:pt x="21758" y="6929"/>
                  </a:lnTo>
                  <a:lnTo>
                    <a:pt x="20790" y="10667"/>
                  </a:lnTo>
                  <a:lnTo>
                    <a:pt x="22089" y="13856"/>
                  </a:lnTo>
                  <a:lnTo>
                    <a:pt x="20766" y="18506"/>
                  </a:lnTo>
                  <a:lnTo>
                    <a:pt x="19091" y="21318"/>
                  </a:lnTo>
                  <a:lnTo>
                    <a:pt x="15042" y="22719"/>
                  </a:lnTo>
                  <a:lnTo>
                    <a:pt x="9095" y="24007"/>
                  </a:lnTo>
                  <a:lnTo>
                    <a:pt x="6410" y="22346"/>
                  </a:lnTo>
                  <a:lnTo>
                    <a:pt x="4746" y="22602"/>
                  </a:lnTo>
                  <a:lnTo>
                    <a:pt x="3853" y="20471"/>
                  </a:lnTo>
                  <a:lnTo>
                    <a:pt x="2234" y="20488"/>
                  </a:lnTo>
                  <a:lnTo>
                    <a:pt x="0" y="17635"/>
                  </a:lnTo>
                  <a:lnTo>
                    <a:pt x="726" y="14256"/>
                  </a:lnTo>
                  <a:lnTo>
                    <a:pt x="2587" y="12454"/>
                  </a:lnTo>
                  <a:lnTo>
                    <a:pt x="3760" y="12456"/>
                  </a:lnTo>
                  <a:lnTo>
                    <a:pt x="7426" y="10516"/>
                  </a:lnTo>
                  <a:lnTo>
                    <a:pt x="11274" y="1774"/>
                  </a:lnTo>
                  <a:lnTo>
                    <a:pt x="12895" y="6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h1039"/>
            <p:cNvSpPr/>
            <p:nvPr/>
          </p:nvSpPr>
          <p:spPr>
            <a:xfrm>
              <a:off x="2358585" y="2910803"/>
              <a:ext cx="20856" cy="21747"/>
            </a:xfrm>
            <a:custGeom>
              <a:avLst/>
              <a:pathLst>
                <a:path w="20856" h="21747">
                  <a:moveTo>
                    <a:pt x="19345" y="1021"/>
                  </a:moveTo>
                  <a:lnTo>
                    <a:pt x="19805" y="3641"/>
                  </a:lnTo>
                  <a:lnTo>
                    <a:pt x="17118" y="6969"/>
                  </a:lnTo>
                  <a:lnTo>
                    <a:pt x="20643" y="10175"/>
                  </a:lnTo>
                  <a:lnTo>
                    <a:pt x="20320" y="15927"/>
                  </a:lnTo>
                  <a:lnTo>
                    <a:pt x="20856" y="16300"/>
                  </a:lnTo>
                  <a:lnTo>
                    <a:pt x="20167" y="20863"/>
                  </a:lnTo>
                  <a:lnTo>
                    <a:pt x="18531" y="19969"/>
                  </a:lnTo>
                  <a:lnTo>
                    <a:pt x="14198" y="20024"/>
                  </a:lnTo>
                  <a:lnTo>
                    <a:pt x="12027" y="21747"/>
                  </a:lnTo>
                  <a:lnTo>
                    <a:pt x="7968" y="16809"/>
                  </a:lnTo>
                  <a:lnTo>
                    <a:pt x="5131" y="16153"/>
                  </a:lnTo>
                  <a:lnTo>
                    <a:pt x="2645" y="14079"/>
                  </a:lnTo>
                  <a:lnTo>
                    <a:pt x="0" y="10008"/>
                  </a:lnTo>
                  <a:lnTo>
                    <a:pt x="328" y="6685"/>
                  </a:lnTo>
                  <a:lnTo>
                    <a:pt x="3552" y="3609"/>
                  </a:lnTo>
                  <a:lnTo>
                    <a:pt x="8791" y="2834"/>
                  </a:lnTo>
                  <a:lnTo>
                    <a:pt x="10110" y="2775"/>
                  </a:lnTo>
                  <a:lnTo>
                    <a:pt x="14262" y="5166"/>
                  </a:lnTo>
                  <a:lnTo>
                    <a:pt x="14814" y="1391"/>
                  </a:lnTo>
                  <a:lnTo>
                    <a:pt x="1713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h1040"/>
            <p:cNvSpPr/>
            <p:nvPr/>
          </p:nvSpPr>
          <p:spPr>
            <a:xfrm>
              <a:off x="2258713" y="2984809"/>
              <a:ext cx="28469" cy="34811"/>
            </a:xfrm>
            <a:custGeom>
              <a:avLst/>
              <a:pathLst>
                <a:path w="28469" h="34811">
                  <a:moveTo>
                    <a:pt x="19073" y="4804"/>
                  </a:moveTo>
                  <a:lnTo>
                    <a:pt x="25143" y="3924"/>
                  </a:lnTo>
                  <a:lnTo>
                    <a:pt x="28469" y="6368"/>
                  </a:lnTo>
                  <a:lnTo>
                    <a:pt x="27550" y="8505"/>
                  </a:lnTo>
                  <a:lnTo>
                    <a:pt x="23784" y="9970"/>
                  </a:lnTo>
                  <a:lnTo>
                    <a:pt x="23539" y="10926"/>
                  </a:lnTo>
                  <a:lnTo>
                    <a:pt x="26905" y="20035"/>
                  </a:lnTo>
                  <a:lnTo>
                    <a:pt x="20570" y="24946"/>
                  </a:lnTo>
                  <a:lnTo>
                    <a:pt x="16538" y="25733"/>
                  </a:lnTo>
                  <a:lnTo>
                    <a:pt x="16841" y="27852"/>
                  </a:lnTo>
                  <a:lnTo>
                    <a:pt x="19444" y="31536"/>
                  </a:lnTo>
                  <a:lnTo>
                    <a:pt x="18711" y="32580"/>
                  </a:lnTo>
                  <a:lnTo>
                    <a:pt x="16054" y="32353"/>
                  </a:lnTo>
                  <a:lnTo>
                    <a:pt x="15372" y="34811"/>
                  </a:lnTo>
                  <a:lnTo>
                    <a:pt x="5792" y="29940"/>
                  </a:lnTo>
                  <a:lnTo>
                    <a:pt x="2280" y="20406"/>
                  </a:lnTo>
                  <a:lnTo>
                    <a:pt x="1226" y="19140"/>
                  </a:lnTo>
                  <a:lnTo>
                    <a:pt x="0" y="11908"/>
                  </a:lnTo>
                  <a:lnTo>
                    <a:pt x="1913" y="10402"/>
                  </a:lnTo>
                  <a:lnTo>
                    <a:pt x="3722" y="6987"/>
                  </a:lnTo>
                  <a:lnTo>
                    <a:pt x="3379" y="5436"/>
                  </a:lnTo>
                  <a:lnTo>
                    <a:pt x="2400" y="5349"/>
                  </a:lnTo>
                  <a:lnTo>
                    <a:pt x="1515" y="645"/>
                  </a:lnTo>
                  <a:lnTo>
                    <a:pt x="1751" y="0"/>
                  </a:lnTo>
                  <a:lnTo>
                    <a:pt x="11912" y="39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h1041"/>
            <p:cNvSpPr/>
            <p:nvPr/>
          </p:nvSpPr>
          <p:spPr>
            <a:xfrm>
              <a:off x="2312365" y="2908204"/>
              <a:ext cx="41450" cy="56476"/>
            </a:xfrm>
            <a:custGeom>
              <a:avLst/>
              <a:pathLst>
                <a:path w="41450" h="56476">
                  <a:moveTo>
                    <a:pt x="29303" y="624"/>
                  </a:moveTo>
                  <a:lnTo>
                    <a:pt x="30152" y="3836"/>
                  </a:lnTo>
                  <a:lnTo>
                    <a:pt x="28851" y="6776"/>
                  </a:lnTo>
                  <a:lnTo>
                    <a:pt x="29710" y="7483"/>
                  </a:lnTo>
                  <a:lnTo>
                    <a:pt x="33435" y="7821"/>
                  </a:lnTo>
                  <a:lnTo>
                    <a:pt x="35818" y="9110"/>
                  </a:lnTo>
                  <a:lnTo>
                    <a:pt x="36958" y="10683"/>
                  </a:lnTo>
                  <a:lnTo>
                    <a:pt x="41450" y="26620"/>
                  </a:lnTo>
                  <a:lnTo>
                    <a:pt x="39492" y="28900"/>
                  </a:lnTo>
                  <a:lnTo>
                    <a:pt x="38225" y="28220"/>
                  </a:lnTo>
                  <a:lnTo>
                    <a:pt x="34363" y="28423"/>
                  </a:lnTo>
                  <a:lnTo>
                    <a:pt x="30767" y="30279"/>
                  </a:lnTo>
                  <a:lnTo>
                    <a:pt x="29898" y="41312"/>
                  </a:lnTo>
                  <a:lnTo>
                    <a:pt x="30984" y="42648"/>
                  </a:lnTo>
                  <a:lnTo>
                    <a:pt x="30940" y="43848"/>
                  </a:lnTo>
                  <a:lnTo>
                    <a:pt x="28681" y="44328"/>
                  </a:lnTo>
                  <a:lnTo>
                    <a:pt x="26189" y="47962"/>
                  </a:lnTo>
                  <a:lnTo>
                    <a:pt x="28126" y="50110"/>
                  </a:lnTo>
                  <a:lnTo>
                    <a:pt x="28238" y="52340"/>
                  </a:lnTo>
                  <a:lnTo>
                    <a:pt x="27598" y="53611"/>
                  </a:lnTo>
                  <a:lnTo>
                    <a:pt x="18319" y="51517"/>
                  </a:lnTo>
                  <a:lnTo>
                    <a:pt x="16076" y="53205"/>
                  </a:lnTo>
                  <a:lnTo>
                    <a:pt x="15362" y="54744"/>
                  </a:lnTo>
                  <a:lnTo>
                    <a:pt x="12957" y="56068"/>
                  </a:lnTo>
                  <a:lnTo>
                    <a:pt x="11592" y="56476"/>
                  </a:lnTo>
                  <a:lnTo>
                    <a:pt x="8985" y="55774"/>
                  </a:lnTo>
                  <a:lnTo>
                    <a:pt x="6998" y="51721"/>
                  </a:lnTo>
                  <a:lnTo>
                    <a:pt x="0" y="44330"/>
                  </a:lnTo>
                  <a:lnTo>
                    <a:pt x="845" y="31157"/>
                  </a:lnTo>
                  <a:lnTo>
                    <a:pt x="1802" y="30594"/>
                  </a:lnTo>
                  <a:lnTo>
                    <a:pt x="4901" y="30738"/>
                  </a:lnTo>
                  <a:lnTo>
                    <a:pt x="7332" y="31808"/>
                  </a:lnTo>
                  <a:lnTo>
                    <a:pt x="9857" y="30954"/>
                  </a:lnTo>
                  <a:lnTo>
                    <a:pt x="7582" y="25905"/>
                  </a:lnTo>
                  <a:lnTo>
                    <a:pt x="5605" y="24116"/>
                  </a:lnTo>
                  <a:lnTo>
                    <a:pt x="4883" y="20564"/>
                  </a:lnTo>
                  <a:lnTo>
                    <a:pt x="5785" y="17387"/>
                  </a:lnTo>
                  <a:lnTo>
                    <a:pt x="7774" y="16106"/>
                  </a:lnTo>
                  <a:lnTo>
                    <a:pt x="8892" y="14075"/>
                  </a:lnTo>
                  <a:lnTo>
                    <a:pt x="16541" y="15340"/>
                  </a:lnTo>
                  <a:lnTo>
                    <a:pt x="16941" y="14137"/>
                  </a:lnTo>
                  <a:lnTo>
                    <a:pt x="16322" y="10765"/>
                  </a:lnTo>
                  <a:lnTo>
                    <a:pt x="14852" y="7598"/>
                  </a:lnTo>
                  <a:lnTo>
                    <a:pt x="22693" y="5447"/>
                  </a:lnTo>
                  <a:lnTo>
                    <a:pt x="26269" y="6033"/>
                  </a:lnTo>
                  <a:lnTo>
                    <a:pt x="27282" y="4871"/>
                  </a:lnTo>
                  <a:lnTo>
                    <a:pt x="2851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h1042"/>
            <p:cNvSpPr/>
            <p:nvPr/>
          </p:nvSpPr>
          <p:spPr>
            <a:xfrm>
              <a:off x="2151173" y="2952915"/>
              <a:ext cx="20468" cy="23745"/>
            </a:xfrm>
            <a:custGeom>
              <a:avLst/>
              <a:pathLst>
                <a:path w="20468" h="23745">
                  <a:moveTo>
                    <a:pt x="11089" y="2739"/>
                  </a:moveTo>
                  <a:lnTo>
                    <a:pt x="18276" y="2204"/>
                  </a:lnTo>
                  <a:lnTo>
                    <a:pt x="18963" y="3038"/>
                  </a:lnTo>
                  <a:lnTo>
                    <a:pt x="18806" y="6737"/>
                  </a:lnTo>
                  <a:lnTo>
                    <a:pt x="20209" y="10730"/>
                  </a:lnTo>
                  <a:lnTo>
                    <a:pt x="20468" y="13726"/>
                  </a:lnTo>
                  <a:lnTo>
                    <a:pt x="17631" y="13598"/>
                  </a:lnTo>
                  <a:lnTo>
                    <a:pt x="13161" y="15355"/>
                  </a:lnTo>
                  <a:lnTo>
                    <a:pt x="11391" y="17692"/>
                  </a:lnTo>
                  <a:lnTo>
                    <a:pt x="8648" y="23745"/>
                  </a:lnTo>
                  <a:lnTo>
                    <a:pt x="7835" y="23662"/>
                  </a:lnTo>
                  <a:lnTo>
                    <a:pt x="4978" y="17945"/>
                  </a:lnTo>
                  <a:lnTo>
                    <a:pt x="2200" y="15203"/>
                  </a:lnTo>
                  <a:lnTo>
                    <a:pt x="2399" y="10201"/>
                  </a:lnTo>
                  <a:lnTo>
                    <a:pt x="0" y="6403"/>
                  </a:lnTo>
                  <a:lnTo>
                    <a:pt x="342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h1043"/>
            <p:cNvSpPr/>
            <p:nvPr/>
          </p:nvSpPr>
          <p:spPr>
            <a:xfrm>
              <a:off x="2188257" y="2977486"/>
              <a:ext cx="20291" cy="30720"/>
            </a:xfrm>
            <a:custGeom>
              <a:avLst/>
              <a:pathLst>
                <a:path w="20291" h="30720">
                  <a:moveTo>
                    <a:pt x="14002" y="0"/>
                  </a:moveTo>
                  <a:lnTo>
                    <a:pt x="16990" y="1126"/>
                  </a:lnTo>
                  <a:lnTo>
                    <a:pt x="16882" y="2033"/>
                  </a:lnTo>
                  <a:lnTo>
                    <a:pt x="13975" y="2983"/>
                  </a:lnTo>
                  <a:lnTo>
                    <a:pt x="12006" y="5084"/>
                  </a:lnTo>
                  <a:lnTo>
                    <a:pt x="12349" y="5999"/>
                  </a:lnTo>
                  <a:lnTo>
                    <a:pt x="14924" y="6806"/>
                  </a:lnTo>
                  <a:lnTo>
                    <a:pt x="17388" y="8821"/>
                  </a:lnTo>
                  <a:lnTo>
                    <a:pt x="18032" y="11360"/>
                  </a:lnTo>
                  <a:lnTo>
                    <a:pt x="17109" y="15006"/>
                  </a:lnTo>
                  <a:lnTo>
                    <a:pt x="20291" y="25997"/>
                  </a:lnTo>
                  <a:lnTo>
                    <a:pt x="19503" y="26973"/>
                  </a:lnTo>
                  <a:lnTo>
                    <a:pt x="17001" y="27659"/>
                  </a:lnTo>
                  <a:lnTo>
                    <a:pt x="15861" y="28990"/>
                  </a:lnTo>
                  <a:lnTo>
                    <a:pt x="11781" y="30720"/>
                  </a:lnTo>
                  <a:lnTo>
                    <a:pt x="10293" y="26721"/>
                  </a:lnTo>
                  <a:lnTo>
                    <a:pt x="8292" y="25353"/>
                  </a:lnTo>
                  <a:lnTo>
                    <a:pt x="4174" y="25491"/>
                  </a:lnTo>
                  <a:lnTo>
                    <a:pt x="2726" y="23502"/>
                  </a:lnTo>
                  <a:lnTo>
                    <a:pt x="0" y="16907"/>
                  </a:lnTo>
                  <a:lnTo>
                    <a:pt x="2339" y="15788"/>
                  </a:lnTo>
                  <a:lnTo>
                    <a:pt x="5135" y="8857"/>
                  </a:lnTo>
                  <a:lnTo>
                    <a:pt x="450" y="3218"/>
                  </a:lnTo>
                  <a:lnTo>
                    <a:pt x="1288" y="2677"/>
                  </a:lnTo>
                  <a:lnTo>
                    <a:pt x="3310" y="1303"/>
                  </a:lnTo>
                  <a:lnTo>
                    <a:pt x="5363" y="1089"/>
                  </a:lnTo>
                  <a:lnTo>
                    <a:pt x="8048" y="2501"/>
                  </a:lnTo>
                  <a:lnTo>
                    <a:pt x="11141" y="54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h1044"/>
            <p:cNvSpPr/>
            <p:nvPr/>
          </p:nvSpPr>
          <p:spPr>
            <a:xfrm>
              <a:off x="2181845" y="2851750"/>
              <a:ext cx="10757" cy="20185"/>
            </a:xfrm>
            <a:custGeom>
              <a:avLst/>
              <a:pathLst>
                <a:path w="10757" h="20185">
                  <a:moveTo>
                    <a:pt x="7226" y="10226"/>
                  </a:moveTo>
                  <a:lnTo>
                    <a:pt x="8253" y="14001"/>
                  </a:lnTo>
                  <a:lnTo>
                    <a:pt x="9123" y="15513"/>
                  </a:lnTo>
                  <a:lnTo>
                    <a:pt x="10649" y="16312"/>
                  </a:lnTo>
                  <a:lnTo>
                    <a:pt x="10757" y="17704"/>
                  </a:lnTo>
                  <a:lnTo>
                    <a:pt x="9322" y="20185"/>
                  </a:lnTo>
                  <a:lnTo>
                    <a:pt x="8448" y="17561"/>
                  </a:lnTo>
                  <a:lnTo>
                    <a:pt x="7201" y="17826"/>
                  </a:lnTo>
                  <a:lnTo>
                    <a:pt x="6135" y="19178"/>
                  </a:lnTo>
                  <a:lnTo>
                    <a:pt x="4927" y="17651"/>
                  </a:lnTo>
                  <a:lnTo>
                    <a:pt x="4675" y="14895"/>
                  </a:lnTo>
                  <a:lnTo>
                    <a:pt x="3806" y="13237"/>
                  </a:lnTo>
                  <a:lnTo>
                    <a:pt x="0" y="11318"/>
                  </a:lnTo>
                  <a:lnTo>
                    <a:pt x="2246" y="8200"/>
                  </a:lnTo>
                  <a:lnTo>
                    <a:pt x="3336" y="2901"/>
                  </a:lnTo>
                  <a:lnTo>
                    <a:pt x="721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h1045"/>
            <p:cNvSpPr/>
            <p:nvPr/>
          </p:nvSpPr>
          <p:spPr>
            <a:xfrm>
              <a:off x="2114162" y="2866308"/>
              <a:ext cx="19782" cy="17134"/>
            </a:xfrm>
            <a:custGeom>
              <a:avLst/>
              <a:pathLst>
                <a:path w="19782" h="17134">
                  <a:moveTo>
                    <a:pt x="8055" y="0"/>
                  </a:moveTo>
                  <a:lnTo>
                    <a:pt x="19191" y="4061"/>
                  </a:lnTo>
                  <a:lnTo>
                    <a:pt x="17188" y="9531"/>
                  </a:lnTo>
                  <a:lnTo>
                    <a:pt x="19782" y="12184"/>
                  </a:lnTo>
                  <a:lnTo>
                    <a:pt x="19603" y="13393"/>
                  </a:lnTo>
                  <a:lnTo>
                    <a:pt x="15432" y="12461"/>
                  </a:lnTo>
                  <a:lnTo>
                    <a:pt x="9946" y="16421"/>
                  </a:lnTo>
                  <a:lnTo>
                    <a:pt x="6379" y="14978"/>
                  </a:lnTo>
                  <a:lnTo>
                    <a:pt x="2870" y="17134"/>
                  </a:lnTo>
                  <a:lnTo>
                    <a:pt x="649" y="16733"/>
                  </a:lnTo>
                  <a:lnTo>
                    <a:pt x="0" y="14783"/>
                  </a:lnTo>
                  <a:lnTo>
                    <a:pt x="1808" y="8720"/>
                  </a:lnTo>
                  <a:lnTo>
                    <a:pt x="5222" y="8691"/>
                  </a:lnTo>
                  <a:lnTo>
                    <a:pt x="5660" y="8031"/>
                  </a:lnTo>
                  <a:lnTo>
                    <a:pt x="5738" y="16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h1046"/>
            <p:cNvSpPr/>
            <p:nvPr/>
          </p:nvSpPr>
          <p:spPr>
            <a:xfrm>
              <a:off x="2193495" y="2879627"/>
              <a:ext cx="29404" cy="21754"/>
            </a:xfrm>
            <a:custGeom>
              <a:avLst/>
              <a:pathLst>
                <a:path w="29404" h="21754">
                  <a:moveTo>
                    <a:pt x="11968" y="170"/>
                  </a:moveTo>
                  <a:lnTo>
                    <a:pt x="14469" y="4170"/>
                  </a:lnTo>
                  <a:lnTo>
                    <a:pt x="11998" y="6654"/>
                  </a:lnTo>
                  <a:lnTo>
                    <a:pt x="15223" y="8279"/>
                  </a:lnTo>
                  <a:lnTo>
                    <a:pt x="20784" y="7859"/>
                  </a:lnTo>
                  <a:lnTo>
                    <a:pt x="22043" y="5504"/>
                  </a:lnTo>
                  <a:lnTo>
                    <a:pt x="23047" y="5192"/>
                  </a:lnTo>
                  <a:lnTo>
                    <a:pt x="25915" y="7746"/>
                  </a:lnTo>
                  <a:lnTo>
                    <a:pt x="27029" y="9850"/>
                  </a:lnTo>
                  <a:lnTo>
                    <a:pt x="26733" y="10945"/>
                  </a:lnTo>
                  <a:lnTo>
                    <a:pt x="25546" y="11707"/>
                  </a:lnTo>
                  <a:lnTo>
                    <a:pt x="25966" y="13169"/>
                  </a:lnTo>
                  <a:lnTo>
                    <a:pt x="29404" y="15409"/>
                  </a:lnTo>
                  <a:lnTo>
                    <a:pt x="22452" y="20193"/>
                  </a:lnTo>
                  <a:lnTo>
                    <a:pt x="19990" y="20423"/>
                  </a:lnTo>
                  <a:lnTo>
                    <a:pt x="18090" y="18332"/>
                  </a:lnTo>
                  <a:lnTo>
                    <a:pt x="14235" y="20774"/>
                  </a:lnTo>
                  <a:lnTo>
                    <a:pt x="7390" y="21754"/>
                  </a:lnTo>
                  <a:lnTo>
                    <a:pt x="7602" y="19838"/>
                  </a:lnTo>
                  <a:lnTo>
                    <a:pt x="5502" y="18015"/>
                  </a:lnTo>
                  <a:lnTo>
                    <a:pt x="2986" y="18994"/>
                  </a:lnTo>
                  <a:lnTo>
                    <a:pt x="0" y="17069"/>
                  </a:lnTo>
                  <a:lnTo>
                    <a:pt x="1258" y="13981"/>
                  </a:lnTo>
                  <a:lnTo>
                    <a:pt x="5319" y="9979"/>
                  </a:lnTo>
                  <a:lnTo>
                    <a:pt x="9300" y="1423"/>
                  </a:lnTo>
                  <a:lnTo>
                    <a:pt x="1066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h1047"/>
            <p:cNvSpPr/>
            <p:nvPr/>
          </p:nvSpPr>
          <p:spPr>
            <a:xfrm>
              <a:off x="2143831" y="2978180"/>
              <a:ext cx="29473" cy="49849"/>
            </a:xfrm>
            <a:custGeom>
              <a:avLst/>
              <a:pathLst>
                <a:path w="29473" h="49849">
                  <a:moveTo>
                    <a:pt x="19351" y="118"/>
                  </a:moveTo>
                  <a:lnTo>
                    <a:pt x="22552" y="5825"/>
                  </a:lnTo>
                  <a:lnTo>
                    <a:pt x="28968" y="11484"/>
                  </a:lnTo>
                  <a:lnTo>
                    <a:pt x="29473" y="20506"/>
                  </a:lnTo>
                  <a:lnTo>
                    <a:pt x="22235" y="22239"/>
                  </a:lnTo>
                  <a:lnTo>
                    <a:pt x="19767" y="25172"/>
                  </a:lnTo>
                  <a:lnTo>
                    <a:pt x="17196" y="30181"/>
                  </a:lnTo>
                  <a:lnTo>
                    <a:pt x="15321" y="39319"/>
                  </a:lnTo>
                  <a:lnTo>
                    <a:pt x="16835" y="44404"/>
                  </a:lnTo>
                  <a:lnTo>
                    <a:pt x="18995" y="48471"/>
                  </a:lnTo>
                  <a:lnTo>
                    <a:pt x="20458" y="49849"/>
                  </a:lnTo>
                  <a:lnTo>
                    <a:pt x="16852" y="49840"/>
                  </a:lnTo>
                  <a:lnTo>
                    <a:pt x="16618" y="47636"/>
                  </a:lnTo>
                  <a:lnTo>
                    <a:pt x="15914" y="47221"/>
                  </a:lnTo>
                  <a:lnTo>
                    <a:pt x="3658" y="45885"/>
                  </a:lnTo>
                  <a:lnTo>
                    <a:pt x="1792" y="45148"/>
                  </a:lnTo>
                  <a:lnTo>
                    <a:pt x="0" y="43204"/>
                  </a:lnTo>
                  <a:lnTo>
                    <a:pt x="2007" y="38064"/>
                  </a:lnTo>
                  <a:lnTo>
                    <a:pt x="6296" y="32258"/>
                  </a:lnTo>
                  <a:lnTo>
                    <a:pt x="7683" y="28686"/>
                  </a:lnTo>
                  <a:lnTo>
                    <a:pt x="7906" y="24808"/>
                  </a:lnTo>
                  <a:lnTo>
                    <a:pt x="13592" y="13255"/>
                  </a:lnTo>
                  <a:lnTo>
                    <a:pt x="15272" y="7826"/>
                  </a:lnTo>
                  <a:lnTo>
                    <a:pt x="17138" y="5550"/>
                  </a:lnTo>
                  <a:lnTo>
                    <a:pt x="17275" y="1127"/>
                  </a:lnTo>
                  <a:lnTo>
                    <a:pt x="1856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h1048"/>
            <p:cNvSpPr/>
            <p:nvPr/>
          </p:nvSpPr>
          <p:spPr>
            <a:xfrm>
              <a:off x="2122218" y="2851932"/>
              <a:ext cx="19416" cy="18437"/>
            </a:xfrm>
            <a:custGeom>
              <a:avLst/>
              <a:pathLst>
                <a:path w="19416" h="18437">
                  <a:moveTo>
                    <a:pt x="12286" y="0"/>
                  </a:moveTo>
                  <a:lnTo>
                    <a:pt x="19416" y="1565"/>
                  </a:lnTo>
                  <a:lnTo>
                    <a:pt x="19117" y="2944"/>
                  </a:lnTo>
                  <a:lnTo>
                    <a:pt x="14779" y="3506"/>
                  </a:lnTo>
                  <a:lnTo>
                    <a:pt x="12034" y="5462"/>
                  </a:lnTo>
                  <a:lnTo>
                    <a:pt x="11341" y="8522"/>
                  </a:lnTo>
                  <a:lnTo>
                    <a:pt x="11301" y="14276"/>
                  </a:lnTo>
                  <a:lnTo>
                    <a:pt x="11136" y="18437"/>
                  </a:lnTo>
                  <a:lnTo>
                    <a:pt x="0" y="14376"/>
                  </a:lnTo>
                  <a:lnTo>
                    <a:pt x="2152" y="7747"/>
                  </a:lnTo>
                  <a:lnTo>
                    <a:pt x="2338" y="4756"/>
                  </a:lnTo>
                  <a:lnTo>
                    <a:pt x="10600" y="29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h1049"/>
            <p:cNvSpPr/>
            <p:nvPr/>
          </p:nvSpPr>
          <p:spPr>
            <a:xfrm>
              <a:off x="2162912" y="2923359"/>
              <a:ext cx="23358" cy="19535"/>
            </a:xfrm>
            <a:custGeom>
              <a:avLst/>
              <a:pathLst>
                <a:path w="23358" h="19535">
                  <a:moveTo>
                    <a:pt x="7240" y="2503"/>
                  </a:moveTo>
                  <a:lnTo>
                    <a:pt x="6751" y="4212"/>
                  </a:lnTo>
                  <a:lnTo>
                    <a:pt x="7215" y="5002"/>
                  </a:lnTo>
                  <a:lnTo>
                    <a:pt x="9923" y="5835"/>
                  </a:lnTo>
                  <a:lnTo>
                    <a:pt x="15249" y="4844"/>
                  </a:lnTo>
                  <a:lnTo>
                    <a:pt x="17106" y="4292"/>
                  </a:lnTo>
                  <a:lnTo>
                    <a:pt x="16953" y="3469"/>
                  </a:lnTo>
                  <a:lnTo>
                    <a:pt x="19106" y="3317"/>
                  </a:lnTo>
                  <a:lnTo>
                    <a:pt x="23324" y="8138"/>
                  </a:lnTo>
                  <a:lnTo>
                    <a:pt x="23358" y="11415"/>
                  </a:lnTo>
                  <a:lnTo>
                    <a:pt x="21497" y="13217"/>
                  </a:lnTo>
                  <a:lnTo>
                    <a:pt x="20770" y="16596"/>
                  </a:lnTo>
                  <a:lnTo>
                    <a:pt x="23005" y="19449"/>
                  </a:lnTo>
                  <a:lnTo>
                    <a:pt x="20199" y="19535"/>
                  </a:lnTo>
                  <a:lnTo>
                    <a:pt x="9226" y="17646"/>
                  </a:lnTo>
                  <a:lnTo>
                    <a:pt x="6183" y="14782"/>
                  </a:lnTo>
                  <a:lnTo>
                    <a:pt x="1740" y="14801"/>
                  </a:lnTo>
                  <a:lnTo>
                    <a:pt x="2297" y="9555"/>
                  </a:lnTo>
                  <a:lnTo>
                    <a:pt x="0" y="2842"/>
                  </a:lnTo>
                  <a:lnTo>
                    <a:pt x="565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h1050"/>
            <p:cNvSpPr/>
            <p:nvPr/>
          </p:nvSpPr>
          <p:spPr>
            <a:xfrm>
              <a:off x="2064598" y="2982236"/>
              <a:ext cx="43256" cy="38533"/>
            </a:xfrm>
            <a:custGeom>
              <a:avLst/>
              <a:pathLst>
                <a:path w="43256" h="38533">
                  <a:moveTo>
                    <a:pt x="29076" y="1482"/>
                  </a:moveTo>
                  <a:lnTo>
                    <a:pt x="29306" y="5895"/>
                  </a:lnTo>
                  <a:lnTo>
                    <a:pt x="30354" y="9587"/>
                  </a:lnTo>
                  <a:lnTo>
                    <a:pt x="34530" y="12155"/>
                  </a:lnTo>
                  <a:lnTo>
                    <a:pt x="36043" y="16076"/>
                  </a:lnTo>
                  <a:lnTo>
                    <a:pt x="39849" y="17601"/>
                  </a:lnTo>
                  <a:lnTo>
                    <a:pt x="43246" y="20766"/>
                  </a:lnTo>
                  <a:lnTo>
                    <a:pt x="43256" y="22144"/>
                  </a:lnTo>
                  <a:lnTo>
                    <a:pt x="40327" y="22779"/>
                  </a:lnTo>
                  <a:lnTo>
                    <a:pt x="39007" y="24411"/>
                  </a:lnTo>
                  <a:lnTo>
                    <a:pt x="38851" y="26483"/>
                  </a:lnTo>
                  <a:lnTo>
                    <a:pt x="34466" y="33191"/>
                  </a:lnTo>
                  <a:lnTo>
                    <a:pt x="30776" y="33271"/>
                  </a:lnTo>
                  <a:lnTo>
                    <a:pt x="25063" y="37027"/>
                  </a:lnTo>
                  <a:lnTo>
                    <a:pt x="24265" y="35695"/>
                  </a:lnTo>
                  <a:lnTo>
                    <a:pt x="21447" y="36176"/>
                  </a:lnTo>
                  <a:lnTo>
                    <a:pt x="18863" y="38533"/>
                  </a:lnTo>
                  <a:lnTo>
                    <a:pt x="14627" y="32119"/>
                  </a:lnTo>
                  <a:lnTo>
                    <a:pt x="10811" y="31413"/>
                  </a:lnTo>
                  <a:lnTo>
                    <a:pt x="7770" y="33989"/>
                  </a:lnTo>
                  <a:lnTo>
                    <a:pt x="1747" y="28608"/>
                  </a:lnTo>
                  <a:lnTo>
                    <a:pt x="0" y="25224"/>
                  </a:lnTo>
                  <a:lnTo>
                    <a:pt x="3556" y="23067"/>
                  </a:lnTo>
                  <a:lnTo>
                    <a:pt x="3008" y="13272"/>
                  </a:lnTo>
                  <a:lnTo>
                    <a:pt x="7540" y="10931"/>
                  </a:lnTo>
                  <a:lnTo>
                    <a:pt x="9995" y="8429"/>
                  </a:lnTo>
                  <a:lnTo>
                    <a:pt x="14786" y="7754"/>
                  </a:lnTo>
                  <a:lnTo>
                    <a:pt x="18101" y="4806"/>
                  </a:lnTo>
                  <a:lnTo>
                    <a:pt x="20489" y="4000"/>
                  </a:lnTo>
                  <a:lnTo>
                    <a:pt x="20798" y="4961"/>
                  </a:lnTo>
                  <a:lnTo>
                    <a:pt x="22691" y="5389"/>
                  </a:lnTo>
                  <a:lnTo>
                    <a:pt x="25120" y="4693"/>
                  </a:lnTo>
                  <a:lnTo>
                    <a:pt x="25884" y="4292"/>
                  </a:lnTo>
                  <a:lnTo>
                    <a:pt x="28580" y="1474"/>
                  </a:lnTo>
                  <a:lnTo>
                    <a:pt x="3094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h1051"/>
            <p:cNvSpPr/>
            <p:nvPr/>
          </p:nvSpPr>
          <p:spPr>
            <a:xfrm>
              <a:off x="2360524" y="2933822"/>
              <a:ext cx="22618" cy="13904"/>
            </a:xfrm>
            <a:custGeom>
              <a:avLst/>
              <a:pathLst>
                <a:path w="22618" h="13904">
                  <a:moveTo>
                    <a:pt x="8111" y="415"/>
                  </a:moveTo>
                  <a:lnTo>
                    <a:pt x="9200" y="3226"/>
                  </a:lnTo>
                  <a:lnTo>
                    <a:pt x="12093" y="6505"/>
                  </a:lnTo>
                  <a:lnTo>
                    <a:pt x="20372" y="5470"/>
                  </a:lnTo>
                  <a:lnTo>
                    <a:pt x="22618" y="10187"/>
                  </a:lnTo>
                  <a:lnTo>
                    <a:pt x="21427" y="11889"/>
                  </a:lnTo>
                  <a:lnTo>
                    <a:pt x="18421" y="13205"/>
                  </a:lnTo>
                  <a:lnTo>
                    <a:pt x="12821" y="13904"/>
                  </a:lnTo>
                  <a:lnTo>
                    <a:pt x="6511" y="13652"/>
                  </a:lnTo>
                  <a:lnTo>
                    <a:pt x="5421" y="10539"/>
                  </a:lnTo>
                  <a:lnTo>
                    <a:pt x="20" y="4039"/>
                  </a:lnTo>
                  <a:lnTo>
                    <a:pt x="0" y="2337"/>
                  </a:lnTo>
                  <a:lnTo>
                    <a:pt x="1014" y="2073"/>
                  </a:lnTo>
                  <a:lnTo>
                    <a:pt x="4443" y="2054"/>
                  </a:lnTo>
                  <a:lnTo>
                    <a:pt x="5908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h1052"/>
            <p:cNvSpPr/>
            <p:nvPr/>
          </p:nvSpPr>
          <p:spPr>
            <a:xfrm>
              <a:off x="2159152" y="2998686"/>
              <a:ext cx="18677" cy="33398"/>
            </a:xfrm>
            <a:custGeom>
              <a:avLst/>
              <a:pathLst>
                <a:path w="18677" h="33398">
                  <a:moveTo>
                    <a:pt x="15904" y="1090"/>
                  </a:moveTo>
                  <a:lnTo>
                    <a:pt x="16568" y="6671"/>
                  </a:lnTo>
                  <a:lnTo>
                    <a:pt x="18677" y="9169"/>
                  </a:lnTo>
                  <a:lnTo>
                    <a:pt x="17720" y="9795"/>
                  </a:lnTo>
                  <a:lnTo>
                    <a:pt x="17061" y="22280"/>
                  </a:lnTo>
                  <a:lnTo>
                    <a:pt x="15497" y="24426"/>
                  </a:lnTo>
                  <a:lnTo>
                    <a:pt x="16826" y="31355"/>
                  </a:lnTo>
                  <a:lnTo>
                    <a:pt x="16207" y="33398"/>
                  </a:lnTo>
                  <a:lnTo>
                    <a:pt x="12605" y="32838"/>
                  </a:lnTo>
                  <a:lnTo>
                    <a:pt x="5798" y="29009"/>
                  </a:lnTo>
                  <a:lnTo>
                    <a:pt x="5136" y="29343"/>
                  </a:lnTo>
                  <a:lnTo>
                    <a:pt x="3673" y="27965"/>
                  </a:lnTo>
                  <a:lnTo>
                    <a:pt x="1513" y="23898"/>
                  </a:lnTo>
                  <a:lnTo>
                    <a:pt x="0" y="18813"/>
                  </a:lnTo>
                  <a:lnTo>
                    <a:pt x="1874" y="9674"/>
                  </a:lnTo>
                  <a:lnTo>
                    <a:pt x="4446" y="4665"/>
                  </a:lnTo>
                  <a:lnTo>
                    <a:pt x="6914" y="1733"/>
                  </a:lnTo>
                  <a:lnTo>
                    <a:pt x="141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h1053"/>
            <p:cNvSpPr/>
            <p:nvPr/>
          </p:nvSpPr>
          <p:spPr>
            <a:xfrm>
              <a:off x="2232123" y="2887123"/>
              <a:ext cx="26486" cy="12663"/>
            </a:xfrm>
            <a:custGeom>
              <a:avLst/>
              <a:pathLst>
                <a:path w="26486" h="12663">
                  <a:moveTo>
                    <a:pt x="18228" y="1168"/>
                  </a:moveTo>
                  <a:lnTo>
                    <a:pt x="19686" y="1711"/>
                  </a:lnTo>
                  <a:lnTo>
                    <a:pt x="26486" y="1492"/>
                  </a:lnTo>
                  <a:lnTo>
                    <a:pt x="25509" y="3806"/>
                  </a:lnTo>
                  <a:lnTo>
                    <a:pt x="26184" y="7193"/>
                  </a:lnTo>
                  <a:lnTo>
                    <a:pt x="22751" y="9185"/>
                  </a:lnTo>
                  <a:lnTo>
                    <a:pt x="15122" y="10526"/>
                  </a:lnTo>
                  <a:lnTo>
                    <a:pt x="6371" y="12548"/>
                  </a:lnTo>
                  <a:lnTo>
                    <a:pt x="3462" y="12663"/>
                  </a:lnTo>
                  <a:lnTo>
                    <a:pt x="1820" y="11587"/>
                  </a:lnTo>
                  <a:lnTo>
                    <a:pt x="0" y="7082"/>
                  </a:lnTo>
                  <a:lnTo>
                    <a:pt x="5713" y="3884"/>
                  </a:lnTo>
                  <a:lnTo>
                    <a:pt x="1813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h1054"/>
            <p:cNvSpPr/>
            <p:nvPr/>
          </p:nvSpPr>
          <p:spPr>
            <a:xfrm>
              <a:off x="2140668" y="2863461"/>
              <a:ext cx="27254" cy="19955"/>
            </a:xfrm>
            <a:custGeom>
              <a:avLst/>
              <a:pathLst>
                <a:path w="27254" h="19955">
                  <a:moveTo>
                    <a:pt x="26815" y="1277"/>
                  </a:moveTo>
                  <a:lnTo>
                    <a:pt x="23799" y="9008"/>
                  </a:lnTo>
                  <a:lnTo>
                    <a:pt x="25353" y="15960"/>
                  </a:lnTo>
                  <a:lnTo>
                    <a:pt x="27254" y="17031"/>
                  </a:lnTo>
                  <a:lnTo>
                    <a:pt x="26133" y="19955"/>
                  </a:lnTo>
                  <a:lnTo>
                    <a:pt x="18084" y="18355"/>
                  </a:lnTo>
                  <a:lnTo>
                    <a:pt x="9781" y="18403"/>
                  </a:lnTo>
                  <a:lnTo>
                    <a:pt x="8464" y="16659"/>
                  </a:lnTo>
                  <a:lnTo>
                    <a:pt x="6655" y="16062"/>
                  </a:lnTo>
                  <a:lnTo>
                    <a:pt x="3914" y="17012"/>
                  </a:lnTo>
                  <a:lnTo>
                    <a:pt x="1979" y="16435"/>
                  </a:lnTo>
                  <a:lnTo>
                    <a:pt x="1181" y="14942"/>
                  </a:lnTo>
                  <a:lnTo>
                    <a:pt x="0" y="7258"/>
                  </a:lnTo>
                  <a:lnTo>
                    <a:pt x="1570" y="5120"/>
                  </a:lnTo>
                  <a:lnTo>
                    <a:pt x="4119" y="6720"/>
                  </a:lnTo>
                  <a:lnTo>
                    <a:pt x="10306" y="5662"/>
                  </a:lnTo>
                  <a:lnTo>
                    <a:pt x="15305" y="2864"/>
                  </a:lnTo>
                  <a:lnTo>
                    <a:pt x="15740" y="1476"/>
                  </a:lnTo>
                  <a:lnTo>
                    <a:pt x="2270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h1055"/>
            <p:cNvSpPr/>
            <p:nvPr/>
          </p:nvSpPr>
          <p:spPr>
            <a:xfrm>
              <a:off x="2196684" y="3017155"/>
              <a:ext cx="51164" cy="55607"/>
            </a:xfrm>
            <a:custGeom>
              <a:avLst/>
              <a:pathLst>
                <a:path w="51164" h="55607">
                  <a:moveTo>
                    <a:pt x="33280" y="1128"/>
                  </a:moveTo>
                  <a:lnTo>
                    <a:pt x="32430" y="4920"/>
                  </a:lnTo>
                  <a:lnTo>
                    <a:pt x="40606" y="13782"/>
                  </a:lnTo>
                  <a:lnTo>
                    <a:pt x="42114" y="22115"/>
                  </a:lnTo>
                  <a:lnTo>
                    <a:pt x="51164" y="29311"/>
                  </a:lnTo>
                  <a:lnTo>
                    <a:pt x="49159" y="31839"/>
                  </a:lnTo>
                  <a:lnTo>
                    <a:pt x="50808" y="33923"/>
                  </a:lnTo>
                  <a:lnTo>
                    <a:pt x="49540" y="39478"/>
                  </a:lnTo>
                  <a:lnTo>
                    <a:pt x="49500" y="44935"/>
                  </a:lnTo>
                  <a:lnTo>
                    <a:pt x="47721" y="49024"/>
                  </a:lnTo>
                  <a:lnTo>
                    <a:pt x="44913" y="52394"/>
                  </a:lnTo>
                  <a:lnTo>
                    <a:pt x="45382" y="55193"/>
                  </a:lnTo>
                  <a:lnTo>
                    <a:pt x="43098" y="55607"/>
                  </a:lnTo>
                  <a:lnTo>
                    <a:pt x="39223" y="54432"/>
                  </a:lnTo>
                  <a:lnTo>
                    <a:pt x="33729" y="51589"/>
                  </a:lnTo>
                  <a:lnTo>
                    <a:pt x="31262" y="45204"/>
                  </a:lnTo>
                  <a:lnTo>
                    <a:pt x="28537" y="42120"/>
                  </a:lnTo>
                  <a:lnTo>
                    <a:pt x="19573" y="42039"/>
                  </a:lnTo>
                  <a:lnTo>
                    <a:pt x="18931" y="40985"/>
                  </a:lnTo>
                  <a:lnTo>
                    <a:pt x="16725" y="40840"/>
                  </a:lnTo>
                  <a:lnTo>
                    <a:pt x="11060" y="42189"/>
                  </a:lnTo>
                  <a:lnTo>
                    <a:pt x="4788" y="44858"/>
                  </a:lnTo>
                  <a:lnTo>
                    <a:pt x="2737" y="47059"/>
                  </a:lnTo>
                  <a:lnTo>
                    <a:pt x="1368" y="45955"/>
                  </a:lnTo>
                  <a:lnTo>
                    <a:pt x="0" y="39343"/>
                  </a:lnTo>
                  <a:lnTo>
                    <a:pt x="2755" y="37903"/>
                  </a:lnTo>
                  <a:lnTo>
                    <a:pt x="10091" y="29846"/>
                  </a:lnTo>
                  <a:lnTo>
                    <a:pt x="11697" y="27858"/>
                  </a:lnTo>
                  <a:lnTo>
                    <a:pt x="12258" y="24913"/>
                  </a:lnTo>
                  <a:lnTo>
                    <a:pt x="14769" y="24243"/>
                  </a:lnTo>
                  <a:lnTo>
                    <a:pt x="16886" y="25798"/>
                  </a:lnTo>
                  <a:lnTo>
                    <a:pt x="19501" y="23062"/>
                  </a:lnTo>
                  <a:lnTo>
                    <a:pt x="19713" y="18877"/>
                  </a:lnTo>
                  <a:lnTo>
                    <a:pt x="20775" y="16230"/>
                  </a:lnTo>
                  <a:lnTo>
                    <a:pt x="23667" y="13636"/>
                  </a:lnTo>
                  <a:lnTo>
                    <a:pt x="26215" y="12976"/>
                  </a:lnTo>
                  <a:lnTo>
                    <a:pt x="27856" y="10894"/>
                  </a:lnTo>
                  <a:lnTo>
                    <a:pt x="28813" y="5308"/>
                  </a:lnTo>
                  <a:lnTo>
                    <a:pt x="28105" y="1254"/>
                  </a:lnTo>
                  <a:lnTo>
                    <a:pt x="302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h1056"/>
            <p:cNvSpPr/>
            <p:nvPr/>
          </p:nvSpPr>
          <p:spPr>
            <a:xfrm>
              <a:off x="2164468" y="2864739"/>
              <a:ext cx="22038" cy="22463"/>
            </a:xfrm>
            <a:custGeom>
              <a:avLst/>
              <a:pathLst>
                <a:path w="22038" h="22463">
                  <a:moveTo>
                    <a:pt x="4487" y="518"/>
                  </a:moveTo>
                  <a:lnTo>
                    <a:pt x="7399" y="3727"/>
                  </a:lnTo>
                  <a:lnTo>
                    <a:pt x="8983" y="1890"/>
                  </a:lnTo>
                  <a:lnTo>
                    <a:pt x="10778" y="3622"/>
                  </a:lnTo>
                  <a:lnTo>
                    <a:pt x="12164" y="8546"/>
                  </a:lnTo>
                  <a:lnTo>
                    <a:pt x="17335" y="13053"/>
                  </a:lnTo>
                  <a:lnTo>
                    <a:pt x="21450" y="14894"/>
                  </a:lnTo>
                  <a:lnTo>
                    <a:pt x="22038" y="16892"/>
                  </a:lnTo>
                  <a:lnTo>
                    <a:pt x="17869" y="21442"/>
                  </a:lnTo>
                  <a:lnTo>
                    <a:pt x="17652" y="21952"/>
                  </a:lnTo>
                  <a:lnTo>
                    <a:pt x="7614" y="22463"/>
                  </a:lnTo>
                  <a:lnTo>
                    <a:pt x="7674" y="18891"/>
                  </a:lnTo>
                  <a:lnTo>
                    <a:pt x="6723" y="17594"/>
                  </a:lnTo>
                  <a:lnTo>
                    <a:pt x="3455" y="15753"/>
                  </a:lnTo>
                  <a:lnTo>
                    <a:pt x="1554" y="14682"/>
                  </a:lnTo>
                  <a:lnTo>
                    <a:pt x="0" y="7731"/>
                  </a:lnTo>
                  <a:lnTo>
                    <a:pt x="301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h1057"/>
            <p:cNvSpPr/>
            <p:nvPr/>
          </p:nvSpPr>
          <p:spPr>
            <a:xfrm>
              <a:off x="2245919" y="2895803"/>
              <a:ext cx="17231" cy="17828"/>
            </a:xfrm>
            <a:custGeom>
              <a:avLst/>
              <a:pathLst>
                <a:path w="17231" h="17828">
                  <a:moveTo>
                    <a:pt x="17231" y="705"/>
                  </a:moveTo>
                  <a:lnTo>
                    <a:pt x="16930" y="13297"/>
                  </a:lnTo>
                  <a:lnTo>
                    <a:pt x="9252" y="15827"/>
                  </a:lnTo>
                  <a:lnTo>
                    <a:pt x="7323" y="17075"/>
                  </a:lnTo>
                  <a:lnTo>
                    <a:pt x="1675" y="17828"/>
                  </a:lnTo>
                  <a:lnTo>
                    <a:pt x="0" y="12861"/>
                  </a:lnTo>
                  <a:lnTo>
                    <a:pt x="2824" y="7226"/>
                  </a:lnTo>
                  <a:lnTo>
                    <a:pt x="1326" y="1847"/>
                  </a:lnTo>
                  <a:lnTo>
                    <a:pt x="8955" y="506"/>
                  </a:lnTo>
                  <a:lnTo>
                    <a:pt x="13922" y="2551"/>
                  </a:lnTo>
                  <a:lnTo>
                    <a:pt x="1538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h1058"/>
            <p:cNvSpPr/>
            <p:nvPr/>
          </p:nvSpPr>
          <p:spPr>
            <a:xfrm>
              <a:off x="2004615" y="3012164"/>
              <a:ext cx="37284" cy="58200"/>
            </a:xfrm>
            <a:custGeom>
              <a:avLst/>
              <a:pathLst>
                <a:path w="37284" h="58200">
                  <a:moveTo>
                    <a:pt x="16686" y="999"/>
                  </a:moveTo>
                  <a:lnTo>
                    <a:pt x="20169" y="2677"/>
                  </a:lnTo>
                  <a:lnTo>
                    <a:pt x="21928" y="6266"/>
                  </a:lnTo>
                  <a:lnTo>
                    <a:pt x="27372" y="10195"/>
                  </a:lnTo>
                  <a:lnTo>
                    <a:pt x="28518" y="14171"/>
                  </a:lnTo>
                  <a:lnTo>
                    <a:pt x="28649" y="18163"/>
                  </a:lnTo>
                  <a:lnTo>
                    <a:pt x="27675" y="18909"/>
                  </a:lnTo>
                  <a:lnTo>
                    <a:pt x="28172" y="20518"/>
                  </a:lnTo>
                  <a:lnTo>
                    <a:pt x="32984" y="25993"/>
                  </a:lnTo>
                  <a:lnTo>
                    <a:pt x="37284" y="33401"/>
                  </a:lnTo>
                  <a:lnTo>
                    <a:pt x="34696" y="37511"/>
                  </a:lnTo>
                  <a:lnTo>
                    <a:pt x="34401" y="40024"/>
                  </a:lnTo>
                  <a:lnTo>
                    <a:pt x="30308" y="40568"/>
                  </a:lnTo>
                  <a:lnTo>
                    <a:pt x="31275" y="46550"/>
                  </a:lnTo>
                  <a:lnTo>
                    <a:pt x="29918" y="49440"/>
                  </a:lnTo>
                  <a:lnTo>
                    <a:pt x="30234" y="54346"/>
                  </a:lnTo>
                  <a:lnTo>
                    <a:pt x="30614" y="55905"/>
                  </a:lnTo>
                  <a:lnTo>
                    <a:pt x="30134" y="57038"/>
                  </a:lnTo>
                  <a:lnTo>
                    <a:pt x="25323" y="58200"/>
                  </a:lnTo>
                  <a:lnTo>
                    <a:pt x="23532" y="57401"/>
                  </a:lnTo>
                  <a:lnTo>
                    <a:pt x="21714" y="55930"/>
                  </a:lnTo>
                  <a:lnTo>
                    <a:pt x="22075" y="52435"/>
                  </a:lnTo>
                  <a:lnTo>
                    <a:pt x="23137" y="50268"/>
                  </a:lnTo>
                  <a:lnTo>
                    <a:pt x="23004" y="47735"/>
                  </a:lnTo>
                  <a:lnTo>
                    <a:pt x="21009" y="44870"/>
                  </a:lnTo>
                  <a:lnTo>
                    <a:pt x="19898" y="43904"/>
                  </a:lnTo>
                  <a:lnTo>
                    <a:pt x="15395" y="45817"/>
                  </a:lnTo>
                  <a:lnTo>
                    <a:pt x="10198" y="43983"/>
                  </a:lnTo>
                  <a:lnTo>
                    <a:pt x="6857" y="41101"/>
                  </a:lnTo>
                  <a:lnTo>
                    <a:pt x="3128" y="36095"/>
                  </a:lnTo>
                  <a:lnTo>
                    <a:pt x="7119" y="27392"/>
                  </a:lnTo>
                  <a:lnTo>
                    <a:pt x="7225" y="24442"/>
                  </a:lnTo>
                  <a:lnTo>
                    <a:pt x="5327" y="20743"/>
                  </a:lnTo>
                  <a:lnTo>
                    <a:pt x="2364" y="19530"/>
                  </a:lnTo>
                  <a:lnTo>
                    <a:pt x="530" y="17322"/>
                  </a:lnTo>
                  <a:lnTo>
                    <a:pt x="0" y="13802"/>
                  </a:lnTo>
                  <a:lnTo>
                    <a:pt x="435" y="11381"/>
                  </a:lnTo>
                  <a:lnTo>
                    <a:pt x="1676" y="9718"/>
                  </a:lnTo>
                  <a:lnTo>
                    <a:pt x="3561" y="9371"/>
                  </a:lnTo>
                  <a:lnTo>
                    <a:pt x="9629" y="2853"/>
                  </a:lnTo>
                  <a:lnTo>
                    <a:pt x="1130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h1059"/>
            <p:cNvSpPr/>
            <p:nvPr/>
          </p:nvSpPr>
          <p:spPr>
            <a:xfrm>
              <a:off x="2159111" y="2905319"/>
              <a:ext cx="24592" cy="20881"/>
            </a:xfrm>
            <a:custGeom>
              <a:avLst/>
              <a:pathLst>
                <a:path w="24592" h="20881">
                  <a:moveTo>
                    <a:pt x="22682" y="742"/>
                  </a:moveTo>
                  <a:lnTo>
                    <a:pt x="22656" y="3681"/>
                  </a:lnTo>
                  <a:lnTo>
                    <a:pt x="23721" y="5484"/>
                  </a:lnTo>
                  <a:lnTo>
                    <a:pt x="24592" y="5791"/>
                  </a:lnTo>
                  <a:lnTo>
                    <a:pt x="23886" y="7097"/>
                  </a:lnTo>
                  <a:lnTo>
                    <a:pt x="23202" y="7454"/>
                  </a:lnTo>
                  <a:lnTo>
                    <a:pt x="22840" y="15331"/>
                  </a:lnTo>
                  <a:lnTo>
                    <a:pt x="23818" y="16937"/>
                  </a:lnTo>
                  <a:lnTo>
                    <a:pt x="22896" y="17719"/>
                  </a:lnTo>
                  <a:lnTo>
                    <a:pt x="16966" y="18327"/>
                  </a:lnTo>
                  <a:lnTo>
                    <a:pt x="16258" y="17586"/>
                  </a:lnTo>
                  <a:lnTo>
                    <a:pt x="16388" y="15790"/>
                  </a:lnTo>
                  <a:lnTo>
                    <a:pt x="11706" y="15136"/>
                  </a:lnTo>
                  <a:lnTo>
                    <a:pt x="9452" y="18039"/>
                  </a:lnTo>
                  <a:lnTo>
                    <a:pt x="3800" y="20881"/>
                  </a:lnTo>
                  <a:lnTo>
                    <a:pt x="1799" y="13892"/>
                  </a:lnTo>
                  <a:lnTo>
                    <a:pt x="0" y="11806"/>
                  </a:lnTo>
                  <a:lnTo>
                    <a:pt x="1" y="9378"/>
                  </a:lnTo>
                  <a:lnTo>
                    <a:pt x="4332" y="5908"/>
                  </a:lnTo>
                  <a:lnTo>
                    <a:pt x="2765" y="2545"/>
                  </a:lnTo>
                  <a:lnTo>
                    <a:pt x="4377" y="919"/>
                  </a:lnTo>
                  <a:lnTo>
                    <a:pt x="8477" y="1008"/>
                  </a:lnTo>
                  <a:lnTo>
                    <a:pt x="11236" y="2155"/>
                  </a:lnTo>
                  <a:lnTo>
                    <a:pt x="13194" y="354"/>
                  </a:lnTo>
                  <a:lnTo>
                    <a:pt x="1683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h1060"/>
            <p:cNvSpPr/>
            <p:nvPr/>
          </p:nvSpPr>
          <p:spPr>
            <a:xfrm>
              <a:off x="2168563" y="2912417"/>
              <a:ext cx="28015" cy="22359"/>
            </a:xfrm>
            <a:custGeom>
              <a:avLst/>
              <a:pathLst>
                <a:path w="28015" h="22359">
                  <a:moveTo>
                    <a:pt x="17148" y="3642"/>
                  </a:moveTo>
                  <a:lnTo>
                    <a:pt x="19520" y="4894"/>
                  </a:lnTo>
                  <a:lnTo>
                    <a:pt x="22093" y="5078"/>
                  </a:lnTo>
                  <a:lnTo>
                    <a:pt x="24844" y="6745"/>
                  </a:lnTo>
                  <a:lnTo>
                    <a:pt x="28015" y="9971"/>
                  </a:lnTo>
                  <a:lnTo>
                    <a:pt x="26393" y="11677"/>
                  </a:lnTo>
                  <a:lnTo>
                    <a:pt x="22546" y="20419"/>
                  </a:lnTo>
                  <a:lnTo>
                    <a:pt x="18879" y="22359"/>
                  </a:lnTo>
                  <a:lnTo>
                    <a:pt x="17707" y="22357"/>
                  </a:lnTo>
                  <a:lnTo>
                    <a:pt x="17673" y="19080"/>
                  </a:lnTo>
                  <a:lnTo>
                    <a:pt x="13454" y="14259"/>
                  </a:lnTo>
                  <a:lnTo>
                    <a:pt x="11302" y="14411"/>
                  </a:lnTo>
                  <a:lnTo>
                    <a:pt x="11454" y="15234"/>
                  </a:lnTo>
                  <a:lnTo>
                    <a:pt x="9598" y="15787"/>
                  </a:lnTo>
                  <a:lnTo>
                    <a:pt x="4272" y="16777"/>
                  </a:lnTo>
                  <a:lnTo>
                    <a:pt x="1564" y="15944"/>
                  </a:lnTo>
                  <a:lnTo>
                    <a:pt x="1100" y="15154"/>
                  </a:lnTo>
                  <a:lnTo>
                    <a:pt x="1589" y="13445"/>
                  </a:lnTo>
                  <a:lnTo>
                    <a:pt x="0" y="10942"/>
                  </a:lnTo>
                  <a:lnTo>
                    <a:pt x="2254" y="8038"/>
                  </a:lnTo>
                  <a:lnTo>
                    <a:pt x="6936" y="8692"/>
                  </a:lnTo>
                  <a:lnTo>
                    <a:pt x="6806" y="10489"/>
                  </a:lnTo>
                  <a:lnTo>
                    <a:pt x="7514" y="11230"/>
                  </a:lnTo>
                  <a:lnTo>
                    <a:pt x="13444" y="10621"/>
                  </a:lnTo>
                  <a:lnTo>
                    <a:pt x="14366" y="9839"/>
                  </a:lnTo>
                  <a:lnTo>
                    <a:pt x="13388" y="8233"/>
                  </a:lnTo>
                  <a:lnTo>
                    <a:pt x="13749" y="356"/>
                  </a:lnTo>
                  <a:lnTo>
                    <a:pt x="1443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h1061"/>
            <p:cNvSpPr/>
            <p:nvPr/>
          </p:nvSpPr>
          <p:spPr>
            <a:xfrm>
              <a:off x="2124109" y="2878770"/>
              <a:ext cx="17060" cy="16212"/>
            </a:xfrm>
            <a:custGeom>
              <a:avLst/>
              <a:pathLst>
                <a:path w="17060" h="16212">
                  <a:moveTo>
                    <a:pt x="9657" y="932"/>
                  </a:moveTo>
                  <a:lnTo>
                    <a:pt x="11432" y="3464"/>
                  </a:lnTo>
                  <a:lnTo>
                    <a:pt x="14568" y="3775"/>
                  </a:lnTo>
                  <a:lnTo>
                    <a:pt x="17060" y="4983"/>
                  </a:lnTo>
                  <a:lnTo>
                    <a:pt x="16244" y="8028"/>
                  </a:lnTo>
                  <a:lnTo>
                    <a:pt x="13135" y="8561"/>
                  </a:lnTo>
                  <a:lnTo>
                    <a:pt x="13996" y="12073"/>
                  </a:lnTo>
                  <a:lnTo>
                    <a:pt x="16284" y="12455"/>
                  </a:lnTo>
                  <a:lnTo>
                    <a:pt x="16592" y="13097"/>
                  </a:lnTo>
                  <a:lnTo>
                    <a:pt x="15004" y="14781"/>
                  </a:lnTo>
                  <a:lnTo>
                    <a:pt x="12402" y="16017"/>
                  </a:lnTo>
                  <a:lnTo>
                    <a:pt x="7631" y="15689"/>
                  </a:lnTo>
                  <a:lnTo>
                    <a:pt x="4477" y="16212"/>
                  </a:lnTo>
                  <a:lnTo>
                    <a:pt x="2631" y="15527"/>
                  </a:lnTo>
                  <a:lnTo>
                    <a:pt x="2519" y="12946"/>
                  </a:lnTo>
                  <a:lnTo>
                    <a:pt x="4689" y="7514"/>
                  </a:lnTo>
                  <a:lnTo>
                    <a:pt x="610" y="5494"/>
                  </a:lnTo>
                  <a:lnTo>
                    <a:pt x="0" y="396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h1062"/>
            <p:cNvSpPr/>
            <p:nvPr/>
          </p:nvSpPr>
          <p:spPr>
            <a:xfrm>
              <a:off x="2204245" y="2939857"/>
              <a:ext cx="44436" cy="22997"/>
            </a:xfrm>
            <a:custGeom>
              <a:avLst/>
              <a:pathLst>
                <a:path w="44436" h="22997">
                  <a:moveTo>
                    <a:pt x="20481" y="1146"/>
                  </a:moveTo>
                  <a:lnTo>
                    <a:pt x="19245" y="2412"/>
                  </a:lnTo>
                  <a:lnTo>
                    <a:pt x="19882" y="4306"/>
                  </a:lnTo>
                  <a:lnTo>
                    <a:pt x="22220" y="4702"/>
                  </a:lnTo>
                  <a:lnTo>
                    <a:pt x="25019" y="3834"/>
                  </a:lnTo>
                  <a:lnTo>
                    <a:pt x="30214" y="3721"/>
                  </a:lnTo>
                  <a:lnTo>
                    <a:pt x="34282" y="4417"/>
                  </a:lnTo>
                  <a:lnTo>
                    <a:pt x="37126" y="8495"/>
                  </a:lnTo>
                  <a:lnTo>
                    <a:pt x="36984" y="10840"/>
                  </a:lnTo>
                  <a:lnTo>
                    <a:pt x="34357" y="12272"/>
                  </a:lnTo>
                  <a:lnTo>
                    <a:pt x="39968" y="14764"/>
                  </a:lnTo>
                  <a:lnTo>
                    <a:pt x="44436" y="15092"/>
                  </a:lnTo>
                  <a:lnTo>
                    <a:pt x="43608" y="17540"/>
                  </a:lnTo>
                  <a:lnTo>
                    <a:pt x="41942" y="22465"/>
                  </a:lnTo>
                  <a:lnTo>
                    <a:pt x="33891" y="22997"/>
                  </a:lnTo>
                  <a:lnTo>
                    <a:pt x="27634" y="20372"/>
                  </a:lnTo>
                  <a:lnTo>
                    <a:pt x="19779" y="18509"/>
                  </a:lnTo>
                  <a:lnTo>
                    <a:pt x="17159" y="19153"/>
                  </a:lnTo>
                  <a:lnTo>
                    <a:pt x="10803" y="17244"/>
                  </a:lnTo>
                  <a:lnTo>
                    <a:pt x="6092" y="14116"/>
                  </a:lnTo>
                  <a:lnTo>
                    <a:pt x="805" y="13620"/>
                  </a:lnTo>
                  <a:lnTo>
                    <a:pt x="0" y="12488"/>
                  </a:lnTo>
                  <a:lnTo>
                    <a:pt x="3982" y="10097"/>
                  </a:lnTo>
                  <a:lnTo>
                    <a:pt x="1939" y="5895"/>
                  </a:lnTo>
                  <a:lnTo>
                    <a:pt x="4747" y="4217"/>
                  </a:lnTo>
                  <a:lnTo>
                    <a:pt x="5278" y="6291"/>
                  </a:lnTo>
                  <a:lnTo>
                    <a:pt x="9462" y="8941"/>
                  </a:lnTo>
                  <a:lnTo>
                    <a:pt x="11924" y="9645"/>
                  </a:lnTo>
                  <a:lnTo>
                    <a:pt x="14051" y="9108"/>
                  </a:lnTo>
                  <a:lnTo>
                    <a:pt x="1853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h1063"/>
            <p:cNvSpPr/>
            <p:nvPr/>
          </p:nvSpPr>
          <p:spPr>
            <a:xfrm>
              <a:off x="2117990" y="2942425"/>
              <a:ext cx="27019" cy="20434"/>
            </a:xfrm>
            <a:custGeom>
              <a:avLst/>
              <a:pathLst>
                <a:path w="27019" h="20434">
                  <a:moveTo>
                    <a:pt x="20920" y="618"/>
                  </a:moveTo>
                  <a:lnTo>
                    <a:pt x="23472" y="4248"/>
                  </a:lnTo>
                  <a:lnTo>
                    <a:pt x="26059" y="5001"/>
                  </a:lnTo>
                  <a:lnTo>
                    <a:pt x="26606" y="5799"/>
                  </a:lnTo>
                  <a:lnTo>
                    <a:pt x="27019" y="7584"/>
                  </a:lnTo>
                  <a:lnTo>
                    <a:pt x="26285" y="16530"/>
                  </a:lnTo>
                  <a:lnTo>
                    <a:pt x="24145" y="17025"/>
                  </a:lnTo>
                  <a:lnTo>
                    <a:pt x="19284" y="15626"/>
                  </a:lnTo>
                  <a:lnTo>
                    <a:pt x="10448" y="20434"/>
                  </a:lnTo>
                  <a:lnTo>
                    <a:pt x="6333" y="20412"/>
                  </a:lnTo>
                  <a:lnTo>
                    <a:pt x="5700" y="18949"/>
                  </a:lnTo>
                  <a:lnTo>
                    <a:pt x="3510" y="17538"/>
                  </a:lnTo>
                  <a:lnTo>
                    <a:pt x="801" y="16079"/>
                  </a:lnTo>
                  <a:lnTo>
                    <a:pt x="1407" y="13765"/>
                  </a:lnTo>
                  <a:lnTo>
                    <a:pt x="3736" y="12404"/>
                  </a:lnTo>
                  <a:lnTo>
                    <a:pt x="3026" y="10496"/>
                  </a:lnTo>
                  <a:lnTo>
                    <a:pt x="0" y="9814"/>
                  </a:lnTo>
                  <a:lnTo>
                    <a:pt x="462" y="8251"/>
                  </a:lnTo>
                  <a:lnTo>
                    <a:pt x="304" y="7553"/>
                  </a:lnTo>
                  <a:lnTo>
                    <a:pt x="1911" y="6184"/>
                  </a:lnTo>
                  <a:lnTo>
                    <a:pt x="8271" y="2390"/>
                  </a:lnTo>
                  <a:lnTo>
                    <a:pt x="1537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h1064"/>
            <p:cNvSpPr/>
            <p:nvPr/>
          </p:nvSpPr>
          <p:spPr>
            <a:xfrm>
              <a:off x="2162826" y="2846874"/>
              <a:ext cx="26233" cy="21591"/>
            </a:xfrm>
            <a:custGeom>
              <a:avLst/>
              <a:pathLst>
                <a:path w="26233" h="21591">
                  <a:moveTo>
                    <a:pt x="17762" y="2520"/>
                  </a:moveTo>
                  <a:lnTo>
                    <a:pt x="18674" y="3990"/>
                  </a:lnTo>
                  <a:lnTo>
                    <a:pt x="20617" y="2917"/>
                  </a:lnTo>
                  <a:lnTo>
                    <a:pt x="23692" y="2844"/>
                  </a:lnTo>
                  <a:lnTo>
                    <a:pt x="24439" y="4696"/>
                  </a:lnTo>
                  <a:lnTo>
                    <a:pt x="26233" y="4876"/>
                  </a:lnTo>
                  <a:lnTo>
                    <a:pt x="22355" y="7777"/>
                  </a:lnTo>
                  <a:lnTo>
                    <a:pt x="21265" y="13076"/>
                  </a:lnTo>
                  <a:lnTo>
                    <a:pt x="19018" y="16194"/>
                  </a:lnTo>
                  <a:lnTo>
                    <a:pt x="16773" y="18005"/>
                  </a:lnTo>
                  <a:lnTo>
                    <a:pt x="11524" y="18518"/>
                  </a:lnTo>
                  <a:lnTo>
                    <a:pt x="10625" y="19754"/>
                  </a:lnTo>
                  <a:lnTo>
                    <a:pt x="9041" y="21591"/>
                  </a:lnTo>
                  <a:lnTo>
                    <a:pt x="6129" y="18383"/>
                  </a:lnTo>
                  <a:lnTo>
                    <a:pt x="4658" y="17864"/>
                  </a:lnTo>
                  <a:lnTo>
                    <a:pt x="544" y="16587"/>
                  </a:lnTo>
                  <a:lnTo>
                    <a:pt x="4196" y="13393"/>
                  </a:lnTo>
                  <a:lnTo>
                    <a:pt x="7149" y="9531"/>
                  </a:lnTo>
                  <a:lnTo>
                    <a:pt x="2870" y="6847"/>
                  </a:lnTo>
                  <a:lnTo>
                    <a:pt x="0" y="3426"/>
                  </a:lnTo>
                  <a:lnTo>
                    <a:pt x="1340" y="634"/>
                  </a:lnTo>
                  <a:lnTo>
                    <a:pt x="7995" y="722"/>
                  </a:lnTo>
                  <a:lnTo>
                    <a:pt x="9411" y="0"/>
                  </a:lnTo>
                  <a:lnTo>
                    <a:pt x="12914" y="1097"/>
                  </a:lnTo>
                  <a:lnTo>
                    <a:pt x="17670" y="38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h1065"/>
            <p:cNvSpPr/>
            <p:nvPr/>
          </p:nvSpPr>
          <p:spPr>
            <a:xfrm>
              <a:off x="2170913" y="2894816"/>
              <a:ext cx="22524" cy="16888"/>
            </a:xfrm>
            <a:custGeom>
              <a:avLst/>
              <a:pathLst>
                <a:path w="22524" h="16888">
                  <a:moveTo>
                    <a:pt x="16472" y="99"/>
                  </a:moveTo>
                  <a:lnTo>
                    <a:pt x="17832" y="1651"/>
                  </a:lnTo>
                  <a:lnTo>
                    <a:pt x="19187" y="1926"/>
                  </a:lnTo>
                  <a:lnTo>
                    <a:pt x="20349" y="3383"/>
                  </a:lnTo>
                  <a:lnTo>
                    <a:pt x="22524" y="9767"/>
                  </a:lnTo>
                  <a:lnTo>
                    <a:pt x="22401" y="14366"/>
                  </a:lnTo>
                  <a:lnTo>
                    <a:pt x="15818" y="16888"/>
                  </a:lnTo>
                  <a:lnTo>
                    <a:pt x="12790" y="16294"/>
                  </a:lnTo>
                  <a:lnTo>
                    <a:pt x="11920" y="15987"/>
                  </a:lnTo>
                  <a:lnTo>
                    <a:pt x="10854" y="14184"/>
                  </a:lnTo>
                  <a:lnTo>
                    <a:pt x="10881" y="11245"/>
                  </a:lnTo>
                  <a:lnTo>
                    <a:pt x="5033" y="10503"/>
                  </a:lnTo>
                  <a:lnTo>
                    <a:pt x="1392" y="10858"/>
                  </a:lnTo>
                  <a:lnTo>
                    <a:pt x="0" y="4566"/>
                  </a:lnTo>
                  <a:lnTo>
                    <a:pt x="2178" y="3996"/>
                  </a:lnTo>
                  <a:lnTo>
                    <a:pt x="6812" y="4261"/>
                  </a:lnTo>
                  <a:lnTo>
                    <a:pt x="1528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h1066"/>
            <p:cNvSpPr/>
            <p:nvPr/>
          </p:nvSpPr>
          <p:spPr>
            <a:xfrm>
              <a:off x="2215538" y="2859457"/>
              <a:ext cx="40225" cy="38539"/>
            </a:xfrm>
            <a:custGeom>
              <a:avLst/>
              <a:pathLst>
                <a:path w="40225" h="38539">
                  <a:moveTo>
                    <a:pt x="25862" y="399"/>
                  </a:moveTo>
                  <a:lnTo>
                    <a:pt x="28334" y="935"/>
                  </a:lnTo>
                  <a:lnTo>
                    <a:pt x="30748" y="1618"/>
                  </a:lnTo>
                  <a:lnTo>
                    <a:pt x="30896" y="0"/>
                  </a:lnTo>
                  <a:lnTo>
                    <a:pt x="32573" y="252"/>
                  </a:lnTo>
                  <a:lnTo>
                    <a:pt x="35421" y="3413"/>
                  </a:lnTo>
                  <a:lnTo>
                    <a:pt x="39226" y="3336"/>
                  </a:lnTo>
                  <a:lnTo>
                    <a:pt x="40225" y="5012"/>
                  </a:lnTo>
                  <a:lnTo>
                    <a:pt x="39057" y="9676"/>
                  </a:lnTo>
                  <a:lnTo>
                    <a:pt x="32684" y="9013"/>
                  </a:lnTo>
                  <a:lnTo>
                    <a:pt x="32401" y="12603"/>
                  </a:lnTo>
                  <a:lnTo>
                    <a:pt x="34234" y="15823"/>
                  </a:lnTo>
                  <a:lnTo>
                    <a:pt x="34451" y="23456"/>
                  </a:lnTo>
                  <a:lnTo>
                    <a:pt x="35860" y="23807"/>
                  </a:lnTo>
                  <a:lnTo>
                    <a:pt x="34721" y="27665"/>
                  </a:lnTo>
                  <a:lnTo>
                    <a:pt x="22298" y="31550"/>
                  </a:lnTo>
                  <a:lnTo>
                    <a:pt x="16584" y="34747"/>
                  </a:lnTo>
                  <a:lnTo>
                    <a:pt x="13579" y="36412"/>
                  </a:lnTo>
                  <a:lnTo>
                    <a:pt x="13225" y="38182"/>
                  </a:lnTo>
                  <a:lnTo>
                    <a:pt x="12351" y="38539"/>
                  </a:lnTo>
                  <a:lnTo>
                    <a:pt x="8462" y="37422"/>
                  </a:lnTo>
                  <a:lnTo>
                    <a:pt x="7361" y="35579"/>
                  </a:lnTo>
                  <a:lnTo>
                    <a:pt x="3923" y="33339"/>
                  </a:lnTo>
                  <a:lnTo>
                    <a:pt x="3502" y="31876"/>
                  </a:lnTo>
                  <a:lnTo>
                    <a:pt x="4690" y="31114"/>
                  </a:lnTo>
                  <a:lnTo>
                    <a:pt x="4986" y="30020"/>
                  </a:lnTo>
                  <a:lnTo>
                    <a:pt x="3872" y="27916"/>
                  </a:lnTo>
                  <a:lnTo>
                    <a:pt x="1004" y="25362"/>
                  </a:lnTo>
                  <a:lnTo>
                    <a:pt x="0" y="25673"/>
                  </a:lnTo>
                  <a:lnTo>
                    <a:pt x="3055" y="19919"/>
                  </a:lnTo>
                  <a:lnTo>
                    <a:pt x="7691" y="14903"/>
                  </a:lnTo>
                  <a:lnTo>
                    <a:pt x="8179" y="12855"/>
                  </a:lnTo>
                  <a:lnTo>
                    <a:pt x="10816" y="13614"/>
                  </a:lnTo>
                  <a:lnTo>
                    <a:pt x="10926" y="14597"/>
                  </a:lnTo>
                  <a:lnTo>
                    <a:pt x="12413" y="15115"/>
                  </a:lnTo>
                  <a:lnTo>
                    <a:pt x="14207" y="14942"/>
                  </a:lnTo>
                  <a:lnTo>
                    <a:pt x="16659" y="12914"/>
                  </a:lnTo>
                  <a:lnTo>
                    <a:pt x="15816" y="7697"/>
                  </a:lnTo>
                  <a:lnTo>
                    <a:pt x="19405" y="3598"/>
                  </a:lnTo>
                  <a:lnTo>
                    <a:pt x="22629" y="299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h1067"/>
            <p:cNvSpPr/>
            <p:nvPr/>
          </p:nvSpPr>
          <p:spPr>
            <a:xfrm>
              <a:off x="2220406" y="2918902"/>
              <a:ext cx="28449" cy="16286"/>
            </a:xfrm>
            <a:custGeom>
              <a:avLst/>
              <a:pathLst>
                <a:path w="28449" h="16286">
                  <a:moveTo>
                    <a:pt x="17990" y="1894"/>
                  </a:moveTo>
                  <a:lnTo>
                    <a:pt x="19735" y="4293"/>
                  </a:lnTo>
                  <a:lnTo>
                    <a:pt x="19495" y="8712"/>
                  </a:lnTo>
                  <a:lnTo>
                    <a:pt x="20210" y="10657"/>
                  </a:lnTo>
                  <a:lnTo>
                    <a:pt x="23419" y="9095"/>
                  </a:lnTo>
                  <a:lnTo>
                    <a:pt x="25462" y="6167"/>
                  </a:lnTo>
                  <a:lnTo>
                    <a:pt x="26544" y="6686"/>
                  </a:lnTo>
                  <a:lnTo>
                    <a:pt x="27899" y="8842"/>
                  </a:lnTo>
                  <a:lnTo>
                    <a:pt x="28449" y="10443"/>
                  </a:lnTo>
                  <a:lnTo>
                    <a:pt x="25151" y="14208"/>
                  </a:lnTo>
                  <a:lnTo>
                    <a:pt x="24700" y="16286"/>
                  </a:lnTo>
                  <a:lnTo>
                    <a:pt x="15477" y="15873"/>
                  </a:lnTo>
                  <a:lnTo>
                    <a:pt x="6445" y="13822"/>
                  </a:lnTo>
                  <a:lnTo>
                    <a:pt x="2992" y="15509"/>
                  </a:lnTo>
                  <a:lnTo>
                    <a:pt x="369" y="12347"/>
                  </a:lnTo>
                  <a:lnTo>
                    <a:pt x="0" y="10261"/>
                  </a:lnTo>
                  <a:lnTo>
                    <a:pt x="3036" y="7991"/>
                  </a:lnTo>
                  <a:lnTo>
                    <a:pt x="5102" y="7175"/>
                  </a:lnTo>
                  <a:lnTo>
                    <a:pt x="7320" y="8366"/>
                  </a:lnTo>
                  <a:lnTo>
                    <a:pt x="9970" y="7560"/>
                  </a:lnTo>
                  <a:lnTo>
                    <a:pt x="11839" y="5565"/>
                  </a:lnTo>
                  <a:lnTo>
                    <a:pt x="10558" y="4304"/>
                  </a:lnTo>
                  <a:lnTo>
                    <a:pt x="10390" y="2610"/>
                  </a:lnTo>
                  <a:lnTo>
                    <a:pt x="12222" y="1260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h1068"/>
            <p:cNvSpPr/>
            <p:nvPr/>
          </p:nvSpPr>
          <p:spPr>
            <a:xfrm>
              <a:off x="2114181" y="2904284"/>
              <a:ext cx="24040" cy="22671"/>
            </a:xfrm>
            <a:custGeom>
              <a:avLst/>
              <a:pathLst>
                <a:path w="24040" h="22671">
                  <a:moveTo>
                    <a:pt x="4497" y="945"/>
                  </a:moveTo>
                  <a:lnTo>
                    <a:pt x="7782" y="3439"/>
                  </a:lnTo>
                  <a:lnTo>
                    <a:pt x="9146" y="7461"/>
                  </a:lnTo>
                  <a:lnTo>
                    <a:pt x="8510" y="9434"/>
                  </a:lnTo>
                  <a:lnTo>
                    <a:pt x="8828" y="10924"/>
                  </a:lnTo>
                  <a:lnTo>
                    <a:pt x="17397" y="13346"/>
                  </a:lnTo>
                  <a:lnTo>
                    <a:pt x="22767" y="11521"/>
                  </a:lnTo>
                  <a:lnTo>
                    <a:pt x="24040" y="13799"/>
                  </a:lnTo>
                  <a:lnTo>
                    <a:pt x="23128" y="17238"/>
                  </a:lnTo>
                  <a:lnTo>
                    <a:pt x="21632" y="20950"/>
                  </a:lnTo>
                  <a:lnTo>
                    <a:pt x="18918" y="22671"/>
                  </a:lnTo>
                  <a:lnTo>
                    <a:pt x="16730" y="21606"/>
                  </a:lnTo>
                  <a:lnTo>
                    <a:pt x="7395" y="21283"/>
                  </a:lnTo>
                  <a:lnTo>
                    <a:pt x="5431" y="20053"/>
                  </a:lnTo>
                  <a:lnTo>
                    <a:pt x="8660" y="16843"/>
                  </a:lnTo>
                  <a:lnTo>
                    <a:pt x="8207" y="13867"/>
                  </a:lnTo>
                  <a:lnTo>
                    <a:pt x="5909" y="7974"/>
                  </a:lnTo>
                  <a:lnTo>
                    <a:pt x="2656" y="3976"/>
                  </a:lnTo>
                  <a:lnTo>
                    <a:pt x="611" y="4092"/>
                  </a:lnTo>
                  <a:lnTo>
                    <a:pt x="0" y="2242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h1069"/>
            <p:cNvSpPr/>
            <p:nvPr/>
          </p:nvSpPr>
          <p:spPr>
            <a:xfrm>
              <a:off x="2221678" y="2852942"/>
              <a:ext cx="24214" cy="21630"/>
            </a:xfrm>
            <a:custGeom>
              <a:avLst/>
              <a:pathLst>
                <a:path w="24214" h="21630">
                  <a:moveTo>
                    <a:pt x="19820" y="203"/>
                  </a:moveTo>
                  <a:lnTo>
                    <a:pt x="21968" y="1040"/>
                  </a:lnTo>
                  <a:lnTo>
                    <a:pt x="24214" y="3207"/>
                  </a:lnTo>
                  <a:lnTo>
                    <a:pt x="23684" y="5050"/>
                  </a:lnTo>
                  <a:lnTo>
                    <a:pt x="22318" y="5600"/>
                  </a:lnTo>
                  <a:lnTo>
                    <a:pt x="22195" y="7451"/>
                  </a:lnTo>
                  <a:lnTo>
                    <a:pt x="19723" y="6915"/>
                  </a:lnTo>
                  <a:lnTo>
                    <a:pt x="16490" y="9514"/>
                  </a:lnTo>
                  <a:lnTo>
                    <a:pt x="13266" y="10113"/>
                  </a:lnTo>
                  <a:lnTo>
                    <a:pt x="9677" y="14213"/>
                  </a:lnTo>
                  <a:lnTo>
                    <a:pt x="10520" y="19429"/>
                  </a:lnTo>
                  <a:lnTo>
                    <a:pt x="8068" y="21458"/>
                  </a:lnTo>
                  <a:lnTo>
                    <a:pt x="6273" y="21630"/>
                  </a:lnTo>
                  <a:lnTo>
                    <a:pt x="4787" y="21113"/>
                  </a:lnTo>
                  <a:lnTo>
                    <a:pt x="4676" y="20129"/>
                  </a:lnTo>
                  <a:lnTo>
                    <a:pt x="2040" y="19370"/>
                  </a:lnTo>
                  <a:lnTo>
                    <a:pt x="2780" y="15343"/>
                  </a:lnTo>
                  <a:lnTo>
                    <a:pt x="1742" y="15129"/>
                  </a:lnTo>
                  <a:lnTo>
                    <a:pt x="0" y="12655"/>
                  </a:lnTo>
                  <a:lnTo>
                    <a:pt x="968" y="11227"/>
                  </a:lnTo>
                  <a:lnTo>
                    <a:pt x="3230" y="3486"/>
                  </a:lnTo>
                  <a:lnTo>
                    <a:pt x="3501" y="2157"/>
                  </a:lnTo>
                  <a:lnTo>
                    <a:pt x="7478" y="2739"/>
                  </a:lnTo>
                  <a:lnTo>
                    <a:pt x="10598" y="1898"/>
                  </a:lnTo>
                  <a:lnTo>
                    <a:pt x="10349" y="1436"/>
                  </a:lnTo>
                  <a:lnTo>
                    <a:pt x="1150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h1070"/>
            <p:cNvSpPr/>
            <p:nvPr/>
          </p:nvSpPr>
          <p:spPr>
            <a:xfrm>
              <a:off x="2354449" y="2944010"/>
              <a:ext cx="34421" cy="29125"/>
            </a:xfrm>
            <a:custGeom>
              <a:avLst/>
              <a:pathLst>
                <a:path w="34421" h="29125">
                  <a:moveTo>
                    <a:pt x="30152" y="589"/>
                  </a:moveTo>
                  <a:lnTo>
                    <a:pt x="32247" y="3068"/>
                  </a:lnTo>
                  <a:lnTo>
                    <a:pt x="33599" y="6969"/>
                  </a:lnTo>
                  <a:lnTo>
                    <a:pt x="34421" y="7699"/>
                  </a:lnTo>
                  <a:lnTo>
                    <a:pt x="31791" y="7712"/>
                  </a:lnTo>
                  <a:lnTo>
                    <a:pt x="31238" y="12198"/>
                  </a:lnTo>
                  <a:lnTo>
                    <a:pt x="33125" y="14019"/>
                  </a:lnTo>
                  <a:lnTo>
                    <a:pt x="30218" y="17186"/>
                  </a:lnTo>
                  <a:lnTo>
                    <a:pt x="27805" y="18397"/>
                  </a:lnTo>
                  <a:lnTo>
                    <a:pt x="21525" y="19471"/>
                  </a:lnTo>
                  <a:lnTo>
                    <a:pt x="19392" y="23400"/>
                  </a:lnTo>
                  <a:lnTo>
                    <a:pt x="20075" y="27620"/>
                  </a:lnTo>
                  <a:lnTo>
                    <a:pt x="18823" y="28682"/>
                  </a:lnTo>
                  <a:lnTo>
                    <a:pt x="15712" y="29125"/>
                  </a:lnTo>
                  <a:lnTo>
                    <a:pt x="13346" y="28258"/>
                  </a:lnTo>
                  <a:lnTo>
                    <a:pt x="12061" y="28940"/>
                  </a:lnTo>
                  <a:lnTo>
                    <a:pt x="11332" y="26540"/>
                  </a:lnTo>
                  <a:lnTo>
                    <a:pt x="9881" y="25710"/>
                  </a:lnTo>
                  <a:lnTo>
                    <a:pt x="4223" y="25523"/>
                  </a:lnTo>
                  <a:lnTo>
                    <a:pt x="2262" y="27732"/>
                  </a:lnTo>
                  <a:lnTo>
                    <a:pt x="518" y="24194"/>
                  </a:lnTo>
                  <a:lnTo>
                    <a:pt x="0" y="18067"/>
                  </a:lnTo>
                  <a:lnTo>
                    <a:pt x="2964" y="15619"/>
                  </a:lnTo>
                  <a:lnTo>
                    <a:pt x="7394" y="13392"/>
                  </a:lnTo>
                  <a:lnTo>
                    <a:pt x="4696" y="5487"/>
                  </a:lnTo>
                  <a:lnTo>
                    <a:pt x="9103" y="3203"/>
                  </a:lnTo>
                  <a:lnTo>
                    <a:pt x="11969" y="3943"/>
                  </a:lnTo>
                  <a:lnTo>
                    <a:pt x="12586" y="3465"/>
                  </a:lnTo>
                  <a:lnTo>
                    <a:pt x="18896" y="3717"/>
                  </a:lnTo>
                  <a:lnTo>
                    <a:pt x="24495" y="3018"/>
                  </a:lnTo>
                  <a:lnTo>
                    <a:pt x="27501" y="1702"/>
                  </a:lnTo>
                  <a:lnTo>
                    <a:pt x="286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h1071"/>
            <p:cNvSpPr/>
            <p:nvPr/>
          </p:nvSpPr>
          <p:spPr>
            <a:xfrm>
              <a:off x="2137108" y="2893878"/>
              <a:ext cx="35197" cy="28018"/>
            </a:xfrm>
            <a:custGeom>
              <a:avLst/>
              <a:pathLst>
                <a:path w="35197" h="28018">
                  <a:moveTo>
                    <a:pt x="33804" y="5504"/>
                  </a:moveTo>
                  <a:lnTo>
                    <a:pt x="35197" y="11795"/>
                  </a:lnTo>
                  <a:lnTo>
                    <a:pt x="33239" y="13596"/>
                  </a:lnTo>
                  <a:lnTo>
                    <a:pt x="30480" y="12449"/>
                  </a:lnTo>
                  <a:lnTo>
                    <a:pt x="26380" y="12360"/>
                  </a:lnTo>
                  <a:lnTo>
                    <a:pt x="24768" y="13986"/>
                  </a:lnTo>
                  <a:lnTo>
                    <a:pt x="26335" y="17349"/>
                  </a:lnTo>
                  <a:lnTo>
                    <a:pt x="22004" y="20819"/>
                  </a:lnTo>
                  <a:lnTo>
                    <a:pt x="19784" y="22397"/>
                  </a:lnTo>
                  <a:lnTo>
                    <a:pt x="16695" y="21721"/>
                  </a:lnTo>
                  <a:lnTo>
                    <a:pt x="14311" y="22819"/>
                  </a:lnTo>
                  <a:lnTo>
                    <a:pt x="12835" y="26196"/>
                  </a:lnTo>
                  <a:lnTo>
                    <a:pt x="7538" y="28018"/>
                  </a:lnTo>
                  <a:lnTo>
                    <a:pt x="6080" y="26588"/>
                  </a:lnTo>
                  <a:lnTo>
                    <a:pt x="3668" y="21283"/>
                  </a:lnTo>
                  <a:lnTo>
                    <a:pt x="2045" y="20954"/>
                  </a:lnTo>
                  <a:lnTo>
                    <a:pt x="3163" y="18147"/>
                  </a:lnTo>
                  <a:lnTo>
                    <a:pt x="0" y="14189"/>
                  </a:lnTo>
                  <a:lnTo>
                    <a:pt x="1440" y="12892"/>
                  </a:lnTo>
                  <a:lnTo>
                    <a:pt x="4629" y="12913"/>
                  </a:lnTo>
                  <a:lnTo>
                    <a:pt x="6262" y="12169"/>
                  </a:lnTo>
                  <a:lnTo>
                    <a:pt x="9936" y="11977"/>
                  </a:lnTo>
                  <a:lnTo>
                    <a:pt x="15172" y="12780"/>
                  </a:lnTo>
                  <a:lnTo>
                    <a:pt x="17673" y="10282"/>
                  </a:lnTo>
                  <a:lnTo>
                    <a:pt x="18699" y="7332"/>
                  </a:lnTo>
                  <a:lnTo>
                    <a:pt x="16095" y="5603"/>
                  </a:lnTo>
                  <a:lnTo>
                    <a:pt x="15728" y="4576"/>
                  </a:lnTo>
                  <a:lnTo>
                    <a:pt x="20371" y="3807"/>
                  </a:lnTo>
                  <a:lnTo>
                    <a:pt x="22492" y="899"/>
                  </a:lnTo>
                  <a:lnTo>
                    <a:pt x="26184" y="0"/>
                  </a:lnTo>
                  <a:lnTo>
                    <a:pt x="30294" y="828"/>
                  </a:lnTo>
                  <a:close/>
                  <a:moveTo>
                    <a:pt x="18714" y="5913"/>
                  </a:moveTo>
                  <a:lnTo>
                    <a:pt x="18436" y="5528"/>
                  </a:lnTo>
                  <a:lnTo>
                    <a:pt x="18397" y="606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h1072"/>
            <p:cNvSpPr/>
            <p:nvPr/>
          </p:nvSpPr>
          <p:spPr>
            <a:xfrm>
              <a:off x="2264252" y="2904910"/>
              <a:ext cx="24173" cy="18377"/>
            </a:xfrm>
            <a:custGeom>
              <a:avLst/>
              <a:pathLst>
                <a:path w="24173" h="18377">
                  <a:moveTo>
                    <a:pt x="20925" y="1315"/>
                  </a:moveTo>
                  <a:lnTo>
                    <a:pt x="23770" y="2687"/>
                  </a:lnTo>
                  <a:lnTo>
                    <a:pt x="23487" y="11479"/>
                  </a:lnTo>
                  <a:lnTo>
                    <a:pt x="24173" y="14268"/>
                  </a:lnTo>
                  <a:lnTo>
                    <a:pt x="23456" y="16807"/>
                  </a:lnTo>
                  <a:lnTo>
                    <a:pt x="21404" y="18377"/>
                  </a:lnTo>
                  <a:lnTo>
                    <a:pt x="19230" y="17003"/>
                  </a:lnTo>
                  <a:lnTo>
                    <a:pt x="19566" y="15707"/>
                  </a:lnTo>
                  <a:lnTo>
                    <a:pt x="18728" y="14756"/>
                  </a:lnTo>
                  <a:lnTo>
                    <a:pt x="13755" y="16246"/>
                  </a:lnTo>
                  <a:lnTo>
                    <a:pt x="13835" y="17596"/>
                  </a:lnTo>
                  <a:lnTo>
                    <a:pt x="9658" y="17420"/>
                  </a:lnTo>
                  <a:lnTo>
                    <a:pt x="5631" y="16347"/>
                  </a:lnTo>
                  <a:lnTo>
                    <a:pt x="0" y="5917"/>
                  </a:lnTo>
                  <a:lnTo>
                    <a:pt x="2501" y="4036"/>
                  </a:lnTo>
                  <a:lnTo>
                    <a:pt x="3992" y="4492"/>
                  </a:lnTo>
                  <a:lnTo>
                    <a:pt x="11127" y="3979"/>
                  </a:lnTo>
                  <a:lnTo>
                    <a:pt x="1501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h1073"/>
            <p:cNvSpPr/>
            <p:nvPr/>
          </p:nvSpPr>
          <p:spPr>
            <a:xfrm>
              <a:off x="2289941" y="2969859"/>
              <a:ext cx="60002" cy="65715"/>
            </a:xfrm>
            <a:custGeom>
              <a:avLst/>
              <a:pathLst>
                <a:path w="60002" h="65715">
                  <a:moveTo>
                    <a:pt x="6741" y="1482"/>
                  </a:moveTo>
                  <a:lnTo>
                    <a:pt x="8622" y="1291"/>
                  </a:lnTo>
                  <a:lnTo>
                    <a:pt x="12643" y="2410"/>
                  </a:lnTo>
                  <a:lnTo>
                    <a:pt x="12888" y="4470"/>
                  </a:lnTo>
                  <a:lnTo>
                    <a:pt x="11865" y="4622"/>
                  </a:lnTo>
                  <a:lnTo>
                    <a:pt x="11490" y="6345"/>
                  </a:lnTo>
                  <a:lnTo>
                    <a:pt x="15185" y="10388"/>
                  </a:lnTo>
                  <a:lnTo>
                    <a:pt x="18309" y="10962"/>
                  </a:lnTo>
                  <a:lnTo>
                    <a:pt x="16231" y="14759"/>
                  </a:lnTo>
                  <a:lnTo>
                    <a:pt x="19288" y="19256"/>
                  </a:lnTo>
                  <a:lnTo>
                    <a:pt x="20654" y="19713"/>
                  </a:lnTo>
                  <a:lnTo>
                    <a:pt x="21745" y="19276"/>
                  </a:lnTo>
                  <a:lnTo>
                    <a:pt x="20796" y="16851"/>
                  </a:lnTo>
                  <a:lnTo>
                    <a:pt x="21598" y="15409"/>
                  </a:lnTo>
                  <a:lnTo>
                    <a:pt x="27115" y="10946"/>
                  </a:lnTo>
                  <a:lnTo>
                    <a:pt x="34138" y="6904"/>
                  </a:lnTo>
                  <a:lnTo>
                    <a:pt x="36690" y="17548"/>
                  </a:lnTo>
                  <a:lnTo>
                    <a:pt x="36336" y="18906"/>
                  </a:lnTo>
                  <a:lnTo>
                    <a:pt x="38145" y="24730"/>
                  </a:lnTo>
                  <a:lnTo>
                    <a:pt x="39551" y="33319"/>
                  </a:lnTo>
                  <a:lnTo>
                    <a:pt x="39396" y="37337"/>
                  </a:lnTo>
                  <a:lnTo>
                    <a:pt x="40426" y="39408"/>
                  </a:lnTo>
                  <a:lnTo>
                    <a:pt x="44023" y="40369"/>
                  </a:lnTo>
                  <a:lnTo>
                    <a:pt x="44890" y="39933"/>
                  </a:lnTo>
                  <a:lnTo>
                    <a:pt x="46773" y="35415"/>
                  </a:lnTo>
                  <a:lnTo>
                    <a:pt x="46130" y="33230"/>
                  </a:lnTo>
                  <a:lnTo>
                    <a:pt x="46710" y="29834"/>
                  </a:lnTo>
                  <a:lnTo>
                    <a:pt x="47948" y="28253"/>
                  </a:lnTo>
                  <a:lnTo>
                    <a:pt x="52366" y="30073"/>
                  </a:lnTo>
                  <a:lnTo>
                    <a:pt x="59858" y="38686"/>
                  </a:lnTo>
                  <a:lnTo>
                    <a:pt x="60002" y="39762"/>
                  </a:lnTo>
                  <a:lnTo>
                    <a:pt x="59275" y="43864"/>
                  </a:lnTo>
                  <a:lnTo>
                    <a:pt x="57569" y="47403"/>
                  </a:lnTo>
                  <a:lnTo>
                    <a:pt x="50450" y="54544"/>
                  </a:lnTo>
                  <a:lnTo>
                    <a:pt x="49435" y="56970"/>
                  </a:lnTo>
                  <a:lnTo>
                    <a:pt x="41137" y="65715"/>
                  </a:lnTo>
                  <a:lnTo>
                    <a:pt x="40025" y="65453"/>
                  </a:lnTo>
                  <a:lnTo>
                    <a:pt x="39560" y="60755"/>
                  </a:lnTo>
                  <a:lnTo>
                    <a:pt x="35069" y="56949"/>
                  </a:lnTo>
                  <a:lnTo>
                    <a:pt x="31891" y="57973"/>
                  </a:lnTo>
                  <a:lnTo>
                    <a:pt x="30232" y="61037"/>
                  </a:lnTo>
                  <a:lnTo>
                    <a:pt x="30387" y="62077"/>
                  </a:lnTo>
                  <a:lnTo>
                    <a:pt x="23877" y="62731"/>
                  </a:lnTo>
                  <a:lnTo>
                    <a:pt x="18996" y="57977"/>
                  </a:lnTo>
                  <a:lnTo>
                    <a:pt x="18121" y="55129"/>
                  </a:lnTo>
                  <a:lnTo>
                    <a:pt x="22571" y="45663"/>
                  </a:lnTo>
                  <a:lnTo>
                    <a:pt x="22712" y="43855"/>
                  </a:lnTo>
                  <a:lnTo>
                    <a:pt x="20861" y="37900"/>
                  </a:lnTo>
                  <a:lnTo>
                    <a:pt x="13162" y="30448"/>
                  </a:lnTo>
                  <a:lnTo>
                    <a:pt x="7458" y="31810"/>
                  </a:lnTo>
                  <a:lnTo>
                    <a:pt x="5282" y="30045"/>
                  </a:lnTo>
                  <a:lnTo>
                    <a:pt x="1856" y="19843"/>
                  </a:lnTo>
                  <a:lnTo>
                    <a:pt x="0" y="19023"/>
                  </a:lnTo>
                  <a:lnTo>
                    <a:pt x="2725" y="15696"/>
                  </a:lnTo>
                  <a:lnTo>
                    <a:pt x="4346" y="4638"/>
                  </a:lnTo>
                  <a:lnTo>
                    <a:pt x="577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h1074"/>
            <p:cNvSpPr/>
            <p:nvPr/>
          </p:nvSpPr>
          <p:spPr>
            <a:xfrm>
              <a:off x="2375704" y="2906858"/>
              <a:ext cx="17528" cy="20245"/>
            </a:xfrm>
            <a:custGeom>
              <a:avLst/>
              <a:pathLst>
                <a:path w="17528" h="20245">
                  <a:moveTo>
                    <a:pt x="11140" y="161"/>
                  </a:moveTo>
                  <a:lnTo>
                    <a:pt x="12578" y="1987"/>
                  </a:lnTo>
                  <a:lnTo>
                    <a:pt x="15855" y="3582"/>
                  </a:lnTo>
                  <a:lnTo>
                    <a:pt x="17528" y="2765"/>
                  </a:lnTo>
                  <a:lnTo>
                    <a:pt x="16174" y="6674"/>
                  </a:lnTo>
                  <a:lnTo>
                    <a:pt x="16642" y="14207"/>
                  </a:lnTo>
                  <a:lnTo>
                    <a:pt x="15947" y="16814"/>
                  </a:lnTo>
                  <a:lnTo>
                    <a:pt x="11210" y="19981"/>
                  </a:lnTo>
                  <a:lnTo>
                    <a:pt x="7008" y="19965"/>
                  </a:lnTo>
                  <a:lnTo>
                    <a:pt x="6986" y="18552"/>
                  </a:lnTo>
                  <a:lnTo>
                    <a:pt x="3737" y="20245"/>
                  </a:lnTo>
                  <a:lnTo>
                    <a:pt x="3201" y="19872"/>
                  </a:lnTo>
                  <a:lnTo>
                    <a:pt x="3524" y="14119"/>
                  </a:lnTo>
                  <a:lnTo>
                    <a:pt x="0" y="10913"/>
                  </a:lnTo>
                  <a:lnTo>
                    <a:pt x="2686" y="7586"/>
                  </a:lnTo>
                  <a:lnTo>
                    <a:pt x="2226" y="4966"/>
                  </a:lnTo>
                  <a:lnTo>
                    <a:pt x="2913" y="5524"/>
                  </a:lnTo>
                  <a:lnTo>
                    <a:pt x="8843" y="4063"/>
                  </a:lnTo>
                  <a:lnTo>
                    <a:pt x="9317" y="1837"/>
                  </a:lnTo>
                  <a:lnTo>
                    <a:pt x="881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h1075"/>
            <p:cNvSpPr/>
            <p:nvPr/>
          </p:nvSpPr>
          <p:spPr>
            <a:xfrm>
              <a:off x="2184780" y="2950712"/>
              <a:ext cx="19952" cy="17385"/>
            </a:xfrm>
            <a:custGeom>
              <a:avLst/>
              <a:pathLst>
                <a:path w="19952" h="17385">
                  <a:moveTo>
                    <a:pt x="8574" y="864"/>
                  </a:moveTo>
                  <a:lnTo>
                    <a:pt x="11513" y="9257"/>
                  </a:lnTo>
                  <a:lnTo>
                    <a:pt x="17583" y="11308"/>
                  </a:lnTo>
                  <a:lnTo>
                    <a:pt x="19858" y="13018"/>
                  </a:lnTo>
                  <a:lnTo>
                    <a:pt x="19952" y="16946"/>
                  </a:lnTo>
                  <a:lnTo>
                    <a:pt x="18034" y="17233"/>
                  </a:lnTo>
                  <a:lnTo>
                    <a:pt x="16656" y="15976"/>
                  </a:lnTo>
                  <a:lnTo>
                    <a:pt x="16547" y="14951"/>
                  </a:lnTo>
                  <a:lnTo>
                    <a:pt x="6512" y="17385"/>
                  </a:lnTo>
                  <a:lnTo>
                    <a:pt x="5316" y="15816"/>
                  </a:lnTo>
                  <a:lnTo>
                    <a:pt x="3512" y="16711"/>
                  </a:lnTo>
                  <a:lnTo>
                    <a:pt x="809" y="8054"/>
                  </a:lnTo>
                  <a:lnTo>
                    <a:pt x="3758" y="6105"/>
                  </a:lnTo>
                  <a:lnTo>
                    <a:pt x="0" y="2455"/>
                  </a:lnTo>
                  <a:lnTo>
                    <a:pt x="430" y="1341"/>
                  </a:lnTo>
                  <a:lnTo>
                    <a:pt x="3437" y="1340"/>
                  </a:lnTo>
                  <a:lnTo>
                    <a:pt x="5029" y="563"/>
                  </a:lnTo>
                  <a:lnTo>
                    <a:pt x="694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h1076"/>
            <p:cNvSpPr/>
            <p:nvPr/>
          </p:nvSpPr>
          <p:spPr>
            <a:xfrm>
              <a:off x="2281244" y="2931420"/>
              <a:ext cx="42835" cy="58152"/>
            </a:xfrm>
            <a:custGeom>
              <a:avLst/>
              <a:pathLst>
                <a:path w="42835" h="58152">
                  <a:moveTo>
                    <a:pt x="25372" y="1009"/>
                  </a:moveTo>
                  <a:lnTo>
                    <a:pt x="25943" y="2242"/>
                  </a:lnTo>
                  <a:lnTo>
                    <a:pt x="26761" y="2265"/>
                  </a:lnTo>
                  <a:lnTo>
                    <a:pt x="27574" y="618"/>
                  </a:lnTo>
                  <a:lnTo>
                    <a:pt x="28839" y="1486"/>
                  </a:lnTo>
                  <a:lnTo>
                    <a:pt x="31577" y="5559"/>
                  </a:lnTo>
                  <a:lnTo>
                    <a:pt x="31966" y="7941"/>
                  </a:lnTo>
                  <a:lnTo>
                    <a:pt x="31121" y="21114"/>
                  </a:lnTo>
                  <a:lnTo>
                    <a:pt x="38119" y="28505"/>
                  </a:lnTo>
                  <a:lnTo>
                    <a:pt x="40106" y="32558"/>
                  </a:lnTo>
                  <a:lnTo>
                    <a:pt x="42340" y="36133"/>
                  </a:lnTo>
                  <a:lnTo>
                    <a:pt x="42835" y="45343"/>
                  </a:lnTo>
                  <a:lnTo>
                    <a:pt x="35812" y="49386"/>
                  </a:lnTo>
                  <a:lnTo>
                    <a:pt x="30295" y="53848"/>
                  </a:lnTo>
                  <a:lnTo>
                    <a:pt x="29493" y="55290"/>
                  </a:lnTo>
                  <a:lnTo>
                    <a:pt x="30442" y="57716"/>
                  </a:lnTo>
                  <a:lnTo>
                    <a:pt x="29351" y="58152"/>
                  </a:lnTo>
                  <a:lnTo>
                    <a:pt x="27986" y="57695"/>
                  </a:lnTo>
                  <a:lnTo>
                    <a:pt x="24928" y="53199"/>
                  </a:lnTo>
                  <a:lnTo>
                    <a:pt x="27007" y="49402"/>
                  </a:lnTo>
                  <a:lnTo>
                    <a:pt x="23882" y="48827"/>
                  </a:lnTo>
                  <a:lnTo>
                    <a:pt x="20188" y="44785"/>
                  </a:lnTo>
                  <a:lnTo>
                    <a:pt x="20562" y="43061"/>
                  </a:lnTo>
                  <a:lnTo>
                    <a:pt x="21585" y="42909"/>
                  </a:lnTo>
                  <a:lnTo>
                    <a:pt x="21340" y="40850"/>
                  </a:lnTo>
                  <a:lnTo>
                    <a:pt x="17320" y="39730"/>
                  </a:lnTo>
                  <a:lnTo>
                    <a:pt x="15438" y="39921"/>
                  </a:lnTo>
                  <a:lnTo>
                    <a:pt x="14474" y="38439"/>
                  </a:lnTo>
                  <a:lnTo>
                    <a:pt x="14648" y="37008"/>
                  </a:lnTo>
                  <a:lnTo>
                    <a:pt x="11572" y="34047"/>
                  </a:lnTo>
                  <a:lnTo>
                    <a:pt x="9794" y="27566"/>
                  </a:lnTo>
                  <a:lnTo>
                    <a:pt x="7967" y="25645"/>
                  </a:lnTo>
                  <a:lnTo>
                    <a:pt x="9641" y="21211"/>
                  </a:lnTo>
                  <a:lnTo>
                    <a:pt x="1650" y="16660"/>
                  </a:lnTo>
                  <a:lnTo>
                    <a:pt x="1557" y="15780"/>
                  </a:lnTo>
                  <a:lnTo>
                    <a:pt x="1806" y="14297"/>
                  </a:lnTo>
                  <a:lnTo>
                    <a:pt x="256" y="14477"/>
                  </a:lnTo>
                  <a:lnTo>
                    <a:pt x="0" y="12561"/>
                  </a:lnTo>
                  <a:lnTo>
                    <a:pt x="2313" y="10025"/>
                  </a:lnTo>
                  <a:lnTo>
                    <a:pt x="7265" y="11656"/>
                  </a:lnTo>
                  <a:lnTo>
                    <a:pt x="7943" y="13307"/>
                  </a:lnTo>
                  <a:lnTo>
                    <a:pt x="11038" y="15481"/>
                  </a:lnTo>
                  <a:lnTo>
                    <a:pt x="15659" y="13126"/>
                  </a:lnTo>
                  <a:lnTo>
                    <a:pt x="24239" y="5279"/>
                  </a:lnTo>
                  <a:lnTo>
                    <a:pt x="2323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h1077"/>
            <p:cNvSpPr/>
            <p:nvPr/>
          </p:nvSpPr>
          <p:spPr>
            <a:xfrm>
              <a:off x="2222783" y="2932724"/>
              <a:ext cx="24548" cy="11835"/>
            </a:xfrm>
            <a:custGeom>
              <a:avLst/>
              <a:pathLst>
                <a:path w="24548" h="11835">
                  <a:moveTo>
                    <a:pt x="13100" y="2051"/>
                  </a:moveTo>
                  <a:lnTo>
                    <a:pt x="22323" y="2464"/>
                  </a:lnTo>
                  <a:lnTo>
                    <a:pt x="24548" y="5927"/>
                  </a:lnTo>
                  <a:lnTo>
                    <a:pt x="20050" y="10111"/>
                  </a:lnTo>
                  <a:lnTo>
                    <a:pt x="15743" y="11550"/>
                  </a:lnTo>
                  <a:lnTo>
                    <a:pt x="11676" y="10854"/>
                  </a:lnTo>
                  <a:lnTo>
                    <a:pt x="6480" y="10967"/>
                  </a:lnTo>
                  <a:lnTo>
                    <a:pt x="3682" y="11835"/>
                  </a:lnTo>
                  <a:lnTo>
                    <a:pt x="1344" y="11439"/>
                  </a:lnTo>
                  <a:lnTo>
                    <a:pt x="706" y="9546"/>
                  </a:lnTo>
                  <a:lnTo>
                    <a:pt x="1942" y="8279"/>
                  </a:lnTo>
                  <a:lnTo>
                    <a:pt x="0" y="7133"/>
                  </a:lnTo>
                  <a:lnTo>
                    <a:pt x="615" y="1687"/>
                  </a:lnTo>
                  <a:lnTo>
                    <a:pt x="40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h1078"/>
            <p:cNvSpPr/>
            <p:nvPr/>
          </p:nvSpPr>
          <p:spPr>
            <a:xfrm>
              <a:off x="2099582" y="2908261"/>
              <a:ext cx="33517" cy="45227"/>
            </a:xfrm>
            <a:custGeom>
              <a:avLst/>
              <a:pathLst>
                <a:path w="33517" h="45227">
                  <a:moveTo>
                    <a:pt x="17255" y="0"/>
                  </a:moveTo>
                  <a:lnTo>
                    <a:pt x="20508" y="3997"/>
                  </a:lnTo>
                  <a:lnTo>
                    <a:pt x="22806" y="9890"/>
                  </a:lnTo>
                  <a:lnTo>
                    <a:pt x="23260" y="12866"/>
                  </a:lnTo>
                  <a:lnTo>
                    <a:pt x="20031" y="16076"/>
                  </a:lnTo>
                  <a:lnTo>
                    <a:pt x="21994" y="17306"/>
                  </a:lnTo>
                  <a:lnTo>
                    <a:pt x="31329" y="17629"/>
                  </a:lnTo>
                  <a:lnTo>
                    <a:pt x="33517" y="18694"/>
                  </a:lnTo>
                  <a:lnTo>
                    <a:pt x="31900" y="22751"/>
                  </a:lnTo>
                  <a:lnTo>
                    <a:pt x="31714" y="25988"/>
                  </a:lnTo>
                  <a:lnTo>
                    <a:pt x="32656" y="29368"/>
                  </a:lnTo>
                  <a:lnTo>
                    <a:pt x="20167" y="30424"/>
                  </a:lnTo>
                  <a:lnTo>
                    <a:pt x="17492" y="32871"/>
                  </a:lnTo>
                  <a:lnTo>
                    <a:pt x="17270" y="36626"/>
                  </a:lnTo>
                  <a:lnTo>
                    <a:pt x="18352" y="38526"/>
                  </a:lnTo>
                  <a:lnTo>
                    <a:pt x="17698" y="40369"/>
                  </a:lnTo>
                  <a:lnTo>
                    <a:pt x="17505" y="41039"/>
                  </a:lnTo>
                  <a:lnTo>
                    <a:pt x="12670" y="43864"/>
                  </a:lnTo>
                  <a:lnTo>
                    <a:pt x="9182" y="45227"/>
                  </a:lnTo>
                  <a:lnTo>
                    <a:pt x="7670" y="44816"/>
                  </a:lnTo>
                  <a:lnTo>
                    <a:pt x="7394" y="42658"/>
                  </a:lnTo>
                  <a:lnTo>
                    <a:pt x="5587" y="42092"/>
                  </a:lnTo>
                  <a:lnTo>
                    <a:pt x="1499" y="44485"/>
                  </a:lnTo>
                  <a:lnTo>
                    <a:pt x="134" y="44501"/>
                  </a:lnTo>
                  <a:lnTo>
                    <a:pt x="0" y="43820"/>
                  </a:lnTo>
                  <a:lnTo>
                    <a:pt x="1488" y="42621"/>
                  </a:lnTo>
                  <a:lnTo>
                    <a:pt x="3000" y="39228"/>
                  </a:lnTo>
                  <a:lnTo>
                    <a:pt x="2618" y="35769"/>
                  </a:lnTo>
                  <a:lnTo>
                    <a:pt x="1476" y="33533"/>
                  </a:lnTo>
                  <a:lnTo>
                    <a:pt x="2646" y="31724"/>
                  </a:lnTo>
                  <a:lnTo>
                    <a:pt x="4806" y="31463"/>
                  </a:lnTo>
                  <a:lnTo>
                    <a:pt x="7551" y="28555"/>
                  </a:lnTo>
                  <a:lnTo>
                    <a:pt x="9447" y="20606"/>
                  </a:lnTo>
                  <a:lnTo>
                    <a:pt x="9409" y="18372"/>
                  </a:lnTo>
                  <a:lnTo>
                    <a:pt x="16059" y="14982"/>
                  </a:lnTo>
                  <a:lnTo>
                    <a:pt x="18689" y="14972"/>
                  </a:lnTo>
                  <a:lnTo>
                    <a:pt x="15210" y="11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h1079"/>
            <p:cNvSpPr/>
            <p:nvPr/>
          </p:nvSpPr>
          <p:spPr>
            <a:xfrm>
              <a:off x="2118509" y="2893552"/>
              <a:ext cx="24861" cy="24079"/>
            </a:xfrm>
            <a:custGeom>
              <a:avLst/>
              <a:pathLst>
                <a:path w="24861" h="24079">
                  <a:moveTo>
                    <a:pt x="22925" y="1482"/>
                  </a:moveTo>
                  <a:lnTo>
                    <a:pt x="22004" y="2743"/>
                  </a:lnTo>
                  <a:lnTo>
                    <a:pt x="22815" y="7831"/>
                  </a:lnTo>
                  <a:lnTo>
                    <a:pt x="23371" y="10721"/>
                  </a:lnTo>
                  <a:lnTo>
                    <a:pt x="24861" y="12495"/>
                  </a:lnTo>
                  <a:lnTo>
                    <a:pt x="23228" y="13239"/>
                  </a:lnTo>
                  <a:lnTo>
                    <a:pt x="20039" y="13219"/>
                  </a:lnTo>
                  <a:lnTo>
                    <a:pt x="18598" y="14516"/>
                  </a:lnTo>
                  <a:lnTo>
                    <a:pt x="21762" y="18473"/>
                  </a:lnTo>
                  <a:lnTo>
                    <a:pt x="20644" y="21280"/>
                  </a:lnTo>
                  <a:lnTo>
                    <a:pt x="18439" y="22254"/>
                  </a:lnTo>
                  <a:lnTo>
                    <a:pt x="13069" y="24079"/>
                  </a:lnTo>
                  <a:lnTo>
                    <a:pt x="4500" y="21656"/>
                  </a:lnTo>
                  <a:lnTo>
                    <a:pt x="4182" y="20166"/>
                  </a:lnTo>
                  <a:lnTo>
                    <a:pt x="4818" y="18193"/>
                  </a:lnTo>
                  <a:lnTo>
                    <a:pt x="3454" y="14172"/>
                  </a:lnTo>
                  <a:lnTo>
                    <a:pt x="170" y="11677"/>
                  </a:lnTo>
                  <a:lnTo>
                    <a:pt x="0" y="10732"/>
                  </a:lnTo>
                  <a:lnTo>
                    <a:pt x="6971" y="9413"/>
                  </a:lnTo>
                  <a:lnTo>
                    <a:pt x="5436" y="6579"/>
                  </a:lnTo>
                  <a:lnTo>
                    <a:pt x="5764" y="3816"/>
                  </a:lnTo>
                  <a:lnTo>
                    <a:pt x="9676" y="3191"/>
                  </a:lnTo>
                  <a:lnTo>
                    <a:pt x="10076" y="1430"/>
                  </a:lnTo>
                  <a:lnTo>
                    <a:pt x="13231" y="907"/>
                  </a:lnTo>
                  <a:lnTo>
                    <a:pt x="18002" y="1235"/>
                  </a:lnTo>
                  <a:lnTo>
                    <a:pt x="2060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h1080"/>
            <p:cNvSpPr/>
            <p:nvPr/>
          </p:nvSpPr>
          <p:spPr>
            <a:xfrm>
              <a:off x="2138911" y="2937481"/>
              <a:ext cx="51214" cy="52183"/>
            </a:xfrm>
            <a:custGeom>
              <a:avLst/>
              <a:pathLst>
                <a:path w="51214" h="52183">
                  <a:moveTo>
                    <a:pt x="30185" y="660"/>
                  </a:moveTo>
                  <a:lnTo>
                    <a:pt x="33228" y="3524"/>
                  </a:lnTo>
                  <a:lnTo>
                    <a:pt x="44201" y="5413"/>
                  </a:lnTo>
                  <a:lnTo>
                    <a:pt x="47007" y="5326"/>
                  </a:lnTo>
                  <a:lnTo>
                    <a:pt x="48625" y="5310"/>
                  </a:lnTo>
                  <a:lnTo>
                    <a:pt x="49518" y="7440"/>
                  </a:lnTo>
                  <a:lnTo>
                    <a:pt x="51183" y="7185"/>
                  </a:lnTo>
                  <a:lnTo>
                    <a:pt x="50621" y="8088"/>
                  </a:lnTo>
                  <a:lnTo>
                    <a:pt x="51214" y="10603"/>
                  </a:lnTo>
                  <a:lnTo>
                    <a:pt x="50898" y="13794"/>
                  </a:lnTo>
                  <a:lnTo>
                    <a:pt x="49306" y="14571"/>
                  </a:lnTo>
                  <a:lnTo>
                    <a:pt x="46299" y="14572"/>
                  </a:lnTo>
                  <a:lnTo>
                    <a:pt x="45868" y="15686"/>
                  </a:lnTo>
                  <a:lnTo>
                    <a:pt x="49627" y="19336"/>
                  </a:lnTo>
                  <a:lnTo>
                    <a:pt x="46678" y="21285"/>
                  </a:lnTo>
                  <a:lnTo>
                    <a:pt x="49381" y="29942"/>
                  </a:lnTo>
                  <a:lnTo>
                    <a:pt x="47432" y="30086"/>
                  </a:lnTo>
                  <a:lnTo>
                    <a:pt x="45077" y="32132"/>
                  </a:lnTo>
                  <a:lnTo>
                    <a:pt x="44487" y="34503"/>
                  </a:lnTo>
                  <a:lnTo>
                    <a:pt x="48185" y="38489"/>
                  </a:lnTo>
                  <a:lnTo>
                    <a:pt x="50634" y="42682"/>
                  </a:lnTo>
                  <a:lnTo>
                    <a:pt x="49796" y="43224"/>
                  </a:lnTo>
                  <a:lnTo>
                    <a:pt x="46868" y="44204"/>
                  </a:lnTo>
                  <a:lnTo>
                    <a:pt x="44321" y="44094"/>
                  </a:lnTo>
                  <a:lnTo>
                    <a:pt x="40015" y="41759"/>
                  </a:lnTo>
                  <a:lnTo>
                    <a:pt x="36254" y="41110"/>
                  </a:lnTo>
                  <a:lnTo>
                    <a:pt x="34871" y="41748"/>
                  </a:lnTo>
                  <a:lnTo>
                    <a:pt x="35782" y="44166"/>
                  </a:lnTo>
                  <a:lnTo>
                    <a:pt x="35265" y="45657"/>
                  </a:lnTo>
                  <a:lnTo>
                    <a:pt x="34596" y="45608"/>
                  </a:lnTo>
                  <a:lnTo>
                    <a:pt x="33889" y="52183"/>
                  </a:lnTo>
                  <a:lnTo>
                    <a:pt x="27473" y="46523"/>
                  </a:lnTo>
                  <a:lnTo>
                    <a:pt x="24271" y="40816"/>
                  </a:lnTo>
                  <a:lnTo>
                    <a:pt x="23481" y="40698"/>
                  </a:lnTo>
                  <a:lnTo>
                    <a:pt x="22195" y="41826"/>
                  </a:lnTo>
                  <a:lnTo>
                    <a:pt x="20910" y="39178"/>
                  </a:lnTo>
                  <a:lnTo>
                    <a:pt x="23654" y="33125"/>
                  </a:lnTo>
                  <a:lnTo>
                    <a:pt x="25424" y="30789"/>
                  </a:lnTo>
                  <a:lnTo>
                    <a:pt x="29894" y="29031"/>
                  </a:lnTo>
                  <a:lnTo>
                    <a:pt x="32731" y="29160"/>
                  </a:lnTo>
                  <a:lnTo>
                    <a:pt x="32472" y="26163"/>
                  </a:lnTo>
                  <a:lnTo>
                    <a:pt x="31069" y="22170"/>
                  </a:lnTo>
                  <a:lnTo>
                    <a:pt x="31225" y="18472"/>
                  </a:lnTo>
                  <a:lnTo>
                    <a:pt x="30538" y="17637"/>
                  </a:lnTo>
                  <a:lnTo>
                    <a:pt x="23352" y="18172"/>
                  </a:lnTo>
                  <a:lnTo>
                    <a:pt x="15687" y="15433"/>
                  </a:lnTo>
                  <a:lnTo>
                    <a:pt x="12884" y="13737"/>
                  </a:lnTo>
                  <a:lnTo>
                    <a:pt x="7044" y="13825"/>
                  </a:lnTo>
                  <a:lnTo>
                    <a:pt x="6915" y="11151"/>
                  </a:lnTo>
                  <a:lnTo>
                    <a:pt x="5685" y="10743"/>
                  </a:lnTo>
                  <a:lnTo>
                    <a:pt x="5138" y="9945"/>
                  </a:lnTo>
                  <a:lnTo>
                    <a:pt x="2551" y="9192"/>
                  </a:lnTo>
                  <a:lnTo>
                    <a:pt x="0" y="5562"/>
                  </a:lnTo>
                  <a:lnTo>
                    <a:pt x="6238" y="6241"/>
                  </a:lnTo>
                  <a:lnTo>
                    <a:pt x="11802" y="7958"/>
                  </a:lnTo>
                  <a:lnTo>
                    <a:pt x="14377" y="7218"/>
                  </a:lnTo>
                  <a:lnTo>
                    <a:pt x="14790" y="4678"/>
                  </a:lnTo>
                  <a:lnTo>
                    <a:pt x="12739" y="3417"/>
                  </a:lnTo>
                  <a:lnTo>
                    <a:pt x="13326" y="1084"/>
                  </a:lnTo>
                  <a:lnTo>
                    <a:pt x="21968" y="0"/>
                  </a:lnTo>
                  <a:lnTo>
                    <a:pt x="22250" y="5045"/>
                  </a:lnTo>
                  <a:lnTo>
                    <a:pt x="24844" y="2924"/>
                  </a:lnTo>
                  <a:lnTo>
                    <a:pt x="25742" y="67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h1081"/>
            <p:cNvSpPr/>
            <p:nvPr/>
          </p:nvSpPr>
          <p:spPr>
            <a:xfrm>
              <a:off x="2094823" y="2867133"/>
              <a:ext cx="25077" cy="15909"/>
            </a:xfrm>
            <a:custGeom>
              <a:avLst/>
              <a:pathLst>
                <a:path w="25077" h="15909">
                  <a:moveTo>
                    <a:pt x="22889" y="0"/>
                  </a:moveTo>
                  <a:lnTo>
                    <a:pt x="25077" y="793"/>
                  </a:lnTo>
                  <a:lnTo>
                    <a:pt x="24999" y="7206"/>
                  </a:lnTo>
                  <a:lnTo>
                    <a:pt x="24561" y="7867"/>
                  </a:lnTo>
                  <a:lnTo>
                    <a:pt x="21147" y="7896"/>
                  </a:lnTo>
                  <a:lnTo>
                    <a:pt x="19338" y="13958"/>
                  </a:lnTo>
                  <a:lnTo>
                    <a:pt x="19988" y="15909"/>
                  </a:lnTo>
                  <a:lnTo>
                    <a:pt x="16852" y="15897"/>
                  </a:lnTo>
                  <a:lnTo>
                    <a:pt x="13972" y="13917"/>
                  </a:lnTo>
                  <a:lnTo>
                    <a:pt x="12634" y="14406"/>
                  </a:lnTo>
                  <a:lnTo>
                    <a:pt x="12358" y="15395"/>
                  </a:lnTo>
                  <a:lnTo>
                    <a:pt x="8876" y="14148"/>
                  </a:lnTo>
                  <a:lnTo>
                    <a:pt x="371" y="14733"/>
                  </a:lnTo>
                  <a:lnTo>
                    <a:pt x="0" y="8843"/>
                  </a:lnTo>
                  <a:lnTo>
                    <a:pt x="6141" y="5423"/>
                  </a:lnTo>
                  <a:lnTo>
                    <a:pt x="10698" y="5516"/>
                  </a:lnTo>
                  <a:lnTo>
                    <a:pt x="11820" y="4870"/>
                  </a:lnTo>
                  <a:lnTo>
                    <a:pt x="11478" y="68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h1082"/>
            <p:cNvSpPr/>
            <p:nvPr/>
          </p:nvSpPr>
          <p:spPr>
            <a:xfrm>
              <a:off x="2105800" y="2881050"/>
              <a:ext cx="22998" cy="25476"/>
            </a:xfrm>
            <a:custGeom>
              <a:avLst/>
              <a:pathLst>
                <a:path w="22998" h="25476">
                  <a:moveTo>
                    <a:pt x="18308" y="1679"/>
                  </a:moveTo>
                  <a:lnTo>
                    <a:pt x="18919" y="3214"/>
                  </a:lnTo>
                  <a:lnTo>
                    <a:pt x="22998" y="5234"/>
                  </a:lnTo>
                  <a:lnTo>
                    <a:pt x="20828" y="10666"/>
                  </a:lnTo>
                  <a:lnTo>
                    <a:pt x="20939" y="13247"/>
                  </a:lnTo>
                  <a:lnTo>
                    <a:pt x="22785" y="13932"/>
                  </a:lnTo>
                  <a:lnTo>
                    <a:pt x="22385" y="15693"/>
                  </a:lnTo>
                  <a:lnTo>
                    <a:pt x="18473" y="16318"/>
                  </a:lnTo>
                  <a:lnTo>
                    <a:pt x="18145" y="19081"/>
                  </a:lnTo>
                  <a:lnTo>
                    <a:pt x="19680" y="21915"/>
                  </a:lnTo>
                  <a:lnTo>
                    <a:pt x="12709" y="23234"/>
                  </a:lnTo>
                  <a:lnTo>
                    <a:pt x="8381" y="25476"/>
                  </a:lnTo>
                  <a:lnTo>
                    <a:pt x="1864" y="22937"/>
                  </a:lnTo>
                  <a:lnTo>
                    <a:pt x="0" y="18592"/>
                  </a:lnTo>
                  <a:lnTo>
                    <a:pt x="2413" y="16725"/>
                  </a:lnTo>
                  <a:lnTo>
                    <a:pt x="3669" y="12603"/>
                  </a:lnTo>
                  <a:lnTo>
                    <a:pt x="2127" y="5534"/>
                  </a:lnTo>
                  <a:lnTo>
                    <a:pt x="1381" y="1478"/>
                  </a:lnTo>
                  <a:lnTo>
                    <a:pt x="1657" y="488"/>
                  </a:lnTo>
                  <a:lnTo>
                    <a:pt x="2996" y="0"/>
                  </a:lnTo>
                  <a:lnTo>
                    <a:pt x="5875" y="1980"/>
                  </a:lnTo>
                  <a:lnTo>
                    <a:pt x="9011" y="1992"/>
                  </a:lnTo>
                  <a:lnTo>
                    <a:pt x="11232" y="2392"/>
                  </a:lnTo>
                  <a:lnTo>
                    <a:pt x="14741" y="237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h1083"/>
            <p:cNvSpPr/>
            <p:nvPr/>
          </p:nvSpPr>
          <p:spPr>
            <a:xfrm>
              <a:off x="2165794" y="2880492"/>
              <a:ext cx="24873" cy="18890"/>
            </a:xfrm>
            <a:custGeom>
              <a:avLst/>
              <a:pathLst>
                <a:path w="24873" h="18890">
                  <a:moveTo>
                    <a:pt x="5397" y="1840"/>
                  </a:moveTo>
                  <a:lnTo>
                    <a:pt x="6348" y="3138"/>
                  </a:lnTo>
                  <a:lnTo>
                    <a:pt x="6288" y="6710"/>
                  </a:lnTo>
                  <a:lnTo>
                    <a:pt x="16326" y="6199"/>
                  </a:lnTo>
                  <a:lnTo>
                    <a:pt x="16543" y="5689"/>
                  </a:lnTo>
                  <a:lnTo>
                    <a:pt x="19885" y="7809"/>
                  </a:lnTo>
                  <a:lnTo>
                    <a:pt x="24873" y="15974"/>
                  </a:lnTo>
                  <a:lnTo>
                    <a:pt x="24306" y="16249"/>
                  </a:lnTo>
                  <a:lnTo>
                    <a:pt x="22952" y="15974"/>
                  </a:lnTo>
                  <a:lnTo>
                    <a:pt x="21591" y="14423"/>
                  </a:lnTo>
                  <a:lnTo>
                    <a:pt x="20407" y="14323"/>
                  </a:lnTo>
                  <a:lnTo>
                    <a:pt x="11931" y="18584"/>
                  </a:lnTo>
                  <a:lnTo>
                    <a:pt x="7297" y="18320"/>
                  </a:lnTo>
                  <a:lnTo>
                    <a:pt x="5119" y="18890"/>
                  </a:lnTo>
                  <a:lnTo>
                    <a:pt x="1608" y="14214"/>
                  </a:lnTo>
                  <a:lnTo>
                    <a:pt x="2540" y="13985"/>
                  </a:lnTo>
                  <a:lnTo>
                    <a:pt x="3475" y="10435"/>
                  </a:lnTo>
                  <a:lnTo>
                    <a:pt x="2841" y="9598"/>
                  </a:lnTo>
                  <a:lnTo>
                    <a:pt x="290" y="9692"/>
                  </a:lnTo>
                  <a:lnTo>
                    <a:pt x="0" y="8041"/>
                  </a:lnTo>
                  <a:lnTo>
                    <a:pt x="1774" y="4201"/>
                  </a:lnTo>
                  <a:lnTo>
                    <a:pt x="1008" y="2924"/>
                  </a:lnTo>
                  <a:lnTo>
                    <a:pt x="212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h1084"/>
            <p:cNvSpPr/>
            <p:nvPr/>
          </p:nvSpPr>
          <p:spPr>
            <a:xfrm>
              <a:off x="2338554" y="2948669"/>
              <a:ext cx="23289" cy="26282"/>
            </a:xfrm>
            <a:custGeom>
              <a:avLst/>
              <a:pathLst>
                <a:path w="23289" h="26282">
                  <a:moveTo>
                    <a:pt x="11653" y="2136"/>
                  </a:moveTo>
                  <a:lnTo>
                    <a:pt x="18100" y="2023"/>
                  </a:lnTo>
                  <a:lnTo>
                    <a:pt x="20591" y="828"/>
                  </a:lnTo>
                  <a:lnTo>
                    <a:pt x="23289" y="8733"/>
                  </a:lnTo>
                  <a:lnTo>
                    <a:pt x="18859" y="10960"/>
                  </a:lnTo>
                  <a:lnTo>
                    <a:pt x="15894" y="13408"/>
                  </a:lnTo>
                  <a:lnTo>
                    <a:pt x="16413" y="19535"/>
                  </a:lnTo>
                  <a:lnTo>
                    <a:pt x="18157" y="23073"/>
                  </a:lnTo>
                  <a:lnTo>
                    <a:pt x="14069" y="23452"/>
                  </a:lnTo>
                  <a:lnTo>
                    <a:pt x="11176" y="26132"/>
                  </a:lnTo>
                  <a:lnTo>
                    <a:pt x="9612" y="26282"/>
                  </a:lnTo>
                  <a:lnTo>
                    <a:pt x="8786" y="21564"/>
                  </a:lnTo>
                  <a:lnTo>
                    <a:pt x="9366" y="17670"/>
                  </a:lnTo>
                  <a:lnTo>
                    <a:pt x="1937" y="9645"/>
                  </a:lnTo>
                  <a:lnTo>
                    <a:pt x="0" y="7497"/>
                  </a:lnTo>
                  <a:lnTo>
                    <a:pt x="2492" y="3863"/>
                  </a:lnTo>
                  <a:lnTo>
                    <a:pt x="4750" y="3383"/>
                  </a:lnTo>
                  <a:lnTo>
                    <a:pt x="4794" y="2183"/>
                  </a:lnTo>
                  <a:lnTo>
                    <a:pt x="719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h1085"/>
            <p:cNvSpPr/>
            <p:nvPr/>
          </p:nvSpPr>
          <p:spPr>
            <a:xfrm>
              <a:off x="2347453" y="2969533"/>
              <a:ext cx="19057" cy="12984"/>
            </a:xfrm>
            <a:custGeom>
              <a:avLst/>
              <a:pathLst>
                <a:path w="19057" h="12984">
                  <a:moveTo>
                    <a:pt x="16877" y="187"/>
                  </a:moveTo>
                  <a:lnTo>
                    <a:pt x="18328" y="1016"/>
                  </a:lnTo>
                  <a:lnTo>
                    <a:pt x="19057" y="3417"/>
                  </a:lnTo>
                  <a:lnTo>
                    <a:pt x="16849" y="9168"/>
                  </a:lnTo>
                  <a:lnTo>
                    <a:pt x="12153" y="10382"/>
                  </a:lnTo>
                  <a:lnTo>
                    <a:pt x="8843" y="12282"/>
                  </a:lnTo>
                  <a:lnTo>
                    <a:pt x="8465" y="11263"/>
                  </a:lnTo>
                  <a:lnTo>
                    <a:pt x="6454" y="12666"/>
                  </a:lnTo>
                  <a:lnTo>
                    <a:pt x="2600" y="12984"/>
                  </a:lnTo>
                  <a:lnTo>
                    <a:pt x="0" y="8534"/>
                  </a:lnTo>
                  <a:lnTo>
                    <a:pt x="713" y="5418"/>
                  </a:lnTo>
                  <a:lnTo>
                    <a:pt x="2277" y="5267"/>
                  </a:lnTo>
                  <a:lnTo>
                    <a:pt x="5170" y="2587"/>
                  </a:lnTo>
                  <a:lnTo>
                    <a:pt x="9258" y="2209"/>
                  </a:lnTo>
                  <a:lnTo>
                    <a:pt x="112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h1086"/>
            <p:cNvSpPr/>
            <p:nvPr/>
          </p:nvSpPr>
          <p:spPr>
            <a:xfrm>
              <a:off x="2242834" y="2936258"/>
              <a:ext cx="11618" cy="13969"/>
            </a:xfrm>
            <a:custGeom>
              <a:avLst/>
              <a:pathLst>
                <a:path w="11618" h="13969">
                  <a:moveTo>
                    <a:pt x="11618" y="1296"/>
                  </a:moveTo>
                  <a:lnTo>
                    <a:pt x="9329" y="13812"/>
                  </a:lnTo>
                  <a:lnTo>
                    <a:pt x="6857" y="13969"/>
                  </a:lnTo>
                  <a:lnTo>
                    <a:pt x="6228" y="12579"/>
                  </a:lnTo>
                  <a:lnTo>
                    <a:pt x="0" y="6577"/>
                  </a:lnTo>
                  <a:lnTo>
                    <a:pt x="4497" y="2393"/>
                  </a:lnTo>
                  <a:lnTo>
                    <a:pt x="5983" y="317"/>
                  </a:lnTo>
                  <a:lnTo>
                    <a:pt x="764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h1087"/>
            <p:cNvSpPr/>
            <p:nvPr/>
          </p:nvSpPr>
          <p:spPr>
            <a:xfrm>
              <a:off x="2528632" y="3007846"/>
              <a:ext cx="13204" cy="14186"/>
            </a:xfrm>
            <a:custGeom>
              <a:avLst/>
              <a:pathLst>
                <a:path w="13204" h="14186">
                  <a:moveTo>
                    <a:pt x="12642" y="5201"/>
                  </a:moveTo>
                  <a:lnTo>
                    <a:pt x="13204" y="5846"/>
                  </a:lnTo>
                  <a:lnTo>
                    <a:pt x="11639" y="9624"/>
                  </a:lnTo>
                  <a:lnTo>
                    <a:pt x="2887" y="14186"/>
                  </a:lnTo>
                  <a:lnTo>
                    <a:pt x="1395" y="13192"/>
                  </a:lnTo>
                  <a:lnTo>
                    <a:pt x="0" y="8815"/>
                  </a:lnTo>
                  <a:lnTo>
                    <a:pt x="3455" y="5437"/>
                  </a:lnTo>
                  <a:lnTo>
                    <a:pt x="5909" y="5058"/>
                  </a:lnTo>
                  <a:lnTo>
                    <a:pt x="7885" y="32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h1088"/>
            <p:cNvSpPr/>
            <p:nvPr/>
          </p:nvSpPr>
          <p:spPr>
            <a:xfrm>
              <a:off x="2517939" y="3021038"/>
              <a:ext cx="18378" cy="16096"/>
            </a:xfrm>
            <a:custGeom>
              <a:avLst/>
              <a:pathLst>
                <a:path w="18378" h="16096">
                  <a:moveTo>
                    <a:pt x="13580" y="993"/>
                  </a:moveTo>
                  <a:lnTo>
                    <a:pt x="15356" y="1950"/>
                  </a:lnTo>
                  <a:lnTo>
                    <a:pt x="16113" y="4583"/>
                  </a:lnTo>
                  <a:lnTo>
                    <a:pt x="15888" y="6416"/>
                  </a:lnTo>
                  <a:lnTo>
                    <a:pt x="14242" y="7763"/>
                  </a:lnTo>
                  <a:lnTo>
                    <a:pt x="13674" y="9889"/>
                  </a:lnTo>
                  <a:lnTo>
                    <a:pt x="18378" y="11170"/>
                  </a:lnTo>
                  <a:lnTo>
                    <a:pt x="14652" y="16096"/>
                  </a:lnTo>
                  <a:lnTo>
                    <a:pt x="11160" y="14675"/>
                  </a:lnTo>
                  <a:lnTo>
                    <a:pt x="9415" y="11274"/>
                  </a:lnTo>
                  <a:lnTo>
                    <a:pt x="5288" y="10240"/>
                  </a:lnTo>
                  <a:lnTo>
                    <a:pt x="92" y="7374"/>
                  </a:lnTo>
                  <a:lnTo>
                    <a:pt x="0" y="5733"/>
                  </a:lnTo>
                  <a:lnTo>
                    <a:pt x="895" y="4154"/>
                  </a:lnTo>
                  <a:lnTo>
                    <a:pt x="3926" y="4516"/>
                  </a:lnTo>
                  <a:lnTo>
                    <a:pt x="1208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h1089"/>
            <p:cNvSpPr/>
            <p:nvPr/>
          </p:nvSpPr>
          <p:spPr>
            <a:xfrm>
              <a:off x="2491658" y="3029353"/>
              <a:ext cx="10757" cy="14511"/>
            </a:xfrm>
            <a:custGeom>
              <a:avLst/>
              <a:pathLst>
                <a:path w="10757" h="14511">
                  <a:moveTo>
                    <a:pt x="5232" y="2007"/>
                  </a:moveTo>
                  <a:lnTo>
                    <a:pt x="7726" y="2277"/>
                  </a:lnTo>
                  <a:lnTo>
                    <a:pt x="10749" y="3737"/>
                  </a:lnTo>
                  <a:lnTo>
                    <a:pt x="10372" y="7771"/>
                  </a:lnTo>
                  <a:lnTo>
                    <a:pt x="9712" y="7829"/>
                  </a:lnTo>
                  <a:lnTo>
                    <a:pt x="10757" y="14026"/>
                  </a:lnTo>
                  <a:lnTo>
                    <a:pt x="10425" y="14511"/>
                  </a:lnTo>
                  <a:lnTo>
                    <a:pt x="9857" y="14125"/>
                  </a:lnTo>
                  <a:lnTo>
                    <a:pt x="10162" y="13126"/>
                  </a:lnTo>
                  <a:lnTo>
                    <a:pt x="6969" y="13623"/>
                  </a:lnTo>
                  <a:lnTo>
                    <a:pt x="335" y="12282"/>
                  </a:lnTo>
                  <a:lnTo>
                    <a:pt x="622" y="8278"/>
                  </a:lnTo>
                  <a:lnTo>
                    <a:pt x="0" y="6349"/>
                  </a:lnTo>
                  <a:lnTo>
                    <a:pt x="3571" y="5096"/>
                  </a:lnTo>
                  <a:lnTo>
                    <a:pt x="1753" y="2453"/>
                  </a:lnTo>
                  <a:lnTo>
                    <a:pt x="1590" y="447"/>
                  </a:lnTo>
                  <a:lnTo>
                    <a:pt x="390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h1090"/>
            <p:cNvSpPr/>
            <p:nvPr/>
          </p:nvSpPr>
          <p:spPr>
            <a:xfrm>
              <a:off x="2549011" y="3005376"/>
              <a:ext cx="15651" cy="23440"/>
            </a:xfrm>
            <a:custGeom>
              <a:avLst/>
              <a:pathLst>
                <a:path w="15651" h="23440">
                  <a:moveTo>
                    <a:pt x="7806" y="13602"/>
                  </a:moveTo>
                  <a:lnTo>
                    <a:pt x="6931" y="17883"/>
                  </a:lnTo>
                  <a:lnTo>
                    <a:pt x="5852" y="23440"/>
                  </a:lnTo>
                  <a:lnTo>
                    <a:pt x="0" y="22201"/>
                  </a:lnTo>
                  <a:lnTo>
                    <a:pt x="3640" y="15878"/>
                  </a:lnTo>
                  <a:lnTo>
                    <a:pt x="2736" y="12418"/>
                  </a:lnTo>
                  <a:lnTo>
                    <a:pt x="3165" y="10945"/>
                  </a:lnTo>
                  <a:lnTo>
                    <a:pt x="5268" y="8687"/>
                  </a:lnTo>
                  <a:lnTo>
                    <a:pt x="6719" y="8797"/>
                  </a:lnTo>
                  <a:lnTo>
                    <a:pt x="11915" y="1785"/>
                  </a:lnTo>
                  <a:lnTo>
                    <a:pt x="156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h1091"/>
            <p:cNvSpPr/>
            <p:nvPr/>
          </p:nvSpPr>
          <p:spPr>
            <a:xfrm>
              <a:off x="2486832" y="2993090"/>
              <a:ext cx="20717" cy="17758"/>
            </a:xfrm>
            <a:custGeom>
              <a:avLst/>
              <a:pathLst>
                <a:path w="20717" h="17758">
                  <a:moveTo>
                    <a:pt x="10349" y="4133"/>
                  </a:moveTo>
                  <a:lnTo>
                    <a:pt x="20717" y="4736"/>
                  </a:lnTo>
                  <a:lnTo>
                    <a:pt x="19347" y="9407"/>
                  </a:lnTo>
                  <a:lnTo>
                    <a:pt x="17473" y="12615"/>
                  </a:lnTo>
                  <a:lnTo>
                    <a:pt x="14357" y="15417"/>
                  </a:lnTo>
                  <a:lnTo>
                    <a:pt x="11951" y="17584"/>
                  </a:lnTo>
                  <a:lnTo>
                    <a:pt x="10390" y="17758"/>
                  </a:lnTo>
                  <a:lnTo>
                    <a:pt x="7308" y="15145"/>
                  </a:lnTo>
                  <a:lnTo>
                    <a:pt x="3004" y="12868"/>
                  </a:lnTo>
                  <a:lnTo>
                    <a:pt x="883" y="12825"/>
                  </a:lnTo>
                  <a:lnTo>
                    <a:pt x="58" y="12075"/>
                  </a:lnTo>
                  <a:lnTo>
                    <a:pt x="0" y="5360"/>
                  </a:lnTo>
                  <a:lnTo>
                    <a:pt x="2531" y="1110"/>
                  </a:lnTo>
                  <a:lnTo>
                    <a:pt x="438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h1092"/>
            <p:cNvSpPr/>
            <p:nvPr/>
          </p:nvSpPr>
          <p:spPr>
            <a:xfrm>
              <a:off x="2542624" y="3014064"/>
              <a:ext cx="11655" cy="15978"/>
            </a:xfrm>
            <a:custGeom>
              <a:avLst/>
              <a:pathLst>
                <a:path w="11655" h="15978">
                  <a:moveTo>
                    <a:pt x="11655" y="0"/>
                  </a:moveTo>
                  <a:lnTo>
                    <a:pt x="9553" y="2257"/>
                  </a:lnTo>
                  <a:lnTo>
                    <a:pt x="9123" y="3730"/>
                  </a:lnTo>
                  <a:lnTo>
                    <a:pt x="10027" y="7190"/>
                  </a:lnTo>
                  <a:lnTo>
                    <a:pt x="6387" y="13513"/>
                  </a:lnTo>
                  <a:lnTo>
                    <a:pt x="3380" y="14427"/>
                  </a:lnTo>
                  <a:lnTo>
                    <a:pt x="1896" y="15978"/>
                  </a:lnTo>
                  <a:lnTo>
                    <a:pt x="0" y="13602"/>
                  </a:lnTo>
                  <a:lnTo>
                    <a:pt x="4219" y="128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h1093"/>
            <p:cNvSpPr/>
            <p:nvPr/>
          </p:nvSpPr>
          <p:spPr>
            <a:xfrm>
              <a:off x="2498374" y="3023421"/>
              <a:ext cx="8563" cy="15881"/>
            </a:xfrm>
            <a:custGeom>
              <a:avLst/>
              <a:pathLst>
                <a:path w="8563" h="15881">
                  <a:moveTo>
                    <a:pt x="1695" y="0"/>
                  </a:moveTo>
                  <a:lnTo>
                    <a:pt x="8302" y="4621"/>
                  </a:lnTo>
                  <a:lnTo>
                    <a:pt x="8563" y="5594"/>
                  </a:lnTo>
                  <a:lnTo>
                    <a:pt x="7680" y="7874"/>
                  </a:lnTo>
                  <a:lnTo>
                    <a:pt x="8544" y="13788"/>
                  </a:lnTo>
                  <a:lnTo>
                    <a:pt x="5265" y="15881"/>
                  </a:lnTo>
                  <a:lnTo>
                    <a:pt x="3656" y="13703"/>
                  </a:lnTo>
                  <a:lnTo>
                    <a:pt x="4033" y="9669"/>
                  </a:lnTo>
                  <a:lnTo>
                    <a:pt x="1010" y="8209"/>
                  </a:lnTo>
                  <a:lnTo>
                    <a:pt x="1527" y="4295"/>
                  </a:lnTo>
                  <a:lnTo>
                    <a:pt x="437" y="4050"/>
                  </a:lnTo>
                  <a:lnTo>
                    <a:pt x="0" y="165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h1094"/>
            <p:cNvSpPr/>
            <p:nvPr/>
          </p:nvSpPr>
          <p:spPr>
            <a:xfrm>
              <a:off x="2544727" y="3054532"/>
              <a:ext cx="13881" cy="19745"/>
            </a:xfrm>
            <a:custGeom>
              <a:avLst/>
              <a:pathLst>
                <a:path w="13881" h="19745">
                  <a:moveTo>
                    <a:pt x="11272" y="0"/>
                  </a:moveTo>
                  <a:lnTo>
                    <a:pt x="12090" y="2315"/>
                  </a:lnTo>
                  <a:lnTo>
                    <a:pt x="11765" y="4342"/>
                  </a:lnTo>
                  <a:lnTo>
                    <a:pt x="13331" y="7848"/>
                  </a:lnTo>
                  <a:lnTo>
                    <a:pt x="13881" y="13061"/>
                  </a:lnTo>
                  <a:lnTo>
                    <a:pt x="12853" y="16071"/>
                  </a:lnTo>
                  <a:lnTo>
                    <a:pt x="13139" y="19027"/>
                  </a:lnTo>
                  <a:lnTo>
                    <a:pt x="10849" y="19745"/>
                  </a:lnTo>
                  <a:lnTo>
                    <a:pt x="7616" y="17722"/>
                  </a:lnTo>
                  <a:lnTo>
                    <a:pt x="6907" y="15599"/>
                  </a:lnTo>
                  <a:lnTo>
                    <a:pt x="3921" y="14522"/>
                  </a:lnTo>
                  <a:lnTo>
                    <a:pt x="1129" y="10460"/>
                  </a:lnTo>
                  <a:lnTo>
                    <a:pt x="0" y="4310"/>
                  </a:lnTo>
                  <a:lnTo>
                    <a:pt x="2317" y="3213"/>
                  </a:lnTo>
                  <a:lnTo>
                    <a:pt x="6764" y="2742"/>
                  </a:lnTo>
                  <a:lnTo>
                    <a:pt x="6625" y="2332"/>
                  </a:lnTo>
                  <a:lnTo>
                    <a:pt x="8019" y="2115"/>
                  </a:lnTo>
                  <a:lnTo>
                    <a:pt x="9525" y="1913"/>
                  </a:lnTo>
                  <a:lnTo>
                    <a:pt x="9517" y="4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h1095"/>
            <p:cNvSpPr/>
            <p:nvPr/>
          </p:nvSpPr>
          <p:spPr>
            <a:xfrm>
              <a:off x="2554863" y="3018125"/>
              <a:ext cx="6818" cy="10691"/>
            </a:xfrm>
            <a:custGeom>
              <a:avLst/>
              <a:pathLst>
                <a:path w="6818" h="10691">
                  <a:moveTo>
                    <a:pt x="6818" y="1432"/>
                  </a:moveTo>
                  <a:lnTo>
                    <a:pt x="5739" y="3505"/>
                  </a:lnTo>
                  <a:lnTo>
                    <a:pt x="3918" y="6158"/>
                  </a:lnTo>
                  <a:lnTo>
                    <a:pt x="0" y="10691"/>
                  </a:lnTo>
                  <a:lnTo>
                    <a:pt x="1078" y="5134"/>
                  </a:lnTo>
                  <a:lnTo>
                    <a:pt x="2379" y="4085"/>
                  </a:lnTo>
                  <a:lnTo>
                    <a:pt x="2498" y="1936"/>
                  </a:lnTo>
                  <a:lnTo>
                    <a:pt x="5563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h1096"/>
            <p:cNvSpPr/>
            <p:nvPr/>
          </p:nvSpPr>
          <p:spPr>
            <a:xfrm>
              <a:off x="2490814" y="3041635"/>
              <a:ext cx="11005" cy="10947"/>
            </a:xfrm>
            <a:custGeom>
              <a:avLst/>
              <a:pathLst>
                <a:path w="11005" h="10947">
                  <a:moveTo>
                    <a:pt x="7813" y="1341"/>
                  </a:moveTo>
                  <a:lnTo>
                    <a:pt x="11005" y="844"/>
                  </a:lnTo>
                  <a:lnTo>
                    <a:pt x="10700" y="1843"/>
                  </a:lnTo>
                  <a:lnTo>
                    <a:pt x="10423" y="4655"/>
                  </a:lnTo>
                  <a:lnTo>
                    <a:pt x="8250" y="4506"/>
                  </a:lnTo>
                  <a:lnTo>
                    <a:pt x="7279" y="6077"/>
                  </a:lnTo>
                  <a:lnTo>
                    <a:pt x="7622" y="8188"/>
                  </a:lnTo>
                  <a:lnTo>
                    <a:pt x="6940" y="10947"/>
                  </a:lnTo>
                  <a:lnTo>
                    <a:pt x="2931" y="9705"/>
                  </a:lnTo>
                  <a:lnTo>
                    <a:pt x="3496" y="7427"/>
                  </a:lnTo>
                  <a:lnTo>
                    <a:pt x="2102" y="8324"/>
                  </a:lnTo>
                  <a:lnTo>
                    <a:pt x="0" y="7750"/>
                  </a:lnTo>
                  <a:lnTo>
                    <a:pt x="1507" y="2418"/>
                  </a:lnTo>
                  <a:lnTo>
                    <a:pt x="668" y="2186"/>
                  </a:lnTo>
                  <a:lnTo>
                    <a:pt x="117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h1097"/>
            <p:cNvSpPr/>
            <p:nvPr/>
          </p:nvSpPr>
          <p:spPr>
            <a:xfrm>
              <a:off x="2497611" y="3048768"/>
              <a:ext cx="36494" cy="39101"/>
            </a:xfrm>
            <a:custGeom>
              <a:avLst/>
              <a:pathLst>
                <a:path w="36494" h="39101">
                  <a:moveTo>
                    <a:pt x="8296" y="65"/>
                  </a:moveTo>
                  <a:lnTo>
                    <a:pt x="12637" y="1578"/>
                  </a:lnTo>
                  <a:lnTo>
                    <a:pt x="13054" y="0"/>
                  </a:lnTo>
                  <a:lnTo>
                    <a:pt x="15743" y="1733"/>
                  </a:lnTo>
                  <a:lnTo>
                    <a:pt x="18159" y="9147"/>
                  </a:lnTo>
                  <a:lnTo>
                    <a:pt x="21397" y="9690"/>
                  </a:lnTo>
                  <a:lnTo>
                    <a:pt x="24616" y="9809"/>
                  </a:lnTo>
                  <a:lnTo>
                    <a:pt x="26885" y="10719"/>
                  </a:lnTo>
                  <a:lnTo>
                    <a:pt x="28335" y="15907"/>
                  </a:lnTo>
                  <a:lnTo>
                    <a:pt x="34085" y="20805"/>
                  </a:lnTo>
                  <a:lnTo>
                    <a:pt x="36494" y="23861"/>
                  </a:lnTo>
                  <a:lnTo>
                    <a:pt x="33854" y="28129"/>
                  </a:lnTo>
                  <a:lnTo>
                    <a:pt x="29910" y="28797"/>
                  </a:lnTo>
                  <a:lnTo>
                    <a:pt x="19645" y="39101"/>
                  </a:lnTo>
                  <a:lnTo>
                    <a:pt x="18478" y="37898"/>
                  </a:lnTo>
                  <a:lnTo>
                    <a:pt x="19442" y="35977"/>
                  </a:lnTo>
                  <a:lnTo>
                    <a:pt x="19325" y="34720"/>
                  </a:lnTo>
                  <a:lnTo>
                    <a:pt x="16796" y="31115"/>
                  </a:lnTo>
                  <a:lnTo>
                    <a:pt x="12317" y="27946"/>
                  </a:lnTo>
                  <a:lnTo>
                    <a:pt x="10994" y="22840"/>
                  </a:lnTo>
                  <a:lnTo>
                    <a:pt x="9059" y="23354"/>
                  </a:lnTo>
                  <a:lnTo>
                    <a:pt x="6235" y="25549"/>
                  </a:lnTo>
                  <a:lnTo>
                    <a:pt x="5413" y="27141"/>
                  </a:lnTo>
                  <a:lnTo>
                    <a:pt x="3352" y="25722"/>
                  </a:lnTo>
                  <a:lnTo>
                    <a:pt x="3589" y="24781"/>
                  </a:lnTo>
                  <a:lnTo>
                    <a:pt x="3322" y="23545"/>
                  </a:lnTo>
                  <a:lnTo>
                    <a:pt x="6755" y="20763"/>
                  </a:lnTo>
                  <a:lnTo>
                    <a:pt x="713" y="21808"/>
                  </a:lnTo>
                  <a:lnTo>
                    <a:pt x="0" y="19374"/>
                  </a:lnTo>
                  <a:lnTo>
                    <a:pt x="2951" y="16716"/>
                  </a:lnTo>
                  <a:lnTo>
                    <a:pt x="8130" y="15609"/>
                  </a:lnTo>
                  <a:lnTo>
                    <a:pt x="9303" y="12853"/>
                  </a:lnTo>
                  <a:lnTo>
                    <a:pt x="9747" y="10698"/>
                  </a:lnTo>
                  <a:lnTo>
                    <a:pt x="9249" y="7580"/>
                  </a:lnTo>
                  <a:lnTo>
                    <a:pt x="4896" y="3314"/>
                  </a:lnTo>
                  <a:lnTo>
                    <a:pt x="6484" y="260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h1098"/>
            <p:cNvSpPr/>
            <p:nvPr/>
          </p:nvSpPr>
          <p:spPr>
            <a:xfrm>
              <a:off x="2471218" y="3050195"/>
              <a:ext cx="15525" cy="15949"/>
            </a:xfrm>
            <a:custGeom>
              <a:avLst/>
              <a:pathLst>
                <a:path w="15525" h="15949">
                  <a:moveTo>
                    <a:pt x="9757" y="3185"/>
                  </a:moveTo>
                  <a:lnTo>
                    <a:pt x="12436" y="4507"/>
                  </a:lnTo>
                  <a:lnTo>
                    <a:pt x="13151" y="1392"/>
                  </a:lnTo>
                  <a:lnTo>
                    <a:pt x="14859" y="3815"/>
                  </a:lnTo>
                  <a:lnTo>
                    <a:pt x="15525" y="9063"/>
                  </a:lnTo>
                  <a:lnTo>
                    <a:pt x="14493" y="11154"/>
                  </a:lnTo>
                  <a:lnTo>
                    <a:pt x="13867" y="15712"/>
                  </a:lnTo>
                  <a:lnTo>
                    <a:pt x="9950" y="15949"/>
                  </a:lnTo>
                  <a:lnTo>
                    <a:pt x="8681" y="15358"/>
                  </a:lnTo>
                  <a:lnTo>
                    <a:pt x="6622" y="11771"/>
                  </a:lnTo>
                  <a:lnTo>
                    <a:pt x="4894" y="11087"/>
                  </a:lnTo>
                  <a:lnTo>
                    <a:pt x="4098" y="7898"/>
                  </a:lnTo>
                  <a:lnTo>
                    <a:pt x="0" y="1442"/>
                  </a:lnTo>
                  <a:lnTo>
                    <a:pt x="1286" y="1467"/>
                  </a:lnTo>
                  <a:lnTo>
                    <a:pt x="2307" y="2687"/>
                  </a:lnTo>
                  <a:lnTo>
                    <a:pt x="4791" y="2399"/>
                  </a:lnTo>
                  <a:lnTo>
                    <a:pt x="607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h1099"/>
            <p:cNvSpPr/>
            <p:nvPr/>
          </p:nvSpPr>
          <p:spPr>
            <a:xfrm>
              <a:off x="2501189" y="2997827"/>
              <a:ext cx="20326" cy="22972"/>
            </a:xfrm>
            <a:custGeom>
              <a:avLst/>
              <a:pathLst>
                <a:path w="20326" h="22972">
                  <a:moveTo>
                    <a:pt x="15020" y="4718"/>
                  </a:moveTo>
                  <a:lnTo>
                    <a:pt x="19882" y="10810"/>
                  </a:lnTo>
                  <a:lnTo>
                    <a:pt x="20326" y="13306"/>
                  </a:lnTo>
                  <a:lnTo>
                    <a:pt x="20181" y="15163"/>
                  </a:lnTo>
                  <a:lnTo>
                    <a:pt x="18881" y="19264"/>
                  </a:lnTo>
                  <a:lnTo>
                    <a:pt x="11267" y="20603"/>
                  </a:lnTo>
                  <a:lnTo>
                    <a:pt x="9764" y="21531"/>
                  </a:lnTo>
                  <a:lnTo>
                    <a:pt x="10343" y="22028"/>
                  </a:lnTo>
                  <a:lnTo>
                    <a:pt x="7239" y="22972"/>
                  </a:lnTo>
                  <a:lnTo>
                    <a:pt x="1166" y="18295"/>
                  </a:lnTo>
                  <a:lnTo>
                    <a:pt x="1447" y="14028"/>
                  </a:lnTo>
                  <a:lnTo>
                    <a:pt x="0" y="10681"/>
                  </a:lnTo>
                  <a:lnTo>
                    <a:pt x="3115" y="7879"/>
                  </a:lnTo>
                  <a:lnTo>
                    <a:pt x="4990" y="4671"/>
                  </a:lnTo>
                  <a:lnTo>
                    <a:pt x="635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h1100"/>
            <p:cNvSpPr/>
            <p:nvPr/>
          </p:nvSpPr>
          <p:spPr>
            <a:xfrm>
              <a:off x="2483111" y="3034406"/>
              <a:ext cx="9169" cy="11648"/>
            </a:xfrm>
            <a:custGeom>
              <a:avLst/>
              <a:pathLst>
                <a:path w="9169" h="11648">
                  <a:moveTo>
                    <a:pt x="8013" y="485"/>
                  </a:moveTo>
                  <a:lnTo>
                    <a:pt x="8546" y="1296"/>
                  </a:lnTo>
                  <a:lnTo>
                    <a:pt x="9169" y="3225"/>
                  </a:lnTo>
                  <a:lnTo>
                    <a:pt x="8882" y="7229"/>
                  </a:lnTo>
                  <a:lnTo>
                    <a:pt x="8371" y="9415"/>
                  </a:lnTo>
                  <a:lnTo>
                    <a:pt x="2893" y="11648"/>
                  </a:lnTo>
                  <a:lnTo>
                    <a:pt x="3439" y="8355"/>
                  </a:lnTo>
                  <a:lnTo>
                    <a:pt x="0" y="4820"/>
                  </a:lnTo>
                  <a:lnTo>
                    <a:pt x="3892" y="2903"/>
                  </a:lnTo>
                  <a:lnTo>
                    <a:pt x="730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h1101"/>
            <p:cNvSpPr/>
            <p:nvPr/>
          </p:nvSpPr>
          <p:spPr>
            <a:xfrm>
              <a:off x="2525346" y="3003334"/>
              <a:ext cx="12675" cy="9948"/>
            </a:xfrm>
            <a:custGeom>
              <a:avLst/>
              <a:pathLst>
                <a:path w="12675" h="9948">
                  <a:moveTo>
                    <a:pt x="8610" y="0"/>
                  </a:moveTo>
                  <a:lnTo>
                    <a:pt x="12311" y="1479"/>
                  </a:lnTo>
                  <a:lnTo>
                    <a:pt x="12675" y="4511"/>
                  </a:lnTo>
                  <a:lnTo>
                    <a:pt x="11171" y="4544"/>
                  </a:lnTo>
                  <a:lnTo>
                    <a:pt x="9195" y="9570"/>
                  </a:lnTo>
                  <a:lnTo>
                    <a:pt x="6741" y="9948"/>
                  </a:lnTo>
                  <a:lnTo>
                    <a:pt x="6609" y="8557"/>
                  </a:lnTo>
                  <a:lnTo>
                    <a:pt x="5446" y="7595"/>
                  </a:lnTo>
                  <a:lnTo>
                    <a:pt x="0" y="5687"/>
                  </a:lnTo>
                  <a:lnTo>
                    <a:pt x="956" y="3390"/>
                  </a:lnTo>
                  <a:lnTo>
                    <a:pt x="2696" y="151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h1102"/>
            <p:cNvSpPr/>
            <p:nvPr/>
          </p:nvSpPr>
          <p:spPr>
            <a:xfrm>
              <a:off x="2531519" y="3013102"/>
              <a:ext cx="15323" cy="22835"/>
            </a:xfrm>
            <a:custGeom>
              <a:avLst/>
              <a:pathLst>
                <a:path w="15323" h="22835">
                  <a:moveTo>
                    <a:pt x="11629" y="0"/>
                  </a:moveTo>
                  <a:lnTo>
                    <a:pt x="14474" y="1673"/>
                  </a:lnTo>
                  <a:lnTo>
                    <a:pt x="15323" y="2244"/>
                  </a:lnTo>
                  <a:lnTo>
                    <a:pt x="11104" y="14564"/>
                  </a:lnTo>
                  <a:lnTo>
                    <a:pt x="13000" y="16940"/>
                  </a:lnTo>
                  <a:lnTo>
                    <a:pt x="14485" y="15389"/>
                  </a:lnTo>
                  <a:lnTo>
                    <a:pt x="14390" y="19451"/>
                  </a:lnTo>
                  <a:lnTo>
                    <a:pt x="10751" y="22714"/>
                  </a:lnTo>
                  <a:lnTo>
                    <a:pt x="7340" y="22835"/>
                  </a:lnTo>
                  <a:lnTo>
                    <a:pt x="6214" y="20223"/>
                  </a:lnTo>
                  <a:lnTo>
                    <a:pt x="4798" y="19106"/>
                  </a:lnTo>
                  <a:lnTo>
                    <a:pt x="93" y="17825"/>
                  </a:lnTo>
                  <a:lnTo>
                    <a:pt x="661" y="15700"/>
                  </a:lnTo>
                  <a:lnTo>
                    <a:pt x="2307" y="14352"/>
                  </a:lnTo>
                  <a:lnTo>
                    <a:pt x="2533" y="12520"/>
                  </a:lnTo>
                  <a:lnTo>
                    <a:pt x="1776" y="9887"/>
                  </a:lnTo>
                  <a:lnTo>
                    <a:pt x="0" y="8929"/>
                  </a:lnTo>
                  <a:lnTo>
                    <a:pt x="8751" y="4368"/>
                  </a:lnTo>
                  <a:lnTo>
                    <a:pt x="10316" y="58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h1103"/>
            <p:cNvSpPr/>
            <p:nvPr/>
          </p:nvSpPr>
          <p:spPr>
            <a:xfrm>
              <a:off x="2521371" y="3009022"/>
              <a:ext cx="10716" cy="11784"/>
            </a:xfrm>
            <a:custGeom>
              <a:avLst/>
              <a:pathLst>
                <a:path w="10716" h="11784">
                  <a:moveTo>
                    <a:pt x="3974" y="0"/>
                  </a:moveTo>
                  <a:lnTo>
                    <a:pt x="9420" y="1908"/>
                  </a:lnTo>
                  <a:lnTo>
                    <a:pt x="10583" y="2869"/>
                  </a:lnTo>
                  <a:lnTo>
                    <a:pt x="10716" y="4261"/>
                  </a:lnTo>
                  <a:lnTo>
                    <a:pt x="7260" y="7639"/>
                  </a:lnTo>
                  <a:lnTo>
                    <a:pt x="4507" y="6638"/>
                  </a:lnTo>
                  <a:lnTo>
                    <a:pt x="3226" y="8466"/>
                  </a:lnTo>
                  <a:lnTo>
                    <a:pt x="3502" y="11018"/>
                  </a:lnTo>
                  <a:lnTo>
                    <a:pt x="2855" y="11784"/>
                  </a:lnTo>
                  <a:lnTo>
                    <a:pt x="313" y="7081"/>
                  </a:lnTo>
                  <a:lnTo>
                    <a:pt x="966" y="5246"/>
                  </a:lnTo>
                  <a:lnTo>
                    <a:pt x="0" y="3967"/>
                  </a:lnTo>
                  <a:lnTo>
                    <a:pt x="145" y="211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h1104"/>
            <p:cNvSpPr/>
            <p:nvPr/>
          </p:nvSpPr>
          <p:spPr>
            <a:xfrm>
              <a:off x="2496305" y="3046142"/>
              <a:ext cx="9618" cy="8909"/>
            </a:xfrm>
            <a:custGeom>
              <a:avLst/>
              <a:pathLst>
                <a:path w="9618" h="8909">
                  <a:moveTo>
                    <a:pt x="6117" y="1703"/>
                  </a:moveTo>
                  <a:lnTo>
                    <a:pt x="9618" y="616"/>
                  </a:lnTo>
                  <a:lnTo>
                    <a:pt x="9602" y="2690"/>
                  </a:lnTo>
                  <a:lnTo>
                    <a:pt x="7790" y="5228"/>
                  </a:lnTo>
                  <a:lnTo>
                    <a:pt x="5586" y="4224"/>
                  </a:lnTo>
                  <a:lnTo>
                    <a:pt x="5475" y="5591"/>
                  </a:lnTo>
                  <a:lnTo>
                    <a:pt x="4281" y="6725"/>
                  </a:lnTo>
                  <a:lnTo>
                    <a:pt x="0" y="8909"/>
                  </a:lnTo>
                  <a:lnTo>
                    <a:pt x="119" y="7249"/>
                  </a:lnTo>
                  <a:lnTo>
                    <a:pt x="1450" y="6440"/>
                  </a:lnTo>
                  <a:lnTo>
                    <a:pt x="2132" y="3681"/>
                  </a:lnTo>
                  <a:lnTo>
                    <a:pt x="1789" y="1570"/>
                  </a:lnTo>
                  <a:lnTo>
                    <a:pt x="2760" y="0"/>
                  </a:lnTo>
                  <a:lnTo>
                    <a:pt x="4932" y="14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h1105"/>
            <p:cNvSpPr/>
            <p:nvPr/>
          </p:nvSpPr>
          <p:spPr>
            <a:xfrm>
              <a:off x="2472505" y="3039047"/>
              <a:ext cx="10980" cy="13835"/>
            </a:xfrm>
            <a:custGeom>
              <a:avLst/>
              <a:pathLst>
                <a:path w="10980" h="13835">
                  <a:moveTo>
                    <a:pt x="7658" y="995"/>
                  </a:moveTo>
                  <a:lnTo>
                    <a:pt x="8213" y="3318"/>
                  </a:lnTo>
                  <a:lnTo>
                    <a:pt x="10980" y="5875"/>
                  </a:lnTo>
                  <a:lnTo>
                    <a:pt x="4784" y="11148"/>
                  </a:lnTo>
                  <a:lnTo>
                    <a:pt x="3505" y="13548"/>
                  </a:lnTo>
                  <a:lnTo>
                    <a:pt x="1020" y="13835"/>
                  </a:lnTo>
                  <a:lnTo>
                    <a:pt x="0" y="12615"/>
                  </a:lnTo>
                  <a:lnTo>
                    <a:pt x="1076" y="12120"/>
                  </a:lnTo>
                  <a:lnTo>
                    <a:pt x="1909" y="8762"/>
                  </a:lnTo>
                  <a:lnTo>
                    <a:pt x="1174" y="7747"/>
                  </a:lnTo>
                  <a:lnTo>
                    <a:pt x="1462" y="5740"/>
                  </a:lnTo>
                  <a:lnTo>
                    <a:pt x="3211" y="1879"/>
                  </a:lnTo>
                  <a:lnTo>
                    <a:pt x="541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h1106"/>
            <p:cNvSpPr/>
            <p:nvPr/>
          </p:nvSpPr>
          <p:spPr>
            <a:xfrm>
              <a:off x="2522228" y="3045772"/>
              <a:ext cx="29263" cy="26856"/>
            </a:xfrm>
            <a:custGeom>
              <a:avLst/>
              <a:pathLst>
                <a:path w="29263" h="26856">
                  <a:moveTo>
                    <a:pt x="19671" y="0"/>
                  </a:moveTo>
                  <a:lnTo>
                    <a:pt x="22422" y="3882"/>
                  </a:lnTo>
                  <a:lnTo>
                    <a:pt x="22226" y="4580"/>
                  </a:lnTo>
                  <a:lnTo>
                    <a:pt x="20876" y="4626"/>
                  </a:lnTo>
                  <a:lnTo>
                    <a:pt x="20583" y="5796"/>
                  </a:lnTo>
                  <a:lnTo>
                    <a:pt x="26816" y="8930"/>
                  </a:lnTo>
                  <a:lnTo>
                    <a:pt x="29124" y="11092"/>
                  </a:lnTo>
                  <a:lnTo>
                    <a:pt x="29263" y="11501"/>
                  </a:lnTo>
                  <a:lnTo>
                    <a:pt x="24816" y="11973"/>
                  </a:lnTo>
                  <a:lnTo>
                    <a:pt x="22498" y="13069"/>
                  </a:lnTo>
                  <a:lnTo>
                    <a:pt x="23628" y="19220"/>
                  </a:lnTo>
                  <a:lnTo>
                    <a:pt x="20889" y="19046"/>
                  </a:lnTo>
                  <a:lnTo>
                    <a:pt x="20141" y="20973"/>
                  </a:lnTo>
                  <a:lnTo>
                    <a:pt x="16557" y="24462"/>
                  </a:lnTo>
                  <a:lnTo>
                    <a:pt x="11878" y="26856"/>
                  </a:lnTo>
                  <a:lnTo>
                    <a:pt x="9468" y="23800"/>
                  </a:lnTo>
                  <a:lnTo>
                    <a:pt x="3718" y="18902"/>
                  </a:lnTo>
                  <a:lnTo>
                    <a:pt x="2269" y="13715"/>
                  </a:lnTo>
                  <a:lnTo>
                    <a:pt x="0" y="12804"/>
                  </a:lnTo>
                  <a:lnTo>
                    <a:pt x="1164" y="11015"/>
                  </a:lnTo>
                  <a:lnTo>
                    <a:pt x="5056" y="10473"/>
                  </a:lnTo>
                  <a:lnTo>
                    <a:pt x="4524" y="7066"/>
                  </a:lnTo>
                  <a:lnTo>
                    <a:pt x="5861" y="2634"/>
                  </a:lnTo>
                  <a:lnTo>
                    <a:pt x="7339" y="2045"/>
                  </a:lnTo>
                  <a:lnTo>
                    <a:pt x="7507" y="6177"/>
                  </a:lnTo>
                  <a:lnTo>
                    <a:pt x="7008" y="6831"/>
                  </a:lnTo>
                  <a:lnTo>
                    <a:pt x="10396" y="7477"/>
                  </a:lnTo>
                  <a:lnTo>
                    <a:pt x="8231" y="2759"/>
                  </a:lnTo>
                  <a:lnTo>
                    <a:pt x="8853" y="1490"/>
                  </a:lnTo>
                  <a:lnTo>
                    <a:pt x="11636" y="415"/>
                  </a:lnTo>
                  <a:lnTo>
                    <a:pt x="15772" y="116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h1107"/>
            <p:cNvSpPr/>
            <p:nvPr/>
          </p:nvSpPr>
          <p:spPr>
            <a:xfrm>
              <a:off x="2516210" y="2998049"/>
              <a:ext cx="17746" cy="13083"/>
            </a:xfrm>
            <a:custGeom>
              <a:avLst/>
              <a:pathLst>
                <a:path w="17746" h="13083">
                  <a:moveTo>
                    <a:pt x="8557" y="679"/>
                  </a:moveTo>
                  <a:lnTo>
                    <a:pt x="8700" y="814"/>
                  </a:lnTo>
                  <a:lnTo>
                    <a:pt x="9089" y="1181"/>
                  </a:lnTo>
                  <a:lnTo>
                    <a:pt x="11528" y="2818"/>
                  </a:lnTo>
                  <a:lnTo>
                    <a:pt x="16143" y="2823"/>
                  </a:lnTo>
                  <a:lnTo>
                    <a:pt x="17746" y="5285"/>
                  </a:lnTo>
                  <a:lnTo>
                    <a:pt x="11832" y="6804"/>
                  </a:lnTo>
                  <a:lnTo>
                    <a:pt x="10092" y="8675"/>
                  </a:lnTo>
                  <a:lnTo>
                    <a:pt x="9135" y="10972"/>
                  </a:lnTo>
                  <a:lnTo>
                    <a:pt x="5306" y="13083"/>
                  </a:lnTo>
                  <a:lnTo>
                    <a:pt x="4861" y="10588"/>
                  </a:lnTo>
                  <a:lnTo>
                    <a:pt x="0" y="4495"/>
                  </a:lnTo>
                  <a:lnTo>
                    <a:pt x="344" y="3866"/>
                  </a:lnTo>
                  <a:lnTo>
                    <a:pt x="1812" y="1178"/>
                  </a:lnTo>
                  <a:lnTo>
                    <a:pt x="3264" y="99"/>
                  </a:lnTo>
                  <a:lnTo>
                    <a:pt x="339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h1108"/>
            <p:cNvSpPr/>
            <p:nvPr/>
          </p:nvSpPr>
          <p:spPr>
            <a:xfrm>
              <a:off x="2481169" y="3043822"/>
              <a:ext cx="23198" cy="30102"/>
            </a:xfrm>
            <a:custGeom>
              <a:avLst/>
              <a:pathLst>
                <a:path w="23198" h="30102">
                  <a:moveTo>
                    <a:pt x="11153" y="231"/>
                  </a:moveTo>
                  <a:lnTo>
                    <a:pt x="9645" y="5563"/>
                  </a:lnTo>
                  <a:lnTo>
                    <a:pt x="11747" y="6137"/>
                  </a:lnTo>
                  <a:lnTo>
                    <a:pt x="13142" y="5240"/>
                  </a:lnTo>
                  <a:lnTo>
                    <a:pt x="12577" y="7518"/>
                  </a:lnTo>
                  <a:lnTo>
                    <a:pt x="10095" y="9588"/>
                  </a:lnTo>
                  <a:lnTo>
                    <a:pt x="8624" y="13266"/>
                  </a:lnTo>
                  <a:lnTo>
                    <a:pt x="10076" y="16759"/>
                  </a:lnTo>
                  <a:lnTo>
                    <a:pt x="11980" y="19759"/>
                  </a:lnTo>
                  <a:lnTo>
                    <a:pt x="14889" y="20883"/>
                  </a:lnTo>
                  <a:lnTo>
                    <a:pt x="16871" y="17958"/>
                  </a:lnTo>
                  <a:lnTo>
                    <a:pt x="19394" y="21662"/>
                  </a:lnTo>
                  <a:lnTo>
                    <a:pt x="16442" y="24320"/>
                  </a:lnTo>
                  <a:lnTo>
                    <a:pt x="17156" y="26753"/>
                  </a:lnTo>
                  <a:lnTo>
                    <a:pt x="23198" y="25708"/>
                  </a:lnTo>
                  <a:lnTo>
                    <a:pt x="19765" y="28490"/>
                  </a:lnTo>
                  <a:lnTo>
                    <a:pt x="20032" y="29727"/>
                  </a:lnTo>
                  <a:lnTo>
                    <a:pt x="12720" y="30102"/>
                  </a:lnTo>
                  <a:lnTo>
                    <a:pt x="4186" y="28615"/>
                  </a:lnTo>
                  <a:lnTo>
                    <a:pt x="0" y="22322"/>
                  </a:lnTo>
                  <a:lnTo>
                    <a:pt x="3917" y="22085"/>
                  </a:lnTo>
                  <a:lnTo>
                    <a:pt x="4542" y="17527"/>
                  </a:lnTo>
                  <a:lnTo>
                    <a:pt x="5575" y="15436"/>
                  </a:lnTo>
                  <a:lnTo>
                    <a:pt x="4908" y="10189"/>
                  </a:lnTo>
                  <a:lnTo>
                    <a:pt x="3201" y="7765"/>
                  </a:lnTo>
                  <a:lnTo>
                    <a:pt x="3310" y="5253"/>
                  </a:lnTo>
                  <a:lnTo>
                    <a:pt x="2424" y="5244"/>
                  </a:lnTo>
                  <a:lnTo>
                    <a:pt x="2068" y="3917"/>
                  </a:lnTo>
                  <a:lnTo>
                    <a:pt x="4836" y="2232"/>
                  </a:lnTo>
                  <a:lnTo>
                    <a:pt x="1031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h1109"/>
            <p:cNvSpPr/>
            <p:nvPr/>
          </p:nvSpPr>
          <p:spPr>
            <a:xfrm>
              <a:off x="2474703" y="3018150"/>
              <a:ext cx="16422" cy="21076"/>
            </a:xfrm>
            <a:custGeom>
              <a:avLst/>
              <a:pathLst>
                <a:path w="16422" h="21076">
                  <a:moveTo>
                    <a:pt x="9809" y="0"/>
                  </a:moveTo>
                  <a:lnTo>
                    <a:pt x="11580" y="6486"/>
                  </a:lnTo>
                  <a:lnTo>
                    <a:pt x="8818" y="9582"/>
                  </a:lnTo>
                  <a:lnTo>
                    <a:pt x="9285" y="10950"/>
                  </a:lnTo>
                  <a:lnTo>
                    <a:pt x="16205" y="15029"/>
                  </a:lnTo>
                  <a:lnTo>
                    <a:pt x="16422" y="16742"/>
                  </a:lnTo>
                  <a:lnTo>
                    <a:pt x="15715" y="16256"/>
                  </a:lnTo>
                  <a:lnTo>
                    <a:pt x="12301" y="19159"/>
                  </a:lnTo>
                  <a:lnTo>
                    <a:pt x="8408" y="21076"/>
                  </a:lnTo>
                  <a:lnTo>
                    <a:pt x="4622" y="20357"/>
                  </a:lnTo>
                  <a:lnTo>
                    <a:pt x="3655" y="19713"/>
                  </a:lnTo>
                  <a:lnTo>
                    <a:pt x="716" y="13832"/>
                  </a:lnTo>
                  <a:lnTo>
                    <a:pt x="414" y="11834"/>
                  </a:lnTo>
                  <a:lnTo>
                    <a:pt x="0" y="5537"/>
                  </a:lnTo>
                  <a:lnTo>
                    <a:pt x="2085" y="5426"/>
                  </a:lnTo>
                  <a:lnTo>
                    <a:pt x="7280" y="285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h1110"/>
            <p:cNvSpPr/>
            <p:nvPr/>
          </p:nvSpPr>
          <p:spPr>
            <a:xfrm>
              <a:off x="2538000" y="3040351"/>
              <a:ext cx="14746" cy="16513"/>
            </a:xfrm>
            <a:custGeom>
              <a:avLst/>
              <a:pathLst>
                <a:path w="14746" h="16513">
                  <a:moveTo>
                    <a:pt x="2307" y="617"/>
                  </a:moveTo>
                  <a:lnTo>
                    <a:pt x="4440" y="647"/>
                  </a:lnTo>
                  <a:lnTo>
                    <a:pt x="7951" y="1987"/>
                  </a:lnTo>
                  <a:lnTo>
                    <a:pt x="9819" y="4069"/>
                  </a:lnTo>
                  <a:lnTo>
                    <a:pt x="12462" y="8291"/>
                  </a:lnTo>
                  <a:lnTo>
                    <a:pt x="13236" y="14308"/>
                  </a:lnTo>
                  <a:lnTo>
                    <a:pt x="14746" y="16296"/>
                  </a:lnTo>
                  <a:lnTo>
                    <a:pt x="13352" y="16513"/>
                  </a:lnTo>
                  <a:lnTo>
                    <a:pt x="11043" y="14352"/>
                  </a:lnTo>
                  <a:lnTo>
                    <a:pt x="4811" y="11218"/>
                  </a:lnTo>
                  <a:lnTo>
                    <a:pt x="5104" y="10048"/>
                  </a:lnTo>
                  <a:lnTo>
                    <a:pt x="6454" y="10001"/>
                  </a:lnTo>
                  <a:lnTo>
                    <a:pt x="6650" y="9303"/>
                  </a:lnTo>
                  <a:lnTo>
                    <a:pt x="3899" y="5421"/>
                  </a:lnTo>
                  <a:lnTo>
                    <a:pt x="0" y="6582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h1111"/>
            <p:cNvSpPr/>
            <p:nvPr/>
          </p:nvSpPr>
          <p:spPr>
            <a:xfrm>
              <a:off x="2498784" y="3016122"/>
              <a:ext cx="11061" cy="11920"/>
            </a:xfrm>
            <a:custGeom>
              <a:avLst/>
              <a:pathLst>
                <a:path w="11061" h="11920">
                  <a:moveTo>
                    <a:pt x="3572" y="0"/>
                  </a:moveTo>
                  <a:lnTo>
                    <a:pt x="9645" y="4677"/>
                  </a:lnTo>
                  <a:lnTo>
                    <a:pt x="10982" y="6525"/>
                  </a:lnTo>
                  <a:lnTo>
                    <a:pt x="11061" y="8159"/>
                  </a:lnTo>
                  <a:lnTo>
                    <a:pt x="7892" y="11920"/>
                  </a:lnTo>
                  <a:lnTo>
                    <a:pt x="1286" y="7298"/>
                  </a:lnTo>
                  <a:lnTo>
                    <a:pt x="0" y="6968"/>
                  </a:lnTo>
                  <a:lnTo>
                    <a:pt x="408" y="3797"/>
                  </a:lnTo>
                  <a:lnTo>
                    <a:pt x="4042" y="298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h1112"/>
            <p:cNvSpPr/>
            <p:nvPr/>
          </p:nvSpPr>
          <p:spPr>
            <a:xfrm>
              <a:off x="2540308" y="3037276"/>
              <a:ext cx="16551" cy="19371"/>
            </a:xfrm>
            <a:custGeom>
              <a:avLst/>
              <a:pathLst>
                <a:path w="16551" h="19371">
                  <a:moveTo>
                    <a:pt x="10609" y="2618"/>
                  </a:moveTo>
                  <a:lnTo>
                    <a:pt x="11440" y="902"/>
                  </a:lnTo>
                  <a:lnTo>
                    <a:pt x="13127" y="1550"/>
                  </a:lnTo>
                  <a:lnTo>
                    <a:pt x="14210" y="563"/>
                  </a:lnTo>
                  <a:lnTo>
                    <a:pt x="15707" y="1250"/>
                  </a:lnTo>
                  <a:lnTo>
                    <a:pt x="14793" y="3679"/>
                  </a:lnTo>
                  <a:lnTo>
                    <a:pt x="12895" y="5094"/>
                  </a:lnTo>
                  <a:lnTo>
                    <a:pt x="14580" y="9573"/>
                  </a:lnTo>
                  <a:lnTo>
                    <a:pt x="16551" y="15868"/>
                  </a:lnTo>
                  <a:lnTo>
                    <a:pt x="16337" y="17083"/>
                  </a:lnTo>
                  <a:lnTo>
                    <a:pt x="15691" y="17256"/>
                  </a:lnTo>
                  <a:lnTo>
                    <a:pt x="13935" y="17303"/>
                  </a:lnTo>
                  <a:lnTo>
                    <a:pt x="13944" y="19169"/>
                  </a:lnTo>
                  <a:lnTo>
                    <a:pt x="12438" y="19371"/>
                  </a:lnTo>
                  <a:lnTo>
                    <a:pt x="10929" y="17383"/>
                  </a:lnTo>
                  <a:lnTo>
                    <a:pt x="10154" y="11366"/>
                  </a:lnTo>
                  <a:lnTo>
                    <a:pt x="7512" y="7144"/>
                  </a:lnTo>
                  <a:lnTo>
                    <a:pt x="5644" y="5062"/>
                  </a:lnTo>
                  <a:lnTo>
                    <a:pt x="2132" y="3722"/>
                  </a:lnTo>
                  <a:lnTo>
                    <a:pt x="0" y="3692"/>
                  </a:lnTo>
                  <a:lnTo>
                    <a:pt x="185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h1113"/>
            <p:cNvSpPr/>
            <p:nvPr/>
          </p:nvSpPr>
          <p:spPr>
            <a:xfrm>
              <a:off x="2483521" y="3018436"/>
              <a:ext cx="16380" cy="17266"/>
            </a:xfrm>
            <a:custGeom>
              <a:avLst/>
              <a:pathLst>
                <a:path w="16380" h="17266">
                  <a:moveTo>
                    <a:pt x="14852" y="6642"/>
                  </a:moveTo>
                  <a:lnTo>
                    <a:pt x="15290" y="9034"/>
                  </a:lnTo>
                  <a:lnTo>
                    <a:pt x="16380" y="9280"/>
                  </a:lnTo>
                  <a:lnTo>
                    <a:pt x="15863" y="13194"/>
                  </a:lnTo>
                  <a:lnTo>
                    <a:pt x="13368" y="12925"/>
                  </a:lnTo>
                  <a:lnTo>
                    <a:pt x="12046" y="10917"/>
                  </a:lnTo>
                  <a:lnTo>
                    <a:pt x="9727" y="11364"/>
                  </a:lnTo>
                  <a:lnTo>
                    <a:pt x="9890" y="13371"/>
                  </a:lnTo>
                  <a:lnTo>
                    <a:pt x="11708" y="16014"/>
                  </a:lnTo>
                  <a:lnTo>
                    <a:pt x="8136" y="17266"/>
                  </a:lnTo>
                  <a:lnTo>
                    <a:pt x="7604" y="16456"/>
                  </a:lnTo>
                  <a:lnTo>
                    <a:pt x="7386" y="14743"/>
                  </a:lnTo>
                  <a:lnTo>
                    <a:pt x="467" y="10664"/>
                  </a:lnTo>
                  <a:lnTo>
                    <a:pt x="0" y="9296"/>
                  </a:lnTo>
                  <a:lnTo>
                    <a:pt x="2761" y="6200"/>
                  </a:lnTo>
                  <a:lnTo>
                    <a:pt x="6480" y="9106"/>
                  </a:lnTo>
                  <a:lnTo>
                    <a:pt x="8950" y="8954"/>
                  </a:lnTo>
                  <a:lnTo>
                    <a:pt x="9136" y="7803"/>
                  </a:lnTo>
                  <a:lnTo>
                    <a:pt x="7126" y="4771"/>
                  </a:lnTo>
                  <a:lnTo>
                    <a:pt x="70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h1114"/>
            <p:cNvSpPr/>
            <p:nvPr/>
          </p:nvSpPr>
          <p:spPr>
            <a:xfrm>
              <a:off x="2506676" y="3012990"/>
              <a:ext cx="23350" cy="22618"/>
            </a:xfrm>
            <a:custGeom>
              <a:avLst/>
              <a:pathLst>
                <a:path w="23350" h="22618">
                  <a:moveTo>
                    <a:pt x="15660" y="1278"/>
                  </a:moveTo>
                  <a:lnTo>
                    <a:pt x="15008" y="3113"/>
                  </a:lnTo>
                  <a:lnTo>
                    <a:pt x="17550" y="7816"/>
                  </a:lnTo>
                  <a:lnTo>
                    <a:pt x="18197" y="7050"/>
                  </a:lnTo>
                  <a:lnTo>
                    <a:pt x="17921" y="4498"/>
                  </a:lnTo>
                  <a:lnTo>
                    <a:pt x="19202" y="2670"/>
                  </a:lnTo>
                  <a:lnTo>
                    <a:pt x="21955" y="3671"/>
                  </a:lnTo>
                  <a:lnTo>
                    <a:pt x="23350" y="8048"/>
                  </a:lnTo>
                  <a:lnTo>
                    <a:pt x="15189" y="12565"/>
                  </a:lnTo>
                  <a:lnTo>
                    <a:pt x="12157" y="12203"/>
                  </a:lnTo>
                  <a:lnTo>
                    <a:pt x="11262" y="13781"/>
                  </a:lnTo>
                  <a:lnTo>
                    <a:pt x="11354" y="15423"/>
                  </a:lnTo>
                  <a:lnTo>
                    <a:pt x="11247" y="19268"/>
                  </a:lnTo>
                  <a:lnTo>
                    <a:pt x="7523" y="22618"/>
                  </a:lnTo>
                  <a:lnTo>
                    <a:pt x="6635" y="18540"/>
                  </a:lnTo>
                  <a:lnTo>
                    <a:pt x="4864" y="16670"/>
                  </a:lnTo>
                  <a:lnTo>
                    <a:pt x="3556" y="15734"/>
                  </a:lnTo>
                  <a:lnTo>
                    <a:pt x="261" y="16026"/>
                  </a:lnTo>
                  <a:lnTo>
                    <a:pt x="0" y="15053"/>
                  </a:lnTo>
                  <a:lnTo>
                    <a:pt x="3168" y="11291"/>
                  </a:lnTo>
                  <a:lnTo>
                    <a:pt x="3089" y="9657"/>
                  </a:lnTo>
                  <a:lnTo>
                    <a:pt x="1752" y="7809"/>
                  </a:lnTo>
                  <a:lnTo>
                    <a:pt x="4856" y="6865"/>
                  </a:lnTo>
                  <a:lnTo>
                    <a:pt x="4278" y="6367"/>
                  </a:lnTo>
                  <a:lnTo>
                    <a:pt x="5780" y="5440"/>
                  </a:lnTo>
                  <a:lnTo>
                    <a:pt x="13394" y="4101"/>
                  </a:lnTo>
                  <a:lnTo>
                    <a:pt x="1469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h1115"/>
            <p:cNvSpPr/>
            <p:nvPr/>
          </p:nvSpPr>
          <p:spPr>
            <a:xfrm>
              <a:off x="2489793" y="3050366"/>
              <a:ext cx="17565" cy="15118"/>
            </a:xfrm>
            <a:custGeom>
              <a:avLst/>
              <a:pathLst>
                <a:path w="17565" h="15118">
                  <a:moveTo>
                    <a:pt x="14302" y="1004"/>
                  </a:moveTo>
                  <a:lnTo>
                    <a:pt x="12714" y="1715"/>
                  </a:lnTo>
                  <a:lnTo>
                    <a:pt x="17067" y="5982"/>
                  </a:lnTo>
                  <a:lnTo>
                    <a:pt x="17565" y="9100"/>
                  </a:lnTo>
                  <a:lnTo>
                    <a:pt x="17121" y="11254"/>
                  </a:lnTo>
                  <a:lnTo>
                    <a:pt x="15948" y="14011"/>
                  </a:lnTo>
                  <a:lnTo>
                    <a:pt x="10769" y="15118"/>
                  </a:lnTo>
                  <a:lnTo>
                    <a:pt x="8246" y="11413"/>
                  </a:lnTo>
                  <a:lnTo>
                    <a:pt x="6264" y="14339"/>
                  </a:lnTo>
                  <a:lnTo>
                    <a:pt x="3356" y="13215"/>
                  </a:lnTo>
                  <a:lnTo>
                    <a:pt x="1451" y="10215"/>
                  </a:lnTo>
                  <a:lnTo>
                    <a:pt x="0" y="6722"/>
                  </a:lnTo>
                  <a:lnTo>
                    <a:pt x="1470" y="3044"/>
                  </a:lnTo>
                  <a:lnTo>
                    <a:pt x="3952" y="974"/>
                  </a:lnTo>
                  <a:lnTo>
                    <a:pt x="7961" y="2216"/>
                  </a:lnTo>
                  <a:lnTo>
                    <a:pt x="6630" y="3025"/>
                  </a:lnTo>
                  <a:lnTo>
                    <a:pt x="6511" y="4685"/>
                  </a:lnTo>
                  <a:lnTo>
                    <a:pt x="10792" y="2501"/>
                  </a:lnTo>
                  <a:lnTo>
                    <a:pt x="11986" y="1367"/>
                  </a:lnTo>
                  <a:lnTo>
                    <a:pt x="12097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h1116"/>
            <p:cNvSpPr/>
            <p:nvPr/>
          </p:nvSpPr>
          <p:spPr>
            <a:xfrm>
              <a:off x="2501238" y="3028724"/>
              <a:ext cx="23199" cy="29733"/>
            </a:xfrm>
            <a:custGeom>
              <a:avLst/>
              <a:pathLst>
                <a:path w="23199" h="29733">
                  <a:moveTo>
                    <a:pt x="8994" y="0"/>
                  </a:moveTo>
                  <a:lnTo>
                    <a:pt x="10303" y="935"/>
                  </a:lnTo>
                  <a:lnTo>
                    <a:pt x="12073" y="2805"/>
                  </a:lnTo>
                  <a:lnTo>
                    <a:pt x="12962" y="6883"/>
                  </a:lnTo>
                  <a:lnTo>
                    <a:pt x="14023" y="12475"/>
                  </a:lnTo>
                  <a:lnTo>
                    <a:pt x="12084" y="14691"/>
                  </a:lnTo>
                  <a:lnTo>
                    <a:pt x="12259" y="19961"/>
                  </a:lnTo>
                  <a:lnTo>
                    <a:pt x="16804" y="19137"/>
                  </a:lnTo>
                  <a:lnTo>
                    <a:pt x="22962" y="19387"/>
                  </a:lnTo>
                  <a:lnTo>
                    <a:pt x="23199" y="21945"/>
                  </a:lnTo>
                  <a:lnTo>
                    <a:pt x="20465" y="23421"/>
                  </a:lnTo>
                  <a:lnTo>
                    <a:pt x="18339" y="29694"/>
                  </a:lnTo>
                  <a:lnTo>
                    <a:pt x="17771" y="29733"/>
                  </a:lnTo>
                  <a:lnTo>
                    <a:pt x="14532" y="29191"/>
                  </a:lnTo>
                  <a:lnTo>
                    <a:pt x="12117" y="21776"/>
                  </a:lnTo>
                  <a:lnTo>
                    <a:pt x="9427" y="20043"/>
                  </a:lnTo>
                  <a:lnTo>
                    <a:pt x="9011" y="21621"/>
                  </a:lnTo>
                  <a:lnTo>
                    <a:pt x="4669" y="20108"/>
                  </a:lnTo>
                  <a:lnTo>
                    <a:pt x="4685" y="18033"/>
                  </a:lnTo>
                  <a:lnTo>
                    <a:pt x="1184" y="19120"/>
                  </a:lnTo>
                  <a:lnTo>
                    <a:pt x="0" y="17566"/>
                  </a:lnTo>
                  <a:lnTo>
                    <a:pt x="277" y="14754"/>
                  </a:lnTo>
                  <a:lnTo>
                    <a:pt x="845" y="15139"/>
                  </a:lnTo>
                  <a:lnTo>
                    <a:pt x="1177" y="14655"/>
                  </a:lnTo>
                  <a:lnTo>
                    <a:pt x="132" y="8457"/>
                  </a:lnTo>
                  <a:lnTo>
                    <a:pt x="792" y="8400"/>
                  </a:lnTo>
                  <a:lnTo>
                    <a:pt x="2402" y="10577"/>
                  </a:lnTo>
                  <a:lnTo>
                    <a:pt x="5680" y="8484"/>
                  </a:lnTo>
                  <a:lnTo>
                    <a:pt x="4817" y="2570"/>
                  </a:lnTo>
                  <a:lnTo>
                    <a:pt x="5699" y="29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h1117"/>
            <p:cNvSpPr/>
            <p:nvPr/>
          </p:nvSpPr>
          <p:spPr>
            <a:xfrm>
              <a:off x="2484512" y="3005916"/>
              <a:ext cx="18314" cy="21626"/>
            </a:xfrm>
            <a:custGeom>
              <a:avLst/>
              <a:pathLst>
                <a:path w="18314" h="21626">
                  <a:moveTo>
                    <a:pt x="5324" y="42"/>
                  </a:moveTo>
                  <a:lnTo>
                    <a:pt x="9628" y="2319"/>
                  </a:lnTo>
                  <a:lnTo>
                    <a:pt x="12709" y="4933"/>
                  </a:lnTo>
                  <a:lnTo>
                    <a:pt x="14271" y="4758"/>
                  </a:lnTo>
                  <a:lnTo>
                    <a:pt x="16677" y="2591"/>
                  </a:lnTo>
                  <a:lnTo>
                    <a:pt x="18124" y="5939"/>
                  </a:lnTo>
                  <a:lnTo>
                    <a:pt x="17843" y="10206"/>
                  </a:lnTo>
                  <a:lnTo>
                    <a:pt x="18314" y="13194"/>
                  </a:lnTo>
                  <a:lnTo>
                    <a:pt x="14680" y="14003"/>
                  </a:lnTo>
                  <a:lnTo>
                    <a:pt x="14271" y="17174"/>
                  </a:lnTo>
                  <a:lnTo>
                    <a:pt x="15557" y="17504"/>
                  </a:lnTo>
                  <a:lnTo>
                    <a:pt x="13861" y="19162"/>
                  </a:lnTo>
                  <a:lnTo>
                    <a:pt x="6051" y="12520"/>
                  </a:lnTo>
                  <a:lnTo>
                    <a:pt x="6135" y="17291"/>
                  </a:lnTo>
                  <a:lnTo>
                    <a:pt x="8145" y="20323"/>
                  </a:lnTo>
                  <a:lnTo>
                    <a:pt x="7959" y="21475"/>
                  </a:lnTo>
                  <a:lnTo>
                    <a:pt x="5489" y="21626"/>
                  </a:lnTo>
                  <a:lnTo>
                    <a:pt x="1770" y="18720"/>
                  </a:lnTo>
                  <a:lnTo>
                    <a:pt x="0" y="12234"/>
                  </a:lnTo>
                  <a:lnTo>
                    <a:pt x="2990" y="9496"/>
                  </a:lnTo>
                  <a:lnTo>
                    <a:pt x="3694" y="7840"/>
                  </a:lnTo>
                  <a:lnTo>
                    <a:pt x="3356" y="3930"/>
                  </a:lnTo>
                  <a:lnTo>
                    <a:pt x="2336" y="1610"/>
                  </a:lnTo>
                  <a:lnTo>
                    <a:pt x="320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h1118"/>
            <p:cNvSpPr/>
            <p:nvPr/>
          </p:nvSpPr>
          <p:spPr>
            <a:xfrm>
              <a:off x="2467649" y="3029984"/>
              <a:ext cx="12514" cy="21678"/>
            </a:xfrm>
            <a:custGeom>
              <a:avLst/>
              <a:pathLst>
                <a:path w="12514" h="21678">
                  <a:moveTo>
                    <a:pt x="7770" y="1998"/>
                  </a:moveTo>
                  <a:lnTo>
                    <a:pt x="10709" y="7879"/>
                  </a:lnTo>
                  <a:lnTo>
                    <a:pt x="11676" y="8522"/>
                  </a:lnTo>
                  <a:lnTo>
                    <a:pt x="12514" y="10058"/>
                  </a:lnTo>
                  <a:lnTo>
                    <a:pt x="10271" y="9062"/>
                  </a:lnTo>
                  <a:lnTo>
                    <a:pt x="8066" y="10942"/>
                  </a:lnTo>
                  <a:lnTo>
                    <a:pt x="6318" y="14802"/>
                  </a:lnTo>
                  <a:lnTo>
                    <a:pt x="6030" y="16809"/>
                  </a:lnTo>
                  <a:lnTo>
                    <a:pt x="6765" y="17824"/>
                  </a:lnTo>
                  <a:lnTo>
                    <a:pt x="5932" y="21182"/>
                  </a:lnTo>
                  <a:lnTo>
                    <a:pt x="4855" y="21678"/>
                  </a:lnTo>
                  <a:lnTo>
                    <a:pt x="3569" y="21653"/>
                  </a:lnTo>
                  <a:lnTo>
                    <a:pt x="1629" y="16812"/>
                  </a:lnTo>
                  <a:lnTo>
                    <a:pt x="0" y="12549"/>
                  </a:lnTo>
                  <a:lnTo>
                    <a:pt x="3135" y="8532"/>
                  </a:lnTo>
                  <a:lnTo>
                    <a:pt x="3433" y="6927"/>
                  </a:lnTo>
                  <a:lnTo>
                    <a:pt x="4824" y="6266"/>
                  </a:lnTo>
                  <a:lnTo>
                    <a:pt x="74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h1119"/>
            <p:cNvSpPr/>
            <p:nvPr/>
          </p:nvSpPr>
          <p:spPr>
            <a:xfrm>
              <a:off x="2513322" y="3028413"/>
              <a:ext cx="28948" cy="30163"/>
            </a:xfrm>
            <a:custGeom>
              <a:avLst/>
              <a:pathLst>
                <a:path w="28948" h="30163">
                  <a:moveTo>
                    <a:pt x="9905" y="2865"/>
                  </a:moveTo>
                  <a:lnTo>
                    <a:pt x="14031" y="3899"/>
                  </a:lnTo>
                  <a:lnTo>
                    <a:pt x="15777" y="7301"/>
                  </a:lnTo>
                  <a:lnTo>
                    <a:pt x="19269" y="8721"/>
                  </a:lnTo>
                  <a:lnTo>
                    <a:pt x="22995" y="3795"/>
                  </a:lnTo>
                  <a:lnTo>
                    <a:pt x="24412" y="4912"/>
                  </a:lnTo>
                  <a:lnTo>
                    <a:pt x="25538" y="7524"/>
                  </a:lnTo>
                  <a:lnTo>
                    <a:pt x="28948" y="7403"/>
                  </a:lnTo>
                  <a:lnTo>
                    <a:pt x="28841" y="8863"/>
                  </a:lnTo>
                  <a:lnTo>
                    <a:pt x="26986" y="12555"/>
                  </a:lnTo>
                  <a:lnTo>
                    <a:pt x="25171" y="11938"/>
                  </a:lnTo>
                  <a:lnTo>
                    <a:pt x="24678" y="18520"/>
                  </a:lnTo>
                  <a:lnTo>
                    <a:pt x="20542" y="17775"/>
                  </a:lnTo>
                  <a:lnTo>
                    <a:pt x="17759" y="18849"/>
                  </a:lnTo>
                  <a:lnTo>
                    <a:pt x="17137" y="20119"/>
                  </a:lnTo>
                  <a:lnTo>
                    <a:pt x="19302" y="24837"/>
                  </a:lnTo>
                  <a:lnTo>
                    <a:pt x="15914" y="24191"/>
                  </a:lnTo>
                  <a:lnTo>
                    <a:pt x="16413" y="23537"/>
                  </a:lnTo>
                  <a:lnTo>
                    <a:pt x="16245" y="19405"/>
                  </a:lnTo>
                  <a:lnTo>
                    <a:pt x="14767" y="19993"/>
                  </a:lnTo>
                  <a:lnTo>
                    <a:pt x="13430" y="24425"/>
                  </a:lnTo>
                  <a:lnTo>
                    <a:pt x="13962" y="27832"/>
                  </a:lnTo>
                  <a:lnTo>
                    <a:pt x="10070" y="28374"/>
                  </a:lnTo>
                  <a:lnTo>
                    <a:pt x="8906" y="30163"/>
                  </a:lnTo>
                  <a:lnTo>
                    <a:pt x="5687" y="30044"/>
                  </a:lnTo>
                  <a:lnTo>
                    <a:pt x="6255" y="30006"/>
                  </a:lnTo>
                  <a:lnTo>
                    <a:pt x="8381" y="23732"/>
                  </a:lnTo>
                  <a:lnTo>
                    <a:pt x="11115" y="22257"/>
                  </a:lnTo>
                  <a:lnTo>
                    <a:pt x="10878" y="19698"/>
                  </a:lnTo>
                  <a:lnTo>
                    <a:pt x="4720" y="19448"/>
                  </a:lnTo>
                  <a:lnTo>
                    <a:pt x="175" y="20272"/>
                  </a:lnTo>
                  <a:lnTo>
                    <a:pt x="0" y="15002"/>
                  </a:lnTo>
                  <a:lnTo>
                    <a:pt x="1939" y="12787"/>
                  </a:lnTo>
                  <a:lnTo>
                    <a:pt x="878" y="7194"/>
                  </a:lnTo>
                  <a:lnTo>
                    <a:pt x="4602" y="3845"/>
                  </a:lnTo>
                  <a:lnTo>
                    <a:pt x="470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h1120"/>
            <p:cNvSpPr/>
            <p:nvPr/>
          </p:nvSpPr>
          <p:spPr>
            <a:xfrm>
              <a:off x="2477289" y="3038507"/>
              <a:ext cx="9261" cy="16195"/>
            </a:xfrm>
            <a:custGeom>
              <a:avLst/>
              <a:pathLst>
                <a:path w="9261" h="16195">
                  <a:moveTo>
                    <a:pt x="5822" y="719"/>
                  </a:moveTo>
                  <a:lnTo>
                    <a:pt x="9261" y="4254"/>
                  </a:lnTo>
                  <a:lnTo>
                    <a:pt x="8715" y="7547"/>
                  </a:lnTo>
                  <a:lnTo>
                    <a:pt x="5948" y="9232"/>
                  </a:lnTo>
                  <a:lnTo>
                    <a:pt x="6304" y="10559"/>
                  </a:lnTo>
                  <a:lnTo>
                    <a:pt x="7189" y="10568"/>
                  </a:lnTo>
                  <a:lnTo>
                    <a:pt x="7080" y="13080"/>
                  </a:lnTo>
                  <a:lnTo>
                    <a:pt x="6365" y="16195"/>
                  </a:lnTo>
                  <a:lnTo>
                    <a:pt x="3686" y="14873"/>
                  </a:lnTo>
                  <a:lnTo>
                    <a:pt x="0" y="11688"/>
                  </a:lnTo>
                  <a:lnTo>
                    <a:pt x="6196" y="6415"/>
                  </a:lnTo>
                  <a:lnTo>
                    <a:pt x="3429" y="3858"/>
                  </a:lnTo>
                  <a:lnTo>
                    <a:pt x="2873" y="1535"/>
                  </a:lnTo>
                  <a:lnTo>
                    <a:pt x="203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h1121"/>
            <p:cNvSpPr/>
            <p:nvPr/>
          </p:nvSpPr>
          <p:spPr>
            <a:xfrm>
              <a:off x="2545910" y="3024283"/>
              <a:ext cx="12871" cy="12033"/>
            </a:xfrm>
            <a:custGeom>
              <a:avLst/>
              <a:pathLst>
                <a:path w="12871" h="12033">
                  <a:moveTo>
                    <a:pt x="12871" y="0"/>
                  </a:moveTo>
                  <a:lnTo>
                    <a:pt x="12186" y="1560"/>
                  </a:lnTo>
                  <a:lnTo>
                    <a:pt x="9456" y="5336"/>
                  </a:lnTo>
                  <a:lnTo>
                    <a:pt x="6476" y="12033"/>
                  </a:lnTo>
                  <a:lnTo>
                    <a:pt x="0" y="8269"/>
                  </a:lnTo>
                  <a:lnTo>
                    <a:pt x="94" y="4208"/>
                  </a:lnTo>
                  <a:lnTo>
                    <a:pt x="3101" y="3293"/>
                  </a:lnTo>
                  <a:lnTo>
                    <a:pt x="8953" y="4533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h1122"/>
            <p:cNvSpPr/>
            <p:nvPr/>
          </p:nvSpPr>
          <p:spPr>
            <a:xfrm>
              <a:off x="2542163" y="3032553"/>
              <a:ext cx="10222" cy="7341"/>
            </a:xfrm>
            <a:custGeom>
              <a:avLst/>
              <a:pathLst>
                <a:path w="10222" h="7341">
                  <a:moveTo>
                    <a:pt x="10222" y="3763"/>
                  </a:moveTo>
                  <a:lnTo>
                    <a:pt x="9584" y="5624"/>
                  </a:lnTo>
                  <a:lnTo>
                    <a:pt x="8754" y="7341"/>
                  </a:lnTo>
                  <a:lnTo>
                    <a:pt x="0" y="4722"/>
                  </a:lnTo>
                  <a:lnTo>
                    <a:pt x="107" y="3263"/>
                  </a:lnTo>
                  <a:lnTo>
                    <a:pt x="374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h1123"/>
            <p:cNvSpPr/>
            <p:nvPr/>
          </p:nvSpPr>
          <p:spPr>
            <a:xfrm>
              <a:off x="1776567" y="2571696"/>
              <a:ext cx="76447" cy="48792"/>
            </a:xfrm>
            <a:custGeom>
              <a:avLst/>
              <a:pathLst>
                <a:path w="76447" h="48792">
                  <a:moveTo>
                    <a:pt x="30770" y="546"/>
                  </a:moveTo>
                  <a:lnTo>
                    <a:pt x="30932" y="4380"/>
                  </a:lnTo>
                  <a:lnTo>
                    <a:pt x="32970" y="11374"/>
                  </a:lnTo>
                  <a:lnTo>
                    <a:pt x="39533" y="10811"/>
                  </a:lnTo>
                  <a:lnTo>
                    <a:pt x="45665" y="11267"/>
                  </a:lnTo>
                  <a:lnTo>
                    <a:pt x="45731" y="9482"/>
                  </a:lnTo>
                  <a:lnTo>
                    <a:pt x="48230" y="9103"/>
                  </a:lnTo>
                  <a:lnTo>
                    <a:pt x="49823" y="12548"/>
                  </a:lnTo>
                  <a:lnTo>
                    <a:pt x="52807" y="15175"/>
                  </a:lnTo>
                  <a:lnTo>
                    <a:pt x="55376" y="15029"/>
                  </a:lnTo>
                  <a:lnTo>
                    <a:pt x="62868" y="11568"/>
                  </a:lnTo>
                  <a:lnTo>
                    <a:pt x="64575" y="9660"/>
                  </a:lnTo>
                  <a:lnTo>
                    <a:pt x="67521" y="1309"/>
                  </a:lnTo>
                  <a:lnTo>
                    <a:pt x="74494" y="9879"/>
                  </a:lnTo>
                  <a:lnTo>
                    <a:pt x="76447" y="20258"/>
                  </a:lnTo>
                  <a:lnTo>
                    <a:pt x="76373" y="21943"/>
                  </a:lnTo>
                  <a:lnTo>
                    <a:pt x="72439" y="24731"/>
                  </a:lnTo>
                  <a:lnTo>
                    <a:pt x="70172" y="27606"/>
                  </a:lnTo>
                  <a:lnTo>
                    <a:pt x="71824" y="34409"/>
                  </a:lnTo>
                  <a:lnTo>
                    <a:pt x="70816" y="36814"/>
                  </a:lnTo>
                  <a:lnTo>
                    <a:pt x="63293" y="36993"/>
                  </a:lnTo>
                  <a:lnTo>
                    <a:pt x="61892" y="37866"/>
                  </a:lnTo>
                  <a:lnTo>
                    <a:pt x="61236" y="44648"/>
                  </a:lnTo>
                  <a:lnTo>
                    <a:pt x="58221" y="48458"/>
                  </a:lnTo>
                  <a:lnTo>
                    <a:pt x="57346" y="48792"/>
                  </a:lnTo>
                  <a:lnTo>
                    <a:pt x="48189" y="46213"/>
                  </a:lnTo>
                  <a:lnTo>
                    <a:pt x="46394" y="47245"/>
                  </a:lnTo>
                  <a:lnTo>
                    <a:pt x="45195" y="42315"/>
                  </a:lnTo>
                  <a:lnTo>
                    <a:pt x="42075" y="42571"/>
                  </a:lnTo>
                  <a:lnTo>
                    <a:pt x="41477" y="38352"/>
                  </a:lnTo>
                  <a:lnTo>
                    <a:pt x="38711" y="34305"/>
                  </a:lnTo>
                  <a:lnTo>
                    <a:pt x="37128" y="34546"/>
                  </a:lnTo>
                  <a:lnTo>
                    <a:pt x="35298" y="36870"/>
                  </a:lnTo>
                  <a:lnTo>
                    <a:pt x="30924" y="34528"/>
                  </a:lnTo>
                  <a:lnTo>
                    <a:pt x="29483" y="30831"/>
                  </a:lnTo>
                  <a:lnTo>
                    <a:pt x="29689" y="26380"/>
                  </a:lnTo>
                  <a:lnTo>
                    <a:pt x="24596" y="25465"/>
                  </a:lnTo>
                  <a:lnTo>
                    <a:pt x="22049" y="23831"/>
                  </a:lnTo>
                  <a:lnTo>
                    <a:pt x="17797" y="23357"/>
                  </a:lnTo>
                  <a:lnTo>
                    <a:pt x="16653" y="24846"/>
                  </a:lnTo>
                  <a:lnTo>
                    <a:pt x="16419" y="27418"/>
                  </a:lnTo>
                  <a:lnTo>
                    <a:pt x="12538" y="24566"/>
                  </a:lnTo>
                  <a:lnTo>
                    <a:pt x="14408" y="23111"/>
                  </a:lnTo>
                  <a:lnTo>
                    <a:pt x="14311" y="21929"/>
                  </a:lnTo>
                  <a:lnTo>
                    <a:pt x="12764" y="20137"/>
                  </a:lnTo>
                  <a:lnTo>
                    <a:pt x="9989" y="18520"/>
                  </a:lnTo>
                  <a:lnTo>
                    <a:pt x="7062" y="18083"/>
                  </a:lnTo>
                  <a:lnTo>
                    <a:pt x="2170" y="15982"/>
                  </a:lnTo>
                  <a:lnTo>
                    <a:pt x="860" y="13925"/>
                  </a:lnTo>
                  <a:lnTo>
                    <a:pt x="0" y="9752"/>
                  </a:lnTo>
                  <a:lnTo>
                    <a:pt x="1885" y="8428"/>
                  </a:lnTo>
                  <a:lnTo>
                    <a:pt x="5655" y="7919"/>
                  </a:lnTo>
                  <a:lnTo>
                    <a:pt x="11883" y="13962"/>
                  </a:lnTo>
                  <a:lnTo>
                    <a:pt x="22994" y="18430"/>
                  </a:lnTo>
                  <a:lnTo>
                    <a:pt x="26403" y="16099"/>
                  </a:lnTo>
                  <a:lnTo>
                    <a:pt x="27260" y="13061"/>
                  </a:lnTo>
                  <a:lnTo>
                    <a:pt x="27032" y="8902"/>
                  </a:lnTo>
                  <a:lnTo>
                    <a:pt x="23688" y="2101"/>
                  </a:lnTo>
                  <a:lnTo>
                    <a:pt x="2433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h1124"/>
            <p:cNvSpPr/>
            <p:nvPr/>
          </p:nvSpPr>
          <p:spPr>
            <a:xfrm>
              <a:off x="1845989" y="2574466"/>
              <a:ext cx="84304" cy="141868"/>
            </a:xfrm>
            <a:custGeom>
              <a:avLst/>
              <a:pathLst>
                <a:path w="84304" h="141868">
                  <a:moveTo>
                    <a:pt x="29378" y="204"/>
                  </a:moveTo>
                  <a:lnTo>
                    <a:pt x="30946" y="2057"/>
                  </a:lnTo>
                  <a:lnTo>
                    <a:pt x="30348" y="5424"/>
                  </a:lnTo>
                  <a:lnTo>
                    <a:pt x="32190" y="9508"/>
                  </a:lnTo>
                  <a:lnTo>
                    <a:pt x="34864" y="10985"/>
                  </a:lnTo>
                  <a:lnTo>
                    <a:pt x="38152" y="11417"/>
                  </a:lnTo>
                  <a:lnTo>
                    <a:pt x="42282" y="10273"/>
                  </a:lnTo>
                  <a:lnTo>
                    <a:pt x="43709" y="13629"/>
                  </a:lnTo>
                  <a:lnTo>
                    <a:pt x="43678" y="22558"/>
                  </a:lnTo>
                  <a:lnTo>
                    <a:pt x="49500" y="22860"/>
                  </a:lnTo>
                  <a:lnTo>
                    <a:pt x="49150" y="24643"/>
                  </a:lnTo>
                  <a:lnTo>
                    <a:pt x="51635" y="30040"/>
                  </a:lnTo>
                  <a:lnTo>
                    <a:pt x="59871" y="36759"/>
                  </a:lnTo>
                  <a:lnTo>
                    <a:pt x="61978" y="36050"/>
                  </a:lnTo>
                  <a:lnTo>
                    <a:pt x="61859" y="34390"/>
                  </a:lnTo>
                  <a:lnTo>
                    <a:pt x="65183" y="31896"/>
                  </a:lnTo>
                  <a:lnTo>
                    <a:pt x="74949" y="27921"/>
                  </a:lnTo>
                  <a:lnTo>
                    <a:pt x="77431" y="29381"/>
                  </a:lnTo>
                  <a:lnTo>
                    <a:pt x="76896" y="30372"/>
                  </a:lnTo>
                  <a:lnTo>
                    <a:pt x="77253" y="32150"/>
                  </a:lnTo>
                  <a:lnTo>
                    <a:pt x="83504" y="34781"/>
                  </a:lnTo>
                  <a:lnTo>
                    <a:pt x="84304" y="35836"/>
                  </a:lnTo>
                  <a:lnTo>
                    <a:pt x="83527" y="37256"/>
                  </a:lnTo>
                  <a:lnTo>
                    <a:pt x="82891" y="36830"/>
                  </a:lnTo>
                  <a:lnTo>
                    <a:pt x="82910" y="39738"/>
                  </a:lnTo>
                  <a:lnTo>
                    <a:pt x="84289" y="42883"/>
                  </a:lnTo>
                  <a:lnTo>
                    <a:pt x="82853" y="45397"/>
                  </a:lnTo>
                  <a:lnTo>
                    <a:pt x="79515" y="48653"/>
                  </a:lnTo>
                  <a:lnTo>
                    <a:pt x="74136" y="65848"/>
                  </a:lnTo>
                  <a:lnTo>
                    <a:pt x="75156" y="69245"/>
                  </a:lnTo>
                  <a:lnTo>
                    <a:pt x="74164" y="80877"/>
                  </a:lnTo>
                  <a:lnTo>
                    <a:pt x="74933" y="81148"/>
                  </a:lnTo>
                  <a:lnTo>
                    <a:pt x="73714" y="83696"/>
                  </a:lnTo>
                  <a:lnTo>
                    <a:pt x="71828" y="84916"/>
                  </a:lnTo>
                  <a:lnTo>
                    <a:pt x="65946" y="86449"/>
                  </a:lnTo>
                  <a:lnTo>
                    <a:pt x="68151" y="94277"/>
                  </a:lnTo>
                  <a:lnTo>
                    <a:pt x="69555" y="95117"/>
                  </a:lnTo>
                  <a:lnTo>
                    <a:pt x="65117" y="107838"/>
                  </a:lnTo>
                  <a:lnTo>
                    <a:pt x="66434" y="108838"/>
                  </a:lnTo>
                  <a:lnTo>
                    <a:pt x="66975" y="110614"/>
                  </a:lnTo>
                  <a:lnTo>
                    <a:pt x="64928" y="115173"/>
                  </a:lnTo>
                  <a:lnTo>
                    <a:pt x="64437" y="118208"/>
                  </a:lnTo>
                  <a:lnTo>
                    <a:pt x="67241" y="118851"/>
                  </a:lnTo>
                  <a:lnTo>
                    <a:pt x="66096" y="124934"/>
                  </a:lnTo>
                  <a:lnTo>
                    <a:pt x="61764" y="124162"/>
                  </a:lnTo>
                  <a:lnTo>
                    <a:pt x="61640" y="128663"/>
                  </a:lnTo>
                  <a:lnTo>
                    <a:pt x="66624" y="134950"/>
                  </a:lnTo>
                  <a:lnTo>
                    <a:pt x="61686" y="140797"/>
                  </a:lnTo>
                  <a:lnTo>
                    <a:pt x="60850" y="139816"/>
                  </a:lnTo>
                  <a:lnTo>
                    <a:pt x="58815" y="139729"/>
                  </a:lnTo>
                  <a:lnTo>
                    <a:pt x="57256" y="141737"/>
                  </a:lnTo>
                  <a:lnTo>
                    <a:pt x="55192" y="141868"/>
                  </a:lnTo>
                  <a:lnTo>
                    <a:pt x="54145" y="141105"/>
                  </a:lnTo>
                  <a:lnTo>
                    <a:pt x="54024" y="138937"/>
                  </a:lnTo>
                  <a:lnTo>
                    <a:pt x="55959" y="136618"/>
                  </a:lnTo>
                  <a:lnTo>
                    <a:pt x="55786" y="135606"/>
                  </a:lnTo>
                  <a:lnTo>
                    <a:pt x="55212" y="134935"/>
                  </a:lnTo>
                  <a:lnTo>
                    <a:pt x="51842" y="134564"/>
                  </a:lnTo>
                  <a:lnTo>
                    <a:pt x="50802" y="130858"/>
                  </a:lnTo>
                  <a:lnTo>
                    <a:pt x="50853" y="129221"/>
                  </a:lnTo>
                  <a:lnTo>
                    <a:pt x="51519" y="128523"/>
                  </a:lnTo>
                  <a:lnTo>
                    <a:pt x="48200" y="124190"/>
                  </a:lnTo>
                  <a:lnTo>
                    <a:pt x="34892" y="95842"/>
                  </a:lnTo>
                  <a:lnTo>
                    <a:pt x="30821" y="94558"/>
                  </a:lnTo>
                  <a:lnTo>
                    <a:pt x="25506" y="96341"/>
                  </a:lnTo>
                  <a:lnTo>
                    <a:pt x="20846" y="99731"/>
                  </a:lnTo>
                  <a:lnTo>
                    <a:pt x="20495" y="100653"/>
                  </a:lnTo>
                  <a:lnTo>
                    <a:pt x="21447" y="102369"/>
                  </a:lnTo>
                  <a:lnTo>
                    <a:pt x="19510" y="103800"/>
                  </a:lnTo>
                  <a:lnTo>
                    <a:pt x="14807" y="103092"/>
                  </a:lnTo>
                  <a:lnTo>
                    <a:pt x="11772" y="103714"/>
                  </a:lnTo>
                  <a:lnTo>
                    <a:pt x="10645" y="102901"/>
                  </a:lnTo>
                  <a:lnTo>
                    <a:pt x="10575" y="99132"/>
                  </a:lnTo>
                  <a:lnTo>
                    <a:pt x="16211" y="93976"/>
                  </a:lnTo>
                  <a:lnTo>
                    <a:pt x="18512" y="93894"/>
                  </a:lnTo>
                  <a:lnTo>
                    <a:pt x="19265" y="95181"/>
                  </a:lnTo>
                  <a:lnTo>
                    <a:pt x="19599" y="89476"/>
                  </a:lnTo>
                  <a:lnTo>
                    <a:pt x="15123" y="91428"/>
                  </a:lnTo>
                  <a:lnTo>
                    <a:pt x="14841" y="90471"/>
                  </a:lnTo>
                  <a:lnTo>
                    <a:pt x="15041" y="88535"/>
                  </a:lnTo>
                  <a:lnTo>
                    <a:pt x="17191" y="84777"/>
                  </a:lnTo>
                  <a:lnTo>
                    <a:pt x="19645" y="84437"/>
                  </a:lnTo>
                  <a:lnTo>
                    <a:pt x="22207" y="81832"/>
                  </a:lnTo>
                  <a:lnTo>
                    <a:pt x="23069" y="79282"/>
                  </a:lnTo>
                  <a:lnTo>
                    <a:pt x="27483" y="77450"/>
                  </a:lnTo>
                  <a:lnTo>
                    <a:pt x="25965" y="74620"/>
                  </a:lnTo>
                  <a:lnTo>
                    <a:pt x="23091" y="73013"/>
                  </a:lnTo>
                  <a:lnTo>
                    <a:pt x="25591" y="68508"/>
                  </a:lnTo>
                  <a:lnTo>
                    <a:pt x="23378" y="62970"/>
                  </a:lnTo>
                  <a:lnTo>
                    <a:pt x="20233" y="60075"/>
                  </a:lnTo>
                  <a:lnTo>
                    <a:pt x="11351" y="58867"/>
                  </a:lnTo>
                  <a:lnTo>
                    <a:pt x="8750" y="57654"/>
                  </a:lnTo>
                  <a:lnTo>
                    <a:pt x="7709" y="58160"/>
                  </a:lnTo>
                  <a:lnTo>
                    <a:pt x="6274" y="56245"/>
                  </a:lnTo>
                  <a:lnTo>
                    <a:pt x="6900" y="52160"/>
                  </a:lnTo>
                  <a:lnTo>
                    <a:pt x="4126" y="50767"/>
                  </a:lnTo>
                  <a:lnTo>
                    <a:pt x="3520" y="49384"/>
                  </a:lnTo>
                  <a:lnTo>
                    <a:pt x="4186" y="45537"/>
                  </a:lnTo>
                  <a:lnTo>
                    <a:pt x="30" y="38774"/>
                  </a:lnTo>
                  <a:lnTo>
                    <a:pt x="0" y="37112"/>
                  </a:lnTo>
                  <a:lnTo>
                    <a:pt x="1394" y="34045"/>
                  </a:lnTo>
                  <a:lnTo>
                    <a:pt x="2401" y="31640"/>
                  </a:lnTo>
                  <a:lnTo>
                    <a:pt x="750" y="24836"/>
                  </a:lnTo>
                  <a:lnTo>
                    <a:pt x="3016" y="21961"/>
                  </a:lnTo>
                  <a:lnTo>
                    <a:pt x="6951" y="19173"/>
                  </a:lnTo>
                  <a:lnTo>
                    <a:pt x="7024" y="17488"/>
                  </a:lnTo>
                  <a:lnTo>
                    <a:pt x="10065" y="16768"/>
                  </a:lnTo>
                  <a:lnTo>
                    <a:pt x="21132" y="4894"/>
                  </a:lnTo>
                  <a:lnTo>
                    <a:pt x="2168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h1125"/>
            <p:cNvSpPr/>
            <p:nvPr/>
          </p:nvSpPr>
          <p:spPr>
            <a:xfrm>
              <a:off x="1787248" y="2608511"/>
              <a:ext cx="71233" cy="49562"/>
            </a:xfrm>
            <a:custGeom>
              <a:avLst/>
              <a:pathLst>
                <a:path w="71233" h="49562">
                  <a:moveTo>
                    <a:pt x="60135" y="0"/>
                  </a:moveTo>
                  <a:lnTo>
                    <a:pt x="58740" y="3067"/>
                  </a:lnTo>
                  <a:lnTo>
                    <a:pt x="58771" y="4729"/>
                  </a:lnTo>
                  <a:lnTo>
                    <a:pt x="62927" y="11492"/>
                  </a:lnTo>
                  <a:lnTo>
                    <a:pt x="62261" y="15339"/>
                  </a:lnTo>
                  <a:lnTo>
                    <a:pt x="62866" y="16722"/>
                  </a:lnTo>
                  <a:lnTo>
                    <a:pt x="65641" y="18115"/>
                  </a:lnTo>
                  <a:lnTo>
                    <a:pt x="65014" y="22200"/>
                  </a:lnTo>
                  <a:lnTo>
                    <a:pt x="66450" y="24114"/>
                  </a:lnTo>
                  <a:lnTo>
                    <a:pt x="69661" y="30751"/>
                  </a:lnTo>
                  <a:lnTo>
                    <a:pt x="71233" y="37022"/>
                  </a:lnTo>
                  <a:lnTo>
                    <a:pt x="69754" y="39397"/>
                  </a:lnTo>
                  <a:lnTo>
                    <a:pt x="66671" y="41145"/>
                  </a:lnTo>
                  <a:lnTo>
                    <a:pt x="68593" y="44254"/>
                  </a:lnTo>
                  <a:lnTo>
                    <a:pt x="66071" y="48610"/>
                  </a:lnTo>
                  <a:lnTo>
                    <a:pt x="58320" y="49562"/>
                  </a:lnTo>
                  <a:lnTo>
                    <a:pt x="57558" y="48710"/>
                  </a:lnTo>
                  <a:lnTo>
                    <a:pt x="54964" y="48176"/>
                  </a:lnTo>
                  <a:lnTo>
                    <a:pt x="53461" y="49507"/>
                  </a:lnTo>
                  <a:lnTo>
                    <a:pt x="48109" y="49202"/>
                  </a:lnTo>
                  <a:lnTo>
                    <a:pt x="50157" y="46287"/>
                  </a:lnTo>
                  <a:lnTo>
                    <a:pt x="48687" y="45089"/>
                  </a:lnTo>
                  <a:lnTo>
                    <a:pt x="38230" y="47253"/>
                  </a:lnTo>
                  <a:lnTo>
                    <a:pt x="37269" y="48157"/>
                  </a:lnTo>
                  <a:lnTo>
                    <a:pt x="36579" y="46090"/>
                  </a:lnTo>
                  <a:lnTo>
                    <a:pt x="35713" y="45633"/>
                  </a:lnTo>
                  <a:lnTo>
                    <a:pt x="34727" y="46114"/>
                  </a:lnTo>
                  <a:lnTo>
                    <a:pt x="34111" y="48845"/>
                  </a:lnTo>
                  <a:lnTo>
                    <a:pt x="30465" y="48672"/>
                  </a:lnTo>
                  <a:lnTo>
                    <a:pt x="29163" y="47504"/>
                  </a:lnTo>
                  <a:lnTo>
                    <a:pt x="29921" y="47464"/>
                  </a:lnTo>
                  <a:lnTo>
                    <a:pt x="30018" y="46284"/>
                  </a:lnTo>
                  <a:lnTo>
                    <a:pt x="24265" y="41461"/>
                  </a:lnTo>
                  <a:lnTo>
                    <a:pt x="13359" y="42077"/>
                  </a:lnTo>
                  <a:lnTo>
                    <a:pt x="9861" y="38707"/>
                  </a:lnTo>
                  <a:lnTo>
                    <a:pt x="9955" y="32245"/>
                  </a:lnTo>
                  <a:lnTo>
                    <a:pt x="6388" y="30681"/>
                  </a:lnTo>
                  <a:lnTo>
                    <a:pt x="4541" y="30867"/>
                  </a:lnTo>
                  <a:lnTo>
                    <a:pt x="1857" y="28922"/>
                  </a:lnTo>
                  <a:lnTo>
                    <a:pt x="101" y="24995"/>
                  </a:lnTo>
                  <a:lnTo>
                    <a:pt x="0" y="22185"/>
                  </a:lnTo>
                  <a:lnTo>
                    <a:pt x="7049" y="20783"/>
                  </a:lnTo>
                  <a:lnTo>
                    <a:pt x="7856" y="14282"/>
                  </a:lnTo>
                  <a:lnTo>
                    <a:pt x="9673" y="16684"/>
                  </a:lnTo>
                  <a:lnTo>
                    <a:pt x="12114" y="17769"/>
                  </a:lnTo>
                  <a:lnTo>
                    <a:pt x="16520" y="18326"/>
                  </a:lnTo>
                  <a:lnTo>
                    <a:pt x="18887" y="16517"/>
                  </a:lnTo>
                  <a:lnTo>
                    <a:pt x="18194" y="13981"/>
                  </a:lnTo>
                  <a:lnTo>
                    <a:pt x="18732" y="12949"/>
                  </a:lnTo>
                  <a:lnTo>
                    <a:pt x="23299" y="11145"/>
                  </a:lnTo>
                  <a:lnTo>
                    <a:pt x="23967" y="11967"/>
                  </a:lnTo>
                  <a:lnTo>
                    <a:pt x="23624" y="13490"/>
                  </a:lnTo>
                  <a:lnTo>
                    <a:pt x="26352" y="13804"/>
                  </a:lnTo>
                  <a:lnTo>
                    <a:pt x="35712" y="10431"/>
                  </a:lnTo>
                  <a:lnTo>
                    <a:pt x="37507" y="9398"/>
                  </a:lnTo>
                  <a:lnTo>
                    <a:pt x="46665" y="11977"/>
                  </a:lnTo>
                  <a:lnTo>
                    <a:pt x="47539" y="11643"/>
                  </a:lnTo>
                  <a:lnTo>
                    <a:pt x="50555" y="7834"/>
                  </a:lnTo>
                  <a:lnTo>
                    <a:pt x="51211" y="1052"/>
                  </a:lnTo>
                  <a:lnTo>
                    <a:pt x="52611" y="17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h1126"/>
            <p:cNvSpPr/>
            <p:nvPr/>
          </p:nvSpPr>
          <p:spPr>
            <a:xfrm>
              <a:off x="1824517" y="2632120"/>
              <a:ext cx="48954" cy="34068"/>
            </a:xfrm>
            <a:custGeom>
              <a:avLst/>
              <a:pathLst>
                <a:path w="48954" h="34068">
                  <a:moveTo>
                    <a:pt x="32823" y="1213"/>
                  </a:moveTo>
                  <a:lnTo>
                    <a:pt x="41704" y="2421"/>
                  </a:lnTo>
                  <a:lnTo>
                    <a:pt x="44849" y="5316"/>
                  </a:lnTo>
                  <a:lnTo>
                    <a:pt x="47062" y="10854"/>
                  </a:lnTo>
                  <a:lnTo>
                    <a:pt x="44563" y="15359"/>
                  </a:lnTo>
                  <a:lnTo>
                    <a:pt x="47437" y="16966"/>
                  </a:lnTo>
                  <a:lnTo>
                    <a:pt x="48954" y="19796"/>
                  </a:lnTo>
                  <a:lnTo>
                    <a:pt x="44541" y="21628"/>
                  </a:lnTo>
                  <a:lnTo>
                    <a:pt x="43678" y="24178"/>
                  </a:lnTo>
                  <a:lnTo>
                    <a:pt x="41117" y="26783"/>
                  </a:lnTo>
                  <a:lnTo>
                    <a:pt x="38662" y="27123"/>
                  </a:lnTo>
                  <a:lnTo>
                    <a:pt x="36512" y="30881"/>
                  </a:lnTo>
                  <a:lnTo>
                    <a:pt x="36312" y="32817"/>
                  </a:lnTo>
                  <a:lnTo>
                    <a:pt x="34483" y="31880"/>
                  </a:lnTo>
                  <a:lnTo>
                    <a:pt x="33294" y="32562"/>
                  </a:lnTo>
                  <a:lnTo>
                    <a:pt x="28513" y="32325"/>
                  </a:lnTo>
                  <a:lnTo>
                    <a:pt x="22546" y="31047"/>
                  </a:lnTo>
                  <a:lnTo>
                    <a:pt x="22556" y="30079"/>
                  </a:lnTo>
                  <a:lnTo>
                    <a:pt x="18769" y="30339"/>
                  </a:lnTo>
                  <a:lnTo>
                    <a:pt x="14959" y="31637"/>
                  </a:lnTo>
                  <a:lnTo>
                    <a:pt x="14630" y="34068"/>
                  </a:lnTo>
                  <a:lnTo>
                    <a:pt x="9655" y="33913"/>
                  </a:lnTo>
                  <a:lnTo>
                    <a:pt x="8105" y="33194"/>
                  </a:lnTo>
                  <a:lnTo>
                    <a:pt x="7022" y="30079"/>
                  </a:lnTo>
                  <a:lnTo>
                    <a:pt x="5050" y="29674"/>
                  </a:lnTo>
                  <a:lnTo>
                    <a:pt x="3311" y="31758"/>
                  </a:lnTo>
                  <a:lnTo>
                    <a:pt x="2539" y="25302"/>
                  </a:lnTo>
                  <a:lnTo>
                    <a:pt x="1804" y="24596"/>
                  </a:lnTo>
                  <a:lnTo>
                    <a:pt x="0" y="24549"/>
                  </a:lnTo>
                  <a:lnTo>
                    <a:pt x="961" y="23644"/>
                  </a:lnTo>
                  <a:lnTo>
                    <a:pt x="11418" y="21481"/>
                  </a:lnTo>
                  <a:lnTo>
                    <a:pt x="12888" y="22679"/>
                  </a:lnTo>
                  <a:lnTo>
                    <a:pt x="10840" y="25594"/>
                  </a:lnTo>
                  <a:lnTo>
                    <a:pt x="16192" y="25898"/>
                  </a:lnTo>
                  <a:lnTo>
                    <a:pt x="17694" y="24567"/>
                  </a:lnTo>
                  <a:lnTo>
                    <a:pt x="20289" y="25102"/>
                  </a:lnTo>
                  <a:lnTo>
                    <a:pt x="21051" y="25953"/>
                  </a:lnTo>
                  <a:lnTo>
                    <a:pt x="28802" y="25001"/>
                  </a:lnTo>
                  <a:lnTo>
                    <a:pt x="31324" y="20645"/>
                  </a:lnTo>
                  <a:lnTo>
                    <a:pt x="29402" y="17536"/>
                  </a:lnTo>
                  <a:lnTo>
                    <a:pt x="32485" y="15788"/>
                  </a:lnTo>
                  <a:lnTo>
                    <a:pt x="33963" y="13413"/>
                  </a:lnTo>
                  <a:lnTo>
                    <a:pt x="32392" y="7142"/>
                  </a:lnTo>
                  <a:lnTo>
                    <a:pt x="29181" y="506"/>
                  </a:lnTo>
                  <a:lnTo>
                    <a:pt x="3022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h1127"/>
            <p:cNvSpPr/>
            <p:nvPr/>
          </p:nvSpPr>
          <p:spPr>
            <a:xfrm>
              <a:off x="1836002" y="2669024"/>
              <a:ext cx="58187" cy="54614"/>
            </a:xfrm>
            <a:custGeom>
              <a:avLst/>
              <a:pathLst>
                <a:path w="58187" h="54614">
                  <a:moveTo>
                    <a:pt x="44878" y="1283"/>
                  </a:moveTo>
                  <a:lnTo>
                    <a:pt x="58187" y="29631"/>
                  </a:lnTo>
                  <a:lnTo>
                    <a:pt x="55825" y="31983"/>
                  </a:lnTo>
                  <a:lnTo>
                    <a:pt x="52356" y="31576"/>
                  </a:lnTo>
                  <a:lnTo>
                    <a:pt x="51857" y="32056"/>
                  </a:lnTo>
                  <a:lnTo>
                    <a:pt x="50638" y="36696"/>
                  </a:lnTo>
                  <a:lnTo>
                    <a:pt x="54610" y="41168"/>
                  </a:lnTo>
                  <a:lnTo>
                    <a:pt x="54353" y="41840"/>
                  </a:lnTo>
                  <a:lnTo>
                    <a:pt x="49150" y="44261"/>
                  </a:lnTo>
                  <a:lnTo>
                    <a:pt x="43058" y="48958"/>
                  </a:lnTo>
                  <a:lnTo>
                    <a:pt x="47582" y="51355"/>
                  </a:lnTo>
                  <a:lnTo>
                    <a:pt x="45635" y="54534"/>
                  </a:lnTo>
                  <a:lnTo>
                    <a:pt x="44542" y="54144"/>
                  </a:lnTo>
                  <a:lnTo>
                    <a:pt x="43745" y="52442"/>
                  </a:lnTo>
                  <a:lnTo>
                    <a:pt x="42381" y="52328"/>
                  </a:lnTo>
                  <a:lnTo>
                    <a:pt x="39229" y="54614"/>
                  </a:lnTo>
                  <a:lnTo>
                    <a:pt x="37776" y="54424"/>
                  </a:lnTo>
                  <a:lnTo>
                    <a:pt x="34215" y="52038"/>
                  </a:lnTo>
                  <a:lnTo>
                    <a:pt x="37010" y="51068"/>
                  </a:lnTo>
                  <a:lnTo>
                    <a:pt x="31486" y="46072"/>
                  </a:lnTo>
                  <a:lnTo>
                    <a:pt x="15885" y="44388"/>
                  </a:lnTo>
                  <a:lnTo>
                    <a:pt x="13420" y="42400"/>
                  </a:lnTo>
                  <a:lnTo>
                    <a:pt x="11365" y="42000"/>
                  </a:lnTo>
                  <a:lnTo>
                    <a:pt x="10692" y="42811"/>
                  </a:lnTo>
                  <a:lnTo>
                    <a:pt x="7388" y="41168"/>
                  </a:lnTo>
                  <a:lnTo>
                    <a:pt x="6053" y="38416"/>
                  </a:lnTo>
                  <a:lnTo>
                    <a:pt x="6396" y="36493"/>
                  </a:lnTo>
                  <a:lnTo>
                    <a:pt x="8079" y="35149"/>
                  </a:lnTo>
                  <a:lnTo>
                    <a:pt x="7603" y="30640"/>
                  </a:lnTo>
                  <a:lnTo>
                    <a:pt x="4321" y="27322"/>
                  </a:lnTo>
                  <a:lnTo>
                    <a:pt x="4239" y="24052"/>
                  </a:lnTo>
                  <a:lnTo>
                    <a:pt x="5747" y="21929"/>
                  </a:lnTo>
                  <a:lnTo>
                    <a:pt x="4777" y="20521"/>
                  </a:lnTo>
                  <a:lnTo>
                    <a:pt x="1339" y="20411"/>
                  </a:lnTo>
                  <a:lnTo>
                    <a:pt x="0" y="12804"/>
                  </a:lnTo>
                  <a:lnTo>
                    <a:pt x="4879" y="12014"/>
                  </a:lnTo>
                  <a:lnTo>
                    <a:pt x="9327" y="12399"/>
                  </a:lnTo>
                  <a:lnTo>
                    <a:pt x="10784" y="15266"/>
                  </a:lnTo>
                  <a:lnTo>
                    <a:pt x="14386" y="15893"/>
                  </a:lnTo>
                  <a:lnTo>
                    <a:pt x="18438" y="14837"/>
                  </a:lnTo>
                  <a:lnTo>
                    <a:pt x="21202" y="12719"/>
                  </a:lnTo>
                  <a:lnTo>
                    <a:pt x="21759" y="9156"/>
                  </a:lnTo>
                  <a:lnTo>
                    <a:pt x="24794" y="8533"/>
                  </a:lnTo>
                  <a:lnTo>
                    <a:pt x="29497" y="9241"/>
                  </a:lnTo>
                  <a:lnTo>
                    <a:pt x="31434" y="7811"/>
                  </a:lnTo>
                  <a:lnTo>
                    <a:pt x="30481" y="6094"/>
                  </a:lnTo>
                  <a:lnTo>
                    <a:pt x="30833" y="5173"/>
                  </a:lnTo>
                  <a:lnTo>
                    <a:pt x="35493" y="1783"/>
                  </a:lnTo>
                  <a:lnTo>
                    <a:pt x="4080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h1128"/>
            <p:cNvSpPr/>
            <p:nvPr/>
          </p:nvSpPr>
          <p:spPr>
            <a:xfrm>
              <a:off x="1785564" y="2633507"/>
              <a:ext cx="42265" cy="34702"/>
            </a:xfrm>
            <a:custGeom>
              <a:avLst/>
              <a:pathLst>
                <a:path w="42265" h="34702">
                  <a:moveTo>
                    <a:pt x="3542" y="3926"/>
                  </a:moveTo>
                  <a:lnTo>
                    <a:pt x="6225" y="5871"/>
                  </a:lnTo>
                  <a:lnTo>
                    <a:pt x="8073" y="5686"/>
                  </a:lnTo>
                  <a:lnTo>
                    <a:pt x="11639" y="7250"/>
                  </a:lnTo>
                  <a:lnTo>
                    <a:pt x="11546" y="13711"/>
                  </a:lnTo>
                  <a:lnTo>
                    <a:pt x="15044" y="17081"/>
                  </a:lnTo>
                  <a:lnTo>
                    <a:pt x="25950" y="16466"/>
                  </a:lnTo>
                  <a:lnTo>
                    <a:pt x="31702" y="21288"/>
                  </a:lnTo>
                  <a:lnTo>
                    <a:pt x="31605" y="22468"/>
                  </a:lnTo>
                  <a:lnTo>
                    <a:pt x="30847" y="22509"/>
                  </a:lnTo>
                  <a:lnTo>
                    <a:pt x="32149" y="23676"/>
                  </a:lnTo>
                  <a:lnTo>
                    <a:pt x="35795" y="23849"/>
                  </a:lnTo>
                  <a:lnTo>
                    <a:pt x="36411" y="21118"/>
                  </a:lnTo>
                  <a:lnTo>
                    <a:pt x="37398" y="20638"/>
                  </a:lnTo>
                  <a:lnTo>
                    <a:pt x="38264" y="21094"/>
                  </a:lnTo>
                  <a:lnTo>
                    <a:pt x="38953" y="23162"/>
                  </a:lnTo>
                  <a:lnTo>
                    <a:pt x="40757" y="23209"/>
                  </a:lnTo>
                  <a:lnTo>
                    <a:pt x="41492" y="23915"/>
                  </a:lnTo>
                  <a:lnTo>
                    <a:pt x="42265" y="30371"/>
                  </a:lnTo>
                  <a:lnTo>
                    <a:pt x="41659" y="31775"/>
                  </a:lnTo>
                  <a:lnTo>
                    <a:pt x="39397" y="32180"/>
                  </a:lnTo>
                  <a:lnTo>
                    <a:pt x="38596" y="31176"/>
                  </a:lnTo>
                  <a:lnTo>
                    <a:pt x="31618" y="30778"/>
                  </a:lnTo>
                  <a:lnTo>
                    <a:pt x="28821" y="33372"/>
                  </a:lnTo>
                  <a:lnTo>
                    <a:pt x="25099" y="34702"/>
                  </a:lnTo>
                  <a:lnTo>
                    <a:pt x="24261" y="23871"/>
                  </a:lnTo>
                  <a:lnTo>
                    <a:pt x="20090" y="25877"/>
                  </a:lnTo>
                  <a:lnTo>
                    <a:pt x="12308" y="21693"/>
                  </a:lnTo>
                  <a:lnTo>
                    <a:pt x="3843" y="7884"/>
                  </a:lnTo>
                  <a:lnTo>
                    <a:pt x="0" y="214"/>
                  </a:lnTo>
                  <a:lnTo>
                    <a:pt x="178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h1129"/>
            <p:cNvSpPr/>
            <p:nvPr/>
          </p:nvSpPr>
          <p:spPr>
            <a:xfrm>
              <a:off x="1907630" y="2652321"/>
              <a:ext cx="81186" cy="98359"/>
            </a:xfrm>
            <a:custGeom>
              <a:avLst/>
              <a:pathLst>
                <a:path w="81186" h="98359">
                  <a:moveTo>
                    <a:pt x="22471" y="391"/>
                  </a:moveTo>
                  <a:lnTo>
                    <a:pt x="23093" y="2664"/>
                  </a:lnTo>
                  <a:lnTo>
                    <a:pt x="26332" y="4342"/>
                  </a:lnTo>
                  <a:lnTo>
                    <a:pt x="30049" y="2504"/>
                  </a:lnTo>
                  <a:lnTo>
                    <a:pt x="32207" y="2236"/>
                  </a:lnTo>
                  <a:lnTo>
                    <a:pt x="33698" y="3254"/>
                  </a:lnTo>
                  <a:lnTo>
                    <a:pt x="34294" y="4609"/>
                  </a:lnTo>
                  <a:lnTo>
                    <a:pt x="32588" y="10140"/>
                  </a:lnTo>
                  <a:lnTo>
                    <a:pt x="31301" y="11254"/>
                  </a:lnTo>
                  <a:lnTo>
                    <a:pt x="31304" y="13061"/>
                  </a:lnTo>
                  <a:lnTo>
                    <a:pt x="32619" y="19786"/>
                  </a:lnTo>
                  <a:lnTo>
                    <a:pt x="38841" y="25520"/>
                  </a:lnTo>
                  <a:lnTo>
                    <a:pt x="41159" y="25926"/>
                  </a:lnTo>
                  <a:lnTo>
                    <a:pt x="47524" y="25134"/>
                  </a:lnTo>
                  <a:lnTo>
                    <a:pt x="61882" y="28160"/>
                  </a:lnTo>
                  <a:lnTo>
                    <a:pt x="62125" y="30557"/>
                  </a:lnTo>
                  <a:lnTo>
                    <a:pt x="65596" y="36835"/>
                  </a:lnTo>
                  <a:lnTo>
                    <a:pt x="62537" y="40081"/>
                  </a:lnTo>
                  <a:lnTo>
                    <a:pt x="61528" y="49675"/>
                  </a:lnTo>
                  <a:lnTo>
                    <a:pt x="62159" y="50898"/>
                  </a:lnTo>
                  <a:lnTo>
                    <a:pt x="67295" y="54661"/>
                  </a:lnTo>
                  <a:lnTo>
                    <a:pt x="68685" y="56753"/>
                  </a:lnTo>
                  <a:lnTo>
                    <a:pt x="68462" y="57529"/>
                  </a:lnTo>
                  <a:lnTo>
                    <a:pt x="72443" y="61351"/>
                  </a:lnTo>
                  <a:lnTo>
                    <a:pt x="75105" y="61917"/>
                  </a:lnTo>
                  <a:lnTo>
                    <a:pt x="77994" y="61046"/>
                  </a:lnTo>
                  <a:lnTo>
                    <a:pt x="79368" y="62782"/>
                  </a:lnTo>
                  <a:lnTo>
                    <a:pt x="81186" y="66810"/>
                  </a:lnTo>
                  <a:lnTo>
                    <a:pt x="80512" y="74648"/>
                  </a:lnTo>
                  <a:lnTo>
                    <a:pt x="80938" y="76919"/>
                  </a:lnTo>
                  <a:lnTo>
                    <a:pt x="80183" y="80127"/>
                  </a:lnTo>
                  <a:lnTo>
                    <a:pt x="76965" y="83355"/>
                  </a:lnTo>
                  <a:lnTo>
                    <a:pt x="74711" y="84068"/>
                  </a:lnTo>
                  <a:lnTo>
                    <a:pt x="72498" y="86566"/>
                  </a:lnTo>
                  <a:lnTo>
                    <a:pt x="71965" y="87722"/>
                  </a:lnTo>
                  <a:lnTo>
                    <a:pt x="72832" y="89533"/>
                  </a:lnTo>
                  <a:lnTo>
                    <a:pt x="72555" y="90445"/>
                  </a:lnTo>
                  <a:lnTo>
                    <a:pt x="70242" y="91441"/>
                  </a:lnTo>
                  <a:lnTo>
                    <a:pt x="67818" y="90333"/>
                  </a:lnTo>
                  <a:lnTo>
                    <a:pt x="60868" y="91942"/>
                  </a:lnTo>
                  <a:lnTo>
                    <a:pt x="55392" y="89280"/>
                  </a:lnTo>
                  <a:lnTo>
                    <a:pt x="48061" y="95349"/>
                  </a:lnTo>
                  <a:lnTo>
                    <a:pt x="44822" y="95989"/>
                  </a:lnTo>
                  <a:lnTo>
                    <a:pt x="44313" y="97181"/>
                  </a:lnTo>
                  <a:lnTo>
                    <a:pt x="42480" y="95367"/>
                  </a:lnTo>
                  <a:lnTo>
                    <a:pt x="34522" y="97515"/>
                  </a:lnTo>
                  <a:lnTo>
                    <a:pt x="29709" y="96458"/>
                  </a:lnTo>
                  <a:lnTo>
                    <a:pt x="27828" y="98359"/>
                  </a:lnTo>
                  <a:lnTo>
                    <a:pt x="25848" y="95281"/>
                  </a:lnTo>
                  <a:lnTo>
                    <a:pt x="24766" y="92373"/>
                  </a:lnTo>
                  <a:lnTo>
                    <a:pt x="18820" y="88362"/>
                  </a:lnTo>
                  <a:lnTo>
                    <a:pt x="17801" y="87878"/>
                  </a:lnTo>
                  <a:lnTo>
                    <a:pt x="14893" y="88701"/>
                  </a:lnTo>
                  <a:lnTo>
                    <a:pt x="13643" y="86686"/>
                  </a:lnTo>
                  <a:lnTo>
                    <a:pt x="13161" y="82470"/>
                  </a:lnTo>
                  <a:lnTo>
                    <a:pt x="11778" y="79639"/>
                  </a:lnTo>
                  <a:lnTo>
                    <a:pt x="10272" y="77784"/>
                  </a:lnTo>
                  <a:lnTo>
                    <a:pt x="8015" y="77265"/>
                  </a:lnTo>
                  <a:lnTo>
                    <a:pt x="6622" y="75872"/>
                  </a:lnTo>
                  <a:lnTo>
                    <a:pt x="5480" y="72076"/>
                  </a:lnTo>
                  <a:lnTo>
                    <a:pt x="5513" y="69418"/>
                  </a:lnTo>
                  <a:lnTo>
                    <a:pt x="2857" y="67983"/>
                  </a:lnTo>
                  <a:lnTo>
                    <a:pt x="1442" y="68822"/>
                  </a:lnTo>
                  <a:lnTo>
                    <a:pt x="469" y="68343"/>
                  </a:lnTo>
                  <a:lnTo>
                    <a:pt x="45" y="62942"/>
                  </a:lnTo>
                  <a:lnTo>
                    <a:pt x="4984" y="57095"/>
                  </a:lnTo>
                  <a:lnTo>
                    <a:pt x="0" y="50808"/>
                  </a:lnTo>
                  <a:lnTo>
                    <a:pt x="123" y="46307"/>
                  </a:lnTo>
                  <a:lnTo>
                    <a:pt x="4455" y="47079"/>
                  </a:lnTo>
                  <a:lnTo>
                    <a:pt x="5600" y="40996"/>
                  </a:lnTo>
                  <a:lnTo>
                    <a:pt x="2796" y="40352"/>
                  </a:lnTo>
                  <a:lnTo>
                    <a:pt x="3287" y="37318"/>
                  </a:lnTo>
                  <a:lnTo>
                    <a:pt x="5334" y="32759"/>
                  </a:lnTo>
                  <a:lnTo>
                    <a:pt x="4793" y="30983"/>
                  </a:lnTo>
                  <a:lnTo>
                    <a:pt x="3476" y="29982"/>
                  </a:lnTo>
                  <a:lnTo>
                    <a:pt x="7914" y="17262"/>
                  </a:lnTo>
                  <a:lnTo>
                    <a:pt x="6510" y="16422"/>
                  </a:lnTo>
                  <a:lnTo>
                    <a:pt x="4305" y="8594"/>
                  </a:lnTo>
                  <a:lnTo>
                    <a:pt x="10187" y="7061"/>
                  </a:lnTo>
                  <a:lnTo>
                    <a:pt x="12073" y="5841"/>
                  </a:lnTo>
                  <a:lnTo>
                    <a:pt x="13292" y="3293"/>
                  </a:lnTo>
                  <a:lnTo>
                    <a:pt x="17382" y="3197"/>
                  </a:lnTo>
                  <a:lnTo>
                    <a:pt x="18720" y="1384"/>
                  </a:lnTo>
                  <a:lnTo>
                    <a:pt x="2106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h1130"/>
            <p:cNvSpPr/>
            <p:nvPr/>
          </p:nvSpPr>
          <p:spPr>
            <a:xfrm>
              <a:off x="1817468" y="2763490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h1131"/>
            <p:cNvSpPr/>
            <p:nvPr/>
          </p:nvSpPr>
          <p:spPr>
            <a:xfrm>
              <a:off x="1806667" y="2725181"/>
              <a:ext cx="64620" cy="61450"/>
            </a:xfrm>
            <a:custGeom>
              <a:avLst/>
              <a:pathLst>
                <a:path w="64620" h="61450">
                  <a:moveTo>
                    <a:pt x="20669" y="1504"/>
                  </a:moveTo>
                  <a:lnTo>
                    <a:pt x="22076" y="2861"/>
                  </a:lnTo>
                  <a:lnTo>
                    <a:pt x="25513" y="2244"/>
                  </a:lnTo>
                  <a:lnTo>
                    <a:pt x="31055" y="7038"/>
                  </a:lnTo>
                  <a:lnTo>
                    <a:pt x="33947" y="4883"/>
                  </a:lnTo>
                  <a:lnTo>
                    <a:pt x="38083" y="3830"/>
                  </a:lnTo>
                  <a:lnTo>
                    <a:pt x="43292" y="6229"/>
                  </a:lnTo>
                  <a:lnTo>
                    <a:pt x="46320" y="8428"/>
                  </a:lnTo>
                  <a:lnTo>
                    <a:pt x="49010" y="9154"/>
                  </a:lnTo>
                  <a:lnTo>
                    <a:pt x="54076" y="8221"/>
                  </a:lnTo>
                  <a:lnTo>
                    <a:pt x="56756" y="5229"/>
                  </a:lnTo>
                  <a:lnTo>
                    <a:pt x="61306" y="5304"/>
                  </a:lnTo>
                  <a:lnTo>
                    <a:pt x="64102" y="6551"/>
                  </a:lnTo>
                  <a:lnTo>
                    <a:pt x="61363" y="17524"/>
                  </a:lnTo>
                  <a:lnTo>
                    <a:pt x="60131" y="18718"/>
                  </a:lnTo>
                  <a:lnTo>
                    <a:pt x="57900" y="19271"/>
                  </a:lnTo>
                  <a:lnTo>
                    <a:pt x="61789" y="22782"/>
                  </a:lnTo>
                  <a:lnTo>
                    <a:pt x="63471" y="25690"/>
                  </a:lnTo>
                  <a:lnTo>
                    <a:pt x="60509" y="25152"/>
                  </a:lnTo>
                  <a:lnTo>
                    <a:pt x="57732" y="26835"/>
                  </a:lnTo>
                  <a:lnTo>
                    <a:pt x="58986" y="34490"/>
                  </a:lnTo>
                  <a:lnTo>
                    <a:pt x="64620" y="41178"/>
                  </a:lnTo>
                  <a:lnTo>
                    <a:pt x="63705" y="43498"/>
                  </a:lnTo>
                  <a:lnTo>
                    <a:pt x="60340" y="43320"/>
                  </a:lnTo>
                  <a:lnTo>
                    <a:pt x="56535" y="45710"/>
                  </a:lnTo>
                  <a:lnTo>
                    <a:pt x="50623" y="51868"/>
                  </a:lnTo>
                  <a:lnTo>
                    <a:pt x="46316" y="53437"/>
                  </a:lnTo>
                  <a:lnTo>
                    <a:pt x="44542" y="55808"/>
                  </a:lnTo>
                  <a:lnTo>
                    <a:pt x="45322" y="50765"/>
                  </a:lnTo>
                  <a:lnTo>
                    <a:pt x="40781" y="45862"/>
                  </a:lnTo>
                  <a:lnTo>
                    <a:pt x="37532" y="44580"/>
                  </a:lnTo>
                  <a:lnTo>
                    <a:pt x="37065" y="45823"/>
                  </a:lnTo>
                  <a:lnTo>
                    <a:pt x="33300" y="48286"/>
                  </a:lnTo>
                  <a:lnTo>
                    <a:pt x="16582" y="49909"/>
                  </a:lnTo>
                  <a:lnTo>
                    <a:pt x="12552" y="55419"/>
                  </a:lnTo>
                  <a:lnTo>
                    <a:pt x="9025" y="56097"/>
                  </a:lnTo>
                  <a:lnTo>
                    <a:pt x="6536" y="59390"/>
                  </a:lnTo>
                  <a:lnTo>
                    <a:pt x="1748" y="61450"/>
                  </a:lnTo>
                  <a:lnTo>
                    <a:pt x="0" y="58453"/>
                  </a:lnTo>
                  <a:lnTo>
                    <a:pt x="5083" y="52499"/>
                  </a:lnTo>
                  <a:lnTo>
                    <a:pt x="1451" y="48760"/>
                  </a:lnTo>
                  <a:lnTo>
                    <a:pt x="3152" y="46615"/>
                  </a:lnTo>
                  <a:lnTo>
                    <a:pt x="6369" y="39965"/>
                  </a:lnTo>
                  <a:lnTo>
                    <a:pt x="10889" y="41434"/>
                  </a:lnTo>
                  <a:lnTo>
                    <a:pt x="14152" y="38603"/>
                  </a:lnTo>
                  <a:lnTo>
                    <a:pt x="15414" y="35829"/>
                  </a:lnTo>
                  <a:lnTo>
                    <a:pt x="16018" y="31436"/>
                  </a:lnTo>
                  <a:lnTo>
                    <a:pt x="15849" y="24008"/>
                  </a:lnTo>
                  <a:lnTo>
                    <a:pt x="17665" y="20014"/>
                  </a:lnTo>
                  <a:lnTo>
                    <a:pt x="16727" y="10177"/>
                  </a:lnTo>
                  <a:lnTo>
                    <a:pt x="14887" y="3265"/>
                  </a:lnTo>
                  <a:lnTo>
                    <a:pt x="15563" y="1310"/>
                  </a:lnTo>
                  <a:lnTo>
                    <a:pt x="18216" y="0"/>
                  </a:lnTo>
                  <a:lnTo>
                    <a:pt x="21044" y="6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h1132"/>
            <p:cNvSpPr/>
            <p:nvPr/>
          </p:nvSpPr>
          <p:spPr>
            <a:xfrm>
              <a:off x="1864400" y="2731733"/>
              <a:ext cx="26445" cy="38217"/>
            </a:xfrm>
            <a:custGeom>
              <a:avLst/>
              <a:pathLst>
                <a:path w="26445" h="38217">
                  <a:moveTo>
                    <a:pt x="15563" y="6775"/>
                  </a:moveTo>
                  <a:lnTo>
                    <a:pt x="18020" y="5360"/>
                  </a:lnTo>
                  <a:lnTo>
                    <a:pt x="20575" y="6176"/>
                  </a:lnTo>
                  <a:lnTo>
                    <a:pt x="18028" y="9786"/>
                  </a:lnTo>
                  <a:lnTo>
                    <a:pt x="19743" y="13131"/>
                  </a:lnTo>
                  <a:lnTo>
                    <a:pt x="24692" y="18257"/>
                  </a:lnTo>
                  <a:lnTo>
                    <a:pt x="26445" y="22165"/>
                  </a:lnTo>
                  <a:lnTo>
                    <a:pt x="26052" y="23148"/>
                  </a:lnTo>
                  <a:lnTo>
                    <a:pt x="22837" y="25816"/>
                  </a:lnTo>
                  <a:lnTo>
                    <a:pt x="21338" y="28766"/>
                  </a:lnTo>
                  <a:lnTo>
                    <a:pt x="17713" y="32060"/>
                  </a:lnTo>
                  <a:lnTo>
                    <a:pt x="14792" y="36957"/>
                  </a:lnTo>
                  <a:lnTo>
                    <a:pt x="13547" y="37506"/>
                  </a:lnTo>
                  <a:lnTo>
                    <a:pt x="12687" y="38217"/>
                  </a:lnTo>
                  <a:lnTo>
                    <a:pt x="10087" y="37840"/>
                  </a:lnTo>
                  <a:lnTo>
                    <a:pt x="8711" y="36786"/>
                  </a:lnTo>
                  <a:lnTo>
                    <a:pt x="5972" y="36947"/>
                  </a:lnTo>
                  <a:lnTo>
                    <a:pt x="6887" y="34627"/>
                  </a:lnTo>
                  <a:lnTo>
                    <a:pt x="1254" y="27938"/>
                  </a:lnTo>
                  <a:lnTo>
                    <a:pt x="0" y="20283"/>
                  </a:lnTo>
                  <a:lnTo>
                    <a:pt x="2776" y="18600"/>
                  </a:lnTo>
                  <a:lnTo>
                    <a:pt x="5739" y="19138"/>
                  </a:lnTo>
                  <a:lnTo>
                    <a:pt x="4057" y="16230"/>
                  </a:lnTo>
                  <a:lnTo>
                    <a:pt x="168" y="12720"/>
                  </a:lnTo>
                  <a:lnTo>
                    <a:pt x="2399" y="12166"/>
                  </a:lnTo>
                  <a:lnTo>
                    <a:pt x="3630" y="10972"/>
                  </a:lnTo>
                  <a:lnTo>
                    <a:pt x="6370" y="0"/>
                  </a:lnTo>
                  <a:lnTo>
                    <a:pt x="7003" y="515"/>
                  </a:lnTo>
                  <a:lnTo>
                    <a:pt x="9050" y="1025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h1133"/>
            <p:cNvSpPr/>
            <p:nvPr/>
          </p:nvSpPr>
          <p:spPr>
            <a:xfrm>
              <a:off x="1832174" y="2711025"/>
              <a:ext cx="43669" cy="23311"/>
            </a:xfrm>
            <a:custGeom>
              <a:avLst/>
              <a:pathLst>
                <a:path w="43669" h="23311">
                  <a:moveTo>
                    <a:pt x="17248" y="400"/>
                  </a:moveTo>
                  <a:lnTo>
                    <a:pt x="19713" y="2388"/>
                  </a:lnTo>
                  <a:lnTo>
                    <a:pt x="35314" y="4072"/>
                  </a:lnTo>
                  <a:lnTo>
                    <a:pt x="40838" y="9068"/>
                  </a:lnTo>
                  <a:lnTo>
                    <a:pt x="38043" y="10037"/>
                  </a:lnTo>
                  <a:lnTo>
                    <a:pt x="41604" y="12423"/>
                  </a:lnTo>
                  <a:lnTo>
                    <a:pt x="43057" y="12613"/>
                  </a:lnTo>
                  <a:lnTo>
                    <a:pt x="43669" y="12705"/>
                  </a:lnTo>
                  <a:lnTo>
                    <a:pt x="43417" y="14785"/>
                  </a:lnTo>
                  <a:lnTo>
                    <a:pt x="41248" y="15278"/>
                  </a:lnTo>
                  <a:lnTo>
                    <a:pt x="38389" y="19911"/>
                  </a:lnTo>
                  <a:lnTo>
                    <a:pt x="39229" y="21223"/>
                  </a:lnTo>
                  <a:lnTo>
                    <a:pt x="38595" y="20708"/>
                  </a:lnTo>
                  <a:lnTo>
                    <a:pt x="35799" y="19460"/>
                  </a:lnTo>
                  <a:lnTo>
                    <a:pt x="31249" y="19386"/>
                  </a:lnTo>
                  <a:lnTo>
                    <a:pt x="28569" y="22378"/>
                  </a:lnTo>
                  <a:lnTo>
                    <a:pt x="23503" y="23311"/>
                  </a:lnTo>
                  <a:lnTo>
                    <a:pt x="20813" y="22584"/>
                  </a:lnTo>
                  <a:lnTo>
                    <a:pt x="17785" y="20385"/>
                  </a:lnTo>
                  <a:lnTo>
                    <a:pt x="12576" y="17987"/>
                  </a:lnTo>
                  <a:lnTo>
                    <a:pt x="8440" y="19039"/>
                  </a:lnTo>
                  <a:lnTo>
                    <a:pt x="5548" y="21194"/>
                  </a:lnTo>
                  <a:lnTo>
                    <a:pt x="6" y="16400"/>
                  </a:lnTo>
                  <a:lnTo>
                    <a:pt x="0" y="14857"/>
                  </a:lnTo>
                  <a:lnTo>
                    <a:pt x="1469" y="11867"/>
                  </a:lnTo>
                  <a:lnTo>
                    <a:pt x="4340" y="12428"/>
                  </a:lnTo>
                  <a:lnTo>
                    <a:pt x="5954" y="10627"/>
                  </a:lnTo>
                  <a:lnTo>
                    <a:pt x="6614" y="5631"/>
                  </a:lnTo>
                  <a:lnTo>
                    <a:pt x="7670" y="4900"/>
                  </a:lnTo>
                  <a:lnTo>
                    <a:pt x="11724" y="4424"/>
                  </a:lnTo>
                  <a:lnTo>
                    <a:pt x="13123" y="3362"/>
                  </a:lnTo>
                  <a:lnTo>
                    <a:pt x="14520" y="811"/>
                  </a:lnTo>
                  <a:lnTo>
                    <a:pt x="1519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h1134"/>
            <p:cNvSpPr/>
            <p:nvPr/>
          </p:nvSpPr>
          <p:spPr>
            <a:xfrm>
              <a:off x="1794593" y="2521398"/>
              <a:ext cx="69505" cy="65474"/>
            </a:xfrm>
            <a:custGeom>
              <a:avLst/>
              <a:pathLst>
                <a:path w="69505" h="65474">
                  <a:moveTo>
                    <a:pt x="19025" y="1820"/>
                  </a:moveTo>
                  <a:lnTo>
                    <a:pt x="19914" y="3164"/>
                  </a:lnTo>
                  <a:lnTo>
                    <a:pt x="21441" y="15678"/>
                  </a:lnTo>
                  <a:lnTo>
                    <a:pt x="22571" y="17141"/>
                  </a:lnTo>
                  <a:lnTo>
                    <a:pt x="25454" y="15682"/>
                  </a:lnTo>
                  <a:lnTo>
                    <a:pt x="40214" y="16049"/>
                  </a:lnTo>
                  <a:lnTo>
                    <a:pt x="49865" y="15573"/>
                  </a:lnTo>
                  <a:lnTo>
                    <a:pt x="57913" y="13680"/>
                  </a:lnTo>
                  <a:lnTo>
                    <a:pt x="57335" y="14683"/>
                  </a:lnTo>
                  <a:lnTo>
                    <a:pt x="57033" y="20157"/>
                  </a:lnTo>
                  <a:lnTo>
                    <a:pt x="59278" y="25965"/>
                  </a:lnTo>
                  <a:lnTo>
                    <a:pt x="59201" y="30465"/>
                  </a:lnTo>
                  <a:lnTo>
                    <a:pt x="62389" y="33200"/>
                  </a:lnTo>
                  <a:lnTo>
                    <a:pt x="65148" y="31627"/>
                  </a:lnTo>
                  <a:lnTo>
                    <a:pt x="66875" y="32557"/>
                  </a:lnTo>
                  <a:lnTo>
                    <a:pt x="68238" y="34987"/>
                  </a:lnTo>
                  <a:lnTo>
                    <a:pt x="67006" y="41030"/>
                  </a:lnTo>
                  <a:lnTo>
                    <a:pt x="69505" y="42404"/>
                  </a:lnTo>
                  <a:lnTo>
                    <a:pt x="51237" y="47889"/>
                  </a:lnTo>
                  <a:lnTo>
                    <a:pt x="49986" y="49013"/>
                  </a:lnTo>
                  <a:lnTo>
                    <a:pt x="49495" y="51608"/>
                  </a:lnTo>
                  <a:lnTo>
                    <a:pt x="46548" y="59959"/>
                  </a:lnTo>
                  <a:lnTo>
                    <a:pt x="44842" y="61867"/>
                  </a:lnTo>
                  <a:lnTo>
                    <a:pt x="37350" y="65328"/>
                  </a:lnTo>
                  <a:lnTo>
                    <a:pt x="34781" y="65474"/>
                  </a:lnTo>
                  <a:lnTo>
                    <a:pt x="31797" y="62846"/>
                  </a:lnTo>
                  <a:lnTo>
                    <a:pt x="30203" y="59401"/>
                  </a:lnTo>
                  <a:lnTo>
                    <a:pt x="27705" y="59781"/>
                  </a:lnTo>
                  <a:lnTo>
                    <a:pt x="27638" y="61565"/>
                  </a:lnTo>
                  <a:lnTo>
                    <a:pt x="21507" y="61110"/>
                  </a:lnTo>
                  <a:lnTo>
                    <a:pt x="14944" y="61673"/>
                  </a:lnTo>
                  <a:lnTo>
                    <a:pt x="12906" y="54678"/>
                  </a:lnTo>
                  <a:lnTo>
                    <a:pt x="12743" y="50844"/>
                  </a:lnTo>
                  <a:lnTo>
                    <a:pt x="6309" y="50298"/>
                  </a:lnTo>
                  <a:lnTo>
                    <a:pt x="2525" y="51139"/>
                  </a:lnTo>
                  <a:lnTo>
                    <a:pt x="0" y="42404"/>
                  </a:lnTo>
                  <a:lnTo>
                    <a:pt x="109" y="36611"/>
                  </a:lnTo>
                  <a:lnTo>
                    <a:pt x="2142" y="32760"/>
                  </a:lnTo>
                  <a:lnTo>
                    <a:pt x="3331" y="32226"/>
                  </a:lnTo>
                  <a:lnTo>
                    <a:pt x="5693" y="23959"/>
                  </a:lnTo>
                  <a:lnTo>
                    <a:pt x="3330" y="17617"/>
                  </a:lnTo>
                  <a:lnTo>
                    <a:pt x="3064" y="14628"/>
                  </a:lnTo>
                  <a:lnTo>
                    <a:pt x="8395" y="12517"/>
                  </a:lnTo>
                  <a:lnTo>
                    <a:pt x="10807" y="7038"/>
                  </a:lnTo>
                  <a:lnTo>
                    <a:pt x="13406" y="7139"/>
                  </a:lnTo>
                  <a:lnTo>
                    <a:pt x="13104" y="1132"/>
                  </a:lnTo>
                  <a:lnTo>
                    <a:pt x="1541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h1135"/>
            <p:cNvSpPr/>
            <p:nvPr/>
          </p:nvSpPr>
          <p:spPr>
            <a:xfrm>
              <a:off x="1908742" y="2747009"/>
              <a:ext cx="28361" cy="42533"/>
            </a:xfrm>
            <a:custGeom>
              <a:avLst/>
              <a:pathLst>
                <a:path w="28361" h="42533">
                  <a:moveTo>
                    <a:pt x="24736" y="592"/>
                  </a:moveTo>
                  <a:lnTo>
                    <a:pt x="26716" y="3670"/>
                  </a:lnTo>
                  <a:lnTo>
                    <a:pt x="26025" y="6681"/>
                  </a:lnTo>
                  <a:lnTo>
                    <a:pt x="27614" y="9118"/>
                  </a:lnTo>
                  <a:lnTo>
                    <a:pt x="26848" y="14476"/>
                  </a:lnTo>
                  <a:lnTo>
                    <a:pt x="26250" y="16342"/>
                  </a:lnTo>
                  <a:lnTo>
                    <a:pt x="25426" y="16790"/>
                  </a:lnTo>
                  <a:lnTo>
                    <a:pt x="24175" y="21326"/>
                  </a:lnTo>
                  <a:lnTo>
                    <a:pt x="24246" y="25575"/>
                  </a:lnTo>
                  <a:lnTo>
                    <a:pt x="24799" y="28369"/>
                  </a:lnTo>
                  <a:lnTo>
                    <a:pt x="26411" y="29401"/>
                  </a:lnTo>
                  <a:lnTo>
                    <a:pt x="27943" y="29469"/>
                  </a:lnTo>
                  <a:lnTo>
                    <a:pt x="28361" y="29783"/>
                  </a:lnTo>
                  <a:lnTo>
                    <a:pt x="27705" y="32265"/>
                  </a:lnTo>
                  <a:lnTo>
                    <a:pt x="26096" y="31627"/>
                  </a:lnTo>
                  <a:lnTo>
                    <a:pt x="21714" y="37216"/>
                  </a:lnTo>
                  <a:lnTo>
                    <a:pt x="17957" y="42533"/>
                  </a:lnTo>
                  <a:lnTo>
                    <a:pt x="16640" y="38840"/>
                  </a:lnTo>
                  <a:lnTo>
                    <a:pt x="14985" y="37011"/>
                  </a:lnTo>
                  <a:lnTo>
                    <a:pt x="12594" y="31964"/>
                  </a:lnTo>
                  <a:lnTo>
                    <a:pt x="12263" y="28639"/>
                  </a:lnTo>
                  <a:lnTo>
                    <a:pt x="7129" y="28449"/>
                  </a:lnTo>
                  <a:lnTo>
                    <a:pt x="5500" y="30918"/>
                  </a:lnTo>
                  <a:lnTo>
                    <a:pt x="1581" y="31094"/>
                  </a:lnTo>
                  <a:lnTo>
                    <a:pt x="209" y="29034"/>
                  </a:lnTo>
                  <a:lnTo>
                    <a:pt x="0" y="26025"/>
                  </a:lnTo>
                  <a:lnTo>
                    <a:pt x="1111" y="23619"/>
                  </a:lnTo>
                  <a:lnTo>
                    <a:pt x="5185" y="23086"/>
                  </a:lnTo>
                  <a:lnTo>
                    <a:pt x="5589" y="22332"/>
                  </a:lnTo>
                  <a:lnTo>
                    <a:pt x="3134" y="17711"/>
                  </a:lnTo>
                  <a:lnTo>
                    <a:pt x="4337" y="16225"/>
                  </a:lnTo>
                  <a:lnTo>
                    <a:pt x="14377" y="16211"/>
                  </a:lnTo>
                  <a:lnTo>
                    <a:pt x="18604" y="14430"/>
                  </a:lnTo>
                  <a:lnTo>
                    <a:pt x="18657" y="13251"/>
                  </a:lnTo>
                  <a:lnTo>
                    <a:pt x="16366" y="10361"/>
                  </a:lnTo>
                  <a:lnTo>
                    <a:pt x="13772" y="4157"/>
                  </a:lnTo>
                  <a:lnTo>
                    <a:pt x="13677" y="112"/>
                  </a:lnTo>
                  <a:lnTo>
                    <a:pt x="15064" y="905"/>
                  </a:lnTo>
                  <a:lnTo>
                    <a:pt x="2211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h1136"/>
            <p:cNvSpPr/>
            <p:nvPr/>
          </p:nvSpPr>
          <p:spPr>
            <a:xfrm>
              <a:off x="1897277" y="2729586"/>
              <a:ext cx="36200" cy="35134"/>
            </a:xfrm>
            <a:custGeom>
              <a:avLst/>
              <a:pathLst>
                <a:path w="36200" h="35134">
                  <a:moveTo>
                    <a:pt x="20625" y="519"/>
                  </a:moveTo>
                  <a:lnTo>
                    <a:pt x="22130" y="2373"/>
                  </a:lnTo>
                  <a:lnTo>
                    <a:pt x="23514" y="5205"/>
                  </a:lnTo>
                  <a:lnTo>
                    <a:pt x="23995" y="9420"/>
                  </a:lnTo>
                  <a:lnTo>
                    <a:pt x="25245" y="11435"/>
                  </a:lnTo>
                  <a:lnTo>
                    <a:pt x="28153" y="10613"/>
                  </a:lnTo>
                  <a:lnTo>
                    <a:pt x="29172" y="11097"/>
                  </a:lnTo>
                  <a:lnTo>
                    <a:pt x="35119" y="15107"/>
                  </a:lnTo>
                  <a:lnTo>
                    <a:pt x="36200" y="18015"/>
                  </a:lnTo>
                  <a:lnTo>
                    <a:pt x="33578" y="17423"/>
                  </a:lnTo>
                  <a:lnTo>
                    <a:pt x="26528" y="18328"/>
                  </a:lnTo>
                  <a:lnTo>
                    <a:pt x="25141" y="17535"/>
                  </a:lnTo>
                  <a:lnTo>
                    <a:pt x="25237" y="21580"/>
                  </a:lnTo>
                  <a:lnTo>
                    <a:pt x="27830" y="27784"/>
                  </a:lnTo>
                  <a:lnTo>
                    <a:pt x="30121" y="30674"/>
                  </a:lnTo>
                  <a:lnTo>
                    <a:pt x="30069" y="31853"/>
                  </a:lnTo>
                  <a:lnTo>
                    <a:pt x="25842" y="33634"/>
                  </a:lnTo>
                  <a:lnTo>
                    <a:pt x="15801" y="33648"/>
                  </a:lnTo>
                  <a:lnTo>
                    <a:pt x="14599" y="35134"/>
                  </a:lnTo>
                  <a:lnTo>
                    <a:pt x="13065" y="34824"/>
                  </a:lnTo>
                  <a:lnTo>
                    <a:pt x="10003" y="28917"/>
                  </a:lnTo>
                  <a:lnTo>
                    <a:pt x="4121" y="26166"/>
                  </a:lnTo>
                  <a:lnTo>
                    <a:pt x="7725" y="23013"/>
                  </a:lnTo>
                  <a:lnTo>
                    <a:pt x="2553" y="20307"/>
                  </a:lnTo>
                  <a:lnTo>
                    <a:pt x="852" y="19482"/>
                  </a:lnTo>
                  <a:lnTo>
                    <a:pt x="0" y="16279"/>
                  </a:lnTo>
                  <a:lnTo>
                    <a:pt x="4701" y="15980"/>
                  </a:lnTo>
                  <a:lnTo>
                    <a:pt x="10438" y="12785"/>
                  </a:lnTo>
                  <a:lnTo>
                    <a:pt x="17202" y="7567"/>
                  </a:lnTo>
                  <a:lnTo>
                    <a:pt x="18487" y="5033"/>
                  </a:lnTo>
                  <a:lnTo>
                    <a:pt x="16983" y="2018"/>
                  </a:lnTo>
                  <a:lnTo>
                    <a:pt x="18368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h1137"/>
            <p:cNvSpPr/>
            <p:nvPr/>
          </p:nvSpPr>
          <p:spPr>
            <a:xfrm>
              <a:off x="1870563" y="2698656"/>
              <a:ext cx="45201" cy="60860"/>
            </a:xfrm>
            <a:custGeom>
              <a:avLst/>
              <a:pathLst>
                <a:path w="45201" h="60860">
                  <a:moveTo>
                    <a:pt x="26945" y="4332"/>
                  </a:moveTo>
                  <a:lnTo>
                    <a:pt x="26279" y="5031"/>
                  </a:lnTo>
                  <a:lnTo>
                    <a:pt x="26227" y="6668"/>
                  </a:lnTo>
                  <a:lnTo>
                    <a:pt x="27267" y="10374"/>
                  </a:lnTo>
                  <a:lnTo>
                    <a:pt x="30638" y="10744"/>
                  </a:lnTo>
                  <a:lnTo>
                    <a:pt x="31212" y="11415"/>
                  </a:lnTo>
                  <a:lnTo>
                    <a:pt x="31385" y="12427"/>
                  </a:lnTo>
                  <a:lnTo>
                    <a:pt x="29450" y="14747"/>
                  </a:lnTo>
                  <a:lnTo>
                    <a:pt x="29571" y="16914"/>
                  </a:lnTo>
                  <a:lnTo>
                    <a:pt x="30618" y="17677"/>
                  </a:lnTo>
                  <a:lnTo>
                    <a:pt x="32682" y="17547"/>
                  </a:lnTo>
                  <a:lnTo>
                    <a:pt x="34241" y="15538"/>
                  </a:lnTo>
                  <a:lnTo>
                    <a:pt x="36276" y="15626"/>
                  </a:lnTo>
                  <a:lnTo>
                    <a:pt x="37112" y="16606"/>
                  </a:lnTo>
                  <a:lnTo>
                    <a:pt x="37536" y="22008"/>
                  </a:lnTo>
                  <a:lnTo>
                    <a:pt x="38508" y="22487"/>
                  </a:lnTo>
                  <a:lnTo>
                    <a:pt x="39924" y="21648"/>
                  </a:lnTo>
                  <a:lnTo>
                    <a:pt x="42580" y="23083"/>
                  </a:lnTo>
                  <a:lnTo>
                    <a:pt x="42546" y="25741"/>
                  </a:lnTo>
                  <a:lnTo>
                    <a:pt x="43688" y="29537"/>
                  </a:lnTo>
                  <a:lnTo>
                    <a:pt x="45082" y="30930"/>
                  </a:lnTo>
                  <a:lnTo>
                    <a:pt x="43697" y="32949"/>
                  </a:lnTo>
                  <a:lnTo>
                    <a:pt x="45201" y="35963"/>
                  </a:lnTo>
                  <a:lnTo>
                    <a:pt x="43916" y="38497"/>
                  </a:lnTo>
                  <a:lnTo>
                    <a:pt x="37152" y="43715"/>
                  </a:lnTo>
                  <a:lnTo>
                    <a:pt x="31415" y="46910"/>
                  </a:lnTo>
                  <a:lnTo>
                    <a:pt x="26714" y="47209"/>
                  </a:lnTo>
                  <a:lnTo>
                    <a:pt x="27566" y="50412"/>
                  </a:lnTo>
                  <a:lnTo>
                    <a:pt x="29267" y="51238"/>
                  </a:lnTo>
                  <a:lnTo>
                    <a:pt x="29702" y="53233"/>
                  </a:lnTo>
                  <a:lnTo>
                    <a:pt x="23972" y="55766"/>
                  </a:lnTo>
                  <a:lnTo>
                    <a:pt x="24286" y="58896"/>
                  </a:lnTo>
                  <a:lnTo>
                    <a:pt x="23444" y="60860"/>
                  </a:lnTo>
                  <a:lnTo>
                    <a:pt x="18529" y="51334"/>
                  </a:lnTo>
                  <a:lnTo>
                    <a:pt x="13580" y="46208"/>
                  </a:lnTo>
                  <a:lnTo>
                    <a:pt x="11864" y="42863"/>
                  </a:lnTo>
                  <a:lnTo>
                    <a:pt x="14412" y="39253"/>
                  </a:lnTo>
                  <a:lnTo>
                    <a:pt x="11857" y="38437"/>
                  </a:lnTo>
                  <a:lnTo>
                    <a:pt x="9400" y="39852"/>
                  </a:lnTo>
                  <a:lnTo>
                    <a:pt x="2887" y="34102"/>
                  </a:lnTo>
                  <a:lnTo>
                    <a:pt x="840" y="33592"/>
                  </a:lnTo>
                  <a:lnTo>
                    <a:pt x="0" y="32280"/>
                  </a:lnTo>
                  <a:lnTo>
                    <a:pt x="2859" y="27647"/>
                  </a:lnTo>
                  <a:lnTo>
                    <a:pt x="5028" y="27154"/>
                  </a:lnTo>
                  <a:lnTo>
                    <a:pt x="5280" y="25074"/>
                  </a:lnTo>
                  <a:lnTo>
                    <a:pt x="4668" y="24982"/>
                  </a:lnTo>
                  <a:lnTo>
                    <a:pt x="7820" y="22696"/>
                  </a:lnTo>
                  <a:lnTo>
                    <a:pt x="9184" y="22810"/>
                  </a:lnTo>
                  <a:lnTo>
                    <a:pt x="9981" y="24512"/>
                  </a:lnTo>
                  <a:lnTo>
                    <a:pt x="11074" y="24902"/>
                  </a:lnTo>
                  <a:lnTo>
                    <a:pt x="13021" y="21723"/>
                  </a:lnTo>
                  <a:lnTo>
                    <a:pt x="8497" y="19326"/>
                  </a:lnTo>
                  <a:lnTo>
                    <a:pt x="14589" y="14629"/>
                  </a:lnTo>
                  <a:lnTo>
                    <a:pt x="19792" y="12208"/>
                  </a:lnTo>
                  <a:lnTo>
                    <a:pt x="20049" y="11536"/>
                  </a:lnTo>
                  <a:lnTo>
                    <a:pt x="16077" y="7064"/>
                  </a:lnTo>
                  <a:lnTo>
                    <a:pt x="17296" y="2424"/>
                  </a:lnTo>
                  <a:lnTo>
                    <a:pt x="17795" y="1944"/>
                  </a:lnTo>
                  <a:lnTo>
                    <a:pt x="21264" y="2352"/>
                  </a:lnTo>
                  <a:lnTo>
                    <a:pt x="236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h1138"/>
            <p:cNvSpPr/>
            <p:nvPr/>
          </p:nvSpPr>
          <p:spPr>
            <a:xfrm>
              <a:off x="1751354" y="2666167"/>
              <a:ext cx="1006" cy="1409"/>
            </a:xfrm>
            <a:custGeom>
              <a:avLst/>
              <a:pathLst>
                <a:path w="1006" h="1409">
                  <a:moveTo>
                    <a:pt x="870" y="474"/>
                  </a:moveTo>
                  <a:lnTo>
                    <a:pt x="1006" y="1409"/>
                  </a:lnTo>
                  <a:lnTo>
                    <a:pt x="203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h1139"/>
            <p:cNvSpPr/>
            <p:nvPr/>
          </p:nvSpPr>
          <p:spPr>
            <a:xfrm>
              <a:off x="1777870" y="2614762"/>
              <a:ext cx="87718" cy="79072"/>
            </a:xfrm>
            <a:custGeom>
              <a:avLst/>
              <a:pathLst>
                <a:path w="87718" h="79072">
                  <a:moveTo>
                    <a:pt x="4534" y="6378"/>
                  </a:moveTo>
                  <a:lnTo>
                    <a:pt x="4863" y="12826"/>
                  </a:lnTo>
                  <a:lnTo>
                    <a:pt x="6657" y="17945"/>
                  </a:lnTo>
                  <a:lnTo>
                    <a:pt x="7693" y="18958"/>
                  </a:lnTo>
                  <a:lnTo>
                    <a:pt x="11536" y="26628"/>
                  </a:lnTo>
                  <a:lnTo>
                    <a:pt x="20002" y="40438"/>
                  </a:lnTo>
                  <a:lnTo>
                    <a:pt x="27783" y="44621"/>
                  </a:lnTo>
                  <a:lnTo>
                    <a:pt x="31955" y="42616"/>
                  </a:lnTo>
                  <a:lnTo>
                    <a:pt x="32792" y="53446"/>
                  </a:lnTo>
                  <a:lnTo>
                    <a:pt x="36514" y="52117"/>
                  </a:lnTo>
                  <a:lnTo>
                    <a:pt x="39312" y="49523"/>
                  </a:lnTo>
                  <a:lnTo>
                    <a:pt x="46289" y="49921"/>
                  </a:lnTo>
                  <a:lnTo>
                    <a:pt x="47091" y="50925"/>
                  </a:lnTo>
                  <a:lnTo>
                    <a:pt x="49353" y="50519"/>
                  </a:lnTo>
                  <a:lnTo>
                    <a:pt x="49958" y="49116"/>
                  </a:lnTo>
                  <a:lnTo>
                    <a:pt x="51697" y="47032"/>
                  </a:lnTo>
                  <a:lnTo>
                    <a:pt x="53669" y="47437"/>
                  </a:lnTo>
                  <a:lnTo>
                    <a:pt x="54752" y="50552"/>
                  </a:lnTo>
                  <a:lnTo>
                    <a:pt x="56302" y="51270"/>
                  </a:lnTo>
                  <a:lnTo>
                    <a:pt x="61277" y="51425"/>
                  </a:lnTo>
                  <a:lnTo>
                    <a:pt x="61607" y="48995"/>
                  </a:lnTo>
                  <a:lnTo>
                    <a:pt x="65416" y="47697"/>
                  </a:lnTo>
                  <a:lnTo>
                    <a:pt x="69203" y="47437"/>
                  </a:lnTo>
                  <a:lnTo>
                    <a:pt x="69193" y="48405"/>
                  </a:lnTo>
                  <a:lnTo>
                    <a:pt x="75160" y="49683"/>
                  </a:lnTo>
                  <a:lnTo>
                    <a:pt x="79941" y="49920"/>
                  </a:lnTo>
                  <a:lnTo>
                    <a:pt x="81130" y="49237"/>
                  </a:lnTo>
                  <a:lnTo>
                    <a:pt x="82960" y="50175"/>
                  </a:lnTo>
                  <a:lnTo>
                    <a:pt x="83242" y="51131"/>
                  </a:lnTo>
                  <a:lnTo>
                    <a:pt x="87718" y="49180"/>
                  </a:lnTo>
                  <a:lnTo>
                    <a:pt x="87383" y="54884"/>
                  </a:lnTo>
                  <a:lnTo>
                    <a:pt x="86631" y="53597"/>
                  </a:lnTo>
                  <a:lnTo>
                    <a:pt x="84329" y="53679"/>
                  </a:lnTo>
                  <a:lnTo>
                    <a:pt x="78694" y="58836"/>
                  </a:lnTo>
                  <a:lnTo>
                    <a:pt x="78764" y="62605"/>
                  </a:lnTo>
                  <a:lnTo>
                    <a:pt x="79891" y="63418"/>
                  </a:lnTo>
                  <a:lnTo>
                    <a:pt x="79334" y="66981"/>
                  </a:lnTo>
                  <a:lnTo>
                    <a:pt x="76570" y="69099"/>
                  </a:lnTo>
                  <a:lnTo>
                    <a:pt x="72518" y="70156"/>
                  </a:lnTo>
                  <a:lnTo>
                    <a:pt x="68916" y="69528"/>
                  </a:lnTo>
                  <a:lnTo>
                    <a:pt x="67459" y="66661"/>
                  </a:lnTo>
                  <a:lnTo>
                    <a:pt x="63011" y="66276"/>
                  </a:lnTo>
                  <a:lnTo>
                    <a:pt x="58132" y="67066"/>
                  </a:lnTo>
                  <a:lnTo>
                    <a:pt x="59472" y="74673"/>
                  </a:lnTo>
                  <a:lnTo>
                    <a:pt x="58542" y="74940"/>
                  </a:lnTo>
                  <a:lnTo>
                    <a:pt x="56343" y="71227"/>
                  </a:lnTo>
                  <a:lnTo>
                    <a:pt x="52858" y="72153"/>
                  </a:lnTo>
                  <a:lnTo>
                    <a:pt x="45503" y="72031"/>
                  </a:lnTo>
                  <a:lnTo>
                    <a:pt x="40640" y="67306"/>
                  </a:lnTo>
                  <a:lnTo>
                    <a:pt x="38558" y="67053"/>
                  </a:lnTo>
                  <a:lnTo>
                    <a:pt x="39847" y="70067"/>
                  </a:lnTo>
                  <a:lnTo>
                    <a:pt x="38652" y="71625"/>
                  </a:lnTo>
                  <a:lnTo>
                    <a:pt x="37878" y="71823"/>
                  </a:lnTo>
                  <a:lnTo>
                    <a:pt x="35295" y="70056"/>
                  </a:lnTo>
                  <a:lnTo>
                    <a:pt x="32674" y="71112"/>
                  </a:lnTo>
                  <a:lnTo>
                    <a:pt x="31604" y="71650"/>
                  </a:lnTo>
                  <a:lnTo>
                    <a:pt x="30815" y="74339"/>
                  </a:lnTo>
                  <a:lnTo>
                    <a:pt x="24628" y="77074"/>
                  </a:lnTo>
                  <a:lnTo>
                    <a:pt x="23848" y="76716"/>
                  </a:lnTo>
                  <a:lnTo>
                    <a:pt x="22232" y="79072"/>
                  </a:lnTo>
                  <a:lnTo>
                    <a:pt x="15714" y="63830"/>
                  </a:lnTo>
                  <a:lnTo>
                    <a:pt x="5431" y="44985"/>
                  </a:lnTo>
                  <a:lnTo>
                    <a:pt x="1031" y="35362"/>
                  </a:lnTo>
                  <a:lnTo>
                    <a:pt x="173" y="29666"/>
                  </a:lnTo>
                  <a:lnTo>
                    <a:pt x="1585" y="11375"/>
                  </a:lnTo>
                  <a:lnTo>
                    <a:pt x="0" y="0"/>
                  </a:lnTo>
                  <a:lnTo>
                    <a:pt x="2938" y="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h1140"/>
            <p:cNvSpPr/>
            <p:nvPr/>
          </p:nvSpPr>
          <p:spPr>
            <a:xfrm>
              <a:off x="1767915" y="2581449"/>
              <a:ext cx="55046" cy="52271"/>
            </a:xfrm>
            <a:custGeom>
              <a:avLst/>
              <a:pathLst>
                <a:path w="55046" h="52271">
                  <a:moveTo>
                    <a:pt x="8651" y="0"/>
                  </a:moveTo>
                  <a:lnTo>
                    <a:pt x="9512" y="4172"/>
                  </a:lnTo>
                  <a:lnTo>
                    <a:pt x="10822" y="6229"/>
                  </a:lnTo>
                  <a:lnTo>
                    <a:pt x="15714" y="8331"/>
                  </a:lnTo>
                  <a:lnTo>
                    <a:pt x="18641" y="8767"/>
                  </a:lnTo>
                  <a:lnTo>
                    <a:pt x="21416" y="10384"/>
                  </a:lnTo>
                  <a:lnTo>
                    <a:pt x="22963" y="12176"/>
                  </a:lnTo>
                  <a:lnTo>
                    <a:pt x="23060" y="13358"/>
                  </a:lnTo>
                  <a:lnTo>
                    <a:pt x="21190" y="14813"/>
                  </a:lnTo>
                  <a:lnTo>
                    <a:pt x="25071" y="17665"/>
                  </a:lnTo>
                  <a:lnTo>
                    <a:pt x="25305" y="15093"/>
                  </a:lnTo>
                  <a:lnTo>
                    <a:pt x="26449" y="13604"/>
                  </a:lnTo>
                  <a:lnTo>
                    <a:pt x="30701" y="14078"/>
                  </a:lnTo>
                  <a:lnTo>
                    <a:pt x="33248" y="15712"/>
                  </a:lnTo>
                  <a:lnTo>
                    <a:pt x="38341" y="16628"/>
                  </a:lnTo>
                  <a:lnTo>
                    <a:pt x="38135" y="21078"/>
                  </a:lnTo>
                  <a:lnTo>
                    <a:pt x="39576" y="24776"/>
                  </a:lnTo>
                  <a:lnTo>
                    <a:pt x="43950" y="27117"/>
                  </a:lnTo>
                  <a:lnTo>
                    <a:pt x="45780" y="24793"/>
                  </a:lnTo>
                  <a:lnTo>
                    <a:pt x="47363" y="24552"/>
                  </a:lnTo>
                  <a:lnTo>
                    <a:pt x="50128" y="28599"/>
                  </a:lnTo>
                  <a:lnTo>
                    <a:pt x="50727" y="32818"/>
                  </a:lnTo>
                  <a:lnTo>
                    <a:pt x="53847" y="32562"/>
                  </a:lnTo>
                  <a:lnTo>
                    <a:pt x="55046" y="37492"/>
                  </a:lnTo>
                  <a:lnTo>
                    <a:pt x="45686" y="40865"/>
                  </a:lnTo>
                  <a:lnTo>
                    <a:pt x="42957" y="40552"/>
                  </a:lnTo>
                  <a:lnTo>
                    <a:pt x="43301" y="39029"/>
                  </a:lnTo>
                  <a:lnTo>
                    <a:pt x="42632" y="38207"/>
                  </a:lnTo>
                  <a:lnTo>
                    <a:pt x="38066" y="40011"/>
                  </a:lnTo>
                  <a:lnTo>
                    <a:pt x="37527" y="41043"/>
                  </a:lnTo>
                  <a:lnTo>
                    <a:pt x="38220" y="43578"/>
                  </a:lnTo>
                  <a:lnTo>
                    <a:pt x="35853" y="45388"/>
                  </a:lnTo>
                  <a:lnTo>
                    <a:pt x="31448" y="44831"/>
                  </a:lnTo>
                  <a:lnTo>
                    <a:pt x="29007" y="43746"/>
                  </a:lnTo>
                  <a:lnTo>
                    <a:pt x="27189" y="41343"/>
                  </a:lnTo>
                  <a:lnTo>
                    <a:pt x="26383" y="47844"/>
                  </a:lnTo>
                  <a:lnTo>
                    <a:pt x="19333" y="49247"/>
                  </a:lnTo>
                  <a:lnTo>
                    <a:pt x="19435" y="52057"/>
                  </a:lnTo>
                  <a:lnTo>
                    <a:pt x="17648" y="52271"/>
                  </a:lnTo>
                  <a:lnTo>
                    <a:pt x="16612" y="51257"/>
                  </a:lnTo>
                  <a:lnTo>
                    <a:pt x="14819" y="46139"/>
                  </a:lnTo>
                  <a:lnTo>
                    <a:pt x="14489" y="39691"/>
                  </a:lnTo>
                  <a:lnTo>
                    <a:pt x="12894" y="33377"/>
                  </a:lnTo>
                  <a:lnTo>
                    <a:pt x="9955" y="33312"/>
                  </a:lnTo>
                  <a:lnTo>
                    <a:pt x="6472" y="19598"/>
                  </a:lnTo>
                  <a:lnTo>
                    <a:pt x="0" y="3883"/>
                  </a:lnTo>
                  <a:lnTo>
                    <a:pt x="1026" y="3692"/>
                  </a:lnTo>
                  <a:lnTo>
                    <a:pt x="4830" y="11457"/>
                  </a:lnTo>
                  <a:lnTo>
                    <a:pt x="6236" y="12356"/>
                  </a:lnTo>
                  <a:lnTo>
                    <a:pt x="8904" y="12372"/>
                  </a:lnTo>
                  <a:lnTo>
                    <a:pt x="9600" y="10793"/>
                  </a:lnTo>
                  <a:lnTo>
                    <a:pt x="9222" y="7734"/>
                  </a:lnTo>
                  <a:lnTo>
                    <a:pt x="6596" y="1572"/>
                  </a:lnTo>
                  <a:lnTo>
                    <a:pt x="6834" y="39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h1141"/>
            <p:cNvSpPr/>
            <p:nvPr/>
          </p:nvSpPr>
          <p:spPr>
            <a:xfrm>
              <a:off x="1889210" y="2772019"/>
              <a:ext cx="42236" cy="46769"/>
            </a:xfrm>
            <a:custGeom>
              <a:avLst/>
              <a:pathLst>
                <a:path w="42236" h="46769">
                  <a:moveTo>
                    <a:pt x="9704" y="5210"/>
                  </a:moveTo>
                  <a:lnTo>
                    <a:pt x="16557" y="0"/>
                  </a:lnTo>
                  <a:lnTo>
                    <a:pt x="18882" y="18"/>
                  </a:lnTo>
                  <a:lnTo>
                    <a:pt x="19531" y="1015"/>
                  </a:lnTo>
                  <a:lnTo>
                    <a:pt x="19740" y="4024"/>
                  </a:lnTo>
                  <a:lnTo>
                    <a:pt x="21112" y="6084"/>
                  </a:lnTo>
                  <a:lnTo>
                    <a:pt x="25031" y="5909"/>
                  </a:lnTo>
                  <a:lnTo>
                    <a:pt x="26661" y="3440"/>
                  </a:lnTo>
                  <a:lnTo>
                    <a:pt x="31795" y="3629"/>
                  </a:lnTo>
                  <a:lnTo>
                    <a:pt x="32125" y="6954"/>
                  </a:lnTo>
                  <a:lnTo>
                    <a:pt x="34517" y="12001"/>
                  </a:lnTo>
                  <a:lnTo>
                    <a:pt x="36171" y="13831"/>
                  </a:lnTo>
                  <a:lnTo>
                    <a:pt x="37488" y="17523"/>
                  </a:lnTo>
                  <a:lnTo>
                    <a:pt x="34552" y="18691"/>
                  </a:lnTo>
                  <a:lnTo>
                    <a:pt x="31568" y="17712"/>
                  </a:lnTo>
                  <a:lnTo>
                    <a:pt x="29709" y="18331"/>
                  </a:lnTo>
                  <a:lnTo>
                    <a:pt x="29637" y="24936"/>
                  </a:lnTo>
                  <a:lnTo>
                    <a:pt x="33367" y="23487"/>
                  </a:lnTo>
                  <a:lnTo>
                    <a:pt x="37631" y="25550"/>
                  </a:lnTo>
                  <a:lnTo>
                    <a:pt x="40907" y="31076"/>
                  </a:lnTo>
                  <a:lnTo>
                    <a:pt x="42236" y="32145"/>
                  </a:lnTo>
                  <a:lnTo>
                    <a:pt x="42224" y="36501"/>
                  </a:lnTo>
                  <a:lnTo>
                    <a:pt x="41558" y="37397"/>
                  </a:lnTo>
                  <a:lnTo>
                    <a:pt x="41605" y="46205"/>
                  </a:lnTo>
                  <a:lnTo>
                    <a:pt x="41002" y="46769"/>
                  </a:lnTo>
                  <a:lnTo>
                    <a:pt x="38227" y="43687"/>
                  </a:lnTo>
                  <a:lnTo>
                    <a:pt x="37088" y="36187"/>
                  </a:lnTo>
                  <a:lnTo>
                    <a:pt x="33792" y="33215"/>
                  </a:lnTo>
                  <a:lnTo>
                    <a:pt x="30809" y="32128"/>
                  </a:lnTo>
                  <a:lnTo>
                    <a:pt x="23760" y="23843"/>
                  </a:lnTo>
                  <a:lnTo>
                    <a:pt x="18919" y="22228"/>
                  </a:lnTo>
                  <a:lnTo>
                    <a:pt x="16554" y="20296"/>
                  </a:lnTo>
                  <a:lnTo>
                    <a:pt x="14000" y="17473"/>
                  </a:lnTo>
                  <a:lnTo>
                    <a:pt x="9610" y="9539"/>
                  </a:lnTo>
                  <a:lnTo>
                    <a:pt x="8064" y="8058"/>
                  </a:lnTo>
                  <a:lnTo>
                    <a:pt x="5118" y="6782"/>
                  </a:lnTo>
                  <a:lnTo>
                    <a:pt x="1138" y="7978"/>
                  </a:lnTo>
                  <a:lnTo>
                    <a:pt x="0" y="7912"/>
                  </a:lnTo>
                  <a:lnTo>
                    <a:pt x="5443" y="305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h1142"/>
            <p:cNvSpPr/>
            <p:nvPr/>
          </p:nvSpPr>
          <p:spPr>
            <a:xfrm>
              <a:off x="1706406" y="2726739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h1143"/>
            <p:cNvSpPr/>
            <p:nvPr/>
          </p:nvSpPr>
          <p:spPr>
            <a:xfrm>
              <a:off x="1682860" y="2707064"/>
              <a:ext cx="14670" cy="9145"/>
            </a:xfrm>
            <a:custGeom>
              <a:avLst/>
              <a:pathLst>
                <a:path w="14670" h="9145">
                  <a:moveTo>
                    <a:pt x="13717" y="1954"/>
                  </a:move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lnTo>
                    <a:pt x="0" y="3253"/>
                  </a:ln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h1144"/>
            <p:cNvSpPr/>
            <p:nvPr/>
          </p:nvSpPr>
          <p:spPr>
            <a:xfrm>
              <a:off x="1800103" y="2681815"/>
              <a:ext cx="46591" cy="46228"/>
            </a:xfrm>
            <a:custGeom>
              <a:avLst/>
              <a:pathLst>
                <a:path w="46591" h="46228">
                  <a:moveTo>
                    <a:pt x="34110" y="4173"/>
                  </a:moveTo>
                  <a:lnTo>
                    <a:pt x="36309" y="7887"/>
                  </a:lnTo>
                  <a:lnTo>
                    <a:pt x="37239" y="7620"/>
                  </a:lnTo>
                  <a:lnTo>
                    <a:pt x="40676" y="7730"/>
                  </a:lnTo>
                  <a:lnTo>
                    <a:pt x="41646" y="9138"/>
                  </a:lnTo>
                  <a:lnTo>
                    <a:pt x="40139" y="11261"/>
                  </a:lnTo>
                  <a:lnTo>
                    <a:pt x="40221" y="14531"/>
                  </a:lnTo>
                  <a:lnTo>
                    <a:pt x="43502" y="17849"/>
                  </a:lnTo>
                  <a:lnTo>
                    <a:pt x="43978" y="22358"/>
                  </a:lnTo>
                  <a:lnTo>
                    <a:pt x="42295" y="23702"/>
                  </a:lnTo>
                  <a:lnTo>
                    <a:pt x="41952" y="25625"/>
                  </a:lnTo>
                  <a:lnTo>
                    <a:pt x="43287" y="28377"/>
                  </a:lnTo>
                  <a:lnTo>
                    <a:pt x="46591" y="30021"/>
                  </a:lnTo>
                  <a:lnTo>
                    <a:pt x="45194" y="32572"/>
                  </a:lnTo>
                  <a:lnTo>
                    <a:pt x="43795" y="33633"/>
                  </a:lnTo>
                  <a:lnTo>
                    <a:pt x="39741" y="34110"/>
                  </a:lnTo>
                  <a:lnTo>
                    <a:pt x="38686" y="34841"/>
                  </a:lnTo>
                  <a:lnTo>
                    <a:pt x="38025" y="39836"/>
                  </a:lnTo>
                  <a:lnTo>
                    <a:pt x="36412" y="41637"/>
                  </a:lnTo>
                  <a:lnTo>
                    <a:pt x="33540" y="41076"/>
                  </a:lnTo>
                  <a:lnTo>
                    <a:pt x="32071" y="44067"/>
                  </a:lnTo>
                  <a:lnTo>
                    <a:pt x="32077" y="45610"/>
                  </a:lnTo>
                  <a:lnTo>
                    <a:pt x="28640" y="46228"/>
                  </a:lnTo>
                  <a:lnTo>
                    <a:pt x="27233" y="44870"/>
                  </a:lnTo>
                  <a:lnTo>
                    <a:pt x="27608" y="43980"/>
                  </a:lnTo>
                  <a:lnTo>
                    <a:pt x="24781" y="43366"/>
                  </a:lnTo>
                  <a:lnTo>
                    <a:pt x="22127" y="44676"/>
                  </a:lnTo>
                  <a:lnTo>
                    <a:pt x="27950" y="34928"/>
                  </a:lnTo>
                  <a:lnTo>
                    <a:pt x="27008" y="29344"/>
                  </a:lnTo>
                  <a:lnTo>
                    <a:pt x="23172" y="25175"/>
                  </a:lnTo>
                  <a:lnTo>
                    <a:pt x="22220" y="25060"/>
                  </a:lnTo>
                  <a:lnTo>
                    <a:pt x="20879" y="26489"/>
                  </a:lnTo>
                  <a:lnTo>
                    <a:pt x="19584" y="26774"/>
                  </a:lnTo>
                  <a:lnTo>
                    <a:pt x="3687" y="15702"/>
                  </a:lnTo>
                  <a:lnTo>
                    <a:pt x="0" y="12019"/>
                  </a:lnTo>
                  <a:lnTo>
                    <a:pt x="1615" y="9663"/>
                  </a:lnTo>
                  <a:lnTo>
                    <a:pt x="2395" y="10021"/>
                  </a:lnTo>
                  <a:lnTo>
                    <a:pt x="8582" y="7286"/>
                  </a:lnTo>
                  <a:lnTo>
                    <a:pt x="9371" y="4597"/>
                  </a:lnTo>
                  <a:lnTo>
                    <a:pt x="10441" y="4058"/>
                  </a:lnTo>
                  <a:lnTo>
                    <a:pt x="13062" y="3003"/>
                  </a:lnTo>
                  <a:lnTo>
                    <a:pt x="15645" y="4770"/>
                  </a:lnTo>
                  <a:lnTo>
                    <a:pt x="16419" y="4571"/>
                  </a:lnTo>
                  <a:lnTo>
                    <a:pt x="17615" y="3013"/>
                  </a:lnTo>
                  <a:lnTo>
                    <a:pt x="16325" y="0"/>
                  </a:lnTo>
                  <a:lnTo>
                    <a:pt x="18407" y="253"/>
                  </a:lnTo>
                  <a:lnTo>
                    <a:pt x="23270" y="4978"/>
                  </a:lnTo>
                  <a:lnTo>
                    <a:pt x="30625" y="510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h1145"/>
            <p:cNvSpPr/>
            <p:nvPr/>
          </p:nvSpPr>
          <p:spPr>
            <a:xfrm>
              <a:off x="1666008" y="2682743"/>
              <a:ext cx="15672" cy="17373"/>
            </a:xfrm>
            <a:custGeom>
              <a:avLst/>
              <a:pathLst>
                <a:path w="15672" h="17373">
                  <a:moveTo>
                    <a:pt x="12866" y="4619"/>
                  </a:moveTo>
                  <a:lnTo>
                    <a:pt x="15672" y="11531"/>
                  </a:lnTo>
                  <a:lnTo>
                    <a:pt x="14897" y="15027"/>
                  </a:lnTo>
                  <a:lnTo>
                    <a:pt x="12773" y="17373"/>
                  </a:ln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h1146"/>
            <p:cNvSpPr/>
            <p:nvPr/>
          </p:nvSpPr>
          <p:spPr>
            <a:xfrm>
              <a:off x="1662445" y="2672998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h1147"/>
            <p:cNvSpPr/>
            <p:nvPr/>
          </p:nvSpPr>
          <p:spPr>
            <a:xfrm>
              <a:off x="1789210" y="2769762"/>
              <a:ext cx="62779" cy="38663"/>
            </a:xfrm>
            <a:custGeom>
              <a:avLst/>
              <a:pathLst>
                <a:path w="62779" h="38663">
                  <a:moveTo>
                    <a:pt x="58238" y="1281"/>
                  </a:moveTo>
                  <a:lnTo>
                    <a:pt x="62779" y="6184"/>
                  </a:lnTo>
                  <a:lnTo>
                    <a:pt x="61999" y="11227"/>
                  </a:lnTo>
                  <a:lnTo>
                    <a:pt x="53445" y="8145"/>
                  </a:lnTo>
                  <a:lnTo>
                    <a:pt x="49838" y="8344"/>
                  </a:lnTo>
                  <a:lnTo>
                    <a:pt x="48720" y="9264"/>
                  </a:lnTo>
                  <a:lnTo>
                    <a:pt x="42843" y="14122"/>
                  </a:lnTo>
                  <a:lnTo>
                    <a:pt x="40958" y="16504"/>
                  </a:lnTo>
                  <a:lnTo>
                    <a:pt x="38809" y="22116"/>
                  </a:lnTo>
                  <a:lnTo>
                    <a:pt x="39111" y="24174"/>
                  </a:lnTo>
                  <a:lnTo>
                    <a:pt x="40074" y="24622"/>
                  </a:lnTo>
                  <a:lnTo>
                    <a:pt x="38765" y="27545"/>
                  </a:lnTo>
                  <a:lnTo>
                    <a:pt x="35688" y="26892"/>
                  </a:lnTo>
                  <a:lnTo>
                    <a:pt x="32073" y="29656"/>
                  </a:lnTo>
                  <a:lnTo>
                    <a:pt x="29815" y="34804"/>
                  </a:lnTo>
                  <a:lnTo>
                    <a:pt x="28805" y="36282"/>
                  </a:lnTo>
                  <a:lnTo>
                    <a:pt x="26785" y="37478"/>
                  </a:lnTo>
                  <a:lnTo>
                    <a:pt x="26467" y="38663"/>
                  </a:lnTo>
                  <a:lnTo>
                    <a:pt x="25782" y="38438"/>
                  </a:lnTo>
                  <a:lnTo>
                    <a:pt x="22762" y="31440"/>
                  </a:lnTo>
                  <a:lnTo>
                    <a:pt x="19246" y="28056"/>
                  </a:lnTo>
                  <a:lnTo>
                    <a:pt x="17457" y="27720"/>
                  </a:lnTo>
                  <a:lnTo>
                    <a:pt x="14461" y="30205"/>
                  </a:lnTo>
                  <a:lnTo>
                    <a:pt x="12022" y="30794"/>
                  </a:lnTo>
                  <a:lnTo>
                    <a:pt x="0" y="26261"/>
                  </a:lnTo>
                  <a:lnTo>
                    <a:pt x="11732" y="11410"/>
                  </a:lnTo>
                  <a:lnTo>
                    <a:pt x="13633" y="7686"/>
                  </a:lnTo>
                  <a:lnTo>
                    <a:pt x="18908" y="4180"/>
                  </a:lnTo>
                  <a:lnTo>
                    <a:pt x="22540" y="7918"/>
                  </a:lnTo>
                  <a:lnTo>
                    <a:pt x="17457" y="13873"/>
                  </a:lnTo>
                  <a:lnTo>
                    <a:pt x="19205" y="16870"/>
                  </a:lnTo>
                  <a:lnTo>
                    <a:pt x="23993" y="14809"/>
                  </a:lnTo>
                  <a:lnTo>
                    <a:pt x="26483" y="11517"/>
                  </a:lnTo>
                  <a:lnTo>
                    <a:pt x="30009" y="10838"/>
                  </a:lnTo>
                  <a:lnTo>
                    <a:pt x="34039" y="5328"/>
                  </a:lnTo>
                  <a:lnTo>
                    <a:pt x="50757" y="3705"/>
                  </a:lnTo>
                  <a:lnTo>
                    <a:pt x="54522" y="1242"/>
                  </a:lnTo>
                  <a:lnTo>
                    <a:pt x="5499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h1148"/>
            <p:cNvSpPr/>
            <p:nvPr/>
          </p:nvSpPr>
          <p:spPr>
            <a:xfrm>
              <a:off x="1877947" y="2749894"/>
              <a:ext cx="36383" cy="30037"/>
            </a:xfrm>
            <a:custGeom>
              <a:avLst/>
              <a:pathLst>
                <a:path w="36383" h="30037">
                  <a:moveTo>
                    <a:pt x="27056" y="2705"/>
                  </a:moveTo>
                  <a:lnTo>
                    <a:pt x="23451" y="5858"/>
                  </a:lnTo>
                  <a:lnTo>
                    <a:pt x="29333" y="8610"/>
                  </a:lnTo>
                  <a:lnTo>
                    <a:pt x="32395" y="14516"/>
                  </a:lnTo>
                  <a:lnTo>
                    <a:pt x="33929" y="14826"/>
                  </a:lnTo>
                  <a:lnTo>
                    <a:pt x="36383" y="19447"/>
                  </a:lnTo>
                  <a:lnTo>
                    <a:pt x="35979" y="20201"/>
                  </a:lnTo>
                  <a:lnTo>
                    <a:pt x="31905" y="20734"/>
                  </a:lnTo>
                  <a:lnTo>
                    <a:pt x="30794" y="23140"/>
                  </a:lnTo>
                  <a:lnTo>
                    <a:pt x="30145" y="22143"/>
                  </a:lnTo>
                  <a:lnTo>
                    <a:pt x="27820" y="22124"/>
                  </a:lnTo>
                  <a:lnTo>
                    <a:pt x="20967" y="27335"/>
                  </a:lnTo>
                  <a:lnTo>
                    <a:pt x="16706" y="25178"/>
                  </a:lnTo>
                  <a:lnTo>
                    <a:pt x="11262" y="30037"/>
                  </a:lnTo>
                  <a:lnTo>
                    <a:pt x="10278" y="28833"/>
                  </a:lnTo>
                  <a:lnTo>
                    <a:pt x="5332" y="26952"/>
                  </a:lnTo>
                  <a:lnTo>
                    <a:pt x="191" y="22811"/>
                  </a:lnTo>
                  <a:lnTo>
                    <a:pt x="679" y="20337"/>
                  </a:lnTo>
                  <a:lnTo>
                    <a:pt x="0" y="19345"/>
                  </a:lnTo>
                  <a:lnTo>
                    <a:pt x="1244" y="18796"/>
                  </a:lnTo>
                  <a:lnTo>
                    <a:pt x="4165" y="13899"/>
                  </a:lnTo>
                  <a:lnTo>
                    <a:pt x="7791" y="10605"/>
                  </a:lnTo>
                  <a:lnTo>
                    <a:pt x="9290" y="7655"/>
                  </a:lnTo>
                  <a:lnTo>
                    <a:pt x="12505" y="4987"/>
                  </a:lnTo>
                  <a:lnTo>
                    <a:pt x="12898" y="4003"/>
                  </a:lnTo>
                  <a:lnTo>
                    <a:pt x="11145" y="96"/>
                  </a:lnTo>
                  <a:lnTo>
                    <a:pt x="16060" y="9622"/>
                  </a:lnTo>
                  <a:lnTo>
                    <a:pt x="16902" y="7658"/>
                  </a:lnTo>
                  <a:lnTo>
                    <a:pt x="16588" y="4528"/>
                  </a:lnTo>
                  <a:lnTo>
                    <a:pt x="22318" y="1995"/>
                  </a:lnTo>
                  <a:lnTo>
                    <a:pt x="2188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h1149"/>
            <p:cNvSpPr/>
            <p:nvPr/>
          </p:nvSpPr>
          <p:spPr>
            <a:xfrm>
              <a:off x="2427872" y="2304033"/>
              <a:ext cx="13840" cy="11511"/>
            </a:xfrm>
            <a:custGeom>
              <a:avLst/>
              <a:pathLst>
                <a:path w="13840" h="11511">
                  <a:moveTo>
                    <a:pt x="1102" y="0"/>
                  </a:moveTo>
                  <a:lnTo>
                    <a:pt x="13671" y="265"/>
                  </a:lnTo>
                  <a:lnTo>
                    <a:pt x="13840" y="10502"/>
                  </a:lnTo>
                  <a:lnTo>
                    <a:pt x="11748" y="11511"/>
                  </a:lnTo>
                  <a:lnTo>
                    <a:pt x="269" y="11390"/>
                  </a:lnTo>
                  <a:lnTo>
                    <a:pt x="0" y="822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h1150"/>
            <p:cNvSpPr/>
            <p:nvPr/>
          </p:nvSpPr>
          <p:spPr>
            <a:xfrm>
              <a:off x="2320046" y="2207973"/>
              <a:ext cx="53261" cy="39768"/>
            </a:xfrm>
            <a:custGeom>
              <a:avLst/>
              <a:pathLst>
                <a:path w="53261" h="39768">
                  <a:moveTo>
                    <a:pt x="30964" y="3424"/>
                  </a:moveTo>
                  <a:lnTo>
                    <a:pt x="32500" y="3983"/>
                  </a:lnTo>
                  <a:lnTo>
                    <a:pt x="33765" y="6875"/>
                  </a:lnTo>
                  <a:lnTo>
                    <a:pt x="32909" y="13390"/>
                  </a:lnTo>
                  <a:lnTo>
                    <a:pt x="41655" y="18860"/>
                  </a:lnTo>
                  <a:lnTo>
                    <a:pt x="48877" y="27144"/>
                  </a:lnTo>
                  <a:lnTo>
                    <a:pt x="51143" y="31557"/>
                  </a:lnTo>
                  <a:lnTo>
                    <a:pt x="52030" y="35924"/>
                  </a:lnTo>
                  <a:lnTo>
                    <a:pt x="53261" y="37792"/>
                  </a:lnTo>
                  <a:lnTo>
                    <a:pt x="47091" y="39768"/>
                  </a:lnTo>
                  <a:lnTo>
                    <a:pt x="37241" y="34848"/>
                  </a:lnTo>
                  <a:lnTo>
                    <a:pt x="33073" y="37274"/>
                  </a:lnTo>
                  <a:lnTo>
                    <a:pt x="31108" y="37401"/>
                  </a:lnTo>
                  <a:lnTo>
                    <a:pt x="27488" y="35481"/>
                  </a:lnTo>
                  <a:lnTo>
                    <a:pt x="21659" y="34108"/>
                  </a:lnTo>
                  <a:lnTo>
                    <a:pt x="15818" y="33293"/>
                  </a:lnTo>
                  <a:lnTo>
                    <a:pt x="16371" y="30464"/>
                  </a:lnTo>
                  <a:lnTo>
                    <a:pt x="12084" y="29180"/>
                  </a:lnTo>
                  <a:lnTo>
                    <a:pt x="13210" y="28246"/>
                  </a:lnTo>
                  <a:lnTo>
                    <a:pt x="14156" y="27462"/>
                  </a:lnTo>
                  <a:lnTo>
                    <a:pt x="21725" y="28048"/>
                  </a:lnTo>
                  <a:lnTo>
                    <a:pt x="20760" y="25981"/>
                  </a:lnTo>
                  <a:lnTo>
                    <a:pt x="12802" y="23734"/>
                  </a:lnTo>
                  <a:lnTo>
                    <a:pt x="10519" y="21388"/>
                  </a:lnTo>
                  <a:lnTo>
                    <a:pt x="4331" y="21946"/>
                  </a:lnTo>
                  <a:lnTo>
                    <a:pt x="1095" y="17695"/>
                  </a:lnTo>
                  <a:lnTo>
                    <a:pt x="0" y="14037"/>
                  </a:lnTo>
                  <a:lnTo>
                    <a:pt x="693" y="14854"/>
                  </a:lnTo>
                  <a:lnTo>
                    <a:pt x="3220" y="13420"/>
                  </a:lnTo>
                  <a:lnTo>
                    <a:pt x="6471" y="10608"/>
                  </a:lnTo>
                  <a:lnTo>
                    <a:pt x="9041" y="6902"/>
                  </a:lnTo>
                  <a:lnTo>
                    <a:pt x="13630" y="4405"/>
                  </a:lnTo>
                  <a:lnTo>
                    <a:pt x="17638" y="5857"/>
                  </a:lnTo>
                  <a:lnTo>
                    <a:pt x="19354" y="4784"/>
                  </a:lnTo>
                  <a:lnTo>
                    <a:pt x="235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h1151"/>
            <p:cNvSpPr/>
            <p:nvPr/>
          </p:nvSpPr>
          <p:spPr>
            <a:xfrm>
              <a:off x="2357714" y="2069233"/>
              <a:ext cx="48289" cy="79823"/>
            </a:xfrm>
            <a:custGeom>
              <a:avLst/>
              <a:pathLst>
                <a:path w="48289" h="79823">
                  <a:moveTo>
                    <a:pt x="11950" y="499"/>
                  </a:moveTo>
                  <a:lnTo>
                    <a:pt x="12521" y="1697"/>
                  </a:lnTo>
                  <a:lnTo>
                    <a:pt x="12162" y="3621"/>
                  </a:lnTo>
                  <a:lnTo>
                    <a:pt x="20804" y="4742"/>
                  </a:lnTo>
                  <a:lnTo>
                    <a:pt x="24377" y="12007"/>
                  </a:lnTo>
                  <a:lnTo>
                    <a:pt x="23178" y="13596"/>
                  </a:lnTo>
                  <a:lnTo>
                    <a:pt x="29693" y="13295"/>
                  </a:lnTo>
                  <a:lnTo>
                    <a:pt x="33558" y="25392"/>
                  </a:lnTo>
                  <a:lnTo>
                    <a:pt x="35319" y="28180"/>
                  </a:lnTo>
                  <a:lnTo>
                    <a:pt x="28528" y="32786"/>
                  </a:lnTo>
                  <a:lnTo>
                    <a:pt x="35421" y="38360"/>
                  </a:lnTo>
                  <a:lnTo>
                    <a:pt x="37897" y="43791"/>
                  </a:lnTo>
                  <a:lnTo>
                    <a:pt x="37418" y="47235"/>
                  </a:lnTo>
                  <a:lnTo>
                    <a:pt x="35639" y="50484"/>
                  </a:lnTo>
                  <a:lnTo>
                    <a:pt x="35740" y="51847"/>
                  </a:lnTo>
                  <a:lnTo>
                    <a:pt x="41748" y="55108"/>
                  </a:lnTo>
                  <a:lnTo>
                    <a:pt x="40921" y="58525"/>
                  </a:lnTo>
                  <a:lnTo>
                    <a:pt x="42586" y="61329"/>
                  </a:lnTo>
                  <a:lnTo>
                    <a:pt x="47467" y="62116"/>
                  </a:lnTo>
                  <a:lnTo>
                    <a:pt x="48289" y="66083"/>
                  </a:lnTo>
                  <a:lnTo>
                    <a:pt x="47874" y="69079"/>
                  </a:lnTo>
                  <a:lnTo>
                    <a:pt x="44800" y="79823"/>
                  </a:lnTo>
                  <a:lnTo>
                    <a:pt x="37572" y="78323"/>
                  </a:lnTo>
                  <a:lnTo>
                    <a:pt x="33752" y="72500"/>
                  </a:lnTo>
                  <a:lnTo>
                    <a:pt x="31361" y="71170"/>
                  </a:lnTo>
                  <a:lnTo>
                    <a:pt x="19753" y="69551"/>
                  </a:lnTo>
                  <a:lnTo>
                    <a:pt x="16915" y="60508"/>
                  </a:lnTo>
                  <a:lnTo>
                    <a:pt x="13648" y="54220"/>
                  </a:lnTo>
                  <a:lnTo>
                    <a:pt x="15600" y="51210"/>
                  </a:lnTo>
                  <a:lnTo>
                    <a:pt x="15674" y="49650"/>
                  </a:lnTo>
                  <a:lnTo>
                    <a:pt x="15102" y="48956"/>
                  </a:lnTo>
                  <a:lnTo>
                    <a:pt x="12852" y="48673"/>
                  </a:lnTo>
                  <a:lnTo>
                    <a:pt x="9546" y="36789"/>
                  </a:lnTo>
                  <a:lnTo>
                    <a:pt x="8262" y="34543"/>
                  </a:lnTo>
                  <a:lnTo>
                    <a:pt x="4432" y="31385"/>
                  </a:lnTo>
                  <a:lnTo>
                    <a:pt x="5132" y="29667"/>
                  </a:lnTo>
                  <a:lnTo>
                    <a:pt x="4011" y="26147"/>
                  </a:lnTo>
                  <a:lnTo>
                    <a:pt x="2420" y="26236"/>
                  </a:lnTo>
                  <a:lnTo>
                    <a:pt x="0" y="14948"/>
                  </a:lnTo>
                  <a:lnTo>
                    <a:pt x="6495" y="14676"/>
                  </a:lnTo>
                  <a:lnTo>
                    <a:pt x="6518" y="12410"/>
                  </a:lnTo>
                  <a:lnTo>
                    <a:pt x="4077" y="7134"/>
                  </a:lnTo>
                  <a:lnTo>
                    <a:pt x="6918" y="7879"/>
                  </a:lnTo>
                  <a:lnTo>
                    <a:pt x="984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h1152"/>
            <p:cNvSpPr/>
            <p:nvPr/>
          </p:nvSpPr>
          <p:spPr>
            <a:xfrm>
              <a:off x="2422189" y="2185363"/>
              <a:ext cx="40781" cy="65595"/>
            </a:xfrm>
            <a:custGeom>
              <a:avLst/>
              <a:pathLst>
                <a:path w="40781" h="65595">
                  <a:moveTo>
                    <a:pt x="12466" y="3512"/>
                  </a:moveTo>
                  <a:lnTo>
                    <a:pt x="16294" y="7788"/>
                  </a:lnTo>
                  <a:lnTo>
                    <a:pt x="25769" y="3122"/>
                  </a:lnTo>
                  <a:lnTo>
                    <a:pt x="25770" y="8564"/>
                  </a:lnTo>
                  <a:lnTo>
                    <a:pt x="24266" y="9386"/>
                  </a:lnTo>
                  <a:lnTo>
                    <a:pt x="23562" y="11544"/>
                  </a:lnTo>
                  <a:lnTo>
                    <a:pt x="29710" y="9564"/>
                  </a:lnTo>
                  <a:lnTo>
                    <a:pt x="31370" y="13188"/>
                  </a:lnTo>
                  <a:lnTo>
                    <a:pt x="34523" y="10440"/>
                  </a:lnTo>
                  <a:lnTo>
                    <a:pt x="40781" y="18334"/>
                  </a:lnTo>
                  <a:lnTo>
                    <a:pt x="40719" y="19512"/>
                  </a:lnTo>
                  <a:lnTo>
                    <a:pt x="36563" y="21808"/>
                  </a:lnTo>
                  <a:lnTo>
                    <a:pt x="39051" y="25122"/>
                  </a:lnTo>
                  <a:lnTo>
                    <a:pt x="34557" y="28365"/>
                  </a:lnTo>
                  <a:lnTo>
                    <a:pt x="39795" y="36007"/>
                  </a:lnTo>
                  <a:lnTo>
                    <a:pt x="38007" y="46353"/>
                  </a:lnTo>
                  <a:lnTo>
                    <a:pt x="38657" y="47108"/>
                  </a:lnTo>
                  <a:lnTo>
                    <a:pt x="38999" y="53446"/>
                  </a:lnTo>
                  <a:lnTo>
                    <a:pt x="37307" y="53275"/>
                  </a:lnTo>
                  <a:lnTo>
                    <a:pt x="29284" y="56351"/>
                  </a:lnTo>
                  <a:lnTo>
                    <a:pt x="23078" y="51832"/>
                  </a:lnTo>
                  <a:lnTo>
                    <a:pt x="20528" y="50995"/>
                  </a:lnTo>
                  <a:lnTo>
                    <a:pt x="16519" y="51351"/>
                  </a:lnTo>
                  <a:lnTo>
                    <a:pt x="16827" y="54492"/>
                  </a:lnTo>
                  <a:lnTo>
                    <a:pt x="15724" y="56582"/>
                  </a:lnTo>
                  <a:lnTo>
                    <a:pt x="14899" y="56457"/>
                  </a:lnTo>
                  <a:lnTo>
                    <a:pt x="14655" y="53864"/>
                  </a:lnTo>
                  <a:lnTo>
                    <a:pt x="12347" y="54104"/>
                  </a:lnTo>
                  <a:lnTo>
                    <a:pt x="13232" y="63472"/>
                  </a:lnTo>
                  <a:lnTo>
                    <a:pt x="11509" y="63660"/>
                  </a:lnTo>
                  <a:lnTo>
                    <a:pt x="11180" y="60188"/>
                  </a:lnTo>
                  <a:lnTo>
                    <a:pt x="9023" y="60310"/>
                  </a:lnTo>
                  <a:lnTo>
                    <a:pt x="9531" y="65595"/>
                  </a:lnTo>
                  <a:lnTo>
                    <a:pt x="108" y="59668"/>
                  </a:lnTo>
                  <a:lnTo>
                    <a:pt x="1740" y="59327"/>
                  </a:lnTo>
                  <a:lnTo>
                    <a:pt x="4773" y="54415"/>
                  </a:lnTo>
                  <a:lnTo>
                    <a:pt x="9486" y="51938"/>
                  </a:lnTo>
                  <a:lnTo>
                    <a:pt x="10640" y="49578"/>
                  </a:lnTo>
                  <a:lnTo>
                    <a:pt x="7917" y="45931"/>
                  </a:lnTo>
                  <a:lnTo>
                    <a:pt x="5316" y="45265"/>
                  </a:lnTo>
                  <a:lnTo>
                    <a:pt x="4598" y="36982"/>
                  </a:lnTo>
                  <a:lnTo>
                    <a:pt x="1663" y="31513"/>
                  </a:lnTo>
                  <a:lnTo>
                    <a:pt x="0" y="30939"/>
                  </a:lnTo>
                  <a:lnTo>
                    <a:pt x="1623" y="28084"/>
                  </a:lnTo>
                  <a:lnTo>
                    <a:pt x="2471" y="23244"/>
                  </a:lnTo>
                  <a:lnTo>
                    <a:pt x="6848" y="24356"/>
                  </a:lnTo>
                  <a:lnTo>
                    <a:pt x="12727" y="17697"/>
                  </a:lnTo>
                  <a:lnTo>
                    <a:pt x="10367" y="15788"/>
                  </a:lnTo>
                  <a:lnTo>
                    <a:pt x="11272" y="11154"/>
                  </a:lnTo>
                  <a:lnTo>
                    <a:pt x="7561" y="5049"/>
                  </a:lnTo>
                  <a:lnTo>
                    <a:pt x="7669" y="3255"/>
                  </a:lnTo>
                  <a:lnTo>
                    <a:pt x="1073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h1153"/>
            <p:cNvSpPr/>
            <p:nvPr/>
          </p:nvSpPr>
          <p:spPr>
            <a:xfrm>
              <a:off x="2441828" y="2137254"/>
              <a:ext cx="27550" cy="28047"/>
            </a:xfrm>
            <a:custGeom>
              <a:avLst/>
              <a:pathLst>
                <a:path w="27550" h="28047">
                  <a:moveTo>
                    <a:pt x="27301" y="2666"/>
                  </a:moveTo>
                  <a:lnTo>
                    <a:pt x="27550" y="9037"/>
                  </a:lnTo>
                  <a:lnTo>
                    <a:pt x="20407" y="22673"/>
                  </a:lnTo>
                  <a:lnTo>
                    <a:pt x="22755" y="28047"/>
                  </a:lnTo>
                  <a:lnTo>
                    <a:pt x="21074" y="27954"/>
                  </a:lnTo>
                  <a:lnTo>
                    <a:pt x="12481" y="27590"/>
                  </a:lnTo>
                  <a:lnTo>
                    <a:pt x="6840" y="19937"/>
                  </a:lnTo>
                  <a:lnTo>
                    <a:pt x="3884" y="17597"/>
                  </a:lnTo>
                  <a:lnTo>
                    <a:pt x="165" y="17702"/>
                  </a:lnTo>
                  <a:lnTo>
                    <a:pt x="0" y="11610"/>
                  </a:lnTo>
                  <a:lnTo>
                    <a:pt x="4750" y="11420"/>
                  </a:lnTo>
                  <a:lnTo>
                    <a:pt x="10382" y="6776"/>
                  </a:lnTo>
                  <a:lnTo>
                    <a:pt x="13553" y="7690"/>
                  </a:lnTo>
                  <a:lnTo>
                    <a:pt x="13183" y="2118"/>
                  </a:lnTo>
                  <a:lnTo>
                    <a:pt x="19118" y="1552"/>
                  </a:lnTo>
                  <a:lnTo>
                    <a:pt x="20055" y="2985"/>
                  </a:lnTo>
                  <a:lnTo>
                    <a:pt x="20705" y="2812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h1154"/>
            <p:cNvSpPr/>
            <p:nvPr/>
          </p:nvSpPr>
          <p:spPr>
            <a:xfrm>
              <a:off x="2420793" y="2236359"/>
              <a:ext cx="84426" cy="53798"/>
            </a:xfrm>
            <a:custGeom>
              <a:avLst/>
              <a:pathLst>
                <a:path w="84426" h="53798">
                  <a:moveTo>
                    <a:pt x="24474" y="836"/>
                  </a:moveTo>
                  <a:lnTo>
                    <a:pt x="30681" y="5355"/>
                  </a:lnTo>
                  <a:lnTo>
                    <a:pt x="38704" y="2280"/>
                  </a:lnTo>
                  <a:lnTo>
                    <a:pt x="40396" y="2451"/>
                  </a:lnTo>
                  <a:lnTo>
                    <a:pt x="41070" y="2559"/>
                  </a:lnTo>
                  <a:lnTo>
                    <a:pt x="44400" y="1"/>
                  </a:lnTo>
                  <a:lnTo>
                    <a:pt x="47618" y="2170"/>
                  </a:lnTo>
                  <a:lnTo>
                    <a:pt x="52803" y="11167"/>
                  </a:lnTo>
                  <a:lnTo>
                    <a:pt x="56189" y="11172"/>
                  </a:lnTo>
                  <a:lnTo>
                    <a:pt x="56315" y="9220"/>
                  </a:lnTo>
                  <a:lnTo>
                    <a:pt x="58399" y="8334"/>
                  </a:lnTo>
                  <a:lnTo>
                    <a:pt x="62263" y="10936"/>
                  </a:lnTo>
                  <a:lnTo>
                    <a:pt x="61418" y="11690"/>
                  </a:lnTo>
                  <a:lnTo>
                    <a:pt x="62276" y="13828"/>
                  </a:lnTo>
                  <a:lnTo>
                    <a:pt x="65833" y="14062"/>
                  </a:lnTo>
                  <a:lnTo>
                    <a:pt x="68397" y="13104"/>
                  </a:lnTo>
                  <a:lnTo>
                    <a:pt x="74343" y="19470"/>
                  </a:lnTo>
                  <a:lnTo>
                    <a:pt x="76603" y="18507"/>
                  </a:lnTo>
                  <a:lnTo>
                    <a:pt x="77753" y="19969"/>
                  </a:lnTo>
                  <a:lnTo>
                    <a:pt x="80581" y="27473"/>
                  </a:lnTo>
                  <a:lnTo>
                    <a:pt x="82871" y="26670"/>
                  </a:lnTo>
                  <a:lnTo>
                    <a:pt x="83707" y="29877"/>
                  </a:lnTo>
                  <a:lnTo>
                    <a:pt x="84426" y="32785"/>
                  </a:lnTo>
                  <a:lnTo>
                    <a:pt x="78997" y="32975"/>
                  </a:lnTo>
                  <a:lnTo>
                    <a:pt x="81355" y="35240"/>
                  </a:lnTo>
                  <a:lnTo>
                    <a:pt x="79432" y="37868"/>
                  </a:lnTo>
                  <a:lnTo>
                    <a:pt x="83596" y="42270"/>
                  </a:lnTo>
                  <a:lnTo>
                    <a:pt x="83182" y="44038"/>
                  </a:lnTo>
                  <a:lnTo>
                    <a:pt x="80954" y="43841"/>
                  </a:lnTo>
                  <a:lnTo>
                    <a:pt x="79953" y="44498"/>
                  </a:lnTo>
                  <a:lnTo>
                    <a:pt x="78661" y="49026"/>
                  </a:lnTo>
                  <a:lnTo>
                    <a:pt x="76655" y="50975"/>
                  </a:lnTo>
                  <a:lnTo>
                    <a:pt x="69189" y="53093"/>
                  </a:lnTo>
                  <a:lnTo>
                    <a:pt x="68422" y="53798"/>
                  </a:lnTo>
                  <a:lnTo>
                    <a:pt x="65392" y="53569"/>
                  </a:lnTo>
                  <a:lnTo>
                    <a:pt x="65894" y="49888"/>
                  </a:lnTo>
                  <a:lnTo>
                    <a:pt x="67370" y="49985"/>
                  </a:lnTo>
                  <a:lnTo>
                    <a:pt x="67791" y="47930"/>
                  </a:lnTo>
                  <a:lnTo>
                    <a:pt x="53271" y="46259"/>
                  </a:lnTo>
                  <a:lnTo>
                    <a:pt x="53421" y="41730"/>
                  </a:lnTo>
                  <a:lnTo>
                    <a:pt x="47603" y="40955"/>
                  </a:lnTo>
                  <a:lnTo>
                    <a:pt x="47212" y="43523"/>
                  </a:lnTo>
                  <a:lnTo>
                    <a:pt x="45603" y="45043"/>
                  </a:lnTo>
                  <a:lnTo>
                    <a:pt x="44231" y="44914"/>
                  </a:lnTo>
                  <a:lnTo>
                    <a:pt x="44512" y="43237"/>
                  </a:lnTo>
                  <a:lnTo>
                    <a:pt x="42686" y="43202"/>
                  </a:lnTo>
                  <a:lnTo>
                    <a:pt x="42207" y="46360"/>
                  </a:lnTo>
                  <a:lnTo>
                    <a:pt x="42058" y="47986"/>
                  </a:lnTo>
                  <a:lnTo>
                    <a:pt x="38175" y="47393"/>
                  </a:lnTo>
                  <a:lnTo>
                    <a:pt x="38812" y="42351"/>
                  </a:lnTo>
                  <a:lnTo>
                    <a:pt x="35297" y="40351"/>
                  </a:lnTo>
                  <a:lnTo>
                    <a:pt x="30653" y="45003"/>
                  </a:lnTo>
                  <a:lnTo>
                    <a:pt x="23996" y="48670"/>
                  </a:lnTo>
                  <a:lnTo>
                    <a:pt x="18111" y="44351"/>
                  </a:lnTo>
                  <a:lnTo>
                    <a:pt x="7838" y="33798"/>
                  </a:lnTo>
                  <a:lnTo>
                    <a:pt x="5671" y="28575"/>
                  </a:lnTo>
                  <a:lnTo>
                    <a:pt x="3943" y="26445"/>
                  </a:lnTo>
                  <a:lnTo>
                    <a:pt x="2289" y="28104"/>
                  </a:lnTo>
                  <a:lnTo>
                    <a:pt x="712" y="26132"/>
                  </a:lnTo>
                  <a:lnTo>
                    <a:pt x="1964" y="19244"/>
                  </a:lnTo>
                  <a:lnTo>
                    <a:pt x="0" y="16016"/>
                  </a:lnTo>
                  <a:lnTo>
                    <a:pt x="843" y="14674"/>
                  </a:lnTo>
                  <a:lnTo>
                    <a:pt x="690" y="10184"/>
                  </a:lnTo>
                  <a:lnTo>
                    <a:pt x="1505" y="8672"/>
                  </a:lnTo>
                  <a:lnTo>
                    <a:pt x="10928" y="14599"/>
                  </a:lnTo>
                  <a:lnTo>
                    <a:pt x="10420" y="9314"/>
                  </a:lnTo>
                  <a:lnTo>
                    <a:pt x="12577" y="9192"/>
                  </a:lnTo>
                  <a:lnTo>
                    <a:pt x="12906" y="12664"/>
                  </a:lnTo>
                  <a:lnTo>
                    <a:pt x="14629" y="12476"/>
                  </a:lnTo>
                  <a:lnTo>
                    <a:pt x="13743" y="3108"/>
                  </a:lnTo>
                  <a:lnTo>
                    <a:pt x="16052" y="2868"/>
                  </a:lnTo>
                  <a:lnTo>
                    <a:pt x="16296" y="5461"/>
                  </a:lnTo>
                  <a:lnTo>
                    <a:pt x="17121" y="5586"/>
                  </a:lnTo>
                  <a:lnTo>
                    <a:pt x="18223" y="3496"/>
                  </a:lnTo>
                  <a:lnTo>
                    <a:pt x="17915" y="355"/>
                  </a:lnTo>
                  <a:lnTo>
                    <a:pt x="2192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h1155"/>
            <p:cNvSpPr/>
            <p:nvPr/>
          </p:nvSpPr>
          <p:spPr>
            <a:xfrm>
              <a:off x="2339988" y="2164651"/>
              <a:ext cx="18819" cy="25883"/>
            </a:xfrm>
            <a:custGeom>
              <a:avLst/>
              <a:pathLst>
                <a:path w="18819" h="25883">
                  <a:moveTo>
                    <a:pt x="2377" y="0"/>
                  </a:moveTo>
                  <a:lnTo>
                    <a:pt x="11581" y="5707"/>
                  </a:lnTo>
                  <a:lnTo>
                    <a:pt x="17195" y="10992"/>
                  </a:lnTo>
                  <a:lnTo>
                    <a:pt x="18819" y="14930"/>
                  </a:lnTo>
                  <a:lnTo>
                    <a:pt x="18432" y="15529"/>
                  </a:lnTo>
                  <a:lnTo>
                    <a:pt x="18250" y="15516"/>
                  </a:lnTo>
                  <a:lnTo>
                    <a:pt x="15170" y="14732"/>
                  </a:lnTo>
                  <a:lnTo>
                    <a:pt x="10639" y="22059"/>
                  </a:lnTo>
                  <a:lnTo>
                    <a:pt x="12097" y="23843"/>
                  </a:lnTo>
                  <a:lnTo>
                    <a:pt x="12308" y="25883"/>
                  </a:lnTo>
                  <a:lnTo>
                    <a:pt x="7905" y="25625"/>
                  </a:lnTo>
                  <a:lnTo>
                    <a:pt x="4739" y="25117"/>
                  </a:lnTo>
                  <a:lnTo>
                    <a:pt x="4112" y="19314"/>
                  </a:lnTo>
                  <a:lnTo>
                    <a:pt x="6027" y="13924"/>
                  </a:lnTo>
                  <a:lnTo>
                    <a:pt x="8846" y="9666"/>
                  </a:lnTo>
                  <a:lnTo>
                    <a:pt x="3764" y="5384"/>
                  </a:lnTo>
                  <a:lnTo>
                    <a:pt x="139" y="1711"/>
                  </a:lnTo>
                  <a:lnTo>
                    <a:pt x="0" y="7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h1156"/>
            <p:cNvSpPr/>
            <p:nvPr/>
          </p:nvSpPr>
          <p:spPr>
            <a:xfrm>
              <a:off x="2341705" y="2234883"/>
              <a:ext cx="53315" cy="35261"/>
            </a:xfrm>
            <a:custGeom>
              <a:avLst/>
              <a:pathLst>
                <a:path w="53315" h="35261">
                  <a:moveTo>
                    <a:pt x="39168" y="384"/>
                  </a:moveTo>
                  <a:lnTo>
                    <a:pt x="43133" y="5889"/>
                  </a:lnTo>
                  <a:lnTo>
                    <a:pt x="46802" y="1916"/>
                  </a:lnTo>
                  <a:lnTo>
                    <a:pt x="49804" y="5755"/>
                  </a:lnTo>
                  <a:lnTo>
                    <a:pt x="53315" y="8403"/>
                  </a:lnTo>
                  <a:lnTo>
                    <a:pt x="51254" y="12094"/>
                  </a:lnTo>
                  <a:lnTo>
                    <a:pt x="51214" y="18720"/>
                  </a:lnTo>
                  <a:lnTo>
                    <a:pt x="49296" y="21772"/>
                  </a:lnTo>
                  <a:lnTo>
                    <a:pt x="42487" y="26140"/>
                  </a:lnTo>
                  <a:lnTo>
                    <a:pt x="48442" y="32442"/>
                  </a:lnTo>
                  <a:lnTo>
                    <a:pt x="48270" y="33414"/>
                  </a:lnTo>
                  <a:lnTo>
                    <a:pt x="43295" y="30929"/>
                  </a:lnTo>
                  <a:lnTo>
                    <a:pt x="39222" y="35261"/>
                  </a:lnTo>
                  <a:lnTo>
                    <a:pt x="34927" y="29877"/>
                  </a:lnTo>
                  <a:lnTo>
                    <a:pt x="31288" y="29896"/>
                  </a:lnTo>
                  <a:lnTo>
                    <a:pt x="30114" y="25486"/>
                  </a:lnTo>
                  <a:lnTo>
                    <a:pt x="22584" y="21641"/>
                  </a:lnTo>
                  <a:lnTo>
                    <a:pt x="15284" y="23143"/>
                  </a:lnTo>
                  <a:lnTo>
                    <a:pt x="6724" y="22079"/>
                  </a:lnTo>
                  <a:lnTo>
                    <a:pt x="8631" y="13412"/>
                  </a:lnTo>
                  <a:lnTo>
                    <a:pt x="4212" y="11087"/>
                  </a:lnTo>
                  <a:lnTo>
                    <a:pt x="919" y="10655"/>
                  </a:lnTo>
                  <a:lnTo>
                    <a:pt x="0" y="7197"/>
                  </a:lnTo>
                  <a:lnTo>
                    <a:pt x="5828" y="8570"/>
                  </a:lnTo>
                  <a:lnTo>
                    <a:pt x="9449" y="10491"/>
                  </a:lnTo>
                  <a:lnTo>
                    <a:pt x="11414" y="10363"/>
                  </a:lnTo>
                  <a:lnTo>
                    <a:pt x="15581" y="7937"/>
                  </a:lnTo>
                  <a:lnTo>
                    <a:pt x="25431" y="12857"/>
                  </a:lnTo>
                  <a:lnTo>
                    <a:pt x="31602" y="10881"/>
                  </a:lnTo>
                  <a:lnTo>
                    <a:pt x="30371" y="9013"/>
                  </a:lnTo>
                  <a:lnTo>
                    <a:pt x="29484" y="4646"/>
                  </a:lnTo>
                  <a:lnTo>
                    <a:pt x="366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h1157"/>
            <p:cNvSpPr/>
            <p:nvPr/>
          </p:nvSpPr>
          <p:spPr>
            <a:xfrm>
              <a:off x="2379627" y="2213759"/>
              <a:ext cx="53202" cy="42066"/>
            </a:xfrm>
            <a:custGeom>
              <a:avLst/>
              <a:pathLst>
                <a:path w="53202" h="42066">
                  <a:moveTo>
                    <a:pt x="35586" y="1482"/>
                  </a:moveTo>
                  <a:lnTo>
                    <a:pt x="37294" y="4072"/>
                  </a:lnTo>
                  <a:lnTo>
                    <a:pt x="38441" y="4066"/>
                  </a:lnTo>
                  <a:lnTo>
                    <a:pt x="40742" y="2390"/>
                  </a:lnTo>
                  <a:lnTo>
                    <a:pt x="42562" y="2543"/>
                  </a:lnTo>
                  <a:lnTo>
                    <a:pt x="44225" y="3117"/>
                  </a:lnTo>
                  <a:lnTo>
                    <a:pt x="47160" y="8585"/>
                  </a:lnTo>
                  <a:lnTo>
                    <a:pt x="47879" y="16869"/>
                  </a:lnTo>
                  <a:lnTo>
                    <a:pt x="50479" y="17535"/>
                  </a:lnTo>
                  <a:lnTo>
                    <a:pt x="53202" y="21182"/>
                  </a:lnTo>
                  <a:lnTo>
                    <a:pt x="52048" y="23542"/>
                  </a:lnTo>
                  <a:lnTo>
                    <a:pt x="47335" y="26019"/>
                  </a:lnTo>
                  <a:lnTo>
                    <a:pt x="44302" y="30931"/>
                  </a:lnTo>
                  <a:lnTo>
                    <a:pt x="42671" y="31272"/>
                  </a:lnTo>
                  <a:lnTo>
                    <a:pt x="41856" y="32784"/>
                  </a:lnTo>
                  <a:lnTo>
                    <a:pt x="42009" y="37274"/>
                  </a:lnTo>
                  <a:lnTo>
                    <a:pt x="41165" y="38616"/>
                  </a:lnTo>
                  <a:lnTo>
                    <a:pt x="40412" y="40667"/>
                  </a:lnTo>
                  <a:lnTo>
                    <a:pt x="38284" y="42066"/>
                  </a:lnTo>
                  <a:lnTo>
                    <a:pt x="26846" y="32653"/>
                  </a:lnTo>
                  <a:lnTo>
                    <a:pt x="25952" y="34300"/>
                  </a:lnTo>
                  <a:lnTo>
                    <a:pt x="27322" y="37221"/>
                  </a:lnTo>
                  <a:lnTo>
                    <a:pt x="25754" y="38250"/>
                  </a:lnTo>
                  <a:lnTo>
                    <a:pt x="17796" y="41435"/>
                  </a:lnTo>
                  <a:lnTo>
                    <a:pt x="14836" y="41067"/>
                  </a:lnTo>
                  <a:lnTo>
                    <a:pt x="13292" y="39844"/>
                  </a:lnTo>
                  <a:lnTo>
                    <a:pt x="13331" y="33218"/>
                  </a:lnTo>
                  <a:lnTo>
                    <a:pt x="15393" y="29527"/>
                  </a:lnTo>
                  <a:lnTo>
                    <a:pt x="11882" y="26879"/>
                  </a:lnTo>
                  <a:lnTo>
                    <a:pt x="8880" y="23040"/>
                  </a:lnTo>
                  <a:lnTo>
                    <a:pt x="5211" y="27013"/>
                  </a:lnTo>
                  <a:lnTo>
                    <a:pt x="1246" y="21508"/>
                  </a:lnTo>
                  <a:lnTo>
                    <a:pt x="0" y="19934"/>
                  </a:lnTo>
                  <a:lnTo>
                    <a:pt x="554" y="19016"/>
                  </a:lnTo>
                  <a:lnTo>
                    <a:pt x="4807" y="19121"/>
                  </a:lnTo>
                  <a:lnTo>
                    <a:pt x="8355" y="21774"/>
                  </a:lnTo>
                  <a:lnTo>
                    <a:pt x="13913" y="21420"/>
                  </a:lnTo>
                  <a:lnTo>
                    <a:pt x="11307" y="18602"/>
                  </a:lnTo>
                  <a:lnTo>
                    <a:pt x="10949" y="19363"/>
                  </a:lnTo>
                  <a:lnTo>
                    <a:pt x="7291" y="15732"/>
                  </a:lnTo>
                  <a:lnTo>
                    <a:pt x="7947" y="13380"/>
                  </a:lnTo>
                  <a:lnTo>
                    <a:pt x="15889" y="4977"/>
                  </a:lnTo>
                  <a:lnTo>
                    <a:pt x="18123" y="5190"/>
                  </a:lnTo>
                  <a:lnTo>
                    <a:pt x="20112" y="1578"/>
                  </a:lnTo>
                  <a:lnTo>
                    <a:pt x="22182" y="1854"/>
                  </a:lnTo>
                  <a:lnTo>
                    <a:pt x="24041" y="431"/>
                  </a:lnTo>
                  <a:lnTo>
                    <a:pt x="2647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h1158"/>
            <p:cNvSpPr/>
            <p:nvPr/>
          </p:nvSpPr>
          <p:spPr>
            <a:xfrm>
              <a:off x="2307279" y="2012247"/>
              <a:ext cx="93477" cy="90684"/>
            </a:xfrm>
            <a:custGeom>
              <a:avLst/>
              <a:pathLst>
                <a:path w="93477" h="90684">
                  <a:moveTo>
                    <a:pt x="47101" y="2254"/>
                  </a:moveTo>
                  <a:lnTo>
                    <a:pt x="46096" y="6240"/>
                  </a:lnTo>
                  <a:lnTo>
                    <a:pt x="61916" y="20559"/>
                  </a:lnTo>
                  <a:lnTo>
                    <a:pt x="69452" y="20461"/>
                  </a:lnTo>
                  <a:lnTo>
                    <a:pt x="70585" y="24762"/>
                  </a:lnTo>
                  <a:lnTo>
                    <a:pt x="70658" y="30135"/>
                  </a:lnTo>
                  <a:lnTo>
                    <a:pt x="76030" y="30060"/>
                  </a:lnTo>
                  <a:lnTo>
                    <a:pt x="78267" y="34332"/>
                  </a:lnTo>
                  <a:lnTo>
                    <a:pt x="78328" y="38636"/>
                  </a:lnTo>
                  <a:lnTo>
                    <a:pt x="76157" y="38667"/>
                  </a:lnTo>
                  <a:lnTo>
                    <a:pt x="76214" y="42965"/>
                  </a:lnTo>
                  <a:lnTo>
                    <a:pt x="81524" y="44739"/>
                  </a:lnTo>
                  <a:lnTo>
                    <a:pt x="86690" y="44909"/>
                  </a:lnTo>
                  <a:lnTo>
                    <a:pt x="88816" y="44081"/>
                  </a:lnTo>
                  <a:lnTo>
                    <a:pt x="93477" y="45122"/>
                  </a:lnTo>
                  <a:lnTo>
                    <a:pt x="89201" y="47953"/>
                  </a:lnTo>
                  <a:lnTo>
                    <a:pt x="87229" y="51476"/>
                  </a:lnTo>
                  <a:lnTo>
                    <a:pt x="89076" y="56484"/>
                  </a:lnTo>
                  <a:lnTo>
                    <a:pt x="87133" y="57313"/>
                  </a:lnTo>
                  <a:lnTo>
                    <a:pt x="86866" y="61951"/>
                  </a:lnTo>
                  <a:lnTo>
                    <a:pt x="82276" y="65416"/>
                  </a:lnTo>
                  <a:lnTo>
                    <a:pt x="80548" y="64244"/>
                  </a:lnTo>
                  <a:lnTo>
                    <a:pt x="79280" y="65573"/>
                  </a:lnTo>
                  <a:lnTo>
                    <a:pt x="79047" y="67973"/>
                  </a:lnTo>
                  <a:lnTo>
                    <a:pt x="80129" y="70281"/>
                  </a:lnTo>
                  <a:lnTo>
                    <a:pt x="73614" y="70582"/>
                  </a:lnTo>
                  <a:lnTo>
                    <a:pt x="74812" y="68994"/>
                  </a:lnTo>
                  <a:lnTo>
                    <a:pt x="71239" y="61728"/>
                  </a:lnTo>
                  <a:lnTo>
                    <a:pt x="62597" y="60607"/>
                  </a:lnTo>
                  <a:lnTo>
                    <a:pt x="62956" y="58683"/>
                  </a:lnTo>
                  <a:lnTo>
                    <a:pt x="62385" y="57486"/>
                  </a:lnTo>
                  <a:lnTo>
                    <a:pt x="60279" y="56986"/>
                  </a:lnTo>
                  <a:lnTo>
                    <a:pt x="57353" y="64865"/>
                  </a:lnTo>
                  <a:lnTo>
                    <a:pt x="54512" y="64120"/>
                  </a:lnTo>
                  <a:lnTo>
                    <a:pt x="56953" y="69396"/>
                  </a:lnTo>
                  <a:lnTo>
                    <a:pt x="56930" y="71662"/>
                  </a:lnTo>
                  <a:lnTo>
                    <a:pt x="50435" y="71935"/>
                  </a:lnTo>
                  <a:lnTo>
                    <a:pt x="52855" y="83222"/>
                  </a:lnTo>
                  <a:lnTo>
                    <a:pt x="53802" y="86040"/>
                  </a:lnTo>
                  <a:lnTo>
                    <a:pt x="47947" y="85678"/>
                  </a:lnTo>
                  <a:lnTo>
                    <a:pt x="39816" y="89615"/>
                  </a:lnTo>
                  <a:lnTo>
                    <a:pt x="37634" y="90684"/>
                  </a:lnTo>
                  <a:lnTo>
                    <a:pt x="37228" y="86001"/>
                  </a:lnTo>
                  <a:lnTo>
                    <a:pt x="24658" y="81441"/>
                  </a:lnTo>
                  <a:lnTo>
                    <a:pt x="26509" y="75629"/>
                  </a:lnTo>
                  <a:lnTo>
                    <a:pt x="31624" y="70041"/>
                  </a:lnTo>
                  <a:lnTo>
                    <a:pt x="31840" y="54108"/>
                  </a:lnTo>
                  <a:lnTo>
                    <a:pt x="31137" y="50172"/>
                  </a:lnTo>
                  <a:lnTo>
                    <a:pt x="32163" y="41491"/>
                  </a:lnTo>
                  <a:lnTo>
                    <a:pt x="19359" y="38024"/>
                  </a:lnTo>
                  <a:lnTo>
                    <a:pt x="17688" y="36689"/>
                  </a:lnTo>
                  <a:lnTo>
                    <a:pt x="13530" y="35203"/>
                  </a:lnTo>
                  <a:lnTo>
                    <a:pt x="10389" y="37033"/>
                  </a:lnTo>
                  <a:lnTo>
                    <a:pt x="9376" y="41470"/>
                  </a:lnTo>
                  <a:lnTo>
                    <a:pt x="497" y="38409"/>
                  </a:lnTo>
                  <a:lnTo>
                    <a:pt x="0" y="23960"/>
                  </a:lnTo>
                  <a:lnTo>
                    <a:pt x="16482" y="7175"/>
                  </a:lnTo>
                  <a:lnTo>
                    <a:pt x="4366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h1159"/>
            <p:cNvSpPr/>
            <p:nvPr/>
          </p:nvSpPr>
          <p:spPr>
            <a:xfrm>
              <a:off x="2372660" y="2213236"/>
              <a:ext cx="27079" cy="22297"/>
            </a:xfrm>
            <a:custGeom>
              <a:avLst/>
              <a:pathLst>
                <a:path w="27079" h="22297">
                  <a:moveTo>
                    <a:pt x="26187" y="1099"/>
                  </a:moveTo>
                  <a:lnTo>
                    <a:pt x="27079" y="2101"/>
                  </a:lnTo>
                  <a:lnTo>
                    <a:pt x="25090" y="5713"/>
                  </a:lnTo>
                  <a:lnTo>
                    <a:pt x="22856" y="5500"/>
                  </a:lnTo>
                  <a:lnTo>
                    <a:pt x="14915" y="13903"/>
                  </a:lnTo>
                  <a:lnTo>
                    <a:pt x="14258" y="16256"/>
                  </a:lnTo>
                  <a:lnTo>
                    <a:pt x="17916" y="19886"/>
                  </a:lnTo>
                  <a:lnTo>
                    <a:pt x="18274" y="19125"/>
                  </a:lnTo>
                  <a:lnTo>
                    <a:pt x="20880" y="21943"/>
                  </a:lnTo>
                  <a:lnTo>
                    <a:pt x="15322" y="22297"/>
                  </a:lnTo>
                  <a:lnTo>
                    <a:pt x="11774" y="19644"/>
                  </a:lnTo>
                  <a:lnTo>
                    <a:pt x="7521" y="19539"/>
                  </a:lnTo>
                  <a:lnTo>
                    <a:pt x="6967" y="20457"/>
                  </a:lnTo>
                  <a:lnTo>
                    <a:pt x="276" y="10899"/>
                  </a:lnTo>
                  <a:lnTo>
                    <a:pt x="0" y="9303"/>
                  </a:lnTo>
                  <a:lnTo>
                    <a:pt x="3608" y="9727"/>
                  </a:lnTo>
                  <a:lnTo>
                    <a:pt x="12528" y="3347"/>
                  </a:lnTo>
                  <a:lnTo>
                    <a:pt x="13354" y="581"/>
                  </a:lnTo>
                  <a:lnTo>
                    <a:pt x="1446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h1160"/>
            <p:cNvSpPr/>
            <p:nvPr/>
          </p:nvSpPr>
          <p:spPr>
            <a:xfrm>
              <a:off x="2445373" y="2165209"/>
              <a:ext cx="31045" cy="37068"/>
            </a:xfrm>
            <a:custGeom>
              <a:avLst/>
              <a:pathLst>
                <a:path w="31045" h="37068">
                  <a:moveTo>
                    <a:pt x="19211" y="92"/>
                  </a:moveTo>
                  <a:lnTo>
                    <a:pt x="24386" y="11947"/>
                  </a:lnTo>
                  <a:lnTo>
                    <a:pt x="24772" y="21355"/>
                  </a:lnTo>
                  <a:lnTo>
                    <a:pt x="28479" y="23073"/>
                  </a:lnTo>
                  <a:lnTo>
                    <a:pt x="30251" y="22392"/>
                  </a:lnTo>
                  <a:lnTo>
                    <a:pt x="30417" y="29868"/>
                  </a:lnTo>
                  <a:lnTo>
                    <a:pt x="31045" y="30323"/>
                  </a:lnTo>
                  <a:lnTo>
                    <a:pt x="22065" y="37068"/>
                  </a:lnTo>
                  <a:lnTo>
                    <a:pt x="15869" y="29452"/>
                  </a:lnTo>
                  <a:lnTo>
                    <a:pt x="11340" y="30594"/>
                  </a:lnTo>
                  <a:lnTo>
                    <a:pt x="8186" y="33342"/>
                  </a:lnTo>
                  <a:lnTo>
                    <a:pt x="6527" y="29718"/>
                  </a:lnTo>
                  <a:lnTo>
                    <a:pt x="379" y="31698"/>
                  </a:lnTo>
                  <a:lnTo>
                    <a:pt x="1083" y="29540"/>
                  </a:lnTo>
                  <a:lnTo>
                    <a:pt x="2587" y="28718"/>
                  </a:lnTo>
                  <a:lnTo>
                    <a:pt x="2586" y="23276"/>
                  </a:lnTo>
                  <a:lnTo>
                    <a:pt x="2636" y="21947"/>
                  </a:lnTo>
                  <a:lnTo>
                    <a:pt x="4252" y="20517"/>
                  </a:lnTo>
                  <a:lnTo>
                    <a:pt x="0" y="12316"/>
                  </a:lnTo>
                  <a:lnTo>
                    <a:pt x="12651" y="12262"/>
                  </a:lnTo>
                  <a:lnTo>
                    <a:pt x="16836" y="10675"/>
                  </a:lnTo>
                  <a:lnTo>
                    <a:pt x="1752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h1161"/>
            <p:cNvSpPr/>
            <p:nvPr/>
          </p:nvSpPr>
          <p:spPr>
            <a:xfrm>
              <a:off x="2483313" y="2169595"/>
              <a:ext cx="68227" cy="53406"/>
            </a:xfrm>
            <a:custGeom>
              <a:avLst/>
              <a:pathLst>
                <a:path w="68227" h="53406">
                  <a:moveTo>
                    <a:pt x="50616" y="1085"/>
                  </a:moveTo>
                  <a:lnTo>
                    <a:pt x="66936" y="2949"/>
                  </a:lnTo>
                  <a:lnTo>
                    <a:pt x="68227" y="40054"/>
                  </a:lnTo>
                  <a:lnTo>
                    <a:pt x="56462" y="38476"/>
                  </a:lnTo>
                  <a:lnTo>
                    <a:pt x="56604" y="46352"/>
                  </a:lnTo>
                  <a:lnTo>
                    <a:pt x="52011" y="49541"/>
                  </a:lnTo>
                  <a:lnTo>
                    <a:pt x="49653" y="50263"/>
                  </a:lnTo>
                  <a:lnTo>
                    <a:pt x="47153" y="48773"/>
                  </a:lnTo>
                  <a:lnTo>
                    <a:pt x="46612" y="46579"/>
                  </a:lnTo>
                  <a:lnTo>
                    <a:pt x="42570" y="47109"/>
                  </a:lnTo>
                  <a:lnTo>
                    <a:pt x="35221" y="52366"/>
                  </a:lnTo>
                  <a:lnTo>
                    <a:pt x="30244" y="53406"/>
                  </a:lnTo>
                  <a:lnTo>
                    <a:pt x="24200" y="47545"/>
                  </a:lnTo>
                  <a:lnTo>
                    <a:pt x="21311" y="50833"/>
                  </a:lnTo>
                  <a:lnTo>
                    <a:pt x="20726" y="50783"/>
                  </a:lnTo>
                  <a:lnTo>
                    <a:pt x="15890" y="48130"/>
                  </a:lnTo>
                  <a:lnTo>
                    <a:pt x="7980" y="45958"/>
                  </a:lnTo>
                  <a:lnTo>
                    <a:pt x="6090" y="44465"/>
                  </a:lnTo>
                  <a:lnTo>
                    <a:pt x="0" y="32155"/>
                  </a:lnTo>
                  <a:lnTo>
                    <a:pt x="2935" y="30108"/>
                  </a:lnTo>
                  <a:lnTo>
                    <a:pt x="2732" y="22140"/>
                  </a:lnTo>
                  <a:lnTo>
                    <a:pt x="21991" y="25318"/>
                  </a:lnTo>
                  <a:lnTo>
                    <a:pt x="44846" y="8545"/>
                  </a:lnTo>
                  <a:lnTo>
                    <a:pt x="44617" y="1780"/>
                  </a:lnTo>
                  <a:lnTo>
                    <a:pt x="38881" y="2805"/>
                  </a:lnTo>
                  <a:lnTo>
                    <a:pt x="4125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h1162"/>
            <p:cNvSpPr/>
            <p:nvPr/>
          </p:nvSpPr>
          <p:spPr>
            <a:xfrm>
              <a:off x="2382582" y="2197177"/>
              <a:ext cx="41230" cy="20655"/>
            </a:xfrm>
            <a:custGeom>
              <a:avLst/>
              <a:pathLst>
                <a:path w="41230" h="20655">
                  <a:moveTo>
                    <a:pt x="4626" y="570"/>
                  </a:moveTo>
                  <a:lnTo>
                    <a:pt x="13909" y="3786"/>
                  </a:lnTo>
                  <a:lnTo>
                    <a:pt x="18173" y="8302"/>
                  </a:lnTo>
                  <a:lnTo>
                    <a:pt x="23207" y="9759"/>
                  </a:lnTo>
                  <a:lnTo>
                    <a:pt x="25701" y="9453"/>
                  </a:lnTo>
                  <a:lnTo>
                    <a:pt x="28674" y="10183"/>
                  </a:lnTo>
                  <a:lnTo>
                    <a:pt x="32935" y="11341"/>
                  </a:lnTo>
                  <a:lnTo>
                    <a:pt x="34562" y="11132"/>
                  </a:lnTo>
                  <a:lnTo>
                    <a:pt x="37741" y="12779"/>
                  </a:lnTo>
                  <a:lnTo>
                    <a:pt x="41230" y="16271"/>
                  </a:lnTo>
                  <a:lnTo>
                    <a:pt x="39607" y="19126"/>
                  </a:lnTo>
                  <a:lnTo>
                    <a:pt x="37787" y="18972"/>
                  </a:lnTo>
                  <a:lnTo>
                    <a:pt x="35486" y="20649"/>
                  </a:lnTo>
                  <a:lnTo>
                    <a:pt x="34339" y="20655"/>
                  </a:lnTo>
                  <a:lnTo>
                    <a:pt x="32631" y="18065"/>
                  </a:lnTo>
                  <a:lnTo>
                    <a:pt x="23522" y="16582"/>
                  </a:lnTo>
                  <a:lnTo>
                    <a:pt x="21086" y="17013"/>
                  </a:lnTo>
                  <a:lnTo>
                    <a:pt x="19228" y="18437"/>
                  </a:lnTo>
                  <a:lnTo>
                    <a:pt x="17157" y="18160"/>
                  </a:lnTo>
                  <a:lnTo>
                    <a:pt x="16266" y="17158"/>
                  </a:lnTo>
                  <a:lnTo>
                    <a:pt x="4546" y="16059"/>
                  </a:lnTo>
                  <a:lnTo>
                    <a:pt x="3458" y="14394"/>
                  </a:lnTo>
                  <a:lnTo>
                    <a:pt x="0" y="12586"/>
                  </a:lnTo>
                  <a:lnTo>
                    <a:pt x="3805" y="9144"/>
                  </a:lnTo>
                  <a:lnTo>
                    <a:pt x="5048" y="6888"/>
                  </a:lnTo>
                  <a:lnTo>
                    <a:pt x="4999" y="4276"/>
                  </a:lnTo>
                  <a:lnTo>
                    <a:pt x="1660" y="1856"/>
                  </a:lnTo>
                  <a:lnTo>
                    <a:pt x="1821" y="751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h1163"/>
            <p:cNvSpPr/>
            <p:nvPr/>
          </p:nvSpPr>
          <p:spPr>
            <a:xfrm>
              <a:off x="2418237" y="2069736"/>
              <a:ext cx="43489" cy="66302"/>
            </a:xfrm>
            <a:custGeom>
              <a:avLst/>
              <a:pathLst>
                <a:path w="43489" h="66302">
                  <a:moveTo>
                    <a:pt x="14531" y="0"/>
                  </a:moveTo>
                  <a:lnTo>
                    <a:pt x="22077" y="4384"/>
                  </a:lnTo>
                  <a:lnTo>
                    <a:pt x="23294" y="8224"/>
                  </a:lnTo>
                  <a:lnTo>
                    <a:pt x="19977" y="12932"/>
                  </a:lnTo>
                  <a:lnTo>
                    <a:pt x="19493" y="20703"/>
                  </a:lnTo>
                  <a:lnTo>
                    <a:pt x="15425" y="24504"/>
                  </a:lnTo>
                  <a:lnTo>
                    <a:pt x="14807" y="25968"/>
                  </a:lnTo>
                  <a:lnTo>
                    <a:pt x="15263" y="27456"/>
                  </a:lnTo>
                  <a:lnTo>
                    <a:pt x="28201" y="27926"/>
                  </a:lnTo>
                  <a:lnTo>
                    <a:pt x="43489" y="35759"/>
                  </a:lnTo>
                  <a:lnTo>
                    <a:pt x="43208" y="41301"/>
                  </a:lnTo>
                  <a:lnTo>
                    <a:pt x="42427" y="54088"/>
                  </a:lnTo>
                  <a:lnTo>
                    <a:pt x="41809" y="54655"/>
                  </a:lnTo>
                  <a:lnTo>
                    <a:pt x="38431" y="53782"/>
                  </a:lnTo>
                  <a:lnTo>
                    <a:pt x="36487" y="54420"/>
                  </a:lnTo>
                  <a:lnTo>
                    <a:pt x="36873" y="58895"/>
                  </a:lnTo>
                  <a:lnTo>
                    <a:pt x="35498" y="60670"/>
                  </a:lnTo>
                  <a:lnTo>
                    <a:pt x="24468" y="57889"/>
                  </a:lnTo>
                  <a:lnTo>
                    <a:pt x="20947" y="58530"/>
                  </a:lnTo>
                  <a:lnTo>
                    <a:pt x="21015" y="59795"/>
                  </a:lnTo>
                  <a:lnTo>
                    <a:pt x="16431" y="60999"/>
                  </a:lnTo>
                  <a:lnTo>
                    <a:pt x="17590" y="65440"/>
                  </a:lnTo>
                  <a:lnTo>
                    <a:pt x="14265" y="66302"/>
                  </a:lnTo>
                  <a:lnTo>
                    <a:pt x="7636" y="62924"/>
                  </a:lnTo>
                  <a:lnTo>
                    <a:pt x="7622" y="60434"/>
                  </a:lnTo>
                  <a:lnTo>
                    <a:pt x="8524" y="58128"/>
                  </a:lnTo>
                  <a:lnTo>
                    <a:pt x="8075" y="56189"/>
                  </a:lnTo>
                  <a:lnTo>
                    <a:pt x="9694" y="39491"/>
                  </a:lnTo>
                  <a:lnTo>
                    <a:pt x="12290" y="38312"/>
                  </a:lnTo>
                  <a:lnTo>
                    <a:pt x="12833" y="34956"/>
                  </a:lnTo>
                  <a:lnTo>
                    <a:pt x="11453" y="34371"/>
                  </a:lnTo>
                  <a:lnTo>
                    <a:pt x="10182" y="36126"/>
                  </a:lnTo>
                  <a:lnTo>
                    <a:pt x="7234" y="27402"/>
                  </a:lnTo>
                  <a:lnTo>
                    <a:pt x="0" y="25273"/>
                  </a:lnTo>
                  <a:lnTo>
                    <a:pt x="2381" y="18804"/>
                  </a:lnTo>
                  <a:lnTo>
                    <a:pt x="5470" y="19999"/>
                  </a:lnTo>
                  <a:lnTo>
                    <a:pt x="8259" y="14268"/>
                  </a:lnTo>
                  <a:lnTo>
                    <a:pt x="10158" y="12876"/>
                  </a:lnTo>
                  <a:lnTo>
                    <a:pt x="12375" y="9125"/>
                  </a:lnTo>
                  <a:lnTo>
                    <a:pt x="9067" y="7075"/>
                  </a:lnTo>
                  <a:lnTo>
                    <a:pt x="12720" y="64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h1164"/>
            <p:cNvSpPr/>
            <p:nvPr/>
          </p:nvSpPr>
          <p:spPr>
            <a:xfrm>
              <a:off x="2351010" y="2202190"/>
              <a:ext cx="29863" cy="37339"/>
            </a:xfrm>
            <a:custGeom>
              <a:avLst/>
              <a:pathLst>
                <a:path w="29863" h="37339">
                  <a:moveTo>
                    <a:pt x="7916" y="680"/>
                  </a:moveTo>
                  <a:lnTo>
                    <a:pt x="11244" y="4062"/>
                  </a:lnTo>
                  <a:lnTo>
                    <a:pt x="12841" y="5540"/>
                  </a:lnTo>
                  <a:lnTo>
                    <a:pt x="13425" y="8799"/>
                  </a:lnTo>
                  <a:lnTo>
                    <a:pt x="19409" y="11279"/>
                  </a:lnTo>
                  <a:lnTo>
                    <a:pt x="19495" y="13488"/>
                  </a:lnTo>
                  <a:lnTo>
                    <a:pt x="18419" y="14953"/>
                  </a:lnTo>
                  <a:lnTo>
                    <a:pt x="18335" y="20299"/>
                  </a:lnTo>
                  <a:lnTo>
                    <a:pt x="18701" y="20777"/>
                  </a:lnTo>
                  <a:lnTo>
                    <a:pt x="21650" y="20349"/>
                  </a:lnTo>
                  <a:lnTo>
                    <a:pt x="21926" y="21945"/>
                  </a:lnTo>
                  <a:lnTo>
                    <a:pt x="28617" y="31503"/>
                  </a:lnTo>
                  <a:lnTo>
                    <a:pt x="29863" y="33077"/>
                  </a:lnTo>
                  <a:lnTo>
                    <a:pt x="27304" y="32692"/>
                  </a:lnTo>
                  <a:lnTo>
                    <a:pt x="20179" y="37339"/>
                  </a:lnTo>
                  <a:lnTo>
                    <a:pt x="17913" y="32926"/>
                  </a:lnTo>
                  <a:lnTo>
                    <a:pt x="10691" y="24642"/>
                  </a:lnTo>
                  <a:lnTo>
                    <a:pt x="13979" y="17796"/>
                  </a:lnTo>
                  <a:lnTo>
                    <a:pt x="8921" y="15346"/>
                  </a:lnTo>
                  <a:lnTo>
                    <a:pt x="1536" y="9765"/>
                  </a:lnTo>
                  <a:lnTo>
                    <a:pt x="0" y="9206"/>
                  </a:lnTo>
                  <a:lnTo>
                    <a:pt x="2741" y="977"/>
                  </a:lnTo>
                  <a:lnTo>
                    <a:pt x="576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h1165"/>
            <p:cNvSpPr/>
            <p:nvPr/>
          </p:nvSpPr>
          <p:spPr>
            <a:xfrm>
              <a:off x="2362255" y="2205228"/>
              <a:ext cx="14393" cy="8241"/>
            </a:xfrm>
            <a:custGeom>
              <a:avLst/>
              <a:pathLst>
                <a:path w="14393" h="8241">
                  <a:moveTo>
                    <a:pt x="14035" y="4533"/>
                  </a:moveTo>
                  <a:lnTo>
                    <a:pt x="14393" y="6150"/>
                  </a:lnTo>
                  <a:lnTo>
                    <a:pt x="8164" y="8241"/>
                  </a:lnTo>
                  <a:lnTo>
                    <a:pt x="2181" y="5762"/>
                  </a:lnTo>
                  <a:lnTo>
                    <a:pt x="1596" y="2502"/>
                  </a:lnTo>
                  <a:lnTo>
                    <a:pt x="0" y="1025"/>
                  </a:lnTo>
                  <a:lnTo>
                    <a:pt x="750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h1166"/>
            <p:cNvSpPr/>
            <p:nvPr/>
          </p:nvSpPr>
          <p:spPr>
            <a:xfrm>
              <a:off x="2352546" y="2211956"/>
              <a:ext cx="12443" cy="14876"/>
            </a:xfrm>
            <a:custGeom>
              <a:avLst/>
              <a:pathLst>
                <a:path w="12443" h="14876">
                  <a:moveTo>
                    <a:pt x="7385" y="5580"/>
                  </a:moveTo>
                  <a:lnTo>
                    <a:pt x="12443" y="8031"/>
                  </a:lnTo>
                  <a:lnTo>
                    <a:pt x="9154" y="14876"/>
                  </a:lnTo>
                  <a:lnTo>
                    <a:pt x="409" y="9406"/>
                  </a:lnTo>
                  <a:lnTo>
                    <a:pt x="1265" y="28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h1167"/>
            <p:cNvSpPr/>
            <p:nvPr/>
          </p:nvSpPr>
          <p:spPr>
            <a:xfrm>
              <a:off x="2268113" y="2090933"/>
              <a:ext cx="81436" cy="103729"/>
            </a:xfrm>
            <a:custGeom>
              <a:avLst/>
              <a:pathLst>
                <a:path w="81436" h="103729">
                  <a:moveTo>
                    <a:pt x="54493" y="13267"/>
                  </a:moveTo>
                  <a:lnTo>
                    <a:pt x="54966" y="14858"/>
                  </a:lnTo>
                  <a:lnTo>
                    <a:pt x="56624" y="17506"/>
                  </a:lnTo>
                  <a:lnTo>
                    <a:pt x="60562" y="22922"/>
                  </a:lnTo>
                  <a:lnTo>
                    <a:pt x="62891" y="27960"/>
                  </a:lnTo>
                  <a:lnTo>
                    <a:pt x="62457" y="35996"/>
                  </a:lnTo>
                  <a:lnTo>
                    <a:pt x="74152" y="35711"/>
                  </a:lnTo>
                  <a:lnTo>
                    <a:pt x="74135" y="38093"/>
                  </a:lnTo>
                  <a:lnTo>
                    <a:pt x="75989" y="43631"/>
                  </a:lnTo>
                  <a:lnTo>
                    <a:pt x="77853" y="46050"/>
                  </a:lnTo>
                  <a:lnTo>
                    <a:pt x="78904" y="46481"/>
                  </a:lnTo>
                  <a:lnTo>
                    <a:pt x="78467" y="48700"/>
                  </a:lnTo>
                  <a:lnTo>
                    <a:pt x="81073" y="53818"/>
                  </a:lnTo>
                  <a:lnTo>
                    <a:pt x="81436" y="56373"/>
                  </a:lnTo>
                  <a:lnTo>
                    <a:pt x="76012" y="61999"/>
                  </a:lnTo>
                  <a:lnTo>
                    <a:pt x="73634" y="62248"/>
                  </a:lnTo>
                  <a:lnTo>
                    <a:pt x="69132" y="72663"/>
                  </a:lnTo>
                  <a:lnTo>
                    <a:pt x="71874" y="74479"/>
                  </a:lnTo>
                  <a:lnTo>
                    <a:pt x="72014" y="75430"/>
                  </a:lnTo>
                  <a:lnTo>
                    <a:pt x="75639" y="79102"/>
                  </a:lnTo>
                  <a:lnTo>
                    <a:pt x="80721" y="83384"/>
                  </a:lnTo>
                  <a:lnTo>
                    <a:pt x="77902" y="87643"/>
                  </a:lnTo>
                  <a:lnTo>
                    <a:pt x="75986" y="93033"/>
                  </a:lnTo>
                  <a:lnTo>
                    <a:pt x="76613" y="98836"/>
                  </a:lnTo>
                  <a:lnTo>
                    <a:pt x="73837" y="98500"/>
                  </a:lnTo>
                  <a:lnTo>
                    <a:pt x="64412" y="103729"/>
                  </a:lnTo>
                  <a:lnTo>
                    <a:pt x="64278" y="93621"/>
                  </a:lnTo>
                  <a:lnTo>
                    <a:pt x="63665" y="91317"/>
                  </a:lnTo>
                  <a:lnTo>
                    <a:pt x="60065" y="92994"/>
                  </a:lnTo>
                  <a:lnTo>
                    <a:pt x="52612" y="94081"/>
                  </a:lnTo>
                  <a:lnTo>
                    <a:pt x="50739" y="89484"/>
                  </a:lnTo>
                  <a:lnTo>
                    <a:pt x="48992" y="92243"/>
                  </a:lnTo>
                  <a:lnTo>
                    <a:pt x="46732" y="93478"/>
                  </a:lnTo>
                  <a:lnTo>
                    <a:pt x="42314" y="94737"/>
                  </a:lnTo>
                  <a:lnTo>
                    <a:pt x="40343" y="94147"/>
                  </a:lnTo>
                  <a:lnTo>
                    <a:pt x="35773" y="93925"/>
                  </a:lnTo>
                  <a:lnTo>
                    <a:pt x="32681" y="92791"/>
                  </a:lnTo>
                  <a:lnTo>
                    <a:pt x="32734" y="86630"/>
                  </a:lnTo>
                  <a:lnTo>
                    <a:pt x="31403" y="78676"/>
                  </a:lnTo>
                  <a:lnTo>
                    <a:pt x="28547" y="77367"/>
                  </a:lnTo>
                  <a:lnTo>
                    <a:pt x="24220" y="71126"/>
                  </a:lnTo>
                  <a:lnTo>
                    <a:pt x="17249" y="67559"/>
                  </a:lnTo>
                  <a:lnTo>
                    <a:pt x="14300" y="64111"/>
                  </a:lnTo>
                  <a:lnTo>
                    <a:pt x="11793" y="57706"/>
                  </a:lnTo>
                  <a:lnTo>
                    <a:pt x="0" y="43861"/>
                  </a:lnTo>
                  <a:lnTo>
                    <a:pt x="23767" y="22776"/>
                  </a:lnTo>
                  <a:lnTo>
                    <a:pt x="4828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h1168"/>
            <p:cNvSpPr/>
            <p:nvPr/>
          </p:nvSpPr>
          <p:spPr>
            <a:xfrm>
              <a:off x="2352494" y="2180168"/>
              <a:ext cx="13800" cy="15924"/>
            </a:xfrm>
            <a:custGeom>
              <a:avLst/>
              <a:pathLst>
                <a:path w="13800" h="15924">
                  <a:moveTo>
                    <a:pt x="5926" y="13"/>
                  </a:moveTo>
                  <a:lnTo>
                    <a:pt x="6232" y="1011"/>
                  </a:lnTo>
                  <a:lnTo>
                    <a:pt x="8714" y="704"/>
                  </a:lnTo>
                  <a:lnTo>
                    <a:pt x="11771" y="4113"/>
                  </a:lnTo>
                  <a:lnTo>
                    <a:pt x="10023" y="6461"/>
                  </a:lnTo>
                  <a:lnTo>
                    <a:pt x="13800" y="15767"/>
                  </a:lnTo>
                  <a:lnTo>
                    <a:pt x="5032" y="15924"/>
                  </a:lnTo>
                  <a:lnTo>
                    <a:pt x="3115" y="15337"/>
                  </a:lnTo>
                  <a:lnTo>
                    <a:pt x="0" y="10633"/>
                  </a:lnTo>
                  <a:lnTo>
                    <a:pt x="2075" y="10890"/>
                  </a:lnTo>
                  <a:lnTo>
                    <a:pt x="4558" y="6574"/>
                  </a:lnTo>
                  <a:lnTo>
                    <a:pt x="574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h1169"/>
            <p:cNvSpPr/>
            <p:nvPr/>
          </p:nvSpPr>
          <p:spPr>
            <a:xfrm>
              <a:off x="2347894" y="2190277"/>
              <a:ext cx="22442" cy="15976"/>
            </a:xfrm>
            <a:custGeom>
              <a:avLst/>
              <a:pathLst>
                <a:path w="22442" h="15976">
                  <a:moveTo>
                    <a:pt x="4403" y="258"/>
                  </a:moveTo>
                  <a:lnTo>
                    <a:pt x="4600" y="524"/>
                  </a:lnTo>
                  <a:lnTo>
                    <a:pt x="7715" y="5227"/>
                  </a:lnTo>
                  <a:lnTo>
                    <a:pt x="9632" y="5814"/>
                  </a:lnTo>
                  <a:lnTo>
                    <a:pt x="18400" y="5657"/>
                  </a:lnTo>
                  <a:lnTo>
                    <a:pt x="21134" y="5573"/>
                  </a:lnTo>
                  <a:lnTo>
                    <a:pt x="22442" y="11199"/>
                  </a:lnTo>
                  <a:lnTo>
                    <a:pt x="21502" y="11209"/>
                  </a:lnTo>
                  <a:lnTo>
                    <a:pt x="21870" y="14950"/>
                  </a:lnTo>
                  <a:lnTo>
                    <a:pt x="14361" y="15976"/>
                  </a:lnTo>
                  <a:lnTo>
                    <a:pt x="11032" y="12594"/>
                  </a:lnTo>
                  <a:lnTo>
                    <a:pt x="8882" y="11913"/>
                  </a:lnTo>
                  <a:lnTo>
                    <a:pt x="5858" y="128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h1170"/>
            <p:cNvSpPr/>
            <p:nvPr/>
          </p:nvSpPr>
          <p:spPr>
            <a:xfrm>
              <a:off x="2371137" y="2173185"/>
              <a:ext cx="15790" cy="16724"/>
            </a:xfrm>
            <a:custGeom>
              <a:avLst/>
              <a:pathLst>
                <a:path w="15790" h="16724">
                  <a:moveTo>
                    <a:pt x="11477" y="2877"/>
                  </a:moveTo>
                  <a:lnTo>
                    <a:pt x="14245" y="0"/>
                  </a:lnTo>
                  <a:lnTo>
                    <a:pt x="15790" y="4929"/>
                  </a:lnTo>
                  <a:lnTo>
                    <a:pt x="12594" y="9054"/>
                  </a:lnTo>
                  <a:lnTo>
                    <a:pt x="10148" y="13695"/>
                  </a:lnTo>
                  <a:lnTo>
                    <a:pt x="8422" y="15328"/>
                  </a:lnTo>
                  <a:lnTo>
                    <a:pt x="4520" y="16724"/>
                  </a:lnTo>
                  <a:lnTo>
                    <a:pt x="1724" y="14861"/>
                  </a:lnTo>
                  <a:lnTo>
                    <a:pt x="1144" y="13392"/>
                  </a:lnTo>
                  <a:lnTo>
                    <a:pt x="1866" y="7163"/>
                  </a:lnTo>
                  <a:lnTo>
                    <a:pt x="0" y="4915"/>
                  </a:lnTo>
                  <a:lnTo>
                    <a:pt x="1845" y="2235"/>
                  </a:lnTo>
                  <a:lnTo>
                    <a:pt x="8039" y="60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h1171"/>
            <p:cNvSpPr/>
            <p:nvPr/>
          </p:nvSpPr>
          <p:spPr>
            <a:xfrm>
              <a:off x="2402515" y="2123518"/>
              <a:ext cx="58431" cy="35583"/>
            </a:xfrm>
            <a:custGeom>
              <a:avLst/>
              <a:pathLst>
                <a:path w="58431" h="35583">
                  <a:moveTo>
                    <a:pt x="54154" y="0"/>
                  </a:moveTo>
                  <a:lnTo>
                    <a:pt x="57531" y="873"/>
                  </a:lnTo>
                  <a:lnTo>
                    <a:pt x="56082" y="11243"/>
                  </a:lnTo>
                  <a:lnTo>
                    <a:pt x="58431" y="15289"/>
                  </a:lnTo>
                  <a:lnTo>
                    <a:pt x="52496" y="15855"/>
                  </a:lnTo>
                  <a:lnTo>
                    <a:pt x="52866" y="21426"/>
                  </a:lnTo>
                  <a:lnTo>
                    <a:pt x="49695" y="20512"/>
                  </a:lnTo>
                  <a:lnTo>
                    <a:pt x="44063" y="25157"/>
                  </a:lnTo>
                  <a:lnTo>
                    <a:pt x="39313" y="25347"/>
                  </a:lnTo>
                  <a:lnTo>
                    <a:pt x="34270" y="24006"/>
                  </a:lnTo>
                  <a:lnTo>
                    <a:pt x="23731" y="32594"/>
                  </a:lnTo>
                  <a:lnTo>
                    <a:pt x="20695" y="32964"/>
                  </a:lnTo>
                  <a:lnTo>
                    <a:pt x="13751" y="35477"/>
                  </a:lnTo>
                  <a:lnTo>
                    <a:pt x="10412" y="35583"/>
                  </a:lnTo>
                  <a:lnTo>
                    <a:pt x="8356" y="33134"/>
                  </a:lnTo>
                  <a:lnTo>
                    <a:pt x="3879" y="31649"/>
                  </a:lnTo>
                  <a:lnTo>
                    <a:pt x="3077" y="30597"/>
                  </a:lnTo>
                  <a:lnTo>
                    <a:pt x="2669" y="29282"/>
                  </a:lnTo>
                  <a:lnTo>
                    <a:pt x="3883" y="24690"/>
                  </a:lnTo>
                  <a:lnTo>
                    <a:pt x="0" y="25537"/>
                  </a:lnTo>
                  <a:lnTo>
                    <a:pt x="3074" y="14794"/>
                  </a:lnTo>
                  <a:lnTo>
                    <a:pt x="3489" y="11797"/>
                  </a:lnTo>
                  <a:lnTo>
                    <a:pt x="2666" y="7831"/>
                  </a:lnTo>
                  <a:lnTo>
                    <a:pt x="5430" y="8906"/>
                  </a:lnTo>
                  <a:lnTo>
                    <a:pt x="16705" y="8465"/>
                  </a:lnTo>
                  <a:lnTo>
                    <a:pt x="19923" y="7773"/>
                  </a:lnTo>
                  <a:lnTo>
                    <a:pt x="24247" y="4346"/>
                  </a:lnTo>
                  <a:lnTo>
                    <a:pt x="23345" y="6651"/>
                  </a:lnTo>
                  <a:lnTo>
                    <a:pt x="23359" y="9142"/>
                  </a:lnTo>
                  <a:lnTo>
                    <a:pt x="29987" y="12520"/>
                  </a:lnTo>
                  <a:lnTo>
                    <a:pt x="33313" y="11658"/>
                  </a:lnTo>
                  <a:lnTo>
                    <a:pt x="32153" y="7217"/>
                  </a:lnTo>
                  <a:lnTo>
                    <a:pt x="36738" y="6013"/>
                  </a:lnTo>
                  <a:lnTo>
                    <a:pt x="36670" y="4748"/>
                  </a:lnTo>
                  <a:lnTo>
                    <a:pt x="40191" y="4106"/>
                  </a:lnTo>
                  <a:lnTo>
                    <a:pt x="51221" y="6888"/>
                  </a:lnTo>
                  <a:lnTo>
                    <a:pt x="52595" y="5112"/>
                  </a:lnTo>
                  <a:lnTo>
                    <a:pt x="52210" y="63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h1172"/>
            <p:cNvSpPr/>
            <p:nvPr/>
          </p:nvSpPr>
          <p:spPr>
            <a:xfrm>
              <a:off x="2350946" y="1963492"/>
              <a:ext cx="82757" cy="113235"/>
            </a:xfrm>
            <a:custGeom>
              <a:avLst/>
              <a:pathLst>
                <a:path w="82757" h="113235">
                  <a:moveTo>
                    <a:pt x="44640" y="21656"/>
                  </a:moveTo>
                  <a:lnTo>
                    <a:pt x="51565" y="14505"/>
                  </a:lnTo>
                  <a:lnTo>
                    <a:pt x="60891" y="2984"/>
                  </a:lnTo>
                  <a:lnTo>
                    <a:pt x="63096" y="3348"/>
                  </a:lnTo>
                  <a:lnTo>
                    <a:pt x="68798" y="7512"/>
                  </a:lnTo>
                  <a:lnTo>
                    <a:pt x="73269" y="13616"/>
                  </a:lnTo>
                  <a:lnTo>
                    <a:pt x="52447" y="29430"/>
                  </a:lnTo>
                  <a:lnTo>
                    <a:pt x="53318" y="36291"/>
                  </a:lnTo>
                  <a:lnTo>
                    <a:pt x="70299" y="42540"/>
                  </a:lnTo>
                  <a:lnTo>
                    <a:pt x="71806" y="60155"/>
                  </a:lnTo>
                  <a:lnTo>
                    <a:pt x="79607" y="82266"/>
                  </a:lnTo>
                  <a:lnTo>
                    <a:pt x="81768" y="83930"/>
                  </a:lnTo>
                  <a:lnTo>
                    <a:pt x="82757" y="86575"/>
                  </a:lnTo>
                  <a:lnTo>
                    <a:pt x="74058" y="104023"/>
                  </a:lnTo>
                  <a:lnTo>
                    <a:pt x="70204" y="103153"/>
                  </a:lnTo>
                  <a:lnTo>
                    <a:pt x="70645" y="107743"/>
                  </a:lnTo>
                  <a:lnTo>
                    <a:pt x="59745" y="108764"/>
                  </a:lnTo>
                  <a:lnTo>
                    <a:pt x="49144" y="113235"/>
                  </a:lnTo>
                  <a:lnTo>
                    <a:pt x="45409" y="105238"/>
                  </a:lnTo>
                  <a:lnTo>
                    <a:pt x="43562" y="100231"/>
                  </a:lnTo>
                  <a:lnTo>
                    <a:pt x="45534" y="96707"/>
                  </a:lnTo>
                  <a:lnTo>
                    <a:pt x="49811" y="93876"/>
                  </a:lnTo>
                  <a:lnTo>
                    <a:pt x="45149" y="92836"/>
                  </a:lnTo>
                  <a:lnTo>
                    <a:pt x="43023" y="93664"/>
                  </a:lnTo>
                  <a:lnTo>
                    <a:pt x="37857" y="93493"/>
                  </a:lnTo>
                  <a:lnTo>
                    <a:pt x="32548" y="91719"/>
                  </a:lnTo>
                  <a:lnTo>
                    <a:pt x="32490" y="87422"/>
                  </a:lnTo>
                  <a:lnTo>
                    <a:pt x="34661" y="87390"/>
                  </a:lnTo>
                  <a:lnTo>
                    <a:pt x="34600" y="83087"/>
                  </a:lnTo>
                  <a:lnTo>
                    <a:pt x="32363" y="78814"/>
                  </a:lnTo>
                  <a:lnTo>
                    <a:pt x="26991" y="78890"/>
                  </a:lnTo>
                  <a:lnTo>
                    <a:pt x="26918" y="73517"/>
                  </a:lnTo>
                  <a:lnTo>
                    <a:pt x="25785" y="69216"/>
                  </a:lnTo>
                  <a:lnTo>
                    <a:pt x="18249" y="69313"/>
                  </a:lnTo>
                  <a:lnTo>
                    <a:pt x="2429" y="54995"/>
                  </a:lnTo>
                  <a:lnTo>
                    <a:pt x="3435" y="51008"/>
                  </a:lnTo>
                  <a:lnTo>
                    <a:pt x="0" y="48754"/>
                  </a:lnTo>
                  <a:lnTo>
                    <a:pt x="7185" y="13866"/>
                  </a:lnTo>
                  <a:lnTo>
                    <a:pt x="13958" y="8259"/>
                  </a:lnTo>
                  <a:lnTo>
                    <a:pt x="2422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h1173"/>
            <p:cNvSpPr/>
            <p:nvPr/>
          </p:nvSpPr>
          <p:spPr>
            <a:xfrm>
              <a:off x="2398330" y="2410004"/>
              <a:ext cx="62728" cy="38076"/>
            </a:xfrm>
            <a:custGeom>
              <a:avLst/>
              <a:pathLst>
                <a:path w="62728" h="38076">
                  <a:moveTo>
                    <a:pt x="53093" y="625"/>
                  </a:moveTo>
                  <a:lnTo>
                    <a:pt x="55569" y="5704"/>
                  </a:lnTo>
                  <a:lnTo>
                    <a:pt x="59245" y="9216"/>
                  </a:lnTo>
                  <a:lnTo>
                    <a:pt x="62728" y="20383"/>
                  </a:lnTo>
                  <a:lnTo>
                    <a:pt x="61568" y="19994"/>
                  </a:lnTo>
                  <a:lnTo>
                    <a:pt x="58666" y="18953"/>
                  </a:lnTo>
                  <a:lnTo>
                    <a:pt x="49814" y="31379"/>
                  </a:lnTo>
                  <a:lnTo>
                    <a:pt x="45162" y="33335"/>
                  </a:lnTo>
                  <a:lnTo>
                    <a:pt x="40715" y="32095"/>
                  </a:lnTo>
                  <a:lnTo>
                    <a:pt x="28758" y="30648"/>
                  </a:lnTo>
                  <a:lnTo>
                    <a:pt x="24765" y="30732"/>
                  </a:lnTo>
                  <a:lnTo>
                    <a:pt x="18751" y="31992"/>
                  </a:lnTo>
                  <a:lnTo>
                    <a:pt x="16413" y="38076"/>
                  </a:lnTo>
                  <a:lnTo>
                    <a:pt x="13301" y="30771"/>
                  </a:lnTo>
                  <a:lnTo>
                    <a:pt x="9507" y="30528"/>
                  </a:lnTo>
                  <a:lnTo>
                    <a:pt x="9714" y="24568"/>
                  </a:lnTo>
                  <a:lnTo>
                    <a:pt x="7222" y="22345"/>
                  </a:lnTo>
                  <a:lnTo>
                    <a:pt x="0" y="19099"/>
                  </a:lnTo>
                  <a:lnTo>
                    <a:pt x="657" y="17993"/>
                  </a:lnTo>
                  <a:lnTo>
                    <a:pt x="1286" y="12314"/>
                  </a:lnTo>
                  <a:lnTo>
                    <a:pt x="2294" y="12235"/>
                  </a:lnTo>
                  <a:lnTo>
                    <a:pt x="4734" y="6466"/>
                  </a:lnTo>
                  <a:lnTo>
                    <a:pt x="6097" y="4756"/>
                  </a:lnTo>
                  <a:lnTo>
                    <a:pt x="12068" y="4980"/>
                  </a:lnTo>
                  <a:lnTo>
                    <a:pt x="16409" y="3166"/>
                  </a:lnTo>
                  <a:lnTo>
                    <a:pt x="17604" y="5470"/>
                  </a:lnTo>
                  <a:lnTo>
                    <a:pt x="19192" y="5388"/>
                  </a:lnTo>
                  <a:lnTo>
                    <a:pt x="29865" y="3648"/>
                  </a:lnTo>
                  <a:lnTo>
                    <a:pt x="31154" y="1560"/>
                  </a:lnTo>
                  <a:lnTo>
                    <a:pt x="38449" y="244"/>
                  </a:lnTo>
                  <a:lnTo>
                    <a:pt x="4991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h1174"/>
            <p:cNvSpPr/>
            <p:nvPr/>
          </p:nvSpPr>
          <p:spPr>
            <a:xfrm>
              <a:off x="2369345" y="2209761"/>
              <a:ext cx="16668" cy="13206"/>
            </a:xfrm>
            <a:custGeom>
              <a:avLst/>
              <a:pathLst>
                <a:path w="16668" h="13206">
                  <a:moveTo>
                    <a:pt x="10024" y="245"/>
                  </a:moveTo>
                  <a:lnTo>
                    <a:pt x="9380" y="2269"/>
                  </a:lnTo>
                  <a:lnTo>
                    <a:pt x="16668" y="4056"/>
                  </a:lnTo>
                  <a:lnTo>
                    <a:pt x="15843" y="6821"/>
                  </a:lnTo>
                  <a:lnTo>
                    <a:pt x="6923" y="13202"/>
                  </a:lnTo>
                  <a:lnTo>
                    <a:pt x="3314" y="12778"/>
                  </a:lnTo>
                  <a:lnTo>
                    <a:pt x="366" y="13206"/>
                  </a:lnTo>
                  <a:lnTo>
                    <a:pt x="0" y="12728"/>
                  </a:lnTo>
                  <a:lnTo>
                    <a:pt x="84" y="7381"/>
                  </a:lnTo>
                  <a:lnTo>
                    <a:pt x="1160" y="5917"/>
                  </a:lnTo>
                  <a:lnTo>
                    <a:pt x="1074" y="3707"/>
                  </a:lnTo>
                  <a:lnTo>
                    <a:pt x="7302" y="1616"/>
                  </a:lnTo>
                  <a:lnTo>
                    <a:pt x="694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h1175"/>
            <p:cNvSpPr/>
            <p:nvPr/>
          </p:nvSpPr>
          <p:spPr>
            <a:xfrm>
              <a:off x="2462236" y="2139921"/>
              <a:ext cx="25315" cy="49624"/>
            </a:xfrm>
            <a:custGeom>
              <a:avLst/>
              <a:pathLst>
                <a:path w="25315" h="49624">
                  <a:moveTo>
                    <a:pt x="14918" y="6220"/>
                  </a:moveTo>
                  <a:lnTo>
                    <a:pt x="21581" y="5420"/>
                  </a:lnTo>
                  <a:lnTo>
                    <a:pt x="25315" y="27137"/>
                  </a:lnTo>
                  <a:lnTo>
                    <a:pt x="23057" y="27184"/>
                  </a:lnTo>
                  <a:lnTo>
                    <a:pt x="22400" y="28286"/>
                  </a:lnTo>
                  <a:lnTo>
                    <a:pt x="22092" y="33282"/>
                  </a:lnTo>
                  <a:lnTo>
                    <a:pt x="22523" y="36233"/>
                  </a:lnTo>
                  <a:lnTo>
                    <a:pt x="23812" y="38181"/>
                  </a:lnTo>
                  <a:lnTo>
                    <a:pt x="23790" y="42125"/>
                  </a:lnTo>
                  <a:lnTo>
                    <a:pt x="22634" y="44846"/>
                  </a:lnTo>
                  <a:lnTo>
                    <a:pt x="23347" y="47433"/>
                  </a:lnTo>
                  <a:lnTo>
                    <a:pt x="23109" y="48609"/>
                  </a:lnTo>
                  <a:lnTo>
                    <a:pt x="17785" y="49624"/>
                  </a:lnTo>
                  <a:lnTo>
                    <a:pt x="15075" y="46313"/>
                  </a:lnTo>
                  <a:lnTo>
                    <a:pt x="13388" y="47680"/>
                  </a:lnTo>
                  <a:lnTo>
                    <a:pt x="11615" y="48361"/>
                  </a:lnTo>
                  <a:lnTo>
                    <a:pt x="7909" y="46642"/>
                  </a:lnTo>
                  <a:lnTo>
                    <a:pt x="7523" y="37235"/>
                  </a:lnTo>
                  <a:lnTo>
                    <a:pt x="2347" y="25380"/>
                  </a:lnTo>
                  <a:lnTo>
                    <a:pt x="0" y="20006"/>
                  </a:lnTo>
                  <a:lnTo>
                    <a:pt x="7142" y="6370"/>
                  </a:lnTo>
                  <a:lnTo>
                    <a:pt x="689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h1176"/>
            <p:cNvSpPr/>
            <p:nvPr/>
          </p:nvSpPr>
          <p:spPr>
            <a:xfrm>
              <a:off x="2384193" y="2252010"/>
              <a:ext cx="21729" cy="17918"/>
            </a:xfrm>
            <a:custGeom>
              <a:avLst/>
              <a:pathLst>
                <a:path w="21729" h="17918">
                  <a:moveTo>
                    <a:pt x="21729" y="10128"/>
                  </a:moveTo>
                  <a:lnTo>
                    <a:pt x="12100" y="14415"/>
                  </a:lnTo>
                  <a:lnTo>
                    <a:pt x="10799" y="16964"/>
                  </a:lnTo>
                  <a:lnTo>
                    <a:pt x="8549" y="17918"/>
                  </a:lnTo>
                  <a:lnTo>
                    <a:pt x="5782" y="16288"/>
                  </a:lnTo>
                  <a:lnTo>
                    <a:pt x="5954" y="15315"/>
                  </a:lnTo>
                  <a:lnTo>
                    <a:pt x="0" y="9013"/>
                  </a:lnTo>
                  <a:lnTo>
                    <a:pt x="6809" y="4645"/>
                  </a:lnTo>
                  <a:lnTo>
                    <a:pt x="8727" y="1593"/>
                  </a:lnTo>
                  <a:lnTo>
                    <a:pt x="10270" y="2816"/>
                  </a:lnTo>
                  <a:lnTo>
                    <a:pt x="13230" y="3184"/>
                  </a:lnTo>
                  <a:lnTo>
                    <a:pt x="2118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h1177"/>
            <p:cNvSpPr/>
            <p:nvPr/>
          </p:nvSpPr>
          <p:spPr>
            <a:xfrm>
              <a:off x="2371007" y="2175345"/>
              <a:ext cx="21603" cy="22403"/>
            </a:xfrm>
            <a:custGeom>
              <a:avLst/>
              <a:pathLst>
                <a:path w="21603" h="22403">
                  <a:moveTo>
                    <a:pt x="21603" y="6520"/>
                  </a:moveTo>
                  <a:lnTo>
                    <a:pt x="19188" y="8360"/>
                  </a:lnTo>
                  <a:lnTo>
                    <a:pt x="18446" y="7493"/>
                  </a:lnTo>
                  <a:lnTo>
                    <a:pt x="18194" y="8034"/>
                  </a:lnTo>
                  <a:lnTo>
                    <a:pt x="20293" y="12054"/>
                  </a:lnTo>
                  <a:lnTo>
                    <a:pt x="20734" y="12701"/>
                  </a:lnTo>
                  <a:lnTo>
                    <a:pt x="19936" y="16488"/>
                  </a:lnTo>
                  <a:lnTo>
                    <a:pt x="17397" y="19011"/>
                  </a:lnTo>
                  <a:lnTo>
                    <a:pt x="16201" y="22403"/>
                  </a:lnTo>
                  <a:lnTo>
                    <a:pt x="15056" y="21832"/>
                  </a:lnTo>
                  <a:lnTo>
                    <a:pt x="14751" y="20808"/>
                  </a:lnTo>
                  <a:lnTo>
                    <a:pt x="9066" y="18828"/>
                  </a:lnTo>
                  <a:lnTo>
                    <a:pt x="2030" y="18816"/>
                  </a:lnTo>
                  <a:lnTo>
                    <a:pt x="1235" y="20112"/>
                  </a:lnTo>
                  <a:lnTo>
                    <a:pt x="0" y="16927"/>
                  </a:lnTo>
                  <a:lnTo>
                    <a:pt x="1854" y="12702"/>
                  </a:lnTo>
                  <a:lnTo>
                    <a:pt x="4650" y="14564"/>
                  </a:lnTo>
                  <a:lnTo>
                    <a:pt x="8552" y="13168"/>
                  </a:lnTo>
                  <a:lnTo>
                    <a:pt x="10278" y="11536"/>
                  </a:lnTo>
                  <a:lnTo>
                    <a:pt x="12724" y="6894"/>
                  </a:lnTo>
                  <a:lnTo>
                    <a:pt x="15920" y="2770"/>
                  </a:lnTo>
                  <a:lnTo>
                    <a:pt x="1877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h1178"/>
            <p:cNvSpPr/>
            <p:nvPr/>
          </p:nvSpPr>
          <p:spPr>
            <a:xfrm>
              <a:off x="2484329" y="2163340"/>
              <a:ext cx="43831" cy="31573"/>
            </a:xfrm>
            <a:custGeom>
              <a:avLst/>
              <a:pathLst>
                <a:path w="43831" h="31573">
                  <a:moveTo>
                    <a:pt x="32114" y="15877"/>
                  </a:moveTo>
                  <a:lnTo>
                    <a:pt x="37866" y="9060"/>
                  </a:lnTo>
                  <a:lnTo>
                    <a:pt x="43602" y="8035"/>
                  </a:lnTo>
                  <a:lnTo>
                    <a:pt x="43831" y="14801"/>
                  </a:lnTo>
                  <a:lnTo>
                    <a:pt x="20976" y="31573"/>
                  </a:lnTo>
                  <a:lnTo>
                    <a:pt x="1717" y="28396"/>
                  </a:lnTo>
                  <a:lnTo>
                    <a:pt x="1254" y="24015"/>
                  </a:lnTo>
                  <a:lnTo>
                    <a:pt x="541" y="21427"/>
                  </a:lnTo>
                  <a:lnTo>
                    <a:pt x="1697" y="18707"/>
                  </a:lnTo>
                  <a:lnTo>
                    <a:pt x="1719" y="14763"/>
                  </a:lnTo>
                  <a:lnTo>
                    <a:pt x="430" y="12815"/>
                  </a:lnTo>
                  <a:lnTo>
                    <a:pt x="0" y="9864"/>
                  </a:lnTo>
                  <a:lnTo>
                    <a:pt x="308" y="4868"/>
                  </a:lnTo>
                  <a:lnTo>
                    <a:pt x="965" y="3766"/>
                  </a:lnTo>
                  <a:lnTo>
                    <a:pt x="3222" y="3719"/>
                  </a:lnTo>
                  <a:lnTo>
                    <a:pt x="6056" y="6334"/>
                  </a:lnTo>
                  <a:lnTo>
                    <a:pt x="7497" y="6233"/>
                  </a:lnTo>
                  <a:lnTo>
                    <a:pt x="11134" y="3203"/>
                  </a:lnTo>
                  <a:lnTo>
                    <a:pt x="14414" y="1678"/>
                  </a:lnTo>
                  <a:lnTo>
                    <a:pt x="17124" y="1295"/>
                  </a:lnTo>
                  <a:lnTo>
                    <a:pt x="1853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h1179"/>
            <p:cNvSpPr/>
            <p:nvPr/>
          </p:nvSpPr>
          <p:spPr>
            <a:xfrm>
              <a:off x="2377502" y="2354571"/>
              <a:ext cx="70742" cy="68125"/>
            </a:xfrm>
            <a:custGeom>
              <a:avLst/>
              <a:pathLst>
                <a:path w="70742" h="68125">
                  <a:moveTo>
                    <a:pt x="64840" y="5039"/>
                  </a:moveTo>
                  <a:lnTo>
                    <a:pt x="67952" y="13056"/>
                  </a:lnTo>
                  <a:lnTo>
                    <a:pt x="67608" y="20818"/>
                  </a:lnTo>
                  <a:lnTo>
                    <a:pt x="61997" y="34326"/>
                  </a:lnTo>
                  <a:lnTo>
                    <a:pt x="61181" y="46242"/>
                  </a:lnTo>
                  <a:lnTo>
                    <a:pt x="70742" y="55432"/>
                  </a:lnTo>
                  <a:lnTo>
                    <a:pt x="59277" y="55677"/>
                  </a:lnTo>
                  <a:lnTo>
                    <a:pt x="51981" y="56992"/>
                  </a:lnTo>
                  <a:lnTo>
                    <a:pt x="50693" y="59081"/>
                  </a:lnTo>
                  <a:lnTo>
                    <a:pt x="40020" y="60821"/>
                  </a:lnTo>
                  <a:lnTo>
                    <a:pt x="38432" y="60903"/>
                  </a:lnTo>
                  <a:lnTo>
                    <a:pt x="37237" y="58599"/>
                  </a:lnTo>
                  <a:lnTo>
                    <a:pt x="32895" y="60413"/>
                  </a:lnTo>
                  <a:lnTo>
                    <a:pt x="26924" y="60188"/>
                  </a:lnTo>
                  <a:lnTo>
                    <a:pt x="25561" y="61898"/>
                  </a:lnTo>
                  <a:lnTo>
                    <a:pt x="23122" y="67668"/>
                  </a:lnTo>
                  <a:lnTo>
                    <a:pt x="22114" y="67747"/>
                  </a:lnTo>
                  <a:lnTo>
                    <a:pt x="17298" y="68125"/>
                  </a:lnTo>
                  <a:lnTo>
                    <a:pt x="12829" y="66013"/>
                  </a:lnTo>
                  <a:lnTo>
                    <a:pt x="10796" y="64316"/>
                  </a:lnTo>
                  <a:lnTo>
                    <a:pt x="10493" y="60924"/>
                  </a:lnTo>
                  <a:lnTo>
                    <a:pt x="11520" y="54421"/>
                  </a:lnTo>
                  <a:lnTo>
                    <a:pt x="5198" y="52105"/>
                  </a:lnTo>
                  <a:lnTo>
                    <a:pt x="7001" y="49787"/>
                  </a:lnTo>
                  <a:lnTo>
                    <a:pt x="2611" y="46821"/>
                  </a:lnTo>
                  <a:lnTo>
                    <a:pt x="2588" y="45310"/>
                  </a:lnTo>
                  <a:lnTo>
                    <a:pt x="5573" y="42086"/>
                  </a:lnTo>
                  <a:lnTo>
                    <a:pt x="1460" y="35886"/>
                  </a:lnTo>
                  <a:lnTo>
                    <a:pt x="0" y="31525"/>
                  </a:lnTo>
                  <a:lnTo>
                    <a:pt x="2210" y="31488"/>
                  </a:lnTo>
                  <a:lnTo>
                    <a:pt x="3147" y="29758"/>
                  </a:lnTo>
                  <a:lnTo>
                    <a:pt x="4533" y="29614"/>
                  </a:lnTo>
                  <a:lnTo>
                    <a:pt x="4553" y="27474"/>
                  </a:lnTo>
                  <a:lnTo>
                    <a:pt x="6739" y="25537"/>
                  </a:lnTo>
                  <a:lnTo>
                    <a:pt x="10898" y="24122"/>
                  </a:lnTo>
                  <a:lnTo>
                    <a:pt x="11904" y="25416"/>
                  </a:lnTo>
                  <a:lnTo>
                    <a:pt x="15435" y="24121"/>
                  </a:lnTo>
                  <a:lnTo>
                    <a:pt x="16083" y="18879"/>
                  </a:lnTo>
                  <a:lnTo>
                    <a:pt x="13301" y="7182"/>
                  </a:lnTo>
                  <a:lnTo>
                    <a:pt x="23857" y="5550"/>
                  </a:lnTo>
                  <a:lnTo>
                    <a:pt x="32844" y="6029"/>
                  </a:lnTo>
                  <a:lnTo>
                    <a:pt x="38928" y="1050"/>
                  </a:lnTo>
                  <a:lnTo>
                    <a:pt x="40696" y="1627"/>
                  </a:lnTo>
                  <a:lnTo>
                    <a:pt x="41005" y="4380"/>
                  </a:lnTo>
                  <a:lnTo>
                    <a:pt x="45901" y="12153"/>
                  </a:lnTo>
                  <a:lnTo>
                    <a:pt x="49174" y="14072"/>
                  </a:lnTo>
                  <a:lnTo>
                    <a:pt x="51185" y="13859"/>
                  </a:lnTo>
                  <a:lnTo>
                    <a:pt x="51520" y="11788"/>
                  </a:lnTo>
                  <a:lnTo>
                    <a:pt x="54758" y="7804"/>
                  </a:lnTo>
                  <a:lnTo>
                    <a:pt x="53647" y="2876"/>
                  </a:lnTo>
                  <a:lnTo>
                    <a:pt x="6267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h1180"/>
            <p:cNvSpPr/>
            <p:nvPr/>
          </p:nvSpPr>
          <p:spPr>
            <a:xfrm>
              <a:off x="2305620" y="2180418"/>
              <a:ext cx="48131" cy="42408"/>
            </a:xfrm>
            <a:custGeom>
              <a:avLst/>
              <a:pathLst>
                <a:path w="48131" h="42408">
                  <a:moveTo>
                    <a:pt x="15106" y="4596"/>
                  </a:moveTo>
                  <a:lnTo>
                    <a:pt x="22559" y="3509"/>
                  </a:lnTo>
                  <a:lnTo>
                    <a:pt x="26159" y="1832"/>
                  </a:lnTo>
                  <a:lnTo>
                    <a:pt x="26771" y="4136"/>
                  </a:lnTo>
                  <a:lnTo>
                    <a:pt x="26906" y="14244"/>
                  </a:lnTo>
                  <a:lnTo>
                    <a:pt x="36331" y="9015"/>
                  </a:lnTo>
                  <a:lnTo>
                    <a:pt x="39107" y="9351"/>
                  </a:lnTo>
                  <a:lnTo>
                    <a:pt x="42273" y="9859"/>
                  </a:lnTo>
                  <a:lnTo>
                    <a:pt x="48131" y="22749"/>
                  </a:lnTo>
                  <a:lnTo>
                    <a:pt x="45389" y="30979"/>
                  </a:lnTo>
                  <a:lnTo>
                    <a:pt x="38004" y="27554"/>
                  </a:lnTo>
                  <a:lnTo>
                    <a:pt x="33780" y="32339"/>
                  </a:lnTo>
                  <a:lnTo>
                    <a:pt x="32063" y="33411"/>
                  </a:lnTo>
                  <a:lnTo>
                    <a:pt x="28056" y="31960"/>
                  </a:lnTo>
                  <a:lnTo>
                    <a:pt x="23467" y="34456"/>
                  </a:lnTo>
                  <a:lnTo>
                    <a:pt x="20897" y="38163"/>
                  </a:lnTo>
                  <a:lnTo>
                    <a:pt x="17646" y="40975"/>
                  </a:lnTo>
                  <a:lnTo>
                    <a:pt x="15119" y="42408"/>
                  </a:lnTo>
                  <a:lnTo>
                    <a:pt x="14425" y="41592"/>
                  </a:lnTo>
                  <a:lnTo>
                    <a:pt x="8633" y="40954"/>
                  </a:lnTo>
                  <a:lnTo>
                    <a:pt x="8119" y="35732"/>
                  </a:lnTo>
                  <a:lnTo>
                    <a:pt x="6155" y="30905"/>
                  </a:lnTo>
                  <a:lnTo>
                    <a:pt x="0" y="19748"/>
                  </a:lnTo>
                  <a:lnTo>
                    <a:pt x="1559" y="15045"/>
                  </a:lnTo>
                  <a:lnTo>
                    <a:pt x="2768" y="13999"/>
                  </a:lnTo>
                  <a:lnTo>
                    <a:pt x="4129" y="8003"/>
                  </a:lnTo>
                  <a:lnTo>
                    <a:pt x="2836" y="4662"/>
                  </a:lnTo>
                  <a:lnTo>
                    <a:pt x="4808" y="5252"/>
                  </a:lnTo>
                  <a:lnTo>
                    <a:pt x="9225" y="3993"/>
                  </a:lnTo>
                  <a:lnTo>
                    <a:pt x="11485" y="2758"/>
                  </a:lnTo>
                  <a:lnTo>
                    <a:pt x="1323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h1181"/>
            <p:cNvSpPr/>
            <p:nvPr/>
          </p:nvSpPr>
          <p:spPr>
            <a:xfrm>
              <a:off x="2341551" y="2095380"/>
              <a:ext cx="36166" cy="50818"/>
            </a:xfrm>
            <a:custGeom>
              <a:avLst/>
              <a:pathLst>
                <a:path w="36166" h="50818">
                  <a:moveTo>
                    <a:pt x="21295" y="3520"/>
                  </a:moveTo>
                  <a:lnTo>
                    <a:pt x="20596" y="5237"/>
                  </a:lnTo>
                  <a:lnTo>
                    <a:pt x="24426" y="8396"/>
                  </a:lnTo>
                  <a:lnTo>
                    <a:pt x="25710" y="10642"/>
                  </a:lnTo>
                  <a:lnTo>
                    <a:pt x="29016" y="22526"/>
                  </a:lnTo>
                  <a:lnTo>
                    <a:pt x="31265" y="22809"/>
                  </a:lnTo>
                  <a:lnTo>
                    <a:pt x="31838" y="23503"/>
                  </a:lnTo>
                  <a:lnTo>
                    <a:pt x="31764" y="25063"/>
                  </a:lnTo>
                  <a:lnTo>
                    <a:pt x="29811" y="28073"/>
                  </a:lnTo>
                  <a:lnTo>
                    <a:pt x="33079" y="34361"/>
                  </a:lnTo>
                  <a:lnTo>
                    <a:pt x="35917" y="43404"/>
                  </a:lnTo>
                  <a:lnTo>
                    <a:pt x="36166" y="48313"/>
                  </a:lnTo>
                  <a:lnTo>
                    <a:pt x="31970" y="50818"/>
                  </a:lnTo>
                  <a:lnTo>
                    <a:pt x="25032" y="50182"/>
                  </a:lnTo>
                  <a:lnTo>
                    <a:pt x="21739" y="44656"/>
                  </a:lnTo>
                  <a:lnTo>
                    <a:pt x="18830" y="41338"/>
                  </a:lnTo>
                  <a:lnTo>
                    <a:pt x="14354" y="39762"/>
                  </a:lnTo>
                  <a:lnTo>
                    <a:pt x="13784" y="35662"/>
                  </a:lnTo>
                  <a:lnTo>
                    <a:pt x="9650" y="35977"/>
                  </a:lnTo>
                  <a:lnTo>
                    <a:pt x="7977" y="36740"/>
                  </a:lnTo>
                  <a:lnTo>
                    <a:pt x="7290" y="38877"/>
                  </a:lnTo>
                  <a:lnTo>
                    <a:pt x="4416" y="41603"/>
                  </a:lnTo>
                  <a:lnTo>
                    <a:pt x="2551" y="39184"/>
                  </a:lnTo>
                  <a:lnTo>
                    <a:pt x="697" y="33646"/>
                  </a:lnTo>
                  <a:lnTo>
                    <a:pt x="714" y="31265"/>
                  </a:lnTo>
                  <a:lnTo>
                    <a:pt x="0" y="30086"/>
                  </a:lnTo>
                  <a:lnTo>
                    <a:pt x="2059" y="24967"/>
                  </a:lnTo>
                  <a:lnTo>
                    <a:pt x="6447" y="22639"/>
                  </a:lnTo>
                  <a:lnTo>
                    <a:pt x="7709" y="21064"/>
                  </a:lnTo>
                  <a:lnTo>
                    <a:pt x="4028" y="14593"/>
                  </a:lnTo>
                  <a:lnTo>
                    <a:pt x="4051" y="13231"/>
                  </a:lnTo>
                  <a:lnTo>
                    <a:pt x="4906" y="14609"/>
                  </a:lnTo>
                  <a:lnTo>
                    <a:pt x="8394" y="13137"/>
                  </a:lnTo>
                  <a:lnTo>
                    <a:pt x="5544" y="6482"/>
                  </a:lnTo>
                  <a:lnTo>
                    <a:pt x="13676" y="2545"/>
                  </a:lnTo>
                  <a:lnTo>
                    <a:pt x="19530" y="2907"/>
                  </a:lnTo>
                  <a:lnTo>
                    <a:pt x="18583" y="89"/>
                  </a:lnTo>
                  <a:lnTo>
                    <a:pt x="2017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h1182"/>
            <p:cNvSpPr/>
            <p:nvPr/>
          </p:nvSpPr>
          <p:spPr>
            <a:xfrm>
              <a:off x="2369028" y="2192272"/>
              <a:ext cx="18602" cy="21546"/>
            </a:xfrm>
            <a:custGeom>
              <a:avLst/>
              <a:pathLst>
                <a:path w="18602" h="21546">
                  <a:moveTo>
                    <a:pt x="3214" y="3185"/>
                  </a:moveTo>
                  <a:lnTo>
                    <a:pt x="4009" y="1889"/>
                  </a:lnTo>
                  <a:lnTo>
                    <a:pt x="11045" y="1901"/>
                  </a:lnTo>
                  <a:lnTo>
                    <a:pt x="16731" y="3881"/>
                  </a:lnTo>
                  <a:lnTo>
                    <a:pt x="17035" y="4905"/>
                  </a:lnTo>
                  <a:lnTo>
                    <a:pt x="15375" y="5656"/>
                  </a:lnTo>
                  <a:lnTo>
                    <a:pt x="15214" y="6762"/>
                  </a:lnTo>
                  <a:lnTo>
                    <a:pt x="18552" y="9181"/>
                  </a:lnTo>
                  <a:lnTo>
                    <a:pt x="18602" y="11793"/>
                  </a:lnTo>
                  <a:lnTo>
                    <a:pt x="17359" y="14049"/>
                  </a:lnTo>
                  <a:lnTo>
                    <a:pt x="13553" y="17491"/>
                  </a:lnTo>
                  <a:lnTo>
                    <a:pt x="17011" y="19299"/>
                  </a:lnTo>
                  <a:lnTo>
                    <a:pt x="18099" y="20964"/>
                  </a:lnTo>
                  <a:lnTo>
                    <a:pt x="16985" y="21546"/>
                  </a:lnTo>
                  <a:lnTo>
                    <a:pt x="9697" y="19759"/>
                  </a:lnTo>
                  <a:lnTo>
                    <a:pt x="10341" y="17734"/>
                  </a:lnTo>
                  <a:lnTo>
                    <a:pt x="7262" y="17489"/>
                  </a:lnTo>
                  <a:lnTo>
                    <a:pt x="736" y="12955"/>
                  </a:lnTo>
                  <a:lnTo>
                    <a:pt x="367" y="9214"/>
                  </a:lnTo>
                  <a:lnTo>
                    <a:pt x="1307" y="9204"/>
                  </a:lnTo>
                  <a:lnTo>
                    <a:pt x="0" y="3578"/>
                  </a:lnTo>
                  <a:lnTo>
                    <a:pt x="19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h1183"/>
            <p:cNvSpPr/>
            <p:nvPr/>
          </p:nvSpPr>
          <p:spPr>
            <a:xfrm>
              <a:off x="2401102" y="2147524"/>
              <a:ext cx="53207" cy="45627"/>
            </a:xfrm>
            <a:custGeom>
              <a:avLst/>
              <a:pathLst>
                <a:path w="53207" h="45627">
                  <a:moveTo>
                    <a:pt x="40725" y="1340"/>
                  </a:moveTo>
                  <a:lnTo>
                    <a:pt x="40891" y="7432"/>
                  </a:lnTo>
                  <a:lnTo>
                    <a:pt x="44610" y="7327"/>
                  </a:lnTo>
                  <a:lnTo>
                    <a:pt x="47565" y="9667"/>
                  </a:lnTo>
                  <a:lnTo>
                    <a:pt x="53207" y="17320"/>
                  </a:lnTo>
                  <a:lnTo>
                    <a:pt x="42692" y="18015"/>
                  </a:lnTo>
                  <a:lnTo>
                    <a:pt x="41261" y="18365"/>
                  </a:lnTo>
                  <a:lnTo>
                    <a:pt x="39219" y="20692"/>
                  </a:lnTo>
                  <a:lnTo>
                    <a:pt x="44270" y="30001"/>
                  </a:lnTo>
                  <a:lnTo>
                    <a:pt x="48522" y="38201"/>
                  </a:lnTo>
                  <a:lnTo>
                    <a:pt x="46906" y="39632"/>
                  </a:lnTo>
                  <a:lnTo>
                    <a:pt x="46856" y="40961"/>
                  </a:lnTo>
                  <a:lnTo>
                    <a:pt x="37381" y="45627"/>
                  </a:lnTo>
                  <a:lnTo>
                    <a:pt x="33553" y="41351"/>
                  </a:lnTo>
                  <a:lnTo>
                    <a:pt x="31820" y="37838"/>
                  </a:lnTo>
                  <a:lnTo>
                    <a:pt x="22612" y="32288"/>
                  </a:lnTo>
                  <a:lnTo>
                    <a:pt x="18247" y="30864"/>
                  </a:lnTo>
                  <a:lnTo>
                    <a:pt x="18313" y="30229"/>
                  </a:lnTo>
                  <a:lnTo>
                    <a:pt x="16716" y="27549"/>
                  </a:lnTo>
                  <a:lnTo>
                    <a:pt x="9388" y="27570"/>
                  </a:lnTo>
                  <a:lnTo>
                    <a:pt x="8780" y="28150"/>
                  </a:lnTo>
                  <a:lnTo>
                    <a:pt x="5682" y="24013"/>
                  </a:lnTo>
                  <a:lnTo>
                    <a:pt x="5771" y="19472"/>
                  </a:lnTo>
                  <a:lnTo>
                    <a:pt x="2200" y="11577"/>
                  </a:lnTo>
                  <a:lnTo>
                    <a:pt x="229" y="10588"/>
                  </a:lnTo>
                  <a:lnTo>
                    <a:pt x="0" y="6278"/>
                  </a:lnTo>
                  <a:lnTo>
                    <a:pt x="2480" y="6884"/>
                  </a:lnTo>
                  <a:lnTo>
                    <a:pt x="4490" y="6590"/>
                  </a:lnTo>
                  <a:lnTo>
                    <a:pt x="5291" y="7642"/>
                  </a:lnTo>
                  <a:lnTo>
                    <a:pt x="9769" y="9128"/>
                  </a:lnTo>
                  <a:lnTo>
                    <a:pt x="11824" y="11576"/>
                  </a:lnTo>
                  <a:lnTo>
                    <a:pt x="15164" y="11470"/>
                  </a:lnTo>
                  <a:lnTo>
                    <a:pt x="22108" y="8957"/>
                  </a:lnTo>
                  <a:lnTo>
                    <a:pt x="25143" y="8588"/>
                  </a:lnTo>
                  <a:lnTo>
                    <a:pt x="3568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h1184"/>
            <p:cNvSpPr/>
            <p:nvPr/>
          </p:nvSpPr>
          <p:spPr>
            <a:xfrm>
              <a:off x="2350628" y="2179384"/>
              <a:ext cx="7610" cy="11673"/>
            </a:xfrm>
            <a:custGeom>
              <a:avLst/>
              <a:pathLst>
                <a:path w="7610" h="11673">
                  <a:moveTo>
                    <a:pt x="7610" y="783"/>
                  </a:moveTo>
                  <a:lnTo>
                    <a:pt x="6424" y="7357"/>
                  </a:lnTo>
                  <a:lnTo>
                    <a:pt x="3941" y="11673"/>
                  </a:lnTo>
                  <a:lnTo>
                    <a:pt x="1866" y="11416"/>
                  </a:lnTo>
                  <a:lnTo>
                    <a:pt x="1669" y="11150"/>
                  </a:lnTo>
                  <a:lnTo>
                    <a:pt x="1457" y="9110"/>
                  </a:lnTo>
                  <a:lnTo>
                    <a:pt x="0" y="7326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h1185"/>
            <p:cNvSpPr/>
            <p:nvPr/>
          </p:nvSpPr>
          <p:spPr>
            <a:xfrm>
              <a:off x="2310302" y="2266940"/>
              <a:ext cx="107459" cy="118591"/>
            </a:xfrm>
            <a:custGeom>
              <a:avLst/>
              <a:pathLst>
                <a:path w="107459" h="118591">
                  <a:moveTo>
                    <a:pt x="38000" y="2705"/>
                  </a:moveTo>
                  <a:lnTo>
                    <a:pt x="53264" y="7877"/>
                  </a:lnTo>
                  <a:lnTo>
                    <a:pt x="54268" y="9717"/>
                  </a:lnTo>
                  <a:lnTo>
                    <a:pt x="57014" y="11844"/>
                  </a:lnTo>
                  <a:lnTo>
                    <a:pt x="61846" y="14403"/>
                  </a:lnTo>
                  <a:lnTo>
                    <a:pt x="59855" y="16897"/>
                  </a:lnTo>
                  <a:lnTo>
                    <a:pt x="65322" y="23626"/>
                  </a:lnTo>
                  <a:lnTo>
                    <a:pt x="69484" y="27372"/>
                  </a:lnTo>
                  <a:lnTo>
                    <a:pt x="72172" y="28187"/>
                  </a:lnTo>
                  <a:lnTo>
                    <a:pt x="75550" y="36403"/>
                  </a:lnTo>
                  <a:lnTo>
                    <a:pt x="80767" y="40276"/>
                  </a:lnTo>
                  <a:lnTo>
                    <a:pt x="82552" y="42760"/>
                  </a:lnTo>
                  <a:lnTo>
                    <a:pt x="90756" y="40963"/>
                  </a:lnTo>
                  <a:lnTo>
                    <a:pt x="93141" y="43750"/>
                  </a:lnTo>
                  <a:lnTo>
                    <a:pt x="95197" y="46240"/>
                  </a:lnTo>
                  <a:lnTo>
                    <a:pt x="95810" y="49382"/>
                  </a:lnTo>
                  <a:lnTo>
                    <a:pt x="93204" y="53460"/>
                  </a:lnTo>
                  <a:lnTo>
                    <a:pt x="94536" y="56452"/>
                  </a:lnTo>
                  <a:lnTo>
                    <a:pt x="94412" y="57704"/>
                  </a:lnTo>
                  <a:lnTo>
                    <a:pt x="90348" y="61606"/>
                  </a:lnTo>
                  <a:lnTo>
                    <a:pt x="104631" y="74718"/>
                  </a:lnTo>
                  <a:lnTo>
                    <a:pt x="107459" y="81067"/>
                  </a:lnTo>
                  <a:lnTo>
                    <a:pt x="103837" y="85616"/>
                  </a:lnTo>
                  <a:lnTo>
                    <a:pt x="103481" y="87745"/>
                  </a:lnTo>
                  <a:lnTo>
                    <a:pt x="106129" y="88681"/>
                  </a:lnTo>
                  <a:lnTo>
                    <a:pt x="100044" y="93660"/>
                  </a:lnTo>
                  <a:lnTo>
                    <a:pt x="91057" y="93182"/>
                  </a:lnTo>
                  <a:lnTo>
                    <a:pt x="80501" y="94813"/>
                  </a:lnTo>
                  <a:lnTo>
                    <a:pt x="83284" y="106511"/>
                  </a:lnTo>
                  <a:lnTo>
                    <a:pt x="82636" y="111752"/>
                  </a:lnTo>
                  <a:lnTo>
                    <a:pt x="79105" y="113047"/>
                  </a:lnTo>
                  <a:lnTo>
                    <a:pt x="78098" y="111753"/>
                  </a:lnTo>
                  <a:lnTo>
                    <a:pt x="73940" y="113168"/>
                  </a:lnTo>
                  <a:lnTo>
                    <a:pt x="71753" y="115106"/>
                  </a:lnTo>
                  <a:lnTo>
                    <a:pt x="71734" y="117245"/>
                  </a:lnTo>
                  <a:lnTo>
                    <a:pt x="70347" y="117390"/>
                  </a:lnTo>
                  <a:lnTo>
                    <a:pt x="70337" y="114859"/>
                  </a:lnTo>
                  <a:lnTo>
                    <a:pt x="62613" y="111030"/>
                  </a:lnTo>
                  <a:lnTo>
                    <a:pt x="60935" y="118591"/>
                  </a:lnTo>
                  <a:lnTo>
                    <a:pt x="56303" y="111362"/>
                  </a:lnTo>
                  <a:lnTo>
                    <a:pt x="52710" y="111911"/>
                  </a:lnTo>
                  <a:lnTo>
                    <a:pt x="46416" y="104815"/>
                  </a:lnTo>
                  <a:lnTo>
                    <a:pt x="43332" y="96784"/>
                  </a:lnTo>
                  <a:lnTo>
                    <a:pt x="41791" y="96909"/>
                  </a:lnTo>
                  <a:lnTo>
                    <a:pt x="42128" y="98934"/>
                  </a:lnTo>
                  <a:lnTo>
                    <a:pt x="36471" y="100389"/>
                  </a:lnTo>
                  <a:lnTo>
                    <a:pt x="35539" y="94881"/>
                  </a:lnTo>
                  <a:lnTo>
                    <a:pt x="30387" y="97028"/>
                  </a:lnTo>
                  <a:lnTo>
                    <a:pt x="24787" y="101538"/>
                  </a:lnTo>
                  <a:lnTo>
                    <a:pt x="12966" y="90921"/>
                  </a:lnTo>
                  <a:lnTo>
                    <a:pt x="9614" y="94647"/>
                  </a:lnTo>
                  <a:lnTo>
                    <a:pt x="3249" y="83316"/>
                  </a:lnTo>
                  <a:lnTo>
                    <a:pt x="2606" y="78547"/>
                  </a:lnTo>
                  <a:lnTo>
                    <a:pt x="3376" y="60171"/>
                  </a:lnTo>
                  <a:lnTo>
                    <a:pt x="0" y="51470"/>
                  </a:lnTo>
                  <a:lnTo>
                    <a:pt x="128" y="50185"/>
                  </a:lnTo>
                  <a:lnTo>
                    <a:pt x="10744" y="40139"/>
                  </a:lnTo>
                  <a:lnTo>
                    <a:pt x="472" y="30950"/>
                  </a:lnTo>
                  <a:lnTo>
                    <a:pt x="2155" y="12316"/>
                  </a:lnTo>
                  <a:lnTo>
                    <a:pt x="2296" y="10887"/>
                  </a:lnTo>
                  <a:lnTo>
                    <a:pt x="12422" y="2330"/>
                  </a:lnTo>
                  <a:lnTo>
                    <a:pt x="2505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h1186"/>
            <p:cNvSpPr/>
            <p:nvPr/>
          </p:nvSpPr>
          <p:spPr>
            <a:xfrm>
              <a:off x="2400660" y="2177754"/>
              <a:ext cx="34257" cy="35694"/>
            </a:xfrm>
            <a:custGeom>
              <a:avLst/>
              <a:pathLst>
                <a:path w="34257" h="35694">
                  <a:moveTo>
                    <a:pt x="18689" y="635"/>
                  </a:moveTo>
                  <a:lnTo>
                    <a:pt x="23055" y="2058"/>
                  </a:lnTo>
                  <a:lnTo>
                    <a:pt x="32262" y="7609"/>
                  </a:lnTo>
                  <a:lnTo>
                    <a:pt x="29199" y="10865"/>
                  </a:lnTo>
                  <a:lnTo>
                    <a:pt x="29091" y="12659"/>
                  </a:lnTo>
                  <a:lnTo>
                    <a:pt x="32801" y="18764"/>
                  </a:lnTo>
                  <a:lnTo>
                    <a:pt x="31897" y="23398"/>
                  </a:lnTo>
                  <a:lnTo>
                    <a:pt x="34257" y="25307"/>
                  </a:lnTo>
                  <a:lnTo>
                    <a:pt x="28378" y="31966"/>
                  </a:lnTo>
                  <a:lnTo>
                    <a:pt x="24000" y="30853"/>
                  </a:lnTo>
                  <a:lnTo>
                    <a:pt x="23152" y="35694"/>
                  </a:lnTo>
                  <a:lnTo>
                    <a:pt x="19663" y="32202"/>
                  </a:lnTo>
                  <a:lnTo>
                    <a:pt x="16484" y="30555"/>
                  </a:lnTo>
                  <a:lnTo>
                    <a:pt x="14857" y="30764"/>
                  </a:lnTo>
                  <a:lnTo>
                    <a:pt x="10596" y="29607"/>
                  </a:lnTo>
                  <a:lnTo>
                    <a:pt x="8311" y="26492"/>
                  </a:lnTo>
                  <a:lnTo>
                    <a:pt x="9399" y="25504"/>
                  </a:lnTo>
                  <a:lnTo>
                    <a:pt x="8468" y="23052"/>
                  </a:lnTo>
                  <a:lnTo>
                    <a:pt x="5156" y="20611"/>
                  </a:lnTo>
                  <a:lnTo>
                    <a:pt x="1075" y="18989"/>
                  </a:lnTo>
                  <a:lnTo>
                    <a:pt x="0" y="12244"/>
                  </a:lnTo>
                  <a:lnTo>
                    <a:pt x="3679" y="12622"/>
                  </a:lnTo>
                  <a:lnTo>
                    <a:pt x="1875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h1187"/>
            <p:cNvSpPr/>
            <p:nvPr/>
          </p:nvSpPr>
          <p:spPr>
            <a:xfrm>
              <a:off x="2386243" y="2068731"/>
              <a:ext cx="44827" cy="63693"/>
            </a:xfrm>
            <a:custGeom>
              <a:avLst/>
              <a:pathLst>
                <a:path w="44827" h="63693">
                  <a:moveTo>
                    <a:pt x="41013" y="803"/>
                  </a:moveTo>
                  <a:lnTo>
                    <a:pt x="44715" y="1647"/>
                  </a:lnTo>
                  <a:lnTo>
                    <a:pt x="41061" y="8079"/>
                  </a:lnTo>
                  <a:lnTo>
                    <a:pt x="44369" y="10129"/>
                  </a:lnTo>
                  <a:lnTo>
                    <a:pt x="42153" y="13881"/>
                  </a:lnTo>
                  <a:lnTo>
                    <a:pt x="40253" y="15273"/>
                  </a:lnTo>
                  <a:lnTo>
                    <a:pt x="37464" y="21004"/>
                  </a:lnTo>
                  <a:lnTo>
                    <a:pt x="34375" y="19809"/>
                  </a:lnTo>
                  <a:lnTo>
                    <a:pt x="31994" y="26278"/>
                  </a:lnTo>
                  <a:lnTo>
                    <a:pt x="39228" y="28407"/>
                  </a:lnTo>
                  <a:lnTo>
                    <a:pt x="42177" y="37131"/>
                  </a:lnTo>
                  <a:lnTo>
                    <a:pt x="43447" y="35375"/>
                  </a:lnTo>
                  <a:lnTo>
                    <a:pt x="44827" y="35961"/>
                  </a:lnTo>
                  <a:lnTo>
                    <a:pt x="44284" y="39316"/>
                  </a:lnTo>
                  <a:lnTo>
                    <a:pt x="41688" y="40496"/>
                  </a:lnTo>
                  <a:lnTo>
                    <a:pt x="40070" y="57194"/>
                  </a:lnTo>
                  <a:lnTo>
                    <a:pt x="40518" y="59133"/>
                  </a:lnTo>
                  <a:lnTo>
                    <a:pt x="36195" y="62560"/>
                  </a:lnTo>
                  <a:lnTo>
                    <a:pt x="32977" y="63252"/>
                  </a:lnTo>
                  <a:lnTo>
                    <a:pt x="21702" y="63693"/>
                  </a:lnTo>
                  <a:lnTo>
                    <a:pt x="18938" y="62618"/>
                  </a:lnTo>
                  <a:lnTo>
                    <a:pt x="14057" y="61830"/>
                  </a:lnTo>
                  <a:lnTo>
                    <a:pt x="12392" y="59027"/>
                  </a:lnTo>
                  <a:lnTo>
                    <a:pt x="13219" y="55610"/>
                  </a:lnTo>
                  <a:lnTo>
                    <a:pt x="7211" y="52349"/>
                  </a:lnTo>
                  <a:lnTo>
                    <a:pt x="7110" y="50986"/>
                  </a:lnTo>
                  <a:lnTo>
                    <a:pt x="8889" y="47737"/>
                  </a:lnTo>
                  <a:lnTo>
                    <a:pt x="9368" y="44293"/>
                  </a:lnTo>
                  <a:lnTo>
                    <a:pt x="6893" y="38862"/>
                  </a:lnTo>
                  <a:lnTo>
                    <a:pt x="0" y="33288"/>
                  </a:lnTo>
                  <a:lnTo>
                    <a:pt x="6790" y="28682"/>
                  </a:lnTo>
                  <a:lnTo>
                    <a:pt x="5029" y="25894"/>
                  </a:lnTo>
                  <a:lnTo>
                    <a:pt x="1165" y="13797"/>
                  </a:lnTo>
                  <a:lnTo>
                    <a:pt x="83" y="11489"/>
                  </a:lnTo>
                  <a:lnTo>
                    <a:pt x="316" y="9088"/>
                  </a:lnTo>
                  <a:lnTo>
                    <a:pt x="1584" y="7759"/>
                  </a:lnTo>
                  <a:lnTo>
                    <a:pt x="3312" y="8931"/>
                  </a:lnTo>
                  <a:lnTo>
                    <a:pt x="7902" y="5467"/>
                  </a:lnTo>
                  <a:lnTo>
                    <a:pt x="8169" y="828"/>
                  </a:lnTo>
                  <a:lnTo>
                    <a:pt x="10112" y="0"/>
                  </a:lnTo>
                  <a:lnTo>
                    <a:pt x="13847" y="7996"/>
                  </a:lnTo>
                  <a:lnTo>
                    <a:pt x="24448" y="3525"/>
                  </a:lnTo>
                  <a:lnTo>
                    <a:pt x="35348" y="2504"/>
                  </a:lnTo>
                  <a:lnTo>
                    <a:pt x="36882" y="126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h1188"/>
            <p:cNvSpPr/>
            <p:nvPr/>
          </p:nvSpPr>
          <p:spPr>
            <a:xfrm>
              <a:off x="2387209" y="2175073"/>
              <a:ext cx="32207" cy="32287"/>
            </a:xfrm>
            <a:custGeom>
              <a:avLst/>
              <a:pathLst>
                <a:path w="32207" h="32287">
                  <a:moveTo>
                    <a:pt x="30609" y="0"/>
                  </a:moveTo>
                  <a:lnTo>
                    <a:pt x="32207" y="2680"/>
                  </a:lnTo>
                  <a:lnTo>
                    <a:pt x="17130" y="15302"/>
                  </a:lnTo>
                  <a:lnTo>
                    <a:pt x="13451" y="14924"/>
                  </a:lnTo>
                  <a:lnTo>
                    <a:pt x="14526" y="21669"/>
                  </a:lnTo>
                  <a:lnTo>
                    <a:pt x="18607" y="23291"/>
                  </a:lnTo>
                  <a:lnTo>
                    <a:pt x="21920" y="25732"/>
                  </a:lnTo>
                  <a:lnTo>
                    <a:pt x="22850" y="28184"/>
                  </a:lnTo>
                  <a:lnTo>
                    <a:pt x="21762" y="29172"/>
                  </a:lnTo>
                  <a:lnTo>
                    <a:pt x="24047" y="32287"/>
                  </a:lnTo>
                  <a:lnTo>
                    <a:pt x="21075" y="31557"/>
                  </a:lnTo>
                  <a:lnTo>
                    <a:pt x="18581" y="31862"/>
                  </a:lnTo>
                  <a:lnTo>
                    <a:pt x="13547" y="30406"/>
                  </a:lnTo>
                  <a:lnTo>
                    <a:pt x="9282" y="25889"/>
                  </a:lnTo>
                  <a:lnTo>
                    <a:pt x="0" y="22674"/>
                  </a:lnTo>
                  <a:lnTo>
                    <a:pt x="1195" y="19283"/>
                  </a:lnTo>
                  <a:lnTo>
                    <a:pt x="3735" y="16759"/>
                  </a:lnTo>
                  <a:lnTo>
                    <a:pt x="4532" y="12972"/>
                  </a:lnTo>
                  <a:lnTo>
                    <a:pt x="4092" y="12326"/>
                  </a:lnTo>
                  <a:lnTo>
                    <a:pt x="11313" y="11995"/>
                  </a:lnTo>
                  <a:lnTo>
                    <a:pt x="16315" y="13684"/>
                  </a:lnTo>
                  <a:lnTo>
                    <a:pt x="19226" y="11129"/>
                  </a:lnTo>
                  <a:lnTo>
                    <a:pt x="23830" y="2950"/>
                  </a:lnTo>
                  <a:lnTo>
                    <a:pt x="22674" y="601"/>
                  </a:lnTo>
                  <a:lnTo>
                    <a:pt x="23282" y="2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h1189"/>
            <p:cNvSpPr/>
            <p:nvPr/>
          </p:nvSpPr>
          <p:spPr>
            <a:xfrm>
              <a:off x="2440322" y="2164845"/>
              <a:ext cx="22580" cy="12680"/>
            </a:xfrm>
            <a:custGeom>
              <a:avLst/>
              <a:pathLst>
                <a:path w="22580" h="12680">
                  <a:moveTo>
                    <a:pt x="22580" y="363"/>
                  </a:moveTo>
                  <a:lnTo>
                    <a:pt x="21887" y="11039"/>
                  </a:lnTo>
                  <a:lnTo>
                    <a:pt x="17701" y="12625"/>
                  </a:lnTo>
                  <a:lnTo>
                    <a:pt x="5050" y="12680"/>
                  </a:lnTo>
                  <a:lnTo>
                    <a:pt x="0" y="3371"/>
                  </a:lnTo>
                  <a:lnTo>
                    <a:pt x="2041" y="1044"/>
                  </a:lnTo>
                  <a:lnTo>
                    <a:pt x="3473" y="694"/>
                  </a:lnTo>
                  <a:lnTo>
                    <a:pt x="1398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h1190"/>
            <p:cNvSpPr/>
            <p:nvPr/>
          </p:nvSpPr>
          <p:spPr>
            <a:xfrm>
              <a:off x="2385383" y="2158113"/>
              <a:ext cx="25655" cy="30644"/>
            </a:xfrm>
            <a:custGeom>
              <a:avLst/>
              <a:pathLst>
                <a:path w="25655" h="30644">
                  <a:moveTo>
                    <a:pt x="15948" y="0"/>
                  </a:moveTo>
                  <a:lnTo>
                    <a:pt x="17920" y="989"/>
                  </a:lnTo>
                  <a:lnTo>
                    <a:pt x="21490" y="8884"/>
                  </a:lnTo>
                  <a:lnTo>
                    <a:pt x="21402" y="13424"/>
                  </a:lnTo>
                  <a:lnTo>
                    <a:pt x="24499" y="17561"/>
                  </a:lnTo>
                  <a:lnTo>
                    <a:pt x="25655" y="19910"/>
                  </a:lnTo>
                  <a:lnTo>
                    <a:pt x="21052" y="28089"/>
                  </a:lnTo>
                  <a:lnTo>
                    <a:pt x="18141" y="30644"/>
                  </a:lnTo>
                  <a:lnTo>
                    <a:pt x="13138" y="28956"/>
                  </a:lnTo>
                  <a:lnTo>
                    <a:pt x="5917" y="29286"/>
                  </a:lnTo>
                  <a:lnTo>
                    <a:pt x="3818" y="25266"/>
                  </a:lnTo>
                  <a:lnTo>
                    <a:pt x="4070" y="24725"/>
                  </a:lnTo>
                  <a:lnTo>
                    <a:pt x="4813" y="25592"/>
                  </a:lnTo>
                  <a:lnTo>
                    <a:pt x="7227" y="23752"/>
                  </a:lnTo>
                  <a:lnTo>
                    <a:pt x="4394" y="17231"/>
                  </a:lnTo>
                  <a:lnTo>
                    <a:pt x="1545" y="20002"/>
                  </a:lnTo>
                  <a:lnTo>
                    <a:pt x="0" y="15072"/>
                  </a:lnTo>
                  <a:lnTo>
                    <a:pt x="4620" y="12100"/>
                  </a:lnTo>
                  <a:lnTo>
                    <a:pt x="1348" y="5640"/>
                  </a:lnTo>
                  <a:lnTo>
                    <a:pt x="10038" y="137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h1191"/>
            <p:cNvSpPr/>
            <p:nvPr/>
          </p:nvSpPr>
          <p:spPr>
            <a:xfrm>
              <a:off x="2404115" y="2277314"/>
              <a:ext cx="87036" cy="71800"/>
            </a:xfrm>
            <a:custGeom>
              <a:avLst/>
              <a:pathLst>
                <a:path w="87036" h="71800">
                  <a:moveTo>
                    <a:pt x="69949" y="5304"/>
                  </a:moveTo>
                  <a:lnTo>
                    <a:pt x="84469" y="6975"/>
                  </a:lnTo>
                  <a:lnTo>
                    <a:pt x="84048" y="9029"/>
                  </a:lnTo>
                  <a:lnTo>
                    <a:pt x="82571" y="8933"/>
                  </a:lnTo>
                  <a:lnTo>
                    <a:pt x="82070" y="12614"/>
                  </a:lnTo>
                  <a:lnTo>
                    <a:pt x="85100" y="12843"/>
                  </a:lnTo>
                  <a:lnTo>
                    <a:pt x="85866" y="12138"/>
                  </a:lnTo>
                  <a:lnTo>
                    <a:pt x="86741" y="13893"/>
                  </a:lnTo>
                  <a:lnTo>
                    <a:pt x="84427" y="16334"/>
                  </a:lnTo>
                  <a:lnTo>
                    <a:pt x="87036" y="27649"/>
                  </a:lnTo>
                  <a:lnTo>
                    <a:pt x="82168" y="33905"/>
                  </a:lnTo>
                  <a:lnTo>
                    <a:pt x="84866" y="44338"/>
                  </a:lnTo>
                  <a:lnTo>
                    <a:pt x="84130" y="43801"/>
                  </a:lnTo>
                  <a:lnTo>
                    <a:pt x="81520" y="44923"/>
                  </a:lnTo>
                  <a:lnTo>
                    <a:pt x="72541" y="41233"/>
                  </a:lnTo>
                  <a:lnTo>
                    <a:pt x="69346" y="43603"/>
                  </a:lnTo>
                  <a:lnTo>
                    <a:pt x="65075" y="45224"/>
                  </a:lnTo>
                  <a:lnTo>
                    <a:pt x="60754" y="49664"/>
                  </a:lnTo>
                  <a:lnTo>
                    <a:pt x="56181" y="50286"/>
                  </a:lnTo>
                  <a:lnTo>
                    <a:pt x="52391" y="53082"/>
                  </a:lnTo>
                  <a:lnTo>
                    <a:pt x="50495" y="56475"/>
                  </a:lnTo>
                  <a:lnTo>
                    <a:pt x="50681" y="61002"/>
                  </a:lnTo>
                  <a:lnTo>
                    <a:pt x="45657" y="64441"/>
                  </a:lnTo>
                  <a:lnTo>
                    <a:pt x="44769" y="64821"/>
                  </a:lnTo>
                  <a:lnTo>
                    <a:pt x="42453" y="63432"/>
                  </a:lnTo>
                  <a:lnTo>
                    <a:pt x="38765" y="63438"/>
                  </a:lnTo>
                  <a:lnTo>
                    <a:pt x="28503" y="69150"/>
                  </a:lnTo>
                  <a:lnTo>
                    <a:pt x="25468" y="71800"/>
                  </a:lnTo>
                  <a:lnTo>
                    <a:pt x="21137" y="68038"/>
                  </a:lnTo>
                  <a:lnTo>
                    <a:pt x="16677" y="60601"/>
                  </a:lnTo>
                  <a:lnTo>
                    <a:pt x="16737" y="57656"/>
                  </a:lnTo>
                  <a:lnTo>
                    <a:pt x="13536" y="49497"/>
                  </a:lnTo>
                  <a:lnTo>
                    <a:pt x="7796" y="40043"/>
                  </a:lnTo>
                  <a:lnTo>
                    <a:pt x="11762" y="37316"/>
                  </a:lnTo>
                  <a:lnTo>
                    <a:pt x="8411" y="31146"/>
                  </a:lnTo>
                  <a:lnTo>
                    <a:pt x="2353" y="35923"/>
                  </a:lnTo>
                  <a:lnTo>
                    <a:pt x="656" y="33759"/>
                  </a:lnTo>
                  <a:lnTo>
                    <a:pt x="0" y="31687"/>
                  </a:lnTo>
                  <a:lnTo>
                    <a:pt x="2688" y="29346"/>
                  </a:lnTo>
                  <a:lnTo>
                    <a:pt x="10002" y="26935"/>
                  </a:lnTo>
                  <a:lnTo>
                    <a:pt x="13560" y="23948"/>
                  </a:lnTo>
                  <a:lnTo>
                    <a:pt x="16139" y="19793"/>
                  </a:lnTo>
                  <a:lnTo>
                    <a:pt x="17667" y="19101"/>
                  </a:lnTo>
                  <a:lnTo>
                    <a:pt x="22858" y="19904"/>
                  </a:lnTo>
                  <a:lnTo>
                    <a:pt x="31212" y="24677"/>
                  </a:lnTo>
                  <a:lnTo>
                    <a:pt x="33483" y="24234"/>
                  </a:lnTo>
                  <a:lnTo>
                    <a:pt x="34470" y="22479"/>
                  </a:lnTo>
                  <a:lnTo>
                    <a:pt x="42658" y="18405"/>
                  </a:lnTo>
                  <a:lnTo>
                    <a:pt x="47416" y="19295"/>
                  </a:lnTo>
                  <a:lnTo>
                    <a:pt x="51474" y="17858"/>
                  </a:lnTo>
                  <a:lnTo>
                    <a:pt x="56486" y="20260"/>
                  </a:lnTo>
                  <a:lnTo>
                    <a:pt x="59036" y="19691"/>
                  </a:lnTo>
                  <a:lnTo>
                    <a:pt x="60875" y="16304"/>
                  </a:lnTo>
                  <a:lnTo>
                    <a:pt x="63555" y="16892"/>
                  </a:lnTo>
                  <a:lnTo>
                    <a:pt x="63964" y="13623"/>
                  </a:lnTo>
                  <a:lnTo>
                    <a:pt x="59418" y="12711"/>
                  </a:lnTo>
                  <a:lnTo>
                    <a:pt x="59848" y="8426"/>
                  </a:lnTo>
                  <a:lnTo>
                    <a:pt x="60670" y="8637"/>
                  </a:lnTo>
                  <a:lnTo>
                    <a:pt x="61093" y="5800"/>
                  </a:lnTo>
                  <a:lnTo>
                    <a:pt x="58885" y="5405"/>
                  </a:lnTo>
                  <a:lnTo>
                    <a:pt x="59363" y="2247"/>
                  </a:lnTo>
                  <a:lnTo>
                    <a:pt x="61189" y="2282"/>
                  </a:lnTo>
                  <a:lnTo>
                    <a:pt x="60909" y="3959"/>
                  </a:lnTo>
                  <a:lnTo>
                    <a:pt x="62280" y="4088"/>
                  </a:lnTo>
                  <a:lnTo>
                    <a:pt x="63889" y="2568"/>
                  </a:lnTo>
                  <a:lnTo>
                    <a:pt x="64281" y="0"/>
                  </a:lnTo>
                  <a:lnTo>
                    <a:pt x="70099" y="775"/>
                  </a:lnTo>
                  <a:close/>
                  <a:moveTo>
                    <a:pt x="24025" y="38108"/>
                  </a:moveTo>
                  <a:lnTo>
                    <a:pt x="35505" y="38230"/>
                  </a:lnTo>
                  <a:lnTo>
                    <a:pt x="37596" y="37220"/>
                  </a:lnTo>
                  <a:lnTo>
                    <a:pt x="37428" y="26983"/>
                  </a:lnTo>
                  <a:lnTo>
                    <a:pt x="24859" y="26718"/>
                  </a:lnTo>
                  <a:lnTo>
                    <a:pt x="23756" y="349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h1192"/>
            <p:cNvSpPr/>
            <p:nvPr/>
          </p:nvSpPr>
          <p:spPr>
            <a:xfrm>
              <a:off x="2363081" y="2466419"/>
              <a:ext cx="48053" cy="40485"/>
            </a:xfrm>
            <a:custGeom>
              <a:avLst/>
              <a:pathLst>
                <a:path w="48053" h="40485">
                  <a:moveTo>
                    <a:pt x="25963" y="690"/>
                  </a:moveTo>
                  <a:lnTo>
                    <a:pt x="27423" y="2448"/>
                  </a:lnTo>
                  <a:lnTo>
                    <a:pt x="35116" y="5243"/>
                  </a:lnTo>
                  <a:lnTo>
                    <a:pt x="36939" y="1349"/>
                  </a:lnTo>
                  <a:lnTo>
                    <a:pt x="40021" y="3815"/>
                  </a:lnTo>
                  <a:lnTo>
                    <a:pt x="41000" y="6926"/>
                  </a:lnTo>
                  <a:lnTo>
                    <a:pt x="44950" y="8676"/>
                  </a:lnTo>
                  <a:lnTo>
                    <a:pt x="48053" y="22657"/>
                  </a:lnTo>
                  <a:lnTo>
                    <a:pt x="41310" y="21187"/>
                  </a:lnTo>
                  <a:lnTo>
                    <a:pt x="30580" y="20932"/>
                  </a:lnTo>
                  <a:lnTo>
                    <a:pt x="23569" y="27710"/>
                  </a:lnTo>
                  <a:lnTo>
                    <a:pt x="30966" y="31599"/>
                  </a:lnTo>
                  <a:lnTo>
                    <a:pt x="28254" y="40485"/>
                  </a:lnTo>
                  <a:lnTo>
                    <a:pt x="14559" y="38409"/>
                  </a:lnTo>
                  <a:lnTo>
                    <a:pt x="16877" y="31647"/>
                  </a:lnTo>
                  <a:lnTo>
                    <a:pt x="15569" y="31304"/>
                  </a:lnTo>
                  <a:lnTo>
                    <a:pt x="15375" y="32757"/>
                  </a:lnTo>
                  <a:lnTo>
                    <a:pt x="8960" y="31357"/>
                  </a:lnTo>
                  <a:lnTo>
                    <a:pt x="5975" y="37268"/>
                  </a:lnTo>
                  <a:lnTo>
                    <a:pt x="3185" y="37521"/>
                  </a:lnTo>
                  <a:lnTo>
                    <a:pt x="2071" y="33677"/>
                  </a:lnTo>
                  <a:lnTo>
                    <a:pt x="2471" y="25566"/>
                  </a:lnTo>
                  <a:lnTo>
                    <a:pt x="0" y="21702"/>
                  </a:lnTo>
                  <a:lnTo>
                    <a:pt x="3580" y="16656"/>
                  </a:lnTo>
                  <a:lnTo>
                    <a:pt x="3984" y="9593"/>
                  </a:lnTo>
                  <a:lnTo>
                    <a:pt x="6391" y="10128"/>
                  </a:lnTo>
                  <a:lnTo>
                    <a:pt x="6690" y="4810"/>
                  </a:lnTo>
                  <a:lnTo>
                    <a:pt x="7570" y="1860"/>
                  </a:lnTo>
                  <a:lnTo>
                    <a:pt x="11586" y="2078"/>
                  </a:lnTo>
                  <a:lnTo>
                    <a:pt x="13661" y="3182"/>
                  </a:lnTo>
                  <a:lnTo>
                    <a:pt x="18351" y="2260"/>
                  </a:lnTo>
                  <a:lnTo>
                    <a:pt x="23413" y="3634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h1193"/>
            <p:cNvSpPr/>
            <p:nvPr/>
          </p:nvSpPr>
          <p:spPr>
            <a:xfrm>
              <a:off x="2363566" y="2264761"/>
              <a:ext cx="43237" cy="45929"/>
            </a:xfrm>
            <a:custGeom>
              <a:avLst/>
              <a:pathLst>
                <a:path w="43237" h="45929">
                  <a:moveTo>
                    <a:pt x="13066" y="0"/>
                  </a:moveTo>
                  <a:lnTo>
                    <a:pt x="17360" y="5383"/>
                  </a:lnTo>
                  <a:lnTo>
                    <a:pt x="19027" y="7953"/>
                  </a:lnTo>
                  <a:lnTo>
                    <a:pt x="18954" y="9327"/>
                  </a:lnTo>
                  <a:lnTo>
                    <a:pt x="24119" y="16698"/>
                  </a:lnTo>
                  <a:lnTo>
                    <a:pt x="29119" y="18675"/>
                  </a:lnTo>
                  <a:lnTo>
                    <a:pt x="30414" y="22202"/>
                  </a:lnTo>
                  <a:lnTo>
                    <a:pt x="31660" y="23537"/>
                  </a:lnTo>
                  <a:lnTo>
                    <a:pt x="33238" y="24407"/>
                  </a:lnTo>
                  <a:lnTo>
                    <a:pt x="37052" y="24590"/>
                  </a:lnTo>
                  <a:lnTo>
                    <a:pt x="42158" y="41212"/>
                  </a:lnTo>
                  <a:lnTo>
                    <a:pt x="43237" y="41899"/>
                  </a:lnTo>
                  <a:lnTo>
                    <a:pt x="40548" y="44241"/>
                  </a:lnTo>
                  <a:lnTo>
                    <a:pt x="39876" y="45929"/>
                  </a:lnTo>
                  <a:lnTo>
                    <a:pt x="37492" y="43142"/>
                  </a:lnTo>
                  <a:lnTo>
                    <a:pt x="29287" y="44939"/>
                  </a:lnTo>
                  <a:lnTo>
                    <a:pt x="27502" y="42455"/>
                  </a:lnTo>
                  <a:lnTo>
                    <a:pt x="22285" y="38582"/>
                  </a:lnTo>
                  <a:lnTo>
                    <a:pt x="18907" y="30366"/>
                  </a:lnTo>
                  <a:lnTo>
                    <a:pt x="16220" y="29551"/>
                  </a:lnTo>
                  <a:lnTo>
                    <a:pt x="12057" y="25805"/>
                  </a:lnTo>
                  <a:lnTo>
                    <a:pt x="6591" y="19077"/>
                  </a:lnTo>
                  <a:lnTo>
                    <a:pt x="8581" y="16582"/>
                  </a:lnTo>
                  <a:lnTo>
                    <a:pt x="3750" y="14023"/>
                  </a:lnTo>
                  <a:lnTo>
                    <a:pt x="1004" y="11896"/>
                  </a:lnTo>
                  <a:lnTo>
                    <a:pt x="0" y="10056"/>
                  </a:lnTo>
                  <a:lnTo>
                    <a:pt x="648" y="5769"/>
                  </a:lnTo>
                  <a:lnTo>
                    <a:pt x="2854" y="6795"/>
                  </a:lnTo>
                  <a:lnTo>
                    <a:pt x="7613" y="7493"/>
                  </a:lnTo>
                  <a:lnTo>
                    <a:pt x="11039" y="6161"/>
                  </a:lnTo>
                  <a:lnTo>
                    <a:pt x="10489" y="4077"/>
                  </a:lnTo>
                  <a:lnTo>
                    <a:pt x="7423" y="1910"/>
                  </a:lnTo>
                  <a:lnTo>
                    <a:pt x="9427" y="1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h1194"/>
            <p:cNvSpPr/>
            <p:nvPr/>
          </p:nvSpPr>
          <p:spPr>
            <a:xfrm>
              <a:off x="2332072" y="2361822"/>
              <a:ext cx="82671" cy="153578"/>
            </a:xfrm>
            <a:custGeom>
              <a:avLst/>
              <a:pathLst>
                <a:path w="82671" h="153578">
                  <a:moveTo>
                    <a:pt x="14701" y="5507"/>
                  </a:moveTo>
                  <a:lnTo>
                    <a:pt x="20357" y="4052"/>
                  </a:lnTo>
                  <a:lnTo>
                    <a:pt x="20020" y="2027"/>
                  </a:lnTo>
                  <a:lnTo>
                    <a:pt x="21562" y="1902"/>
                  </a:lnTo>
                  <a:lnTo>
                    <a:pt x="24646" y="9933"/>
                  </a:lnTo>
                  <a:lnTo>
                    <a:pt x="30940" y="17029"/>
                  </a:lnTo>
                  <a:lnTo>
                    <a:pt x="34533" y="16480"/>
                  </a:lnTo>
                  <a:lnTo>
                    <a:pt x="39165" y="23709"/>
                  </a:lnTo>
                  <a:lnTo>
                    <a:pt x="40843" y="16148"/>
                  </a:lnTo>
                  <a:lnTo>
                    <a:pt x="48567" y="19977"/>
                  </a:lnTo>
                  <a:lnTo>
                    <a:pt x="48577" y="22508"/>
                  </a:lnTo>
                  <a:lnTo>
                    <a:pt x="47640" y="24238"/>
                  </a:lnTo>
                  <a:lnTo>
                    <a:pt x="45429" y="24274"/>
                  </a:lnTo>
                  <a:lnTo>
                    <a:pt x="46890" y="28635"/>
                  </a:lnTo>
                  <a:lnTo>
                    <a:pt x="51003" y="34836"/>
                  </a:lnTo>
                  <a:lnTo>
                    <a:pt x="48017" y="38060"/>
                  </a:lnTo>
                  <a:lnTo>
                    <a:pt x="48041" y="39571"/>
                  </a:lnTo>
                  <a:lnTo>
                    <a:pt x="52430" y="42536"/>
                  </a:lnTo>
                  <a:lnTo>
                    <a:pt x="50628" y="44855"/>
                  </a:lnTo>
                  <a:lnTo>
                    <a:pt x="56949" y="47170"/>
                  </a:lnTo>
                  <a:lnTo>
                    <a:pt x="55923" y="53674"/>
                  </a:lnTo>
                  <a:lnTo>
                    <a:pt x="56226" y="57066"/>
                  </a:lnTo>
                  <a:lnTo>
                    <a:pt x="58259" y="58763"/>
                  </a:lnTo>
                  <a:lnTo>
                    <a:pt x="62728" y="60875"/>
                  </a:lnTo>
                  <a:lnTo>
                    <a:pt x="67544" y="60496"/>
                  </a:lnTo>
                  <a:lnTo>
                    <a:pt x="66915" y="66176"/>
                  </a:lnTo>
                  <a:lnTo>
                    <a:pt x="66257" y="67281"/>
                  </a:lnTo>
                  <a:lnTo>
                    <a:pt x="73479" y="70528"/>
                  </a:lnTo>
                  <a:lnTo>
                    <a:pt x="75972" y="72750"/>
                  </a:lnTo>
                  <a:lnTo>
                    <a:pt x="75764" y="78710"/>
                  </a:lnTo>
                  <a:lnTo>
                    <a:pt x="79559" y="78953"/>
                  </a:lnTo>
                  <a:lnTo>
                    <a:pt x="82671" y="86259"/>
                  </a:lnTo>
                  <a:lnTo>
                    <a:pt x="79166" y="93265"/>
                  </a:lnTo>
                  <a:lnTo>
                    <a:pt x="74380" y="106196"/>
                  </a:lnTo>
                  <a:lnTo>
                    <a:pt x="75959" y="113273"/>
                  </a:lnTo>
                  <a:lnTo>
                    <a:pt x="72009" y="111523"/>
                  </a:lnTo>
                  <a:lnTo>
                    <a:pt x="71030" y="108413"/>
                  </a:lnTo>
                  <a:lnTo>
                    <a:pt x="67948" y="105947"/>
                  </a:lnTo>
                  <a:lnTo>
                    <a:pt x="66125" y="109840"/>
                  </a:lnTo>
                  <a:lnTo>
                    <a:pt x="58431" y="107045"/>
                  </a:lnTo>
                  <a:lnTo>
                    <a:pt x="56971" y="105287"/>
                  </a:lnTo>
                  <a:lnTo>
                    <a:pt x="52412" y="104597"/>
                  </a:lnTo>
                  <a:lnTo>
                    <a:pt x="54422" y="108232"/>
                  </a:lnTo>
                  <a:lnTo>
                    <a:pt x="49360" y="106857"/>
                  </a:lnTo>
                  <a:lnTo>
                    <a:pt x="44669" y="107779"/>
                  </a:lnTo>
                  <a:lnTo>
                    <a:pt x="42594" y="106676"/>
                  </a:lnTo>
                  <a:lnTo>
                    <a:pt x="38579" y="106458"/>
                  </a:lnTo>
                  <a:lnTo>
                    <a:pt x="37699" y="109408"/>
                  </a:lnTo>
                  <a:lnTo>
                    <a:pt x="37399" y="114725"/>
                  </a:lnTo>
                  <a:lnTo>
                    <a:pt x="34993" y="114190"/>
                  </a:lnTo>
                  <a:lnTo>
                    <a:pt x="34589" y="121253"/>
                  </a:lnTo>
                  <a:lnTo>
                    <a:pt x="31008" y="126299"/>
                  </a:lnTo>
                  <a:lnTo>
                    <a:pt x="33480" y="130163"/>
                  </a:lnTo>
                  <a:lnTo>
                    <a:pt x="33080" y="138275"/>
                  </a:lnTo>
                  <a:lnTo>
                    <a:pt x="34193" y="142118"/>
                  </a:lnTo>
                  <a:lnTo>
                    <a:pt x="29504" y="141431"/>
                  </a:lnTo>
                  <a:lnTo>
                    <a:pt x="30766" y="150489"/>
                  </a:lnTo>
                  <a:lnTo>
                    <a:pt x="35180" y="149651"/>
                  </a:lnTo>
                  <a:lnTo>
                    <a:pt x="34319" y="153578"/>
                  </a:lnTo>
                  <a:lnTo>
                    <a:pt x="18004" y="149993"/>
                  </a:lnTo>
                  <a:lnTo>
                    <a:pt x="17566" y="147658"/>
                  </a:lnTo>
                  <a:lnTo>
                    <a:pt x="20285" y="129516"/>
                  </a:lnTo>
                  <a:lnTo>
                    <a:pt x="13620" y="123092"/>
                  </a:lnTo>
                  <a:lnTo>
                    <a:pt x="16013" y="110304"/>
                  </a:lnTo>
                  <a:lnTo>
                    <a:pt x="19870" y="112265"/>
                  </a:lnTo>
                  <a:lnTo>
                    <a:pt x="19846" y="109697"/>
                  </a:lnTo>
                  <a:lnTo>
                    <a:pt x="18664" y="105713"/>
                  </a:lnTo>
                  <a:lnTo>
                    <a:pt x="16241" y="105521"/>
                  </a:lnTo>
                  <a:lnTo>
                    <a:pt x="16522" y="101187"/>
                  </a:lnTo>
                  <a:lnTo>
                    <a:pt x="17721" y="97754"/>
                  </a:lnTo>
                  <a:lnTo>
                    <a:pt x="21132" y="92545"/>
                  </a:lnTo>
                  <a:lnTo>
                    <a:pt x="20956" y="90264"/>
                  </a:lnTo>
                  <a:lnTo>
                    <a:pt x="18862" y="90674"/>
                  </a:lnTo>
                  <a:lnTo>
                    <a:pt x="15367" y="85594"/>
                  </a:lnTo>
                  <a:lnTo>
                    <a:pt x="15301" y="78176"/>
                  </a:lnTo>
                  <a:lnTo>
                    <a:pt x="11885" y="75974"/>
                  </a:lnTo>
                  <a:lnTo>
                    <a:pt x="12196" y="73357"/>
                  </a:lnTo>
                  <a:lnTo>
                    <a:pt x="9484" y="73066"/>
                  </a:lnTo>
                  <a:lnTo>
                    <a:pt x="10571" y="67564"/>
                  </a:lnTo>
                  <a:lnTo>
                    <a:pt x="9780" y="64119"/>
                  </a:lnTo>
                  <a:lnTo>
                    <a:pt x="8069" y="63874"/>
                  </a:lnTo>
                  <a:lnTo>
                    <a:pt x="10248" y="51237"/>
                  </a:lnTo>
                  <a:lnTo>
                    <a:pt x="12106" y="45784"/>
                  </a:lnTo>
                  <a:lnTo>
                    <a:pt x="10420" y="40206"/>
                  </a:lnTo>
                  <a:lnTo>
                    <a:pt x="12504" y="40200"/>
                  </a:lnTo>
                  <a:lnTo>
                    <a:pt x="12778" y="37639"/>
                  </a:lnTo>
                  <a:lnTo>
                    <a:pt x="2203" y="33697"/>
                  </a:lnTo>
                  <a:lnTo>
                    <a:pt x="4368" y="33170"/>
                  </a:lnTo>
                  <a:lnTo>
                    <a:pt x="5232" y="27725"/>
                  </a:lnTo>
                  <a:lnTo>
                    <a:pt x="0" y="27531"/>
                  </a:lnTo>
                  <a:lnTo>
                    <a:pt x="3469" y="12896"/>
                  </a:lnTo>
                  <a:lnTo>
                    <a:pt x="3016" y="6657"/>
                  </a:lnTo>
                  <a:lnTo>
                    <a:pt x="8617" y="2146"/>
                  </a:lnTo>
                  <a:lnTo>
                    <a:pt x="1376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h1195"/>
            <p:cNvSpPr/>
            <p:nvPr/>
          </p:nvSpPr>
          <p:spPr>
            <a:xfrm>
              <a:off x="2380927" y="2246413"/>
              <a:ext cx="87152" cy="60247"/>
            </a:xfrm>
            <a:custGeom>
              <a:avLst/>
              <a:pathLst>
                <a:path w="87152" h="60247">
                  <a:moveTo>
                    <a:pt x="36984" y="9412"/>
                  </a:moveTo>
                  <a:lnTo>
                    <a:pt x="39112" y="8013"/>
                  </a:lnTo>
                  <a:lnTo>
                    <a:pt x="39865" y="5962"/>
                  </a:lnTo>
                  <a:lnTo>
                    <a:pt x="41829" y="9190"/>
                  </a:lnTo>
                  <a:lnTo>
                    <a:pt x="40577" y="16078"/>
                  </a:lnTo>
                  <a:lnTo>
                    <a:pt x="42155" y="18050"/>
                  </a:lnTo>
                  <a:lnTo>
                    <a:pt x="43808" y="16391"/>
                  </a:lnTo>
                  <a:lnTo>
                    <a:pt x="45537" y="18521"/>
                  </a:lnTo>
                  <a:lnTo>
                    <a:pt x="47704" y="23744"/>
                  </a:lnTo>
                  <a:lnTo>
                    <a:pt x="57976" y="34297"/>
                  </a:lnTo>
                  <a:lnTo>
                    <a:pt x="63862" y="38616"/>
                  </a:lnTo>
                  <a:lnTo>
                    <a:pt x="70519" y="34949"/>
                  </a:lnTo>
                  <a:lnTo>
                    <a:pt x="75162" y="30297"/>
                  </a:lnTo>
                  <a:lnTo>
                    <a:pt x="78678" y="32297"/>
                  </a:lnTo>
                  <a:lnTo>
                    <a:pt x="78041" y="37338"/>
                  </a:lnTo>
                  <a:lnTo>
                    <a:pt x="81923" y="37932"/>
                  </a:lnTo>
                  <a:lnTo>
                    <a:pt x="82073" y="36306"/>
                  </a:lnTo>
                  <a:lnTo>
                    <a:pt x="84281" y="36701"/>
                  </a:lnTo>
                  <a:lnTo>
                    <a:pt x="83858" y="39538"/>
                  </a:lnTo>
                  <a:lnTo>
                    <a:pt x="83036" y="39328"/>
                  </a:lnTo>
                  <a:lnTo>
                    <a:pt x="82606" y="43612"/>
                  </a:lnTo>
                  <a:lnTo>
                    <a:pt x="87152" y="44524"/>
                  </a:lnTo>
                  <a:lnTo>
                    <a:pt x="86743" y="47793"/>
                  </a:lnTo>
                  <a:lnTo>
                    <a:pt x="84063" y="47205"/>
                  </a:lnTo>
                  <a:lnTo>
                    <a:pt x="82224" y="50592"/>
                  </a:lnTo>
                  <a:lnTo>
                    <a:pt x="79674" y="51161"/>
                  </a:lnTo>
                  <a:lnTo>
                    <a:pt x="74662" y="48759"/>
                  </a:lnTo>
                  <a:lnTo>
                    <a:pt x="70604" y="50196"/>
                  </a:lnTo>
                  <a:lnTo>
                    <a:pt x="65846" y="49306"/>
                  </a:lnTo>
                  <a:lnTo>
                    <a:pt x="57658" y="53380"/>
                  </a:lnTo>
                  <a:lnTo>
                    <a:pt x="56671" y="55135"/>
                  </a:lnTo>
                  <a:lnTo>
                    <a:pt x="54400" y="55579"/>
                  </a:lnTo>
                  <a:lnTo>
                    <a:pt x="46046" y="50805"/>
                  </a:lnTo>
                  <a:lnTo>
                    <a:pt x="40855" y="50002"/>
                  </a:lnTo>
                  <a:lnTo>
                    <a:pt x="39327" y="50694"/>
                  </a:lnTo>
                  <a:lnTo>
                    <a:pt x="36748" y="54849"/>
                  </a:lnTo>
                  <a:lnTo>
                    <a:pt x="33190" y="57836"/>
                  </a:lnTo>
                  <a:lnTo>
                    <a:pt x="25876" y="60247"/>
                  </a:lnTo>
                  <a:lnTo>
                    <a:pt x="24798" y="59559"/>
                  </a:lnTo>
                  <a:lnTo>
                    <a:pt x="19691" y="42937"/>
                  </a:lnTo>
                  <a:lnTo>
                    <a:pt x="15877" y="42755"/>
                  </a:lnTo>
                  <a:lnTo>
                    <a:pt x="14299" y="41884"/>
                  </a:lnTo>
                  <a:lnTo>
                    <a:pt x="13054" y="40549"/>
                  </a:lnTo>
                  <a:lnTo>
                    <a:pt x="11758" y="37022"/>
                  </a:lnTo>
                  <a:lnTo>
                    <a:pt x="6758" y="35046"/>
                  </a:lnTo>
                  <a:lnTo>
                    <a:pt x="1593" y="27674"/>
                  </a:lnTo>
                  <a:lnTo>
                    <a:pt x="1667" y="26300"/>
                  </a:lnTo>
                  <a:lnTo>
                    <a:pt x="0" y="23731"/>
                  </a:lnTo>
                  <a:lnTo>
                    <a:pt x="4073" y="19399"/>
                  </a:lnTo>
                  <a:lnTo>
                    <a:pt x="9048" y="21884"/>
                  </a:lnTo>
                  <a:lnTo>
                    <a:pt x="11814" y="23514"/>
                  </a:lnTo>
                  <a:lnTo>
                    <a:pt x="14064" y="22560"/>
                  </a:lnTo>
                  <a:lnTo>
                    <a:pt x="15366" y="20012"/>
                  </a:lnTo>
                  <a:lnTo>
                    <a:pt x="24994" y="15725"/>
                  </a:lnTo>
                  <a:lnTo>
                    <a:pt x="24454" y="5596"/>
                  </a:lnTo>
                  <a:lnTo>
                    <a:pt x="26022" y="4567"/>
                  </a:lnTo>
                  <a:lnTo>
                    <a:pt x="24652" y="1646"/>
                  </a:lnTo>
                  <a:lnTo>
                    <a:pt x="2554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h1196"/>
            <p:cNvSpPr/>
            <p:nvPr/>
          </p:nvSpPr>
          <p:spPr>
            <a:xfrm>
              <a:off x="2322607" y="2093688"/>
              <a:ext cx="27338" cy="33240"/>
            </a:xfrm>
            <a:custGeom>
              <a:avLst/>
              <a:pathLst>
                <a:path w="27338" h="33240">
                  <a:moveTo>
                    <a:pt x="21900" y="4559"/>
                  </a:moveTo>
                  <a:lnTo>
                    <a:pt x="22306" y="9242"/>
                  </a:lnTo>
                  <a:lnTo>
                    <a:pt x="24487" y="8173"/>
                  </a:lnTo>
                  <a:lnTo>
                    <a:pt x="27338" y="14829"/>
                  </a:lnTo>
                  <a:lnTo>
                    <a:pt x="23850" y="16301"/>
                  </a:lnTo>
                  <a:lnTo>
                    <a:pt x="22994" y="14922"/>
                  </a:lnTo>
                  <a:lnTo>
                    <a:pt x="22971" y="16285"/>
                  </a:lnTo>
                  <a:lnTo>
                    <a:pt x="26653" y="22755"/>
                  </a:lnTo>
                  <a:lnTo>
                    <a:pt x="25390" y="24330"/>
                  </a:lnTo>
                  <a:lnTo>
                    <a:pt x="21002" y="26659"/>
                  </a:lnTo>
                  <a:lnTo>
                    <a:pt x="18943" y="31777"/>
                  </a:lnTo>
                  <a:lnTo>
                    <a:pt x="19658" y="32956"/>
                  </a:lnTo>
                  <a:lnTo>
                    <a:pt x="7963" y="33240"/>
                  </a:lnTo>
                  <a:lnTo>
                    <a:pt x="8397" y="25204"/>
                  </a:lnTo>
                  <a:lnTo>
                    <a:pt x="6068" y="20167"/>
                  </a:lnTo>
                  <a:lnTo>
                    <a:pt x="2130" y="14750"/>
                  </a:lnTo>
                  <a:lnTo>
                    <a:pt x="472" y="12103"/>
                  </a:lnTo>
                  <a:lnTo>
                    <a:pt x="0" y="10511"/>
                  </a:lnTo>
                  <a:lnTo>
                    <a:pt x="531" y="11646"/>
                  </a:lnTo>
                  <a:lnTo>
                    <a:pt x="8672" y="3012"/>
                  </a:lnTo>
                  <a:lnTo>
                    <a:pt x="933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h1197"/>
            <p:cNvSpPr/>
            <p:nvPr/>
          </p:nvSpPr>
          <p:spPr>
            <a:xfrm>
              <a:off x="2456713" y="2186235"/>
              <a:ext cx="112689" cy="100416"/>
            </a:xfrm>
            <a:custGeom>
              <a:avLst/>
              <a:pathLst>
                <a:path w="112689" h="100416">
                  <a:moveTo>
                    <a:pt x="20598" y="0"/>
                  </a:moveTo>
                  <a:lnTo>
                    <a:pt x="23308" y="3311"/>
                  </a:lnTo>
                  <a:lnTo>
                    <a:pt x="28632" y="2295"/>
                  </a:lnTo>
                  <a:lnTo>
                    <a:pt x="28870" y="1120"/>
                  </a:lnTo>
                  <a:lnTo>
                    <a:pt x="29332" y="5500"/>
                  </a:lnTo>
                  <a:lnTo>
                    <a:pt x="29535" y="13468"/>
                  </a:lnTo>
                  <a:lnTo>
                    <a:pt x="26600" y="15515"/>
                  </a:lnTo>
                  <a:lnTo>
                    <a:pt x="32690" y="27825"/>
                  </a:lnTo>
                  <a:lnTo>
                    <a:pt x="34581" y="29318"/>
                  </a:lnTo>
                  <a:lnTo>
                    <a:pt x="42490" y="31491"/>
                  </a:lnTo>
                  <a:lnTo>
                    <a:pt x="47326" y="34143"/>
                  </a:lnTo>
                  <a:lnTo>
                    <a:pt x="47912" y="34194"/>
                  </a:lnTo>
                  <a:lnTo>
                    <a:pt x="50800" y="30906"/>
                  </a:lnTo>
                  <a:lnTo>
                    <a:pt x="56845" y="36767"/>
                  </a:lnTo>
                  <a:lnTo>
                    <a:pt x="61822" y="35727"/>
                  </a:lnTo>
                  <a:lnTo>
                    <a:pt x="69170" y="30469"/>
                  </a:lnTo>
                  <a:lnTo>
                    <a:pt x="73212" y="29939"/>
                  </a:lnTo>
                  <a:lnTo>
                    <a:pt x="73754" y="32133"/>
                  </a:lnTo>
                  <a:lnTo>
                    <a:pt x="76253" y="33623"/>
                  </a:lnTo>
                  <a:lnTo>
                    <a:pt x="78611" y="32901"/>
                  </a:lnTo>
                  <a:lnTo>
                    <a:pt x="83205" y="29713"/>
                  </a:lnTo>
                  <a:lnTo>
                    <a:pt x="83062" y="21836"/>
                  </a:lnTo>
                  <a:lnTo>
                    <a:pt x="94828" y="23415"/>
                  </a:lnTo>
                  <a:lnTo>
                    <a:pt x="95399" y="49179"/>
                  </a:lnTo>
                  <a:lnTo>
                    <a:pt x="111421" y="48785"/>
                  </a:lnTo>
                  <a:lnTo>
                    <a:pt x="112689" y="48758"/>
                  </a:lnTo>
                  <a:lnTo>
                    <a:pt x="112646" y="53741"/>
                  </a:lnTo>
                  <a:lnTo>
                    <a:pt x="65888" y="92956"/>
                  </a:lnTo>
                  <a:lnTo>
                    <a:pt x="58413" y="99585"/>
                  </a:lnTo>
                  <a:lnTo>
                    <a:pt x="50769" y="100416"/>
                  </a:lnTo>
                  <a:lnTo>
                    <a:pt x="48916" y="99890"/>
                  </a:lnTo>
                  <a:lnTo>
                    <a:pt x="47262" y="94162"/>
                  </a:lnTo>
                  <a:lnTo>
                    <a:pt x="47676" y="92394"/>
                  </a:lnTo>
                  <a:lnTo>
                    <a:pt x="43511" y="87992"/>
                  </a:lnTo>
                  <a:lnTo>
                    <a:pt x="45435" y="85365"/>
                  </a:lnTo>
                  <a:lnTo>
                    <a:pt x="43077" y="83099"/>
                  </a:lnTo>
                  <a:lnTo>
                    <a:pt x="48506" y="82910"/>
                  </a:lnTo>
                  <a:lnTo>
                    <a:pt x="47786" y="80001"/>
                  </a:lnTo>
                  <a:lnTo>
                    <a:pt x="46950" y="76795"/>
                  </a:lnTo>
                  <a:lnTo>
                    <a:pt x="44661" y="77597"/>
                  </a:lnTo>
                  <a:lnTo>
                    <a:pt x="41833" y="70094"/>
                  </a:lnTo>
                  <a:lnTo>
                    <a:pt x="40683" y="68632"/>
                  </a:lnTo>
                  <a:lnTo>
                    <a:pt x="38423" y="69594"/>
                  </a:lnTo>
                  <a:lnTo>
                    <a:pt x="32476" y="63228"/>
                  </a:lnTo>
                  <a:lnTo>
                    <a:pt x="29913" y="64186"/>
                  </a:lnTo>
                  <a:lnTo>
                    <a:pt x="26356" y="63952"/>
                  </a:lnTo>
                  <a:lnTo>
                    <a:pt x="25497" y="61814"/>
                  </a:lnTo>
                  <a:lnTo>
                    <a:pt x="26342" y="61061"/>
                  </a:lnTo>
                  <a:lnTo>
                    <a:pt x="22479" y="58458"/>
                  </a:lnTo>
                  <a:lnTo>
                    <a:pt x="20395" y="59344"/>
                  </a:lnTo>
                  <a:lnTo>
                    <a:pt x="20269" y="61297"/>
                  </a:lnTo>
                  <a:lnTo>
                    <a:pt x="16883" y="61291"/>
                  </a:lnTo>
                  <a:lnTo>
                    <a:pt x="11697" y="52294"/>
                  </a:lnTo>
                  <a:lnTo>
                    <a:pt x="8479" y="50125"/>
                  </a:lnTo>
                  <a:lnTo>
                    <a:pt x="5150" y="52684"/>
                  </a:lnTo>
                  <a:lnTo>
                    <a:pt x="4476" y="52575"/>
                  </a:lnTo>
                  <a:lnTo>
                    <a:pt x="4133" y="46237"/>
                  </a:lnTo>
                  <a:lnTo>
                    <a:pt x="3484" y="45482"/>
                  </a:lnTo>
                  <a:lnTo>
                    <a:pt x="5271" y="35135"/>
                  </a:lnTo>
                  <a:lnTo>
                    <a:pt x="33" y="27493"/>
                  </a:lnTo>
                  <a:lnTo>
                    <a:pt x="4527" y="24251"/>
                  </a:lnTo>
                  <a:lnTo>
                    <a:pt x="2040" y="20936"/>
                  </a:lnTo>
                  <a:lnTo>
                    <a:pt x="6195" y="18640"/>
                  </a:lnTo>
                  <a:lnTo>
                    <a:pt x="6258" y="17463"/>
                  </a:lnTo>
                  <a:lnTo>
                    <a:pt x="0" y="9568"/>
                  </a:lnTo>
                  <a:lnTo>
                    <a:pt x="4529" y="8426"/>
                  </a:lnTo>
                  <a:lnTo>
                    <a:pt x="10725" y="16042"/>
                  </a:lnTo>
                  <a:lnTo>
                    <a:pt x="19705" y="9298"/>
                  </a:lnTo>
                  <a:lnTo>
                    <a:pt x="19076" y="8842"/>
                  </a:lnTo>
                  <a:lnTo>
                    <a:pt x="18911" y="136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h1198"/>
            <p:cNvSpPr/>
            <p:nvPr/>
          </p:nvSpPr>
          <p:spPr>
            <a:xfrm>
              <a:off x="2337246" y="2131042"/>
              <a:ext cx="69152" cy="64892"/>
            </a:xfrm>
            <a:custGeom>
              <a:avLst/>
              <a:pathLst>
                <a:path w="69152" h="64892">
                  <a:moveTo>
                    <a:pt x="18658" y="4100"/>
                  </a:moveTo>
                  <a:lnTo>
                    <a:pt x="23135" y="5676"/>
                  </a:lnTo>
                  <a:lnTo>
                    <a:pt x="26043" y="8994"/>
                  </a:lnTo>
                  <a:lnTo>
                    <a:pt x="29337" y="14520"/>
                  </a:lnTo>
                  <a:lnTo>
                    <a:pt x="36275" y="15156"/>
                  </a:lnTo>
                  <a:lnTo>
                    <a:pt x="40471" y="12651"/>
                  </a:lnTo>
                  <a:lnTo>
                    <a:pt x="40222" y="7742"/>
                  </a:lnTo>
                  <a:lnTo>
                    <a:pt x="51829" y="9361"/>
                  </a:lnTo>
                  <a:lnTo>
                    <a:pt x="54220" y="10691"/>
                  </a:lnTo>
                  <a:lnTo>
                    <a:pt x="58040" y="16514"/>
                  </a:lnTo>
                  <a:lnTo>
                    <a:pt x="65268" y="18013"/>
                  </a:lnTo>
                  <a:lnTo>
                    <a:pt x="69152" y="17166"/>
                  </a:lnTo>
                  <a:lnTo>
                    <a:pt x="67938" y="21758"/>
                  </a:lnTo>
                  <a:lnTo>
                    <a:pt x="68346" y="23073"/>
                  </a:lnTo>
                  <a:lnTo>
                    <a:pt x="66336" y="23366"/>
                  </a:lnTo>
                  <a:lnTo>
                    <a:pt x="63856" y="22761"/>
                  </a:lnTo>
                  <a:lnTo>
                    <a:pt x="64085" y="27071"/>
                  </a:lnTo>
                  <a:lnTo>
                    <a:pt x="58175" y="28444"/>
                  </a:lnTo>
                  <a:lnTo>
                    <a:pt x="49485" y="32711"/>
                  </a:lnTo>
                  <a:lnTo>
                    <a:pt x="52757" y="39172"/>
                  </a:lnTo>
                  <a:lnTo>
                    <a:pt x="48136" y="42143"/>
                  </a:lnTo>
                  <a:lnTo>
                    <a:pt x="45368" y="45020"/>
                  </a:lnTo>
                  <a:lnTo>
                    <a:pt x="41931" y="42745"/>
                  </a:lnTo>
                  <a:lnTo>
                    <a:pt x="35736" y="44378"/>
                  </a:lnTo>
                  <a:lnTo>
                    <a:pt x="33891" y="47058"/>
                  </a:lnTo>
                  <a:lnTo>
                    <a:pt x="35758" y="49306"/>
                  </a:lnTo>
                  <a:lnTo>
                    <a:pt x="35035" y="55535"/>
                  </a:lnTo>
                  <a:lnTo>
                    <a:pt x="35615" y="57004"/>
                  </a:lnTo>
                  <a:lnTo>
                    <a:pt x="33760" y="61229"/>
                  </a:lnTo>
                  <a:lnTo>
                    <a:pt x="31781" y="64808"/>
                  </a:lnTo>
                  <a:lnTo>
                    <a:pt x="29047" y="64892"/>
                  </a:lnTo>
                  <a:lnTo>
                    <a:pt x="25271" y="55587"/>
                  </a:lnTo>
                  <a:lnTo>
                    <a:pt x="27019" y="53238"/>
                  </a:lnTo>
                  <a:lnTo>
                    <a:pt x="23962" y="49830"/>
                  </a:lnTo>
                  <a:lnTo>
                    <a:pt x="21480" y="50137"/>
                  </a:lnTo>
                  <a:lnTo>
                    <a:pt x="21174" y="49139"/>
                  </a:lnTo>
                  <a:lnTo>
                    <a:pt x="21561" y="48540"/>
                  </a:lnTo>
                  <a:lnTo>
                    <a:pt x="19937" y="44602"/>
                  </a:lnTo>
                  <a:lnTo>
                    <a:pt x="14323" y="39316"/>
                  </a:lnTo>
                  <a:lnTo>
                    <a:pt x="5119" y="33609"/>
                  </a:lnTo>
                  <a:lnTo>
                    <a:pt x="2741" y="34370"/>
                  </a:lnTo>
                  <a:lnTo>
                    <a:pt x="0" y="32554"/>
                  </a:lnTo>
                  <a:lnTo>
                    <a:pt x="4502" y="22139"/>
                  </a:lnTo>
                  <a:lnTo>
                    <a:pt x="6879" y="21890"/>
                  </a:lnTo>
                  <a:lnTo>
                    <a:pt x="12303" y="16264"/>
                  </a:lnTo>
                  <a:lnTo>
                    <a:pt x="11940" y="13709"/>
                  </a:lnTo>
                  <a:lnTo>
                    <a:pt x="9334" y="8591"/>
                  </a:lnTo>
                  <a:lnTo>
                    <a:pt x="9771" y="6372"/>
                  </a:lnTo>
                  <a:lnTo>
                    <a:pt x="8721" y="5941"/>
                  </a:lnTo>
                  <a:lnTo>
                    <a:pt x="11595" y="3214"/>
                  </a:lnTo>
                  <a:lnTo>
                    <a:pt x="12282" y="1078"/>
                  </a:lnTo>
                  <a:lnTo>
                    <a:pt x="13954" y="315"/>
                  </a:lnTo>
                  <a:lnTo>
                    <a:pt x="1808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h1199"/>
            <p:cNvSpPr/>
            <p:nvPr/>
          </p:nvSpPr>
          <p:spPr>
            <a:xfrm>
              <a:off x="2400650" y="2308461"/>
              <a:ext cx="31610" cy="60182"/>
            </a:xfrm>
            <a:custGeom>
              <a:avLst/>
              <a:pathLst>
                <a:path w="31610" h="60182">
                  <a:moveTo>
                    <a:pt x="15227" y="6170"/>
                  </a:moveTo>
                  <a:lnTo>
                    <a:pt x="11262" y="8896"/>
                  </a:lnTo>
                  <a:lnTo>
                    <a:pt x="17001" y="18351"/>
                  </a:lnTo>
                  <a:lnTo>
                    <a:pt x="20202" y="26510"/>
                  </a:lnTo>
                  <a:lnTo>
                    <a:pt x="20142" y="29454"/>
                  </a:lnTo>
                  <a:lnTo>
                    <a:pt x="24602" y="36891"/>
                  </a:lnTo>
                  <a:lnTo>
                    <a:pt x="28933" y="40654"/>
                  </a:lnTo>
                  <a:lnTo>
                    <a:pt x="30499" y="48987"/>
                  </a:lnTo>
                  <a:lnTo>
                    <a:pt x="31610" y="53914"/>
                  </a:lnTo>
                  <a:lnTo>
                    <a:pt x="28373" y="57898"/>
                  </a:lnTo>
                  <a:lnTo>
                    <a:pt x="28037" y="59970"/>
                  </a:lnTo>
                  <a:lnTo>
                    <a:pt x="26027" y="60182"/>
                  </a:lnTo>
                  <a:lnTo>
                    <a:pt x="22753" y="58263"/>
                  </a:lnTo>
                  <a:lnTo>
                    <a:pt x="17858" y="50490"/>
                  </a:lnTo>
                  <a:lnTo>
                    <a:pt x="17548" y="47737"/>
                  </a:lnTo>
                  <a:lnTo>
                    <a:pt x="15781" y="47160"/>
                  </a:lnTo>
                  <a:lnTo>
                    <a:pt x="13133" y="46224"/>
                  </a:lnTo>
                  <a:lnTo>
                    <a:pt x="13489" y="44095"/>
                  </a:lnTo>
                  <a:lnTo>
                    <a:pt x="17111" y="39546"/>
                  </a:lnTo>
                  <a:lnTo>
                    <a:pt x="14282" y="33197"/>
                  </a:lnTo>
                  <a:lnTo>
                    <a:pt x="0" y="20085"/>
                  </a:lnTo>
                  <a:lnTo>
                    <a:pt x="4064" y="16183"/>
                  </a:lnTo>
                  <a:lnTo>
                    <a:pt x="4188" y="14931"/>
                  </a:lnTo>
                  <a:lnTo>
                    <a:pt x="2856" y="11939"/>
                  </a:lnTo>
                  <a:lnTo>
                    <a:pt x="5462" y="7861"/>
                  </a:lnTo>
                  <a:lnTo>
                    <a:pt x="4849" y="4719"/>
                  </a:lnTo>
                  <a:lnTo>
                    <a:pt x="2793" y="2229"/>
                  </a:lnTo>
                  <a:lnTo>
                    <a:pt x="3465" y="541"/>
                  </a:lnTo>
                  <a:lnTo>
                    <a:pt x="4121" y="2612"/>
                  </a:lnTo>
                  <a:lnTo>
                    <a:pt x="5819" y="4777"/>
                  </a:lnTo>
                  <a:lnTo>
                    <a:pt x="1187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h1200"/>
            <p:cNvSpPr/>
            <p:nvPr/>
          </p:nvSpPr>
          <p:spPr>
            <a:xfrm>
              <a:off x="2841933" y="3245318"/>
              <a:ext cx="78672" cy="117538"/>
            </a:xfrm>
            <a:custGeom>
              <a:avLst/>
              <a:pathLst>
                <a:path w="78672" h="117538">
                  <a:moveTo>
                    <a:pt x="78672" y="3607"/>
                  </a:moveTo>
                  <a:lnTo>
                    <a:pt x="76659" y="4876"/>
                  </a:lnTo>
                  <a:lnTo>
                    <a:pt x="76124" y="6661"/>
                  </a:lnTo>
                  <a:lnTo>
                    <a:pt x="77013" y="7121"/>
                  </a:lnTo>
                  <a:lnTo>
                    <a:pt x="76847" y="9545"/>
                  </a:lnTo>
                  <a:lnTo>
                    <a:pt x="65614" y="14540"/>
                  </a:lnTo>
                  <a:lnTo>
                    <a:pt x="65782" y="16838"/>
                  </a:lnTo>
                  <a:lnTo>
                    <a:pt x="60976" y="22348"/>
                  </a:lnTo>
                  <a:lnTo>
                    <a:pt x="61256" y="23527"/>
                  </a:lnTo>
                  <a:lnTo>
                    <a:pt x="61860" y="23358"/>
                  </a:lnTo>
                  <a:lnTo>
                    <a:pt x="60752" y="29192"/>
                  </a:lnTo>
                  <a:lnTo>
                    <a:pt x="59145" y="30922"/>
                  </a:lnTo>
                  <a:lnTo>
                    <a:pt x="58955" y="36369"/>
                  </a:lnTo>
                  <a:lnTo>
                    <a:pt x="61480" y="41721"/>
                  </a:lnTo>
                  <a:lnTo>
                    <a:pt x="60507" y="43899"/>
                  </a:lnTo>
                  <a:lnTo>
                    <a:pt x="60995" y="44758"/>
                  </a:lnTo>
                  <a:lnTo>
                    <a:pt x="69678" y="47456"/>
                  </a:lnTo>
                  <a:lnTo>
                    <a:pt x="62104" y="60327"/>
                  </a:lnTo>
                  <a:lnTo>
                    <a:pt x="56075" y="59370"/>
                  </a:lnTo>
                  <a:lnTo>
                    <a:pt x="51782" y="56965"/>
                  </a:lnTo>
                  <a:lnTo>
                    <a:pt x="49984" y="55677"/>
                  </a:lnTo>
                  <a:lnTo>
                    <a:pt x="48629" y="57674"/>
                  </a:lnTo>
                  <a:lnTo>
                    <a:pt x="47085" y="57833"/>
                  </a:lnTo>
                  <a:lnTo>
                    <a:pt x="37888" y="53398"/>
                  </a:lnTo>
                  <a:lnTo>
                    <a:pt x="32089" y="58100"/>
                  </a:lnTo>
                  <a:lnTo>
                    <a:pt x="35943" y="60421"/>
                  </a:lnTo>
                  <a:lnTo>
                    <a:pt x="37577" y="63420"/>
                  </a:lnTo>
                  <a:lnTo>
                    <a:pt x="40160" y="63707"/>
                  </a:lnTo>
                  <a:lnTo>
                    <a:pt x="44220" y="60305"/>
                  </a:lnTo>
                  <a:lnTo>
                    <a:pt x="49887" y="61941"/>
                  </a:lnTo>
                  <a:lnTo>
                    <a:pt x="51280" y="63504"/>
                  </a:lnTo>
                  <a:lnTo>
                    <a:pt x="46392" y="75861"/>
                  </a:lnTo>
                  <a:lnTo>
                    <a:pt x="44767" y="76325"/>
                  </a:lnTo>
                  <a:lnTo>
                    <a:pt x="40727" y="70661"/>
                  </a:lnTo>
                  <a:lnTo>
                    <a:pt x="42448" y="67520"/>
                  </a:lnTo>
                  <a:lnTo>
                    <a:pt x="42856" y="66202"/>
                  </a:lnTo>
                  <a:lnTo>
                    <a:pt x="42316" y="66063"/>
                  </a:lnTo>
                  <a:lnTo>
                    <a:pt x="39216" y="67310"/>
                  </a:lnTo>
                  <a:lnTo>
                    <a:pt x="37253" y="69002"/>
                  </a:lnTo>
                  <a:lnTo>
                    <a:pt x="36708" y="70009"/>
                  </a:lnTo>
                  <a:lnTo>
                    <a:pt x="39056" y="72566"/>
                  </a:lnTo>
                  <a:lnTo>
                    <a:pt x="34172" y="79002"/>
                  </a:lnTo>
                  <a:lnTo>
                    <a:pt x="32648" y="78878"/>
                  </a:lnTo>
                  <a:lnTo>
                    <a:pt x="32012" y="79899"/>
                  </a:lnTo>
                  <a:lnTo>
                    <a:pt x="31335" y="79615"/>
                  </a:lnTo>
                  <a:lnTo>
                    <a:pt x="30815" y="77601"/>
                  </a:lnTo>
                  <a:lnTo>
                    <a:pt x="33915" y="76641"/>
                  </a:lnTo>
                  <a:lnTo>
                    <a:pt x="34628" y="75587"/>
                  </a:lnTo>
                  <a:lnTo>
                    <a:pt x="35217" y="68926"/>
                  </a:lnTo>
                  <a:lnTo>
                    <a:pt x="34353" y="66612"/>
                  </a:lnTo>
                  <a:lnTo>
                    <a:pt x="32986" y="65306"/>
                  </a:lnTo>
                  <a:lnTo>
                    <a:pt x="29233" y="63571"/>
                  </a:lnTo>
                  <a:lnTo>
                    <a:pt x="27323" y="66440"/>
                  </a:lnTo>
                  <a:lnTo>
                    <a:pt x="25106" y="66764"/>
                  </a:lnTo>
                  <a:lnTo>
                    <a:pt x="22907" y="69782"/>
                  </a:lnTo>
                  <a:lnTo>
                    <a:pt x="24288" y="74613"/>
                  </a:lnTo>
                  <a:lnTo>
                    <a:pt x="23838" y="76196"/>
                  </a:lnTo>
                  <a:lnTo>
                    <a:pt x="21693" y="78342"/>
                  </a:lnTo>
                  <a:lnTo>
                    <a:pt x="21208" y="81187"/>
                  </a:lnTo>
                  <a:lnTo>
                    <a:pt x="22292" y="83947"/>
                  </a:lnTo>
                  <a:lnTo>
                    <a:pt x="24630" y="83960"/>
                  </a:lnTo>
                  <a:lnTo>
                    <a:pt x="25055" y="82883"/>
                  </a:lnTo>
                  <a:lnTo>
                    <a:pt x="27314" y="81741"/>
                  </a:lnTo>
                  <a:lnTo>
                    <a:pt x="29716" y="82217"/>
                  </a:lnTo>
                  <a:lnTo>
                    <a:pt x="31782" y="83543"/>
                  </a:lnTo>
                  <a:lnTo>
                    <a:pt x="32775" y="84731"/>
                  </a:lnTo>
                  <a:lnTo>
                    <a:pt x="36278" y="86191"/>
                  </a:lnTo>
                  <a:lnTo>
                    <a:pt x="39315" y="86300"/>
                  </a:lnTo>
                  <a:lnTo>
                    <a:pt x="42485" y="84591"/>
                  </a:lnTo>
                  <a:lnTo>
                    <a:pt x="41924" y="83063"/>
                  </a:lnTo>
                  <a:lnTo>
                    <a:pt x="42422" y="82289"/>
                  </a:lnTo>
                  <a:lnTo>
                    <a:pt x="43706" y="81558"/>
                  </a:lnTo>
                  <a:lnTo>
                    <a:pt x="46429" y="81930"/>
                  </a:lnTo>
                  <a:lnTo>
                    <a:pt x="57117" y="87327"/>
                  </a:lnTo>
                  <a:lnTo>
                    <a:pt x="44432" y="95394"/>
                  </a:lnTo>
                  <a:lnTo>
                    <a:pt x="42984" y="95267"/>
                  </a:lnTo>
                  <a:lnTo>
                    <a:pt x="44096" y="93253"/>
                  </a:lnTo>
                  <a:lnTo>
                    <a:pt x="43120" y="92531"/>
                  </a:lnTo>
                  <a:lnTo>
                    <a:pt x="40100" y="91663"/>
                  </a:lnTo>
                  <a:lnTo>
                    <a:pt x="39728" y="93800"/>
                  </a:lnTo>
                  <a:lnTo>
                    <a:pt x="42391" y="98576"/>
                  </a:lnTo>
                  <a:lnTo>
                    <a:pt x="47086" y="99283"/>
                  </a:lnTo>
                  <a:lnTo>
                    <a:pt x="47118" y="95954"/>
                  </a:lnTo>
                  <a:lnTo>
                    <a:pt x="49854" y="95695"/>
                  </a:lnTo>
                  <a:lnTo>
                    <a:pt x="51211" y="100418"/>
                  </a:lnTo>
                  <a:lnTo>
                    <a:pt x="56085" y="108743"/>
                  </a:lnTo>
                  <a:lnTo>
                    <a:pt x="53377" y="114461"/>
                  </a:lnTo>
                  <a:lnTo>
                    <a:pt x="50375" y="114749"/>
                  </a:lnTo>
                  <a:lnTo>
                    <a:pt x="46679" y="113612"/>
                  </a:lnTo>
                  <a:lnTo>
                    <a:pt x="40185" y="117538"/>
                  </a:lnTo>
                  <a:lnTo>
                    <a:pt x="36975" y="115672"/>
                  </a:lnTo>
                  <a:lnTo>
                    <a:pt x="34895" y="109841"/>
                  </a:lnTo>
                  <a:lnTo>
                    <a:pt x="30211" y="111169"/>
                  </a:lnTo>
                  <a:lnTo>
                    <a:pt x="29518" y="109831"/>
                  </a:lnTo>
                  <a:lnTo>
                    <a:pt x="28778" y="105946"/>
                  </a:lnTo>
                  <a:lnTo>
                    <a:pt x="32211" y="104696"/>
                  </a:lnTo>
                  <a:lnTo>
                    <a:pt x="36382" y="106198"/>
                  </a:lnTo>
                  <a:lnTo>
                    <a:pt x="33339" y="101214"/>
                  </a:lnTo>
                  <a:lnTo>
                    <a:pt x="29727" y="99483"/>
                  </a:lnTo>
                  <a:lnTo>
                    <a:pt x="24954" y="98974"/>
                  </a:lnTo>
                  <a:lnTo>
                    <a:pt x="21695" y="97118"/>
                  </a:lnTo>
                  <a:lnTo>
                    <a:pt x="22250" y="94090"/>
                  </a:lnTo>
                  <a:lnTo>
                    <a:pt x="25216" y="91947"/>
                  </a:lnTo>
                  <a:lnTo>
                    <a:pt x="23399" y="91257"/>
                  </a:lnTo>
                  <a:lnTo>
                    <a:pt x="19851" y="86725"/>
                  </a:lnTo>
                  <a:lnTo>
                    <a:pt x="14714" y="83695"/>
                  </a:lnTo>
                  <a:lnTo>
                    <a:pt x="14698" y="81911"/>
                  </a:lnTo>
                  <a:lnTo>
                    <a:pt x="13481" y="80158"/>
                  </a:lnTo>
                  <a:lnTo>
                    <a:pt x="10560" y="78485"/>
                  </a:lnTo>
                  <a:lnTo>
                    <a:pt x="10405" y="77807"/>
                  </a:lnTo>
                  <a:lnTo>
                    <a:pt x="12356" y="75119"/>
                  </a:lnTo>
                  <a:lnTo>
                    <a:pt x="12366" y="72939"/>
                  </a:lnTo>
                  <a:lnTo>
                    <a:pt x="10708" y="68614"/>
                  </a:lnTo>
                  <a:lnTo>
                    <a:pt x="8092" y="71092"/>
                  </a:lnTo>
                  <a:lnTo>
                    <a:pt x="4113" y="69995"/>
                  </a:lnTo>
                  <a:lnTo>
                    <a:pt x="1446" y="67617"/>
                  </a:lnTo>
                  <a:lnTo>
                    <a:pt x="0" y="64714"/>
                  </a:lnTo>
                  <a:lnTo>
                    <a:pt x="4850" y="65586"/>
                  </a:lnTo>
                  <a:lnTo>
                    <a:pt x="11169" y="64858"/>
                  </a:lnTo>
                  <a:lnTo>
                    <a:pt x="12359" y="60518"/>
                  </a:lnTo>
                  <a:lnTo>
                    <a:pt x="7670" y="55775"/>
                  </a:lnTo>
                  <a:lnTo>
                    <a:pt x="2497" y="48345"/>
                  </a:lnTo>
                  <a:lnTo>
                    <a:pt x="3488" y="47700"/>
                  </a:lnTo>
                  <a:lnTo>
                    <a:pt x="5376" y="47921"/>
                  </a:lnTo>
                  <a:lnTo>
                    <a:pt x="3726" y="40893"/>
                  </a:lnTo>
                  <a:lnTo>
                    <a:pt x="2876" y="39591"/>
                  </a:lnTo>
                  <a:lnTo>
                    <a:pt x="9697" y="36780"/>
                  </a:lnTo>
                  <a:lnTo>
                    <a:pt x="13722" y="43141"/>
                  </a:lnTo>
                  <a:lnTo>
                    <a:pt x="18885" y="40980"/>
                  </a:lnTo>
                  <a:lnTo>
                    <a:pt x="25496" y="34206"/>
                  </a:lnTo>
                  <a:lnTo>
                    <a:pt x="25888" y="34296"/>
                  </a:lnTo>
                  <a:lnTo>
                    <a:pt x="27316" y="35300"/>
                  </a:lnTo>
                  <a:lnTo>
                    <a:pt x="28077" y="42667"/>
                  </a:lnTo>
                  <a:lnTo>
                    <a:pt x="26466" y="47902"/>
                  </a:lnTo>
                  <a:lnTo>
                    <a:pt x="26662" y="50071"/>
                  </a:lnTo>
                  <a:lnTo>
                    <a:pt x="31626" y="54932"/>
                  </a:lnTo>
                  <a:lnTo>
                    <a:pt x="35752" y="54438"/>
                  </a:lnTo>
                  <a:lnTo>
                    <a:pt x="35524" y="50945"/>
                  </a:lnTo>
                  <a:lnTo>
                    <a:pt x="37772" y="52074"/>
                  </a:lnTo>
                  <a:lnTo>
                    <a:pt x="45223" y="53043"/>
                  </a:lnTo>
                  <a:lnTo>
                    <a:pt x="51719" y="55224"/>
                  </a:lnTo>
                  <a:lnTo>
                    <a:pt x="49711" y="47491"/>
                  </a:lnTo>
                  <a:lnTo>
                    <a:pt x="51987" y="44366"/>
                  </a:lnTo>
                  <a:lnTo>
                    <a:pt x="55917" y="40726"/>
                  </a:lnTo>
                  <a:lnTo>
                    <a:pt x="55785" y="39568"/>
                  </a:lnTo>
                  <a:lnTo>
                    <a:pt x="53609" y="35287"/>
                  </a:lnTo>
                  <a:lnTo>
                    <a:pt x="41374" y="26812"/>
                  </a:lnTo>
                  <a:lnTo>
                    <a:pt x="42740" y="20412"/>
                  </a:lnTo>
                  <a:lnTo>
                    <a:pt x="43040" y="21555"/>
                  </a:lnTo>
                  <a:lnTo>
                    <a:pt x="46453" y="20195"/>
                  </a:lnTo>
                  <a:lnTo>
                    <a:pt x="55617" y="6938"/>
                  </a:lnTo>
                  <a:lnTo>
                    <a:pt x="57216" y="3140"/>
                  </a:lnTo>
                  <a:lnTo>
                    <a:pt x="61005" y="2756"/>
                  </a:lnTo>
                  <a:lnTo>
                    <a:pt x="64173" y="2449"/>
                  </a:lnTo>
                  <a:lnTo>
                    <a:pt x="66859" y="4329"/>
                  </a:lnTo>
                  <a:lnTo>
                    <a:pt x="7081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h1201"/>
            <p:cNvSpPr/>
            <p:nvPr/>
          </p:nvSpPr>
          <p:spPr>
            <a:xfrm>
              <a:off x="2664246" y="3234104"/>
              <a:ext cx="11261" cy="13971"/>
            </a:xfrm>
            <a:custGeom>
              <a:avLst/>
              <a:pathLst>
                <a:path w="11261" h="13971">
                  <a:moveTo>
                    <a:pt x="8188" y="563"/>
                  </a:moveTo>
                  <a:lnTo>
                    <a:pt x="7132" y="2046"/>
                  </a:lnTo>
                  <a:lnTo>
                    <a:pt x="9276" y="4083"/>
                  </a:lnTo>
                  <a:lnTo>
                    <a:pt x="9813" y="6755"/>
                  </a:lnTo>
                  <a:lnTo>
                    <a:pt x="10811" y="8967"/>
                  </a:lnTo>
                  <a:lnTo>
                    <a:pt x="11261" y="9657"/>
                  </a:lnTo>
                  <a:lnTo>
                    <a:pt x="9968" y="12462"/>
                  </a:lnTo>
                  <a:lnTo>
                    <a:pt x="7777" y="13971"/>
                  </a:lnTo>
                  <a:lnTo>
                    <a:pt x="6642" y="13764"/>
                  </a:lnTo>
                  <a:lnTo>
                    <a:pt x="7075" y="12260"/>
                  </a:lnTo>
                  <a:lnTo>
                    <a:pt x="1132" y="13958"/>
                  </a:lnTo>
                  <a:lnTo>
                    <a:pt x="0" y="13239"/>
                  </a:lnTo>
                  <a:lnTo>
                    <a:pt x="1806" y="13371"/>
                  </a:lnTo>
                  <a:lnTo>
                    <a:pt x="4930" y="8173"/>
                  </a:lnTo>
                  <a:lnTo>
                    <a:pt x="5145" y="2695"/>
                  </a:lnTo>
                  <a:lnTo>
                    <a:pt x="448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h1202"/>
            <p:cNvSpPr/>
            <p:nvPr/>
          </p:nvSpPr>
          <p:spPr>
            <a:xfrm>
              <a:off x="2853548" y="3237723"/>
              <a:ext cx="22028" cy="12676"/>
            </a:xfrm>
            <a:custGeom>
              <a:avLst/>
              <a:pathLst>
                <a:path w="22028" h="12676">
                  <a:moveTo>
                    <a:pt x="13774" y="0"/>
                  </a:moveTo>
                  <a:lnTo>
                    <a:pt x="16965" y="2487"/>
                  </a:lnTo>
                  <a:lnTo>
                    <a:pt x="16909" y="7957"/>
                  </a:lnTo>
                  <a:lnTo>
                    <a:pt x="22028" y="11124"/>
                  </a:lnTo>
                  <a:lnTo>
                    <a:pt x="18095" y="12676"/>
                  </a:lnTo>
                  <a:lnTo>
                    <a:pt x="9619" y="10832"/>
                  </a:lnTo>
                  <a:lnTo>
                    <a:pt x="5573" y="8557"/>
                  </a:lnTo>
                  <a:lnTo>
                    <a:pt x="3700" y="8409"/>
                  </a:lnTo>
                  <a:lnTo>
                    <a:pt x="1776" y="6493"/>
                  </a:lnTo>
                  <a:lnTo>
                    <a:pt x="0" y="3795"/>
                  </a:lnTo>
                  <a:lnTo>
                    <a:pt x="2267" y="3800"/>
                  </a:lnTo>
                  <a:lnTo>
                    <a:pt x="4836" y="968"/>
                  </a:lnTo>
                  <a:lnTo>
                    <a:pt x="6042" y="521"/>
                  </a:lnTo>
                  <a:lnTo>
                    <a:pt x="7580" y="796"/>
                  </a:lnTo>
                  <a:lnTo>
                    <a:pt x="7182" y="4330"/>
                  </a:lnTo>
                  <a:lnTo>
                    <a:pt x="10121" y="4635"/>
                  </a:lnTo>
                  <a:lnTo>
                    <a:pt x="10931" y="19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h1203"/>
            <p:cNvSpPr/>
            <p:nvPr/>
          </p:nvSpPr>
          <p:spPr>
            <a:xfrm>
              <a:off x="2670385" y="3164582"/>
              <a:ext cx="9405" cy="6027"/>
            </a:xfrm>
            <a:custGeom>
              <a:avLst/>
              <a:pathLst>
                <a:path w="9405" h="6027">
                  <a:moveTo>
                    <a:pt x="7622" y="0"/>
                  </a:moveTo>
                  <a:lnTo>
                    <a:pt x="9405" y="836"/>
                  </a:lnTo>
                  <a:lnTo>
                    <a:pt x="7808" y="5038"/>
                  </a:lnTo>
                  <a:lnTo>
                    <a:pt x="3200" y="6027"/>
                  </a:lnTo>
                  <a:lnTo>
                    <a:pt x="0" y="4350"/>
                  </a:lnTo>
                  <a:lnTo>
                    <a:pt x="3081" y="56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h1204"/>
            <p:cNvSpPr/>
            <p:nvPr/>
          </p:nvSpPr>
          <p:spPr>
            <a:xfrm>
              <a:off x="2760982" y="3261913"/>
              <a:ext cx="19985" cy="8302"/>
            </a:xfrm>
            <a:custGeom>
              <a:avLst/>
              <a:pathLst>
                <a:path w="19985" h="8302">
                  <a:moveTo>
                    <a:pt x="5871" y="27"/>
                  </a:moveTo>
                  <a:lnTo>
                    <a:pt x="7367" y="1185"/>
                  </a:lnTo>
                  <a:lnTo>
                    <a:pt x="15438" y="2082"/>
                  </a:lnTo>
                  <a:lnTo>
                    <a:pt x="16526" y="3591"/>
                  </a:lnTo>
                  <a:lnTo>
                    <a:pt x="16475" y="5833"/>
                  </a:lnTo>
                  <a:lnTo>
                    <a:pt x="19513" y="7004"/>
                  </a:lnTo>
                  <a:lnTo>
                    <a:pt x="19985" y="7531"/>
                  </a:lnTo>
                  <a:lnTo>
                    <a:pt x="19039" y="8065"/>
                  </a:lnTo>
                  <a:lnTo>
                    <a:pt x="17736" y="8302"/>
                  </a:lnTo>
                  <a:lnTo>
                    <a:pt x="14675" y="7073"/>
                  </a:lnTo>
                  <a:lnTo>
                    <a:pt x="13383" y="5936"/>
                  </a:lnTo>
                  <a:lnTo>
                    <a:pt x="12231" y="3350"/>
                  </a:lnTo>
                  <a:lnTo>
                    <a:pt x="8818" y="3059"/>
                  </a:lnTo>
                  <a:lnTo>
                    <a:pt x="2755" y="4649"/>
                  </a:lnTo>
                  <a:lnTo>
                    <a:pt x="0" y="3080"/>
                  </a:lnTo>
                  <a:lnTo>
                    <a:pt x="666" y="1680"/>
                  </a:lnTo>
                  <a:lnTo>
                    <a:pt x="36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h1205"/>
            <p:cNvSpPr/>
            <p:nvPr/>
          </p:nvSpPr>
          <p:spPr>
            <a:xfrm>
              <a:off x="2727539" y="3191087"/>
              <a:ext cx="6112" cy="6716"/>
            </a:xfrm>
            <a:custGeom>
              <a:avLst/>
              <a:pathLst>
                <a:path w="6112" h="6716">
                  <a:moveTo>
                    <a:pt x="6112" y="5216"/>
                  </a:moveTo>
                  <a:lnTo>
                    <a:pt x="1124" y="6716"/>
                  </a:lnTo>
                  <a:lnTo>
                    <a:pt x="285" y="3311"/>
                  </a:lnTo>
                  <a:lnTo>
                    <a:pt x="0" y="1846"/>
                  </a:lnTo>
                  <a:lnTo>
                    <a:pt x="295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h1206"/>
            <p:cNvSpPr/>
            <p:nvPr/>
          </p:nvSpPr>
          <p:spPr>
            <a:xfrm>
              <a:off x="2784575" y="3289002"/>
              <a:ext cx="4774" cy="4429"/>
            </a:xfrm>
            <a:custGeom>
              <a:avLst/>
              <a:pathLst>
                <a:path w="4774" h="4429">
                  <a:moveTo>
                    <a:pt x="4161" y="321"/>
                  </a:moveTo>
                  <a:lnTo>
                    <a:pt x="2821" y="1088"/>
                  </a:lnTo>
                  <a:lnTo>
                    <a:pt x="4671" y="1477"/>
                  </a:lnTo>
                  <a:lnTo>
                    <a:pt x="4774" y="2312"/>
                  </a:lnTo>
                  <a:lnTo>
                    <a:pt x="1193" y="2982"/>
                  </a:lnTo>
                  <a:lnTo>
                    <a:pt x="19" y="4429"/>
                  </a:lnTo>
                  <a:lnTo>
                    <a:pt x="0" y="318"/>
                  </a:lnTo>
                  <a:lnTo>
                    <a:pt x="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h1207"/>
            <p:cNvSpPr/>
            <p:nvPr/>
          </p:nvSpPr>
          <p:spPr>
            <a:xfrm>
              <a:off x="2633046" y="3147524"/>
              <a:ext cx="33718" cy="13935"/>
            </a:xfrm>
            <a:custGeom>
              <a:avLst/>
              <a:pathLst>
                <a:path w="33718" h="13935">
                  <a:moveTo>
                    <a:pt x="19216" y="2806"/>
                  </a:moveTo>
                  <a:lnTo>
                    <a:pt x="17740" y="4292"/>
                  </a:lnTo>
                  <a:lnTo>
                    <a:pt x="17616" y="5686"/>
                  </a:lnTo>
                  <a:lnTo>
                    <a:pt x="23971" y="8753"/>
                  </a:lnTo>
                  <a:lnTo>
                    <a:pt x="26542" y="8684"/>
                  </a:lnTo>
                  <a:lnTo>
                    <a:pt x="28039" y="7075"/>
                  </a:lnTo>
                  <a:lnTo>
                    <a:pt x="27770" y="6297"/>
                  </a:lnTo>
                  <a:lnTo>
                    <a:pt x="25781" y="5848"/>
                  </a:lnTo>
                  <a:lnTo>
                    <a:pt x="26306" y="5541"/>
                  </a:lnTo>
                  <a:lnTo>
                    <a:pt x="30431" y="6367"/>
                  </a:lnTo>
                  <a:lnTo>
                    <a:pt x="33027" y="7990"/>
                  </a:lnTo>
                  <a:lnTo>
                    <a:pt x="33718" y="9957"/>
                  </a:lnTo>
                  <a:lnTo>
                    <a:pt x="33147" y="12811"/>
                  </a:lnTo>
                  <a:lnTo>
                    <a:pt x="31748" y="10188"/>
                  </a:lnTo>
                  <a:lnTo>
                    <a:pt x="26132" y="11834"/>
                  </a:lnTo>
                  <a:lnTo>
                    <a:pt x="24271" y="13935"/>
                  </a:lnTo>
                  <a:lnTo>
                    <a:pt x="22746" y="12519"/>
                  </a:lnTo>
                  <a:lnTo>
                    <a:pt x="21284" y="11965"/>
                  </a:lnTo>
                  <a:lnTo>
                    <a:pt x="19901" y="13173"/>
                  </a:lnTo>
                  <a:lnTo>
                    <a:pt x="16729" y="12913"/>
                  </a:lnTo>
                  <a:lnTo>
                    <a:pt x="13820" y="8739"/>
                  </a:lnTo>
                  <a:lnTo>
                    <a:pt x="6268" y="9825"/>
                  </a:lnTo>
                  <a:lnTo>
                    <a:pt x="4955" y="9456"/>
                  </a:lnTo>
                  <a:lnTo>
                    <a:pt x="5476" y="8183"/>
                  </a:lnTo>
                  <a:lnTo>
                    <a:pt x="4247" y="7303"/>
                  </a:lnTo>
                  <a:lnTo>
                    <a:pt x="2723" y="7869"/>
                  </a:lnTo>
                  <a:lnTo>
                    <a:pt x="1944" y="10566"/>
                  </a:lnTo>
                  <a:lnTo>
                    <a:pt x="0" y="10734"/>
                  </a:lnTo>
                  <a:lnTo>
                    <a:pt x="163" y="9314"/>
                  </a:lnTo>
                  <a:lnTo>
                    <a:pt x="2445" y="7977"/>
                  </a:lnTo>
                  <a:lnTo>
                    <a:pt x="1397" y="6788"/>
                  </a:lnTo>
                  <a:lnTo>
                    <a:pt x="2891" y="6243"/>
                  </a:lnTo>
                  <a:lnTo>
                    <a:pt x="5961" y="7688"/>
                  </a:lnTo>
                  <a:lnTo>
                    <a:pt x="13694" y="7176"/>
                  </a:lnTo>
                  <a:lnTo>
                    <a:pt x="13063" y="3917"/>
                  </a:lnTo>
                  <a:lnTo>
                    <a:pt x="11464" y="2715"/>
                  </a:lnTo>
                  <a:lnTo>
                    <a:pt x="1761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h1208"/>
            <p:cNvSpPr/>
            <p:nvPr/>
          </p:nvSpPr>
          <p:spPr>
            <a:xfrm>
              <a:off x="2669932" y="3305504"/>
              <a:ext cx="22022" cy="28293"/>
            </a:xfrm>
            <a:custGeom>
              <a:avLst/>
              <a:pathLst>
                <a:path w="22022" h="28293">
                  <a:moveTo>
                    <a:pt x="17603" y="1197"/>
                  </a:moveTo>
                  <a:lnTo>
                    <a:pt x="18846" y="2684"/>
                  </a:lnTo>
                  <a:lnTo>
                    <a:pt x="19101" y="4424"/>
                  </a:lnTo>
                  <a:lnTo>
                    <a:pt x="20711" y="10353"/>
                  </a:lnTo>
                  <a:lnTo>
                    <a:pt x="20189" y="20664"/>
                  </a:lnTo>
                  <a:lnTo>
                    <a:pt x="22022" y="25721"/>
                  </a:lnTo>
                  <a:lnTo>
                    <a:pt x="5937" y="28293"/>
                  </a:lnTo>
                  <a:lnTo>
                    <a:pt x="2562" y="26981"/>
                  </a:lnTo>
                  <a:lnTo>
                    <a:pt x="0" y="19318"/>
                  </a:lnTo>
                  <a:lnTo>
                    <a:pt x="1000" y="16955"/>
                  </a:lnTo>
                  <a:lnTo>
                    <a:pt x="3227" y="16348"/>
                  </a:lnTo>
                  <a:lnTo>
                    <a:pt x="9508" y="20265"/>
                  </a:lnTo>
                  <a:lnTo>
                    <a:pt x="11582" y="15932"/>
                  </a:lnTo>
                  <a:lnTo>
                    <a:pt x="11916" y="14825"/>
                  </a:lnTo>
                  <a:lnTo>
                    <a:pt x="9629" y="12333"/>
                  </a:lnTo>
                  <a:lnTo>
                    <a:pt x="8916" y="8575"/>
                  </a:lnTo>
                  <a:lnTo>
                    <a:pt x="9871" y="4079"/>
                  </a:lnTo>
                  <a:lnTo>
                    <a:pt x="11391" y="886"/>
                  </a:lnTo>
                  <a:lnTo>
                    <a:pt x="1370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h1209"/>
            <p:cNvSpPr/>
            <p:nvPr/>
          </p:nvSpPr>
          <p:spPr>
            <a:xfrm>
              <a:off x="2785858" y="3190985"/>
              <a:ext cx="19342" cy="19906"/>
            </a:xfrm>
            <a:custGeom>
              <a:avLst/>
              <a:pathLst>
                <a:path w="19342" h="19906">
                  <a:moveTo>
                    <a:pt x="9444" y="1873"/>
                  </a:moveTo>
                  <a:lnTo>
                    <a:pt x="12248" y="3461"/>
                  </a:lnTo>
                  <a:lnTo>
                    <a:pt x="15469" y="3929"/>
                  </a:lnTo>
                  <a:lnTo>
                    <a:pt x="18121" y="2882"/>
                  </a:lnTo>
                  <a:lnTo>
                    <a:pt x="19342" y="5851"/>
                  </a:lnTo>
                  <a:lnTo>
                    <a:pt x="17554" y="9498"/>
                  </a:lnTo>
                  <a:lnTo>
                    <a:pt x="14621" y="9030"/>
                  </a:lnTo>
                  <a:lnTo>
                    <a:pt x="7479" y="12535"/>
                  </a:lnTo>
                  <a:lnTo>
                    <a:pt x="6115" y="14285"/>
                  </a:lnTo>
                  <a:lnTo>
                    <a:pt x="6185" y="18901"/>
                  </a:lnTo>
                  <a:lnTo>
                    <a:pt x="5021" y="19906"/>
                  </a:lnTo>
                  <a:lnTo>
                    <a:pt x="0" y="14504"/>
                  </a:lnTo>
                  <a:lnTo>
                    <a:pt x="3774" y="11876"/>
                  </a:lnTo>
                  <a:lnTo>
                    <a:pt x="1250" y="5895"/>
                  </a:lnTo>
                  <a:lnTo>
                    <a:pt x="2393" y="5167"/>
                  </a:lnTo>
                  <a:lnTo>
                    <a:pt x="8320" y="1863"/>
                  </a:lnTo>
                  <a:lnTo>
                    <a:pt x="838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h1210"/>
            <p:cNvSpPr/>
            <p:nvPr/>
          </p:nvSpPr>
          <p:spPr>
            <a:xfrm>
              <a:off x="2752013" y="3093327"/>
              <a:ext cx="7706" cy="4019"/>
            </a:xfrm>
            <a:custGeom>
              <a:avLst/>
              <a:pathLst>
                <a:path w="7706" h="4019">
                  <a:moveTo>
                    <a:pt x="7706" y="1268"/>
                  </a:moveTo>
                  <a:lnTo>
                    <a:pt x="5207" y="3442"/>
                  </a:lnTo>
                  <a:lnTo>
                    <a:pt x="594" y="4019"/>
                  </a:lnTo>
                  <a:lnTo>
                    <a:pt x="0" y="3173"/>
                  </a:lnTo>
                  <a:lnTo>
                    <a:pt x="1079" y="572"/>
                  </a:lnTo>
                  <a:lnTo>
                    <a:pt x="279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h1211"/>
            <p:cNvSpPr/>
            <p:nvPr/>
          </p:nvSpPr>
          <p:spPr>
            <a:xfrm>
              <a:off x="2826784" y="3267394"/>
              <a:ext cx="40645" cy="21066"/>
            </a:xfrm>
            <a:custGeom>
              <a:avLst/>
              <a:pathLst>
                <a:path w="40645" h="21066">
                  <a:moveTo>
                    <a:pt x="18713" y="3814"/>
                  </a:moveTo>
                  <a:lnTo>
                    <a:pt x="21194" y="5264"/>
                  </a:lnTo>
                  <a:lnTo>
                    <a:pt x="24560" y="2676"/>
                  </a:lnTo>
                  <a:lnTo>
                    <a:pt x="31363" y="647"/>
                  </a:lnTo>
                  <a:lnTo>
                    <a:pt x="31218" y="1386"/>
                  </a:lnTo>
                  <a:lnTo>
                    <a:pt x="38888" y="11923"/>
                  </a:lnTo>
                  <a:lnTo>
                    <a:pt x="40645" y="12130"/>
                  </a:lnTo>
                  <a:lnTo>
                    <a:pt x="34034" y="18905"/>
                  </a:lnTo>
                  <a:lnTo>
                    <a:pt x="28871" y="21066"/>
                  </a:lnTo>
                  <a:lnTo>
                    <a:pt x="24846" y="14705"/>
                  </a:lnTo>
                  <a:lnTo>
                    <a:pt x="18025" y="17516"/>
                  </a:lnTo>
                  <a:lnTo>
                    <a:pt x="16428" y="18104"/>
                  </a:lnTo>
                  <a:lnTo>
                    <a:pt x="10199" y="15347"/>
                  </a:lnTo>
                  <a:lnTo>
                    <a:pt x="2136" y="9815"/>
                  </a:lnTo>
                  <a:lnTo>
                    <a:pt x="0" y="9050"/>
                  </a:lnTo>
                  <a:lnTo>
                    <a:pt x="1113" y="7099"/>
                  </a:lnTo>
                  <a:lnTo>
                    <a:pt x="1215" y="6648"/>
                  </a:lnTo>
                  <a:lnTo>
                    <a:pt x="4272" y="6576"/>
                  </a:lnTo>
                  <a:lnTo>
                    <a:pt x="7275" y="4913"/>
                  </a:lnTo>
                  <a:lnTo>
                    <a:pt x="12073" y="357"/>
                  </a:lnTo>
                  <a:lnTo>
                    <a:pt x="1477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h1212"/>
            <p:cNvSpPr/>
            <p:nvPr/>
          </p:nvSpPr>
          <p:spPr>
            <a:xfrm>
              <a:off x="2721604" y="3368822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h1213"/>
            <p:cNvSpPr/>
            <p:nvPr/>
          </p:nvSpPr>
          <p:spPr>
            <a:xfrm>
              <a:off x="2670738" y="3329404"/>
              <a:ext cx="70839" cy="40661"/>
            </a:xfrm>
            <a:custGeom>
              <a:avLst/>
              <a:pathLst>
                <a:path w="70839" h="40661">
                  <a:moveTo>
                    <a:pt x="38073" y="266"/>
                  </a:moveTo>
                  <a:lnTo>
                    <a:pt x="37236" y="8600"/>
                  </a:lnTo>
                  <a:lnTo>
                    <a:pt x="39805" y="12713"/>
                  </a:lnTo>
                  <a:lnTo>
                    <a:pt x="43848" y="15216"/>
                  </a:lnTo>
                  <a:lnTo>
                    <a:pt x="45687" y="14585"/>
                  </a:lnTo>
                  <a:lnTo>
                    <a:pt x="44259" y="17323"/>
                  </a:lnTo>
                  <a:lnTo>
                    <a:pt x="43195" y="26171"/>
                  </a:lnTo>
                  <a:lnTo>
                    <a:pt x="44356" y="31445"/>
                  </a:lnTo>
                  <a:lnTo>
                    <a:pt x="47691" y="36198"/>
                  </a:lnTo>
                  <a:lnTo>
                    <a:pt x="51453" y="34100"/>
                  </a:lnTo>
                  <a:lnTo>
                    <a:pt x="57950" y="28854"/>
                  </a:lnTo>
                  <a:lnTo>
                    <a:pt x="60223" y="28275"/>
                  </a:lnTo>
                  <a:lnTo>
                    <a:pt x="61066" y="28596"/>
                  </a:lnTo>
                  <a:lnTo>
                    <a:pt x="60953" y="29339"/>
                  </a:lnTo>
                  <a:lnTo>
                    <a:pt x="60892" y="30922"/>
                  </a:lnTo>
                  <a:lnTo>
                    <a:pt x="65195" y="30773"/>
                  </a:lnTo>
                  <a:lnTo>
                    <a:pt x="70839" y="33272"/>
                  </a:lnTo>
                  <a:lnTo>
                    <a:pt x="67421" y="40661"/>
                  </a:lnTo>
                  <a:lnTo>
                    <a:pt x="60040" y="39049"/>
                  </a:lnTo>
                  <a:lnTo>
                    <a:pt x="53053" y="38377"/>
                  </a:lnTo>
                  <a:lnTo>
                    <a:pt x="50176" y="38622"/>
                  </a:lnTo>
                  <a:lnTo>
                    <a:pt x="49059" y="39491"/>
                  </a:lnTo>
                  <a:lnTo>
                    <a:pt x="42842" y="39216"/>
                  </a:lnTo>
                  <a:lnTo>
                    <a:pt x="30077" y="36291"/>
                  </a:lnTo>
                  <a:lnTo>
                    <a:pt x="26217" y="37161"/>
                  </a:lnTo>
                  <a:lnTo>
                    <a:pt x="15639" y="35705"/>
                  </a:lnTo>
                  <a:lnTo>
                    <a:pt x="13904" y="36231"/>
                  </a:lnTo>
                  <a:lnTo>
                    <a:pt x="13261" y="37497"/>
                  </a:lnTo>
                  <a:lnTo>
                    <a:pt x="11794" y="37544"/>
                  </a:lnTo>
                  <a:lnTo>
                    <a:pt x="2347" y="36195"/>
                  </a:lnTo>
                  <a:lnTo>
                    <a:pt x="0" y="35221"/>
                  </a:lnTo>
                  <a:lnTo>
                    <a:pt x="15" y="31533"/>
                  </a:lnTo>
                  <a:lnTo>
                    <a:pt x="1597" y="29848"/>
                  </a:lnTo>
                  <a:lnTo>
                    <a:pt x="3306" y="30067"/>
                  </a:lnTo>
                  <a:lnTo>
                    <a:pt x="6472" y="24430"/>
                  </a:lnTo>
                  <a:lnTo>
                    <a:pt x="6815" y="22209"/>
                  </a:lnTo>
                  <a:lnTo>
                    <a:pt x="4799" y="15865"/>
                  </a:lnTo>
                  <a:lnTo>
                    <a:pt x="4906" y="13461"/>
                  </a:lnTo>
                  <a:lnTo>
                    <a:pt x="7231" y="8206"/>
                  </a:lnTo>
                  <a:lnTo>
                    <a:pt x="13109" y="4529"/>
                  </a:lnTo>
                  <a:lnTo>
                    <a:pt x="15005" y="5592"/>
                  </a:lnTo>
                  <a:lnTo>
                    <a:pt x="16622" y="8309"/>
                  </a:lnTo>
                  <a:lnTo>
                    <a:pt x="17757" y="8328"/>
                  </a:lnTo>
                  <a:lnTo>
                    <a:pt x="21235" y="3682"/>
                  </a:lnTo>
                  <a:lnTo>
                    <a:pt x="23229" y="4327"/>
                  </a:lnTo>
                  <a:lnTo>
                    <a:pt x="30107" y="2929"/>
                  </a:lnTo>
                  <a:lnTo>
                    <a:pt x="35161" y="266"/>
                  </a:lnTo>
                  <a:lnTo>
                    <a:pt x="3741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h1214"/>
            <p:cNvSpPr/>
            <p:nvPr/>
          </p:nvSpPr>
          <p:spPr>
            <a:xfrm>
              <a:off x="2705644" y="3193126"/>
              <a:ext cx="11132" cy="7211"/>
            </a:xfrm>
            <a:custGeom>
              <a:avLst/>
              <a:pathLst>
                <a:path w="11132" h="7211">
                  <a:moveTo>
                    <a:pt x="11132" y="2463"/>
                  </a:moveTo>
                  <a:lnTo>
                    <a:pt x="9601" y="5028"/>
                  </a:lnTo>
                  <a:lnTo>
                    <a:pt x="5816" y="5329"/>
                  </a:lnTo>
                  <a:lnTo>
                    <a:pt x="192" y="7211"/>
                  </a:lnTo>
                  <a:lnTo>
                    <a:pt x="0" y="6245"/>
                  </a:lnTo>
                  <a:lnTo>
                    <a:pt x="1529" y="2769"/>
                  </a:lnTo>
                  <a:lnTo>
                    <a:pt x="5395" y="880"/>
                  </a:lnTo>
                  <a:lnTo>
                    <a:pt x="861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h1215"/>
            <p:cNvSpPr/>
            <p:nvPr/>
          </p:nvSpPr>
          <p:spPr>
            <a:xfrm>
              <a:off x="2671378" y="3227767"/>
              <a:ext cx="13558" cy="13093"/>
            </a:xfrm>
            <a:custGeom>
              <a:avLst/>
              <a:pathLst>
                <a:path w="13558" h="13093">
                  <a:moveTo>
                    <a:pt x="11137" y="407"/>
                  </a:moveTo>
                  <a:lnTo>
                    <a:pt x="13558" y="4176"/>
                  </a:lnTo>
                  <a:lnTo>
                    <a:pt x="12263" y="9832"/>
                  </a:lnTo>
                  <a:lnTo>
                    <a:pt x="2680" y="13093"/>
                  </a:lnTo>
                  <a:lnTo>
                    <a:pt x="2144" y="10421"/>
                  </a:lnTo>
                  <a:lnTo>
                    <a:pt x="0" y="8383"/>
                  </a:lnTo>
                  <a:lnTo>
                    <a:pt x="1056" y="6900"/>
                  </a:lnTo>
                  <a:lnTo>
                    <a:pt x="2007" y="257"/>
                  </a:lnTo>
                  <a:lnTo>
                    <a:pt x="821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h1216"/>
            <p:cNvSpPr/>
            <p:nvPr/>
          </p:nvSpPr>
          <p:spPr>
            <a:xfrm>
              <a:off x="2794765" y="3105233"/>
              <a:ext cx="21793" cy="11709"/>
            </a:xfrm>
            <a:custGeom>
              <a:avLst/>
              <a:pathLst>
                <a:path w="21793" h="11709">
                  <a:moveTo>
                    <a:pt x="18621" y="127"/>
                  </a:moveTo>
                  <a:lnTo>
                    <a:pt x="21793" y="1434"/>
                  </a:lnTo>
                  <a:lnTo>
                    <a:pt x="20376" y="3361"/>
                  </a:lnTo>
                  <a:lnTo>
                    <a:pt x="19845" y="7434"/>
                  </a:lnTo>
                  <a:lnTo>
                    <a:pt x="16764" y="9085"/>
                  </a:lnTo>
                  <a:lnTo>
                    <a:pt x="16861" y="11709"/>
                  </a:lnTo>
                  <a:lnTo>
                    <a:pt x="14194" y="11307"/>
                  </a:lnTo>
                  <a:lnTo>
                    <a:pt x="10402" y="9357"/>
                  </a:lnTo>
                  <a:lnTo>
                    <a:pt x="7150" y="10067"/>
                  </a:lnTo>
                  <a:lnTo>
                    <a:pt x="1124" y="8789"/>
                  </a:lnTo>
                  <a:lnTo>
                    <a:pt x="0" y="6554"/>
                  </a:lnTo>
                  <a:lnTo>
                    <a:pt x="4049" y="5770"/>
                  </a:lnTo>
                  <a:lnTo>
                    <a:pt x="7183" y="3676"/>
                  </a:lnTo>
                  <a:lnTo>
                    <a:pt x="8822" y="1864"/>
                  </a:lnTo>
                  <a:lnTo>
                    <a:pt x="9126" y="471"/>
                  </a:lnTo>
                  <a:lnTo>
                    <a:pt x="970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h1217"/>
            <p:cNvSpPr/>
            <p:nvPr/>
          </p:nvSpPr>
          <p:spPr>
            <a:xfrm>
              <a:off x="2833018" y="3213088"/>
              <a:ext cx="16830" cy="5306"/>
            </a:xfrm>
            <a:custGeom>
              <a:avLst/>
              <a:pathLst>
                <a:path w="16830" h="5306">
                  <a:moveTo>
                    <a:pt x="11542" y="540"/>
                  </a:moveTo>
                  <a:lnTo>
                    <a:pt x="16830" y="1014"/>
                  </a:lnTo>
                  <a:lnTo>
                    <a:pt x="16118" y="2670"/>
                  </a:lnTo>
                  <a:lnTo>
                    <a:pt x="13567" y="4741"/>
                  </a:lnTo>
                  <a:lnTo>
                    <a:pt x="11637" y="5306"/>
                  </a:lnTo>
                  <a:lnTo>
                    <a:pt x="10573" y="5270"/>
                  </a:lnTo>
                  <a:lnTo>
                    <a:pt x="7681" y="4450"/>
                  </a:lnTo>
                  <a:lnTo>
                    <a:pt x="0" y="4465"/>
                  </a:lnTo>
                  <a:lnTo>
                    <a:pt x="519" y="2729"/>
                  </a:lnTo>
                  <a:lnTo>
                    <a:pt x="2930" y="0"/>
                  </a:lnTo>
                  <a:lnTo>
                    <a:pt x="5374" y="1200"/>
                  </a:lnTo>
                  <a:lnTo>
                    <a:pt x="7829" y="1158"/>
                  </a:lnTo>
                  <a:lnTo>
                    <a:pt x="9759" y="19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h1218"/>
            <p:cNvSpPr/>
            <p:nvPr/>
          </p:nvSpPr>
          <p:spPr>
            <a:xfrm>
              <a:off x="2762820" y="3290865"/>
              <a:ext cx="16885" cy="13217"/>
            </a:xfrm>
            <a:custGeom>
              <a:avLst/>
              <a:pathLst>
                <a:path w="16885" h="13217">
                  <a:moveTo>
                    <a:pt x="5823" y="0"/>
                  </a:moveTo>
                  <a:lnTo>
                    <a:pt x="9165" y="1966"/>
                  </a:lnTo>
                  <a:lnTo>
                    <a:pt x="13123" y="5107"/>
                  </a:lnTo>
                  <a:lnTo>
                    <a:pt x="16885" y="6135"/>
                  </a:lnTo>
                  <a:lnTo>
                    <a:pt x="15186" y="9389"/>
                  </a:lnTo>
                  <a:lnTo>
                    <a:pt x="13649" y="9726"/>
                  </a:lnTo>
                  <a:lnTo>
                    <a:pt x="14280" y="13217"/>
                  </a:lnTo>
                  <a:lnTo>
                    <a:pt x="7884" y="11563"/>
                  </a:lnTo>
                  <a:lnTo>
                    <a:pt x="5954" y="12767"/>
                  </a:lnTo>
                  <a:lnTo>
                    <a:pt x="4320" y="12313"/>
                  </a:lnTo>
                  <a:lnTo>
                    <a:pt x="157" y="8345"/>
                  </a:lnTo>
                  <a:lnTo>
                    <a:pt x="0" y="6938"/>
                  </a:lnTo>
                  <a:lnTo>
                    <a:pt x="3203" y="3334"/>
                  </a:lnTo>
                  <a:lnTo>
                    <a:pt x="5885" y="2057"/>
                  </a:lnTo>
                  <a:lnTo>
                    <a:pt x="5802" y="735"/>
                  </a:lnTo>
                  <a:lnTo>
                    <a:pt x="4340" y="14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h1219"/>
            <p:cNvSpPr/>
            <p:nvPr/>
          </p:nvSpPr>
          <p:spPr>
            <a:xfrm>
              <a:off x="2739849" y="3176124"/>
              <a:ext cx="24581" cy="36688"/>
            </a:xfrm>
            <a:custGeom>
              <a:avLst/>
              <a:pathLst>
                <a:path w="24581" h="36688">
                  <a:moveTo>
                    <a:pt x="22465" y="6167"/>
                  </a:moveTo>
                  <a:lnTo>
                    <a:pt x="24581" y="10357"/>
                  </a:lnTo>
                  <a:lnTo>
                    <a:pt x="22133" y="10169"/>
                  </a:lnTo>
                  <a:lnTo>
                    <a:pt x="19751" y="14197"/>
                  </a:lnTo>
                  <a:lnTo>
                    <a:pt x="14712" y="11848"/>
                  </a:lnTo>
                  <a:lnTo>
                    <a:pt x="14780" y="15272"/>
                  </a:lnTo>
                  <a:lnTo>
                    <a:pt x="16995" y="17919"/>
                  </a:lnTo>
                  <a:lnTo>
                    <a:pt x="15454" y="19373"/>
                  </a:lnTo>
                  <a:lnTo>
                    <a:pt x="13020" y="25067"/>
                  </a:lnTo>
                  <a:lnTo>
                    <a:pt x="13644" y="36688"/>
                  </a:lnTo>
                  <a:lnTo>
                    <a:pt x="8253" y="31178"/>
                  </a:lnTo>
                  <a:lnTo>
                    <a:pt x="4784" y="27281"/>
                  </a:lnTo>
                  <a:lnTo>
                    <a:pt x="6945" y="19858"/>
                  </a:lnTo>
                  <a:lnTo>
                    <a:pt x="2026" y="18294"/>
                  </a:lnTo>
                  <a:lnTo>
                    <a:pt x="0" y="16890"/>
                  </a:lnTo>
                  <a:lnTo>
                    <a:pt x="4331" y="13106"/>
                  </a:lnTo>
                  <a:lnTo>
                    <a:pt x="6077" y="14487"/>
                  </a:lnTo>
                  <a:lnTo>
                    <a:pt x="11443" y="14267"/>
                  </a:lnTo>
                  <a:lnTo>
                    <a:pt x="13968" y="11648"/>
                  </a:lnTo>
                  <a:lnTo>
                    <a:pt x="16508" y="11235"/>
                  </a:lnTo>
                  <a:lnTo>
                    <a:pt x="15589" y="6492"/>
                  </a:lnTo>
                  <a:lnTo>
                    <a:pt x="14036" y="6992"/>
                  </a:lnTo>
                  <a:lnTo>
                    <a:pt x="14136" y="4864"/>
                  </a:lnTo>
                  <a:lnTo>
                    <a:pt x="17193" y="4417"/>
                  </a:lnTo>
                  <a:lnTo>
                    <a:pt x="18838" y="3400"/>
                  </a:lnTo>
                  <a:lnTo>
                    <a:pt x="2102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h1220"/>
            <p:cNvSpPr/>
            <p:nvPr/>
          </p:nvSpPr>
          <p:spPr>
            <a:xfrm>
              <a:off x="2751016" y="3316514"/>
              <a:ext cx="29204" cy="40828"/>
            </a:xfrm>
            <a:custGeom>
              <a:avLst/>
              <a:pathLst>
                <a:path w="29204" h="40828">
                  <a:moveTo>
                    <a:pt x="7454" y="2407"/>
                  </a:moveTo>
                  <a:lnTo>
                    <a:pt x="10754" y="4884"/>
                  </a:lnTo>
                  <a:lnTo>
                    <a:pt x="12984" y="5309"/>
                  </a:lnTo>
                  <a:lnTo>
                    <a:pt x="16808" y="4588"/>
                  </a:lnTo>
                  <a:lnTo>
                    <a:pt x="20158" y="5128"/>
                  </a:lnTo>
                  <a:lnTo>
                    <a:pt x="21885" y="7326"/>
                  </a:lnTo>
                  <a:lnTo>
                    <a:pt x="24529" y="9089"/>
                  </a:lnTo>
                  <a:lnTo>
                    <a:pt x="25483" y="8674"/>
                  </a:lnTo>
                  <a:lnTo>
                    <a:pt x="25223" y="8133"/>
                  </a:lnTo>
                  <a:lnTo>
                    <a:pt x="29204" y="8536"/>
                  </a:lnTo>
                  <a:lnTo>
                    <a:pt x="27479" y="13399"/>
                  </a:lnTo>
                  <a:lnTo>
                    <a:pt x="26151" y="20819"/>
                  </a:lnTo>
                  <a:lnTo>
                    <a:pt x="16223" y="39711"/>
                  </a:lnTo>
                  <a:lnTo>
                    <a:pt x="16472" y="40828"/>
                  </a:lnTo>
                  <a:lnTo>
                    <a:pt x="8562" y="38273"/>
                  </a:lnTo>
                  <a:lnTo>
                    <a:pt x="6795" y="29423"/>
                  </a:lnTo>
                  <a:lnTo>
                    <a:pt x="3663" y="27339"/>
                  </a:lnTo>
                  <a:lnTo>
                    <a:pt x="4138" y="27363"/>
                  </a:lnTo>
                  <a:lnTo>
                    <a:pt x="2901" y="19547"/>
                  </a:lnTo>
                  <a:lnTo>
                    <a:pt x="3539" y="18760"/>
                  </a:lnTo>
                  <a:lnTo>
                    <a:pt x="7018" y="18136"/>
                  </a:lnTo>
                  <a:lnTo>
                    <a:pt x="6453" y="20423"/>
                  </a:lnTo>
                  <a:lnTo>
                    <a:pt x="7017" y="21012"/>
                  </a:lnTo>
                  <a:lnTo>
                    <a:pt x="8240" y="20676"/>
                  </a:lnTo>
                  <a:lnTo>
                    <a:pt x="8116" y="17672"/>
                  </a:lnTo>
                  <a:lnTo>
                    <a:pt x="7037" y="15695"/>
                  </a:lnTo>
                  <a:lnTo>
                    <a:pt x="2963" y="14300"/>
                  </a:lnTo>
                  <a:lnTo>
                    <a:pt x="1113" y="11316"/>
                  </a:lnTo>
                  <a:lnTo>
                    <a:pt x="0" y="11858"/>
                  </a:lnTo>
                  <a:lnTo>
                    <a:pt x="1783" y="5611"/>
                  </a:lnTo>
                  <a:lnTo>
                    <a:pt x="65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h1221"/>
            <p:cNvSpPr/>
            <p:nvPr/>
          </p:nvSpPr>
          <p:spPr>
            <a:xfrm>
              <a:off x="2853124" y="3213347"/>
              <a:ext cx="23477" cy="15492"/>
            </a:xfrm>
            <a:custGeom>
              <a:avLst/>
              <a:pathLst>
                <a:path w="23477" h="15492">
                  <a:moveTo>
                    <a:pt x="23477" y="6066"/>
                  </a:moveTo>
                  <a:lnTo>
                    <a:pt x="23443" y="8862"/>
                  </a:lnTo>
                  <a:lnTo>
                    <a:pt x="19999" y="10070"/>
                  </a:lnTo>
                  <a:lnTo>
                    <a:pt x="18928" y="11119"/>
                  </a:lnTo>
                  <a:lnTo>
                    <a:pt x="19098" y="13357"/>
                  </a:lnTo>
                  <a:lnTo>
                    <a:pt x="17695" y="14575"/>
                  </a:lnTo>
                  <a:lnTo>
                    <a:pt x="11821" y="14637"/>
                  </a:lnTo>
                  <a:lnTo>
                    <a:pt x="7411" y="13816"/>
                  </a:lnTo>
                  <a:lnTo>
                    <a:pt x="6309" y="14132"/>
                  </a:lnTo>
                  <a:lnTo>
                    <a:pt x="5706" y="15492"/>
                  </a:lnTo>
                  <a:lnTo>
                    <a:pt x="4410" y="13356"/>
                  </a:lnTo>
                  <a:lnTo>
                    <a:pt x="1558" y="13330"/>
                  </a:lnTo>
                  <a:lnTo>
                    <a:pt x="0" y="11676"/>
                  </a:lnTo>
                  <a:lnTo>
                    <a:pt x="902" y="8693"/>
                  </a:lnTo>
                  <a:lnTo>
                    <a:pt x="8749" y="8748"/>
                  </a:lnTo>
                  <a:lnTo>
                    <a:pt x="10905" y="7295"/>
                  </a:lnTo>
                  <a:lnTo>
                    <a:pt x="10982" y="4373"/>
                  </a:lnTo>
                  <a:lnTo>
                    <a:pt x="11921" y="3224"/>
                  </a:lnTo>
                  <a:lnTo>
                    <a:pt x="17922" y="5512"/>
                  </a:lnTo>
                  <a:lnTo>
                    <a:pt x="19254" y="1837"/>
                  </a:lnTo>
                  <a:lnTo>
                    <a:pt x="2116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h1222"/>
            <p:cNvSpPr/>
            <p:nvPr/>
          </p:nvSpPr>
          <p:spPr>
            <a:xfrm>
              <a:off x="2981382" y="3300308"/>
              <a:ext cx="14917" cy="11651"/>
            </a:xfrm>
            <a:custGeom>
              <a:avLst/>
              <a:pathLst>
                <a:path w="14917" h="11651">
                  <a:moveTo>
                    <a:pt x="7542" y="0"/>
                  </a:moveTo>
                  <a:lnTo>
                    <a:pt x="9540" y="1806"/>
                  </a:lnTo>
                  <a:lnTo>
                    <a:pt x="10776" y="4767"/>
                  </a:lnTo>
                  <a:lnTo>
                    <a:pt x="14917" y="5939"/>
                  </a:lnTo>
                  <a:lnTo>
                    <a:pt x="14209" y="9254"/>
                  </a:lnTo>
                  <a:lnTo>
                    <a:pt x="13063" y="10340"/>
                  </a:lnTo>
                  <a:lnTo>
                    <a:pt x="5703" y="11651"/>
                  </a:lnTo>
                  <a:lnTo>
                    <a:pt x="2576" y="11387"/>
                  </a:lnTo>
                  <a:lnTo>
                    <a:pt x="1955" y="10731"/>
                  </a:lnTo>
                  <a:lnTo>
                    <a:pt x="1813" y="10570"/>
                  </a:lnTo>
                  <a:lnTo>
                    <a:pt x="0" y="6474"/>
                  </a:lnTo>
                  <a:lnTo>
                    <a:pt x="2885" y="6286"/>
                  </a:lnTo>
                  <a:lnTo>
                    <a:pt x="2828" y="213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h1223"/>
            <p:cNvSpPr/>
            <p:nvPr/>
          </p:nvSpPr>
          <p:spPr>
            <a:xfrm>
              <a:off x="2660765" y="3232411"/>
              <a:ext cx="8626" cy="15064"/>
            </a:xfrm>
            <a:custGeom>
              <a:avLst/>
              <a:pathLst>
                <a:path w="8626" h="15064">
                  <a:moveTo>
                    <a:pt x="6582" y="652"/>
                  </a:moveTo>
                  <a:lnTo>
                    <a:pt x="7968" y="1693"/>
                  </a:lnTo>
                  <a:lnTo>
                    <a:pt x="8626" y="4389"/>
                  </a:lnTo>
                  <a:lnTo>
                    <a:pt x="8410" y="9867"/>
                  </a:lnTo>
                  <a:lnTo>
                    <a:pt x="5287" y="15064"/>
                  </a:lnTo>
                  <a:lnTo>
                    <a:pt x="3480" y="14932"/>
                  </a:lnTo>
                  <a:lnTo>
                    <a:pt x="2524" y="10412"/>
                  </a:lnTo>
                  <a:lnTo>
                    <a:pt x="940" y="7968"/>
                  </a:lnTo>
                  <a:lnTo>
                    <a:pt x="435" y="4867"/>
                  </a:lnTo>
                  <a:lnTo>
                    <a:pt x="1051" y="2458"/>
                  </a:lnTo>
                  <a:lnTo>
                    <a:pt x="0" y="1659"/>
                  </a:lnTo>
                  <a:lnTo>
                    <a:pt x="3197" y="1986"/>
                  </a:lnTo>
                  <a:lnTo>
                    <a:pt x="2658" y="398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h1224"/>
            <p:cNvSpPr/>
            <p:nvPr/>
          </p:nvSpPr>
          <p:spPr>
            <a:xfrm>
              <a:off x="2628307" y="3256560"/>
              <a:ext cx="34259" cy="29854"/>
            </a:xfrm>
            <a:custGeom>
              <a:avLst/>
              <a:pathLst>
                <a:path w="34259" h="29854">
                  <a:moveTo>
                    <a:pt x="29200" y="3353"/>
                  </a:moveTo>
                  <a:lnTo>
                    <a:pt x="31094" y="9310"/>
                  </a:lnTo>
                  <a:lnTo>
                    <a:pt x="31158" y="12582"/>
                  </a:lnTo>
                  <a:lnTo>
                    <a:pt x="32774" y="17283"/>
                  </a:lnTo>
                  <a:lnTo>
                    <a:pt x="33405" y="17529"/>
                  </a:lnTo>
                  <a:lnTo>
                    <a:pt x="34259" y="21350"/>
                  </a:lnTo>
                  <a:lnTo>
                    <a:pt x="32157" y="20599"/>
                  </a:lnTo>
                  <a:lnTo>
                    <a:pt x="28094" y="21561"/>
                  </a:lnTo>
                  <a:lnTo>
                    <a:pt x="28113" y="25235"/>
                  </a:lnTo>
                  <a:lnTo>
                    <a:pt x="27422" y="27265"/>
                  </a:lnTo>
                  <a:lnTo>
                    <a:pt x="24130" y="27777"/>
                  </a:lnTo>
                  <a:lnTo>
                    <a:pt x="22813" y="29854"/>
                  </a:lnTo>
                  <a:lnTo>
                    <a:pt x="18574" y="25631"/>
                  </a:lnTo>
                  <a:lnTo>
                    <a:pt x="12589" y="23651"/>
                  </a:lnTo>
                  <a:lnTo>
                    <a:pt x="7892" y="18750"/>
                  </a:lnTo>
                  <a:lnTo>
                    <a:pt x="6491" y="18405"/>
                  </a:lnTo>
                  <a:lnTo>
                    <a:pt x="4886" y="19959"/>
                  </a:lnTo>
                  <a:lnTo>
                    <a:pt x="3146" y="18662"/>
                  </a:lnTo>
                  <a:lnTo>
                    <a:pt x="0" y="16860"/>
                  </a:lnTo>
                  <a:lnTo>
                    <a:pt x="1721" y="17132"/>
                  </a:lnTo>
                  <a:lnTo>
                    <a:pt x="3143" y="16262"/>
                  </a:lnTo>
                  <a:lnTo>
                    <a:pt x="6678" y="5066"/>
                  </a:lnTo>
                  <a:lnTo>
                    <a:pt x="6879" y="2693"/>
                  </a:lnTo>
                  <a:lnTo>
                    <a:pt x="5879" y="1440"/>
                  </a:lnTo>
                  <a:lnTo>
                    <a:pt x="13390" y="1781"/>
                  </a:lnTo>
                  <a:lnTo>
                    <a:pt x="14721" y="1102"/>
                  </a:lnTo>
                  <a:lnTo>
                    <a:pt x="24660" y="5139"/>
                  </a:lnTo>
                  <a:lnTo>
                    <a:pt x="25060" y="248"/>
                  </a:lnTo>
                  <a:lnTo>
                    <a:pt x="2627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h1225"/>
            <p:cNvSpPr/>
            <p:nvPr/>
          </p:nvSpPr>
          <p:spPr>
            <a:xfrm>
              <a:off x="2617921" y="3196606"/>
              <a:ext cx="39212" cy="45173"/>
            </a:xfrm>
            <a:custGeom>
              <a:avLst/>
              <a:pathLst>
                <a:path w="39212" h="45173">
                  <a:moveTo>
                    <a:pt x="24293" y="498"/>
                  </a:moveTo>
                  <a:lnTo>
                    <a:pt x="28533" y="4268"/>
                  </a:lnTo>
                  <a:lnTo>
                    <a:pt x="30877" y="5817"/>
                  </a:lnTo>
                  <a:lnTo>
                    <a:pt x="35137" y="5342"/>
                  </a:lnTo>
                  <a:lnTo>
                    <a:pt x="34213" y="7714"/>
                  </a:lnTo>
                  <a:lnTo>
                    <a:pt x="30530" y="9360"/>
                  </a:lnTo>
                  <a:lnTo>
                    <a:pt x="30027" y="10829"/>
                  </a:lnTo>
                  <a:lnTo>
                    <a:pt x="32692" y="15649"/>
                  </a:lnTo>
                  <a:lnTo>
                    <a:pt x="36464" y="19115"/>
                  </a:lnTo>
                  <a:lnTo>
                    <a:pt x="34163" y="22938"/>
                  </a:lnTo>
                  <a:lnTo>
                    <a:pt x="36068" y="25565"/>
                  </a:lnTo>
                  <a:lnTo>
                    <a:pt x="38028" y="25143"/>
                  </a:lnTo>
                  <a:lnTo>
                    <a:pt x="37852" y="31176"/>
                  </a:lnTo>
                  <a:lnTo>
                    <a:pt x="39212" y="39600"/>
                  </a:lnTo>
                  <a:lnTo>
                    <a:pt x="37537" y="41551"/>
                  </a:lnTo>
                  <a:lnTo>
                    <a:pt x="33474" y="41251"/>
                  </a:lnTo>
                  <a:lnTo>
                    <a:pt x="29479" y="38985"/>
                  </a:lnTo>
                  <a:lnTo>
                    <a:pt x="28866" y="39720"/>
                  </a:lnTo>
                  <a:lnTo>
                    <a:pt x="24725" y="40210"/>
                  </a:lnTo>
                  <a:lnTo>
                    <a:pt x="23033" y="36914"/>
                  </a:lnTo>
                  <a:lnTo>
                    <a:pt x="22201" y="36804"/>
                  </a:lnTo>
                  <a:lnTo>
                    <a:pt x="19593" y="38808"/>
                  </a:lnTo>
                  <a:lnTo>
                    <a:pt x="22557" y="40412"/>
                  </a:lnTo>
                  <a:lnTo>
                    <a:pt x="23429" y="40018"/>
                  </a:lnTo>
                  <a:lnTo>
                    <a:pt x="24705" y="40601"/>
                  </a:lnTo>
                  <a:lnTo>
                    <a:pt x="26008" y="41630"/>
                  </a:lnTo>
                  <a:lnTo>
                    <a:pt x="27368" y="44385"/>
                  </a:lnTo>
                  <a:lnTo>
                    <a:pt x="22210" y="45173"/>
                  </a:lnTo>
                  <a:lnTo>
                    <a:pt x="24200" y="42615"/>
                  </a:lnTo>
                  <a:lnTo>
                    <a:pt x="16611" y="39926"/>
                  </a:lnTo>
                  <a:lnTo>
                    <a:pt x="17963" y="38180"/>
                  </a:lnTo>
                  <a:lnTo>
                    <a:pt x="17862" y="34683"/>
                  </a:lnTo>
                  <a:lnTo>
                    <a:pt x="16752" y="32778"/>
                  </a:lnTo>
                  <a:lnTo>
                    <a:pt x="14920" y="33593"/>
                  </a:lnTo>
                  <a:lnTo>
                    <a:pt x="15142" y="34985"/>
                  </a:lnTo>
                  <a:lnTo>
                    <a:pt x="13539" y="37682"/>
                  </a:lnTo>
                  <a:lnTo>
                    <a:pt x="7593" y="35621"/>
                  </a:lnTo>
                  <a:lnTo>
                    <a:pt x="7175" y="34679"/>
                  </a:lnTo>
                  <a:lnTo>
                    <a:pt x="3701" y="33900"/>
                  </a:lnTo>
                  <a:lnTo>
                    <a:pt x="5576" y="32704"/>
                  </a:lnTo>
                  <a:lnTo>
                    <a:pt x="6479" y="24233"/>
                  </a:lnTo>
                  <a:lnTo>
                    <a:pt x="5053" y="18174"/>
                  </a:lnTo>
                  <a:lnTo>
                    <a:pt x="1181" y="20400"/>
                  </a:lnTo>
                  <a:lnTo>
                    <a:pt x="190" y="18938"/>
                  </a:lnTo>
                  <a:lnTo>
                    <a:pt x="0" y="16848"/>
                  </a:lnTo>
                  <a:lnTo>
                    <a:pt x="2839" y="13719"/>
                  </a:lnTo>
                  <a:lnTo>
                    <a:pt x="5048" y="14129"/>
                  </a:lnTo>
                  <a:lnTo>
                    <a:pt x="9728" y="17528"/>
                  </a:lnTo>
                  <a:lnTo>
                    <a:pt x="10618" y="20454"/>
                  </a:lnTo>
                  <a:lnTo>
                    <a:pt x="11979" y="21197"/>
                  </a:lnTo>
                  <a:lnTo>
                    <a:pt x="14690" y="16455"/>
                  </a:lnTo>
                  <a:lnTo>
                    <a:pt x="15185" y="12554"/>
                  </a:lnTo>
                  <a:lnTo>
                    <a:pt x="18803" y="8425"/>
                  </a:lnTo>
                  <a:lnTo>
                    <a:pt x="20765" y="7662"/>
                  </a:lnTo>
                  <a:lnTo>
                    <a:pt x="22139" y="5877"/>
                  </a:lnTo>
                  <a:lnTo>
                    <a:pt x="2184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h1226"/>
            <p:cNvSpPr/>
            <p:nvPr/>
          </p:nvSpPr>
          <p:spPr>
            <a:xfrm>
              <a:off x="2737687" y="3213302"/>
              <a:ext cx="21642" cy="17077"/>
            </a:xfrm>
            <a:custGeom>
              <a:avLst/>
              <a:pathLst>
                <a:path w="21642" h="17077">
                  <a:moveTo>
                    <a:pt x="4762" y="0"/>
                  </a:moveTo>
                  <a:lnTo>
                    <a:pt x="11080" y="632"/>
                  </a:lnTo>
                  <a:lnTo>
                    <a:pt x="21622" y="5780"/>
                  </a:lnTo>
                  <a:lnTo>
                    <a:pt x="21642" y="8889"/>
                  </a:lnTo>
                  <a:lnTo>
                    <a:pt x="19035" y="12822"/>
                  </a:lnTo>
                  <a:lnTo>
                    <a:pt x="15942" y="16128"/>
                  </a:lnTo>
                  <a:lnTo>
                    <a:pt x="14022" y="17077"/>
                  </a:lnTo>
                  <a:lnTo>
                    <a:pt x="12119" y="9891"/>
                  </a:lnTo>
                  <a:lnTo>
                    <a:pt x="7291" y="6634"/>
                  </a:lnTo>
                  <a:lnTo>
                    <a:pt x="4940" y="8194"/>
                  </a:lnTo>
                  <a:lnTo>
                    <a:pt x="0" y="3695"/>
                  </a:lnTo>
                  <a:lnTo>
                    <a:pt x="3198" y="38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h1227"/>
            <p:cNvSpPr/>
            <p:nvPr/>
          </p:nvSpPr>
          <p:spPr>
            <a:xfrm>
              <a:off x="2950970" y="3233388"/>
              <a:ext cx="22869" cy="32912"/>
            </a:xfrm>
            <a:custGeom>
              <a:avLst/>
              <a:pathLst>
                <a:path w="22869" h="32912">
                  <a:moveTo>
                    <a:pt x="9302" y="413"/>
                  </a:moveTo>
                  <a:lnTo>
                    <a:pt x="12307" y="6518"/>
                  </a:lnTo>
                  <a:lnTo>
                    <a:pt x="18280" y="6998"/>
                  </a:lnTo>
                  <a:lnTo>
                    <a:pt x="22568" y="8926"/>
                  </a:lnTo>
                  <a:lnTo>
                    <a:pt x="19612" y="8388"/>
                  </a:lnTo>
                  <a:lnTo>
                    <a:pt x="17465" y="12009"/>
                  </a:lnTo>
                  <a:lnTo>
                    <a:pt x="22869" y="20987"/>
                  </a:lnTo>
                  <a:lnTo>
                    <a:pt x="22556" y="22712"/>
                  </a:lnTo>
                  <a:lnTo>
                    <a:pt x="20636" y="24621"/>
                  </a:lnTo>
                  <a:lnTo>
                    <a:pt x="21615" y="27058"/>
                  </a:lnTo>
                  <a:lnTo>
                    <a:pt x="19959" y="32771"/>
                  </a:lnTo>
                  <a:lnTo>
                    <a:pt x="15631" y="32912"/>
                  </a:lnTo>
                  <a:lnTo>
                    <a:pt x="11451" y="31469"/>
                  </a:lnTo>
                  <a:lnTo>
                    <a:pt x="10230" y="25497"/>
                  </a:lnTo>
                  <a:lnTo>
                    <a:pt x="4869" y="11576"/>
                  </a:lnTo>
                  <a:lnTo>
                    <a:pt x="3479" y="9030"/>
                  </a:lnTo>
                  <a:lnTo>
                    <a:pt x="0" y="5230"/>
                  </a:lnTo>
                  <a:lnTo>
                    <a:pt x="890" y="3887"/>
                  </a:lnTo>
                  <a:lnTo>
                    <a:pt x="1195" y="1097"/>
                  </a:lnTo>
                  <a:lnTo>
                    <a:pt x="442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h1228"/>
            <p:cNvSpPr/>
            <p:nvPr/>
          </p:nvSpPr>
          <p:spPr>
            <a:xfrm>
              <a:off x="2790169" y="3071210"/>
              <a:ext cx="46091" cy="35457"/>
            </a:xfrm>
            <a:custGeom>
              <a:avLst/>
              <a:pathLst>
                <a:path w="46091" h="35457">
                  <a:moveTo>
                    <a:pt x="28463" y="339"/>
                  </a:moveTo>
                  <a:lnTo>
                    <a:pt x="30562" y="1585"/>
                  </a:lnTo>
                  <a:lnTo>
                    <a:pt x="33767" y="5827"/>
                  </a:lnTo>
                  <a:lnTo>
                    <a:pt x="39689" y="4202"/>
                  </a:lnTo>
                  <a:lnTo>
                    <a:pt x="41902" y="8917"/>
                  </a:lnTo>
                  <a:lnTo>
                    <a:pt x="41035" y="12743"/>
                  </a:lnTo>
                  <a:lnTo>
                    <a:pt x="42785" y="15977"/>
                  </a:lnTo>
                  <a:lnTo>
                    <a:pt x="43763" y="16185"/>
                  </a:lnTo>
                  <a:lnTo>
                    <a:pt x="46091" y="19889"/>
                  </a:lnTo>
                  <a:lnTo>
                    <a:pt x="44366" y="26791"/>
                  </a:lnTo>
                  <a:lnTo>
                    <a:pt x="42590" y="28543"/>
                  </a:lnTo>
                  <a:lnTo>
                    <a:pt x="43376" y="29298"/>
                  </a:lnTo>
                  <a:lnTo>
                    <a:pt x="41760" y="28922"/>
                  </a:lnTo>
                  <a:lnTo>
                    <a:pt x="36202" y="30849"/>
                  </a:lnTo>
                  <a:lnTo>
                    <a:pt x="34176" y="29381"/>
                  </a:lnTo>
                  <a:lnTo>
                    <a:pt x="27149" y="33889"/>
                  </a:lnTo>
                  <a:lnTo>
                    <a:pt x="26389" y="35457"/>
                  </a:lnTo>
                  <a:lnTo>
                    <a:pt x="23217" y="34151"/>
                  </a:lnTo>
                  <a:lnTo>
                    <a:pt x="23737" y="32825"/>
                  </a:lnTo>
                  <a:lnTo>
                    <a:pt x="13367" y="22234"/>
                  </a:lnTo>
                  <a:lnTo>
                    <a:pt x="10527" y="21943"/>
                  </a:lnTo>
                  <a:lnTo>
                    <a:pt x="9314" y="23619"/>
                  </a:lnTo>
                  <a:lnTo>
                    <a:pt x="6926" y="23306"/>
                  </a:lnTo>
                  <a:lnTo>
                    <a:pt x="5694" y="22047"/>
                  </a:lnTo>
                  <a:lnTo>
                    <a:pt x="8332" y="17542"/>
                  </a:lnTo>
                  <a:lnTo>
                    <a:pt x="7972" y="16035"/>
                  </a:lnTo>
                  <a:lnTo>
                    <a:pt x="6898" y="15363"/>
                  </a:lnTo>
                  <a:lnTo>
                    <a:pt x="8072" y="14186"/>
                  </a:lnTo>
                  <a:lnTo>
                    <a:pt x="8598" y="11924"/>
                  </a:lnTo>
                  <a:lnTo>
                    <a:pt x="5931" y="11068"/>
                  </a:lnTo>
                  <a:lnTo>
                    <a:pt x="0" y="6607"/>
                  </a:lnTo>
                  <a:lnTo>
                    <a:pt x="804" y="5689"/>
                  </a:lnTo>
                  <a:lnTo>
                    <a:pt x="4249" y="6157"/>
                  </a:lnTo>
                  <a:lnTo>
                    <a:pt x="10512" y="10160"/>
                  </a:lnTo>
                  <a:lnTo>
                    <a:pt x="13096" y="9856"/>
                  </a:lnTo>
                  <a:lnTo>
                    <a:pt x="14061" y="2850"/>
                  </a:lnTo>
                  <a:lnTo>
                    <a:pt x="14715" y="1980"/>
                  </a:lnTo>
                  <a:lnTo>
                    <a:pt x="19221" y="4147"/>
                  </a:lnTo>
                  <a:lnTo>
                    <a:pt x="25467" y="11668"/>
                  </a:lnTo>
                  <a:lnTo>
                    <a:pt x="28327" y="8981"/>
                  </a:lnTo>
                  <a:lnTo>
                    <a:pt x="21949" y="1325"/>
                  </a:lnTo>
                  <a:lnTo>
                    <a:pt x="22797" y="124"/>
                  </a:lnTo>
                  <a:lnTo>
                    <a:pt x="27933" y="4043"/>
                  </a:lnTo>
                  <a:lnTo>
                    <a:pt x="28574" y="3290"/>
                  </a:lnTo>
                  <a:lnTo>
                    <a:pt x="25565" y="783"/>
                  </a:lnTo>
                  <a:lnTo>
                    <a:pt x="2614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h1229"/>
            <p:cNvSpPr/>
            <p:nvPr/>
          </p:nvSpPr>
          <p:spPr>
            <a:xfrm>
              <a:off x="2837890" y="3156746"/>
              <a:ext cx="23975" cy="29669"/>
            </a:xfrm>
            <a:custGeom>
              <a:avLst/>
              <a:pathLst>
                <a:path w="23975" h="29669">
                  <a:moveTo>
                    <a:pt x="18232" y="1440"/>
                  </a:moveTo>
                  <a:lnTo>
                    <a:pt x="20312" y="2662"/>
                  </a:lnTo>
                  <a:lnTo>
                    <a:pt x="21198" y="4966"/>
                  </a:lnTo>
                  <a:lnTo>
                    <a:pt x="20709" y="6887"/>
                  </a:lnTo>
                  <a:lnTo>
                    <a:pt x="23975" y="9572"/>
                  </a:lnTo>
                  <a:lnTo>
                    <a:pt x="22208" y="15422"/>
                  </a:lnTo>
                  <a:lnTo>
                    <a:pt x="21671" y="18712"/>
                  </a:lnTo>
                  <a:lnTo>
                    <a:pt x="22260" y="20471"/>
                  </a:lnTo>
                  <a:lnTo>
                    <a:pt x="21255" y="24007"/>
                  </a:lnTo>
                  <a:lnTo>
                    <a:pt x="19780" y="26389"/>
                  </a:lnTo>
                  <a:lnTo>
                    <a:pt x="18442" y="27040"/>
                  </a:lnTo>
                  <a:lnTo>
                    <a:pt x="15935" y="25332"/>
                  </a:lnTo>
                  <a:lnTo>
                    <a:pt x="13178" y="25263"/>
                  </a:lnTo>
                  <a:lnTo>
                    <a:pt x="14624" y="28832"/>
                  </a:lnTo>
                  <a:lnTo>
                    <a:pt x="7951" y="29669"/>
                  </a:lnTo>
                  <a:lnTo>
                    <a:pt x="5394" y="26815"/>
                  </a:lnTo>
                  <a:lnTo>
                    <a:pt x="1966" y="22703"/>
                  </a:lnTo>
                  <a:lnTo>
                    <a:pt x="0" y="20567"/>
                  </a:lnTo>
                  <a:lnTo>
                    <a:pt x="1108" y="17263"/>
                  </a:lnTo>
                  <a:lnTo>
                    <a:pt x="5718" y="13341"/>
                  </a:lnTo>
                  <a:lnTo>
                    <a:pt x="11959" y="11675"/>
                  </a:lnTo>
                  <a:lnTo>
                    <a:pt x="14481" y="4590"/>
                  </a:lnTo>
                  <a:lnTo>
                    <a:pt x="17723" y="1984"/>
                  </a:lnTo>
                  <a:lnTo>
                    <a:pt x="16254" y="916"/>
                  </a:lnTo>
                  <a:lnTo>
                    <a:pt x="1834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h1230"/>
            <p:cNvSpPr/>
            <p:nvPr/>
          </p:nvSpPr>
          <p:spPr>
            <a:xfrm>
              <a:off x="2756868" y="3100157"/>
              <a:ext cx="7554" cy="5935"/>
            </a:xfrm>
            <a:custGeom>
              <a:avLst/>
              <a:pathLst>
                <a:path w="7554" h="5935">
                  <a:moveTo>
                    <a:pt x="7498" y="2724"/>
                  </a:moveTo>
                  <a:lnTo>
                    <a:pt x="4453" y="3002"/>
                  </a:lnTo>
                  <a:lnTo>
                    <a:pt x="171" y="5935"/>
                  </a:lnTo>
                  <a:lnTo>
                    <a:pt x="0" y="4955"/>
                  </a:lnTo>
                  <a:lnTo>
                    <a:pt x="3230" y="159"/>
                  </a:lnTo>
                  <a:lnTo>
                    <a:pt x="4848" y="25"/>
                  </a:lnTo>
                  <a:lnTo>
                    <a:pt x="755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h1231"/>
            <p:cNvSpPr/>
            <p:nvPr/>
          </p:nvSpPr>
          <p:spPr>
            <a:xfrm>
              <a:off x="2844907" y="3116732"/>
              <a:ext cx="20563" cy="21878"/>
            </a:xfrm>
            <a:custGeom>
              <a:avLst/>
              <a:pathLst>
                <a:path w="20563" h="21878">
                  <a:moveTo>
                    <a:pt x="8071" y="17"/>
                  </a:moveTo>
                  <a:lnTo>
                    <a:pt x="8339" y="2007"/>
                  </a:lnTo>
                  <a:lnTo>
                    <a:pt x="11506" y="6392"/>
                  </a:lnTo>
                  <a:lnTo>
                    <a:pt x="17183" y="8664"/>
                  </a:lnTo>
                  <a:lnTo>
                    <a:pt x="20563" y="11965"/>
                  </a:lnTo>
                  <a:lnTo>
                    <a:pt x="20167" y="13151"/>
                  </a:lnTo>
                  <a:lnTo>
                    <a:pt x="18982" y="16588"/>
                  </a:lnTo>
                  <a:lnTo>
                    <a:pt x="17618" y="13846"/>
                  </a:lnTo>
                  <a:lnTo>
                    <a:pt x="14909" y="14787"/>
                  </a:lnTo>
                  <a:lnTo>
                    <a:pt x="15992" y="19698"/>
                  </a:lnTo>
                  <a:lnTo>
                    <a:pt x="14637" y="21348"/>
                  </a:lnTo>
                  <a:lnTo>
                    <a:pt x="11963" y="21878"/>
                  </a:lnTo>
                  <a:lnTo>
                    <a:pt x="7725" y="21521"/>
                  </a:lnTo>
                  <a:lnTo>
                    <a:pt x="6768" y="15034"/>
                  </a:lnTo>
                  <a:lnTo>
                    <a:pt x="7733" y="13936"/>
                  </a:lnTo>
                  <a:lnTo>
                    <a:pt x="6216" y="11054"/>
                  </a:lnTo>
                  <a:lnTo>
                    <a:pt x="0" y="9316"/>
                  </a:lnTo>
                  <a:lnTo>
                    <a:pt x="748" y="1857"/>
                  </a:lnTo>
                  <a:lnTo>
                    <a:pt x="127" y="1543"/>
                  </a:lnTo>
                  <a:lnTo>
                    <a:pt x="8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h1232"/>
            <p:cNvSpPr/>
            <p:nvPr/>
          </p:nvSpPr>
          <p:spPr>
            <a:xfrm>
              <a:off x="2843945" y="3223043"/>
              <a:ext cx="8365" cy="12459"/>
            </a:xfrm>
            <a:custGeom>
              <a:avLst/>
              <a:pathLst>
                <a:path w="8365" h="12459">
                  <a:moveTo>
                    <a:pt x="7831" y="722"/>
                  </a:moveTo>
                  <a:lnTo>
                    <a:pt x="8365" y="6094"/>
                  </a:lnTo>
                  <a:lnTo>
                    <a:pt x="5212" y="8972"/>
                  </a:lnTo>
                  <a:lnTo>
                    <a:pt x="5126" y="12459"/>
                  </a:lnTo>
                  <a:lnTo>
                    <a:pt x="2675" y="9551"/>
                  </a:lnTo>
                  <a:lnTo>
                    <a:pt x="877" y="4866"/>
                  </a:lnTo>
                  <a:lnTo>
                    <a:pt x="0" y="2660"/>
                  </a:lnTo>
                  <a:lnTo>
                    <a:pt x="165" y="2474"/>
                  </a:lnTo>
                  <a:lnTo>
                    <a:pt x="5345" y="1792"/>
                  </a:lnTo>
                  <a:lnTo>
                    <a:pt x="6415" y="1285"/>
                  </a:lnTo>
                  <a:lnTo>
                    <a:pt x="682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h1233"/>
            <p:cNvSpPr/>
            <p:nvPr/>
          </p:nvSpPr>
          <p:spPr>
            <a:xfrm>
              <a:off x="2607610" y="3307111"/>
              <a:ext cx="43415" cy="42678"/>
            </a:xfrm>
            <a:custGeom>
              <a:avLst/>
              <a:pathLst>
                <a:path w="43415" h="42678">
                  <a:moveTo>
                    <a:pt x="15553" y="618"/>
                  </a:moveTo>
                  <a:lnTo>
                    <a:pt x="14839" y="1074"/>
                  </a:lnTo>
                  <a:lnTo>
                    <a:pt x="14591" y="2842"/>
                  </a:lnTo>
                  <a:lnTo>
                    <a:pt x="16240" y="3142"/>
                  </a:lnTo>
                  <a:lnTo>
                    <a:pt x="24833" y="9287"/>
                  </a:lnTo>
                  <a:lnTo>
                    <a:pt x="30305" y="9640"/>
                  </a:lnTo>
                  <a:lnTo>
                    <a:pt x="33410" y="8768"/>
                  </a:lnTo>
                  <a:lnTo>
                    <a:pt x="35334" y="6949"/>
                  </a:lnTo>
                  <a:lnTo>
                    <a:pt x="36246" y="5943"/>
                  </a:lnTo>
                  <a:lnTo>
                    <a:pt x="38221" y="7432"/>
                  </a:lnTo>
                  <a:lnTo>
                    <a:pt x="36631" y="10174"/>
                  </a:lnTo>
                  <a:lnTo>
                    <a:pt x="39552" y="13885"/>
                  </a:lnTo>
                  <a:lnTo>
                    <a:pt x="37509" y="15576"/>
                  </a:lnTo>
                  <a:lnTo>
                    <a:pt x="39489" y="16862"/>
                  </a:lnTo>
                  <a:lnTo>
                    <a:pt x="40493" y="16168"/>
                  </a:lnTo>
                  <a:lnTo>
                    <a:pt x="43415" y="18796"/>
                  </a:lnTo>
                  <a:lnTo>
                    <a:pt x="40837" y="20549"/>
                  </a:lnTo>
                  <a:lnTo>
                    <a:pt x="39061" y="18410"/>
                  </a:lnTo>
                  <a:lnTo>
                    <a:pt x="38350" y="18737"/>
                  </a:lnTo>
                  <a:lnTo>
                    <a:pt x="37016" y="22356"/>
                  </a:lnTo>
                  <a:lnTo>
                    <a:pt x="37358" y="23382"/>
                  </a:lnTo>
                  <a:lnTo>
                    <a:pt x="41748" y="26601"/>
                  </a:lnTo>
                  <a:lnTo>
                    <a:pt x="42263" y="34846"/>
                  </a:lnTo>
                  <a:lnTo>
                    <a:pt x="39307" y="40933"/>
                  </a:lnTo>
                  <a:lnTo>
                    <a:pt x="39630" y="42678"/>
                  </a:lnTo>
                  <a:lnTo>
                    <a:pt x="25795" y="35379"/>
                  </a:lnTo>
                  <a:lnTo>
                    <a:pt x="16865" y="31712"/>
                  </a:lnTo>
                  <a:lnTo>
                    <a:pt x="14150" y="29665"/>
                  </a:lnTo>
                  <a:lnTo>
                    <a:pt x="0" y="26652"/>
                  </a:lnTo>
                  <a:lnTo>
                    <a:pt x="319" y="20527"/>
                  </a:lnTo>
                  <a:lnTo>
                    <a:pt x="1891" y="15230"/>
                  </a:lnTo>
                  <a:lnTo>
                    <a:pt x="3460" y="14642"/>
                  </a:lnTo>
                  <a:lnTo>
                    <a:pt x="10164" y="16470"/>
                  </a:lnTo>
                  <a:lnTo>
                    <a:pt x="14375" y="12483"/>
                  </a:lnTo>
                  <a:lnTo>
                    <a:pt x="14676" y="10753"/>
                  </a:lnTo>
                  <a:lnTo>
                    <a:pt x="12941" y="8743"/>
                  </a:lnTo>
                  <a:lnTo>
                    <a:pt x="12020" y="8628"/>
                  </a:lnTo>
                  <a:lnTo>
                    <a:pt x="12984" y="978"/>
                  </a:lnTo>
                  <a:lnTo>
                    <a:pt x="13229" y="200"/>
                  </a:lnTo>
                  <a:lnTo>
                    <a:pt x="1446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h1234"/>
            <p:cNvSpPr/>
            <p:nvPr/>
          </p:nvSpPr>
          <p:spPr>
            <a:xfrm>
              <a:off x="2966602" y="3266160"/>
              <a:ext cx="7781" cy="19380"/>
            </a:xfrm>
            <a:custGeom>
              <a:avLst/>
              <a:pathLst>
                <a:path w="7781" h="19380">
                  <a:moveTo>
                    <a:pt x="3604" y="1990"/>
                  </a:moveTo>
                  <a:lnTo>
                    <a:pt x="4394" y="6811"/>
                  </a:lnTo>
                  <a:lnTo>
                    <a:pt x="6143" y="12187"/>
                  </a:lnTo>
                  <a:lnTo>
                    <a:pt x="7781" y="14233"/>
                  </a:lnTo>
                  <a:lnTo>
                    <a:pt x="7006" y="17398"/>
                  </a:lnTo>
                  <a:lnTo>
                    <a:pt x="5459" y="17100"/>
                  </a:lnTo>
                  <a:lnTo>
                    <a:pt x="5552" y="19380"/>
                  </a:lnTo>
                  <a:lnTo>
                    <a:pt x="2383" y="19100"/>
                  </a:lnTo>
                  <a:lnTo>
                    <a:pt x="2593" y="13200"/>
                  </a:lnTo>
                  <a:lnTo>
                    <a:pt x="2220" y="11999"/>
                  </a:lnTo>
                  <a:lnTo>
                    <a:pt x="657" y="10674"/>
                  </a:lnTo>
                  <a:lnTo>
                    <a:pt x="0" y="141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h1235"/>
            <p:cNvSpPr/>
            <p:nvPr/>
          </p:nvSpPr>
          <p:spPr>
            <a:xfrm>
              <a:off x="2874183" y="3151375"/>
              <a:ext cx="45267" cy="45340"/>
            </a:xfrm>
            <a:custGeom>
              <a:avLst/>
              <a:pathLst>
                <a:path w="45267" h="45340">
                  <a:moveTo>
                    <a:pt x="10063" y="160"/>
                  </a:moveTo>
                  <a:lnTo>
                    <a:pt x="10552" y="2210"/>
                  </a:lnTo>
                  <a:lnTo>
                    <a:pt x="17547" y="7420"/>
                  </a:lnTo>
                  <a:lnTo>
                    <a:pt x="21633" y="9025"/>
                  </a:lnTo>
                  <a:lnTo>
                    <a:pt x="20782" y="11548"/>
                  </a:lnTo>
                  <a:lnTo>
                    <a:pt x="25957" y="14021"/>
                  </a:lnTo>
                  <a:lnTo>
                    <a:pt x="27494" y="16060"/>
                  </a:lnTo>
                  <a:lnTo>
                    <a:pt x="27978" y="18812"/>
                  </a:lnTo>
                  <a:lnTo>
                    <a:pt x="29800" y="20308"/>
                  </a:lnTo>
                  <a:lnTo>
                    <a:pt x="36366" y="18412"/>
                  </a:lnTo>
                  <a:lnTo>
                    <a:pt x="37614" y="17287"/>
                  </a:lnTo>
                  <a:lnTo>
                    <a:pt x="43463" y="18694"/>
                  </a:lnTo>
                  <a:lnTo>
                    <a:pt x="44999" y="16982"/>
                  </a:lnTo>
                  <a:lnTo>
                    <a:pt x="45267" y="19254"/>
                  </a:lnTo>
                  <a:lnTo>
                    <a:pt x="43984" y="20536"/>
                  </a:lnTo>
                  <a:lnTo>
                    <a:pt x="43605" y="24113"/>
                  </a:lnTo>
                  <a:lnTo>
                    <a:pt x="42026" y="25730"/>
                  </a:lnTo>
                  <a:lnTo>
                    <a:pt x="37903" y="26833"/>
                  </a:lnTo>
                  <a:lnTo>
                    <a:pt x="35183" y="26115"/>
                  </a:lnTo>
                  <a:lnTo>
                    <a:pt x="35665" y="29706"/>
                  </a:lnTo>
                  <a:lnTo>
                    <a:pt x="26282" y="37631"/>
                  </a:lnTo>
                  <a:lnTo>
                    <a:pt x="27996" y="40278"/>
                  </a:lnTo>
                  <a:lnTo>
                    <a:pt x="28219" y="43204"/>
                  </a:lnTo>
                  <a:lnTo>
                    <a:pt x="26024" y="45340"/>
                  </a:lnTo>
                  <a:lnTo>
                    <a:pt x="23654" y="44926"/>
                  </a:lnTo>
                  <a:lnTo>
                    <a:pt x="22615" y="43747"/>
                  </a:lnTo>
                  <a:lnTo>
                    <a:pt x="18452" y="42274"/>
                  </a:lnTo>
                  <a:lnTo>
                    <a:pt x="17006" y="39607"/>
                  </a:lnTo>
                  <a:lnTo>
                    <a:pt x="17287" y="36225"/>
                  </a:lnTo>
                  <a:lnTo>
                    <a:pt x="16827" y="35731"/>
                  </a:lnTo>
                  <a:lnTo>
                    <a:pt x="14234" y="34730"/>
                  </a:lnTo>
                  <a:lnTo>
                    <a:pt x="12911" y="35746"/>
                  </a:lnTo>
                  <a:lnTo>
                    <a:pt x="12555" y="37645"/>
                  </a:lnTo>
                  <a:lnTo>
                    <a:pt x="11619" y="37705"/>
                  </a:lnTo>
                  <a:lnTo>
                    <a:pt x="6024" y="35060"/>
                  </a:lnTo>
                  <a:lnTo>
                    <a:pt x="6270" y="33553"/>
                  </a:lnTo>
                  <a:lnTo>
                    <a:pt x="8091" y="31732"/>
                  </a:lnTo>
                  <a:lnTo>
                    <a:pt x="1622" y="31137"/>
                  </a:lnTo>
                  <a:lnTo>
                    <a:pt x="869" y="29384"/>
                  </a:lnTo>
                  <a:lnTo>
                    <a:pt x="0" y="24689"/>
                  </a:lnTo>
                  <a:lnTo>
                    <a:pt x="1455" y="25666"/>
                  </a:lnTo>
                  <a:lnTo>
                    <a:pt x="6970" y="26508"/>
                  </a:lnTo>
                  <a:lnTo>
                    <a:pt x="7867" y="25856"/>
                  </a:lnTo>
                  <a:lnTo>
                    <a:pt x="8279" y="23036"/>
                  </a:lnTo>
                  <a:lnTo>
                    <a:pt x="7557" y="21066"/>
                  </a:lnTo>
                  <a:lnTo>
                    <a:pt x="8098" y="17778"/>
                  </a:lnTo>
                  <a:lnTo>
                    <a:pt x="11896" y="11546"/>
                  </a:lnTo>
                  <a:lnTo>
                    <a:pt x="10611" y="5869"/>
                  </a:lnTo>
                  <a:lnTo>
                    <a:pt x="6714" y="1427"/>
                  </a:lnTo>
                  <a:lnTo>
                    <a:pt x="7277" y="0"/>
                  </a:lnTo>
                  <a:close/>
                  <a:moveTo>
                    <a:pt x="24247" y="23076"/>
                  </a:moveTo>
                  <a:lnTo>
                    <a:pt x="21957" y="26838"/>
                  </a:lnTo>
                  <a:lnTo>
                    <a:pt x="22574" y="27425"/>
                  </a:lnTo>
                  <a:lnTo>
                    <a:pt x="25542" y="27662"/>
                  </a:lnTo>
                  <a:lnTo>
                    <a:pt x="27355" y="22855"/>
                  </a:lnTo>
                  <a:lnTo>
                    <a:pt x="26314" y="2175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h1236"/>
            <p:cNvSpPr/>
            <p:nvPr/>
          </p:nvSpPr>
          <p:spPr>
            <a:xfrm>
              <a:off x="2757230" y="3264972"/>
              <a:ext cx="15983" cy="8308"/>
            </a:xfrm>
            <a:custGeom>
              <a:avLst/>
              <a:pathLst>
                <a:path w="15983" h="8308">
                  <a:moveTo>
                    <a:pt x="15983" y="291"/>
                  </a:moveTo>
                  <a:lnTo>
                    <a:pt x="11838" y="3325"/>
                  </a:lnTo>
                  <a:lnTo>
                    <a:pt x="15145" y="7585"/>
                  </a:lnTo>
                  <a:lnTo>
                    <a:pt x="7991" y="8085"/>
                  </a:lnTo>
                  <a:lnTo>
                    <a:pt x="4386" y="8308"/>
                  </a:lnTo>
                  <a:lnTo>
                    <a:pt x="0" y="3894"/>
                  </a:lnTo>
                  <a:lnTo>
                    <a:pt x="91" y="2023"/>
                  </a:lnTo>
                  <a:lnTo>
                    <a:pt x="2255" y="2495"/>
                  </a:lnTo>
                  <a:lnTo>
                    <a:pt x="3752" y="21"/>
                  </a:lnTo>
                  <a:lnTo>
                    <a:pt x="6508" y="1589"/>
                  </a:lnTo>
                  <a:lnTo>
                    <a:pt x="1257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h1237"/>
            <p:cNvSpPr/>
            <p:nvPr/>
          </p:nvSpPr>
          <p:spPr>
            <a:xfrm>
              <a:off x="2720961" y="3232360"/>
              <a:ext cx="10998" cy="17286"/>
            </a:xfrm>
            <a:custGeom>
              <a:avLst/>
              <a:pathLst>
                <a:path w="10998" h="17286">
                  <a:moveTo>
                    <a:pt x="10224" y="4672"/>
                  </a:moveTo>
                  <a:lnTo>
                    <a:pt x="10998" y="8249"/>
                  </a:lnTo>
                  <a:lnTo>
                    <a:pt x="6338" y="8458"/>
                  </a:lnTo>
                  <a:lnTo>
                    <a:pt x="7426" y="9891"/>
                  </a:lnTo>
                  <a:lnTo>
                    <a:pt x="10204" y="10529"/>
                  </a:lnTo>
                  <a:lnTo>
                    <a:pt x="9679" y="17286"/>
                  </a:lnTo>
                  <a:lnTo>
                    <a:pt x="2721" y="14957"/>
                  </a:lnTo>
                  <a:lnTo>
                    <a:pt x="203" y="15226"/>
                  </a:lnTo>
                  <a:lnTo>
                    <a:pt x="0" y="4591"/>
                  </a:lnTo>
                  <a:lnTo>
                    <a:pt x="1774" y="6188"/>
                  </a:lnTo>
                  <a:lnTo>
                    <a:pt x="3870" y="5727"/>
                  </a:lnTo>
                  <a:lnTo>
                    <a:pt x="5468" y="4646"/>
                  </a:lnTo>
                  <a:lnTo>
                    <a:pt x="5484" y="3360"/>
                  </a:lnTo>
                  <a:lnTo>
                    <a:pt x="759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h1238"/>
            <p:cNvSpPr/>
            <p:nvPr/>
          </p:nvSpPr>
          <p:spPr>
            <a:xfrm>
              <a:off x="2785089" y="3114022"/>
              <a:ext cx="23869" cy="16405"/>
            </a:xfrm>
            <a:custGeom>
              <a:avLst/>
              <a:pathLst>
                <a:path w="23869" h="16405">
                  <a:moveTo>
                    <a:pt x="16825" y="1278"/>
                  </a:moveTo>
                  <a:lnTo>
                    <a:pt x="20077" y="567"/>
                  </a:lnTo>
                  <a:lnTo>
                    <a:pt x="23869" y="2517"/>
                  </a:lnTo>
                  <a:lnTo>
                    <a:pt x="23092" y="5091"/>
                  </a:lnTo>
                  <a:lnTo>
                    <a:pt x="15430" y="11757"/>
                  </a:lnTo>
                  <a:lnTo>
                    <a:pt x="6035" y="8469"/>
                  </a:lnTo>
                  <a:lnTo>
                    <a:pt x="3671" y="10071"/>
                  </a:lnTo>
                  <a:lnTo>
                    <a:pt x="3907" y="11655"/>
                  </a:lnTo>
                  <a:lnTo>
                    <a:pt x="8430" y="15849"/>
                  </a:lnTo>
                  <a:lnTo>
                    <a:pt x="5224" y="16405"/>
                  </a:lnTo>
                  <a:lnTo>
                    <a:pt x="2824" y="13219"/>
                  </a:lnTo>
                  <a:lnTo>
                    <a:pt x="2240" y="14569"/>
                  </a:lnTo>
                  <a:lnTo>
                    <a:pt x="0" y="10853"/>
                  </a:lnTo>
                  <a:lnTo>
                    <a:pt x="1936" y="5112"/>
                  </a:lnTo>
                  <a:lnTo>
                    <a:pt x="5019" y="3628"/>
                  </a:lnTo>
                  <a:lnTo>
                    <a:pt x="9568" y="3347"/>
                  </a:lnTo>
                  <a:lnTo>
                    <a:pt x="10452" y="2201"/>
                  </a:lnTo>
                  <a:lnTo>
                    <a:pt x="1079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h1239"/>
            <p:cNvSpPr/>
            <p:nvPr/>
          </p:nvSpPr>
          <p:spPr>
            <a:xfrm>
              <a:off x="2846585" y="3215759"/>
              <a:ext cx="7147" cy="5209"/>
            </a:xfrm>
            <a:custGeom>
              <a:avLst/>
              <a:pathLst>
                <a:path w="7147" h="5209">
                  <a:moveTo>
                    <a:pt x="2551" y="0"/>
                  </a:moveTo>
                  <a:lnTo>
                    <a:pt x="7147" y="5209"/>
                  </a:lnTo>
                  <a:lnTo>
                    <a:pt x="3065" y="4851"/>
                  </a:lnTo>
                  <a:lnTo>
                    <a:pt x="0" y="207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h1240"/>
            <p:cNvSpPr/>
            <p:nvPr/>
          </p:nvSpPr>
          <p:spPr>
            <a:xfrm>
              <a:off x="2726980" y="3257137"/>
              <a:ext cx="50693" cy="68466"/>
            </a:xfrm>
            <a:custGeom>
              <a:avLst/>
              <a:pathLst>
                <a:path w="50693" h="68466">
                  <a:moveTo>
                    <a:pt x="6067" y="1032"/>
                  </a:moveTo>
                  <a:lnTo>
                    <a:pt x="11119" y="1266"/>
                  </a:lnTo>
                  <a:lnTo>
                    <a:pt x="12345" y="2050"/>
                  </a:lnTo>
                  <a:lnTo>
                    <a:pt x="12073" y="5335"/>
                  </a:lnTo>
                  <a:lnTo>
                    <a:pt x="10269" y="8460"/>
                  </a:lnTo>
                  <a:lnTo>
                    <a:pt x="10538" y="10069"/>
                  </a:lnTo>
                  <a:lnTo>
                    <a:pt x="13151" y="12598"/>
                  </a:lnTo>
                  <a:lnTo>
                    <a:pt x="11300" y="18950"/>
                  </a:lnTo>
                  <a:lnTo>
                    <a:pt x="10859" y="23983"/>
                  </a:lnTo>
                  <a:lnTo>
                    <a:pt x="14261" y="24246"/>
                  </a:lnTo>
                  <a:lnTo>
                    <a:pt x="19332" y="25899"/>
                  </a:lnTo>
                  <a:lnTo>
                    <a:pt x="21335" y="28215"/>
                  </a:lnTo>
                  <a:lnTo>
                    <a:pt x="22430" y="33372"/>
                  </a:lnTo>
                  <a:lnTo>
                    <a:pt x="26451" y="34657"/>
                  </a:lnTo>
                  <a:lnTo>
                    <a:pt x="23869" y="36569"/>
                  </a:lnTo>
                  <a:lnTo>
                    <a:pt x="25054" y="39168"/>
                  </a:lnTo>
                  <a:lnTo>
                    <a:pt x="28315" y="41363"/>
                  </a:lnTo>
                  <a:lnTo>
                    <a:pt x="33827" y="37157"/>
                  </a:lnTo>
                  <a:lnTo>
                    <a:pt x="34176" y="33194"/>
                  </a:lnTo>
                  <a:lnTo>
                    <a:pt x="33154" y="31983"/>
                  </a:lnTo>
                  <a:lnTo>
                    <a:pt x="32294" y="21941"/>
                  </a:lnTo>
                  <a:lnTo>
                    <a:pt x="33988" y="19342"/>
                  </a:lnTo>
                  <a:lnTo>
                    <a:pt x="34793" y="19189"/>
                  </a:lnTo>
                  <a:lnTo>
                    <a:pt x="34636" y="16144"/>
                  </a:lnTo>
                  <a:lnTo>
                    <a:pt x="38241" y="15920"/>
                  </a:lnTo>
                  <a:lnTo>
                    <a:pt x="41167" y="26242"/>
                  </a:lnTo>
                  <a:lnTo>
                    <a:pt x="34179" y="27412"/>
                  </a:lnTo>
                  <a:lnTo>
                    <a:pt x="36962" y="32164"/>
                  </a:lnTo>
                  <a:lnTo>
                    <a:pt x="34867" y="38564"/>
                  </a:lnTo>
                  <a:lnTo>
                    <a:pt x="35793" y="39344"/>
                  </a:lnTo>
                  <a:lnTo>
                    <a:pt x="37930" y="33790"/>
                  </a:lnTo>
                  <a:lnTo>
                    <a:pt x="40180" y="33877"/>
                  </a:lnTo>
                  <a:lnTo>
                    <a:pt x="41642" y="34462"/>
                  </a:lnTo>
                  <a:lnTo>
                    <a:pt x="41726" y="35784"/>
                  </a:lnTo>
                  <a:lnTo>
                    <a:pt x="39044" y="37061"/>
                  </a:lnTo>
                  <a:lnTo>
                    <a:pt x="35840" y="40665"/>
                  </a:lnTo>
                  <a:lnTo>
                    <a:pt x="35997" y="42073"/>
                  </a:lnTo>
                  <a:lnTo>
                    <a:pt x="40160" y="46040"/>
                  </a:lnTo>
                  <a:lnTo>
                    <a:pt x="41794" y="46495"/>
                  </a:lnTo>
                  <a:lnTo>
                    <a:pt x="43725" y="45291"/>
                  </a:lnTo>
                  <a:lnTo>
                    <a:pt x="50121" y="46945"/>
                  </a:lnTo>
                  <a:lnTo>
                    <a:pt x="50693" y="47446"/>
                  </a:lnTo>
                  <a:lnTo>
                    <a:pt x="48673" y="50143"/>
                  </a:lnTo>
                  <a:lnTo>
                    <a:pt x="46421" y="58254"/>
                  </a:lnTo>
                  <a:lnTo>
                    <a:pt x="47431" y="62052"/>
                  </a:lnTo>
                  <a:lnTo>
                    <a:pt x="49873" y="64226"/>
                  </a:lnTo>
                  <a:lnTo>
                    <a:pt x="49259" y="67510"/>
                  </a:lnTo>
                  <a:lnTo>
                    <a:pt x="49518" y="68051"/>
                  </a:lnTo>
                  <a:lnTo>
                    <a:pt x="48565" y="68466"/>
                  </a:lnTo>
                  <a:lnTo>
                    <a:pt x="45920" y="66703"/>
                  </a:lnTo>
                  <a:lnTo>
                    <a:pt x="44193" y="64505"/>
                  </a:lnTo>
                  <a:lnTo>
                    <a:pt x="40843" y="63965"/>
                  </a:lnTo>
                  <a:lnTo>
                    <a:pt x="37019" y="64686"/>
                  </a:lnTo>
                  <a:lnTo>
                    <a:pt x="34790" y="64261"/>
                  </a:lnTo>
                  <a:lnTo>
                    <a:pt x="31490" y="61784"/>
                  </a:lnTo>
                  <a:lnTo>
                    <a:pt x="24692" y="59376"/>
                  </a:lnTo>
                  <a:lnTo>
                    <a:pt x="23479" y="61593"/>
                  </a:lnTo>
                  <a:lnTo>
                    <a:pt x="19746" y="60728"/>
                  </a:lnTo>
                  <a:lnTo>
                    <a:pt x="17221" y="61454"/>
                  </a:lnTo>
                  <a:lnTo>
                    <a:pt x="11740" y="61640"/>
                  </a:lnTo>
                  <a:lnTo>
                    <a:pt x="7029" y="59119"/>
                  </a:lnTo>
                  <a:lnTo>
                    <a:pt x="7597" y="58982"/>
                  </a:lnTo>
                  <a:lnTo>
                    <a:pt x="9911" y="53278"/>
                  </a:lnTo>
                  <a:lnTo>
                    <a:pt x="12869" y="52738"/>
                  </a:lnTo>
                  <a:lnTo>
                    <a:pt x="14855" y="48613"/>
                  </a:lnTo>
                  <a:lnTo>
                    <a:pt x="14255" y="46509"/>
                  </a:lnTo>
                  <a:lnTo>
                    <a:pt x="19507" y="45062"/>
                  </a:lnTo>
                  <a:lnTo>
                    <a:pt x="19558" y="42722"/>
                  </a:lnTo>
                  <a:lnTo>
                    <a:pt x="17425" y="37327"/>
                  </a:lnTo>
                  <a:lnTo>
                    <a:pt x="14693" y="32774"/>
                  </a:lnTo>
                  <a:lnTo>
                    <a:pt x="9664" y="26222"/>
                  </a:lnTo>
                  <a:lnTo>
                    <a:pt x="9360" y="24922"/>
                  </a:lnTo>
                  <a:lnTo>
                    <a:pt x="9975" y="23378"/>
                  </a:lnTo>
                  <a:lnTo>
                    <a:pt x="9004" y="20019"/>
                  </a:lnTo>
                  <a:lnTo>
                    <a:pt x="7083" y="18269"/>
                  </a:lnTo>
                  <a:lnTo>
                    <a:pt x="6265" y="13656"/>
                  </a:lnTo>
                  <a:lnTo>
                    <a:pt x="2441" y="13245"/>
                  </a:lnTo>
                  <a:lnTo>
                    <a:pt x="215" y="12127"/>
                  </a:lnTo>
                  <a:lnTo>
                    <a:pt x="0" y="10384"/>
                  </a:lnTo>
                  <a:lnTo>
                    <a:pt x="3747" y="6367"/>
                  </a:lnTo>
                  <a:lnTo>
                    <a:pt x="2002" y="3401"/>
                  </a:lnTo>
                  <a:lnTo>
                    <a:pt x="2888" y="2034"/>
                  </a:lnTo>
                  <a:lnTo>
                    <a:pt x="605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h1241"/>
            <p:cNvSpPr/>
            <p:nvPr/>
          </p:nvSpPr>
          <p:spPr>
            <a:xfrm>
              <a:off x="2729118" y="3096501"/>
              <a:ext cx="24701" cy="21059"/>
            </a:xfrm>
            <a:custGeom>
              <a:avLst/>
              <a:pathLst>
                <a:path w="24701" h="21059">
                  <a:moveTo>
                    <a:pt x="23490" y="846"/>
                  </a:moveTo>
                  <a:lnTo>
                    <a:pt x="24701" y="6205"/>
                  </a:lnTo>
                  <a:lnTo>
                    <a:pt x="23628" y="7442"/>
                  </a:lnTo>
                  <a:lnTo>
                    <a:pt x="13575" y="12829"/>
                  </a:lnTo>
                  <a:lnTo>
                    <a:pt x="13059" y="14067"/>
                  </a:lnTo>
                  <a:lnTo>
                    <a:pt x="14549" y="15123"/>
                  </a:lnTo>
                  <a:lnTo>
                    <a:pt x="13863" y="16512"/>
                  </a:lnTo>
                  <a:lnTo>
                    <a:pt x="11453" y="19615"/>
                  </a:lnTo>
                  <a:lnTo>
                    <a:pt x="8167" y="19090"/>
                  </a:lnTo>
                  <a:lnTo>
                    <a:pt x="5226" y="20919"/>
                  </a:lnTo>
                  <a:lnTo>
                    <a:pt x="2698" y="21059"/>
                  </a:lnTo>
                  <a:lnTo>
                    <a:pt x="0" y="12629"/>
                  </a:lnTo>
                  <a:lnTo>
                    <a:pt x="2797" y="10170"/>
                  </a:lnTo>
                  <a:lnTo>
                    <a:pt x="4561" y="12612"/>
                  </a:lnTo>
                  <a:lnTo>
                    <a:pt x="9815" y="11157"/>
                  </a:lnTo>
                  <a:lnTo>
                    <a:pt x="10661" y="8801"/>
                  </a:lnTo>
                  <a:lnTo>
                    <a:pt x="14047" y="7073"/>
                  </a:lnTo>
                  <a:lnTo>
                    <a:pt x="19332" y="6008"/>
                  </a:lnTo>
                  <a:lnTo>
                    <a:pt x="19676" y="3640"/>
                  </a:lnTo>
                  <a:lnTo>
                    <a:pt x="21144" y="1979"/>
                  </a:lnTo>
                  <a:lnTo>
                    <a:pt x="228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h1242"/>
            <p:cNvSpPr/>
            <p:nvPr/>
          </p:nvSpPr>
          <p:spPr>
            <a:xfrm>
              <a:off x="2804286" y="3224673"/>
              <a:ext cx="14817" cy="15141"/>
            </a:xfrm>
            <a:custGeom>
              <a:avLst/>
              <a:pathLst>
                <a:path w="14817" h="15141">
                  <a:moveTo>
                    <a:pt x="14534" y="685"/>
                  </a:moveTo>
                  <a:lnTo>
                    <a:pt x="14817" y="7321"/>
                  </a:lnTo>
                  <a:lnTo>
                    <a:pt x="11670" y="15141"/>
                  </a:lnTo>
                  <a:lnTo>
                    <a:pt x="9859" y="14657"/>
                  </a:lnTo>
                  <a:lnTo>
                    <a:pt x="8346" y="14352"/>
                  </a:lnTo>
                  <a:lnTo>
                    <a:pt x="6807" y="6696"/>
                  </a:lnTo>
                  <a:lnTo>
                    <a:pt x="6096" y="5847"/>
                  </a:lnTo>
                  <a:lnTo>
                    <a:pt x="4840" y="8409"/>
                  </a:lnTo>
                  <a:lnTo>
                    <a:pt x="4215" y="11943"/>
                  </a:lnTo>
                  <a:lnTo>
                    <a:pt x="3281" y="12661"/>
                  </a:lnTo>
                  <a:lnTo>
                    <a:pt x="1801" y="12009"/>
                  </a:lnTo>
                  <a:lnTo>
                    <a:pt x="0" y="8289"/>
                  </a:lnTo>
                  <a:lnTo>
                    <a:pt x="5503" y="3747"/>
                  </a:lnTo>
                  <a:lnTo>
                    <a:pt x="6448" y="1797"/>
                  </a:lnTo>
                  <a:lnTo>
                    <a:pt x="8056" y="94"/>
                  </a:lnTo>
                  <a:lnTo>
                    <a:pt x="10905" y="632"/>
                  </a:lnTo>
                  <a:lnTo>
                    <a:pt x="1284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h1243"/>
            <p:cNvSpPr/>
            <p:nvPr/>
          </p:nvSpPr>
          <p:spPr>
            <a:xfrm>
              <a:off x="2689231" y="3148335"/>
              <a:ext cx="9285" cy="10122"/>
            </a:xfrm>
            <a:custGeom>
              <a:avLst/>
              <a:pathLst>
                <a:path w="9285" h="10122">
                  <a:moveTo>
                    <a:pt x="2343" y="970"/>
                  </a:moveTo>
                  <a:lnTo>
                    <a:pt x="6024" y="63"/>
                  </a:lnTo>
                  <a:lnTo>
                    <a:pt x="7424" y="3661"/>
                  </a:lnTo>
                  <a:lnTo>
                    <a:pt x="9285" y="7836"/>
                  </a:lnTo>
                  <a:lnTo>
                    <a:pt x="6030" y="10122"/>
                  </a:lnTo>
                  <a:lnTo>
                    <a:pt x="3596" y="9179"/>
                  </a:lnTo>
                  <a:lnTo>
                    <a:pt x="1470" y="6807"/>
                  </a:lnTo>
                  <a:lnTo>
                    <a:pt x="0" y="1874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h1244"/>
            <p:cNvSpPr/>
            <p:nvPr/>
          </p:nvSpPr>
          <p:spPr>
            <a:xfrm>
              <a:off x="2831423" y="3302385"/>
              <a:ext cx="10707" cy="15370"/>
            </a:xfrm>
            <a:custGeom>
              <a:avLst/>
              <a:pathLst>
                <a:path w="10707" h="15370">
                  <a:moveTo>
                    <a:pt x="8872" y="1016"/>
                  </a:moveTo>
                  <a:lnTo>
                    <a:pt x="8647" y="3222"/>
                  </a:lnTo>
                  <a:lnTo>
                    <a:pt x="10707" y="6476"/>
                  </a:lnTo>
                  <a:lnTo>
                    <a:pt x="10510" y="7646"/>
                  </a:lnTo>
                  <a:lnTo>
                    <a:pt x="9705" y="11331"/>
                  </a:lnTo>
                  <a:lnTo>
                    <a:pt x="9268" y="12257"/>
                  </a:lnTo>
                  <a:lnTo>
                    <a:pt x="4218" y="15370"/>
                  </a:lnTo>
                  <a:lnTo>
                    <a:pt x="3663" y="7918"/>
                  </a:lnTo>
                  <a:lnTo>
                    <a:pt x="1447" y="4834"/>
                  </a:lnTo>
                  <a:lnTo>
                    <a:pt x="0" y="4793"/>
                  </a:lnTo>
                  <a:lnTo>
                    <a:pt x="988" y="2610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h1245"/>
            <p:cNvSpPr/>
            <p:nvPr/>
          </p:nvSpPr>
          <p:spPr>
            <a:xfrm>
              <a:off x="2621487" y="3162532"/>
              <a:ext cx="9808" cy="14366"/>
            </a:xfrm>
            <a:custGeom>
              <a:avLst/>
              <a:pathLst>
                <a:path w="9808" h="14366">
                  <a:moveTo>
                    <a:pt x="7653" y="4854"/>
                  </a:moveTo>
                  <a:lnTo>
                    <a:pt x="9808" y="4750"/>
                  </a:lnTo>
                  <a:lnTo>
                    <a:pt x="8727" y="6207"/>
                  </a:lnTo>
                  <a:lnTo>
                    <a:pt x="8553" y="10217"/>
                  </a:lnTo>
                  <a:lnTo>
                    <a:pt x="7183" y="13761"/>
                  </a:lnTo>
                  <a:lnTo>
                    <a:pt x="3762" y="14366"/>
                  </a:lnTo>
                  <a:lnTo>
                    <a:pt x="5520" y="8027"/>
                  </a:lnTo>
                  <a:lnTo>
                    <a:pt x="1832" y="5908"/>
                  </a:lnTo>
                  <a:lnTo>
                    <a:pt x="0" y="2280"/>
                  </a:lnTo>
                  <a:lnTo>
                    <a:pt x="718" y="1041"/>
                  </a:lnTo>
                  <a:lnTo>
                    <a:pt x="518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h1246"/>
            <p:cNvSpPr/>
            <p:nvPr/>
          </p:nvSpPr>
          <p:spPr>
            <a:xfrm>
              <a:off x="2608674" y="3315206"/>
              <a:ext cx="13612" cy="8375"/>
            </a:xfrm>
            <a:custGeom>
              <a:avLst/>
              <a:pathLst>
                <a:path w="13612" h="8375">
                  <a:moveTo>
                    <a:pt x="10955" y="534"/>
                  </a:moveTo>
                  <a:lnTo>
                    <a:pt x="11876" y="648"/>
                  </a:lnTo>
                  <a:lnTo>
                    <a:pt x="13612" y="2659"/>
                  </a:lnTo>
                  <a:lnTo>
                    <a:pt x="13310" y="4388"/>
                  </a:lnTo>
                  <a:lnTo>
                    <a:pt x="9099" y="8375"/>
                  </a:lnTo>
                  <a:lnTo>
                    <a:pt x="2395" y="6548"/>
                  </a:lnTo>
                  <a:lnTo>
                    <a:pt x="827" y="7135"/>
                  </a:lnTo>
                  <a:lnTo>
                    <a:pt x="0" y="2358"/>
                  </a:lnTo>
                  <a:lnTo>
                    <a:pt x="671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h1247"/>
            <p:cNvSpPr/>
            <p:nvPr/>
          </p:nvSpPr>
          <p:spPr>
            <a:xfrm>
              <a:off x="2831204" y="3080127"/>
              <a:ext cx="54869" cy="62015"/>
            </a:xfrm>
            <a:custGeom>
              <a:avLst/>
              <a:pathLst>
                <a:path w="54869" h="62015">
                  <a:moveTo>
                    <a:pt x="1727" y="633"/>
                  </a:moveTo>
                  <a:lnTo>
                    <a:pt x="2615" y="773"/>
                  </a:lnTo>
                  <a:lnTo>
                    <a:pt x="3863" y="2604"/>
                  </a:lnTo>
                  <a:lnTo>
                    <a:pt x="5158" y="11000"/>
                  </a:lnTo>
                  <a:lnTo>
                    <a:pt x="9539" y="14970"/>
                  </a:lnTo>
                  <a:lnTo>
                    <a:pt x="12786" y="16613"/>
                  </a:lnTo>
                  <a:lnTo>
                    <a:pt x="16347" y="15090"/>
                  </a:lnTo>
                  <a:lnTo>
                    <a:pt x="16560" y="17065"/>
                  </a:lnTo>
                  <a:lnTo>
                    <a:pt x="14642" y="17508"/>
                  </a:lnTo>
                  <a:lnTo>
                    <a:pt x="14592" y="19354"/>
                  </a:lnTo>
                  <a:lnTo>
                    <a:pt x="15626" y="20594"/>
                  </a:lnTo>
                  <a:lnTo>
                    <a:pt x="18176" y="21450"/>
                  </a:lnTo>
                  <a:lnTo>
                    <a:pt x="21958" y="20359"/>
                  </a:lnTo>
                  <a:lnTo>
                    <a:pt x="22166" y="18611"/>
                  </a:lnTo>
                  <a:lnTo>
                    <a:pt x="23209" y="17275"/>
                  </a:lnTo>
                  <a:lnTo>
                    <a:pt x="26436" y="17620"/>
                  </a:lnTo>
                  <a:lnTo>
                    <a:pt x="27000" y="19027"/>
                  </a:lnTo>
                  <a:lnTo>
                    <a:pt x="30117" y="21523"/>
                  </a:lnTo>
                  <a:lnTo>
                    <a:pt x="33212" y="20719"/>
                  </a:lnTo>
                  <a:lnTo>
                    <a:pt x="37126" y="18440"/>
                  </a:lnTo>
                  <a:lnTo>
                    <a:pt x="38438" y="18916"/>
                  </a:lnTo>
                  <a:lnTo>
                    <a:pt x="40123" y="25188"/>
                  </a:lnTo>
                  <a:lnTo>
                    <a:pt x="39445" y="26763"/>
                  </a:lnTo>
                  <a:lnTo>
                    <a:pt x="38204" y="24960"/>
                  </a:lnTo>
                  <a:lnTo>
                    <a:pt x="37929" y="33531"/>
                  </a:lnTo>
                  <a:lnTo>
                    <a:pt x="42114" y="37975"/>
                  </a:lnTo>
                  <a:lnTo>
                    <a:pt x="42844" y="44511"/>
                  </a:lnTo>
                  <a:lnTo>
                    <a:pt x="48297" y="50970"/>
                  </a:lnTo>
                  <a:lnTo>
                    <a:pt x="54869" y="53888"/>
                  </a:lnTo>
                  <a:lnTo>
                    <a:pt x="53700" y="54368"/>
                  </a:lnTo>
                  <a:lnTo>
                    <a:pt x="50957" y="58748"/>
                  </a:lnTo>
                  <a:lnTo>
                    <a:pt x="49349" y="59681"/>
                  </a:lnTo>
                  <a:lnTo>
                    <a:pt x="46544" y="60007"/>
                  </a:lnTo>
                  <a:lnTo>
                    <a:pt x="47040" y="61276"/>
                  </a:lnTo>
                  <a:lnTo>
                    <a:pt x="47747" y="61139"/>
                  </a:lnTo>
                  <a:lnTo>
                    <a:pt x="46509" y="62015"/>
                  </a:lnTo>
                  <a:lnTo>
                    <a:pt x="44510" y="60817"/>
                  </a:lnTo>
                  <a:lnTo>
                    <a:pt x="33871" y="49756"/>
                  </a:lnTo>
                  <a:lnTo>
                    <a:pt x="34266" y="48569"/>
                  </a:lnTo>
                  <a:lnTo>
                    <a:pt x="30887" y="45269"/>
                  </a:lnTo>
                  <a:lnTo>
                    <a:pt x="25209" y="42997"/>
                  </a:lnTo>
                  <a:lnTo>
                    <a:pt x="22042" y="38612"/>
                  </a:lnTo>
                  <a:lnTo>
                    <a:pt x="21774" y="36622"/>
                  </a:lnTo>
                  <a:lnTo>
                    <a:pt x="14547" y="36604"/>
                  </a:lnTo>
                  <a:lnTo>
                    <a:pt x="13830" y="38148"/>
                  </a:lnTo>
                  <a:lnTo>
                    <a:pt x="8199" y="41159"/>
                  </a:lnTo>
                  <a:lnTo>
                    <a:pt x="6688" y="37141"/>
                  </a:lnTo>
                  <a:lnTo>
                    <a:pt x="6983" y="35823"/>
                  </a:lnTo>
                  <a:lnTo>
                    <a:pt x="9042" y="35890"/>
                  </a:lnTo>
                  <a:lnTo>
                    <a:pt x="8827" y="31657"/>
                  </a:lnTo>
                  <a:lnTo>
                    <a:pt x="7913" y="30929"/>
                  </a:lnTo>
                  <a:lnTo>
                    <a:pt x="4670" y="33062"/>
                  </a:lnTo>
                  <a:lnTo>
                    <a:pt x="661" y="27359"/>
                  </a:lnTo>
                  <a:lnTo>
                    <a:pt x="5618" y="24383"/>
                  </a:lnTo>
                  <a:lnTo>
                    <a:pt x="2341" y="20381"/>
                  </a:lnTo>
                  <a:lnTo>
                    <a:pt x="1554" y="19625"/>
                  </a:lnTo>
                  <a:lnTo>
                    <a:pt x="3330" y="17873"/>
                  </a:lnTo>
                  <a:lnTo>
                    <a:pt x="5056" y="10972"/>
                  </a:lnTo>
                  <a:lnTo>
                    <a:pt x="2728" y="7267"/>
                  </a:lnTo>
                  <a:lnTo>
                    <a:pt x="1750" y="7060"/>
                  </a:lnTo>
                  <a:lnTo>
                    <a:pt x="0" y="3825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h1248"/>
            <p:cNvSpPr/>
            <p:nvPr/>
          </p:nvSpPr>
          <p:spPr>
            <a:xfrm>
              <a:off x="2615849" y="3273421"/>
              <a:ext cx="20887" cy="24052"/>
            </a:xfrm>
            <a:custGeom>
              <a:avLst/>
              <a:pathLst>
                <a:path w="20887" h="24052">
                  <a:moveTo>
                    <a:pt x="15605" y="1801"/>
                  </a:moveTo>
                  <a:lnTo>
                    <a:pt x="13202" y="9316"/>
                  </a:lnTo>
                  <a:lnTo>
                    <a:pt x="10796" y="10029"/>
                  </a:lnTo>
                  <a:lnTo>
                    <a:pt x="11114" y="12394"/>
                  </a:lnTo>
                  <a:lnTo>
                    <a:pt x="11900" y="13916"/>
                  </a:lnTo>
                  <a:lnTo>
                    <a:pt x="13884" y="13630"/>
                  </a:lnTo>
                  <a:lnTo>
                    <a:pt x="20887" y="17063"/>
                  </a:lnTo>
                  <a:lnTo>
                    <a:pt x="18522" y="22197"/>
                  </a:lnTo>
                  <a:lnTo>
                    <a:pt x="16791" y="23463"/>
                  </a:lnTo>
                  <a:lnTo>
                    <a:pt x="15564" y="20530"/>
                  </a:lnTo>
                  <a:lnTo>
                    <a:pt x="13740" y="20415"/>
                  </a:lnTo>
                  <a:lnTo>
                    <a:pt x="11863" y="20740"/>
                  </a:lnTo>
                  <a:lnTo>
                    <a:pt x="11964" y="23685"/>
                  </a:lnTo>
                  <a:lnTo>
                    <a:pt x="7017" y="24052"/>
                  </a:lnTo>
                  <a:lnTo>
                    <a:pt x="4920" y="20719"/>
                  </a:lnTo>
                  <a:lnTo>
                    <a:pt x="6162" y="16433"/>
                  </a:lnTo>
                  <a:lnTo>
                    <a:pt x="3612" y="16078"/>
                  </a:lnTo>
                  <a:lnTo>
                    <a:pt x="0" y="10699"/>
                  </a:lnTo>
                  <a:lnTo>
                    <a:pt x="797" y="6290"/>
                  </a:lnTo>
                  <a:lnTo>
                    <a:pt x="1524" y="5017"/>
                  </a:lnTo>
                  <a:lnTo>
                    <a:pt x="5173" y="7392"/>
                  </a:lnTo>
                  <a:lnTo>
                    <a:pt x="9052" y="4360"/>
                  </a:lnTo>
                  <a:lnTo>
                    <a:pt x="12149" y="4029"/>
                  </a:lnTo>
                  <a:lnTo>
                    <a:pt x="13631" y="2158"/>
                  </a:lnTo>
                  <a:lnTo>
                    <a:pt x="13766" y="891"/>
                  </a:lnTo>
                  <a:lnTo>
                    <a:pt x="1245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h1249"/>
            <p:cNvSpPr/>
            <p:nvPr/>
          </p:nvSpPr>
          <p:spPr>
            <a:xfrm>
              <a:off x="2719916" y="3165384"/>
              <a:ext cx="12969" cy="15154"/>
            </a:xfrm>
            <a:custGeom>
              <a:avLst/>
              <a:pathLst>
                <a:path w="12969" h="15154">
                  <a:moveTo>
                    <a:pt x="4252" y="2495"/>
                  </a:moveTo>
                  <a:lnTo>
                    <a:pt x="2984" y="6819"/>
                  </a:lnTo>
                  <a:lnTo>
                    <a:pt x="3482" y="7239"/>
                  </a:lnTo>
                  <a:lnTo>
                    <a:pt x="4226" y="7619"/>
                  </a:lnTo>
                  <a:lnTo>
                    <a:pt x="7628" y="4048"/>
                  </a:lnTo>
                  <a:lnTo>
                    <a:pt x="12969" y="5136"/>
                  </a:lnTo>
                  <a:lnTo>
                    <a:pt x="12866" y="6662"/>
                  </a:lnTo>
                  <a:lnTo>
                    <a:pt x="9260" y="10869"/>
                  </a:lnTo>
                  <a:lnTo>
                    <a:pt x="6661" y="12812"/>
                  </a:lnTo>
                  <a:lnTo>
                    <a:pt x="7521" y="11567"/>
                  </a:lnTo>
                  <a:lnTo>
                    <a:pt x="7304" y="10274"/>
                  </a:lnTo>
                  <a:lnTo>
                    <a:pt x="6490" y="8960"/>
                  </a:lnTo>
                  <a:lnTo>
                    <a:pt x="4605" y="8862"/>
                  </a:lnTo>
                  <a:lnTo>
                    <a:pt x="3375" y="10116"/>
                  </a:lnTo>
                  <a:lnTo>
                    <a:pt x="5375" y="13180"/>
                  </a:lnTo>
                  <a:lnTo>
                    <a:pt x="4410" y="14206"/>
                  </a:lnTo>
                  <a:lnTo>
                    <a:pt x="1970" y="14632"/>
                  </a:lnTo>
                  <a:lnTo>
                    <a:pt x="784" y="15154"/>
                  </a:lnTo>
                  <a:lnTo>
                    <a:pt x="0" y="13773"/>
                  </a:lnTo>
                  <a:lnTo>
                    <a:pt x="101" y="11758"/>
                  </a:lnTo>
                  <a:lnTo>
                    <a:pt x="1489" y="9692"/>
                  </a:lnTo>
                  <a:lnTo>
                    <a:pt x="23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h1250"/>
            <p:cNvSpPr/>
            <p:nvPr/>
          </p:nvSpPr>
          <p:spPr>
            <a:xfrm>
              <a:off x="2998956" y="3207228"/>
              <a:ext cx="118129" cy="55024"/>
            </a:xfrm>
            <a:custGeom>
              <a:avLst/>
              <a:pathLst>
                <a:path w="118129" h="55024">
                  <a:moveTo>
                    <a:pt x="17304" y="26"/>
                  </a:moveTo>
                  <a:lnTo>
                    <a:pt x="92797" y="247"/>
                  </a:lnTo>
                  <a:lnTo>
                    <a:pt x="118129" y="321"/>
                  </a:lnTo>
                  <a:lnTo>
                    <a:pt x="100617" y="54233"/>
                  </a:lnTo>
                  <a:lnTo>
                    <a:pt x="100653" y="52169"/>
                  </a:lnTo>
                  <a:lnTo>
                    <a:pt x="36108" y="55024"/>
                  </a:lnTo>
                  <a:lnTo>
                    <a:pt x="28914" y="54428"/>
                  </a:lnTo>
                  <a:lnTo>
                    <a:pt x="12016" y="49592"/>
                  </a:lnTo>
                  <a:lnTo>
                    <a:pt x="12306" y="48106"/>
                  </a:lnTo>
                  <a:lnTo>
                    <a:pt x="11072" y="45877"/>
                  </a:lnTo>
                  <a:lnTo>
                    <a:pt x="9071" y="44745"/>
                  </a:lnTo>
                  <a:lnTo>
                    <a:pt x="8086" y="45318"/>
                  </a:lnTo>
                  <a:lnTo>
                    <a:pt x="7441" y="47254"/>
                  </a:lnTo>
                  <a:lnTo>
                    <a:pt x="3026" y="42519"/>
                  </a:lnTo>
                  <a:lnTo>
                    <a:pt x="1042" y="40892"/>
                  </a:lnTo>
                  <a:lnTo>
                    <a:pt x="2044" y="35500"/>
                  </a:lnTo>
                  <a:lnTo>
                    <a:pt x="3359" y="33666"/>
                  </a:lnTo>
                  <a:lnTo>
                    <a:pt x="4698" y="33577"/>
                  </a:lnTo>
                  <a:lnTo>
                    <a:pt x="6399" y="35459"/>
                  </a:lnTo>
                  <a:lnTo>
                    <a:pt x="15101" y="32864"/>
                  </a:lnTo>
                  <a:lnTo>
                    <a:pt x="15608" y="29163"/>
                  </a:lnTo>
                  <a:lnTo>
                    <a:pt x="15022" y="28303"/>
                  </a:lnTo>
                  <a:lnTo>
                    <a:pt x="8159" y="25132"/>
                  </a:lnTo>
                  <a:lnTo>
                    <a:pt x="0" y="17916"/>
                  </a:lnTo>
                  <a:lnTo>
                    <a:pt x="173" y="15898"/>
                  </a:lnTo>
                  <a:lnTo>
                    <a:pt x="2325" y="15470"/>
                  </a:lnTo>
                  <a:lnTo>
                    <a:pt x="7152" y="16248"/>
                  </a:lnTo>
                  <a:lnTo>
                    <a:pt x="7696" y="18020"/>
                  </a:lnTo>
                  <a:lnTo>
                    <a:pt x="9340" y="19053"/>
                  </a:lnTo>
                  <a:lnTo>
                    <a:pt x="10397" y="18938"/>
                  </a:lnTo>
                  <a:lnTo>
                    <a:pt x="14308" y="16929"/>
                  </a:lnTo>
                  <a:lnTo>
                    <a:pt x="18280" y="16696"/>
                  </a:lnTo>
                  <a:lnTo>
                    <a:pt x="21784" y="13065"/>
                  </a:lnTo>
                  <a:lnTo>
                    <a:pt x="22512" y="10943"/>
                  </a:lnTo>
                  <a:lnTo>
                    <a:pt x="19859" y="9115"/>
                  </a:lnTo>
                  <a:lnTo>
                    <a:pt x="17345" y="9718"/>
                  </a:lnTo>
                  <a:lnTo>
                    <a:pt x="12373" y="8649"/>
                  </a:lnTo>
                  <a:lnTo>
                    <a:pt x="9484" y="4860"/>
                  </a:lnTo>
                  <a:lnTo>
                    <a:pt x="810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h1251"/>
            <p:cNvSpPr/>
            <p:nvPr/>
          </p:nvSpPr>
          <p:spPr>
            <a:xfrm>
              <a:off x="2600319" y="3134120"/>
              <a:ext cx="17205" cy="13023"/>
            </a:xfrm>
            <a:custGeom>
              <a:avLst/>
              <a:pathLst>
                <a:path w="17205" h="13023">
                  <a:moveTo>
                    <a:pt x="9680" y="0"/>
                  </a:moveTo>
                  <a:lnTo>
                    <a:pt x="9922" y="2186"/>
                  </a:lnTo>
                  <a:lnTo>
                    <a:pt x="11678" y="5741"/>
                  </a:lnTo>
                  <a:lnTo>
                    <a:pt x="15878" y="5474"/>
                  </a:lnTo>
                  <a:lnTo>
                    <a:pt x="16155" y="4602"/>
                  </a:lnTo>
                  <a:lnTo>
                    <a:pt x="17205" y="9963"/>
                  </a:lnTo>
                  <a:lnTo>
                    <a:pt x="17022" y="10760"/>
                  </a:lnTo>
                  <a:lnTo>
                    <a:pt x="15258" y="13023"/>
                  </a:lnTo>
                  <a:lnTo>
                    <a:pt x="12508" y="12847"/>
                  </a:lnTo>
                  <a:lnTo>
                    <a:pt x="11505" y="10165"/>
                  </a:lnTo>
                  <a:lnTo>
                    <a:pt x="11412" y="6669"/>
                  </a:lnTo>
                  <a:lnTo>
                    <a:pt x="10758" y="5933"/>
                  </a:lnTo>
                  <a:lnTo>
                    <a:pt x="7977" y="5331"/>
                  </a:lnTo>
                  <a:lnTo>
                    <a:pt x="6320" y="7902"/>
                  </a:lnTo>
                  <a:lnTo>
                    <a:pt x="8764" y="8526"/>
                  </a:lnTo>
                  <a:lnTo>
                    <a:pt x="9364" y="12151"/>
                  </a:lnTo>
                  <a:lnTo>
                    <a:pt x="5746" y="11505"/>
                  </a:lnTo>
                  <a:lnTo>
                    <a:pt x="3378" y="11808"/>
                  </a:lnTo>
                  <a:lnTo>
                    <a:pt x="0" y="8301"/>
                  </a:lnTo>
                  <a:lnTo>
                    <a:pt x="1933" y="5810"/>
                  </a:lnTo>
                  <a:lnTo>
                    <a:pt x="5706" y="1996"/>
                  </a:lnTo>
                  <a:lnTo>
                    <a:pt x="6362" y="95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h1252"/>
            <p:cNvSpPr/>
            <p:nvPr/>
          </p:nvSpPr>
          <p:spPr>
            <a:xfrm>
              <a:off x="2789107" y="3144919"/>
              <a:ext cx="21661" cy="27236"/>
            </a:xfrm>
            <a:custGeom>
              <a:avLst/>
              <a:pathLst>
                <a:path w="21661" h="27236">
                  <a:moveTo>
                    <a:pt x="5172" y="1773"/>
                  </a:moveTo>
                  <a:lnTo>
                    <a:pt x="7681" y="1720"/>
                  </a:lnTo>
                  <a:lnTo>
                    <a:pt x="8648" y="2349"/>
                  </a:lnTo>
                  <a:lnTo>
                    <a:pt x="9805" y="5495"/>
                  </a:lnTo>
                  <a:lnTo>
                    <a:pt x="11328" y="6294"/>
                  </a:lnTo>
                  <a:lnTo>
                    <a:pt x="11159" y="9149"/>
                  </a:lnTo>
                  <a:lnTo>
                    <a:pt x="14599" y="11260"/>
                  </a:lnTo>
                  <a:lnTo>
                    <a:pt x="15525" y="13606"/>
                  </a:lnTo>
                  <a:lnTo>
                    <a:pt x="8817" y="18043"/>
                  </a:lnTo>
                  <a:lnTo>
                    <a:pt x="10556" y="20143"/>
                  </a:lnTo>
                  <a:lnTo>
                    <a:pt x="12961" y="18085"/>
                  </a:lnTo>
                  <a:lnTo>
                    <a:pt x="20959" y="17906"/>
                  </a:lnTo>
                  <a:lnTo>
                    <a:pt x="21661" y="18904"/>
                  </a:lnTo>
                  <a:lnTo>
                    <a:pt x="15720" y="22268"/>
                  </a:lnTo>
                  <a:lnTo>
                    <a:pt x="14044" y="25580"/>
                  </a:lnTo>
                  <a:lnTo>
                    <a:pt x="10135" y="27236"/>
                  </a:lnTo>
                  <a:lnTo>
                    <a:pt x="6578" y="27123"/>
                  </a:lnTo>
                  <a:lnTo>
                    <a:pt x="5615" y="25778"/>
                  </a:lnTo>
                  <a:lnTo>
                    <a:pt x="6797" y="22975"/>
                  </a:lnTo>
                  <a:lnTo>
                    <a:pt x="7972" y="22742"/>
                  </a:lnTo>
                  <a:lnTo>
                    <a:pt x="2906" y="16067"/>
                  </a:lnTo>
                  <a:lnTo>
                    <a:pt x="1461" y="14887"/>
                  </a:lnTo>
                  <a:lnTo>
                    <a:pt x="0" y="14795"/>
                  </a:lnTo>
                  <a:lnTo>
                    <a:pt x="3495" y="9481"/>
                  </a:lnTo>
                  <a:lnTo>
                    <a:pt x="4831" y="8862"/>
                  </a:lnTo>
                  <a:lnTo>
                    <a:pt x="1872" y="7350"/>
                  </a:lnTo>
                  <a:lnTo>
                    <a:pt x="318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h1253"/>
            <p:cNvSpPr/>
            <p:nvPr/>
          </p:nvSpPr>
          <p:spPr>
            <a:xfrm>
              <a:off x="2768726" y="3139502"/>
              <a:ext cx="25212" cy="20213"/>
            </a:xfrm>
            <a:custGeom>
              <a:avLst/>
              <a:pathLst>
                <a:path w="25212" h="20213">
                  <a:moveTo>
                    <a:pt x="14976" y="595"/>
                  </a:moveTo>
                  <a:lnTo>
                    <a:pt x="18419" y="974"/>
                  </a:lnTo>
                  <a:lnTo>
                    <a:pt x="20689" y="5137"/>
                  </a:lnTo>
                  <a:lnTo>
                    <a:pt x="23566" y="5417"/>
                  </a:lnTo>
                  <a:lnTo>
                    <a:pt x="22253" y="12768"/>
                  </a:lnTo>
                  <a:lnTo>
                    <a:pt x="25212" y="14280"/>
                  </a:lnTo>
                  <a:lnTo>
                    <a:pt x="23876" y="14898"/>
                  </a:lnTo>
                  <a:lnTo>
                    <a:pt x="20381" y="20213"/>
                  </a:lnTo>
                  <a:lnTo>
                    <a:pt x="19449" y="18867"/>
                  </a:lnTo>
                  <a:lnTo>
                    <a:pt x="14878" y="17280"/>
                  </a:lnTo>
                  <a:lnTo>
                    <a:pt x="12863" y="18846"/>
                  </a:lnTo>
                  <a:lnTo>
                    <a:pt x="3138" y="19849"/>
                  </a:lnTo>
                  <a:lnTo>
                    <a:pt x="776" y="17091"/>
                  </a:lnTo>
                  <a:lnTo>
                    <a:pt x="0" y="13367"/>
                  </a:lnTo>
                  <a:lnTo>
                    <a:pt x="1088" y="10357"/>
                  </a:lnTo>
                  <a:lnTo>
                    <a:pt x="3438" y="10267"/>
                  </a:lnTo>
                  <a:lnTo>
                    <a:pt x="5441" y="8887"/>
                  </a:lnTo>
                  <a:lnTo>
                    <a:pt x="7226" y="10500"/>
                  </a:lnTo>
                  <a:lnTo>
                    <a:pt x="10382" y="12069"/>
                  </a:lnTo>
                  <a:lnTo>
                    <a:pt x="11166" y="10449"/>
                  </a:lnTo>
                  <a:lnTo>
                    <a:pt x="9093" y="7970"/>
                  </a:lnTo>
                  <a:lnTo>
                    <a:pt x="12027" y="1734"/>
                  </a:lnTo>
                  <a:lnTo>
                    <a:pt x="1497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h1254"/>
            <p:cNvSpPr/>
            <p:nvPr/>
          </p:nvSpPr>
          <p:spPr>
            <a:xfrm>
              <a:off x="2776893" y="3220323"/>
              <a:ext cx="7070" cy="8720"/>
            </a:xfrm>
            <a:custGeom>
              <a:avLst/>
              <a:pathLst>
                <a:path w="7070" h="8720">
                  <a:moveTo>
                    <a:pt x="6451" y="0"/>
                  </a:moveTo>
                  <a:lnTo>
                    <a:pt x="7070" y="2279"/>
                  </a:lnTo>
                  <a:lnTo>
                    <a:pt x="6375" y="2524"/>
                  </a:lnTo>
                  <a:lnTo>
                    <a:pt x="6120" y="4378"/>
                  </a:lnTo>
                  <a:lnTo>
                    <a:pt x="4519" y="4163"/>
                  </a:lnTo>
                  <a:lnTo>
                    <a:pt x="2645" y="8469"/>
                  </a:lnTo>
                  <a:lnTo>
                    <a:pt x="483" y="8720"/>
                  </a:lnTo>
                  <a:lnTo>
                    <a:pt x="0" y="7905"/>
                  </a:lnTo>
                  <a:lnTo>
                    <a:pt x="483" y="1802"/>
                  </a:lnTo>
                  <a:lnTo>
                    <a:pt x="3496" y="1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h1255"/>
            <p:cNvSpPr/>
            <p:nvPr/>
          </p:nvSpPr>
          <p:spPr>
            <a:xfrm>
              <a:off x="2625001" y="3126886"/>
              <a:ext cx="25850" cy="23353"/>
            </a:xfrm>
            <a:custGeom>
              <a:avLst/>
              <a:pathLst>
                <a:path w="25850" h="23353">
                  <a:moveTo>
                    <a:pt x="2563" y="97"/>
                  </a:moveTo>
                  <a:lnTo>
                    <a:pt x="8926" y="0"/>
                  </a:lnTo>
                  <a:lnTo>
                    <a:pt x="9102" y="6530"/>
                  </a:lnTo>
                  <a:lnTo>
                    <a:pt x="13820" y="5699"/>
                  </a:lnTo>
                  <a:lnTo>
                    <a:pt x="16918" y="6675"/>
                  </a:lnTo>
                  <a:lnTo>
                    <a:pt x="16314" y="8835"/>
                  </a:lnTo>
                  <a:lnTo>
                    <a:pt x="17111" y="11270"/>
                  </a:lnTo>
                  <a:lnTo>
                    <a:pt x="25717" y="15438"/>
                  </a:lnTo>
                  <a:lnTo>
                    <a:pt x="25850" y="17051"/>
                  </a:lnTo>
                  <a:lnTo>
                    <a:pt x="25655" y="20638"/>
                  </a:lnTo>
                  <a:lnTo>
                    <a:pt x="19509" y="23353"/>
                  </a:lnTo>
                  <a:lnTo>
                    <a:pt x="18027" y="20633"/>
                  </a:lnTo>
                  <a:lnTo>
                    <a:pt x="18028" y="19099"/>
                  </a:lnTo>
                  <a:lnTo>
                    <a:pt x="19483" y="16443"/>
                  </a:lnTo>
                  <a:lnTo>
                    <a:pt x="19097" y="13743"/>
                  </a:lnTo>
                  <a:lnTo>
                    <a:pt x="17499" y="12610"/>
                  </a:lnTo>
                  <a:lnTo>
                    <a:pt x="13752" y="12634"/>
                  </a:lnTo>
                  <a:lnTo>
                    <a:pt x="13634" y="16466"/>
                  </a:lnTo>
                  <a:lnTo>
                    <a:pt x="10146" y="19345"/>
                  </a:lnTo>
                  <a:lnTo>
                    <a:pt x="7536" y="15095"/>
                  </a:lnTo>
                  <a:lnTo>
                    <a:pt x="3689" y="10841"/>
                  </a:lnTo>
                  <a:lnTo>
                    <a:pt x="6230" y="9614"/>
                  </a:lnTo>
                  <a:lnTo>
                    <a:pt x="5822" y="8473"/>
                  </a:lnTo>
                  <a:lnTo>
                    <a:pt x="4006" y="7501"/>
                  </a:lnTo>
                  <a:lnTo>
                    <a:pt x="2321" y="3235"/>
                  </a:lnTo>
                  <a:lnTo>
                    <a:pt x="2204" y="347"/>
                  </a:lnTo>
                  <a:lnTo>
                    <a:pt x="0" y="74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h1256"/>
            <p:cNvSpPr/>
            <p:nvPr/>
          </p:nvSpPr>
          <p:spPr>
            <a:xfrm>
              <a:off x="2693885" y="3132834"/>
              <a:ext cx="11841" cy="10788"/>
            </a:xfrm>
            <a:custGeom>
              <a:avLst/>
              <a:pathLst>
                <a:path w="11841" h="10788">
                  <a:moveTo>
                    <a:pt x="4133" y="621"/>
                  </a:moveTo>
                  <a:lnTo>
                    <a:pt x="10965" y="4482"/>
                  </a:lnTo>
                  <a:lnTo>
                    <a:pt x="11841" y="10226"/>
                  </a:lnTo>
                  <a:lnTo>
                    <a:pt x="9558" y="10563"/>
                  </a:lnTo>
                  <a:lnTo>
                    <a:pt x="7203" y="10788"/>
                  </a:lnTo>
                  <a:lnTo>
                    <a:pt x="7113" y="9287"/>
                  </a:lnTo>
                  <a:lnTo>
                    <a:pt x="4245" y="6255"/>
                  </a:lnTo>
                  <a:lnTo>
                    <a:pt x="952" y="4110"/>
                  </a:lnTo>
                  <a:lnTo>
                    <a:pt x="0" y="1839"/>
                  </a:lnTo>
                  <a:lnTo>
                    <a:pt x="3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h1257"/>
            <p:cNvSpPr/>
            <p:nvPr/>
          </p:nvSpPr>
          <p:spPr>
            <a:xfrm>
              <a:off x="2815379" y="3203169"/>
              <a:ext cx="9975" cy="22189"/>
            </a:xfrm>
            <a:custGeom>
              <a:avLst/>
              <a:pathLst>
                <a:path w="9975" h="22189">
                  <a:moveTo>
                    <a:pt x="3050" y="338"/>
                  </a:moveTo>
                  <a:lnTo>
                    <a:pt x="3476" y="527"/>
                  </a:lnTo>
                  <a:lnTo>
                    <a:pt x="6299" y="3862"/>
                  </a:lnTo>
                  <a:lnTo>
                    <a:pt x="4486" y="3699"/>
                  </a:lnTo>
                  <a:lnTo>
                    <a:pt x="3522" y="5503"/>
                  </a:lnTo>
                  <a:lnTo>
                    <a:pt x="5190" y="12559"/>
                  </a:lnTo>
                  <a:lnTo>
                    <a:pt x="7599" y="16970"/>
                  </a:lnTo>
                  <a:lnTo>
                    <a:pt x="9975" y="17384"/>
                  </a:lnTo>
                  <a:lnTo>
                    <a:pt x="3441" y="22189"/>
                  </a:lnTo>
                  <a:lnTo>
                    <a:pt x="2007" y="7331"/>
                  </a:lnTo>
                  <a:lnTo>
                    <a:pt x="2433" y="4408"/>
                  </a:lnTo>
                  <a:lnTo>
                    <a:pt x="1356" y="2916"/>
                  </a:lnTo>
                  <a:lnTo>
                    <a:pt x="0" y="2595"/>
                  </a:lnTo>
                  <a:lnTo>
                    <a:pt x="121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h1258"/>
            <p:cNvSpPr/>
            <p:nvPr/>
          </p:nvSpPr>
          <p:spPr>
            <a:xfrm>
              <a:off x="2849839" y="3342437"/>
              <a:ext cx="32279" cy="38612"/>
            </a:xfrm>
            <a:custGeom>
              <a:avLst/>
              <a:pathLst>
                <a:path w="32279" h="38612">
                  <a:moveTo>
                    <a:pt x="17048" y="1855"/>
                  </a:moveTo>
                  <a:lnTo>
                    <a:pt x="21821" y="2365"/>
                  </a:lnTo>
                  <a:lnTo>
                    <a:pt x="25434" y="4095"/>
                  </a:lnTo>
                  <a:lnTo>
                    <a:pt x="28477" y="9079"/>
                  </a:lnTo>
                  <a:lnTo>
                    <a:pt x="24305" y="7577"/>
                  </a:lnTo>
                  <a:lnTo>
                    <a:pt x="20872" y="8827"/>
                  </a:lnTo>
                  <a:lnTo>
                    <a:pt x="21612" y="12713"/>
                  </a:lnTo>
                  <a:lnTo>
                    <a:pt x="22305" y="14051"/>
                  </a:lnTo>
                  <a:lnTo>
                    <a:pt x="26989" y="12722"/>
                  </a:lnTo>
                  <a:lnTo>
                    <a:pt x="29070" y="18554"/>
                  </a:lnTo>
                  <a:lnTo>
                    <a:pt x="32279" y="20419"/>
                  </a:lnTo>
                  <a:lnTo>
                    <a:pt x="27578" y="25188"/>
                  </a:lnTo>
                  <a:lnTo>
                    <a:pt x="27113" y="28716"/>
                  </a:lnTo>
                  <a:lnTo>
                    <a:pt x="28738" y="36080"/>
                  </a:lnTo>
                  <a:lnTo>
                    <a:pt x="23997" y="38612"/>
                  </a:lnTo>
                  <a:lnTo>
                    <a:pt x="20045" y="32582"/>
                  </a:lnTo>
                  <a:lnTo>
                    <a:pt x="17799" y="33507"/>
                  </a:lnTo>
                  <a:lnTo>
                    <a:pt x="17320" y="33153"/>
                  </a:lnTo>
                  <a:lnTo>
                    <a:pt x="15628" y="30249"/>
                  </a:lnTo>
                  <a:lnTo>
                    <a:pt x="15838" y="29154"/>
                  </a:lnTo>
                  <a:lnTo>
                    <a:pt x="3723" y="30011"/>
                  </a:lnTo>
                  <a:lnTo>
                    <a:pt x="803" y="29567"/>
                  </a:lnTo>
                  <a:lnTo>
                    <a:pt x="47" y="28640"/>
                  </a:lnTo>
                  <a:lnTo>
                    <a:pt x="0" y="26737"/>
                  </a:lnTo>
                  <a:lnTo>
                    <a:pt x="1025" y="20982"/>
                  </a:lnTo>
                  <a:lnTo>
                    <a:pt x="52" y="19832"/>
                  </a:lnTo>
                  <a:lnTo>
                    <a:pt x="1804" y="18381"/>
                  </a:lnTo>
                  <a:lnTo>
                    <a:pt x="5659" y="17770"/>
                  </a:lnTo>
                  <a:lnTo>
                    <a:pt x="11702" y="18262"/>
                  </a:lnTo>
                  <a:lnTo>
                    <a:pt x="14608" y="14019"/>
                  </a:lnTo>
                  <a:lnTo>
                    <a:pt x="12699" y="10099"/>
                  </a:lnTo>
                  <a:lnTo>
                    <a:pt x="8671" y="9745"/>
                  </a:lnTo>
                  <a:lnTo>
                    <a:pt x="8118" y="8744"/>
                  </a:lnTo>
                  <a:lnTo>
                    <a:pt x="11475" y="8314"/>
                  </a:lnTo>
                  <a:lnTo>
                    <a:pt x="12538" y="4687"/>
                  </a:lnTo>
                  <a:lnTo>
                    <a:pt x="12201" y="2268"/>
                  </a:lnTo>
                  <a:lnTo>
                    <a:pt x="1378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h1259"/>
            <p:cNvSpPr/>
            <p:nvPr/>
          </p:nvSpPr>
          <p:spPr>
            <a:xfrm>
              <a:off x="2804695" y="3230520"/>
              <a:ext cx="9450" cy="11321"/>
            </a:xfrm>
            <a:custGeom>
              <a:avLst/>
              <a:pathLst>
                <a:path w="9450" h="11321">
                  <a:moveTo>
                    <a:pt x="6398" y="848"/>
                  </a:moveTo>
                  <a:lnTo>
                    <a:pt x="7937" y="8505"/>
                  </a:lnTo>
                  <a:lnTo>
                    <a:pt x="9450" y="8810"/>
                  </a:lnTo>
                  <a:lnTo>
                    <a:pt x="8757" y="11321"/>
                  </a:lnTo>
                  <a:lnTo>
                    <a:pt x="3904" y="9542"/>
                  </a:lnTo>
                  <a:lnTo>
                    <a:pt x="2610" y="10499"/>
                  </a:lnTo>
                  <a:lnTo>
                    <a:pt x="0" y="7358"/>
                  </a:lnTo>
                  <a:lnTo>
                    <a:pt x="1392" y="6161"/>
                  </a:lnTo>
                  <a:lnTo>
                    <a:pt x="2872" y="6814"/>
                  </a:lnTo>
                  <a:lnTo>
                    <a:pt x="3806" y="6095"/>
                  </a:lnTo>
                  <a:lnTo>
                    <a:pt x="4431" y="2562"/>
                  </a:lnTo>
                  <a:lnTo>
                    <a:pt x="568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h1260"/>
            <p:cNvSpPr/>
            <p:nvPr/>
          </p:nvSpPr>
          <p:spPr>
            <a:xfrm>
              <a:off x="2830472" y="3351862"/>
              <a:ext cx="18135" cy="16851"/>
            </a:xfrm>
            <a:custGeom>
              <a:avLst/>
              <a:pathLst>
                <a:path w="18135" h="16851">
                  <a:moveTo>
                    <a:pt x="4806" y="219"/>
                  </a:moveTo>
                  <a:lnTo>
                    <a:pt x="6821" y="2158"/>
                  </a:lnTo>
                  <a:lnTo>
                    <a:pt x="8811" y="2293"/>
                  </a:lnTo>
                  <a:lnTo>
                    <a:pt x="13552" y="871"/>
                  </a:lnTo>
                  <a:lnTo>
                    <a:pt x="14072" y="2106"/>
                  </a:lnTo>
                  <a:lnTo>
                    <a:pt x="13053" y="3695"/>
                  </a:lnTo>
                  <a:lnTo>
                    <a:pt x="16456" y="8657"/>
                  </a:lnTo>
                  <a:lnTo>
                    <a:pt x="18135" y="9513"/>
                  </a:lnTo>
                  <a:lnTo>
                    <a:pt x="16559" y="11625"/>
                  </a:lnTo>
                  <a:lnTo>
                    <a:pt x="14123" y="12328"/>
                  </a:lnTo>
                  <a:lnTo>
                    <a:pt x="13571" y="14107"/>
                  </a:lnTo>
                  <a:lnTo>
                    <a:pt x="17472" y="14650"/>
                  </a:lnTo>
                  <a:lnTo>
                    <a:pt x="10421" y="15066"/>
                  </a:lnTo>
                  <a:lnTo>
                    <a:pt x="7228" y="16851"/>
                  </a:lnTo>
                  <a:lnTo>
                    <a:pt x="3872" y="14675"/>
                  </a:lnTo>
                  <a:lnTo>
                    <a:pt x="3109" y="10910"/>
                  </a:lnTo>
                  <a:lnTo>
                    <a:pt x="0" y="9767"/>
                  </a:lnTo>
                  <a:lnTo>
                    <a:pt x="1973" y="1694"/>
                  </a:lnTo>
                  <a:lnTo>
                    <a:pt x="331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h1261"/>
            <p:cNvSpPr/>
            <p:nvPr/>
          </p:nvSpPr>
          <p:spPr>
            <a:xfrm>
              <a:off x="2804099" y="3335424"/>
              <a:ext cx="26535" cy="20917"/>
            </a:xfrm>
            <a:custGeom>
              <a:avLst/>
              <a:pathLst>
                <a:path w="26535" h="20917">
                  <a:moveTo>
                    <a:pt x="16813" y="198"/>
                  </a:moveTo>
                  <a:lnTo>
                    <a:pt x="20252" y="1178"/>
                  </a:lnTo>
                  <a:lnTo>
                    <a:pt x="25002" y="3687"/>
                  </a:lnTo>
                  <a:lnTo>
                    <a:pt x="26535" y="3167"/>
                  </a:lnTo>
                  <a:lnTo>
                    <a:pt x="25382" y="8097"/>
                  </a:lnTo>
                  <a:lnTo>
                    <a:pt x="23225" y="8655"/>
                  </a:lnTo>
                  <a:lnTo>
                    <a:pt x="21346" y="6928"/>
                  </a:lnTo>
                  <a:lnTo>
                    <a:pt x="17423" y="7979"/>
                  </a:lnTo>
                  <a:lnTo>
                    <a:pt x="14087" y="10247"/>
                  </a:lnTo>
                  <a:lnTo>
                    <a:pt x="13954" y="15153"/>
                  </a:lnTo>
                  <a:lnTo>
                    <a:pt x="15183" y="15258"/>
                  </a:lnTo>
                  <a:lnTo>
                    <a:pt x="15379" y="16359"/>
                  </a:lnTo>
                  <a:lnTo>
                    <a:pt x="13687" y="18438"/>
                  </a:lnTo>
                  <a:lnTo>
                    <a:pt x="13081" y="20889"/>
                  </a:lnTo>
                  <a:lnTo>
                    <a:pt x="11629" y="20917"/>
                  </a:lnTo>
                  <a:lnTo>
                    <a:pt x="9957" y="19750"/>
                  </a:lnTo>
                  <a:lnTo>
                    <a:pt x="9534" y="16825"/>
                  </a:lnTo>
                  <a:lnTo>
                    <a:pt x="8265" y="14323"/>
                  </a:lnTo>
                  <a:lnTo>
                    <a:pt x="6702" y="12988"/>
                  </a:lnTo>
                  <a:lnTo>
                    <a:pt x="845" y="11716"/>
                  </a:lnTo>
                  <a:lnTo>
                    <a:pt x="0" y="9532"/>
                  </a:lnTo>
                  <a:lnTo>
                    <a:pt x="1439" y="9381"/>
                  </a:lnTo>
                  <a:lnTo>
                    <a:pt x="4715" y="5716"/>
                  </a:lnTo>
                  <a:lnTo>
                    <a:pt x="5511" y="2361"/>
                  </a:lnTo>
                  <a:lnTo>
                    <a:pt x="1355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h1262"/>
            <p:cNvSpPr/>
            <p:nvPr/>
          </p:nvSpPr>
          <p:spPr>
            <a:xfrm>
              <a:off x="2707974" y="3324321"/>
              <a:ext cx="15723" cy="20299"/>
            </a:xfrm>
            <a:custGeom>
              <a:avLst/>
              <a:pathLst>
                <a:path w="15723" h="20299">
                  <a:moveTo>
                    <a:pt x="11983" y="2905"/>
                  </a:moveTo>
                  <a:lnTo>
                    <a:pt x="15465" y="3718"/>
                  </a:lnTo>
                  <a:lnTo>
                    <a:pt x="15723" y="4875"/>
                  </a:lnTo>
                  <a:lnTo>
                    <a:pt x="15427" y="7094"/>
                  </a:lnTo>
                  <a:lnTo>
                    <a:pt x="10184" y="12370"/>
                  </a:lnTo>
                  <a:lnTo>
                    <a:pt x="7182" y="9786"/>
                  </a:lnTo>
                  <a:lnTo>
                    <a:pt x="5909" y="10009"/>
                  </a:lnTo>
                  <a:lnTo>
                    <a:pt x="3360" y="12170"/>
                  </a:lnTo>
                  <a:lnTo>
                    <a:pt x="7449" y="14664"/>
                  </a:lnTo>
                  <a:lnTo>
                    <a:pt x="9235" y="17546"/>
                  </a:lnTo>
                  <a:lnTo>
                    <a:pt x="8451" y="19668"/>
                  </a:lnTo>
                  <a:lnTo>
                    <a:pt x="6612" y="20299"/>
                  </a:lnTo>
                  <a:lnTo>
                    <a:pt x="2569" y="17796"/>
                  </a:lnTo>
                  <a:lnTo>
                    <a:pt x="0" y="13683"/>
                  </a:lnTo>
                  <a:lnTo>
                    <a:pt x="837" y="5350"/>
                  </a:lnTo>
                  <a:lnTo>
                    <a:pt x="181" y="5083"/>
                  </a:lnTo>
                  <a:lnTo>
                    <a:pt x="2247" y="3812"/>
                  </a:lnTo>
                  <a:lnTo>
                    <a:pt x="2338" y="4309"/>
                  </a:lnTo>
                  <a:lnTo>
                    <a:pt x="3944" y="2258"/>
                  </a:lnTo>
                  <a:lnTo>
                    <a:pt x="2966" y="912"/>
                  </a:lnTo>
                  <a:lnTo>
                    <a:pt x="3446" y="540"/>
                  </a:lnTo>
                  <a:lnTo>
                    <a:pt x="96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h1263"/>
            <p:cNvSpPr/>
            <p:nvPr/>
          </p:nvSpPr>
          <p:spPr>
            <a:xfrm>
              <a:off x="2747698" y="3241587"/>
              <a:ext cx="20038" cy="15268"/>
            </a:xfrm>
            <a:custGeom>
              <a:avLst/>
              <a:pathLst>
                <a:path w="20038" h="15268">
                  <a:moveTo>
                    <a:pt x="18863" y="671"/>
                  </a:moveTo>
                  <a:lnTo>
                    <a:pt x="20038" y="3479"/>
                  </a:lnTo>
                  <a:lnTo>
                    <a:pt x="16815" y="5240"/>
                  </a:lnTo>
                  <a:lnTo>
                    <a:pt x="16033" y="6871"/>
                  </a:lnTo>
                  <a:lnTo>
                    <a:pt x="14889" y="9362"/>
                  </a:lnTo>
                  <a:lnTo>
                    <a:pt x="14267" y="11550"/>
                  </a:lnTo>
                  <a:lnTo>
                    <a:pt x="10648" y="15268"/>
                  </a:lnTo>
                  <a:lnTo>
                    <a:pt x="4754" y="13081"/>
                  </a:lnTo>
                  <a:lnTo>
                    <a:pt x="2449" y="13826"/>
                  </a:lnTo>
                  <a:lnTo>
                    <a:pt x="2085" y="14815"/>
                  </a:lnTo>
                  <a:lnTo>
                    <a:pt x="0" y="8883"/>
                  </a:lnTo>
                  <a:lnTo>
                    <a:pt x="2536" y="3043"/>
                  </a:lnTo>
                  <a:lnTo>
                    <a:pt x="3281" y="3771"/>
                  </a:lnTo>
                  <a:lnTo>
                    <a:pt x="6400" y="1696"/>
                  </a:lnTo>
                  <a:lnTo>
                    <a:pt x="10368" y="1263"/>
                  </a:lnTo>
                  <a:lnTo>
                    <a:pt x="14097" y="1757"/>
                  </a:lnTo>
                  <a:lnTo>
                    <a:pt x="1722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h1264"/>
            <p:cNvSpPr/>
            <p:nvPr/>
          </p:nvSpPr>
          <p:spPr>
            <a:xfrm>
              <a:off x="2889945" y="3226306"/>
              <a:ext cx="18472" cy="22371"/>
            </a:xfrm>
            <a:custGeom>
              <a:avLst/>
              <a:pathLst>
                <a:path w="18472" h="22371">
                  <a:moveTo>
                    <a:pt x="7212" y="1489"/>
                  </a:moveTo>
                  <a:lnTo>
                    <a:pt x="11963" y="4552"/>
                  </a:lnTo>
                  <a:lnTo>
                    <a:pt x="15891" y="4321"/>
                  </a:lnTo>
                  <a:lnTo>
                    <a:pt x="18257" y="5367"/>
                  </a:lnTo>
                  <a:lnTo>
                    <a:pt x="18472" y="8924"/>
                  </a:lnTo>
                  <a:lnTo>
                    <a:pt x="17168" y="8278"/>
                  </a:lnTo>
                  <a:lnTo>
                    <a:pt x="14215" y="10763"/>
                  </a:lnTo>
                  <a:lnTo>
                    <a:pt x="13685" y="13145"/>
                  </a:lnTo>
                  <a:lnTo>
                    <a:pt x="14111" y="17084"/>
                  </a:lnTo>
                  <a:lnTo>
                    <a:pt x="12994" y="21769"/>
                  </a:lnTo>
                  <a:lnTo>
                    <a:pt x="9205" y="22153"/>
                  </a:lnTo>
                  <a:lnTo>
                    <a:pt x="2455" y="22371"/>
                  </a:lnTo>
                  <a:lnTo>
                    <a:pt x="1033" y="20158"/>
                  </a:lnTo>
                  <a:lnTo>
                    <a:pt x="1069" y="16160"/>
                  </a:lnTo>
                  <a:lnTo>
                    <a:pt x="3121" y="14236"/>
                  </a:lnTo>
                  <a:lnTo>
                    <a:pt x="6587" y="13449"/>
                  </a:lnTo>
                  <a:lnTo>
                    <a:pt x="6010" y="11667"/>
                  </a:lnTo>
                  <a:lnTo>
                    <a:pt x="1938" y="6577"/>
                  </a:lnTo>
                  <a:lnTo>
                    <a:pt x="0" y="5143"/>
                  </a:lnTo>
                  <a:lnTo>
                    <a:pt x="459" y="3122"/>
                  </a:lnTo>
                  <a:lnTo>
                    <a:pt x="3277" y="1006"/>
                  </a:lnTo>
                  <a:lnTo>
                    <a:pt x="788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h1265"/>
            <p:cNvSpPr/>
            <p:nvPr/>
          </p:nvSpPr>
          <p:spPr>
            <a:xfrm>
              <a:off x="2851120" y="3259270"/>
              <a:ext cx="7028" cy="10800"/>
            </a:xfrm>
            <a:custGeom>
              <a:avLst/>
              <a:pathLst>
                <a:path w="7028" h="10800">
                  <a:moveTo>
                    <a:pt x="0" y="256"/>
                  </a:moveTo>
                  <a:lnTo>
                    <a:pt x="5549" y="0"/>
                  </a:lnTo>
                  <a:lnTo>
                    <a:pt x="7028" y="8771"/>
                  </a:lnTo>
                  <a:lnTo>
                    <a:pt x="225" y="1080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h1266"/>
            <p:cNvSpPr/>
            <p:nvPr/>
          </p:nvSpPr>
          <p:spPr>
            <a:xfrm>
              <a:off x="2810528" y="3239331"/>
              <a:ext cx="15702" cy="14466"/>
            </a:xfrm>
            <a:custGeom>
              <a:avLst/>
              <a:pathLst>
                <a:path w="15702" h="14466">
                  <a:moveTo>
                    <a:pt x="9845" y="2770"/>
                  </a:moveTo>
                  <a:lnTo>
                    <a:pt x="14646" y="3561"/>
                  </a:lnTo>
                  <a:lnTo>
                    <a:pt x="15702" y="4282"/>
                  </a:lnTo>
                  <a:lnTo>
                    <a:pt x="14975" y="7672"/>
                  </a:lnTo>
                  <a:lnTo>
                    <a:pt x="12989" y="9295"/>
                  </a:lnTo>
                  <a:lnTo>
                    <a:pt x="8129" y="8286"/>
                  </a:lnTo>
                  <a:lnTo>
                    <a:pt x="4331" y="7416"/>
                  </a:lnTo>
                  <a:lnTo>
                    <a:pt x="2765" y="14466"/>
                  </a:lnTo>
                  <a:lnTo>
                    <a:pt x="385" y="11985"/>
                  </a:lnTo>
                  <a:lnTo>
                    <a:pt x="0" y="7431"/>
                  </a:lnTo>
                  <a:lnTo>
                    <a:pt x="4333" y="7404"/>
                  </a:lnTo>
                  <a:lnTo>
                    <a:pt x="4224" y="4244"/>
                  </a:lnTo>
                  <a:lnTo>
                    <a:pt x="2925" y="2511"/>
                  </a:lnTo>
                  <a:lnTo>
                    <a:pt x="3617" y="0"/>
                  </a:lnTo>
                  <a:lnTo>
                    <a:pt x="5428" y="483"/>
                  </a:lnTo>
                  <a:lnTo>
                    <a:pt x="10708" y="54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h1267"/>
            <p:cNvSpPr/>
            <p:nvPr/>
          </p:nvSpPr>
          <p:spPr>
            <a:xfrm>
              <a:off x="2879844" y="3272131"/>
              <a:ext cx="18006" cy="20679"/>
            </a:xfrm>
            <a:custGeom>
              <a:avLst/>
              <a:pathLst>
                <a:path w="18006" h="20679">
                  <a:moveTo>
                    <a:pt x="15698" y="8474"/>
                  </a:moveTo>
                  <a:lnTo>
                    <a:pt x="17874" y="12756"/>
                  </a:lnTo>
                  <a:lnTo>
                    <a:pt x="18006" y="13913"/>
                  </a:lnTo>
                  <a:lnTo>
                    <a:pt x="14077" y="17553"/>
                  </a:lnTo>
                  <a:lnTo>
                    <a:pt x="11800" y="20679"/>
                  </a:lnTo>
                  <a:lnTo>
                    <a:pt x="4776" y="15704"/>
                  </a:lnTo>
                  <a:lnTo>
                    <a:pt x="2101" y="16163"/>
                  </a:lnTo>
                  <a:lnTo>
                    <a:pt x="3309" y="11556"/>
                  </a:lnTo>
                  <a:lnTo>
                    <a:pt x="0" y="8200"/>
                  </a:lnTo>
                  <a:lnTo>
                    <a:pt x="89" y="4495"/>
                  </a:lnTo>
                  <a:lnTo>
                    <a:pt x="346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h1268"/>
            <p:cNvSpPr/>
            <p:nvPr/>
          </p:nvSpPr>
          <p:spPr>
            <a:xfrm>
              <a:off x="2874291" y="3201733"/>
              <a:ext cx="21605" cy="18943"/>
            </a:xfrm>
            <a:custGeom>
              <a:avLst/>
              <a:pathLst>
                <a:path w="21605" h="18943">
                  <a:moveTo>
                    <a:pt x="14075" y="2455"/>
                  </a:moveTo>
                  <a:lnTo>
                    <a:pt x="16075" y="2454"/>
                  </a:lnTo>
                  <a:lnTo>
                    <a:pt x="19826" y="5227"/>
                  </a:lnTo>
                  <a:lnTo>
                    <a:pt x="21605" y="6712"/>
                  </a:lnTo>
                  <a:lnTo>
                    <a:pt x="21011" y="8847"/>
                  </a:lnTo>
                  <a:lnTo>
                    <a:pt x="18355" y="8527"/>
                  </a:lnTo>
                  <a:lnTo>
                    <a:pt x="15815" y="9094"/>
                  </a:lnTo>
                  <a:lnTo>
                    <a:pt x="19012" y="12619"/>
                  </a:lnTo>
                  <a:lnTo>
                    <a:pt x="18793" y="16205"/>
                  </a:lnTo>
                  <a:lnTo>
                    <a:pt x="17794" y="17029"/>
                  </a:lnTo>
                  <a:lnTo>
                    <a:pt x="15144" y="18213"/>
                  </a:lnTo>
                  <a:lnTo>
                    <a:pt x="10183" y="17971"/>
                  </a:lnTo>
                  <a:lnTo>
                    <a:pt x="8490" y="18943"/>
                  </a:lnTo>
                  <a:lnTo>
                    <a:pt x="2310" y="17680"/>
                  </a:lnTo>
                  <a:lnTo>
                    <a:pt x="0" y="11613"/>
                  </a:lnTo>
                  <a:lnTo>
                    <a:pt x="1723" y="10367"/>
                  </a:lnTo>
                  <a:lnTo>
                    <a:pt x="5011" y="5775"/>
                  </a:lnTo>
                  <a:lnTo>
                    <a:pt x="8758" y="5451"/>
                  </a:lnTo>
                  <a:lnTo>
                    <a:pt x="8872" y="1159"/>
                  </a:lnTo>
                  <a:lnTo>
                    <a:pt x="9238" y="406"/>
                  </a:lnTo>
                  <a:lnTo>
                    <a:pt x="1090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h1269"/>
            <p:cNvSpPr/>
            <p:nvPr/>
          </p:nvSpPr>
          <p:spPr>
            <a:xfrm>
              <a:off x="2796266" y="3221526"/>
              <a:ext cx="16076" cy="16316"/>
            </a:xfrm>
            <a:custGeom>
              <a:avLst/>
              <a:pathLst>
                <a:path w="16076" h="16316">
                  <a:moveTo>
                    <a:pt x="8123" y="2619"/>
                  </a:moveTo>
                  <a:lnTo>
                    <a:pt x="14305" y="1217"/>
                  </a:lnTo>
                  <a:lnTo>
                    <a:pt x="16076" y="3241"/>
                  </a:lnTo>
                  <a:lnTo>
                    <a:pt x="14467" y="4944"/>
                  </a:lnTo>
                  <a:lnTo>
                    <a:pt x="7075" y="6432"/>
                  </a:lnTo>
                  <a:lnTo>
                    <a:pt x="3490" y="9937"/>
                  </a:lnTo>
                  <a:lnTo>
                    <a:pt x="3483" y="10986"/>
                  </a:lnTo>
                  <a:lnTo>
                    <a:pt x="463" y="16316"/>
                  </a:lnTo>
                  <a:lnTo>
                    <a:pt x="0" y="14940"/>
                  </a:lnTo>
                  <a:lnTo>
                    <a:pt x="167" y="10221"/>
                  </a:lnTo>
                  <a:lnTo>
                    <a:pt x="195" y="8470"/>
                  </a:lnTo>
                  <a:lnTo>
                    <a:pt x="384" y="6662"/>
                  </a:lnTo>
                  <a:lnTo>
                    <a:pt x="131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h1270"/>
            <p:cNvSpPr/>
            <p:nvPr/>
          </p:nvSpPr>
          <p:spPr>
            <a:xfrm>
              <a:off x="3007467" y="3256820"/>
              <a:ext cx="92142" cy="31364"/>
            </a:xfrm>
            <a:custGeom>
              <a:avLst/>
              <a:pathLst>
                <a:path w="92142" h="31364">
                  <a:moveTo>
                    <a:pt x="20403" y="4836"/>
                  </a:moveTo>
                  <a:lnTo>
                    <a:pt x="27596" y="5432"/>
                  </a:lnTo>
                  <a:lnTo>
                    <a:pt x="92142" y="2576"/>
                  </a:lnTo>
                  <a:lnTo>
                    <a:pt x="92106" y="4641"/>
                  </a:lnTo>
                  <a:lnTo>
                    <a:pt x="83426" y="31364"/>
                  </a:lnTo>
                  <a:lnTo>
                    <a:pt x="83514" y="27584"/>
                  </a:lnTo>
                  <a:lnTo>
                    <a:pt x="77135" y="27827"/>
                  </a:lnTo>
                  <a:lnTo>
                    <a:pt x="73819" y="23163"/>
                  </a:lnTo>
                  <a:lnTo>
                    <a:pt x="68695" y="22012"/>
                  </a:lnTo>
                  <a:lnTo>
                    <a:pt x="67116" y="19074"/>
                  </a:lnTo>
                  <a:lnTo>
                    <a:pt x="62116" y="20908"/>
                  </a:lnTo>
                  <a:lnTo>
                    <a:pt x="61598" y="18046"/>
                  </a:lnTo>
                  <a:lnTo>
                    <a:pt x="53400" y="21522"/>
                  </a:lnTo>
                  <a:lnTo>
                    <a:pt x="51574" y="21012"/>
                  </a:lnTo>
                  <a:lnTo>
                    <a:pt x="49396" y="21802"/>
                  </a:lnTo>
                  <a:lnTo>
                    <a:pt x="50199" y="20064"/>
                  </a:lnTo>
                  <a:lnTo>
                    <a:pt x="44568" y="19211"/>
                  </a:lnTo>
                  <a:lnTo>
                    <a:pt x="43789" y="14058"/>
                  </a:lnTo>
                  <a:lnTo>
                    <a:pt x="42481" y="14194"/>
                  </a:lnTo>
                  <a:lnTo>
                    <a:pt x="41530" y="18751"/>
                  </a:lnTo>
                  <a:lnTo>
                    <a:pt x="24415" y="16054"/>
                  </a:lnTo>
                  <a:lnTo>
                    <a:pt x="24568" y="14440"/>
                  </a:lnTo>
                  <a:lnTo>
                    <a:pt x="22695" y="14088"/>
                  </a:lnTo>
                  <a:lnTo>
                    <a:pt x="20700" y="15249"/>
                  </a:lnTo>
                  <a:lnTo>
                    <a:pt x="10162" y="14098"/>
                  </a:lnTo>
                  <a:lnTo>
                    <a:pt x="10924" y="18902"/>
                  </a:lnTo>
                  <a:lnTo>
                    <a:pt x="5955" y="18689"/>
                  </a:lnTo>
                  <a:lnTo>
                    <a:pt x="1759" y="18505"/>
                  </a:lnTo>
                  <a:lnTo>
                    <a:pt x="0" y="17140"/>
                  </a:lnTo>
                  <a:lnTo>
                    <a:pt x="1962" y="12310"/>
                  </a:lnTo>
                  <a:lnTo>
                    <a:pt x="2089" y="8156"/>
                  </a:lnTo>
                  <a:lnTo>
                    <a:pt x="856" y="3029"/>
                  </a:lnTo>
                  <a:lnTo>
                    <a:pt x="2330" y="298"/>
                  </a:lnTo>
                  <a:lnTo>
                    <a:pt x="35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h1271"/>
            <p:cNvSpPr/>
            <p:nvPr/>
          </p:nvSpPr>
          <p:spPr>
            <a:xfrm>
              <a:off x="2717024" y="3184579"/>
              <a:ext cx="5223" cy="4077"/>
            </a:xfrm>
            <a:custGeom>
              <a:avLst/>
              <a:pathLst>
                <a:path w="5223" h="4077">
                  <a:moveTo>
                    <a:pt x="5223" y="1215"/>
                  </a:moveTo>
                  <a:lnTo>
                    <a:pt x="1731" y="4077"/>
                  </a:lnTo>
                  <a:lnTo>
                    <a:pt x="0" y="32"/>
                  </a:lnTo>
                  <a:lnTo>
                    <a:pt x="1530" y="91"/>
                  </a:lnTo>
                  <a:lnTo>
                    <a:pt x="302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h1272"/>
            <p:cNvSpPr/>
            <p:nvPr/>
          </p:nvSpPr>
          <p:spPr>
            <a:xfrm>
              <a:off x="2738159" y="3357464"/>
              <a:ext cx="36378" cy="20081"/>
            </a:xfrm>
            <a:custGeom>
              <a:avLst/>
              <a:pathLst>
                <a:path w="36378" h="20081">
                  <a:moveTo>
                    <a:pt x="9886" y="0"/>
                  </a:moveTo>
                  <a:lnTo>
                    <a:pt x="12230" y="1337"/>
                  </a:lnTo>
                  <a:lnTo>
                    <a:pt x="19396" y="2304"/>
                  </a:lnTo>
                  <a:lnTo>
                    <a:pt x="22706" y="1955"/>
                  </a:lnTo>
                  <a:lnTo>
                    <a:pt x="24375" y="3982"/>
                  </a:lnTo>
                  <a:lnTo>
                    <a:pt x="31717" y="3654"/>
                  </a:lnTo>
                  <a:lnTo>
                    <a:pt x="34214" y="2851"/>
                  </a:lnTo>
                  <a:lnTo>
                    <a:pt x="35665" y="3366"/>
                  </a:lnTo>
                  <a:lnTo>
                    <a:pt x="36378" y="5827"/>
                  </a:lnTo>
                  <a:lnTo>
                    <a:pt x="26956" y="10764"/>
                  </a:lnTo>
                  <a:lnTo>
                    <a:pt x="18776" y="16600"/>
                  </a:lnTo>
                  <a:lnTo>
                    <a:pt x="17441" y="19498"/>
                  </a:lnTo>
                  <a:lnTo>
                    <a:pt x="16503" y="20081"/>
                  </a:lnTo>
                  <a:lnTo>
                    <a:pt x="15186" y="19755"/>
                  </a:lnTo>
                  <a:lnTo>
                    <a:pt x="8331" y="15574"/>
                  </a:lnTo>
                  <a:lnTo>
                    <a:pt x="0" y="12601"/>
                  </a:lnTo>
                  <a:lnTo>
                    <a:pt x="3418" y="5212"/>
                  </a:lnTo>
                  <a:lnTo>
                    <a:pt x="7793" y="104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h1273"/>
            <p:cNvSpPr/>
            <p:nvPr/>
          </p:nvSpPr>
          <p:spPr>
            <a:xfrm>
              <a:off x="3056714" y="3287632"/>
              <a:ext cx="47096" cy="42071"/>
            </a:xfrm>
            <a:custGeom>
              <a:avLst/>
              <a:pathLst>
                <a:path w="47096" h="42071">
                  <a:moveTo>
                    <a:pt x="38203" y="8533"/>
                  </a:moveTo>
                  <a:lnTo>
                    <a:pt x="44696" y="17502"/>
                  </a:lnTo>
                  <a:lnTo>
                    <a:pt x="47096" y="23815"/>
                  </a:lnTo>
                  <a:lnTo>
                    <a:pt x="47080" y="28180"/>
                  </a:lnTo>
                  <a:lnTo>
                    <a:pt x="45702" y="31060"/>
                  </a:lnTo>
                  <a:lnTo>
                    <a:pt x="38889" y="35882"/>
                  </a:lnTo>
                  <a:lnTo>
                    <a:pt x="39916" y="40213"/>
                  </a:lnTo>
                  <a:lnTo>
                    <a:pt x="33367" y="42071"/>
                  </a:lnTo>
                  <a:lnTo>
                    <a:pt x="28394" y="39605"/>
                  </a:lnTo>
                  <a:lnTo>
                    <a:pt x="26361" y="41513"/>
                  </a:lnTo>
                  <a:lnTo>
                    <a:pt x="19304" y="41279"/>
                  </a:lnTo>
                  <a:lnTo>
                    <a:pt x="13109" y="39015"/>
                  </a:lnTo>
                  <a:lnTo>
                    <a:pt x="6542" y="37761"/>
                  </a:lnTo>
                  <a:lnTo>
                    <a:pt x="0" y="33618"/>
                  </a:lnTo>
                  <a:lnTo>
                    <a:pt x="958" y="32860"/>
                  </a:lnTo>
                  <a:lnTo>
                    <a:pt x="1280" y="29722"/>
                  </a:lnTo>
                  <a:lnTo>
                    <a:pt x="2950" y="25071"/>
                  </a:lnTo>
                  <a:lnTo>
                    <a:pt x="7753" y="23523"/>
                  </a:lnTo>
                  <a:lnTo>
                    <a:pt x="8455" y="18408"/>
                  </a:lnTo>
                  <a:lnTo>
                    <a:pt x="10982" y="17793"/>
                  </a:lnTo>
                  <a:lnTo>
                    <a:pt x="14639" y="18536"/>
                  </a:lnTo>
                  <a:lnTo>
                    <a:pt x="15911" y="17540"/>
                  </a:lnTo>
                  <a:lnTo>
                    <a:pt x="17337" y="15989"/>
                  </a:lnTo>
                  <a:lnTo>
                    <a:pt x="18654" y="12832"/>
                  </a:lnTo>
                  <a:lnTo>
                    <a:pt x="18332" y="10405"/>
                  </a:lnTo>
                  <a:lnTo>
                    <a:pt x="20002" y="6513"/>
                  </a:lnTo>
                  <a:lnTo>
                    <a:pt x="21013" y="5848"/>
                  </a:lnTo>
                  <a:lnTo>
                    <a:pt x="22538" y="7153"/>
                  </a:lnTo>
                  <a:lnTo>
                    <a:pt x="26260" y="4766"/>
                  </a:lnTo>
                  <a:lnTo>
                    <a:pt x="26510" y="0"/>
                  </a:lnTo>
                  <a:lnTo>
                    <a:pt x="33618" y="2278"/>
                  </a:lnTo>
                  <a:close/>
                  <a:moveTo>
                    <a:pt x="26050" y="22412"/>
                  </a:moveTo>
                  <a:lnTo>
                    <a:pt x="24663" y="28781"/>
                  </a:lnTo>
                  <a:lnTo>
                    <a:pt x="28104" y="29055"/>
                  </a:lnTo>
                  <a:lnTo>
                    <a:pt x="29903" y="21287"/>
                  </a:lnTo>
                  <a:lnTo>
                    <a:pt x="29109" y="2068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h1274"/>
            <p:cNvSpPr/>
            <p:nvPr/>
          </p:nvSpPr>
          <p:spPr>
            <a:xfrm>
              <a:off x="2855533" y="3197724"/>
              <a:ext cx="27630" cy="21135"/>
            </a:xfrm>
            <a:custGeom>
              <a:avLst/>
              <a:pathLst>
                <a:path w="27630" h="21135">
                  <a:moveTo>
                    <a:pt x="10867" y="74"/>
                  </a:moveTo>
                  <a:lnTo>
                    <a:pt x="17081" y="0"/>
                  </a:lnTo>
                  <a:lnTo>
                    <a:pt x="17465" y="1173"/>
                  </a:lnTo>
                  <a:lnTo>
                    <a:pt x="20310" y="3812"/>
                  </a:lnTo>
                  <a:lnTo>
                    <a:pt x="24759" y="5344"/>
                  </a:lnTo>
                  <a:lnTo>
                    <a:pt x="27630" y="5169"/>
                  </a:lnTo>
                  <a:lnTo>
                    <a:pt x="27516" y="9460"/>
                  </a:lnTo>
                  <a:lnTo>
                    <a:pt x="23768" y="9784"/>
                  </a:lnTo>
                  <a:lnTo>
                    <a:pt x="20481" y="14376"/>
                  </a:lnTo>
                  <a:lnTo>
                    <a:pt x="18757" y="15623"/>
                  </a:lnTo>
                  <a:lnTo>
                    <a:pt x="16845" y="17460"/>
                  </a:lnTo>
                  <a:lnTo>
                    <a:pt x="15512" y="21135"/>
                  </a:lnTo>
                  <a:lnTo>
                    <a:pt x="9512" y="18847"/>
                  </a:lnTo>
                  <a:lnTo>
                    <a:pt x="9097" y="14072"/>
                  </a:lnTo>
                  <a:lnTo>
                    <a:pt x="502" y="11879"/>
                  </a:lnTo>
                  <a:lnTo>
                    <a:pt x="0" y="11188"/>
                  </a:lnTo>
                  <a:lnTo>
                    <a:pt x="3385" y="7609"/>
                  </a:lnTo>
                  <a:lnTo>
                    <a:pt x="5904" y="340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h1275"/>
            <p:cNvSpPr/>
            <p:nvPr/>
          </p:nvSpPr>
          <p:spPr>
            <a:xfrm>
              <a:off x="2778090" y="3245978"/>
              <a:ext cx="8391" cy="4496"/>
            </a:xfrm>
            <a:custGeom>
              <a:avLst/>
              <a:pathLst>
                <a:path w="8391" h="4496">
                  <a:moveTo>
                    <a:pt x="6714" y="0"/>
                  </a:moveTo>
                  <a:lnTo>
                    <a:pt x="8391" y="4496"/>
                  </a:lnTo>
                  <a:lnTo>
                    <a:pt x="7286" y="4050"/>
                  </a:lnTo>
                  <a:lnTo>
                    <a:pt x="1897" y="3411"/>
                  </a:lnTo>
                  <a:lnTo>
                    <a:pt x="0" y="61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h1276"/>
            <p:cNvSpPr/>
            <p:nvPr/>
          </p:nvSpPr>
          <p:spPr>
            <a:xfrm>
              <a:off x="2695256" y="3147232"/>
              <a:ext cx="4876" cy="4764"/>
            </a:xfrm>
            <a:custGeom>
              <a:avLst/>
              <a:pathLst>
                <a:path w="4876" h="4764">
                  <a:moveTo>
                    <a:pt x="1183" y="0"/>
                  </a:moveTo>
                  <a:lnTo>
                    <a:pt x="4876" y="1745"/>
                  </a:lnTo>
                  <a:lnTo>
                    <a:pt x="4712" y="3166"/>
                  </a:lnTo>
                  <a:lnTo>
                    <a:pt x="1399" y="4764"/>
                  </a:lnTo>
                  <a:lnTo>
                    <a:pt x="0" y="116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h1277"/>
            <p:cNvSpPr/>
            <p:nvPr/>
          </p:nvSpPr>
          <p:spPr>
            <a:xfrm>
              <a:off x="2687881" y="3109734"/>
              <a:ext cx="24315" cy="29540"/>
            </a:xfrm>
            <a:custGeom>
              <a:avLst/>
              <a:pathLst>
                <a:path w="24315" h="29540">
                  <a:moveTo>
                    <a:pt x="19623" y="0"/>
                  </a:moveTo>
                  <a:lnTo>
                    <a:pt x="22387" y="1479"/>
                  </a:lnTo>
                  <a:lnTo>
                    <a:pt x="23532" y="705"/>
                  </a:lnTo>
                  <a:lnTo>
                    <a:pt x="24315" y="3904"/>
                  </a:lnTo>
                  <a:lnTo>
                    <a:pt x="24164" y="7364"/>
                  </a:lnTo>
                  <a:lnTo>
                    <a:pt x="18358" y="20367"/>
                  </a:lnTo>
                  <a:lnTo>
                    <a:pt x="18718" y="24551"/>
                  </a:lnTo>
                  <a:lnTo>
                    <a:pt x="21955" y="27588"/>
                  </a:lnTo>
                  <a:lnTo>
                    <a:pt x="21691" y="29115"/>
                  </a:lnTo>
                  <a:lnTo>
                    <a:pt x="20611" y="29540"/>
                  </a:lnTo>
                  <a:lnTo>
                    <a:pt x="14980" y="23904"/>
                  </a:lnTo>
                  <a:lnTo>
                    <a:pt x="6654" y="20490"/>
                  </a:lnTo>
                  <a:lnTo>
                    <a:pt x="5730" y="21530"/>
                  </a:lnTo>
                  <a:lnTo>
                    <a:pt x="5025" y="20351"/>
                  </a:lnTo>
                  <a:lnTo>
                    <a:pt x="2235" y="19092"/>
                  </a:lnTo>
                  <a:lnTo>
                    <a:pt x="0" y="16558"/>
                  </a:lnTo>
                  <a:lnTo>
                    <a:pt x="7468" y="16428"/>
                  </a:lnTo>
                  <a:lnTo>
                    <a:pt x="10913" y="15449"/>
                  </a:lnTo>
                  <a:lnTo>
                    <a:pt x="11164" y="9867"/>
                  </a:lnTo>
                  <a:lnTo>
                    <a:pt x="12817" y="9658"/>
                  </a:lnTo>
                  <a:lnTo>
                    <a:pt x="18692" y="63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h1278"/>
            <p:cNvSpPr/>
            <p:nvPr/>
          </p:nvSpPr>
          <p:spPr>
            <a:xfrm>
              <a:off x="2923724" y="3262257"/>
              <a:ext cx="4777" cy="4319"/>
            </a:xfrm>
            <a:custGeom>
              <a:avLst/>
              <a:pathLst>
                <a:path w="4777" h="4319">
                  <a:moveTo>
                    <a:pt x="4600" y="249"/>
                  </a:moveTo>
                  <a:lnTo>
                    <a:pt x="4777" y="1053"/>
                  </a:lnTo>
                  <a:lnTo>
                    <a:pt x="3184" y="4319"/>
                  </a:lnTo>
                  <a:lnTo>
                    <a:pt x="1726" y="3766"/>
                  </a:lnTo>
                  <a:lnTo>
                    <a:pt x="0" y="1684"/>
                  </a:lnTo>
                  <a:lnTo>
                    <a:pt x="32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h1279"/>
            <p:cNvSpPr/>
            <p:nvPr/>
          </p:nvSpPr>
          <p:spPr>
            <a:xfrm>
              <a:off x="2932883" y="3239073"/>
              <a:ext cx="21149" cy="23685"/>
            </a:xfrm>
            <a:custGeom>
              <a:avLst/>
              <a:pathLst>
                <a:path w="21149" h="23685">
                  <a:moveTo>
                    <a:pt x="11365" y="815"/>
                  </a:moveTo>
                  <a:lnTo>
                    <a:pt x="11905" y="2298"/>
                  </a:lnTo>
                  <a:lnTo>
                    <a:pt x="13107" y="2968"/>
                  </a:lnTo>
                  <a:lnTo>
                    <a:pt x="16346" y="2568"/>
                  </a:lnTo>
                  <a:lnTo>
                    <a:pt x="16331" y="2107"/>
                  </a:lnTo>
                  <a:lnTo>
                    <a:pt x="17493" y="1526"/>
                  </a:lnTo>
                  <a:lnTo>
                    <a:pt x="21149" y="6551"/>
                  </a:lnTo>
                  <a:lnTo>
                    <a:pt x="19565" y="18767"/>
                  </a:lnTo>
                  <a:lnTo>
                    <a:pt x="13131" y="23685"/>
                  </a:lnTo>
                  <a:lnTo>
                    <a:pt x="2988" y="21304"/>
                  </a:lnTo>
                  <a:lnTo>
                    <a:pt x="2026" y="16297"/>
                  </a:lnTo>
                  <a:lnTo>
                    <a:pt x="0" y="14053"/>
                  </a:lnTo>
                  <a:lnTo>
                    <a:pt x="2736" y="12407"/>
                  </a:lnTo>
                  <a:lnTo>
                    <a:pt x="7614" y="11167"/>
                  </a:lnTo>
                  <a:lnTo>
                    <a:pt x="8816" y="9531"/>
                  </a:lnTo>
                  <a:lnTo>
                    <a:pt x="7280" y="3765"/>
                  </a:lnTo>
                  <a:lnTo>
                    <a:pt x="5648" y="1489"/>
                  </a:lnTo>
                  <a:lnTo>
                    <a:pt x="856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h1280"/>
            <p:cNvSpPr/>
            <p:nvPr/>
          </p:nvSpPr>
          <p:spPr>
            <a:xfrm>
              <a:off x="2779159" y="3213896"/>
              <a:ext cx="4037" cy="4179"/>
            </a:xfrm>
            <a:custGeom>
              <a:avLst/>
              <a:pathLst>
                <a:path w="4037" h="4179">
                  <a:moveTo>
                    <a:pt x="402" y="0"/>
                  </a:moveTo>
                  <a:lnTo>
                    <a:pt x="534" y="72"/>
                  </a:lnTo>
                  <a:lnTo>
                    <a:pt x="4037" y="1289"/>
                  </a:lnTo>
                  <a:lnTo>
                    <a:pt x="4033" y="3214"/>
                  </a:lnTo>
                  <a:lnTo>
                    <a:pt x="2968" y="4179"/>
                  </a:lnTo>
                  <a:lnTo>
                    <a:pt x="0" y="388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h1281"/>
            <p:cNvSpPr/>
            <p:nvPr/>
          </p:nvSpPr>
          <p:spPr>
            <a:xfrm>
              <a:off x="2767239" y="3329914"/>
              <a:ext cx="16324" cy="34036"/>
            </a:xfrm>
            <a:custGeom>
              <a:avLst/>
              <a:pathLst>
                <a:path w="16324" h="34036">
                  <a:moveTo>
                    <a:pt x="16324" y="3761"/>
                  </a:moveTo>
                  <a:lnTo>
                    <a:pt x="13850" y="18656"/>
                  </a:lnTo>
                  <a:lnTo>
                    <a:pt x="11725" y="18398"/>
                  </a:lnTo>
                  <a:lnTo>
                    <a:pt x="8318" y="19661"/>
                  </a:lnTo>
                  <a:lnTo>
                    <a:pt x="12816" y="26787"/>
                  </a:lnTo>
                  <a:lnTo>
                    <a:pt x="14991" y="34036"/>
                  </a:lnTo>
                  <a:lnTo>
                    <a:pt x="7298" y="33378"/>
                  </a:lnTo>
                  <a:lnTo>
                    <a:pt x="6585" y="30917"/>
                  </a:lnTo>
                  <a:lnTo>
                    <a:pt x="5516" y="28150"/>
                  </a:lnTo>
                  <a:lnTo>
                    <a:pt x="0" y="26312"/>
                  </a:lnTo>
                  <a:lnTo>
                    <a:pt x="9927" y="7420"/>
                  </a:lnTo>
                  <a:lnTo>
                    <a:pt x="1125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h1282"/>
            <p:cNvSpPr/>
            <p:nvPr/>
          </p:nvSpPr>
          <p:spPr>
            <a:xfrm>
              <a:off x="2788316" y="3342062"/>
              <a:ext cx="14020" cy="17681"/>
            </a:xfrm>
            <a:custGeom>
              <a:avLst/>
              <a:pathLst>
                <a:path w="14020" h="17681">
                  <a:moveTo>
                    <a:pt x="14020" y="6187"/>
                  </a:moveTo>
                  <a:lnTo>
                    <a:pt x="13676" y="9529"/>
                  </a:lnTo>
                  <a:lnTo>
                    <a:pt x="8607" y="13975"/>
                  </a:lnTo>
                  <a:lnTo>
                    <a:pt x="7605" y="13558"/>
                  </a:lnTo>
                  <a:lnTo>
                    <a:pt x="7390" y="14895"/>
                  </a:lnTo>
                  <a:lnTo>
                    <a:pt x="4020" y="16112"/>
                  </a:lnTo>
                  <a:lnTo>
                    <a:pt x="3037" y="17681"/>
                  </a:lnTo>
                  <a:lnTo>
                    <a:pt x="2032" y="17073"/>
                  </a:lnTo>
                  <a:lnTo>
                    <a:pt x="275" y="11426"/>
                  </a:lnTo>
                  <a:lnTo>
                    <a:pt x="0" y="8705"/>
                  </a:lnTo>
                  <a:lnTo>
                    <a:pt x="1261" y="6534"/>
                  </a:lnTo>
                  <a:lnTo>
                    <a:pt x="1688" y="3751"/>
                  </a:lnTo>
                  <a:lnTo>
                    <a:pt x="917" y="1671"/>
                  </a:lnTo>
                  <a:lnTo>
                    <a:pt x="414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h1283"/>
            <p:cNvSpPr/>
            <p:nvPr/>
          </p:nvSpPr>
          <p:spPr>
            <a:xfrm>
              <a:off x="2664933" y="3252420"/>
              <a:ext cx="30577" cy="39489"/>
            </a:xfrm>
            <a:custGeom>
              <a:avLst/>
              <a:pathLst>
                <a:path w="30577" h="39489">
                  <a:moveTo>
                    <a:pt x="19506" y="0"/>
                  </a:moveTo>
                  <a:lnTo>
                    <a:pt x="24447" y="14295"/>
                  </a:lnTo>
                  <a:lnTo>
                    <a:pt x="27799" y="17801"/>
                  </a:lnTo>
                  <a:lnTo>
                    <a:pt x="28046" y="21265"/>
                  </a:lnTo>
                  <a:lnTo>
                    <a:pt x="30577" y="22757"/>
                  </a:lnTo>
                  <a:lnTo>
                    <a:pt x="30538" y="28660"/>
                  </a:lnTo>
                  <a:lnTo>
                    <a:pt x="29629" y="30262"/>
                  </a:lnTo>
                  <a:lnTo>
                    <a:pt x="25519" y="32014"/>
                  </a:lnTo>
                  <a:lnTo>
                    <a:pt x="22652" y="37038"/>
                  </a:lnTo>
                  <a:lnTo>
                    <a:pt x="21751" y="37399"/>
                  </a:lnTo>
                  <a:lnTo>
                    <a:pt x="18641" y="36166"/>
                  </a:lnTo>
                  <a:lnTo>
                    <a:pt x="6345" y="35635"/>
                  </a:lnTo>
                  <a:lnTo>
                    <a:pt x="3192" y="36131"/>
                  </a:lnTo>
                  <a:lnTo>
                    <a:pt x="4996" y="39489"/>
                  </a:lnTo>
                  <a:lnTo>
                    <a:pt x="2736" y="38645"/>
                  </a:lnTo>
                  <a:lnTo>
                    <a:pt x="494" y="37260"/>
                  </a:lnTo>
                  <a:lnTo>
                    <a:pt x="0" y="35270"/>
                  </a:lnTo>
                  <a:lnTo>
                    <a:pt x="1304" y="33239"/>
                  </a:lnTo>
                  <a:lnTo>
                    <a:pt x="266" y="29428"/>
                  </a:lnTo>
                  <a:lnTo>
                    <a:pt x="2338" y="24943"/>
                  </a:lnTo>
                  <a:lnTo>
                    <a:pt x="5631" y="19199"/>
                  </a:lnTo>
                  <a:lnTo>
                    <a:pt x="7482" y="17133"/>
                  </a:lnTo>
                  <a:lnTo>
                    <a:pt x="9798" y="12370"/>
                  </a:lnTo>
                  <a:lnTo>
                    <a:pt x="16608" y="4717"/>
                  </a:lnTo>
                  <a:lnTo>
                    <a:pt x="17944" y="13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h1284"/>
            <p:cNvSpPr/>
            <p:nvPr/>
          </p:nvSpPr>
          <p:spPr>
            <a:xfrm>
              <a:off x="2734719" y="3155147"/>
              <a:ext cx="10477" cy="16603"/>
            </a:xfrm>
            <a:custGeom>
              <a:avLst/>
              <a:pathLst>
                <a:path w="10477" h="16603">
                  <a:moveTo>
                    <a:pt x="8882" y="2676"/>
                  </a:moveTo>
                  <a:lnTo>
                    <a:pt x="10477" y="4600"/>
                  </a:lnTo>
                  <a:lnTo>
                    <a:pt x="7094" y="9219"/>
                  </a:lnTo>
                  <a:lnTo>
                    <a:pt x="7725" y="14840"/>
                  </a:lnTo>
                  <a:lnTo>
                    <a:pt x="5902" y="16603"/>
                  </a:lnTo>
                  <a:lnTo>
                    <a:pt x="2406" y="15566"/>
                  </a:lnTo>
                  <a:lnTo>
                    <a:pt x="2053" y="8142"/>
                  </a:lnTo>
                  <a:lnTo>
                    <a:pt x="778" y="4966"/>
                  </a:lnTo>
                  <a:lnTo>
                    <a:pt x="0" y="5551"/>
                  </a:lnTo>
                  <a:lnTo>
                    <a:pt x="1970" y="1525"/>
                  </a:lnTo>
                  <a:lnTo>
                    <a:pt x="812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h1285"/>
            <p:cNvSpPr/>
            <p:nvPr/>
          </p:nvSpPr>
          <p:spPr>
            <a:xfrm>
              <a:off x="2967305" y="3247672"/>
              <a:ext cx="43957" cy="51225"/>
            </a:xfrm>
            <a:custGeom>
              <a:avLst/>
              <a:pathLst>
                <a:path w="43957" h="51225">
                  <a:moveTo>
                    <a:pt x="33652" y="3094"/>
                  </a:moveTo>
                  <a:lnTo>
                    <a:pt x="34677" y="2074"/>
                  </a:lnTo>
                  <a:lnTo>
                    <a:pt x="39092" y="6809"/>
                  </a:lnTo>
                  <a:lnTo>
                    <a:pt x="39737" y="4873"/>
                  </a:lnTo>
                  <a:lnTo>
                    <a:pt x="40722" y="4300"/>
                  </a:lnTo>
                  <a:lnTo>
                    <a:pt x="42723" y="5432"/>
                  </a:lnTo>
                  <a:lnTo>
                    <a:pt x="43957" y="7662"/>
                  </a:lnTo>
                  <a:lnTo>
                    <a:pt x="43667" y="9147"/>
                  </a:lnTo>
                  <a:lnTo>
                    <a:pt x="42492" y="9445"/>
                  </a:lnTo>
                  <a:lnTo>
                    <a:pt x="41018" y="12177"/>
                  </a:lnTo>
                  <a:lnTo>
                    <a:pt x="42251" y="17303"/>
                  </a:lnTo>
                  <a:lnTo>
                    <a:pt x="42124" y="21457"/>
                  </a:lnTo>
                  <a:lnTo>
                    <a:pt x="40162" y="26288"/>
                  </a:lnTo>
                  <a:lnTo>
                    <a:pt x="41921" y="27653"/>
                  </a:lnTo>
                  <a:lnTo>
                    <a:pt x="37107" y="29056"/>
                  </a:lnTo>
                  <a:lnTo>
                    <a:pt x="37327" y="32992"/>
                  </a:lnTo>
                  <a:lnTo>
                    <a:pt x="32375" y="31439"/>
                  </a:lnTo>
                  <a:lnTo>
                    <a:pt x="28445" y="32676"/>
                  </a:lnTo>
                  <a:lnTo>
                    <a:pt x="26115" y="35239"/>
                  </a:lnTo>
                  <a:lnTo>
                    <a:pt x="26084" y="39863"/>
                  </a:lnTo>
                  <a:lnTo>
                    <a:pt x="25548" y="41144"/>
                  </a:lnTo>
                  <a:lnTo>
                    <a:pt x="16449" y="44614"/>
                  </a:lnTo>
                  <a:lnTo>
                    <a:pt x="14014" y="51225"/>
                  </a:lnTo>
                  <a:lnTo>
                    <a:pt x="10054" y="50563"/>
                  </a:lnTo>
                  <a:lnTo>
                    <a:pt x="9898" y="47343"/>
                  </a:lnTo>
                  <a:lnTo>
                    <a:pt x="10772" y="47301"/>
                  </a:lnTo>
                  <a:lnTo>
                    <a:pt x="8817" y="45362"/>
                  </a:lnTo>
                  <a:lnTo>
                    <a:pt x="4766" y="43750"/>
                  </a:lnTo>
                  <a:lnTo>
                    <a:pt x="3329" y="43791"/>
                  </a:lnTo>
                  <a:lnTo>
                    <a:pt x="2346" y="42186"/>
                  </a:lnTo>
                  <a:lnTo>
                    <a:pt x="2906" y="40499"/>
                  </a:lnTo>
                  <a:lnTo>
                    <a:pt x="2255" y="39206"/>
                  </a:lnTo>
                  <a:lnTo>
                    <a:pt x="0" y="39707"/>
                  </a:lnTo>
                  <a:lnTo>
                    <a:pt x="1679" y="37588"/>
                  </a:lnTo>
                  <a:lnTo>
                    <a:pt x="4849" y="37868"/>
                  </a:lnTo>
                  <a:lnTo>
                    <a:pt x="5397" y="41393"/>
                  </a:lnTo>
                  <a:lnTo>
                    <a:pt x="9608" y="41397"/>
                  </a:lnTo>
                  <a:lnTo>
                    <a:pt x="15323" y="39790"/>
                  </a:lnTo>
                  <a:lnTo>
                    <a:pt x="19922" y="34403"/>
                  </a:lnTo>
                  <a:lnTo>
                    <a:pt x="22719" y="28016"/>
                  </a:lnTo>
                  <a:lnTo>
                    <a:pt x="22354" y="21158"/>
                  </a:lnTo>
                  <a:lnTo>
                    <a:pt x="17291" y="18554"/>
                  </a:lnTo>
                  <a:lnTo>
                    <a:pt x="20464" y="16149"/>
                  </a:lnTo>
                  <a:lnTo>
                    <a:pt x="22257" y="12639"/>
                  </a:lnTo>
                  <a:lnTo>
                    <a:pt x="19792" y="10225"/>
                  </a:lnTo>
                  <a:lnTo>
                    <a:pt x="303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h1286"/>
            <p:cNvSpPr/>
            <p:nvPr/>
          </p:nvSpPr>
          <p:spPr>
            <a:xfrm>
              <a:off x="2751551" y="3141893"/>
              <a:ext cx="9819" cy="12448"/>
            </a:xfrm>
            <a:custGeom>
              <a:avLst/>
              <a:pathLst>
                <a:path w="9819" h="12448">
                  <a:moveTo>
                    <a:pt x="8043" y="5848"/>
                  </a:moveTo>
                  <a:lnTo>
                    <a:pt x="9819" y="10462"/>
                  </a:lnTo>
                  <a:lnTo>
                    <a:pt x="7914" y="10663"/>
                  </a:lnTo>
                  <a:lnTo>
                    <a:pt x="7051" y="12161"/>
                  </a:lnTo>
                  <a:lnTo>
                    <a:pt x="1929" y="12448"/>
                  </a:lnTo>
                  <a:lnTo>
                    <a:pt x="2261" y="7837"/>
                  </a:lnTo>
                  <a:lnTo>
                    <a:pt x="0" y="2800"/>
                  </a:lnTo>
                  <a:lnTo>
                    <a:pt x="279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h1287"/>
            <p:cNvSpPr/>
            <p:nvPr/>
          </p:nvSpPr>
          <p:spPr>
            <a:xfrm>
              <a:off x="2819205" y="3266821"/>
              <a:ext cx="8692" cy="12336"/>
            </a:xfrm>
            <a:custGeom>
              <a:avLst/>
              <a:pathLst>
                <a:path w="8692" h="12336">
                  <a:moveTo>
                    <a:pt x="6884" y="2625"/>
                  </a:moveTo>
                  <a:lnTo>
                    <a:pt x="7672" y="4559"/>
                  </a:lnTo>
                  <a:lnTo>
                    <a:pt x="7199" y="8167"/>
                  </a:lnTo>
                  <a:lnTo>
                    <a:pt x="8692" y="7672"/>
                  </a:lnTo>
                  <a:lnTo>
                    <a:pt x="7579" y="9623"/>
                  </a:lnTo>
                  <a:lnTo>
                    <a:pt x="1113" y="12336"/>
                  </a:lnTo>
                  <a:lnTo>
                    <a:pt x="581" y="10831"/>
                  </a:lnTo>
                  <a:lnTo>
                    <a:pt x="2244" y="11498"/>
                  </a:lnTo>
                  <a:lnTo>
                    <a:pt x="477" y="6181"/>
                  </a:lnTo>
                  <a:lnTo>
                    <a:pt x="0" y="2037"/>
                  </a:lnTo>
                  <a:lnTo>
                    <a:pt x="128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h1288"/>
            <p:cNvSpPr/>
            <p:nvPr/>
          </p:nvSpPr>
          <p:spPr>
            <a:xfrm>
              <a:off x="2610787" y="3293672"/>
              <a:ext cx="12079" cy="9502"/>
            </a:xfrm>
            <a:custGeom>
              <a:avLst/>
              <a:pathLst>
                <a:path w="12079" h="9502">
                  <a:moveTo>
                    <a:pt x="9982" y="468"/>
                  </a:moveTo>
                  <a:lnTo>
                    <a:pt x="12079" y="3801"/>
                  </a:lnTo>
                  <a:lnTo>
                    <a:pt x="10592" y="9502"/>
                  </a:lnTo>
                  <a:lnTo>
                    <a:pt x="1883" y="9427"/>
                  </a:lnTo>
                  <a:lnTo>
                    <a:pt x="1260" y="5427"/>
                  </a:lnTo>
                  <a:lnTo>
                    <a:pt x="0" y="4098"/>
                  </a:lnTo>
                  <a:lnTo>
                    <a:pt x="4937" y="3283"/>
                  </a:lnTo>
                  <a:lnTo>
                    <a:pt x="7259" y="1142"/>
                  </a:lnTo>
                  <a:lnTo>
                    <a:pt x="976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h1289"/>
            <p:cNvSpPr/>
            <p:nvPr/>
          </p:nvSpPr>
          <p:spPr>
            <a:xfrm>
              <a:off x="2775653" y="3301601"/>
              <a:ext cx="15196" cy="9852"/>
            </a:xfrm>
            <a:custGeom>
              <a:avLst/>
              <a:pathLst>
                <a:path w="15196" h="9852">
                  <a:moveTo>
                    <a:pt x="14919" y="38"/>
                  </a:moveTo>
                  <a:lnTo>
                    <a:pt x="15196" y="954"/>
                  </a:lnTo>
                  <a:lnTo>
                    <a:pt x="12097" y="4800"/>
                  </a:lnTo>
                  <a:lnTo>
                    <a:pt x="10552" y="9772"/>
                  </a:lnTo>
                  <a:lnTo>
                    <a:pt x="9602" y="9807"/>
                  </a:lnTo>
                  <a:lnTo>
                    <a:pt x="8684" y="9852"/>
                  </a:lnTo>
                  <a:lnTo>
                    <a:pt x="6076" y="7791"/>
                  </a:lnTo>
                  <a:lnTo>
                    <a:pt x="0" y="5680"/>
                  </a:lnTo>
                  <a:lnTo>
                    <a:pt x="2019" y="2982"/>
                  </a:lnTo>
                  <a:lnTo>
                    <a:pt x="4016" y="3516"/>
                  </a:lnTo>
                  <a:lnTo>
                    <a:pt x="6869" y="2772"/>
                  </a:lnTo>
                  <a:lnTo>
                    <a:pt x="1005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h1290"/>
            <p:cNvSpPr/>
            <p:nvPr/>
          </p:nvSpPr>
          <p:spPr>
            <a:xfrm>
              <a:off x="2729394" y="3331331"/>
              <a:ext cx="8980" cy="8866"/>
            </a:xfrm>
            <a:custGeom>
              <a:avLst/>
              <a:pathLst>
                <a:path w="8980" h="8866">
                  <a:moveTo>
                    <a:pt x="8980" y="6229"/>
                  </a:moveTo>
                  <a:lnTo>
                    <a:pt x="6202" y="8866"/>
                  </a:lnTo>
                  <a:lnTo>
                    <a:pt x="3092" y="8571"/>
                  </a:lnTo>
                  <a:lnTo>
                    <a:pt x="958" y="6725"/>
                  </a:lnTo>
                  <a:lnTo>
                    <a:pt x="0" y="2207"/>
                  </a:lnTo>
                  <a:lnTo>
                    <a:pt x="6828" y="910"/>
                  </a:lnTo>
                  <a:lnTo>
                    <a:pt x="681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h1291"/>
            <p:cNvSpPr/>
            <p:nvPr/>
          </p:nvSpPr>
          <p:spPr>
            <a:xfrm>
              <a:off x="2644444" y="3157713"/>
              <a:ext cx="29021" cy="35723"/>
            </a:xfrm>
            <a:custGeom>
              <a:avLst/>
              <a:pathLst>
                <a:path w="29021" h="35723">
                  <a:moveTo>
                    <a:pt x="20349" y="0"/>
                  </a:moveTo>
                  <a:lnTo>
                    <a:pt x="21748" y="2623"/>
                  </a:lnTo>
                  <a:lnTo>
                    <a:pt x="22563" y="2623"/>
                  </a:lnTo>
                  <a:lnTo>
                    <a:pt x="22605" y="4283"/>
                  </a:lnTo>
                  <a:lnTo>
                    <a:pt x="24220" y="6606"/>
                  </a:lnTo>
                  <a:lnTo>
                    <a:pt x="27067" y="4815"/>
                  </a:lnTo>
                  <a:lnTo>
                    <a:pt x="29021" y="7429"/>
                  </a:lnTo>
                  <a:lnTo>
                    <a:pt x="25940" y="11219"/>
                  </a:lnTo>
                  <a:lnTo>
                    <a:pt x="26847" y="14807"/>
                  </a:lnTo>
                  <a:lnTo>
                    <a:pt x="19336" y="22925"/>
                  </a:lnTo>
                  <a:lnTo>
                    <a:pt x="14665" y="25725"/>
                  </a:lnTo>
                  <a:lnTo>
                    <a:pt x="13379" y="28252"/>
                  </a:lnTo>
                  <a:lnTo>
                    <a:pt x="13830" y="31955"/>
                  </a:lnTo>
                  <a:lnTo>
                    <a:pt x="12832" y="33774"/>
                  </a:lnTo>
                  <a:lnTo>
                    <a:pt x="10352" y="35723"/>
                  </a:lnTo>
                  <a:lnTo>
                    <a:pt x="8455" y="34966"/>
                  </a:lnTo>
                  <a:lnTo>
                    <a:pt x="7956" y="33805"/>
                  </a:lnTo>
                  <a:lnTo>
                    <a:pt x="5669" y="30535"/>
                  </a:lnTo>
                  <a:lnTo>
                    <a:pt x="2159" y="31644"/>
                  </a:lnTo>
                  <a:lnTo>
                    <a:pt x="1544" y="31164"/>
                  </a:lnTo>
                  <a:lnTo>
                    <a:pt x="0" y="27331"/>
                  </a:lnTo>
                  <a:lnTo>
                    <a:pt x="108" y="22861"/>
                  </a:lnTo>
                  <a:lnTo>
                    <a:pt x="2724" y="23211"/>
                  </a:lnTo>
                  <a:lnTo>
                    <a:pt x="4039" y="22730"/>
                  </a:lnTo>
                  <a:lnTo>
                    <a:pt x="1037" y="16857"/>
                  </a:lnTo>
                  <a:lnTo>
                    <a:pt x="2089" y="12249"/>
                  </a:lnTo>
                  <a:lnTo>
                    <a:pt x="2891" y="12946"/>
                  </a:lnTo>
                  <a:lnTo>
                    <a:pt x="4893" y="12192"/>
                  </a:lnTo>
                  <a:lnTo>
                    <a:pt x="3908" y="7759"/>
                  </a:lnTo>
                  <a:lnTo>
                    <a:pt x="8905" y="4753"/>
                  </a:lnTo>
                  <a:lnTo>
                    <a:pt x="11348" y="2331"/>
                  </a:lnTo>
                  <a:lnTo>
                    <a:pt x="12873" y="3747"/>
                  </a:lnTo>
                  <a:lnTo>
                    <a:pt x="14734" y="164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h1292"/>
            <p:cNvSpPr/>
            <p:nvPr/>
          </p:nvSpPr>
          <p:spPr>
            <a:xfrm>
              <a:off x="2718909" y="3226504"/>
              <a:ext cx="9644" cy="12044"/>
            </a:xfrm>
            <a:custGeom>
              <a:avLst/>
              <a:pathLst>
                <a:path w="9644" h="12044">
                  <a:moveTo>
                    <a:pt x="8371" y="2353"/>
                  </a:moveTo>
                  <a:lnTo>
                    <a:pt x="9644" y="5856"/>
                  </a:lnTo>
                  <a:lnTo>
                    <a:pt x="7536" y="9216"/>
                  </a:lnTo>
                  <a:lnTo>
                    <a:pt x="7520" y="10502"/>
                  </a:lnTo>
                  <a:lnTo>
                    <a:pt x="5922" y="11583"/>
                  </a:lnTo>
                  <a:lnTo>
                    <a:pt x="3826" y="12044"/>
                  </a:lnTo>
                  <a:lnTo>
                    <a:pt x="2052" y="10447"/>
                  </a:lnTo>
                  <a:lnTo>
                    <a:pt x="0" y="7414"/>
                  </a:lnTo>
                  <a:lnTo>
                    <a:pt x="1921" y="3450"/>
                  </a:lnTo>
                  <a:lnTo>
                    <a:pt x="1729" y="579"/>
                  </a:lnTo>
                  <a:lnTo>
                    <a:pt x="114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h1293"/>
            <p:cNvSpPr/>
            <p:nvPr/>
          </p:nvSpPr>
          <p:spPr>
            <a:xfrm>
              <a:off x="2774430" y="3237150"/>
              <a:ext cx="22911" cy="15517"/>
            </a:xfrm>
            <a:custGeom>
              <a:avLst/>
              <a:pathLst>
                <a:path w="22911" h="15517">
                  <a:moveTo>
                    <a:pt x="5207" y="2098"/>
                  </a:moveTo>
                  <a:lnTo>
                    <a:pt x="5494" y="5292"/>
                  </a:lnTo>
                  <a:lnTo>
                    <a:pt x="9472" y="7700"/>
                  </a:lnTo>
                  <a:lnTo>
                    <a:pt x="10803" y="7389"/>
                  </a:lnTo>
                  <a:lnTo>
                    <a:pt x="11061" y="6602"/>
                  </a:lnTo>
                  <a:lnTo>
                    <a:pt x="12821" y="5541"/>
                  </a:lnTo>
                  <a:lnTo>
                    <a:pt x="14523" y="6219"/>
                  </a:lnTo>
                  <a:lnTo>
                    <a:pt x="15034" y="6727"/>
                  </a:lnTo>
                  <a:lnTo>
                    <a:pt x="15354" y="8424"/>
                  </a:lnTo>
                  <a:lnTo>
                    <a:pt x="22911" y="10971"/>
                  </a:lnTo>
                  <a:lnTo>
                    <a:pt x="22891" y="11854"/>
                  </a:lnTo>
                  <a:lnTo>
                    <a:pt x="21264" y="11679"/>
                  </a:lnTo>
                  <a:lnTo>
                    <a:pt x="20096" y="15517"/>
                  </a:lnTo>
                  <a:lnTo>
                    <a:pt x="18503" y="13810"/>
                  </a:lnTo>
                  <a:lnTo>
                    <a:pt x="16840" y="13190"/>
                  </a:lnTo>
                  <a:lnTo>
                    <a:pt x="15629" y="11074"/>
                  </a:lnTo>
                  <a:lnTo>
                    <a:pt x="13899" y="10642"/>
                  </a:lnTo>
                  <a:lnTo>
                    <a:pt x="13358" y="13145"/>
                  </a:lnTo>
                  <a:lnTo>
                    <a:pt x="12052" y="13324"/>
                  </a:lnTo>
                  <a:lnTo>
                    <a:pt x="10375" y="8827"/>
                  </a:lnTo>
                  <a:lnTo>
                    <a:pt x="3660" y="9443"/>
                  </a:lnTo>
                  <a:lnTo>
                    <a:pt x="0" y="7214"/>
                  </a:lnTo>
                  <a:lnTo>
                    <a:pt x="1974" y="1563"/>
                  </a:lnTo>
                  <a:lnTo>
                    <a:pt x="376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h1294"/>
            <p:cNvSpPr/>
            <p:nvPr/>
          </p:nvSpPr>
          <p:spPr>
            <a:xfrm>
              <a:off x="2594619" y="3162439"/>
              <a:ext cx="4413" cy="7441"/>
            </a:xfrm>
            <a:custGeom>
              <a:avLst/>
              <a:pathLst>
                <a:path w="4413" h="7441">
                  <a:moveTo>
                    <a:pt x="1949" y="1021"/>
                  </a:moveTo>
                  <a:lnTo>
                    <a:pt x="4413" y="6492"/>
                  </a:lnTo>
                  <a:lnTo>
                    <a:pt x="3881" y="7441"/>
                  </a:lnTo>
                  <a:lnTo>
                    <a:pt x="473" y="47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h1295"/>
            <p:cNvSpPr/>
            <p:nvPr/>
          </p:nvSpPr>
          <p:spPr>
            <a:xfrm>
              <a:off x="2708591" y="3266374"/>
              <a:ext cx="27393" cy="17740"/>
            </a:xfrm>
            <a:custGeom>
              <a:avLst/>
              <a:pathLst>
                <a:path w="27393" h="17740">
                  <a:moveTo>
                    <a:pt x="18388" y="1147"/>
                  </a:moveTo>
                  <a:lnTo>
                    <a:pt x="18604" y="2890"/>
                  </a:lnTo>
                  <a:lnTo>
                    <a:pt x="20830" y="4008"/>
                  </a:lnTo>
                  <a:lnTo>
                    <a:pt x="24654" y="4418"/>
                  </a:lnTo>
                  <a:lnTo>
                    <a:pt x="25472" y="9032"/>
                  </a:lnTo>
                  <a:lnTo>
                    <a:pt x="27393" y="10781"/>
                  </a:lnTo>
                  <a:lnTo>
                    <a:pt x="26799" y="14332"/>
                  </a:lnTo>
                  <a:lnTo>
                    <a:pt x="24917" y="17509"/>
                  </a:lnTo>
                  <a:lnTo>
                    <a:pt x="22514" y="17740"/>
                  </a:lnTo>
                  <a:lnTo>
                    <a:pt x="13758" y="12363"/>
                  </a:lnTo>
                  <a:lnTo>
                    <a:pt x="3700" y="13137"/>
                  </a:lnTo>
                  <a:lnTo>
                    <a:pt x="749" y="14128"/>
                  </a:lnTo>
                  <a:lnTo>
                    <a:pt x="0" y="12495"/>
                  </a:lnTo>
                  <a:lnTo>
                    <a:pt x="2949" y="7416"/>
                  </a:lnTo>
                  <a:lnTo>
                    <a:pt x="3563" y="4447"/>
                  </a:lnTo>
                  <a:lnTo>
                    <a:pt x="6017" y="1274"/>
                  </a:lnTo>
                  <a:lnTo>
                    <a:pt x="1215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h1296"/>
            <p:cNvSpPr/>
            <p:nvPr/>
          </p:nvSpPr>
          <p:spPr>
            <a:xfrm>
              <a:off x="2858831" y="3223417"/>
              <a:ext cx="20503" cy="16793"/>
            </a:xfrm>
            <a:custGeom>
              <a:avLst/>
              <a:pathLst>
                <a:path w="20503" h="16793">
                  <a:moveTo>
                    <a:pt x="18263" y="2459"/>
                  </a:moveTo>
                  <a:lnTo>
                    <a:pt x="16936" y="7755"/>
                  </a:lnTo>
                  <a:lnTo>
                    <a:pt x="17256" y="9729"/>
                  </a:lnTo>
                  <a:lnTo>
                    <a:pt x="19107" y="12233"/>
                  </a:lnTo>
                  <a:lnTo>
                    <a:pt x="20503" y="12887"/>
                  </a:lnTo>
                  <a:lnTo>
                    <a:pt x="18954" y="13317"/>
                  </a:lnTo>
                  <a:lnTo>
                    <a:pt x="16253" y="11804"/>
                  </a:lnTo>
                  <a:lnTo>
                    <a:pt x="12870" y="11805"/>
                  </a:lnTo>
                  <a:lnTo>
                    <a:pt x="11658" y="13528"/>
                  </a:lnTo>
                  <a:lnTo>
                    <a:pt x="13033" y="16539"/>
                  </a:lnTo>
                  <a:lnTo>
                    <a:pt x="11682" y="16793"/>
                  </a:lnTo>
                  <a:lnTo>
                    <a:pt x="8492" y="14305"/>
                  </a:lnTo>
                  <a:lnTo>
                    <a:pt x="8967" y="13488"/>
                  </a:lnTo>
                  <a:lnTo>
                    <a:pt x="8722" y="9651"/>
                  </a:lnTo>
                  <a:lnTo>
                    <a:pt x="3130" y="6243"/>
                  </a:lnTo>
                  <a:lnTo>
                    <a:pt x="405" y="6858"/>
                  </a:lnTo>
                  <a:lnTo>
                    <a:pt x="0" y="5422"/>
                  </a:lnTo>
                  <a:lnTo>
                    <a:pt x="602" y="4062"/>
                  </a:lnTo>
                  <a:lnTo>
                    <a:pt x="1704" y="3746"/>
                  </a:lnTo>
                  <a:lnTo>
                    <a:pt x="6114" y="4567"/>
                  </a:lnTo>
                  <a:lnTo>
                    <a:pt x="11988" y="4505"/>
                  </a:lnTo>
                  <a:lnTo>
                    <a:pt x="13392" y="3287"/>
                  </a:lnTo>
                  <a:lnTo>
                    <a:pt x="13221" y="1049"/>
                  </a:lnTo>
                  <a:lnTo>
                    <a:pt x="1429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h1297"/>
            <p:cNvSpPr/>
            <p:nvPr/>
          </p:nvSpPr>
          <p:spPr>
            <a:xfrm>
              <a:off x="2818053" y="3342353"/>
              <a:ext cx="12310" cy="11322"/>
            </a:xfrm>
            <a:custGeom>
              <a:avLst/>
              <a:pathLst>
                <a:path w="12310" h="11322">
                  <a:moveTo>
                    <a:pt x="9271" y="1726"/>
                  </a:moveTo>
                  <a:lnTo>
                    <a:pt x="10228" y="3397"/>
                  </a:lnTo>
                  <a:lnTo>
                    <a:pt x="10592" y="6311"/>
                  </a:lnTo>
                  <a:lnTo>
                    <a:pt x="12310" y="8693"/>
                  </a:lnTo>
                  <a:lnTo>
                    <a:pt x="11563" y="11322"/>
                  </a:lnTo>
                  <a:lnTo>
                    <a:pt x="5748" y="9890"/>
                  </a:lnTo>
                  <a:lnTo>
                    <a:pt x="2682" y="7735"/>
                  </a:lnTo>
                  <a:lnTo>
                    <a:pt x="1229" y="8329"/>
                  </a:lnTo>
                  <a:lnTo>
                    <a:pt x="0" y="8224"/>
                  </a:lnTo>
                  <a:lnTo>
                    <a:pt x="133" y="3318"/>
                  </a:lnTo>
                  <a:lnTo>
                    <a:pt x="3468" y="1051"/>
                  </a:lnTo>
                  <a:lnTo>
                    <a:pt x="739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h1298"/>
            <p:cNvSpPr/>
            <p:nvPr/>
          </p:nvSpPr>
          <p:spPr>
            <a:xfrm>
              <a:off x="2755601" y="3363292"/>
              <a:ext cx="28881" cy="27549"/>
            </a:xfrm>
            <a:custGeom>
              <a:avLst/>
              <a:pathLst>
                <a:path w="28881" h="27549">
                  <a:moveTo>
                    <a:pt x="26666" y="731"/>
                  </a:moveTo>
                  <a:lnTo>
                    <a:pt x="25422" y="941"/>
                  </a:lnTo>
                  <a:lnTo>
                    <a:pt x="24687" y="2091"/>
                  </a:lnTo>
                  <a:lnTo>
                    <a:pt x="25689" y="5492"/>
                  </a:lnTo>
                  <a:lnTo>
                    <a:pt x="28881" y="8595"/>
                  </a:lnTo>
                  <a:lnTo>
                    <a:pt x="27457" y="16066"/>
                  </a:lnTo>
                  <a:lnTo>
                    <a:pt x="26239" y="18030"/>
                  </a:lnTo>
                  <a:lnTo>
                    <a:pt x="25368" y="22331"/>
                  </a:lnTo>
                  <a:lnTo>
                    <a:pt x="26013" y="26738"/>
                  </a:lnTo>
                  <a:lnTo>
                    <a:pt x="24810" y="27549"/>
                  </a:lnTo>
                  <a:lnTo>
                    <a:pt x="15052" y="22389"/>
                  </a:lnTo>
                  <a:lnTo>
                    <a:pt x="4655" y="19583"/>
                  </a:lnTo>
                  <a:lnTo>
                    <a:pt x="1695" y="17486"/>
                  </a:lnTo>
                  <a:lnTo>
                    <a:pt x="1913" y="16531"/>
                  </a:lnTo>
                  <a:lnTo>
                    <a:pt x="0" y="13671"/>
                  </a:lnTo>
                  <a:lnTo>
                    <a:pt x="1334" y="10772"/>
                  </a:lnTo>
                  <a:lnTo>
                    <a:pt x="9514" y="4936"/>
                  </a:lnTo>
                  <a:lnTo>
                    <a:pt x="1893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h1299"/>
            <p:cNvSpPr/>
            <p:nvPr/>
          </p:nvSpPr>
          <p:spPr>
            <a:xfrm>
              <a:off x="2660051" y="3316539"/>
              <a:ext cx="9215" cy="11189"/>
            </a:xfrm>
            <a:custGeom>
              <a:avLst/>
              <a:pathLst>
                <a:path w="9215" h="11189">
                  <a:moveTo>
                    <a:pt x="8696" y="3578"/>
                  </a:moveTo>
                  <a:lnTo>
                    <a:pt x="9215" y="4852"/>
                  </a:lnTo>
                  <a:lnTo>
                    <a:pt x="4639" y="10735"/>
                  </a:lnTo>
                  <a:lnTo>
                    <a:pt x="1441" y="11189"/>
                  </a:lnTo>
                  <a:lnTo>
                    <a:pt x="0" y="7733"/>
                  </a:lnTo>
                  <a:lnTo>
                    <a:pt x="1196" y="1230"/>
                  </a:lnTo>
                  <a:lnTo>
                    <a:pt x="419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h1300"/>
            <p:cNvSpPr/>
            <p:nvPr/>
          </p:nvSpPr>
          <p:spPr>
            <a:xfrm>
              <a:off x="2684439" y="3247580"/>
              <a:ext cx="32034" cy="27596"/>
            </a:xfrm>
            <a:custGeom>
              <a:avLst/>
              <a:pathLst>
                <a:path w="32034" h="27596">
                  <a:moveTo>
                    <a:pt x="9662" y="472"/>
                  </a:moveTo>
                  <a:lnTo>
                    <a:pt x="11457" y="3697"/>
                  </a:lnTo>
                  <a:lnTo>
                    <a:pt x="11493" y="6363"/>
                  </a:lnTo>
                  <a:lnTo>
                    <a:pt x="13145" y="8962"/>
                  </a:lnTo>
                  <a:lnTo>
                    <a:pt x="15254" y="8396"/>
                  </a:lnTo>
                  <a:lnTo>
                    <a:pt x="16217" y="6089"/>
                  </a:lnTo>
                  <a:lnTo>
                    <a:pt x="21230" y="7129"/>
                  </a:lnTo>
                  <a:lnTo>
                    <a:pt x="19596" y="8250"/>
                  </a:lnTo>
                  <a:lnTo>
                    <a:pt x="15910" y="8288"/>
                  </a:lnTo>
                  <a:lnTo>
                    <a:pt x="14911" y="9576"/>
                  </a:lnTo>
                  <a:lnTo>
                    <a:pt x="15512" y="10052"/>
                  </a:lnTo>
                  <a:lnTo>
                    <a:pt x="22047" y="9245"/>
                  </a:lnTo>
                  <a:lnTo>
                    <a:pt x="27222" y="10166"/>
                  </a:lnTo>
                  <a:lnTo>
                    <a:pt x="30067" y="10524"/>
                  </a:lnTo>
                  <a:lnTo>
                    <a:pt x="32034" y="14338"/>
                  </a:lnTo>
                  <a:lnTo>
                    <a:pt x="31646" y="15885"/>
                  </a:lnTo>
                  <a:lnTo>
                    <a:pt x="30654" y="16451"/>
                  </a:lnTo>
                  <a:lnTo>
                    <a:pt x="22408" y="16989"/>
                  </a:lnTo>
                  <a:lnTo>
                    <a:pt x="18083" y="18217"/>
                  </a:lnTo>
                  <a:lnTo>
                    <a:pt x="15263" y="20667"/>
                  </a:lnTo>
                  <a:lnTo>
                    <a:pt x="11070" y="27596"/>
                  </a:lnTo>
                  <a:lnTo>
                    <a:pt x="8540" y="26105"/>
                  </a:lnTo>
                  <a:lnTo>
                    <a:pt x="8293" y="22641"/>
                  </a:lnTo>
                  <a:lnTo>
                    <a:pt x="4941" y="19135"/>
                  </a:lnTo>
                  <a:lnTo>
                    <a:pt x="0" y="4839"/>
                  </a:lnTo>
                  <a:lnTo>
                    <a:pt x="611" y="2696"/>
                  </a:lnTo>
                  <a:lnTo>
                    <a:pt x="7398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h1301"/>
            <p:cNvSpPr/>
            <p:nvPr/>
          </p:nvSpPr>
          <p:spPr>
            <a:xfrm>
              <a:off x="2841342" y="3208907"/>
              <a:ext cx="3217" cy="4721"/>
            </a:xfrm>
            <a:custGeom>
              <a:avLst/>
              <a:pathLst>
                <a:path w="3217" h="4721">
                  <a:moveTo>
                    <a:pt x="1938" y="502"/>
                  </a:moveTo>
                  <a:lnTo>
                    <a:pt x="3217" y="4721"/>
                  </a:lnTo>
                  <a:lnTo>
                    <a:pt x="1435" y="4371"/>
                  </a:lnTo>
                  <a:lnTo>
                    <a:pt x="0" y="1209"/>
                  </a:lnTo>
                  <a:lnTo>
                    <a:pt x="141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h1302"/>
            <p:cNvSpPr/>
            <p:nvPr/>
          </p:nvSpPr>
          <p:spPr>
            <a:xfrm>
              <a:off x="2670645" y="3219587"/>
              <a:ext cx="8946" cy="8436"/>
            </a:xfrm>
            <a:custGeom>
              <a:avLst/>
              <a:pathLst>
                <a:path w="8946" h="8436">
                  <a:moveTo>
                    <a:pt x="5072" y="340"/>
                  </a:moveTo>
                  <a:lnTo>
                    <a:pt x="8946" y="8179"/>
                  </a:lnTo>
                  <a:lnTo>
                    <a:pt x="2739" y="8436"/>
                  </a:lnTo>
                  <a:lnTo>
                    <a:pt x="3322" y="8107"/>
                  </a:lnTo>
                  <a:lnTo>
                    <a:pt x="3027" y="7361"/>
                  </a:lnTo>
                  <a:lnTo>
                    <a:pt x="1268" y="6132"/>
                  </a:lnTo>
                  <a:lnTo>
                    <a:pt x="0" y="3250"/>
                  </a:lnTo>
                  <a:lnTo>
                    <a:pt x="334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h1303"/>
            <p:cNvSpPr/>
            <p:nvPr/>
          </p:nvSpPr>
          <p:spPr>
            <a:xfrm>
              <a:off x="2754955" y="3232520"/>
              <a:ext cx="11805" cy="9738"/>
            </a:xfrm>
            <a:custGeom>
              <a:avLst/>
              <a:pathLst>
                <a:path w="11805" h="9738">
                  <a:moveTo>
                    <a:pt x="3043" y="0"/>
                  </a:moveTo>
                  <a:lnTo>
                    <a:pt x="8959" y="271"/>
                  </a:lnTo>
                  <a:lnTo>
                    <a:pt x="10126" y="1068"/>
                  </a:lnTo>
                  <a:lnTo>
                    <a:pt x="10806" y="5295"/>
                  </a:lnTo>
                  <a:lnTo>
                    <a:pt x="11805" y="6747"/>
                  </a:lnTo>
                  <a:lnTo>
                    <a:pt x="11606" y="9738"/>
                  </a:lnTo>
                  <a:lnTo>
                    <a:pt x="9971" y="9067"/>
                  </a:lnTo>
                  <a:lnTo>
                    <a:pt x="211" y="6115"/>
                  </a:lnTo>
                  <a:lnTo>
                    <a:pt x="0" y="2440"/>
                  </a:lnTo>
                  <a:lnTo>
                    <a:pt x="955" y="81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h1304"/>
            <p:cNvSpPr/>
            <p:nvPr/>
          </p:nvSpPr>
          <p:spPr>
            <a:xfrm>
              <a:off x="2684473" y="3180790"/>
              <a:ext cx="11361" cy="12273"/>
            </a:xfrm>
            <a:custGeom>
              <a:avLst/>
              <a:pathLst>
                <a:path w="11361" h="12273">
                  <a:moveTo>
                    <a:pt x="10422" y="4012"/>
                  </a:moveTo>
                  <a:lnTo>
                    <a:pt x="11361" y="7525"/>
                  </a:lnTo>
                  <a:lnTo>
                    <a:pt x="8824" y="12169"/>
                  </a:lnTo>
                  <a:lnTo>
                    <a:pt x="7324" y="12273"/>
                  </a:lnTo>
                  <a:lnTo>
                    <a:pt x="5975" y="10688"/>
                  </a:lnTo>
                  <a:lnTo>
                    <a:pt x="3308" y="7648"/>
                  </a:lnTo>
                  <a:lnTo>
                    <a:pt x="1513" y="7196"/>
                  </a:lnTo>
                  <a:lnTo>
                    <a:pt x="0" y="2351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h1305"/>
            <p:cNvSpPr/>
            <p:nvPr/>
          </p:nvSpPr>
          <p:spPr>
            <a:xfrm>
              <a:off x="2754915" y="3109079"/>
              <a:ext cx="20267" cy="19411"/>
            </a:xfrm>
            <a:custGeom>
              <a:avLst/>
              <a:pathLst>
                <a:path w="20267" h="19411">
                  <a:moveTo>
                    <a:pt x="19601" y="4022"/>
                  </a:moveTo>
                  <a:lnTo>
                    <a:pt x="20267" y="7350"/>
                  </a:lnTo>
                  <a:lnTo>
                    <a:pt x="17745" y="9298"/>
                  </a:lnTo>
                  <a:lnTo>
                    <a:pt x="13587" y="10177"/>
                  </a:lnTo>
                  <a:lnTo>
                    <a:pt x="8448" y="14631"/>
                  </a:lnTo>
                  <a:lnTo>
                    <a:pt x="9129" y="16475"/>
                  </a:lnTo>
                  <a:lnTo>
                    <a:pt x="11948" y="19411"/>
                  </a:lnTo>
                  <a:lnTo>
                    <a:pt x="6541" y="19285"/>
                  </a:lnTo>
                  <a:lnTo>
                    <a:pt x="786" y="8654"/>
                  </a:lnTo>
                  <a:lnTo>
                    <a:pt x="0" y="4712"/>
                  </a:lnTo>
                  <a:lnTo>
                    <a:pt x="2448" y="1030"/>
                  </a:lnTo>
                  <a:lnTo>
                    <a:pt x="11220" y="2859"/>
                  </a:lnTo>
                  <a:lnTo>
                    <a:pt x="1303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h1306"/>
            <p:cNvSpPr/>
            <p:nvPr/>
          </p:nvSpPr>
          <p:spPr>
            <a:xfrm>
              <a:off x="2776239" y="3299513"/>
              <a:ext cx="49773" cy="31864"/>
            </a:xfrm>
            <a:custGeom>
              <a:avLst/>
              <a:pathLst>
                <a:path w="49773" h="31864">
                  <a:moveTo>
                    <a:pt x="26469" y="3421"/>
                  </a:moveTo>
                  <a:lnTo>
                    <a:pt x="28841" y="3352"/>
                  </a:lnTo>
                  <a:lnTo>
                    <a:pt x="34971" y="1240"/>
                  </a:lnTo>
                  <a:lnTo>
                    <a:pt x="37641" y="5908"/>
                  </a:lnTo>
                  <a:lnTo>
                    <a:pt x="37354" y="9188"/>
                  </a:lnTo>
                  <a:lnTo>
                    <a:pt x="35531" y="13321"/>
                  </a:lnTo>
                  <a:lnTo>
                    <a:pt x="35403" y="15127"/>
                  </a:lnTo>
                  <a:lnTo>
                    <a:pt x="37147" y="16383"/>
                  </a:lnTo>
                  <a:lnTo>
                    <a:pt x="37779" y="19707"/>
                  </a:lnTo>
                  <a:lnTo>
                    <a:pt x="39812" y="15787"/>
                  </a:lnTo>
                  <a:lnTo>
                    <a:pt x="47600" y="16638"/>
                  </a:lnTo>
                  <a:lnTo>
                    <a:pt x="49773" y="19789"/>
                  </a:lnTo>
                  <a:lnTo>
                    <a:pt x="47935" y="20689"/>
                  </a:lnTo>
                  <a:lnTo>
                    <a:pt x="44508" y="16313"/>
                  </a:lnTo>
                  <a:lnTo>
                    <a:pt x="42771" y="16962"/>
                  </a:lnTo>
                  <a:lnTo>
                    <a:pt x="41811" y="19525"/>
                  </a:lnTo>
                  <a:lnTo>
                    <a:pt x="40691" y="22770"/>
                  </a:lnTo>
                  <a:lnTo>
                    <a:pt x="41636" y="25843"/>
                  </a:lnTo>
                  <a:lnTo>
                    <a:pt x="44087" y="28268"/>
                  </a:lnTo>
                  <a:lnTo>
                    <a:pt x="38702" y="28417"/>
                  </a:lnTo>
                  <a:lnTo>
                    <a:pt x="36564" y="23974"/>
                  </a:lnTo>
                  <a:lnTo>
                    <a:pt x="31467" y="25241"/>
                  </a:lnTo>
                  <a:lnTo>
                    <a:pt x="29626" y="26298"/>
                  </a:lnTo>
                  <a:lnTo>
                    <a:pt x="29904" y="27126"/>
                  </a:lnTo>
                  <a:lnTo>
                    <a:pt x="26960" y="29474"/>
                  </a:lnTo>
                  <a:lnTo>
                    <a:pt x="24593" y="31864"/>
                  </a:lnTo>
                  <a:lnTo>
                    <a:pt x="20143" y="28969"/>
                  </a:lnTo>
                  <a:lnTo>
                    <a:pt x="18081" y="30373"/>
                  </a:lnTo>
                  <a:lnTo>
                    <a:pt x="12583" y="31163"/>
                  </a:lnTo>
                  <a:lnTo>
                    <a:pt x="8422" y="29946"/>
                  </a:lnTo>
                  <a:lnTo>
                    <a:pt x="3981" y="25537"/>
                  </a:lnTo>
                  <a:lnTo>
                    <a:pt x="0" y="25135"/>
                  </a:lnTo>
                  <a:lnTo>
                    <a:pt x="614" y="21851"/>
                  </a:lnTo>
                  <a:lnTo>
                    <a:pt x="1617" y="20374"/>
                  </a:lnTo>
                  <a:lnTo>
                    <a:pt x="4867" y="19042"/>
                  </a:lnTo>
                  <a:lnTo>
                    <a:pt x="6024" y="18859"/>
                  </a:lnTo>
                  <a:lnTo>
                    <a:pt x="8226" y="19858"/>
                  </a:lnTo>
                  <a:lnTo>
                    <a:pt x="9262" y="21745"/>
                  </a:lnTo>
                  <a:lnTo>
                    <a:pt x="11953" y="19374"/>
                  </a:lnTo>
                  <a:lnTo>
                    <a:pt x="14801" y="24586"/>
                  </a:lnTo>
                  <a:lnTo>
                    <a:pt x="15319" y="22933"/>
                  </a:lnTo>
                  <a:lnTo>
                    <a:pt x="17929" y="23603"/>
                  </a:lnTo>
                  <a:lnTo>
                    <a:pt x="17270" y="24912"/>
                  </a:lnTo>
                  <a:lnTo>
                    <a:pt x="22205" y="24290"/>
                  </a:lnTo>
                  <a:lnTo>
                    <a:pt x="22747" y="25227"/>
                  </a:lnTo>
                  <a:lnTo>
                    <a:pt x="21972" y="25606"/>
                  </a:lnTo>
                  <a:lnTo>
                    <a:pt x="23064" y="27756"/>
                  </a:lnTo>
                  <a:lnTo>
                    <a:pt x="25948" y="27047"/>
                  </a:lnTo>
                  <a:lnTo>
                    <a:pt x="26652" y="25034"/>
                  </a:lnTo>
                  <a:lnTo>
                    <a:pt x="28497" y="23857"/>
                  </a:lnTo>
                  <a:lnTo>
                    <a:pt x="27575" y="19493"/>
                  </a:lnTo>
                  <a:lnTo>
                    <a:pt x="26403" y="19508"/>
                  </a:lnTo>
                  <a:lnTo>
                    <a:pt x="28829" y="16972"/>
                  </a:lnTo>
                  <a:lnTo>
                    <a:pt x="29711" y="14781"/>
                  </a:lnTo>
                  <a:lnTo>
                    <a:pt x="26825" y="8773"/>
                  </a:lnTo>
                  <a:lnTo>
                    <a:pt x="24496" y="14565"/>
                  </a:lnTo>
                  <a:lnTo>
                    <a:pt x="22359" y="16200"/>
                  </a:lnTo>
                  <a:lnTo>
                    <a:pt x="21703" y="13744"/>
                  </a:lnTo>
                  <a:lnTo>
                    <a:pt x="19299" y="11129"/>
                  </a:lnTo>
                  <a:lnTo>
                    <a:pt x="18058" y="8981"/>
                  </a:lnTo>
                  <a:lnTo>
                    <a:pt x="18650" y="6573"/>
                  </a:lnTo>
                  <a:lnTo>
                    <a:pt x="20829" y="8604"/>
                  </a:lnTo>
                  <a:lnTo>
                    <a:pt x="21935" y="6921"/>
                  </a:lnTo>
                  <a:lnTo>
                    <a:pt x="22186" y="4503"/>
                  </a:lnTo>
                  <a:lnTo>
                    <a:pt x="20066" y="3673"/>
                  </a:lnTo>
                  <a:lnTo>
                    <a:pt x="18255" y="5506"/>
                  </a:lnTo>
                  <a:lnTo>
                    <a:pt x="17768" y="9150"/>
                  </a:lnTo>
                  <a:lnTo>
                    <a:pt x="15976" y="8480"/>
                  </a:lnTo>
                  <a:lnTo>
                    <a:pt x="17220" y="6569"/>
                  </a:lnTo>
                  <a:lnTo>
                    <a:pt x="16652" y="4479"/>
                  </a:lnTo>
                  <a:lnTo>
                    <a:pt x="14611" y="3042"/>
                  </a:lnTo>
                  <a:lnTo>
                    <a:pt x="14333" y="212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h1307"/>
            <p:cNvSpPr/>
            <p:nvPr/>
          </p:nvSpPr>
          <p:spPr>
            <a:xfrm>
              <a:off x="2739163" y="3128365"/>
              <a:ext cx="32701" cy="51529"/>
            </a:xfrm>
            <a:custGeom>
              <a:avLst/>
              <a:pathLst>
                <a:path w="32701" h="51529">
                  <a:moveTo>
                    <a:pt x="27700" y="125"/>
                  </a:moveTo>
                  <a:lnTo>
                    <a:pt x="30562" y="685"/>
                  </a:lnTo>
                  <a:lnTo>
                    <a:pt x="28206" y="3334"/>
                  </a:lnTo>
                  <a:lnTo>
                    <a:pt x="23439" y="3610"/>
                  </a:lnTo>
                  <a:lnTo>
                    <a:pt x="21060" y="7991"/>
                  </a:lnTo>
                  <a:lnTo>
                    <a:pt x="21628" y="12462"/>
                  </a:lnTo>
                  <a:lnTo>
                    <a:pt x="22763" y="14250"/>
                  </a:lnTo>
                  <a:lnTo>
                    <a:pt x="22157" y="15706"/>
                  </a:lnTo>
                  <a:lnTo>
                    <a:pt x="23652" y="18025"/>
                  </a:lnTo>
                  <a:lnTo>
                    <a:pt x="26758" y="20601"/>
                  </a:lnTo>
                  <a:lnTo>
                    <a:pt x="29204" y="21655"/>
                  </a:lnTo>
                  <a:lnTo>
                    <a:pt x="30650" y="21494"/>
                  </a:lnTo>
                  <a:lnTo>
                    <a:pt x="29562" y="24504"/>
                  </a:lnTo>
                  <a:lnTo>
                    <a:pt x="30339" y="28227"/>
                  </a:lnTo>
                  <a:lnTo>
                    <a:pt x="32701" y="30985"/>
                  </a:lnTo>
                  <a:lnTo>
                    <a:pt x="31295" y="32820"/>
                  </a:lnTo>
                  <a:lnTo>
                    <a:pt x="29976" y="37255"/>
                  </a:lnTo>
                  <a:lnTo>
                    <a:pt x="30429" y="41210"/>
                  </a:lnTo>
                  <a:lnTo>
                    <a:pt x="22578" y="40002"/>
                  </a:lnTo>
                  <a:lnTo>
                    <a:pt x="23141" y="39651"/>
                  </a:lnTo>
                  <a:lnTo>
                    <a:pt x="22339" y="38227"/>
                  </a:lnTo>
                  <a:lnTo>
                    <a:pt x="20913" y="38654"/>
                  </a:lnTo>
                  <a:lnTo>
                    <a:pt x="16380" y="41738"/>
                  </a:lnTo>
                  <a:lnTo>
                    <a:pt x="15576" y="44350"/>
                  </a:lnTo>
                  <a:lnTo>
                    <a:pt x="18028" y="45581"/>
                  </a:lnTo>
                  <a:lnTo>
                    <a:pt x="17394" y="46796"/>
                  </a:lnTo>
                  <a:lnTo>
                    <a:pt x="17316" y="51529"/>
                  </a:lnTo>
                  <a:lnTo>
                    <a:pt x="14271" y="50595"/>
                  </a:lnTo>
                  <a:lnTo>
                    <a:pt x="11930" y="48316"/>
                  </a:lnTo>
                  <a:lnTo>
                    <a:pt x="11704" y="42095"/>
                  </a:lnTo>
                  <a:lnTo>
                    <a:pt x="11329" y="35276"/>
                  </a:lnTo>
                  <a:lnTo>
                    <a:pt x="14736" y="34536"/>
                  </a:lnTo>
                  <a:lnTo>
                    <a:pt x="18061" y="26283"/>
                  </a:lnTo>
                  <a:lnTo>
                    <a:pt x="19439" y="25688"/>
                  </a:lnTo>
                  <a:lnTo>
                    <a:pt x="20302" y="24191"/>
                  </a:lnTo>
                  <a:lnTo>
                    <a:pt x="22207" y="23989"/>
                  </a:lnTo>
                  <a:lnTo>
                    <a:pt x="20431" y="19376"/>
                  </a:lnTo>
                  <a:lnTo>
                    <a:pt x="15180" y="13527"/>
                  </a:lnTo>
                  <a:lnTo>
                    <a:pt x="12387" y="16327"/>
                  </a:lnTo>
                  <a:lnTo>
                    <a:pt x="12423" y="17323"/>
                  </a:lnTo>
                  <a:lnTo>
                    <a:pt x="9206" y="17809"/>
                  </a:lnTo>
                  <a:lnTo>
                    <a:pt x="3446" y="17660"/>
                  </a:lnTo>
                  <a:lnTo>
                    <a:pt x="2545" y="19462"/>
                  </a:lnTo>
                  <a:lnTo>
                    <a:pt x="0" y="17062"/>
                  </a:lnTo>
                  <a:lnTo>
                    <a:pt x="6330" y="10920"/>
                  </a:lnTo>
                  <a:lnTo>
                    <a:pt x="9813" y="9064"/>
                  </a:lnTo>
                  <a:lnTo>
                    <a:pt x="13948" y="8243"/>
                  </a:lnTo>
                  <a:lnTo>
                    <a:pt x="11641" y="5248"/>
                  </a:lnTo>
                  <a:lnTo>
                    <a:pt x="14814" y="1501"/>
                  </a:lnTo>
                  <a:lnTo>
                    <a:pt x="2229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h1308"/>
            <p:cNvSpPr/>
            <p:nvPr/>
          </p:nvSpPr>
          <p:spPr>
            <a:xfrm>
              <a:off x="2794242" y="3187920"/>
              <a:ext cx="11575" cy="6994"/>
            </a:xfrm>
            <a:custGeom>
              <a:avLst/>
              <a:pathLst>
                <a:path w="11575" h="6994">
                  <a:moveTo>
                    <a:pt x="6608" y="1469"/>
                  </a:moveTo>
                  <a:lnTo>
                    <a:pt x="11171" y="1362"/>
                  </a:lnTo>
                  <a:lnTo>
                    <a:pt x="11575" y="1673"/>
                  </a:lnTo>
                  <a:lnTo>
                    <a:pt x="10921" y="3824"/>
                  </a:lnTo>
                  <a:lnTo>
                    <a:pt x="9737" y="5947"/>
                  </a:lnTo>
                  <a:lnTo>
                    <a:pt x="7085" y="6994"/>
                  </a:lnTo>
                  <a:lnTo>
                    <a:pt x="3863" y="6526"/>
                  </a:lnTo>
                  <a:lnTo>
                    <a:pt x="1060" y="4938"/>
                  </a:lnTo>
                  <a:lnTo>
                    <a:pt x="0" y="3065"/>
                  </a:lnTo>
                  <a:lnTo>
                    <a:pt x="273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h1309"/>
            <p:cNvSpPr/>
            <p:nvPr/>
          </p:nvSpPr>
          <p:spPr>
            <a:xfrm>
              <a:off x="2711335" y="3313986"/>
              <a:ext cx="33287" cy="51616"/>
            </a:xfrm>
            <a:custGeom>
              <a:avLst/>
              <a:pathLst>
                <a:path w="33287" h="51616">
                  <a:moveTo>
                    <a:pt x="19044" y="2117"/>
                  </a:moveTo>
                  <a:lnTo>
                    <a:pt x="22674" y="2271"/>
                  </a:lnTo>
                  <a:lnTo>
                    <a:pt x="27385" y="4792"/>
                  </a:lnTo>
                  <a:lnTo>
                    <a:pt x="32866" y="4606"/>
                  </a:lnTo>
                  <a:lnTo>
                    <a:pt x="33287" y="13213"/>
                  </a:lnTo>
                  <a:lnTo>
                    <a:pt x="28569" y="17838"/>
                  </a:lnTo>
                  <a:lnTo>
                    <a:pt x="24869" y="17345"/>
                  </a:lnTo>
                  <a:lnTo>
                    <a:pt x="24887" y="18255"/>
                  </a:lnTo>
                  <a:lnTo>
                    <a:pt x="18059" y="19553"/>
                  </a:lnTo>
                  <a:lnTo>
                    <a:pt x="19017" y="24070"/>
                  </a:lnTo>
                  <a:lnTo>
                    <a:pt x="21151" y="25917"/>
                  </a:lnTo>
                  <a:lnTo>
                    <a:pt x="20200" y="29532"/>
                  </a:lnTo>
                  <a:lnTo>
                    <a:pt x="20246" y="32422"/>
                  </a:lnTo>
                  <a:lnTo>
                    <a:pt x="24453" y="40728"/>
                  </a:lnTo>
                  <a:lnTo>
                    <a:pt x="20357" y="44758"/>
                  </a:lnTo>
                  <a:lnTo>
                    <a:pt x="20470" y="44014"/>
                  </a:lnTo>
                  <a:lnTo>
                    <a:pt x="19626" y="43694"/>
                  </a:lnTo>
                  <a:lnTo>
                    <a:pt x="17354" y="44272"/>
                  </a:lnTo>
                  <a:lnTo>
                    <a:pt x="10857" y="49519"/>
                  </a:lnTo>
                  <a:lnTo>
                    <a:pt x="7094" y="51616"/>
                  </a:lnTo>
                  <a:lnTo>
                    <a:pt x="3760" y="46863"/>
                  </a:lnTo>
                  <a:lnTo>
                    <a:pt x="2599" y="41589"/>
                  </a:lnTo>
                  <a:lnTo>
                    <a:pt x="3663" y="32741"/>
                  </a:lnTo>
                  <a:lnTo>
                    <a:pt x="5091" y="30003"/>
                  </a:lnTo>
                  <a:lnTo>
                    <a:pt x="5875" y="27881"/>
                  </a:lnTo>
                  <a:lnTo>
                    <a:pt x="4089" y="24999"/>
                  </a:lnTo>
                  <a:lnTo>
                    <a:pt x="0" y="22505"/>
                  </a:lnTo>
                  <a:lnTo>
                    <a:pt x="2548" y="20344"/>
                  </a:lnTo>
                  <a:lnTo>
                    <a:pt x="3822" y="20121"/>
                  </a:lnTo>
                  <a:lnTo>
                    <a:pt x="6824" y="22705"/>
                  </a:lnTo>
                  <a:lnTo>
                    <a:pt x="12067" y="17429"/>
                  </a:lnTo>
                  <a:lnTo>
                    <a:pt x="12363" y="15210"/>
                  </a:lnTo>
                  <a:lnTo>
                    <a:pt x="19952" y="12921"/>
                  </a:lnTo>
                  <a:lnTo>
                    <a:pt x="21803" y="9613"/>
                  </a:lnTo>
                  <a:lnTo>
                    <a:pt x="21592" y="8307"/>
                  </a:lnTo>
                  <a:lnTo>
                    <a:pt x="19102" y="9278"/>
                  </a:lnTo>
                  <a:lnTo>
                    <a:pt x="15430" y="9009"/>
                  </a:lnTo>
                  <a:lnTo>
                    <a:pt x="13110" y="7444"/>
                  </a:lnTo>
                  <a:lnTo>
                    <a:pt x="13518" y="868"/>
                  </a:lnTo>
                  <a:lnTo>
                    <a:pt x="1393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h1310"/>
            <p:cNvSpPr/>
            <p:nvPr/>
          </p:nvSpPr>
          <p:spPr>
            <a:xfrm>
              <a:off x="2736012" y="3201806"/>
              <a:ext cx="12090" cy="15191"/>
            </a:xfrm>
            <a:custGeom>
              <a:avLst/>
              <a:pathLst>
                <a:path w="12090" h="15191">
                  <a:moveTo>
                    <a:pt x="8621" y="1600"/>
                  </a:moveTo>
                  <a:lnTo>
                    <a:pt x="12090" y="5497"/>
                  </a:lnTo>
                  <a:lnTo>
                    <a:pt x="6284" y="8954"/>
                  </a:lnTo>
                  <a:lnTo>
                    <a:pt x="4872" y="11880"/>
                  </a:lnTo>
                  <a:lnTo>
                    <a:pt x="1674" y="15191"/>
                  </a:lnTo>
                  <a:lnTo>
                    <a:pt x="0" y="8965"/>
                  </a:lnTo>
                  <a:lnTo>
                    <a:pt x="401" y="3325"/>
                  </a:lnTo>
                  <a:lnTo>
                    <a:pt x="368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h1311"/>
            <p:cNvSpPr/>
            <p:nvPr/>
          </p:nvSpPr>
          <p:spPr>
            <a:xfrm>
              <a:off x="2737249" y="3259122"/>
              <a:ext cx="19860" cy="31387"/>
            </a:xfrm>
            <a:custGeom>
              <a:avLst/>
              <a:pathLst>
                <a:path w="19860" h="31387">
                  <a:moveTo>
                    <a:pt x="16166" y="1241"/>
                  </a:moveTo>
                  <a:lnTo>
                    <a:pt x="19860" y="9245"/>
                  </a:lnTo>
                  <a:lnTo>
                    <a:pt x="16347" y="8914"/>
                  </a:lnTo>
                  <a:lnTo>
                    <a:pt x="11379" y="13308"/>
                  </a:lnTo>
                  <a:lnTo>
                    <a:pt x="10714" y="14728"/>
                  </a:lnTo>
                  <a:lnTo>
                    <a:pt x="11817" y="16933"/>
                  </a:lnTo>
                  <a:lnTo>
                    <a:pt x="12839" y="17331"/>
                  </a:lnTo>
                  <a:lnTo>
                    <a:pt x="14114" y="16479"/>
                  </a:lnTo>
                  <a:lnTo>
                    <a:pt x="12664" y="21933"/>
                  </a:lnTo>
                  <a:lnTo>
                    <a:pt x="12660" y="26228"/>
                  </a:lnTo>
                  <a:lnTo>
                    <a:pt x="13233" y="27135"/>
                  </a:lnTo>
                  <a:lnTo>
                    <a:pt x="12161" y="31387"/>
                  </a:lnTo>
                  <a:lnTo>
                    <a:pt x="11066" y="26230"/>
                  </a:lnTo>
                  <a:lnTo>
                    <a:pt x="9063" y="23914"/>
                  </a:lnTo>
                  <a:lnTo>
                    <a:pt x="3991" y="22260"/>
                  </a:lnTo>
                  <a:lnTo>
                    <a:pt x="589" y="21998"/>
                  </a:lnTo>
                  <a:lnTo>
                    <a:pt x="1030" y="16965"/>
                  </a:lnTo>
                  <a:lnTo>
                    <a:pt x="2882" y="10613"/>
                  </a:lnTo>
                  <a:lnTo>
                    <a:pt x="269" y="8084"/>
                  </a:lnTo>
                  <a:lnTo>
                    <a:pt x="0" y="6475"/>
                  </a:lnTo>
                  <a:lnTo>
                    <a:pt x="1803" y="3350"/>
                  </a:lnTo>
                  <a:lnTo>
                    <a:pt x="2075" y="65"/>
                  </a:lnTo>
                  <a:lnTo>
                    <a:pt x="3027" y="0"/>
                  </a:lnTo>
                  <a:lnTo>
                    <a:pt x="3181" y="1655"/>
                  </a:lnTo>
                  <a:lnTo>
                    <a:pt x="6639" y="1996"/>
                  </a:lnTo>
                  <a:lnTo>
                    <a:pt x="9291" y="347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h1312"/>
            <p:cNvSpPr/>
            <p:nvPr/>
          </p:nvSpPr>
          <p:spPr>
            <a:xfrm>
              <a:off x="2777457" y="3265504"/>
              <a:ext cx="5208" cy="5415"/>
            </a:xfrm>
            <a:custGeom>
              <a:avLst/>
              <a:pathLst>
                <a:path w="5208" h="5415">
                  <a:moveTo>
                    <a:pt x="5208" y="4708"/>
                  </a:moveTo>
                  <a:lnTo>
                    <a:pt x="4565" y="5415"/>
                  </a:lnTo>
                  <a:lnTo>
                    <a:pt x="2564" y="4473"/>
                  </a:lnTo>
                  <a:lnTo>
                    <a:pt x="3509" y="3940"/>
                  </a:lnTo>
                  <a:lnTo>
                    <a:pt x="3037" y="3413"/>
                  </a:lnTo>
                  <a:lnTo>
                    <a:pt x="0" y="2242"/>
                  </a:lnTo>
                  <a:lnTo>
                    <a:pt x="51" y="0"/>
                  </a:lnTo>
                  <a:lnTo>
                    <a:pt x="1930" y="22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h1313"/>
            <p:cNvSpPr/>
            <p:nvPr/>
          </p:nvSpPr>
          <p:spPr>
            <a:xfrm>
              <a:off x="2776049" y="3249390"/>
              <a:ext cx="10892" cy="10549"/>
            </a:xfrm>
            <a:custGeom>
              <a:avLst/>
              <a:pathLst>
                <a:path w="10892" h="10549">
                  <a:moveTo>
                    <a:pt x="6827" y="2411"/>
                  </a:moveTo>
                  <a:lnTo>
                    <a:pt x="8029" y="4064"/>
                  </a:lnTo>
                  <a:lnTo>
                    <a:pt x="10000" y="4947"/>
                  </a:lnTo>
                  <a:lnTo>
                    <a:pt x="10853" y="4551"/>
                  </a:lnTo>
                  <a:lnTo>
                    <a:pt x="10422" y="6954"/>
                  </a:lnTo>
                  <a:lnTo>
                    <a:pt x="10892" y="10549"/>
                  </a:lnTo>
                  <a:lnTo>
                    <a:pt x="6309" y="9342"/>
                  </a:lnTo>
                  <a:lnTo>
                    <a:pt x="4031" y="10488"/>
                  </a:lnTo>
                  <a:lnTo>
                    <a:pt x="94" y="8684"/>
                  </a:lnTo>
                  <a:lnTo>
                    <a:pt x="0" y="4770"/>
                  </a:lnTo>
                  <a:lnTo>
                    <a:pt x="3939" y="0"/>
                  </a:lnTo>
                  <a:lnTo>
                    <a:pt x="9327" y="638"/>
                  </a:lnTo>
                  <a:lnTo>
                    <a:pt x="6837" y="135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h1314"/>
            <p:cNvSpPr/>
            <p:nvPr/>
          </p:nvSpPr>
          <p:spPr>
            <a:xfrm>
              <a:off x="2762588" y="3247924"/>
              <a:ext cx="7072" cy="6410"/>
            </a:xfrm>
            <a:custGeom>
              <a:avLst/>
              <a:pathLst>
                <a:path w="7072" h="6410">
                  <a:moveTo>
                    <a:pt x="5269" y="6410"/>
                  </a:moveTo>
                  <a:lnTo>
                    <a:pt x="0" y="3025"/>
                  </a:lnTo>
                  <a:lnTo>
                    <a:pt x="1144" y="534"/>
                  </a:lnTo>
                  <a:lnTo>
                    <a:pt x="7072" y="0"/>
                  </a:lnTo>
                  <a:lnTo>
                    <a:pt x="4446" y="334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h1315"/>
            <p:cNvSpPr/>
            <p:nvPr/>
          </p:nvSpPr>
          <p:spPr>
            <a:xfrm>
              <a:off x="2583774" y="3138650"/>
              <a:ext cx="22290" cy="25774"/>
            </a:xfrm>
            <a:custGeom>
              <a:avLst/>
              <a:pathLst>
                <a:path w="22290" h="25774">
                  <a:moveTo>
                    <a:pt x="18478" y="1281"/>
                  </a:moveTo>
                  <a:lnTo>
                    <a:pt x="16544" y="3771"/>
                  </a:lnTo>
                  <a:lnTo>
                    <a:pt x="19922" y="7278"/>
                  </a:lnTo>
                  <a:lnTo>
                    <a:pt x="22290" y="6975"/>
                  </a:lnTo>
                  <a:lnTo>
                    <a:pt x="21453" y="14749"/>
                  </a:lnTo>
                  <a:lnTo>
                    <a:pt x="20185" y="19197"/>
                  </a:lnTo>
                  <a:lnTo>
                    <a:pt x="10844" y="23788"/>
                  </a:lnTo>
                  <a:lnTo>
                    <a:pt x="3198" y="25774"/>
                  </a:lnTo>
                  <a:lnTo>
                    <a:pt x="955" y="22802"/>
                  </a:lnTo>
                  <a:lnTo>
                    <a:pt x="1205" y="19178"/>
                  </a:lnTo>
                  <a:lnTo>
                    <a:pt x="0" y="15018"/>
                  </a:lnTo>
                  <a:lnTo>
                    <a:pt x="2837" y="12560"/>
                  </a:lnTo>
                  <a:lnTo>
                    <a:pt x="7952" y="6368"/>
                  </a:lnTo>
                  <a:lnTo>
                    <a:pt x="7881" y="3218"/>
                  </a:lnTo>
                  <a:lnTo>
                    <a:pt x="10883" y="3750"/>
                  </a:lnTo>
                  <a:lnTo>
                    <a:pt x="12637" y="1047"/>
                  </a:lnTo>
                  <a:lnTo>
                    <a:pt x="1641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h1316"/>
            <p:cNvSpPr/>
            <p:nvPr/>
          </p:nvSpPr>
          <p:spPr>
            <a:xfrm>
              <a:off x="2960881" y="3179880"/>
              <a:ext cx="60587" cy="71102"/>
            </a:xfrm>
            <a:custGeom>
              <a:avLst/>
              <a:pathLst>
                <a:path w="60587" h="71102">
                  <a:moveTo>
                    <a:pt x="28407" y="11214"/>
                  </a:moveTo>
                  <a:lnTo>
                    <a:pt x="37741" y="13136"/>
                  </a:lnTo>
                  <a:lnTo>
                    <a:pt x="38010" y="14436"/>
                  </a:lnTo>
                  <a:lnTo>
                    <a:pt x="36096" y="16998"/>
                  </a:lnTo>
                  <a:lnTo>
                    <a:pt x="37261" y="20252"/>
                  </a:lnTo>
                  <a:lnTo>
                    <a:pt x="35974" y="24870"/>
                  </a:lnTo>
                  <a:lnTo>
                    <a:pt x="34676" y="26080"/>
                  </a:lnTo>
                  <a:lnTo>
                    <a:pt x="34761" y="27313"/>
                  </a:lnTo>
                  <a:lnTo>
                    <a:pt x="46175" y="27347"/>
                  </a:lnTo>
                  <a:lnTo>
                    <a:pt x="47559" y="32208"/>
                  </a:lnTo>
                  <a:lnTo>
                    <a:pt x="50448" y="35997"/>
                  </a:lnTo>
                  <a:lnTo>
                    <a:pt x="55420" y="37065"/>
                  </a:lnTo>
                  <a:lnTo>
                    <a:pt x="57934" y="36462"/>
                  </a:lnTo>
                  <a:lnTo>
                    <a:pt x="60587" y="38290"/>
                  </a:lnTo>
                  <a:lnTo>
                    <a:pt x="59859" y="40413"/>
                  </a:lnTo>
                  <a:lnTo>
                    <a:pt x="56355" y="44043"/>
                  </a:lnTo>
                  <a:lnTo>
                    <a:pt x="52383" y="44276"/>
                  </a:lnTo>
                  <a:lnTo>
                    <a:pt x="48472" y="46286"/>
                  </a:lnTo>
                  <a:lnTo>
                    <a:pt x="47415" y="46401"/>
                  </a:lnTo>
                  <a:lnTo>
                    <a:pt x="45771" y="45368"/>
                  </a:lnTo>
                  <a:lnTo>
                    <a:pt x="45227" y="43596"/>
                  </a:lnTo>
                  <a:lnTo>
                    <a:pt x="40400" y="42817"/>
                  </a:lnTo>
                  <a:lnTo>
                    <a:pt x="38248" y="43245"/>
                  </a:lnTo>
                  <a:lnTo>
                    <a:pt x="38074" y="45263"/>
                  </a:lnTo>
                  <a:lnTo>
                    <a:pt x="46234" y="52480"/>
                  </a:lnTo>
                  <a:lnTo>
                    <a:pt x="53097" y="55650"/>
                  </a:lnTo>
                  <a:lnTo>
                    <a:pt x="53683" y="56510"/>
                  </a:lnTo>
                  <a:lnTo>
                    <a:pt x="53176" y="60211"/>
                  </a:lnTo>
                  <a:lnTo>
                    <a:pt x="44474" y="62807"/>
                  </a:lnTo>
                  <a:lnTo>
                    <a:pt x="42773" y="60925"/>
                  </a:lnTo>
                  <a:lnTo>
                    <a:pt x="41434" y="61014"/>
                  </a:lnTo>
                  <a:lnTo>
                    <a:pt x="40119" y="62847"/>
                  </a:lnTo>
                  <a:lnTo>
                    <a:pt x="38742" y="62608"/>
                  </a:lnTo>
                  <a:lnTo>
                    <a:pt x="28577" y="68640"/>
                  </a:lnTo>
                  <a:lnTo>
                    <a:pt x="26214" y="69099"/>
                  </a:lnTo>
                  <a:lnTo>
                    <a:pt x="25035" y="68410"/>
                  </a:lnTo>
                  <a:lnTo>
                    <a:pt x="22836" y="69744"/>
                  </a:lnTo>
                  <a:lnTo>
                    <a:pt x="22230" y="71102"/>
                  </a:lnTo>
                  <a:lnTo>
                    <a:pt x="20610" y="70703"/>
                  </a:lnTo>
                  <a:lnTo>
                    <a:pt x="22286" y="62711"/>
                  </a:lnTo>
                  <a:lnTo>
                    <a:pt x="26204" y="60677"/>
                  </a:lnTo>
                  <a:lnTo>
                    <a:pt x="32615" y="59451"/>
                  </a:lnTo>
                  <a:lnTo>
                    <a:pt x="33294" y="58402"/>
                  </a:lnTo>
                  <a:lnTo>
                    <a:pt x="34075" y="55620"/>
                  </a:lnTo>
                  <a:lnTo>
                    <a:pt x="33483" y="52033"/>
                  </a:lnTo>
                  <a:lnTo>
                    <a:pt x="31604" y="51176"/>
                  </a:lnTo>
                  <a:lnTo>
                    <a:pt x="33151" y="50873"/>
                  </a:lnTo>
                  <a:lnTo>
                    <a:pt x="34561" y="47771"/>
                  </a:lnTo>
                  <a:lnTo>
                    <a:pt x="30415" y="46215"/>
                  </a:lnTo>
                  <a:lnTo>
                    <a:pt x="30634" y="42269"/>
                  </a:lnTo>
                  <a:lnTo>
                    <a:pt x="33060" y="37076"/>
                  </a:lnTo>
                  <a:lnTo>
                    <a:pt x="31537" y="33473"/>
                  </a:lnTo>
                  <a:lnTo>
                    <a:pt x="28836" y="33136"/>
                  </a:lnTo>
                  <a:lnTo>
                    <a:pt x="27025" y="38378"/>
                  </a:lnTo>
                  <a:lnTo>
                    <a:pt x="24671" y="36572"/>
                  </a:lnTo>
                  <a:lnTo>
                    <a:pt x="20614" y="38126"/>
                  </a:lnTo>
                  <a:lnTo>
                    <a:pt x="18296" y="37575"/>
                  </a:lnTo>
                  <a:lnTo>
                    <a:pt x="18144" y="33998"/>
                  </a:lnTo>
                  <a:lnTo>
                    <a:pt x="11239" y="28802"/>
                  </a:lnTo>
                  <a:lnTo>
                    <a:pt x="10284" y="30352"/>
                  </a:lnTo>
                  <a:lnTo>
                    <a:pt x="7742" y="29143"/>
                  </a:lnTo>
                  <a:lnTo>
                    <a:pt x="7042" y="24252"/>
                  </a:lnTo>
                  <a:lnTo>
                    <a:pt x="7630" y="19518"/>
                  </a:lnTo>
                  <a:lnTo>
                    <a:pt x="8529" y="20414"/>
                  </a:lnTo>
                  <a:lnTo>
                    <a:pt x="8990" y="19133"/>
                  </a:lnTo>
                  <a:lnTo>
                    <a:pt x="7591" y="14664"/>
                  </a:lnTo>
                  <a:lnTo>
                    <a:pt x="8974" y="14288"/>
                  </a:lnTo>
                  <a:lnTo>
                    <a:pt x="9458" y="9326"/>
                  </a:lnTo>
                  <a:lnTo>
                    <a:pt x="3146" y="9080"/>
                  </a:lnTo>
                  <a:lnTo>
                    <a:pt x="5847" y="13345"/>
                  </a:lnTo>
                  <a:lnTo>
                    <a:pt x="1880" y="14341"/>
                  </a:lnTo>
                  <a:lnTo>
                    <a:pt x="60" y="12209"/>
                  </a:lnTo>
                  <a:lnTo>
                    <a:pt x="26" y="11276"/>
                  </a:lnTo>
                  <a:lnTo>
                    <a:pt x="0" y="6771"/>
                  </a:lnTo>
                  <a:lnTo>
                    <a:pt x="3466" y="7490"/>
                  </a:lnTo>
                  <a:lnTo>
                    <a:pt x="3661" y="1378"/>
                  </a:lnTo>
                  <a:lnTo>
                    <a:pt x="10527" y="0"/>
                  </a:lnTo>
                  <a:lnTo>
                    <a:pt x="16088" y="6795"/>
                  </a:lnTo>
                  <a:close/>
                  <a:moveTo>
                    <a:pt x="27695" y="27064"/>
                  </a:moveTo>
                  <a:lnTo>
                    <a:pt x="33451" y="25593"/>
                  </a:lnTo>
                  <a:lnTo>
                    <a:pt x="30800" y="21908"/>
                  </a:lnTo>
                  <a:lnTo>
                    <a:pt x="28030" y="20963"/>
                  </a:lnTo>
                  <a:lnTo>
                    <a:pt x="27615" y="19986"/>
                  </a:lnTo>
                  <a:lnTo>
                    <a:pt x="26183" y="20392"/>
                  </a:lnTo>
                  <a:lnTo>
                    <a:pt x="25822" y="20833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h1317"/>
            <p:cNvSpPr/>
            <p:nvPr/>
          </p:nvSpPr>
          <p:spPr>
            <a:xfrm>
              <a:off x="2952237" y="3194627"/>
              <a:ext cx="14267" cy="19994"/>
            </a:xfrm>
            <a:custGeom>
              <a:avLst/>
              <a:pathLst>
                <a:path w="14267" h="19994">
                  <a:moveTo>
                    <a:pt x="13704" y="14883"/>
                  </a:moveTo>
                  <a:lnTo>
                    <a:pt x="13166" y="14265"/>
                  </a:lnTo>
                  <a:lnTo>
                    <a:pt x="10464" y="15060"/>
                  </a:lnTo>
                  <a:lnTo>
                    <a:pt x="6186" y="17171"/>
                  </a:lnTo>
                  <a:lnTo>
                    <a:pt x="6108" y="16592"/>
                  </a:lnTo>
                  <a:lnTo>
                    <a:pt x="2303" y="16953"/>
                  </a:lnTo>
                  <a:lnTo>
                    <a:pt x="2603" y="19819"/>
                  </a:lnTo>
                  <a:lnTo>
                    <a:pt x="724" y="19994"/>
                  </a:lnTo>
                  <a:lnTo>
                    <a:pt x="0" y="13020"/>
                  </a:lnTo>
                  <a:lnTo>
                    <a:pt x="3584" y="12790"/>
                  </a:lnTo>
                  <a:lnTo>
                    <a:pt x="3676" y="14070"/>
                  </a:lnTo>
                  <a:lnTo>
                    <a:pt x="2249" y="14175"/>
                  </a:lnTo>
                  <a:lnTo>
                    <a:pt x="2282" y="14705"/>
                  </a:lnTo>
                  <a:lnTo>
                    <a:pt x="10592" y="14064"/>
                  </a:lnTo>
                  <a:lnTo>
                    <a:pt x="11367" y="13574"/>
                  </a:lnTo>
                  <a:lnTo>
                    <a:pt x="12025" y="7738"/>
                  </a:lnTo>
                  <a:lnTo>
                    <a:pt x="11388" y="7104"/>
                  </a:lnTo>
                  <a:lnTo>
                    <a:pt x="7423" y="9184"/>
                  </a:lnTo>
                  <a:lnTo>
                    <a:pt x="4287" y="9102"/>
                  </a:lnTo>
                  <a:lnTo>
                    <a:pt x="2720" y="8375"/>
                  </a:lnTo>
                  <a:lnTo>
                    <a:pt x="3392" y="391"/>
                  </a:lnTo>
                  <a:lnTo>
                    <a:pt x="5426" y="740"/>
                  </a:lnTo>
                  <a:lnTo>
                    <a:pt x="5609" y="4123"/>
                  </a:lnTo>
                  <a:lnTo>
                    <a:pt x="11696" y="4008"/>
                  </a:lnTo>
                  <a:lnTo>
                    <a:pt x="12242" y="2074"/>
                  </a:lnTo>
                  <a:lnTo>
                    <a:pt x="11802" y="72"/>
                  </a:lnTo>
                  <a:lnTo>
                    <a:pt x="14267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h1318"/>
            <p:cNvSpPr/>
            <p:nvPr/>
          </p:nvSpPr>
          <p:spPr>
            <a:xfrm>
              <a:off x="2693298" y="3187730"/>
              <a:ext cx="12539" cy="12606"/>
            </a:xfrm>
            <a:custGeom>
              <a:avLst/>
              <a:pathLst>
                <a:path w="12539" h="12606">
                  <a:moveTo>
                    <a:pt x="9592" y="3441"/>
                  </a:moveTo>
                  <a:lnTo>
                    <a:pt x="9690" y="6718"/>
                  </a:lnTo>
                  <a:lnTo>
                    <a:pt x="12346" y="11640"/>
                  </a:lnTo>
                  <a:lnTo>
                    <a:pt x="12539" y="12606"/>
                  </a:lnTo>
                  <a:lnTo>
                    <a:pt x="4878" y="9456"/>
                  </a:lnTo>
                  <a:lnTo>
                    <a:pt x="2495" y="9581"/>
                  </a:lnTo>
                  <a:lnTo>
                    <a:pt x="647" y="8285"/>
                  </a:lnTo>
                  <a:lnTo>
                    <a:pt x="0" y="5229"/>
                  </a:lnTo>
                  <a:lnTo>
                    <a:pt x="2536" y="584"/>
                  </a:lnTo>
                  <a:lnTo>
                    <a:pt x="3144" y="942"/>
                  </a:lnTo>
                  <a:lnTo>
                    <a:pt x="665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h1319"/>
            <p:cNvSpPr/>
            <p:nvPr/>
          </p:nvSpPr>
          <p:spPr>
            <a:xfrm>
              <a:off x="2809700" y="3256149"/>
              <a:ext cx="12112" cy="22170"/>
            </a:xfrm>
            <a:custGeom>
              <a:avLst/>
              <a:pathLst>
                <a:path w="12112" h="22170">
                  <a:moveTo>
                    <a:pt x="12112" y="9872"/>
                  </a:moveTo>
                  <a:lnTo>
                    <a:pt x="10789" y="10672"/>
                  </a:lnTo>
                  <a:lnTo>
                    <a:pt x="9504" y="12709"/>
                  </a:lnTo>
                  <a:lnTo>
                    <a:pt x="9982" y="16853"/>
                  </a:lnTo>
                  <a:lnTo>
                    <a:pt x="11749" y="22170"/>
                  </a:lnTo>
                  <a:lnTo>
                    <a:pt x="10086" y="21503"/>
                  </a:lnTo>
                  <a:lnTo>
                    <a:pt x="8567" y="21312"/>
                  </a:lnTo>
                  <a:lnTo>
                    <a:pt x="6496" y="18268"/>
                  </a:lnTo>
                  <a:lnTo>
                    <a:pt x="5090" y="17329"/>
                  </a:lnTo>
                  <a:lnTo>
                    <a:pt x="5243" y="13576"/>
                  </a:lnTo>
                  <a:lnTo>
                    <a:pt x="4824" y="11286"/>
                  </a:lnTo>
                  <a:lnTo>
                    <a:pt x="0" y="4110"/>
                  </a:lnTo>
                  <a:lnTo>
                    <a:pt x="22" y="932"/>
                  </a:lnTo>
                  <a:lnTo>
                    <a:pt x="262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h1320"/>
            <p:cNvSpPr/>
            <p:nvPr/>
          </p:nvSpPr>
          <p:spPr>
            <a:xfrm>
              <a:off x="2695896" y="3249856"/>
              <a:ext cx="4760" cy="6686"/>
            </a:xfrm>
            <a:custGeom>
              <a:avLst/>
              <a:pathLst>
                <a:path w="4760" h="6686">
                  <a:moveTo>
                    <a:pt x="4760" y="3814"/>
                  </a:moveTo>
                  <a:lnTo>
                    <a:pt x="3797" y="6120"/>
                  </a:lnTo>
                  <a:lnTo>
                    <a:pt x="1688" y="6686"/>
                  </a:lnTo>
                  <a:lnTo>
                    <a:pt x="36" y="4087"/>
                  </a:lnTo>
                  <a:lnTo>
                    <a:pt x="0" y="1421"/>
                  </a:lnTo>
                  <a:lnTo>
                    <a:pt x="368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h1321"/>
            <p:cNvSpPr/>
            <p:nvPr/>
          </p:nvSpPr>
          <p:spPr>
            <a:xfrm>
              <a:off x="2692732" y="3231266"/>
              <a:ext cx="7039" cy="8978"/>
            </a:xfrm>
            <a:custGeom>
              <a:avLst/>
              <a:pathLst>
                <a:path w="7039" h="8978">
                  <a:moveTo>
                    <a:pt x="7039" y="2784"/>
                  </a:moveTo>
                  <a:lnTo>
                    <a:pt x="6107" y="2962"/>
                  </a:lnTo>
                  <a:lnTo>
                    <a:pt x="4635" y="8978"/>
                  </a:lnTo>
                  <a:lnTo>
                    <a:pt x="153" y="2924"/>
                  </a:lnTo>
                  <a:lnTo>
                    <a:pt x="0" y="2627"/>
                  </a:lnTo>
                  <a:lnTo>
                    <a:pt x="521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h1322"/>
            <p:cNvSpPr/>
            <p:nvPr/>
          </p:nvSpPr>
          <p:spPr>
            <a:xfrm>
              <a:off x="2827325" y="3337198"/>
              <a:ext cx="17648" cy="16956"/>
            </a:xfrm>
            <a:custGeom>
              <a:avLst/>
              <a:pathLst>
                <a:path w="17648" h="16956">
                  <a:moveTo>
                    <a:pt x="9843" y="178"/>
                  </a:moveTo>
                  <a:lnTo>
                    <a:pt x="16046" y="4820"/>
                  </a:lnTo>
                  <a:lnTo>
                    <a:pt x="16025" y="9544"/>
                  </a:lnTo>
                  <a:lnTo>
                    <a:pt x="15518" y="10227"/>
                  </a:lnTo>
                  <a:lnTo>
                    <a:pt x="17231" y="12415"/>
                  </a:lnTo>
                  <a:lnTo>
                    <a:pt x="17648" y="15018"/>
                  </a:lnTo>
                  <a:lnTo>
                    <a:pt x="16700" y="15534"/>
                  </a:lnTo>
                  <a:lnTo>
                    <a:pt x="11958" y="16956"/>
                  </a:lnTo>
                  <a:lnTo>
                    <a:pt x="9969" y="16821"/>
                  </a:lnTo>
                  <a:lnTo>
                    <a:pt x="7954" y="14882"/>
                  </a:lnTo>
                  <a:lnTo>
                    <a:pt x="5995" y="9892"/>
                  </a:lnTo>
                  <a:lnTo>
                    <a:pt x="5029" y="8909"/>
                  </a:lnTo>
                  <a:lnTo>
                    <a:pt x="957" y="8552"/>
                  </a:lnTo>
                  <a:lnTo>
                    <a:pt x="0" y="6881"/>
                  </a:lnTo>
                  <a:lnTo>
                    <a:pt x="2157" y="6322"/>
                  </a:lnTo>
                  <a:lnTo>
                    <a:pt x="3310" y="1392"/>
                  </a:lnTo>
                  <a:lnTo>
                    <a:pt x="623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h1323"/>
            <p:cNvSpPr/>
            <p:nvPr/>
          </p:nvSpPr>
          <p:spPr>
            <a:xfrm>
              <a:off x="2769382" y="3072723"/>
              <a:ext cx="29385" cy="26265"/>
            </a:xfrm>
            <a:custGeom>
              <a:avLst/>
              <a:pathLst>
                <a:path w="29385" h="26265">
                  <a:moveTo>
                    <a:pt x="13750" y="0"/>
                  </a:moveTo>
                  <a:lnTo>
                    <a:pt x="12340" y="1469"/>
                  </a:lnTo>
                  <a:lnTo>
                    <a:pt x="13343" y="2594"/>
                  </a:lnTo>
                  <a:lnTo>
                    <a:pt x="17046" y="1407"/>
                  </a:lnTo>
                  <a:lnTo>
                    <a:pt x="17566" y="3544"/>
                  </a:lnTo>
                  <a:lnTo>
                    <a:pt x="20786" y="5094"/>
                  </a:lnTo>
                  <a:lnTo>
                    <a:pt x="26718" y="9555"/>
                  </a:lnTo>
                  <a:lnTo>
                    <a:pt x="29385" y="10410"/>
                  </a:lnTo>
                  <a:lnTo>
                    <a:pt x="28859" y="12672"/>
                  </a:lnTo>
                  <a:lnTo>
                    <a:pt x="27685" y="13849"/>
                  </a:lnTo>
                  <a:lnTo>
                    <a:pt x="26106" y="13613"/>
                  </a:lnTo>
                  <a:lnTo>
                    <a:pt x="25292" y="10986"/>
                  </a:lnTo>
                  <a:lnTo>
                    <a:pt x="18943" y="12936"/>
                  </a:lnTo>
                  <a:lnTo>
                    <a:pt x="18695" y="13968"/>
                  </a:lnTo>
                  <a:lnTo>
                    <a:pt x="19589" y="15819"/>
                  </a:lnTo>
                  <a:lnTo>
                    <a:pt x="17500" y="16087"/>
                  </a:lnTo>
                  <a:lnTo>
                    <a:pt x="11719" y="20306"/>
                  </a:lnTo>
                  <a:lnTo>
                    <a:pt x="11624" y="19719"/>
                  </a:lnTo>
                  <a:lnTo>
                    <a:pt x="10325" y="19575"/>
                  </a:lnTo>
                  <a:lnTo>
                    <a:pt x="6062" y="23852"/>
                  </a:lnTo>
                  <a:lnTo>
                    <a:pt x="1197" y="25322"/>
                  </a:lnTo>
                  <a:lnTo>
                    <a:pt x="1336" y="26265"/>
                  </a:lnTo>
                  <a:lnTo>
                    <a:pt x="837" y="25694"/>
                  </a:lnTo>
                  <a:lnTo>
                    <a:pt x="1369" y="23263"/>
                  </a:lnTo>
                  <a:lnTo>
                    <a:pt x="0" y="18935"/>
                  </a:lnTo>
                  <a:lnTo>
                    <a:pt x="1010" y="18235"/>
                  </a:lnTo>
                  <a:lnTo>
                    <a:pt x="4832" y="8251"/>
                  </a:lnTo>
                  <a:lnTo>
                    <a:pt x="10808" y="53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h1324"/>
            <p:cNvSpPr/>
            <p:nvPr/>
          </p:nvSpPr>
          <p:spPr>
            <a:xfrm>
              <a:off x="2873716" y="3302284"/>
              <a:ext cx="32609" cy="51777"/>
            </a:xfrm>
            <a:custGeom>
              <a:avLst/>
              <a:pathLst>
                <a:path w="32609" h="51777">
                  <a:moveTo>
                    <a:pt x="24292" y="2404"/>
                  </a:moveTo>
                  <a:lnTo>
                    <a:pt x="30321" y="3361"/>
                  </a:lnTo>
                  <a:lnTo>
                    <a:pt x="32609" y="5855"/>
                  </a:lnTo>
                  <a:lnTo>
                    <a:pt x="29464" y="11085"/>
                  </a:lnTo>
                  <a:lnTo>
                    <a:pt x="29979" y="11112"/>
                  </a:lnTo>
                  <a:lnTo>
                    <a:pt x="22560" y="14783"/>
                  </a:lnTo>
                  <a:lnTo>
                    <a:pt x="25506" y="19688"/>
                  </a:lnTo>
                  <a:lnTo>
                    <a:pt x="26076" y="34415"/>
                  </a:lnTo>
                  <a:lnTo>
                    <a:pt x="31148" y="42271"/>
                  </a:lnTo>
                  <a:lnTo>
                    <a:pt x="28762" y="47708"/>
                  </a:lnTo>
                  <a:lnTo>
                    <a:pt x="26028" y="50975"/>
                  </a:lnTo>
                  <a:lnTo>
                    <a:pt x="24302" y="51777"/>
                  </a:lnTo>
                  <a:lnTo>
                    <a:pt x="19428" y="43452"/>
                  </a:lnTo>
                  <a:lnTo>
                    <a:pt x="18071" y="38730"/>
                  </a:lnTo>
                  <a:lnTo>
                    <a:pt x="15335" y="38989"/>
                  </a:lnTo>
                  <a:lnTo>
                    <a:pt x="15304" y="42317"/>
                  </a:lnTo>
                  <a:lnTo>
                    <a:pt x="10608" y="41610"/>
                  </a:lnTo>
                  <a:lnTo>
                    <a:pt x="7945" y="36834"/>
                  </a:lnTo>
                  <a:lnTo>
                    <a:pt x="8317" y="34697"/>
                  </a:lnTo>
                  <a:lnTo>
                    <a:pt x="11337" y="35565"/>
                  </a:lnTo>
                  <a:lnTo>
                    <a:pt x="12314" y="36287"/>
                  </a:lnTo>
                  <a:lnTo>
                    <a:pt x="11201" y="38301"/>
                  </a:lnTo>
                  <a:lnTo>
                    <a:pt x="12649" y="38428"/>
                  </a:lnTo>
                  <a:lnTo>
                    <a:pt x="25334" y="30361"/>
                  </a:lnTo>
                  <a:lnTo>
                    <a:pt x="14646" y="24965"/>
                  </a:lnTo>
                  <a:lnTo>
                    <a:pt x="11923" y="24592"/>
                  </a:lnTo>
                  <a:lnTo>
                    <a:pt x="10639" y="25323"/>
                  </a:lnTo>
                  <a:lnTo>
                    <a:pt x="10141" y="26097"/>
                  </a:lnTo>
                  <a:lnTo>
                    <a:pt x="10702" y="27626"/>
                  </a:lnTo>
                  <a:lnTo>
                    <a:pt x="7532" y="29334"/>
                  </a:lnTo>
                  <a:lnTo>
                    <a:pt x="4495" y="29225"/>
                  </a:lnTo>
                  <a:lnTo>
                    <a:pt x="992" y="27765"/>
                  </a:lnTo>
                  <a:lnTo>
                    <a:pt x="0" y="26577"/>
                  </a:lnTo>
                  <a:lnTo>
                    <a:pt x="955" y="24541"/>
                  </a:lnTo>
                  <a:lnTo>
                    <a:pt x="865" y="21912"/>
                  </a:lnTo>
                  <a:lnTo>
                    <a:pt x="2389" y="22036"/>
                  </a:lnTo>
                  <a:lnTo>
                    <a:pt x="7273" y="15601"/>
                  </a:lnTo>
                  <a:lnTo>
                    <a:pt x="4925" y="13043"/>
                  </a:lnTo>
                  <a:lnTo>
                    <a:pt x="5470" y="12036"/>
                  </a:lnTo>
                  <a:lnTo>
                    <a:pt x="7433" y="10344"/>
                  </a:lnTo>
                  <a:lnTo>
                    <a:pt x="10533" y="9097"/>
                  </a:lnTo>
                  <a:lnTo>
                    <a:pt x="11073" y="9236"/>
                  </a:lnTo>
                  <a:lnTo>
                    <a:pt x="10665" y="10554"/>
                  </a:lnTo>
                  <a:lnTo>
                    <a:pt x="8944" y="13695"/>
                  </a:lnTo>
                  <a:lnTo>
                    <a:pt x="12984" y="19359"/>
                  </a:lnTo>
                  <a:lnTo>
                    <a:pt x="14609" y="18895"/>
                  </a:lnTo>
                  <a:lnTo>
                    <a:pt x="19497" y="6538"/>
                  </a:lnTo>
                  <a:lnTo>
                    <a:pt x="20230" y="5998"/>
                  </a:lnTo>
                  <a:lnTo>
                    <a:pt x="1999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h1325"/>
            <p:cNvSpPr/>
            <p:nvPr/>
          </p:nvSpPr>
          <p:spPr>
            <a:xfrm>
              <a:off x="2870458" y="3235221"/>
              <a:ext cx="8875" cy="15298"/>
            </a:xfrm>
            <a:custGeom>
              <a:avLst/>
              <a:pathLst>
                <a:path w="8875" h="15298">
                  <a:moveTo>
                    <a:pt x="4626" y="0"/>
                  </a:moveTo>
                  <a:lnTo>
                    <a:pt x="7326" y="1513"/>
                  </a:lnTo>
                  <a:lnTo>
                    <a:pt x="8875" y="1083"/>
                  </a:lnTo>
                  <a:lnTo>
                    <a:pt x="8278" y="8363"/>
                  </a:lnTo>
                  <a:lnTo>
                    <a:pt x="6432" y="11747"/>
                  </a:lnTo>
                  <a:lnTo>
                    <a:pt x="7260" y="15298"/>
                  </a:lnTo>
                  <a:lnTo>
                    <a:pt x="5118" y="13625"/>
                  </a:lnTo>
                  <a:lnTo>
                    <a:pt x="0" y="10459"/>
                  </a:lnTo>
                  <a:lnTo>
                    <a:pt x="55" y="4989"/>
                  </a:lnTo>
                  <a:lnTo>
                    <a:pt x="1406" y="4735"/>
                  </a:lnTo>
                  <a:lnTo>
                    <a:pt x="31" y="1724"/>
                  </a:lnTo>
                  <a:lnTo>
                    <a:pt x="1243" y="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h1326"/>
            <p:cNvSpPr/>
            <p:nvPr/>
          </p:nvSpPr>
          <p:spPr>
            <a:xfrm>
              <a:off x="2836530" y="3118276"/>
              <a:ext cx="39184" cy="29502"/>
            </a:xfrm>
            <a:custGeom>
              <a:avLst/>
              <a:pathLst>
                <a:path w="39184" h="29502">
                  <a:moveTo>
                    <a:pt x="9125" y="314"/>
                  </a:moveTo>
                  <a:lnTo>
                    <a:pt x="8377" y="7773"/>
                  </a:lnTo>
                  <a:lnTo>
                    <a:pt x="14594" y="9510"/>
                  </a:lnTo>
                  <a:lnTo>
                    <a:pt x="16111" y="12393"/>
                  </a:lnTo>
                  <a:lnTo>
                    <a:pt x="15145" y="13491"/>
                  </a:lnTo>
                  <a:lnTo>
                    <a:pt x="16103" y="19977"/>
                  </a:lnTo>
                  <a:lnTo>
                    <a:pt x="20340" y="20335"/>
                  </a:lnTo>
                  <a:lnTo>
                    <a:pt x="23015" y="19804"/>
                  </a:lnTo>
                  <a:lnTo>
                    <a:pt x="24370" y="18155"/>
                  </a:lnTo>
                  <a:lnTo>
                    <a:pt x="23286" y="13244"/>
                  </a:lnTo>
                  <a:lnTo>
                    <a:pt x="25996" y="12302"/>
                  </a:lnTo>
                  <a:lnTo>
                    <a:pt x="27360" y="15044"/>
                  </a:lnTo>
                  <a:lnTo>
                    <a:pt x="28545" y="11607"/>
                  </a:lnTo>
                  <a:lnTo>
                    <a:pt x="39184" y="22669"/>
                  </a:lnTo>
                  <a:lnTo>
                    <a:pt x="36845" y="23982"/>
                  </a:lnTo>
                  <a:lnTo>
                    <a:pt x="36390" y="21320"/>
                  </a:lnTo>
                  <a:lnTo>
                    <a:pt x="35420" y="20311"/>
                  </a:lnTo>
                  <a:lnTo>
                    <a:pt x="29742" y="24840"/>
                  </a:lnTo>
                  <a:lnTo>
                    <a:pt x="23981" y="26903"/>
                  </a:lnTo>
                  <a:lnTo>
                    <a:pt x="22682" y="29502"/>
                  </a:lnTo>
                  <a:lnTo>
                    <a:pt x="21690" y="24911"/>
                  </a:lnTo>
                  <a:lnTo>
                    <a:pt x="19397" y="22505"/>
                  </a:lnTo>
                  <a:lnTo>
                    <a:pt x="13438" y="23649"/>
                  </a:lnTo>
                  <a:lnTo>
                    <a:pt x="13394" y="24567"/>
                  </a:lnTo>
                  <a:lnTo>
                    <a:pt x="11938" y="25277"/>
                  </a:lnTo>
                  <a:lnTo>
                    <a:pt x="7714" y="24500"/>
                  </a:lnTo>
                  <a:lnTo>
                    <a:pt x="5806" y="20087"/>
                  </a:lnTo>
                  <a:lnTo>
                    <a:pt x="2828" y="19017"/>
                  </a:lnTo>
                  <a:lnTo>
                    <a:pt x="0" y="13517"/>
                  </a:lnTo>
                  <a:lnTo>
                    <a:pt x="5584" y="11187"/>
                  </a:lnTo>
                  <a:lnTo>
                    <a:pt x="4852" y="6399"/>
                  </a:lnTo>
                  <a:lnTo>
                    <a:pt x="2873" y="3010"/>
                  </a:lnTo>
                  <a:lnTo>
                    <a:pt x="850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h1327"/>
            <p:cNvSpPr/>
            <p:nvPr/>
          </p:nvSpPr>
          <p:spPr>
            <a:xfrm>
              <a:off x="2711488" y="3160437"/>
              <a:ext cx="9679" cy="8557"/>
            </a:xfrm>
            <a:custGeom>
              <a:avLst/>
              <a:pathLst>
                <a:path w="9679" h="8557">
                  <a:moveTo>
                    <a:pt x="8733" y="1243"/>
                  </a:moveTo>
                  <a:lnTo>
                    <a:pt x="9557" y="2926"/>
                  </a:lnTo>
                  <a:lnTo>
                    <a:pt x="9679" y="7476"/>
                  </a:lnTo>
                  <a:lnTo>
                    <a:pt x="6928" y="8557"/>
                  </a:lnTo>
                  <a:lnTo>
                    <a:pt x="0" y="3389"/>
                  </a:lnTo>
                  <a:lnTo>
                    <a:pt x="553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h1328"/>
            <p:cNvSpPr/>
            <p:nvPr/>
          </p:nvSpPr>
          <p:spPr>
            <a:xfrm>
              <a:off x="2780412" y="3369888"/>
              <a:ext cx="40469" cy="28536"/>
            </a:xfrm>
            <a:custGeom>
              <a:avLst/>
              <a:pathLst>
                <a:path w="40469" h="28536">
                  <a:moveTo>
                    <a:pt x="16994" y="7857"/>
                  </a:moveTo>
                  <a:lnTo>
                    <a:pt x="21742" y="14164"/>
                  </a:lnTo>
                  <a:lnTo>
                    <a:pt x="26786" y="13853"/>
                  </a:lnTo>
                  <a:lnTo>
                    <a:pt x="30145" y="12465"/>
                  </a:lnTo>
                  <a:lnTo>
                    <a:pt x="32965" y="12635"/>
                  </a:lnTo>
                  <a:lnTo>
                    <a:pt x="36965" y="10825"/>
                  </a:lnTo>
                  <a:lnTo>
                    <a:pt x="40116" y="17320"/>
                  </a:lnTo>
                  <a:lnTo>
                    <a:pt x="40469" y="24416"/>
                  </a:lnTo>
                  <a:lnTo>
                    <a:pt x="38367" y="28536"/>
                  </a:lnTo>
                  <a:lnTo>
                    <a:pt x="32602" y="28134"/>
                  </a:lnTo>
                  <a:lnTo>
                    <a:pt x="27932" y="26869"/>
                  </a:lnTo>
                  <a:lnTo>
                    <a:pt x="17611" y="22742"/>
                  </a:lnTo>
                  <a:lnTo>
                    <a:pt x="0" y="20953"/>
                  </a:lnTo>
                  <a:lnTo>
                    <a:pt x="1203" y="20142"/>
                  </a:lnTo>
                  <a:lnTo>
                    <a:pt x="557" y="15734"/>
                  </a:lnTo>
                  <a:lnTo>
                    <a:pt x="1428" y="11433"/>
                  </a:lnTo>
                  <a:lnTo>
                    <a:pt x="2647" y="9470"/>
                  </a:lnTo>
                  <a:lnTo>
                    <a:pt x="4070" y="1999"/>
                  </a:lnTo>
                  <a:lnTo>
                    <a:pt x="11198" y="2496"/>
                  </a:lnTo>
                  <a:lnTo>
                    <a:pt x="1691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h1329"/>
            <p:cNvSpPr/>
            <p:nvPr/>
          </p:nvSpPr>
          <p:spPr>
            <a:xfrm>
              <a:off x="2687585" y="3277308"/>
              <a:ext cx="25186" cy="16263"/>
            </a:xfrm>
            <a:custGeom>
              <a:avLst/>
              <a:pathLst>
                <a:path w="25186" h="16263">
                  <a:moveTo>
                    <a:pt x="12774" y="0"/>
                  </a:moveTo>
                  <a:lnTo>
                    <a:pt x="18772" y="3138"/>
                  </a:lnTo>
                  <a:lnTo>
                    <a:pt x="19941" y="4892"/>
                  </a:lnTo>
                  <a:lnTo>
                    <a:pt x="22659" y="10331"/>
                  </a:lnTo>
                  <a:lnTo>
                    <a:pt x="25186" y="12881"/>
                  </a:lnTo>
                  <a:lnTo>
                    <a:pt x="22103" y="13366"/>
                  </a:lnTo>
                  <a:lnTo>
                    <a:pt x="18042" y="15266"/>
                  </a:lnTo>
                  <a:lnTo>
                    <a:pt x="8962" y="14978"/>
                  </a:lnTo>
                  <a:lnTo>
                    <a:pt x="5959" y="16263"/>
                  </a:lnTo>
                  <a:lnTo>
                    <a:pt x="4416" y="15019"/>
                  </a:lnTo>
                  <a:lnTo>
                    <a:pt x="1503" y="14745"/>
                  </a:lnTo>
                  <a:lnTo>
                    <a:pt x="0" y="12149"/>
                  </a:lnTo>
                  <a:lnTo>
                    <a:pt x="2867" y="7125"/>
                  </a:lnTo>
                  <a:lnTo>
                    <a:pt x="6976" y="5373"/>
                  </a:lnTo>
                  <a:lnTo>
                    <a:pt x="7886" y="3771"/>
                  </a:lnTo>
                  <a:lnTo>
                    <a:pt x="10710" y="2048"/>
                  </a:lnTo>
                  <a:lnTo>
                    <a:pt x="11290" y="11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h1330"/>
            <p:cNvSpPr/>
            <p:nvPr/>
          </p:nvSpPr>
          <p:spPr>
            <a:xfrm>
              <a:off x="3052603" y="3294822"/>
              <a:ext cx="7068" cy="9969"/>
            </a:xfrm>
            <a:custGeom>
              <a:avLst/>
              <a:pathLst>
                <a:path w="7068" h="9969">
                  <a:moveTo>
                    <a:pt x="5467" y="1758"/>
                  </a:moveTo>
                  <a:lnTo>
                    <a:pt x="3151" y="4497"/>
                  </a:lnTo>
                  <a:lnTo>
                    <a:pt x="7068" y="9750"/>
                  </a:lnTo>
                  <a:lnTo>
                    <a:pt x="1070" y="9969"/>
                  </a:lnTo>
                  <a:lnTo>
                    <a:pt x="1655" y="7171"/>
                  </a:lnTo>
                  <a:lnTo>
                    <a:pt x="0" y="4961"/>
                  </a:lnTo>
                  <a:lnTo>
                    <a:pt x="430" y="2613"/>
                  </a:lnTo>
                  <a:lnTo>
                    <a:pt x="571" y="1059"/>
                  </a:lnTo>
                  <a:lnTo>
                    <a:pt x="315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h1331"/>
            <p:cNvSpPr/>
            <p:nvPr/>
          </p:nvSpPr>
          <p:spPr>
            <a:xfrm>
              <a:off x="2609684" y="3167644"/>
              <a:ext cx="12388" cy="8260"/>
            </a:xfrm>
            <a:custGeom>
              <a:avLst/>
              <a:pathLst>
                <a:path w="12388" h="8260">
                  <a:moveTo>
                    <a:pt x="12388" y="1652"/>
                  </a:moveTo>
                  <a:lnTo>
                    <a:pt x="10573" y="4541"/>
                  </a:lnTo>
                  <a:lnTo>
                    <a:pt x="9951" y="7103"/>
                  </a:lnTo>
                  <a:lnTo>
                    <a:pt x="8809" y="8260"/>
                  </a:lnTo>
                  <a:lnTo>
                    <a:pt x="6151" y="6287"/>
                  </a:lnTo>
                  <a:lnTo>
                    <a:pt x="3963" y="6777"/>
                  </a:lnTo>
                  <a:lnTo>
                    <a:pt x="0" y="5617"/>
                  </a:lnTo>
                  <a:lnTo>
                    <a:pt x="610" y="3392"/>
                  </a:lnTo>
                  <a:lnTo>
                    <a:pt x="1264" y="3432"/>
                  </a:lnTo>
                  <a:lnTo>
                    <a:pt x="1311" y="726"/>
                  </a:lnTo>
                  <a:lnTo>
                    <a:pt x="7824" y="460"/>
                  </a:lnTo>
                  <a:lnTo>
                    <a:pt x="6751" y="4545"/>
                  </a:lnTo>
                  <a:lnTo>
                    <a:pt x="844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h1332"/>
            <p:cNvSpPr/>
            <p:nvPr/>
          </p:nvSpPr>
          <p:spPr>
            <a:xfrm>
              <a:off x="2791974" y="3200016"/>
              <a:ext cx="11438" cy="18181"/>
            </a:xfrm>
            <a:custGeom>
              <a:avLst/>
              <a:pathLst>
                <a:path w="11438" h="18181">
                  <a:moveTo>
                    <a:pt x="11438" y="467"/>
                  </a:moveTo>
                  <a:lnTo>
                    <a:pt x="7632" y="14779"/>
                  </a:lnTo>
                  <a:lnTo>
                    <a:pt x="5735" y="16252"/>
                  </a:lnTo>
                  <a:lnTo>
                    <a:pt x="5165" y="18181"/>
                  </a:lnTo>
                  <a:lnTo>
                    <a:pt x="4657" y="17320"/>
                  </a:lnTo>
                  <a:lnTo>
                    <a:pt x="69" y="9871"/>
                  </a:lnTo>
                  <a:lnTo>
                    <a:pt x="0" y="5254"/>
                  </a:lnTo>
                  <a:lnTo>
                    <a:pt x="1363" y="3504"/>
                  </a:lnTo>
                  <a:lnTo>
                    <a:pt x="85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h1333"/>
            <p:cNvSpPr/>
            <p:nvPr/>
          </p:nvSpPr>
          <p:spPr>
            <a:xfrm>
              <a:off x="3012114" y="3270908"/>
              <a:ext cx="21390" cy="19353"/>
            </a:xfrm>
            <a:custGeom>
              <a:avLst/>
              <a:pathLst>
                <a:path w="21390" h="19353">
                  <a:moveTo>
                    <a:pt x="19921" y="351"/>
                  </a:moveTo>
                  <a:lnTo>
                    <a:pt x="19768" y="1965"/>
                  </a:lnTo>
                  <a:lnTo>
                    <a:pt x="21390" y="4838"/>
                  </a:lnTo>
                  <a:lnTo>
                    <a:pt x="12495" y="10005"/>
                  </a:lnTo>
                  <a:lnTo>
                    <a:pt x="10183" y="19353"/>
                  </a:lnTo>
                  <a:lnTo>
                    <a:pt x="8501" y="18293"/>
                  </a:lnTo>
                  <a:lnTo>
                    <a:pt x="0" y="16226"/>
                  </a:lnTo>
                  <a:lnTo>
                    <a:pt x="935" y="10921"/>
                  </a:lnTo>
                  <a:lnTo>
                    <a:pt x="496" y="7382"/>
                  </a:lnTo>
                  <a:lnTo>
                    <a:pt x="1308" y="4600"/>
                  </a:lnTo>
                  <a:lnTo>
                    <a:pt x="6277" y="4814"/>
                  </a:lnTo>
                  <a:lnTo>
                    <a:pt x="5516" y="9"/>
                  </a:lnTo>
                  <a:lnTo>
                    <a:pt x="16054" y="1161"/>
                  </a:lnTo>
                  <a:lnTo>
                    <a:pt x="1804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h1334"/>
            <p:cNvSpPr/>
            <p:nvPr/>
          </p:nvSpPr>
          <p:spPr>
            <a:xfrm>
              <a:off x="2586973" y="3162439"/>
              <a:ext cx="11527" cy="11163"/>
            </a:xfrm>
            <a:custGeom>
              <a:avLst/>
              <a:pathLst>
                <a:path w="11527" h="11163">
                  <a:moveTo>
                    <a:pt x="8119" y="4785"/>
                  </a:moveTo>
                  <a:lnTo>
                    <a:pt x="11527" y="7441"/>
                  </a:lnTo>
                  <a:lnTo>
                    <a:pt x="10945" y="10401"/>
                  </a:lnTo>
                  <a:lnTo>
                    <a:pt x="7163" y="11163"/>
                  </a:lnTo>
                  <a:lnTo>
                    <a:pt x="4465" y="8456"/>
                  </a:lnTo>
                  <a:lnTo>
                    <a:pt x="2443" y="7270"/>
                  </a:lnTo>
                  <a:lnTo>
                    <a:pt x="1246" y="7656"/>
                  </a:lnTo>
                  <a:lnTo>
                    <a:pt x="0" y="1985"/>
                  </a:lnTo>
                  <a:lnTo>
                    <a:pt x="764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h1335"/>
            <p:cNvSpPr/>
            <p:nvPr/>
          </p:nvSpPr>
          <p:spPr>
            <a:xfrm>
              <a:off x="2655168" y="3088496"/>
              <a:ext cx="28202" cy="26744"/>
            </a:xfrm>
            <a:custGeom>
              <a:avLst/>
              <a:pathLst>
                <a:path w="28202" h="26744">
                  <a:moveTo>
                    <a:pt x="24219" y="1593"/>
                  </a:moveTo>
                  <a:lnTo>
                    <a:pt x="25641" y="11021"/>
                  </a:lnTo>
                  <a:lnTo>
                    <a:pt x="24765" y="12596"/>
                  </a:lnTo>
                  <a:lnTo>
                    <a:pt x="23720" y="13839"/>
                  </a:lnTo>
                  <a:lnTo>
                    <a:pt x="23371" y="13537"/>
                  </a:lnTo>
                  <a:lnTo>
                    <a:pt x="22101" y="15776"/>
                  </a:lnTo>
                  <a:lnTo>
                    <a:pt x="24789" y="18332"/>
                  </a:lnTo>
                  <a:lnTo>
                    <a:pt x="26459" y="17657"/>
                  </a:lnTo>
                  <a:lnTo>
                    <a:pt x="27122" y="18488"/>
                  </a:lnTo>
                  <a:lnTo>
                    <a:pt x="28202" y="23766"/>
                  </a:lnTo>
                  <a:lnTo>
                    <a:pt x="27519" y="26744"/>
                  </a:lnTo>
                  <a:lnTo>
                    <a:pt x="20412" y="25433"/>
                  </a:lnTo>
                  <a:lnTo>
                    <a:pt x="19917" y="23963"/>
                  </a:lnTo>
                  <a:lnTo>
                    <a:pt x="20444" y="17814"/>
                  </a:lnTo>
                  <a:lnTo>
                    <a:pt x="15588" y="21942"/>
                  </a:lnTo>
                  <a:lnTo>
                    <a:pt x="11233" y="20478"/>
                  </a:lnTo>
                  <a:lnTo>
                    <a:pt x="10822" y="19404"/>
                  </a:lnTo>
                  <a:lnTo>
                    <a:pt x="10577" y="18853"/>
                  </a:lnTo>
                  <a:lnTo>
                    <a:pt x="13106" y="17420"/>
                  </a:lnTo>
                  <a:lnTo>
                    <a:pt x="14794" y="14735"/>
                  </a:lnTo>
                  <a:lnTo>
                    <a:pt x="12808" y="10481"/>
                  </a:lnTo>
                  <a:lnTo>
                    <a:pt x="9986" y="9567"/>
                  </a:lnTo>
                  <a:lnTo>
                    <a:pt x="9905" y="12793"/>
                  </a:lnTo>
                  <a:lnTo>
                    <a:pt x="8222" y="14760"/>
                  </a:lnTo>
                  <a:lnTo>
                    <a:pt x="2325" y="15156"/>
                  </a:lnTo>
                  <a:lnTo>
                    <a:pt x="1076" y="13129"/>
                  </a:lnTo>
                  <a:lnTo>
                    <a:pt x="0" y="12710"/>
                  </a:lnTo>
                  <a:lnTo>
                    <a:pt x="4746" y="4246"/>
                  </a:lnTo>
                  <a:lnTo>
                    <a:pt x="6741" y="1666"/>
                  </a:lnTo>
                  <a:lnTo>
                    <a:pt x="8337" y="1249"/>
                  </a:lnTo>
                  <a:lnTo>
                    <a:pt x="12184" y="2390"/>
                  </a:lnTo>
                  <a:lnTo>
                    <a:pt x="15426" y="2260"/>
                  </a:lnTo>
                  <a:lnTo>
                    <a:pt x="16580" y="1116"/>
                  </a:lnTo>
                  <a:lnTo>
                    <a:pt x="21960" y="182"/>
                  </a:lnTo>
                  <a:lnTo>
                    <a:pt x="2294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h1336"/>
            <p:cNvSpPr/>
            <p:nvPr/>
          </p:nvSpPr>
          <p:spPr>
            <a:xfrm>
              <a:off x="2716340" y="3301790"/>
              <a:ext cx="25495" cy="14467"/>
            </a:xfrm>
            <a:custGeom>
              <a:avLst/>
              <a:pathLst>
                <a:path w="25495" h="14467">
                  <a:moveTo>
                    <a:pt x="10733" y="0"/>
                  </a:moveTo>
                  <a:lnTo>
                    <a:pt x="16457" y="34"/>
                  </a:lnTo>
                  <a:lnTo>
                    <a:pt x="24894" y="1857"/>
                  </a:lnTo>
                  <a:lnTo>
                    <a:pt x="25495" y="3961"/>
                  </a:lnTo>
                  <a:lnTo>
                    <a:pt x="23508" y="8086"/>
                  </a:lnTo>
                  <a:lnTo>
                    <a:pt x="20551" y="8625"/>
                  </a:lnTo>
                  <a:lnTo>
                    <a:pt x="18236" y="14329"/>
                  </a:lnTo>
                  <a:lnTo>
                    <a:pt x="17668" y="14467"/>
                  </a:lnTo>
                  <a:lnTo>
                    <a:pt x="14038" y="14313"/>
                  </a:lnTo>
                  <a:lnTo>
                    <a:pt x="8925" y="12195"/>
                  </a:lnTo>
                  <a:lnTo>
                    <a:pt x="8512" y="13064"/>
                  </a:lnTo>
                  <a:lnTo>
                    <a:pt x="4010" y="9588"/>
                  </a:lnTo>
                  <a:lnTo>
                    <a:pt x="2508" y="9490"/>
                  </a:lnTo>
                  <a:lnTo>
                    <a:pt x="287" y="6692"/>
                  </a:lnTo>
                  <a:lnTo>
                    <a:pt x="0" y="5515"/>
                  </a:lnTo>
                  <a:lnTo>
                    <a:pt x="5405" y="3848"/>
                  </a:lnTo>
                  <a:lnTo>
                    <a:pt x="7559" y="2342"/>
                  </a:lnTo>
                  <a:lnTo>
                    <a:pt x="7202" y="198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h1337"/>
            <p:cNvSpPr/>
            <p:nvPr/>
          </p:nvSpPr>
          <p:spPr>
            <a:xfrm>
              <a:off x="2606245" y="3139452"/>
              <a:ext cx="19300" cy="32738"/>
            </a:xfrm>
            <a:custGeom>
              <a:avLst/>
              <a:pathLst>
                <a:path w="19300" h="32738">
                  <a:moveTo>
                    <a:pt x="4832" y="602"/>
                  </a:moveTo>
                  <a:lnTo>
                    <a:pt x="5486" y="1338"/>
                  </a:lnTo>
                  <a:lnTo>
                    <a:pt x="5579" y="4833"/>
                  </a:lnTo>
                  <a:lnTo>
                    <a:pt x="6582" y="7516"/>
                  </a:lnTo>
                  <a:lnTo>
                    <a:pt x="9332" y="7692"/>
                  </a:lnTo>
                  <a:lnTo>
                    <a:pt x="11096" y="5429"/>
                  </a:lnTo>
                  <a:lnTo>
                    <a:pt x="11610" y="10161"/>
                  </a:lnTo>
                  <a:lnTo>
                    <a:pt x="11907" y="8347"/>
                  </a:lnTo>
                  <a:lnTo>
                    <a:pt x="14915" y="8241"/>
                  </a:lnTo>
                  <a:lnTo>
                    <a:pt x="17163" y="10657"/>
                  </a:lnTo>
                  <a:lnTo>
                    <a:pt x="15717" y="11614"/>
                  </a:lnTo>
                  <a:lnTo>
                    <a:pt x="16776" y="12298"/>
                  </a:lnTo>
                  <a:lnTo>
                    <a:pt x="18533" y="11700"/>
                  </a:lnTo>
                  <a:lnTo>
                    <a:pt x="19300" y="12222"/>
                  </a:lnTo>
                  <a:lnTo>
                    <a:pt x="17891" y="14309"/>
                  </a:lnTo>
                  <a:lnTo>
                    <a:pt x="15493" y="12965"/>
                  </a:lnTo>
                  <a:lnTo>
                    <a:pt x="10406" y="11839"/>
                  </a:lnTo>
                  <a:lnTo>
                    <a:pt x="9796" y="12587"/>
                  </a:lnTo>
                  <a:lnTo>
                    <a:pt x="5460" y="10448"/>
                  </a:lnTo>
                  <a:lnTo>
                    <a:pt x="3426" y="12673"/>
                  </a:lnTo>
                  <a:lnTo>
                    <a:pt x="6362" y="15103"/>
                  </a:lnTo>
                  <a:lnTo>
                    <a:pt x="13690" y="19274"/>
                  </a:lnTo>
                  <a:lnTo>
                    <a:pt x="13741" y="23921"/>
                  </a:lnTo>
                  <a:lnTo>
                    <a:pt x="11884" y="28192"/>
                  </a:lnTo>
                  <a:lnTo>
                    <a:pt x="10189" y="32738"/>
                  </a:lnTo>
                  <a:lnTo>
                    <a:pt x="11263" y="28653"/>
                  </a:lnTo>
                  <a:lnTo>
                    <a:pt x="4750" y="28919"/>
                  </a:lnTo>
                  <a:lnTo>
                    <a:pt x="4703" y="31625"/>
                  </a:lnTo>
                  <a:lnTo>
                    <a:pt x="4048" y="31584"/>
                  </a:lnTo>
                  <a:lnTo>
                    <a:pt x="0" y="30487"/>
                  </a:lnTo>
                  <a:lnTo>
                    <a:pt x="691" y="27522"/>
                  </a:lnTo>
                  <a:lnTo>
                    <a:pt x="3702" y="21495"/>
                  </a:lnTo>
                  <a:lnTo>
                    <a:pt x="4177" y="20896"/>
                  </a:lnTo>
                  <a:lnTo>
                    <a:pt x="3794" y="14949"/>
                  </a:lnTo>
                  <a:lnTo>
                    <a:pt x="2481" y="13005"/>
                  </a:lnTo>
                  <a:lnTo>
                    <a:pt x="2037" y="10812"/>
                  </a:lnTo>
                  <a:lnTo>
                    <a:pt x="2104" y="8917"/>
                  </a:lnTo>
                  <a:lnTo>
                    <a:pt x="3438" y="6820"/>
                  </a:lnTo>
                  <a:lnTo>
                    <a:pt x="2837" y="3195"/>
                  </a:lnTo>
                  <a:lnTo>
                    <a:pt x="393" y="2571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h1338"/>
            <p:cNvSpPr/>
            <p:nvPr/>
          </p:nvSpPr>
          <p:spPr>
            <a:xfrm>
              <a:off x="2581512" y="3318816"/>
              <a:ext cx="17498" cy="13363"/>
            </a:xfrm>
            <a:custGeom>
              <a:avLst/>
              <a:pathLst>
                <a:path w="17498" h="13363">
                  <a:moveTo>
                    <a:pt x="17498" y="474"/>
                  </a:moveTo>
                  <a:lnTo>
                    <a:pt x="15156" y="13096"/>
                  </a:lnTo>
                  <a:lnTo>
                    <a:pt x="14104" y="13363"/>
                  </a:lnTo>
                  <a:lnTo>
                    <a:pt x="0" y="8634"/>
                  </a:lnTo>
                  <a:lnTo>
                    <a:pt x="1571" y="4946"/>
                  </a:lnTo>
                  <a:lnTo>
                    <a:pt x="4892" y="2876"/>
                  </a:lnTo>
                  <a:lnTo>
                    <a:pt x="5297" y="3174"/>
                  </a:lnTo>
                  <a:lnTo>
                    <a:pt x="1117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h1339"/>
            <p:cNvSpPr/>
            <p:nvPr/>
          </p:nvSpPr>
          <p:spPr>
            <a:xfrm>
              <a:off x="2707620" y="3200906"/>
              <a:ext cx="16404" cy="34581"/>
            </a:xfrm>
            <a:custGeom>
              <a:avLst/>
              <a:pathLst>
                <a:path w="16404" h="34581">
                  <a:moveTo>
                    <a:pt x="13939" y="476"/>
                  </a:moveTo>
                  <a:lnTo>
                    <a:pt x="14589" y="5975"/>
                  </a:lnTo>
                  <a:lnTo>
                    <a:pt x="16404" y="13109"/>
                  </a:lnTo>
                  <a:lnTo>
                    <a:pt x="11543" y="22379"/>
                  </a:lnTo>
                  <a:lnTo>
                    <a:pt x="12436" y="25598"/>
                  </a:lnTo>
                  <a:lnTo>
                    <a:pt x="13018" y="26177"/>
                  </a:lnTo>
                  <a:lnTo>
                    <a:pt x="13210" y="29048"/>
                  </a:lnTo>
                  <a:lnTo>
                    <a:pt x="11289" y="33012"/>
                  </a:lnTo>
                  <a:lnTo>
                    <a:pt x="9581" y="34581"/>
                  </a:lnTo>
                  <a:lnTo>
                    <a:pt x="8274" y="33778"/>
                  </a:lnTo>
                  <a:lnTo>
                    <a:pt x="6304" y="29504"/>
                  </a:lnTo>
                  <a:lnTo>
                    <a:pt x="7677" y="26821"/>
                  </a:lnTo>
                  <a:lnTo>
                    <a:pt x="7442" y="21533"/>
                  </a:lnTo>
                  <a:lnTo>
                    <a:pt x="5533" y="19879"/>
                  </a:lnTo>
                  <a:lnTo>
                    <a:pt x="3603" y="19869"/>
                  </a:lnTo>
                  <a:lnTo>
                    <a:pt x="1174" y="23131"/>
                  </a:lnTo>
                  <a:lnTo>
                    <a:pt x="0" y="17114"/>
                  </a:lnTo>
                  <a:lnTo>
                    <a:pt x="1630" y="6200"/>
                  </a:lnTo>
                  <a:lnTo>
                    <a:pt x="2514" y="10871"/>
                  </a:lnTo>
                  <a:lnTo>
                    <a:pt x="3581" y="11247"/>
                  </a:lnTo>
                  <a:lnTo>
                    <a:pt x="5849" y="10421"/>
                  </a:lnTo>
                  <a:lnTo>
                    <a:pt x="7801" y="8921"/>
                  </a:lnTo>
                  <a:lnTo>
                    <a:pt x="9236" y="6902"/>
                  </a:lnTo>
                  <a:lnTo>
                    <a:pt x="4429" y="4926"/>
                  </a:lnTo>
                  <a:lnTo>
                    <a:pt x="3735" y="4396"/>
                  </a:lnTo>
                  <a:lnTo>
                    <a:pt x="4252" y="4164"/>
                  </a:lnTo>
                  <a:lnTo>
                    <a:pt x="10191" y="954"/>
                  </a:lnTo>
                  <a:lnTo>
                    <a:pt x="1249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h1340"/>
            <p:cNvSpPr/>
            <p:nvPr/>
          </p:nvSpPr>
          <p:spPr>
            <a:xfrm>
              <a:off x="2842843" y="3346648"/>
              <a:ext cx="21604" cy="15622"/>
            </a:xfrm>
            <a:custGeom>
              <a:avLst/>
              <a:pathLst>
                <a:path w="21604" h="15622">
                  <a:moveTo>
                    <a:pt x="4051" y="1026"/>
                  </a:moveTo>
                  <a:lnTo>
                    <a:pt x="3829" y="4059"/>
                  </a:lnTo>
                  <a:lnTo>
                    <a:pt x="9328" y="6865"/>
                  </a:lnTo>
                  <a:lnTo>
                    <a:pt x="14651" y="8608"/>
                  </a:lnTo>
                  <a:lnTo>
                    <a:pt x="15494" y="7875"/>
                  </a:lnTo>
                  <a:lnTo>
                    <a:pt x="15667" y="5534"/>
                  </a:lnTo>
                  <a:lnTo>
                    <a:pt x="19695" y="5888"/>
                  </a:lnTo>
                  <a:lnTo>
                    <a:pt x="21604" y="9809"/>
                  </a:lnTo>
                  <a:lnTo>
                    <a:pt x="18698" y="14051"/>
                  </a:lnTo>
                  <a:lnTo>
                    <a:pt x="12656" y="13560"/>
                  </a:lnTo>
                  <a:lnTo>
                    <a:pt x="8800" y="14170"/>
                  </a:lnTo>
                  <a:lnTo>
                    <a:pt x="7049" y="15622"/>
                  </a:lnTo>
                  <a:lnTo>
                    <a:pt x="5764" y="14727"/>
                  </a:lnTo>
                  <a:lnTo>
                    <a:pt x="4085" y="13871"/>
                  </a:lnTo>
                  <a:lnTo>
                    <a:pt x="682" y="8909"/>
                  </a:lnTo>
                  <a:lnTo>
                    <a:pt x="1701" y="7320"/>
                  </a:lnTo>
                  <a:lnTo>
                    <a:pt x="1181" y="6085"/>
                  </a:lnTo>
                  <a:lnTo>
                    <a:pt x="2130" y="5569"/>
                  </a:lnTo>
                  <a:lnTo>
                    <a:pt x="1713" y="2965"/>
                  </a:lnTo>
                  <a:lnTo>
                    <a:pt x="0" y="778"/>
                  </a:lnTo>
                  <a:lnTo>
                    <a:pt x="507" y="95"/>
                  </a:lnTo>
                  <a:lnTo>
                    <a:pt x="198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h1341"/>
            <p:cNvSpPr/>
            <p:nvPr/>
          </p:nvSpPr>
          <p:spPr>
            <a:xfrm>
              <a:off x="2773402" y="3307281"/>
              <a:ext cx="14790" cy="14083"/>
            </a:xfrm>
            <a:custGeom>
              <a:avLst/>
              <a:pathLst>
                <a:path w="14790" h="14083">
                  <a:moveTo>
                    <a:pt x="8328" y="2111"/>
                  </a:moveTo>
                  <a:lnTo>
                    <a:pt x="10935" y="4172"/>
                  </a:lnTo>
                  <a:lnTo>
                    <a:pt x="11853" y="4127"/>
                  </a:lnTo>
                  <a:lnTo>
                    <a:pt x="12587" y="7178"/>
                  </a:lnTo>
                  <a:lnTo>
                    <a:pt x="14790" y="11606"/>
                  </a:lnTo>
                  <a:lnTo>
                    <a:pt x="12099" y="13977"/>
                  </a:lnTo>
                  <a:lnTo>
                    <a:pt x="11063" y="12090"/>
                  </a:lnTo>
                  <a:lnTo>
                    <a:pt x="8861" y="11091"/>
                  </a:lnTo>
                  <a:lnTo>
                    <a:pt x="7704" y="11274"/>
                  </a:lnTo>
                  <a:lnTo>
                    <a:pt x="4454" y="12606"/>
                  </a:lnTo>
                  <a:lnTo>
                    <a:pt x="3451" y="14083"/>
                  </a:lnTo>
                  <a:lnTo>
                    <a:pt x="1009" y="11909"/>
                  </a:lnTo>
                  <a:lnTo>
                    <a:pt x="0" y="8111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h1342"/>
            <p:cNvSpPr/>
            <p:nvPr/>
          </p:nvSpPr>
          <p:spPr>
            <a:xfrm>
              <a:off x="2602141" y="3172588"/>
              <a:ext cx="3889" cy="4258"/>
            </a:xfrm>
            <a:custGeom>
              <a:avLst/>
              <a:pathLst>
                <a:path w="3889" h="4258">
                  <a:moveTo>
                    <a:pt x="3016" y="1285"/>
                  </a:moveTo>
                  <a:lnTo>
                    <a:pt x="3889" y="3514"/>
                  </a:lnTo>
                  <a:lnTo>
                    <a:pt x="2352" y="4258"/>
                  </a:lnTo>
                  <a:lnTo>
                    <a:pt x="0" y="3881"/>
                  </a:lnTo>
                  <a:lnTo>
                    <a:pt x="1628" y="0"/>
                  </a:lnTo>
                  <a:lnTo>
                    <a:pt x="2364" y="334"/>
                  </a:lnTo>
                  <a:lnTo>
                    <a:pt x="2081" y="103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h1343"/>
            <p:cNvSpPr/>
            <p:nvPr/>
          </p:nvSpPr>
          <p:spPr>
            <a:xfrm>
              <a:off x="2609672" y="3149901"/>
              <a:ext cx="29077" cy="49121"/>
            </a:xfrm>
            <a:custGeom>
              <a:avLst/>
              <a:pathLst>
                <a:path w="29077" h="49121">
                  <a:moveTo>
                    <a:pt x="5498" y="2657"/>
                  </a:moveTo>
                  <a:lnTo>
                    <a:pt x="6325" y="5410"/>
                  </a:lnTo>
                  <a:lnTo>
                    <a:pt x="8040" y="5897"/>
                  </a:lnTo>
                  <a:lnTo>
                    <a:pt x="7951" y="4026"/>
                  </a:lnTo>
                  <a:lnTo>
                    <a:pt x="9002" y="4065"/>
                  </a:lnTo>
                  <a:lnTo>
                    <a:pt x="13465" y="6947"/>
                  </a:lnTo>
                  <a:lnTo>
                    <a:pt x="16842" y="7487"/>
                  </a:lnTo>
                  <a:lnTo>
                    <a:pt x="17001" y="12631"/>
                  </a:lnTo>
                  <a:lnTo>
                    <a:pt x="12533" y="13672"/>
                  </a:lnTo>
                  <a:lnTo>
                    <a:pt x="11815" y="14912"/>
                  </a:lnTo>
                  <a:lnTo>
                    <a:pt x="13647" y="18540"/>
                  </a:lnTo>
                  <a:lnTo>
                    <a:pt x="17335" y="20659"/>
                  </a:lnTo>
                  <a:lnTo>
                    <a:pt x="15578" y="26998"/>
                  </a:lnTo>
                  <a:lnTo>
                    <a:pt x="18999" y="26393"/>
                  </a:lnTo>
                  <a:lnTo>
                    <a:pt x="20369" y="22849"/>
                  </a:lnTo>
                  <a:lnTo>
                    <a:pt x="20542" y="18838"/>
                  </a:lnTo>
                  <a:lnTo>
                    <a:pt x="21624" y="17382"/>
                  </a:lnTo>
                  <a:lnTo>
                    <a:pt x="23330" y="17072"/>
                  </a:lnTo>
                  <a:lnTo>
                    <a:pt x="26252" y="19347"/>
                  </a:lnTo>
                  <a:lnTo>
                    <a:pt x="27553" y="21330"/>
                  </a:lnTo>
                  <a:lnTo>
                    <a:pt x="26638" y="23699"/>
                  </a:lnTo>
                  <a:lnTo>
                    <a:pt x="27255" y="27979"/>
                  </a:lnTo>
                  <a:lnTo>
                    <a:pt x="29077" y="33315"/>
                  </a:lnTo>
                  <a:lnTo>
                    <a:pt x="27406" y="33074"/>
                  </a:lnTo>
                  <a:lnTo>
                    <a:pt x="26402" y="31545"/>
                  </a:lnTo>
                  <a:lnTo>
                    <a:pt x="23952" y="31077"/>
                  </a:lnTo>
                  <a:lnTo>
                    <a:pt x="23372" y="33341"/>
                  </a:lnTo>
                  <a:lnTo>
                    <a:pt x="24389" y="34707"/>
                  </a:lnTo>
                  <a:lnTo>
                    <a:pt x="23682" y="36468"/>
                  </a:lnTo>
                  <a:lnTo>
                    <a:pt x="22846" y="35856"/>
                  </a:lnTo>
                  <a:lnTo>
                    <a:pt x="17692" y="43163"/>
                  </a:lnTo>
                  <a:lnTo>
                    <a:pt x="15949" y="49121"/>
                  </a:lnTo>
                  <a:lnTo>
                    <a:pt x="14139" y="49047"/>
                  </a:lnTo>
                  <a:lnTo>
                    <a:pt x="12935" y="48938"/>
                  </a:lnTo>
                  <a:lnTo>
                    <a:pt x="9715" y="46317"/>
                  </a:lnTo>
                  <a:lnTo>
                    <a:pt x="8692" y="45177"/>
                  </a:lnTo>
                  <a:lnTo>
                    <a:pt x="8645" y="43196"/>
                  </a:lnTo>
                  <a:lnTo>
                    <a:pt x="8670" y="37091"/>
                  </a:lnTo>
                  <a:lnTo>
                    <a:pt x="7355" y="34710"/>
                  </a:lnTo>
                  <a:lnTo>
                    <a:pt x="8217" y="29939"/>
                  </a:lnTo>
                  <a:lnTo>
                    <a:pt x="9963" y="24846"/>
                  </a:lnTo>
                  <a:lnTo>
                    <a:pt x="10585" y="22284"/>
                  </a:lnTo>
                  <a:lnTo>
                    <a:pt x="12400" y="19395"/>
                  </a:lnTo>
                  <a:lnTo>
                    <a:pt x="8457" y="17743"/>
                  </a:lnTo>
                  <a:lnTo>
                    <a:pt x="10315" y="13472"/>
                  </a:lnTo>
                  <a:lnTo>
                    <a:pt x="10263" y="8825"/>
                  </a:lnTo>
                  <a:lnTo>
                    <a:pt x="2936" y="4654"/>
                  </a:lnTo>
                  <a:lnTo>
                    <a:pt x="0" y="2224"/>
                  </a:lnTo>
                  <a:lnTo>
                    <a:pt x="2033" y="0"/>
                  </a:lnTo>
                  <a:lnTo>
                    <a:pt x="6369" y="213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h1344"/>
            <p:cNvSpPr/>
            <p:nvPr/>
          </p:nvSpPr>
          <p:spPr>
            <a:xfrm>
              <a:off x="2690122" y="3315857"/>
              <a:ext cx="20099" cy="17873"/>
            </a:xfrm>
            <a:custGeom>
              <a:avLst/>
              <a:pathLst>
                <a:path w="20099" h="17873">
                  <a:moveTo>
                    <a:pt x="2446" y="350"/>
                  </a:moveTo>
                  <a:lnTo>
                    <a:pt x="6868" y="3203"/>
                  </a:lnTo>
                  <a:lnTo>
                    <a:pt x="14897" y="2645"/>
                  </a:lnTo>
                  <a:lnTo>
                    <a:pt x="19290" y="5264"/>
                  </a:lnTo>
                  <a:lnTo>
                    <a:pt x="20099" y="12275"/>
                  </a:lnTo>
                  <a:lnTo>
                    <a:pt x="18033" y="13546"/>
                  </a:lnTo>
                  <a:lnTo>
                    <a:pt x="15778" y="13812"/>
                  </a:lnTo>
                  <a:lnTo>
                    <a:pt x="10723" y="16475"/>
                  </a:lnTo>
                  <a:lnTo>
                    <a:pt x="3845" y="17873"/>
                  </a:lnTo>
                  <a:lnTo>
                    <a:pt x="1851" y="17228"/>
                  </a:lnTo>
                  <a:lnTo>
                    <a:pt x="1832" y="15368"/>
                  </a:lnTo>
                  <a:lnTo>
                    <a:pt x="0" y="10310"/>
                  </a:lnTo>
                  <a:lnTo>
                    <a:pt x="52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h1345"/>
            <p:cNvSpPr/>
            <p:nvPr/>
          </p:nvSpPr>
          <p:spPr>
            <a:xfrm>
              <a:off x="2706240" y="3101100"/>
              <a:ext cx="25576" cy="42169"/>
            </a:xfrm>
            <a:custGeom>
              <a:avLst/>
              <a:pathLst>
                <a:path w="25576" h="42169">
                  <a:moveTo>
                    <a:pt x="20925" y="0"/>
                  </a:moveTo>
                  <a:lnTo>
                    <a:pt x="22545" y="1231"/>
                  </a:lnTo>
                  <a:lnTo>
                    <a:pt x="22877" y="8030"/>
                  </a:lnTo>
                  <a:lnTo>
                    <a:pt x="25576" y="16460"/>
                  </a:lnTo>
                  <a:lnTo>
                    <a:pt x="25437" y="24206"/>
                  </a:lnTo>
                  <a:lnTo>
                    <a:pt x="19991" y="30966"/>
                  </a:lnTo>
                  <a:lnTo>
                    <a:pt x="3977" y="42169"/>
                  </a:lnTo>
                  <a:lnTo>
                    <a:pt x="3333" y="37750"/>
                  </a:lnTo>
                  <a:lnTo>
                    <a:pt x="3596" y="36222"/>
                  </a:lnTo>
                  <a:lnTo>
                    <a:pt x="360" y="33185"/>
                  </a:lnTo>
                  <a:lnTo>
                    <a:pt x="0" y="29001"/>
                  </a:lnTo>
                  <a:lnTo>
                    <a:pt x="5805" y="15999"/>
                  </a:lnTo>
                  <a:lnTo>
                    <a:pt x="5956" y="12538"/>
                  </a:lnTo>
                  <a:lnTo>
                    <a:pt x="5173" y="9339"/>
                  </a:lnTo>
                  <a:lnTo>
                    <a:pt x="6923" y="6569"/>
                  </a:lnTo>
                  <a:lnTo>
                    <a:pt x="11964" y="241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h1346"/>
            <p:cNvSpPr/>
            <p:nvPr/>
          </p:nvSpPr>
          <p:spPr>
            <a:xfrm>
              <a:off x="2741177" y="3173946"/>
              <a:ext cx="19696" cy="15723"/>
            </a:xfrm>
            <a:custGeom>
              <a:avLst/>
              <a:pathLst>
                <a:path w="19696" h="15723">
                  <a:moveTo>
                    <a:pt x="19696" y="2178"/>
                  </a:moveTo>
                  <a:lnTo>
                    <a:pt x="17510" y="5578"/>
                  </a:lnTo>
                  <a:lnTo>
                    <a:pt x="15865" y="6596"/>
                  </a:lnTo>
                  <a:lnTo>
                    <a:pt x="12808" y="7042"/>
                  </a:lnTo>
                  <a:lnTo>
                    <a:pt x="12708" y="9170"/>
                  </a:lnTo>
                  <a:lnTo>
                    <a:pt x="11185" y="9129"/>
                  </a:lnTo>
                  <a:lnTo>
                    <a:pt x="12466" y="12449"/>
                  </a:lnTo>
                  <a:lnTo>
                    <a:pt x="8532" y="15723"/>
                  </a:lnTo>
                  <a:lnTo>
                    <a:pt x="3195" y="14891"/>
                  </a:lnTo>
                  <a:lnTo>
                    <a:pt x="0" y="10571"/>
                  </a:lnTo>
                  <a:lnTo>
                    <a:pt x="3763" y="9019"/>
                  </a:lnTo>
                  <a:lnTo>
                    <a:pt x="9915" y="2734"/>
                  </a:lnTo>
                  <a:lnTo>
                    <a:pt x="12256" y="5014"/>
                  </a:lnTo>
                  <a:lnTo>
                    <a:pt x="15302" y="5948"/>
                  </a:lnTo>
                  <a:lnTo>
                    <a:pt x="15379" y="1215"/>
                  </a:lnTo>
                  <a:lnTo>
                    <a:pt x="1601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h1347"/>
            <p:cNvSpPr/>
            <p:nvPr/>
          </p:nvSpPr>
          <p:spPr>
            <a:xfrm>
              <a:off x="2657004" y="3307134"/>
              <a:ext cx="34969" cy="57491"/>
            </a:xfrm>
            <a:custGeom>
              <a:avLst/>
              <a:pathLst>
                <a:path w="34969" h="57491">
                  <a:moveTo>
                    <a:pt x="22799" y="2449"/>
                  </a:moveTo>
                  <a:lnTo>
                    <a:pt x="21845" y="6945"/>
                  </a:lnTo>
                  <a:lnTo>
                    <a:pt x="22557" y="10703"/>
                  </a:lnTo>
                  <a:lnTo>
                    <a:pt x="24844" y="13195"/>
                  </a:lnTo>
                  <a:lnTo>
                    <a:pt x="24511" y="14302"/>
                  </a:lnTo>
                  <a:lnTo>
                    <a:pt x="22436" y="18635"/>
                  </a:lnTo>
                  <a:lnTo>
                    <a:pt x="16155" y="14718"/>
                  </a:lnTo>
                  <a:lnTo>
                    <a:pt x="13928" y="15325"/>
                  </a:lnTo>
                  <a:lnTo>
                    <a:pt x="12928" y="17688"/>
                  </a:lnTo>
                  <a:lnTo>
                    <a:pt x="15491" y="25351"/>
                  </a:lnTo>
                  <a:lnTo>
                    <a:pt x="18866" y="26663"/>
                  </a:lnTo>
                  <a:lnTo>
                    <a:pt x="34951" y="24091"/>
                  </a:lnTo>
                  <a:lnTo>
                    <a:pt x="34969" y="25952"/>
                  </a:lnTo>
                  <a:lnTo>
                    <a:pt x="31491" y="30598"/>
                  </a:lnTo>
                  <a:lnTo>
                    <a:pt x="30356" y="30580"/>
                  </a:lnTo>
                  <a:lnTo>
                    <a:pt x="28740" y="27863"/>
                  </a:lnTo>
                  <a:lnTo>
                    <a:pt x="26844" y="26799"/>
                  </a:lnTo>
                  <a:lnTo>
                    <a:pt x="20966" y="30476"/>
                  </a:lnTo>
                  <a:lnTo>
                    <a:pt x="18640" y="35731"/>
                  </a:lnTo>
                  <a:lnTo>
                    <a:pt x="18533" y="38135"/>
                  </a:lnTo>
                  <a:lnTo>
                    <a:pt x="20550" y="44479"/>
                  </a:lnTo>
                  <a:lnTo>
                    <a:pt x="20206" y="46700"/>
                  </a:lnTo>
                  <a:lnTo>
                    <a:pt x="17040" y="52337"/>
                  </a:lnTo>
                  <a:lnTo>
                    <a:pt x="15331" y="52118"/>
                  </a:lnTo>
                  <a:lnTo>
                    <a:pt x="13749" y="53803"/>
                  </a:lnTo>
                  <a:lnTo>
                    <a:pt x="13734" y="57491"/>
                  </a:lnTo>
                  <a:lnTo>
                    <a:pt x="0" y="48686"/>
                  </a:lnTo>
                  <a:lnTo>
                    <a:pt x="2884" y="32925"/>
                  </a:lnTo>
                  <a:lnTo>
                    <a:pt x="5916" y="24125"/>
                  </a:lnTo>
                  <a:lnTo>
                    <a:pt x="4488" y="20594"/>
                  </a:lnTo>
                  <a:lnTo>
                    <a:pt x="7686" y="20140"/>
                  </a:lnTo>
                  <a:lnTo>
                    <a:pt x="12262" y="14257"/>
                  </a:lnTo>
                  <a:lnTo>
                    <a:pt x="11744" y="12983"/>
                  </a:lnTo>
                  <a:lnTo>
                    <a:pt x="14385" y="7331"/>
                  </a:lnTo>
                  <a:lnTo>
                    <a:pt x="14187" y="6236"/>
                  </a:lnTo>
                  <a:lnTo>
                    <a:pt x="18217" y="434"/>
                  </a:lnTo>
                  <a:lnTo>
                    <a:pt x="2137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h1348"/>
            <p:cNvSpPr/>
            <p:nvPr/>
          </p:nvSpPr>
          <p:spPr>
            <a:xfrm>
              <a:off x="2811400" y="3120293"/>
              <a:ext cx="38719" cy="41409"/>
            </a:xfrm>
            <a:custGeom>
              <a:avLst/>
              <a:pathLst>
                <a:path w="38719" h="41409">
                  <a:moveTo>
                    <a:pt x="25049" y="6951"/>
                  </a:moveTo>
                  <a:lnTo>
                    <a:pt x="27062" y="6076"/>
                  </a:lnTo>
                  <a:lnTo>
                    <a:pt x="30714" y="9170"/>
                  </a:lnTo>
                  <a:lnTo>
                    <a:pt x="25129" y="11500"/>
                  </a:lnTo>
                  <a:lnTo>
                    <a:pt x="27958" y="17000"/>
                  </a:lnTo>
                  <a:lnTo>
                    <a:pt x="30936" y="18070"/>
                  </a:lnTo>
                  <a:lnTo>
                    <a:pt x="32844" y="22483"/>
                  </a:lnTo>
                  <a:lnTo>
                    <a:pt x="37067" y="23260"/>
                  </a:lnTo>
                  <a:lnTo>
                    <a:pt x="38524" y="22550"/>
                  </a:lnTo>
                  <a:lnTo>
                    <a:pt x="38719" y="30050"/>
                  </a:lnTo>
                  <a:lnTo>
                    <a:pt x="37423" y="34613"/>
                  </a:lnTo>
                  <a:lnTo>
                    <a:pt x="29144" y="34369"/>
                  </a:lnTo>
                  <a:lnTo>
                    <a:pt x="27614" y="33279"/>
                  </a:lnTo>
                  <a:lnTo>
                    <a:pt x="27461" y="32058"/>
                  </a:lnTo>
                  <a:lnTo>
                    <a:pt x="25702" y="30257"/>
                  </a:lnTo>
                  <a:lnTo>
                    <a:pt x="23225" y="31234"/>
                  </a:lnTo>
                  <a:lnTo>
                    <a:pt x="21954" y="33887"/>
                  </a:lnTo>
                  <a:lnTo>
                    <a:pt x="16428" y="37403"/>
                  </a:lnTo>
                  <a:lnTo>
                    <a:pt x="17308" y="34427"/>
                  </a:lnTo>
                  <a:lnTo>
                    <a:pt x="14305" y="34124"/>
                  </a:lnTo>
                  <a:lnTo>
                    <a:pt x="3131" y="38450"/>
                  </a:lnTo>
                  <a:lnTo>
                    <a:pt x="0" y="41409"/>
                  </a:lnTo>
                  <a:lnTo>
                    <a:pt x="1076" y="33058"/>
                  </a:lnTo>
                  <a:lnTo>
                    <a:pt x="4688" y="30831"/>
                  </a:lnTo>
                  <a:lnTo>
                    <a:pt x="6691" y="28715"/>
                  </a:lnTo>
                  <a:lnTo>
                    <a:pt x="7357" y="23104"/>
                  </a:lnTo>
                  <a:lnTo>
                    <a:pt x="5815" y="17394"/>
                  </a:lnTo>
                  <a:lnTo>
                    <a:pt x="7478" y="14603"/>
                  </a:lnTo>
                  <a:lnTo>
                    <a:pt x="11340" y="4477"/>
                  </a:lnTo>
                  <a:lnTo>
                    <a:pt x="14006" y="5523"/>
                  </a:lnTo>
                  <a:lnTo>
                    <a:pt x="16670" y="5037"/>
                  </a:lnTo>
                  <a:lnTo>
                    <a:pt x="17114" y="2318"/>
                  </a:lnTo>
                  <a:lnTo>
                    <a:pt x="1582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h1349"/>
            <p:cNvSpPr/>
            <p:nvPr/>
          </p:nvSpPr>
          <p:spPr>
            <a:xfrm>
              <a:off x="2788077" y="3083709"/>
              <a:ext cx="10423" cy="10682"/>
            </a:xfrm>
            <a:custGeom>
              <a:avLst/>
              <a:pathLst>
                <a:path w="10423" h="10682">
                  <a:moveTo>
                    <a:pt x="7411" y="2627"/>
                  </a:moveTo>
                  <a:lnTo>
                    <a:pt x="8990" y="2863"/>
                  </a:lnTo>
                  <a:lnTo>
                    <a:pt x="10064" y="3536"/>
                  </a:lnTo>
                  <a:lnTo>
                    <a:pt x="10423" y="5042"/>
                  </a:lnTo>
                  <a:lnTo>
                    <a:pt x="7785" y="9547"/>
                  </a:lnTo>
                  <a:lnTo>
                    <a:pt x="7586" y="10682"/>
                  </a:lnTo>
                  <a:lnTo>
                    <a:pt x="6738" y="10615"/>
                  </a:lnTo>
                  <a:lnTo>
                    <a:pt x="3487" y="8582"/>
                  </a:lnTo>
                  <a:lnTo>
                    <a:pt x="1361" y="6572"/>
                  </a:lnTo>
                  <a:lnTo>
                    <a:pt x="894" y="4832"/>
                  </a:lnTo>
                  <a:lnTo>
                    <a:pt x="0" y="2981"/>
                  </a:lnTo>
                  <a:lnTo>
                    <a:pt x="248" y="1950"/>
                  </a:lnTo>
                  <a:lnTo>
                    <a:pt x="659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h1350"/>
            <p:cNvSpPr/>
            <p:nvPr/>
          </p:nvSpPr>
          <p:spPr>
            <a:xfrm>
              <a:off x="2780289" y="3355621"/>
              <a:ext cx="18841" cy="16763"/>
            </a:xfrm>
            <a:custGeom>
              <a:avLst/>
              <a:pathLst>
                <a:path w="18841" h="16763">
                  <a:moveTo>
                    <a:pt x="15632" y="0"/>
                  </a:moveTo>
                  <a:lnTo>
                    <a:pt x="18841" y="5587"/>
                  </a:lnTo>
                  <a:lnTo>
                    <a:pt x="17042" y="14267"/>
                  </a:lnTo>
                  <a:lnTo>
                    <a:pt x="11321" y="16763"/>
                  </a:lnTo>
                  <a:lnTo>
                    <a:pt x="4193" y="16266"/>
                  </a:lnTo>
                  <a:lnTo>
                    <a:pt x="1001" y="13163"/>
                  </a:lnTo>
                  <a:lnTo>
                    <a:pt x="0" y="9762"/>
                  </a:lnTo>
                  <a:lnTo>
                    <a:pt x="734" y="8612"/>
                  </a:lnTo>
                  <a:lnTo>
                    <a:pt x="1978" y="8402"/>
                  </a:lnTo>
                  <a:lnTo>
                    <a:pt x="7897" y="7665"/>
                  </a:lnTo>
                  <a:lnTo>
                    <a:pt x="9366" y="6749"/>
                  </a:lnTo>
                  <a:lnTo>
                    <a:pt x="11064" y="4122"/>
                  </a:lnTo>
                  <a:lnTo>
                    <a:pt x="12047" y="2553"/>
                  </a:lnTo>
                  <a:lnTo>
                    <a:pt x="15417" y="133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h1351"/>
            <p:cNvSpPr/>
            <p:nvPr/>
          </p:nvSpPr>
          <p:spPr>
            <a:xfrm>
              <a:off x="2833558" y="3329999"/>
              <a:ext cx="14603" cy="12019"/>
            </a:xfrm>
            <a:custGeom>
              <a:avLst/>
              <a:pathLst>
                <a:path w="14603" h="12019">
                  <a:moveTo>
                    <a:pt x="4630" y="2332"/>
                  </a:moveTo>
                  <a:lnTo>
                    <a:pt x="3323" y="3235"/>
                  </a:lnTo>
                  <a:lnTo>
                    <a:pt x="4488" y="3680"/>
                  </a:lnTo>
                  <a:lnTo>
                    <a:pt x="11869" y="3115"/>
                  </a:lnTo>
                  <a:lnTo>
                    <a:pt x="12365" y="1229"/>
                  </a:lnTo>
                  <a:lnTo>
                    <a:pt x="14603" y="4379"/>
                  </a:lnTo>
                  <a:lnTo>
                    <a:pt x="11897" y="7104"/>
                  </a:lnTo>
                  <a:lnTo>
                    <a:pt x="9812" y="12019"/>
                  </a:lnTo>
                  <a:lnTo>
                    <a:pt x="3609" y="7377"/>
                  </a:lnTo>
                  <a:lnTo>
                    <a:pt x="0" y="7199"/>
                  </a:lnTo>
                  <a:lnTo>
                    <a:pt x="109" y="5472"/>
                  </a:lnTo>
                  <a:lnTo>
                    <a:pt x="2509" y="3248"/>
                  </a:lnTo>
                  <a:lnTo>
                    <a:pt x="2096" y="1726"/>
                  </a:lnTo>
                  <a:lnTo>
                    <a:pt x="354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h1352"/>
            <p:cNvSpPr/>
            <p:nvPr/>
          </p:nvSpPr>
          <p:spPr>
            <a:xfrm>
              <a:off x="2856379" y="3192057"/>
              <a:ext cx="16235" cy="9073"/>
            </a:xfrm>
            <a:custGeom>
              <a:avLst/>
              <a:pathLst>
                <a:path w="16235" h="9073">
                  <a:moveTo>
                    <a:pt x="10509" y="3064"/>
                  </a:moveTo>
                  <a:lnTo>
                    <a:pt x="11269" y="2607"/>
                  </a:lnTo>
                  <a:lnTo>
                    <a:pt x="13817" y="3143"/>
                  </a:lnTo>
                  <a:lnTo>
                    <a:pt x="16235" y="5666"/>
                  </a:lnTo>
                  <a:lnTo>
                    <a:pt x="10020" y="5741"/>
                  </a:lnTo>
                  <a:lnTo>
                    <a:pt x="5058" y="9073"/>
                  </a:lnTo>
                  <a:lnTo>
                    <a:pt x="0" y="5356"/>
                  </a:lnTo>
                  <a:lnTo>
                    <a:pt x="646" y="2641"/>
                  </a:lnTo>
                  <a:lnTo>
                    <a:pt x="5114" y="2199"/>
                  </a:lnTo>
                  <a:lnTo>
                    <a:pt x="588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h1353"/>
            <p:cNvSpPr/>
            <p:nvPr/>
          </p:nvSpPr>
          <p:spPr>
            <a:xfrm>
              <a:off x="2813293" y="3246747"/>
              <a:ext cx="5363" cy="8002"/>
            </a:xfrm>
            <a:custGeom>
              <a:avLst/>
              <a:pathLst>
                <a:path w="5363" h="8002">
                  <a:moveTo>
                    <a:pt x="5363" y="870"/>
                  </a:moveTo>
                  <a:lnTo>
                    <a:pt x="3037" y="8002"/>
                  </a:lnTo>
                  <a:lnTo>
                    <a:pt x="722" y="7411"/>
                  </a:lnTo>
                  <a:lnTo>
                    <a:pt x="0" y="7050"/>
                  </a:lnTo>
                  <a:lnTo>
                    <a:pt x="156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h1354"/>
            <p:cNvSpPr/>
            <p:nvPr/>
          </p:nvSpPr>
          <p:spPr>
            <a:xfrm>
              <a:off x="2714261" y="3191941"/>
              <a:ext cx="5940" cy="3648"/>
            </a:xfrm>
            <a:custGeom>
              <a:avLst/>
              <a:pathLst>
                <a:path w="5940" h="3648">
                  <a:moveTo>
                    <a:pt x="5472" y="777"/>
                  </a:moveTo>
                  <a:lnTo>
                    <a:pt x="5940" y="3343"/>
                  </a:lnTo>
                  <a:lnTo>
                    <a:pt x="2515" y="3648"/>
                  </a:lnTo>
                  <a:lnTo>
                    <a:pt x="0" y="1185"/>
                  </a:lnTo>
                  <a:lnTo>
                    <a:pt x="600" y="542"/>
                  </a:lnTo>
                  <a:lnTo>
                    <a:pt x="19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h1355"/>
            <p:cNvSpPr/>
            <p:nvPr/>
          </p:nvSpPr>
          <p:spPr>
            <a:xfrm>
              <a:off x="2911813" y="3271413"/>
              <a:ext cx="15850" cy="15026"/>
            </a:xfrm>
            <a:custGeom>
              <a:avLst/>
              <a:pathLst>
                <a:path w="15850" h="15026">
                  <a:moveTo>
                    <a:pt x="5882" y="815"/>
                  </a:moveTo>
                  <a:lnTo>
                    <a:pt x="11234" y="3908"/>
                  </a:lnTo>
                  <a:lnTo>
                    <a:pt x="14532" y="8614"/>
                  </a:lnTo>
                  <a:lnTo>
                    <a:pt x="15850" y="9279"/>
                  </a:lnTo>
                  <a:lnTo>
                    <a:pt x="12221" y="14071"/>
                  </a:lnTo>
                  <a:lnTo>
                    <a:pt x="10750" y="15026"/>
                  </a:lnTo>
                  <a:lnTo>
                    <a:pt x="208" y="9330"/>
                  </a:lnTo>
                  <a:lnTo>
                    <a:pt x="0" y="8152"/>
                  </a:lnTo>
                  <a:lnTo>
                    <a:pt x="2893" y="3118"/>
                  </a:lnTo>
                  <a:lnTo>
                    <a:pt x="2971" y="2051"/>
                  </a:lnTo>
                  <a:lnTo>
                    <a:pt x="137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h1356"/>
            <p:cNvSpPr/>
            <p:nvPr/>
          </p:nvSpPr>
          <p:spPr>
            <a:xfrm>
              <a:off x="2653842" y="3134001"/>
              <a:ext cx="10248" cy="8624"/>
            </a:xfrm>
            <a:custGeom>
              <a:avLst/>
              <a:pathLst>
                <a:path w="10248" h="8624">
                  <a:moveTo>
                    <a:pt x="5372" y="964"/>
                  </a:moveTo>
                  <a:lnTo>
                    <a:pt x="6843" y="180"/>
                  </a:lnTo>
                  <a:lnTo>
                    <a:pt x="10248" y="8378"/>
                  </a:lnTo>
                  <a:lnTo>
                    <a:pt x="4303" y="8624"/>
                  </a:lnTo>
                  <a:lnTo>
                    <a:pt x="2574" y="63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h1357"/>
            <p:cNvSpPr/>
            <p:nvPr/>
          </p:nvSpPr>
          <p:spPr>
            <a:xfrm>
              <a:off x="2711493" y="3163837"/>
              <a:ext cx="6924" cy="9107"/>
            </a:xfrm>
            <a:custGeom>
              <a:avLst/>
              <a:pathLst>
                <a:path w="6924" h="9107">
                  <a:moveTo>
                    <a:pt x="6924" y="5157"/>
                  </a:moveTo>
                  <a:lnTo>
                    <a:pt x="6261" y="8368"/>
                  </a:lnTo>
                  <a:lnTo>
                    <a:pt x="1832" y="9107"/>
                  </a:lnTo>
                  <a:lnTo>
                    <a:pt x="866" y="6465"/>
                  </a:lnTo>
                  <a:lnTo>
                    <a:pt x="1555" y="5080"/>
                  </a:lnTo>
                  <a:lnTo>
                    <a:pt x="1224" y="15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h1358"/>
            <p:cNvSpPr/>
            <p:nvPr/>
          </p:nvSpPr>
          <p:spPr>
            <a:xfrm>
              <a:off x="2788554" y="3172042"/>
              <a:ext cx="16859" cy="17347"/>
            </a:xfrm>
            <a:custGeom>
              <a:avLst/>
              <a:pathLst>
                <a:path w="16859" h="17347">
                  <a:moveTo>
                    <a:pt x="10688" y="112"/>
                  </a:moveTo>
                  <a:lnTo>
                    <a:pt x="15388" y="11221"/>
                  </a:lnTo>
                  <a:lnTo>
                    <a:pt x="15152" y="12113"/>
                  </a:lnTo>
                  <a:lnTo>
                    <a:pt x="16859" y="17240"/>
                  </a:lnTo>
                  <a:lnTo>
                    <a:pt x="12297" y="17347"/>
                  </a:lnTo>
                  <a:lnTo>
                    <a:pt x="8422" y="15877"/>
                  </a:lnTo>
                  <a:lnTo>
                    <a:pt x="9605" y="14618"/>
                  </a:lnTo>
                  <a:lnTo>
                    <a:pt x="8728" y="11802"/>
                  </a:lnTo>
                  <a:lnTo>
                    <a:pt x="6271" y="10151"/>
                  </a:lnTo>
                  <a:lnTo>
                    <a:pt x="9209" y="6350"/>
                  </a:lnTo>
                  <a:lnTo>
                    <a:pt x="6736" y="6453"/>
                  </a:lnTo>
                  <a:lnTo>
                    <a:pt x="5041" y="8775"/>
                  </a:lnTo>
                  <a:lnTo>
                    <a:pt x="900" y="8366"/>
                  </a:lnTo>
                  <a:lnTo>
                    <a:pt x="0" y="7186"/>
                  </a:lnTo>
                  <a:lnTo>
                    <a:pt x="2028" y="3654"/>
                  </a:lnTo>
                  <a:lnTo>
                    <a:pt x="713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h1359"/>
            <p:cNvSpPr/>
            <p:nvPr/>
          </p:nvSpPr>
          <p:spPr>
            <a:xfrm>
              <a:off x="2702617" y="3143060"/>
              <a:ext cx="6284" cy="5898"/>
            </a:xfrm>
            <a:custGeom>
              <a:avLst/>
              <a:pathLst>
                <a:path w="6284" h="5898">
                  <a:moveTo>
                    <a:pt x="3109" y="0"/>
                  </a:moveTo>
                  <a:lnTo>
                    <a:pt x="6284" y="577"/>
                  </a:lnTo>
                  <a:lnTo>
                    <a:pt x="3837" y="5898"/>
                  </a:lnTo>
                  <a:lnTo>
                    <a:pt x="0" y="4588"/>
                  </a:lnTo>
                  <a:lnTo>
                    <a:pt x="827" y="33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h1360"/>
            <p:cNvSpPr/>
            <p:nvPr/>
          </p:nvSpPr>
          <p:spPr>
            <a:xfrm>
              <a:off x="2875767" y="3225876"/>
              <a:ext cx="12087" cy="10902"/>
            </a:xfrm>
            <a:custGeom>
              <a:avLst/>
              <a:pathLst>
                <a:path w="12087" h="10902">
                  <a:moveTo>
                    <a:pt x="4489" y="214"/>
                  </a:moveTo>
                  <a:lnTo>
                    <a:pt x="8580" y="2431"/>
                  </a:lnTo>
                  <a:lnTo>
                    <a:pt x="10632" y="4386"/>
                  </a:lnTo>
                  <a:lnTo>
                    <a:pt x="9591" y="6494"/>
                  </a:lnTo>
                  <a:lnTo>
                    <a:pt x="12087" y="8212"/>
                  </a:lnTo>
                  <a:lnTo>
                    <a:pt x="11231" y="10303"/>
                  </a:lnTo>
                  <a:lnTo>
                    <a:pt x="9724" y="10902"/>
                  </a:lnTo>
                  <a:lnTo>
                    <a:pt x="6326" y="10020"/>
                  </a:lnTo>
                  <a:lnTo>
                    <a:pt x="3566" y="10428"/>
                  </a:lnTo>
                  <a:lnTo>
                    <a:pt x="2171" y="9774"/>
                  </a:lnTo>
                  <a:lnTo>
                    <a:pt x="320" y="7270"/>
                  </a:lnTo>
                  <a:lnTo>
                    <a:pt x="0" y="5296"/>
                  </a:lnTo>
                  <a:lnTo>
                    <a:pt x="132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h1361"/>
            <p:cNvSpPr/>
            <p:nvPr/>
          </p:nvSpPr>
          <p:spPr>
            <a:xfrm>
              <a:off x="2792458" y="3328482"/>
              <a:ext cx="12486" cy="19766"/>
            </a:xfrm>
            <a:custGeom>
              <a:avLst/>
              <a:pathLst>
                <a:path w="12486" h="19766">
                  <a:moveTo>
                    <a:pt x="8374" y="2894"/>
                  </a:moveTo>
                  <a:lnTo>
                    <a:pt x="9930" y="6626"/>
                  </a:lnTo>
                  <a:lnTo>
                    <a:pt x="11640" y="16474"/>
                  </a:lnTo>
                  <a:lnTo>
                    <a:pt x="12486" y="18657"/>
                  </a:lnTo>
                  <a:lnTo>
                    <a:pt x="9878" y="19766"/>
                  </a:lnTo>
                  <a:lnTo>
                    <a:pt x="0" y="13579"/>
                  </a:lnTo>
                  <a:lnTo>
                    <a:pt x="1928" y="5043"/>
                  </a:lnTo>
                  <a:lnTo>
                    <a:pt x="392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h1362"/>
            <p:cNvSpPr/>
            <p:nvPr/>
          </p:nvSpPr>
          <p:spPr>
            <a:xfrm>
              <a:off x="2669075" y="3128392"/>
              <a:ext cx="20420" cy="6615"/>
            </a:xfrm>
            <a:custGeom>
              <a:avLst/>
              <a:pathLst>
                <a:path w="20420" h="6615">
                  <a:moveTo>
                    <a:pt x="15866" y="331"/>
                  </a:moveTo>
                  <a:lnTo>
                    <a:pt x="17590" y="1298"/>
                  </a:lnTo>
                  <a:lnTo>
                    <a:pt x="20420" y="4064"/>
                  </a:lnTo>
                  <a:lnTo>
                    <a:pt x="19099" y="5778"/>
                  </a:lnTo>
                  <a:lnTo>
                    <a:pt x="17306" y="6578"/>
                  </a:lnTo>
                  <a:lnTo>
                    <a:pt x="14768" y="6615"/>
                  </a:lnTo>
                  <a:lnTo>
                    <a:pt x="3776" y="5945"/>
                  </a:lnTo>
                  <a:lnTo>
                    <a:pt x="0" y="586"/>
                  </a:lnTo>
                  <a:lnTo>
                    <a:pt x="7386" y="1096"/>
                  </a:lnTo>
                  <a:lnTo>
                    <a:pt x="1155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h1363"/>
            <p:cNvSpPr/>
            <p:nvPr/>
          </p:nvSpPr>
          <p:spPr>
            <a:xfrm>
              <a:off x="2789162" y="3266668"/>
              <a:ext cx="3053" cy="2234"/>
            </a:xfrm>
            <a:custGeom>
              <a:avLst/>
              <a:pathLst>
                <a:path w="3053" h="2234">
                  <a:moveTo>
                    <a:pt x="3053" y="851"/>
                  </a:moveTo>
                  <a:lnTo>
                    <a:pt x="2971" y="1945"/>
                  </a:lnTo>
                  <a:lnTo>
                    <a:pt x="1934" y="22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h1364"/>
            <p:cNvSpPr/>
            <p:nvPr/>
          </p:nvSpPr>
          <p:spPr>
            <a:xfrm>
              <a:off x="2803412" y="3196837"/>
              <a:ext cx="5051" cy="3646"/>
            </a:xfrm>
            <a:custGeom>
              <a:avLst/>
              <a:pathLst>
                <a:path w="5051" h="3646">
                  <a:moveTo>
                    <a:pt x="5051" y="2677"/>
                  </a:moveTo>
                  <a:lnTo>
                    <a:pt x="0" y="3646"/>
                  </a:lnTo>
                  <a:lnTo>
                    <a:pt x="178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h1365"/>
            <p:cNvSpPr/>
            <p:nvPr/>
          </p:nvSpPr>
          <p:spPr>
            <a:xfrm>
              <a:off x="2604751" y="3173262"/>
              <a:ext cx="13138" cy="11348"/>
            </a:xfrm>
            <a:custGeom>
              <a:avLst/>
              <a:pathLst>
                <a:path w="13138" h="11348">
                  <a:moveTo>
                    <a:pt x="8896" y="1159"/>
                  </a:moveTo>
                  <a:lnTo>
                    <a:pt x="13138" y="6577"/>
                  </a:lnTo>
                  <a:lnTo>
                    <a:pt x="12275" y="11348"/>
                  </a:lnTo>
                  <a:lnTo>
                    <a:pt x="4891" y="10040"/>
                  </a:lnTo>
                  <a:lnTo>
                    <a:pt x="996" y="10299"/>
                  </a:lnTo>
                  <a:lnTo>
                    <a:pt x="0" y="8231"/>
                  </a:lnTo>
                  <a:lnTo>
                    <a:pt x="2209" y="8728"/>
                  </a:lnTo>
                  <a:lnTo>
                    <a:pt x="4116" y="7880"/>
                  </a:lnTo>
                  <a:lnTo>
                    <a:pt x="3514" y="2273"/>
                  </a:lnTo>
                  <a:lnTo>
                    <a:pt x="493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h1366"/>
            <p:cNvSpPr/>
            <p:nvPr/>
          </p:nvSpPr>
          <p:spPr>
            <a:xfrm>
              <a:off x="2779322" y="3118175"/>
              <a:ext cx="7703" cy="6701"/>
            </a:xfrm>
            <a:custGeom>
              <a:avLst/>
              <a:pathLst>
                <a:path w="7703" h="6701">
                  <a:moveTo>
                    <a:pt x="6491" y="2"/>
                  </a:moveTo>
                  <a:lnTo>
                    <a:pt x="7703" y="960"/>
                  </a:lnTo>
                  <a:lnTo>
                    <a:pt x="5766" y="6701"/>
                  </a:lnTo>
                  <a:lnTo>
                    <a:pt x="4043" y="5851"/>
                  </a:lnTo>
                  <a:lnTo>
                    <a:pt x="525" y="6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h1367"/>
            <p:cNvSpPr/>
            <p:nvPr/>
          </p:nvSpPr>
          <p:spPr>
            <a:xfrm>
              <a:off x="2979798" y="3287536"/>
              <a:ext cx="14566" cy="15275"/>
            </a:xfrm>
            <a:custGeom>
              <a:avLst/>
              <a:pathLst>
                <a:path w="14566" h="15275">
                  <a:moveTo>
                    <a:pt x="14566" y="946"/>
                  </a:moveTo>
                  <a:lnTo>
                    <a:pt x="12414" y="5545"/>
                  </a:lnTo>
                  <a:lnTo>
                    <a:pt x="8488" y="6356"/>
                  </a:lnTo>
                  <a:lnTo>
                    <a:pt x="6506" y="8403"/>
                  </a:lnTo>
                  <a:lnTo>
                    <a:pt x="6833" y="11309"/>
                  </a:lnTo>
                  <a:lnTo>
                    <a:pt x="0" y="15275"/>
                  </a:lnTo>
                  <a:lnTo>
                    <a:pt x="1520" y="11361"/>
                  </a:lnTo>
                  <a:lnTo>
                    <a:pt x="3956" y="4750"/>
                  </a:lnTo>
                  <a:lnTo>
                    <a:pt x="13055" y="1280"/>
                  </a:lnTo>
                  <a:lnTo>
                    <a:pt x="13591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h1368"/>
            <p:cNvSpPr/>
            <p:nvPr/>
          </p:nvSpPr>
          <p:spPr>
            <a:xfrm>
              <a:off x="2799750" y="3226471"/>
              <a:ext cx="10984" cy="7543"/>
            </a:xfrm>
            <a:custGeom>
              <a:avLst/>
              <a:pathLst>
                <a:path w="10984" h="7543">
                  <a:moveTo>
                    <a:pt x="10039" y="1949"/>
                  </a:moveTo>
                  <a:lnTo>
                    <a:pt x="4536" y="6492"/>
                  </a:lnTo>
                  <a:lnTo>
                    <a:pt x="3050" y="7543"/>
                  </a:lnTo>
                  <a:lnTo>
                    <a:pt x="0" y="6041"/>
                  </a:lnTo>
                  <a:lnTo>
                    <a:pt x="7" y="4993"/>
                  </a:lnTo>
                  <a:lnTo>
                    <a:pt x="3591" y="1488"/>
                  </a:lnTo>
                  <a:lnTo>
                    <a:pt x="1098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h1369"/>
            <p:cNvSpPr/>
            <p:nvPr/>
          </p:nvSpPr>
          <p:spPr>
            <a:xfrm>
              <a:off x="2615170" y="3151291"/>
              <a:ext cx="12286" cy="6097"/>
            </a:xfrm>
            <a:custGeom>
              <a:avLst/>
              <a:pathLst>
                <a:path w="12286" h="6097">
                  <a:moveTo>
                    <a:pt x="6568" y="1126"/>
                  </a:moveTo>
                  <a:lnTo>
                    <a:pt x="8965" y="2470"/>
                  </a:lnTo>
                  <a:lnTo>
                    <a:pt x="12286" y="2780"/>
                  </a:lnTo>
                  <a:lnTo>
                    <a:pt x="11343" y="6097"/>
                  </a:lnTo>
                  <a:lnTo>
                    <a:pt x="7966" y="5557"/>
                  </a:lnTo>
                  <a:lnTo>
                    <a:pt x="3504" y="2674"/>
                  </a:lnTo>
                  <a:lnTo>
                    <a:pt x="2452" y="2635"/>
                  </a:lnTo>
                  <a:lnTo>
                    <a:pt x="2541" y="4506"/>
                  </a:lnTo>
                  <a:lnTo>
                    <a:pt x="826" y="4019"/>
                  </a:lnTo>
                  <a:lnTo>
                    <a:pt x="0" y="1267"/>
                  </a:lnTo>
                  <a:lnTo>
                    <a:pt x="871" y="747"/>
                  </a:lnTo>
                  <a:lnTo>
                    <a:pt x="148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h1370"/>
            <p:cNvSpPr/>
            <p:nvPr/>
          </p:nvSpPr>
          <p:spPr>
            <a:xfrm>
              <a:off x="2782876" y="3250029"/>
              <a:ext cx="5580" cy="4309"/>
            </a:xfrm>
            <a:custGeom>
              <a:avLst/>
              <a:pathLst>
                <a:path w="5580" h="4309">
                  <a:moveTo>
                    <a:pt x="3606" y="446"/>
                  </a:moveTo>
                  <a:lnTo>
                    <a:pt x="4911" y="267"/>
                  </a:lnTo>
                  <a:lnTo>
                    <a:pt x="5580" y="358"/>
                  </a:lnTo>
                  <a:lnTo>
                    <a:pt x="4026" y="3913"/>
                  </a:lnTo>
                  <a:lnTo>
                    <a:pt x="3173" y="4309"/>
                  </a:lnTo>
                  <a:lnTo>
                    <a:pt x="1202" y="3425"/>
                  </a:lnTo>
                  <a:lnTo>
                    <a:pt x="0" y="1773"/>
                  </a:lnTo>
                  <a:lnTo>
                    <a:pt x="10" y="718"/>
                  </a:lnTo>
                  <a:lnTo>
                    <a:pt x="250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h1371"/>
            <p:cNvSpPr/>
            <p:nvPr/>
          </p:nvSpPr>
          <p:spPr>
            <a:xfrm>
              <a:off x="2861265" y="3180759"/>
              <a:ext cx="35534" cy="23430"/>
            </a:xfrm>
            <a:custGeom>
              <a:avLst/>
              <a:pathLst>
                <a:path w="35534" h="23430">
                  <a:moveTo>
                    <a:pt x="14540" y="1752"/>
                  </a:moveTo>
                  <a:lnTo>
                    <a:pt x="21010" y="2348"/>
                  </a:lnTo>
                  <a:lnTo>
                    <a:pt x="19188" y="4168"/>
                  </a:lnTo>
                  <a:lnTo>
                    <a:pt x="18943" y="5675"/>
                  </a:lnTo>
                  <a:lnTo>
                    <a:pt x="24537" y="8321"/>
                  </a:lnTo>
                  <a:lnTo>
                    <a:pt x="25474" y="8260"/>
                  </a:lnTo>
                  <a:lnTo>
                    <a:pt x="25829" y="6361"/>
                  </a:lnTo>
                  <a:lnTo>
                    <a:pt x="27152" y="5346"/>
                  </a:lnTo>
                  <a:lnTo>
                    <a:pt x="29746" y="6346"/>
                  </a:lnTo>
                  <a:lnTo>
                    <a:pt x="30205" y="6840"/>
                  </a:lnTo>
                  <a:lnTo>
                    <a:pt x="29924" y="10223"/>
                  </a:lnTo>
                  <a:lnTo>
                    <a:pt x="31370" y="12890"/>
                  </a:lnTo>
                  <a:lnTo>
                    <a:pt x="35534" y="14362"/>
                  </a:lnTo>
                  <a:lnTo>
                    <a:pt x="33961" y="14517"/>
                  </a:lnTo>
                  <a:lnTo>
                    <a:pt x="33687" y="16812"/>
                  </a:lnTo>
                  <a:lnTo>
                    <a:pt x="32460" y="19189"/>
                  </a:lnTo>
                  <a:lnTo>
                    <a:pt x="29102" y="23429"/>
                  </a:lnTo>
                  <a:lnTo>
                    <a:pt x="27102" y="23430"/>
                  </a:lnTo>
                  <a:lnTo>
                    <a:pt x="23931" y="20974"/>
                  </a:lnTo>
                  <a:lnTo>
                    <a:pt x="22264" y="21380"/>
                  </a:lnTo>
                  <a:lnTo>
                    <a:pt x="21899" y="22133"/>
                  </a:lnTo>
                  <a:lnTo>
                    <a:pt x="21580" y="21443"/>
                  </a:lnTo>
                  <a:lnTo>
                    <a:pt x="23308" y="15006"/>
                  </a:lnTo>
                  <a:lnTo>
                    <a:pt x="16346" y="13935"/>
                  </a:lnTo>
                  <a:lnTo>
                    <a:pt x="15003" y="10762"/>
                  </a:lnTo>
                  <a:lnTo>
                    <a:pt x="13557" y="9926"/>
                  </a:lnTo>
                  <a:lnTo>
                    <a:pt x="10097" y="9240"/>
                  </a:lnTo>
                  <a:lnTo>
                    <a:pt x="4775" y="11839"/>
                  </a:lnTo>
                  <a:lnTo>
                    <a:pt x="5624" y="14362"/>
                  </a:lnTo>
                  <a:lnTo>
                    <a:pt x="1003" y="11297"/>
                  </a:lnTo>
                  <a:lnTo>
                    <a:pt x="0" y="8993"/>
                  </a:lnTo>
                  <a:lnTo>
                    <a:pt x="4697" y="4011"/>
                  </a:lnTo>
                  <a:lnTo>
                    <a:pt x="4876" y="1827"/>
                  </a:lnTo>
                  <a:lnTo>
                    <a:pt x="7096" y="110"/>
                  </a:lnTo>
                  <a:lnTo>
                    <a:pt x="9776" y="1547"/>
                  </a:lnTo>
                  <a:lnTo>
                    <a:pt x="13136" y="912"/>
                  </a:lnTo>
                  <a:lnTo>
                    <a:pt x="1378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h1372"/>
            <p:cNvSpPr/>
            <p:nvPr/>
          </p:nvSpPr>
          <p:spPr>
            <a:xfrm>
              <a:off x="2896141" y="3173127"/>
              <a:ext cx="5397" cy="5910"/>
            </a:xfrm>
            <a:custGeom>
              <a:avLst/>
              <a:pathLst>
                <a:path w="5397" h="5910">
                  <a:moveTo>
                    <a:pt x="3585" y="5910"/>
                  </a:moveTo>
                  <a:lnTo>
                    <a:pt x="617" y="5673"/>
                  </a:lnTo>
                  <a:lnTo>
                    <a:pt x="0" y="5086"/>
                  </a:lnTo>
                  <a:lnTo>
                    <a:pt x="2289" y="1324"/>
                  </a:lnTo>
                  <a:lnTo>
                    <a:pt x="4357" y="0"/>
                  </a:lnTo>
                  <a:lnTo>
                    <a:pt x="5397" y="110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h1373"/>
            <p:cNvSpPr/>
            <p:nvPr/>
          </p:nvSpPr>
          <p:spPr>
            <a:xfrm>
              <a:off x="2877748" y="3134496"/>
              <a:ext cx="8343" cy="9426"/>
            </a:xfrm>
            <a:custGeom>
              <a:avLst/>
              <a:pathLst>
                <a:path w="8343" h="9426">
                  <a:moveTo>
                    <a:pt x="7710" y="4632"/>
                  </a:moveTo>
                  <a:lnTo>
                    <a:pt x="6688" y="7445"/>
                  </a:lnTo>
                  <a:lnTo>
                    <a:pt x="3871" y="9426"/>
                  </a:lnTo>
                  <a:lnTo>
                    <a:pt x="1203" y="6771"/>
                  </a:lnTo>
                  <a:lnTo>
                    <a:pt x="496" y="6908"/>
                  </a:lnTo>
                  <a:lnTo>
                    <a:pt x="0" y="5638"/>
                  </a:lnTo>
                  <a:lnTo>
                    <a:pt x="2805" y="5313"/>
                  </a:lnTo>
                  <a:lnTo>
                    <a:pt x="4413" y="4379"/>
                  </a:lnTo>
                  <a:lnTo>
                    <a:pt x="7156" y="0"/>
                  </a:lnTo>
                  <a:lnTo>
                    <a:pt x="8343" y="218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h1374"/>
            <p:cNvSpPr/>
            <p:nvPr/>
          </p:nvSpPr>
          <p:spPr>
            <a:xfrm>
              <a:off x="2869134" y="3097379"/>
              <a:ext cx="21953" cy="36636"/>
            </a:xfrm>
            <a:custGeom>
              <a:avLst/>
              <a:pathLst>
                <a:path w="21953" h="36636">
                  <a:moveTo>
                    <a:pt x="7041" y="2066"/>
                  </a:moveTo>
                  <a:lnTo>
                    <a:pt x="9285" y="2611"/>
                  </a:lnTo>
                  <a:lnTo>
                    <a:pt x="15147" y="2947"/>
                  </a:lnTo>
                  <a:lnTo>
                    <a:pt x="17250" y="3067"/>
                  </a:lnTo>
                  <a:lnTo>
                    <a:pt x="18514" y="8748"/>
                  </a:lnTo>
                  <a:lnTo>
                    <a:pt x="21953" y="24269"/>
                  </a:lnTo>
                  <a:lnTo>
                    <a:pt x="16940" y="36636"/>
                  </a:lnTo>
                  <a:lnTo>
                    <a:pt x="10367" y="33718"/>
                  </a:lnTo>
                  <a:lnTo>
                    <a:pt x="4914" y="27259"/>
                  </a:lnTo>
                  <a:lnTo>
                    <a:pt x="4185" y="20724"/>
                  </a:lnTo>
                  <a:lnTo>
                    <a:pt x="0" y="16279"/>
                  </a:lnTo>
                  <a:lnTo>
                    <a:pt x="275" y="7708"/>
                  </a:lnTo>
                  <a:lnTo>
                    <a:pt x="1515" y="9511"/>
                  </a:lnTo>
                  <a:lnTo>
                    <a:pt x="2193" y="7936"/>
                  </a:lnTo>
                  <a:lnTo>
                    <a:pt x="509" y="1664"/>
                  </a:lnTo>
                  <a:lnTo>
                    <a:pt x="3270" y="0"/>
                  </a:lnTo>
                  <a:lnTo>
                    <a:pt x="4868" y="10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h1375"/>
            <p:cNvSpPr/>
            <p:nvPr/>
          </p:nvSpPr>
          <p:spPr>
            <a:xfrm>
              <a:off x="2767654" y="3283380"/>
              <a:ext cx="18059" cy="12733"/>
            </a:xfrm>
            <a:custGeom>
              <a:avLst/>
              <a:pathLst>
                <a:path w="18059" h="12733">
                  <a:moveTo>
                    <a:pt x="5860" y="1536"/>
                  </a:moveTo>
                  <a:lnTo>
                    <a:pt x="6726" y="4399"/>
                  </a:lnTo>
                  <a:lnTo>
                    <a:pt x="10623" y="5000"/>
                  </a:lnTo>
                  <a:lnTo>
                    <a:pt x="10734" y="1996"/>
                  </a:lnTo>
                  <a:lnTo>
                    <a:pt x="12099" y="411"/>
                  </a:lnTo>
                  <a:lnTo>
                    <a:pt x="16920" y="5940"/>
                  </a:lnTo>
                  <a:lnTo>
                    <a:pt x="16939" y="10050"/>
                  </a:lnTo>
                  <a:lnTo>
                    <a:pt x="18059" y="11079"/>
                  </a:lnTo>
                  <a:lnTo>
                    <a:pt x="13520" y="12733"/>
                  </a:lnTo>
                  <a:lnTo>
                    <a:pt x="9900" y="11726"/>
                  </a:lnTo>
                  <a:lnTo>
                    <a:pt x="9016" y="10035"/>
                  </a:lnTo>
                  <a:lnTo>
                    <a:pt x="6337" y="8689"/>
                  </a:lnTo>
                  <a:lnTo>
                    <a:pt x="4331" y="9451"/>
                  </a:lnTo>
                  <a:lnTo>
                    <a:pt x="988" y="7484"/>
                  </a:lnTo>
                  <a:lnTo>
                    <a:pt x="0" y="7034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h1376"/>
            <p:cNvSpPr/>
            <p:nvPr/>
          </p:nvSpPr>
          <p:spPr>
            <a:xfrm>
              <a:off x="2595616" y="3314024"/>
              <a:ext cx="13885" cy="19739"/>
            </a:xfrm>
            <a:custGeom>
              <a:avLst/>
              <a:pathLst>
                <a:path w="13885" h="19739">
                  <a:moveTo>
                    <a:pt x="7400" y="3971"/>
                  </a:moveTo>
                  <a:lnTo>
                    <a:pt x="10596" y="4291"/>
                  </a:lnTo>
                  <a:lnTo>
                    <a:pt x="13058" y="3540"/>
                  </a:lnTo>
                  <a:lnTo>
                    <a:pt x="13885" y="8317"/>
                  </a:lnTo>
                  <a:lnTo>
                    <a:pt x="12313" y="13614"/>
                  </a:lnTo>
                  <a:lnTo>
                    <a:pt x="11993" y="19739"/>
                  </a:lnTo>
                  <a:lnTo>
                    <a:pt x="0" y="18155"/>
                  </a:lnTo>
                  <a:lnTo>
                    <a:pt x="1052" y="17888"/>
                  </a:lnTo>
                  <a:lnTo>
                    <a:pt x="3394" y="5266"/>
                  </a:lnTo>
                  <a:lnTo>
                    <a:pt x="714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h1377"/>
            <p:cNvSpPr/>
            <p:nvPr/>
          </p:nvSpPr>
          <p:spPr>
            <a:xfrm>
              <a:off x="2790053" y="3272589"/>
              <a:ext cx="4243" cy="2913"/>
            </a:xfrm>
            <a:custGeom>
              <a:avLst/>
              <a:pathLst>
                <a:path w="4243" h="2913">
                  <a:moveTo>
                    <a:pt x="4243" y="111"/>
                  </a:moveTo>
                  <a:lnTo>
                    <a:pt x="1486" y="2853"/>
                  </a:lnTo>
                  <a:lnTo>
                    <a:pt x="0" y="2913"/>
                  </a:lnTo>
                  <a:lnTo>
                    <a:pt x="59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h1378"/>
            <p:cNvSpPr/>
            <p:nvPr/>
          </p:nvSpPr>
          <p:spPr>
            <a:xfrm>
              <a:off x="2633002" y="3154827"/>
              <a:ext cx="22790" cy="15832"/>
            </a:xfrm>
            <a:custGeom>
              <a:avLst/>
              <a:pathLst>
                <a:path w="22790" h="15832">
                  <a:moveTo>
                    <a:pt x="5520" y="880"/>
                  </a:moveTo>
                  <a:lnTo>
                    <a:pt x="5000" y="2153"/>
                  </a:lnTo>
                  <a:lnTo>
                    <a:pt x="6312" y="2522"/>
                  </a:lnTo>
                  <a:lnTo>
                    <a:pt x="13864" y="1436"/>
                  </a:lnTo>
                  <a:lnTo>
                    <a:pt x="16773" y="5610"/>
                  </a:lnTo>
                  <a:lnTo>
                    <a:pt x="19945" y="5869"/>
                  </a:lnTo>
                  <a:lnTo>
                    <a:pt x="21328" y="4662"/>
                  </a:lnTo>
                  <a:lnTo>
                    <a:pt x="22790" y="5216"/>
                  </a:lnTo>
                  <a:lnTo>
                    <a:pt x="20348" y="7638"/>
                  </a:lnTo>
                  <a:lnTo>
                    <a:pt x="15351" y="10644"/>
                  </a:lnTo>
                  <a:lnTo>
                    <a:pt x="16336" y="15077"/>
                  </a:lnTo>
                  <a:lnTo>
                    <a:pt x="14333" y="15832"/>
                  </a:lnTo>
                  <a:lnTo>
                    <a:pt x="14157" y="13782"/>
                  </a:lnTo>
                  <a:lnTo>
                    <a:pt x="9905" y="12377"/>
                  </a:lnTo>
                  <a:lnTo>
                    <a:pt x="5219" y="12430"/>
                  </a:lnTo>
                  <a:lnTo>
                    <a:pt x="3142" y="13488"/>
                  </a:lnTo>
                  <a:lnTo>
                    <a:pt x="2922" y="14420"/>
                  </a:lnTo>
                  <a:lnTo>
                    <a:pt x="0" y="12145"/>
                  </a:lnTo>
                  <a:lnTo>
                    <a:pt x="1988" y="3263"/>
                  </a:lnTo>
                  <a:lnTo>
                    <a:pt x="2768" y="566"/>
                  </a:lnTo>
                  <a:lnTo>
                    <a:pt x="429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h1379"/>
            <p:cNvSpPr/>
            <p:nvPr/>
          </p:nvSpPr>
          <p:spPr>
            <a:xfrm>
              <a:off x="2760224" y="3129050"/>
              <a:ext cx="28966" cy="13565"/>
            </a:xfrm>
            <a:custGeom>
              <a:avLst/>
              <a:pathLst>
                <a:path w="28966" h="13565">
                  <a:moveTo>
                    <a:pt x="12899" y="560"/>
                  </a:moveTo>
                  <a:lnTo>
                    <a:pt x="17901" y="4145"/>
                  </a:lnTo>
                  <a:lnTo>
                    <a:pt x="18249" y="5650"/>
                  </a:lnTo>
                  <a:lnTo>
                    <a:pt x="21176" y="7582"/>
                  </a:lnTo>
                  <a:lnTo>
                    <a:pt x="27335" y="6381"/>
                  </a:lnTo>
                  <a:lnTo>
                    <a:pt x="28966" y="9033"/>
                  </a:lnTo>
                  <a:lnTo>
                    <a:pt x="27956" y="9892"/>
                  </a:lnTo>
                  <a:lnTo>
                    <a:pt x="26814" y="8929"/>
                  </a:lnTo>
                  <a:lnTo>
                    <a:pt x="21719" y="7892"/>
                  </a:lnTo>
                  <a:lnTo>
                    <a:pt x="16654" y="11122"/>
                  </a:lnTo>
                  <a:lnTo>
                    <a:pt x="15816" y="12478"/>
                  </a:lnTo>
                  <a:lnTo>
                    <a:pt x="12329" y="11291"/>
                  </a:lnTo>
                  <a:lnTo>
                    <a:pt x="9990" y="12573"/>
                  </a:lnTo>
                  <a:lnTo>
                    <a:pt x="3750" y="12050"/>
                  </a:lnTo>
                  <a:lnTo>
                    <a:pt x="1702" y="13565"/>
                  </a:lnTo>
                  <a:lnTo>
                    <a:pt x="567" y="11777"/>
                  </a:lnTo>
                  <a:lnTo>
                    <a:pt x="0" y="7305"/>
                  </a:lnTo>
                  <a:lnTo>
                    <a:pt x="2378" y="2925"/>
                  </a:lnTo>
                  <a:lnTo>
                    <a:pt x="7145" y="2649"/>
                  </a:lnTo>
                  <a:lnTo>
                    <a:pt x="950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h1380"/>
            <p:cNvSpPr/>
            <p:nvPr/>
          </p:nvSpPr>
          <p:spPr>
            <a:xfrm>
              <a:off x="2654783" y="3098064"/>
              <a:ext cx="15179" cy="17679"/>
            </a:xfrm>
            <a:custGeom>
              <a:avLst/>
              <a:pathLst>
                <a:path w="15179" h="17679">
                  <a:moveTo>
                    <a:pt x="13193" y="913"/>
                  </a:moveTo>
                  <a:lnTo>
                    <a:pt x="15179" y="5167"/>
                  </a:lnTo>
                  <a:lnTo>
                    <a:pt x="13491" y="7852"/>
                  </a:lnTo>
                  <a:lnTo>
                    <a:pt x="10962" y="9285"/>
                  </a:lnTo>
                  <a:lnTo>
                    <a:pt x="11207" y="9837"/>
                  </a:lnTo>
                  <a:lnTo>
                    <a:pt x="9917" y="9872"/>
                  </a:lnTo>
                  <a:lnTo>
                    <a:pt x="8671" y="11027"/>
                  </a:lnTo>
                  <a:lnTo>
                    <a:pt x="11036" y="14204"/>
                  </a:lnTo>
                  <a:lnTo>
                    <a:pt x="10539" y="16929"/>
                  </a:lnTo>
                  <a:lnTo>
                    <a:pt x="7419" y="17679"/>
                  </a:lnTo>
                  <a:lnTo>
                    <a:pt x="5580" y="16039"/>
                  </a:lnTo>
                  <a:lnTo>
                    <a:pt x="4409" y="13591"/>
                  </a:lnTo>
                  <a:lnTo>
                    <a:pt x="2894" y="13205"/>
                  </a:lnTo>
                  <a:lnTo>
                    <a:pt x="542" y="13831"/>
                  </a:lnTo>
                  <a:lnTo>
                    <a:pt x="0" y="8443"/>
                  </a:lnTo>
                  <a:lnTo>
                    <a:pt x="2710" y="5588"/>
                  </a:lnTo>
                  <a:lnTo>
                    <a:pt x="8607" y="5192"/>
                  </a:lnTo>
                  <a:lnTo>
                    <a:pt x="10290" y="3225"/>
                  </a:lnTo>
                  <a:lnTo>
                    <a:pt x="1037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h1381"/>
            <p:cNvSpPr/>
            <p:nvPr/>
          </p:nvSpPr>
          <p:spPr>
            <a:xfrm>
              <a:off x="2763363" y="3118378"/>
              <a:ext cx="13321" cy="11233"/>
            </a:xfrm>
            <a:custGeom>
              <a:avLst/>
              <a:pathLst>
                <a:path w="13321" h="11233">
                  <a:moveTo>
                    <a:pt x="13321" y="7719"/>
                  </a:moveTo>
                  <a:lnTo>
                    <a:pt x="9760" y="11233"/>
                  </a:lnTo>
                  <a:lnTo>
                    <a:pt x="6362" y="10672"/>
                  </a:lnTo>
                  <a:lnTo>
                    <a:pt x="3500" y="10113"/>
                  </a:lnTo>
                  <a:lnTo>
                    <a:pt x="681" y="7177"/>
                  </a:lnTo>
                  <a:lnTo>
                    <a:pt x="0" y="5332"/>
                  </a:lnTo>
                  <a:lnTo>
                    <a:pt x="5139" y="878"/>
                  </a:lnTo>
                  <a:lnTo>
                    <a:pt x="929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h1382"/>
            <p:cNvSpPr/>
            <p:nvPr/>
          </p:nvSpPr>
          <p:spPr>
            <a:xfrm>
              <a:off x="3081378" y="3308313"/>
              <a:ext cx="5239" cy="8375"/>
            </a:xfrm>
            <a:custGeom>
              <a:avLst/>
              <a:pathLst>
                <a:path w="5239" h="8375">
                  <a:moveTo>
                    <a:pt x="5239" y="607"/>
                  </a:moveTo>
                  <a:lnTo>
                    <a:pt x="3441" y="8375"/>
                  </a:lnTo>
                  <a:lnTo>
                    <a:pt x="0" y="8101"/>
                  </a:lnTo>
                  <a:lnTo>
                    <a:pt x="1386" y="1731"/>
                  </a:lnTo>
                  <a:lnTo>
                    <a:pt x="4445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h1383"/>
            <p:cNvSpPr/>
            <p:nvPr/>
          </p:nvSpPr>
          <p:spPr>
            <a:xfrm>
              <a:off x="2685050" y="3234191"/>
              <a:ext cx="19909" cy="17086"/>
            </a:xfrm>
            <a:custGeom>
              <a:avLst/>
              <a:pathLst>
                <a:path w="19909" h="17086">
                  <a:moveTo>
                    <a:pt x="12317" y="6054"/>
                  </a:moveTo>
                  <a:lnTo>
                    <a:pt x="13551" y="10619"/>
                  </a:lnTo>
                  <a:lnTo>
                    <a:pt x="14454" y="10139"/>
                  </a:lnTo>
                  <a:lnTo>
                    <a:pt x="17656" y="11195"/>
                  </a:lnTo>
                  <a:lnTo>
                    <a:pt x="19909" y="15391"/>
                  </a:lnTo>
                  <a:lnTo>
                    <a:pt x="14530" y="15664"/>
                  </a:lnTo>
                  <a:lnTo>
                    <a:pt x="10845" y="17086"/>
                  </a:lnTo>
                  <a:lnTo>
                    <a:pt x="9051" y="13861"/>
                  </a:lnTo>
                  <a:lnTo>
                    <a:pt x="6786" y="13389"/>
                  </a:lnTo>
                  <a:lnTo>
                    <a:pt x="0" y="16085"/>
                  </a:lnTo>
                  <a:lnTo>
                    <a:pt x="99" y="12640"/>
                  </a:lnTo>
                  <a:lnTo>
                    <a:pt x="654" y="9919"/>
                  </a:lnTo>
                  <a:lnTo>
                    <a:pt x="2470" y="8616"/>
                  </a:lnTo>
                  <a:lnTo>
                    <a:pt x="5051" y="2017"/>
                  </a:lnTo>
                  <a:lnTo>
                    <a:pt x="783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h1384"/>
            <p:cNvSpPr/>
            <p:nvPr/>
          </p:nvSpPr>
          <p:spPr>
            <a:xfrm>
              <a:off x="2764223" y="3091616"/>
              <a:ext cx="6527" cy="10712"/>
            </a:xfrm>
            <a:custGeom>
              <a:avLst/>
              <a:pathLst>
                <a:path w="6527" h="10712">
                  <a:moveTo>
                    <a:pt x="5158" y="41"/>
                  </a:moveTo>
                  <a:lnTo>
                    <a:pt x="6527" y="4370"/>
                  </a:lnTo>
                  <a:lnTo>
                    <a:pt x="5996" y="6800"/>
                  </a:lnTo>
                  <a:lnTo>
                    <a:pt x="6495" y="7371"/>
                  </a:lnTo>
                  <a:lnTo>
                    <a:pt x="5780" y="10712"/>
                  </a:lnTo>
                  <a:lnTo>
                    <a:pt x="5351" y="10535"/>
                  </a:lnTo>
                  <a:lnTo>
                    <a:pt x="199" y="8540"/>
                  </a:lnTo>
                  <a:lnTo>
                    <a:pt x="0" y="5672"/>
                  </a:lnTo>
                  <a:lnTo>
                    <a:pt x="376" y="4630"/>
                  </a:lnTo>
                  <a:lnTo>
                    <a:pt x="4163" y="2210"/>
                  </a:lnTo>
                  <a:lnTo>
                    <a:pt x="390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h1385"/>
            <p:cNvSpPr/>
            <p:nvPr/>
          </p:nvSpPr>
          <p:spPr>
            <a:xfrm>
              <a:off x="2621064" y="3127233"/>
              <a:ext cx="10166" cy="11328"/>
            </a:xfrm>
            <a:custGeom>
              <a:avLst/>
              <a:pathLst>
                <a:path w="10166" h="11328">
                  <a:moveTo>
                    <a:pt x="6258" y="2888"/>
                  </a:moveTo>
                  <a:lnTo>
                    <a:pt x="7943" y="7154"/>
                  </a:lnTo>
                  <a:lnTo>
                    <a:pt x="9759" y="8126"/>
                  </a:lnTo>
                  <a:lnTo>
                    <a:pt x="10166" y="9266"/>
                  </a:lnTo>
                  <a:lnTo>
                    <a:pt x="7626" y="10494"/>
                  </a:lnTo>
                  <a:lnTo>
                    <a:pt x="6070" y="11328"/>
                  </a:lnTo>
                  <a:lnTo>
                    <a:pt x="2002" y="10047"/>
                  </a:lnTo>
                  <a:lnTo>
                    <a:pt x="1254" y="9072"/>
                  </a:lnTo>
                  <a:lnTo>
                    <a:pt x="1256" y="7119"/>
                  </a:lnTo>
                  <a:lnTo>
                    <a:pt x="776" y="6705"/>
                  </a:lnTo>
                  <a:lnTo>
                    <a:pt x="0" y="7506"/>
                  </a:lnTo>
                  <a:lnTo>
                    <a:pt x="1310" y="1675"/>
                  </a:lnTo>
                  <a:lnTo>
                    <a:pt x="3936" y="399"/>
                  </a:lnTo>
                  <a:lnTo>
                    <a:pt x="614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h1386"/>
            <p:cNvSpPr/>
            <p:nvPr/>
          </p:nvSpPr>
          <p:spPr>
            <a:xfrm>
              <a:off x="2921953" y="3300475"/>
              <a:ext cx="51256" cy="56934"/>
            </a:xfrm>
            <a:custGeom>
              <a:avLst/>
              <a:pathLst>
                <a:path w="51256" h="56934">
                  <a:moveTo>
                    <a:pt x="48755" y="18695"/>
                  </a:moveTo>
                  <a:lnTo>
                    <a:pt x="50444" y="19215"/>
                  </a:lnTo>
                  <a:lnTo>
                    <a:pt x="51256" y="20853"/>
                  </a:lnTo>
                  <a:lnTo>
                    <a:pt x="51085" y="21702"/>
                  </a:lnTo>
                  <a:lnTo>
                    <a:pt x="49513" y="21784"/>
                  </a:lnTo>
                  <a:lnTo>
                    <a:pt x="48111" y="19270"/>
                  </a:lnTo>
                  <a:lnTo>
                    <a:pt x="39007" y="26720"/>
                  </a:lnTo>
                  <a:lnTo>
                    <a:pt x="37204" y="26711"/>
                  </a:lnTo>
                  <a:lnTo>
                    <a:pt x="38712" y="37531"/>
                  </a:lnTo>
                  <a:lnTo>
                    <a:pt x="39194" y="38419"/>
                  </a:lnTo>
                  <a:lnTo>
                    <a:pt x="38015" y="39248"/>
                  </a:lnTo>
                  <a:lnTo>
                    <a:pt x="30321" y="42369"/>
                  </a:lnTo>
                  <a:lnTo>
                    <a:pt x="27794" y="46343"/>
                  </a:lnTo>
                  <a:lnTo>
                    <a:pt x="29077" y="49361"/>
                  </a:lnTo>
                  <a:lnTo>
                    <a:pt x="22716" y="52169"/>
                  </a:lnTo>
                  <a:lnTo>
                    <a:pt x="21481" y="55052"/>
                  </a:lnTo>
                  <a:lnTo>
                    <a:pt x="15657" y="55380"/>
                  </a:lnTo>
                  <a:lnTo>
                    <a:pt x="12541" y="56934"/>
                  </a:lnTo>
                  <a:lnTo>
                    <a:pt x="9394" y="45180"/>
                  </a:lnTo>
                  <a:lnTo>
                    <a:pt x="4260" y="41523"/>
                  </a:lnTo>
                  <a:lnTo>
                    <a:pt x="4663" y="39684"/>
                  </a:lnTo>
                  <a:lnTo>
                    <a:pt x="3440" y="35905"/>
                  </a:lnTo>
                  <a:lnTo>
                    <a:pt x="1749" y="36062"/>
                  </a:lnTo>
                  <a:lnTo>
                    <a:pt x="0" y="37275"/>
                  </a:lnTo>
                  <a:lnTo>
                    <a:pt x="576" y="35352"/>
                  </a:lnTo>
                  <a:lnTo>
                    <a:pt x="5953" y="32508"/>
                  </a:lnTo>
                  <a:lnTo>
                    <a:pt x="10008" y="34545"/>
                  </a:lnTo>
                  <a:lnTo>
                    <a:pt x="11680" y="36784"/>
                  </a:lnTo>
                  <a:lnTo>
                    <a:pt x="12445" y="33400"/>
                  </a:lnTo>
                  <a:lnTo>
                    <a:pt x="11908" y="32744"/>
                  </a:lnTo>
                  <a:lnTo>
                    <a:pt x="13931" y="23393"/>
                  </a:lnTo>
                  <a:lnTo>
                    <a:pt x="15761" y="19596"/>
                  </a:lnTo>
                  <a:lnTo>
                    <a:pt x="15497" y="18256"/>
                  </a:lnTo>
                  <a:lnTo>
                    <a:pt x="12138" y="14800"/>
                  </a:lnTo>
                  <a:lnTo>
                    <a:pt x="9378" y="11265"/>
                  </a:lnTo>
                  <a:lnTo>
                    <a:pt x="16539" y="8721"/>
                  </a:lnTo>
                  <a:lnTo>
                    <a:pt x="29050" y="795"/>
                  </a:lnTo>
                  <a:lnTo>
                    <a:pt x="37248" y="8483"/>
                  </a:lnTo>
                  <a:lnTo>
                    <a:pt x="40126" y="9514"/>
                  </a:lnTo>
                  <a:lnTo>
                    <a:pt x="44442" y="4190"/>
                  </a:lnTo>
                  <a:lnTo>
                    <a:pt x="46030" y="0"/>
                  </a:lnTo>
                  <a:lnTo>
                    <a:pt x="46144" y="279"/>
                  </a:lnTo>
                  <a:lnTo>
                    <a:pt x="46773" y="2035"/>
                  </a:lnTo>
                  <a:lnTo>
                    <a:pt x="45126" y="1262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h1387"/>
            <p:cNvSpPr/>
            <p:nvPr/>
          </p:nvSpPr>
          <p:spPr>
            <a:xfrm>
              <a:off x="2928592" y="3241370"/>
              <a:ext cx="7872" cy="6217"/>
            </a:xfrm>
            <a:custGeom>
              <a:avLst/>
              <a:pathLst>
                <a:path w="7872" h="6217">
                  <a:moveTo>
                    <a:pt x="6161" y="6217"/>
                  </a:moveTo>
                  <a:lnTo>
                    <a:pt x="4887" y="5090"/>
                  </a:lnTo>
                  <a:lnTo>
                    <a:pt x="2721" y="6100"/>
                  </a:lnTo>
                  <a:lnTo>
                    <a:pt x="159" y="5618"/>
                  </a:lnTo>
                  <a:lnTo>
                    <a:pt x="0" y="4264"/>
                  </a:lnTo>
                  <a:lnTo>
                    <a:pt x="2884" y="2809"/>
                  </a:lnTo>
                  <a:lnTo>
                    <a:pt x="1939" y="488"/>
                  </a:lnTo>
                  <a:lnTo>
                    <a:pt x="3884" y="1413"/>
                  </a:lnTo>
                  <a:lnTo>
                    <a:pt x="5291" y="0"/>
                  </a:lnTo>
                  <a:lnTo>
                    <a:pt x="7872" y="167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h1388"/>
            <p:cNvSpPr/>
            <p:nvPr/>
          </p:nvSpPr>
          <p:spPr>
            <a:xfrm>
              <a:off x="2714939" y="3277156"/>
              <a:ext cx="26735" cy="26615"/>
            </a:xfrm>
            <a:custGeom>
              <a:avLst/>
              <a:pathLst>
                <a:path w="26735" h="26615">
                  <a:moveTo>
                    <a:pt x="22016" y="3359"/>
                  </a:moveTo>
                  <a:lnTo>
                    <a:pt x="21402" y="4903"/>
                  </a:lnTo>
                  <a:lnTo>
                    <a:pt x="21705" y="6203"/>
                  </a:lnTo>
                  <a:lnTo>
                    <a:pt x="26735" y="12755"/>
                  </a:lnTo>
                  <a:lnTo>
                    <a:pt x="24232" y="11971"/>
                  </a:lnTo>
                  <a:lnTo>
                    <a:pt x="21715" y="12827"/>
                  </a:lnTo>
                  <a:lnTo>
                    <a:pt x="20014" y="14558"/>
                  </a:lnTo>
                  <a:lnTo>
                    <a:pt x="18953" y="19206"/>
                  </a:lnTo>
                  <a:lnTo>
                    <a:pt x="15026" y="23234"/>
                  </a:lnTo>
                  <a:lnTo>
                    <a:pt x="11961" y="23386"/>
                  </a:lnTo>
                  <a:lnTo>
                    <a:pt x="12135" y="24633"/>
                  </a:lnTo>
                  <a:lnTo>
                    <a:pt x="8603" y="26615"/>
                  </a:lnTo>
                  <a:lnTo>
                    <a:pt x="5165" y="20679"/>
                  </a:lnTo>
                  <a:lnTo>
                    <a:pt x="1134" y="17316"/>
                  </a:lnTo>
                  <a:lnTo>
                    <a:pt x="0" y="15131"/>
                  </a:lnTo>
                  <a:lnTo>
                    <a:pt x="5742" y="10235"/>
                  </a:lnTo>
                  <a:lnTo>
                    <a:pt x="10782" y="11514"/>
                  </a:lnTo>
                  <a:lnTo>
                    <a:pt x="13240" y="10200"/>
                  </a:lnTo>
                  <a:lnTo>
                    <a:pt x="14908" y="7452"/>
                  </a:lnTo>
                  <a:lnTo>
                    <a:pt x="16167" y="6958"/>
                  </a:lnTo>
                  <a:lnTo>
                    <a:pt x="18570" y="6727"/>
                  </a:lnTo>
                  <a:lnTo>
                    <a:pt x="20452" y="3550"/>
                  </a:lnTo>
                  <a:lnTo>
                    <a:pt x="210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h1389"/>
            <p:cNvSpPr/>
            <p:nvPr/>
          </p:nvSpPr>
          <p:spPr>
            <a:xfrm>
              <a:off x="2778284" y="3217777"/>
              <a:ext cx="3844" cy="2609"/>
            </a:xfrm>
            <a:custGeom>
              <a:avLst/>
              <a:pathLst>
                <a:path w="3844" h="2609">
                  <a:moveTo>
                    <a:pt x="3844" y="298"/>
                  </a:moveTo>
                  <a:lnTo>
                    <a:pt x="2037" y="2609"/>
                  </a:lnTo>
                  <a:lnTo>
                    <a:pt x="116" y="1040"/>
                  </a:lnTo>
                  <a:lnTo>
                    <a:pt x="0" y="88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h1390"/>
            <p:cNvSpPr/>
            <p:nvPr/>
          </p:nvSpPr>
          <p:spPr>
            <a:xfrm>
              <a:off x="2686821" y="3207223"/>
              <a:ext cx="13830" cy="14395"/>
            </a:xfrm>
            <a:custGeom>
              <a:avLst/>
              <a:pathLst>
                <a:path w="13830" h="14395">
                  <a:moveTo>
                    <a:pt x="13227" y="2739"/>
                  </a:moveTo>
                  <a:lnTo>
                    <a:pt x="13830" y="6972"/>
                  </a:lnTo>
                  <a:lnTo>
                    <a:pt x="11400" y="6529"/>
                  </a:lnTo>
                  <a:lnTo>
                    <a:pt x="4571" y="12623"/>
                  </a:lnTo>
                  <a:lnTo>
                    <a:pt x="4065" y="14395"/>
                  </a:lnTo>
                  <a:lnTo>
                    <a:pt x="0" y="8923"/>
                  </a:lnTo>
                  <a:lnTo>
                    <a:pt x="200" y="5249"/>
                  </a:lnTo>
                  <a:lnTo>
                    <a:pt x="5714" y="3550"/>
                  </a:lnTo>
                  <a:lnTo>
                    <a:pt x="6968" y="2394"/>
                  </a:lnTo>
                  <a:lnTo>
                    <a:pt x="7536" y="85"/>
                  </a:lnTo>
                  <a:lnTo>
                    <a:pt x="823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h1391"/>
            <p:cNvSpPr/>
            <p:nvPr/>
          </p:nvSpPr>
          <p:spPr>
            <a:xfrm>
              <a:off x="2812667" y="3199045"/>
              <a:ext cx="1940" cy="3441"/>
            </a:xfrm>
            <a:custGeom>
              <a:avLst/>
              <a:pathLst>
                <a:path w="1940" h="3441">
                  <a:moveTo>
                    <a:pt x="1912" y="3441"/>
                  </a:moveTo>
                  <a:lnTo>
                    <a:pt x="1402" y="2885"/>
                  </a:lnTo>
                  <a:lnTo>
                    <a:pt x="0" y="2414"/>
                  </a:lnTo>
                  <a:lnTo>
                    <a:pt x="194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h1392"/>
            <p:cNvSpPr/>
            <p:nvPr/>
          </p:nvSpPr>
          <p:spPr>
            <a:xfrm>
              <a:off x="2805645" y="3246484"/>
              <a:ext cx="8370" cy="10597"/>
            </a:xfrm>
            <a:custGeom>
              <a:avLst/>
              <a:pathLst>
                <a:path w="8370" h="10597">
                  <a:moveTo>
                    <a:pt x="4882" y="277"/>
                  </a:moveTo>
                  <a:lnTo>
                    <a:pt x="5268" y="4832"/>
                  </a:lnTo>
                  <a:lnTo>
                    <a:pt x="7648" y="7312"/>
                  </a:lnTo>
                  <a:lnTo>
                    <a:pt x="8370" y="7674"/>
                  </a:lnTo>
                  <a:lnTo>
                    <a:pt x="6679" y="9664"/>
                  </a:lnTo>
                  <a:lnTo>
                    <a:pt x="4077" y="10597"/>
                  </a:lnTo>
                  <a:lnTo>
                    <a:pt x="0" y="1993"/>
                  </a:lnTo>
                  <a:lnTo>
                    <a:pt x="832" y="374"/>
                  </a:lnTo>
                  <a:lnTo>
                    <a:pt x="241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h1393"/>
            <p:cNvSpPr/>
            <p:nvPr/>
          </p:nvSpPr>
          <p:spPr>
            <a:xfrm>
              <a:off x="2702457" y="3184583"/>
              <a:ext cx="8583" cy="14787"/>
            </a:xfrm>
            <a:custGeom>
              <a:avLst/>
              <a:pathLst>
                <a:path w="8583" h="14787">
                  <a:moveTo>
                    <a:pt x="6036" y="0"/>
                  </a:moveTo>
                  <a:lnTo>
                    <a:pt x="7972" y="1525"/>
                  </a:lnTo>
                  <a:lnTo>
                    <a:pt x="7768" y="2110"/>
                  </a:lnTo>
                  <a:lnTo>
                    <a:pt x="7124" y="4053"/>
                  </a:lnTo>
                  <a:lnTo>
                    <a:pt x="7447" y="7104"/>
                  </a:lnTo>
                  <a:lnTo>
                    <a:pt x="8583" y="9423"/>
                  </a:lnTo>
                  <a:lnTo>
                    <a:pt x="4717" y="11312"/>
                  </a:lnTo>
                  <a:lnTo>
                    <a:pt x="3187" y="14787"/>
                  </a:lnTo>
                  <a:lnTo>
                    <a:pt x="531" y="9865"/>
                  </a:lnTo>
                  <a:lnTo>
                    <a:pt x="433" y="6588"/>
                  </a:lnTo>
                  <a:lnTo>
                    <a:pt x="0" y="4068"/>
                  </a:lnTo>
                  <a:lnTo>
                    <a:pt x="558" y="794"/>
                  </a:lnTo>
                  <a:lnTo>
                    <a:pt x="2468" y="1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h1394"/>
            <p:cNvSpPr/>
            <p:nvPr/>
          </p:nvSpPr>
          <p:spPr>
            <a:xfrm>
              <a:off x="2696440" y="3143153"/>
              <a:ext cx="7004" cy="5824"/>
            </a:xfrm>
            <a:custGeom>
              <a:avLst/>
              <a:pathLst>
                <a:path w="7004" h="5824">
                  <a:moveTo>
                    <a:pt x="4649" y="468"/>
                  </a:moveTo>
                  <a:lnTo>
                    <a:pt x="7004" y="243"/>
                  </a:lnTo>
                  <a:lnTo>
                    <a:pt x="6177" y="4494"/>
                  </a:lnTo>
                  <a:lnTo>
                    <a:pt x="3693" y="5824"/>
                  </a:lnTo>
                  <a:lnTo>
                    <a:pt x="0" y="4078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h1395"/>
            <p:cNvSpPr/>
            <p:nvPr/>
          </p:nvSpPr>
          <p:spPr>
            <a:xfrm>
              <a:off x="2630432" y="3245606"/>
              <a:ext cx="22935" cy="16094"/>
            </a:xfrm>
            <a:custGeom>
              <a:avLst/>
              <a:pathLst>
                <a:path w="22935" h="16094">
                  <a:moveTo>
                    <a:pt x="17069" y="1787"/>
                  </a:moveTo>
                  <a:lnTo>
                    <a:pt x="20867" y="9562"/>
                  </a:lnTo>
                  <a:lnTo>
                    <a:pt x="22935" y="11202"/>
                  </a:lnTo>
                  <a:lnTo>
                    <a:pt x="22535" y="16094"/>
                  </a:lnTo>
                  <a:lnTo>
                    <a:pt x="12596" y="12056"/>
                  </a:lnTo>
                  <a:lnTo>
                    <a:pt x="11266" y="12736"/>
                  </a:lnTo>
                  <a:lnTo>
                    <a:pt x="3754" y="12394"/>
                  </a:lnTo>
                  <a:lnTo>
                    <a:pt x="3346" y="10278"/>
                  </a:lnTo>
                  <a:lnTo>
                    <a:pt x="0" y="3656"/>
                  </a:lnTo>
                  <a:lnTo>
                    <a:pt x="1594" y="2414"/>
                  </a:lnTo>
                  <a:lnTo>
                    <a:pt x="1061" y="3453"/>
                  </a:lnTo>
                  <a:lnTo>
                    <a:pt x="134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h1396"/>
            <p:cNvSpPr/>
            <p:nvPr/>
          </p:nvSpPr>
          <p:spPr>
            <a:xfrm>
              <a:off x="2774516" y="3106363"/>
              <a:ext cx="9763" cy="10912"/>
            </a:xfrm>
            <a:custGeom>
              <a:avLst/>
              <a:pathLst>
                <a:path w="9763" h="10912">
                  <a:moveTo>
                    <a:pt x="3637" y="0"/>
                  </a:moveTo>
                  <a:lnTo>
                    <a:pt x="9763" y="4867"/>
                  </a:lnTo>
                  <a:lnTo>
                    <a:pt x="6314" y="7076"/>
                  </a:lnTo>
                  <a:lnTo>
                    <a:pt x="4548" y="6736"/>
                  </a:lnTo>
                  <a:lnTo>
                    <a:pt x="3193" y="10912"/>
                  </a:lnTo>
                  <a:lnTo>
                    <a:pt x="666" y="10065"/>
                  </a:lnTo>
                  <a:lnTo>
                    <a:pt x="0" y="6737"/>
                  </a:lnTo>
                  <a:lnTo>
                    <a:pt x="593" y="3058"/>
                  </a:lnTo>
                  <a:lnTo>
                    <a:pt x="996" y="1007"/>
                  </a:lnTo>
                  <a:lnTo>
                    <a:pt x="2683" y="32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h1397"/>
            <p:cNvSpPr/>
            <p:nvPr/>
          </p:nvSpPr>
          <p:spPr>
            <a:xfrm>
              <a:off x="2767952" y="3092299"/>
              <a:ext cx="16327" cy="20802"/>
            </a:xfrm>
            <a:custGeom>
              <a:avLst/>
              <a:pathLst>
                <a:path w="16327" h="20802">
                  <a:moveTo>
                    <a:pt x="13053" y="143"/>
                  </a:moveTo>
                  <a:lnTo>
                    <a:pt x="13148" y="730"/>
                  </a:lnTo>
                  <a:lnTo>
                    <a:pt x="14120" y="11994"/>
                  </a:lnTo>
                  <a:lnTo>
                    <a:pt x="14773" y="12283"/>
                  </a:lnTo>
                  <a:lnTo>
                    <a:pt x="16327" y="18931"/>
                  </a:lnTo>
                  <a:lnTo>
                    <a:pt x="10200" y="14064"/>
                  </a:lnTo>
                  <a:lnTo>
                    <a:pt x="9247" y="14392"/>
                  </a:lnTo>
                  <a:lnTo>
                    <a:pt x="4174" y="16253"/>
                  </a:lnTo>
                  <a:lnTo>
                    <a:pt x="7157" y="17123"/>
                  </a:lnTo>
                  <a:lnTo>
                    <a:pt x="6563" y="20802"/>
                  </a:lnTo>
                  <a:lnTo>
                    <a:pt x="0" y="16780"/>
                  </a:lnTo>
                  <a:lnTo>
                    <a:pt x="1237" y="12825"/>
                  </a:lnTo>
                  <a:lnTo>
                    <a:pt x="2050" y="10030"/>
                  </a:lnTo>
                  <a:lnTo>
                    <a:pt x="2765" y="6689"/>
                  </a:lnTo>
                  <a:lnTo>
                    <a:pt x="2627" y="5746"/>
                  </a:lnTo>
                  <a:lnTo>
                    <a:pt x="7491" y="4276"/>
                  </a:lnTo>
                  <a:lnTo>
                    <a:pt x="1175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h1398"/>
            <p:cNvSpPr/>
            <p:nvPr/>
          </p:nvSpPr>
          <p:spPr>
            <a:xfrm>
              <a:off x="2810932" y="3157429"/>
              <a:ext cx="44681" cy="46164"/>
            </a:xfrm>
            <a:custGeom>
              <a:avLst/>
              <a:pathLst>
                <a:path w="44681" h="46164">
                  <a:moveTo>
                    <a:pt x="44681" y="1301"/>
                  </a:moveTo>
                  <a:lnTo>
                    <a:pt x="41439" y="3908"/>
                  </a:lnTo>
                  <a:lnTo>
                    <a:pt x="38918" y="10992"/>
                  </a:lnTo>
                  <a:lnTo>
                    <a:pt x="32677" y="12659"/>
                  </a:lnTo>
                  <a:lnTo>
                    <a:pt x="28066" y="16581"/>
                  </a:lnTo>
                  <a:lnTo>
                    <a:pt x="26958" y="19884"/>
                  </a:lnTo>
                  <a:lnTo>
                    <a:pt x="28925" y="22020"/>
                  </a:lnTo>
                  <a:lnTo>
                    <a:pt x="28566" y="23362"/>
                  </a:lnTo>
                  <a:lnTo>
                    <a:pt x="24667" y="26275"/>
                  </a:lnTo>
                  <a:lnTo>
                    <a:pt x="23792" y="28757"/>
                  </a:lnTo>
                  <a:lnTo>
                    <a:pt x="24389" y="31338"/>
                  </a:lnTo>
                  <a:lnTo>
                    <a:pt x="23626" y="35107"/>
                  </a:lnTo>
                  <a:lnTo>
                    <a:pt x="21265" y="34609"/>
                  </a:lnTo>
                  <a:lnTo>
                    <a:pt x="16174" y="37591"/>
                  </a:lnTo>
                  <a:lnTo>
                    <a:pt x="14257" y="39596"/>
                  </a:lnTo>
                  <a:lnTo>
                    <a:pt x="10683" y="39605"/>
                  </a:lnTo>
                  <a:lnTo>
                    <a:pt x="6501" y="43425"/>
                  </a:lnTo>
                  <a:lnTo>
                    <a:pt x="7965" y="45469"/>
                  </a:lnTo>
                  <a:lnTo>
                    <a:pt x="8138" y="46164"/>
                  </a:lnTo>
                  <a:lnTo>
                    <a:pt x="7497" y="46077"/>
                  </a:lnTo>
                  <a:lnTo>
                    <a:pt x="5658" y="45739"/>
                  </a:lnTo>
                  <a:lnTo>
                    <a:pt x="3647" y="45057"/>
                  </a:lnTo>
                  <a:lnTo>
                    <a:pt x="3674" y="41615"/>
                  </a:lnTo>
                  <a:lnTo>
                    <a:pt x="1734" y="44030"/>
                  </a:lnTo>
                  <a:lnTo>
                    <a:pt x="0" y="43991"/>
                  </a:lnTo>
                  <a:lnTo>
                    <a:pt x="584" y="40915"/>
                  </a:lnTo>
                  <a:lnTo>
                    <a:pt x="3533" y="33565"/>
                  </a:lnTo>
                  <a:lnTo>
                    <a:pt x="3375" y="31534"/>
                  </a:lnTo>
                  <a:lnTo>
                    <a:pt x="5957" y="29739"/>
                  </a:lnTo>
                  <a:lnTo>
                    <a:pt x="11709" y="23495"/>
                  </a:lnTo>
                  <a:lnTo>
                    <a:pt x="13860" y="20012"/>
                  </a:lnTo>
                  <a:lnTo>
                    <a:pt x="14008" y="15408"/>
                  </a:lnTo>
                  <a:lnTo>
                    <a:pt x="13920" y="12338"/>
                  </a:lnTo>
                  <a:lnTo>
                    <a:pt x="17662" y="10600"/>
                  </a:lnTo>
                  <a:lnTo>
                    <a:pt x="20291" y="10630"/>
                  </a:lnTo>
                  <a:lnTo>
                    <a:pt x="25362" y="7611"/>
                  </a:lnTo>
                  <a:lnTo>
                    <a:pt x="25996" y="1420"/>
                  </a:lnTo>
                  <a:lnTo>
                    <a:pt x="30455" y="2160"/>
                  </a:lnTo>
                  <a:lnTo>
                    <a:pt x="39841" y="0"/>
                  </a:lnTo>
                  <a:lnTo>
                    <a:pt x="43213" y="233"/>
                  </a:lnTo>
                  <a:close/>
                  <a:moveTo>
                    <a:pt x="12921" y="28345"/>
                  </a:moveTo>
                  <a:lnTo>
                    <a:pt x="13677" y="31502"/>
                  </a:lnTo>
                  <a:lnTo>
                    <a:pt x="12306" y="32870"/>
                  </a:lnTo>
                  <a:lnTo>
                    <a:pt x="16114" y="33272"/>
                  </a:lnTo>
                  <a:lnTo>
                    <a:pt x="21026" y="30543"/>
                  </a:lnTo>
                  <a:lnTo>
                    <a:pt x="21173" y="29566"/>
                  </a:lnTo>
                  <a:lnTo>
                    <a:pt x="13373" y="2583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h1399"/>
            <p:cNvSpPr/>
            <p:nvPr/>
          </p:nvSpPr>
          <p:spPr>
            <a:xfrm>
              <a:off x="2774800" y="3205755"/>
              <a:ext cx="7390" cy="8213"/>
            </a:xfrm>
            <a:custGeom>
              <a:avLst/>
              <a:pathLst>
                <a:path w="7390" h="8213">
                  <a:moveTo>
                    <a:pt x="3185" y="602"/>
                  </a:moveTo>
                  <a:lnTo>
                    <a:pt x="4369" y="2548"/>
                  </a:lnTo>
                  <a:lnTo>
                    <a:pt x="7390" y="1706"/>
                  </a:lnTo>
                  <a:lnTo>
                    <a:pt x="5818" y="7872"/>
                  </a:lnTo>
                  <a:lnTo>
                    <a:pt x="4894" y="8213"/>
                  </a:lnTo>
                  <a:lnTo>
                    <a:pt x="4761" y="8140"/>
                  </a:lnTo>
                  <a:lnTo>
                    <a:pt x="1164" y="7786"/>
                  </a:lnTo>
                  <a:lnTo>
                    <a:pt x="0" y="7492"/>
                  </a:lnTo>
                  <a:lnTo>
                    <a:pt x="397" y="5498"/>
                  </a:lnTo>
                  <a:lnTo>
                    <a:pt x="1726" y="4073"/>
                  </a:lnTo>
                  <a:lnTo>
                    <a:pt x="123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h1400"/>
            <p:cNvSpPr/>
            <p:nvPr/>
          </p:nvSpPr>
          <p:spPr>
            <a:xfrm>
              <a:off x="2952192" y="3283366"/>
              <a:ext cx="18441" cy="13516"/>
            </a:xfrm>
            <a:custGeom>
              <a:avLst/>
              <a:pathLst>
                <a:path w="18441" h="13516">
                  <a:moveTo>
                    <a:pt x="7729" y="3294"/>
                  </a:moveTo>
                  <a:lnTo>
                    <a:pt x="15112" y="4013"/>
                  </a:lnTo>
                  <a:lnTo>
                    <a:pt x="17367" y="3512"/>
                  </a:lnTo>
                  <a:lnTo>
                    <a:pt x="18018" y="4805"/>
                  </a:lnTo>
                  <a:lnTo>
                    <a:pt x="17459" y="6492"/>
                  </a:lnTo>
                  <a:lnTo>
                    <a:pt x="18441" y="8097"/>
                  </a:lnTo>
                  <a:lnTo>
                    <a:pt x="14984" y="12873"/>
                  </a:lnTo>
                  <a:lnTo>
                    <a:pt x="10885" y="13516"/>
                  </a:lnTo>
                  <a:lnTo>
                    <a:pt x="7065" y="10466"/>
                  </a:lnTo>
                  <a:lnTo>
                    <a:pt x="1885" y="9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h1401"/>
            <p:cNvSpPr/>
            <p:nvPr/>
          </p:nvSpPr>
          <p:spPr>
            <a:xfrm>
              <a:off x="2719164" y="3195278"/>
              <a:ext cx="20531" cy="33579"/>
            </a:xfrm>
            <a:custGeom>
              <a:avLst/>
              <a:pathLst>
                <a:path w="20531" h="33579">
                  <a:moveTo>
                    <a:pt x="18880" y="629"/>
                  </a:moveTo>
                  <a:lnTo>
                    <a:pt x="19626" y="6244"/>
                  </a:lnTo>
                  <a:lnTo>
                    <a:pt x="20531" y="6527"/>
                  </a:lnTo>
                  <a:lnTo>
                    <a:pt x="17249" y="9852"/>
                  </a:lnTo>
                  <a:lnTo>
                    <a:pt x="16848" y="15493"/>
                  </a:lnTo>
                  <a:lnTo>
                    <a:pt x="15440" y="15258"/>
                  </a:lnTo>
                  <a:lnTo>
                    <a:pt x="13432" y="16942"/>
                  </a:lnTo>
                  <a:lnTo>
                    <a:pt x="12411" y="19288"/>
                  </a:lnTo>
                  <a:lnTo>
                    <a:pt x="10442" y="21253"/>
                  </a:lnTo>
                  <a:lnTo>
                    <a:pt x="8224" y="21029"/>
                  </a:lnTo>
                  <a:lnTo>
                    <a:pt x="8855" y="18512"/>
                  </a:lnTo>
                  <a:lnTo>
                    <a:pt x="5857" y="18713"/>
                  </a:lnTo>
                  <a:lnTo>
                    <a:pt x="5141" y="19499"/>
                  </a:lnTo>
                  <a:lnTo>
                    <a:pt x="5125" y="22012"/>
                  </a:lnTo>
                  <a:lnTo>
                    <a:pt x="6104" y="23792"/>
                  </a:lnTo>
                  <a:lnTo>
                    <a:pt x="7388" y="23675"/>
                  </a:lnTo>
                  <a:lnTo>
                    <a:pt x="10273" y="25345"/>
                  </a:lnTo>
                  <a:lnTo>
                    <a:pt x="8101" y="27865"/>
                  </a:lnTo>
                  <a:lnTo>
                    <a:pt x="8116" y="33579"/>
                  </a:lnTo>
                  <a:lnTo>
                    <a:pt x="892" y="31225"/>
                  </a:lnTo>
                  <a:lnTo>
                    <a:pt x="0" y="28007"/>
                  </a:lnTo>
                  <a:lnTo>
                    <a:pt x="4860" y="18737"/>
                  </a:lnTo>
                  <a:lnTo>
                    <a:pt x="3046" y="11602"/>
                  </a:lnTo>
                  <a:lnTo>
                    <a:pt x="7975" y="7804"/>
                  </a:lnTo>
                  <a:lnTo>
                    <a:pt x="9499" y="2524"/>
                  </a:lnTo>
                  <a:lnTo>
                    <a:pt x="14487" y="1024"/>
                  </a:lnTo>
                  <a:lnTo>
                    <a:pt x="15311" y="1274"/>
                  </a:lnTo>
                  <a:lnTo>
                    <a:pt x="1786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h1402"/>
            <p:cNvSpPr/>
            <p:nvPr/>
          </p:nvSpPr>
          <p:spPr>
            <a:xfrm>
              <a:off x="2710287" y="3172757"/>
              <a:ext cx="12029" cy="12548"/>
            </a:xfrm>
            <a:custGeom>
              <a:avLst/>
              <a:pathLst>
                <a:path w="12029" h="12548">
                  <a:moveTo>
                    <a:pt x="8052" y="271"/>
                  </a:moveTo>
                  <a:lnTo>
                    <a:pt x="11118" y="2319"/>
                  </a:lnTo>
                  <a:lnTo>
                    <a:pt x="9731" y="4385"/>
                  </a:lnTo>
                  <a:lnTo>
                    <a:pt x="9629" y="6400"/>
                  </a:lnTo>
                  <a:lnTo>
                    <a:pt x="10413" y="7781"/>
                  </a:lnTo>
                  <a:lnTo>
                    <a:pt x="11600" y="7260"/>
                  </a:lnTo>
                  <a:lnTo>
                    <a:pt x="12029" y="9136"/>
                  </a:lnTo>
                  <a:lnTo>
                    <a:pt x="9464" y="8225"/>
                  </a:lnTo>
                  <a:lnTo>
                    <a:pt x="7212" y="8608"/>
                  </a:lnTo>
                  <a:lnTo>
                    <a:pt x="8267" y="11914"/>
                  </a:lnTo>
                  <a:lnTo>
                    <a:pt x="6737" y="11854"/>
                  </a:lnTo>
                  <a:lnTo>
                    <a:pt x="1179" y="12548"/>
                  </a:lnTo>
                  <a:lnTo>
                    <a:pt x="1019" y="9285"/>
                  </a:lnTo>
                  <a:lnTo>
                    <a:pt x="3374" y="9404"/>
                  </a:lnTo>
                  <a:lnTo>
                    <a:pt x="4890" y="6793"/>
                  </a:lnTo>
                  <a:lnTo>
                    <a:pt x="4003" y="5699"/>
                  </a:lnTo>
                  <a:lnTo>
                    <a:pt x="0" y="4255"/>
                  </a:lnTo>
                  <a:lnTo>
                    <a:pt x="478" y="1361"/>
                  </a:lnTo>
                  <a:lnTo>
                    <a:pt x="609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h1403"/>
            <p:cNvSpPr/>
            <p:nvPr/>
          </p:nvSpPr>
          <p:spPr>
            <a:xfrm>
              <a:off x="2761965" y="3246517"/>
              <a:ext cx="14103" cy="9184"/>
            </a:xfrm>
            <a:custGeom>
              <a:avLst/>
              <a:pathLst>
                <a:path w="14103" h="9184">
                  <a:moveTo>
                    <a:pt x="9929" y="5389"/>
                  </a:moveTo>
                  <a:lnTo>
                    <a:pt x="10948" y="6868"/>
                  </a:lnTo>
                  <a:lnTo>
                    <a:pt x="14103" y="7673"/>
                  </a:lnTo>
                  <a:lnTo>
                    <a:pt x="6875" y="9184"/>
                  </a:lnTo>
                  <a:lnTo>
                    <a:pt x="0" y="6621"/>
                  </a:lnTo>
                  <a:lnTo>
                    <a:pt x="622" y="4433"/>
                  </a:lnTo>
                  <a:lnTo>
                    <a:pt x="5891" y="7817"/>
                  </a:lnTo>
                  <a:lnTo>
                    <a:pt x="5069" y="4748"/>
                  </a:lnTo>
                  <a:lnTo>
                    <a:pt x="7694" y="1407"/>
                  </a:lnTo>
                  <a:lnTo>
                    <a:pt x="920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h1404"/>
            <p:cNvSpPr/>
            <p:nvPr/>
          </p:nvSpPr>
          <p:spPr>
            <a:xfrm>
              <a:off x="2831075" y="3218359"/>
              <a:ext cx="13579" cy="7344"/>
            </a:xfrm>
            <a:custGeom>
              <a:avLst/>
              <a:pathLst>
                <a:path w="13579" h="7344">
                  <a:moveTo>
                    <a:pt x="13579" y="35"/>
                  </a:moveTo>
                  <a:lnTo>
                    <a:pt x="13520" y="2595"/>
                  </a:lnTo>
                  <a:lnTo>
                    <a:pt x="12510" y="2820"/>
                  </a:lnTo>
                  <a:lnTo>
                    <a:pt x="13034" y="7157"/>
                  </a:lnTo>
                  <a:lnTo>
                    <a:pt x="12869" y="7344"/>
                  </a:lnTo>
                  <a:lnTo>
                    <a:pt x="12055" y="6677"/>
                  </a:lnTo>
                  <a:lnTo>
                    <a:pt x="1119" y="6737"/>
                  </a:lnTo>
                  <a:lnTo>
                    <a:pt x="0" y="5160"/>
                  </a:lnTo>
                  <a:lnTo>
                    <a:pt x="443" y="4794"/>
                  </a:lnTo>
                  <a:lnTo>
                    <a:pt x="9839" y="40"/>
                  </a:lnTo>
                  <a:lnTo>
                    <a:pt x="1251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h1405"/>
            <p:cNvSpPr/>
            <p:nvPr/>
          </p:nvSpPr>
          <p:spPr>
            <a:xfrm>
              <a:off x="2666193" y="3151307"/>
              <a:ext cx="10094" cy="9029"/>
            </a:xfrm>
            <a:custGeom>
              <a:avLst/>
              <a:pathLst>
                <a:path w="10094" h="9029">
                  <a:moveTo>
                    <a:pt x="9907" y="3009"/>
                  </a:moveTo>
                  <a:lnTo>
                    <a:pt x="10094" y="5214"/>
                  </a:lnTo>
                  <a:lnTo>
                    <a:pt x="814" y="9029"/>
                  </a:lnTo>
                  <a:lnTo>
                    <a:pt x="0" y="9029"/>
                  </a:lnTo>
                  <a:lnTo>
                    <a:pt x="571" y="6175"/>
                  </a:lnTo>
                  <a:lnTo>
                    <a:pt x="2948" y="3589"/>
                  </a:lnTo>
                  <a:lnTo>
                    <a:pt x="2922" y="1810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h1406"/>
            <p:cNvSpPr/>
            <p:nvPr/>
          </p:nvSpPr>
          <p:spPr>
            <a:xfrm>
              <a:off x="2853764" y="3209604"/>
              <a:ext cx="11282" cy="12492"/>
            </a:xfrm>
            <a:custGeom>
              <a:avLst/>
              <a:pathLst>
                <a:path w="11282" h="12492">
                  <a:moveTo>
                    <a:pt x="2272" y="0"/>
                  </a:moveTo>
                  <a:lnTo>
                    <a:pt x="10866" y="2192"/>
                  </a:lnTo>
                  <a:lnTo>
                    <a:pt x="11282" y="6968"/>
                  </a:lnTo>
                  <a:lnTo>
                    <a:pt x="10342" y="8116"/>
                  </a:lnTo>
                  <a:lnTo>
                    <a:pt x="10265" y="11039"/>
                  </a:lnTo>
                  <a:lnTo>
                    <a:pt x="8109" y="12492"/>
                  </a:lnTo>
                  <a:lnTo>
                    <a:pt x="263" y="12437"/>
                  </a:lnTo>
                  <a:lnTo>
                    <a:pt x="37" y="12274"/>
                  </a:lnTo>
                  <a:lnTo>
                    <a:pt x="0" y="11348"/>
                  </a:lnTo>
                  <a:lnTo>
                    <a:pt x="3787" y="8352"/>
                  </a:lnTo>
                  <a:lnTo>
                    <a:pt x="5294" y="5140"/>
                  </a:lnTo>
                  <a:lnTo>
                    <a:pt x="4962" y="3968"/>
                  </a:lnTo>
                  <a:lnTo>
                    <a:pt x="2294" y="227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h1407"/>
            <p:cNvSpPr/>
            <p:nvPr/>
          </p:nvSpPr>
          <p:spPr>
            <a:xfrm>
              <a:off x="2800735" y="3308286"/>
              <a:ext cx="5215" cy="10734"/>
            </a:xfrm>
            <a:custGeom>
              <a:avLst/>
              <a:pathLst>
                <a:path w="5215" h="10734">
                  <a:moveTo>
                    <a:pt x="5215" y="6008"/>
                  </a:moveTo>
                  <a:lnTo>
                    <a:pt x="4333" y="8199"/>
                  </a:lnTo>
                  <a:lnTo>
                    <a:pt x="1907" y="10734"/>
                  </a:lnTo>
                  <a:lnTo>
                    <a:pt x="2532" y="7674"/>
                  </a:lnTo>
                  <a:lnTo>
                    <a:pt x="0" y="5792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h1408"/>
            <p:cNvSpPr/>
            <p:nvPr/>
          </p:nvSpPr>
          <p:spPr>
            <a:xfrm>
              <a:off x="2821680" y="3200904"/>
              <a:ext cx="2177" cy="1831"/>
            </a:xfrm>
            <a:custGeom>
              <a:avLst/>
              <a:pathLst>
                <a:path w="2177" h="1831">
                  <a:moveTo>
                    <a:pt x="2177" y="1203"/>
                  </a:moveTo>
                  <a:lnTo>
                    <a:pt x="824" y="1831"/>
                  </a:lnTo>
                  <a:lnTo>
                    <a:pt x="0" y="1751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h1409"/>
            <p:cNvSpPr/>
            <p:nvPr/>
          </p:nvSpPr>
          <p:spPr>
            <a:xfrm>
              <a:off x="2775040" y="3217280"/>
              <a:ext cx="3360" cy="1751"/>
            </a:xfrm>
            <a:custGeom>
              <a:avLst/>
              <a:pathLst>
                <a:path w="3360" h="1751">
                  <a:moveTo>
                    <a:pt x="3087" y="0"/>
                  </a:moveTo>
                  <a:lnTo>
                    <a:pt x="3244" y="585"/>
                  </a:lnTo>
                  <a:lnTo>
                    <a:pt x="3360" y="1537"/>
                  </a:lnTo>
                  <a:lnTo>
                    <a:pt x="0" y="175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h1410"/>
            <p:cNvSpPr/>
            <p:nvPr/>
          </p:nvSpPr>
          <p:spPr>
            <a:xfrm>
              <a:off x="2633044" y="3177881"/>
              <a:ext cx="12945" cy="11904"/>
            </a:xfrm>
            <a:custGeom>
              <a:avLst/>
              <a:pathLst>
                <a:path w="12945" h="11904">
                  <a:moveTo>
                    <a:pt x="10659" y="576"/>
                  </a:moveTo>
                  <a:lnTo>
                    <a:pt x="11508" y="2693"/>
                  </a:lnTo>
                  <a:lnTo>
                    <a:pt x="11400" y="7163"/>
                  </a:lnTo>
                  <a:lnTo>
                    <a:pt x="12945" y="10996"/>
                  </a:lnTo>
                  <a:lnTo>
                    <a:pt x="10912" y="11904"/>
                  </a:lnTo>
                  <a:lnTo>
                    <a:pt x="9311" y="11171"/>
                  </a:lnTo>
                  <a:lnTo>
                    <a:pt x="7095" y="6329"/>
                  </a:lnTo>
                  <a:lnTo>
                    <a:pt x="3804" y="10459"/>
                  </a:lnTo>
                  <a:lnTo>
                    <a:pt x="1068" y="9830"/>
                  </a:lnTo>
                  <a:lnTo>
                    <a:pt x="310" y="8488"/>
                  </a:lnTo>
                  <a:lnTo>
                    <a:pt x="1017" y="6727"/>
                  </a:lnTo>
                  <a:lnTo>
                    <a:pt x="0" y="5361"/>
                  </a:lnTo>
                  <a:lnTo>
                    <a:pt x="580" y="3097"/>
                  </a:lnTo>
                  <a:lnTo>
                    <a:pt x="3030" y="3565"/>
                  </a:lnTo>
                  <a:lnTo>
                    <a:pt x="4034" y="5094"/>
                  </a:lnTo>
                  <a:lnTo>
                    <a:pt x="5705" y="5335"/>
                  </a:lnTo>
                  <a:lnTo>
                    <a:pt x="388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h1411"/>
            <p:cNvSpPr/>
            <p:nvPr/>
          </p:nvSpPr>
          <p:spPr>
            <a:xfrm>
              <a:off x="2779754" y="3279979"/>
              <a:ext cx="6593" cy="9341"/>
            </a:xfrm>
            <a:custGeom>
              <a:avLst/>
              <a:pathLst>
                <a:path w="6593" h="9341">
                  <a:moveTo>
                    <a:pt x="3612" y="809"/>
                  </a:moveTo>
                  <a:lnTo>
                    <a:pt x="6593" y="6441"/>
                  </a:lnTo>
                  <a:lnTo>
                    <a:pt x="4836" y="9022"/>
                  </a:lnTo>
                  <a:lnTo>
                    <a:pt x="4820" y="9341"/>
                  </a:lnTo>
                  <a:lnTo>
                    <a:pt x="0" y="3812"/>
                  </a:lnTo>
                  <a:lnTo>
                    <a:pt x="139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h1412"/>
            <p:cNvSpPr/>
            <p:nvPr/>
          </p:nvSpPr>
          <p:spPr>
            <a:xfrm>
              <a:off x="2643856" y="3309658"/>
              <a:ext cx="10783" cy="11338"/>
            </a:xfrm>
            <a:custGeom>
              <a:avLst/>
              <a:pathLst>
                <a:path w="10783" h="11338">
                  <a:moveTo>
                    <a:pt x="10039" y="2756"/>
                  </a:moveTo>
                  <a:lnTo>
                    <a:pt x="10783" y="7464"/>
                  </a:lnTo>
                  <a:lnTo>
                    <a:pt x="3306" y="11338"/>
                  </a:lnTo>
                  <a:lnTo>
                    <a:pt x="385" y="7627"/>
                  </a:lnTo>
                  <a:lnTo>
                    <a:pt x="1975" y="4885"/>
                  </a:lnTo>
                  <a:lnTo>
                    <a:pt x="0" y="3396"/>
                  </a:lnTo>
                  <a:lnTo>
                    <a:pt x="212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h1413"/>
            <p:cNvSpPr/>
            <p:nvPr/>
          </p:nvSpPr>
          <p:spPr>
            <a:xfrm>
              <a:off x="2821422" y="3361303"/>
              <a:ext cx="16278" cy="10247"/>
            </a:xfrm>
            <a:custGeom>
              <a:avLst/>
              <a:pathLst>
                <a:path w="16278" h="10247">
                  <a:moveTo>
                    <a:pt x="7930" y="5"/>
                  </a:moveTo>
                  <a:lnTo>
                    <a:pt x="9050" y="325"/>
                  </a:lnTo>
                  <a:lnTo>
                    <a:pt x="12159" y="1468"/>
                  </a:lnTo>
                  <a:lnTo>
                    <a:pt x="12922" y="5233"/>
                  </a:lnTo>
                  <a:lnTo>
                    <a:pt x="16278" y="7409"/>
                  </a:lnTo>
                  <a:lnTo>
                    <a:pt x="14381" y="9463"/>
                  </a:lnTo>
                  <a:lnTo>
                    <a:pt x="10779" y="10247"/>
                  </a:lnTo>
                  <a:lnTo>
                    <a:pt x="443" y="10036"/>
                  </a:lnTo>
                  <a:lnTo>
                    <a:pt x="0" y="5725"/>
                  </a:lnTo>
                  <a:lnTo>
                    <a:pt x="2956" y="893"/>
                  </a:lnTo>
                  <a:lnTo>
                    <a:pt x="249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h1414"/>
            <p:cNvSpPr/>
            <p:nvPr/>
          </p:nvSpPr>
          <p:spPr>
            <a:xfrm>
              <a:off x="2717500" y="3180983"/>
              <a:ext cx="9011" cy="5287"/>
            </a:xfrm>
            <a:custGeom>
              <a:avLst/>
              <a:pathLst>
                <a:path w="9011" h="5287">
                  <a:moveTo>
                    <a:pt x="4816" y="911"/>
                  </a:moveTo>
                  <a:lnTo>
                    <a:pt x="9011" y="3001"/>
                  </a:lnTo>
                  <a:lnTo>
                    <a:pt x="8934" y="5287"/>
                  </a:lnTo>
                  <a:lnTo>
                    <a:pt x="4748" y="4811"/>
                  </a:lnTo>
                  <a:lnTo>
                    <a:pt x="2548" y="3596"/>
                  </a:lnTo>
                  <a:lnTo>
                    <a:pt x="1055" y="3688"/>
                  </a:lnTo>
                  <a:lnTo>
                    <a:pt x="0" y="383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h1415"/>
            <p:cNvSpPr/>
            <p:nvPr/>
          </p:nvSpPr>
          <p:spPr>
            <a:xfrm>
              <a:off x="2790391" y="3270407"/>
              <a:ext cx="15812" cy="15015"/>
            </a:xfrm>
            <a:custGeom>
              <a:avLst/>
              <a:pathLst>
                <a:path w="15812" h="15015">
                  <a:moveTo>
                    <a:pt x="4587" y="532"/>
                  </a:moveTo>
                  <a:lnTo>
                    <a:pt x="5507" y="3109"/>
                  </a:lnTo>
                  <a:lnTo>
                    <a:pt x="10640" y="2969"/>
                  </a:lnTo>
                  <a:lnTo>
                    <a:pt x="12374" y="3478"/>
                  </a:lnTo>
                  <a:lnTo>
                    <a:pt x="15812" y="9313"/>
                  </a:lnTo>
                  <a:lnTo>
                    <a:pt x="14997" y="10406"/>
                  </a:lnTo>
                  <a:lnTo>
                    <a:pt x="10493" y="12707"/>
                  </a:lnTo>
                  <a:lnTo>
                    <a:pt x="9889" y="13577"/>
                  </a:lnTo>
                  <a:lnTo>
                    <a:pt x="10425" y="14255"/>
                  </a:lnTo>
                  <a:lnTo>
                    <a:pt x="8994" y="15015"/>
                  </a:lnTo>
                  <a:lnTo>
                    <a:pt x="2384" y="12201"/>
                  </a:lnTo>
                  <a:lnTo>
                    <a:pt x="2543" y="10975"/>
                  </a:lnTo>
                  <a:lnTo>
                    <a:pt x="2576" y="9979"/>
                  </a:lnTo>
                  <a:lnTo>
                    <a:pt x="311" y="7463"/>
                  </a:lnTo>
                  <a:lnTo>
                    <a:pt x="1148" y="5036"/>
                  </a:lnTo>
                  <a:lnTo>
                    <a:pt x="3906" y="2293"/>
                  </a:lnTo>
                  <a:lnTo>
                    <a:pt x="255" y="2182"/>
                  </a:lnTo>
                  <a:lnTo>
                    <a:pt x="0" y="1099"/>
                  </a:lnTo>
                  <a:lnTo>
                    <a:pt x="170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h1416"/>
            <p:cNvSpPr/>
            <p:nvPr/>
          </p:nvSpPr>
          <p:spPr>
            <a:xfrm>
              <a:off x="2840351" y="3199803"/>
              <a:ext cx="10913" cy="9357"/>
            </a:xfrm>
            <a:custGeom>
              <a:avLst/>
              <a:pathLst>
                <a:path w="10913" h="9357">
                  <a:moveTo>
                    <a:pt x="3085" y="0"/>
                  </a:moveTo>
                  <a:lnTo>
                    <a:pt x="4027" y="1604"/>
                  </a:lnTo>
                  <a:lnTo>
                    <a:pt x="5842" y="1797"/>
                  </a:lnTo>
                  <a:lnTo>
                    <a:pt x="8660" y="57"/>
                  </a:lnTo>
                  <a:lnTo>
                    <a:pt x="10591" y="2719"/>
                  </a:lnTo>
                  <a:lnTo>
                    <a:pt x="10913" y="5145"/>
                  </a:lnTo>
                  <a:lnTo>
                    <a:pt x="10493" y="6162"/>
                  </a:lnTo>
                  <a:lnTo>
                    <a:pt x="5479" y="9357"/>
                  </a:lnTo>
                  <a:lnTo>
                    <a:pt x="2573" y="6164"/>
                  </a:lnTo>
                  <a:lnTo>
                    <a:pt x="0" y="245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h1417"/>
            <p:cNvSpPr/>
            <p:nvPr/>
          </p:nvSpPr>
          <p:spPr>
            <a:xfrm>
              <a:off x="2787330" y="3116540"/>
              <a:ext cx="24780" cy="17308"/>
            </a:xfrm>
            <a:custGeom>
              <a:avLst/>
              <a:pathLst>
                <a:path w="24780" h="17308">
                  <a:moveTo>
                    <a:pt x="24295" y="402"/>
                  </a:moveTo>
                  <a:lnTo>
                    <a:pt x="24780" y="2587"/>
                  </a:lnTo>
                  <a:lnTo>
                    <a:pt x="21688" y="9274"/>
                  </a:lnTo>
                  <a:lnTo>
                    <a:pt x="17427" y="9301"/>
                  </a:lnTo>
                  <a:lnTo>
                    <a:pt x="16515" y="11813"/>
                  </a:lnTo>
                  <a:lnTo>
                    <a:pt x="17132" y="15403"/>
                  </a:lnTo>
                  <a:lnTo>
                    <a:pt x="18263" y="17308"/>
                  </a:lnTo>
                  <a:lnTo>
                    <a:pt x="15728" y="15505"/>
                  </a:lnTo>
                  <a:lnTo>
                    <a:pt x="16169" y="13637"/>
                  </a:lnTo>
                  <a:lnTo>
                    <a:pt x="13616" y="13299"/>
                  </a:lnTo>
                  <a:lnTo>
                    <a:pt x="11061" y="14312"/>
                  </a:lnTo>
                  <a:lnTo>
                    <a:pt x="10074" y="16576"/>
                  </a:lnTo>
                  <a:lnTo>
                    <a:pt x="7900" y="16808"/>
                  </a:lnTo>
                  <a:lnTo>
                    <a:pt x="2806" y="15921"/>
                  </a:lnTo>
                  <a:lnTo>
                    <a:pt x="0" y="12051"/>
                  </a:lnTo>
                  <a:lnTo>
                    <a:pt x="583" y="10701"/>
                  </a:lnTo>
                  <a:lnTo>
                    <a:pt x="2983" y="13887"/>
                  </a:lnTo>
                  <a:lnTo>
                    <a:pt x="6189" y="13332"/>
                  </a:lnTo>
                  <a:lnTo>
                    <a:pt x="1666" y="9137"/>
                  </a:lnTo>
                  <a:lnTo>
                    <a:pt x="1430" y="7553"/>
                  </a:lnTo>
                  <a:lnTo>
                    <a:pt x="3794" y="5951"/>
                  </a:lnTo>
                  <a:lnTo>
                    <a:pt x="13189" y="9239"/>
                  </a:lnTo>
                  <a:lnTo>
                    <a:pt x="20851" y="2574"/>
                  </a:lnTo>
                  <a:lnTo>
                    <a:pt x="2162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h1418"/>
            <p:cNvSpPr/>
            <p:nvPr/>
          </p:nvSpPr>
          <p:spPr>
            <a:xfrm>
              <a:off x="2840691" y="3313717"/>
              <a:ext cx="11802" cy="10086"/>
            </a:xfrm>
            <a:custGeom>
              <a:avLst/>
              <a:pathLst>
                <a:path w="11802" h="10086">
                  <a:moveTo>
                    <a:pt x="1177" y="32"/>
                  </a:moveTo>
                  <a:lnTo>
                    <a:pt x="3034" y="2364"/>
                  </a:lnTo>
                  <a:lnTo>
                    <a:pt x="11647" y="9409"/>
                  </a:lnTo>
                  <a:lnTo>
                    <a:pt x="11802" y="10086"/>
                  </a:lnTo>
                  <a:lnTo>
                    <a:pt x="10130" y="9411"/>
                  </a:lnTo>
                  <a:lnTo>
                    <a:pt x="7923" y="10062"/>
                  </a:lnTo>
                  <a:lnTo>
                    <a:pt x="3999" y="9036"/>
                  </a:lnTo>
                  <a:lnTo>
                    <a:pt x="2574" y="8510"/>
                  </a:lnTo>
                  <a:lnTo>
                    <a:pt x="1566" y="7089"/>
                  </a:lnTo>
                  <a:lnTo>
                    <a:pt x="341" y="4735"/>
                  </a:lnTo>
                  <a:lnTo>
                    <a:pt x="0" y="925"/>
                  </a:lnTo>
                  <a:lnTo>
                    <a:pt x="43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h1419"/>
            <p:cNvSpPr/>
            <p:nvPr/>
          </p:nvSpPr>
          <p:spPr>
            <a:xfrm>
              <a:off x="2651121" y="3273057"/>
              <a:ext cx="16548" cy="22779"/>
            </a:xfrm>
            <a:custGeom>
              <a:avLst/>
              <a:pathLst>
                <a:path w="16548" h="22779">
                  <a:moveTo>
                    <a:pt x="12983" y="0"/>
                  </a:moveTo>
                  <a:lnTo>
                    <a:pt x="14006" y="249"/>
                  </a:lnTo>
                  <a:lnTo>
                    <a:pt x="15006" y="1062"/>
                  </a:lnTo>
                  <a:lnTo>
                    <a:pt x="14000" y="1769"/>
                  </a:lnTo>
                  <a:lnTo>
                    <a:pt x="16150" y="4305"/>
                  </a:lnTo>
                  <a:lnTo>
                    <a:pt x="14078" y="8791"/>
                  </a:lnTo>
                  <a:lnTo>
                    <a:pt x="15116" y="12602"/>
                  </a:lnTo>
                  <a:lnTo>
                    <a:pt x="13811" y="14632"/>
                  </a:lnTo>
                  <a:lnTo>
                    <a:pt x="14306" y="16623"/>
                  </a:lnTo>
                  <a:lnTo>
                    <a:pt x="16548" y="18007"/>
                  </a:lnTo>
                  <a:lnTo>
                    <a:pt x="15915" y="19480"/>
                  </a:lnTo>
                  <a:lnTo>
                    <a:pt x="11877" y="20857"/>
                  </a:lnTo>
                  <a:lnTo>
                    <a:pt x="9640" y="22400"/>
                  </a:lnTo>
                  <a:lnTo>
                    <a:pt x="8457" y="21069"/>
                  </a:lnTo>
                  <a:lnTo>
                    <a:pt x="950" y="22779"/>
                  </a:lnTo>
                  <a:lnTo>
                    <a:pt x="2544" y="17360"/>
                  </a:lnTo>
                  <a:lnTo>
                    <a:pt x="0" y="13357"/>
                  </a:lnTo>
                  <a:lnTo>
                    <a:pt x="1316" y="11280"/>
                  </a:lnTo>
                  <a:lnTo>
                    <a:pt x="4608" y="10768"/>
                  </a:lnTo>
                  <a:lnTo>
                    <a:pt x="5299" y="8738"/>
                  </a:lnTo>
                  <a:lnTo>
                    <a:pt x="5280" y="5064"/>
                  </a:lnTo>
                  <a:lnTo>
                    <a:pt x="9343" y="4102"/>
                  </a:lnTo>
                  <a:lnTo>
                    <a:pt x="11445" y="4854"/>
                  </a:lnTo>
                  <a:lnTo>
                    <a:pt x="10591" y="10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h1420"/>
            <p:cNvSpPr/>
            <p:nvPr/>
          </p:nvSpPr>
          <p:spPr>
            <a:xfrm>
              <a:off x="2890106" y="3160365"/>
              <a:ext cx="81302" cy="71308"/>
            </a:xfrm>
            <a:custGeom>
              <a:avLst/>
              <a:pathLst>
                <a:path w="81302" h="71308">
                  <a:moveTo>
                    <a:pt x="71254" y="7236"/>
                  </a:moveTo>
                  <a:lnTo>
                    <a:pt x="81302" y="19514"/>
                  </a:lnTo>
                  <a:lnTo>
                    <a:pt x="74435" y="20893"/>
                  </a:lnTo>
                  <a:lnTo>
                    <a:pt x="74241" y="27005"/>
                  </a:lnTo>
                  <a:lnTo>
                    <a:pt x="70774" y="26286"/>
                  </a:lnTo>
                  <a:lnTo>
                    <a:pt x="70800" y="30790"/>
                  </a:lnTo>
                  <a:lnTo>
                    <a:pt x="63236" y="28583"/>
                  </a:lnTo>
                  <a:lnTo>
                    <a:pt x="48810" y="30681"/>
                  </a:lnTo>
                  <a:lnTo>
                    <a:pt x="48911" y="34946"/>
                  </a:lnTo>
                  <a:lnTo>
                    <a:pt x="49634" y="37011"/>
                  </a:lnTo>
                  <a:lnTo>
                    <a:pt x="51789" y="39127"/>
                  </a:lnTo>
                  <a:lnTo>
                    <a:pt x="51336" y="40839"/>
                  </a:lnTo>
                  <a:lnTo>
                    <a:pt x="38823" y="41429"/>
                  </a:lnTo>
                  <a:lnTo>
                    <a:pt x="34309" y="44821"/>
                  </a:lnTo>
                  <a:lnTo>
                    <a:pt x="35683" y="40441"/>
                  </a:lnTo>
                  <a:lnTo>
                    <a:pt x="35073" y="38414"/>
                  </a:lnTo>
                  <a:lnTo>
                    <a:pt x="33687" y="38138"/>
                  </a:lnTo>
                  <a:lnTo>
                    <a:pt x="31001" y="41085"/>
                  </a:lnTo>
                  <a:lnTo>
                    <a:pt x="31381" y="42372"/>
                  </a:lnTo>
                  <a:lnTo>
                    <a:pt x="32465" y="42783"/>
                  </a:lnTo>
                  <a:lnTo>
                    <a:pt x="32101" y="46406"/>
                  </a:lnTo>
                  <a:lnTo>
                    <a:pt x="27561" y="48538"/>
                  </a:lnTo>
                  <a:lnTo>
                    <a:pt x="27803" y="53566"/>
                  </a:lnTo>
                  <a:lnTo>
                    <a:pt x="24237" y="54881"/>
                  </a:lnTo>
                  <a:lnTo>
                    <a:pt x="23920" y="58153"/>
                  </a:lnTo>
                  <a:lnTo>
                    <a:pt x="21086" y="66564"/>
                  </a:lnTo>
                  <a:lnTo>
                    <a:pt x="20443" y="67919"/>
                  </a:lnTo>
                  <a:lnTo>
                    <a:pt x="19000" y="67096"/>
                  </a:lnTo>
                  <a:lnTo>
                    <a:pt x="18095" y="71308"/>
                  </a:lnTo>
                  <a:lnTo>
                    <a:pt x="15729" y="70262"/>
                  </a:lnTo>
                  <a:lnTo>
                    <a:pt x="11802" y="70492"/>
                  </a:lnTo>
                  <a:lnTo>
                    <a:pt x="7050" y="67430"/>
                  </a:lnTo>
                  <a:lnTo>
                    <a:pt x="7727" y="65940"/>
                  </a:lnTo>
                  <a:lnTo>
                    <a:pt x="2529" y="59301"/>
                  </a:lnTo>
                  <a:lnTo>
                    <a:pt x="4679" y="56169"/>
                  </a:lnTo>
                  <a:lnTo>
                    <a:pt x="3197" y="53987"/>
                  </a:lnTo>
                  <a:lnTo>
                    <a:pt x="0" y="50462"/>
                  </a:lnTo>
                  <a:lnTo>
                    <a:pt x="2540" y="49895"/>
                  </a:lnTo>
                  <a:lnTo>
                    <a:pt x="5196" y="50215"/>
                  </a:lnTo>
                  <a:lnTo>
                    <a:pt x="5790" y="48080"/>
                  </a:lnTo>
                  <a:lnTo>
                    <a:pt x="4011" y="46595"/>
                  </a:lnTo>
                  <a:lnTo>
                    <a:pt x="5869" y="44180"/>
                  </a:lnTo>
                  <a:lnTo>
                    <a:pt x="11327" y="40400"/>
                  </a:lnTo>
                  <a:lnTo>
                    <a:pt x="14219" y="41927"/>
                  </a:lnTo>
                  <a:lnTo>
                    <a:pt x="14285" y="43874"/>
                  </a:lnTo>
                  <a:lnTo>
                    <a:pt x="16703" y="45908"/>
                  </a:lnTo>
                  <a:lnTo>
                    <a:pt x="18310" y="46004"/>
                  </a:lnTo>
                  <a:lnTo>
                    <a:pt x="19681" y="43344"/>
                  </a:lnTo>
                  <a:lnTo>
                    <a:pt x="19986" y="41683"/>
                  </a:lnTo>
                  <a:lnTo>
                    <a:pt x="19399" y="40188"/>
                  </a:lnTo>
                  <a:lnTo>
                    <a:pt x="21237" y="36590"/>
                  </a:lnTo>
                  <a:lnTo>
                    <a:pt x="25858" y="32847"/>
                  </a:lnTo>
                  <a:lnTo>
                    <a:pt x="30921" y="24776"/>
                  </a:lnTo>
                  <a:lnTo>
                    <a:pt x="36354" y="19747"/>
                  </a:lnTo>
                  <a:lnTo>
                    <a:pt x="40554" y="18919"/>
                  </a:lnTo>
                  <a:lnTo>
                    <a:pt x="44365" y="19505"/>
                  </a:lnTo>
                  <a:lnTo>
                    <a:pt x="54885" y="13426"/>
                  </a:lnTo>
                  <a:lnTo>
                    <a:pt x="57748" y="9958"/>
                  </a:lnTo>
                  <a:lnTo>
                    <a:pt x="64177" y="6204"/>
                  </a:lnTo>
                  <a:lnTo>
                    <a:pt x="63491" y="3750"/>
                  </a:lnTo>
                  <a:lnTo>
                    <a:pt x="6533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h1421"/>
            <p:cNvSpPr/>
            <p:nvPr/>
          </p:nvSpPr>
          <p:spPr>
            <a:xfrm>
              <a:off x="2796730" y="3235850"/>
              <a:ext cx="6264" cy="4760"/>
            </a:xfrm>
            <a:custGeom>
              <a:avLst/>
              <a:pathLst>
                <a:path w="6264" h="4760">
                  <a:moveTo>
                    <a:pt x="6264" y="404"/>
                  </a:moveTo>
                  <a:lnTo>
                    <a:pt x="5735" y="1636"/>
                  </a:lnTo>
                  <a:lnTo>
                    <a:pt x="4382" y="4467"/>
                  </a:lnTo>
                  <a:lnTo>
                    <a:pt x="984" y="4760"/>
                  </a:lnTo>
                  <a:lnTo>
                    <a:pt x="65" y="2502"/>
                  </a:lnTo>
                  <a:lnTo>
                    <a:pt x="0" y="1992"/>
                  </a:lnTo>
                  <a:lnTo>
                    <a:pt x="2147" y="2190"/>
                  </a:lnTo>
                  <a:lnTo>
                    <a:pt x="54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h1422"/>
            <p:cNvSpPr/>
            <p:nvPr/>
          </p:nvSpPr>
          <p:spPr>
            <a:xfrm>
              <a:off x="2775965" y="3213541"/>
              <a:ext cx="3597" cy="4323"/>
            </a:xfrm>
            <a:custGeom>
              <a:avLst/>
              <a:pathLst>
                <a:path w="3597" h="4323">
                  <a:moveTo>
                    <a:pt x="3597" y="354"/>
                  </a:moveTo>
                  <a:lnTo>
                    <a:pt x="3194" y="4235"/>
                  </a:lnTo>
                  <a:lnTo>
                    <a:pt x="2319" y="4323"/>
                  </a:lnTo>
                  <a:lnTo>
                    <a:pt x="2162" y="37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h1423"/>
            <p:cNvSpPr/>
            <p:nvPr/>
          </p:nvSpPr>
          <p:spPr>
            <a:xfrm>
              <a:off x="2635925" y="3167205"/>
              <a:ext cx="12559" cy="13719"/>
            </a:xfrm>
            <a:custGeom>
              <a:avLst/>
              <a:pathLst>
                <a:path w="12559" h="13719">
                  <a:moveTo>
                    <a:pt x="11234" y="1405"/>
                  </a:moveTo>
                  <a:lnTo>
                    <a:pt x="11411" y="3454"/>
                  </a:lnTo>
                  <a:lnTo>
                    <a:pt x="10609" y="2757"/>
                  </a:lnTo>
                  <a:lnTo>
                    <a:pt x="9556" y="7365"/>
                  </a:lnTo>
                  <a:lnTo>
                    <a:pt x="12559" y="13238"/>
                  </a:lnTo>
                  <a:lnTo>
                    <a:pt x="11244" y="13719"/>
                  </a:lnTo>
                  <a:lnTo>
                    <a:pt x="8628" y="13369"/>
                  </a:lnTo>
                  <a:lnTo>
                    <a:pt x="7778" y="11253"/>
                  </a:lnTo>
                  <a:lnTo>
                    <a:pt x="1002" y="10676"/>
                  </a:lnTo>
                  <a:lnTo>
                    <a:pt x="385" y="6395"/>
                  </a:lnTo>
                  <a:lnTo>
                    <a:pt x="1300" y="4026"/>
                  </a:lnTo>
                  <a:lnTo>
                    <a:pt x="0" y="2043"/>
                  </a:lnTo>
                  <a:lnTo>
                    <a:pt x="219" y="1111"/>
                  </a:lnTo>
                  <a:lnTo>
                    <a:pt x="2296" y="53"/>
                  </a:lnTo>
                  <a:lnTo>
                    <a:pt x="698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h1424"/>
            <p:cNvSpPr/>
            <p:nvPr/>
          </p:nvSpPr>
          <p:spPr>
            <a:xfrm>
              <a:off x="2740885" y="3207303"/>
              <a:ext cx="18316" cy="11756"/>
            </a:xfrm>
            <a:custGeom>
              <a:avLst/>
              <a:pathLst>
                <a:path w="18316" h="11756">
                  <a:moveTo>
                    <a:pt x="12608" y="5510"/>
                  </a:moveTo>
                  <a:lnTo>
                    <a:pt x="16849" y="8316"/>
                  </a:lnTo>
                  <a:lnTo>
                    <a:pt x="18316" y="11756"/>
                  </a:lnTo>
                  <a:lnTo>
                    <a:pt x="7881" y="6631"/>
                  </a:lnTo>
                  <a:lnTo>
                    <a:pt x="1564" y="5998"/>
                  </a:lnTo>
                  <a:lnTo>
                    <a:pt x="0" y="6383"/>
                  </a:lnTo>
                  <a:lnTo>
                    <a:pt x="1412" y="3457"/>
                  </a:lnTo>
                  <a:lnTo>
                    <a:pt x="721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h1425"/>
            <p:cNvSpPr/>
            <p:nvPr/>
          </p:nvSpPr>
          <p:spPr>
            <a:xfrm>
              <a:off x="2771986" y="3292069"/>
              <a:ext cx="16726" cy="9283"/>
            </a:xfrm>
            <a:custGeom>
              <a:avLst/>
              <a:pathLst>
                <a:path w="16726" h="9283">
                  <a:moveTo>
                    <a:pt x="4684" y="1345"/>
                  </a:moveTo>
                  <a:lnTo>
                    <a:pt x="5569" y="3037"/>
                  </a:lnTo>
                  <a:lnTo>
                    <a:pt x="9189" y="4044"/>
                  </a:lnTo>
                  <a:lnTo>
                    <a:pt x="13727" y="2389"/>
                  </a:lnTo>
                  <a:lnTo>
                    <a:pt x="16688" y="6739"/>
                  </a:lnTo>
                  <a:lnTo>
                    <a:pt x="16726" y="8168"/>
                  </a:lnTo>
                  <a:lnTo>
                    <a:pt x="11964" y="9283"/>
                  </a:lnTo>
                  <a:lnTo>
                    <a:pt x="4484" y="8521"/>
                  </a:lnTo>
                  <a:lnTo>
                    <a:pt x="6021" y="8185"/>
                  </a:lnTo>
                  <a:lnTo>
                    <a:pt x="7719" y="4931"/>
                  </a:lnTo>
                  <a:lnTo>
                    <a:pt x="3957" y="3902"/>
                  </a:lnTo>
                  <a:lnTo>
                    <a:pt x="0" y="761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h1426"/>
            <p:cNvSpPr/>
            <p:nvPr/>
          </p:nvSpPr>
          <p:spPr>
            <a:xfrm>
              <a:off x="2782940" y="3209887"/>
              <a:ext cx="13692" cy="9970"/>
            </a:xfrm>
            <a:custGeom>
              <a:avLst/>
              <a:pathLst>
                <a:path w="13692" h="9970">
                  <a:moveTo>
                    <a:pt x="13692" y="7448"/>
                  </a:moveTo>
                  <a:lnTo>
                    <a:pt x="9117" y="6826"/>
                  </a:lnTo>
                  <a:lnTo>
                    <a:pt x="1645" y="9970"/>
                  </a:lnTo>
                  <a:lnTo>
                    <a:pt x="0" y="8824"/>
                  </a:lnTo>
                  <a:lnTo>
                    <a:pt x="253" y="7223"/>
                  </a:lnTo>
                  <a:lnTo>
                    <a:pt x="257" y="5298"/>
                  </a:lnTo>
                  <a:lnTo>
                    <a:pt x="7940" y="1004"/>
                  </a:lnTo>
                  <a:lnTo>
                    <a:pt x="910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h1427"/>
            <p:cNvSpPr/>
            <p:nvPr/>
          </p:nvSpPr>
          <p:spPr>
            <a:xfrm>
              <a:off x="2658394" y="3296809"/>
              <a:ext cx="22930" cy="23309"/>
            </a:xfrm>
            <a:custGeom>
              <a:avLst/>
              <a:pathLst>
                <a:path w="22930" h="23309">
                  <a:moveTo>
                    <a:pt x="4770" y="2094"/>
                  </a:moveTo>
                  <a:lnTo>
                    <a:pt x="3761" y="8247"/>
                  </a:lnTo>
                  <a:lnTo>
                    <a:pt x="12135" y="8955"/>
                  </a:lnTo>
                  <a:lnTo>
                    <a:pt x="20014" y="7855"/>
                  </a:lnTo>
                  <a:lnTo>
                    <a:pt x="22930" y="9581"/>
                  </a:lnTo>
                  <a:lnTo>
                    <a:pt x="21409" y="12775"/>
                  </a:lnTo>
                  <a:lnTo>
                    <a:pt x="19980" y="10325"/>
                  </a:lnTo>
                  <a:lnTo>
                    <a:pt x="16827" y="10759"/>
                  </a:lnTo>
                  <a:lnTo>
                    <a:pt x="12797" y="16561"/>
                  </a:lnTo>
                  <a:lnTo>
                    <a:pt x="12995" y="17656"/>
                  </a:lnTo>
                  <a:lnTo>
                    <a:pt x="10354" y="23309"/>
                  </a:lnTo>
                  <a:lnTo>
                    <a:pt x="5853" y="19730"/>
                  </a:lnTo>
                  <a:lnTo>
                    <a:pt x="6100" y="18366"/>
                  </a:lnTo>
                  <a:lnTo>
                    <a:pt x="4862" y="13572"/>
                  </a:lnTo>
                  <a:lnTo>
                    <a:pt x="2749" y="11630"/>
                  </a:lnTo>
                  <a:lnTo>
                    <a:pt x="0" y="9062"/>
                  </a:lnTo>
                  <a:lnTo>
                    <a:pt x="686" y="4722"/>
                  </a:lnTo>
                  <a:lnTo>
                    <a:pt x="2972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h1428"/>
            <p:cNvSpPr/>
            <p:nvPr/>
          </p:nvSpPr>
          <p:spPr>
            <a:xfrm>
              <a:off x="2691392" y="3213752"/>
              <a:ext cx="10754" cy="8839"/>
            </a:xfrm>
            <a:custGeom>
              <a:avLst/>
              <a:pathLst>
                <a:path w="10754" h="8839">
                  <a:moveTo>
                    <a:pt x="9258" y="443"/>
                  </a:moveTo>
                  <a:lnTo>
                    <a:pt x="10299" y="1014"/>
                  </a:lnTo>
                  <a:lnTo>
                    <a:pt x="10754" y="3700"/>
                  </a:lnTo>
                  <a:lnTo>
                    <a:pt x="10641" y="8839"/>
                  </a:lnTo>
                  <a:lnTo>
                    <a:pt x="3670" y="7957"/>
                  </a:lnTo>
                  <a:lnTo>
                    <a:pt x="0" y="6094"/>
                  </a:lnTo>
                  <a:lnTo>
                    <a:pt x="682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h1429"/>
            <p:cNvSpPr/>
            <p:nvPr/>
          </p:nvSpPr>
          <p:spPr>
            <a:xfrm>
              <a:off x="2790407" y="3237048"/>
              <a:ext cx="7883" cy="6386"/>
            </a:xfrm>
            <a:custGeom>
              <a:avLst/>
              <a:pathLst>
                <a:path w="7883" h="6386">
                  <a:moveTo>
                    <a:pt x="6387" y="1305"/>
                  </a:moveTo>
                  <a:lnTo>
                    <a:pt x="7306" y="3563"/>
                  </a:lnTo>
                  <a:lnTo>
                    <a:pt x="7883" y="4540"/>
                  </a:lnTo>
                  <a:lnTo>
                    <a:pt x="7427" y="4618"/>
                  </a:lnTo>
                  <a:lnTo>
                    <a:pt x="4395" y="6386"/>
                  </a:lnTo>
                  <a:lnTo>
                    <a:pt x="1379" y="4206"/>
                  </a:lnTo>
                  <a:lnTo>
                    <a:pt x="0" y="2118"/>
                  </a:lnTo>
                  <a:lnTo>
                    <a:pt x="5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h1430"/>
            <p:cNvSpPr/>
            <p:nvPr/>
          </p:nvSpPr>
          <p:spPr>
            <a:xfrm>
              <a:off x="2768329" y="3228229"/>
              <a:ext cx="10809" cy="9211"/>
            </a:xfrm>
            <a:custGeom>
              <a:avLst/>
              <a:pathLst>
                <a:path w="10809" h="9211">
                  <a:moveTo>
                    <a:pt x="9047" y="815"/>
                  </a:moveTo>
                  <a:lnTo>
                    <a:pt x="10809" y="2806"/>
                  </a:lnTo>
                  <a:lnTo>
                    <a:pt x="4442" y="5539"/>
                  </a:lnTo>
                  <a:lnTo>
                    <a:pt x="4243" y="8072"/>
                  </a:lnTo>
                  <a:lnTo>
                    <a:pt x="759" y="9211"/>
                  </a:lnTo>
                  <a:lnTo>
                    <a:pt x="266" y="9132"/>
                  </a:lnTo>
                  <a:lnTo>
                    <a:pt x="0" y="5835"/>
                  </a:lnTo>
                  <a:lnTo>
                    <a:pt x="3671" y="5008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h1431"/>
            <p:cNvSpPr/>
            <p:nvPr/>
          </p:nvSpPr>
          <p:spPr>
            <a:xfrm>
              <a:off x="2792661" y="3228188"/>
              <a:ext cx="3990" cy="2863"/>
            </a:xfrm>
            <a:custGeom>
              <a:avLst/>
              <a:pathLst>
                <a:path w="3990" h="2863">
                  <a:moveTo>
                    <a:pt x="868" y="69"/>
                  </a:moveTo>
                  <a:lnTo>
                    <a:pt x="3990" y="0"/>
                  </a:lnTo>
                  <a:lnTo>
                    <a:pt x="3801" y="1808"/>
                  </a:lnTo>
                  <a:lnTo>
                    <a:pt x="1264" y="2863"/>
                  </a:lnTo>
                  <a:lnTo>
                    <a:pt x="0" y="118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h1432"/>
            <p:cNvSpPr/>
            <p:nvPr/>
          </p:nvSpPr>
          <p:spPr>
            <a:xfrm>
              <a:off x="2667008" y="3153741"/>
              <a:ext cx="16490" cy="11401"/>
            </a:xfrm>
            <a:custGeom>
              <a:avLst/>
              <a:pathLst>
                <a:path w="16490" h="11401">
                  <a:moveTo>
                    <a:pt x="16490" y="5069"/>
                  </a:moveTo>
                  <a:lnTo>
                    <a:pt x="14821" y="9185"/>
                  </a:lnTo>
                  <a:lnTo>
                    <a:pt x="10999" y="10841"/>
                  </a:lnTo>
                  <a:lnTo>
                    <a:pt x="6458" y="11401"/>
                  </a:lnTo>
                  <a:lnTo>
                    <a:pt x="4504" y="8787"/>
                  </a:lnTo>
                  <a:lnTo>
                    <a:pt x="1656" y="10578"/>
                  </a:lnTo>
                  <a:lnTo>
                    <a:pt x="42" y="8254"/>
                  </a:lnTo>
                  <a:lnTo>
                    <a:pt x="0" y="6595"/>
                  </a:lnTo>
                  <a:lnTo>
                    <a:pt x="9280" y="2780"/>
                  </a:lnTo>
                  <a:lnTo>
                    <a:pt x="9093" y="575"/>
                  </a:lnTo>
                  <a:lnTo>
                    <a:pt x="1531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h1433"/>
            <p:cNvSpPr/>
            <p:nvPr/>
          </p:nvSpPr>
          <p:spPr>
            <a:xfrm>
              <a:off x="2645119" y="3317122"/>
              <a:ext cx="16373" cy="10606"/>
            </a:xfrm>
            <a:custGeom>
              <a:avLst/>
              <a:pathLst>
                <a:path w="16373" h="10606">
                  <a:moveTo>
                    <a:pt x="16127" y="647"/>
                  </a:moveTo>
                  <a:lnTo>
                    <a:pt x="14931" y="7149"/>
                  </a:lnTo>
                  <a:lnTo>
                    <a:pt x="16373" y="10606"/>
                  </a:lnTo>
                  <a:lnTo>
                    <a:pt x="12964" y="10064"/>
                  </a:lnTo>
                  <a:lnTo>
                    <a:pt x="11341" y="8683"/>
                  </a:lnTo>
                  <a:lnTo>
                    <a:pt x="5905" y="8785"/>
                  </a:lnTo>
                  <a:lnTo>
                    <a:pt x="2983" y="6156"/>
                  </a:lnTo>
                  <a:lnTo>
                    <a:pt x="1980" y="6851"/>
                  </a:lnTo>
                  <a:lnTo>
                    <a:pt x="0" y="5564"/>
                  </a:lnTo>
                  <a:lnTo>
                    <a:pt x="2043" y="3874"/>
                  </a:lnTo>
                  <a:lnTo>
                    <a:pt x="951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h1434"/>
            <p:cNvSpPr/>
            <p:nvPr/>
          </p:nvSpPr>
          <p:spPr>
            <a:xfrm>
              <a:off x="2793529" y="3218197"/>
              <a:ext cx="4056" cy="10060"/>
            </a:xfrm>
            <a:custGeom>
              <a:avLst/>
              <a:pathLst>
                <a:path w="4056" h="10060">
                  <a:moveTo>
                    <a:pt x="3610" y="0"/>
                  </a:moveTo>
                  <a:lnTo>
                    <a:pt x="4056" y="3328"/>
                  </a:lnTo>
                  <a:lnTo>
                    <a:pt x="3122" y="9991"/>
                  </a:lnTo>
                  <a:lnTo>
                    <a:pt x="0" y="10060"/>
                  </a:lnTo>
                  <a:lnTo>
                    <a:pt x="1428" y="124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h1435"/>
            <p:cNvSpPr/>
            <p:nvPr/>
          </p:nvSpPr>
          <p:spPr>
            <a:xfrm>
              <a:off x="2809411" y="3327782"/>
              <a:ext cx="12320" cy="10004"/>
            </a:xfrm>
            <a:custGeom>
              <a:avLst/>
              <a:pathLst>
                <a:path w="12320" h="10004">
                  <a:moveTo>
                    <a:pt x="5530" y="148"/>
                  </a:moveTo>
                  <a:lnTo>
                    <a:pt x="10915" y="0"/>
                  </a:lnTo>
                  <a:lnTo>
                    <a:pt x="12320" y="2239"/>
                  </a:lnTo>
                  <a:lnTo>
                    <a:pt x="11501" y="7841"/>
                  </a:lnTo>
                  <a:lnTo>
                    <a:pt x="8248" y="7642"/>
                  </a:lnTo>
                  <a:lnTo>
                    <a:pt x="199" y="10004"/>
                  </a:lnTo>
                  <a:lnTo>
                    <a:pt x="0" y="7614"/>
                  </a:lnTo>
                  <a:lnTo>
                    <a:pt x="5072" y="5458"/>
                  </a:lnTo>
                  <a:lnTo>
                    <a:pt x="5255" y="4363"/>
                  </a:lnTo>
                  <a:lnTo>
                    <a:pt x="2919" y="18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h1436"/>
            <p:cNvSpPr/>
            <p:nvPr/>
          </p:nvSpPr>
          <p:spPr>
            <a:xfrm>
              <a:off x="2850942" y="3197413"/>
              <a:ext cx="10495" cy="7919"/>
            </a:xfrm>
            <a:custGeom>
              <a:avLst/>
              <a:pathLst>
                <a:path w="10495" h="7919">
                  <a:moveTo>
                    <a:pt x="10495" y="3717"/>
                  </a:moveTo>
                  <a:lnTo>
                    <a:pt x="7976" y="7919"/>
                  </a:lnTo>
                  <a:lnTo>
                    <a:pt x="6897" y="6651"/>
                  </a:lnTo>
                  <a:lnTo>
                    <a:pt x="4956" y="6145"/>
                  </a:lnTo>
                  <a:lnTo>
                    <a:pt x="322" y="7534"/>
                  </a:lnTo>
                  <a:lnTo>
                    <a:pt x="0" y="5109"/>
                  </a:lnTo>
                  <a:lnTo>
                    <a:pt x="3869" y="2247"/>
                  </a:lnTo>
                  <a:lnTo>
                    <a:pt x="3075" y="1999"/>
                  </a:lnTo>
                  <a:lnTo>
                    <a:pt x="3628" y="608"/>
                  </a:lnTo>
                  <a:lnTo>
                    <a:pt x="543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h1437"/>
            <p:cNvSpPr/>
            <p:nvPr/>
          </p:nvSpPr>
          <p:spPr>
            <a:xfrm>
              <a:off x="2773515" y="3284916"/>
              <a:ext cx="4762" cy="3464"/>
            </a:xfrm>
            <a:custGeom>
              <a:avLst/>
              <a:pathLst>
                <a:path w="4762" h="3464">
                  <a:moveTo>
                    <a:pt x="3470" y="2138"/>
                  </a:moveTo>
                  <a:lnTo>
                    <a:pt x="4762" y="3464"/>
                  </a:lnTo>
                  <a:lnTo>
                    <a:pt x="865" y="28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h1438"/>
            <p:cNvSpPr/>
            <p:nvPr/>
          </p:nvSpPr>
          <p:spPr>
            <a:xfrm>
              <a:off x="2759309" y="3213248"/>
              <a:ext cx="18818" cy="9537"/>
            </a:xfrm>
            <a:custGeom>
              <a:avLst/>
              <a:pathLst>
                <a:path w="18818" h="9537">
                  <a:moveTo>
                    <a:pt x="16656" y="293"/>
                  </a:moveTo>
                  <a:lnTo>
                    <a:pt x="18818" y="4032"/>
                  </a:lnTo>
                  <a:lnTo>
                    <a:pt x="15731" y="5784"/>
                  </a:lnTo>
                  <a:lnTo>
                    <a:pt x="14897" y="7906"/>
                  </a:lnTo>
                  <a:lnTo>
                    <a:pt x="12946" y="9537"/>
                  </a:lnTo>
                  <a:lnTo>
                    <a:pt x="13493" y="5352"/>
                  </a:lnTo>
                  <a:lnTo>
                    <a:pt x="12757" y="4979"/>
                  </a:lnTo>
                  <a:lnTo>
                    <a:pt x="10863" y="5292"/>
                  </a:lnTo>
                  <a:lnTo>
                    <a:pt x="9507" y="7211"/>
                  </a:lnTo>
                  <a:lnTo>
                    <a:pt x="3535" y="7671"/>
                  </a:lnTo>
                  <a:lnTo>
                    <a:pt x="2298" y="8924"/>
                  </a:lnTo>
                  <a:lnTo>
                    <a:pt x="20" y="8943"/>
                  </a:lnTo>
                  <a:lnTo>
                    <a:pt x="0" y="5834"/>
                  </a:lnTo>
                  <a:lnTo>
                    <a:pt x="8443" y="1204"/>
                  </a:lnTo>
                  <a:lnTo>
                    <a:pt x="13479" y="1529"/>
                  </a:lnTo>
                  <a:lnTo>
                    <a:pt x="15026" y="962"/>
                  </a:lnTo>
                  <a:lnTo>
                    <a:pt x="1549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h1439"/>
            <p:cNvSpPr/>
            <p:nvPr/>
          </p:nvSpPr>
          <p:spPr>
            <a:xfrm>
              <a:off x="2816331" y="3247003"/>
              <a:ext cx="9332" cy="10920"/>
            </a:xfrm>
            <a:custGeom>
              <a:avLst/>
              <a:pathLst>
                <a:path w="9332" h="10920">
                  <a:moveTo>
                    <a:pt x="9172" y="0"/>
                  </a:moveTo>
                  <a:lnTo>
                    <a:pt x="9332" y="632"/>
                  </a:lnTo>
                  <a:lnTo>
                    <a:pt x="8460" y="2269"/>
                  </a:lnTo>
                  <a:lnTo>
                    <a:pt x="8411" y="9920"/>
                  </a:lnTo>
                  <a:lnTo>
                    <a:pt x="6987" y="10920"/>
                  </a:lnTo>
                  <a:lnTo>
                    <a:pt x="2750" y="8161"/>
                  </a:lnTo>
                  <a:lnTo>
                    <a:pt x="0" y="7745"/>
                  </a:lnTo>
                  <a:lnTo>
                    <a:pt x="2325" y="614"/>
                  </a:lnTo>
                  <a:lnTo>
                    <a:pt x="7186" y="162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h1440"/>
            <p:cNvSpPr/>
            <p:nvPr/>
          </p:nvSpPr>
          <p:spPr>
            <a:xfrm>
              <a:off x="2791725" y="3258061"/>
              <a:ext cx="5026" cy="5704"/>
            </a:xfrm>
            <a:custGeom>
              <a:avLst/>
              <a:pathLst>
                <a:path w="5026" h="5704">
                  <a:moveTo>
                    <a:pt x="1862" y="131"/>
                  </a:moveTo>
                  <a:lnTo>
                    <a:pt x="1704" y="1590"/>
                  </a:lnTo>
                  <a:lnTo>
                    <a:pt x="5026" y="3579"/>
                  </a:lnTo>
                  <a:lnTo>
                    <a:pt x="4769" y="4884"/>
                  </a:lnTo>
                  <a:lnTo>
                    <a:pt x="3678" y="5704"/>
                  </a:lnTo>
                  <a:lnTo>
                    <a:pt x="1722" y="5378"/>
                  </a:lnTo>
                  <a:lnTo>
                    <a:pt x="0" y="3567"/>
                  </a:lnTo>
                  <a:lnTo>
                    <a:pt x="93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h1441"/>
            <p:cNvSpPr/>
            <p:nvPr/>
          </p:nvSpPr>
          <p:spPr>
            <a:xfrm>
              <a:off x="2740277" y="3254668"/>
              <a:ext cx="24323" cy="14198"/>
            </a:xfrm>
            <a:custGeom>
              <a:avLst/>
              <a:pathLst>
                <a:path w="24323" h="14198">
                  <a:moveTo>
                    <a:pt x="18069" y="2186"/>
                  </a:moveTo>
                  <a:lnTo>
                    <a:pt x="20585" y="5742"/>
                  </a:lnTo>
                  <a:lnTo>
                    <a:pt x="24323" y="7244"/>
                  </a:lnTo>
                  <a:lnTo>
                    <a:pt x="21371" y="8925"/>
                  </a:lnTo>
                  <a:lnTo>
                    <a:pt x="20704" y="10325"/>
                  </a:lnTo>
                  <a:lnTo>
                    <a:pt x="19208" y="12799"/>
                  </a:lnTo>
                  <a:lnTo>
                    <a:pt x="17044" y="12327"/>
                  </a:lnTo>
                  <a:lnTo>
                    <a:pt x="16952" y="14198"/>
                  </a:lnTo>
                  <a:lnTo>
                    <a:pt x="16832" y="13699"/>
                  </a:lnTo>
                  <a:lnTo>
                    <a:pt x="13138" y="5695"/>
                  </a:lnTo>
                  <a:lnTo>
                    <a:pt x="6263" y="7929"/>
                  </a:lnTo>
                  <a:lnTo>
                    <a:pt x="3611" y="6450"/>
                  </a:lnTo>
                  <a:lnTo>
                    <a:pt x="153" y="6109"/>
                  </a:lnTo>
                  <a:lnTo>
                    <a:pt x="0" y="4453"/>
                  </a:lnTo>
                  <a:lnTo>
                    <a:pt x="9506" y="1734"/>
                  </a:lnTo>
                  <a:lnTo>
                    <a:pt x="9870" y="745"/>
                  </a:lnTo>
                  <a:lnTo>
                    <a:pt x="1217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h1442"/>
            <p:cNvSpPr/>
            <p:nvPr/>
          </p:nvSpPr>
          <p:spPr>
            <a:xfrm>
              <a:off x="2663781" y="3172520"/>
              <a:ext cx="12167" cy="16102"/>
            </a:xfrm>
            <a:custGeom>
              <a:avLst/>
              <a:pathLst>
                <a:path w="12167" h="16102">
                  <a:moveTo>
                    <a:pt x="12167" y="4808"/>
                  </a:moveTo>
                  <a:lnTo>
                    <a:pt x="12140" y="14661"/>
                  </a:lnTo>
                  <a:lnTo>
                    <a:pt x="12018" y="16102"/>
                  </a:lnTo>
                  <a:lnTo>
                    <a:pt x="2096" y="12745"/>
                  </a:lnTo>
                  <a:lnTo>
                    <a:pt x="408" y="10293"/>
                  </a:lnTo>
                  <a:lnTo>
                    <a:pt x="0" y="8117"/>
                  </a:lnTo>
                  <a:lnTo>
                    <a:pt x="751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h1443"/>
            <p:cNvSpPr/>
            <p:nvPr/>
          </p:nvSpPr>
          <p:spPr>
            <a:xfrm>
              <a:off x="2790941" y="3233115"/>
              <a:ext cx="5854" cy="5237"/>
            </a:xfrm>
            <a:custGeom>
              <a:avLst/>
              <a:pathLst>
                <a:path w="5854" h="5237">
                  <a:moveTo>
                    <a:pt x="1202" y="701"/>
                  </a:moveTo>
                  <a:lnTo>
                    <a:pt x="2550" y="1736"/>
                  </a:lnTo>
                  <a:lnTo>
                    <a:pt x="3370" y="2191"/>
                  </a:lnTo>
                  <a:lnTo>
                    <a:pt x="5325" y="3351"/>
                  </a:lnTo>
                  <a:lnTo>
                    <a:pt x="5788" y="4727"/>
                  </a:lnTo>
                  <a:lnTo>
                    <a:pt x="5854" y="5237"/>
                  </a:lnTo>
                  <a:lnTo>
                    <a:pt x="30" y="3932"/>
                  </a:lnTo>
                  <a:lnTo>
                    <a:pt x="0" y="2586"/>
                  </a:lnTo>
                  <a:lnTo>
                    <a:pt x="864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h1444"/>
            <p:cNvSpPr/>
            <p:nvPr/>
          </p:nvSpPr>
          <p:spPr>
            <a:xfrm>
              <a:off x="2733038" y="3241533"/>
              <a:ext cx="17547" cy="17654"/>
            </a:xfrm>
            <a:custGeom>
              <a:avLst/>
              <a:pathLst>
                <a:path w="17547" h="17654">
                  <a:moveTo>
                    <a:pt x="10630" y="0"/>
                  </a:moveTo>
                  <a:lnTo>
                    <a:pt x="14526" y="731"/>
                  </a:lnTo>
                  <a:lnTo>
                    <a:pt x="17547" y="2034"/>
                  </a:lnTo>
                  <a:lnTo>
                    <a:pt x="17196" y="3097"/>
                  </a:lnTo>
                  <a:lnTo>
                    <a:pt x="14659" y="8937"/>
                  </a:lnTo>
                  <a:lnTo>
                    <a:pt x="16744" y="14869"/>
                  </a:lnTo>
                  <a:lnTo>
                    <a:pt x="7238" y="17589"/>
                  </a:lnTo>
                  <a:lnTo>
                    <a:pt x="6286" y="17654"/>
                  </a:lnTo>
                  <a:lnTo>
                    <a:pt x="5061" y="16870"/>
                  </a:lnTo>
                  <a:lnTo>
                    <a:pt x="8" y="16636"/>
                  </a:lnTo>
                  <a:lnTo>
                    <a:pt x="0" y="15604"/>
                  </a:lnTo>
                  <a:lnTo>
                    <a:pt x="1346" y="9384"/>
                  </a:lnTo>
                  <a:lnTo>
                    <a:pt x="2696" y="4368"/>
                  </a:lnTo>
                  <a:lnTo>
                    <a:pt x="2518" y="2407"/>
                  </a:lnTo>
                  <a:lnTo>
                    <a:pt x="5535" y="1964"/>
                  </a:lnTo>
                  <a:lnTo>
                    <a:pt x="8114" y="46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h1445"/>
            <p:cNvSpPr/>
            <p:nvPr/>
          </p:nvSpPr>
          <p:spPr>
            <a:xfrm>
              <a:off x="2728785" y="3097711"/>
              <a:ext cx="14379" cy="11419"/>
            </a:xfrm>
            <a:custGeom>
              <a:avLst/>
              <a:pathLst>
                <a:path w="14379" h="11419">
                  <a:moveTo>
                    <a:pt x="5254" y="801"/>
                  </a:moveTo>
                  <a:lnTo>
                    <a:pt x="8616" y="3920"/>
                  </a:lnTo>
                  <a:lnTo>
                    <a:pt x="11828" y="5904"/>
                  </a:lnTo>
                  <a:lnTo>
                    <a:pt x="14379" y="5863"/>
                  </a:lnTo>
                  <a:lnTo>
                    <a:pt x="10994" y="7591"/>
                  </a:lnTo>
                  <a:lnTo>
                    <a:pt x="10148" y="9947"/>
                  </a:lnTo>
                  <a:lnTo>
                    <a:pt x="4893" y="11402"/>
                  </a:lnTo>
                  <a:lnTo>
                    <a:pt x="3130" y="8960"/>
                  </a:lnTo>
                  <a:lnTo>
                    <a:pt x="332" y="11419"/>
                  </a:lnTo>
                  <a:lnTo>
                    <a:pt x="0" y="4619"/>
                  </a:lnTo>
                  <a:lnTo>
                    <a:pt x="2392" y="1112"/>
                  </a:lnTo>
                  <a:lnTo>
                    <a:pt x="52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h1446"/>
            <p:cNvSpPr/>
            <p:nvPr/>
          </p:nvSpPr>
          <p:spPr>
            <a:xfrm>
              <a:off x="2687841" y="3219846"/>
              <a:ext cx="7222" cy="9433"/>
            </a:xfrm>
            <a:custGeom>
              <a:avLst/>
              <a:pathLst>
                <a:path w="7222" h="9433">
                  <a:moveTo>
                    <a:pt x="7222" y="1863"/>
                  </a:moveTo>
                  <a:lnTo>
                    <a:pt x="4568" y="7722"/>
                  </a:lnTo>
                  <a:lnTo>
                    <a:pt x="2504" y="9433"/>
                  </a:lnTo>
                  <a:lnTo>
                    <a:pt x="0" y="3826"/>
                  </a:lnTo>
                  <a:lnTo>
                    <a:pt x="3045" y="1772"/>
                  </a:lnTo>
                  <a:lnTo>
                    <a:pt x="35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h1447"/>
            <p:cNvSpPr/>
            <p:nvPr/>
          </p:nvSpPr>
          <p:spPr>
            <a:xfrm>
              <a:off x="2632257" y="3295298"/>
              <a:ext cx="15248" cy="9353"/>
            </a:xfrm>
            <a:custGeom>
              <a:avLst/>
              <a:pathLst>
                <a:path w="15248" h="9353">
                  <a:moveTo>
                    <a:pt x="15248" y="1395"/>
                  </a:moveTo>
                  <a:lnTo>
                    <a:pt x="9776" y="6471"/>
                  </a:lnTo>
                  <a:lnTo>
                    <a:pt x="7640" y="6971"/>
                  </a:lnTo>
                  <a:lnTo>
                    <a:pt x="0" y="9353"/>
                  </a:lnTo>
                  <a:lnTo>
                    <a:pt x="1806" y="7034"/>
                  </a:lnTo>
                  <a:lnTo>
                    <a:pt x="383" y="1585"/>
                  </a:lnTo>
                  <a:lnTo>
                    <a:pt x="2114" y="319"/>
                  </a:lnTo>
                  <a:lnTo>
                    <a:pt x="5200" y="954"/>
                  </a:lnTo>
                  <a:lnTo>
                    <a:pt x="1339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h1448"/>
            <p:cNvSpPr/>
            <p:nvPr/>
          </p:nvSpPr>
          <p:spPr>
            <a:xfrm>
              <a:off x="2761321" y="3140342"/>
              <a:ext cx="14719" cy="9678"/>
            </a:xfrm>
            <a:custGeom>
              <a:avLst/>
              <a:pathLst>
                <a:path w="14719" h="9678">
                  <a:moveTo>
                    <a:pt x="14719" y="1186"/>
                  </a:moveTo>
                  <a:lnTo>
                    <a:pt x="13345" y="3045"/>
                  </a:lnTo>
                  <a:lnTo>
                    <a:pt x="12772" y="6426"/>
                  </a:lnTo>
                  <a:lnTo>
                    <a:pt x="14709" y="8790"/>
                  </a:lnTo>
                  <a:lnTo>
                    <a:pt x="14631" y="9661"/>
                  </a:lnTo>
                  <a:lnTo>
                    <a:pt x="12846" y="8047"/>
                  </a:lnTo>
                  <a:lnTo>
                    <a:pt x="10843" y="9427"/>
                  </a:lnTo>
                  <a:lnTo>
                    <a:pt x="8493" y="9517"/>
                  </a:lnTo>
                  <a:lnTo>
                    <a:pt x="7046" y="9678"/>
                  </a:lnTo>
                  <a:lnTo>
                    <a:pt x="4600" y="8625"/>
                  </a:lnTo>
                  <a:lnTo>
                    <a:pt x="1495" y="6049"/>
                  </a:lnTo>
                  <a:lnTo>
                    <a:pt x="0" y="3729"/>
                  </a:lnTo>
                  <a:lnTo>
                    <a:pt x="605" y="2273"/>
                  </a:lnTo>
                  <a:lnTo>
                    <a:pt x="2653" y="758"/>
                  </a:lnTo>
                  <a:lnTo>
                    <a:pt x="8893" y="1282"/>
                  </a:lnTo>
                  <a:lnTo>
                    <a:pt x="1123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h1449"/>
            <p:cNvSpPr/>
            <p:nvPr/>
          </p:nvSpPr>
          <p:spPr>
            <a:xfrm>
              <a:off x="2785021" y="3106581"/>
              <a:ext cx="10868" cy="12553"/>
            </a:xfrm>
            <a:custGeom>
              <a:avLst/>
              <a:pathLst>
                <a:path w="10868" h="12553">
                  <a:moveTo>
                    <a:pt x="7016" y="684"/>
                  </a:moveTo>
                  <a:lnTo>
                    <a:pt x="9743" y="5205"/>
                  </a:lnTo>
                  <a:lnTo>
                    <a:pt x="10868" y="7440"/>
                  </a:lnTo>
                  <a:lnTo>
                    <a:pt x="10520" y="9642"/>
                  </a:lnTo>
                  <a:lnTo>
                    <a:pt x="9636" y="10788"/>
                  </a:lnTo>
                  <a:lnTo>
                    <a:pt x="5088" y="11069"/>
                  </a:lnTo>
                  <a:lnTo>
                    <a:pt x="2004" y="12553"/>
                  </a:lnTo>
                  <a:lnTo>
                    <a:pt x="792" y="11596"/>
                  </a:lnTo>
                  <a:lnTo>
                    <a:pt x="0" y="7131"/>
                  </a:lnTo>
                  <a:lnTo>
                    <a:pt x="2137" y="6647"/>
                  </a:lnTo>
                  <a:lnTo>
                    <a:pt x="5396" y="7831"/>
                  </a:lnTo>
                  <a:lnTo>
                    <a:pt x="6090" y="3218"/>
                  </a:lnTo>
                  <a:lnTo>
                    <a:pt x="1362" y="438"/>
                  </a:lnTo>
                  <a:lnTo>
                    <a:pt x="191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h1450"/>
            <p:cNvSpPr/>
            <p:nvPr/>
          </p:nvSpPr>
          <p:spPr>
            <a:xfrm>
              <a:off x="2843281" y="3205965"/>
              <a:ext cx="7563" cy="8137"/>
            </a:xfrm>
            <a:custGeom>
              <a:avLst/>
              <a:pathLst>
                <a:path w="7563" h="8137">
                  <a:moveTo>
                    <a:pt x="7403" y="2555"/>
                  </a:moveTo>
                  <a:lnTo>
                    <a:pt x="6567" y="8137"/>
                  </a:lnTo>
                  <a:lnTo>
                    <a:pt x="1279" y="7662"/>
                  </a:lnTo>
                  <a:lnTo>
                    <a:pt x="0" y="3444"/>
                  </a:lnTo>
                  <a:lnTo>
                    <a:pt x="2549" y="3195"/>
                  </a:lnTo>
                  <a:lnTo>
                    <a:pt x="756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h1451"/>
            <p:cNvSpPr/>
            <p:nvPr/>
          </p:nvSpPr>
          <p:spPr>
            <a:xfrm>
              <a:off x="2695793" y="3197187"/>
              <a:ext cx="10044" cy="7274"/>
            </a:xfrm>
            <a:custGeom>
              <a:avLst/>
              <a:pathLst>
                <a:path w="10044" h="7274">
                  <a:moveTo>
                    <a:pt x="2383" y="0"/>
                  </a:moveTo>
                  <a:lnTo>
                    <a:pt x="10044" y="3150"/>
                  </a:lnTo>
                  <a:lnTo>
                    <a:pt x="4877" y="5137"/>
                  </a:lnTo>
                  <a:lnTo>
                    <a:pt x="3046" y="7274"/>
                  </a:lnTo>
                  <a:lnTo>
                    <a:pt x="202" y="5720"/>
                  </a:lnTo>
                  <a:lnTo>
                    <a:pt x="0" y="12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h1452"/>
            <p:cNvSpPr/>
            <p:nvPr/>
          </p:nvSpPr>
          <p:spPr>
            <a:xfrm>
              <a:off x="2787788" y="3247793"/>
              <a:ext cx="5145" cy="4551"/>
            </a:xfrm>
            <a:custGeom>
              <a:avLst/>
              <a:pathLst>
                <a:path w="5145" h="4551">
                  <a:moveTo>
                    <a:pt x="3482" y="2548"/>
                  </a:moveTo>
                  <a:lnTo>
                    <a:pt x="5145" y="3168"/>
                  </a:lnTo>
                  <a:lnTo>
                    <a:pt x="4606" y="4063"/>
                  </a:lnTo>
                  <a:lnTo>
                    <a:pt x="4312" y="4551"/>
                  </a:lnTo>
                  <a:lnTo>
                    <a:pt x="668" y="2594"/>
                  </a:lnTo>
                  <a:lnTo>
                    <a:pt x="0" y="2503"/>
                  </a:lnTo>
                  <a:lnTo>
                    <a:pt x="541" y="0"/>
                  </a:lnTo>
                  <a:lnTo>
                    <a:pt x="2271" y="43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h1453"/>
            <p:cNvSpPr/>
            <p:nvPr/>
          </p:nvSpPr>
          <p:spPr>
            <a:xfrm>
              <a:off x="2789464" y="3241666"/>
              <a:ext cx="8371" cy="6454"/>
            </a:xfrm>
            <a:custGeom>
              <a:avLst/>
              <a:pathLst>
                <a:path w="8371" h="6454">
                  <a:moveTo>
                    <a:pt x="7877" y="6454"/>
                  </a:moveTo>
                  <a:lnTo>
                    <a:pt x="320" y="3908"/>
                  </a:lnTo>
                  <a:lnTo>
                    <a:pt x="0" y="2211"/>
                  </a:lnTo>
                  <a:lnTo>
                    <a:pt x="5338" y="1767"/>
                  </a:lnTo>
                  <a:lnTo>
                    <a:pt x="8371" y="0"/>
                  </a:lnTo>
                  <a:lnTo>
                    <a:pt x="8187" y="611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h1454"/>
            <p:cNvSpPr/>
            <p:nvPr/>
          </p:nvSpPr>
          <p:spPr>
            <a:xfrm>
              <a:off x="2852800" y="3394032"/>
              <a:ext cx="312" cy="241"/>
            </a:xfrm>
            <a:custGeom>
              <a:avLst/>
              <a:pathLst>
                <a:path w="312" h="241">
                  <a:moveTo>
                    <a:pt x="265" y="0"/>
                  </a:moveTo>
                  <a:lnTo>
                    <a:pt x="312" y="241"/>
                  </a:lnTo>
                  <a:lnTo>
                    <a:pt x="0" y="3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h1455"/>
            <p:cNvSpPr/>
            <p:nvPr/>
          </p:nvSpPr>
          <p:spPr>
            <a:xfrm>
              <a:off x="2853650" y="3393594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h1456"/>
            <p:cNvSpPr/>
            <p:nvPr/>
          </p:nvSpPr>
          <p:spPr>
            <a:xfrm>
              <a:off x="2860489" y="3389709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h1457"/>
            <p:cNvSpPr/>
            <p:nvPr/>
          </p:nvSpPr>
          <p:spPr>
            <a:xfrm>
              <a:off x="2865388" y="3386343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h1458"/>
            <p:cNvSpPr/>
            <p:nvPr/>
          </p:nvSpPr>
          <p:spPr>
            <a:xfrm>
              <a:off x="2869438" y="3384074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h1459"/>
            <p:cNvSpPr/>
            <p:nvPr/>
          </p:nvSpPr>
          <p:spPr>
            <a:xfrm>
              <a:off x="2835564" y="3361375"/>
              <a:ext cx="38272" cy="33126"/>
            </a:xfrm>
            <a:custGeom>
              <a:avLst/>
              <a:pathLst>
                <a:path w="38272" h="33126">
                  <a:moveTo>
                    <a:pt x="15078" y="10629"/>
                  </a:moveTo>
                  <a:lnTo>
                    <a:pt x="17999" y="11073"/>
                  </a:lnTo>
                  <a:lnTo>
                    <a:pt x="30113" y="10216"/>
                  </a:lnTo>
                  <a:lnTo>
                    <a:pt x="29903" y="11311"/>
                  </a:lnTo>
                  <a:lnTo>
                    <a:pt x="31595" y="14215"/>
                  </a:lnTo>
                  <a:lnTo>
                    <a:pt x="32074" y="14570"/>
                  </a:lnTo>
                  <a:lnTo>
                    <a:pt x="34320" y="13644"/>
                  </a:lnTo>
                  <a:lnTo>
                    <a:pt x="38272" y="19675"/>
                  </a:lnTo>
                  <a:lnTo>
                    <a:pt x="29566" y="23000"/>
                  </a:lnTo>
                  <a:lnTo>
                    <a:pt x="28441" y="24436"/>
                  </a:lnTo>
                  <a:lnTo>
                    <a:pt x="29356" y="25801"/>
                  </a:lnTo>
                  <a:lnTo>
                    <a:pt x="15902" y="33058"/>
                  </a:lnTo>
                  <a:lnTo>
                    <a:pt x="5367" y="33126"/>
                  </a:lnTo>
                  <a:lnTo>
                    <a:pt x="5551" y="26867"/>
                  </a:lnTo>
                  <a:lnTo>
                    <a:pt x="4376" y="19191"/>
                  </a:lnTo>
                  <a:lnTo>
                    <a:pt x="0" y="11628"/>
                  </a:lnTo>
                  <a:lnTo>
                    <a:pt x="1153" y="10791"/>
                  </a:lnTo>
                  <a:lnTo>
                    <a:pt x="4213" y="11858"/>
                  </a:lnTo>
                  <a:lnTo>
                    <a:pt x="12902" y="11664"/>
                  </a:lnTo>
                  <a:lnTo>
                    <a:pt x="11639" y="8396"/>
                  </a:lnTo>
                  <a:lnTo>
                    <a:pt x="12380" y="5137"/>
                  </a:lnTo>
                  <a:lnTo>
                    <a:pt x="8479" y="4594"/>
                  </a:lnTo>
                  <a:lnTo>
                    <a:pt x="9031" y="2815"/>
                  </a:lnTo>
                  <a:lnTo>
                    <a:pt x="11468" y="2112"/>
                  </a:lnTo>
                  <a:lnTo>
                    <a:pt x="13043" y="0"/>
                  </a:lnTo>
                  <a:lnTo>
                    <a:pt x="14328" y="895"/>
                  </a:lnTo>
                  <a:lnTo>
                    <a:pt x="15300" y="2044"/>
                  </a:lnTo>
                  <a:lnTo>
                    <a:pt x="14275" y="7799"/>
                  </a:lnTo>
                  <a:lnTo>
                    <a:pt x="14322" y="970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h1460"/>
            <p:cNvSpPr/>
            <p:nvPr/>
          </p:nvSpPr>
          <p:spPr>
            <a:xfrm>
              <a:off x="2700048" y="3207107"/>
              <a:ext cx="9202" cy="18962"/>
            </a:xfrm>
            <a:custGeom>
              <a:avLst/>
              <a:pathLst>
                <a:path w="9202" h="18962">
                  <a:moveTo>
                    <a:pt x="7571" y="10913"/>
                  </a:moveTo>
                  <a:lnTo>
                    <a:pt x="8746" y="16930"/>
                  </a:lnTo>
                  <a:lnTo>
                    <a:pt x="7207" y="18962"/>
                  </a:lnTo>
                  <a:lnTo>
                    <a:pt x="6190" y="15501"/>
                  </a:lnTo>
                  <a:lnTo>
                    <a:pt x="4789" y="14157"/>
                  </a:lnTo>
                  <a:lnTo>
                    <a:pt x="1985" y="15485"/>
                  </a:lnTo>
                  <a:lnTo>
                    <a:pt x="2098" y="10345"/>
                  </a:lnTo>
                  <a:lnTo>
                    <a:pt x="1643" y="7659"/>
                  </a:lnTo>
                  <a:lnTo>
                    <a:pt x="602" y="7088"/>
                  </a:lnTo>
                  <a:lnTo>
                    <a:pt x="0" y="2855"/>
                  </a:lnTo>
                  <a:lnTo>
                    <a:pt x="920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h1461"/>
            <p:cNvSpPr/>
            <p:nvPr/>
          </p:nvSpPr>
          <p:spPr>
            <a:xfrm>
              <a:off x="2842755" y="3205968"/>
              <a:ext cx="3075" cy="3442"/>
            </a:xfrm>
            <a:custGeom>
              <a:avLst/>
              <a:pathLst>
                <a:path w="3075" h="3442">
                  <a:moveTo>
                    <a:pt x="3075" y="3192"/>
                  </a:moveTo>
                  <a:lnTo>
                    <a:pt x="525" y="3442"/>
                  </a:lnTo>
                  <a:lnTo>
                    <a:pt x="0" y="2939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h1462"/>
            <p:cNvSpPr/>
            <p:nvPr/>
          </p:nvSpPr>
          <p:spPr>
            <a:xfrm>
              <a:off x="2709280" y="3163364"/>
              <a:ext cx="19691" cy="18797"/>
            </a:xfrm>
            <a:custGeom>
              <a:avLst/>
              <a:pathLst>
                <a:path w="19691" h="18797">
                  <a:moveTo>
                    <a:pt x="19691" y="1214"/>
                  </a:moveTo>
                  <a:lnTo>
                    <a:pt x="18265" y="6068"/>
                  </a:lnTo>
                  <a:lnTo>
                    <a:pt x="14862" y="9639"/>
                  </a:lnTo>
                  <a:lnTo>
                    <a:pt x="14119" y="9259"/>
                  </a:lnTo>
                  <a:lnTo>
                    <a:pt x="13620" y="8839"/>
                  </a:lnTo>
                  <a:lnTo>
                    <a:pt x="14888" y="4515"/>
                  </a:lnTo>
                  <a:lnTo>
                    <a:pt x="13005" y="2020"/>
                  </a:lnTo>
                  <a:lnTo>
                    <a:pt x="12126" y="11713"/>
                  </a:lnTo>
                  <a:lnTo>
                    <a:pt x="9059" y="9665"/>
                  </a:lnTo>
                  <a:lnTo>
                    <a:pt x="7098" y="9393"/>
                  </a:lnTo>
                  <a:lnTo>
                    <a:pt x="1486" y="10754"/>
                  </a:lnTo>
                  <a:lnTo>
                    <a:pt x="1007" y="13649"/>
                  </a:lnTo>
                  <a:lnTo>
                    <a:pt x="5010" y="15093"/>
                  </a:lnTo>
                  <a:lnTo>
                    <a:pt x="5898" y="16186"/>
                  </a:lnTo>
                  <a:lnTo>
                    <a:pt x="4382" y="18797"/>
                  </a:lnTo>
                  <a:lnTo>
                    <a:pt x="2027" y="18678"/>
                  </a:lnTo>
                  <a:lnTo>
                    <a:pt x="736" y="15536"/>
                  </a:lnTo>
                  <a:lnTo>
                    <a:pt x="0" y="12150"/>
                  </a:lnTo>
                  <a:lnTo>
                    <a:pt x="668" y="10154"/>
                  </a:lnTo>
                  <a:lnTo>
                    <a:pt x="4045" y="9580"/>
                  </a:lnTo>
                  <a:lnTo>
                    <a:pt x="8474" y="8841"/>
                  </a:lnTo>
                  <a:lnTo>
                    <a:pt x="9137" y="5631"/>
                  </a:lnTo>
                  <a:lnTo>
                    <a:pt x="11888" y="4549"/>
                  </a:lnTo>
                  <a:lnTo>
                    <a:pt x="1176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h1463"/>
            <p:cNvSpPr/>
            <p:nvPr/>
          </p:nvSpPr>
          <p:spPr>
            <a:xfrm>
              <a:off x="2970206" y="3266160"/>
              <a:ext cx="19818" cy="22909"/>
            </a:xfrm>
            <a:custGeom>
              <a:avLst/>
              <a:pathLst>
                <a:path w="19818" h="22909">
                  <a:moveTo>
                    <a:pt x="14389" y="66"/>
                  </a:moveTo>
                  <a:lnTo>
                    <a:pt x="19452" y="2671"/>
                  </a:lnTo>
                  <a:lnTo>
                    <a:pt x="19818" y="9529"/>
                  </a:lnTo>
                  <a:lnTo>
                    <a:pt x="17020" y="15916"/>
                  </a:lnTo>
                  <a:lnTo>
                    <a:pt x="12421" y="21303"/>
                  </a:lnTo>
                  <a:lnTo>
                    <a:pt x="6706" y="22909"/>
                  </a:lnTo>
                  <a:lnTo>
                    <a:pt x="2495" y="22906"/>
                  </a:lnTo>
                  <a:lnTo>
                    <a:pt x="1947" y="19380"/>
                  </a:lnTo>
                  <a:lnTo>
                    <a:pt x="1854" y="17100"/>
                  </a:lnTo>
                  <a:lnTo>
                    <a:pt x="3401" y="17398"/>
                  </a:lnTo>
                  <a:lnTo>
                    <a:pt x="4176" y="14233"/>
                  </a:lnTo>
                  <a:lnTo>
                    <a:pt x="2538" y="12187"/>
                  </a:lnTo>
                  <a:lnTo>
                    <a:pt x="789" y="6811"/>
                  </a:lnTo>
                  <a:lnTo>
                    <a:pt x="0" y="1990"/>
                  </a:lnTo>
                  <a:lnTo>
                    <a:pt x="72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h1464"/>
            <p:cNvSpPr/>
            <p:nvPr/>
          </p:nvSpPr>
          <p:spPr>
            <a:xfrm>
              <a:off x="2793484" y="3287920"/>
              <a:ext cx="17725" cy="15014"/>
            </a:xfrm>
            <a:custGeom>
              <a:avLst/>
              <a:pathLst>
                <a:path w="17725" h="15014">
                  <a:moveTo>
                    <a:pt x="4868" y="0"/>
                  </a:moveTo>
                  <a:lnTo>
                    <a:pt x="11441" y="7199"/>
                  </a:lnTo>
                  <a:lnTo>
                    <a:pt x="13496" y="7124"/>
                  </a:lnTo>
                  <a:lnTo>
                    <a:pt x="17196" y="7925"/>
                  </a:lnTo>
                  <a:lnTo>
                    <a:pt x="17374" y="10073"/>
                  </a:lnTo>
                  <a:lnTo>
                    <a:pt x="16761" y="11408"/>
                  </a:lnTo>
                  <a:lnTo>
                    <a:pt x="17725" y="12832"/>
                  </a:lnTo>
                  <a:lnTo>
                    <a:pt x="11596" y="14945"/>
                  </a:lnTo>
                  <a:lnTo>
                    <a:pt x="9224" y="15014"/>
                  </a:lnTo>
                  <a:lnTo>
                    <a:pt x="925" y="11592"/>
                  </a:lnTo>
                  <a:lnTo>
                    <a:pt x="0" y="10525"/>
                  </a:lnTo>
                  <a:lnTo>
                    <a:pt x="3064" y="6700"/>
                  </a:lnTo>
                  <a:lnTo>
                    <a:pt x="3533" y="1022"/>
                  </a:lnTo>
                  <a:lnTo>
                    <a:pt x="2862" y="28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h1465"/>
            <p:cNvSpPr/>
            <p:nvPr/>
          </p:nvSpPr>
          <p:spPr>
            <a:xfrm>
              <a:off x="2758347" y="3253138"/>
              <a:ext cx="18073" cy="10857"/>
            </a:xfrm>
            <a:custGeom>
              <a:avLst/>
              <a:pathLst>
                <a:path w="18073" h="10857">
                  <a:moveTo>
                    <a:pt x="10493" y="2563"/>
                  </a:moveTo>
                  <a:lnTo>
                    <a:pt x="17722" y="1051"/>
                  </a:lnTo>
                  <a:lnTo>
                    <a:pt x="17796" y="4936"/>
                  </a:lnTo>
                  <a:lnTo>
                    <a:pt x="18073" y="10857"/>
                  </a:lnTo>
                  <a:lnTo>
                    <a:pt x="10002" y="9960"/>
                  </a:lnTo>
                  <a:lnTo>
                    <a:pt x="8507" y="8802"/>
                  </a:lnTo>
                  <a:lnTo>
                    <a:pt x="6254" y="8774"/>
                  </a:lnTo>
                  <a:lnTo>
                    <a:pt x="2515" y="7272"/>
                  </a:lnTo>
                  <a:lnTo>
                    <a:pt x="0" y="3717"/>
                  </a:lnTo>
                  <a:lnTo>
                    <a:pt x="361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h1466"/>
            <p:cNvSpPr/>
            <p:nvPr/>
          </p:nvSpPr>
          <p:spPr>
            <a:xfrm>
              <a:off x="2874022" y="3298717"/>
              <a:ext cx="19924" cy="10308"/>
            </a:xfrm>
            <a:custGeom>
              <a:avLst/>
              <a:pathLst>
                <a:path w="19924" h="10308">
                  <a:moveTo>
                    <a:pt x="14996" y="4434"/>
                  </a:moveTo>
                  <a:lnTo>
                    <a:pt x="16540" y="4275"/>
                  </a:lnTo>
                  <a:lnTo>
                    <a:pt x="17895" y="2278"/>
                  </a:lnTo>
                  <a:lnTo>
                    <a:pt x="19693" y="3566"/>
                  </a:lnTo>
                  <a:lnTo>
                    <a:pt x="19924" y="9565"/>
                  </a:lnTo>
                  <a:lnTo>
                    <a:pt x="19191" y="10105"/>
                  </a:lnTo>
                  <a:lnTo>
                    <a:pt x="17798" y="8542"/>
                  </a:lnTo>
                  <a:lnTo>
                    <a:pt x="12131" y="6906"/>
                  </a:lnTo>
                  <a:lnTo>
                    <a:pt x="8071" y="10308"/>
                  </a:lnTo>
                  <a:lnTo>
                    <a:pt x="5488" y="10021"/>
                  </a:lnTo>
                  <a:lnTo>
                    <a:pt x="3854" y="7022"/>
                  </a:lnTo>
                  <a:lnTo>
                    <a:pt x="0" y="4701"/>
                  </a:lnTo>
                  <a:lnTo>
                    <a:pt x="579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h1467"/>
            <p:cNvSpPr/>
            <p:nvPr/>
          </p:nvSpPr>
          <p:spPr>
            <a:xfrm>
              <a:off x="2642215" y="3188248"/>
              <a:ext cx="10185" cy="12626"/>
            </a:xfrm>
            <a:custGeom>
              <a:avLst/>
              <a:pathLst>
                <a:path w="10185" h="12626">
                  <a:moveTo>
                    <a:pt x="10185" y="3270"/>
                  </a:moveTo>
                  <a:lnTo>
                    <a:pt x="9253" y="5990"/>
                  </a:lnTo>
                  <a:lnTo>
                    <a:pt x="4725" y="8464"/>
                  </a:lnTo>
                  <a:lnTo>
                    <a:pt x="4239" y="12626"/>
                  </a:lnTo>
                  <a:lnTo>
                    <a:pt x="0" y="8856"/>
                  </a:lnTo>
                  <a:lnTo>
                    <a:pt x="1250" y="7969"/>
                  </a:lnTo>
                  <a:lnTo>
                    <a:pt x="2359" y="5195"/>
                  </a:lnTo>
                  <a:lnTo>
                    <a:pt x="1741" y="1537"/>
                  </a:lnTo>
                  <a:lnTo>
                    <a:pt x="3774" y="629"/>
                  </a:lnTo>
                  <a:lnTo>
                    <a:pt x="4388" y="1109"/>
                  </a:lnTo>
                  <a:lnTo>
                    <a:pt x="789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h1468"/>
            <p:cNvSpPr/>
            <p:nvPr/>
          </p:nvSpPr>
          <p:spPr>
            <a:xfrm>
              <a:off x="2967080" y="3296389"/>
              <a:ext cx="16257" cy="23300"/>
            </a:xfrm>
            <a:custGeom>
              <a:avLst/>
              <a:pathLst>
                <a:path w="16257" h="23300">
                  <a:moveTo>
                    <a:pt x="9686" y="600"/>
                  </a:moveTo>
                  <a:lnTo>
                    <a:pt x="10279" y="1846"/>
                  </a:lnTo>
                  <a:lnTo>
                    <a:pt x="14238" y="2508"/>
                  </a:lnTo>
                  <a:lnTo>
                    <a:pt x="12717" y="6422"/>
                  </a:lnTo>
                  <a:lnTo>
                    <a:pt x="14301" y="10393"/>
                  </a:lnTo>
                  <a:lnTo>
                    <a:pt x="16115" y="14489"/>
                  </a:lnTo>
                  <a:lnTo>
                    <a:pt x="16257" y="14649"/>
                  </a:lnTo>
                  <a:lnTo>
                    <a:pt x="13695" y="17741"/>
                  </a:lnTo>
                  <a:lnTo>
                    <a:pt x="11237" y="18397"/>
                  </a:lnTo>
                  <a:lnTo>
                    <a:pt x="10860" y="22900"/>
                  </a:lnTo>
                  <a:lnTo>
                    <a:pt x="5317" y="23300"/>
                  </a:lnTo>
                  <a:lnTo>
                    <a:pt x="3629" y="22781"/>
                  </a:lnTo>
                  <a:lnTo>
                    <a:pt x="0" y="16714"/>
                  </a:lnTo>
                  <a:lnTo>
                    <a:pt x="1646" y="6121"/>
                  </a:lnTo>
                  <a:lnTo>
                    <a:pt x="1017" y="4365"/>
                  </a:lnTo>
                  <a:lnTo>
                    <a:pt x="778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h1469"/>
            <p:cNvSpPr/>
            <p:nvPr/>
          </p:nvSpPr>
          <p:spPr>
            <a:xfrm>
              <a:off x="2705659" y="3149950"/>
              <a:ext cx="9942" cy="10368"/>
            </a:xfrm>
            <a:custGeom>
              <a:avLst/>
              <a:pathLst>
                <a:path w="9942" h="10368">
                  <a:moveTo>
                    <a:pt x="9772" y="570"/>
                  </a:moveTo>
                  <a:lnTo>
                    <a:pt x="9226" y="1843"/>
                  </a:lnTo>
                  <a:lnTo>
                    <a:pt x="9942" y="7920"/>
                  </a:lnTo>
                  <a:lnTo>
                    <a:pt x="3701" y="10368"/>
                  </a:lnTo>
                  <a:lnTo>
                    <a:pt x="0" y="6893"/>
                  </a:lnTo>
                  <a:lnTo>
                    <a:pt x="3295" y="2936"/>
                  </a:lnTo>
                  <a:lnTo>
                    <a:pt x="711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h1470"/>
            <p:cNvSpPr/>
            <p:nvPr/>
          </p:nvSpPr>
          <p:spPr>
            <a:xfrm>
              <a:off x="2740571" y="3107720"/>
              <a:ext cx="16791" cy="16230"/>
            </a:xfrm>
            <a:custGeom>
              <a:avLst/>
              <a:pathLst>
                <a:path w="16791" h="16230">
                  <a:moveTo>
                    <a:pt x="16791" y="2390"/>
                  </a:moveTo>
                  <a:lnTo>
                    <a:pt x="14343" y="6071"/>
                  </a:lnTo>
                  <a:lnTo>
                    <a:pt x="15130" y="10013"/>
                  </a:lnTo>
                  <a:lnTo>
                    <a:pt x="8215" y="16230"/>
                  </a:lnTo>
                  <a:lnTo>
                    <a:pt x="3145" y="12525"/>
                  </a:lnTo>
                  <a:lnTo>
                    <a:pt x="0" y="8396"/>
                  </a:lnTo>
                  <a:lnTo>
                    <a:pt x="2410" y="5293"/>
                  </a:lnTo>
                  <a:lnTo>
                    <a:pt x="5818" y="5176"/>
                  </a:lnTo>
                  <a:lnTo>
                    <a:pt x="1652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h1471"/>
            <p:cNvSpPr/>
            <p:nvPr/>
          </p:nvSpPr>
          <p:spPr>
            <a:xfrm>
              <a:off x="2823394" y="3310684"/>
              <a:ext cx="17638" cy="21041"/>
            </a:xfrm>
            <a:custGeom>
              <a:avLst/>
              <a:pathLst>
                <a:path w="17638" h="21041">
                  <a:moveTo>
                    <a:pt x="4708" y="821"/>
                  </a:moveTo>
                  <a:lnTo>
                    <a:pt x="5243" y="1678"/>
                  </a:lnTo>
                  <a:lnTo>
                    <a:pt x="4769" y="2860"/>
                  </a:lnTo>
                  <a:lnTo>
                    <a:pt x="8349" y="6113"/>
                  </a:lnTo>
                  <a:lnTo>
                    <a:pt x="9575" y="6936"/>
                  </a:lnTo>
                  <a:lnTo>
                    <a:pt x="12247" y="7071"/>
                  </a:lnTo>
                  <a:lnTo>
                    <a:pt x="17297" y="3958"/>
                  </a:lnTo>
                  <a:lnTo>
                    <a:pt x="17638" y="7767"/>
                  </a:lnTo>
                  <a:lnTo>
                    <a:pt x="13243" y="12570"/>
                  </a:lnTo>
                  <a:lnTo>
                    <a:pt x="13031" y="15901"/>
                  </a:lnTo>
                  <a:lnTo>
                    <a:pt x="13714" y="19314"/>
                  </a:lnTo>
                  <a:lnTo>
                    <a:pt x="12260" y="21041"/>
                  </a:lnTo>
                  <a:lnTo>
                    <a:pt x="8332" y="16868"/>
                  </a:lnTo>
                  <a:lnTo>
                    <a:pt x="8352" y="14669"/>
                  </a:lnTo>
                  <a:lnTo>
                    <a:pt x="3652" y="12211"/>
                  </a:lnTo>
                  <a:lnTo>
                    <a:pt x="2618" y="8618"/>
                  </a:lnTo>
                  <a:lnTo>
                    <a:pt x="445" y="5467"/>
                  </a:lnTo>
                  <a:lnTo>
                    <a:pt x="0" y="1565"/>
                  </a:lnTo>
                  <a:lnTo>
                    <a:pt x="215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h1472"/>
            <p:cNvSpPr/>
            <p:nvPr/>
          </p:nvSpPr>
          <p:spPr>
            <a:xfrm>
              <a:off x="2637515" y="3233411"/>
              <a:ext cx="13881" cy="9297"/>
            </a:xfrm>
            <a:custGeom>
              <a:avLst/>
              <a:pathLst>
                <a:path w="13881" h="9297">
                  <a:moveTo>
                    <a:pt x="9273" y="2915"/>
                  </a:moveTo>
                  <a:lnTo>
                    <a:pt x="9886" y="2180"/>
                  </a:lnTo>
                  <a:lnTo>
                    <a:pt x="13881" y="4446"/>
                  </a:lnTo>
                  <a:lnTo>
                    <a:pt x="12687" y="6687"/>
                  </a:lnTo>
                  <a:lnTo>
                    <a:pt x="11396" y="7425"/>
                  </a:lnTo>
                  <a:lnTo>
                    <a:pt x="4297" y="9297"/>
                  </a:lnTo>
                  <a:lnTo>
                    <a:pt x="2057" y="8797"/>
                  </a:lnTo>
                  <a:lnTo>
                    <a:pt x="2617" y="8368"/>
                  </a:lnTo>
                  <a:lnTo>
                    <a:pt x="7775" y="7580"/>
                  </a:lnTo>
                  <a:lnTo>
                    <a:pt x="6414" y="4825"/>
                  </a:lnTo>
                  <a:lnTo>
                    <a:pt x="5111" y="3797"/>
                  </a:lnTo>
                  <a:lnTo>
                    <a:pt x="3836" y="3213"/>
                  </a:lnTo>
                  <a:lnTo>
                    <a:pt x="2963" y="3607"/>
                  </a:lnTo>
                  <a:lnTo>
                    <a:pt x="0" y="2003"/>
                  </a:lnTo>
                  <a:lnTo>
                    <a:pt x="2608" y="0"/>
                  </a:lnTo>
                  <a:lnTo>
                    <a:pt x="3439" y="109"/>
                  </a:lnTo>
                  <a:lnTo>
                    <a:pt x="5131" y="340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h1473"/>
            <p:cNvSpPr/>
            <p:nvPr/>
          </p:nvSpPr>
          <p:spPr>
            <a:xfrm>
              <a:off x="2631461" y="3229384"/>
              <a:ext cx="4424" cy="7147"/>
            </a:xfrm>
            <a:custGeom>
              <a:avLst/>
              <a:pathLst>
                <a:path w="4424" h="7147">
                  <a:moveTo>
                    <a:pt x="2109" y="6911"/>
                  </a:moveTo>
                  <a:lnTo>
                    <a:pt x="0" y="4903"/>
                  </a:lnTo>
                  <a:lnTo>
                    <a:pt x="1603" y="2206"/>
                  </a:lnTo>
                  <a:lnTo>
                    <a:pt x="1380" y="815"/>
                  </a:lnTo>
                  <a:lnTo>
                    <a:pt x="3212" y="0"/>
                  </a:lnTo>
                  <a:lnTo>
                    <a:pt x="4323" y="1905"/>
                  </a:lnTo>
                  <a:lnTo>
                    <a:pt x="4424" y="5402"/>
                  </a:lnTo>
                  <a:lnTo>
                    <a:pt x="3071" y="714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h1474"/>
            <p:cNvSpPr/>
            <p:nvPr/>
          </p:nvSpPr>
          <p:spPr>
            <a:xfrm>
              <a:off x="2686303" y="3204489"/>
              <a:ext cx="8054" cy="7984"/>
            </a:xfrm>
            <a:custGeom>
              <a:avLst/>
              <a:pathLst>
                <a:path w="8054" h="7984">
                  <a:moveTo>
                    <a:pt x="8054" y="2819"/>
                  </a:moveTo>
                  <a:lnTo>
                    <a:pt x="7486" y="5128"/>
                  </a:lnTo>
                  <a:lnTo>
                    <a:pt x="6232" y="6285"/>
                  </a:lnTo>
                  <a:lnTo>
                    <a:pt x="718" y="7984"/>
                  </a:lnTo>
                  <a:lnTo>
                    <a:pt x="168" y="7852"/>
                  </a:lnTo>
                  <a:lnTo>
                    <a:pt x="0" y="4890"/>
                  </a:lnTo>
                  <a:lnTo>
                    <a:pt x="335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h1475"/>
            <p:cNvSpPr/>
            <p:nvPr/>
          </p:nvSpPr>
          <p:spPr>
            <a:xfrm>
              <a:off x="2849203" y="3192112"/>
              <a:ext cx="4417" cy="5598"/>
            </a:xfrm>
            <a:custGeom>
              <a:avLst/>
              <a:pathLst>
                <a:path w="4417" h="5598">
                  <a:moveTo>
                    <a:pt x="4061" y="1553"/>
                  </a:moveTo>
                  <a:lnTo>
                    <a:pt x="4417" y="3674"/>
                  </a:lnTo>
                  <a:lnTo>
                    <a:pt x="3542" y="5532"/>
                  </a:lnTo>
                  <a:lnTo>
                    <a:pt x="2183" y="5598"/>
                  </a:lnTo>
                  <a:lnTo>
                    <a:pt x="0" y="3890"/>
                  </a:lnTo>
                  <a:lnTo>
                    <a:pt x="91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h1476"/>
            <p:cNvSpPr/>
            <p:nvPr/>
          </p:nvSpPr>
          <p:spPr>
            <a:xfrm>
              <a:off x="2632567" y="3147520"/>
              <a:ext cx="14172" cy="7692"/>
            </a:xfrm>
            <a:custGeom>
              <a:avLst/>
              <a:pathLst>
                <a:path w="14172" h="7692">
                  <a:moveTo>
                    <a:pt x="11943" y="2719"/>
                  </a:moveTo>
                  <a:lnTo>
                    <a:pt x="13542" y="3922"/>
                  </a:lnTo>
                  <a:lnTo>
                    <a:pt x="14172" y="7181"/>
                  </a:lnTo>
                  <a:lnTo>
                    <a:pt x="6440" y="7692"/>
                  </a:lnTo>
                  <a:lnTo>
                    <a:pt x="3370" y="6247"/>
                  </a:lnTo>
                  <a:lnTo>
                    <a:pt x="1876" y="6793"/>
                  </a:lnTo>
                  <a:lnTo>
                    <a:pt x="0" y="4519"/>
                  </a:lnTo>
                  <a:lnTo>
                    <a:pt x="385" y="3349"/>
                  </a:lnTo>
                  <a:lnTo>
                    <a:pt x="3106" y="1635"/>
                  </a:lnTo>
                  <a:lnTo>
                    <a:pt x="4138" y="90"/>
                  </a:lnTo>
                  <a:lnTo>
                    <a:pt x="1046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h1477"/>
            <p:cNvSpPr/>
            <p:nvPr/>
          </p:nvSpPr>
          <p:spPr>
            <a:xfrm>
              <a:off x="2826211" y="3252628"/>
              <a:ext cx="25134" cy="21414"/>
            </a:xfrm>
            <a:custGeom>
              <a:avLst/>
              <a:pathLst>
                <a:path w="25134" h="21414">
                  <a:moveTo>
                    <a:pt x="20047" y="3007"/>
                  </a:moveTo>
                  <a:lnTo>
                    <a:pt x="22437" y="243"/>
                  </a:lnTo>
                  <a:lnTo>
                    <a:pt x="24909" y="6899"/>
                  </a:lnTo>
                  <a:lnTo>
                    <a:pt x="25134" y="17442"/>
                  </a:lnTo>
                  <a:lnTo>
                    <a:pt x="21767" y="20031"/>
                  </a:lnTo>
                  <a:lnTo>
                    <a:pt x="19287" y="18580"/>
                  </a:lnTo>
                  <a:lnTo>
                    <a:pt x="15352" y="14766"/>
                  </a:lnTo>
                  <a:lnTo>
                    <a:pt x="12647" y="15123"/>
                  </a:lnTo>
                  <a:lnTo>
                    <a:pt x="7849" y="19679"/>
                  </a:lnTo>
                  <a:lnTo>
                    <a:pt x="4846" y="21343"/>
                  </a:lnTo>
                  <a:lnTo>
                    <a:pt x="1788" y="21414"/>
                  </a:lnTo>
                  <a:lnTo>
                    <a:pt x="0" y="14284"/>
                  </a:lnTo>
                  <a:lnTo>
                    <a:pt x="351" y="7471"/>
                  </a:lnTo>
                  <a:lnTo>
                    <a:pt x="5487" y="6655"/>
                  </a:lnTo>
                  <a:lnTo>
                    <a:pt x="7600" y="8448"/>
                  </a:lnTo>
                  <a:lnTo>
                    <a:pt x="10116" y="1795"/>
                  </a:lnTo>
                  <a:lnTo>
                    <a:pt x="1166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h1478"/>
            <p:cNvSpPr/>
            <p:nvPr/>
          </p:nvSpPr>
          <p:spPr>
            <a:xfrm>
              <a:off x="3008795" y="3295459"/>
              <a:ext cx="27923" cy="28438"/>
            </a:xfrm>
            <a:custGeom>
              <a:avLst/>
              <a:pathLst>
                <a:path w="27923" h="28438">
                  <a:moveTo>
                    <a:pt x="23753" y="711"/>
                  </a:moveTo>
                  <a:lnTo>
                    <a:pt x="25659" y="3758"/>
                  </a:lnTo>
                  <a:lnTo>
                    <a:pt x="27923" y="7518"/>
                  </a:lnTo>
                  <a:lnTo>
                    <a:pt x="27629" y="10385"/>
                  </a:lnTo>
                  <a:lnTo>
                    <a:pt x="21270" y="9268"/>
                  </a:lnTo>
                  <a:lnTo>
                    <a:pt x="13918" y="26383"/>
                  </a:lnTo>
                  <a:lnTo>
                    <a:pt x="13852" y="28438"/>
                  </a:lnTo>
                  <a:lnTo>
                    <a:pt x="11857" y="28296"/>
                  </a:lnTo>
                  <a:lnTo>
                    <a:pt x="10518" y="26805"/>
                  </a:lnTo>
                  <a:lnTo>
                    <a:pt x="2454" y="26724"/>
                  </a:lnTo>
                  <a:lnTo>
                    <a:pt x="0" y="21159"/>
                  </a:lnTo>
                  <a:lnTo>
                    <a:pt x="7191" y="16836"/>
                  </a:lnTo>
                  <a:lnTo>
                    <a:pt x="9305" y="14429"/>
                  </a:lnTo>
                  <a:lnTo>
                    <a:pt x="9249" y="13729"/>
                  </a:lnTo>
                  <a:lnTo>
                    <a:pt x="6060" y="11559"/>
                  </a:lnTo>
                  <a:lnTo>
                    <a:pt x="4629" y="9688"/>
                  </a:lnTo>
                  <a:lnTo>
                    <a:pt x="4099" y="5449"/>
                  </a:lnTo>
                  <a:lnTo>
                    <a:pt x="5186" y="1207"/>
                  </a:lnTo>
                  <a:lnTo>
                    <a:pt x="6705" y="271"/>
                  </a:lnTo>
                  <a:lnTo>
                    <a:pt x="9039" y="2040"/>
                  </a:lnTo>
                  <a:lnTo>
                    <a:pt x="9825" y="5390"/>
                  </a:lnTo>
                  <a:lnTo>
                    <a:pt x="13457" y="3534"/>
                  </a:lnTo>
                  <a:lnTo>
                    <a:pt x="160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h1479"/>
            <p:cNvSpPr/>
            <p:nvPr/>
          </p:nvSpPr>
          <p:spPr>
            <a:xfrm>
              <a:off x="2603369" y="3181309"/>
              <a:ext cx="14972" cy="12124"/>
            </a:xfrm>
            <a:custGeom>
              <a:avLst/>
              <a:pathLst>
                <a:path w="14972" h="12124">
                  <a:moveTo>
                    <a:pt x="1381" y="184"/>
                  </a:moveTo>
                  <a:lnTo>
                    <a:pt x="2377" y="2252"/>
                  </a:lnTo>
                  <a:lnTo>
                    <a:pt x="6272" y="1993"/>
                  </a:lnTo>
                  <a:lnTo>
                    <a:pt x="13657" y="3301"/>
                  </a:lnTo>
                  <a:lnTo>
                    <a:pt x="14972" y="5682"/>
                  </a:lnTo>
                  <a:lnTo>
                    <a:pt x="14947" y="11787"/>
                  </a:lnTo>
                  <a:lnTo>
                    <a:pt x="13103" y="12124"/>
                  </a:lnTo>
                  <a:lnTo>
                    <a:pt x="8044" y="10949"/>
                  </a:lnTo>
                  <a:lnTo>
                    <a:pt x="60" y="7325"/>
                  </a:lnTo>
                  <a:lnTo>
                    <a:pt x="2392" y="6606"/>
                  </a:lnTo>
                  <a:lnTo>
                    <a:pt x="1338" y="3122"/>
                  </a:lnTo>
                  <a:lnTo>
                    <a:pt x="0" y="1652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h1480"/>
            <p:cNvSpPr/>
            <p:nvPr/>
          </p:nvSpPr>
          <p:spPr>
            <a:xfrm>
              <a:off x="2744455" y="3343853"/>
              <a:ext cx="29369" cy="17593"/>
            </a:xfrm>
            <a:custGeom>
              <a:avLst/>
              <a:pathLst>
                <a:path w="29369" h="17593">
                  <a:moveTo>
                    <a:pt x="13355" y="2083"/>
                  </a:moveTo>
                  <a:lnTo>
                    <a:pt x="15123" y="10934"/>
                  </a:lnTo>
                  <a:lnTo>
                    <a:pt x="23032" y="13489"/>
                  </a:lnTo>
                  <a:lnTo>
                    <a:pt x="22784" y="12372"/>
                  </a:lnTo>
                  <a:lnTo>
                    <a:pt x="28300" y="14210"/>
                  </a:lnTo>
                  <a:lnTo>
                    <a:pt x="29369" y="16977"/>
                  </a:lnTo>
                  <a:lnTo>
                    <a:pt x="27919" y="16462"/>
                  </a:lnTo>
                  <a:lnTo>
                    <a:pt x="25422" y="17265"/>
                  </a:lnTo>
                  <a:lnTo>
                    <a:pt x="18080" y="17593"/>
                  </a:lnTo>
                  <a:lnTo>
                    <a:pt x="16410" y="15566"/>
                  </a:lnTo>
                  <a:lnTo>
                    <a:pt x="13100" y="15915"/>
                  </a:lnTo>
                  <a:lnTo>
                    <a:pt x="5935" y="14947"/>
                  </a:lnTo>
                  <a:lnTo>
                    <a:pt x="3590" y="13610"/>
                  </a:lnTo>
                  <a:lnTo>
                    <a:pt x="1497" y="14657"/>
                  </a:lnTo>
                  <a:lnTo>
                    <a:pt x="0" y="14611"/>
                  </a:lnTo>
                  <a:lnTo>
                    <a:pt x="4252" y="8163"/>
                  </a:lnTo>
                  <a:lnTo>
                    <a:pt x="5171" y="1737"/>
                  </a:lnTo>
                  <a:lnTo>
                    <a:pt x="1022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h1481"/>
            <p:cNvSpPr/>
            <p:nvPr/>
          </p:nvSpPr>
          <p:spPr>
            <a:xfrm>
              <a:off x="2794891" y="3266966"/>
              <a:ext cx="5005" cy="3537"/>
            </a:xfrm>
            <a:custGeom>
              <a:avLst/>
              <a:pathLst>
                <a:path w="5005" h="3537">
                  <a:moveTo>
                    <a:pt x="5005" y="1374"/>
                  </a:moveTo>
                  <a:lnTo>
                    <a:pt x="4728" y="3537"/>
                  </a:lnTo>
                  <a:lnTo>
                    <a:pt x="200" y="2518"/>
                  </a:lnTo>
                  <a:lnTo>
                    <a:pt x="0" y="2351"/>
                  </a:lnTo>
                  <a:lnTo>
                    <a:pt x="2040" y="0"/>
                  </a:lnTo>
                  <a:lnTo>
                    <a:pt x="3617" y="10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h1482"/>
            <p:cNvSpPr/>
            <p:nvPr/>
          </p:nvSpPr>
          <p:spPr>
            <a:xfrm>
              <a:off x="2763914" y="3221154"/>
              <a:ext cx="13462" cy="18112"/>
            </a:xfrm>
            <a:custGeom>
              <a:avLst/>
              <a:pathLst>
                <a:path w="13462" h="18112">
                  <a:moveTo>
                    <a:pt x="13462" y="971"/>
                  </a:moveTo>
                  <a:lnTo>
                    <a:pt x="12978" y="7074"/>
                  </a:lnTo>
                  <a:lnTo>
                    <a:pt x="8086" y="12082"/>
                  </a:lnTo>
                  <a:lnTo>
                    <a:pt x="4414" y="12910"/>
                  </a:lnTo>
                  <a:lnTo>
                    <a:pt x="4681" y="16207"/>
                  </a:lnTo>
                  <a:lnTo>
                    <a:pt x="5173" y="16286"/>
                  </a:lnTo>
                  <a:lnTo>
                    <a:pt x="2846" y="18112"/>
                  </a:lnTo>
                  <a:lnTo>
                    <a:pt x="1847" y="16660"/>
                  </a:lnTo>
                  <a:lnTo>
                    <a:pt x="1166" y="12433"/>
                  </a:lnTo>
                  <a:lnTo>
                    <a:pt x="0" y="11637"/>
                  </a:lnTo>
                  <a:lnTo>
                    <a:pt x="1658" y="6293"/>
                  </a:lnTo>
                  <a:lnTo>
                    <a:pt x="2657" y="4652"/>
                  </a:lnTo>
                  <a:lnTo>
                    <a:pt x="8376" y="2136"/>
                  </a:lnTo>
                  <a:lnTo>
                    <a:pt x="8340" y="1630"/>
                  </a:lnTo>
                  <a:lnTo>
                    <a:pt x="1029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h1483"/>
            <p:cNvSpPr/>
            <p:nvPr/>
          </p:nvSpPr>
          <p:spPr>
            <a:xfrm>
              <a:off x="2800266" y="3119128"/>
              <a:ext cx="22474" cy="42574"/>
            </a:xfrm>
            <a:custGeom>
              <a:avLst/>
              <a:pathLst>
                <a:path w="22474" h="42574">
                  <a:moveTo>
                    <a:pt x="12218" y="3818"/>
                  </a:moveTo>
                  <a:lnTo>
                    <a:pt x="21783" y="4222"/>
                  </a:lnTo>
                  <a:lnTo>
                    <a:pt x="22474" y="5642"/>
                  </a:lnTo>
                  <a:lnTo>
                    <a:pt x="18612" y="15767"/>
                  </a:lnTo>
                  <a:lnTo>
                    <a:pt x="16949" y="18558"/>
                  </a:lnTo>
                  <a:lnTo>
                    <a:pt x="18491" y="24269"/>
                  </a:lnTo>
                  <a:lnTo>
                    <a:pt x="17826" y="29879"/>
                  </a:lnTo>
                  <a:lnTo>
                    <a:pt x="15822" y="31995"/>
                  </a:lnTo>
                  <a:lnTo>
                    <a:pt x="12210" y="34223"/>
                  </a:lnTo>
                  <a:lnTo>
                    <a:pt x="11134" y="42574"/>
                  </a:lnTo>
                  <a:lnTo>
                    <a:pt x="4365" y="39397"/>
                  </a:lnTo>
                  <a:lnTo>
                    <a:pt x="3439" y="37051"/>
                  </a:lnTo>
                  <a:lnTo>
                    <a:pt x="0" y="34940"/>
                  </a:lnTo>
                  <a:lnTo>
                    <a:pt x="169" y="32085"/>
                  </a:lnTo>
                  <a:lnTo>
                    <a:pt x="1455" y="27884"/>
                  </a:lnTo>
                  <a:lnTo>
                    <a:pt x="4157" y="24912"/>
                  </a:lnTo>
                  <a:lnTo>
                    <a:pt x="4432" y="23233"/>
                  </a:lnTo>
                  <a:lnTo>
                    <a:pt x="2666" y="19468"/>
                  </a:lnTo>
                  <a:lnTo>
                    <a:pt x="5949" y="15555"/>
                  </a:lnTo>
                  <a:lnTo>
                    <a:pt x="5327" y="14720"/>
                  </a:lnTo>
                  <a:lnTo>
                    <a:pt x="4196" y="12815"/>
                  </a:lnTo>
                  <a:lnTo>
                    <a:pt x="3579" y="9225"/>
                  </a:lnTo>
                  <a:lnTo>
                    <a:pt x="4491" y="6713"/>
                  </a:lnTo>
                  <a:lnTo>
                    <a:pt x="8752" y="6686"/>
                  </a:lnTo>
                  <a:lnTo>
                    <a:pt x="1184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h1484"/>
            <p:cNvSpPr/>
            <p:nvPr/>
          </p:nvSpPr>
          <p:spPr>
            <a:xfrm>
              <a:off x="2699702" y="3247317"/>
              <a:ext cx="34682" cy="29530"/>
            </a:xfrm>
            <a:custGeom>
              <a:avLst/>
              <a:pathLst>
                <a:path w="34682" h="29530">
                  <a:moveTo>
                    <a:pt x="30938" y="2329"/>
                  </a:moveTo>
                  <a:lnTo>
                    <a:pt x="34682" y="3599"/>
                  </a:lnTo>
                  <a:lnTo>
                    <a:pt x="32319" y="5841"/>
                  </a:lnTo>
                  <a:lnTo>
                    <a:pt x="26495" y="6559"/>
                  </a:lnTo>
                  <a:lnTo>
                    <a:pt x="25417" y="11568"/>
                  </a:lnTo>
                  <a:lnTo>
                    <a:pt x="21777" y="16398"/>
                  </a:lnTo>
                  <a:lnTo>
                    <a:pt x="18204" y="18159"/>
                  </a:lnTo>
                  <a:lnTo>
                    <a:pt x="14810" y="18026"/>
                  </a:lnTo>
                  <a:lnTo>
                    <a:pt x="11680" y="24612"/>
                  </a:lnTo>
                  <a:lnTo>
                    <a:pt x="7739" y="29530"/>
                  </a:lnTo>
                  <a:lnTo>
                    <a:pt x="5911" y="24543"/>
                  </a:lnTo>
                  <a:lnTo>
                    <a:pt x="1773" y="23292"/>
                  </a:lnTo>
                  <a:lnTo>
                    <a:pt x="0" y="20930"/>
                  </a:lnTo>
                  <a:lnTo>
                    <a:pt x="2820" y="18479"/>
                  </a:lnTo>
                  <a:lnTo>
                    <a:pt x="7144" y="17251"/>
                  </a:lnTo>
                  <a:lnTo>
                    <a:pt x="15391" y="16713"/>
                  </a:lnTo>
                  <a:lnTo>
                    <a:pt x="16382" y="16148"/>
                  </a:lnTo>
                  <a:lnTo>
                    <a:pt x="16771" y="14600"/>
                  </a:lnTo>
                  <a:lnTo>
                    <a:pt x="14803" y="10786"/>
                  </a:lnTo>
                  <a:lnTo>
                    <a:pt x="11959" y="10428"/>
                  </a:lnTo>
                  <a:lnTo>
                    <a:pt x="9532" y="8050"/>
                  </a:lnTo>
                  <a:lnTo>
                    <a:pt x="10849" y="7428"/>
                  </a:lnTo>
                  <a:lnTo>
                    <a:pt x="12020" y="5333"/>
                  </a:lnTo>
                  <a:lnTo>
                    <a:pt x="10764" y="3596"/>
                  </a:lnTo>
                  <a:lnTo>
                    <a:pt x="8241" y="2510"/>
                  </a:lnTo>
                  <a:lnTo>
                    <a:pt x="8342" y="1809"/>
                  </a:lnTo>
                  <a:lnTo>
                    <a:pt x="18523" y="1284"/>
                  </a:lnTo>
                  <a:lnTo>
                    <a:pt x="21462" y="269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h1485"/>
            <p:cNvSpPr/>
            <p:nvPr/>
          </p:nvSpPr>
          <p:spPr>
            <a:xfrm>
              <a:off x="2778125" y="3124026"/>
              <a:ext cx="12011" cy="12605"/>
            </a:xfrm>
            <a:custGeom>
              <a:avLst/>
              <a:pathLst>
                <a:path w="12011" h="12605">
                  <a:moveTo>
                    <a:pt x="5360" y="2294"/>
                  </a:moveTo>
                  <a:lnTo>
                    <a:pt x="3545" y="9033"/>
                  </a:lnTo>
                  <a:lnTo>
                    <a:pt x="3472" y="11854"/>
                  </a:lnTo>
                  <a:lnTo>
                    <a:pt x="6539" y="9167"/>
                  </a:lnTo>
                  <a:lnTo>
                    <a:pt x="5804" y="7046"/>
                  </a:lnTo>
                  <a:lnTo>
                    <a:pt x="9204" y="4565"/>
                  </a:lnTo>
                  <a:lnTo>
                    <a:pt x="12011" y="8434"/>
                  </a:lnTo>
                  <a:lnTo>
                    <a:pt x="9433" y="11405"/>
                  </a:lnTo>
                  <a:lnTo>
                    <a:pt x="3275" y="12605"/>
                  </a:lnTo>
                  <a:lnTo>
                    <a:pt x="347" y="10673"/>
                  </a:lnTo>
                  <a:lnTo>
                    <a:pt x="0" y="9169"/>
                  </a:lnTo>
                  <a:lnTo>
                    <a:pt x="2002" y="5963"/>
                  </a:lnTo>
                  <a:lnTo>
                    <a:pt x="747" y="2402"/>
                  </a:lnTo>
                  <a:lnTo>
                    <a:pt x="1722" y="221"/>
                  </a:lnTo>
                  <a:lnTo>
                    <a:pt x="52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h1486"/>
            <p:cNvSpPr/>
            <p:nvPr/>
          </p:nvSpPr>
          <p:spPr>
            <a:xfrm>
              <a:off x="2758376" y="3092903"/>
              <a:ext cx="3803" cy="7413"/>
            </a:xfrm>
            <a:custGeom>
              <a:avLst/>
              <a:pathLst>
                <a:path w="3803" h="7413">
                  <a:moveTo>
                    <a:pt x="3145" y="0"/>
                  </a:moveTo>
                  <a:lnTo>
                    <a:pt x="2770" y="3764"/>
                  </a:lnTo>
                  <a:lnTo>
                    <a:pt x="3803" y="5081"/>
                  </a:lnTo>
                  <a:lnTo>
                    <a:pt x="3341" y="7279"/>
                  </a:lnTo>
                  <a:lnTo>
                    <a:pt x="1723" y="7413"/>
                  </a:lnTo>
                  <a:lnTo>
                    <a:pt x="104" y="6683"/>
                  </a:lnTo>
                  <a:lnTo>
                    <a:pt x="0" y="4715"/>
                  </a:lnTo>
                  <a:lnTo>
                    <a:pt x="1874" y="202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h1487"/>
            <p:cNvSpPr/>
            <p:nvPr/>
          </p:nvSpPr>
          <p:spPr>
            <a:xfrm>
              <a:off x="2714490" y="3189349"/>
              <a:ext cx="8775" cy="6416"/>
            </a:xfrm>
            <a:custGeom>
              <a:avLst/>
              <a:pathLst>
                <a:path w="8775" h="6416">
                  <a:moveTo>
                    <a:pt x="8775" y="0"/>
                  </a:moveTo>
                  <a:lnTo>
                    <a:pt x="8060" y="4654"/>
                  </a:lnTo>
                  <a:lnTo>
                    <a:pt x="6325" y="6416"/>
                  </a:lnTo>
                  <a:lnTo>
                    <a:pt x="5711" y="5935"/>
                  </a:lnTo>
                  <a:lnTo>
                    <a:pt x="5243" y="3369"/>
                  </a:lnTo>
                  <a:lnTo>
                    <a:pt x="1678" y="2592"/>
                  </a:lnTo>
                  <a:lnTo>
                    <a:pt x="371" y="3135"/>
                  </a:lnTo>
                  <a:lnTo>
                    <a:pt x="0" y="1783"/>
                  </a:lnTo>
                  <a:lnTo>
                    <a:pt x="3787" y="1826"/>
                  </a:lnTo>
                  <a:lnTo>
                    <a:pt x="4411" y="82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h1488"/>
            <p:cNvSpPr/>
            <p:nvPr/>
          </p:nvSpPr>
          <p:spPr>
            <a:xfrm>
              <a:off x="3022648" y="3298608"/>
              <a:ext cx="86765" cy="45253"/>
            </a:xfrm>
            <a:custGeom>
              <a:avLst/>
              <a:pathLst>
                <a:path w="86765" h="45253">
                  <a:moveTo>
                    <a:pt x="18815" y="2676"/>
                  </a:moveTo>
                  <a:lnTo>
                    <a:pt x="18273" y="5181"/>
                  </a:lnTo>
                  <a:lnTo>
                    <a:pt x="20681" y="5944"/>
                  </a:lnTo>
                  <a:lnTo>
                    <a:pt x="25122" y="5226"/>
                  </a:lnTo>
                  <a:lnTo>
                    <a:pt x="28057" y="6801"/>
                  </a:lnTo>
                  <a:lnTo>
                    <a:pt x="28440" y="7920"/>
                  </a:lnTo>
                  <a:lnTo>
                    <a:pt x="27472" y="12126"/>
                  </a:lnTo>
                  <a:lnTo>
                    <a:pt x="25896" y="13316"/>
                  </a:lnTo>
                  <a:lnTo>
                    <a:pt x="20991" y="13840"/>
                  </a:lnTo>
                  <a:lnTo>
                    <a:pt x="19976" y="14985"/>
                  </a:lnTo>
                  <a:lnTo>
                    <a:pt x="20550" y="18043"/>
                  </a:lnTo>
                  <a:lnTo>
                    <a:pt x="21703" y="15133"/>
                  </a:lnTo>
                  <a:lnTo>
                    <a:pt x="24206" y="15205"/>
                  </a:lnTo>
                  <a:lnTo>
                    <a:pt x="28330" y="21710"/>
                  </a:lnTo>
                  <a:lnTo>
                    <a:pt x="31596" y="21547"/>
                  </a:lnTo>
                  <a:lnTo>
                    <a:pt x="35510" y="16843"/>
                  </a:lnTo>
                  <a:lnTo>
                    <a:pt x="34907" y="14757"/>
                  </a:lnTo>
                  <a:lnTo>
                    <a:pt x="32748" y="12750"/>
                  </a:lnTo>
                  <a:lnTo>
                    <a:pt x="31025" y="6182"/>
                  </a:lnTo>
                  <a:lnTo>
                    <a:pt x="37023" y="5964"/>
                  </a:lnTo>
                  <a:lnTo>
                    <a:pt x="37512" y="6618"/>
                  </a:lnTo>
                  <a:lnTo>
                    <a:pt x="36277" y="14336"/>
                  </a:lnTo>
                  <a:lnTo>
                    <a:pt x="37017" y="14096"/>
                  </a:lnTo>
                  <a:lnTo>
                    <a:pt x="35347" y="18746"/>
                  </a:lnTo>
                  <a:lnTo>
                    <a:pt x="35025" y="21884"/>
                  </a:lnTo>
                  <a:lnTo>
                    <a:pt x="34066" y="22642"/>
                  </a:lnTo>
                  <a:lnTo>
                    <a:pt x="40608" y="26785"/>
                  </a:lnTo>
                  <a:lnTo>
                    <a:pt x="47176" y="28039"/>
                  </a:lnTo>
                  <a:lnTo>
                    <a:pt x="53371" y="30303"/>
                  </a:lnTo>
                  <a:lnTo>
                    <a:pt x="60427" y="30537"/>
                  </a:lnTo>
                  <a:lnTo>
                    <a:pt x="62460" y="28629"/>
                  </a:lnTo>
                  <a:lnTo>
                    <a:pt x="67433" y="31095"/>
                  </a:lnTo>
                  <a:lnTo>
                    <a:pt x="73983" y="29237"/>
                  </a:lnTo>
                  <a:lnTo>
                    <a:pt x="74234" y="29643"/>
                  </a:lnTo>
                  <a:lnTo>
                    <a:pt x="82498" y="43210"/>
                  </a:lnTo>
                  <a:lnTo>
                    <a:pt x="86765" y="45253"/>
                  </a:lnTo>
                  <a:lnTo>
                    <a:pt x="62770" y="35336"/>
                  </a:lnTo>
                  <a:lnTo>
                    <a:pt x="41374" y="29114"/>
                  </a:lnTo>
                  <a:lnTo>
                    <a:pt x="23052" y="26037"/>
                  </a:lnTo>
                  <a:lnTo>
                    <a:pt x="4571" y="24837"/>
                  </a:lnTo>
                  <a:lnTo>
                    <a:pt x="0" y="25289"/>
                  </a:lnTo>
                  <a:lnTo>
                    <a:pt x="66" y="23234"/>
                  </a:lnTo>
                  <a:lnTo>
                    <a:pt x="7418" y="6119"/>
                  </a:lnTo>
                  <a:lnTo>
                    <a:pt x="13776" y="7236"/>
                  </a:lnTo>
                  <a:lnTo>
                    <a:pt x="14071" y="4369"/>
                  </a:lnTo>
                  <a:lnTo>
                    <a:pt x="11807" y="609"/>
                  </a:lnTo>
                  <a:lnTo>
                    <a:pt x="172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h1489"/>
            <p:cNvSpPr/>
            <p:nvPr/>
          </p:nvSpPr>
          <p:spPr>
            <a:xfrm>
              <a:off x="2650657" y="3142395"/>
              <a:ext cx="9769" cy="9550"/>
            </a:xfrm>
            <a:custGeom>
              <a:avLst/>
              <a:pathLst>
                <a:path w="9769" h="9550">
                  <a:moveTo>
                    <a:pt x="8683" y="2718"/>
                  </a:moveTo>
                  <a:lnTo>
                    <a:pt x="9769" y="9010"/>
                  </a:lnTo>
                  <a:lnTo>
                    <a:pt x="9392" y="9550"/>
                  </a:lnTo>
                  <a:lnTo>
                    <a:pt x="3504" y="9314"/>
                  </a:lnTo>
                  <a:lnTo>
                    <a:pt x="1605" y="7936"/>
                  </a:lnTo>
                  <a:lnTo>
                    <a:pt x="0" y="5129"/>
                  </a:lnTo>
                  <a:lnTo>
                    <a:pt x="195" y="1542"/>
                  </a:lnTo>
                  <a:lnTo>
                    <a:pt x="634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h1490"/>
            <p:cNvSpPr/>
            <p:nvPr/>
          </p:nvSpPr>
          <p:spPr>
            <a:xfrm>
              <a:off x="3032549" y="3294819"/>
              <a:ext cx="25610" cy="25500"/>
            </a:xfrm>
            <a:custGeom>
              <a:avLst/>
              <a:pathLst>
                <a:path w="25610" h="25500">
                  <a:moveTo>
                    <a:pt x="8784" y="77"/>
                  </a:moveTo>
                  <a:lnTo>
                    <a:pt x="16599" y="0"/>
                  </a:lnTo>
                  <a:lnTo>
                    <a:pt x="19811" y="2156"/>
                  </a:lnTo>
                  <a:lnTo>
                    <a:pt x="20484" y="2616"/>
                  </a:lnTo>
                  <a:lnTo>
                    <a:pt x="20054" y="4964"/>
                  </a:lnTo>
                  <a:lnTo>
                    <a:pt x="21709" y="7174"/>
                  </a:lnTo>
                  <a:lnTo>
                    <a:pt x="21125" y="9972"/>
                  </a:lnTo>
                  <a:lnTo>
                    <a:pt x="22847" y="16539"/>
                  </a:lnTo>
                  <a:lnTo>
                    <a:pt x="25007" y="18546"/>
                  </a:lnTo>
                  <a:lnTo>
                    <a:pt x="25610" y="20632"/>
                  </a:lnTo>
                  <a:lnTo>
                    <a:pt x="21696" y="25337"/>
                  </a:lnTo>
                  <a:lnTo>
                    <a:pt x="18429" y="25500"/>
                  </a:lnTo>
                  <a:lnTo>
                    <a:pt x="14306" y="18995"/>
                  </a:lnTo>
                  <a:lnTo>
                    <a:pt x="11802" y="18922"/>
                  </a:lnTo>
                  <a:lnTo>
                    <a:pt x="10650" y="21833"/>
                  </a:lnTo>
                  <a:lnTo>
                    <a:pt x="10075" y="18775"/>
                  </a:lnTo>
                  <a:lnTo>
                    <a:pt x="11091" y="17630"/>
                  </a:lnTo>
                  <a:lnTo>
                    <a:pt x="15995" y="17106"/>
                  </a:lnTo>
                  <a:lnTo>
                    <a:pt x="17571" y="15916"/>
                  </a:lnTo>
                  <a:lnTo>
                    <a:pt x="18539" y="11710"/>
                  </a:lnTo>
                  <a:lnTo>
                    <a:pt x="18157" y="10590"/>
                  </a:lnTo>
                  <a:lnTo>
                    <a:pt x="15221" y="9016"/>
                  </a:lnTo>
                  <a:lnTo>
                    <a:pt x="10781" y="9734"/>
                  </a:lnTo>
                  <a:lnTo>
                    <a:pt x="8373" y="8971"/>
                  </a:lnTo>
                  <a:lnTo>
                    <a:pt x="8914" y="6466"/>
                  </a:lnTo>
                  <a:lnTo>
                    <a:pt x="7304" y="3789"/>
                  </a:lnTo>
                  <a:lnTo>
                    <a:pt x="1906" y="4398"/>
                  </a:lnTo>
                  <a:lnTo>
                    <a:pt x="0" y="135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h1491"/>
            <p:cNvSpPr/>
            <p:nvPr/>
          </p:nvSpPr>
          <p:spPr>
            <a:xfrm>
              <a:off x="2721560" y="3194398"/>
              <a:ext cx="7103" cy="12483"/>
            </a:xfrm>
            <a:custGeom>
              <a:avLst/>
              <a:pathLst>
                <a:path w="7103" h="12483">
                  <a:moveTo>
                    <a:pt x="7103" y="3405"/>
                  </a:moveTo>
                  <a:lnTo>
                    <a:pt x="5579" y="8685"/>
                  </a:lnTo>
                  <a:lnTo>
                    <a:pt x="649" y="12483"/>
                  </a:lnTo>
                  <a:lnTo>
                    <a:pt x="0" y="6984"/>
                  </a:lnTo>
                  <a:lnTo>
                    <a:pt x="1765" y="1731"/>
                  </a:lnTo>
                  <a:lnTo>
                    <a:pt x="62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h1492"/>
            <p:cNvSpPr/>
            <p:nvPr/>
          </p:nvSpPr>
          <p:spPr>
            <a:xfrm>
              <a:off x="2802466" y="3232963"/>
              <a:ext cx="3622" cy="4942"/>
            </a:xfrm>
            <a:custGeom>
              <a:avLst/>
              <a:pathLst>
                <a:path w="3622" h="4942">
                  <a:moveTo>
                    <a:pt x="3622" y="3719"/>
                  </a:moveTo>
                  <a:lnTo>
                    <a:pt x="2229" y="4915"/>
                  </a:lnTo>
                  <a:lnTo>
                    <a:pt x="1714" y="4942"/>
                  </a:lnTo>
                  <a:lnTo>
                    <a:pt x="0" y="4524"/>
                  </a:lnTo>
                  <a:lnTo>
                    <a:pt x="528" y="3292"/>
                  </a:lnTo>
                  <a:lnTo>
                    <a:pt x="334" y="1051"/>
                  </a:lnTo>
                  <a:lnTo>
                    <a:pt x="182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h1493"/>
            <p:cNvSpPr/>
            <p:nvPr/>
          </p:nvSpPr>
          <p:spPr>
            <a:xfrm>
              <a:off x="2761607" y="3218227"/>
              <a:ext cx="11194" cy="9220"/>
            </a:xfrm>
            <a:custGeom>
              <a:avLst/>
              <a:pathLst>
                <a:path w="11194" h="9220">
                  <a:moveTo>
                    <a:pt x="11194" y="372"/>
                  </a:moveTo>
                  <a:lnTo>
                    <a:pt x="10647" y="4557"/>
                  </a:lnTo>
                  <a:lnTo>
                    <a:pt x="10683" y="5064"/>
                  </a:lnTo>
                  <a:lnTo>
                    <a:pt x="4964" y="7579"/>
                  </a:lnTo>
                  <a:lnTo>
                    <a:pt x="3965" y="9220"/>
                  </a:lnTo>
                  <a:lnTo>
                    <a:pt x="0" y="3945"/>
                  </a:lnTo>
                  <a:lnTo>
                    <a:pt x="1236" y="2692"/>
                  </a:lnTo>
                  <a:lnTo>
                    <a:pt x="7209" y="2231"/>
                  </a:lnTo>
                  <a:lnTo>
                    <a:pt x="8564" y="313"/>
                  </a:lnTo>
                  <a:lnTo>
                    <a:pt x="1045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h1494"/>
            <p:cNvSpPr/>
            <p:nvPr/>
          </p:nvSpPr>
          <p:spPr>
            <a:xfrm>
              <a:off x="2828163" y="3307179"/>
              <a:ext cx="7478" cy="10576"/>
            </a:xfrm>
            <a:custGeom>
              <a:avLst/>
              <a:pathLst>
                <a:path w="7478" h="10576">
                  <a:moveTo>
                    <a:pt x="4707" y="40"/>
                  </a:moveTo>
                  <a:lnTo>
                    <a:pt x="6923" y="3124"/>
                  </a:lnTo>
                  <a:lnTo>
                    <a:pt x="7478" y="10576"/>
                  </a:lnTo>
                  <a:lnTo>
                    <a:pt x="4806" y="10440"/>
                  </a:lnTo>
                  <a:lnTo>
                    <a:pt x="3579" y="9618"/>
                  </a:lnTo>
                  <a:lnTo>
                    <a:pt x="0" y="6365"/>
                  </a:lnTo>
                  <a:lnTo>
                    <a:pt x="474" y="5183"/>
                  </a:lnTo>
                  <a:lnTo>
                    <a:pt x="325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h1495"/>
            <p:cNvSpPr/>
            <p:nvPr/>
          </p:nvSpPr>
          <p:spPr>
            <a:xfrm>
              <a:off x="2715246" y="3195285"/>
              <a:ext cx="5569" cy="6575"/>
            </a:xfrm>
            <a:custGeom>
              <a:avLst/>
              <a:pathLst>
                <a:path w="5569" h="6575">
                  <a:moveTo>
                    <a:pt x="4955" y="0"/>
                  </a:moveTo>
                  <a:lnTo>
                    <a:pt x="5569" y="480"/>
                  </a:lnTo>
                  <a:lnTo>
                    <a:pt x="4869" y="5620"/>
                  </a:lnTo>
                  <a:lnTo>
                    <a:pt x="2566" y="6575"/>
                  </a:lnTo>
                  <a:lnTo>
                    <a:pt x="0" y="2869"/>
                  </a:lnTo>
                  <a:lnTo>
                    <a:pt x="1531" y="30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h1496"/>
            <p:cNvSpPr/>
            <p:nvPr/>
          </p:nvSpPr>
          <p:spPr>
            <a:xfrm>
              <a:off x="2849297" y="3339163"/>
              <a:ext cx="9672" cy="11312"/>
            </a:xfrm>
            <a:custGeom>
              <a:avLst/>
              <a:pathLst>
                <a:path w="9672" h="11312">
                  <a:moveTo>
                    <a:pt x="3954" y="0"/>
                  </a:moveTo>
                  <a:lnTo>
                    <a:pt x="5178" y="2981"/>
                  </a:lnTo>
                  <a:lnTo>
                    <a:pt x="9672" y="4996"/>
                  </a:lnTo>
                  <a:lnTo>
                    <a:pt x="7739" y="10164"/>
                  </a:lnTo>
                  <a:lnTo>
                    <a:pt x="4356" y="11312"/>
                  </a:lnTo>
                  <a:lnTo>
                    <a:pt x="1759" y="9877"/>
                  </a:lnTo>
                  <a:lnTo>
                    <a:pt x="1298" y="5666"/>
                  </a:lnTo>
                  <a:lnTo>
                    <a:pt x="0" y="352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h1497"/>
            <p:cNvSpPr/>
            <p:nvPr/>
          </p:nvSpPr>
          <p:spPr>
            <a:xfrm>
              <a:off x="2754562" y="3186294"/>
              <a:ext cx="19826" cy="20166"/>
            </a:xfrm>
            <a:custGeom>
              <a:avLst/>
              <a:pathLst>
                <a:path w="19826" h="20166">
                  <a:moveTo>
                    <a:pt x="9868" y="187"/>
                  </a:moveTo>
                  <a:lnTo>
                    <a:pt x="9364" y="2313"/>
                  </a:lnTo>
                  <a:lnTo>
                    <a:pt x="9780" y="4477"/>
                  </a:lnTo>
                  <a:lnTo>
                    <a:pt x="16250" y="184"/>
                  </a:lnTo>
                  <a:lnTo>
                    <a:pt x="19826" y="7705"/>
                  </a:lnTo>
                  <a:lnTo>
                    <a:pt x="18780" y="7615"/>
                  </a:lnTo>
                  <a:lnTo>
                    <a:pt x="14480" y="14915"/>
                  </a:lnTo>
                  <a:lnTo>
                    <a:pt x="13653" y="19575"/>
                  </a:lnTo>
                  <a:lnTo>
                    <a:pt x="6740" y="20166"/>
                  </a:lnTo>
                  <a:lnTo>
                    <a:pt x="6473" y="19635"/>
                  </a:lnTo>
                  <a:lnTo>
                    <a:pt x="6809" y="16449"/>
                  </a:lnTo>
                  <a:lnTo>
                    <a:pt x="2283" y="7749"/>
                  </a:lnTo>
                  <a:lnTo>
                    <a:pt x="68" y="5103"/>
                  </a:lnTo>
                  <a:lnTo>
                    <a:pt x="0" y="1678"/>
                  </a:lnTo>
                  <a:lnTo>
                    <a:pt x="5039" y="4027"/>
                  </a:lnTo>
                  <a:lnTo>
                    <a:pt x="742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h1498"/>
            <p:cNvSpPr/>
            <p:nvPr/>
          </p:nvSpPr>
          <p:spPr>
            <a:xfrm>
              <a:off x="2683844" y="3126292"/>
              <a:ext cx="17245" cy="17329"/>
            </a:xfrm>
            <a:custGeom>
              <a:avLst/>
              <a:pathLst>
                <a:path w="17245" h="17329">
                  <a:moveTo>
                    <a:pt x="6272" y="2534"/>
                  </a:moveTo>
                  <a:lnTo>
                    <a:pt x="9062" y="3793"/>
                  </a:lnTo>
                  <a:lnTo>
                    <a:pt x="9768" y="4972"/>
                  </a:lnTo>
                  <a:lnTo>
                    <a:pt x="10360" y="6541"/>
                  </a:lnTo>
                  <a:lnTo>
                    <a:pt x="10041" y="8381"/>
                  </a:lnTo>
                  <a:lnTo>
                    <a:pt x="10994" y="10652"/>
                  </a:lnTo>
                  <a:lnTo>
                    <a:pt x="14287" y="12796"/>
                  </a:lnTo>
                  <a:lnTo>
                    <a:pt x="17154" y="15828"/>
                  </a:lnTo>
                  <a:lnTo>
                    <a:pt x="17245" y="17329"/>
                  </a:lnTo>
                  <a:lnTo>
                    <a:pt x="12850" y="16861"/>
                  </a:lnTo>
                  <a:lnTo>
                    <a:pt x="6518" y="13021"/>
                  </a:lnTo>
                  <a:lnTo>
                    <a:pt x="4828" y="12261"/>
                  </a:lnTo>
                  <a:lnTo>
                    <a:pt x="3973" y="12733"/>
                  </a:lnTo>
                  <a:lnTo>
                    <a:pt x="0" y="8714"/>
                  </a:lnTo>
                  <a:lnTo>
                    <a:pt x="2537" y="8678"/>
                  </a:lnTo>
                  <a:lnTo>
                    <a:pt x="4330" y="7878"/>
                  </a:lnTo>
                  <a:lnTo>
                    <a:pt x="5651" y="6164"/>
                  </a:lnTo>
                  <a:lnTo>
                    <a:pt x="2822" y="3398"/>
                  </a:lnTo>
                  <a:lnTo>
                    <a:pt x="2952" y="1861"/>
                  </a:lnTo>
                  <a:lnTo>
                    <a:pt x="403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h1499"/>
            <p:cNvSpPr/>
            <p:nvPr/>
          </p:nvSpPr>
          <p:spPr>
            <a:xfrm>
              <a:off x="2784355" y="3226043"/>
              <a:ext cx="2715" cy="4545"/>
            </a:xfrm>
            <a:custGeom>
              <a:avLst/>
              <a:pathLst>
                <a:path w="2715" h="4545">
                  <a:moveTo>
                    <a:pt x="1367" y="267"/>
                  </a:moveTo>
                  <a:lnTo>
                    <a:pt x="1525" y="2426"/>
                  </a:lnTo>
                  <a:lnTo>
                    <a:pt x="2715" y="4545"/>
                  </a:lnTo>
                  <a:lnTo>
                    <a:pt x="1211" y="3843"/>
                  </a:lnTo>
                  <a:lnTo>
                    <a:pt x="0" y="887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h1500"/>
            <p:cNvSpPr/>
            <p:nvPr/>
          </p:nvSpPr>
          <p:spPr>
            <a:xfrm>
              <a:off x="2976375" y="3322084"/>
              <a:ext cx="24994" cy="6545"/>
            </a:xfrm>
            <a:custGeom>
              <a:avLst/>
              <a:pathLst>
                <a:path w="24994" h="6545">
                  <a:moveTo>
                    <a:pt x="23857" y="2822"/>
                  </a:moveTo>
                  <a:lnTo>
                    <a:pt x="24994" y="2937"/>
                  </a:lnTo>
                  <a:lnTo>
                    <a:pt x="9056" y="6545"/>
                  </a:lnTo>
                  <a:lnTo>
                    <a:pt x="245" y="6404"/>
                  </a:lnTo>
                  <a:lnTo>
                    <a:pt x="0" y="2652"/>
                  </a:lnTo>
                  <a:lnTo>
                    <a:pt x="2527" y="771"/>
                  </a:lnTo>
                  <a:lnTo>
                    <a:pt x="9811" y="1676"/>
                  </a:lnTo>
                  <a:lnTo>
                    <a:pt x="228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h1501"/>
            <p:cNvSpPr/>
            <p:nvPr/>
          </p:nvSpPr>
          <p:spPr>
            <a:xfrm>
              <a:off x="2713286" y="3294472"/>
              <a:ext cx="10613" cy="12832"/>
            </a:xfrm>
            <a:custGeom>
              <a:avLst/>
              <a:pathLst>
                <a:path w="10613" h="12832">
                  <a:moveTo>
                    <a:pt x="6817" y="3363"/>
                  </a:moveTo>
                  <a:lnTo>
                    <a:pt x="10256" y="9299"/>
                  </a:lnTo>
                  <a:lnTo>
                    <a:pt x="10613" y="9659"/>
                  </a:lnTo>
                  <a:lnTo>
                    <a:pt x="8459" y="11165"/>
                  </a:lnTo>
                  <a:lnTo>
                    <a:pt x="3054" y="12832"/>
                  </a:lnTo>
                  <a:lnTo>
                    <a:pt x="2335" y="12564"/>
                  </a:lnTo>
                  <a:lnTo>
                    <a:pt x="1742" y="10748"/>
                  </a:lnTo>
                  <a:lnTo>
                    <a:pt x="0" y="3079"/>
                  </a:lnTo>
                  <a:lnTo>
                    <a:pt x="278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h1502"/>
            <p:cNvSpPr/>
            <p:nvPr/>
          </p:nvSpPr>
          <p:spPr>
            <a:xfrm>
              <a:off x="2801272" y="3268908"/>
              <a:ext cx="13671" cy="10811"/>
            </a:xfrm>
            <a:custGeom>
              <a:avLst/>
              <a:pathLst>
                <a:path w="13671" h="10811">
                  <a:moveTo>
                    <a:pt x="4265" y="392"/>
                  </a:moveTo>
                  <a:lnTo>
                    <a:pt x="5858" y="1480"/>
                  </a:lnTo>
                  <a:lnTo>
                    <a:pt x="13671" y="817"/>
                  </a:lnTo>
                  <a:lnTo>
                    <a:pt x="13517" y="4570"/>
                  </a:lnTo>
                  <a:lnTo>
                    <a:pt x="12379" y="4742"/>
                  </a:lnTo>
                  <a:lnTo>
                    <a:pt x="11275" y="9737"/>
                  </a:lnTo>
                  <a:lnTo>
                    <a:pt x="7763" y="8959"/>
                  </a:lnTo>
                  <a:lnTo>
                    <a:pt x="4931" y="10811"/>
                  </a:lnTo>
                  <a:lnTo>
                    <a:pt x="1493" y="4977"/>
                  </a:lnTo>
                  <a:lnTo>
                    <a:pt x="3933" y="2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h1503"/>
            <p:cNvSpPr/>
            <p:nvPr/>
          </p:nvSpPr>
          <p:spPr>
            <a:xfrm>
              <a:off x="2626514" y="3157388"/>
              <a:ext cx="8476" cy="9998"/>
            </a:xfrm>
            <a:custGeom>
              <a:avLst/>
              <a:pathLst>
                <a:path w="8476" h="9998">
                  <a:moveTo>
                    <a:pt x="6531" y="870"/>
                  </a:moveTo>
                  <a:lnTo>
                    <a:pt x="8476" y="702"/>
                  </a:lnTo>
                  <a:lnTo>
                    <a:pt x="6487" y="9584"/>
                  </a:lnTo>
                  <a:lnTo>
                    <a:pt x="4781" y="9894"/>
                  </a:lnTo>
                  <a:lnTo>
                    <a:pt x="2626" y="9998"/>
                  </a:lnTo>
                  <a:lnTo>
                    <a:pt x="159" y="51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h1504"/>
            <p:cNvSpPr/>
            <p:nvPr/>
          </p:nvSpPr>
          <p:spPr>
            <a:xfrm>
              <a:off x="2709360" y="3143932"/>
              <a:ext cx="27329" cy="20645"/>
            </a:xfrm>
            <a:custGeom>
              <a:avLst/>
              <a:pathLst>
                <a:path w="27329" h="20645">
                  <a:moveTo>
                    <a:pt x="17520" y="391"/>
                  </a:moveTo>
                  <a:lnTo>
                    <a:pt x="23118" y="3577"/>
                  </a:lnTo>
                  <a:lnTo>
                    <a:pt x="26598" y="9408"/>
                  </a:lnTo>
                  <a:lnTo>
                    <a:pt x="27329" y="12739"/>
                  </a:lnTo>
                  <a:lnTo>
                    <a:pt x="25358" y="16765"/>
                  </a:lnTo>
                  <a:lnTo>
                    <a:pt x="19610" y="20645"/>
                  </a:lnTo>
                  <a:lnTo>
                    <a:pt x="11685" y="19431"/>
                  </a:lnTo>
                  <a:lnTo>
                    <a:pt x="10861" y="17747"/>
                  </a:lnTo>
                  <a:lnTo>
                    <a:pt x="7660" y="16504"/>
                  </a:lnTo>
                  <a:lnTo>
                    <a:pt x="2127" y="19893"/>
                  </a:lnTo>
                  <a:lnTo>
                    <a:pt x="1960" y="19490"/>
                  </a:lnTo>
                  <a:lnTo>
                    <a:pt x="0" y="16386"/>
                  </a:lnTo>
                  <a:lnTo>
                    <a:pt x="6241" y="13937"/>
                  </a:lnTo>
                  <a:lnTo>
                    <a:pt x="5524" y="7861"/>
                  </a:lnTo>
                  <a:lnTo>
                    <a:pt x="6070" y="6588"/>
                  </a:lnTo>
                  <a:lnTo>
                    <a:pt x="10946" y="5768"/>
                  </a:lnTo>
                  <a:lnTo>
                    <a:pt x="1638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h1505"/>
            <p:cNvSpPr/>
            <p:nvPr/>
          </p:nvSpPr>
          <p:spPr>
            <a:xfrm>
              <a:off x="2639315" y="3127595"/>
              <a:ext cx="8002" cy="5711"/>
            </a:xfrm>
            <a:custGeom>
              <a:avLst/>
              <a:pathLst>
                <a:path w="8002" h="5711">
                  <a:moveTo>
                    <a:pt x="4247" y="394"/>
                  </a:moveTo>
                  <a:lnTo>
                    <a:pt x="8002" y="1444"/>
                  </a:lnTo>
                  <a:lnTo>
                    <a:pt x="7965" y="5711"/>
                  </a:lnTo>
                  <a:lnTo>
                    <a:pt x="5386" y="2779"/>
                  </a:lnTo>
                  <a:lnTo>
                    <a:pt x="4430" y="4484"/>
                  </a:lnTo>
                  <a:lnTo>
                    <a:pt x="2636" y="5531"/>
                  </a:lnTo>
                  <a:lnTo>
                    <a:pt x="129" y="2707"/>
                  </a:lnTo>
                  <a:lnTo>
                    <a:pt x="0" y="1007"/>
                  </a:lnTo>
                  <a:lnTo>
                    <a:pt x="115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h1506"/>
            <p:cNvSpPr/>
            <p:nvPr/>
          </p:nvSpPr>
          <p:spPr>
            <a:xfrm>
              <a:off x="2816931" y="3319038"/>
              <a:ext cx="6209" cy="10982"/>
            </a:xfrm>
            <a:custGeom>
              <a:avLst/>
              <a:pathLst>
                <a:path w="6209" h="10982">
                  <a:moveTo>
                    <a:pt x="3409" y="2563"/>
                  </a:moveTo>
                  <a:lnTo>
                    <a:pt x="6209" y="9812"/>
                  </a:lnTo>
                  <a:lnTo>
                    <a:pt x="4801" y="10982"/>
                  </a:lnTo>
                  <a:lnTo>
                    <a:pt x="3395" y="8743"/>
                  </a:lnTo>
                  <a:lnTo>
                    <a:pt x="944" y="6317"/>
                  </a:lnTo>
                  <a:lnTo>
                    <a:pt x="0" y="3244"/>
                  </a:lnTo>
                  <a:lnTo>
                    <a:pt x="111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h1507"/>
            <p:cNvSpPr/>
            <p:nvPr/>
          </p:nvSpPr>
          <p:spPr>
            <a:xfrm>
              <a:off x="2795464" y="3247780"/>
              <a:ext cx="11565" cy="11795"/>
            </a:xfrm>
            <a:custGeom>
              <a:avLst/>
              <a:pathLst>
                <a:path w="11565" h="11795">
                  <a:moveTo>
                    <a:pt x="5432" y="734"/>
                  </a:moveTo>
                  <a:lnTo>
                    <a:pt x="5815" y="4442"/>
                  </a:lnTo>
                  <a:lnTo>
                    <a:pt x="7904" y="4952"/>
                  </a:lnTo>
                  <a:lnTo>
                    <a:pt x="11565" y="9977"/>
                  </a:lnTo>
                  <a:lnTo>
                    <a:pt x="7325" y="11712"/>
                  </a:lnTo>
                  <a:lnTo>
                    <a:pt x="2943" y="11795"/>
                  </a:lnTo>
                  <a:lnTo>
                    <a:pt x="2177" y="10785"/>
                  </a:lnTo>
                  <a:lnTo>
                    <a:pt x="0" y="10511"/>
                  </a:lnTo>
                  <a:lnTo>
                    <a:pt x="139" y="6910"/>
                  </a:lnTo>
                  <a:lnTo>
                    <a:pt x="2518" y="7617"/>
                  </a:lnTo>
                  <a:lnTo>
                    <a:pt x="2260" y="6374"/>
                  </a:lnTo>
                  <a:lnTo>
                    <a:pt x="1030" y="5880"/>
                  </a:lnTo>
                  <a:lnTo>
                    <a:pt x="311" y="6402"/>
                  </a:lnTo>
                  <a:lnTo>
                    <a:pt x="1857" y="1224"/>
                  </a:lnTo>
                  <a:lnTo>
                    <a:pt x="1876" y="341"/>
                  </a:lnTo>
                  <a:lnTo>
                    <a:pt x="218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h1508"/>
            <p:cNvSpPr/>
            <p:nvPr/>
          </p:nvSpPr>
          <p:spPr>
            <a:xfrm>
              <a:off x="2777710" y="3104582"/>
              <a:ext cx="13402" cy="13595"/>
            </a:xfrm>
            <a:custGeom>
              <a:avLst/>
              <a:pathLst>
                <a:path w="13402" h="13595">
                  <a:moveTo>
                    <a:pt x="8673" y="2437"/>
                  </a:moveTo>
                  <a:lnTo>
                    <a:pt x="13402" y="5217"/>
                  </a:lnTo>
                  <a:lnTo>
                    <a:pt x="12707" y="9830"/>
                  </a:lnTo>
                  <a:lnTo>
                    <a:pt x="9448" y="8646"/>
                  </a:lnTo>
                  <a:lnTo>
                    <a:pt x="7311" y="9130"/>
                  </a:lnTo>
                  <a:lnTo>
                    <a:pt x="8104" y="13595"/>
                  </a:lnTo>
                  <a:lnTo>
                    <a:pt x="1612" y="13592"/>
                  </a:lnTo>
                  <a:lnTo>
                    <a:pt x="0" y="12693"/>
                  </a:lnTo>
                  <a:lnTo>
                    <a:pt x="1354" y="8517"/>
                  </a:lnTo>
                  <a:lnTo>
                    <a:pt x="3120" y="8857"/>
                  </a:lnTo>
                  <a:lnTo>
                    <a:pt x="6570" y="6648"/>
                  </a:lnTo>
                  <a:lnTo>
                    <a:pt x="50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h1509"/>
            <p:cNvSpPr/>
            <p:nvPr/>
          </p:nvSpPr>
          <p:spPr>
            <a:xfrm>
              <a:off x="2781101" y="3088542"/>
              <a:ext cx="22789" cy="23244"/>
            </a:xfrm>
            <a:custGeom>
              <a:avLst/>
              <a:pathLst>
                <a:path w="22789" h="23244">
                  <a:moveTo>
                    <a:pt x="7870" y="0"/>
                  </a:moveTo>
                  <a:lnTo>
                    <a:pt x="8337" y="1740"/>
                  </a:lnTo>
                  <a:lnTo>
                    <a:pt x="10462" y="3749"/>
                  </a:lnTo>
                  <a:lnTo>
                    <a:pt x="13714" y="5783"/>
                  </a:lnTo>
                  <a:lnTo>
                    <a:pt x="14562" y="5849"/>
                  </a:lnTo>
                  <a:lnTo>
                    <a:pt x="14761" y="4714"/>
                  </a:lnTo>
                  <a:lnTo>
                    <a:pt x="15994" y="5973"/>
                  </a:lnTo>
                  <a:lnTo>
                    <a:pt x="14823" y="6598"/>
                  </a:lnTo>
                  <a:lnTo>
                    <a:pt x="14717" y="7965"/>
                  </a:lnTo>
                  <a:lnTo>
                    <a:pt x="17995" y="9288"/>
                  </a:lnTo>
                  <a:lnTo>
                    <a:pt x="19735" y="10756"/>
                  </a:lnTo>
                  <a:lnTo>
                    <a:pt x="20164" y="14008"/>
                  </a:lnTo>
                  <a:lnTo>
                    <a:pt x="18360" y="15784"/>
                  </a:lnTo>
                  <a:lnTo>
                    <a:pt x="18387" y="16686"/>
                  </a:lnTo>
                  <a:lnTo>
                    <a:pt x="19904" y="17738"/>
                  </a:lnTo>
                  <a:lnTo>
                    <a:pt x="22789" y="17161"/>
                  </a:lnTo>
                  <a:lnTo>
                    <a:pt x="22485" y="18554"/>
                  </a:lnTo>
                  <a:lnTo>
                    <a:pt x="20846" y="20367"/>
                  </a:lnTo>
                  <a:lnTo>
                    <a:pt x="17713" y="22460"/>
                  </a:lnTo>
                  <a:lnTo>
                    <a:pt x="13663" y="23244"/>
                  </a:lnTo>
                  <a:lnTo>
                    <a:pt x="10937" y="18723"/>
                  </a:lnTo>
                  <a:lnTo>
                    <a:pt x="5838" y="18039"/>
                  </a:lnTo>
                  <a:lnTo>
                    <a:pt x="5282" y="18477"/>
                  </a:lnTo>
                  <a:lnTo>
                    <a:pt x="1624" y="16040"/>
                  </a:lnTo>
                  <a:lnTo>
                    <a:pt x="972" y="15751"/>
                  </a:lnTo>
                  <a:lnTo>
                    <a:pt x="0" y="4486"/>
                  </a:lnTo>
                  <a:lnTo>
                    <a:pt x="5781" y="26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h1510"/>
            <p:cNvSpPr/>
            <p:nvPr/>
          </p:nvSpPr>
          <p:spPr>
            <a:xfrm>
              <a:off x="2645982" y="3294127"/>
              <a:ext cx="15383" cy="18287"/>
            </a:xfrm>
            <a:custGeom>
              <a:avLst/>
              <a:pathLst>
                <a:path w="15383" h="18287">
                  <a:moveTo>
                    <a:pt x="14779" y="1331"/>
                  </a:moveTo>
                  <a:lnTo>
                    <a:pt x="15383" y="2682"/>
                  </a:lnTo>
                  <a:lnTo>
                    <a:pt x="13098" y="7404"/>
                  </a:lnTo>
                  <a:lnTo>
                    <a:pt x="12411" y="11744"/>
                  </a:lnTo>
                  <a:lnTo>
                    <a:pt x="15161" y="14312"/>
                  </a:lnTo>
                  <a:lnTo>
                    <a:pt x="12908" y="16340"/>
                  </a:lnTo>
                  <a:lnTo>
                    <a:pt x="7912" y="18287"/>
                  </a:lnTo>
                  <a:lnTo>
                    <a:pt x="0" y="15531"/>
                  </a:lnTo>
                  <a:lnTo>
                    <a:pt x="2620" y="11987"/>
                  </a:lnTo>
                  <a:lnTo>
                    <a:pt x="8727" y="7167"/>
                  </a:lnTo>
                  <a:lnTo>
                    <a:pt x="7746" y="3761"/>
                  </a:lnTo>
                  <a:lnTo>
                    <a:pt x="4948" y="1815"/>
                  </a:lnTo>
                  <a:lnTo>
                    <a:pt x="6089" y="1710"/>
                  </a:lnTo>
                  <a:lnTo>
                    <a:pt x="1359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h1511"/>
            <p:cNvSpPr/>
            <p:nvPr/>
          </p:nvSpPr>
          <p:spPr>
            <a:xfrm>
              <a:off x="2803706" y="3172838"/>
              <a:ext cx="21234" cy="17218"/>
            </a:xfrm>
            <a:custGeom>
              <a:avLst/>
              <a:pathLst>
                <a:path w="21234" h="17218">
                  <a:moveTo>
                    <a:pt x="21085" y="4603"/>
                  </a:moveTo>
                  <a:lnTo>
                    <a:pt x="18934" y="8086"/>
                  </a:lnTo>
                  <a:lnTo>
                    <a:pt x="13183" y="14330"/>
                  </a:lnTo>
                  <a:lnTo>
                    <a:pt x="10601" y="16125"/>
                  </a:lnTo>
                  <a:lnTo>
                    <a:pt x="10141" y="17218"/>
                  </a:lnTo>
                  <a:lnTo>
                    <a:pt x="6113" y="16039"/>
                  </a:lnTo>
                  <a:lnTo>
                    <a:pt x="2111" y="16755"/>
                  </a:lnTo>
                  <a:lnTo>
                    <a:pt x="1707" y="16444"/>
                  </a:lnTo>
                  <a:lnTo>
                    <a:pt x="0" y="11318"/>
                  </a:lnTo>
                  <a:lnTo>
                    <a:pt x="236" y="10425"/>
                  </a:lnTo>
                  <a:lnTo>
                    <a:pt x="11242" y="7348"/>
                  </a:lnTo>
                  <a:lnTo>
                    <a:pt x="14834" y="3715"/>
                  </a:lnTo>
                  <a:lnTo>
                    <a:pt x="17017" y="3239"/>
                  </a:lnTo>
                  <a:lnTo>
                    <a:pt x="2123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h1512"/>
            <p:cNvSpPr/>
            <p:nvPr/>
          </p:nvSpPr>
          <p:spPr>
            <a:xfrm>
              <a:off x="2789740" y="3239166"/>
              <a:ext cx="2046" cy="2462"/>
            </a:xfrm>
            <a:custGeom>
              <a:avLst/>
              <a:pathLst>
                <a:path w="2046" h="2462">
                  <a:moveTo>
                    <a:pt x="2046" y="2087"/>
                  </a:moveTo>
                  <a:lnTo>
                    <a:pt x="0" y="2462"/>
                  </a:lnTo>
                  <a:lnTo>
                    <a:pt x="66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h1513"/>
            <p:cNvSpPr/>
            <p:nvPr/>
          </p:nvSpPr>
          <p:spPr>
            <a:xfrm>
              <a:off x="2810932" y="3201421"/>
              <a:ext cx="5658" cy="8553"/>
            </a:xfrm>
            <a:custGeom>
              <a:avLst/>
              <a:pathLst>
                <a:path w="5658" h="8553">
                  <a:moveTo>
                    <a:pt x="1734" y="38"/>
                  </a:moveTo>
                  <a:lnTo>
                    <a:pt x="3137" y="509"/>
                  </a:lnTo>
                  <a:lnTo>
                    <a:pt x="3647" y="1065"/>
                  </a:lnTo>
                  <a:lnTo>
                    <a:pt x="5658" y="1747"/>
                  </a:lnTo>
                  <a:lnTo>
                    <a:pt x="4447" y="4343"/>
                  </a:lnTo>
                  <a:lnTo>
                    <a:pt x="1578" y="8553"/>
                  </a:lnTo>
                  <a:lnTo>
                    <a:pt x="1905" y="44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h1514"/>
            <p:cNvSpPr/>
            <p:nvPr/>
          </p:nvSpPr>
          <p:spPr>
            <a:xfrm>
              <a:off x="2805164" y="3188878"/>
              <a:ext cx="8684" cy="3514"/>
            </a:xfrm>
            <a:custGeom>
              <a:avLst/>
              <a:pathLst>
                <a:path w="8684" h="3514">
                  <a:moveTo>
                    <a:pt x="8684" y="1178"/>
                  </a:moveTo>
                  <a:lnTo>
                    <a:pt x="5761" y="3514"/>
                  </a:lnTo>
                  <a:lnTo>
                    <a:pt x="605" y="2346"/>
                  </a:lnTo>
                  <a:lnTo>
                    <a:pt x="0" y="2867"/>
                  </a:lnTo>
                  <a:lnTo>
                    <a:pt x="653" y="716"/>
                  </a:lnTo>
                  <a:lnTo>
                    <a:pt x="46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h1515"/>
            <p:cNvSpPr/>
            <p:nvPr/>
          </p:nvSpPr>
          <p:spPr>
            <a:xfrm>
              <a:off x="2779694" y="3205490"/>
              <a:ext cx="11185" cy="9695"/>
            </a:xfrm>
            <a:custGeom>
              <a:avLst/>
              <a:pathLst>
                <a:path w="11185" h="9695">
                  <a:moveTo>
                    <a:pt x="11185" y="5401"/>
                  </a:moveTo>
                  <a:lnTo>
                    <a:pt x="3502" y="9695"/>
                  </a:lnTo>
                  <a:lnTo>
                    <a:pt x="0" y="8478"/>
                  </a:lnTo>
                  <a:lnTo>
                    <a:pt x="924" y="8137"/>
                  </a:lnTo>
                  <a:lnTo>
                    <a:pt x="2496" y="1971"/>
                  </a:lnTo>
                  <a:lnTo>
                    <a:pt x="616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h1516"/>
            <p:cNvSpPr/>
            <p:nvPr/>
          </p:nvSpPr>
          <p:spPr>
            <a:xfrm>
              <a:off x="2807306" y="3240063"/>
              <a:ext cx="7554" cy="6698"/>
            </a:xfrm>
            <a:custGeom>
              <a:avLst/>
              <a:pathLst>
                <a:path w="7554" h="6698">
                  <a:moveTo>
                    <a:pt x="6146" y="1779"/>
                  </a:moveTo>
                  <a:lnTo>
                    <a:pt x="7445" y="3512"/>
                  </a:lnTo>
                  <a:lnTo>
                    <a:pt x="7554" y="6671"/>
                  </a:lnTo>
                  <a:lnTo>
                    <a:pt x="3221" y="6698"/>
                  </a:lnTo>
                  <a:lnTo>
                    <a:pt x="755" y="6421"/>
                  </a:lnTo>
                  <a:lnTo>
                    <a:pt x="295" y="2033"/>
                  </a:lnTo>
                  <a:lnTo>
                    <a:pt x="0" y="956"/>
                  </a:lnTo>
                  <a:lnTo>
                    <a:pt x="129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h1517"/>
            <p:cNvSpPr/>
            <p:nvPr/>
          </p:nvSpPr>
          <p:spPr>
            <a:xfrm>
              <a:off x="2599018" y="3296090"/>
              <a:ext cx="12097" cy="14748"/>
            </a:xfrm>
            <a:custGeom>
              <a:avLst/>
              <a:pathLst>
                <a:path w="12097" h="14748">
                  <a:moveTo>
                    <a:pt x="8985" y="305"/>
                  </a:moveTo>
                  <a:lnTo>
                    <a:pt x="9646" y="11626"/>
                  </a:lnTo>
                  <a:lnTo>
                    <a:pt x="12097" y="12298"/>
                  </a:lnTo>
                  <a:lnTo>
                    <a:pt x="9050" y="14748"/>
                  </a:lnTo>
                  <a:lnTo>
                    <a:pt x="6535" y="11402"/>
                  </a:lnTo>
                  <a:lnTo>
                    <a:pt x="4628" y="11482"/>
                  </a:lnTo>
                  <a:lnTo>
                    <a:pt x="4481" y="9668"/>
                  </a:lnTo>
                  <a:lnTo>
                    <a:pt x="3421" y="8979"/>
                  </a:lnTo>
                  <a:lnTo>
                    <a:pt x="1048" y="9134"/>
                  </a:lnTo>
                  <a:lnTo>
                    <a:pt x="0" y="3290"/>
                  </a:lnTo>
                  <a:lnTo>
                    <a:pt x="743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h1518"/>
            <p:cNvSpPr/>
            <p:nvPr/>
          </p:nvSpPr>
          <p:spPr>
            <a:xfrm>
              <a:off x="2875489" y="3287836"/>
              <a:ext cx="18164" cy="12707"/>
            </a:xfrm>
            <a:custGeom>
              <a:avLst/>
              <a:pathLst>
                <a:path w="18164" h="12707">
                  <a:moveTo>
                    <a:pt x="16155" y="4974"/>
                  </a:moveTo>
                  <a:lnTo>
                    <a:pt x="18164" y="12707"/>
                  </a:lnTo>
                  <a:lnTo>
                    <a:pt x="11667" y="10525"/>
                  </a:lnTo>
                  <a:lnTo>
                    <a:pt x="4217" y="9556"/>
                  </a:lnTo>
                  <a:lnTo>
                    <a:pt x="1968" y="8427"/>
                  </a:lnTo>
                  <a:lnTo>
                    <a:pt x="1682" y="5793"/>
                  </a:lnTo>
                  <a:lnTo>
                    <a:pt x="0" y="4136"/>
                  </a:lnTo>
                  <a:lnTo>
                    <a:pt x="5680" y="1963"/>
                  </a:lnTo>
                  <a:lnTo>
                    <a:pt x="6456" y="458"/>
                  </a:lnTo>
                  <a:lnTo>
                    <a:pt x="913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h1519"/>
            <p:cNvSpPr/>
            <p:nvPr/>
          </p:nvSpPr>
          <p:spPr>
            <a:xfrm>
              <a:off x="2675113" y="3117676"/>
              <a:ext cx="11682" cy="12014"/>
            </a:xfrm>
            <a:custGeom>
              <a:avLst/>
              <a:pathLst>
                <a:path w="11682" h="12014">
                  <a:moveTo>
                    <a:pt x="6159" y="462"/>
                  </a:moveTo>
                  <a:lnTo>
                    <a:pt x="8170" y="810"/>
                  </a:lnTo>
                  <a:lnTo>
                    <a:pt x="10597" y="3254"/>
                  </a:lnTo>
                  <a:lnTo>
                    <a:pt x="10877" y="9868"/>
                  </a:lnTo>
                  <a:lnTo>
                    <a:pt x="11682" y="10477"/>
                  </a:lnTo>
                  <a:lnTo>
                    <a:pt x="11552" y="12014"/>
                  </a:lnTo>
                  <a:lnTo>
                    <a:pt x="9828" y="11047"/>
                  </a:lnTo>
                  <a:lnTo>
                    <a:pt x="5518" y="10716"/>
                  </a:lnTo>
                  <a:lnTo>
                    <a:pt x="1347" y="11812"/>
                  </a:lnTo>
                  <a:lnTo>
                    <a:pt x="0" y="3459"/>
                  </a:lnTo>
                  <a:lnTo>
                    <a:pt x="330" y="2460"/>
                  </a:lnTo>
                  <a:lnTo>
                    <a:pt x="82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h1520"/>
            <p:cNvSpPr/>
            <p:nvPr/>
          </p:nvSpPr>
          <p:spPr>
            <a:xfrm>
              <a:off x="2668554" y="3197480"/>
              <a:ext cx="16204" cy="10234"/>
            </a:xfrm>
            <a:custGeom>
              <a:avLst/>
              <a:pathLst>
                <a:path w="16204" h="10234">
                  <a:moveTo>
                    <a:pt x="16204" y="1183"/>
                  </a:moveTo>
                  <a:lnTo>
                    <a:pt x="15569" y="3780"/>
                  </a:lnTo>
                  <a:lnTo>
                    <a:pt x="12625" y="6893"/>
                  </a:lnTo>
                  <a:lnTo>
                    <a:pt x="2141" y="10234"/>
                  </a:lnTo>
                  <a:lnTo>
                    <a:pt x="0" y="9929"/>
                  </a:lnTo>
                  <a:lnTo>
                    <a:pt x="843" y="4098"/>
                  </a:lnTo>
                  <a:lnTo>
                    <a:pt x="7987" y="3461"/>
                  </a:lnTo>
                  <a:lnTo>
                    <a:pt x="1337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h1521"/>
            <p:cNvSpPr/>
            <p:nvPr/>
          </p:nvSpPr>
          <p:spPr>
            <a:xfrm>
              <a:off x="2795231" y="3129840"/>
              <a:ext cx="10984" cy="9971"/>
            </a:xfrm>
            <a:custGeom>
              <a:avLst/>
              <a:pathLst>
                <a:path w="10984" h="9971">
                  <a:moveTo>
                    <a:pt x="8269" y="337"/>
                  </a:moveTo>
                  <a:lnTo>
                    <a:pt x="7827" y="2205"/>
                  </a:lnTo>
                  <a:lnTo>
                    <a:pt x="10362" y="4009"/>
                  </a:lnTo>
                  <a:lnTo>
                    <a:pt x="10984" y="4843"/>
                  </a:lnTo>
                  <a:lnTo>
                    <a:pt x="7701" y="8756"/>
                  </a:lnTo>
                  <a:lnTo>
                    <a:pt x="5530" y="9971"/>
                  </a:lnTo>
                  <a:lnTo>
                    <a:pt x="0" y="3508"/>
                  </a:lnTo>
                  <a:lnTo>
                    <a:pt x="2173" y="3277"/>
                  </a:lnTo>
                  <a:lnTo>
                    <a:pt x="3160" y="1012"/>
                  </a:lnTo>
                  <a:lnTo>
                    <a:pt x="57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h1522"/>
            <p:cNvSpPr/>
            <p:nvPr/>
          </p:nvSpPr>
          <p:spPr>
            <a:xfrm>
              <a:off x="2597918" y="3167884"/>
              <a:ext cx="12375" cy="14106"/>
            </a:xfrm>
            <a:custGeom>
              <a:avLst/>
              <a:pathLst>
                <a:path w="12375" h="14106">
                  <a:moveTo>
                    <a:pt x="12375" y="3152"/>
                  </a:moveTo>
                  <a:lnTo>
                    <a:pt x="11765" y="5378"/>
                  </a:lnTo>
                  <a:lnTo>
                    <a:pt x="10347" y="7651"/>
                  </a:lnTo>
                  <a:lnTo>
                    <a:pt x="10949" y="13258"/>
                  </a:lnTo>
                  <a:lnTo>
                    <a:pt x="9042" y="14106"/>
                  </a:lnTo>
                  <a:lnTo>
                    <a:pt x="6833" y="13609"/>
                  </a:lnTo>
                  <a:lnTo>
                    <a:pt x="5640" y="13425"/>
                  </a:lnTo>
                  <a:lnTo>
                    <a:pt x="0" y="4956"/>
                  </a:lnTo>
                  <a:lnTo>
                    <a:pt x="582" y="1996"/>
                  </a:lnTo>
                  <a:lnTo>
                    <a:pt x="1114" y="1047"/>
                  </a:lnTo>
                  <a:lnTo>
                    <a:pt x="3150" y="195"/>
                  </a:lnTo>
                  <a:lnTo>
                    <a:pt x="8136" y="0"/>
                  </a:lnTo>
                  <a:lnTo>
                    <a:pt x="8327" y="2055"/>
                  </a:lnTo>
                  <a:close/>
                  <a:moveTo>
                    <a:pt x="6575" y="8961"/>
                  </a:moveTo>
                  <a:lnTo>
                    <a:pt x="8112" y="8218"/>
                  </a:lnTo>
                  <a:lnTo>
                    <a:pt x="7239" y="5988"/>
                  </a:lnTo>
                  <a:lnTo>
                    <a:pt x="6304" y="5737"/>
                  </a:lnTo>
                  <a:lnTo>
                    <a:pt x="6587" y="5038"/>
                  </a:lnTo>
                  <a:lnTo>
                    <a:pt x="5851" y="4703"/>
                  </a:lnTo>
                  <a:lnTo>
                    <a:pt x="4222" y="858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h1523"/>
            <p:cNvSpPr/>
            <p:nvPr/>
          </p:nvSpPr>
          <p:spPr>
            <a:xfrm>
              <a:off x="2866040" y="3189999"/>
              <a:ext cx="18533" cy="13069"/>
            </a:xfrm>
            <a:custGeom>
              <a:avLst/>
              <a:pathLst>
                <a:path w="18533" h="13069">
                  <a:moveTo>
                    <a:pt x="8782" y="685"/>
                  </a:moveTo>
                  <a:lnTo>
                    <a:pt x="10228" y="1522"/>
                  </a:lnTo>
                  <a:lnTo>
                    <a:pt x="11571" y="4695"/>
                  </a:lnTo>
                  <a:lnTo>
                    <a:pt x="18533" y="5765"/>
                  </a:lnTo>
                  <a:lnTo>
                    <a:pt x="16805" y="12203"/>
                  </a:lnTo>
                  <a:lnTo>
                    <a:pt x="17124" y="12893"/>
                  </a:lnTo>
                  <a:lnTo>
                    <a:pt x="14253" y="13069"/>
                  </a:lnTo>
                  <a:lnTo>
                    <a:pt x="9803" y="11536"/>
                  </a:lnTo>
                  <a:lnTo>
                    <a:pt x="6959" y="8897"/>
                  </a:lnTo>
                  <a:lnTo>
                    <a:pt x="6574" y="7724"/>
                  </a:lnTo>
                  <a:lnTo>
                    <a:pt x="4157" y="5201"/>
                  </a:lnTo>
                  <a:lnTo>
                    <a:pt x="1609" y="4665"/>
                  </a:lnTo>
                  <a:lnTo>
                    <a:pt x="849" y="5122"/>
                  </a:lnTo>
                  <a:lnTo>
                    <a:pt x="0" y="2599"/>
                  </a:lnTo>
                  <a:lnTo>
                    <a:pt x="532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h1524"/>
            <p:cNvSpPr/>
            <p:nvPr/>
          </p:nvSpPr>
          <p:spPr>
            <a:xfrm>
              <a:off x="2794533" y="3258292"/>
              <a:ext cx="3874" cy="1504"/>
            </a:xfrm>
            <a:custGeom>
              <a:avLst/>
              <a:pathLst>
                <a:path w="3874" h="1504">
                  <a:moveTo>
                    <a:pt x="930" y="0"/>
                  </a:moveTo>
                  <a:lnTo>
                    <a:pt x="3108" y="274"/>
                  </a:lnTo>
                  <a:lnTo>
                    <a:pt x="3874" y="1283"/>
                  </a:lnTo>
                  <a:lnTo>
                    <a:pt x="0" y="150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h1525"/>
            <p:cNvSpPr/>
            <p:nvPr/>
          </p:nvSpPr>
          <p:spPr>
            <a:xfrm>
              <a:off x="2774389" y="3191217"/>
              <a:ext cx="15244" cy="17086"/>
            </a:xfrm>
            <a:custGeom>
              <a:avLst/>
              <a:pathLst>
                <a:path w="15244" h="17086">
                  <a:moveTo>
                    <a:pt x="9096" y="2573"/>
                  </a:moveTo>
                  <a:lnTo>
                    <a:pt x="13863" y="4935"/>
                  </a:lnTo>
                  <a:lnTo>
                    <a:pt x="12719" y="5663"/>
                  </a:lnTo>
                  <a:lnTo>
                    <a:pt x="15244" y="11644"/>
                  </a:lnTo>
                  <a:lnTo>
                    <a:pt x="11469" y="14272"/>
                  </a:lnTo>
                  <a:lnTo>
                    <a:pt x="7802" y="16243"/>
                  </a:lnTo>
                  <a:lnTo>
                    <a:pt x="4781" y="17086"/>
                  </a:lnTo>
                  <a:lnTo>
                    <a:pt x="3596" y="15140"/>
                  </a:lnTo>
                  <a:lnTo>
                    <a:pt x="1642" y="14537"/>
                  </a:lnTo>
                  <a:lnTo>
                    <a:pt x="2476" y="3114"/>
                  </a:lnTo>
                  <a:lnTo>
                    <a:pt x="0" y="2782"/>
                  </a:lnTo>
                  <a:lnTo>
                    <a:pt x="2595" y="1430"/>
                  </a:lnTo>
                  <a:lnTo>
                    <a:pt x="289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h1526"/>
            <p:cNvSpPr/>
            <p:nvPr/>
          </p:nvSpPr>
          <p:spPr>
            <a:xfrm>
              <a:off x="2693612" y="3130225"/>
              <a:ext cx="16605" cy="13412"/>
            </a:xfrm>
            <a:custGeom>
              <a:avLst/>
              <a:pathLst>
                <a:path w="16605" h="13412">
                  <a:moveTo>
                    <a:pt x="9249" y="3413"/>
                  </a:moveTo>
                  <a:lnTo>
                    <a:pt x="14881" y="9050"/>
                  </a:lnTo>
                  <a:lnTo>
                    <a:pt x="15961" y="8625"/>
                  </a:lnTo>
                  <a:lnTo>
                    <a:pt x="16605" y="13044"/>
                  </a:lnTo>
                  <a:lnTo>
                    <a:pt x="15779" y="13275"/>
                  </a:lnTo>
                  <a:lnTo>
                    <a:pt x="15289" y="13412"/>
                  </a:lnTo>
                  <a:lnTo>
                    <a:pt x="12114" y="12835"/>
                  </a:lnTo>
                  <a:lnTo>
                    <a:pt x="11239" y="7091"/>
                  </a:lnTo>
                  <a:lnTo>
                    <a:pt x="4407" y="3230"/>
                  </a:lnTo>
                  <a:lnTo>
                    <a:pt x="592" y="2609"/>
                  </a:lnTo>
                  <a:lnTo>
                    <a:pt x="0" y="1039"/>
                  </a:lnTo>
                  <a:lnTo>
                    <a:pt x="92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h1527"/>
            <p:cNvSpPr/>
            <p:nvPr/>
          </p:nvSpPr>
          <p:spPr>
            <a:xfrm>
              <a:off x="2847114" y="3244217"/>
              <a:ext cx="16053" cy="9614"/>
            </a:xfrm>
            <a:custGeom>
              <a:avLst/>
              <a:pathLst>
                <a:path w="16053" h="9614">
                  <a:moveTo>
                    <a:pt x="10133" y="1916"/>
                  </a:moveTo>
                  <a:lnTo>
                    <a:pt x="12007" y="2063"/>
                  </a:lnTo>
                  <a:lnTo>
                    <a:pt x="16053" y="4338"/>
                  </a:lnTo>
                  <a:lnTo>
                    <a:pt x="10884" y="8560"/>
                  </a:lnTo>
                  <a:lnTo>
                    <a:pt x="7273" y="9596"/>
                  </a:lnTo>
                  <a:lnTo>
                    <a:pt x="5562" y="9614"/>
                  </a:lnTo>
                  <a:lnTo>
                    <a:pt x="0" y="7439"/>
                  </a:lnTo>
                  <a:lnTo>
                    <a:pt x="1356" y="5035"/>
                  </a:lnTo>
                  <a:lnTo>
                    <a:pt x="5412" y="2011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h1528"/>
            <p:cNvSpPr/>
            <p:nvPr/>
          </p:nvSpPr>
          <p:spPr>
            <a:xfrm>
              <a:off x="2708503" y="3204298"/>
              <a:ext cx="8354" cy="7855"/>
            </a:xfrm>
            <a:custGeom>
              <a:avLst/>
              <a:pathLst>
                <a:path w="8354" h="7855">
                  <a:moveTo>
                    <a:pt x="3370" y="773"/>
                  </a:moveTo>
                  <a:lnTo>
                    <a:pt x="2853" y="1004"/>
                  </a:lnTo>
                  <a:lnTo>
                    <a:pt x="3547" y="1535"/>
                  </a:lnTo>
                  <a:lnTo>
                    <a:pt x="8354" y="3510"/>
                  </a:lnTo>
                  <a:lnTo>
                    <a:pt x="6918" y="5530"/>
                  </a:lnTo>
                  <a:lnTo>
                    <a:pt x="4966" y="7029"/>
                  </a:lnTo>
                  <a:lnTo>
                    <a:pt x="2699" y="7855"/>
                  </a:lnTo>
                  <a:lnTo>
                    <a:pt x="1632" y="7480"/>
                  </a:lnTo>
                  <a:lnTo>
                    <a:pt x="747" y="28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h1529"/>
            <p:cNvSpPr/>
            <p:nvPr/>
          </p:nvSpPr>
          <p:spPr>
            <a:xfrm>
              <a:off x="2603960" y="3145626"/>
              <a:ext cx="6462" cy="15321"/>
            </a:xfrm>
            <a:custGeom>
              <a:avLst/>
              <a:pathLst>
                <a:path w="6462" h="15321">
                  <a:moveTo>
                    <a:pt x="5723" y="646"/>
                  </a:moveTo>
                  <a:lnTo>
                    <a:pt x="4389" y="2742"/>
                  </a:lnTo>
                  <a:lnTo>
                    <a:pt x="4323" y="4638"/>
                  </a:lnTo>
                  <a:lnTo>
                    <a:pt x="4766" y="6830"/>
                  </a:lnTo>
                  <a:lnTo>
                    <a:pt x="6080" y="8775"/>
                  </a:lnTo>
                  <a:lnTo>
                    <a:pt x="6462" y="14721"/>
                  </a:lnTo>
                  <a:lnTo>
                    <a:pt x="5987" y="15321"/>
                  </a:lnTo>
                  <a:lnTo>
                    <a:pt x="1737" y="13897"/>
                  </a:lnTo>
                  <a:lnTo>
                    <a:pt x="0" y="12221"/>
                  </a:lnTo>
                  <a:lnTo>
                    <a:pt x="1268" y="7773"/>
                  </a:lnTo>
                  <a:lnTo>
                    <a:pt x="21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h1530"/>
            <p:cNvSpPr/>
            <p:nvPr/>
          </p:nvSpPr>
          <p:spPr>
            <a:xfrm>
              <a:off x="2876413" y="3235897"/>
              <a:ext cx="22736" cy="30976"/>
            </a:xfrm>
            <a:custGeom>
              <a:avLst/>
              <a:pathLst>
                <a:path w="22736" h="30976">
                  <a:moveTo>
                    <a:pt x="5679" y="0"/>
                  </a:moveTo>
                  <a:lnTo>
                    <a:pt x="9078" y="881"/>
                  </a:lnTo>
                  <a:lnTo>
                    <a:pt x="10585" y="282"/>
                  </a:lnTo>
                  <a:lnTo>
                    <a:pt x="11635" y="866"/>
                  </a:lnTo>
                  <a:lnTo>
                    <a:pt x="10923" y="2796"/>
                  </a:lnTo>
                  <a:lnTo>
                    <a:pt x="11391" y="6546"/>
                  </a:lnTo>
                  <a:lnTo>
                    <a:pt x="12218" y="7489"/>
                  </a:lnTo>
                  <a:lnTo>
                    <a:pt x="14600" y="6568"/>
                  </a:lnTo>
                  <a:lnTo>
                    <a:pt x="14564" y="10567"/>
                  </a:lnTo>
                  <a:lnTo>
                    <a:pt x="15986" y="12780"/>
                  </a:lnTo>
                  <a:lnTo>
                    <a:pt x="22736" y="12561"/>
                  </a:lnTo>
                  <a:lnTo>
                    <a:pt x="21137" y="16359"/>
                  </a:lnTo>
                  <a:lnTo>
                    <a:pt x="11973" y="29616"/>
                  </a:lnTo>
                  <a:lnTo>
                    <a:pt x="8560" y="30976"/>
                  </a:lnTo>
                  <a:lnTo>
                    <a:pt x="8260" y="29833"/>
                  </a:lnTo>
                  <a:lnTo>
                    <a:pt x="7794" y="27386"/>
                  </a:lnTo>
                  <a:lnTo>
                    <a:pt x="8294" y="24392"/>
                  </a:lnTo>
                  <a:lnTo>
                    <a:pt x="644" y="18498"/>
                  </a:lnTo>
                  <a:lnTo>
                    <a:pt x="0" y="16736"/>
                  </a:lnTo>
                  <a:lnTo>
                    <a:pt x="1304" y="14623"/>
                  </a:lnTo>
                  <a:lnTo>
                    <a:pt x="476" y="11072"/>
                  </a:lnTo>
                  <a:lnTo>
                    <a:pt x="2322" y="7687"/>
                  </a:lnTo>
                  <a:lnTo>
                    <a:pt x="2920" y="40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h1531"/>
            <p:cNvSpPr/>
            <p:nvPr/>
          </p:nvSpPr>
          <p:spPr>
            <a:xfrm>
              <a:off x="2829786" y="3193475"/>
              <a:ext cx="13650" cy="9285"/>
            </a:xfrm>
            <a:custGeom>
              <a:avLst/>
              <a:pathLst>
                <a:path w="13650" h="9285">
                  <a:moveTo>
                    <a:pt x="10021" y="751"/>
                  </a:moveTo>
                  <a:lnTo>
                    <a:pt x="10174" y="3176"/>
                  </a:lnTo>
                  <a:lnTo>
                    <a:pt x="11304" y="3986"/>
                  </a:lnTo>
                  <a:lnTo>
                    <a:pt x="12346" y="3556"/>
                  </a:lnTo>
                  <a:lnTo>
                    <a:pt x="13319" y="5689"/>
                  </a:lnTo>
                  <a:lnTo>
                    <a:pt x="13650" y="6327"/>
                  </a:lnTo>
                  <a:lnTo>
                    <a:pt x="10564" y="8782"/>
                  </a:lnTo>
                  <a:lnTo>
                    <a:pt x="2695" y="8144"/>
                  </a:lnTo>
                  <a:lnTo>
                    <a:pt x="1201" y="9285"/>
                  </a:lnTo>
                  <a:lnTo>
                    <a:pt x="0" y="6901"/>
                  </a:lnTo>
                  <a:lnTo>
                    <a:pt x="548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h1532"/>
            <p:cNvSpPr/>
            <p:nvPr/>
          </p:nvSpPr>
          <p:spPr>
            <a:xfrm>
              <a:off x="2736204" y="3326061"/>
              <a:ext cx="23052" cy="19530"/>
            </a:xfrm>
            <a:custGeom>
              <a:avLst/>
              <a:pathLst>
                <a:path w="23052" h="19530">
                  <a:moveTo>
                    <a:pt x="14811" y="2311"/>
                  </a:moveTo>
                  <a:lnTo>
                    <a:pt x="15924" y="1769"/>
                  </a:lnTo>
                  <a:lnTo>
                    <a:pt x="17775" y="4754"/>
                  </a:lnTo>
                  <a:lnTo>
                    <a:pt x="21849" y="6149"/>
                  </a:lnTo>
                  <a:lnTo>
                    <a:pt x="22928" y="8125"/>
                  </a:lnTo>
                  <a:lnTo>
                    <a:pt x="23052" y="11129"/>
                  </a:lnTo>
                  <a:lnTo>
                    <a:pt x="21829" y="11465"/>
                  </a:lnTo>
                  <a:lnTo>
                    <a:pt x="21265" y="10876"/>
                  </a:lnTo>
                  <a:lnTo>
                    <a:pt x="21830" y="8589"/>
                  </a:lnTo>
                  <a:lnTo>
                    <a:pt x="18351" y="9213"/>
                  </a:lnTo>
                  <a:lnTo>
                    <a:pt x="17712" y="10000"/>
                  </a:lnTo>
                  <a:lnTo>
                    <a:pt x="18950" y="17816"/>
                  </a:lnTo>
                  <a:lnTo>
                    <a:pt x="18475" y="17792"/>
                  </a:lnTo>
                  <a:lnTo>
                    <a:pt x="13422" y="19530"/>
                  </a:lnTo>
                  <a:lnTo>
                    <a:pt x="8570" y="18023"/>
                  </a:lnTo>
                  <a:lnTo>
                    <a:pt x="6321" y="14824"/>
                  </a:lnTo>
                  <a:lnTo>
                    <a:pt x="4355" y="9859"/>
                  </a:lnTo>
                  <a:lnTo>
                    <a:pt x="2170" y="11500"/>
                  </a:lnTo>
                  <a:lnTo>
                    <a:pt x="0" y="5270"/>
                  </a:lnTo>
                  <a:lnTo>
                    <a:pt x="3700" y="5763"/>
                  </a:lnTo>
                  <a:lnTo>
                    <a:pt x="8417" y="1138"/>
                  </a:lnTo>
                  <a:lnTo>
                    <a:pt x="979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h1533"/>
            <p:cNvSpPr/>
            <p:nvPr/>
          </p:nvSpPr>
          <p:spPr>
            <a:xfrm>
              <a:off x="2805651" y="3284278"/>
              <a:ext cx="14410" cy="12241"/>
            </a:xfrm>
            <a:custGeom>
              <a:avLst/>
              <a:pathLst>
                <a:path w="14410" h="12241">
                  <a:moveTo>
                    <a:pt x="9917" y="948"/>
                  </a:moveTo>
                  <a:lnTo>
                    <a:pt x="14410" y="2599"/>
                  </a:lnTo>
                  <a:lnTo>
                    <a:pt x="11601" y="8478"/>
                  </a:lnTo>
                  <a:lnTo>
                    <a:pt x="11451" y="11871"/>
                  </a:lnTo>
                  <a:lnTo>
                    <a:pt x="9535" y="12241"/>
                  </a:lnTo>
                  <a:lnTo>
                    <a:pt x="6610" y="10958"/>
                  </a:lnTo>
                  <a:lnTo>
                    <a:pt x="5029" y="11567"/>
                  </a:lnTo>
                  <a:lnTo>
                    <a:pt x="1328" y="10766"/>
                  </a:lnTo>
                  <a:lnTo>
                    <a:pt x="0" y="2005"/>
                  </a:lnTo>
                  <a:lnTo>
                    <a:pt x="84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h1534"/>
            <p:cNvSpPr/>
            <p:nvPr/>
          </p:nvSpPr>
          <p:spPr>
            <a:xfrm>
              <a:off x="2659109" y="3180638"/>
              <a:ext cx="22816" cy="20940"/>
            </a:xfrm>
            <a:custGeom>
              <a:avLst/>
              <a:pathLst>
                <a:path w="22816" h="20940">
                  <a:moveTo>
                    <a:pt x="4671" y="0"/>
                  </a:moveTo>
                  <a:lnTo>
                    <a:pt x="5080" y="2176"/>
                  </a:lnTo>
                  <a:lnTo>
                    <a:pt x="6768" y="4627"/>
                  </a:lnTo>
                  <a:lnTo>
                    <a:pt x="16690" y="7985"/>
                  </a:lnTo>
                  <a:lnTo>
                    <a:pt x="22197" y="14055"/>
                  </a:lnTo>
                  <a:lnTo>
                    <a:pt x="22816" y="16841"/>
                  </a:lnTo>
                  <a:lnTo>
                    <a:pt x="17432" y="20302"/>
                  </a:lnTo>
                  <a:lnTo>
                    <a:pt x="10288" y="20940"/>
                  </a:lnTo>
                  <a:lnTo>
                    <a:pt x="7294" y="15223"/>
                  </a:lnTo>
                  <a:lnTo>
                    <a:pt x="1197" y="10848"/>
                  </a:lnTo>
                  <a:lnTo>
                    <a:pt x="105" y="7525"/>
                  </a:lnTo>
                  <a:lnTo>
                    <a:pt x="0" y="279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h1535"/>
            <p:cNvSpPr/>
            <p:nvPr/>
          </p:nvSpPr>
          <p:spPr>
            <a:xfrm>
              <a:off x="2646455" y="3183438"/>
              <a:ext cx="22943" cy="32639"/>
            </a:xfrm>
            <a:custGeom>
              <a:avLst/>
              <a:pathLst>
                <a:path w="22943" h="32639">
                  <a:moveTo>
                    <a:pt x="12760" y="4725"/>
                  </a:moveTo>
                  <a:lnTo>
                    <a:pt x="13852" y="8048"/>
                  </a:lnTo>
                  <a:lnTo>
                    <a:pt x="19948" y="12424"/>
                  </a:lnTo>
                  <a:lnTo>
                    <a:pt x="22943" y="18140"/>
                  </a:lnTo>
                  <a:lnTo>
                    <a:pt x="22099" y="23971"/>
                  </a:lnTo>
                  <a:lnTo>
                    <a:pt x="21119" y="31374"/>
                  </a:lnTo>
                  <a:lnTo>
                    <a:pt x="16997" y="32639"/>
                  </a:lnTo>
                  <a:lnTo>
                    <a:pt x="17658" y="30848"/>
                  </a:lnTo>
                  <a:lnTo>
                    <a:pt x="15464" y="29285"/>
                  </a:lnTo>
                  <a:lnTo>
                    <a:pt x="7930" y="32283"/>
                  </a:lnTo>
                  <a:lnTo>
                    <a:pt x="4159" y="28817"/>
                  </a:lnTo>
                  <a:lnTo>
                    <a:pt x="1493" y="23996"/>
                  </a:lnTo>
                  <a:lnTo>
                    <a:pt x="1997" y="22527"/>
                  </a:lnTo>
                  <a:lnTo>
                    <a:pt x="5680" y="20882"/>
                  </a:lnTo>
                  <a:lnTo>
                    <a:pt x="6604" y="18510"/>
                  </a:lnTo>
                  <a:lnTo>
                    <a:pt x="2344" y="18985"/>
                  </a:lnTo>
                  <a:lnTo>
                    <a:pt x="0" y="17436"/>
                  </a:lnTo>
                  <a:lnTo>
                    <a:pt x="485" y="13274"/>
                  </a:lnTo>
                  <a:lnTo>
                    <a:pt x="5013" y="10800"/>
                  </a:lnTo>
                  <a:lnTo>
                    <a:pt x="5945" y="8080"/>
                  </a:lnTo>
                  <a:lnTo>
                    <a:pt x="6445" y="9241"/>
                  </a:lnTo>
                  <a:lnTo>
                    <a:pt x="8342" y="9998"/>
                  </a:lnTo>
                  <a:lnTo>
                    <a:pt x="10821" y="8049"/>
                  </a:lnTo>
                  <a:lnTo>
                    <a:pt x="11820" y="6230"/>
                  </a:lnTo>
                  <a:lnTo>
                    <a:pt x="11369" y="2527"/>
                  </a:lnTo>
                  <a:lnTo>
                    <a:pt x="1265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h1536"/>
            <p:cNvSpPr/>
            <p:nvPr/>
          </p:nvSpPr>
          <p:spPr>
            <a:xfrm>
              <a:off x="2836425" y="3318452"/>
              <a:ext cx="9498" cy="15227"/>
            </a:xfrm>
            <a:custGeom>
              <a:avLst/>
              <a:pathLst>
                <a:path w="9498" h="15227">
                  <a:moveTo>
                    <a:pt x="5832" y="2353"/>
                  </a:moveTo>
                  <a:lnTo>
                    <a:pt x="5548" y="3702"/>
                  </a:lnTo>
                  <a:lnTo>
                    <a:pt x="6621" y="8747"/>
                  </a:lnTo>
                  <a:lnTo>
                    <a:pt x="8255" y="9953"/>
                  </a:lnTo>
                  <a:lnTo>
                    <a:pt x="9498" y="12776"/>
                  </a:lnTo>
                  <a:lnTo>
                    <a:pt x="9002" y="14661"/>
                  </a:lnTo>
                  <a:lnTo>
                    <a:pt x="1621" y="15227"/>
                  </a:lnTo>
                  <a:lnTo>
                    <a:pt x="456" y="14782"/>
                  </a:lnTo>
                  <a:lnTo>
                    <a:pt x="1763" y="13879"/>
                  </a:lnTo>
                  <a:lnTo>
                    <a:pt x="683" y="11546"/>
                  </a:lnTo>
                  <a:lnTo>
                    <a:pt x="0" y="8133"/>
                  </a:lnTo>
                  <a:lnTo>
                    <a:pt x="211" y="4803"/>
                  </a:lnTo>
                  <a:lnTo>
                    <a:pt x="460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h1537"/>
            <p:cNvSpPr/>
            <p:nvPr/>
          </p:nvSpPr>
          <p:spPr>
            <a:xfrm>
              <a:off x="2695472" y="3250917"/>
              <a:ext cx="38913" cy="31282"/>
            </a:xfrm>
            <a:custGeom>
              <a:avLst/>
              <a:pathLst>
                <a:path w="38913" h="31282">
                  <a:moveTo>
                    <a:pt x="37566" y="6219"/>
                  </a:moveTo>
                  <a:lnTo>
                    <a:pt x="34396" y="8253"/>
                  </a:lnTo>
                  <a:lnTo>
                    <a:pt x="33510" y="9621"/>
                  </a:lnTo>
                  <a:lnTo>
                    <a:pt x="35255" y="12587"/>
                  </a:lnTo>
                  <a:lnTo>
                    <a:pt x="31508" y="16604"/>
                  </a:lnTo>
                  <a:lnTo>
                    <a:pt x="25276" y="15456"/>
                  </a:lnTo>
                  <a:lnTo>
                    <a:pt x="19136" y="16731"/>
                  </a:lnTo>
                  <a:lnTo>
                    <a:pt x="16683" y="19904"/>
                  </a:lnTo>
                  <a:lnTo>
                    <a:pt x="16068" y="22873"/>
                  </a:lnTo>
                  <a:lnTo>
                    <a:pt x="13119" y="27952"/>
                  </a:lnTo>
                  <a:lnTo>
                    <a:pt x="13868" y="29585"/>
                  </a:lnTo>
                  <a:lnTo>
                    <a:pt x="12054" y="31282"/>
                  </a:lnTo>
                  <a:lnTo>
                    <a:pt x="10886" y="29529"/>
                  </a:lnTo>
                  <a:lnTo>
                    <a:pt x="4888" y="26390"/>
                  </a:lnTo>
                  <a:lnTo>
                    <a:pt x="3403" y="26502"/>
                  </a:lnTo>
                  <a:lnTo>
                    <a:pt x="2824" y="28439"/>
                  </a:lnTo>
                  <a:lnTo>
                    <a:pt x="0" y="30162"/>
                  </a:lnTo>
                  <a:lnTo>
                    <a:pt x="38" y="24259"/>
                  </a:lnTo>
                  <a:lnTo>
                    <a:pt x="4230" y="17330"/>
                  </a:lnTo>
                  <a:lnTo>
                    <a:pt x="6004" y="19692"/>
                  </a:lnTo>
                  <a:lnTo>
                    <a:pt x="10142" y="20943"/>
                  </a:lnTo>
                  <a:lnTo>
                    <a:pt x="11970" y="25930"/>
                  </a:lnTo>
                  <a:lnTo>
                    <a:pt x="15911" y="21012"/>
                  </a:lnTo>
                  <a:lnTo>
                    <a:pt x="19041" y="14426"/>
                  </a:lnTo>
                  <a:lnTo>
                    <a:pt x="22435" y="14559"/>
                  </a:lnTo>
                  <a:lnTo>
                    <a:pt x="26008" y="12798"/>
                  </a:lnTo>
                  <a:lnTo>
                    <a:pt x="29648" y="7968"/>
                  </a:lnTo>
                  <a:lnTo>
                    <a:pt x="30726" y="2959"/>
                  </a:lnTo>
                  <a:lnTo>
                    <a:pt x="36550" y="2241"/>
                  </a:lnTo>
                  <a:lnTo>
                    <a:pt x="3891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h1538"/>
            <p:cNvSpPr/>
            <p:nvPr/>
          </p:nvSpPr>
          <p:spPr>
            <a:xfrm>
              <a:off x="2718756" y="3185794"/>
              <a:ext cx="8009" cy="4380"/>
            </a:xfrm>
            <a:custGeom>
              <a:avLst/>
              <a:pathLst>
                <a:path w="8009" h="4380">
                  <a:moveTo>
                    <a:pt x="7677" y="475"/>
                  </a:moveTo>
                  <a:lnTo>
                    <a:pt x="8009" y="1957"/>
                  </a:lnTo>
                  <a:lnTo>
                    <a:pt x="4509" y="3554"/>
                  </a:lnTo>
                  <a:lnTo>
                    <a:pt x="145" y="4380"/>
                  </a:lnTo>
                  <a:lnTo>
                    <a:pt x="0" y="2862"/>
                  </a:lnTo>
                  <a:lnTo>
                    <a:pt x="349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h1539"/>
            <p:cNvSpPr/>
            <p:nvPr/>
          </p:nvSpPr>
          <p:spPr>
            <a:xfrm>
              <a:off x="2702882" y="3227074"/>
              <a:ext cx="9699" cy="12095"/>
            </a:xfrm>
            <a:custGeom>
              <a:avLst/>
              <a:pathLst>
                <a:path w="9699" h="12095">
                  <a:moveTo>
                    <a:pt x="9699" y="1215"/>
                  </a:moveTo>
                  <a:lnTo>
                    <a:pt x="8837" y="10882"/>
                  </a:lnTo>
                  <a:lnTo>
                    <a:pt x="6837" y="12095"/>
                  </a:lnTo>
                  <a:lnTo>
                    <a:pt x="4000" y="11756"/>
                  </a:lnTo>
                  <a:lnTo>
                    <a:pt x="2765" y="10122"/>
                  </a:lnTo>
                  <a:lnTo>
                    <a:pt x="1949" y="6130"/>
                  </a:lnTo>
                  <a:lnTo>
                    <a:pt x="0" y="5922"/>
                  </a:lnTo>
                  <a:lnTo>
                    <a:pt x="124" y="2597"/>
                  </a:lnTo>
                  <a:lnTo>
                    <a:pt x="388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h1540"/>
            <p:cNvSpPr/>
            <p:nvPr/>
          </p:nvSpPr>
          <p:spPr>
            <a:xfrm>
              <a:off x="2804258" y="3257082"/>
              <a:ext cx="10686" cy="13306"/>
            </a:xfrm>
            <a:custGeom>
              <a:avLst/>
              <a:pathLst>
                <a:path w="10686" h="13306">
                  <a:moveTo>
                    <a:pt x="5442" y="3177"/>
                  </a:moveTo>
                  <a:lnTo>
                    <a:pt x="10267" y="10353"/>
                  </a:lnTo>
                  <a:lnTo>
                    <a:pt x="10686" y="12643"/>
                  </a:lnTo>
                  <a:lnTo>
                    <a:pt x="2873" y="13306"/>
                  </a:lnTo>
                  <a:lnTo>
                    <a:pt x="1280" y="12219"/>
                  </a:lnTo>
                  <a:lnTo>
                    <a:pt x="0" y="10060"/>
                  </a:lnTo>
                  <a:lnTo>
                    <a:pt x="2771" y="676"/>
                  </a:lnTo>
                  <a:lnTo>
                    <a:pt x="546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h1541"/>
            <p:cNvSpPr/>
            <p:nvPr/>
          </p:nvSpPr>
          <p:spPr>
            <a:xfrm>
              <a:off x="2843105" y="3196277"/>
              <a:ext cx="6110" cy="5323"/>
            </a:xfrm>
            <a:custGeom>
              <a:avLst/>
              <a:pathLst>
                <a:path w="6110" h="5323">
                  <a:moveTo>
                    <a:pt x="6110" y="0"/>
                  </a:moveTo>
                  <a:lnTo>
                    <a:pt x="5905" y="3584"/>
                  </a:lnTo>
                  <a:lnTo>
                    <a:pt x="3087" y="5323"/>
                  </a:lnTo>
                  <a:lnTo>
                    <a:pt x="1273" y="5130"/>
                  </a:lnTo>
                  <a:lnTo>
                    <a:pt x="331" y="3526"/>
                  </a:lnTo>
                  <a:lnTo>
                    <a:pt x="0" y="2887"/>
                  </a:lnTo>
                  <a:lnTo>
                    <a:pt x="2671" y="10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h1542"/>
            <p:cNvSpPr/>
            <p:nvPr/>
          </p:nvSpPr>
          <p:spPr>
            <a:xfrm>
              <a:off x="2727266" y="3210537"/>
              <a:ext cx="24443" cy="32960"/>
            </a:xfrm>
            <a:custGeom>
              <a:avLst/>
              <a:pathLst>
                <a:path w="24443" h="32960">
                  <a:moveTo>
                    <a:pt x="8746" y="234"/>
                  </a:moveTo>
                  <a:lnTo>
                    <a:pt x="10420" y="6460"/>
                  </a:lnTo>
                  <a:lnTo>
                    <a:pt x="15361" y="10958"/>
                  </a:lnTo>
                  <a:lnTo>
                    <a:pt x="17711" y="9398"/>
                  </a:lnTo>
                  <a:lnTo>
                    <a:pt x="22540" y="12656"/>
                  </a:lnTo>
                  <a:lnTo>
                    <a:pt x="24443" y="19841"/>
                  </a:lnTo>
                  <a:lnTo>
                    <a:pt x="24428" y="21645"/>
                  </a:lnTo>
                  <a:lnTo>
                    <a:pt x="22948" y="22828"/>
                  </a:lnTo>
                  <a:lnTo>
                    <a:pt x="21985" y="22854"/>
                  </a:lnTo>
                  <a:lnTo>
                    <a:pt x="22127" y="21107"/>
                  </a:lnTo>
                  <a:lnTo>
                    <a:pt x="21180" y="21055"/>
                  </a:lnTo>
                  <a:lnTo>
                    <a:pt x="16877" y="23258"/>
                  </a:lnTo>
                  <a:lnTo>
                    <a:pt x="12622" y="27959"/>
                  </a:lnTo>
                  <a:lnTo>
                    <a:pt x="13886" y="31464"/>
                  </a:lnTo>
                  <a:lnTo>
                    <a:pt x="11308" y="32960"/>
                  </a:lnTo>
                  <a:lnTo>
                    <a:pt x="11793" y="30840"/>
                  </a:lnTo>
                  <a:lnTo>
                    <a:pt x="7841" y="25969"/>
                  </a:lnTo>
                  <a:lnTo>
                    <a:pt x="6758" y="27727"/>
                  </a:lnTo>
                  <a:lnTo>
                    <a:pt x="6933" y="30040"/>
                  </a:lnTo>
                  <a:lnTo>
                    <a:pt x="3920" y="26495"/>
                  </a:lnTo>
                  <a:lnTo>
                    <a:pt x="1287" y="21823"/>
                  </a:lnTo>
                  <a:lnTo>
                    <a:pt x="14" y="18320"/>
                  </a:lnTo>
                  <a:lnTo>
                    <a:pt x="0" y="12606"/>
                  </a:lnTo>
                  <a:lnTo>
                    <a:pt x="2172" y="10086"/>
                  </a:lnTo>
                  <a:lnTo>
                    <a:pt x="3559" y="8800"/>
                  </a:lnTo>
                  <a:lnTo>
                    <a:pt x="2341" y="5995"/>
                  </a:lnTo>
                  <a:lnTo>
                    <a:pt x="4310" y="4029"/>
                  </a:lnTo>
                  <a:lnTo>
                    <a:pt x="5330" y="1684"/>
                  </a:lnTo>
                  <a:lnTo>
                    <a:pt x="733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h1543"/>
            <p:cNvSpPr/>
            <p:nvPr/>
          </p:nvSpPr>
          <p:spPr>
            <a:xfrm>
              <a:off x="2800896" y="3245601"/>
              <a:ext cx="8826" cy="12156"/>
            </a:xfrm>
            <a:custGeom>
              <a:avLst/>
              <a:pathLst>
                <a:path w="8826" h="12156">
                  <a:moveTo>
                    <a:pt x="5581" y="1257"/>
                  </a:moveTo>
                  <a:lnTo>
                    <a:pt x="4748" y="2876"/>
                  </a:lnTo>
                  <a:lnTo>
                    <a:pt x="8826" y="11480"/>
                  </a:lnTo>
                  <a:lnTo>
                    <a:pt x="6133" y="12156"/>
                  </a:lnTo>
                  <a:lnTo>
                    <a:pt x="2471" y="7131"/>
                  </a:lnTo>
                  <a:lnTo>
                    <a:pt x="382" y="6621"/>
                  </a:lnTo>
                  <a:lnTo>
                    <a:pt x="0" y="2913"/>
                  </a:lnTo>
                  <a:lnTo>
                    <a:pt x="306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h1544"/>
            <p:cNvSpPr/>
            <p:nvPr/>
          </p:nvSpPr>
          <p:spPr>
            <a:xfrm>
              <a:off x="2702995" y="3163423"/>
              <a:ext cx="10329" cy="16416"/>
            </a:xfrm>
            <a:custGeom>
              <a:avLst/>
              <a:pathLst>
                <a:path w="10329" h="16416">
                  <a:moveTo>
                    <a:pt x="8497" y="413"/>
                  </a:moveTo>
                  <a:lnTo>
                    <a:pt x="9722" y="1991"/>
                  </a:lnTo>
                  <a:lnTo>
                    <a:pt x="10052" y="5494"/>
                  </a:lnTo>
                  <a:lnTo>
                    <a:pt x="9363" y="6879"/>
                  </a:lnTo>
                  <a:lnTo>
                    <a:pt x="10329" y="9520"/>
                  </a:lnTo>
                  <a:lnTo>
                    <a:pt x="6952" y="10094"/>
                  </a:lnTo>
                  <a:lnTo>
                    <a:pt x="6284" y="12090"/>
                  </a:lnTo>
                  <a:lnTo>
                    <a:pt x="7020" y="15477"/>
                  </a:lnTo>
                  <a:lnTo>
                    <a:pt x="5791" y="15206"/>
                  </a:lnTo>
                  <a:lnTo>
                    <a:pt x="2615" y="16416"/>
                  </a:lnTo>
                  <a:lnTo>
                    <a:pt x="0" y="13478"/>
                  </a:lnTo>
                  <a:lnTo>
                    <a:pt x="33" y="7290"/>
                  </a:lnTo>
                  <a:lnTo>
                    <a:pt x="4056" y="4425"/>
                  </a:lnTo>
                  <a:lnTo>
                    <a:pt x="5529" y="1137"/>
                  </a:lnTo>
                  <a:lnTo>
                    <a:pt x="832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h1545"/>
            <p:cNvSpPr/>
            <p:nvPr/>
          </p:nvSpPr>
          <p:spPr>
            <a:xfrm>
              <a:off x="2834724" y="3179450"/>
              <a:ext cx="8560" cy="9317"/>
            </a:xfrm>
            <a:custGeom>
              <a:avLst/>
              <a:pathLst>
                <a:path w="8560" h="9317">
                  <a:moveTo>
                    <a:pt x="8560" y="4112"/>
                  </a:moveTo>
                  <a:lnTo>
                    <a:pt x="7431" y="4766"/>
                  </a:lnTo>
                  <a:lnTo>
                    <a:pt x="5216" y="8295"/>
                  </a:lnTo>
                  <a:lnTo>
                    <a:pt x="3469" y="8994"/>
                  </a:lnTo>
                  <a:lnTo>
                    <a:pt x="597" y="9317"/>
                  </a:lnTo>
                  <a:lnTo>
                    <a:pt x="0" y="6736"/>
                  </a:lnTo>
                  <a:lnTo>
                    <a:pt x="875" y="4254"/>
                  </a:lnTo>
                  <a:lnTo>
                    <a:pt x="4774" y="1341"/>
                  </a:lnTo>
                  <a:lnTo>
                    <a:pt x="513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h1546"/>
            <p:cNvSpPr/>
            <p:nvPr/>
          </p:nvSpPr>
          <p:spPr>
            <a:xfrm>
              <a:off x="2845842" y="3185579"/>
              <a:ext cx="8443" cy="5273"/>
            </a:xfrm>
            <a:custGeom>
              <a:avLst/>
              <a:pathLst>
                <a:path w="8443" h="5273">
                  <a:moveTo>
                    <a:pt x="6673" y="0"/>
                  </a:moveTo>
                  <a:lnTo>
                    <a:pt x="8443" y="3499"/>
                  </a:lnTo>
                  <a:lnTo>
                    <a:pt x="3358" y="5273"/>
                  </a:lnTo>
                  <a:lnTo>
                    <a:pt x="0" y="83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h1547"/>
            <p:cNvSpPr/>
            <p:nvPr/>
          </p:nvSpPr>
          <p:spPr>
            <a:xfrm>
              <a:off x="2834558" y="3188444"/>
              <a:ext cx="5638" cy="5782"/>
            </a:xfrm>
            <a:custGeom>
              <a:avLst/>
              <a:pathLst>
                <a:path w="5638" h="5782">
                  <a:moveTo>
                    <a:pt x="3635" y="0"/>
                  </a:moveTo>
                  <a:lnTo>
                    <a:pt x="5638" y="2838"/>
                  </a:lnTo>
                  <a:lnTo>
                    <a:pt x="5248" y="5782"/>
                  </a:lnTo>
                  <a:lnTo>
                    <a:pt x="708" y="5030"/>
                  </a:lnTo>
                  <a:lnTo>
                    <a:pt x="0" y="4092"/>
                  </a:lnTo>
                  <a:lnTo>
                    <a:pt x="762" y="322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h1548"/>
            <p:cNvSpPr/>
            <p:nvPr/>
          </p:nvSpPr>
          <p:spPr>
            <a:xfrm>
              <a:off x="2890367" y="3143861"/>
              <a:ext cx="72393" cy="63100"/>
            </a:xfrm>
            <a:custGeom>
              <a:avLst/>
              <a:pathLst>
                <a:path w="72393" h="63100">
                  <a:moveTo>
                    <a:pt x="65938" y="0"/>
                  </a:moveTo>
                  <a:lnTo>
                    <a:pt x="72393" y="6228"/>
                  </a:lnTo>
                  <a:lnTo>
                    <a:pt x="72323" y="9692"/>
                  </a:lnTo>
                  <a:lnTo>
                    <a:pt x="72179" y="10419"/>
                  </a:lnTo>
                  <a:lnTo>
                    <a:pt x="62882" y="13834"/>
                  </a:lnTo>
                  <a:lnTo>
                    <a:pt x="62618" y="15694"/>
                  </a:lnTo>
                  <a:lnTo>
                    <a:pt x="65073" y="16504"/>
                  </a:lnTo>
                  <a:lnTo>
                    <a:pt x="63231" y="20254"/>
                  </a:lnTo>
                  <a:lnTo>
                    <a:pt x="63917" y="22708"/>
                  </a:lnTo>
                  <a:lnTo>
                    <a:pt x="57487" y="26462"/>
                  </a:lnTo>
                  <a:lnTo>
                    <a:pt x="54625" y="29931"/>
                  </a:lnTo>
                  <a:lnTo>
                    <a:pt x="44105" y="36010"/>
                  </a:lnTo>
                  <a:lnTo>
                    <a:pt x="40294" y="35423"/>
                  </a:lnTo>
                  <a:lnTo>
                    <a:pt x="36094" y="36251"/>
                  </a:lnTo>
                  <a:lnTo>
                    <a:pt x="30661" y="41280"/>
                  </a:lnTo>
                  <a:lnTo>
                    <a:pt x="25598" y="49351"/>
                  </a:lnTo>
                  <a:lnTo>
                    <a:pt x="20977" y="53094"/>
                  </a:lnTo>
                  <a:lnTo>
                    <a:pt x="19139" y="56692"/>
                  </a:lnTo>
                  <a:lnTo>
                    <a:pt x="19726" y="58187"/>
                  </a:lnTo>
                  <a:lnTo>
                    <a:pt x="19420" y="59848"/>
                  </a:lnTo>
                  <a:lnTo>
                    <a:pt x="18050" y="62508"/>
                  </a:lnTo>
                  <a:lnTo>
                    <a:pt x="16443" y="62412"/>
                  </a:lnTo>
                  <a:lnTo>
                    <a:pt x="14025" y="60378"/>
                  </a:lnTo>
                  <a:lnTo>
                    <a:pt x="13959" y="58432"/>
                  </a:lnTo>
                  <a:lnTo>
                    <a:pt x="11066" y="56904"/>
                  </a:lnTo>
                  <a:lnTo>
                    <a:pt x="5608" y="60684"/>
                  </a:lnTo>
                  <a:lnTo>
                    <a:pt x="3751" y="63100"/>
                  </a:lnTo>
                  <a:lnTo>
                    <a:pt x="0" y="60327"/>
                  </a:lnTo>
                  <a:lnTo>
                    <a:pt x="3358" y="56087"/>
                  </a:lnTo>
                  <a:lnTo>
                    <a:pt x="4585" y="53710"/>
                  </a:lnTo>
                  <a:lnTo>
                    <a:pt x="4859" y="51415"/>
                  </a:lnTo>
                  <a:lnTo>
                    <a:pt x="6432" y="51260"/>
                  </a:lnTo>
                  <a:lnTo>
                    <a:pt x="7470" y="52439"/>
                  </a:lnTo>
                  <a:lnTo>
                    <a:pt x="9841" y="52853"/>
                  </a:lnTo>
                  <a:lnTo>
                    <a:pt x="12036" y="50717"/>
                  </a:lnTo>
                  <a:lnTo>
                    <a:pt x="11813" y="47792"/>
                  </a:lnTo>
                  <a:lnTo>
                    <a:pt x="10098" y="45145"/>
                  </a:lnTo>
                  <a:lnTo>
                    <a:pt x="19481" y="37219"/>
                  </a:lnTo>
                  <a:lnTo>
                    <a:pt x="18999" y="33628"/>
                  </a:lnTo>
                  <a:lnTo>
                    <a:pt x="21719" y="34346"/>
                  </a:lnTo>
                  <a:lnTo>
                    <a:pt x="25842" y="33243"/>
                  </a:lnTo>
                  <a:lnTo>
                    <a:pt x="27422" y="31626"/>
                  </a:lnTo>
                  <a:lnTo>
                    <a:pt x="27801" y="28049"/>
                  </a:lnTo>
                  <a:lnTo>
                    <a:pt x="29084" y="26767"/>
                  </a:lnTo>
                  <a:lnTo>
                    <a:pt x="28815" y="24495"/>
                  </a:lnTo>
                  <a:lnTo>
                    <a:pt x="33566" y="21609"/>
                  </a:lnTo>
                  <a:lnTo>
                    <a:pt x="41085" y="16764"/>
                  </a:lnTo>
                  <a:lnTo>
                    <a:pt x="45447" y="11951"/>
                  </a:lnTo>
                  <a:lnTo>
                    <a:pt x="49450" y="9782"/>
                  </a:lnTo>
                  <a:lnTo>
                    <a:pt x="53416" y="8645"/>
                  </a:lnTo>
                  <a:lnTo>
                    <a:pt x="53442" y="7888"/>
                  </a:lnTo>
                  <a:lnTo>
                    <a:pt x="56814" y="6836"/>
                  </a:lnTo>
                  <a:lnTo>
                    <a:pt x="60116" y="3089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h1549"/>
            <p:cNvSpPr/>
            <p:nvPr/>
          </p:nvSpPr>
          <p:spPr>
            <a:xfrm>
              <a:off x="2721887" y="3174246"/>
              <a:ext cx="5550" cy="9737"/>
            </a:xfrm>
            <a:custGeom>
              <a:avLst/>
              <a:pathLst>
                <a:path w="5550" h="9737">
                  <a:moveTo>
                    <a:pt x="4519" y="98"/>
                  </a:moveTo>
                  <a:lnTo>
                    <a:pt x="5333" y="1412"/>
                  </a:lnTo>
                  <a:lnTo>
                    <a:pt x="5550" y="2705"/>
                  </a:lnTo>
                  <a:lnTo>
                    <a:pt x="4690" y="3950"/>
                  </a:lnTo>
                  <a:lnTo>
                    <a:pt x="4624" y="9737"/>
                  </a:lnTo>
                  <a:lnTo>
                    <a:pt x="429" y="7647"/>
                  </a:lnTo>
                  <a:lnTo>
                    <a:pt x="0" y="5770"/>
                  </a:lnTo>
                  <a:lnTo>
                    <a:pt x="2439" y="5344"/>
                  </a:lnTo>
                  <a:lnTo>
                    <a:pt x="3404" y="4318"/>
                  </a:lnTo>
                  <a:lnTo>
                    <a:pt x="1404" y="1254"/>
                  </a:lnTo>
                  <a:lnTo>
                    <a:pt x="263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h1550"/>
            <p:cNvSpPr/>
            <p:nvPr/>
          </p:nvSpPr>
          <p:spPr>
            <a:xfrm>
              <a:off x="2653895" y="3308439"/>
              <a:ext cx="10599" cy="9330"/>
            </a:xfrm>
            <a:custGeom>
              <a:avLst/>
              <a:pathLst>
                <a:path w="10599" h="9330">
                  <a:moveTo>
                    <a:pt x="9360" y="1942"/>
                  </a:moveTo>
                  <a:lnTo>
                    <a:pt x="10599" y="6736"/>
                  </a:lnTo>
                  <a:lnTo>
                    <a:pt x="10352" y="8099"/>
                  </a:lnTo>
                  <a:lnTo>
                    <a:pt x="7352" y="9330"/>
                  </a:lnTo>
                  <a:lnTo>
                    <a:pt x="743" y="8683"/>
                  </a:lnTo>
                  <a:lnTo>
                    <a:pt x="0" y="3975"/>
                  </a:lnTo>
                  <a:lnTo>
                    <a:pt x="4995" y="2027"/>
                  </a:lnTo>
                  <a:lnTo>
                    <a:pt x="724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h1551"/>
            <p:cNvSpPr/>
            <p:nvPr/>
          </p:nvSpPr>
          <p:spPr>
            <a:xfrm>
              <a:off x="2605143" y="3209488"/>
              <a:ext cx="19256" cy="21018"/>
            </a:xfrm>
            <a:custGeom>
              <a:avLst/>
              <a:pathLst>
                <a:path w="19256" h="21018">
                  <a:moveTo>
                    <a:pt x="7889" y="0"/>
                  </a:moveTo>
                  <a:lnTo>
                    <a:pt x="15617" y="837"/>
                  </a:lnTo>
                  <a:lnTo>
                    <a:pt x="12777" y="3965"/>
                  </a:lnTo>
                  <a:lnTo>
                    <a:pt x="12968" y="6056"/>
                  </a:lnTo>
                  <a:lnTo>
                    <a:pt x="13959" y="7518"/>
                  </a:lnTo>
                  <a:lnTo>
                    <a:pt x="17831" y="5292"/>
                  </a:lnTo>
                  <a:lnTo>
                    <a:pt x="19256" y="11350"/>
                  </a:lnTo>
                  <a:lnTo>
                    <a:pt x="18354" y="19822"/>
                  </a:lnTo>
                  <a:lnTo>
                    <a:pt x="16479" y="21018"/>
                  </a:lnTo>
                  <a:lnTo>
                    <a:pt x="11968" y="20605"/>
                  </a:lnTo>
                  <a:lnTo>
                    <a:pt x="12329" y="12858"/>
                  </a:lnTo>
                  <a:lnTo>
                    <a:pt x="14256" y="10761"/>
                  </a:lnTo>
                  <a:lnTo>
                    <a:pt x="13906" y="9299"/>
                  </a:lnTo>
                  <a:lnTo>
                    <a:pt x="11178" y="6311"/>
                  </a:lnTo>
                  <a:lnTo>
                    <a:pt x="8983" y="5341"/>
                  </a:lnTo>
                  <a:lnTo>
                    <a:pt x="5299" y="5486"/>
                  </a:lnTo>
                  <a:lnTo>
                    <a:pt x="4039" y="6935"/>
                  </a:lnTo>
                  <a:lnTo>
                    <a:pt x="2447" y="6013"/>
                  </a:lnTo>
                  <a:lnTo>
                    <a:pt x="0" y="2662"/>
                  </a:lnTo>
                  <a:lnTo>
                    <a:pt x="2896" y="284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h1552"/>
            <p:cNvSpPr/>
            <p:nvPr/>
          </p:nvSpPr>
          <p:spPr>
            <a:xfrm>
              <a:off x="2837428" y="3242094"/>
              <a:ext cx="19240" cy="17432"/>
            </a:xfrm>
            <a:custGeom>
              <a:avLst/>
              <a:pathLst>
                <a:path w="19240" h="17432">
                  <a:moveTo>
                    <a:pt x="8672" y="0"/>
                  </a:moveTo>
                  <a:lnTo>
                    <a:pt x="10979" y="862"/>
                  </a:lnTo>
                  <a:lnTo>
                    <a:pt x="12381" y="2226"/>
                  </a:lnTo>
                  <a:lnTo>
                    <a:pt x="12458" y="3680"/>
                  </a:lnTo>
                  <a:lnTo>
                    <a:pt x="15099" y="4134"/>
                  </a:lnTo>
                  <a:lnTo>
                    <a:pt x="11042" y="7157"/>
                  </a:lnTo>
                  <a:lnTo>
                    <a:pt x="9686" y="9561"/>
                  </a:lnTo>
                  <a:lnTo>
                    <a:pt x="15248" y="11736"/>
                  </a:lnTo>
                  <a:lnTo>
                    <a:pt x="16960" y="11718"/>
                  </a:lnTo>
                  <a:lnTo>
                    <a:pt x="19240" y="17175"/>
                  </a:lnTo>
                  <a:lnTo>
                    <a:pt x="13691" y="17432"/>
                  </a:lnTo>
                  <a:lnTo>
                    <a:pt x="11219" y="10777"/>
                  </a:lnTo>
                  <a:lnTo>
                    <a:pt x="8830" y="13541"/>
                  </a:lnTo>
                  <a:lnTo>
                    <a:pt x="451" y="10533"/>
                  </a:lnTo>
                  <a:lnTo>
                    <a:pt x="0" y="10255"/>
                  </a:lnTo>
                  <a:lnTo>
                    <a:pt x="2530" y="117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h1553"/>
            <p:cNvSpPr/>
            <p:nvPr/>
          </p:nvSpPr>
          <p:spPr>
            <a:xfrm>
              <a:off x="2760250" y="3092186"/>
              <a:ext cx="3515" cy="5798"/>
            </a:xfrm>
            <a:custGeom>
              <a:avLst/>
              <a:pathLst>
                <a:path w="3515" h="5798">
                  <a:moveTo>
                    <a:pt x="2824" y="0"/>
                  </a:moveTo>
                  <a:lnTo>
                    <a:pt x="3515" y="114"/>
                  </a:lnTo>
                  <a:lnTo>
                    <a:pt x="2749" y="5113"/>
                  </a:lnTo>
                  <a:lnTo>
                    <a:pt x="1929" y="5798"/>
                  </a:lnTo>
                  <a:lnTo>
                    <a:pt x="895" y="4482"/>
                  </a:lnTo>
                  <a:lnTo>
                    <a:pt x="1270" y="717"/>
                  </a:lnTo>
                  <a:lnTo>
                    <a:pt x="0" y="2746"/>
                  </a:lnTo>
                  <a:lnTo>
                    <a:pt x="1008" y="21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h1554"/>
            <p:cNvSpPr/>
            <p:nvPr/>
          </p:nvSpPr>
          <p:spPr>
            <a:xfrm>
              <a:off x="2726900" y="3289127"/>
              <a:ext cx="19637" cy="14519"/>
            </a:xfrm>
            <a:custGeom>
              <a:avLst/>
              <a:pathLst>
                <a:path w="19637" h="14519">
                  <a:moveTo>
                    <a:pt x="14773" y="784"/>
                  </a:moveTo>
                  <a:lnTo>
                    <a:pt x="17504" y="5337"/>
                  </a:lnTo>
                  <a:lnTo>
                    <a:pt x="19637" y="10732"/>
                  </a:lnTo>
                  <a:lnTo>
                    <a:pt x="19587" y="13072"/>
                  </a:lnTo>
                  <a:lnTo>
                    <a:pt x="14335" y="14519"/>
                  </a:lnTo>
                  <a:lnTo>
                    <a:pt x="5897" y="12696"/>
                  </a:lnTo>
                  <a:lnTo>
                    <a:pt x="173" y="12662"/>
                  </a:lnTo>
                  <a:lnTo>
                    <a:pt x="0" y="11415"/>
                  </a:lnTo>
                  <a:lnTo>
                    <a:pt x="3064" y="11263"/>
                  </a:lnTo>
                  <a:lnTo>
                    <a:pt x="6991" y="7235"/>
                  </a:lnTo>
                  <a:lnTo>
                    <a:pt x="8052" y="2587"/>
                  </a:lnTo>
                  <a:lnTo>
                    <a:pt x="9753" y="856"/>
                  </a:lnTo>
                  <a:lnTo>
                    <a:pt x="1227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h1555"/>
            <p:cNvSpPr/>
            <p:nvPr/>
          </p:nvSpPr>
          <p:spPr>
            <a:xfrm>
              <a:off x="2902939" y="3234585"/>
              <a:ext cx="15539" cy="15063"/>
            </a:xfrm>
            <a:custGeom>
              <a:avLst/>
              <a:pathLst>
                <a:path w="15539" h="15063">
                  <a:moveTo>
                    <a:pt x="5478" y="645"/>
                  </a:moveTo>
                  <a:lnTo>
                    <a:pt x="8350" y="4594"/>
                  </a:lnTo>
                  <a:lnTo>
                    <a:pt x="10593" y="3976"/>
                  </a:lnTo>
                  <a:lnTo>
                    <a:pt x="10581" y="1865"/>
                  </a:lnTo>
                  <a:lnTo>
                    <a:pt x="15539" y="1997"/>
                  </a:lnTo>
                  <a:lnTo>
                    <a:pt x="15412" y="2934"/>
                  </a:lnTo>
                  <a:lnTo>
                    <a:pt x="10627" y="7297"/>
                  </a:lnTo>
                  <a:lnTo>
                    <a:pt x="9811" y="10733"/>
                  </a:lnTo>
                  <a:lnTo>
                    <a:pt x="5853" y="15063"/>
                  </a:lnTo>
                  <a:lnTo>
                    <a:pt x="3167" y="13183"/>
                  </a:lnTo>
                  <a:lnTo>
                    <a:pt x="0" y="13490"/>
                  </a:lnTo>
                  <a:lnTo>
                    <a:pt x="1116" y="8805"/>
                  </a:lnTo>
                  <a:lnTo>
                    <a:pt x="691" y="4867"/>
                  </a:lnTo>
                  <a:lnTo>
                    <a:pt x="1220" y="2485"/>
                  </a:lnTo>
                  <a:lnTo>
                    <a:pt x="417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h1556"/>
            <p:cNvSpPr/>
            <p:nvPr/>
          </p:nvSpPr>
          <p:spPr>
            <a:xfrm>
              <a:off x="2811529" y="3100132"/>
              <a:ext cx="30585" cy="29331"/>
            </a:xfrm>
            <a:custGeom>
              <a:avLst/>
              <a:pathLst>
                <a:path w="30585" h="29331">
                  <a:moveTo>
                    <a:pt x="20400" y="0"/>
                  </a:moveTo>
                  <a:lnTo>
                    <a:pt x="22016" y="376"/>
                  </a:lnTo>
                  <a:lnTo>
                    <a:pt x="25293" y="4379"/>
                  </a:lnTo>
                  <a:lnTo>
                    <a:pt x="20336" y="7355"/>
                  </a:lnTo>
                  <a:lnTo>
                    <a:pt x="24345" y="13057"/>
                  </a:lnTo>
                  <a:lnTo>
                    <a:pt x="27588" y="10924"/>
                  </a:lnTo>
                  <a:lnTo>
                    <a:pt x="28502" y="11653"/>
                  </a:lnTo>
                  <a:lnTo>
                    <a:pt x="28717" y="15886"/>
                  </a:lnTo>
                  <a:lnTo>
                    <a:pt x="26658" y="15819"/>
                  </a:lnTo>
                  <a:lnTo>
                    <a:pt x="26363" y="17136"/>
                  </a:lnTo>
                  <a:lnTo>
                    <a:pt x="27874" y="21154"/>
                  </a:lnTo>
                  <a:lnTo>
                    <a:pt x="29853" y="24542"/>
                  </a:lnTo>
                  <a:lnTo>
                    <a:pt x="30585" y="29331"/>
                  </a:lnTo>
                  <a:lnTo>
                    <a:pt x="26933" y="26237"/>
                  </a:lnTo>
                  <a:lnTo>
                    <a:pt x="24920" y="27112"/>
                  </a:lnTo>
                  <a:lnTo>
                    <a:pt x="15692" y="20160"/>
                  </a:lnTo>
                  <a:lnTo>
                    <a:pt x="16985" y="22479"/>
                  </a:lnTo>
                  <a:lnTo>
                    <a:pt x="16541" y="25197"/>
                  </a:lnTo>
                  <a:lnTo>
                    <a:pt x="13877" y="25684"/>
                  </a:lnTo>
                  <a:lnTo>
                    <a:pt x="11211" y="24638"/>
                  </a:lnTo>
                  <a:lnTo>
                    <a:pt x="10520" y="23218"/>
                  </a:lnTo>
                  <a:lnTo>
                    <a:pt x="955" y="22815"/>
                  </a:lnTo>
                  <a:lnTo>
                    <a:pt x="581" y="18996"/>
                  </a:lnTo>
                  <a:lnTo>
                    <a:pt x="97" y="16810"/>
                  </a:lnTo>
                  <a:lnTo>
                    <a:pt x="0" y="14186"/>
                  </a:lnTo>
                  <a:lnTo>
                    <a:pt x="3080" y="12535"/>
                  </a:lnTo>
                  <a:lnTo>
                    <a:pt x="3611" y="8463"/>
                  </a:lnTo>
                  <a:lnTo>
                    <a:pt x="5029" y="6535"/>
                  </a:lnTo>
                  <a:lnTo>
                    <a:pt x="5789" y="4967"/>
                  </a:lnTo>
                  <a:lnTo>
                    <a:pt x="12816" y="459"/>
                  </a:lnTo>
                  <a:lnTo>
                    <a:pt x="14841" y="192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h1557"/>
            <p:cNvSpPr/>
            <p:nvPr/>
          </p:nvSpPr>
          <p:spPr>
            <a:xfrm>
              <a:off x="2757040" y="3102881"/>
              <a:ext cx="12149" cy="9057"/>
            </a:xfrm>
            <a:custGeom>
              <a:avLst/>
              <a:pathLst>
                <a:path w="12149" h="9057">
                  <a:moveTo>
                    <a:pt x="7326" y="0"/>
                  </a:moveTo>
                  <a:lnTo>
                    <a:pt x="9560" y="58"/>
                  </a:lnTo>
                  <a:lnTo>
                    <a:pt x="12149" y="2242"/>
                  </a:lnTo>
                  <a:lnTo>
                    <a:pt x="10912" y="6197"/>
                  </a:lnTo>
                  <a:lnTo>
                    <a:pt x="9095" y="9057"/>
                  </a:lnTo>
                  <a:lnTo>
                    <a:pt x="322" y="7228"/>
                  </a:lnTo>
                  <a:lnTo>
                    <a:pt x="53" y="4838"/>
                  </a:lnTo>
                  <a:lnTo>
                    <a:pt x="0" y="3211"/>
                  </a:lnTo>
                  <a:lnTo>
                    <a:pt x="4282" y="27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h1558"/>
            <p:cNvSpPr/>
            <p:nvPr/>
          </p:nvSpPr>
          <p:spPr>
            <a:xfrm>
              <a:off x="2810246" y="3286567"/>
              <a:ext cx="22166" cy="29584"/>
            </a:xfrm>
            <a:custGeom>
              <a:avLst/>
              <a:pathLst>
                <a:path w="22166" h="29584">
                  <a:moveTo>
                    <a:pt x="15824" y="12685"/>
                  </a:moveTo>
                  <a:lnTo>
                    <a:pt x="22166" y="18428"/>
                  </a:lnTo>
                  <a:lnTo>
                    <a:pt x="21177" y="20612"/>
                  </a:lnTo>
                  <a:lnTo>
                    <a:pt x="18391" y="25795"/>
                  </a:lnTo>
                  <a:lnTo>
                    <a:pt x="17856" y="24938"/>
                  </a:lnTo>
                  <a:lnTo>
                    <a:pt x="15307" y="24117"/>
                  </a:lnTo>
                  <a:lnTo>
                    <a:pt x="13148" y="25683"/>
                  </a:lnTo>
                  <a:lnTo>
                    <a:pt x="13593" y="29584"/>
                  </a:lnTo>
                  <a:lnTo>
                    <a:pt x="5805" y="28732"/>
                  </a:lnTo>
                  <a:lnTo>
                    <a:pt x="4218" y="28019"/>
                  </a:lnTo>
                  <a:lnTo>
                    <a:pt x="3347" y="22133"/>
                  </a:lnTo>
                  <a:lnTo>
                    <a:pt x="3635" y="18854"/>
                  </a:lnTo>
                  <a:lnTo>
                    <a:pt x="964" y="14185"/>
                  </a:lnTo>
                  <a:lnTo>
                    <a:pt x="0" y="12761"/>
                  </a:lnTo>
                  <a:lnTo>
                    <a:pt x="613" y="11426"/>
                  </a:lnTo>
                  <a:lnTo>
                    <a:pt x="435" y="9278"/>
                  </a:lnTo>
                  <a:lnTo>
                    <a:pt x="2016" y="8669"/>
                  </a:lnTo>
                  <a:lnTo>
                    <a:pt x="4940" y="9952"/>
                  </a:lnTo>
                  <a:lnTo>
                    <a:pt x="6856" y="9583"/>
                  </a:lnTo>
                  <a:lnTo>
                    <a:pt x="7007" y="6189"/>
                  </a:lnTo>
                  <a:lnTo>
                    <a:pt x="9815" y="311"/>
                  </a:lnTo>
                  <a:lnTo>
                    <a:pt x="10325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h1559"/>
            <p:cNvSpPr/>
            <p:nvPr/>
          </p:nvSpPr>
          <p:spPr>
            <a:xfrm>
              <a:off x="2827290" y="3345751"/>
              <a:ext cx="7988" cy="15877"/>
            </a:xfrm>
            <a:custGeom>
              <a:avLst/>
              <a:pathLst>
                <a:path w="7988" h="15877">
                  <a:moveTo>
                    <a:pt x="5064" y="357"/>
                  </a:moveTo>
                  <a:lnTo>
                    <a:pt x="6030" y="1340"/>
                  </a:lnTo>
                  <a:lnTo>
                    <a:pt x="7988" y="6329"/>
                  </a:lnTo>
                  <a:lnTo>
                    <a:pt x="6494" y="6110"/>
                  </a:lnTo>
                  <a:lnTo>
                    <a:pt x="5155" y="7805"/>
                  </a:lnTo>
                  <a:lnTo>
                    <a:pt x="3182" y="15877"/>
                  </a:lnTo>
                  <a:lnTo>
                    <a:pt x="2062" y="15558"/>
                  </a:lnTo>
                  <a:lnTo>
                    <a:pt x="0" y="12065"/>
                  </a:lnTo>
                  <a:lnTo>
                    <a:pt x="2327" y="7924"/>
                  </a:lnTo>
                  <a:lnTo>
                    <a:pt x="3074" y="5295"/>
                  </a:lnTo>
                  <a:lnTo>
                    <a:pt x="1356" y="2913"/>
                  </a:lnTo>
                  <a:lnTo>
                    <a:pt x="99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h1560"/>
            <p:cNvSpPr/>
            <p:nvPr/>
          </p:nvSpPr>
          <p:spPr>
            <a:xfrm>
              <a:off x="2681307" y="3191479"/>
              <a:ext cx="10489" cy="7184"/>
            </a:xfrm>
            <a:custGeom>
              <a:avLst/>
              <a:pathLst>
                <a:path w="10489" h="7184">
                  <a:moveTo>
                    <a:pt x="10489" y="1584"/>
                  </a:moveTo>
                  <a:lnTo>
                    <a:pt x="10489" y="3136"/>
                  </a:lnTo>
                  <a:lnTo>
                    <a:pt x="9368" y="4988"/>
                  </a:lnTo>
                  <a:lnTo>
                    <a:pt x="7830" y="5237"/>
                  </a:lnTo>
                  <a:lnTo>
                    <a:pt x="6273" y="6589"/>
                  </a:lnTo>
                  <a:lnTo>
                    <a:pt x="3450" y="7184"/>
                  </a:lnTo>
                  <a:lnTo>
                    <a:pt x="618" y="6001"/>
                  </a:lnTo>
                  <a:lnTo>
                    <a:pt x="0" y="3214"/>
                  </a:lnTo>
                  <a:lnTo>
                    <a:pt x="1362" y="2097"/>
                  </a:lnTo>
                  <a:lnTo>
                    <a:pt x="4958" y="1789"/>
                  </a:lnTo>
                  <a:lnTo>
                    <a:pt x="914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h1561"/>
            <p:cNvSpPr/>
            <p:nvPr/>
          </p:nvSpPr>
          <p:spPr>
            <a:xfrm>
              <a:off x="2652085" y="3212723"/>
              <a:ext cx="13077" cy="9447"/>
            </a:xfrm>
            <a:custGeom>
              <a:avLst/>
              <a:pathLst>
                <a:path w="13077" h="9447">
                  <a:moveTo>
                    <a:pt x="9834" y="0"/>
                  </a:moveTo>
                  <a:lnTo>
                    <a:pt x="12028" y="1562"/>
                  </a:lnTo>
                  <a:lnTo>
                    <a:pt x="11367" y="3353"/>
                  </a:lnTo>
                  <a:lnTo>
                    <a:pt x="12726" y="3637"/>
                  </a:lnTo>
                  <a:lnTo>
                    <a:pt x="13077" y="6429"/>
                  </a:lnTo>
                  <a:lnTo>
                    <a:pt x="10885" y="8399"/>
                  </a:lnTo>
                  <a:lnTo>
                    <a:pt x="9858" y="9028"/>
                  </a:lnTo>
                  <a:lnTo>
                    <a:pt x="8680" y="8550"/>
                  </a:lnTo>
                  <a:lnTo>
                    <a:pt x="6968" y="5971"/>
                  </a:lnTo>
                  <a:lnTo>
                    <a:pt x="4288" y="6995"/>
                  </a:lnTo>
                  <a:lnTo>
                    <a:pt x="3865" y="9026"/>
                  </a:lnTo>
                  <a:lnTo>
                    <a:pt x="1904" y="9447"/>
                  </a:lnTo>
                  <a:lnTo>
                    <a:pt x="0" y="6820"/>
                  </a:lnTo>
                  <a:lnTo>
                    <a:pt x="2300" y="299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h1562"/>
            <p:cNvSpPr/>
            <p:nvPr/>
          </p:nvSpPr>
          <p:spPr>
            <a:xfrm>
              <a:off x="2773515" y="3283784"/>
              <a:ext cx="4874" cy="4596"/>
            </a:xfrm>
            <a:custGeom>
              <a:avLst/>
              <a:pathLst>
                <a:path w="4874" h="4596">
                  <a:moveTo>
                    <a:pt x="4874" y="1591"/>
                  </a:moveTo>
                  <a:lnTo>
                    <a:pt x="4762" y="4596"/>
                  </a:lnTo>
                  <a:lnTo>
                    <a:pt x="3470" y="3270"/>
                  </a:lnTo>
                  <a:lnTo>
                    <a:pt x="0" y="1131"/>
                  </a:lnTo>
                  <a:lnTo>
                    <a:pt x="296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h1563"/>
            <p:cNvSpPr/>
            <p:nvPr/>
          </p:nvSpPr>
          <p:spPr>
            <a:xfrm>
              <a:off x="2603080" y="3188635"/>
              <a:ext cx="21165" cy="23699"/>
            </a:xfrm>
            <a:custGeom>
              <a:avLst/>
              <a:pathLst>
                <a:path w="21165" h="23699">
                  <a:moveTo>
                    <a:pt x="8333" y="3624"/>
                  </a:moveTo>
                  <a:lnTo>
                    <a:pt x="13392" y="4799"/>
                  </a:lnTo>
                  <a:lnTo>
                    <a:pt x="15236" y="4462"/>
                  </a:lnTo>
                  <a:lnTo>
                    <a:pt x="15283" y="6444"/>
                  </a:lnTo>
                  <a:lnTo>
                    <a:pt x="16307" y="7583"/>
                  </a:lnTo>
                  <a:lnTo>
                    <a:pt x="19526" y="10204"/>
                  </a:lnTo>
                  <a:lnTo>
                    <a:pt x="20730" y="10313"/>
                  </a:lnTo>
                  <a:lnTo>
                    <a:pt x="21165" y="11025"/>
                  </a:lnTo>
                  <a:lnTo>
                    <a:pt x="19864" y="15919"/>
                  </a:lnTo>
                  <a:lnTo>
                    <a:pt x="19889" y="22100"/>
                  </a:lnTo>
                  <a:lnTo>
                    <a:pt x="17680" y="21690"/>
                  </a:lnTo>
                  <a:lnTo>
                    <a:pt x="9952" y="20853"/>
                  </a:lnTo>
                  <a:lnTo>
                    <a:pt x="4959" y="23699"/>
                  </a:lnTo>
                  <a:lnTo>
                    <a:pt x="2063" y="23516"/>
                  </a:lnTo>
                  <a:lnTo>
                    <a:pt x="2536" y="20211"/>
                  </a:lnTo>
                  <a:lnTo>
                    <a:pt x="3953" y="17170"/>
                  </a:lnTo>
                  <a:lnTo>
                    <a:pt x="5949" y="16941"/>
                  </a:lnTo>
                  <a:lnTo>
                    <a:pt x="3736" y="9195"/>
                  </a:lnTo>
                  <a:lnTo>
                    <a:pt x="0" y="1882"/>
                  </a:lnTo>
                  <a:lnTo>
                    <a:pt x="3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h1564"/>
            <p:cNvSpPr/>
            <p:nvPr/>
          </p:nvSpPr>
          <p:spPr>
            <a:xfrm>
              <a:off x="2790543" y="3248830"/>
              <a:ext cx="6778" cy="9362"/>
            </a:xfrm>
            <a:custGeom>
              <a:avLst/>
              <a:pathLst>
                <a:path w="6778" h="9362">
                  <a:moveTo>
                    <a:pt x="6778" y="175"/>
                  </a:moveTo>
                  <a:lnTo>
                    <a:pt x="5232" y="5353"/>
                  </a:lnTo>
                  <a:lnTo>
                    <a:pt x="4584" y="5457"/>
                  </a:lnTo>
                  <a:lnTo>
                    <a:pt x="4559" y="7581"/>
                  </a:lnTo>
                  <a:lnTo>
                    <a:pt x="3761" y="9158"/>
                  </a:lnTo>
                  <a:lnTo>
                    <a:pt x="3044" y="9362"/>
                  </a:lnTo>
                  <a:lnTo>
                    <a:pt x="2115" y="9231"/>
                  </a:lnTo>
                  <a:lnTo>
                    <a:pt x="0" y="6099"/>
                  </a:lnTo>
                  <a:lnTo>
                    <a:pt x="2883" y="3161"/>
                  </a:lnTo>
                  <a:lnTo>
                    <a:pt x="1851" y="3026"/>
                  </a:lnTo>
                  <a:lnTo>
                    <a:pt x="2389" y="2131"/>
                  </a:lnTo>
                  <a:lnTo>
                    <a:pt x="3983" y="3837"/>
                  </a:lnTo>
                  <a:lnTo>
                    <a:pt x="515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h1565"/>
            <p:cNvSpPr/>
            <p:nvPr/>
          </p:nvSpPr>
          <p:spPr>
            <a:xfrm>
              <a:off x="2742177" y="3102706"/>
              <a:ext cx="14916" cy="10307"/>
            </a:xfrm>
            <a:custGeom>
              <a:avLst/>
              <a:pathLst>
                <a:path w="14916" h="10307">
                  <a:moveTo>
                    <a:pt x="14690" y="2406"/>
                  </a:moveTo>
                  <a:lnTo>
                    <a:pt x="14862" y="3386"/>
                  </a:lnTo>
                  <a:lnTo>
                    <a:pt x="14916" y="5013"/>
                  </a:lnTo>
                  <a:lnTo>
                    <a:pt x="4212" y="10190"/>
                  </a:lnTo>
                  <a:lnTo>
                    <a:pt x="804" y="10307"/>
                  </a:lnTo>
                  <a:lnTo>
                    <a:pt x="1489" y="8917"/>
                  </a:lnTo>
                  <a:lnTo>
                    <a:pt x="0" y="7862"/>
                  </a:lnTo>
                  <a:lnTo>
                    <a:pt x="516" y="6623"/>
                  </a:lnTo>
                  <a:lnTo>
                    <a:pt x="10568" y="1237"/>
                  </a:lnTo>
                  <a:lnTo>
                    <a:pt x="1164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h1566"/>
            <p:cNvSpPr/>
            <p:nvPr/>
          </p:nvSpPr>
          <p:spPr>
            <a:xfrm>
              <a:off x="2766600" y="3102152"/>
              <a:ext cx="3402" cy="2971"/>
            </a:xfrm>
            <a:custGeom>
              <a:avLst/>
              <a:pathLst>
                <a:path w="3402" h="2971">
                  <a:moveTo>
                    <a:pt x="2974" y="0"/>
                  </a:moveTo>
                  <a:lnTo>
                    <a:pt x="3402" y="176"/>
                  </a:lnTo>
                  <a:lnTo>
                    <a:pt x="2589" y="2971"/>
                  </a:lnTo>
                  <a:lnTo>
                    <a:pt x="0" y="78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h1567"/>
            <p:cNvSpPr/>
            <p:nvPr/>
          </p:nvSpPr>
          <p:spPr>
            <a:xfrm>
              <a:off x="3051198" y="3274867"/>
              <a:ext cx="39783" cy="38078"/>
            </a:xfrm>
            <a:custGeom>
              <a:avLst/>
              <a:pathLst>
                <a:path w="39783" h="38078">
                  <a:moveTo>
                    <a:pt x="18385" y="2862"/>
                  </a:moveTo>
                  <a:lnTo>
                    <a:pt x="23384" y="1028"/>
                  </a:lnTo>
                  <a:lnTo>
                    <a:pt x="24964" y="3965"/>
                  </a:lnTo>
                  <a:lnTo>
                    <a:pt x="30088" y="5117"/>
                  </a:lnTo>
                  <a:lnTo>
                    <a:pt x="33404" y="9780"/>
                  </a:lnTo>
                  <a:lnTo>
                    <a:pt x="39783" y="9537"/>
                  </a:lnTo>
                  <a:lnTo>
                    <a:pt x="39695" y="13317"/>
                  </a:lnTo>
                  <a:lnTo>
                    <a:pt x="39134" y="15044"/>
                  </a:lnTo>
                  <a:lnTo>
                    <a:pt x="32026" y="12765"/>
                  </a:lnTo>
                  <a:lnTo>
                    <a:pt x="31776" y="17532"/>
                  </a:lnTo>
                  <a:lnTo>
                    <a:pt x="28055" y="19919"/>
                  </a:lnTo>
                  <a:lnTo>
                    <a:pt x="26529" y="18613"/>
                  </a:lnTo>
                  <a:lnTo>
                    <a:pt x="25518" y="19279"/>
                  </a:lnTo>
                  <a:lnTo>
                    <a:pt x="23848" y="23171"/>
                  </a:lnTo>
                  <a:lnTo>
                    <a:pt x="24170" y="25597"/>
                  </a:lnTo>
                  <a:lnTo>
                    <a:pt x="22854" y="28755"/>
                  </a:lnTo>
                  <a:lnTo>
                    <a:pt x="21427" y="30306"/>
                  </a:lnTo>
                  <a:lnTo>
                    <a:pt x="20155" y="31301"/>
                  </a:lnTo>
                  <a:lnTo>
                    <a:pt x="16499" y="30559"/>
                  </a:lnTo>
                  <a:lnTo>
                    <a:pt x="13971" y="31173"/>
                  </a:lnTo>
                  <a:lnTo>
                    <a:pt x="13269" y="36288"/>
                  </a:lnTo>
                  <a:lnTo>
                    <a:pt x="8467" y="37837"/>
                  </a:lnTo>
                  <a:lnTo>
                    <a:pt x="7727" y="38078"/>
                  </a:lnTo>
                  <a:lnTo>
                    <a:pt x="8962" y="30360"/>
                  </a:lnTo>
                  <a:lnTo>
                    <a:pt x="8473" y="29705"/>
                  </a:lnTo>
                  <a:lnTo>
                    <a:pt x="4556" y="24452"/>
                  </a:lnTo>
                  <a:lnTo>
                    <a:pt x="6871" y="21713"/>
                  </a:lnTo>
                  <a:lnTo>
                    <a:pt x="4558" y="19954"/>
                  </a:lnTo>
                  <a:lnTo>
                    <a:pt x="1976" y="21014"/>
                  </a:lnTo>
                  <a:lnTo>
                    <a:pt x="1834" y="22568"/>
                  </a:lnTo>
                  <a:lnTo>
                    <a:pt x="1162" y="22108"/>
                  </a:lnTo>
                  <a:lnTo>
                    <a:pt x="0" y="17215"/>
                  </a:lnTo>
                  <a:lnTo>
                    <a:pt x="1072" y="12948"/>
                  </a:lnTo>
                  <a:lnTo>
                    <a:pt x="5665" y="3756"/>
                  </a:lnTo>
                  <a:lnTo>
                    <a:pt x="7843" y="2965"/>
                  </a:lnTo>
                  <a:lnTo>
                    <a:pt x="9669" y="3475"/>
                  </a:lnTo>
                  <a:lnTo>
                    <a:pt x="1786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h1568"/>
            <p:cNvSpPr/>
            <p:nvPr/>
          </p:nvSpPr>
          <p:spPr>
            <a:xfrm>
              <a:off x="2731535" y="3339903"/>
              <a:ext cx="18090" cy="22774"/>
            </a:xfrm>
            <a:custGeom>
              <a:avLst/>
              <a:pathLst>
                <a:path w="18090" h="22774">
                  <a:moveTo>
                    <a:pt x="4061" y="294"/>
                  </a:moveTo>
                  <a:lnTo>
                    <a:pt x="8563" y="3006"/>
                  </a:lnTo>
                  <a:lnTo>
                    <a:pt x="9926" y="5072"/>
                  </a:lnTo>
                  <a:lnTo>
                    <a:pt x="12635" y="5238"/>
                  </a:lnTo>
                  <a:lnTo>
                    <a:pt x="13271" y="5013"/>
                  </a:lnTo>
                  <a:lnTo>
                    <a:pt x="13239" y="4182"/>
                  </a:lnTo>
                  <a:lnTo>
                    <a:pt x="18090" y="5688"/>
                  </a:lnTo>
                  <a:lnTo>
                    <a:pt x="17172" y="12114"/>
                  </a:lnTo>
                  <a:lnTo>
                    <a:pt x="12919" y="18562"/>
                  </a:lnTo>
                  <a:lnTo>
                    <a:pt x="14417" y="18608"/>
                  </a:lnTo>
                  <a:lnTo>
                    <a:pt x="10041" y="22774"/>
                  </a:lnTo>
                  <a:lnTo>
                    <a:pt x="4398" y="20274"/>
                  </a:lnTo>
                  <a:lnTo>
                    <a:pt x="95" y="20423"/>
                  </a:lnTo>
                  <a:lnTo>
                    <a:pt x="156" y="18840"/>
                  </a:lnTo>
                  <a:lnTo>
                    <a:pt x="4253" y="14811"/>
                  </a:lnTo>
                  <a:lnTo>
                    <a:pt x="45" y="6505"/>
                  </a:lnTo>
                  <a:lnTo>
                    <a:pt x="0" y="3615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h1569"/>
            <p:cNvSpPr/>
            <p:nvPr/>
          </p:nvSpPr>
          <p:spPr>
            <a:xfrm>
              <a:off x="2627074" y="3141982"/>
              <a:ext cx="9632" cy="10057"/>
            </a:xfrm>
            <a:custGeom>
              <a:avLst/>
              <a:pathLst>
                <a:path w="9632" h="10057">
                  <a:moveTo>
                    <a:pt x="5464" y="0"/>
                  </a:moveTo>
                  <a:lnTo>
                    <a:pt x="8074" y="4249"/>
                  </a:lnTo>
                  <a:lnTo>
                    <a:pt x="9632" y="5629"/>
                  </a:lnTo>
                  <a:lnTo>
                    <a:pt x="8599" y="7174"/>
                  </a:lnTo>
                  <a:lnTo>
                    <a:pt x="5878" y="8887"/>
                  </a:lnTo>
                  <a:lnTo>
                    <a:pt x="5493" y="10057"/>
                  </a:lnTo>
                  <a:lnTo>
                    <a:pt x="0" y="2756"/>
                  </a:lnTo>
                  <a:lnTo>
                    <a:pt x="1530" y="983"/>
                  </a:lnTo>
                  <a:lnTo>
                    <a:pt x="3795" y="127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h1570"/>
            <p:cNvSpPr/>
            <p:nvPr/>
          </p:nvSpPr>
          <p:spPr>
            <a:xfrm>
              <a:off x="2682516" y="3223673"/>
              <a:ext cx="10369" cy="21155"/>
            </a:xfrm>
            <a:custGeom>
              <a:avLst/>
              <a:pathLst>
                <a:path w="10369" h="21155">
                  <a:moveTo>
                    <a:pt x="3192" y="12"/>
                  </a:moveTo>
                  <a:lnTo>
                    <a:pt x="5324" y="0"/>
                  </a:lnTo>
                  <a:lnTo>
                    <a:pt x="7829" y="5607"/>
                  </a:lnTo>
                  <a:lnTo>
                    <a:pt x="10216" y="10221"/>
                  </a:lnTo>
                  <a:lnTo>
                    <a:pt x="10369" y="10518"/>
                  </a:lnTo>
                  <a:lnTo>
                    <a:pt x="7585" y="12535"/>
                  </a:lnTo>
                  <a:lnTo>
                    <a:pt x="5004" y="19134"/>
                  </a:lnTo>
                  <a:lnTo>
                    <a:pt x="3189" y="20437"/>
                  </a:lnTo>
                  <a:lnTo>
                    <a:pt x="1646" y="21155"/>
                  </a:lnTo>
                  <a:lnTo>
                    <a:pt x="1125" y="13926"/>
                  </a:lnTo>
                  <a:lnTo>
                    <a:pt x="2420" y="8270"/>
                  </a:lnTo>
                  <a:lnTo>
                    <a:pt x="0" y="4501"/>
                  </a:lnTo>
                  <a:lnTo>
                    <a:pt x="1024" y="198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h1571"/>
            <p:cNvSpPr/>
            <p:nvPr/>
          </p:nvSpPr>
          <p:spPr>
            <a:xfrm>
              <a:off x="2817434" y="3197025"/>
              <a:ext cx="12352" cy="6670"/>
            </a:xfrm>
            <a:custGeom>
              <a:avLst/>
              <a:pathLst>
                <a:path w="12352" h="6670">
                  <a:moveTo>
                    <a:pt x="7755" y="0"/>
                  </a:moveTo>
                  <a:lnTo>
                    <a:pt x="12352" y="3351"/>
                  </a:lnTo>
                  <a:lnTo>
                    <a:pt x="10372" y="4452"/>
                  </a:lnTo>
                  <a:lnTo>
                    <a:pt x="8051" y="4370"/>
                  </a:lnTo>
                  <a:lnTo>
                    <a:pt x="6423" y="5082"/>
                  </a:lnTo>
                  <a:lnTo>
                    <a:pt x="5471" y="3878"/>
                  </a:lnTo>
                  <a:lnTo>
                    <a:pt x="4245" y="5629"/>
                  </a:lnTo>
                  <a:lnTo>
                    <a:pt x="1421" y="6670"/>
                  </a:lnTo>
                  <a:lnTo>
                    <a:pt x="996" y="6481"/>
                  </a:lnTo>
                  <a:lnTo>
                    <a:pt x="1636" y="6568"/>
                  </a:lnTo>
                  <a:lnTo>
                    <a:pt x="1463" y="5872"/>
                  </a:lnTo>
                  <a:lnTo>
                    <a:pt x="0" y="3829"/>
                  </a:lnTo>
                  <a:lnTo>
                    <a:pt x="4181" y="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h1572"/>
            <p:cNvSpPr/>
            <p:nvPr/>
          </p:nvSpPr>
          <p:spPr>
            <a:xfrm>
              <a:off x="2722551" y="3187752"/>
              <a:ext cx="7941" cy="6251"/>
            </a:xfrm>
            <a:custGeom>
              <a:avLst/>
              <a:pathLst>
                <a:path w="7941" h="6251">
                  <a:moveTo>
                    <a:pt x="7941" y="3334"/>
                  </a:moveTo>
                  <a:lnTo>
                    <a:pt x="4988" y="5181"/>
                  </a:lnTo>
                  <a:lnTo>
                    <a:pt x="0" y="6251"/>
                  </a:lnTo>
                  <a:lnTo>
                    <a:pt x="714" y="1597"/>
                  </a:lnTo>
                  <a:lnTo>
                    <a:pt x="421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h1573"/>
            <p:cNvSpPr/>
            <p:nvPr/>
          </p:nvSpPr>
          <p:spPr>
            <a:xfrm>
              <a:off x="2708045" y="3228289"/>
              <a:ext cx="13120" cy="20838"/>
            </a:xfrm>
            <a:custGeom>
              <a:avLst/>
              <a:pathLst>
                <a:path w="13120" h="20838">
                  <a:moveTo>
                    <a:pt x="5879" y="2121"/>
                  </a:moveTo>
                  <a:lnTo>
                    <a:pt x="7849" y="6395"/>
                  </a:lnTo>
                  <a:lnTo>
                    <a:pt x="9157" y="7198"/>
                  </a:lnTo>
                  <a:lnTo>
                    <a:pt x="10864" y="5629"/>
                  </a:lnTo>
                  <a:lnTo>
                    <a:pt x="12916" y="8662"/>
                  </a:lnTo>
                  <a:lnTo>
                    <a:pt x="13120" y="19297"/>
                  </a:lnTo>
                  <a:lnTo>
                    <a:pt x="10181" y="20312"/>
                  </a:lnTo>
                  <a:lnTo>
                    <a:pt x="0" y="20838"/>
                  </a:lnTo>
                  <a:lnTo>
                    <a:pt x="973" y="19553"/>
                  </a:lnTo>
                  <a:lnTo>
                    <a:pt x="1540" y="16591"/>
                  </a:lnTo>
                  <a:lnTo>
                    <a:pt x="1673" y="10880"/>
                  </a:lnTo>
                  <a:lnTo>
                    <a:pt x="3674" y="9667"/>
                  </a:lnTo>
                  <a:lnTo>
                    <a:pt x="453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h1574"/>
            <p:cNvSpPr/>
            <p:nvPr/>
          </p:nvSpPr>
          <p:spPr>
            <a:xfrm>
              <a:off x="2692409" y="3221265"/>
              <a:ext cx="14847" cy="8406"/>
            </a:xfrm>
            <a:custGeom>
              <a:avLst/>
              <a:pathLst>
                <a:path w="14847" h="8406">
                  <a:moveTo>
                    <a:pt x="12429" y="0"/>
                  </a:moveTo>
                  <a:lnTo>
                    <a:pt x="13829" y="1343"/>
                  </a:lnTo>
                  <a:lnTo>
                    <a:pt x="14847" y="4804"/>
                  </a:lnTo>
                  <a:lnTo>
                    <a:pt x="14360" y="5809"/>
                  </a:lnTo>
                  <a:lnTo>
                    <a:pt x="10597" y="8406"/>
                  </a:lnTo>
                  <a:lnTo>
                    <a:pt x="8726" y="4221"/>
                  </a:lnTo>
                  <a:lnTo>
                    <a:pt x="5859" y="3798"/>
                  </a:lnTo>
                  <a:lnTo>
                    <a:pt x="4259" y="5248"/>
                  </a:lnTo>
                  <a:lnTo>
                    <a:pt x="0" y="6303"/>
                  </a:lnTo>
                  <a:lnTo>
                    <a:pt x="2654" y="444"/>
                  </a:lnTo>
                  <a:lnTo>
                    <a:pt x="9625" y="132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h1575"/>
            <p:cNvSpPr/>
            <p:nvPr/>
          </p:nvSpPr>
          <p:spPr>
            <a:xfrm>
              <a:off x="2850684" y="3203558"/>
              <a:ext cx="8234" cy="8319"/>
            </a:xfrm>
            <a:custGeom>
              <a:avLst/>
              <a:pathLst>
                <a:path w="8234" h="8319">
                  <a:moveTo>
                    <a:pt x="7155" y="506"/>
                  </a:moveTo>
                  <a:lnTo>
                    <a:pt x="8234" y="1774"/>
                  </a:lnTo>
                  <a:lnTo>
                    <a:pt x="4848" y="5354"/>
                  </a:lnTo>
                  <a:lnTo>
                    <a:pt x="5351" y="6045"/>
                  </a:lnTo>
                  <a:lnTo>
                    <a:pt x="5373" y="8319"/>
                  </a:lnTo>
                  <a:lnTo>
                    <a:pt x="2472" y="7971"/>
                  </a:lnTo>
                  <a:lnTo>
                    <a:pt x="1783" y="5753"/>
                  </a:lnTo>
                  <a:lnTo>
                    <a:pt x="0" y="4962"/>
                  </a:lnTo>
                  <a:lnTo>
                    <a:pt x="159" y="2407"/>
                  </a:lnTo>
                  <a:lnTo>
                    <a:pt x="579" y="1389"/>
                  </a:lnTo>
                  <a:lnTo>
                    <a:pt x="521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h1576"/>
            <p:cNvSpPr/>
            <p:nvPr/>
          </p:nvSpPr>
          <p:spPr>
            <a:xfrm>
              <a:off x="2695060" y="3200463"/>
              <a:ext cx="14190" cy="9499"/>
            </a:xfrm>
            <a:custGeom>
              <a:avLst/>
              <a:pathLst>
                <a:path w="14190" h="9499">
                  <a:moveTo>
                    <a:pt x="10743" y="0"/>
                  </a:moveTo>
                  <a:lnTo>
                    <a:pt x="13442" y="3834"/>
                  </a:lnTo>
                  <a:lnTo>
                    <a:pt x="14190" y="6643"/>
                  </a:lnTo>
                  <a:lnTo>
                    <a:pt x="4988" y="9499"/>
                  </a:lnTo>
                  <a:lnTo>
                    <a:pt x="0" y="6760"/>
                  </a:lnTo>
                  <a:lnTo>
                    <a:pt x="890" y="6746"/>
                  </a:lnTo>
                  <a:lnTo>
                    <a:pt x="1413" y="5296"/>
                  </a:lnTo>
                  <a:lnTo>
                    <a:pt x="293" y="2166"/>
                  </a:lnTo>
                  <a:lnTo>
                    <a:pt x="935" y="2444"/>
                  </a:lnTo>
                  <a:lnTo>
                    <a:pt x="3779" y="3998"/>
                  </a:lnTo>
                  <a:lnTo>
                    <a:pt x="5610" y="1861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h1577"/>
            <p:cNvSpPr/>
            <p:nvPr/>
          </p:nvSpPr>
          <p:spPr>
            <a:xfrm>
              <a:off x="2594619" y="3157848"/>
              <a:ext cx="15328" cy="12091"/>
            </a:xfrm>
            <a:custGeom>
              <a:avLst/>
              <a:pathLst>
                <a:path w="15328" h="12091">
                  <a:moveTo>
                    <a:pt x="11078" y="1676"/>
                  </a:moveTo>
                  <a:lnTo>
                    <a:pt x="15328" y="3099"/>
                  </a:lnTo>
                  <a:lnTo>
                    <a:pt x="12317" y="9126"/>
                  </a:lnTo>
                  <a:lnTo>
                    <a:pt x="11626" y="12091"/>
                  </a:lnTo>
                  <a:lnTo>
                    <a:pt x="11436" y="10036"/>
                  </a:lnTo>
                  <a:lnTo>
                    <a:pt x="6449" y="10232"/>
                  </a:lnTo>
                  <a:lnTo>
                    <a:pt x="4413" y="11084"/>
                  </a:lnTo>
                  <a:lnTo>
                    <a:pt x="1949" y="5613"/>
                  </a:lnTo>
                  <a:lnTo>
                    <a:pt x="0" y="4591"/>
                  </a:lnTo>
                  <a:lnTo>
                    <a:pt x="934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h1578"/>
            <p:cNvSpPr/>
            <p:nvPr/>
          </p:nvSpPr>
          <p:spPr>
            <a:xfrm>
              <a:off x="2782174" y="3178392"/>
              <a:ext cx="15985" cy="17760"/>
            </a:xfrm>
            <a:custGeom>
              <a:avLst/>
              <a:pathLst>
                <a:path w="15985" h="17760">
                  <a:moveTo>
                    <a:pt x="12651" y="3801"/>
                  </a:moveTo>
                  <a:lnTo>
                    <a:pt x="15108" y="5452"/>
                  </a:lnTo>
                  <a:lnTo>
                    <a:pt x="15985" y="8268"/>
                  </a:lnTo>
                  <a:lnTo>
                    <a:pt x="14802" y="9527"/>
                  </a:lnTo>
                  <a:lnTo>
                    <a:pt x="12068" y="12592"/>
                  </a:lnTo>
                  <a:lnTo>
                    <a:pt x="12004" y="14456"/>
                  </a:lnTo>
                  <a:lnTo>
                    <a:pt x="6077" y="17760"/>
                  </a:lnTo>
                  <a:lnTo>
                    <a:pt x="1311" y="15398"/>
                  </a:lnTo>
                  <a:lnTo>
                    <a:pt x="3195" y="4871"/>
                  </a:lnTo>
                  <a:lnTo>
                    <a:pt x="2296" y="4243"/>
                  </a:lnTo>
                  <a:lnTo>
                    <a:pt x="0" y="4261"/>
                  </a:lnTo>
                  <a:lnTo>
                    <a:pt x="6379" y="836"/>
                  </a:lnTo>
                  <a:lnTo>
                    <a:pt x="7280" y="2016"/>
                  </a:lnTo>
                  <a:lnTo>
                    <a:pt x="11420" y="2425"/>
                  </a:lnTo>
                  <a:lnTo>
                    <a:pt x="13116" y="103"/>
                  </a:lnTo>
                  <a:lnTo>
                    <a:pt x="1558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h1579"/>
            <p:cNvSpPr/>
            <p:nvPr/>
          </p:nvSpPr>
          <p:spPr>
            <a:xfrm>
              <a:off x="2787396" y="3284993"/>
              <a:ext cx="4726" cy="5485"/>
            </a:xfrm>
            <a:custGeom>
              <a:avLst/>
              <a:pathLst>
                <a:path w="4726" h="5485">
                  <a:moveTo>
                    <a:pt x="4726" y="980"/>
                  </a:moveTo>
                  <a:lnTo>
                    <a:pt x="1849" y="5485"/>
                  </a:lnTo>
                  <a:lnTo>
                    <a:pt x="0" y="5096"/>
                  </a:lnTo>
                  <a:lnTo>
                    <a:pt x="1339" y="4329"/>
                  </a:lnTo>
                  <a:lnTo>
                    <a:pt x="2135" y="2285"/>
                  </a:lnTo>
                  <a:lnTo>
                    <a:pt x="1824" y="1488"/>
                  </a:lnTo>
                  <a:lnTo>
                    <a:pt x="1213" y="2149"/>
                  </a:lnTo>
                  <a:lnTo>
                    <a:pt x="13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h1580"/>
            <p:cNvSpPr/>
            <p:nvPr/>
          </p:nvSpPr>
          <p:spPr>
            <a:xfrm>
              <a:off x="2773123" y="3126097"/>
              <a:ext cx="7005" cy="7098"/>
            </a:xfrm>
            <a:custGeom>
              <a:avLst/>
              <a:pathLst>
                <a:path w="7005" h="7098">
                  <a:moveTo>
                    <a:pt x="5750" y="332"/>
                  </a:moveTo>
                  <a:lnTo>
                    <a:pt x="7005" y="3892"/>
                  </a:lnTo>
                  <a:lnTo>
                    <a:pt x="5002" y="7098"/>
                  </a:lnTo>
                  <a:lnTo>
                    <a:pt x="0" y="3514"/>
                  </a:lnTo>
                  <a:lnTo>
                    <a:pt x="356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h1581"/>
            <p:cNvSpPr/>
            <p:nvPr/>
          </p:nvSpPr>
          <p:spPr>
            <a:xfrm>
              <a:off x="2720115" y="3192934"/>
              <a:ext cx="7708" cy="8448"/>
            </a:xfrm>
            <a:custGeom>
              <a:avLst/>
              <a:pathLst>
                <a:path w="7708" h="8448">
                  <a:moveTo>
                    <a:pt x="7423" y="0"/>
                  </a:moveTo>
                  <a:lnTo>
                    <a:pt x="7708" y="1464"/>
                  </a:lnTo>
                  <a:lnTo>
                    <a:pt x="3210" y="3196"/>
                  </a:lnTo>
                  <a:lnTo>
                    <a:pt x="1444" y="8448"/>
                  </a:lnTo>
                  <a:lnTo>
                    <a:pt x="0" y="7972"/>
                  </a:lnTo>
                  <a:lnTo>
                    <a:pt x="700" y="2831"/>
                  </a:lnTo>
                  <a:lnTo>
                    <a:pt x="2435" y="106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h1582"/>
            <p:cNvSpPr/>
            <p:nvPr/>
          </p:nvSpPr>
          <p:spPr>
            <a:xfrm>
              <a:off x="2727300" y="3236507"/>
              <a:ext cx="11759" cy="14410"/>
            </a:xfrm>
            <a:custGeom>
              <a:avLst/>
              <a:pathLst>
                <a:path w="11759" h="14410">
                  <a:moveTo>
                    <a:pt x="11759" y="4871"/>
                  </a:moveTo>
                  <a:lnTo>
                    <a:pt x="11273" y="6990"/>
                  </a:lnTo>
                  <a:lnTo>
                    <a:pt x="8256" y="7433"/>
                  </a:lnTo>
                  <a:lnTo>
                    <a:pt x="8434" y="9394"/>
                  </a:lnTo>
                  <a:lnTo>
                    <a:pt x="7084" y="14410"/>
                  </a:lnTo>
                  <a:lnTo>
                    <a:pt x="3340" y="13139"/>
                  </a:lnTo>
                  <a:lnTo>
                    <a:pt x="3866" y="6382"/>
                  </a:lnTo>
                  <a:lnTo>
                    <a:pt x="1087" y="5744"/>
                  </a:lnTo>
                  <a:lnTo>
                    <a:pt x="0" y="4311"/>
                  </a:lnTo>
                  <a:lnTo>
                    <a:pt x="4659" y="4102"/>
                  </a:lnTo>
                  <a:lnTo>
                    <a:pt x="3885" y="526"/>
                  </a:lnTo>
                  <a:lnTo>
                    <a:pt x="6899" y="4070"/>
                  </a:lnTo>
                  <a:lnTo>
                    <a:pt x="6724" y="1757"/>
                  </a:lnTo>
                  <a:lnTo>
                    <a:pt x="780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h1583"/>
            <p:cNvSpPr/>
            <p:nvPr/>
          </p:nvSpPr>
          <p:spPr>
            <a:xfrm>
              <a:off x="2659690" y="3222837"/>
              <a:ext cx="14278" cy="11830"/>
            </a:xfrm>
            <a:custGeom>
              <a:avLst/>
              <a:pathLst>
                <a:path w="14278" h="11830">
                  <a:moveTo>
                    <a:pt x="10955" y="0"/>
                  </a:moveTo>
                  <a:lnTo>
                    <a:pt x="12223" y="2882"/>
                  </a:lnTo>
                  <a:lnTo>
                    <a:pt x="13983" y="4111"/>
                  </a:lnTo>
                  <a:lnTo>
                    <a:pt x="14278" y="4857"/>
                  </a:lnTo>
                  <a:lnTo>
                    <a:pt x="13695" y="5186"/>
                  </a:lnTo>
                  <a:lnTo>
                    <a:pt x="12744" y="11830"/>
                  </a:lnTo>
                  <a:lnTo>
                    <a:pt x="9043" y="11267"/>
                  </a:lnTo>
                  <a:lnTo>
                    <a:pt x="7658" y="10226"/>
                  </a:lnTo>
                  <a:lnTo>
                    <a:pt x="4816" y="9573"/>
                  </a:lnTo>
                  <a:lnTo>
                    <a:pt x="3734" y="9971"/>
                  </a:lnTo>
                  <a:lnTo>
                    <a:pt x="4273" y="11560"/>
                  </a:lnTo>
                  <a:lnTo>
                    <a:pt x="1075" y="11233"/>
                  </a:lnTo>
                  <a:lnTo>
                    <a:pt x="578" y="11358"/>
                  </a:lnTo>
                  <a:lnTo>
                    <a:pt x="0" y="10083"/>
                  </a:lnTo>
                  <a:lnTo>
                    <a:pt x="1523" y="7145"/>
                  </a:lnTo>
                  <a:lnTo>
                    <a:pt x="2994" y="7258"/>
                  </a:lnTo>
                  <a:lnTo>
                    <a:pt x="5107" y="5590"/>
                  </a:lnTo>
                  <a:lnTo>
                    <a:pt x="6607" y="1736"/>
                  </a:lnTo>
                  <a:lnTo>
                    <a:pt x="8741" y="26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h1584"/>
            <p:cNvSpPr/>
            <p:nvPr/>
          </p:nvSpPr>
          <p:spPr>
            <a:xfrm>
              <a:off x="2839807" y="3186416"/>
              <a:ext cx="10309" cy="12748"/>
            </a:xfrm>
            <a:custGeom>
              <a:avLst/>
              <a:pathLst>
                <a:path w="10309" h="12748">
                  <a:moveTo>
                    <a:pt x="6034" y="0"/>
                  </a:moveTo>
                  <a:lnTo>
                    <a:pt x="9393" y="4436"/>
                  </a:lnTo>
                  <a:lnTo>
                    <a:pt x="10309" y="5696"/>
                  </a:lnTo>
                  <a:lnTo>
                    <a:pt x="9395" y="9586"/>
                  </a:lnTo>
                  <a:lnTo>
                    <a:pt x="9408" y="9860"/>
                  </a:lnTo>
                  <a:lnTo>
                    <a:pt x="5969" y="9969"/>
                  </a:lnTo>
                  <a:lnTo>
                    <a:pt x="3298" y="12748"/>
                  </a:lnTo>
                  <a:lnTo>
                    <a:pt x="2325" y="10615"/>
                  </a:lnTo>
                  <a:lnTo>
                    <a:pt x="1283" y="11045"/>
                  </a:lnTo>
                  <a:lnTo>
                    <a:pt x="153" y="10235"/>
                  </a:lnTo>
                  <a:lnTo>
                    <a:pt x="0" y="7810"/>
                  </a:lnTo>
                  <a:lnTo>
                    <a:pt x="390" y="4866"/>
                  </a:lnTo>
                  <a:lnTo>
                    <a:pt x="2787" y="458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h1585"/>
            <p:cNvSpPr/>
            <p:nvPr/>
          </p:nvSpPr>
          <p:spPr>
            <a:xfrm>
              <a:off x="2803199" y="3323487"/>
              <a:ext cx="11742" cy="11909"/>
            </a:xfrm>
            <a:custGeom>
              <a:avLst/>
              <a:pathLst>
                <a:path w="11742" h="11909">
                  <a:moveTo>
                    <a:pt x="11742" y="4443"/>
                  </a:moveTo>
                  <a:lnTo>
                    <a:pt x="9131" y="4480"/>
                  </a:lnTo>
                  <a:lnTo>
                    <a:pt x="11467" y="8658"/>
                  </a:lnTo>
                  <a:lnTo>
                    <a:pt x="11284" y="9753"/>
                  </a:lnTo>
                  <a:lnTo>
                    <a:pt x="6211" y="11909"/>
                  </a:lnTo>
                  <a:lnTo>
                    <a:pt x="0" y="5499"/>
                  </a:lnTo>
                  <a:lnTo>
                    <a:pt x="2944" y="3151"/>
                  </a:lnTo>
                  <a:lnTo>
                    <a:pt x="2666" y="2323"/>
                  </a:lnTo>
                  <a:lnTo>
                    <a:pt x="4507" y="1266"/>
                  </a:lnTo>
                  <a:lnTo>
                    <a:pt x="960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h1586"/>
            <p:cNvSpPr/>
            <p:nvPr/>
          </p:nvSpPr>
          <p:spPr>
            <a:xfrm>
              <a:off x="2800677" y="3257758"/>
              <a:ext cx="6352" cy="11542"/>
            </a:xfrm>
            <a:custGeom>
              <a:avLst/>
              <a:pathLst>
                <a:path w="6352" h="11542">
                  <a:moveTo>
                    <a:pt x="3580" y="9383"/>
                  </a:moveTo>
                  <a:lnTo>
                    <a:pt x="4861" y="11542"/>
                  </a:lnTo>
                  <a:lnTo>
                    <a:pt x="595" y="11149"/>
                  </a:lnTo>
                  <a:lnTo>
                    <a:pt x="0" y="8994"/>
                  </a:lnTo>
                  <a:lnTo>
                    <a:pt x="421" y="4198"/>
                  </a:lnTo>
                  <a:lnTo>
                    <a:pt x="2112" y="1735"/>
                  </a:lnTo>
                  <a:lnTo>
                    <a:pt x="635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h1587"/>
            <p:cNvSpPr/>
            <p:nvPr/>
          </p:nvSpPr>
          <p:spPr>
            <a:xfrm>
              <a:off x="2920005" y="3314437"/>
              <a:ext cx="17710" cy="22822"/>
            </a:xfrm>
            <a:custGeom>
              <a:avLst/>
              <a:pathLst>
                <a:path w="17710" h="22822">
                  <a:moveTo>
                    <a:pt x="14086" y="837"/>
                  </a:moveTo>
                  <a:lnTo>
                    <a:pt x="17446" y="4294"/>
                  </a:lnTo>
                  <a:lnTo>
                    <a:pt x="17710" y="5633"/>
                  </a:lnTo>
                  <a:lnTo>
                    <a:pt x="15879" y="9431"/>
                  </a:lnTo>
                  <a:lnTo>
                    <a:pt x="13856" y="18782"/>
                  </a:lnTo>
                  <a:lnTo>
                    <a:pt x="14393" y="19438"/>
                  </a:lnTo>
                  <a:lnTo>
                    <a:pt x="13629" y="22822"/>
                  </a:lnTo>
                  <a:lnTo>
                    <a:pt x="11956" y="20583"/>
                  </a:lnTo>
                  <a:lnTo>
                    <a:pt x="7902" y="18546"/>
                  </a:lnTo>
                  <a:lnTo>
                    <a:pt x="2524" y="21390"/>
                  </a:lnTo>
                  <a:lnTo>
                    <a:pt x="2995" y="20277"/>
                  </a:lnTo>
                  <a:lnTo>
                    <a:pt x="2607" y="18586"/>
                  </a:lnTo>
                  <a:lnTo>
                    <a:pt x="0" y="14093"/>
                  </a:lnTo>
                  <a:lnTo>
                    <a:pt x="2775" y="6394"/>
                  </a:lnTo>
                  <a:lnTo>
                    <a:pt x="1263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h1588"/>
            <p:cNvSpPr/>
            <p:nvPr/>
          </p:nvSpPr>
          <p:spPr>
            <a:xfrm>
              <a:off x="2901490" y="3280860"/>
              <a:ext cx="32602" cy="59922"/>
            </a:xfrm>
            <a:custGeom>
              <a:avLst/>
              <a:pathLst>
                <a:path w="32602" h="59922">
                  <a:moveTo>
                    <a:pt x="5537" y="2838"/>
                  </a:moveTo>
                  <a:lnTo>
                    <a:pt x="11495" y="4554"/>
                  </a:lnTo>
                  <a:lnTo>
                    <a:pt x="11982" y="8865"/>
                  </a:lnTo>
                  <a:lnTo>
                    <a:pt x="16437" y="9621"/>
                  </a:lnTo>
                  <a:lnTo>
                    <a:pt x="22122" y="15077"/>
                  </a:lnTo>
                  <a:lnTo>
                    <a:pt x="27528" y="17669"/>
                  </a:lnTo>
                  <a:lnTo>
                    <a:pt x="29268" y="19949"/>
                  </a:lnTo>
                  <a:lnTo>
                    <a:pt x="29842" y="30880"/>
                  </a:lnTo>
                  <a:lnTo>
                    <a:pt x="32602" y="34414"/>
                  </a:lnTo>
                  <a:lnTo>
                    <a:pt x="31146" y="33576"/>
                  </a:lnTo>
                  <a:lnTo>
                    <a:pt x="21291" y="39971"/>
                  </a:lnTo>
                  <a:lnTo>
                    <a:pt x="18515" y="47670"/>
                  </a:lnTo>
                  <a:lnTo>
                    <a:pt x="21123" y="52163"/>
                  </a:lnTo>
                  <a:lnTo>
                    <a:pt x="21510" y="53854"/>
                  </a:lnTo>
                  <a:lnTo>
                    <a:pt x="21040" y="54967"/>
                  </a:lnTo>
                  <a:lnTo>
                    <a:pt x="20463" y="56889"/>
                  </a:lnTo>
                  <a:lnTo>
                    <a:pt x="18959" y="58140"/>
                  </a:lnTo>
                  <a:lnTo>
                    <a:pt x="10523" y="58447"/>
                  </a:lnTo>
                  <a:lnTo>
                    <a:pt x="7940" y="59922"/>
                  </a:lnTo>
                  <a:lnTo>
                    <a:pt x="7182" y="59334"/>
                  </a:lnTo>
                  <a:lnTo>
                    <a:pt x="3506" y="50362"/>
                  </a:lnTo>
                  <a:lnTo>
                    <a:pt x="6210" y="50889"/>
                  </a:lnTo>
                  <a:lnTo>
                    <a:pt x="6584" y="49189"/>
                  </a:lnTo>
                  <a:lnTo>
                    <a:pt x="4850" y="45816"/>
                  </a:lnTo>
                  <a:lnTo>
                    <a:pt x="0" y="42424"/>
                  </a:lnTo>
                  <a:lnTo>
                    <a:pt x="235" y="41567"/>
                  </a:lnTo>
                  <a:lnTo>
                    <a:pt x="5457" y="39143"/>
                  </a:lnTo>
                  <a:lnTo>
                    <a:pt x="7883" y="39666"/>
                  </a:lnTo>
                  <a:lnTo>
                    <a:pt x="10020" y="32933"/>
                  </a:lnTo>
                  <a:lnTo>
                    <a:pt x="2206" y="32535"/>
                  </a:lnTo>
                  <a:lnTo>
                    <a:pt x="1690" y="32509"/>
                  </a:lnTo>
                  <a:lnTo>
                    <a:pt x="4835" y="27279"/>
                  </a:lnTo>
                  <a:lnTo>
                    <a:pt x="2548" y="24785"/>
                  </a:lnTo>
                  <a:lnTo>
                    <a:pt x="10122" y="11914"/>
                  </a:lnTo>
                  <a:lnTo>
                    <a:pt x="1439" y="9216"/>
                  </a:lnTo>
                  <a:lnTo>
                    <a:pt x="951" y="8357"/>
                  </a:lnTo>
                  <a:lnTo>
                    <a:pt x="1924" y="6179"/>
                  </a:lnTo>
                  <a:lnTo>
                    <a:pt x="3975" y="1163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h1589"/>
            <p:cNvSpPr/>
            <p:nvPr/>
          </p:nvSpPr>
          <p:spPr>
            <a:xfrm>
              <a:off x="2707364" y="3132066"/>
              <a:ext cx="19517" cy="20820"/>
            </a:xfrm>
            <a:custGeom>
              <a:avLst/>
              <a:pathLst>
                <a:path w="19517" h="20820">
                  <a:moveTo>
                    <a:pt x="19517" y="12258"/>
                  </a:moveTo>
                  <a:lnTo>
                    <a:pt x="18378" y="11866"/>
                  </a:lnTo>
                  <a:lnTo>
                    <a:pt x="12942" y="17635"/>
                  </a:lnTo>
                  <a:lnTo>
                    <a:pt x="8067" y="18454"/>
                  </a:lnTo>
                  <a:lnTo>
                    <a:pt x="5413" y="17883"/>
                  </a:lnTo>
                  <a:lnTo>
                    <a:pt x="1591" y="20820"/>
                  </a:lnTo>
                  <a:lnTo>
                    <a:pt x="0" y="17849"/>
                  </a:lnTo>
                  <a:lnTo>
                    <a:pt x="4684" y="16897"/>
                  </a:lnTo>
                  <a:lnTo>
                    <a:pt x="2027" y="11434"/>
                  </a:lnTo>
                  <a:lnTo>
                    <a:pt x="2854" y="11203"/>
                  </a:lnTo>
                  <a:lnTo>
                    <a:pt x="1886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h1590"/>
            <p:cNvSpPr/>
            <p:nvPr/>
          </p:nvSpPr>
          <p:spPr>
            <a:xfrm>
              <a:off x="2749410" y="3273281"/>
              <a:ext cx="12362" cy="18513"/>
            </a:xfrm>
            <a:custGeom>
              <a:avLst/>
              <a:pathLst>
                <a:path w="12362" h="18513">
                  <a:moveTo>
                    <a:pt x="12205" y="0"/>
                  </a:moveTo>
                  <a:lnTo>
                    <a:pt x="12362" y="3045"/>
                  </a:lnTo>
                  <a:lnTo>
                    <a:pt x="11557" y="3198"/>
                  </a:lnTo>
                  <a:lnTo>
                    <a:pt x="9863" y="5797"/>
                  </a:lnTo>
                  <a:lnTo>
                    <a:pt x="10724" y="15839"/>
                  </a:lnTo>
                  <a:lnTo>
                    <a:pt x="5897" y="12835"/>
                  </a:lnTo>
                  <a:lnTo>
                    <a:pt x="4197" y="14109"/>
                  </a:lnTo>
                  <a:lnTo>
                    <a:pt x="7362" y="15357"/>
                  </a:lnTo>
                  <a:lnTo>
                    <a:pt x="7993" y="17922"/>
                  </a:lnTo>
                  <a:lnTo>
                    <a:pt x="4020" y="18513"/>
                  </a:lnTo>
                  <a:lnTo>
                    <a:pt x="0" y="17228"/>
                  </a:lnTo>
                  <a:lnTo>
                    <a:pt x="1072" y="12976"/>
                  </a:lnTo>
                  <a:lnTo>
                    <a:pt x="499" y="12069"/>
                  </a:lnTo>
                  <a:lnTo>
                    <a:pt x="503" y="7774"/>
                  </a:lnTo>
                  <a:lnTo>
                    <a:pt x="1953" y="2320"/>
                  </a:lnTo>
                  <a:lnTo>
                    <a:pt x="1556" y="103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h1591"/>
            <p:cNvSpPr/>
            <p:nvPr/>
          </p:nvSpPr>
          <p:spPr>
            <a:xfrm>
              <a:off x="2635980" y="3184211"/>
              <a:ext cx="8594" cy="12893"/>
            </a:xfrm>
            <a:custGeom>
              <a:avLst/>
              <a:pathLst>
                <a:path w="8594" h="12893">
                  <a:moveTo>
                    <a:pt x="6375" y="4841"/>
                  </a:moveTo>
                  <a:lnTo>
                    <a:pt x="7975" y="5574"/>
                  </a:lnTo>
                  <a:lnTo>
                    <a:pt x="8594" y="9232"/>
                  </a:lnTo>
                  <a:lnTo>
                    <a:pt x="7485" y="12006"/>
                  </a:lnTo>
                  <a:lnTo>
                    <a:pt x="6234" y="12893"/>
                  </a:lnTo>
                  <a:lnTo>
                    <a:pt x="3781" y="12394"/>
                  </a:lnTo>
                  <a:lnTo>
                    <a:pt x="4207" y="11472"/>
                  </a:lnTo>
                  <a:lnTo>
                    <a:pt x="1704" y="9809"/>
                  </a:lnTo>
                  <a:lnTo>
                    <a:pt x="243" y="7567"/>
                  </a:lnTo>
                  <a:lnTo>
                    <a:pt x="0" y="5792"/>
                  </a:lnTo>
                  <a:lnTo>
                    <a:pt x="868" y="4129"/>
                  </a:lnTo>
                  <a:lnTo>
                    <a:pt x="415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h1592"/>
            <p:cNvSpPr/>
            <p:nvPr/>
          </p:nvSpPr>
          <p:spPr>
            <a:xfrm>
              <a:off x="2622201" y="3304652"/>
              <a:ext cx="20743" cy="12099"/>
            </a:xfrm>
            <a:custGeom>
              <a:avLst/>
              <a:pathLst>
                <a:path w="20743" h="12099">
                  <a:moveTo>
                    <a:pt x="10056" y="0"/>
                  </a:moveTo>
                  <a:lnTo>
                    <a:pt x="10498" y="2233"/>
                  </a:lnTo>
                  <a:lnTo>
                    <a:pt x="12655" y="4478"/>
                  </a:lnTo>
                  <a:lnTo>
                    <a:pt x="20743" y="9409"/>
                  </a:lnTo>
                  <a:lnTo>
                    <a:pt x="18819" y="11228"/>
                  </a:lnTo>
                  <a:lnTo>
                    <a:pt x="15713" y="12099"/>
                  </a:lnTo>
                  <a:lnTo>
                    <a:pt x="10241" y="11746"/>
                  </a:lnTo>
                  <a:lnTo>
                    <a:pt x="1649" y="5602"/>
                  </a:lnTo>
                  <a:lnTo>
                    <a:pt x="0" y="5301"/>
                  </a:lnTo>
                  <a:lnTo>
                    <a:pt x="247" y="3533"/>
                  </a:lnTo>
                  <a:lnTo>
                    <a:pt x="961" y="307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h1593"/>
            <p:cNvSpPr/>
            <p:nvPr/>
          </p:nvSpPr>
          <p:spPr>
            <a:xfrm>
              <a:off x="2825189" y="3192038"/>
              <a:ext cx="10078" cy="8338"/>
            </a:xfrm>
            <a:custGeom>
              <a:avLst/>
              <a:pathLst>
                <a:path w="10078" h="8338">
                  <a:moveTo>
                    <a:pt x="9369" y="498"/>
                  </a:moveTo>
                  <a:lnTo>
                    <a:pt x="10078" y="1437"/>
                  </a:lnTo>
                  <a:lnTo>
                    <a:pt x="4596" y="8338"/>
                  </a:lnTo>
                  <a:lnTo>
                    <a:pt x="0" y="4987"/>
                  </a:lnTo>
                  <a:lnTo>
                    <a:pt x="1917" y="2982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h1594"/>
            <p:cNvSpPr/>
            <p:nvPr/>
          </p:nvSpPr>
          <p:spPr>
            <a:xfrm>
              <a:off x="2786206" y="3302555"/>
              <a:ext cx="7253" cy="9000"/>
            </a:xfrm>
            <a:custGeom>
              <a:avLst/>
              <a:pathLst>
                <a:path w="7253" h="9000">
                  <a:moveTo>
                    <a:pt x="6685" y="1437"/>
                  </a:moveTo>
                  <a:lnTo>
                    <a:pt x="7253" y="3527"/>
                  </a:lnTo>
                  <a:lnTo>
                    <a:pt x="6010" y="5437"/>
                  </a:lnTo>
                  <a:lnTo>
                    <a:pt x="2921" y="9000"/>
                  </a:lnTo>
                  <a:lnTo>
                    <a:pt x="0" y="8818"/>
                  </a:lnTo>
                  <a:lnTo>
                    <a:pt x="1545" y="3846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h1595"/>
            <p:cNvSpPr/>
            <p:nvPr/>
          </p:nvSpPr>
          <p:spPr>
            <a:xfrm>
              <a:off x="2621962" y="3149305"/>
              <a:ext cx="5695" cy="4766"/>
            </a:xfrm>
            <a:custGeom>
              <a:avLst/>
              <a:pathLst>
                <a:path w="5695" h="4766">
                  <a:moveTo>
                    <a:pt x="3799" y="1336"/>
                  </a:moveTo>
                  <a:lnTo>
                    <a:pt x="5695" y="1679"/>
                  </a:lnTo>
                  <a:lnTo>
                    <a:pt x="5494" y="4766"/>
                  </a:lnTo>
                  <a:lnTo>
                    <a:pt x="2173" y="4456"/>
                  </a:lnTo>
                  <a:lnTo>
                    <a:pt x="3583" y="2368"/>
                  </a:lnTo>
                  <a:lnTo>
                    <a:pt x="2816" y="1846"/>
                  </a:lnTo>
                  <a:lnTo>
                    <a:pt x="1058" y="2445"/>
                  </a:lnTo>
                  <a:lnTo>
                    <a:pt x="0" y="1760"/>
                  </a:lnTo>
                  <a:lnTo>
                    <a:pt x="1446" y="803"/>
                  </a:lnTo>
                  <a:lnTo>
                    <a:pt x="288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h1596"/>
            <p:cNvSpPr/>
            <p:nvPr/>
          </p:nvSpPr>
          <p:spPr>
            <a:xfrm>
              <a:off x="2763732" y="3236301"/>
              <a:ext cx="12671" cy="12157"/>
            </a:xfrm>
            <a:custGeom>
              <a:avLst/>
              <a:pathLst>
                <a:path w="12671" h="12157">
                  <a:moveTo>
                    <a:pt x="10130" y="49"/>
                  </a:moveTo>
                  <a:lnTo>
                    <a:pt x="12671" y="2413"/>
                  </a:lnTo>
                  <a:lnTo>
                    <a:pt x="10697" y="8063"/>
                  </a:lnTo>
                  <a:lnTo>
                    <a:pt x="7436" y="10215"/>
                  </a:lnTo>
                  <a:lnTo>
                    <a:pt x="5928" y="11622"/>
                  </a:lnTo>
                  <a:lnTo>
                    <a:pt x="0" y="12157"/>
                  </a:lnTo>
                  <a:lnTo>
                    <a:pt x="781" y="10526"/>
                  </a:lnTo>
                  <a:lnTo>
                    <a:pt x="4004" y="8765"/>
                  </a:lnTo>
                  <a:lnTo>
                    <a:pt x="2829" y="5957"/>
                  </a:lnTo>
                  <a:lnTo>
                    <a:pt x="3028" y="2965"/>
                  </a:lnTo>
                  <a:lnTo>
                    <a:pt x="5356" y="1139"/>
                  </a:lnTo>
                  <a:lnTo>
                    <a:pt x="88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h1597"/>
            <p:cNvSpPr/>
            <p:nvPr/>
          </p:nvSpPr>
          <p:spPr>
            <a:xfrm>
              <a:off x="2803957" y="3242096"/>
              <a:ext cx="4104" cy="4762"/>
            </a:xfrm>
            <a:custGeom>
              <a:avLst/>
              <a:pathLst>
                <a:path w="4104" h="4762">
                  <a:moveTo>
                    <a:pt x="3644" y="0"/>
                  </a:moveTo>
                  <a:lnTo>
                    <a:pt x="4104" y="4387"/>
                  </a:lnTo>
                  <a:lnTo>
                    <a:pt x="2519" y="4762"/>
                  </a:lnTo>
                  <a:lnTo>
                    <a:pt x="0" y="3505"/>
                  </a:lnTo>
                  <a:lnTo>
                    <a:pt x="594" y="62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h1598"/>
            <p:cNvSpPr/>
            <p:nvPr/>
          </p:nvSpPr>
          <p:spPr>
            <a:xfrm>
              <a:off x="2760981" y="3193910"/>
              <a:ext cx="15884" cy="16826"/>
            </a:xfrm>
            <a:custGeom>
              <a:avLst/>
              <a:pathLst>
                <a:path w="15884" h="16826">
                  <a:moveTo>
                    <a:pt x="15050" y="11845"/>
                  </a:moveTo>
                  <a:lnTo>
                    <a:pt x="12861" y="14393"/>
                  </a:lnTo>
                  <a:lnTo>
                    <a:pt x="10254" y="14009"/>
                  </a:lnTo>
                  <a:lnTo>
                    <a:pt x="5255" y="14561"/>
                  </a:lnTo>
                  <a:lnTo>
                    <a:pt x="0" y="16826"/>
                  </a:lnTo>
                  <a:lnTo>
                    <a:pt x="54" y="12019"/>
                  </a:lnTo>
                  <a:lnTo>
                    <a:pt x="320" y="12550"/>
                  </a:lnTo>
                  <a:lnTo>
                    <a:pt x="7234" y="11959"/>
                  </a:lnTo>
                  <a:lnTo>
                    <a:pt x="8061" y="7299"/>
                  </a:lnTo>
                  <a:lnTo>
                    <a:pt x="12361" y="0"/>
                  </a:lnTo>
                  <a:lnTo>
                    <a:pt x="13407" y="89"/>
                  </a:lnTo>
                  <a:lnTo>
                    <a:pt x="15884" y="42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h1599"/>
            <p:cNvSpPr/>
            <p:nvPr/>
          </p:nvSpPr>
          <p:spPr>
            <a:xfrm>
              <a:off x="2977941" y="3275326"/>
              <a:ext cx="42712" cy="49696"/>
            </a:xfrm>
            <a:custGeom>
              <a:avLst/>
              <a:pathLst>
                <a:path w="42712" h="49696">
                  <a:moveTo>
                    <a:pt x="35482" y="183"/>
                  </a:moveTo>
                  <a:lnTo>
                    <a:pt x="34670" y="2965"/>
                  </a:lnTo>
                  <a:lnTo>
                    <a:pt x="35108" y="6504"/>
                  </a:lnTo>
                  <a:lnTo>
                    <a:pt x="34173" y="11809"/>
                  </a:lnTo>
                  <a:lnTo>
                    <a:pt x="31218" y="10207"/>
                  </a:lnTo>
                  <a:lnTo>
                    <a:pt x="28425" y="10922"/>
                  </a:lnTo>
                  <a:lnTo>
                    <a:pt x="27287" y="10523"/>
                  </a:lnTo>
                  <a:lnTo>
                    <a:pt x="24450" y="11968"/>
                  </a:lnTo>
                  <a:lnTo>
                    <a:pt x="23992" y="15100"/>
                  </a:lnTo>
                  <a:lnTo>
                    <a:pt x="26195" y="19360"/>
                  </a:lnTo>
                  <a:lnTo>
                    <a:pt x="31864" y="19282"/>
                  </a:lnTo>
                  <a:lnTo>
                    <a:pt x="33299" y="17976"/>
                  </a:lnTo>
                  <a:lnTo>
                    <a:pt x="37560" y="20404"/>
                  </a:lnTo>
                  <a:lnTo>
                    <a:pt x="36041" y="21340"/>
                  </a:lnTo>
                  <a:lnTo>
                    <a:pt x="34954" y="25583"/>
                  </a:lnTo>
                  <a:lnTo>
                    <a:pt x="35484" y="29822"/>
                  </a:lnTo>
                  <a:lnTo>
                    <a:pt x="36915" y="31693"/>
                  </a:lnTo>
                  <a:lnTo>
                    <a:pt x="40104" y="33862"/>
                  </a:lnTo>
                  <a:lnTo>
                    <a:pt x="40160" y="34562"/>
                  </a:lnTo>
                  <a:lnTo>
                    <a:pt x="38046" y="36969"/>
                  </a:lnTo>
                  <a:lnTo>
                    <a:pt x="30854" y="41292"/>
                  </a:lnTo>
                  <a:lnTo>
                    <a:pt x="33309" y="46857"/>
                  </a:lnTo>
                  <a:lnTo>
                    <a:pt x="41373" y="46939"/>
                  </a:lnTo>
                  <a:lnTo>
                    <a:pt x="42712" y="48429"/>
                  </a:lnTo>
                  <a:lnTo>
                    <a:pt x="30414" y="48566"/>
                  </a:lnTo>
                  <a:lnTo>
                    <a:pt x="23429" y="49696"/>
                  </a:lnTo>
                  <a:lnTo>
                    <a:pt x="22292" y="49580"/>
                  </a:lnTo>
                  <a:lnTo>
                    <a:pt x="21298" y="46758"/>
                  </a:lnTo>
                  <a:lnTo>
                    <a:pt x="8246" y="48435"/>
                  </a:lnTo>
                  <a:lnTo>
                    <a:pt x="961" y="47530"/>
                  </a:lnTo>
                  <a:lnTo>
                    <a:pt x="0" y="43963"/>
                  </a:lnTo>
                  <a:lnTo>
                    <a:pt x="377" y="39460"/>
                  </a:lnTo>
                  <a:lnTo>
                    <a:pt x="2835" y="38804"/>
                  </a:lnTo>
                  <a:lnTo>
                    <a:pt x="5396" y="35713"/>
                  </a:lnTo>
                  <a:lnTo>
                    <a:pt x="6018" y="36369"/>
                  </a:lnTo>
                  <a:lnTo>
                    <a:pt x="9144" y="36633"/>
                  </a:lnTo>
                  <a:lnTo>
                    <a:pt x="16504" y="35322"/>
                  </a:lnTo>
                  <a:lnTo>
                    <a:pt x="17651" y="34236"/>
                  </a:lnTo>
                  <a:lnTo>
                    <a:pt x="18358" y="30921"/>
                  </a:lnTo>
                  <a:lnTo>
                    <a:pt x="14217" y="29749"/>
                  </a:lnTo>
                  <a:lnTo>
                    <a:pt x="12981" y="26788"/>
                  </a:lnTo>
                  <a:lnTo>
                    <a:pt x="10984" y="24982"/>
                  </a:lnTo>
                  <a:lnTo>
                    <a:pt x="6269" y="27115"/>
                  </a:lnTo>
                  <a:lnTo>
                    <a:pt x="6326" y="31268"/>
                  </a:lnTo>
                  <a:lnTo>
                    <a:pt x="3441" y="31456"/>
                  </a:lnTo>
                  <a:lnTo>
                    <a:pt x="1857" y="27486"/>
                  </a:lnTo>
                  <a:lnTo>
                    <a:pt x="8691" y="23519"/>
                  </a:lnTo>
                  <a:lnTo>
                    <a:pt x="8363" y="20613"/>
                  </a:lnTo>
                  <a:lnTo>
                    <a:pt x="10346" y="18567"/>
                  </a:lnTo>
                  <a:lnTo>
                    <a:pt x="14272" y="17755"/>
                  </a:lnTo>
                  <a:lnTo>
                    <a:pt x="16424" y="13157"/>
                  </a:lnTo>
                  <a:lnTo>
                    <a:pt x="15449" y="12210"/>
                  </a:lnTo>
                  <a:lnTo>
                    <a:pt x="15479" y="7586"/>
                  </a:lnTo>
                  <a:lnTo>
                    <a:pt x="17810" y="5023"/>
                  </a:lnTo>
                  <a:lnTo>
                    <a:pt x="21739" y="3786"/>
                  </a:lnTo>
                  <a:lnTo>
                    <a:pt x="26692" y="5339"/>
                  </a:lnTo>
                  <a:lnTo>
                    <a:pt x="26472" y="1402"/>
                  </a:lnTo>
                  <a:lnTo>
                    <a:pt x="3128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h1600"/>
            <p:cNvSpPr/>
            <p:nvPr/>
          </p:nvSpPr>
          <p:spPr>
            <a:xfrm>
              <a:off x="2776143" y="3258075"/>
              <a:ext cx="11338" cy="7659"/>
            </a:xfrm>
            <a:custGeom>
              <a:avLst/>
              <a:pathLst>
                <a:path w="11338" h="7659">
                  <a:moveTo>
                    <a:pt x="6215" y="657"/>
                  </a:moveTo>
                  <a:lnTo>
                    <a:pt x="10798" y="1864"/>
                  </a:lnTo>
                  <a:lnTo>
                    <a:pt x="11294" y="3614"/>
                  </a:lnTo>
                  <a:lnTo>
                    <a:pt x="11338" y="3816"/>
                  </a:lnTo>
                  <a:lnTo>
                    <a:pt x="9956" y="5469"/>
                  </a:lnTo>
                  <a:lnTo>
                    <a:pt x="6431" y="5966"/>
                  </a:lnTo>
                  <a:lnTo>
                    <a:pt x="3082" y="4344"/>
                  </a:lnTo>
                  <a:lnTo>
                    <a:pt x="1410" y="5385"/>
                  </a:lnTo>
                  <a:lnTo>
                    <a:pt x="3839" y="7428"/>
                  </a:lnTo>
                  <a:lnTo>
                    <a:pt x="3245" y="7659"/>
                  </a:lnTo>
                  <a:lnTo>
                    <a:pt x="1365" y="7429"/>
                  </a:lnTo>
                  <a:lnTo>
                    <a:pt x="277" y="5920"/>
                  </a:lnTo>
                  <a:lnTo>
                    <a:pt x="0" y="0"/>
                  </a:lnTo>
                  <a:lnTo>
                    <a:pt x="3936" y="180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h1601"/>
            <p:cNvSpPr/>
            <p:nvPr/>
          </p:nvSpPr>
          <p:spPr>
            <a:xfrm>
              <a:off x="2811643" y="3308701"/>
              <a:ext cx="4408" cy="10519"/>
            </a:xfrm>
            <a:custGeom>
              <a:avLst/>
              <a:pathLst>
                <a:path w="4408" h="10519">
                  <a:moveTo>
                    <a:pt x="2821" y="5885"/>
                  </a:moveTo>
                  <a:lnTo>
                    <a:pt x="4408" y="6598"/>
                  </a:lnTo>
                  <a:lnTo>
                    <a:pt x="2375" y="10519"/>
                  </a:lnTo>
                  <a:lnTo>
                    <a:pt x="1743" y="7195"/>
                  </a:lnTo>
                  <a:lnTo>
                    <a:pt x="0" y="5939"/>
                  </a:lnTo>
                  <a:lnTo>
                    <a:pt x="127" y="4133"/>
                  </a:lnTo>
                  <a:lnTo>
                    <a:pt x="195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h1602"/>
            <p:cNvSpPr/>
            <p:nvPr/>
          </p:nvSpPr>
          <p:spPr>
            <a:xfrm>
              <a:off x="2799242" y="3169767"/>
              <a:ext cx="25698" cy="13496"/>
            </a:xfrm>
            <a:custGeom>
              <a:avLst/>
              <a:pathLst>
                <a:path w="25698" h="13496">
                  <a:moveTo>
                    <a:pt x="25698" y="3070"/>
                  </a:moveTo>
                  <a:lnTo>
                    <a:pt x="21482" y="6310"/>
                  </a:lnTo>
                  <a:lnTo>
                    <a:pt x="19299" y="6786"/>
                  </a:lnTo>
                  <a:lnTo>
                    <a:pt x="15706" y="10419"/>
                  </a:lnTo>
                  <a:lnTo>
                    <a:pt x="4700" y="13496"/>
                  </a:lnTo>
                  <a:lnTo>
                    <a:pt x="0" y="2388"/>
                  </a:lnTo>
                  <a:lnTo>
                    <a:pt x="3909" y="732"/>
                  </a:lnTo>
                  <a:lnTo>
                    <a:pt x="4246" y="2304"/>
                  </a:lnTo>
                  <a:lnTo>
                    <a:pt x="5450" y="3053"/>
                  </a:lnTo>
                  <a:lnTo>
                    <a:pt x="8397" y="2994"/>
                  </a:lnTo>
                  <a:lnTo>
                    <a:pt x="15179" y="1622"/>
                  </a:lnTo>
                  <a:lnTo>
                    <a:pt x="19924" y="2476"/>
                  </a:lnTo>
                  <a:lnTo>
                    <a:pt x="23304" y="2079"/>
                  </a:lnTo>
                  <a:lnTo>
                    <a:pt x="2561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h1603"/>
            <p:cNvSpPr/>
            <p:nvPr/>
          </p:nvSpPr>
          <p:spPr>
            <a:xfrm>
              <a:off x="2697368" y="3232997"/>
              <a:ext cx="12350" cy="16585"/>
            </a:xfrm>
            <a:custGeom>
              <a:avLst/>
              <a:pathLst>
                <a:path w="12350" h="16585">
                  <a:moveTo>
                    <a:pt x="7462" y="207"/>
                  </a:moveTo>
                  <a:lnTo>
                    <a:pt x="8278" y="4199"/>
                  </a:lnTo>
                  <a:lnTo>
                    <a:pt x="9514" y="5833"/>
                  </a:lnTo>
                  <a:lnTo>
                    <a:pt x="12350" y="6173"/>
                  </a:lnTo>
                  <a:lnTo>
                    <a:pt x="12217" y="11883"/>
                  </a:lnTo>
                  <a:lnTo>
                    <a:pt x="11650" y="14846"/>
                  </a:lnTo>
                  <a:lnTo>
                    <a:pt x="10676" y="16130"/>
                  </a:lnTo>
                  <a:lnTo>
                    <a:pt x="7592" y="16585"/>
                  </a:lnTo>
                  <a:lnTo>
                    <a:pt x="5338" y="12389"/>
                  </a:lnTo>
                  <a:lnTo>
                    <a:pt x="2136" y="11333"/>
                  </a:lnTo>
                  <a:lnTo>
                    <a:pt x="1233" y="11813"/>
                  </a:lnTo>
                  <a:lnTo>
                    <a:pt x="0" y="7248"/>
                  </a:lnTo>
                  <a:lnTo>
                    <a:pt x="1471" y="1232"/>
                  </a:lnTo>
                  <a:lnTo>
                    <a:pt x="2403" y="1054"/>
                  </a:lnTo>
                  <a:lnTo>
                    <a:pt x="551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h1604"/>
            <p:cNvSpPr/>
            <p:nvPr/>
          </p:nvSpPr>
          <p:spPr>
            <a:xfrm>
              <a:off x="2734984" y="3170461"/>
              <a:ext cx="16108" cy="14057"/>
            </a:xfrm>
            <a:custGeom>
              <a:avLst/>
              <a:pathLst>
                <a:path w="16108" h="14057">
                  <a:moveTo>
                    <a:pt x="15883" y="0"/>
                  </a:moveTo>
                  <a:lnTo>
                    <a:pt x="16108" y="6220"/>
                  </a:lnTo>
                  <a:lnTo>
                    <a:pt x="9956" y="12505"/>
                  </a:lnTo>
                  <a:lnTo>
                    <a:pt x="6193" y="14057"/>
                  </a:lnTo>
                  <a:lnTo>
                    <a:pt x="2113" y="13124"/>
                  </a:lnTo>
                  <a:lnTo>
                    <a:pt x="931" y="11732"/>
                  </a:lnTo>
                  <a:lnTo>
                    <a:pt x="0" y="9974"/>
                  </a:lnTo>
                  <a:lnTo>
                    <a:pt x="1420" y="6109"/>
                  </a:lnTo>
                  <a:lnTo>
                    <a:pt x="3697" y="4740"/>
                  </a:lnTo>
                  <a:lnTo>
                    <a:pt x="5507" y="4544"/>
                  </a:lnTo>
                  <a:lnTo>
                    <a:pt x="8349" y="7711"/>
                  </a:lnTo>
                  <a:lnTo>
                    <a:pt x="10802" y="7613"/>
                  </a:lnTo>
                  <a:lnTo>
                    <a:pt x="12798" y="64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h1605"/>
            <p:cNvSpPr/>
            <p:nvPr/>
          </p:nvSpPr>
          <p:spPr>
            <a:xfrm>
              <a:off x="2843586" y="3217830"/>
              <a:ext cx="10215" cy="7687"/>
            </a:xfrm>
            <a:custGeom>
              <a:avLst/>
              <a:pathLst>
                <a:path w="10215" h="7687">
                  <a:moveTo>
                    <a:pt x="6064" y="2780"/>
                  </a:moveTo>
                  <a:lnTo>
                    <a:pt x="10177" y="3122"/>
                  </a:lnTo>
                  <a:lnTo>
                    <a:pt x="10215" y="4047"/>
                  </a:lnTo>
                  <a:lnTo>
                    <a:pt x="7184" y="5212"/>
                  </a:lnTo>
                  <a:lnTo>
                    <a:pt x="6774" y="6497"/>
                  </a:lnTo>
                  <a:lnTo>
                    <a:pt x="5704" y="7005"/>
                  </a:lnTo>
                  <a:lnTo>
                    <a:pt x="524" y="7687"/>
                  </a:lnTo>
                  <a:lnTo>
                    <a:pt x="0" y="3349"/>
                  </a:lnTo>
                  <a:lnTo>
                    <a:pt x="1009" y="3124"/>
                  </a:lnTo>
                  <a:lnTo>
                    <a:pt x="1069" y="564"/>
                  </a:lnTo>
                  <a:lnTo>
                    <a:pt x="299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h1606"/>
            <p:cNvSpPr/>
            <p:nvPr/>
          </p:nvSpPr>
          <p:spPr>
            <a:xfrm>
              <a:off x="2626646" y="3274966"/>
              <a:ext cx="14857" cy="15518"/>
            </a:xfrm>
            <a:custGeom>
              <a:avLst/>
              <a:pathLst>
                <a:path w="14857" h="15518">
                  <a:moveTo>
                    <a:pt x="9553" y="344"/>
                  </a:moveTo>
                  <a:lnTo>
                    <a:pt x="14251" y="5245"/>
                  </a:lnTo>
                  <a:lnTo>
                    <a:pt x="14857" y="8994"/>
                  </a:lnTo>
                  <a:lnTo>
                    <a:pt x="12364" y="13473"/>
                  </a:lnTo>
                  <a:lnTo>
                    <a:pt x="10091" y="15518"/>
                  </a:lnTo>
                  <a:lnTo>
                    <a:pt x="3087" y="12085"/>
                  </a:lnTo>
                  <a:lnTo>
                    <a:pt x="1103" y="12371"/>
                  </a:lnTo>
                  <a:lnTo>
                    <a:pt x="317" y="10849"/>
                  </a:lnTo>
                  <a:lnTo>
                    <a:pt x="0" y="8484"/>
                  </a:lnTo>
                  <a:lnTo>
                    <a:pt x="2405" y="7771"/>
                  </a:lnTo>
                  <a:lnTo>
                    <a:pt x="4808" y="256"/>
                  </a:lnTo>
                  <a:lnTo>
                    <a:pt x="6547" y="1554"/>
                  </a:lnTo>
                  <a:lnTo>
                    <a:pt x="815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h1607"/>
            <p:cNvSpPr/>
            <p:nvPr/>
          </p:nvSpPr>
          <p:spPr>
            <a:xfrm>
              <a:off x="2971686" y="3319290"/>
              <a:ext cx="7215" cy="5810"/>
            </a:xfrm>
            <a:custGeom>
              <a:avLst/>
              <a:pathLst>
                <a:path w="7215" h="5810">
                  <a:moveTo>
                    <a:pt x="6254" y="0"/>
                  </a:moveTo>
                  <a:lnTo>
                    <a:pt x="7215" y="3566"/>
                  </a:lnTo>
                  <a:lnTo>
                    <a:pt x="4688" y="5447"/>
                  </a:lnTo>
                  <a:lnTo>
                    <a:pt x="94" y="5810"/>
                  </a:lnTo>
                  <a:lnTo>
                    <a:pt x="0" y="4391"/>
                  </a:lnTo>
                  <a:lnTo>
                    <a:pt x="1978" y="3190"/>
                  </a:lnTo>
                  <a:lnTo>
                    <a:pt x="1523" y="2038"/>
                  </a:lnTo>
                  <a:lnTo>
                    <a:pt x="711" y="40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h1608"/>
            <p:cNvSpPr/>
            <p:nvPr/>
          </p:nvSpPr>
          <p:spPr>
            <a:xfrm>
              <a:off x="2787322" y="3268246"/>
              <a:ext cx="4774" cy="3414"/>
            </a:xfrm>
            <a:custGeom>
              <a:avLst/>
              <a:pathLst>
                <a:path w="4774" h="3414">
                  <a:moveTo>
                    <a:pt x="3668" y="1085"/>
                  </a:moveTo>
                  <a:lnTo>
                    <a:pt x="4774" y="2160"/>
                  </a:lnTo>
                  <a:lnTo>
                    <a:pt x="3069" y="3259"/>
                  </a:lnTo>
                  <a:lnTo>
                    <a:pt x="379" y="3414"/>
                  </a:lnTo>
                  <a:lnTo>
                    <a:pt x="1351" y="2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h1609"/>
            <p:cNvSpPr/>
            <p:nvPr/>
          </p:nvSpPr>
          <p:spPr>
            <a:xfrm>
              <a:off x="2746073" y="3154054"/>
              <a:ext cx="12529" cy="9587"/>
            </a:xfrm>
            <a:custGeom>
              <a:avLst/>
              <a:pathLst>
                <a:path w="12529" h="9587">
                  <a:moveTo>
                    <a:pt x="12529" y="0"/>
                  </a:moveTo>
                  <a:lnTo>
                    <a:pt x="11151" y="594"/>
                  </a:lnTo>
                  <a:lnTo>
                    <a:pt x="7826" y="8848"/>
                  </a:lnTo>
                  <a:lnTo>
                    <a:pt x="4419" y="9587"/>
                  </a:lnTo>
                  <a:lnTo>
                    <a:pt x="0" y="4762"/>
                  </a:lnTo>
                  <a:lnTo>
                    <a:pt x="4260" y="1375"/>
                  </a:lnTo>
                  <a:lnTo>
                    <a:pt x="7407" y="28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h1610"/>
            <p:cNvSpPr/>
            <p:nvPr/>
          </p:nvSpPr>
          <p:spPr>
            <a:xfrm>
              <a:off x="2639898" y="3295942"/>
              <a:ext cx="14811" cy="10832"/>
            </a:xfrm>
            <a:custGeom>
              <a:avLst/>
              <a:pathLst>
                <a:path w="14811" h="10832">
                  <a:moveTo>
                    <a:pt x="11032" y="0"/>
                  </a:moveTo>
                  <a:lnTo>
                    <a:pt x="13831" y="1945"/>
                  </a:lnTo>
                  <a:lnTo>
                    <a:pt x="14811" y="5351"/>
                  </a:lnTo>
                  <a:lnTo>
                    <a:pt x="8704" y="10171"/>
                  </a:lnTo>
                  <a:lnTo>
                    <a:pt x="5808" y="10832"/>
                  </a:lnTo>
                  <a:lnTo>
                    <a:pt x="0" y="6327"/>
                  </a:lnTo>
                  <a:lnTo>
                    <a:pt x="2135" y="5827"/>
                  </a:lnTo>
                  <a:lnTo>
                    <a:pt x="7607" y="751"/>
                  </a:lnTo>
                  <a:lnTo>
                    <a:pt x="7282" y="1519"/>
                  </a:lnTo>
                  <a:lnTo>
                    <a:pt x="8398" y="209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h1611"/>
            <p:cNvSpPr/>
            <p:nvPr/>
          </p:nvSpPr>
          <p:spPr>
            <a:xfrm>
              <a:off x="2840699" y="3217538"/>
              <a:ext cx="2892" cy="861"/>
            </a:xfrm>
            <a:custGeom>
              <a:avLst/>
              <a:pathLst>
                <a:path w="2892" h="861">
                  <a:moveTo>
                    <a:pt x="2892" y="820"/>
                  </a:moveTo>
                  <a:lnTo>
                    <a:pt x="215" y="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h1612"/>
            <p:cNvSpPr/>
            <p:nvPr/>
          </p:nvSpPr>
          <p:spPr>
            <a:xfrm>
              <a:off x="2967177" y="3291423"/>
              <a:ext cx="10900" cy="9330"/>
            </a:xfrm>
            <a:custGeom>
              <a:avLst/>
              <a:pathLst>
                <a:path w="10900" h="9330">
                  <a:moveTo>
                    <a:pt x="8945" y="1611"/>
                  </a:moveTo>
                  <a:lnTo>
                    <a:pt x="10900" y="3550"/>
                  </a:lnTo>
                  <a:lnTo>
                    <a:pt x="10026" y="3592"/>
                  </a:lnTo>
                  <a:lnTo>
                    <a:pt x="10183" y="6812"/>
                  </a:lnTo>
                  <a:lnTo>
                    <a:pt x="9589" y="5566"/>
                  </a:lnTo>
                  <a:lnTo>
                    <a:pt x="7690" y="4965"/>
                  </a:lnTo>
                  <a:lnTo>
                    <a:pt x="920" y="9330"/>
                  </a:lnTo>
                  <a:lnTo>
                    <a:pt x="807" y="9051"/>
                  </a:lnTo>
                  <a:lnTo>
                    <a:pt x="0" y="4816"/>
                  </a:lnTo>
                  <a:lnTo>
                    <a:pt x="3457" y="40"/>
                  </a:lnTo>
                  <a:lnTo>
                    <a:pt x="489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h1613"/>
            <p:cNvSpPr/>
            <p:nvPr/>
          </p:nvSpPr>
          <p:spPr>
            <a:xfrm>
              <a:off x="2680469" y="3138553"/>
              <a:ext cx="16224" cy="14066"/>
            </a:xfrm>
            <a:custGeom>
              <a:avLst/>
              <a:pathLst>
                <a:path w="16224" h="14066">
                  <a:moveTo>
                    <a:pt x="9893" y="760"/>
                  </a:moveTo>
                  <a:lnTo>
                    <a:pt x="16224" y="4599"/>
                  </a:lnTo>
                  <a:lnTo>
                    <a:pt x="15970" y="8678"/>
                  </a:lnTo>
                  <a:lnTo>
                    <a:pt x="14786" y="9845"/>
                  </a:lnTo>
                  <a:lnTo>
                    <a:pt x="11104" y="10752"/>
                  </a:lnTo>
                  <a:lnTo>
                    <a:pt x="9583" y="9781"/>
                  </a:lnTo>
                  <a:lnTo>
                    <a:pt x="8761" y="11656"/>
                  </a:lnTo>
                  <a:lnTo>
                    <a:pt x="4332" y="14066"/>
                  </a:lnTo>
                  <a:lnTo>
                    <a:pt x="666" y="12522"/>
                  </a:lnTo>
                  <a:lnTo>
                    <a:pt x="0" y="10475"/>
                  </a:lnTo>
                  <a:lnTo>
                    <a:pt x="1803" y="8805"/>
                  </a:lnTo>
                  <a:lnTo>
                    <a:pt x="3450" y="5819"/>
                  </a:lnTo>
                  <a:lnTo>
                    <a:pt x="7347" y="472"/>
                  </a:lnTo>
                  <a:lnTo>
                    <a:pt x="820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h1614"/>
            <p:cNvSpPr/>
            <p:nvPr/>
          </p:nvSpPr>
          <p:spPr>
            <a:xfrm>
              <a:off x="2711466" y="3184612"/>
              <a:ext cx="7435" cy="6564"/>
            </a:xfrm>
            <a:custGeom>
              <a:avLst/>
              <a:pathLst>
                <a:path w="7435" h="6564">
                  <a:moveTo>
                    <a:pt x="5558" y="0"/>
                  </a:moveTo>
                  <a:lnTo>
                    <a:pt x="7289" y="4045"/>
                  </a:lnTo>
                  <a:lnTo>
                    <a:pt x="7435" y="5563"/>
                  </a:lnTo>
                  <a:lnTo>
                    <a:pt x="6811" y="6564"/>
                  </a:lnTo>
                  <a:lnTo>
                    <a:pt x="3023" y="6520"/>
                  </a:lnTo>
                  <a:lnTo>
                    <a:pt x="434" y="2474"/>
                  </a:lnTo>
                  <a:lnTo>
                    <a:pt x="0" y="69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h1615"/>
            <p:cNvSpPr/>
            <p:nvPr/>
          </p:nvSpPr>
          <p:spPr>
            <a:xfrm>
              <a:off x="2876953" y="3336380"/>
              <a:ext cx="54394" cy="42137"/>
            </a:xfrm>
            <a:custGeom>
              <a:avLst/>
              <a:pathLst>
                <a:path w="54394" h="42137">
                  <a:moveTo>
                    <a:pt x="49663" y="3779"/>
                  </a:moveTo>
                  <a:lnTo>
                    <a:pt x="49261" y="5618"/>
                  </a:lnTo>
                  <a:lnTo>
                    <a:pt x="54394" y="9275"/>
                  </a:lnTo>
                  <a:lnTo>
                    <a:pt x="47937" y="14195"/>
                  </a:lnTo>
                  <a:lnTo>
                    <a:pt x="39869" y="18217"/>
                  </a:lnTo>
                  <a:lnTo>
                    <a:pt x="35935" y="19011"/>
                  </a:lnTo>
                  <a:lnTo>
                    <a:pt x="34868" y="28762"/>
                  </a:lnTo>
                  <a:lnTo>
                    <a:pt x="28228" y="30633"/>
                  </a:lnTo>
                  <a:lnTo>
                    <a:pt x="24173" y="33836"/>
                  </a:lnTo>
                  <a:lnTo>
                    <a:pt x="7981" y="39054"/>
                  </a:lnTo>
                  <a:lnTo>
                    <a:pt x="1624" y="42137"/>
                  </a:lnTo>
                  <a:lnTo>
                    <a:pt x="0" y="34773"/>
                  </a:lnTo>
                  <a:lnTo>
                    <a:pt x="464" y="31245"/>
                  </a:lnTo>
                  <a:lnTo>
                    <a:pt x="5165" y="26476"/>
                  </a:lnTo>
                  <a:lnTo>
                    <a:pt x="11659" y="22550"/>
                  </a:lnTo>
                  <a:lnTo>
                    <a:pt x="15356" y="23687"/>
                  </a:lnTo>
                  <a:lnTo>
                    <a:pt x="18357" y="23400"/>
                  </a:lnTo>
                  <a:lnTo>
                    <a:pt x="21065" y="17681"/>
                  </a:lnTo>
                  <a:lnTo>
                    <a:pt x="22791" y="16879"/>
                  </a:lnTo>
                  <a:lnTo>
                    <a:pt x="25525" y="13612"/>
                  </a:lnTo>
                  <a:lnTo>
                    <a:pt x="27911" y="8175"/>
                  </a:lnTo>
                  <a:lnTo>
                    <a:pt x="31310" y="8465"/>
                  </a:lnTo>
                  <a:lnTo>
                    <a:pt x="32477" y="4403"/>
                  </a:lnTo>
                  <a:lnTo>
                    <a:pt x="35060" y="2928"/>
                  </a:lnTo>
                  <a:lnTo>
                    <a:pt x="43496" y="2620"/>
                  </a:lnTo>
                  <a:lnTo>
                    <a:pt x="45000" y="1370"/>
                  </a:lnTo>
                  <a:lnTo>
                    <a:pt x="46749" y="157"/>
                  </a:lnTo>
                  <a:lnTo>
                    <a:pt x="4844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h1616"/>
            <p:cNvSpPr/>
            <p:nvPr/>
          </p:nvSpPr>
          <p:spPr>
            <a:xfrm>
              <a:off x="2632257" y="3302270"/>
              <a:ext cx="16345" cy="11790"/>
            </a:xfrm>
            <a:custGeom>
              <a:avLst/>
              <a:pathLst>
                <a:path w="16345" h="11790">
                  <a:moveTo>
                    <a:pt x="7640" y="0"/>
                  </a:moveTo>
                  <a:lnTo>
                    <a:pt x="13449" y="4504"/>
                  </a:lnTo>
                  <a:lnTo>
                    <a:pt x="16345" y="3843"/>
                  </a:lnTo>
                  <a:lnTo>
                    <a:pt x="13725" y="7387"/>
                  </a:lnTo>
                  <a:lnTo>
                    <a:pt x="11598" y="10784"/>
                  </a:lnTo>
                  <a:lnTo>
                    <a:pt x="10687" y="11790"/>
                  </a:lnTo>
                  <a:lnTo>
                    <a:pt x="2599" y="6860"/>
                  </a:lnTo>
                  <a:lnTo>
                    <a:pt x="442" y="4614"/>
                  </a:lnTo>
                  <a:lnTo>
                    <a:pt x="0" y="238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h1617"/>
            <p:cNvSpPr/>
            <p:nvPr/>
          </p:nvSpPr>
          <p:spPr>
            <a:xfrm>
              <a:off x="2741708" y="3144693"/>
              <a:ext cx="12104" cy="13129"/>
            </a:xfrm>
            <a:custGeom>
              <a:avLst/>
              <a:pathLst>
                <a:path w="12104" h="13129">
                  <a:moveTo>
                    <a:pt x="12104" y="5036"/>
                  </a:moveTo>
                  <a:lnTo>
                    <a:pt x="9400" y="5801"/>
                  </a:lnTo>
                  <a:lnTo>
                    <a:pt x="5792" y="7960"/>
                  </a:lnTo>
                  <a:lnTo>
                    <a:pt x="1893" y="13129"/>
                  </a:lnTo>
                  <a:lnTo>
                    <a:pt x="1137" y="10453"/>
                  </a:lnTo>
                  <a:lnTo>
                    <a:pt x="0" y="3134"/>
                  </a:lnTo>
                  <a:lnTo>
                    <a:pt x="901" y="1332"/>
                  </a:lnTo>
                  <a:lnTo>
                    <a:pt x="6661" y="1481"/>
                  </a:lnTo>
                  <a:lnTo>
                    <a:pt x="9877" y="995"/>
                  </a:lnTo>
                  <a:lnTo>
                    <a:pt x="984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h1618"/>
            <p:cNvSpPr/>
            <p:nvPr/>
          </p:nvSpPr>
          <p:spPr>
            <a:xfrm>
              <a:off x="2744201" y="3316514"/>
              <a:ext cx="8598" cy="11858"/>
            </a:xfrm>
            <a:custGeom>
              <a:avLst/>
              <a:pathLst>
                <a:path w="8598" h="11858">
                  <a:moveTo>
                    <a:pt x="8598" y="5611"/>
                  </a:moveTo>
                  <a:lnTo>
                    <a:pt x="6814" y="11858"/>
                  </a:lnTo>
                  <a:lnTo>
                    <a:pt x="1797" y="9546"/>
                  </a:lnTo>
                  <a:lnTo>
                    <a:pt x="420" y="10685"/>
                  </a:lnTo>
                  <a:lnTo>
                    <a:pt x="0" y="2077"/>
                  </a:lnTo>
                  <a:lnTo>
                    <a:pt x="2524" y="1351"/>
                  </a:lnTo>
                  <a:lnTo>
                    <a:pt x="6258" y="2216"/>
                  </a:lnTo>
                  <a:lnTo>
                    <a:pt x="747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h1619"/>
            <p:cNvSpPr/>
            <p:nvPr/>
          </p:nvSpPr>
          <p:spPr>
            <a:xfrm>
              <a:off x="2959158" y="3319746"/>
              <a:ext cx="17462" cy="18260"/>
            </a:xfrm>
            <a:custGeom>
              <a:avLst/>
              <a:pathLst>
                <a:path w="17462" h="18260">
                  <a:moveTo>
                    <a:pt x="12308" y="2513"/>
                  </a:moveTo>
                  <a:lnTo>
                    <a:pt x="13880" y="2431"/>
                  </a:lnTo>
                  <a:lnTo>
                    <a:pt x="14051" y="1582"/>
                  </a:lnTo>
                  <a:lnTo>
                    <a:pt x="14506" y="2734"/>
                  </a:lnTo>
                  <a:lnTo>
                    <a:pt x="12528" y="3935"/>
                  </a:lnTo>
                  <a:lnTo>
                    <a:pt x="12622" y="5354"/>
                  </a:lnTo>
                  <a:lnTo>
                    <a:pt x="17217" y="4991"/>
                  </a:lnTo>
                  <a:lnTo>
                    <a:pt x="17462" y="8743"/>
                  </a:lnTo>
                  <a:lnTo>
                    <a:pt x="6501" y="13173"/>
                  </a:lnTo>
                  <a:lnTo>
                    <a:pt x="1506" y="17599"/>
                  </a:lnTo>
                  <a:lnTo>
                    <a:pt x="1508" y="18260"/>
                  </a:lnTo>
                  <a:lnTo>
                    <a:pt x="0" y="7441"/>
                  </a:lnTo>
                  <a:lnTo>
                    <a:pt x="1802" y="7450"/>
                  </a:lnTo>
                  <a:lnTo>
                    <a:pt x="109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h1620"/>
            <p:cNvSpPr/>
            <p:nvPr/>
          </p:nvSpPr>
          <p:spPr>
            <a:xfrm>
              <a:off x="2705803" y="3198155"/>
              <a:ext cx="12009" cy="6916"/>
            </a:xfrm>
            <a:custGeom>
              <a:avLst/>
              <a:pathLst>
                <a:path w="12009" h="6916">
                  <a:moveTo>
                    <a:pt x="12009" y="3705"/>
                  </a:moveTo>
                  <a:lnTo>
                    <a:pt x="6069" y="6916"/>
                  </a:lnTo>
                  <a:lnTo>
                    <a:pt x="2699" y="6142"/>
                  </a:lnTo>
                  <a:lnTo>
                    <a:pt x="0" y="2308"/>
                  </a:lnTo>
                  <a:lnTo>
                    <a:pt x="5657" y="301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h1621"/>
            <p:cNvSpPr/>
            <p:nvPr/>
          </p:nvSpPr>
          <p:spPr>
            <a:xfrm>
              <a:off x="2790990" y="3267519"/>
              <a:ext cx="4100" cy="3420"/>
            </a:xfrm>
            <a:custGeom>
              <a:avLst/>
              <a:pathLst>
                <a:path w="4100" h="3420">
                  <a:moveTo>
                    <a:pt x="3900" y="1797"/>
                  </a:moveTo>
                  <a:lnTo>
                    <a:pt x="4100" y="1965"/>
                  </a:lnTo>
                  <a:lnTo>
                    <a:pt x="3989" y="3420"/>
                  </a:lnTo>
                  <a:lnTo>
                    <a:pt x="1106" y="2887"/>
                  </a:lnTo>
                  <a:lnTo>
                    <a:pt x="0" y="1812"/>
                  </a:lnTo>
                  <a:lnTo>
                    <a:pt x="106" y="1382"/>
                  </a:lnTo>
                  <a:lnTo>
                    <a:pt x="1143" y="1094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h1622"/>
            <p:cNvSpPr/>
            <p:nvPr/>
          </p:nvSpPr>
          <p:spPr>
            <a:xfrm>
              <a:off x="2840070" y="3292740"/>
              <a:ext cx="14222" cy="18164"/>
            </a:xfrm>
            <a:custGeom>
              <a:avLst/>
              <a:pathLst>
                <a:path w="14222" h="18164">
                  <a:moveTo>
                    <a:pt x="5351" y="278"/>
                  </a:moveTo>
                  <a:lnTo>
                    <a:pt x="4360" y="923"/>
                  </a:lnTo>
                  <a:lnTo>
                    <a:pt x="9533" y="8353"/>
                  </a:lnTo>
                  <a:lnTo>
                    <a:pt x="14222" y="13096"/>
                  </a:lnTo>
                  <a:lnTo>
                    <a:pt x="13032" y="17437"/>
                  </a:lnTo>
                  <a:lnTo>
                    <a:pt x="6713" y="18164"/>
                  </a:lnTo>
                  <a:lnTo>
                    <a:pt x="1863" y="17292"/>
                  </a:lnTo>
                  <a:lnTo>
                    <a:pt x="2059" y="16121"/>
                  </a:lnTo>
                  <a:lnTo>
                    <a:pt x="0" y="12868"/>
                  </a:lnTo>
                  <a:lnTo>
                    <a:pt x="225" y="10662"/>
                  </a:lnTo>
                  <a:lnTo>
                    <a:pt x="2159" y="11581"/>
                  </a:lnTo>
                  <a:lnTo>
                    <a:pt x="297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h1623"/>
            <p:cNvSpPr/>
            <p:nvPr/>
          </p:nvSpPr>
          <p:spPr>
            <a:xfrm>
              <a:off x="2908202" y="3188948"/>
              <a:ext cx="62818" cy="53211"/>
            </a:xfrm>
            <a:custGeom>
              <a:avLst/>
              <a:pathLst>
                <a:path w="62818" h="53211">
                  <a:moveTo>
                    <a:pt x="52704" y="2207"/>
                  </a:moveTo>
                  <a:lnTo>
                    <a:pt x="52738" y="3141"/>
                  </a:lnTo>
                  <a:lnTo>
                    <a:pt x="54559" y="5273"/>
                  </a:lnTo>
                  <a:lnTo>
                    <a:pt x="58526" y="4277"/>
                  </a:lnTo>
                  <a:lnTo>
                    <a:pt x="55825" y="12"/>
                  </a:lnTo>
                  <a:lnTo>
                    <a:pt x="62137" y="258"/>
                  </a:lnTo>
                  <a:lnTo>
                    <a:pt x="61653" y="5220"/>
                  </a:lnTo>
                  <a:lnTo>
                    <a:pt x="60270" y="5596"/>
                  </a:lnTo>
                  <a:lnTo>
                    <a:pt x="58302" y="5678"/>
                  </a:lnTo>
                  <a:lnTo>
                    <a:pt x="55837" y="5750"/>
                  </a:lnTo>
                  <a:lnTo>
                    <a:pt x="56277" y="7753"/>
                  </a:lnTo>
                  <a:lnTo>
                    <a:pt x="55731" y="9686"/>
                  </a:lnTo>
                  <a:lnTo>
                    <a:pt x="49644" y="9802"/>
                  </a:lnTo>
                  <a:lnTo>
                    <a:pt x="49461" y="6418"/>
                  </a:lnTo>
                  <a:lnTo>
                    <a:pt x="47427" y="6069"/>
                  </a:lnTo>
                  <a:lnTo>
                    <a:pt x="46755" y="14053"/>
                  </a:lnTo>
                  <a:lnTo>
                    <a:pt x="48322" y="14780"/>
                  </a:lnTo>
                  <a:lnTo>
                    <a:pt x="51458" y="14862"/>
                  </a:lnTo>
                  <a:lnTo>
                    <a:pt x="55423" y="12782"/>
                  </a:lnTo>
                  <a:lnTo>
                    <a:pt x="56061" y="13416"/>
                  </a:lnTo>
                  <a:lnTo>
                    <a:pt x="55403" y="19252"/>
                  </a:lnTo>
                  <a:lnTo>
                    <a:pt x="54627" y="19742"/>
                  </a:lnTo>
                  <a:lnTo>
                    <a:pt x="46317" y="20383"/>
                  </a:lnTo>
                  <a:lnTo>
                    <a:pt x="46284" y="19854"/>
                  </a:lnTo>
                  <a:lnTo>
                    <a:pt x="47711" y="19749"/>
                  </a:lnTo>
                  <a:lnTo>
                    <a:pt x="47619" y="18468"/>
                  </a:lnTo>
                  <a:lnTo>
                    <a:pt x="44035" y="18698"/>
                  </a:lnTo>
                  <a:lnTo>
                    <a:pt x="44759" y="25672"/>
                  </a:lnTo>
                  <a:lnTo>
                    <a:pt x="46639" y="25497"/>
                  </a:lnTo>
                  <a:lnTo>
                    <a:pt x="46338" y="22632"/>
                  </a:lnTo>
                  <a:lnTo>
                    <a:pt x="50144" y="22270"/>
                  </a:lnTo>
                  <a:lnTo>
                    <a:pt x="50221" y="22849"/>
                  </a:lnTo>
                  <a:lnTo>
                    <a:pt x="50671" y="25976"/>
                  </a:lnTo>
                  <a:lnTo>
                    <a:pt x="58744" y="26170"/>
                  </a:lnTo>
                  <a:lnTo>
                    <a:pt x="59464" y="24980"/>
                  </a:lnTo>
                  <a:lnTo>
                    <a:pt x="61155" y="24894"/>
                  </a:lnTo>
                  <a:lnTo>
                    <a:pt x="62636" y="25953"/>
                  </a:lnTo>
                  <a:lnTo>
                    <a:pt x="62818" y="27498"/>
                  </a:lnTo>
                  <a:lnTo>
                    <a:pt x="62776" y="28321"/>
                  </a:lnTo>
                  <a:lnTo>
                    <a:pt x="58876" y="29933"/>
                  </a:lnTo>
                  <a:lnTo>
                    <a:pt x="54439" y="30130"/>
                  </a:lnTo>
                  <a:lnTo>
                    <a:pt x="54322" y="28945"/>
                  </a:lnTo>
                  <a:lnTo>
                    <a:pt x="51943" y="28118"/>
                  </a:lnTo>
                  <a:lnTo>
                    <a:pt x="45584" y="28802"/>
                  </a:lnTo>
                  <a:lnTo>
                    <a:pt x="45313" y="32879"/>
                  </a:lnTo>
                  <a:lnTo>
                    <a:pt x="46911" y="33871"/>
                  </a:lnTo>
                  <a:lnTo>
                    <a:pt x="51684" y="33399"/>
                  </a:lnTo>
                  <a:lnTo>
                    <a:pt x="49167" y="39016"/>
                  </a:lnTo>
                  <a:lnTo>
                    <a:pt x="50864" y="42415"/>
                  </a:lnTo>
                  <a:lnTo>
                    <a:pt x="52607" y="42606"/>
                  </a:lnTo>
                  <a:lnTo>
                    <a:pt x="53451" y="43505"/>
                  </a:lnTo>
                  <a:lnTo>
                    <a:pt x="52069" y="44852"/>
                  </a:lnTo>
                  <a:lnTo>
                    <a:pt x="47192" y="44439"/>
                  </a:lnTo>
                  <a:lnTo>
                    <a:pt x="43962" y="45537"/>
                  </a:lnTo>
                  <a:lnTo>
                    <a:pt x="43658" y="48326"/>
                  </a:lnTo>
                  <a:lnTo>
                    <a:pt x="42767" y="49670"/>
                  </a:lnTo>
                  <a:lnTo>
                    <a:pt x="41012" y="52232"/>
                  </a:lnTo>
                  <a:lnTo>
                    <a:pt x="41027" y="52693"/>
                  </a:lnTo>
                  <a:lnTo>
                    <a:pt x="37788" y="53092"/>
                  </a:lnTo>
                  <a:lnTo>
                    <a:pt x="36587" y="52422"/>
                  </a:lnTo>
                  <a:lnTo>
                    <a:pt x="36046" y="50940"/>
                  </a:lnTo>
                  <a:lnTo>
                    <a:pt x="33243" y="50124"/>
                  </a:lnTo>
                  <a:lnTo>
                    <a:pt x="30329" y="51614"/>
                  </a:lnTo>
                  <a:lnTo>
                    <a:pt x="29360" y="50411"/>
                  </a:lnTo>
                  <a:lnTo>
                    <a:pt x="28608" y="53211"/>
                  </a:lnTo>
                  <a:lnTo>
                    <a:pt x="23179" y="47609"/>
                  </a:lnTo>
                  <a:lnTo>
                    <a:pt x="18976" y="50734"/>
                  </a:lnTo>
                  <a:lnTo>
                    <a:pt x="17954" y="50918"/>
                  </a:lnTo>
                  <a:lnTo>
                    <a:pt x="15094" y="47033"/>
                  </a:lnTo>
                  <a:lnTo>
                    <a:pt x="12871" y="46164"/>
                  </a:lnTo>
                  <a:lnTo>
                    <a:pt x="10276" y="47633"/>
                  </a:lnTo>
                  <a:lnTo>
                    <a:pt x="5318" y="47501"/>
                  </a:lnTo>
                  <a:lnTo>
                    <a:pt x="5330" y="49612"/>
                  </a:lnTo>
                  <a:lnTo>
                    <a:pt x="3087" y="50231"/>
                  </a:lnTo>
                  <a:lnTo>
                    <a:pt x="214" y="46281"/>
                  </a:lnTo>
                  <a:lnTo>
                    <a:pt x="0" y="42725"/>
                  </a:lnTo>
                  <a:lnTo>
                    <a:pt x="904" y="38513"/>
                  </a:lnTo>
                  <a:lnTo>
                    <a:pt x="2347" y="39335"/>
                  </a:lnTo>
                  <a:lnTo>
                    <a:pt x="2990" y="37981"/>
                  </a:lnTo>
                  <a:lnTo>
                    <a:pt x="5824" y="29570"/>
                  </a:lnTo>
                  <a:lnTo>
                    <a:pt x="6141" y="26298"/>
                  </a:lnTo>
                  <a:lnTo>
                    <a:pt x="9707" y="24983"/>
                  </a:lnTo>
                  <a:lnTo>
                    <a:pt x="9465" y="19955"/>
                  </a:lnTo>
                  <a:lnTo>
                    <a:pt x="14005" y="17823"/>
                  </a:lnTo>
                  <a:lnTo>
                    <a:pt x="14369" y="14200"/>
                  </a:lnTo>
                  <a:lnTo>
                    <a:pt x="13285" y="13789"/>
                  </a:lnTo>
                  <a:lnTo>
                    <a:pt x="12905" y="12502"/>
                  </a:lnTo>
                  <a:lnTo>
                    <a:pt x="15591" y="9555"/>
                  </a:lnTo>
                  <a:lnTo>
                    <a:pt x="16977" y="9831"/>
                  </a:lnTo>
                  <a:lnTo>
                    <a:pt x="17587" y="11858"/>
                  </a:lnTo>
                  <a:lnTo>
                    <a:pt x="16213" y="16238"/>
                  </a:lnTo>
                  <a:lnTo>
                    <a:pt x="20727" y="12846"/>
                  </a:lnTo>
                  <a:lnTo>
                    <a:pt x="33240" y="12256"/>
                  </a:lnTo>
                  <a:lnTo>
                    <a:pt x="33693" y="10543"/>
                  </a:lnTo>
                  <a:lnTo>
                    <a:pt x="31538" y="8427"/>
                  </a:lnTo>
                  <a:lnTo>
                    <a:pt x="30815" y="6363"/>
                  </a:lnTo>
                  <a:lnTo>
                    <a:pt x="30714" y="2098"/>
                  </a:lnTo>
                  <a:lnTo>
                    <a:pt x="4514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h1624"/>
            <p:cNvSpPr/>
            <p:nvPr/>
          </p:nvSpPr>
          <p:spPr>
            <a:xfrm>
              <a:off x="2675800" y="3182873"/>
              <a:ext cx="14649" cy="11820"/>
            </a:xfrm>
            <a:custGeom>
              <a:avLst/>
              <a:pathLst>
                <a:path w="14649" h="11820">
                  <a:moveTo>
                    <a:pt x="8673" y="268"/>
                  </a:moveTo>
                  <a:lnTo>
                    <a:pt x="10186" y="5113"/>
                  </a:lnTo>
                  <a:lnTo>
                    <a:pt x="11981" y="5565"/>
                  </a:lnTo>
                  <a:lnTo>
                    <a:pt x="14649" y="8605"/>
                  </a:lnTo>
                  <a:lnTo>
                    <a:pt x="10465" y="10394"/>
                  </a:lnTo>
                  <a:lnTo>
                    <a:pt x="6870" y="10703"/>
                  </a:lnTo>
                  <a:lnTo>
                    <a:pt x="5507" y="11820"/>
                  </a:lnTo>
                  <a:lnTo>
                    <a:pt x="0" y="5750"/>
                  </a:lnTo>
                  <a:lnTo>
                    <a:pt x="121" y="4308"/>
                  </a:lnTo>
                  <a:lnTo>
                    <a:pt x="688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h1625"/>
            <p:cNvSpPr/>
            <p:nvPr/>
          </p:nvSpPr>
          <p:spPr>
            <a:xfrm>
              <a:off x="2815957" y="3231995"/>
              <a:ext cx="6336" cy="7885"/>
            </a:xfrm>
            <a:custGeom>
              <a:avLst/>
              <a:pathLst>
                <a:path w="6336" h="7885">
                  <a:moveTo>
                    <a:pt x="6336" y="2693"/>
                  </a:moveTo>
                  <a:lnTo>
                    <a:pt x="5280" y="7885"/>
                  </a:lnTo>
                  <a:lnTo>
                    <a:pt x="0" y="7819"/>
                  </a:lnTo>
                  <a:lnTo>
                    <a:pt x="314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h1626"/>
            <p:cNvSpPr/>
            <p:nvPr/>
          </p:nvSpPr>
          <p:spPr>
            <a:xfrm>
              <a:off x="2841973" y="3320806"/>
              <a:ext cx="23359" cy="17348"/>
            </a:xfrm>
            <a:custGeom>
              <a:avLst/>
              <a:pathLst>
                <a:path w="23359" h="17348">
                  <a:moveTo>
                    <a:pt x="1292" y="1421"/>
                  </a:moveTo>
                  <a:lnTo>
                    <a:pt x="2717" y="1947"/>
                  </a:lnTo>
                  <a:lnTo>
                    <a:pt x="6641" y="2972"/>
                  </a:lnTo>
                  <a:lnTo>
                    <a:pt x="8848" y="2322"/>
                  </a:lnTo>
                  <a:lnTo>
                    <a:pt x="10520" y="2997"/>
                  </a:lnTo>
                  <a:lnTo>
                    <a:pt x="13440" y="4670"/>
                  </a:lnTo>
                  <a:lnTo>
                    <a:pt x="14658" y="6423"/>
                  </a:lnTo>
                  <a:lnTo>
                    <a:pt x="14674" y="8207"/>
                  </a:lnTo>
                  <a:lnTo>
                    <a:pt x="19811" y="11237"/>
                  </a:lnTo>
                  <a:lnTo>
                    <a:pt x="23359" y="15770"/>
                  </a:lnTo>
                  <a:lnTo>
                    <a:pt x="21341" y="17348"/>
                  </a:lnTo>
                  <a:lnTo>
                    <a:pt x="18069" y="17058"/>
                  </a:lnTo>
                  <a:lnTo>
                    <a:pt x="6187" y="13572"/>
                  </a:lnTo>
                  <a:lnTo>
                    <a:pt x="3949" y="10422"/>
                  </a:lnTo>
                  <a:lnTo>
                    <a:pt x="2706" y="7600"/>
                  </a:lnTo>
                  <a:lnTo>
                    <a:pt x="1073" y="6393"/>
                  </a:lnTo>
                  <a:lnTo>
                    <a:pt x="0" y="1348"/>
                  </a:lnTo>
                  <a:lnTo>
                    <a:pt x="28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h1627"/>
            <p:cNvSpPr/>
            <p:nvPr/>
          </p:nvSpPr>
          <p:spPr>
            <a:xfrm>
              <a:off x="2690345" y="3226513"/>
              <a:ext cx="7601" cy="7380"/>
            </a:xfrm>
            <a:custGeom>
              <a:avLst/>
              <a:pathLst>
                <a:path w="7601" h="7380">
                  <a:moveTo>
                    <a:pt x="7601" y="4752"/>
                  </a:moveTo>
                  <a:lnTo>
                    <a:pt x="2386" y="7380"/>
                  </a:lnTo>
                  <a:lnTo>
                    <a:pt x="0" y="2766"/>
                  </a:lnTo>
                  <a:lnTo>
                    <a:pt x="2063" y="1054"/>
                  </a:lnTo>
                  <a:lnTo>
                    <a:pt x="632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h1628"/>
            <p:cNvSpPr/>
            <p:nvPr/>
          </p:nvSpPr>
          <p:spPr>
            <a:xfrm>
              <a:off x="2761717" y="3097289"/>
              <a:ext cx="2705" cy="2894"/>
            </a:xfrm>
            <a:custGeom>
              <a:avLst/>
              <a:pathLst>
                <a:path w="2705" h="2894">
                  <a:moveTo>
                    <a:pt x="2506" y="0"/>
                  </a:moveTo>
                  <a:lnTo>
                    <a:pt x="2705" y="2868"/>
                  </a:lnTo>
                  <a:lnTo>
                    <a:pt x="0" y="2894"/>
                  </a:lnTo>
                  <a:lnTo>
                    <a:pt x="462" y="696"/>
                  </a:lnTo>
                  <a:lnTo>
                    <a:pt x="1283" y="1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h1629"/>
            <p:cNvSpPr/>
            <p:nvPr/>
          </p:nvSpPr>
          <p:spPr>
            <a:xfrm>
              <a:off x="2887337" y="3232884"/>
              <a:ext cx="9194" cy="10502"/>
            </a:xfrm>
            <a:custGeom>
              <a:avLst/>
              <a:pathLst>
                <a:path w="9194" h="10502">
                  <a:moveTo>
                    <a:pt x="8618" y="5089"/>
                  </a:moveTo>
                  <a:lnTo>
                    <a:pt x="9194" y="6871"/>
                  </a:lnTo>
                  <a:lnTo>
                    <a:pt x="5728" y="7658"/>
                  </a:lnTo>
                  <a:lnTo>
                    <a:pt x="3677" y="9582"/>
                  </a:lnTo>
                  <a:lnTo>
                    <a:pt x="1295" y="10502"/>
                  </a:lnTo>
                  <a:lnTo>
                    <a:pt x="468" y="9559"/>
                  </a:lnTo>
                  <a:lnTo>
                    <a:pt x="0" y="5809"/>
                  </a:lnTo>
                  <a:lnTo>
                    <a:pt x="712" y="3880"/>
                  </a:lnTo>
                  <a:lnTo>
                    <a:pt x="454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h1630"/>
            <p:cNvSpPr/>
            <p:nvPr/>
          </p:nvSpPr>
          <p:spPr>
            <a:xfrm>
              <a:off x="2854388" y="3248556"/>
              <a:ext cx="30319" cy="31517"/>
            </a:xfrm>
            <a:custGeom>
              <a:avLst/>
              <a:pathLst>
                <a:path w="30319" h="31517">
                  <a:moveTo>
                    <a:pt x="17255" y="1844"/>
                  </a:moveTo>
                  <a:lnTo>
                    <a:pt x="21188" y="291"/>
                  </a:lnTo>
                  <a:lnTo>
                    <a:pt x="23329" y="1964"/>
                  </a:lnTo>
                  <a:lnTo>
                    <a:pt x="22025" y="4078"/>
                  </a:lnTo>
                  <a:lnTo>
                    <a:pt x="22669" y="5839"/>
                  </a:lnTo>
                  <a:lnTo>
                    <a:pt x="30319" y="11734"/>
                  </a:lnTo>
                  <a:lnTo>
                    <a:pt x="29819" y="14727"/>
                  </a:lnTo>
                  <a:lnTo>
                    <a:pt x="30285" y="17175"/>
                  </a:lnTo>
                  <a:lnTo>
                    <a:pt x="28919" y="23575"/>
                  </a:lnTo>
                  <a:lnTo>
                    <a:pt x="25544" y="28070"/>
                  </a:lnTo>
                  <a:lnTo>
                    <a:pt x="16585" y="31517"/>
                  </a:lnTo>
                  <a:lnTo>
                    <a:pt x="13433" y="31059"/>
                  </a:lnTo>
                  <a:lnTo>
                    <a:pt x="13041" y="30968"/>
                  </a:lnTo>
                  <a:lnTo>
                    <a:pt x="11284" y="30761"/>
                  </a:lnTo>
                  <a:lnTo>
                    <a:pt x="3614" y="20224"/>
                  </a:lnTo>
                  <a:lnTo>
                    <a:pt x="3759" y="19485"/>
                  </a:lnTo>
                  <a:lnTo>
                    <a:pt x="2280" y="10714"/>
                  </a:lnTo>
                  <a:lnTo>
                    <a:pt x="0" y="5257"/>
                  </a:lnTo>
                  <a:lnTo>
                    <a:pt x="3610" y="4221"/>
                  </a:lnTo>
                  <a:lnTo>
                    <a:pt x="877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h1631"/>
            <p:cNvSpPr/>
            <p:nvPr/>
          </p:nvSpPr>
          <p:spPr>
            <a:xfrm>
              <a:off x="2787145" y="3132461"/>
              <a:ext cx="17553" cy="18752"/>
            </a:xfrm>
            <a:custGeom>
              <a:avLst/>
              <a:pathLst>
                <a:path w="17553" h="18752">
                  <a:moveTo>
                    <a:pt x="8086" y="887"/>
                  </a:moveTo>
                  <a:lnTo>
                    <a:pt x="13616" y="7349"/>
                  </a:lnTo>
                  <a:lnTo>
                    <a:pt x="15787" y="6135"/>
                  </a:lnTo>
                  <a:lnTo>
                    <a:pt x="17553" y="9900"/>
                  </a:lnTo>
                  <a:lnTo>
                    <a:pt x="17279" y="11579"/>
                  </a:lnTo>
                  <a:lnTo>
                    <a:pt x="14576" y="14551"/>
                  </a:lnTo>
                  <a:lnTo>
                    <a:pt x="13290" y="18752"/>
                  </a:lnTo>
                  <a:lnTo>
                    <a:pt x="11767" y="17953"/>
                  </a:lnTo>
                  <a:lnTo>
                    <a:pt x="10610" y="14807"/>
                  </a:lnTo>
                  <a:lnTo>
                    <a:pt x="9643" y="14177"/>
                  </a:lnTo>
                  <a:lnTo>
                    <a:pt x="7134" y="14231"/>
                  </a:lnTo>
                  <a:lnTo>
                    <a:pt x="5147" y="12457"/>
                  </a:lnTo>
                  <a:lnTo>
                    <a:pt x="2270" y="12178"/>
                  </a:lnTo>
                  <a:lnTo>
                    <a:pt x="0" y="8015"/>
                  </a:lnTo>
                  <a:lnTo>
                    <a:pt x="1035" y="6481"/>
                  </a:lnTo>
                  <a:lnTo>
                    <a:pt x="2045" y="5622"/>
                  </a:lnTo>
                  <a:lnTo>
                    <a:pt x="414" y="2970"/>
                  </a:lnTo>
                  <a:lnTo>
                    <a:pt x="299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h1632"/>
            <p:cNvSpPr/>
            <p:nvPr/>
          </p:nvSpPr>
          <p:spPr>
            <a:xfrm>
              <a:off x="2805389" y="3273479"/>
              <a:ext cx="15147" cy="13399"/>
            </a:xfrm>
            <a:custGeom>
              <a:avLst/>
              <a:pathLst>
                <a:path w="15147" h="13399">
                  <a:moveTo>
                    <a:pt x="10807" y="938"/>
                  </a:moveTo>
                  <a:lnTo>
                    <a:pt x="12878" y="3982"/>
                  </a:lnTo>
                  <a:lnTo>
                    <a:pt x="14397" y="4173"/>
                  </a:lnTo>
                  <a:lnTo>
                    <a:pt x="14929" y="5678"/>
                  </a:lnTo>
                  <a:lnTo>
                    <a:pt x="12277" y="7486"/>
                  </a:lnTo>
                  <a:lnTo>
                    <a:pt x="15147" y="11237"/>
                  </a:lnTo>
                  <a:lnTo>
                    <a:pt x="14673" y="13399"/>
                  </a:lnTo>
                  <a:lnTo>
                    <a:pt x="10180" y="11748"/>
                  </a:lnTo>
                  <a:lnTo>
                    <a:pt x="1102" y="10799"/>
                  </a:lnTo>
                  <a:lnTo>
                    <a:pt x="0" y="7334"/>
                  </a:lnTo>
                  <a:lnTo>
                    <a:pt x="815" y="6241"/>
                  </a:lnTo>
                  <a:lnTo>
                    <a:pt x="3647" y="4389"/>
                  </a:lnTo>
                  <a:lnTo>
                    <a:pt x="7159" y="5167"/>
                  </a:lnTo>
                  <a:lnTo>
                    <a:pt x="8262" y="172"/>
                  </a:lnTo>
                  <a:lnTo>
                    <a:pt x="940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h1633"/>
            <p:cNvSpPr/>
            <p:nvPr/>
          </p:nvSpPr>
          <p:spPr>
            <a:xfrm>
              <a:off x="2823238" y="3183262"/>
              <a:ext cx="8866" cy="7438"/>
            </a:xfrm>
            <a:custGeom>
              <a:avLst/>
              <a:pathLst>
                <a:path w="8866" h="7438">
                  <a:moveTo>
                    <a:pt x="8866" y="3733"/>
                  </a:moveTo>
                  <a:lnTo>
                    <a:pt x="8720" y="4709"/>
                  </a:lnTo>
                  <a:lnTo>
                    <a:pt x="3807" y="7438"/>
                  </a:lnTo>
                  <a:lnTo>
                    <a:pt x="0" y="7036"/>
                  </a:lnTo>
                  <a:lnTo>
                    <a:pt x="1371" y="5669"/>
                  </a:lnTo>
                  <a:lnTo>
                    <a:pt x="614" y="2512"/>
                  </a:lnTo>
                  <a:lnTo>
                    <a:pt x="10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h1634"/>
            <p:cNvSpPr/>
            <p:nvPr/>
          </p:nvSpPr>
          <p:spPr>
            <a:xfrm>
              <a:off x="2797924" y="3154417"/>
              <a:ext cx="30785" cy="16059"/>
            </a:xfrm>
            <a:custGeom>
              <a:avLst/>
              <a:pathLst>
                <a:path w="30785" h="16059">
                  <a:moveTo>
                    <a:pt x="30785" y="302"/>
                  </a:moveTo>
                  <a:lnTo>
                    <a:pt x="29905" y="3278"/>
                  </a:lnTo>
                  <a:lnTo>
                    <a:pt x="27500" y="3722"/>
                  </a:lnTo>
                  <a:lnTo>
                    <a:pt x="25745" y="5733"/>
                  </a:lnTo>
                  <a:lnTo>
                    <a:pt x="25236" y="6691"/>
                  </a:lnTo>
                  <a:lnTo>
                    <a:pt x="28227" y="8519"/>
                  </a:lnTo>
                  <a:lnTo>
                    <a:pt x="24251" y="12568"/>
                  </a:lnTo>
                  <a:lnTo>
                    <a:pt x="21336" y="13562"/>
                  </a:lnTo>
                  <a:lnTo>
                    <a:pt x="16825" y="13106"/>
                  </a:lnTo>
                  <a:lnTo>
                    <a:pt x="10502" y="16059"/>
                  </a:lnTo>
                  <a:lnTo>
                    <a:pt x="8060" y="15017"/>
                  </a:lnTo>
                  <a:lnTo>
                    <a:pt x="6903" y="12770"/>
                  </a:lnTo>
                  <a:lnTo>
                    <a:pt x="12844" y="9406"/>
                  </a:lnTo>
                  <a:lnTo>
                    <a:pt x="12142" y="8407"/>
                  </a:lnTo>
                  <a:lnTo>
                    <a:pt x="4144" y="8587"/>
                  </a:lnTo>
                  <a:lnTo>
                    <a:pt x="1739" y="10645"/>
                  </a:lnTo>
                  <a:lnTo>
                    <a:pt x="0" y="8545"/>
                  </a:lnTo>
                  <a:lnTo>
                    <a:pt x="6708" y="4108"/>
                  </a:lnTo>
                  <a:lnTo>
                    <a:pt x="13476" y="7284"/>
                  </a:lnTo>
                  <a:lnTo>
                    <a:pt x="16608" y="4325"/>
                  </a:lnTo>
                  <a:lnTo>
                    <a:pt x="2778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h1635"/>
            <p:cNvSpPr/>
            <p:nvPr/>
          </p:nvSpPr>
          <p:spPr>
            <a:xfrm>
              <a:off x="2681345" y="3175572"/>
              <a:ext cx="30555" cy="15599"/>
            </a:xfrm>
            <a:custGeom>
              <a:avLst/>
              <a:pathLst>
                <a:path w="30555" h="15599">
                  <a:moveTo>
                    <a:pt x="21649" y="1329"/>
                  </a:moveTo>
                  <a:lnTo>
                    <a:pt x="24265" y="4267"/>
                  </a:lnTo>
                  <a:lnTo>
                    <a:pt x="27441" y="3056"/>
                  </a:lnTo>
                  <a:lnTo>
                    <a:pt x="28670" y="3327"/>
                  </a:lnTo>
                  <a:lnTo>
                    <a:pt x="29961" y="6469"/>
                  </a:lnTo>
                  <a:lnTo>
                    <a:pt x="30120" y="9732"/>
                  </a:lnTo>
                  <a:lnTo>
                    <a:pt x="30555" y="11514"/>
                  </a:lnTo>
                  <a:lnTo>
                    <a:pt x="28879" y="11121"/>
                  </a:lnTo>
                  <a:lnTo>
                    <a:pt x="29083" y="10536"/>
                  </a:lnTo>
                  <a:lnTo>
                    <a:pt x="27147" y="9010"/>
                  </a:lnTo>
                  <a:lnTo>
                    <a:pt x="23579" y="9024"/>
                  </a:lnTo>
                  <a:lnTo>
                    <a:pt x="21670" y="9805"/>
                  </a:lnTo>
                  <a:lnTo>
                    <a:pt x="21111" y="13079"/>
                  </a:lnTo>
                  <a:lnTo>
                    <a:pt x="21544" y="15599"/>
                  </a:lnTo>
                  <a:lnTo>
                    <a:pt x="18611" y="12157"/>
                  </a:lnTo>
                  <a:lnTo>
                    <a:pt x="15096" y="13100"/>
                  </a:lnTo>
                  <a:lnTo>
                    <a:pt x="14488" y="12742"/>
                  </a:lnTo>
                  <a:lnTo>
                    <a:pt x="13550" y="9230"/>
                  </a:lnTo>
                  <a:lnTo>
                    <a:pt x="7198" y="5217"/>
                  </a:lnTo>
                  <a:lnTo>
                    <a:pt x="3127" y="7569"/>
                  </a:lnTo>
                  <a:lnTo>
                    <a:pt x="1340" y="7300"/>
                  </a:lnTo>
                  <a:lnTo>
                    <a:pt x="0" y="3365"/>
                  </a:lnTo>
                  <a:lnTo>
                    <a:pt x="1280" y="2578"/>
                  </a:lnTo>
                  <a:lnTo>
                    <a:pt x="4717" y="2629"/>
                  </a:lnTo>
                  <a:lnTo>
                    <a:pt x="7997" y="733"/>
                  </a:lnTo>
                  <a:lnTo>
                    <a:pt x="11050" y="255"/>
                  </a:lnTo>
                  <a:lnTo>
                    <a:pt x="16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h1636"/>
            <p:cNvSpPr/>
            <p:nvPr/>
          </p:nvSpPr>
          <p:spPr>
            <a:xfrm>
              <a:off x="2655325" y="3102033"/>
              <a:ext cx="33397" cy="18982"/>
            </a:xfrm>
            <a:custGeom>
              <a:avLst/>
              <a:pathLst>
                <a:path w="33397" h="18982">
                  <a:moveTo>
                    <a:pt x="23562" y="301"/>
                  </a:moveTo>
                  <a:lnTo>
                    <a:pt x="27791" y="2998"/>
                  </a:lnTo>
                  <a:lnTo>
                    <a:pt x="29921" y="6135"/>
                  </a:lnTo>
                  <a:lnTo>
                    <a:pt x="33181" y="8788"/>
                  </a:lnTo>
                  <a:lnTo>
                    <a:pt x="33397" y="10128"/>
                  </a:lnTo>
                  <a:lnTo>
                    <a:pt x="26197" y="14609"/>
                  </a:lnTo>
                  <a:lnTo>
                    <a:pt x="25947" y="16105"/>
                  </a:lnTo>
                  <a:lnTo>
                    <a:pt x="20612" y="15642"/>
                  </a:lnTo>
                  <a:lnTo>
                    <a:pt x="20118" y="18103"/>
                  </a:lnTo>
                  <a:lnTo>
                    <a:pt x="18736" y="18982"/>
                  </a:lnTo>
                  <a:lnTo>
                    <a:pt x="15131" y="17223"/>
                  </a:lnTo>
                  <a:lnTo>
                    <a:pt x="13528" y="14999"/>
                  </a:lnTo>
                  <a:lnTo>
                    <a:pt x="11092" y="13605"/>
                  </a:lnTo>
                  <a:lnTo>
                    <a:pt x="10258" y="13661"/>
                  </a:lnTo>
                  <a:lnTo>
                    <a:pt x="7306" y="17636"/>
                  </a:lnTo>
                  <a:lnTo>
                    <a:pt x="7176" y="16120"/>
                  </a:lnTo>
                  <a:lnTo>
                    <a:pt x="5736" y="18510"/>
                  </a:lnTo>
                  <a:lnTo>
                    <a:pt x="2940" y="18141"/>
                  </a:lnTo>
                  <a:lnTo>
                    <a:pt x="3122" y="16087"/>
                  </a:lnTo>
                  <a:lnTo>
                    <a:pt x="5811" y="13870"/>
                  </a:lnTo>
                  <a:lnTo>
                    <a:pt x="1330" y="12087"/>
                  </a:lnTo>
                  <a:lnTo>
                    <a:pt x="0" y="9861"/>
                  </a:lnTo>
                  <a:lnTo>
                    <a:pt x="2352" y="9236"/>
                  </a:lnTo>
                  <a:lnTo>
                    <a:pt x="3867" y="9621"/>
                  </a:lnTo>
                  <a:lnTo>
                    <a:pt x="5038" y="12070"/>
                  </a:lnTo>
                  <a:lnTo>
                    <a:pt x="6877" y="13710"/>
                  </a:lnTo>
                  <a:lnTo>
                    <a:pt x="9996" y="12960"/>
                  </a:lnTo>
                  <a:lnTo>
                    <a:pt x="10494" y="10234"/>
                  </a:lnTo>
                  <a:lnTo>
                    <a:pt x="8128" y="7058"/>
                  </a:lnTo>
                  <a:lnTo>
                    <a:pt x="9375" y="5902"/>
                  </a:lnTo>
                  <a:lnTo>
                    <a:pt x="10665" y="5867"/>
                  </a:lnTo>
                  <a:lnTo>
                    <a:pt x="11076" y="6940"/>
                  </a:lnTo>
                  <a:lnTo>
                    <a:pt x="15431" y="8405"/>
                  </a:lnTo>
                  <a:lnTo>
                    <a:pt x="20287" y="4277"/>
                  </a:lnTo>
                  <a:lnTo>
                    <a:pt x="19760" y="10426"/>
                  </a:lnTo>
                  <a:lnTo>
                    <a:pt x="20254" y="11896"/>
                  </a:lnTo>
                  <a:lnTo>
                    <a:pt x="27362" y="13207"/>
                  </a:lnTo>
                  <a:lnTo>
                    <a:pt x="28045" y="10229"/>
                  </a:lnTo>
                  <a:lnTo>
                    <a:pt x="26965" y="4950"/>
                  </a:lnTo>
                  <a:lnTo>
                    <a:pt x="26301" y="4120"/>
                  </a:lnTo>
                  <a:lnTo>
                    <a:pt x="24632" y="4795"/>
                  </a:lnTo>
                  <a:lnTo>
                    <a:pt x="21944" y="2238"/>
                  </a:lnTo>
                  <a:lnTo>
                    <a:pt x="2321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h1637"/>
            <p:cNvSpPr/>
            <p:nvPr/>
          </p:nvSpPr>
          <p:spPr>
            <a:xfrm>
              <a:off x="2697449" y="3168898"/>
              <a:ext cx="5579" cy="8004"/>
            </a:xfrm>
            <a:custGeom>
              <a:avLst/>
              <a:pathLst>
                <a:path w="5579" h="8004">
                  <a:moveTo>
                    <a:pt x="5579" y="1815"/>
                  </a:moveTo>
                  <a:lnTo>
                    <a:pt x="5545" y="8004"/>
                  </a:lnTo>
                  <a:lnTo>
                    <a:pt x="0" y="6674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h1638"/>
            <p:cNvSpPr/>
            <p:nvPr/>
          </p:nvSpPr>
          <p:spPr>
            <a:xfrm>
              <a:off x="2784283" y="3239714"/>
              <a:ext cx="2968" cy="4038"/>
            </a:xfrm>
            <a:custGeom>
              <a:avLst/>
              <a:pathLst>
                <a:path w="2968" h="4038">
                  <a:moveTo>
                    <a:pt x="1055" y="0"/>
                  </a:moveTo>
                  <a:lnTo>
                    <a:pt x="2968" y="2977"/>
                  </a:lnTo>
                  <a:lnTo>
                    <a:pt x="1208" y="4038"/>
                  </a:lnTo>
                  <a:lnTo>
                    <a:pt x="1157" y="2166"/>
                  </a:lnTo>
                  <a:lnTo>
                    <a:pt x="0" y="167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h1639"/>
            <p:cNvSpPr/>
            <p:nvPr/>
          </p:nvSpPr>
          <p:spPr>
            <a:xfrm>
              <a:off x="2797714" y="3237879"/>
              <a:ext cx="9887" cy="4843"/>
            </a:xfrm>
            <a:custGeom>
              <a:avLst/>
              <a:pathLst>
                <a:path w="9887" h="4843">
                  <a:moveTo>
                    <a:pt x="9591" y="3141"/>
                  </a:moveTo>
                  <a:lnTo>
                    <a:pt x="9887" y="4217"/>
                  </a:lnTo>
                  <a:lnTo>
                    <a:pt x="6837" y="4843"/>
                  </a:lnTo>
                  <a:lnTo>
                    <a:pt x="577" y="3709"/>
                  </a:lnTo>
                  <a:lnTo>
                    <a:pt x="0" y="2732"/>
                  </a:lnTo>
                  <a:lnTo>
                    <a:pt x="3398" y="2438"/>
                  </a:lnTo>
                  <a:lnTo>
                    <a:pt x="3454" y="3326"/>
                  </a:lnTo>
                  <a:lnTo>
                    <a:pt x="5858" y="4365"/>
                  </a:lnTo>
                  <a:lnTo>
                    <a:pt x="6465" y="26"/>
                  </a:lnTo>
                  <a:lnTo>
                    <a:pt x="698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h1640"/>
            <p:cNvSpPr/>
            <p:nvPr/>
          </p:nvSpPr>
          <p:spPr>
            <a:xfrm>
              <a:off x="2621380" y="3293836"/>
              <a:ext cx="12684" cy="13892"/>
            </a:xfrm>
            <a:custGeom>
              <a:avLst/>
              <a:pathLst>
                <a:path w="12684" h="13892">
                  <a:moveTo>
                    <a:pt x="10033" y="115"/>
                  </a:moveTo>
                  <a:lnTo>
                    <a:pt x="11260" y="3047"/>
                  </a:lnTo>
                  <a:lnTo>
                    <a:pt x="12684" y="8496"/>
                  </a:lnTo>
                  <a:lnTo>
                    <a:pt x="10877" y="10815"/>
                  </a:lnTo>
                  <a:lnTo>
                    <a:pt x="1783" y="13892"/>
                  </a:lnTo>
                  <a:lnTo>
                    <a:pt x="693" y="13274"/>
                  </a:lnTo>
                  <a:lnTo>
                    <a:pt x="0" y="9337"/>
                  </a:lnTo>
                  <a:lnTo>
                    <a:pt x="1487" y="3636"/>
                  </a:lnTo>
                  <a:lnTo>
                    <a:pt x="6433" y="3269"/>
                  </a:lnTo>
                  <a:lnTo>
                    <a:pt x="6333" y="324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h1641"/>
            <p:cNvSpPr/>
            <p:nvPr/>
          </p:nvSpPr>
          <p:spPr>
            <a:xfrm>
              <a:off x="2675921" y="3175020"/>
              <a:ext cx="6764" cy="12161"/>
            </a:xfrm>
            <a:custGeom>
              <a:avLst/>
              <a:pathLst>
                <a:path w="6764" h="12161">
                  <a:moveTo>
                    <a:pt x="5424" y="3918"/>
                  </a:moveTo>
                  <a:lnTo>
                    <a:pt x="6764" y="7852"/>
                  </a:lnTo>
                  <a:lnTo>
                    <a:pt x="0" y="12161"/>
                  </a:lnTo>
                  <a:lnTo>
                    <a:pt x="26" y="2308"/>
                  </a:lnTo>
                  <a:lnTo>
                    <a:pt x="1693" y="713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h1642"/>
            <p:cNvSpPr/>
            <p:nvPr/>
          </p:nvSpPr>
          <p:spPr>
            <a:xfrm>
              <a:off x="2820912" y="3325986"/>
              <a:ext cx="15154" cy="13125"/>
            </a:xfrm>
            <a:custGeom>
              <a:avLst/>
              <a:pathLst>
                <a:path w="15154" h="13125">
                  <a:moveTo>
                    <a:pt x="10813" y="1566"/>
                  </a:moveTo>
                  <a:lnTo>
                    <a:pt x="14741" y="5739"/>
                  </a:lnTo>
                  <a:lnTo>
                    <a:pt x="15154" y="7261"/>
                  </a:lnTo>
                  <a:lnTo>
                    <a:pt x="12755" y="9485"/>
                  </a:lnTo>
                  <a:lnTo>
                    <a:pt x="12645" y="11212"/>
                  </a:lnTo>
                  <a:lnTo>
                    <a:pt x="9722" y="12605"/>
                  </a:lnTo>
                  <a:lnTo>
                    <a:pt x="8189" y="13125"/>
                  </a:lnTo>
                  <a:lnTo>
                    <a:pt x="3438" y="10616"/>
                  </a:lnTo>
                  <a:lnTo>
                    <a:pt x="0" y="9636"/>
                  </a:lnTo>
                  <a:lnTo>
                    <a:pt x="819" y="4034"/>
                  </a:lnTo>
                  <a:lnTo>
                    <a:pt x="2227" y="2864"/>
                  </a:lnTo>
                  <a:lnTo>
                    <a:pt x="4626" y="3049"/>
                  </a:lnTo>
                  <a:lnTo>
                    <a:pt x="7288" y="1929"/>
                  </a:lnTo>
                  <a:lnTo>
                    <a:pt x="87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h1643"/>
            <p:cNvSpPr/>
            <p:nvPr/>
          </p:nvSpPr>
          <p:spPr>
            <a:xfrm>
              <a:off x="2774206" y="3218817"/>
              <a:ext cx="6115" cy="3307"/>
            </a:xfrm>
            <a:custGeom>
              <a:avLst/>
              <a:pathLst>
                <a:path w="6115" h="3307">
                  <a:moveTo>
                    <a:pt x="4194" y="0"/>
                  </a:moveTo>
                  <a:lnTo>
                    <a:pt x="6115" y="1568"/>
                  </a:lnTo>
                  <a:lnTo>
                    <a:pt x="3170" y="3307"/>
                  </a:lnTo>
                  <a:lnTo>
                    <a:pt x="0" y="2336"/>
                  </a:lnTo>
                  <a:lnTo>
                    <a:pt x="834" y="21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h1644"/>
            <p:cNvSpPr/>
            <p:nvPr/>
          </p:nvSpPr>
          <p:spPr>
            <a:xfrm>
              <a:off x="2843351" y="3334379"/>
              <a:ext cx="23799" cy="20876"/>
            </a:xfrm>
            <a:custGeom>
              <a:avLst/>
              <a:pathLst>
                <a:path w="23799" h="20876">
                  <a:moveTo>
                    <a:pt x="16692" y="3486"/>
                  </a:moveTo>
                  <a:lnTo>
                    <a:pt x="19964" y="3776"/>
                  </a:lnTo>
                  <a:lnTo>
                    <a:pt x="21982" y="2197"/>
                  </a:lnTo>
                  <a:lnTo>
                    <a:pt x="23799" y="2886"/>
                  </a:lnTo>
                  <a:lnTo>
                    <a:pt x="20833" y="5029"/>
                  </a:lnTo>
                  <a:lnTo>
                    <a:pt x="20277" y="8058"/>
                  </a:lnTo>
                  <a:lnTo>
                    <a:pt x="18689" y="10327"/>
                  </a:lnTo>
                  <a:lnTo>
                    <a:pt x="19027" y="12746"/>
                  </a:lnTo>
                  <a:lnTo>
                    <a:pt x="17964" y="16372"/>
                  </a:lnTo>
                  <a:lnTo>
                    <a:pt x="14606" y="16802"/>
                  </a:lnTo>
                  <a:lnTo>
                    <a:pt x="15160" y="17803"/>
                  </a:lnTo>
                  <a:lnTo>
                    <a:pt x="14986" y="20143"/>
                  </a:lnTo>
                  <a:lnTo>
                    <a:pt x="14143" y="20876"/>
                  </a:lnTo>
                  <a:lnTo>
                    <a:pt x="8821" y="19134"/>
                  </a:lnTo>
                  <a:lnTo>
                    <a:pt x="3322" y="16328"/>
                  </a:lnTo>
                  <a:lnTo>
                    <a:pt x="3543" y="13295"/>
                  </a:lnTo>
                  <a:lnTo>
                    <a:pt x="1479" y="12268"/>
                  </a:lnTo>
                  <a:lnTo>
                    <a:pt x="0" y="12364"/>
                  </a:lnTo>
                  <a:lnTo>
                    <a:pt x="20" y="7639"/>
                  </a:lnTo>
                  <a:lnTo>
                    <a:pt x="2105" y="2724"/>
                  </a:lnTo>
                  <a:lnTo>
                    <a:pt x="4810" y="0"/>
                  </a:lnTo>
                  <a:close/>
                  <a:moveTo>
                    <a:pt x="7244" y="10450"/>
                  </a:moveTo>
                  <a:lnTo>
                    <a:pt x="7705" y="14661"/>
                  </a:lnTo>
                  <a:lnTo>
                    <a:pt x="10302" y="16096"/>
                  </a:lnTo>
                  <a:lnTo>
                    <a:pt x="13685" y="14948"/>
                  </a:lnTo>
                  <a:lnTo>
                    <a:pt x="15619" y="9780"/>
                  </a:lnTo>
                  <a:lnTo>
                    <a:pt x="11124" y="7766"/>
                  </a:lnTo>
                  <a:lnTo>
                    <a:pt x="9900" y="4784"/>
                  </a:lnTo>
                  <a:lnTo>
                    <a:pt x="5946" y="830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h1645"/>
            <p:cNvSpPr/>
            <p:nvPr/>
          </p:nvSpPr>
          <p:spPr>
            <a:xfrm>
              <a:off x="2856333" y="3166172"/>
              <a:ext cx="18719" cy="23581"/>
            </a:xfrm>
            <a:custGeom>
              <a:avLst/>
              <a:pathLst>
                <a:path w="18719" h="23581">
                  <a:moveTo>
                    <a:pt x="7289" y="0"/>
                  </a:moveTo>
                  <a:lnTo>
                    <a:pt x="14185" y="4295"/>
                  </a:lnTo>
                  <a:lnTo>
                    <a:pt x="14421" y="7578"/>
                  </a:lnTo>
                  <a:lnTo>
                    <a:pt x="17849" y="9891"/>
                  </a:lnTo>
                  <a:lnTo>
                    <a:pt x="18719" y="14587"/>
                  </a:lnTo>
                  <a:lnTo>
                    <a:pt x="18067" y="15500"/>
                  </a:lnTo>
                  <a:lnTo>
                    <a:pt x="14707" y="16134"/>
                  </a:lnTo>
                  <a:lnTo>
                    <a:pt x="12027" y="14698"/>
                  </a:lnTo>
                  <a:lnTo>
                    <a:pt x="9807" y="16414"/>
                  </a:lnTo>
                  <a:lnTo>
                    <a:pt x="9629" y="18599"/>
                  </a:lnTo>
                  <a:lnTo>
                    <a:pt x="4931" y="23581"/>
                  </a:lnTo>
                  <a:lnTo>
                    <a:pt x="3475" y="22923"/>
                  </a:lnTo>
                  <a:lnTo>
                    <a:pt x="3069" y="21100"/>
                  </a:lnTo>
                  <a:lnTo>
                    <a:pt x="0" y="17615"/>
                  </a:lnTo>
                  <a:lnTo>
                    <a:pt x="1337" y="16964"/>
                  </a:lnTo>
                  <a:lnTo>
                    <a:pt x="2812" y="14582"/>
                  </a:lnTo>
                  <a:lnTo>
                    <a:pt x="3817" y="11045"/>
                  </a:lnTo>
                  <a:lnTo>
                    <a:pt x="3229" y="9286"/>
                  </a:lnTo>
                  <a:lnTo>
                    <a:pt x="3765" y="5997"/>
                  </a:lnTo>
                  <a:lnTo>
                    <a:pt x="5532" y="14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h1646"/>
            <p:cNvSpPr/>
            <p:nvPr/>
          </p:nvSpPr>
          <p:spPr>
            <a:xfrm>
              <a:off x="2709412" y="3308482"/>
              <a:ext cx="23725" cy="20714"/>
            </a:xfrm>
            <a:custGeom>
              <a:avLst/>
              <a:pathLst>
                <a:path w="23725" h="20714">
                  <a:moveTo>
                    <a:pt x="9437" y="2798"/>
                  </a:moveTo>
                  <a:lnTo>
                    <a:pt x="10938" y="2895"/>
                  </a:lnTo>
                  <a:lnTo>
                    <a:pt x="15441" y="6372"/>
                  </a:lnTo>
                  <a:lnTo>
                    <a:pt x="15032" y="12948"/>
                  </a:lnTo>
                  <a:lnTo>
                    <a:pt x="17353" y="14512"/>
                  </a:lnTo>
                  <a:lnTo>
                    <a:pt x="21024" y="14782"/>
                  </a:lnTo>
                  <a:lnTo>
                    <a:pt x="23514" y="13811"/>
                  </a:lnTo>
                  <a:lnTo>
                    <a:pt x="23725" y="15116"/>
                  </a:lnTo>
                  <a:lnTo>
                    <a:pt x="21874" y="18424"/>
                  </a:lnTo>
                  <a:lnTo>
                    <a:pt x="14285" y="20714"/>
                  </a:lnTo>
                  <a:lnTo>
                    <a:pt x="14027" y="19556"/>
                  </a:lnTo>
                  <a:lnTo>
                    <a:pt x="10545" y="18744"/>
                  </a:lnTo>
                  <a:lnTo>
                    <a:pt x="8187" y="15838"/>
                  </a:lnTo>
                  <a:lnTo>
                    <a:pt x="2008" y="16378"/>
                  </a:lnTo>
                  <a:lnTo>
                    <a:pt x="1528" y="16750"/>
                  </a:lnTo>
                  <a:lnTo>
                    <a:pt x="2506" y="18096"/>
                  </a:lnTo>
                  <a:lnTo>
                    <a:pt x="900" y="20147"/>
                  </a:lnTo>
                  <a:lnTo>
                    <a:pt x="809" y="19650"/>
                  </a:lnTo>
                  <a:lnTo>
                    <a:pt x="0" y="12639"/>
                  </a:lnTo>
                  <a:lnTo>
                    <a:pt x="1387" y="7767"/>
                  </a:lnTo>
                  <a:lnTo>
                    <a:pt x="5617" y="5470"/>
                  </a:lnTo>
                  <a:lnTo>
                    <a:pt x="721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h1647"/>
            <p:cNvSpPr/>
            <p:nvPr/>
          </p:nvSpPr>
          <p:spPr>
            <a:xfrm>
              <a:off x="2622945" y="3187711"/>
              <a:ext cx="17242" cy="30091"/>
            </a:xfrm>
            <a:custGeom>
              <a:avLst/>
              <a:pathLst>
                <a:path w="17242" h="30091">
                  <a:moveTo>
                    <a:pt x="13903" y="628"/>
                  </a:moveTo>
                  <a:lnTo>
                    <a:pt x="13034" y="2292"/>
                  </a:lnTo>
                  <a:lnTo>
                    <a:pt x="13278" y="4067"/>
                  </a:lnTo>
                  <a:lnTo>
                    <a:pt x="14739" y="6309"/>
                  </a:lnTo>
                  <a:lnTo>
                    <a:pt x="17242" y="7971"/>
                  </a:lnTo>
                  <a:lnTo>
                    <a:pt x="16816" y="8894"/>
                  </a:lnTo>
                  <a:lnTo>
                    <a:pt x="17115" y="14771"/>
                  </a:lnTo>
                  <a:lnTo>
                    <a:pt x="15741" y="16557"/>
                  </a:lnTo>
                  <a:lnTo>
                    <a:pt x="13779" y="17320"/>
                  </a:lnTo>
                  <a:lnTo>
                    <a:pt x="10161" y="21448"/>
                  </a:lnTo>
                  <a:lnTo>
                    <a:pt x="9666" y="25350"/>
                  </a:lnTo>
                  <a:lnTo>
                    <a:pt x="6955" y="30091"/>
                  </a:lnTo>
                  <a:lnTo>
                    <a:pt x="5594" y="29348"/>
                  </a:lnTo>
                  <a:lnTo>
                    <a:pt x="4704" y="26422"/>
                  </a:lnTo>
                  <a:lnTo>
                    <a:pt x="24" y="23023"/>
                  </a:lnTo>
                  <a:lnTo>
                    <a:pt x="0" y="16843"/>
                  </a:lnTo>
                  <a:lnTo>
                    <a:pt x="1300" y="11948"/>
                  </a:lnTo>
                  <a:lnTo>
                    <a:pt x="866" y="11236"/>
                  </a:lnTo>
                  <a:lnTo>
                    <a:pt x="2675" y="11311"/>
                  </a:lnTo>
                  <a:lnTo>
                    <a:pt x="7559" y="9455"/>
                  </a:lnTo>
                  <a:lnTo>
                    <a:pt x="10531" y="2885"/>
                  </a:lnTo>
                  <a:lnTo>
                    <a:pt x="1116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h1648"/>
            <p:cNvSpPr/>
            <p:nvPr/>
          </p:nvSpPr>
          <p:spPr>
            <a:xfrm>
              <a:off x="2797651" y="3241588"/>
              <a:ext cx="6900" cy="6926"/>
            </a:xfrm>
            <a:custGeom>
              <a:avLst/>
              <a:pathLst>
                <a:path w="6900" h="6926">
                  <a:moveTo>
                    <a:pt x="6900" y="1134"/>
                  </a:moveTo>
                  <a:lnTo>
                    <a:pt x="6306" y="4013"/>
                  </a:lnTo>
                  <a:lnTo>
                    <a:pt x="3245" y="6926"/>
                  </a:lnTo>
                  <a:lnTo>
                    <a:pt x="0" y="6192"/>
                  </a:lnTo>
                  <a:lnTo>
                    <a:pt x="184" y="78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h1649"/>
            <p:cNvSpPr/>
            <p:nvPr/>
          </p:nvSpPr>
          <p:spPr>
            <a:xfrm>
              <a:off x="2681136" y="3150210"/>
              <a:ext cx="15550" cy="18644"/>
            </a:xfrm>
            <a:custGeom>
              <a:avLst/>
              <a:pathLst>
                <a:path w="15550" h="18644">
                  <a:moveTo>
                    <a:pt x="9565" y="4932"/>
                  </a:moveTo>
                  <a:lnTo>
                    <a:pt x="11691" y="7305"/>
                  </a:lnTo>
                  <a:lnTo>
                    <a:pt x="14125" y="8248"/>
                  </a:lnTo>
                  <a:lnTo>
                    <a:pt x="14073" y="12443"/>
                  </a:lnTo>
                  <a:lnTo>
                    <a:pt x="15550" y="17005"/>
                  </a:lnTo>
                  <a:lnTo>
                    <a:pt x="9783" y="18644"/>
                  </a:lnTo>
                  <a:lnTo>
                    <a:pt x="692" y="12716"/>
                  </a:lnTo>
                  <a:lnTo>
                    <a:pt x="2362" y="8600"/>
                  </a:lnTo>
                  <a:lnTo>
                    <a:pt x="1183" y="3531"/>
                  </a:lnTo>
                  <a:lnTo>
                    <a:pt x="0" y="866"/>
                  </a:lnTo>
                  <a:lnTo>
                    <a:pt x="3666" y="2410"/>
                  </a:lnTo>
                  <a:lnTo>
                    <a:pt x="809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h1650"/>
            <p:cNvSpPr/>
            <p:nvPr/>
          </p:nvSpPr>
          <p:spPr>
            <a:xfrm>
              <a:off x="2792144" y="3232668"/>
              <a:ext cx="1347" cy="2183"/>
            </a:xfrm>
            <a:custGeom>
              <a:avLst/>
              <a:pathLst>
                <a:path w="1347" h="2183">
                  <a:moveTo>
                    <a:pt x="1347" y="2183"/>
                  </a:moveTo>
                  <a:lnTo>
                    <a:pt x="0" y="1147"/>
                  </a:lnTo>
                  <a:lnTo>
                    <a:pt x="91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h1651"/>
            <p:cNvSpPr/>
            <p:nvPr/>
          </p:nvSpPr>
          <p:spPr>
            <a:xfrm>
              <a:off x="2793836" y="3231030"/>
              <a:ext cx="2598" cy="5436"/>
            </a:xfrm>
            <a:custGeom>
              <a:avLst/>
              <a:pathLst>
                <a:path w="2598" h="5436">
                  <a:moveTo>
                    <a:pt x="2430" y="5436"/>
                  </a:moveTo>
                  <a:lnTo>
                    <a:pt x="475" y="4276"/>
                  </a:lnTo>
                  <a:lnTo>
                    <a:pt x="0" y="974"/>
                  </a:lnTo>
                  <a:lnTo>
                    <a:pt x="86" y="0"/>
                  </a:lnTo>
                  <a:lnTo>
                    <a:pt x="2598" y="71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h1652"/>
            <p:cNvSpPr/>
            <p:nvPr/>
          </p:nvSpPr>
          <p:spPr>
            <a:xfrm>
              <a:off x="2635148" y="3139496"/>
              <a:ext cx="9336" cy="8114"/>
            </a:xfrm>
            <a:custGeom>
              <a:avLst/>
              <a:pathLst>
                <a:path w="9336" h="8114">
                  <a:moveTo>
                    <a:pt x="7353" y="0"/>
                  </a:moveTo>
                  <a:lnTo>
                    <a:pt x="8950" y="1133"/>
                  </a:lnTo>
                  <a:lnTo>
                    <a:pt x="9336" y="3833"/>
                  </a:lnTo>
                  <a:lnTo>
                    <a:pt x="7881" y="6489"/>
                  </a:lnTo>
                  <a:lnTo>
                    <a:pt x="7880" y="8023"/>
                  </a:lnTo>
                  <a:lnTo>
                    <a:pt x="1558" y="8114"/>
                  </a:lnTo>
                  <a:lnTo>
                    <a:pt x="0" y="6734"/>
                  </a:lnTo>
                  <a:lnTo>
                    <a:pt x="3487" y="3856"/>
                  </a:lnTo>
                  <a:lnTo>
                    <a:pt x="3605" y="2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h1653"/>
            <p:cNvSpPr/>
            <p:nvPr/>
          </p:nvSpPr>
          <p:spPr>
            <a:xfrm>
              <a:off x="2785990" y="3314296"/>
              <a:ext cx="11050" cy="10128"/>
            </a:xfrm>
            <a:custGeom>
              <a:avLst/>
              <a:pathLst>
                <a:path w="11050" h="10128">
                  <a:moveTo>
                    <a:pt x="11050" y="5363"/>
                  </a:moveTo>
                  <a:lnTo>
                    <a:pt x="10809" y="7434"/>
                  </a:lnTo>
                  <a:lnTo>
                    <a:pt x="7520" y="10128"/>
                  </a:lnTo>
                  <a:lnTo>
                    <a:pt x="8179" y="8820"/>
                  </a:lnTo>
                  <a:lnTo>
                    <a:pt x="5568" y="8150"/>
                  </a:lnTo>
                  <a:lnTo>
                    <a:pt x="5050" y="9803"/>
                  </a:lnTo>
                  <a:lnTo>
                    <a:pt x="2202" y="4591"/>
                  </a:lnTo>
                  <a:lnTo>
                    <a:pt x="0" y="163"/>
                  </a:lnTo>
                  <a:lnTo>
                    <a:pt x="5047" y="1521"/>
                  </a:lnTo>
                  <a:lnTo>
                    <a:pt x="767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h1654"/>
            <p:cNvSpPr/>
            <p:nvPr/>
          </p:nvSpPr>
          <p:spPr>
            <a:xfrm>
              <a:off x="2763000" y="3091616"/>
              <a:ext cx="5386" cy="5683"/>
            </a:xfrm>
            <a:custGeom>
              <a:avLst/>
              <a:pathLst>
                <a:path w="5386" h="5683">
                  <a:moveTo>
                    <a:pt x="5123" y="0"/>
                  </a:moveTo>
                  <a:lnTo>
                    <a:pt x="5386" y="2210"/>
                  </a:lnTo>
                  <a:lnTo>
                    <a:pt x="1599" y="4630"/>
                  </a:lnTo>
                  <a:lnTo>
                    <a:pt x="1222" y="5672"/>
                  </a:lnTo>
                  <a:lnTo>
                    <a:pt x="0" y="5683"/>
                  </a:lnTo>
                  <a:lnTo>
                    <a:pt x="765" y="68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h1655"/>
            <p:cNvSpPr/>
            <p:nvPr/>
          </p:nvSpPr>
          <p:spPr>
            <a:xfrm>
              <a:off x="2772660" y="3116429"/>
              <a:ext cx="7187" cy="9999"/>
            </a:xfrm>
            <a:custGeom>
              <a:avLst/>
              <a:pathLst>
                <a:path w="7187" h="9999">
                  <a:moveTo>
                    <a:pt x="2522" y="0"/>
                  </a:moveTo>
                  <a:lnTo>
                    <a:pt x="5049" y="846"/>
                  </a:lnTo>
                  <a:lnTo>
                    <a:pt x="6662" y="1745"/>
                  </a:lnTo>
                  <a:lnTo>
                    <a:pt x="7187" y="7818"/>
                  </a:lnTo>
                  <a:lnTo>
                    <a:pt x="6213" y="9999"/>
                  </a:lnTo>
                  <a:lnTo>
                    <a:pt x="4024" y="9667"/>
                  </a:lnTo>
                  <a:lnTo>
                    <a:pt x="0" y="194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h1656"/>
            <p:cNvSpPr/>
            <p:nvPr/>
          </p:nvSpPr>
          <p:spPr>
            <a:xfrm>
              <a:off x="2769069" y="3265264"/>
              <a:ext cx="12954" cy="9179"/>
            </a:xfrm>
            <a:custGeom>
              <a:avLst/>
              <a:pathLst>
                <a:path w="12954" h="9179">
                  <a:moveTo>
                    <a:pt x="5297" y="2585"/>
                  </a:moveTo>
                  <a:lnTo>
                    <a:pt x="6588" y="3722"/>
                  </a:lnTo>
                  <a:lnTo>
                    <a:pt x="9650" y="4951"/>
                  </a:lnTo>
                  <a:lnTo>
                    <a:pt x="10953" y="4714"/>
                  </a:lnTo>
                  <a:lnTo>
                    <a:pt x="12954" y="5655"/>
                  </a:lnTo>
                  <a:lnTo>
                    <a:pt x="10376" y="8688"/>
                  </a:lnTo>
                  <a:lnTo>
                    <a:pt x="8156" y="9179"/>
                  </a:lnTo>
                  <a:lnTo>
                    <a:pt x="3306" y="7293"/>
                  </a:lnTo>
                  <a:lnTo>
                    <a:pt x="0" y="3034"/>
                  </a:lnTo>
                  <a:lnTo>
                    <a:pt x="414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h1657"/>
            <p:cNvSpPr/>
            <p:nvPr/>
          </p:nvSpPr>
          <p:spPr>
            <a:xfrm>
              <a:off x="2786471" y="3254929"/>
              <a:ext cx="6187" cy="6760"/>
            </a:xfrm>
            <a:custGeom>
              <a:avLst/>
              <a:pathLst>
                <a:path w="6187" h="6760">
                  <a:moveTo>
                    <a:pt x="6187" y="3131"/>
                  </a:moveTo>
                  <a:lnTo>
                    <a:pt x="5253" y="6699"/>
                  </a:lnTo>
                  <a:lnTo>
                    <a:pt x="966" y="6760"/>
                  </a:lnTo>
                  <a:lnTo>
                    <a:pt x="469" y="5010"/>
                  </a:lnTo>
                  <a:lnTo>
                    <a:pt x="0" y="1415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h1658"/>
            <p:cNvSpPr/>
            <p:nvPr/>
          </p:nvSpPr>
          <p:spPr>
            <a:xfrm>
              <a:off x="2841128" y="3310032"/>
              <a:ext cx="13171" cy="13093"/>
            </a:xfrm>
            <a:custGeom>
              <a:avLst/>
              <a:pathLst>
                <a:path w="13171" h="13093">
                  <a:moveTo>
                    <a:pt x="2252" y="2903"/>
                  </a:moveTo>
                  <a:lnTo>
                    <a:pt x="4918" y="5281"/>
                  </a:lnTo>
                  <a:lnTo>
                    <a:pt x="8897" y="6378"/>
                  </a:lnTo>
                  <a:lnTo>
                    <a:pt x="11513" y="3900"/>
                  </a:lnTo>
                  <a:lnTo>
                    <a:pt x="13171" y="8225"/>
                  </a:lnTo>
                  <a:lnTo>
                    <a:pt x="13161" y="10405"/>
                  </a:lnTo>
                  <a:lnTo>
                    <a:pt x="11210" y="13093"/>
                  </a:lnTo>
                  <a:lnTo>
                    <a:pt x="2597" y="6049"/>
                  </a:lnTo>
                  <a:lnTo>
                    <a:pt x="740" y="3717"/>
                  </a:lnTo>
                  <a:lnTo>
                    <a:pt x="0" y="3684"/>
                  </a:lnTo>
                  <a:lnTo>
                    <a:pt x="8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h1659"/>
            <p:cNvSpPr/>
            <p:nvPr/>
          </p:nvSpPr>
          <p:spPr>
            <a:xfrm>
              <a:off x="2798212" y="3319006"/>
              <a:ext cx="6524" cy="8262"/>
            </a:xfrm>
            <a:custGeom>
              <a:avLst/>
              <a:pathLst>
                <a:path w="6524" h="8262">
                  <a:moveTo>
                    <a:pt x="5602" y="0"/>
                  </a:moveTo>
                  <a:lnTo>
                    <a:pt x="6524" y="4363"/>
                  </a:lnTo>
                  <a:lnTo>
                    <a:pt x="4680" y="5541"/>
                  </a:lnTo>
                  <a:lnTo>
                    <a:pt x="3976" y="7553"/>
                  </a:lnTo>
                  <a:lnTo>
                    <a:pt x="1091" y="8262"/>
                  </a:lnTo>
                  <a:lnTo>
                    <a:pt x="0" y="6112"/>
                  </a:lnTo>
                  <a:lnTo>
                    <a:pt x="774" y="5734"/>
                  </a:lnTo>
                  <a:lnTo>
                    <a:pt x="232" y="4796"/>
                  </a:lnTo>
                  <a:lnTo>
                    <a:pt x="2182" y="2038"/>
                  </a:lnTo>
                  <a:lnTo>
                    <a:pt x="4430" y="1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h1660"/>
            <p:cNvSpPr/>
            <p:nvPr/>
          </p:nvSpPr>
          <p:spPr>
            <a:xfrm>
              <a:off x="2797139" y="3199515"/>
              <a:ext cx="15698" cy="24631"/>
            </a:xfrm>
            <a:custGeom>
              <a:avLst/>
              <a:pathLst>
                <a:path w="15698" h="24631">
                  <a:moveTo>
                    <a:pt x="13792" y="1906"/>
                  </a:moveTo>
                  <a:lnTo>
                    <a:pt x="15698" y="6365"/>
                  </a:lnTo>
                  <a:lnTo>
                    <a:pt x="15371" y="10460"/>
                  </a:lnTo>
                  <a:lnTo>
                    <a:pt x="12701" y="11538"/>
                  </a:lnTo>
                  <a:lnTo>
                    <a:pt x="15065" y="17923"/>
                  </a:lnTo>
                  <a:lnTo>
                    <a:pt x="13432" y="23229"/>
                  </a:lnTo>
                  <a:lnTo>
                    <a:pt x="7250" y="24631"/>
                  </a:lnTo>
                  <a:lnTo>
                    <a:pt x="445" y="22011"/>
                  </a:lnTo>
                  <a:lnTo>
                    <a:pt x="0" y="18682"/>
                  </a:lnTo>
                  <a:lnTo>
                    <a:pt x="570" y="16753"/>
                  </a:lnTo>
                  <a:lnTo>
                    <a:pt x="2467" y="15280"/>
                  </a:lnTo>
                  <a:lnTo>
                    <a:pt x="6272" y="968"/>
                  </a:lnTo>
                  <a:lnTo>
                    <a:pt x="1132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h1661"/>
            <p:cNvSpPr/>
            <p:nvPr/>
          </p:nvSpPr>
          <p:spPr>
            <a:xfrm>
              <a:off x="2786471" y="3250387"/>
              <a:ext cx="6955" cy="5956"/>
            </a:xfrm>
            <a:custGeom>
              <a:avLst/>
              <a:pathLst>
                <a:path w="6955" h="5956">
                  <a:moveTo>
                    <a:pt x="5629" y="1956"/>
                  </a:moveTo>
                  <a:lnTo>
                    <a:pt x="5923" y="1469"/>
                  </a:lnTo>
                  <a:lnTo>
                    <a:pt x="6955" y="1604"/>
                  </a:lnTo>
                  <a:lnTo>
                    <a:pt x="4071" y="4541"/>
                  </a:lnTo>
                  <a:lnTo>
                    <a:pt x="0" y="5956"/>
                  </a:lnTo>
                  <a:lnTo>
                    <a:pt x="430" y="3554"/>
                  </a:lnTo>
                  <a:lnTo>
                    <a:pt x="198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h1662"/>
            <p:cNvSpPr/>
            <p:nvPr/>
          </p:nvSpPr>
          <p:spPr>
            <a:xfrm>
              <a:off x="2689587" y="3196015"/>
              <a:ext cx="6887" cy="11292"/>
            </a:xfrm>
            <a:custGeom>
              <a:avLst/>
              <a:pathLst>
                <a:path w="6887" h="11292">
                  <a:moveTo>
                    <a:pt x="6206" y="1296"/>
                  </a:moveTo>
                  <a:lnTo>
                    <a:pt x="6409" y="6891"/>
                  </a:lnTo>
                  <a:lnTo>
                    <a:pt x="5766" y="6613"/>
                  </a:lnTo>
                  <a:lnTo>
                    <a:pt x="6887" y="9744"/>
                  </a:lnTo>
                  <a:lnTo>
                    <a:pt x="6363" y="11194"/>
                  </a:lnTo>
                  <a:lnTo>
                    <a:pt x="5473" y="11207"/>
                  </a:lnTo>
                  <a:lnTo>
                    <a:pt x="4770" y="11292"/>
                  </a:lnTo>
                  <a:lnTo>
                    <a:pt x="0" y="8400"/>
                  </a:lnTo>
                  <a:lnTo>
                    <a:pt x="567" y="6176"/>
                  </a:lnTo>
                  <a:lnTo>
                    <a:pt x="3933" y="3500"/>
                  </a:lnTo>
                  <a:lnTo>
                    <a:pt x="3147" y="322"/>
                  </a:lnTo>
                  <a:lnTo>
                    <a:pt x="435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h1663"/>
            <p:cNvSpPr/>
            <p:nvPr/>
          </p:nvSpPr>
          <p:spPr>
            <a:xfrm>
              <a:off x="2617341" y="3143605"/>
              <a:ext cx="8024" cy="6504"/>
            </a:xfrm>
            <a:custGeom>
              <a:avLst/>
              <a:pathLst>
                <a:path w="8024" h="6504">
                  <a:moveTo>
                    <a:pt x="8024" y="4107"/>
                  </a:moveTo>
                  <a:lnTo>
                    <a:pt x="7506" y="5700"/>
                  </a:lnTo>
                  <a:lnTo>
                    <a:pt x="6067" y="6504"/>
                  </a:lnTo>
                  <a:lnTo>
                    <a:pt x="3819" y="4088"/>
                  </a:lnTo>
                  <a:lnTo>
                    <a:pt x="811" y="4194"/>
                  </a:lnTo>
                  <a:lnTo>
                    <a:pt x="513" y="6008"/>
                  </a:lnTo>
                  <a:lnTo>
                    <a:pt x="0" y="1276"/>
                  </a:lnTo>
                  <a:lnTo>
                    <a:pt x="183" y="478"/>
                  </a:lnTo>
                  <a:lnTo>
                    <a:pt x="1991" y="1527"/>
                  </a:lnTo>
                  <a:lnTo>
                    <a:pt x="2738" y="366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h1664"/>
            <p:cNvSpPr/>
            <p:nvPr/>
          </p:nvSpPr>
          <p:spPr>
            <a:xfrm>
              <a:off x="2674059" y="3237599"/>
              <a:ext cx="11646" cy="9232"/>
            </a:xfrm>
            <a:custGeom>
              <a:avLst/>
              <a:pathLst>
                <a:path w="11646" h="9232">
                  <a:moveTo>
                    <a:pt x="10103" y="7228"/>
                  </a:moveTo>
                  <a:lnTo>
                    <a:pt x="11646" y="6511"/>
                  </a:lnTo>
                  <a:lnTo>
                    <a:pt x="11090" y="9232"/>
                  </a:lnTo>
                  <a:lnTo>
                    <a:pt x="6104" y="7103"/>
                  </a:lnTo>
                  <a:lnTo>
                    <a:pt x="2896" y="4176"/>
                  </a:lnTo>
                  <a:lnTo>
                    <a:pt x="919" y="4924"/>
                  </a:lnTo>
                  <a:lnTo>
                    <a:pt x="997" y="5473"/>
                  </a:lnTo>
                  <a:lnTo>
                    <a:pt x="0" y="3261"/>
                  </a:lnTo>
                  <a:lnTo>
                    <a:pt x="958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h1665"/>
            <p:cNvSpPr/>
            <p:nvPr/>
          </p:nvSpPr>
          <p:spPr>
            <a:xfrm>
              <a:off x="2681272" y="3112161"/>
              <a:ext cx="17772" cy="15992"/>
            </a:xfrm>
            <a:custGeom>
              <a:avLst/>
              <a:pathLst>
                <a:path w="17772" h="15992">
                  <a:moveTo>
                    <a:pt x="8810" y="5358"/>
                  </a:moveTo>
                  <a:lnTo>
                    <a:pt x="10165" y="6564"/>
                  </a:lnTo>
                  <a:lnTo>
                    <a:pt x="17772" y="7440"/>
                  </a:lnTo>
                  <a:lnTo>
                    <a:pt x="17522" y="13022"/>
                  </a:lnTo>
                  <a:lnTo>
                    <a:pt x="14077" y="14001"/>
                  </a:lnTo>
                  <a:lnTo>
                    <a:pt x="6608" y="14131"/>
                  </a:lnTo>
                  <a:lnTo>
                    <a:pt x="5523" y="15992"/>
                  </a:lnTo>
                  <a:lnTo>
                    <a:pt x="4718" y="15382"/>
                  </a:lnTo>
                  <a:lnTo>
                    <a:pt x="4438" y="8769"/>
                  </a:lnTo>
                  <a:lnTo>
                    <a:pt x="2011" y="6325"/>
                  </a:lnTo>
                  <a:lnTo>
                    <a:pt x="0" y="5976"/>
                  </a:lnTo>
                  <a:lnTo>
                    <a:pt x="250" y="4481"/>
                  </a:lnTo>
                  <a:lnTo>
                    <a:pt x="74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h1666"/>
            <p:cNvSpPr/>
            <p:nvPr/>
          </p:nvSpPr>
          <p:spPr>
            <a:xfrm>
              <a:off x="2764367" y="3100157"/>
              <a:ext cx="5208" cy="2782"/>
            </a:xfrm>
            <a:custGeom>
              <a:avLst/>
              <a:pathLst>
                <a:path w="5208" h="2782">
                  <a:moveTo>
                    <a:pt x="5208" y="1994"/>
                  </a:moveTo>
                  <a:lnTo>
                    <a:pt x="2233" y="2782"/>
                  </a:lnTo>
                  <a:lnTo>
                    <a:pt x="0" y="2724"/>
                  </a:lnTo>
                  <a:lnTo>
                    <a:pt x="5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h1667"/>
            <p:cNvSpPr/>
            <p:nvPr/>
          </p:nvSpPr>
          <p:spPr>
            <a:xfrm>
              <a:off x="2780389" y="3216714"/>
              <a:ext cx="16750" cy="7987"/>
            </a:xfrm>
            <a:custGeom>
              <a:avLst/>
              <a:pathLst>
                <a:path w="16750" h="7987">
                  <a:moveTo>
                    <a:pt x="16242" y="622"/>
                  </a:moveTo>
                  <a:lnTo>
                    <a:pt x="16750" y="1483"/>
                  </a:lnTo>
                  <a:lnTo>
                    <a:pt x="14568" y="2727"/>
                  </a:lnTo>
                  <a:lnTo>
                    <a:pt x="10345" y="3815"/>
                  </a:lnTo>
                  <a:lnTo>
                    <a:pt x="2623" y="7987"/>
                  </a:lnTo>
                  <a:lnTo>
                    <a:pt x="2879" y="6133"/>
                  </a:lnTo>
                  <a:lnTo>
                    <a:pt x="3574" y="5888"/>
                  </a:lnTo>
                  <a:lnTo>
                    <a:pt x="2955" y="3609"/>
                  </a:lnTo>
                  <a:lnTo>
                    <a:pt x="0" y="3625"/>
                  </a:lnTo>
                  <a:lnTo>
                    <a:pt x="1739" y="1361"/>
                  </a:lnTo>
                  <a:lnTo>
                    <a:pt x="2803" y="396"/>
                  </a:lnTo>
                  <a:lnTo>
                    <a:pt x="2550" y="1997"/>
                  </a:lnTo>
                  <a:lnTo>
                    <a:pt x="4195" y="3143"/>
                  </a:lnTo>
                  <a:lnTo>
                    <a:pt x="1166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h1668"/>
            <p:cNvSpPr/>
            <p:nvPr/>
          </p:nvSpPr>
          <p:spPr>
            <a:xfrm>
              <a:off x="2793054" y="3232005"/>
              <a:ext cx="1257" cy="3301"/>
            </a:xfrm>
            <a:custGeom>
              <a:avLst/>
              <a:pathLst>
                <a:path w="1257" h="3301">
                  <a:moveTo>
                    <a:pt x="1257" y="3301"/>
                  </a:moveTo>
                  <a:lnTo>
                    <a:pt x="437" y="2846"/>
                  </a:lnTo>
                  <a:lnTo>
                    <a:pt x="0" y="663"/>
                  </a:lnTo>
                  <a:lnTo>
                    <a:pt x="78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h1669"/>
            <p:cNvSpPr/>
            <p:nvPr/>
          </p:nvSpPr>
          <p:spPr>
            <a:xfrm>
              <a:off x="2613647" y="3173932"/>
              <a:ext cx="5988" cy="5908"/>
            </a:xfrm>
            <a:custGeom>
              <a:avLst/>
              <a:pathLst>
                <a:path w="5988" h="5908">
                  <a:moveTo>
                    <a:pt x="4845" y="1972"/>
                  </a:moveTo>
                  <a:lnTo>
                    <a:pt x="5988" y="815"/>
                  </a:lnTo>
                  <a:lnTo>
                    <a:pt x="4241" y="5908"/>
                  </a:lnTo>
                  <a:lnTo>
                    <a:pt x="0" y="489"/>
                  </a:lnTo>
                  <a:lnTo>
                    <a:pt x="218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h1670"/>
            <p:cNvSpPr/>
            <p:nvPr/>
          </p:nvSpPr>
          <p:spPr>
            <a:xfrm>
              <a:off x="2699581" y="3249127"/>
              <a:ext cx="12142" cy="6241"/>
            </a:xfrm>
            <a:custGeom>
              <a:avLst/>
              <a:pathLst>
                <a:path w="12142" h="6241">
                  <a:moveTo>
                    <a:pt x="5379" y="455"/>
                  </a:moveTo>
                  <a:lnTo>
                    <a:pt x="8464" y="0"/>
                  </a:lnTo>
                  <a:lnTo>
                    <a:pt x="8363" y="701"/>
                  </a:lnTo>
                  <a:lnTo>
                    <a:pt x="10886" y="1786"/>
                  </a:lnTo>
                  <a:lnTo>
                    <a:pt x="12142" y="3524"/>
                  </a:lnTo>
                  <a:lnTo>
                    <a:pt x="10971" y="5618"/>
                  </a:lnTo>
                  <a:lnTo>
                    <a:pt x="9654" y="6241"/>
                  </a:lnTo>
                  <a:lnTo>
                    <a:pt x="6089" y="5582"/>
                  </a:lnTo>
                  <a:lnTo>
                    <a:pt x="1076" y="4542"/>
                  </a:lnTo>
                  <a:lnTo>
                    <a:pt x="0" y="72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h1671"/>
            <p:cNvSpPr/>
            <p:nvPr/>
          </p:nvSpPr>
          <p:spPr>
            <a:xfrm>
              <a:off x="2687580" y="3192960"/>
              <a:ext cx="6365" cy="9232"/>
            </a:xfrm>
            <a:custGeom>
              <a:avLst/>
              <a:pathLst>
                <a:path w="6365" h="9232">
                  <a:moveTo>
                    <a:pt x="6365" y="3055"/>
                  </a:moveTo>
                  <a:lnTo>
                    <a:pt x="5154" y="3377"/>
                  </a:lnTo>
                  <a:lnTo>
                    <a:pt x="5939" y="6556"/>
                  </a:lnTo>
                  <a:lnTo>
                    <a:pt x="2574" y="9232"/>
                  </a:lnTo>
                  <a:lnTo>
                    <a:pt x="0" y="5108"/>
                  </a:lnTo>
                  <a:lnTo>
                    <a:pt x="1557" y="3756"/>
                  </a:lnTo>
                  <a:lnTo>
                    <a:pt x="3095" y="3507"/>
                  </a:lnTo>
                  <a:lnTo>
                    <a:pt x="4216" y="1655"/>
                  </a:lnTo>
                  <a:lnTo>
                    <a:pt x="4216" y="103"/>
                  </a:lnTo>
                  <a:lnTo>
                    <a:pt x="571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h1672"/>
            <p:cNvSpPr/>
            <p:nvPr/>
          </p:nvSpPr>
          <p:spPr>
            <a:xfrm>
              <a:off x="2793510" y="3310643"/>
              <a:ext cx="9757" cy="13782"/>
            </a:xfrm>
            <a:custGeom>
              <a:avLst/>
              <a:pathLst>
                <a:path w="9757" h="13782">
                  <a:moveTo>
                    <a:pt x="4432" y="2614"/>
                  </a:moveTo>
                  <a:lnTo>
                    <a:pt x="5088" y="5070"/>
                  </a:lnTo>
                  <a:lnTo>
                    <a:pt x="7225" y="3435"/>
                  </a:lnTo>
                  <a:lnTo>
                    <a:pt x="9757" y="5318"/>
                  </a:lnTo>
                  <a:lnTo>
                    <a:pt x="9132" y="8378"/>
                  </a:lnTo>
                  <a:lnTo>
                    <a:pt x="6884" y="10402"/>
                  </a:lnTo>
                  <a:lnTo>
                    <a:pt x="4934" y="13160"/>
                  </a:lnTo>
                  <a:lnTo>
                    <a:pt x="0" y="13782"/>
                  </a:lnTo>
                  <a:lnTo>
                    <a:pt x="3288" y="11087"/>
                  </a:lnTo>
                  <a:lnTo>
                    <a:pt x="3530" y="9016"/>
                  </a:lnTo>
                  <a:lnTo>
                    <a:pt x="149" y="3653"/>
                  </a:lnTo>
                  <a:lnTo>
                    <a:pt x="202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h1673"/>
            <p:cNvSpPr/>
            <p:nvPr/>
          </p:nvSpPr>
          <p:spPr>
            <a:xfrm>
              <a:off x="2689034" y="3290190"/>
              <a:ext cx="27594" cy="30932"/>
            </a:xfrm>
            <a:custGeom>
              <a:avLst/>
              <a:pathLst>
                <a:path w="27594" h="30932">
                  <a:moveTo>
                    <a:pt x="20654" y="484"/>
                  </a:moveTo>
                  <a:lnTo>
                    <a:pt x="23737" y="0"/>
                  </a:lnTo>
                  <a:lnTo>
                    <a:pt x="25904" y="2098"/>
                  </a:lnTo>
                  <a:lnTo>
                    <a:pt x="27038" y="4282"/>
                  </a:lnTo>
                  <a:lnTo>
                    <a:pt x="24252" y="7361"/>
                  </a:lnTo>
                  <a:lnTo>
                    <a:pt x="25994" y="15030"/>
                  </a:lnTo>
                  <a:lnTo>
                    <a:pt x="26587" y="16847"/>
                  </a:lnTo>
                  <a:lnTo>
                    <a:pt x="27306" y="17115"/>
                  </a:lnTo>
                  <a:lnTo>
                    <a:pt x="27594" y="18292"/>
                  </a:lnTo>
                  <a:lnTo>
                    <a:pt x="25995" y="23762"/>
                  </a:lnTo>
                  <a:lnTo>
                    <a:pt x="21765" y="26060"/>
                  </a:lnTo>
                  <a:lnTo>
                    <a:pt x="20377" y="30932"/>
                  </a:lnTo>
                  <a:lnTo>
                    <a:pt x="15985" y="28313"/>
                  </a:lnTo>
                  <a:lnTo>
                    <a:pt x="7956" y="28871"/>
                  </a:lnTo>
                  <a:lnTo>
                    <a:pt x="3533" y="26018"/>
                  </a:lnTo>
                  <a:lnTo>
                    <a:pt x="1609" y="25667"/>
                  </a:lnTo>
                  <a:lnTo>
                    <a:pt x="0" y="19738"/>
                  </a:lnTo>
                  <a:lnTo>
                    <a:pt x="8796" y="14438"/>
                  </a:lnTo>
                  <a:lnTo>
                    <a:pt x="8857" y="11536"/>
                  </a:lnTo>
                  <a:lnTo>
                    <a:pt x="4510" y="3381"/>
                  </a:lnTo>
                  <a:lnTo>
                    <a:pt x="7513" y="2097"/>
                  </a:lnTo>
                  <a:lnTo>
                    <a:pt x="16593" y="238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h1674"/>
            <p:cNvSpPr/>
            <p:nvPr/>
          </p:nvSpPr>
          <p:spPr>
            <a:xfrm>
              <a:off x="2777554" y="3262419"/>
              <a:ext cx="9633" cy="7793"/>
            </a:xfrm>
            <a:custGeom>
              <a:avLst/>
              <a:pathLst>
                <a:path w="9633" h="7793">
                  <a:moveTo>
                    <a:pt x="5020" y="1622"/>
                  </a:moveTo>
                  <a:lnTo>
                    <a:pt x="8545" y="1125"/>
                  </a:lnTo>
                  <a:lnTo>
                    <a:pt x="9633" y="1157"/>
                  </a:lnTo>
                  <a:lnTo>
                    <a:pt x="9205" y="3923"/>
                  </a:lnTo>
                  <a:lnTo>
                    <a:pt x="5111" y="7793"/>
                  </a:lnTo>
                  <a:lnTo>
                    <a:pt x="1834" y="3315"/>
                  </a:lnTo>
                  <a:lnTo>
                    <a:pt x="2428" y="3084"/>
                  </a:lnTo>
                  <a:lnTo>
                    <a:pt x="0" y="1041"/>
                  </a:lnTo>
                  <a:lnTo>
                    <a:pt x="167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h1675"/>
            <p:cNvSpPr/>
            <p:nvPr/>
          </p:nvSpPr>
          <p:spPr>
            <a:xfrm>
              <a:off x="2770813" y="3181039"/>
              <a:ext cx="14557" cy="12960"/>
            </a:xfrm>
            <a:custGeom>
              <a:avLst/>
              <a:pathLst>
                <a:path w="14557" h="12960">
                  <a:moveTo>
                    <a:pt x="8587" y="57"/>
                  </a:moveTo>
                  <a:lnTo>
                    <a:pt x="11361" y="1614"/>
                  </a:lnTo>
                  <a:lnTo>
                    <a:pt x="13658" y="1596"/>
                  </a:lnTo>
                  <a:lnTo>
                    <a:pt x="14557" y="2224"/>
                  </a:lnTo>
                  <a:lnTo>
                    <a:pt x="12672" y="12752"/>
                  </a:lnTo>
                  <a:lnTo>
                    <a:pt x="6474" y="10178"/>
                  </a:lnTo>
                  <a:lnTo>
                    <a:pt x="6171" y="11608"/>
                  </a:lnTo>
                  <a:lnTo>
                    <a:pt x="3576" y="12960"/>
                  </a:lnTo>
                  <a:lnTo>
                    <a:pt x="0" y="5439"/>
                  </a:lnTo>
                  <a:lnTo>
                    <a:pt x="2090" y="1790"/>
                  </a:lnTo>
                  <a:lnTo>
                    <a:pt x="537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h1676"/>
            <p:cNvSpPr/>
            <p:nvPr/>
          </p:nvSpPr>
          <p:spPr>
            <a:xfrm>
              <a:off x="2771169" y="3244365"/>
              <a:ext cx="8819" cy="9795"/>
            </a:xfrm>
            <a:custGeom>
              <a:avLst/>
              <a:pathLst>
                <a:path w="8819" h="9795">
                  <a:moveTo>
                    <a:pt x="6921" y="2228"/>
                  </a:moveTo>
                  <a:lnTo>
                    <a:pt x="8819" y="5025"/>
                  </a:lnTo>
                  <a:lnTo>
                    <a:pt x="4879" y="9795"/>
                  </a:lnTo>
                  <a:lnTo>
                    <a:pt x="1744" y="9019"/>
                  </a:lnTo>
                  <a:lnTo>
                    <a:pt x="725" y="7541"/>
                  </a:lnTo>
                  <a:lnTo>
                    <a:pt x="0" y="2151"/>
                  </a:lnTo>
                  <a:lnTo>
                    <a:pt x="326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h1677"/>
            <p:cNvSpPr/>
            <p:nvPr/>
          </p:nvSpPr>
          <p:spPr>
            <a:xfrm>
              <a:off x="2791805" y="3229371"/>
              <a:ext cx="2119" cy="4445"/>
            </a:xfrm>
            <a:custGeom>
              <a:avLst/>
              <a:pathLst>
                <a:path w="2119" h="4445">
                  <a:moveTo>
                    <a:pt x="2119" y="1681"/>
                  </a:moveTo>
                  <a:lnTo>
                    <a:pt x="2030" y="2634"/>
                  </a:lnTo>
                  <a:lnTo>
                    <a:pt x="1248" y="3297"/>
                  </a:lnTo>
                  <a:lnTo>
                    <a:pt x="338" y="4445"/>
                  </a:lnTo>
                  <a:lnTo>
                    <a:pt x="0" y="3744"/>
                  </a:lnTo>
                  <a:lnTo>
                    <a:pt x="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h1678"/>
            <p:cNvSpPr/>
            <p:nvPr/>
          </p:nvSpPr>
          <p:spPr>
            <a:xfrm>
              <a:off x="2793923" y="3229996"/>
              <a:ext cx="2539" cy="1751"/>
            </a:xfrm>
            <a:custGeom>
              <a:avLst/>
              <a:pathLst>
                <a:path w="2539" h="1751">
                  <a:moveTo>
                    <a:pt x="0" y="1033"/>
                  </a:moveTo>
                  <a:lnTo>
                    <a:pt x="2539" y="0"/>
                  </a:lnTo>
                  <a:lnTo>
                    <a:pt x="2511" y="175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h1679"/>
            <p:cNvSpPr/>
            <p:nvPr/>
          </p:nvSpPr>
          <p:spPr>
            <a:xfrm>
              <a:off x="2684124" y="3198068"/>
              <a:ext cx="6031" cy="6429"/>
            </a:xfrm>
            <a:custGeom>
              <a:avLst/>
              <a:pathLst>
                <a:path w="6031" h="6429">
                  <a:moveTo>
                    <a:pt x="6031" y="4123"/>
                  </a:moveTo>
                  <a:lnTo>
                    <a:pt x="5463" y="6347"/>
                  </a:lnTo>
                  <a:lnTo>
                    <a:pt x="2117" y="6429"/>
                  </a:lnTo>
                  <a:lnTo>
                    <a:pt x="463" y="5159"/>
                  </a:lnTo>
                  <a:lnTo>
                    <a:pt x="0" y="3191"/>
                  </a:lnTo>
                  <a:lnTo>
                    <a:pt x="634" y="594"/>
                  </a:lnTo>
                  <a:lnTo>
                    <a:pt x="3456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h1680"/>
            <p:cNvSpPr/>
            <p:nvPr/>
          </p:nvSpPr>
          <p:spPr>
            <a:xfrm>
              <a:off x="2800832" y="3328987"/>
              <a:ext cx="8777" cy="15969"/>
            </a:xfrm>
            <a:custGeom>
              <a:avLst/>
              <a:pathLst>
                <a:path w="8777" h="15969">
                  <a:moveTo>
                    <a:pt x="8578" y="6409"/>
                  </a:moveTo>
                  <a:lnTo>
                    <a:pt x="8777" y="8798"/>
                  </a:lnTo>
                  <a:lnTo>
                    <a:pt x="7982" y="12153"/>
                  </a:lnTo>
                  <a:lnTo>
                    <a:pt x="4706" y="15818"/>
                  </a:lnTo>
                  <a:lnTo>
                    <a:pt x="3266" y="15969"/>
                  </a:lnTo>
                  <a:lnTo>
                    <a:pt x="1556" y="6121"/>
                  </a:lnTo>
                  <a:lnTo>
                    <a:pt x="0" y="2390"/>
                  </a:lnTo>
                  <a:lnTo>
                    <a:pt x="236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h1681"/>
            <p:cNvSpPr/>
            <p:nvPr/>
          </p:nvSpPr>
          <p:spPr>
            <a:xfrm>
              <a:off x="2907028" y="3273020"/>
              <a:ext cx="47050" cy="38720"/>
            </a:xfrm>
            <a:custGeom>
              <a:avLst/>
              <a:pathLst>
                <a:path w="47050" h="38720">
                  <a:moveTo>
                    <a:pt x="39411" y="7413"/>
                  </a:moveTo>
                  <a:lnTo>
                    <a:pt x="43709" y="7112"/>
                  </a:lnTo>
                  <a:lnTo>
                    <a:pt x="45164" y="10346"/>
                  </a:lnTo>
                  <a:lnTo>
                    <a:pt x="47050" y="19747"/>
                  </a:lnTo>
                  <a:lnTo>
                    <a:pt x="45347" y="26280"/>
                  </a:lnTo>
                  <a:lnTo>
                    <a:pt x="43976" y="28251"/>
                  </a:lnTo>
                  <a:lnTo>
                    <a:pt x="31465" y="36176"/>
                  </a:lnTo>
                  <a:lnTo>
                    <a:pt x="24304" y="38720"/>
                  </a:lnTo>
                  <a:lnTo>
                    <a:pt x="23730" y="27789"/>
                  </a:lnTo>
                  <a:lnTo>
                    <a:pt x="21990" y="25510"/>
                  </a:lnTo>
                  <a:lnTo>
                    <a:pt x="16584" y="22918"/>
                  </a:lnTo>
                  <a:lnTo>
                    <a:pt x="10899" y="17461"/>
                  </a:lnTo>
                  <a:lnTo>
                    <a:pt x="6444" y="16706"/>
                  </a:lnTo>
                  <a:lnTo>
                    <a:pt x="5957" y="12395"/>
                  </a:lnTo>
                  <a:lnTo>
                    <a:pt x="0" y="10678"/>
                  </a:lnTo>
                  <a:lnTo>
                    <a:pt x="1736" y="7840"/>
                  </a:lnTo>
                  <a:lnTo>
                    <a:pt x="4994" y="7723"/>
                  </a:lnTo>
                  <a:lnTo>
                    <a:pt x="15535" y="13419"/>
                  </a:lnTo>
                  <a:lnTo>
                    <a:pt x="17007" y="12464"/>
                  </a:lnTo>
                  <a:lnTo>
                    <a:pt x="20636" y="7672"/>
                  </a:lnTo>
                  <a:lnTo>
                    <a:pt x="20630" y="6485"/>
                  </a:lnTo>
                  <a:lnTo>
                    <a:pt x="21769" y="5165"/>
                  </a:lnTo>
                  <a:lnTo>
                    <a:pt x="25299" y="5988"/>
                  </a:lnTo>
                  <a:lnTo>
                    <a:pt x="3037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h1682"/>
            <p:cNvSpPr/>
            <p:nvPr/>
          </p:nvSpPr>
          <p:spPr>
            <a:xfrm>
              <a:off x="2660819" y="3241775"/>
              <a:ext cx="24331" cy="13355"/>
            </a:xfrm>
            <a:custGeom>
              <a:avLst/>
              <a:pathLst>
                <a:path w="24331" h="13355">
                  <a:moveTo>
                    <a:pt x="16136" y="0"/>
                  </a:moveTo>
                  <a:lnTo>
                    <a:pt x="19344" y="2927"/>
                  </a:lnTo>
                  <a:lnTo>
                    <a:pt x="24331" y="5056"/>
                  </a:lnTo>
                  <a:lnTo>
                    <a:pt x="24231" y="8501"/>
                  </a:lnTo>
                  <a:lnTo>
                    <a:pt x="23620" y="10644"/>
                  </a:lnTo>
                  <a:lnTo>
                    <a:pt x="22059" y="10780"/>
                  </a:lnTo>
                  <a:lnTo>
                    <a:pt x="17138" y="11239"/>
                  </a:lnTo>
                  <a:lnTo>
                    <a:pt x="13309" y="13276"/>
                  </a:lnTo>
                  <a:lnTo>
                    <a:pt x="410" y="13355"/>
                  </a:lnTo>
                  <a:lnTo>
                    <a:pt x="0" y="10801"/>
                  </a:lnTo>
                  <a:lnTo>
                    <a:pt x="2221" y="10456"/>
                  </a:lnTo>
                  <a:lnTo>
                    <a:pt x="4558" y="6288"/>
                  </a:lnTo>
                  <a:lnTo>
                    <a:pt x="10502" y="4590"/>
                  </a:lnTo>
                  <a:lnTo>
                    <a:pt x="10069" y="6093"/>
                  </a:lnTo>
                  <a:lnTo>
                    <a:pt x="11204" y="6300"/>
                  </a:lnTo>
                  <a:lnTo>
                    <a:pt x="13395" y="4792"/>
                  </a:lnTo>
                  <a:lnTo>
                    <a:pt x="14687" y="1987"/>
                  </a:lnTo>
                  <a:lnTo>
                    <a:pt x="14238" y="1296"/>
                  </a:lnTo>
                  <a:lnTo>
                    <a:pt x="14159" y="74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h1683"/>
            <p:cNvSpPr/>
            <p:nvPr/>
          </p:nvSpPr>
          <p:spPr>
            <a:xfrm>
              <a:off x="2794979" y="3269485"/>
              <a:ext cx="6052" cy="4031"/>
            </a:xfrm>
            <a:custGeom>
              <a:avLst/>
              <a:pathLst>
                <a:path w="6052" h="4031">
                  <a:moveTo>
                    <a:pt x="4639" y="1018"/>
                  </a:moveTo>
                  <a:lnTo>
                    <a:pt x="6052" y="3891"/>
                  </a:lnTo>
                  <a:lnTo>
                    <a:pt x="919" y="4031"/>
                  </a:lnTo>
                  <a:lnTo>
                    <a:pt x="0" y="1454"/>
                  </a:lnTo>
                  <a:lnTo>
                    <a:pt x="11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h1684"/>
            <p:cNvSpPr/>
            <p:nvPr/>
          </p:nvSpPr>
          <p:spPr>
            <a:xfrm>
              <a:off x="2882782" y="3214353"/>
              <a:ext cx="15051" cy="22410"/>
            </a:xfrm>
            <a:custGeom>
              <a:avLst/>
              <a:pathLst>
                <a:path w="15051" h="22410">
                  <a:moveTo>
                    <a:pt x="12003" y="2181"/>
                  </a:moveTo>
                  <a:lnTo>
                    <a:pt x="9854" y="5314"/>
                  </a:lnTo>
                  <a:lnTo>
                    <a:pt x="15051" y="11953"/>
                  </a:lnTo>
                  <a:lnTo>
                    <a:pt x="10439" y="12959"/>
                  </a:lnTo>
                  <a:lnTo>
                    <a:pt x="7621" y="15075"/>
                  </a:lnTo>
                  <a:lnTo>
                    <a:pt x="7162" y="17096"/>
                  </a:lnTo>
                  <a:lnTo>
                    <a:pt x="9100" y="18530"/>
                  </a:lnTo>
                  <a:lnTo>
                    <a:pt x="5267" y="22410"/>
                  </a:lnTo>
                  <a:lnTo>
                    <a:pt x="4216" y="21826"/>
                  </a:lnTo>
                  <a:lnTo>
                    <a:pt x="5072" y="19735"/>
                  </a:lnTo>
                  <a:lnTo>
                    <a:pt x="2575" y="18018"/>
                  </a:lnTo>
                  <a:lnTo>
                    <a:pt x="3617" y="15910"/>
                  </a:lnTo>
                  <a:lnTo>
                    <a:pt x="4900" y="16237"/>
                  </a:lnTo>
                  <a:lnTo>
                    <a:pt x="5281" y="13426"/>
                  </a:lnTo>
                  <a:lnTo>
                    <a:pt x="3338" y="8353"/>
                  </a:lnTo>
                  <a:lnTo>
                    <a:pt x="1997" y="8150"/>
                  </a:lnTo>
                  <a:lnTo>
                    <a:pt x="0" y="6323"/>
                  </a:lnTo>
                  <a:lnTo>
                    <a:pt x="1692" y="5352"/>
                  </a:lnTo>
                  <a:lnTo>
                    <a:pt x="6653" y="5594"/>
                  </a:lnTo>
                  <a:lnTo>
                    <a:pt x="9303" y="4410"/>
                  </a:lnTo>
                  <a:lnTo>
                    <a:pt x="10302" y="3586"/>
                  </a:lnTo>
                  <a:lnTo>
                    <a:pt x="1052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h1685"/>
            <p:cNvSpPr/>
            <p:nvPr/>
          </p:nvSpPr>
          <p:spPr>
            <a:xfrm>
              <a:off x="2740622" y="3158816"/>
              <a:ext cx="10245" cy="12934"/>
            </a:xfrm>
            <a:custGeom>
              <a:avLst/>
              <a:pathLst>
                <a:path w="10245" h="12934">
                  <a:moveTo>
                    <a:pt x="9870" y="4825"/>
                  </a:moveTo>
                  <a:lnTo>
                    <a:pt x="10245" y="11644"/>
                  </a:lnTo>
                  <a:lnTo>
                    <a:pt x="7160" y="12285"/>
                  </a:lnTo>
                  <a:lnTo>
                    <a:pt x="0" y="12934"/>
                  </a:lnTo>
                  <a:lnTo>
                    <a:pt x="1822" y="11171"/>
                  </a:lnTo>
                  <a:lnTo>
                    <a:pt x="1191" y="5550"/>
                  </a:lnTo>
                  <a:lnTo>
                    <a:pt x="4574" y="931"/>
                  </a:lnTo>
                  <a:lnTo>
                    <a:pt x="545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h1686"/>
            <p:cNvSpPr/>
            <p:nvPr/>
          </p:nvSpPr>
          <p:spPr>
            <a:xfrm>
              <a:off x="2772127" y="3106691"/>
              <a:ext cx="5073" cy="2731"/>
            </a:xfrm>
            <a:custGeom>
              <a:avLst/>
              <a:pathLst>
                <a:path w="5073" h="2731">
                  <a:moveTo>
                    <a:pt x="5073" y="0"/>
                  </a:moveTo>
                  <a:lnTo>
                    <a:pt x="3385" y="680"/>
                  </a:lnTo>
                  <a:lnTo>
                    <a:pt x="2983" y="2731"/>
                  </a:lnTo>
                  <a:lnTo>
                    <a:pt x="0" y="186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h1687"/>
            <p:cNvSpPr/>
            <p:nvPr/>
          </p:nvSpPr>
          <p:spPr>
            <a:xfrm>
              <a:off x="2662971" y="3201260"/>
              <a:ext cx="27915" cy="27167"/>
            </a:xfrm>
            <a:custGeom>
              <a:avLst/>
              <a:pathLst>
                <a:path w="27915" h="27167">
                  <a:moveTo>
                    <a:pt x="21152" y="0"/>
                  </a:moveTo>
                  <a:lnTo>
                    <a:pt x="21616" y="1967"/>
                  </a:lnTo>
                  <a:lnTo>
                    <a:pt x="23269" y="3237"/>
                  </a:lnTo>
                  <a:lnTo>
                    <a:pt x="26687" y="3228"/>
                  </a:lnTo>
                  <a:lnTo>
                    <a:pt x="23331" y="8118"/>
                  </a:lnTo>
                  <a:lnTo>
                    <a:pt x="23499" y="11080"/>
                  </a:lnTo>
                  <a:lnTo>
                    <a:pt x="24050" y="11212"/>
                  </a:lnTo>
                  <a:lnTo>
                    <a:pt x="23850" y="14886"/>
                  </a:lnTo>
                  <a:lnTo>
                    <a:pt x="27915" y="20358"/>
                  </a:lnTo>
                  <a:lnTo>
                    <a:pt x="24869" y="22412"/>
                  </a:lnTo>
                  <a:lnTo>
                    <a:pt x="22737" y="22424"/>
                  </a:lnTo>
                  <a:lnTo>
                    <a:pt x="20569" y="24394"/>
                  </a:lnTo>
                  <a:lnTo>
                    <a:pt x="19545" y="26913"/>
                  </a:lnTo>
                  <a:lnTo>
                    <a:pt x="16621" y="26506"/>
                  </a:lnTo>
                  <a:lnTo>
                    <a:pt x="12747" y="18667"/>
                  </a:lnTo>
                  <a:lnTo>
                    <a:pt x="11015" y="18326"/>
                  </a:lnTo>
                  <a:lnTo>
                    <a:pt x="7674" y="21576"/>
                  </a:lnTo>
                  <a:lnTo>
                    <a:pt x="5460" y="21843"/>
                  </a:lnTo>
                  <a:lnTo>
                    <a:pt x="3326" y="23313"/>
                  </a:lnTo>
                  <a:lnTo>
                    <a:pt x="1826" y="27167"/>
                  </a:lnTo>
                  <a:lnTo>
                    <a:pt x="0" y="19862"/>
                  </a:lnTo>
                  <a:lnTo>
                    <a:pt x="2191" y="17893"/>
                  </a:lnTo>
                  <a:lnTo>
                    <a:pt x="1841" y="15101"/>
                  </a:lnTo>
                  <a:lnTo>
                    <a:pt x="481" y="14816"/>
                  </a:lnTo>
                  <a:lnTo>
                    <a:pt x="4603" y="13551"/>
                  </a:lnTo>
                  <a:lnTo>
                    <a:pt x="5583" y="6148"/>
                  </a:lnTo>
                  <a:lnTo>
                    <a:pt x="7724" y="6454"/>
                  </a:lnTo>
                  <a:lnTo>
                    <a:pt x="18209" y="31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h1688"/>
            <p:cNvSpPr/>
            <p:nvPr/>
          </p:nvSpPr>
          <p:spPr>
            <a:xfrm>
              <a:off x="2765221" y="3272558"/>
              <a:ext cx="12003" cy="12358"/>
            </a:xfrm>
            <a:custGeom>
              <a:avLst/>
              <a:pathLst>
                <a:path w="12003" h="12358">
                  <a:moveTo>
                    <a:pt x="12003" y="1885"/>
                  </a:moveTo>
                  <a:lnTo>
                    <a:pt x="11262" y="11226"/>
                  </a:lnTo>
                  <a:lnTo>
                    <a:pt x="8293" y="12358"/>
                  </a:lnTo>
                  <a:lnTo>
                    <a:pt x="2925" y="10822"/>
                  </a:lnTo>
                  <a:lnTo>
                    <a:pt x="0" y="500"/>
                  </a:lnTo>
                  <a:lnTo>
                    <a:pt x="715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h1689"/>
            <p:cNvSpPr/>
            <p:nvPr/>
          </p:nvSpPr>
          <p:spPr>
            <a:xfrm>
              <a:off x="2777376" y="3224486"/>
              <a:ext cx="8190" cy="9973"/>
            </a:xfrm>
            <a:custGeom>
              <a:avLst/>
              <a:pathLst>
                <a:path w="8190" h="9973">
                  <a:moveTo>
                    <a:pt x="5650" y="324"/>
                  </a:moveTo>
                  <a:lnTo>
                    <a:pt x="7053" y="1556"/>
                  </a:lnTo>
                  <a:lnTo>
                    <a:pt x="6978" y="2444"/>
                  </a:lnTo>
                  <a:lnTo>
                    <a:pt x="8190" y="5400"/>
                  </a:lnTo>
                  <a:lnTo>
                    <a:pt x="6584" y="9232"/>
                  </a:lnTo>
                  <a:lnTo>
                    <a:pt x="6964" y="9973"/>
                  </a:lnTo>
                  <a:lnTo>
                    <a:pt x="5414" y="8972"/>
                  </a:lnTo>
                  <a:lnTo>
                    <a:pt x="4577" y="7081"/>
                  </a:lnTo>
                  <a:lnTo>
                    <a:pt x="3366" y="6174"/>
                  </a:lnTo>
                  <a:lnTo>
                    <a:pt x="2601" y="5871"/>
                  </a:lnTo>
                  <a:lnTo>
                    <a:pt x="1761" y="6548"/>
                  </a:lnTo>
                  <a:lnTo>
                    <a:pt x="0" y="4557"/>
                  </a:lnTo>
                  <a:lnTo>
                    <a:pt x="2162" y="4306"/>
                  </a:lnTo>
                  <a:lnTo>
                    <a:pt x="403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h1690"/>
            <p:cNvSpPr/>
            <p:nvPr/>
          </p:nvSpPr>
          <p:spPr>
            <a:xfrm>
              <a:off x="2672668" y="3134338"/>
              <a:ext cx="15148" cy="10035"/>
            </a:xfrm>
            <a:custGeom>
              <a:avLst/>
              <a:pathLst>
                <a:path w="15148" h="10035">
                  <a:moveTo>
                    <a:pt x="183" y="0"/>
                  </a:moveTo>
                  <a:lnTo>
                    <a:pt x="11175" y="669"/>
                  </a:lnTo>
                  <a:lnTo>
                    <a:pt x="15148" y="4687"/>
                  </a:lnTo>
                  <a:lnTo>
                    <a:pt x="11251" y="10035"/>
                  </a:lnTo>
                  <a:lnTo>
                    <a:pt x="3883" y="9280"/>
                  </a:lnTo>
                  <a:lnTo>
                    <a:pt x="2505" y="8172"/>
                  </a:lnTo>
                  <a:lnTo>
                    <a:pt x="2909" y="7092"/>
                  </a:lnTo>
                  <a:lnTo>
                    <a:pt x="2389" y="5341"/>
                  </a:lnTo>
                  <a:lnTo>
                    <a:pt x="0" y="289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h1691"/>
            <p:cNvSpPr/>
            <p:nvPr/>
          </p:nvSpPr>
          <p:spPr>
            <a:xfrm>
              <a:off x="2602763" y="3307493"/>
              <a:ext cx="12733" cy="10823"/>
            </a:xfrm>
            <a:custGeom>
              <a:avLst/>
              <a:pathLst>
                <a:path w="12733" h="10823">
                  <a:moveTo>
                    <a:pt x="2789" y="0"/>
                  </a:moveTo>
                  <a:lnTo>
                    <a:pt x="5305" y="3345"/>
                  </a:lnTo>
                  <a:lnTo>
                    <a:pt x="8352" y="895"/>
                  </a:lnTo>
                  <a:lnTo>
                    <a:pt x="9979" y="2499"/>
                  </a:lnTo>
                  <a:lnTo>
                    <a:pt x="11522" y="2747"/>
                  </a:lnTo>
                  <a:lnTo>
                    <a:pt x="12733" y="1885"/>
                  </a:lnTo>
                  <a:lnTo>
                    <a:pt x="12625" y="7712"/>
                  </a:lnTo>
                  <a:lnTo>
                    <a:pt x="5911" y="10071"/>
                  </a:lnTo>
                  <a:lnTo>
                    <a:pt x="3449" y="10823"/>
                  </a:lnTo>
                  <a:lnTo>
                    <a:pt x="253" y="10502"/>
                  </a:lnTo>
                  <a:lnTo>
                    <a:pt x="0" y="6531"/>
                  </a:lnTo>
                  <a:lnTo>
                    <a:pt x="1832" y="3865"/>
                  </a:lnTo>
                  <a:lnTo>
                    <a:pt x="703" y="1425"/>
                  </a:lnTo>
                  <a:lnTo>
                    <a:pt x="883" y="7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h1692"/>
            <p:cNvSpPr/>
            <p:nvPr/>
          </p:nvSpPr>
          <p:spPr>
            <a:xfrm>
              <a:off x="2818051" y="3315826"/>
              <a:ext cx="13695" cy="13209"/>
            </a:xfrm>
            <a:custGeom>
              <a:avLst/>
              <a:pathLst>
                <a:path w="13695" h="13209">
                  <a:moveTo>
                    <a:pt x="6124" y="4376"/>
                  </a:moveTo>
                  <a:lnTo>
                    <a:pt x="7961" y="3476"/>
                  </a:lnTo>
                  <a:lnTo>
                    <a:pt x="8995" y="7069"/>
                  </a:lnTo>
                  <a:lnTo>
                    <a:pt x="13695" y="9527"/>
                  </a:lnTo>
                  <a:lnTo>
                    <a:pt x="13675" y="11726"/>
                  </a:lnTo>
                  <a:lnTo>
                    <a:pt x="11625" y="10159"/>
                  </a:lnTo>
                  <a:lnTo>
                    <a:pt x="10150" y="12089"/>
                  </a:lnTo>
                  <a:lnTo>
                    <a:pt x="7488" y="13209"/>
                  </a:lnTo>
                  <a:lnTo>
                    <a:pt x="5089" y="13024"/>
                  </a:lnTo>
                  <a:lnTo>
                    <a:pt x="2289" y="5775"/>
                  </a:lnTo>
                  <a:lnTo>
                    <a:pt x="0" y="3212"/>
                  </a:lnTo>
                  <a:lnTo>
                    <a:pt x="960" y="649"/>
                  </a:lnTo>
                  <a:lnTo>
                    <a:pt x="269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h1693"/>
            <p:cNvSpPr/>
            <p:nvPr/>
          </p:nvSpPr>
          <p:spPr>
            <a:xfrm>
              <a:off x="2761160" y="3283380"/>
              <a:ext cx="7483" cy="13101"/>
            </a:xfrm>
            <a:custGeom>
              <a:avLst/>
              <a:pathLst>
                <a:path w="7483" h="13101">
                  <a:moveTo>
                    <a:pt x="6987" y="0"/>
                  </a:moveTo>
                  <a:lnTo>
                    <a:pt x="6494" y="7034"/>
                  </a:lnTo>
                  <a:lnTo>
                    <a:pt x="7483" y="7484"/>
                  </a:lnTo>
                  <a:lnTo>
                    <a:pt x="6001" y="7634"/>
                  </a:lnTo>
                  <a:lnTo>
                    <a:pt x="3750" y="7548"/>
                  </a:lnTo>
                  <a:lnTo>
                    <a:pt x="1613" y="13101"/>
                  </a:lnTo>
                  <a:lnTo>
                    <a:pt x="687" y="12322"/>
                  </a:lnTo>
                  <a:lnTo>
                    <a:pt x="2782" y="5921"/>
                  </a:lnTo>
                  <a:lnTo>
                    <a:pt x="0" y="117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h1694"/>
            <p:cNvSpPr/>
            <p:nvPr/>
          </p:nvSpPr>
          <p:spPr>
            <a:xfrm>
              <a:off x="2849011" y="3182010"/>
              <a:ext cx="13256" cy="20513"/>
            </a:xfrm>
            <a:custGeom>
              <a:avLst/>
              <a:pathLst>
                <a:path w="13256" h="20513">
                  <a:moveTo>
                    <a:pt x="4814" y="68"/>
                  </a:moveTo>
                  <a:lnTo>
                    <a:pt x="7321" y="1777"/>
                  </a:lnTo>
                  <a:lnTo>
                    <a:pt x="10391" y="5262"/>
                  </a:lnTo>
                  <a:lnTo>
                    <a:pt x="10797" y="7086"/>
                  </a:lnTo>
                  <a:lnTo>
                    <a:pt x="12253" y="7743"/>
                  </a:lnTo>
                  <a:lnTo>
                    <a:pt x="13256" y="10047"/>
                  </a:lnTo>
                  <a:lnTo>
                    <a:pt x="12482" y="12246"/>
                  </a:lnTo>
                  <a:lnTo>
                    <a:pt x="8014" y="12688"/>
                  </a:lnTo>
                  <a:lnTo>
                    <a:pt x="7367" y="15403"/>
                  </a:lnTo>
                  <a:lnTo>
                    <a:pt x="5559" y="16012"/>
                  </a:lnTo>
                  <a:lnTo>
                    <a:pt x="5005" y="17402"/>
                  </a:lnTo>
                  <a:lnTo>
                    <a:pt x="5799" y="17651"/>
                  </a:lnTo>
                  <a:lnTo>
                    <a:pt x="1930" y="20513"/>
                  </a:lnTo>
                  <a:lnTo>
                    <a:pt x="0" y="17851"/>
                  </a:lnTo>
                  <a:lnTo>
                    <a:pt x="204" y="14267"/>
                  </a:lnTo>
                  <a:lnTo>
                    <a:pt x="191" y="13993"/>
                  </a:lnTo>
                  <a:lnTo>
                    <a:pt x="2374" y="15701"/>
                  </a:lnTo>
                  <a:lnTo>
                    <a:pt x="3733" y="15635"/>
                  </a:lnTo>
                  <a:lnTo>
                    <a:pt x="4608" y="13777"/>
                  </a:lnTo>
                  <a:lnTo>
                    <a:pt x="4252" y="11655"/>
                  </a:lnTo>
                  <a:lnTo>
                    <a:pt x="5273" y="7069"/>
                  </a:lnTo>
                  <a:lnTo>
                    <a:pt x="3503" y="3569"/>
                  </a:lnTo>
                  <a:lnTo>
                    <a:pt x="205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h1695"/>
            <p:cNvSpPr/>
            <p:nvPr/>
          </p:nvSpPr>
          <p:spPr>
            <a:xfrm>
              <a:off x="2788953" y="3241254"/>
              <a:ext cx="5849" cy="2624"/>
            </a:xfrm>
            <a:custGeom>
              <a:avLst/>
              <a:pathLst>
                <a:path w="5849" h="2624">
                  <a:moveTo>
                    <a:pt x="5849" y="2180"/>
                  </a:moveTo>
                  <a:lnTo>
                    <a:pt x="510" y="2624"/>
                  </a:lnTo>
                  <a:lnTo>
                    <a:pt x="0" y="2116"/>
                  </a:lnTo>
                  <a:lnTo>
                    <a:pt x="787" y="374"/>
                  </a:lnTo>
                  <a:lnTo>
                    <a:pt x="283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h1696"/>
            <p:cNvSpPr/>
            <p:nvPr/>
          </p:nvSpPr>
          <p:spPr>
            <a:xfrm>
              <a:off x="2803980" y="3188963"/>
              <a:ext cx="10484" cy="12457"/>
            </a:xfrm>
            <a:custGeom>
              <a:avLst/>
              <a:pathLst>
                <a:path w="10484" h="12457">
                  <a:moveTo>
                    <a:pt x="10484" y="2031"/>
                  </a:moveTo>
                  <a:lnTo>
                    <a:pt x="7535" y="9381"/>
                  </a:lnTo>
                  <a:lnTo>
                    <a:pt x="6951" y="12457"/>
                  </a:lnTo>
                  <a:lnTo>
                    <a:pt x="4483" y="10551"/>
                  </a:lnTo>
                  <a:lnTo>
                    <a:pt x="1220" y="7873"/>
                  </a:lnTo>
                  <a:lnTo>
                    <a:pt x="0" y="4904"/>
                  </a:lnTo>
                  <a:lnTo>
                    <a:pt x="1183" y="2782"/>
                  </a:lnTo>
                  <a:lnTo>
                    <a:pt x="1789" y="2261"/>
                  </a:lnTo>
                  <a:lnTo>
                    <a:pt x="6945" y="3428"/>
                  </a:lnTo>
                  <a:lnTo>
                    <a:pt x="9868" y="1093"/>
                  </a:lnTo>
                  <a:lnTo>
                    <a:pt x="1032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h1697"/>
            <p:cNvSpPr/>
            <p:nvPr/>
          </p:nvSpPr>
          <p:spPr>
            <a:xfrm>
              <a:off x="2670385" y="3162926"/>
              <a:ext cx="22035" cy="16012"/>
            </a:xfrm>
            <a:custGeom>
              <a:avLst/>
              <a:pathLst>
                <a:path w="22035" h="16012">
                  <a:moveTo>
                    <a:pt x="20534" y="5928"/>
                  </a:moveTo>
                  <a:lnTo>
                    <a:pt x="20799" y="8587"/>
                  </a:lnTo>
                  <a:lnTo>
                    <a:pt x="22035" y="10041"/>
                  </a:lnTo>
                  <a:lnTo>
                    <a:pt x="22011" y="12902"/>
                  </a:lnTo>
                  <a:lnTo>
                    <a:pt x="18958" y="13379"/>
                  </a:lnTo>
                  <a:lnTo>
                    <a:pt x="15678" y="15275"/>
                  </a:lnTo>
                  <a:lnTo>
                    <a:pt x="12241" y="15225"/>
                  </a:lnTo>
                  <a:lnTo>
                    <a:pt x="10960" y="16012"/>
                  </a:lnTo>
                  <a:lnTo>
                    <a:pt x="9205" y="12094"/>
                  </a:lnTo>
                  <a:lnTo>
                    <a:pt x="7229" y="12808"/>
                  </a:lnTo>
                  <a:lnTo>
                    <a:pt x="5563" y="14402"/>
                  </a:lnTo>
                  <a:lnTo>
                    <a:pt x="907" y="9594"/>
                  </a:lnTo>
                  <a:lnTo>
                    <a:pt x="0" y="6006"/>
                  </a:lnTo>
                  <a:lnTo>
                    <a:pt x="3200" y="7683"/>
                  </a:lnTo>
                  <a:lnTo>
                    <a:pt x="7808" y="6695"/>
                  </a:lnTo>
                  <a:lnTo>
                    <a:pt x="9405" y="2492"/>
                  </a:lnTo>
                  <a:lnTo>
                    <a:pt x="7622" y="1656"/>
                  </a:lnTo>
                  <a:lnTo>
                    <a:pt x="1144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h1698"/>
            <p:cNvSpPr/>
            <p:nvPr/>
          </p:nvSpPr>
          <p:spPr>
            <a:xfrm>
              <a:off x="2796730" y="3232513"/>
              <a:ext cx="6264" cy="5527"/>
            </a:xfrm>
            <a:custGeom>
              <a:avLst/>
              <a:pathLst>
                <a:path w="6264" h="5527">
                  <a:moveTo>
                    <a:pt x="6070" y="1501"/>
                  </a:moveTo>
                  <a:lnTo>
                    <a:pt x="6264" y="3742"/>
                  </a:lnTo>
                  <a:lnTo>
                    <a:pt x="5449" y="3337"/>
                  </a:lnTo>
                  <a:lnTo>
                    <a:pt x="2147" y="5527"/>
                  </a:lnTo>
                  <a:lnTo>
                    <a:pt x="0" y="533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h1699"/>
            <p:cNvSpPr/>
            <p:nvPr/>
          </p:nvSpPr>
          <p:spPr>
            <a:xfrm>
              <a:off x="2727545" y="3160113"/>
              <a:ext cx="9579" cy="10599"/>
            </a:xfrm>
            <a:custGeom>
              <a:avLst/>
              <a:pathLst>
                <a:path w="9579" h="10599">
                  <a:moveTo>
                    <a:pt x="9226" y="3175"/>
                  </a:moveTo>
                  <a:lnTo>
                    <a:pt x="9579" y="10599"/>
                  </a:lnTo>
                  <a:lnTo>
                    <a:pt x="5340" y="10407"/>
                  </a:lnTo>
                  <a:lnTo>
                    <a:pt x="0" y="9319"/>
                  </a:lnTo>
                  <a:lnTo>
                    <a:pt x="1425" y="4464"/>
                  </a:lnTo>
                  <a:lnTo>
                    <a:pt x="7173" y="585"/>
                  </a:lnTo>
                  <a:lnTo>
                    <a:pt x="795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h1700"/>
            <p:cNvSpPr/>
            <p:nvPr/>
          </p:nvSpPr>
          <p:spPr>
            <a:xfrm>
              <a:off x="2801113" y="3237487"/>
              <a:ext cx="3067" cy="4757"/>
            </a:xfrm>
            <a:custGeom>
              <a:avLst/>
              <a:pathLst>
                <a:path w="3067" h="4757">
                  <a:moveTo>
                    <a:pt x="3067" y="417"/>
                  </a:moveTo>
                  <a:lnTo>
                    <a:pt x="2459" y="4757"/>
                  </a:lnTo>
                  <a:lnTo>
                    <a:pt x="55" y="3717"/>
                  </a:lnTo>
                  <a:lnTo>
                    <a:pt x="0" y="2830"/>
                  </a:lnTo>
                  <a:lnTo>
                    <a:pt x="135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h1701"/>
            <p:cNvSpPr/>
            <p:nvPr/>
          </p:nvSpPr>
          <p:spPr>
            <a:xfrm>
              <a:off x="2696656" y="3150399"/>
              <a:ext cx="4600" cy="5773"/>
            </a:xfrm>
            <a:custGeom>
              <a:avLst/>
              <a:pathLst>
                <a:path w="4600" h="5773">
                  <a:moveTo>
                    <a:pt x="3312" y="0"/>
                  </a:moveTo>
                  <a:lnTo>
                    <a:pt x="4600" y="4362"/>
                  </a:lnTo>
                  <a:lnTo>
                    <a:pt x="1860" y="5773"/>
                  </a:lnTo>
                  <a:lnTo>
                    <a:pt x="0" y="159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h1702"/>
            <p:cNvSpPr/>
            <p:nvPr/>
          </p:nvSpPr>
          <p:spPr>
            <a:xfrm>
              <a:off x="2953515" y="3194545"/>
              <a:ext cx="41926" cy="49038"/>
            </a:xfrm>
            <a:custGeom>
              <a:avLst/>
              <a:pathLst>
                <a:path w="41926" h="49038">
                  <a:moveTo>
                    <a:pt x="15894" y="5750"/>
                  </a:moveTo>
                  <a:lnTo>
                    <a:pt x="14996" y="4853"/>
                  </a:lnTo>
                  <a:lnTo>
                    <a:pt x="14408" y="9588"/>
                  </a:lnTo>
                  <a:lnTo>
                    <a:pt x="15108" y="14478"/>
                  </a:lnTo>
                  <a:lnTo>
                    <a:pt x="17649" y="15687"/>
                  </a:lnTo>
                  <a:lnTo>
                    <a:pt x="18605" y="14138"/>
                  </a:lnTo>
                  <a:lnTo>
                    <a:pt x="25509" y="19333"/>
                  </a:lnTo>
                  <a:lnTo>
                    <a:pt x="25662" y="22910"/>
                  </a:lnTo>
                  <a:lnTo>
                    <a:pt x="27980" y="23462"/>
                  </a:lnTo>
                  <a:lnTo>
                    <a:pt x="32037" y="21908"/>
                  </a:lnTo>
                  <a:lnTo>
                    <a:pt x="34390" y="23713"/>
                  </a:lnTo>
                  <a:lnTo>
                    <a:pt x="36202" y="18471"/>
                  </a:lnTo>
                  <a:lnTo>
                    <a:pt x="38902" y="18809"/>
                  </a:lnTo>
                  <a:lnTo>
                    <a:pt x="40426" y="22411"/>
                  </a:lnTo>
                  <a:lnTo>
                    <a:pt x="38000" y="27604"/>
                  </a:lnTo>
                  <a:lnTo>
                    <a:pt x="37781" y="31551"/>
                  </a:lnTo>
                  <a:lnTo>
                    <a:pt x="41926" y="33107"/>
                  </a:lnTo>
                  <a:lnTo>
                    <a:pt x="40516" y="36208"/>
                  </a:lnTo>
                  <a:lnTo>
                    <a:pt x="38969" y="36512"/>
                  </a:lnTo>
                  <a:lnTo>
                    <a:pt x="38456" y="39109"/>
                  </a:lnTo>
                  <a:lnTo>
                    <a:pt x="28521" y="47126"/>
                  </a:lnTo>
                  <a:lnTo>
                    <a:pt x="24200" y="49038"/>
                  </a:lnTo>
                  <a:lnTo>
                    <a:pt x="20023" y="47770"/>
                  </a:lnTo>
                  <a:lnTo>
                    <a:pt x="15734" y="45841"/>
                  </a:lnTo>
                  <a:lnTo>
                    <a:pt x="9761" y="45361"/>
                  </a:lnTo>
                  <a:lnTo>
                    <a:pt x="6756" y="39256"/>
                  </a:lnTo>
                  <a:lnTo>
                    <a:pt x="8138" y="37909"/>
                  </a:lnTo>
                  <a:lnTo>
                    <a:pt x="7294" y="37010"/>
                  </a:lnTo>
                  <a:lnTo>
                    <a:pt x="5551" y="36818"/>
                  </a:lnTo>
                  <a:lnTo>
                    <a:pt x="3854" y="33420"/>
                  </a:lnTo>
                  <a:lnTo>
                    <a:pt x="6371" y="27802"/>
                  </a:lnTo>
                  <a:lnTo>
                    <a:pt x="1598" y="28274"/>
                  </a:lnTo>
                  <a:lnTo>
                    <a:pt x="0" y="27283"/>
                  </a:lnTo>
                  <a:lnTo>
                    <a:pt x="270" y="23206"/>
                  </a:lnTo>
                  <a:lnTo>
                    <a:pt x="6630" y="22522"/>
                  </a:lnTo>
                  <a:lnTo>
                    <a:pt x="9009" y="23349"/>
                  </a:lnTo>
                  <a:lnTo>
                    <a:pt x="9126" y="24533"/>
                  </a:lnTo>
                  <a:lnTo>
                    <a:pt x="13563" y="24336"/>
                  </a:lnTo>
                  <a:lnTo>
                    <a:pt x="17463" y="22725"/>
                  </a:lnTo>
                  <a:lnTo>
                    <a:pt x="17505" y="21902"/>
                  </a:lnTo>
                  <a:lnTo>
                    <a:pt x="17323" y="20357"/>
                  </a:lnTo>
                  <a:lnTo>
                    <a:pt x="15842" y="19297"/>
                  </a:lnTo>
                  <a:lnTo>
                    <a:pt x="14151" y="19384"/>
                  </a:lnTo>
                  <a:lnTo>
                    <a:pt x="13431" y="20574"/>
                  </a:lnTo>
                  <a:lnTo>
                    <a:pt x="5358" y="20379"/>
                  </a:lnTo>
                  <a:lnTo>
                    <a:pt x="4908" y="17253"/>
                  </a:lnTo>
                  <a:lnTo>
                    <a:pt x="9186" y="15142"/>
                  </a:lnTo>
                  <a:lnTo>
                    <a:pt x="11888" y="14347"/>
                  </a:lnTo>
                  <a:lnTo>
                    <a:pt x="12426" y="14965"/>
                  </a:lnTo>
                  <a:lnTo>
                    <a:pt x="12989" y="81"/>
                  </a:lnTo>
                  <a:lnTo>
                    <a:pt x="14957" y="0"/>
                  </a:lnTo>
                  <a:lnTo>
                    <a:pt x="16356" y="446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h1703"/>
            <p:cNvSpPr/>
            <p:nvPr/>
          </p:nvSpPr>
          <p:spPr>
            <a:xfrm>
              <a:off x="2986703" y="3199867"/>
              <a:ext cx="7628" cy="7077"/>
            </a:xfrm>
            <a:custGeom>
              <a:avLst/>
              <a:pathLst>
                <a:path w="7628" h="7077">
                  <a:moveTo>
                    <a:pt x="2208" y="976"/>
                  </a:moveTo>
                  <a:lnTo>
                    <a:pt x="4978" y="1921"/>
                  </a:lnTo>
                  <a:lnTo>
                    <a:pt x="7628" y="5606"/>
                  </a:lnTo>
                  <a:lnTo>
                    <a:pt x="1873" y="7077"/>
                  </a:lnTo>
                  <a:lnTo>
                    <a:pt x="0" y="846"/>
                  </a:lnTo>
                  <a:lnTo>
                    <a:pt x="360" y="405"/>
                  </a:lnTo>
                  <a:lnTo>
                    <a:pt x="179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h1704"/>
            <p:cNvSpPr/>
            <p:nvPr/>
          </p:nvSpPr>
          <p:spPr>
            <a:xfrm>
              <a:off x="2809841" y="3205764"/>
              <a:ext cx="8979" cy="19594"/>
            </a:xfrm>
            <a:custGeom>
              <a:avLst/>
              <a:pathLst>
                <a:path w="8979" h="19594">
                  <a:moveTo>
                    <a:pt x="6895" y="321"/>
                  </a:moveTo>
                  <a:lnTo>
                    <a:pt x="7972" y="1813"/>
                  </a:lnTo>
                  <a:lnTo>
                    <a:pt x="7546" y="4735"/>
                  </a:lnTo>
                  <a:lnTo>
                    <a:pt x="8979" y="19594"/>
                  </a:lnTo>
                  <a:lnTo>
                    <a:pt x="7288" y="18908"/>
                  </a:lnTo>
                  <a:lnTo>
                    <a:pt x="5351" y="19540"/>
                  </a:lnTo>
                  <a:lnTo>
                    <a:pt x="2501" y="19003"/>
                  </a:lnTo>
                  <a:lnTo>
                    <a:pt x="730" y="16979"/>
                  </a:lnTo>
                  <a:lnTo>
                    <a:pt x="2363" y="11674"/>
                  </a:lnTo>
                  <a:lnTo>
                    <a:pt x="0" y="5288"/>
                  </a:lnTo>
                  <a:lnTo>
                    <a:pt x="2669" y="4210"/>
                  </a:lnTo>
                  <a:lnTo>
                    <a:pt x="553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h1705"/>
            <p:cNvSpPr/>
            <p:nvPr/>
          </p:nvSpPr>
          <p:spPr>
            <a:xfrm>
              <a:off x="2785137" y="3047523"/>
              <a:ext cx="44895" cy="35355"/>
            </a:xfrm>
            <a:custGeom>
              <a:avLst/>
              <a:pathLst>
                <a:path w="44895" h="35355">
                  <a:moveTo>
                    <a:pt x="16209" y="1610"/>
                  </a:moveTo>
                  <a:lnTo>
                    <a:pt x="24099" y="1913"/>
                  </a:lnTo>
                  <a:lnTo>
                    <a:pt x="28064" y="3216"/>
                  </a:lnTo>
                  <a:lnTo>
                    <a:pt x="32495" y="10202"/>
                  </a:lnTo>
                  <a:lnTo>
                    <a:pt x="35398" y="18493"/>
                  </a:lnTo>
                  <a:lnTo>
                    <a:pt x="37096" y="20328"/>
                  </a:lnTo>
                  <a:lnTo>
                    <a:pt x="40283" y="21687"/>
                  </a:lnTo>
                  <a:lnTo>
                    <a:pt x="44895" y="27257"/>
                  </a:lnTo>
                  <a:lnTo>
                    <a:pt x="44720" y="27889"/>
                  </a:lnTo>
                  <a:lnTo>
                    <a:pt x="38798" y="29514"/>
                  </a:lnTo>
                  <a:lnTo>
                    <a:pt x="35594" y="25272"/>
                  </a:lnTo>
                  <a:lnTo>
                    <a:pt x="33495" y="24026"/>
                  </a:lnTo>
                  <a:lnTo>
                    <a:pt x="31176" y="23687"/>
                  </a:lnTo>
                  <a:lnTo>
                    <a:pt x="30597" y="24470"/>
                  </a:lnTo>
                  <a:lnTo>
                    <a:pt x="33605" y="26977"/>
                  </a:lnTo>
                  <a:lnTo>
                    <a:pt x="32965" y="27730"/>
                  </a:lnTo>
                  <a:lnTo>
                    <a:pt x="27828" y="23812"/>
                  </a:lnTo>
                  <a:lnTo>
                    <a:pt x="26981" y="25012"/>
                  </a:lnTo>
                  <a:lnTo>
                    <a:pt x="33359" y="32668"/>
                  </a:lnTo>
                  <a:lnTo>
                    <a:pt x="30498" y="35355"/>
                  </a:lnTo>
                  <a:lnTo>
                    <a:pt x="24252" y="27834"/>
                  </a:lnTo>
                  <a:lnTo>
                    <a:pt x="19746" y="25667"/>
                  </a:lnTo>
                  <a:lnTo>
                    <a:pt x="19092" y="26537"/>
                  </a:lnTo>
                  <a:lnTo>
                    <a:pt x="18128" y="33543"/>
                  </a:lnTo>
                  <a:lnTo>
                    <a:pt x="15544" y="33847"/>
                  </a:lnTo>
                  <a:lnTo>
                    <a:pt x="9281" y="29844"/>
                  </a:lnTo>
                  <a:lnTo>
                    <a:pt x="5835" y="29376"/>
                  </a:lnTo>
                  <a:lnTo>
                    <a:pt x="5031" y="30294"/>
                  </a:lnTo>
                  <a:lnTo>
                    <a:pt x="1811" y="28744"/>
                  </a:lnTo>
                  <a:lnTo>
                    <a:pt x="3572" y="26512"/>
                  </a:lnTo>
                  <a:lnTo>
                    <a:pt x="3339" y="23037"/>
                  </a:lnTo>
                  <a:lnTo>
                    <a:pt x="462" y="21868"/>
                  </a:lnTo>
                  <a:lnTo>
                    <a:pt x="0" y="21042"/>
                  </a:lnTo>
                  <a:lnTo>
                    <a:pt x="591" y="17988"/>
                  </a:lnTo>
                  <a:lnTo>
                    <a:pt x="2719" y="14400"/>
                  </a:lnTo>
                  <a:lnTo>
                    <a:pt x="2802" y="12618"/>
                  </a:lnTo>
                  <a:lnTo>
                    <a:pt x="3826" y="12751"/>
                  </a:lnTo>
                  <a:lnTo>
                    <a:pt x="4739" y="11698"/>
                  </a:lnTo>
                  <a:lnTo>
                    <a:pt x="5675" y="5650"/>
                  </a:lnTo>
                  <a:lnTo>
                    <a:pt x="12429" y="1569"/>
                  </a:lnTo>
                  <a:lnTo>
                    <a:pt x="1350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h1706"/>
            <p:cNvSpPr/>
            <p:nvPr/>
          </p:nvSpPr>
          <p:spPr>
            <a:xfrm>
              <a:off x="2724289" y="3213791"/>
              <a:ext cx="6535" cy="6832"/>
            </a:xfrm>
            <a:custGeom>
              <a:avLst/>
              <a:pathLst>
                <a:path w="6535" h="6832">
                  <a:moveTo>
                    <a:pt x="3099" y="2517"/>
                  </a:moveTo>
                  <a:lnTo>
                    <a:pt x="5317" y="2741"/>
                  </a:lnTo>
                  <a:lnTo>
                    <a:pt x="6535" y="5546"/>
                  </a:lnTo>
                  <a:lnTo>
                    <a:pt x="5148" y="6832"/>
                  </a:lnTo>
                  <a:lnTo>
                    <a:pt x="2262" y="5163"/>
                  </a:lnTo>
                  <a:lnTo>
                    <a:pt x="979" y="5280"/>
                  </a:lnTo>
                  <a:lnTo>
                    <a:pt x="0" y="3500"/>
                  </a:lnTo>
                  <a:lnTo>
                    <a:pt x="15" y="986"/>
                  </a:lnTo>
                  <a:lnTo>
                    <a:pt x="731" y="201"/>
                  </a:lnTo>
                  <a:lnTo>
                    <a:pt x="373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h1707"/>
            <p:cNvSpPr/>
            <p:nvPr/>
          </p:nvSpPr>
          <p:spPr>
            <a:xfrm>
              <a:off x="2726434" y="3170521"/>
              <a:ext cx="29923" cy="32884"/>
            </a:xfrm>
            <a:custGeom>
              <a:avLst/>
              <a:pathLst>
                <a:path w="29923" h="32884">
                  <a:moveTo>
                    <a:pt x="14187" y="1229"/>
                  </a:moveTo>
                  <a:lnTo>
                    <a:pt x="21348" y="581"/>
                  </a:lnTo>
                  <a:lnTo>
                    <a:pt x="19353" y="7553"/>
                  </a:lnTo>
                  <a:lnTo>
                    <a:pt x="16899" y="7651"/>
                  </a:lnTo>
                  <a:lnTo>
                    <a:pt x="14058" y="4483"/>
                  </a:lnTo>
                  <a:lnTo>
                    <a:pt x="12247" y="4680"/>
                  </a:lnTo>
                  <a:lnTo>
                    <a:pt x="9970" y="6049"/>
                  </a:lnTo>
                  <a:lnTo>
                    <a:pt x="8550" y="9914"/>
                  </a:lnTo>
                  <a:lnTo>
                    <a:pt x="9482" y="11672"/>
                  </a:lnTo>
                  <a:lnTo>
                    <a:pt x="10664" y="13064"/>
                  </a:lnTo>
                  <a:lnTo>
                    <a:pt x="14743" y="13996"/>
                  </a:lnTo>
                  <a:lnTo>
                    <a:pt x="17938" y="18316"/>
                  </a:lnTo>
                  <a:lnTo>
                    <a:pt x="23276" y="19149"/>
                  </a:lnTo>
                  <a:lnTo>
                    <a:pt x="27210" y="15874"/>
                  </a:lnTo>
                  <a:lnTo>
                    <a:pt x="25929" y="12554"/>
                  </a:lnTo>
                  <a:lnTo>
                    <a:pt x="27452" y="12595"/>
                  </a:lnTo>
                  <a:lnTo>
                    <a:pt x="29004" y="12095"/>
                  </a:lnTo>
                  <a:lnTo>
                    <a:pt x="29923" y="16838"/>
                  </a:lnTo>
                  <a:lnTo>
                    <a:pt x="27384" y="17251"/>
                  </a:lnTo>
                  <a:lnTo>
                    <a:pt x="24859" y="19871"/>
                  </a:lnTo>
                  <a:lnTo>
                    <a:pt x="19492" y="20091"/>
                  </a:lnTo>
                  <a:lnTo>
                    <a:pt x="17746" y="18709"/>
                  </a:lnTo>
                  <a:lnTo>
                    <a:pt x="13415" y="22493"/>
                  </a:lnTo>
                  <a:lnTo>
                    <a:pt x="15441" y="23897"/>
                  </a:lnTo>
                  <a:lnTo>
                    <a:pt x="20361" y="25461"/>
                  </a:lnTo>
                  <a:lnTo>
                    <a:pt x="18199" y="32884"/>
                  </a:lnTo>
                  <a:lnTo>
                    <a:pt x="13261" y="31284"/>
                  </a:lnTo>
                  <a:lnTo>
                    <a:pt x="12356" y="31001"/>
                  </a:lnTo>
                  <a:lnTo>
                    <a:pt x="11610" y="25387"/>
                  </a:lnTo>
                  <a:lnTo>
                    <a:pt x="10599" y="24757"/>
                  </a:lnTo>
                  <a:lnTo>
                    <a:pt x="8041" y="26031"/>
                  </a:lnTo>
                  <a:lnTo>
                    <a:pt x="7217" y="25782"/>
                  </a:lnTo>
                  <a:lnTo>
                    <a:pt x="4058" y="20565"/>
                  </a:lnTo>
                  <a:lnTo>
                    <a:pt x="331" y="17230"/>
                  </a:lnTo>
                  <a:lnTo>
                    <a:pt x="0" y="15748"/>
                  </a:lnTo>
                  <a:lnTo>
                    <a:pt x="77" y="13463"/>
                  </a:lnTo>
                  <a:lnTo>
                    <a:pt x="143" y="7675"/>
                  </a:lnTo>
                  <a:lnTo>
                    <a:pt x="2743" y="5732"/>
                  </a:lnTo>
                  <a:lnTo>
                    <a:pt x="6348" y="1525"/>
                  </a:lnTo>
                  <a:lnTo>
                    <a:pt x="6452" y="0"/>
                  </a:lnTo>
                  <a:lnTo>
                    <a:pt x="10691" y="19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h1708"/>
            <p:cNvSpPr/>
            <p:nvPr/>
          </p:nvSpPr>
          <p:spPr>
            <a:xfrm>
              <a:off x="2896277" y="3313396"/>
              <a:ext cx="15232" cy="31449"/>
            </a:xfrm>
            <a:custGeom>
              <a:avLst/>
              <a:pathLst>
                <a:path w="15232" h="31449">
                  <a:moveTo>
                    <a:pt x="15232" y="397"/>
                  </a:moveTo>
                  <a:lnTo>
                    <a:pt x="13095" y="7130"/>
                  </a:lnTo>
                  <a:lnTo>
                    <a:pt x="10669" y="6607"/>
                  </a:lnTo>
                  <a:lnTo>
                    <a:pt x="5447" y="9031"/>
                  </a:lnTo>
                  <a:lnTo>
                    <a:pt x="5212" y="9888"/>
                  </a:lnTo>
                  <a:lnTo>
                    <a:pt x="10063" y="13280"/>
                  </a:lnTo>
                  <a:lnTo>
                    <a:pt x="11796" y="16653"/>
                  </a:lnTo>
                  <a:lnTo>
                    <a:pt x="11422" y="18353"/>
                  </a:lnTo>
                  <a:lnTo>
                    <a:pt x="8718" y="17826"/>
                  </a:lnTo>
                  <a:lnTo>
                    <a:pt x="12394" y="26798"/>
                  </a:lnTo>
                  <a:lnTo>
                    <a:pt x="13153" y="27386"/>
                  </a:lnTo>
                  <a:lnTo>
                    <a:pt x="11986" y="31449"/>
                  </a:lnTo>
                  <a:lnTo>
                    <a:pt x="8587" y="31159"/>
                  </a:lnTo>
                  <a:lnTo>
                    <a:pt x="3515" y="23302"/>
                  </a:lnTo>
                  <a:lnTo>
                    <a:pt x="2945" y="8576"/>
                  </a:lnTo>
                  <a:lnTo>
                    <a:pt x="0" y="3671"/>
                  </a:lnTo>
                  <a:lnTo>
                    <a:pt x="741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h1709"/>
            <p:cNvSpPr/>
            <p:nvPr/>
          </p:nvSpPr>
          <p:spPr>
            <a:xfrm>
              <a:off x="2836171" y="3140781"/>
              <a:ext cx="23041" cy="18808"/>
            </a:xfrm>
            <a:custGeom>
              <a:avLst/>
              <a:pathLst>
                <a:path w="23041" h="18808">
                  <a:moveTo>
                    <a:pt x="22049" y="2406"/>
                  </a:moveTo>
                  <a:lnTo>
                    <a:pt x="23041" y="6997"/>
                  </a:lnTo>
                  <a:lnTo>
                    <a:pt x="19921" y="9206"/>
                  </a:lnTo>
                  <a:lnTo>
                    <a:pt x="21578" y="12554"/>
                  </a:lnTo>
                  <a:lnTo>
                    <a:pt x="20978" y="15595"/>
                  </a:lnTo>
                  <a:lnTo>
                    <a:pt x="20068" y="15965"/>
                  </a:lnTo>
                  <a:lnTo>
                    <a:pt x="17973" y="16882"/>
                  </a:lnTo>
                  <a:lnTo>
                    <a:pt x="14601" y="16648"/>
                  </a:lnTo>
                  <a:lnTo>
                    <a:pt x="5216" y="18808"/>
                  </a:lnTo>
                  <a:lnTo>
                    <a:pt x="757" y="18068"/>
                  </a:lnTo>
                  <a:lnTo>
                    <a:pt x="127" y="17548"/>
                  </a:lnTo>
                  <a:lnTo>
                    <a:pt x="0" y="14758"/>
                  </a:lnTo>
                  <a:lnTo>
                    <a:pt x="2690" y="11570"/>
                  </a:lnTo>
                  <a:lnTo>
                    <a:pt x="2843" y="12791"/>
                  </a:lnTo>
                  <a:lnTo>
                    <a:pt x="4373" y="13881"/>
                  </a:lnTo>
                  <a:lnTo>
                    <a:pt x="12652" y="14124"/>
                  </a:lnTo>
                  <a:lnTo>
                    <a:pt x="13948" y="9561"/>
                  </a:lnTo>
                  <a:lnTo>
                    <a:pt x="13753" y="2062"/>
                  </a:lnTo>
                  <a:lnTo>
                    <a:pt x="13797" y="1144"/>
                  </a:lnTo>
                  <a:lnTo>
                    <a:pt x="1975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h1710"/>
            <p:cNvSpPr/>
            <p:nvPr/>
          </p:nvSpPr>
          <p:spPr>
            <a:xfrm>
              <a:off x="2970929" y="3242489"/>
              <a:ext cx="31053" cy="23738"/>
            </a:xfrm>
            <a:custGeom>
              <a:avLst/>
              <a:pathLst>
                <a:path w="31053" h="23738">
                  <a:moveTo>
                    <a:pt x="30070" y="239"/>
                  </a:moveTo>
                  <a:lnTo>
                    <a:pt x="29068" y="5630"/>
                  </a:lnTo>
                  <a:lnTo>
                    <a:pt x="31053" y="7258"/>
                  </a:lnTo>
                  <a:lnTo>
                    <a:pt x="30028" y="8278"/>
                  </a:lnTo>
                  <a:lnTo>
                    <a:pt x="26740" y="5183"/>
                  </a:lnTo>
                  <a:lnTo>
                    <a:pt x="16168" y="15409"/>
                  </a:lnTo>
                  <a:lnTo>
                    <a:pt x="18633" y="17823"/>
                  </a:lnTo>
                  <a:lnTo>
                    <a:pt x="16840" y="21333"/>
                  </a:lnTo>
                  <a:lnTo>
                    <a:pt x="13666" y="23738"/>
                  </a:lnTo>
                  <a:lnTo>
                    <a:pt x="0" y="23671"/>
                  </a:lnTo>
                  <a:lnTo>
                    <a:pt x="1656" y="17958"/>
                  </a:lnTo>
                  <a:lnTo>
                    <a:pt x="677" y="15520"/>
                  </a:lnTo>
                  <a:lnTo>
                    <a:pt x="2597" y="13612"/>
                  </a:lnTo>
                  <a:lnTo>
                    <a:pt x="2909" y="11887"/>
                  </a:lnTo>
                  <a:lnTo>
                    <a:pt x="3952" y="12652"/>
                  </a:lnTo>
                  <a:lnTo>
                    <a:pt x="10910" y="10767"/>
                  </a:lnTo>
                  <a:lnTo>
                    <a:pt x="12182" y="8494"/>
                  </a:lnTo>
                  <a:lnTo>
                    <a:pt x="12788" y="7135"/>
                  </a:lnTo>
                  <a:lnTo>
                    <a:pt x="14987" y="5801"/>
                  </a:lnTo>
                  <a:lnTo>
                    <a:pt x="16166" y="6490"/>
                  </a:lnTo>
                  <a:lnTo>
                    <a:pt x="18528" y="6031"/>
                  </a:lnTo>
                  <a:lnTo>
                    <a:pt x="2869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h1711"/>
            <p:cNvSpPr/>
            <p:nvPr/>
          </p:nvSpPr>
          <p:spPr>
            <a:xfrm>
              <a:off x="2616474" y="3133939"/>
              <a:ext cx="19017" cy="24320"/>
            </a:xfrm>
            <a:custGeom>
              <a:avLst/>
              <a:pathLst>
                <a:path w="19017" h="24320">
                  <a:moveTo>
                    <a:pt x="5366" y="0"/>
                  </a:moveTo>
                  <a:lnTo>
                    <a:pt x="5846" y="414"/>
                  </a:lnTo>
                  <a:lnTo>
                    <a:pt x="5844" y="2367"/>
                  </a:lnTo>
                  <a:lnTo>
                    <a:pt x="6591" y="3342"/>
                  </a:lnTo>
                  <a:lnTo>
                    <a:pt x="10660" y="4622"/>
                  </a:lnTo>
                  <a:lnTo>
                    <a:pt x="12216" y="3789"/>
                  </a:lnTo>
                  <a:lnTo>
                    <a:pt x="16063" y="8042"/>
                  </a:lnTo>
                  <a:lnTo>
                    <a:pt x="14394" y="9321"/>
                  </a:lnTo>
                  <a:lnTo>
                    <a:pt x="12129" y="9026"/>
                  </a:lnTo>
                  <a:lnTo>
                    <a:pt x="10599" y="10799"/>
                  </a:lnTo>
                  <a:lnTo>
                    <a:pt x="16092" y="18100"/>
                  </a:lnTo>
                  <a:lnTo>
                    <a:pt x="17968" y="20374"/>
                  </a:lnTo>
                  <a:lnTo>
                    <a:pt x="19017" y="21563"/>
                  </a:lnTo>
                  <a:lnTo>
                    <a:pt x="16734" y="22899"/>
                  </a:lnTo>
                  <a:lnTo>
                    <a:pt x="16571" y="24320"/>
                  </a:lnTo>
                  <a:lnTo>
                    <a:pt x="10039" y="23449"/>
                  </a:lnTo>
                  <a:lnTo>
                    <a:pt x="10981" y="20133"/>
                  </a:lnTo>
                  <a:lnTo>
                    <a:pt x="11183" y="17046"/>
                  </a:lnTo>
                  <a:lnTo>
                    <a:pt x="9287" y="16703"/>
                  </a:lnTo>
                  <a:lnTo>
                    <a:pt x="8373" y="15366"/>
                  </a:lnTo>
                  <a:lnTo>
                    <a:pt x="8891" y="13774"/>
                  </a:lnTo>
                  <a:lnTo>
                    <a:pt x="7728" y="9666"/>
                  </a:lnTo>
                  <a:lnTo>
                    <a:pt x="3605" y="10032"/>
                  </a:lnTo>
                  <a:lnTo>
                    <a:pt x="2858" y="11193"/>
                  </a:lnTo>
                  <a:lnTo>
                    <a:pt x="1050" y="10145"/>
                  </a:lnTo>
                  <a:lnTo>
                    <a:pt x="0" y="4784"/>
                  </a:lnTo>
                  <a:lnTo>
                    <a:pt x="1398" y="3655"/>
                  </a:lnTo>
                  <a:lnTo>
                    <a:pt x="3419" y="3449"/>
                  </a:lnTo>
                  <a:lnTo>
                    <a:pt x="4589" y="80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h1712"/>
            <p:cNvSpPr/>
            <p:nvPr/>
          </p:nvSpPr>
          <p:spPr>
            <a:xfrm>
              <a:off x="2933719" y="3238619"/>
              <a:ext cx="28702" cy="41814"/>
            </a:xfrm>
            <a:custGeom>
              <a:avLst/>
              <a:pathLst>
                <a:path w="28702" h="41814">
                  <a:moveTo>
                    <a:pt x="17250" y="0"/>
                  </a:moveTo>
                  <a:lnTo>
                    <a:pt x="20730" y="3799"/>
                  </a:lnTo>
                  <a:lnTo>
                    <a:pt x="22120" y="6345"/>
                  </a:lnTo>
                  <a:lnTo>
                    <a:pt x="27480" y="20266"/>
                  </a:lnTo>
                  <a:lnTo>
                    <a:pt x="28702" y="26238"/>
                  </a:lnTo>
                  <a:lnTo>
                    <a:pt x="26792" y="27123"/>
                  </a:lnTo>
                  <a:lnTo>
                    <a:pt x="21487" y="32337"/>
                  </a:lnTo>
                  <a:lnTo>
                    <a:pt x="20654" y="36681"/>
                  </a:lnTo>
                  <a:lnTo>
                    <a:pt x="17743" y="38286"/>
                  </a:lnTo>
                  <a:lnTo>
                    <a:pt x="15600" y="36642"/>
                  </a:lnTo>
                  <a:lnTo>
                    <a:pt x="13075" y="38079"/>
                  </a:lnTo>
                  <a:lnTo>
                    <a:pt x="12719" y="41814"/>
                  </a:lnTo>
                  <a:lnTo>
                    <a:pt x="3681" y="34400"/>
                  </a:lnTo>
                  <a:lnTo>
                    <a:pt x="20" y="30488"/>
                  </a:lnTo>
                  <a:lnTo>
                    <a:pt x="0" y="25619"/>
                  </a:lnTo>
                  <a:lnTo>
                    <a:pt x="2153" y="21758"/>
                  </a:lnTo>
                  <a:lnTo>
                    <a:pt x="12295" y="24139"/>
                  </a:lnTo>
                  <a:lnTo>
                    <a:pt x="18729" y="19221"/>
                  </a:lnTo>
                  <a:lnTo>
                    <a:pt x="20314" y="7005"/>
                  </a:lnTo>
                  <a:lnTo>
                    <a:pt x="16657" y="1980"/>
                  </a:lnTo>
                  <a:lnTo>
                    <a:pt x="15495" y="256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h1713"/>
            <p:cNvSpPr/>
            <p:nvPr/>
          </p:nvSpPr>
          <p:spPr>
            <a:xfrm>
              <a:off x="2644626" y="3325522"/>
              <a:ext cx="18294" cy="30298"/>
            </a:xfrm>
            <a:custGeom>
              <a:avLst/>
              <a:pathLst>
                <a:path w="18294" h="30298">
                  <a:moveTo>
                    <a:pt x="11834" y="283"/>
                  </a:moveTo>
                  <a:lnTo>
                    <a:pt x="13457" y="1665"/>
                  </a:lnTo>
                  <a:lnTo>
                    <a:pt x="16866" y="2206"/>
                  </a:lnTo>
                  <a:lnTo>
                    <a:pt x="18294" y="5737"/>
                  </a:lnTo>
                  <a:lnTo>
                    <a:pt x="15261" y="14537"/>
                  </a:lnTo>
                  <a:lnTo>
                    <a:pt x="12377" y="30298"/>
                  </a:lnTo>
                  <a:lnTo>
                    <a:pt x="2614" y="24267"/>
                  </a:lnTo>
                  <a:lnTo>
                    <a:pt x="2290" y="22523"/>
                  </a:lnTo>
                  <a:lnTo>
                    <a:pt x="5247" y="16435"/>
                  </a:lnTo>
                  <a:lnTo>
                    <a:pt x="4731" y="8190"/>
                  </a:lnTo>
                  <a:lnTo>
                    <a:pt x="341" y="4972"/>
                  </a:lnTo>
                  <a:lnTo>
                    <a:pt x="0" y="3945"/>
                  </a:lnTo>
                  <a:lnTo>
                    <a:pt x="1334" y="326"/>
                  </a:lnTo>
                  <a:lnTo>
                    <a:pt x="2045" y="0"/>
                  </a:lnTo>
                  <a:lnTo>
                    <a:pt x="3820" y="2139"/>
                  </a:lnTo>
                  <a:lnTo>
                    <a:pt x="6398" y="38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h1714"/>
            <p:cNvSpPr/>
            <p:nvPr/>
          </p:nvSpPr>
          <p:spPr>
            <a:xfrm>
              <a:off x="2634371" y="3280212"/>
              <a:ext cx="19293" cy="17830"/>
            </a:xfrm>
            <a:custGeom>
              <a:avLst/>
              <a:pathLst>
                <a:path w="19293" h="17830">
                  <a:moveTo>
                    <a:pt x="12510" y="1980"/>
                  </a:moveTo>
                  <a:lnTo>
                    <a:pt x="16749" y="6203"/>
                  </a:lnTo>
                  <a:lnTo>
                    <a:pt x="19293" y="10206"/>
                  </a:lnTo>
                  <a:lnTo>
                    <a:pt x="17700" y="15625"/>
                  </a:lnTo>
                  <a:lnTo>
                    <a:pt x="16559" y="15730"/>
                  </a:lnTo>
                  <a:lnTo>
                    <a:pt x="13925" y="17830"/>
                  </a:lnTo>
                  <a:lnTo>
                    <a:pt x="12809" y="17250"/>
                  </a:lnTo>
                  <a:lnTo>
                    <a:pt x="13133" y="16482"/>
                  </a:lnTo>
                  <a:lnTo>
                    <a:pt x="11275" y="15086"/>
                  </a:lnTo>
                  <a:lnTo>
                    <a:pt x="3086" y="16040"/>
                  </a:lnTo>
                  <a:lnTo>
                    <a:pt x="0" y="15406"/>
                  </a:lnTo>
                  <a:lnTo>
                    <a:pt x="2365" y="10272"/>
                  </a:lnTo>
                  <a:lnTo>
                    <a:pt x="4638" y="8227"/>
                  </a:lnTo>
                  <a:lnTo>
                    <a:pt x="7132" y="3748"/>
                  </a:lnTo>
                  <a:lnTo>
                    <a:pt x="652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h1715"/>
            <p:cNvSpPr/>
            <p:nvPr/>
          </p:nvSpPr>
          <p:spPr>
            <a:xfrm>
              <a:off x="2699968" y="3147648"/>
              <a:ext cx="8986" cy="9195"/>
            </a:xfrm>
            <a:custGeom>
              <a:avLst/>
              <a:pathLst>
                <a:path w="8986" h="9195">
                  <a:moveTo>
                    <a:pt x="6485" y="1309"/>
                  </a:moveTo>
                  <a:lnTo>
                    <a:pt x="7395" y="2266"/>
                  </a:lnTo>
                  <a:lnTo>
                    <a:pt x="8986" y="5238"/>
                  </a:lnTo>
                  <a:lnTo>
                    <a:pt x="5690" y="9195"/>
                  </a:lnTo>
                  <a:lnTo>
                    <a:pt x="1287" y="7113"/>
                  </a:lnTo>
                  <a:lnTo>
                    <a:pt x="0" y="2750"/>
                  </a:lnTo>
                  <a:lnTo>
                    <a:pt x="164" y="1329"/>
                  </a:lnTo>
                  <a:lnTo>
                    <a:pt x="264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h1716"/>
            <p:cNvSpPr/>
            <p:nvPr/>
          </p:nvSpPr>
          <p:spPr>
            <a:xfrm>
              <a:off x="2775558" y="3325050"/>
              <a:ext cx="20824" cy="31651"/>
            </a:xfrm>
            <a:custGeom>
              <a:avLst/>
              <a:pathLst>
                <a:path w="20824" h="31651">
                  <a:moveTo>
                    <a:pt x="9103" y="4409"/>
                  </a:moveTo>
                  <a:lnTo>
                    <a:pt x="13264" y="5625"/>
                  </a:lnTo>
                  <a:lnTo>
                    <a:pt x="18762" y="4835"/>
                  </a:lnTo>
                  <a:lnTo>
                    <a:pt x="20824" y="3431"/>
                  </a:lnTo>
                  <a:lnTo>
                    <a:pt x="18829" y="8474"/>
                  </a:lnTo>
                  <a:lnTo>
                    <a:pt x="16900" y="17011"/>
                  </a:lnTo>
                  <a:lnTo>
                    <a:pt x="13675" y="18683"/>
                  </a:lnTo>
                  <a:lnTo>
                    <a:pt x="6204" y="22676"/>
                  </a:lnTo>
                  <a:lnTo>
                    <a:pt x="5252" y="25223"/>
                  </a:lnTo>
                  <a:lnTo>
                    <a:pt x="6309" y="27120"/>
                  </a:lnTo>
                  <a:lnTo>
                    <a:pt x="7776" y="27627"/>
                  </a:lnTo>
                  <a:lnTo>
                    <a:pt x="5647" y="31097"/>
                  </a:lnTo>
                  <a:lnTo>
                    <a:pt x="4498" y="31651"/>
                  </a:lnTo>
                  <a:lnTo>
                    <a:pt x="0" y="24524"/>
                  </a:lnTo>
                  <a:lnTo>
                    <a:pt x="3407" y="23261"/>
                  </a:lnTo>
                  <a:lnTo>
                    <a:pt x="5532" y="23519"/>
                  </a:lnTo>
                  <a:lnTo>
                    <a:pt x="8005" y="8624"/>
                  </a:lnTo>
                  <a:lnTo>
                    <a:pt x="2937" y="4863"/>
                  </a:lnTo>
                  <a:lnTo>
                    <a:pt x="466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h1717"/>
            <p:cNvSpPr/>
            <p:nvPr/>
          </p:nvSpPr>
          <p:spPr>
            <a:xfrm>
              <a:off x="2825503" y="3227909"/>
              <a:ext cx="29821" cy="26513"/>
            </a:xfrm>
            <a:custGeom>
              <a:avLst/>
              <a:pathLst>
                <a:path w="29821" h="26513">
                  <a:moveTo>
                    <a:pt x="21117" y="4684"/>
                  </a:moveTo>
                  <a:lnTo>
                    <a:pt x="23567" y="7593"/>
                  </a:lnTo>
                  <a:lnTo>
                    <a:pt x="28044" y="13609"/>
                  </a:lnTo>
                  <a:lnTo>
                    <a:pt x="29821" y="16307"/>
                  </a:lnTo>
                  <a:lnTo>
                    <a:pt x="27024" y="18319"/>
                  </a:lnTo>
                  <a:lnTo>
                    <a:pt x="24383" y="17865"/>
                  </a:lnTo>
                  <a:lnTo>
                    <a:pt x="24306" y="16411"/>
                  </a:lnTo>
                  <a:lnTo>
                    <a:pt x="22904" y="15047"/>
                  </a:lnTo>
                  <a:lnTo>
                    <a:pt x="20597" y="14185"/>
                  </a:lnTo>
                  <a:lnTo>
                    <a:pt x="14455" y="15362"/>
                  </a:lnTo>
                  <a:lnTo>
                    <a:pt x="11924" y="24440"/>
                  </a:lnTo>
                  <a:lnTo>
                    <a:pt x="12376" y="24718"/>
                  </a:lnTo>
                  <a:lnTo>
                    <a:pt x="10823" y="26513"/>
                  </a:lnTo>
                  <a:lnTo>
                    <a:pt x="9794" y="24584"/>
                  </a:lnTo>
                  <a:lnTo>
                    <a:pt x="2705" y="21740"/>
                  </a:lnTo>
                  <a:lnTo>
                    <a:pt x="159" y="19726"/>
                  </a:lnTo>
                  <a:lnTo>
                    <a:pt x="0" y="19093"/>
                  </a:lnTo>
                  <a:lnTo>
                    <a:pt x="726" y="15703"/>
                  </a:lnTo>
                  <a:lnTo>
                    <a:pt x="5464" y="10350"/>
                  </a:lnTo>
                  <a:lnTo>
                    <a:pt x="10271" y="11348"/>
                  </a:lnTo>
                  <a:lnTo>
                    <a:pt x="10775" y="6053"/>
                  </a:lnTo>
                  <a:lnTo>
                    <a:pt x="13567" y="2739"/>
                  </a:lnTo>
                  <a:lnTo>
                    <a:pt x="1931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h1718"/>
            <p:cNvSpPr/>
            <p:nvPr/>
          </p:nvSpPr>
          <p:spPr>
            <a:xfrm>
              <a:off x="2780062" y="3233706"/>
              <a:ext cx="10910" cy="9664"/>
            </a:xfrm>
            <a:custGeom>
              <a:avLst/>
              <a:pathLst>
                <a:path w="10910" h="9664">
                  <a:moveTo>
                    <a:pt x="9618" y="0"/>
                  </a:moveTo>
                  <a:lnTo>
                    <a:pt x="10879" y="1995"/>
                  </a:lnTo>
                  <a:lnTo>
                    <a:pt x="10910" y="3342"/>
                  </a:lnTo>
                  <a:lnTo>
                    <a:pt x="10345" y="5460"/>
                  </a:lnTo>
                  <a:lnTo>
                    <a:pt x="9678" y="7922"/>
                  </a:lnTo>
                  <a:lnTo>
                    <a:pt x="8890" y="9664"/>
                  </a:lnTo>
                  <a:lnTo>
                    <a:pt x="7189" y="8986"/>
                  </a:lnTo>
                  <a:lnTo>
                    <a:pt x="5276" y="6008"/>
                  </a:lnTo>
                  <a:lnTo>
                    <a:pt x="4578" y="3638"/>
                  </a:lnTo>
                  <a:lnTo>
                    <a:pt x="0" y="616"/>
                  </a:lnTo>
                  <a:lnTo>
                    <a:pt x="4279" y="754"/>
                  </a:lnTo>
                  <a:lnTo>
                    <a:pt x="3898" y="13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h1719"/>
            <p:cNvSpPr/>
            <p:nvPr/>
          </p:nvSpPr>
          <p:spPr>
            <a:xfrm>
              <a:off x="2726231" y="3132066"/>
              <a:ext cx="22745" cy="15443"/>
            </a:xfrm>
            <a:custGeom>
              <a:avLst/>
              <a:pathLst>
                <a:path w="22745" h="15443">
                  <a:moveTo>
                    <a:pt x="3358" y="5770"/>
                  </a:moveTo>
                  <a:lnTo>
                    <a:pt x="3993" y="5937"/>
                  </a:lnTo>
                  <a:lnTo>
                    <a:pt x="7938" y="1391"/>
                  </a:lnTo>
                  <a:lnTo>
                    <a:pt x="12559" y="776"/>
                  </a:lnTo>
                  <a:lnTo>
                    <a:pt x="19442" y="1607"/>
                  </a:lnTo>
                  <a:lnTo>
                    <a:pt x="22745" y="5363"/>
                  </a:lnTo>
                  <a:lnTo>
                    <a:pt x="19262" y="7219"/>
                  </a:lnTo>
                  <a:lnTo>
                    <a:pt x="12931" y="13361"/>
                  </a:lnTo>
                  <a:lnTo>
                    <a:pt x="10408" y="13031"/>
                  </a:lnTo>
                  <a:lnTo>
                    <a:pt x="6247" y="15443"/>
                  </a:lnTo>
                  <a:lnTo>
                    <a:pt x="649" y="122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h1720"/>
            <p:cNvSpPr/>
            <p:nvPr/>
          </p:nvSpPr>
          <p:spPr>
            <a:xfrm>
              <a:off x="2747964" y="3268036"/>
              <a:ext cx="13651" cy="8417"/>
            </a:xfrm>
            <a:custGeom>
              <a:avLst/>
              <a:pathLst>
                <a:path w="13651" h="8417">
                  <a:moveTo>
                    <a:pt x="9145" y="331"/>
                  </a:moveTo>
                  <a:lnTo>
                    <a:pt x="9265" y="830"/>
                  </a:lnTo>
                  <a:lnTo>
                    <a:pt x="13651" y="5244"/>
                  </a:lnTo>
                  <a:lnTo>
                    <a:pt x="3002" y="6276"/>
                  </a:lnTo>
                  <a:lnTo>
                    <a:pt x="3399" y="7564"/>
                  </a:lnTo>
                  <a:lnTo>
                    <a:pt x="2124" y="8417"/>
                  </a:lnTo>
                  <a:lnTo>
                    <a:pt x="1102" y="8019"/>
                  </a:lnTo>
                  <a:lnTo>
                    <a:pt x="0" y="5814"/>
                  </a:lnTo>
                  <a:lnTo>
                    <a:pt x="665" y="4394"/>
                  </a:lnTo>
                  <a:lnTo>
                    <a:pt x="563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h1721"/>
            <p:cNvSpPr/>
            <p:nvPr/>
          </p:nvSpPr>
          <p:spPr>
            <a:xfrm>
              <a:off x="2773862" y="3233717"/>
              <a:ext cx="11629" cy="11134"/>
            </a:xfrm>
            <a:custGeom>
              <a:avLst/>
              <a:pathLst>
                <a:path w="11629" h="11134">
                  <a:moveTo>
                    <a:pt x="4232" y="958"/>
                  </a:moveTo>
                  <a:lnTo>
                    <a:pt x="6199" y="605"/>
                  </a:lnTo>
                  <a:lnTo>
                    <a:pt x="10777" y="3627"/>
                  </a:lnTo>
                  <a:lnTo>
                    <a:pt x="11476" y="5997"/>
                  </a:lnTo>
                  <a:lnTo>
                    <a:pt x="10420" y="7671"/>
                  </a:lnTo>
                  <a:lnTo>
                    <a:pt x="11577" y="8164"/>
                  </a:lnTo>
                  <a:lnTo>
                    <a:pt x="11629" y="10036"/>
                  </a:lnTo>
                  <a:lnTo>
                    <a:pt x="11371" y="10822"/>
                  </a:lnTo>
                  <a:lnTo>
                    <a:pt x="10040" y="11134"/>
                  </a:lnTo>
                  <a:lnTo>
                    <a:pt x="6062" y="8726"/>
                  </a:lnTo>
                  <a:lnTo>
                    <a:pt x="5775" y="5532"/>
                  </a:lnTo>
                  <a:lnTo>
                    <a:pt x="4331" y="3433"/>
                  </a:lnTo>
                  <a:lnTo>
                    <a:pt x="2541" y="4997"/>
                  </a:lnTo>
                  <a:lnTo>
                    <a:pt x="0" y="2634"/>
                  </a:lnTo>
                  <a:lnTo>
                    <a:pt x="32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h1722"/>
            <p:cNvSpPr/>
            <p:nvPr/>
          </p:nvSpPr>
          <p:spPr>
            <a:xfrm>
              <a:off x="2817180" y="3350088"/>
              <a:ext cx="12436" cy="11220"/>
            </a:xfrm>
            <a:custGeom>
              <a:avLst/>
              <a:pathLst>
                <a:path w="12436" h="11220">
                  <a:moveTo>
                    <a:pt x="6621" y="2154"/>
                  </a:moveTo>
                  <a:lnTo>
                    <a:pt x="12436" y="3586"/>
                  </a:lnTo>
                  <a:lnTo>
                    <a:pt x="10109" y="7727"/>
                  </a:lnTo>
                  <a:lnTo>
                    <a:pt x="12171" y="11220"/>
                  </a:lnTo>
                  <a:lnTo>
                    <a:pt x="6733" y="11215"/>
                  </a:lnTo>
                  <a:lnTo>
                    <a:pt x="6337" y="9810"/>
                  </a:lnTo>
                  <a:lnTo>
                    <a:pt x="1742" y="7526"/>
                  </a:lnTo>
                  <a:lnTo>
                    <a:pt x="616" y="7553"/>
                  </a:lnTo>
                  <a:lnTo>
                    <a:pt x="0" y="6224"/>
                  </a:lnTo>
                  <a:lnTo>
                    <a:pt x="605" y="3773"/>
                  </a:lnTo>
                  <a:lnTo>
                    <a:pt x="2298" y="1695"/>
                  </a:lnTo>
                  <a:lnTo>
                    <a:pt x="2102" y="594"/>
                  </a:lnTo>
                  <a:lnTo>
                    <a:pt x="35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h1723"/>
            <p:cNvSpPr/>
            <p:nvPr/>
          </p:nvSpPr>
          <p:spPr>
            <a:xfrm>
              <a:off x="2772572" y="3230357"/>
              <a:ext cx="11768" cy="5993"/>
            </a:xfrm>
            <a:custGeom>
              <a:avLst/>
              <a:pathLst>
                <a:path w="11768" h="5993">
                  <a:moveTo>
                    <a:pt x="8170" y="303"/>
                  </a:moveTo>
                  <a:lnTo>
                    <a:pt x="9381" y="1210"/>
                  </a:lnTo>
                  <a:lnTo>
                    <a:pt x="10218" y="3100"/>
                  </a:lnTo>
                  <a:lnTo>
                    <a:pt x="11768" y="4102"/>
                  </a:lnTo>
                  <a:lnTo>
                    <a:pt x="7489" y="3964"/>
                  </a:lnTo>
                  <a:lnTo>
                    <a:pt x="5522" y="4317"/>
                  </a:lnTo>
                  <a:lnTo>
                    <a:pt x="4576" y="3359"/>
                  </a:lnTo>
                  <a:lnTo>
                    <a:pt x="1290" y="5993"/>
                  </a:lnTo>
                  <a:lnTo>
                    <a:pt x="0" y="5943"/>
                  </a:lnTo>
                  <a:lnTo>
                    <a:pt x="199" y="3410"/>
                  </a:lnTo>
                  <a:lnTo>
                    <a:pt x="6565" y="677"/>
                  </a:lnTo>
                  <a:lnTo>
                    <a:pt x="7405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h1724"/>
            <p:cNvSpPr/>
            <p:nvPr/>
          </p:nvSpPr>
          <p:spPr>
            <a:xfrm>
              <a:off x="2951004" y="3292768"/>
              <a:ext cx="16979" cy="17222"/>
            </a:xfrm>
            <a:custGeom>
              <a:avLst/>
              <a:pathLst>
                <a:path w="16979" h="17222">
                  <a:moveTo>
                    <a:pt x="8253" y="1065"/>
                  </a:moveTo>
                  <a:lnTo>
                    <a:pt x="12073" y="4115"/>
                  </a:lnTo>
                  <a:lnTo>
                    <a:pt x="16172" y="3472"/>
                  </a:lnTo>
                  <a:lnTo>
                    <a:pt x="16979" y="7707"/>
                  </a:lnTo>
                  <a:lnTo>
                    <a:pt x="15391" y="11898"/>
                  </a:lnTo>
                  <a:lnTo>
                    <a:pt x="11075" y="17222"/>
                  </a:lnTo>
                  <a:lnTo>
                    <a:pt x="8197" y="16190"/>
                  </a:lnTo>
                  <a:lnTo>
                    <a:pt x="0" y="8503"/>
                  </a:lnTo>
                  <a:lnTo>
                    <a:pt x="1370" y="6532"/>
                  </a:lnTo>
                  <a:lnTo>
                    <a:pt x="307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h1725"/>
            <p:cNvSpPr/>
            <p:nvPr/>
          </p:nvSpPr>
          <p:spPr>
            <a:xfrm>
              <a:off x="2795818" y="3093153"/>
              <a:ext cx="18087" cy="13128"/>
            </a:xfrm>
            <a:custGeom>
              <a:avLst/>
              <a:pathLst>
                <a:path w="18087" h="13128">
                  <a:moveTo>
                    <a:pt x="18087" y="10882"/>
                  </a:moveTo>
                  <a:lnTo>
                    <a:pt x="17567" y="12207"/>
                  </a:lnTo>
                  <a:lnTo>
                    <a:pt x="8648" y="12080"/>
                  </a:lnTo>
                  <a:lnTo>
                    <a:pt x="8072" y="12551"/>
                  </a:lnTo>
                  <a:lnTo>
                    <a:pt x="5186" y="13128"/>
                  </a:lnTo>
                  <a:lnTo>
                    <a:pt x="3670" y="12075"/>
                  </a:lnTo>
                  <a:lnTo>
                    <a:pt x="3642" y="11174"/>
                  </a:lnTo>
                  <a:lnTo>
                    <a:pt x="5446" y="9398"/>
                  </a:lnTo>
                  <a:lnTo>
                    <a:pt x="5017" y="6146"/>
                  </a:lnTo>
                  <a:lnTo>
                    <a:pt x="3278" y="4677"/>
                  </a:lnTo>
                  <a:lnTo>
                    <a:pt x="0" y="3354"/>
                  </a:lnTo>
                  <a:lnTo>
                    <a:pt x="106" y="1987"/>
                  </a:lnTo>
                  <a:lnTo>
                    <a:pt x="1276" y="1363"/>
                  </a:lnTo>
                  <a:lnTo>
                    <a:pt x="3664" y="1676"/>
                  </a:lnTo>
                  <a:lnTo>
                    <a:pt x="4877" y="0"/>
                  </a:lnTo>
                  <a:lnTo>
                    <a:pt x="7717" y="29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h1726"/>
            <p:cNvSpPr/>
            <p:nvPr/>
          </p:nvSpPr>
          <p:spPr>
            <a:xfrm>
              <a:off x="2817377" y="3366512"/>
              <a:ext cx="31089" cy="32235"/>
            </a:xfrm>
            <a:custGeom>
              <a:avLst/>
              <a:pathLst>
                <a:path w="31089" h="32235">
                  <a:moveTo>
                    <a:pt x="23516" y="415"/>
                  </a:moveTo>
                  <a:lnTo>
                    <a:pt x="30567" y="0"/>
                  </a:lnTo>
                  <a:lnTo>
                    <a:pt x="29826" y="3258"/>
                  </a:lnTo>
                  <a:lnTo>
                    <a:pt x="31089" y="6526"/>
                  </a:lnTo>
                  <a:lnTo>
                    <a:pt x="22399" y="6720"/>
                  </a:lnTo>
                  <a:lnTo>
                    <a:pt x="19339" y="5653"/>
                  </a:lnTo>
                  <a:lnTo>
                    <a:pt x="18186" y="6491"/>
                  </a:lnTo>
                  <a:lnTo>
                    <a:pt x="22563" y="14054"/>
                  </a:lnTo>
                  <a:lnTo>
                    <a:pt x="23737" y="21729"/>
                  </a:lnTo>
                  <a:lnTo>
                    <a:pt x="23554" y="27988"/>
                  </a:lnTo>
                  <a:lnTo>
                    <a:pt x="19549" y="28377"/>
                  </a:lnTo>
                  <a:lnTo>
                    <a:pt x="11905" y="27587"/>
                  </a:lnTo>
                  <a:lnTo>
                    <a:pt x="8355" y="29184"/>
                  </a:lnTo>
                  <a:lnTo>
                    <a:pt x="6506" y="31401"/>
                  </a:lnTo>
                  <a:lnTo>
                    <a:pt x="4825" y="32235"/>
                  </a:lnTo>
                  <a:lnTo>
                    <a:pt x="1402" y="31912"/>
                  </a:lnTo>
                  <a:lnTo>
                    <a:pt x="3504" y="27792"/>
                  </a:lnTo>
                  <a:lnTo>
                    <a:pt x="3150" y="20696"/>
                  </a:lnTo>
                  <a:lnTo>
                    <a:pt x="0" y="14201"/>
                  </a:lnTo>
                  <a:lnTo>
                    <a:pt x="3073" y="12930"/>
                  </a:lnTo>
                  <a:lnTo>
                    <a:pt x="4714" y="10459"/>
                  </a:lnTo>
                  <a:lnTo>
                    <a:pt x="5290" y="8055"/>
                  </a:lnTo>
                  <a:lnTo>
                    <a:pt x="4487" y="4827"/>
                  </a:lnTo>
                  <a:lnTo>
                    <a:pt x="14823" y="5038"/>
                  </a:lnTo>
                  <a:lnTo>
                    <a:pt x="18425" y="4254"/>
                  </a:lnTo>
                  <a:lnTo>
                    <a:pt x="20322" y="220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h1727"/>
            <p:cNvSpPr/>
            <p:nvPr/>
          </p:nvSpPr>
          <p:spPr>
            <a:xfrm>
              <a:off x="2849071" y="3221878"/>
              <a:ext cx="18726" cy="20480"/>
            </a:xfrm>
            <a:custGeom>
              <a:avLst/>
              <a:pathLst>
                <a:path w="18726" h="20480">
                  <a:moveTo>
                    <a:pt x="4729" y="0"/>
                  </a:moveTo>
                  <a:lnTo>
                    <a:pt x="4955" y="163"/>
                  </a:lnTo>
                  <a:lnTo>
                    <a:pt x="4052" y="3145"/>
                  </a:lnTo>
                  <a:lnTo>
                    <a:pt x="5611" y="4799"/>
                  </a:lnTo>
                  <a:lnTo>
                    <a:pt x="8463" y="4825"/>
                  </a:lnTo>
                  <a:lnTo>
                    <a:pt x="9759" y="6962"/>
                  </a:lnTo>
                  <a:lnTo>
                    <a:pt x="10165" y="8398"/>
                  </a:lnTo>
                  <a:lnTo>
                    <a:pt x="12889" y="7783"/>
                  </a:lnTo>
                  <a:lnTo>
                    <a:pt x="18481" y="11191"/>
                  </a:lnTo>
                  <a:lnTo>
                    <a:pt x="18726" y="15028"/>
                  </a:lnTo>
                  <a:lnTo>
                    <a:pt x="18251" y="15845"/>
                  </a:lnTo>
                  <a:lnTo>
                    <a:pt x="15408" y="16044"/>
                  </a:lnTo>
                  <a:lnTo>
                    <a:pt x="14598" y="20480"/>
                  </a:lnTo>
                  <a:lnTo>
                    <a:pt x="11659" y="20175"/>
                  </a:lnTo>
                  <a:lnTo>
                    <a:pt x="12057" y="16642"/>
                  </a:lnTo>
                  <a:lnTo>
                    <a:pt x="10519" y="16367"/>
                  </a:lnTo>
                  <a:lnTo>
                    <a:pt x="9313" y="16814"/>
                  </a:lnTo>
                  <a:lnTo>
                    <a:pt x="6744" y="19646"/>
                  </a:lnTo>
                  <a:lnTo>
                    <a:pt x="4476" y="19641"/>
                  </a:lnTo>
                  <a:lnTo>
                    <a:pt x="0" y="13624"/>
                  </a:lnTo>
                  <a:lnTo>
                    <a:pt x="86" y="10137"/>
                  </a:lnTo>
                  <a:lnTo>
                    <a:pt x="3239" y="7259"/>
                  </a:lnTo>
                  <a:lnTo>
                    <a:pt x="2705" y="1887"/>
                  </a:lnTo>
                  <a:lnTo>
                    <a:pt x="1699" y="116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h1728"/>
            <p:cNvSpPr/>
            <p:nvPr/>
          </p:nvSpPr>
          <p:spPr>
            <a:xfrm>
              <a:off x="2785255" y="3303186"/>
              <a:ext cx="13170" cy="12631"/>
            </a:xfrm>
            <a:custGeom>
              <a:avLst/>
              <a:pathLst>
                <a:path w="13170" h="12631">
                  <a:moveTo>
                    <a:pt x="13170" y="830"/>
                  </a:moveTo>
                  <a:lnTo>
                    <a:pt x="12918" y="3248"/>
                  </a:lnTo>
                  <a:lnTo>
                    <a:pt x="11812" y="4931"/>
                  </a:lnTo>
                  <a:lnTo>
                    <a:pt x="9633" y="2900"/>
                  </a:lnTo>
                  <a:lnTo>
                    <a:pt x="9042" y="5308"/>
                  </a:lnTo>
                  <a:lnTo>
                    <a:pt x="10282" y="7456"/>
                  </a:lnTo>
                  <a:lnTo>
                    <a:pt x="8404" y="11109"/>
                  </a:lnTo>
                  <a:lnTo>
                    <a:pt x="5781" y="12631"/>
                  </a:lnTo>
                  <a:lnTo>
                    <a:pt x="734" y="11273"/>
                  </a:lnTo>
                  <a:lnTo>
                    <a:pt x="0" y="8222"/>
                  </a:lnTo>
                  <a:lnTo>
                    <a:pt x="950" y="8187"/>
                  </a:lnTo>
                  <a:lnTo>
                    <a:pt x="3872" y="8369"/>
                  </a:lnTo>
                  <a:lnTo>
                    <a:pt x="6960" y="4806"/>
                  </a:lnTo>
                  <a:lnTo>
                    <a:pt x="8752" y="5477"/>
                  </a:lnTo>
                  <a:lnTo>
                    <a:pt x="9239" y="1833"/>
                  </a:lnTo>
                  <a:lnTo>
                    <a:pt x="110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h1729"/>
            <p:cNvSpPr/>
            <p:nvPr/>
          </p:nvSpPr>
          <p:spPr>
            <a:xfrm>
              <a:off x="2774093" y="3136943"/>
              <a:ext cx="14087" cy="14628"/>
            </a:xfrm>
            <a:custGeom>
              <a:avLst/>
              <a:pathLst>
                <a:path w="14087" h="14628">
                  <a:moveTo>
                    <a:pt x="12944" y="1036"/>
                  </a:moveTo>
                  <a:lnTo>
                    <a:pt x="14087" y="2000"/>
                  </a:lnTo>
                  <a:lnTo>
                    <a:pt x="13051" y="3533"/>
                  </a:lnTo>
                  <a:lnTo>
                    <a:pt x="9609" y="3154"/>
                  </a:lnTo>
                  <a:lnTo>
                    <a:pt x="9610" y="2559"/>
                  </a:lnTo>
                  <a:lnTo>
                    <a:pt x="6659" y="4294"/>
                  </a:lnTo>
                  <a:lnTo>
                    <a:pt x="3725" y="10529"/>
                  </a:lnTo>
                  <a:lnTo>
                    <a:pt x="5798" y="13008"/>
                  </a:lnTo>
                  <a:lnTo>
                    <a:pt x="5015" y="14628"/>
                  </a:lnTo>
                  <a:lnTo>
                    <a:pt x="1858" y="13059"/>
                  </a:lnTo>
                  <a:lnTo>
                    <a:pt x="1936" y="12189"/>
                  </a:lnTo>
                  <a:lnTo>
                    <a:pt x="0" y="9825"/>
                  </a:lnTo>
                  <a:lnTo>
                    <a:pt x="572" y="6444"/>
                  </a:lnTo>
                  <a:lnTo>
                    <a:pt x="1947" y="4585"/>
                  </a:lnTo>
                  <a:lnTo>
                    <a:pt x="2785" y="3229"/>
                  </a:lnTo>
                  <a:lnTo>
                    <a:pt x="78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h1730"/>
            <p:cNvSpPr/>
            <p:nvPr/>
          </p:nvSpPr>
          <p:spPr>
            <a:xfrm>
              <a:off x="2739889" y="3222172"/>
              <a:ext cx="25684" cy="23186"/>
            </a:xfrm>
            <a:custGeom>
              <a:avLst/>
              <a:pathLst>
                <a:path w="25684" h="23186">
                  <a:moveTo>
                    <a:pt x="21718" y="0"/>
                  </a:moveTo>
                  <a:lnTo>
                    <a:pt x="25684" y="5275"/>
                  </a:lnTo>
                  <a:lnTo>
                    <a:pt x="24025" y="10619"/>
                  </a:lnTo>
                  <a:lnTo>
                    <a:pt x="18109" y="10347"/>
                  </a:lnTo>
                  <a:lnTo>
                    <a:pt x="16021" y="11164"/>
                  </a:lnTo>
                  <a:lnTo>
                    <a:pt x="15066" y="12788"/>
                  </a:lnTo>
                  <a:lnTo>
                    <a:pt x="15277" y="16462"/>
                  </a:lnTo>
                  <a:lnTo>
                    <a:pt x="25037" y="19415"/>
                  </a:lnTo>
                  <a:lnTo>
                    <a:pt x="21906" y="21172"/>
                  </a:lnTo>
                  <a:lnTo>
                    <a:pt x="18177" y="20678"/>
                  </a:lnTo>
                  <a:lnTo>
                    <a:pt x="14209" y="21111"/>
                  </a:lnTo>
                  <a:lnTo>
                    <a:pt x="11090" y="23186"/>
                  </a:lnTo>
                  <a:lnTo>
                    <a:pt x="10345" y="22458"/>
                  </a:lnTo>
                  <a:lnTo>
                    <a:pt x="10696" y="21395"/>
                  </a:lnTo>
                  <a:lnTo>
                    <a:pt x="7676" y="20092"/>
                  </a:lnTo>
                  <a:lnTo>
                    <a:pt x="3779" y="19360"/>
                  </a:lnTo>
                  <a:lnTo>
                    <a:pt x="1264" y="19829"/>
                  </a:lnTo>
                  <a:lnTo>
                    <a:pt x="0" y="16324"/>
                  </a:lnTo>
                  <a:lnTo>
                    <a:pt x="4255" y="11623"/>
                  </a:lnTo>
                  <a:lnTo>
                    <a:pt x="8557" y="9420"/>
                  </a:lnTo>
                  <a:lnTo>
                    <a:pt x="9505" y="9472"/>
                  </a:lnTo>
                  <a:lnTo>
                    <a:pt x="9362" y="11219"/>
                  </a:lnTo>
                  <a:lnTo>
                    <a:pt x="10325" y="11193"/>
                  </a:lnTo>
                  <a:lnTo>
                    <a:pt x="11805" y="10010"/>
                  </a:lnTo>
                  <a:lnTo>
                    <a:pt x="11820" y="8206"/>
                  </a:lnTo>
                  <a:lnTo>
                    <a:pt x="13740" y="7258"/>
                  </a:lnTo>
                  <a:lnTo>
                    <a:pt x="16834" y="3951"/>
                  </a:lnTo>
                  <a:lnTo>
                    <a:pt x="19440" y="1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h1731"/>
            <p:cNvSpPr/>
            <p:nvPr/>
          </p:nvSpPr>
          <p:spPr>
            <a:xfrm>
              <a:off x="2968435" y="3231057"/>
              <a:ext cx="26521" cy="24083"/>
            </a:xfrm>
            <a:custGeom>
              <a:avLst/>
              <a:pathLst>
                <a:path w="26521" h="24083">
                  <a:moveTo>
                    <a:pt x="25930" y="856"/>
                  </a:moveTo>
                  <a:lnTo>
                    <a:pt x="26521" y="4443"/>
                  </a:lnTo>
                  <a:lnTo>
                    <a:pt x="25740" y="7225"/>
                  </a:lnTo>
                  <a:lnTo>
                    <a:pt x="25062" y="8275"/>
                  </a:lnTo>
                  <a:lnTo>
                    <a:pt x="18650" y="9500"/>
                  </a:lnTo>
                  <a:lnTo>
                    <a:pt x="14732" y="11534"/>
                  </a:lnTo>
                  <a:lnTo>
                    <a:pt x="13056" y="19526"/>
                  </a:lnTo>
                  <a:lnTo>
                    <a:pt x="14676" y="19925"/>
                  </a:lnTo>
                  <a:lnTo>
                    <a:pt x="13405" y="22198"/>
                  </a:lnTo>
                  <a:lnTo>
                    <a:pt x="6447" y="24083"/>
                  </a:lnTo>
                  <a:lnTo>
                    <a:pt x="5404" y="23318"/>
                  </a:lnTo>
                  <a:lnTo>
                    <a:pt x="0" y="14339"/>
                  </a:lnTo>
                  <a:lnTo>
                    <a:pt x="2147" y="10719"/>
                  </a:lnTo>
                  <a:lnTo>
                    <a:pt x="5103" y="11257"/>
                  </a:lnTo>
                  <a:lnTo>
                    <a:pt x="9281" y="12525"/>
                  </a:lnTo>
                  <a:lnTo>
                    <a:pt x="13601" y="10614"/>
                  </a:lnTo>
                  <a:lnTo>
                    <a:pt x="23537" y="2597"/>
                  </a:lnTo>
                  <a:lnTo>
                    <a:pt x="2405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h1732"/>
            <p:cNvSpPr/>
            <p:nvPr/>
          </p:nvSpPr>
          <p:spPr>
            <a:xfrm>
              <a:off x="2863142" y="3308890"/>
              <a:ext cx="14008" cy="20388"/>
            </a:xfrm>
            <a:custGeom>
              <a:avLst/>
              <a:pathLst>
                <a:path w="14008" h="20388">
                  <a:moveTo>
                    <a:pt x="11777" y="1735"/>
                  </a:moveTo>
                  <a:lnTo>
                    <a:pt x="13144" y="3040"/>
                  </a:lnTo>
                  <a:lnTo>
                    <a:pt x="14008" y="5355"/>
                  </a:lnTo>
                  <a:lnTo>
                    <a:pt x="13419" y="12015"/>
                  </a:lnTo>
                  <a:lnTo>
                    <a:pt x="12706" y="13070"/>
                  </a:lnTo>
                  <a:lnTo>
                    <a:pt x="9606" y="14030"/>
                  </a:lnTo>
                  <a:lnTo>
                    <a:pt x="10126" y="16043"/>
                  </a:lnTo>
                  <a:lnTo>
                    <a:pt x="10803" y="16328"/>
                  </a:lnTo>
                  <a:lnTo>
                    <a:pt x="11439" y="15306"/>
                  </a:lnTo>
                  <a:lnTo>
                    <a:pt x="11529" y="17935"/>
                  </a:lnTo>
                  <a:lnTo>
                    <a:pt x="10573" y="19971"/>
                  </a:lnTo>
                  <a:lnTo>
                    <a:pt x="8508" y="18645"/>
                  </a:lnTo>
                  <a:lnTo>
                    <a:pt x="6105" y="18170"/>
                  </a:lnTo>
                  <a:lnTo>
                    <a:pt x="3846" y="19312"/>
                  </a:lnTo>
                  <a:lnTo>
                    <a:pt x="3421" y="20388"/>
                  </a:lnTo>
                  <a:lnTo>
                    <a:pt x="1083" y="20375"/>
                  </a:lnTo>
                  <a:lnTo>
                    <a:pt x="0" y="17616"/>
                  </a:lnTo>
                  <a:lnTo>
                    <a:pt x="484" y="14770"/>
                  </a:lnTo>
                  <a:lnTo>
                    <a:pt x="2629" y="12625"/>
                  </a:lnTo>
                  <a:lnTo>
                    <a:pt x="3079" y="11042"/>
                  </a:lnTo>
                  <a:lnTo>
                    <a:pt x="1698" y="6211"/>
                  </a:lnTo>
                  <a:lnTo>
                    <a:pt x="3897" y="3193"/>
                  </a:lnTo>
                  <a:lnTo>
                    <a:pt x="6114" y="2869"/>
                  </a:lnTo>
                  <a:lnTo>
                    <a:pt x="802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h1733"/>
            <p:cNvSpPr/>
            <p:nvPr/>
          </p:nvSpPr>
          <p:spPr>
            <a:xfrm>
              <a:off x="2849201" y="3189079"/>
              <a:ext cx="5084" cy="4586"/>
            </a:xfrm>
            <a:custGeom>
              <a:avLst/>
              <a:pathLst>
                <a:path w="5084" h="4586">
                  <a:moveTo>
                    <a:pt x="5084" y="0"/>
                  </a:moveTo>
                  <a:lnTo>
                    <a:pt x="4063" y="4586"/>
                  </a:lnTo>
                  <a:lnTo>
                    <a:pt x="915" y="3033"/>
                  </a:lnTo>
                  <a:lnTo>
                    <a:pt x="0" y="177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h1734"/>
            <p:cNvSpPr/>
            <p:nvPr/>
          </p:nvSpPr>
          <p:spPr>
            <a:xfrm>
              <a:off x="2750849" y="3286117"/>
              <a:ext cx="10307" cy="12383"/>
            </a:xfrm>
            <a:custGeom>
              <a:avLst/>
              <a:pathLst>
                <a:path w="10307" h="12383">
                  <a:moveTo>
                    <a:pt x="9285" y="3003"/>
                  </a:moveTo>
                  <a:lnTo>
                    <a:pt x="10307" y="4214"/>
                  </a:lnTo>
                  <a:lnTo>
                    <a:pt x="9958" y="8177"/>
                  </a:lnTo>
                  <a:lnTo>
                    <a:pt x="4446" y="12383"/>
                  </a:lnTo>
                  <a:lnTo>
                    <a:pt x="1185" y="10189"/>
                  </a:lnTo>
                  <a:lnTo>
                    <a:pt x="0" y="7590"/>
                  </a:lnTo>
                  <a:lnTo>
                    <a:pt x="2581" y="5677"/>
                  </a:lnTo>
                  <a:lnTo>
                    <a:pt x="6554" y="5086"/>
                  </a:lnTo>
                  <a:lnTo>
                    <a:pt x="5923" y="2521"/>
                  </a:lnTo>
                  <a:lnTo>
                    <a:pt x="2758" y="1273"/>
                  </a:lnTo>
                  <a:lnTo>
                    <a:pt x="445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h1735"/>
            <p:cNvSpPr/>
            <p:nvPr/>
          </p:nvSpPr>
          <p:spPr>
            <a:xfrm>
              <a:off x="2706770" y="3220776"/>
              <a:ext cx="8528" cy="9634"/>
            </a:xfrm>
            <a:custGeom>
              <a:avLst/>
              <a:pathLst>
                <a:path w="8528" h="9634">
                  <a:moveTo>
                    <a:pt x="6384" y="10"/>
                  </a:moveTo>
                  <a:lnTo>
                    <a:pt x="8293" y="1664"/>
                  </a:lnTo>
                  <a:lnTo>
                    <a:pt x="8528" y="6952"/>
                  </a:lnTo>
                  <a:lnTo>
                    <a:pt x="7154" y="9634"/>
                  </a:lnTo>
                  <a:lnTo>
                    <a:pt x="5811" y="7513"/>
                  </a:lnTo>
                  <a:lnTo>
                    <a:pt x="0" y="6298"/>
                  </a:lnTo>
                  <a:lnTo>
                    <a:pt x="486" y="5293"/>
                  </a:lnTo>
                  <a:lnTo>
                    <a:pt x="2025" y="3262"/>
                  </a:lnTo>
                  <a:lnTo>
                    <a:pt x="445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h1736"/>
            <p:cNvSpPr/>
            <p:nvPr/>
          </p:nvSpPr>
          <p:spPr>
            <a:xfrm>
              <a:off x="2726231" y="3115591"/>
              <a:ext cx="35225" cy="22411"/>
            </a:xfrm>
            <a:custGeom>
              <a:avLst/>
              <a:pathLst>
                <a:path w="35225" h="22411">
                  <a:moveTo>
                    <a:pt x="14339" y="524"/>
                  </a:moveTo>
                  <a:lnTo>
                    <a:pt x="17485" y="4653"/>
                  </a:lnTo>
                  <a:lnTo>
                    <a:pt x="22555" y="8359"/>
                  </a:lnTo>
                  <a:lnTo>
                    <a:pt x="29470" y="2142"/>
                  </a:lnTo>
                  <a:lnTo>
                    <a:pt x="35225" y="12773"/>
                  </a:lnTo>
                  <a:lnTo>
                    <a:pt x="27746" y="14275"/>
                  </a:lnTo>
                  <a:lnTo>
                    <a:pt x="24572" y="18022"/>
                  </a:lnTo>
                  <a:lnTo>
                    <a:pt x="26879" y="21017"/>
                  </a:lnTo>
                  <a:lnTo>
                    <a:pt x="22745" y="21838"/>
                  </a:lnTo>
                  <a:lnTo>
                    <a:pt x="19442" y="18081"/>
                  </a:lnTo>
                  <a:lnTo>
                    <a:pt x="12559" y="17251"/>
                  </a:lnTo>
                  <a:lnTo>
                    <a:pt x="7938" y="17865"/>
                  </a:lnTo>
                  <a:lnTo>
                    <a:pt x="3993" y="22411"/>
                  </a:lnTo>
                  <a:lnTo>
                    <a:pt x="3358" y="22245"/>
                  </a:lnTo>
                  <a:lnTo>
                    <a:pt x="0" y="16474"/>
                  </a:lnTo>
                  <a:lnTo>
                    <a:pt x="5445" y="9714"/>
                  </a:lnTo>
                  <a:lnTo>
                    <a:pt x="5584" y="1969"/>
                  </a:lnTo>
                  <a:lnTo>
                    <a:pt x="8113" y="1829"/>
                  </a:lnTo>
                  <a:lnTo>
                    <a:pt x="1105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h1737"/>
            <p:cNvSpPr/>
            <p:nvPr/>
          </p:nvSpPr>
          <p:spPr>
            <a:xfrm>
              <a:off x="2782920" y="3039885"/>
              <a:ext cx="15722" cy="20389"/>
            </a:xfrm>
            <a:custGeom>
              <a:avLst/>
              <a:pathLst>
                <a:path w="15722" h="20389">
                  <a:moveTo>
                    <a:pt x="10586" y="4266"/>
                  </a:moveTo>
                  <a:lnTo>
                    <a:pt x="15722" y="7637"/>
                  </a:lnTo>
                  <a:lnTo>
                    <a:pt x="14646" y="9207"/>
                  </a:lnTo>
                  <a:lnTo>
                    <a:pt x="7893" y="13288"/>
                  </a:lnTo>
                  <a:lnTo>
                    <a:pt x="6956" y="19336"/>
                  </a:lnTo>
                  <a:lnTo>
                    <a:pt x="6044" y="20389"/>
                  </a:lnTo>
                  <a:lnTo>
                    <a:pt x="5019" y="20256"/>
                  </a:lnTo>
                  <a:lnTo>
                    <a:pt x="1283" y="17066"/>
                  </a:lnTo>
                  <a:lnTo>
                    <a:pt x="0" y="13363"/>
                  </a:lnTo>
                  <a:lnTo>
                    <a:pt x="916" y="11629"/>
                  </a:lnTo>
                  <a:lnTo>
                    <a:pt x="2819" y="13933"/>
                  </a:lnTo>
                  <a:lnTo>
                    <a:pt x="3742" y="12153"/>
                  </a:lnTo>
                  <a:lnTo>
                    <a:pt x="4922" y="7359"/>
                  </a:lnTo>
                  <a:lnTo>
                    <a:pt x="3685" y="3705"/>
                  </a:lnTo>
                  <a:lnTo>
                    <a:pt x="4178" y="3034"/>
                  </a:lnTo>
                  <a:lnTo>
                    <a:pt x="4193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h1738"/>
            <p:cNvSpPr/>
            <p:nvPr/>
          </p:nvSpPr>
          <p:spPr>
            <a:xfrm>
              <a:off x="2769139" y="3156783"/>
              <a:ext cx="27939" cy="25870"/>
            </a:xfrm>
            <a:custGeom>
              <a:avLst/>
              <a:pathLst>
                <a:path w="27939" h="25870">
                  <a:moveTo>
                    <a:pt x="19036" y="1586"/>
                  </a:moveTo>
                  <a:lnTo>
                    <a:pt x="19967" y="2932"/>
                  </a:lnTo>
                  <a:lnTo>
                    <a:pt x="21429" y="3024"/>
                  </a:lnTo>
                  <a:lnTo>
                    <a:pt x="22874" y="4204"/>
                  </a:lnTo>
                  <a:lnTo>
                    <a:pt x="27939" y="10879"/>
                  </a:lnTo>
                  <a:lnTo>
                    <a:pt x="26764" y="11111"/>
                  </a:lnTo>
                  <a:lnTo>
                    <a:pt x="25582" y="13915"/>
                  </a:lnTo>
                  <a:lnTo>
                    <a:pt x="26545" y="15259"/>
                  </a:lnTo>
                  <a:lnTo>
                    <a:pt x="21442" y="18914"/>
                  </a:lnTo>
                  <a:lnTo>
                    <a:pt x="19414" y="22446"/>
                  </a:lnTo>
                  <a:lnTo>
                    <a:pt x="13035" y="25870"/>
                  </a:lnTo>
                  <a:lnTo>
                    <a:pt x="10261" y="24314"/>
                  </a:lnTo>
                  <a:lnTo>
                    <a:pt x="9805" y="23205"/>
                  </a:lnTo>
                  <a:lnTo>
                    <a:pt x="6809" y="22552"/>
                  </a:lnTo>
                  <a:lnTo>
                    <a:pt x="2001" y="19983"/>
                  </a:lnTo>
                  <a:lnTo>
                    <a:pt x="453" y="12793"/>
                  </a:lnTo>
                  <a:lnTo>
                    <a:pt x="0" y="8837"/>
                  </a:lnTo>
                  <a:lnTo>
                    <a:pt x="1318" y="4402"/>
                  </a:lnTo>
                  <a:lnTo>
                    <a:pt x="2725" y="2568"/>
                  </a:lnTo>
                  <a:lnTo>
                    <a:pt x="12450" y="1566"/>
                  </a:lnTo>
                  <a:lnTo>
                    <a:pt x="1446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h1739"/>
            <p:cNvSpPr/>
            <p:nvPr/>
          </p:nvSpPr>
          <p:spPr>
            <a:xfrm>
              <a:off x="2732479" y="3145098"/>
              <a:ext cx="10366" cy="11574"/>
            </a:xfrm>
            <a:custGeom>
              <a:avLst/>
              <a:pathLst>
                <a:path w="10366" h="11574">
                  <a:moveTo>
                    <a:pt x="6683" y="329"/>
                  </a:moveTo>
                  <a:lnTo>
                    <a:pt x="9228" y="2729"/>
                  </a:lnTo>
                  <a:lnTo>
                    <a:pt x="10366" y="10048"/>
                  </a:lnTo>
                  <a:lnTo>
                    <a:pt x="4210" y="11574"/>
                  </a:lnTo>
                  <a:lnTo>
                    <a:pt x="3479" y="8242"/>
                  </a:lnTo>
                  <a:lnTo>
                    <a:pt x="0" y="2411"/>
                  </a:lnTo>
                  <a:lnTo>
                    <a:pt x="416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h1740"/>
            <p:cNvSpPr/>
            <p:nvPr/>
          </p:nvSpPr>
          <p:spPr>
            <a:xfrm>
              <a:off x="2735596" y="3335921"/>
              <a:ext cx="9210" cy="9220"/>
            </a:xfrm>
            <a:custGeom>
              <a:avLst/>
              <a:pathLst>
                <a:path w="9210" h="9220">
                  <a:moveTo>
                    <a:pt x="6928" y="4964"/>
                  </a:moveTo>
                  <a:lnTo>
                    <a:pt x="9178" y="8163"/>
                  </a:lnTo>
                  <a:lnTo>
                    <a:pt x="9210" y="8994"/>
                  </a:lnTo>
                  <a:lnTo>
                    <a:pt x="8573" y="9220"/>
                  </a:lnTo>
                  <a:lnTo>
                    <a:pt x="5865" y="9054"/>
                  </a:lnTo>
                  <a:lnTo>
                    <a:pt x="4502" y="6987"/>
                  </a:lnTo>
                  <a:lnTo>
                    <a:pt x="0" y="4276"/>
                  </a:lnTo>
                  <a:lnTo>
                    <a:pt x="2777" y="1640"/>
                  </a:lnTo>
                  <a:lnTo>
                    <a:pt x="49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h1741"/>
            <p:cNvSpPr/>
            <p:nvPr/>
          </p:nvSpPr>
          <p:spPr>
            <a:xfrm>
              <a:off x="2743601" y="3149730"/>
              <a:ext cx="10210" cy="10017"/>
            </a:xfrm>
            <a:custGeom>
              <a:avLst/>
              <a:pathLst>
                <a:path w="10210" h="10017">
                  <a:moveTo>
                    <a:pt x="9878" y="4611"/>
                  </a:moveTo>
                  <a:lnTo>
                    <a:pt x="6731" y="5699"/>
                  </a:lnTo>
                  <a:lnTo>
                    <a:pt x="2471" y="9086"/>
                  </a:lnTo>
                  <a:lnTo>
                    <a:pt x="1595" y="10017"/>
                  </a:lnTo>
                  <a:lnTo>
                    <a:pt x="0" y="8092"/>
                  </a:lnTo>
                  <a:lnTo>
                    <a:pt x="3899" y="2923"/>
                  </a:lnTo>
                  <a:lnTo>
                    <a:pt x="7506" y="764"/>
                  </a:lnTo>
                  <a:lnTo>
                    <a:pt x="1021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h1742"/>
            <p:cNvSpPr/>
            <p:nvPr/>
          </p:nvSpPr>
          <p:spPr>
            <a:xfrm>
              <a:off x="2786759" y="3261628"/>
              <a:ext cx="6701" cy="4714"/>
            </a:xfrm>
            <a:custGeom>
              <a:avLst/>
              <a:pathLst>
                <a:path w="6701" h="4714">
                  <a:moveTo>
                    <a:pt x="6688" y="1810"/>
                  </a:moveTo>
                  <a:lnTo>
                    <a:pt x="6701" y="4643"/>
                  </a:lnTo>
                  <a:lnTo>
                    <a:pt x="3811" y="2381"/>
                  </a:lnTo>
                  <a:lnTo>
                    <a:pt x="2580" y="2520"/>
                  </a:lnTo>
                  <a:lnTo>
                    <a:pt x="1111" y="4454"/>
                  </a:lnTo>
                  <a:lnTo>
                    <a:pt x="0" y="4714"/>
                  </a:lnTo>
                  <a:lnTo>
                    <a:pt x="427" y="1948"/>
                  </a:lnTo>
                  <a:lnTo>
                    <a:pt x="722" y="262"/>
                  </a:lnTo>
                  <a:lnTo>
                    <a:pt x="678" y="61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h1743"/>
            <p:cNvSpPr/>
            <p:nvPr/>
          </p:nvSpPr>
          <p:spPr>
            <a:xfrm>
              <a:off x="2830987" y="3201620"/>
              <a:ext cx="11936" cy="8497"/>
            </a:xfrm>
            <a:custGeom>
              <a:avLst/>
              <a:pathLst>
                <a:path w="11936" h="8497">
                  <a:moveTo>
                    <a:pt x="9363" y="637"/>
                  </a:moveTo>
                  <a:lnTo>
                    <a:pt x="11936" y="4347"/>
                  </a:lnTo>
                  <a:lnTo>
                    <a:pt x="11767" y="7287"/>
                  </a:lnTo>
                  <a:lnTo>
                    <a:pt x="10355" y="8497"/>
                  </a:lnTo>
                  <a:lnTo>
                    <a:pt x="3472" y="3516"/>
                  </a:lnTo>
                  <a:lnTo>
                    <a:pt x="1539" y="3083"/>
                  </a:lnTo>
                  <a:lnTo>
                    <a:pt x="605" y="3556"/>
                  </a:lnTo>
                  <a:lnTo>
                    <a:pt x="0" y="1140"/>
                  </a:lnTo>
                  <a:lnTo>
                    <a:pt x="149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h1744"/>
            <p:cNvSpPr/>
            <p:nvPr/>
          </p:nvSpPr>
          <p:spPr>
            <a:xfrm>
              <a:off x="2781598" y="3124026"/>
              <a:ext cx="5731" cy="11854"/>
            </a:xfrm>
            <a:custGeom>
              <a:avLst/>
              <a:pathLst>
                <a:path w="5731" h="11854">
                  <a:moveTo>
                    <a:pt x="3491" y="849"/>
                  </a:moveTo>
                  <a:lnTo>
                    <a:pt x="5731" y="4565"/>
                  </a:lnTo>
                  <a:lnTo>
                    <a:pt x="2331" y="7046"/>
                  </a:lnTo>
                  <a:lnTo>
                    <a:pt x="3066" y="9167"/>
                  </a:lnTo>
                  <a:lnTo>
                    <a:pt x="0" y="11854"/>
                  </a:lnTo>
                  <a:lnTo>
                    <a:pt x="72" y="9033"/>
                  </a:lnTo>
                  <a:lnTo>
                    <a:pt x="1887" y="2294"/>
                  </a:lnTo>
                  <a:lnTo>
                    <a:pt x="17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h1745"/>
            <p:cNvSpPr/>
            <p:nvPr/>
          </p:nvSpPr>
          <p:spPr>
            <a:xfrm>
              <a:off x="2752608" y="3094595"/>
              <a:ext cx="7590" cy="10517"/>
            </a:xfrm>
            <a:custGeom>
              <a:avLst/>
              <a:pathLst>
                <a:path w="7590" h="10517">
                  <a:moveTo>
                    <a:pt x="7590" y="405"/>
                  </a:moveTo>
                  <a:lnTo>
                    <a:pt x="5768" y="3023"/>
                  </a:lnTo>
                  <a:lnTo>
                    <a:pt x="5872" y="4991"/>
                  </a:lnTo>
                  <a:lnTo>
                    <a:pt x="7491" y="5721"/>
                  </a:lnTo>
                  <a:lnTo>
                    <a:pt x="4260" y="10517"/>
                  </a:lnTo>
                  <a:lnTo>
                    <a:pt x="1211" y="8111"/>
                  </a:lnTo>
                  <a:lnTo>
                    <a:pt x="0" y="2751"/>
                  </a:lnTo>
                  <a:lnTo>
                    <a:pt x="4612" y="2174"/>
                  </a:lnTo>
                  <a:lnTo>
                    <a:pt x="711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h1746"/>
            <p:cNvSpPr/>
            <p:nvPr/>
          </p:nvSpPr>
          <p:spPr>
            <a:xfrm>
              <a:off x="2699350" y="3254709"/>
              <a:ext cx="12311" cy="3037"/>
            </a:xfrm>
            <a:custGeom>
              <a:avLst/>
              <a:pathLst>
                <a:path w="12311" h="3037">
                  <a:moveTo>
                    <a:pt x="9884" y="659"/>
                  </a:moveTo>
                  <a:lnTo>
                    <a:pt x="12311" y="3037"/>
                  </a:lnTo>
                  <a:lnTo>
                    <a:pt x="7136" y="2116"/>
                  </a:lnTo>
                  <a:lnTo>
                    <a:pt x="601" y="2922"/>
                  </a:lnTo>
                  <a:lnTo>
                    <a:pt x="0" y="2447"/>
                  </a:lnTo>
                  <a:lnTo>
                    <a:pt x="998" y="1159"/>
                  </a:lnTo>
                  <a:lnTo>
                    <a:pt x="4684" y="1121"/>
                  </a:lnTo>
                  <a:lnTo>
                    <a:pt x="631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h1747"/>
            <p:cNvSpPr/>
            <p:nvPr/>
          </p:nvSpPr>
          <p:spPr>
            <a:xfrm>
              <a:off x="2818902" y="3206868"/>
              <a:ext cx="11438" cy="13685"/>
            </a:xfrm>
            <a:custGeom>
              <a:avLst/>
              <a:pathLst>
                <a:path w="11438" h="13685">
                  <a:moveTo>
                    <a:pt x="2776" y="163"/>
                  </a:moveTo>
                  <a:lnTo>
                    <a:pt x="5778" y="2479"/>
                  </a:lnTo>
                  <a:lnTo>
                    <a:pt x="11438" y="3219"/>
                  </a:lnTo>
                  <a:lnTo>
                    <a:pt x="10329" y="5521"/>
                  </a:lnTo>
                  <a:lnTo>
                    <a:pt x="11084" y="10211"/>
                  </a:lnTo>
                  <a:lnTo>
                    <a:pt x="10809" y="11567"/>
                  </a:lnTo>
                  <a:lnTo>
                    <a:pt x="9749" y="12364"/>
                  </a:lnTo>
                  <a:lnTo>
                    <a:pt x="6453" y="13685"/>
                  </a:lnTo>
                  <a:lnTo>
                    <a:pt x="4077" y="13271"/>
                  </a:lnTo>
                  <a:lnTo>
                    <a:pt x="1668" y="8860"/>
                  </a:lnTo>
                  <a:lnTo>
                    <a:pt x="0" y="1804"/>
                  </a:lnTo>
                  <a:lnTo>
                    <a:pt x="9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h1748"/>
            <p:cNvSpPr/>
            <p:nvPr/>
          </p:nvSpPr>
          <p:spPr>
            <a:xfrm>
              <a:off x="2696668" y="3225063"/>
              <a:ext cx="6338" cy="8987"/>
            </a:xfrm>
            <a:custGeom>
              <a:avLst/>
              <a:pathLst>
                <a:path w="6338" h="8987">
                  <a:moveTo>
                    <a:pt x="4467" y="423"/>
                  </a:moveTo>
                  <a:lnTo>
                    <a:pt x="6338" y="4608"/>
                  </a:lnTo>
                  <a:lnTo>
                    <a:pt x="6213" y="7933"/>
                  </a:lnTo>
                  <a:lnTo>
                    <a:pt x="3103" y="8987"/>
                  </a:lnTo>
                  <a:lnTo>
                    <a:pt x="1278" y="6203"/>
                  </a:lnTo>
                  <a:lnTo>
                    <a:pt x="0" y="1450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h1749"/>
            <p:cNvSpPr/>
            <p:nvPr/>
          </p:nvSpPr>
          <p:spPr>
            <a:xfrm>
              <a:off x="2707526" y="3278738"/>
              <a:ext cx="23579" cy="13550"/>
            </a:xfrm>
            <a:custGeom>
              <a:avLst/>
              <a:pathLst>
                <a:path w="23579" h="13550">
                  <a:moveTo>
                    <a:pt x="23579" y="5377"/>
                  </a:moveTo>
                  <a:lnTo>
                    <a:pt x="22320" y="5870"/>
                  </a:lnTo>
                  <a:lnTo>
                    <a:pt x="20652" y="8619"/>
                  </a:lnTo>
                  <a:lnTo>
                    <a:pt x="18195" y="9933"/>
                  </a:lnTo>
                  <a:lnTo>
                    <a:pt x="13154" y="8654"/>
                  </a:lnTo>
                  <a:lnTo>
                    <a:pt x="7412" y="13550"/>
                  </a:lnTo>
                  <a:lnTo>
                    <a:pt x="5245" y="11451"/>
                  </a:lnTo>
                  <a:lnTo>
                    <a:pt x="2718" y="8901"/>
                  </a:lnTo>
                  <a:lnTo>
                    <a:pt x="0" y="3462"/>
                  </a:lnTo>
                  <a:lnTo>
                    <a:pt x="1813" y="1765"/>
                  </a:lnTo>
                  <a:lnTo>
                    <a:pt x="4765" y="773"/>
                  </a:lnTo>
                  <a:lnTo>
                    <a:pt x="1482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h1750"/>
            <p:cNvSpPr/>
            <p:nvPr/>
          </p:nvSpPr>
          <p:spPr>
            <a:xfrm>
              <a:off x="2817666" y="3276444"/>
              <a:ext cx="29643" cy="28551"/>
            </a:xfrm>
            <a:custGeom>
              <a:avLst/>
              <a:pathLst>
                <a:path w="29643" h="28551">
                  <a:moveTo>
                    <a:pt x="11255" y="764"/>
                  </a:moveTo>
                  <a:lnTo>
                    <a:pt x="19317" y="6297"/>
                  </a:lnTo>
                  <a:lnTo>
                    <a:pt x="25546" y="9053"/>
                  </a:lnTo>
                  <a:lnTo>
                    <a:pt x="27143" y="8465"/>
                  </a:lnTo>
                  <a:lnTo>
                    <a:pt x="27993" y="9767"/>
                  </a:lnTo>
                  <a:lnTo>
                    <a:pt x="29643" y="16795"/>
                  </a:lnTo>
                  <a:lnTo>
                    <a:pt x="27755" y="16573"/>
                  </a:lnTo>
                  <a:lnTo>
                    <a:pt x="25381" y="16295"/>
                  </a:lnTo>
                  <a:lnTo>
                    <a:pt x="24564" y="27877"/>
                  </a:lnTo>
                  <a:lnTo>
                    <a:pt x="22629" y="26957"/>
                  </a:lnTo>
                  <a:lnTo>
                    <a:pt x="19197" y="25940"/>
                  </a:lnTo>
                  <a:lnTo>
                    <a:pt x="14745" y="28551"/>
                  </a:lnTo>
                  <a:lnTo>
                    <a:pt x="8403" y="22808"/>
                  </a:lnTo>
                  <a:lnTo>
                    <a:pt x="2905" y="10122"/>
                  </a:lnTo>
                  <a:lnTo>
                    <a:pt x="2395" y="10433"/>
                  </a:lnTo>
                  <a:lnTo>
                    <a:pt x="2869" y="8271"/>
                  </a:lnTo>
                  <a:lnTo>
                    <a:pt x="0" y="4520"/>
                  </a:lnTo>
                  <a:lnTo>
                    <a:pt x="2652" y="2712"/>
                  </a:lnTo>
                  <a:lnTo>
                    <a:pt x="911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h1751"/>
            <p:cNvSpPr/>
            <p:nvPr/>
          </p:nvSpPr>
          <p:spPr>
            <a:xfrm>
              <a:off x="2669739" y="3137228"/>
              <a:ext cx="14179" cy="17087"/>
            </a:xfrm>
            <a:custGeom>
              <a:avLst/>
              <a:pathLst>
                <a:path w="14179" h="17087">
                  <a:moveTo>
                    <a:pt x="5318" y="2450"/>
                  </a:moveTo>
                  <a:lnTo>
                    <a:pt x="5838" y="4202"/>
                  </a:lnTo>
                  <a:lnTo>
                    <a:pt x="5434" y="5282"/>
                  </a:lnTo>
                  <a:lnTo>
                    <a:pt x="6812" y="6390"/>
                  </a:lnTo>
                  <a:lnTo>
                    <a:pt x="14179" y="7144"/>
                  </a:lnTo>
                  <a:lnTo>
                    <a:pt x="12533" y="10131"/>
                  </a:lnTo>
                  <a:lnTo>
                    <a:pt x="10729" y="11801"/>
                  </a:lnTo>
                  <a:lnTo>
                    <a:pt x="11396" y="13848"/>
                  </a:lnTo>
                  <a:lnTo>
                    <a:pt x="12580" y="16512"/>
                  </a:lnTo>
                  <a:lnTo>
                    <a:pt x="6361" y="17087"/>
                  </a:lnTo>
                  <a:lnTo>
                    <a:pt x="2473" y="14078"/>
                  </a:lnTo>
                  <a:lnTo>
                    <a:pt x="0" y="7769"/>
                  </a:lnTo>
                  <a:lnTo>
                    <a:pt x="893" y="3908"/>
                  </a:lnTo>
                  <a:lnTo>
                    <a:pt x="2611" y="1605"/>
                  </a:lnTo>
                  <a:lnTo>
                    <a:pt x="292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h1752"/>
            <p:cNvSpPr/>
            <p:nvPr/>
          </p:nvSpPr>
          <p:spPr>
            <a:xfrm>
              <a:off x="2927303" y="3360394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h1753"/>
            <p:cNvSpPr/>
            <p:nvPr/>
          </p:nvSpPr>
          <p:spPr>
            <a:xfrm>
              <a:off x="2911821" y="3345655"/>
              <a:ext cx="22673" cy="19486"/>
            </a:xfrm>
            <a:custGeom>
              <a:avLst/>
              <a:pathLst>
                <a:path w="22673" h="19486">
                  <a:moveTo>
                    <a:pt x="11231" y="15937"/>
                  </a:moveTo>
                  <a:lnTo>
                    <a:pt x="6015" y="18134"/>
                  </a:lnTo>
                  <a:lnTo>
                    <a:pt x="0" y="19486"/>
                  </a:lnTo>
                  <a:lnTo>
                    <a:pt x="1067" y="9736"/>
                  </a:lnTo>
                  <a:lnTo>
                    <a:pt x="5001" y="8942"/>
                  </a:lnTo>
                  <a:lnTo>
                    <a:pt x="13068" y="4920"/>
                  </a:lnTo>
                  <a:lnTo>
                    <a:pt x="19526" y="0"/>
                  </a:lnTo>
                  <a:lnTo>
                    <a:pt x="22673" y="11754"/>
                  </a:lnTo>
                  <a:lnTo>
                    <a:pt x="16360" y="1276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h1754"/>
            <p:cNvSpPr/>
            <p:nvPr/>
          </p:nvSpPr>
          <p:spPr>
            <a:xfrm>
              <a:off x="2873123" y="3219414"/>
              <a:ext cx="14939" cy="11176"/>
            </a:xfrm>
            <a:custGeom>
              <a:avLst/>
              <a:pathLst>
                <a:path w="14939" h="11176">
                  <a:moveTo>
                    <a:pt x="9658" y="1263"/>
                  </a:moveTo>
                  <a:lnTo>
                    <a:pt x="11655" y="3090"/>
                  </a:lnTo>
                  <a:lnTo>
                    <a:pt x="12996" y="3293"/>
                  </a:lnTo>
                  <a:lnTo>
                    <a:pt x="14939" y="8365"/>
                  </a:lnTo>
                  <a:lnTo>
                    <a:pt x="14558" y="11176"/>
                  </a:lnTo>
                  <a:lnTo>
                    <a:pt x="13275" y="10849"/>
                  </a:lnTo>
                  <a:lnTo>
                    <a:pt x="11223" y="8894"/>
                  </a:lnTo>
                  <a:lnTo>
                    <a:pt x="7133" y="6677"/>
                  </a:lnTo>
                  <a:lnTo>
                    <a:pt x="3970" y="6462"/>
                  </a:lnTo>
                  <a:lnTo>
                    <a:pt x="0" y="4003"/>
                  </a:lnTo>
                  <a:lnTo>
                    <a:pt x="3443" y="2796"/>
                  </a:lnTo>
                  <a:lnTo>
                    <a:pt x="347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h1755"/>
            <p:cNvSpPr/>
            <p:nvPr/>
          </p:nvSpPr>
          <p:spPr>
            <a:xfrm>
              <a:off x="2633927" y="3126886"/>
              <a:ext cx="17203" cy="15438"/>
            </a:xfrm>
            <a:custGeom>
              <a:avLst/>
              <a:pathLst>
                <a:path w="17203" h="15438">
                  <a:moveTo>
                    <a:pt x="6542" y="709"/>
                  </a:moveTo>
                  <a:lnTo>
                    <a:pt x="5387" y="1716"/>
                  </a:lnTo>
                  <a:lnTo>
                    <a:pt x="5516" y="3416"/>
                  </a:lnTo>
                  <a:lnTo>
                    <a:pt x="8023" y="6240"/>
                  </a:lnTo>
                  <a:lnTo>
                    <a:pt x="9818" y="5193"/>
                  </a:lnTo>
                  <a:lnTo>
                    <a:pt x="10773" y="3488"/>
                  </a:lnTo>
                  <a:lnTo>
                    <a:pt x="13352" y="6420"/>
                  </a:lnTo>
                  <a:lnTo>
                    <a:pt x="17203" y="8237"/>
                  </a:lnTo>
                  <a:lnTo>
                    <a:pt x="16791" y="15438"/>
                  </a:lnTo>
                  <a:lnTo>
                    <a:pt x="8185" y="11270"/>
                  </a:lnTo>
                  <a:lnTo>
                    <a:pt x="7387" y="8835"/>
                  </a:lnTo>
                  <a:lnTo>
                    <a:pt x="7992" y="6675"/>
                  </a:lnTo>
                  <a:lnTo>
                    <a:pt x="4894" y="5699"/>
                  </a:lnTo>
                  <a:lnTo>
                    <a:pt x="176" y="65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h1756"/>
            <p:cNvSpPr/>
            <p:nvPr/>
          </p:nvSpPr>
          <p:spPr>
            <a:xfrm>
              <a:off x="2803151" y="3150550"/>
              <a:ext cx="35710" cy="22270"/>
            </a:xfrm>
            <a:custGeom>
              <a:avLst/>
              <a:pathLst>
                <a:path w="35710" h="22270">
                  <a:moveTo>
                    <a:pt x="35710" y="1801"/>
                  </a:moveTo>
                  <a:lnTo>
                    <a:pt x="33019" y="4988"/>
                  </a:lnTo>
                  <a:lnTo>
                    <a:pt x="33147" y="7779"/>
                  </a:lnTo>
                  <a:lnTo>
                    <a:pt x="33776" y="8298"/>
                  </a:lnTo>
                  <a:lnTo>
                    <a:pt x="33143" y="14490"/>
                  </a:lnTo>
                  <a:lnTo>
                    <a:pt x="28072" y="17508"/>
                  </a:lnTo>
                  <a:lnTo>
                    <a:pt x="25442" y="17479"/>
                  </a:lnTo>
                  <a:lnTo>
                    <a:pt x="21700" y="19216"/>
                  </a:lnTo>
                  <a:lnTo>
                    <a:pt x="19395" y="21296"/>
                  </a:lnTo>
                  <a:lnTo>
                    <a:pt x="16014" y="21693"/>
                  </a:lnTo>
                  <a:lnTo>
                    <a:pt x="11270" y="20839"/>
                  </a:lnTo>
                  <a:lnTo>
                    <a:pt x="4488" y="22211"/>
                  </a:lnTo>
                  <a:lnTo>
                    <a:pt x="1540" y="22270"/>
                  </a:lnTo>
                  <a:lnTo>
                    <a:pt x="336" y="21521"/>
                  </a:lnTo>
                  <a:lnTo>
                    <a:pt x="0" y="19949"/>
                  </a:lnTo>
                  <a:lnTo>
                    <a:pt x="1675" y="16637"/>
                  </a:lnTo>
                  <a:lnTo>
                    <a:pt x="2832" y="18884"/>
                  </a:lnTo>
                  <a:lnTo>
                    <a:pt x="5274" y="19926"/>
                  </a:lnTo>
                  <a:lnTo>
                    <a:pt x="11597" y="16973"/>
                  </a:lnTo>
                  <a:lnTo>
                    <a:pt x="16108" y="17429"/>
                  </a:lnTo>
                  <a:lnTo>
                    <a:pt x="19023" y="16435"/>
                  </a:lnTo>
                  <a:lnTo>
                    <a:pt x="22999" y="12387"/>
                  </a:lnTo>
                  <a:lnTo>
                    <a:pt x="20009" y="10558"/>
                  </a:lnTo>
                  <a:lnTo>
                    <a:pt x="20517" y="9600"/>
                  </a:lnTo>
                  <a:lnTo>
                    <a:pt x="22272" y="7590"/>
                  </a:lnTo>
                  <a:lnTo>
                    <a:pt x="24677" y="7145"/>
                  </a:lnTo>
                  <a:lnTo>
                    <a:pt x="30203" y="3629"/>
                  </a:lnTo>
                  <a:lnTo>
                    <a:pt x="31474" y="976"/>
                  </a:lnTo>
                  <a:lnTo>
                    <a:pt x="339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h1757"/>
            <p:cNvSpPr/>
            <p:nvPr/>
          </p:nvSpPr>
          <p:spPr>
            <a:xfrm>
              <a:off x="2625621" y="3185757"/>
              <a:ext cx="8490" cy="13265"/>
            </a:xfrm>
            <a:custGeom>
              <a:avLst/>
              <a:pathLst>
                <a:path w="8490" h="13265">
                  <a:moveTo>
                    <a:pt x="7733" y="611"/>
                  </a:moveTo>
                  <a:lnTo>
                    <a:pt x="8490" y="1953"/>
                  </a:lnTo>
                  <a:lnTo>
                    <a:pt x="7855" y="4838"/>
                  </a:lnTo>
                  <a:lnTo>
                    <a:pt x="4883" y="11409"/>
                  </a:lnTo>
                  <a:lnTo>
                    <a:pt x="0" y="13265"/>
                  </a:lnTo>
                  <a:lnTo>
                    <a:pt x="1743" y="7306"/>
                  </a:lnTo>
                  <a:lnTo>
                    <a:pt x="689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h1758"/>
            <p:cNvSpPr/>
            <p:nvPr/>
          </p:nvSpPr>
          <p:spPr>
            <a:xfrm>
              <a:off x="2912750" y="3235113"/>
              <a:ext cx="18726" cy="14828"/>
            </a:xfrm>
            <a:custGeom>
              <a:avLst/>
              <a:pathLst>
                <a:path w="18726" h="14828">
                  <a:moveTo>
                    <a:pt x="10546" y="868"/>
                  </a:moveTo>
                  <a:lnTo>
                    <a:pt x="13406" y="4753"/>
                  </a:lnTo>
                  <a:lnTo>
                    <a:pt x="14428" y="4569"/>
                  </a:lnTo>
                  <a:lnTo>
                    <a:pt x="17781" y="6744"/>
                  </a:lnTo>
                  <a:lnTo>
                    <a:pt x="18726" y="9065"/>
                  </a:lnTo>
                  <a:lnTo>
                    <a:pt x="15842" y="10521"/>
                  </a:lnTo>
                  <a:lnTo>
                    <a:pt x="12604" y="10314"/>
                  </a:lnTo>
                  <a:lnTo>
                    <a:pt x="9110" y="12823"/>
                  </a:lnTo>
                  <a:lnTo>
                    <a:pt x="9557" y="14828"/>
                  </a:lnTo>
                  <a:lnTo>
                    <a:pt x="7855" y="13812"/>
                  </a:lnTo>
                  <a:lnTo>
                    <a:pt x="0" y="10205"/>
                  </a:lnTo>
                  <a:lnTo>
                    <a:pt x="816" y="6768"/>
                  </a:lnTo>
                  <a:lnTo>
                    <a:pt x="5600" y="2405"/>
                  </a:lnTo>
                  <a:lnTo>
                    <a:pt x="5728" y="1468"/>
                  </a:lnTo>
                  <a:lnTo>
                    <a:pt x="832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h1759"/>
            <p:cNvSpPr/>
            <p:nvPr/>
          </p:nvSpPr>
          <p:spPr>
            <a:xfrm>
              <a:off x="2660762" y="3288055"/>
              <a:ext cx="37129" cy="21873"/>
            </a:xfrm>
            <a:custGeom>
              <a:avLst/>
              <a:pathLst>
                <a:path w="37129" h="21873">
                  <a:moveTo>
                    <a:pt x="22813" y="530"/>
                  </a:moveTo>
                  <a:lnTo>
                    <a:pt x="25922" y="1764"/>
                  </a:lnTo>
                  <a:lnTo>
                    <a:pt x="26823" y="1402"/>
                  </a:lnTo>
                  <a:lnTo>
                    <a:pt x="28326" y="3998"/>
                  </a:lnTo>
                  <a:lnTo>
                    <a:pt x="31240" y="4272"/>
                  </a:lnTo>
                  <a:lnTo>
                    <a:pt x="32783" y="5516"/>
                  </a:lnTo>
                  <a:lnTo>
                    <a:pt x="37129" y="13670"/>
                  </a:lnTo>
                  <a:lnTo>
                    <a:pt x="37068" y="16573"/>
                  </a:lnTo>
                  <a:lnTo>
                    <a:pt x="28272" y="21873"/>
                  </a:lnTo>
                  <a:lnTo>
                    <a:pt x="28016" y="20133"/>
                  </a:lnTo>
                  <a:lnTo>
                    <a:pt x="26774" y="18645"/>
                  </a:lnTo>
                  <a:lnTo>
                    <a:pt x="22877" y="17448"/>
                  </a:lnTo>
                  <a:lnTo>
                    <a:pt x="20562" y="18335"/>
                  </a:lnTo>
                  <a:lnTo>
                    <a:pt x="17646" y="16608"/>
                  </a:lnTo>
                  <a:lnTo>
                    <a:pt x="9767" y="17709"/>
                  </a:lnTo>
                  <a:lnTo>
                    <a:pt x="1393" y="17000"/>
                  </a:lnTo>
                  <a:lnTo>
                    <a:pt x="2402" y="10847"/>
                  </a:lnTo>
                  <a:lnTo>
                    <a:pt x="604" y="8753"/>
                  </a:lnTo>
                  <a:lnTo>
                    <a:pt x="0" y="7403"/>
                  </a:lnTo>
                  <a:lnTo>
                    <a:pt x="2236" y="5859"/>
                  </a:lnTo>
                  <a:lnTo>
                    <a:pt x="6274" y="4483"/>
                  </a:lnTo>
                  <a:lnTo>
                    <a:pt x="6908" y="3009"/>
                  </a:lnTo>
                  <a:lnTo>
                    <a:pt x="9167" y="3853"/>
                  </a:lnTo>
                  <a:lnTo>
                    <a:pt x="7363" y="495"/>
                  </a:lnTo>
                  <a:lnTo>
                    <a:pt x="1051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h1760"/>
            <p:cNvSpPr/>
            <p:nvPr/>
          </p:nvSpPr>
          <p:spPr>
            <a:xfrm>
              <a:off x="2856093" y="3138587"/>
              <a:ext cx="29985" cy="39295"/>
            </a:xfrm>
            <a:custGeom>
              <a:avLst/>
              <a:pathLst>
                <a:path w="29985" h="39295">
                  <a:moveTo>
                    <a:pt x="16827" y="1009"/>
                  </a:moveTo>
                  <a:lnTo>
                    <a:pt x="17282" y="3671"/>
                  </a:lnTo>
                  <a:lnTo>
                    <a:pt x="19621" y="2357"/>
                  </a:lnTo>
                  <a:lnTo>
                    <a:pt x="21620" y="3555"/>
                  </a:lnTo>
                  <a:lnTo>
                    <a:pt x="22858" y="2679"/>
                  </a:lnTo>
                  <a:lnTo>
                    <a:pt x="25526" y="5335"/>
                  </a:lnTo>
                  <a:lnTo>
                    <a:pt x="24664" y="6944"/>
                  </a:lnTo>
                  <a:lnTo>
                    <a:pt x="24485" y="9831"/>
                  </a:lnTo>
                  <a:lnTo>
                    <a:pt x="26724" y="11234"/>
                  </a:lnTo>
                  <a:lnTo>
                    <a:pt x="25366" y="12787"/>
                  </a:lnTo>
                  <a:lnTo>
                    <a:pt x="24804" y="14214"/>
                  </a:lnTo>
                  <a:lnTo>
                    <a:pt x="28701" y="18657"/>
                  </a:lnTo>
                  <a:lnTo>
                    <a:pt x="29985" y="24334"/>
                  </a:lnTo>
                  <a:lnTo>
                    <a:pt x="26188" y="30566"/>
                  </a:lnTo>
                  <a:lnTo>
                    <a:pt x="25647" y="33854"/>
                  </a:lnTo>
                  <a:lnTo>
                    <a:pt x="26369" y="35823"/>
                  </a:lnTo>
                  <a:lnTo>
                    <a:pt x="25956" y="38643"/>
                  </a:lnTo>
                  <a:lnTo>
                    <a:pt x="25059" y="39295"/>
                  </a:lnTo>
                  <a:lnTo>
                    <a:pt x="19545" y="38453"/>
                  </a:lnTo>
                  <a:lnTo>
                    <a:pt x="18089" y="37476"/>
                  </a:lnTo>
                  <a:lnTo>
                    <a:pt x="14661" y="35162"/>
                  </a:lnTo>
                  <a:lnTo>
                    <a:pt x="14425" y="31879"/>
                  </a:lnTo>
                  <a:lnTo>
                    <a:pt x="7529" y="27584"/>
                  </a:lnTo>
                  <a:lnTo>
                    <a:pt x="5772" y="27731"/>
                  </a:lnTo>
                  <a:lnTo>
                    <a:pt x="2506" y="25045"/>
                  </a:lnTo>
                  <a:lnTo>
                    <a:pt x="2996" y="23125"/>
                  </a:lnTo>
                  <a:lnTo>
                    <a:pt x="2109" y="20821"/>
                  </a:lnTo>
                  <a:lnTo>
                    <a:pt x="29" y="19599"/>
                  </a:lnTo>
                  <a:lnTo>
                    <a:pt x="146" y="18158"/>
                  </a:lnTo>
                  <a:lnTo>
                    <a:pt x="1056" y="17789"/>
                  </a:lnTo>
                  <a:lnTo>
                    <a:pt x="1656" y="14747"/>
                  </a:lnTo>
                  <a:lnTo>
                    <a:pt x="0" y="11400"/>
                  </a:lnTo>
                  <a:lnTo>
                    <a:pt x="3119" y="9191"/>
                  </a:lnTo>
                  <a:lnTo>
                    <a:pt x="4418" y="6592"/>
                  </a:lnTo>
                  <a:lnTo>
                    <a:pt x="10179" y="4528"/>
                  </a:lnTo>
                  <a:lnTo>
                    <a:pt x="1585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h1761"/>
            <p:cNvSpPr/>
            <p:nvPr/>
          </p:nvSpPr>
          <p:spPr>
            <a:xfrm>
              <a:off x="2911072" y="3236558"/>
              <a:ext cx="30627" cy="44134"/>
            </a:xfrm>
            <a:custGeom>
              <a:avLst/>
              <a:pathLst>
                <a:path w="30627" h="44134">
                  <a:moveTo>
                    <a:pt x="26490" y="2801"/>
                  </a:moveTo>
                  <a:lnTo>
                    <a:pt x="27459" y="4004"/>
                  </a:lnTo>
                  <a:lnTo>
                    <a:pt x="29091" y="6280"/>
                  </a:lnTo>
                  <a:lnTo>
                    <a:pt x="30627" y="12046"/>
                  </a:lnTo>
                  <a:lnTo>
                    <a:pt x="29425" y="13682"/>
                  </a:lnTo>
                  <a:lnTo>
                    <a:pt x="24547" y="14922"/>
                  </a:lnTo>
                  <a:lnTo>
                    <a:pt x="21811" y="16568"/>
                  </a:lnTo>
                  <a:lnTo>
                    <a:pt x="23838" y="18812"/>
                  </a:lnTo>
                  <a:lnTo>
                    <a:pt x="24800" y="23819"/>
                  </a:lnTo>
                  <a:lnTo>
                    <a:pt x="22647" y="27680"/>
                  </a:lnTo>
                  <a:lnTo>
                    <a:pt x="22667" y="32549"/>
                  </a:lnTo>
                  <a:lnTo>
                    <a:pt x="26329" y="36461"/>
                  </a:lnTo>
                  <a:lnTo>
                    <a:pt x="21255" y="42450"/>
                  </a:lnTo>
                  <a:lnTo>
                    <a:pt x="17725" y="41627"/>
                  </a:lnTo>
                  <a:lnTo>
                    <a:pt x="16586" y="42947"/>
                  </a:lnTo>
                  <a:lnTo>
                    <a:pt x="16592" y="44134"/>
                  </a:lnTo>
                  <a:lnTo>
                    <a:pt x="15273" y="43469"/>
                  </a:lnTo>
                  <a:lnTo>
                    <a:pt x="11975" y="38763"/>
                  </a:lnTo>
                  <a:lnTo>
                    <a:pt x="6623" y="35669"/>
                  </a:lnTo>
                  <a:lnTo>
                    <a:pt x="2114" y="34854"/>
                  </a:lnTo>
                  <a:lnTo>
                    <a:pt x="0" y="33690"/>
                  </a:lnTo>
                  <a:lnTo>
                    <a:pt x="6122" y="29708"/>
                  </a:lnTo>
                  <a:lnTo>
                    <a:pt x="9199" y="28595"/>
                  </a:lnTo>
                  <a:lnTo>
                    <a:pt x="12811" y="24910"/>
                  </a:lnTo>
                  <a:lnTo>
                    <a:pt x="12975" y="19798"/>
                  </a:lnTo>
                  <a:lnTo>
                    <a:pt x="11950" y="19309"/>
                  </a:lnTo>
                  <a:lnTo>
                    <a:pt x="11393" y="17340"/>
                  </a:lnTo>
                  <a:lnTo>
                    <a:pt x="12762" y="15836"/>
                  </a:lnTo>
                  <a:lnTo>
                    <a:pt x="11235" y="13383"/>
                  </a:lnTo>
                  <a:lnTo>
                    <a:pt x="10789" y="11378"/>
                  </a:lnTo>
                  <a:lnTo>
                    <a:pt x="14282" y="8869"/>
                  </a:lnTo>
                  <a:lnTo>
                    <a:pt x="17520" y="9076"/>
                  </a:lnTo>
                  <a:lnTo>
                    <a:pt x="17680" y="10430"/>
                  </a:lnTo>
                  <a:lnTo>
                    <a:pt x="20241" y="10911"/>
                  </a:lnTo>
                  <a:lnTo>
                    <a:pt x="22407" y="9901"/>
                  </a:lnTo>
                  <a:lnTo>
                    <a:pt x="23682" y="11028"/>
                  </a:lnTo>
                  <a:lnTo>
                    <a:pt x="25393" y="6486"/>
                  </a:lnTo>
                  <a:lnTo>
                    <a:pt x="22812" y="4811"/>
                  </a:lnTo>
                  <a:lnTo>
                    <a:pt x="21405" y="6225"/>
                  </a:lnTo>
                  <a:lnTo>
                    <a:pt x="19460" y="5299"/>
                  </a:lnTo>
                  <a:lnTo>
                    <a:pt x="16107" y="3124"/>
                  </a:lnTo>
                  <a:lnTo>
                    <a:pt x="20310" y="0"/>
                  </a:lnTo>
                  <a:lnTo>
                    <a:pt x="25738" y="5602"/>
                  </a:lnTo>
                  <a:close/>
                  <a:moveTo>
                    <a:pt x="14378" y="29465"/>
                  </a:moveTo>
                  <a:lnTo>
                    <a:pt x="15836" y="30018"/>
                  </a:lnTo>
                  <a:lnTo>
                    <a:pt x="17429" y="26751"/>
                  </a:lnTo>
                  <a:lnTo>
                    <a:pt x="17253" y="25948"/>
                  </a:lnTo>
                  <a:lnTo>
                    <a:pt x="15919" y="25698"/>
                  </a:lnTo>
                  <a:lnTo>
                    <a:pt x="12652" y="2738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h1762"/>
            <p:cNvSpPr/>
            <p:nvPr/>
          </p:nvSpPr>
          <p:spPr>
            <a:xfrm>
              <a:off x="2838194" y="3183562"/>
              <a:ext cx="7647" cy="7720"/>
            </a:xfrm>
            <a:custGeom>
              <a:avLst/>
              <a:pathLst>
                <a:path w="7647" h="7720">
                  <a:moveTo>
                    <a:pt x="7647" y="2854"/>
                  </a:moveTo>
                  <a:lnTo>
                    <a:pt x="4400" y="7440"/>
                  </a:lnTo>
                  <a:lnTo>
                    <a:pt x="2003" y="7720"/>
                  </a:lnTo>
                  <a:lnTo>
                    <a:pt x="0" y="4882"/>
                  </a:lnTo>
                  <a:lnTo>
                    <a:pt x="1746" y="4182"/>
                  </a:lnTo>
                  <a:lnTo>
                    <a:pt x="3961" y="653"/>
                  </a:lnTo>
                  <a:lnTo>
                    <a:pt x="509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h1763"/>
            <p:cNvSpPr/>
            <p:nvPr/>
          </p:nvSpPr>
          <p:spPr>
            <a:xfrm>
              <a:off x="2946439" y="3264858"/>
              <a:ext cx="22755" cy="22521"/>
            </a:xfrm>
            <a:custGeom>
              <a:avLst/>
              <a:pathLst>
                <a:path w="22755" h="22521">
                  <a:moveTo>
                    <a:pt x="15982" y="0"/>
                  </a:moveTo>
                  <a:lnTo>
                    <a:pt x="20162" y="1442"/>
                  </a:lnTo>
                  <a:lnTo>
                    <a:pt x="20819" y="11976"/>
                  </a:lnTo>
                  <a:lnTo>
                    <a:pt x="22382" y="13301"/>
                  </a:lnTo>
                  <a:lnTo>
                    <a:pt x="22755" y="14502"/>
                  </a:lnTo>
                  <a:lnTo>
                    <a:pt x="22545" y="20402"/>
                  </a:lnTo>
                  <a:lnTo>
                    <a:pt x="20866" y="22521"/>
                  </a:lnTo>
                  <a:lnTo>
                    <a:pt x="13482" y="21802"/>
                  </a:lnTo>
                  <a:lnTo>
                    <a:pt x="5753" y="18508"/>
                  </a:lnTo>
                  <a:lnTo>
                    <a:pt x="4297" y="15274"/>
                  </a:lnTo>
                  <a:lnTo>
                    <a:pt x="0" y="15575"/>
                  </a:lnTo>
                  <a:lnTo>
                    <a:pt x="355" y="11840"/>
                  </a:lnTo>
                  <a:lnTo>
                    <a:pt x="2880" y="10403"/>
                  </a:lnTo>
                  <a:lnTo>
                    <a:pt x="5023" y="12047"/>
                  </a:lnTo>
                  <a:lnTo>
                    <a:pt x="7934" y="10442"/>
                  </a:lnTo>
                  <a:lnTo>
                    <a:pt x="8767" y="6098"/>
                  </a:lnTo>
                  <a:lnTo>
                    <a:pt x="14073" y="88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h1764"/>
            <p:cNvSpPr/>
            <p:nvPr/>
          </p:nvSpPr>
          <p:spPr>
            <a:xfrm>
              <a:off x="2828651" y="3204703"/>
              <a:ext cx="14126" cy="18450"/>
            </a:xfrm>
            <a:custGeom>
              <a:avLst/>
              <a:pathLst>
                <a:path w="14126" h="18450">
                  <a:moveTo>
                    <a:pt x="5808" y="433"/>
                  </a:moveTo>
                  <a:lnTo>
                    <a:pt x="12691" y="5413"/>
                  </a:lnTo>
                  <a:lnTo>
                    <a:pt x="14126" y="8575"/>
                  </a:lnTo>
                  <a:lnTo>
                    <a:pt x="12196" y="9543"/>
                  </a:lnTo>
                  <a:lnTo>
                    <a:pt x="9741" y="9586"/>
                  </a:lnTo>
                  <a:lnTo>
                    <a:pt x="7297" y="8385"/>
                  </a:lnTo>
                  <a:lnTo>
                    <a:pt x="4886" y="11115"/>
                  </a:lnTo>
                  <a:lnTo>
                    <a:pt x="4366" y="12850"/>
                  </a:lnTo>
                  <a:lnTo>
                    <a:pt x="12048" y="12835"/>
                  </a:lnTo>
                  <a:lnTo>
                    <a:pt x="12263" y="13696"/>
                  </a:lnTo>
                  <a:lnTo>
                    <a:pt x="2867" y="18450"/>
                  </a:lnTo>
                  <a:lnTo>
                    <a:pt x="0" y="14529"/>
                  </a:lnTo>
                  <a:lnTo>
                    <a:pt x="1060" y="13731"/>
                  </a:lnTo>
                  <a:lnTo>
                    <a:pt x="1334" y="12376"/>
                  </a:lnTo>
                  <a:lnTo>
                    <a:pt x="580" y="7686"/>
                  </a:lnTo>
                  <a:lnTo>
                    <a:pt x="1689" y="5384"/>
                  </a:lnTo>
                  <a:lnTo>
                    <a:pt x="2941" y="473"/>
                  </a:lnTo>
                  <a:lnTo>
                    <a:pt x="387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h1765"/>
            <p:cNvSpPr/>
            <p:nvPr/>
          </p:nvSpPr>
          <p:spPr>
            <a:xfrm>
              <a:off x="2608004" y="3296395"/>
              <a:ext cx="14068" cy="19344"/>
            </a:xfrm>
            <a:custGeom>
              <a:avLst/>
              <a:pathLst>
                <a:path w="14068" h="19344">
                  <a:moveTo>
                    <a:pt x="2783" y="1374"/>
                  </a:moveTo>
                  <a:lnTo>
                    <a:pt x="4043" y="2704"/>
                  </a:lnTo>
                  <a:lnTo>
                    <a:pt x="4666" y="6704"/>
                  </a:lnTo>
                  <a:lnTo>
                    <a:pt x="13375" y="6778"/>
                  </a:lnTo>
                  <a:lnTo>
                    <a:pt x="14068" y="10716"/>
                  </a:lnTo>
                  <a:lnTo>
                    <a:pt x="12835" y="10916"/>
                  </a:lnTo>
                  <a:lnTo>
                    <a:pt x="12590" y="11694"/>
                  </a:lnTo>
                  <a:lnTo>
                    <a:pt x="11625" y="19344"/>
                  </a:lnTo>
                  <a:lnTo>
                    <a:pt x="7384" y="18810"/>
                  </a:lnTo>
                  <a:lnTo>
                    <a:pt x="7492" y="12983"/>
                  </a:lnTo>
                  <a:lnTo>
                    <a:pt x="6281" y="13845"/>
                  </a:lnTo>
                  <a:lnTo>
                    <a:pt x="4738" y="13597"/>
                  </a:lnTo>
                  <a:lnTo>
                    <a:pt x="3111" y="11993"/>
                  </a:lnTo>
                  <a:lnTo>
                    <a:pt x="660" y="113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h1766"/>
            <p:cNvSpPr/>
            <p:nvPr/>
          </p:nvSpPr>
          <p:spPr>
            <a:xfrm>
              <a:off x="2812324" y="3247636"/>
              <a:ext cx="24003" cy="27352"/>
            </a:xfrm>
            <a:custGeom>
              <a:avLst/>
              <a:pathLst>
                <a:path w="24003" h="27352">
                  <a:moveTo>
                    <a:pt x="15884" y="2014"/>
                  </a:moveTo>
                  <a:lnTo>
                    <a:pt x="22973" y="4858"/>
                  </a:lnTo>
                  <a:lnTo>
                    <a:pt x="24003" y="6787"/>
                  </a:lnTo>
                  <a:lnTo>
                    <a:pt x="21486" y="13440"/>
                  </a:lnTo>
                  <a:lnTo>
                    <a:pt x="19374" y="11647"/>
                  </a:lnTo>
                  <a:lnTo>
                    <a:pt x="14238" y="12464"/>
                  </a:lnTo>
                  <a:lnTo>
                    <a:pt x="13886" y="19276"/>
                  </a:lnTo>
                  <a:lnTo>
                    <a:pt x="15675" y="26406"/>
                  </a:lnTo>
                  <a:lnTo>
                    <a:pt x="15573" y="26857"/>
                  </a:lnTo>
                  <a:lnTo>
                    <a:pt x="14080" y="27352"/>
                  </a:lnTo>
                  <a:lnTo>
                    <a:pt x="14552" y="23744"/>
                  </a:lnTo>
                  <a:lnTo>
                    <a:pt x="13765" y="21810"/>
                  </a:lnTo>
                  <a:lnTo>
                    <a:pt x="8165" y="19185"/>
                  </a:lnTo>
                  <a:lnTo>
                    <a:pt x="9488" y="18385"/>
                  </a:lnTo>
                  <a:lnTo>
                    <a:pt x="0" y="8513"/>
                  </a:lnTo>
                  <a:lnTo>
                    <a:pt x="1691" y="6522"/>
                  </a:lnTo>
                  <a:lnTo>
                    <a:pt x="4006" y="7112"/>
                  </a:lnTo>
                  <a:lnTo>
                    <a:pt x="6757" y="7529"/>
                  </a:lnTo>
                  <a:lnTo>
                    <a:pt x="10994" y="10288"/>
                  </a:lnTo>
                  <a:lnTo>
                    <a:pt x="12418" y="9287"/>
                  </a:lnTo>
                  <a:lnTo>
                    <a:pt x="12467" y="1637"/>
                  </a:lnTo>
                  <a:lnTo>
                    <a:pt x="1333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h1767"/>
            <p:cNvSpPr/>
            <p:nvPr/>
          </p:nvSpPr>
          <p:spPr>
            <a:xfrm>
              <a:off x="2666332" y="3120136"/>
              <a:ext cx="10128" cy="9352"/>
            </a:xfrm>
            <a:custGeom>
              <a:avLst/>
              <a:pathLst>
                <a:path w="10128" h="9352">
                  <a:moveTo>
                    <a:pt x="8780" y="999"/>
                  </a:moveTo>
                  <a:lnTo>
                    <a:pt x="10128" y="9352"/>
                  </a:lnTo>
                  <a:lnTo>
                    <a:pt x="2742" y="8842"/>
                  </a:lnTo>
                  <a:lnTo>
                    <a:pt x="0" y="6486"/>
                  </a:lnTo>
                  <a:lnTo>
                    <a:pt x="162" y="4422"/>
                  </a:lnTo>
                  <a:lnTo>
                    <a:pt x="1000" y="3181"/>
                  </a:lnTo>
                  <a:lnTo>
                    <a:pt x="4372" y="2109"/>
                  </a:lnTo>
                  <a:lnTo>
                    <a:pt x="5519" y="3078"/>
                  </a:lnTo>
                  <a:lnTo>
                    <a:pt x="7696" y="3274"/>
                  </a:lnTo>
                  <a:lnTo>
                    <a:pt x="7728" y="878"/>
                  </a:lnTo>
                  <a:lnTo>
                    <a:pt x="911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h1768"/>
            <p:cNvSpPr/>
            <p:nvPr/>
          </p:nvSpPr>
          <p:spPr>
            <a:xfrm>
              <a:off x="2786100" y="3261891"/>
              <a:ext cx="1381" cy="1685"/>
            </a:xfrm>
            <a:custGeom>
              <a:avLst/>
              <a:pathLst>
                <a:path w="1381" h="1685">
                  <a:moveTo>
                    <a:pt x="1381" y="0"/>
                  </a:moveTo>
                  <a:lnTo>
                    <a:pt x="1087" y="1685"/>
                  </a:lnTo>
                  <a:lnTo>
                    <a:pt x="0" y="165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h1769"/>
            <p:cNvSpPr/>
            <p:nvPr/>
          </p:nvSpPr>
          <p:spPr>
            <a:xfrm>
              <a:off x="2754739" y="3166593"/>
              <a:ext cx="24661" cy="24179"/>
            </a:xfrm>
            <a:custGeom>
              <a:avLst/>
              <a:pathLst>
                <a:path w="24661" h="24179">
                  <a:moveTo>
                    <a:pt x="7565" y="1424"/>
                  </a:moveTo>
                  <a:lnTo>
                    <a:pt x="7002" y="1775"/>
                  </a:lnTo>
                  <a:lnTo>
                    <a:pt x="14853" y="2983"/>
                  </a:lnTo>
                  <a:lnTo>
                    <a:pt x="16401" y="10173"/>
                  </a:lnTo>
                  <a:lnTo>
                    <a:pt x="21209" y="12742"/>
                  </a:lnTo>
                  <a:lnTo>
                    <a:pt x="24205" y="13395"/>
                  </a:lnTo>
                  <a:lnTo>
                    <a:pt x="24661" y="14504"/>
                  </a:lnTo>
                  <a:lnTo>
                    <a:pt x="21450" y="14446"/>
                  </a:lnTo>
                  <a:lnTo>
                    <a:pt x="18164" y="16236"/>
                  </a:lnTo>
                  <a:lnTo>
                    <a:pt x="16073" y="19886"/>
                  </a:lnTo>
                  <a:lnTo>
                    <a:pt x="9602" y="24179"/>
                  </a:lnTo>
                  <a:lnTo>
                    <a:pt x="9186" y="22014"/>
                  </a:lnTo>
                  <a:lnTo>
                    <a:pt x="9691" y="19889"/>
                  </a:lnTo>
                  <a:lnTo>
                    <a:pt x="7576" y="15699"/>
                  </a:lnTo>
                  <a:lnTo>
                    <a:pt x="6135" y="9531"/>
                  </a:lnTo>
                  <a:lnTo>
                    <a:pt x="2452" y="7353"/>
                  </a:lnTo>
                  <a:lnTo>
                    <a:pt x="0" y="6123"/>
                  </a:lnTo>
                  <a:lnTo>
                    <a:pt x="804" y="3511"/>
                  </a:lnTo>
                  <a:lnTo>
                    <a:pt x="5337" y="426"/>
                  </a:lnTo>
                  <a:lnTo>
                    <a:pt x="676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h1770"/>
            <p:cNvSpPr/>
            <p:nvPr/>
          </p:nvSpPr>
          <p:spPr>
            <a:xfrm>
              <a:off x="2709581" y="3186694"/>
              <a:ext cx="5280" cy="7312"/>
            </a:xfrm>
            <a:custGeom>
              <a:avLst/>
              <a:pathLst>
                <a:path w="5280" h="7312">
                  <a:moveTo>
                    <a:pt x="2319" y="392"/>
                  </a:moveTo>
                  <a:lnTo>
                    <a:pt x="4908" y="4438"/>
                  </a:lnTo>
                  <a:lnTo>
                    <a:pt x="5280" y="5790"/>
                  </a:lnTo>
                  <a:lnTo>
                    <a:pt x="4679" y="6432"/>
                  </a:lnTo>
                  <a:lnTo>
                    <a:pt x="1458" y="7312"/>
                  </a:lnTo>
                  <a:lnTo>
                    <a:pt x="323" y="4994"/>
                  </a:lnTo>
                  <a:lnTo>
                    <a:pt x="0" y="1942"/>
                  </a:lnTo>
                  <a:lnTo>
                    <a:pt x="64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h1771"/>
            <p:cNvSpPr/>
            <p:nvPr/>
          </p:nvSpPr>
          <p:spPr>
            <a:xfrm>
              <a:off x="2810729" y="3357615"/>
              <a:ext cx="13649" cy="24909"/>
            </a:xfrm>
            <a:custGeom>
              <a:avLst/>
              <a:pathLst>
                <a:path w="13649" h="24909">
                  <a:moveTo>
                    <a:pt x="8194" y="0"/>
                  </a:moveTo>
                  <a:lnTo>
                    <a:pt x="12789" y="2283"/>
                  </a:lnTo>
                  <a:lnTo>
                    <a:pt x="13185" y="3688"/>
                  </a:lnTo>
                  <a:lnTo>
                    <a:pt x="13649" y="4581"/>
                  </a:lnTo>
                  <a:lnTo>
                    <a:pt x="10692" y="9413"/>
                  </a:lnTo>
                  <a:lnTo>
                    <a:pt x="11135" y="13724"/>
                  </a:lnTo>
                  <a:lnTo>
                    <a:pt x="11938" y="16952"/>
                  </a:lnTo>
                  <a:lnTo>
                    <a:pt x="11363" y="19356"/>
                  </a:lnTo>
                  <a:lnTo>
                    <a:pt x="9722" y="21827"/>
                  </a:lnTo>
                  <a:lnTo>
                    <a:pt x="6648" y="23098"/>
                  </a:lnTo>
                  <a:lnTo>
                    <a:pt x="2648" y="24909"/>
                  </a:lnTo>
                  <a:lnTo>
                    <a:pt x="0" y="19345"/>
                  </a:lnTo>
                  <a:lnTo>
                    <a:pt x="395" y="15993"/>
                  </a:lnTo>
                  <a:lnTo>
                    <a:pt x="636" y="14353"/>
                  </a:lnTo>
                  <a:lnTo>
                    <a:pt x="5312" y="6984"/>
                  </a:lnTo>
                  <a:lnTo>
                    <a:pt x="4356" y="867"/>
                  </a:lnTo>
                  <a:lnTo>
                    <a:pt x="7068" y="2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h1772"/>
            <p:cNvSpPr/>
            <p:nvPr/>
          </p:nvSpPr>
          <p:spPr>
            <a:xfrm>
              <a:off x="2776470" y="3270194"/>
              <a:ext cx="30510" cy="34923"/>
            </a:xfrm>
            <a:custGeom>
              <a:avLst/>
              <a:pathLst>
                <a:path w="30510" h="34923">
                  <a:moveTo>
                    <a:pt x="11230" y="1466"/>
                  </a:moveTo>
                  <a:lnTo>
                    <a:pt x="13921" y="1312"/>
                  </a:lnTo>
                  <a:lnTo>
                    <a:pt x="14176" y="2394"/>
                  </a:lnTo>
                  <a:lnTo>
                    <a:pt x="13583" y="5308"/>
                  </a:lnTo>
                  <a:lnTo>
                    <a:pt x="15069" y="5248"/>
                  </a:lnTo>
                  <a:lnTo>
                    <a:pt x="14232" y="7676"/>
                  </a:lnTo>
                  <a:lnTo>
                    <a:pt x="12666" y="11470"/>
                  </a:lnTo>
                  <a:lnTo>
                    <a:pt x="16464" y="11188"/>
                  </a:lnTo>
                  <a:lnTo>
                    <a:pt x="16305" y="12414"/>
                  </a:lnTo>
                  <a:lnTo>
                    <a:pt x="22915" y="15228"/>
                  </a:lnTo>
                  <a:lnTo>
                    <a:pt x="24346" y="14468"/>
                  </a:lnTo>
                  <a:lnTo>
                    <a:pt x="23811" y="13790"/>
                  </a:lnTo>
                  <a:lnTo>
                    <a:pt x="24414" y="12919"/>
                  </a:lnTo>
                  <a:lnTo>
                    <a:pt x="28918" y="10619"/>
                  </a:lnTo>
                  <a:lnTo>
                    <a:pt x="30021" y="14084"/>
                  </a:lnTo>
                  <a:lnTo>
                    <a:pt x="29181" y="16089"/>
                  </a:lnTo>
                  <a:lnTo>
                    <a:pt x="30510" y="24850"/>
                  </a:lnTo>
                  <a:lnTo>
                    <a:pt x="28455" y="24925"/>
                  </a:lnTo>
                  <a:lnTo>
                    <a:pt x="21882" y="17726"/>
                  </a:lnTo>
                  <a:lnTo>
                    <a:pt x="19876" y="18015"/>
                  </a:lnTo>
                  <a:lnTo>
                    <a:pt x="20547" y="18748"/>
                  </a:lnTo>
                  <a:lnTo>
                    <a:pt x="20078" y="24426"/>
                  </a:lnTo>
                  <a:lnTo>
                    <a:pt x="17014" y="28251"/>
                  </a:lnTo>
                  <a:lnTo>
                    <a:pt x="17939" y="29318"/>
                  </a:lnTo>
                  <a:lnTo>
                    <a:pt x="14102" y="31445"/>
                  </a:lnTo>
                  <a:lnTo>
                    <a:pt x="9237" y="31406"/>
                  </a:lnTo>
                  <a:lnTo>
                    <a:pt x="6053" y="34179"/>
                  </a:lnTo>
                  <a:lnTo>
                    <a:pt x="3200" y="34923"/>
                  </a:lnTo>
                  <a:lnTo>
                    <a:pt x="1202" y="34389"/>
                  </a:lnTo>
                  <a:lnTo>
                    <a:pt x="630" y="33888"/>
                  </a:lnTo>
                  <a:lnTo>
                    <a:pt x="0" y="30397"/>
                  </a:lnTo>
                  <a:lnTo>
                    <a:pt x="7480" y="31158"/>
                  </a:lnTo>
                  <a:lnTo>
                    <a:pt x="12242" y="30043"/>
                  </a:lnTo>
                  <a:lnTo>
                    <a:pt x="12203" y="28614"/>
                  </a:lnTo>
                  <a:lnTo>
                    <a:pt x="9243" y="24265"/>
                  </a:lnTo>
                  <a:lnTo>
                    <a:pt x="8124" y="23236"/>
                  </a:lnTo>
                  <a:lnTo>
                    <a:pt x="9298" y="21790"/>
                  </a:lnTo>
                  <a:lnTo>
                    <a:pt x="12878" y="21119"/>
                  </a:lnTo>
                  <a:lnTo>
                    <a:pt x="12776" y="20284"/>
                  </a:lnTo>
                  <a:lnTo>
                    <a:pt x="15652" y="15779"/>
                  </a:lnTo>
                  <a:lnTo>
                    <a:pt x="12245" y="14799"/>
                  </a:lnTo>
                  <a:lnTo>
                    <a:pt x="12139" y="16948"/>
                  </a:lnTo>
                  <a:lnTo>
                    <a:pt x="12750" y="16288"/>
                  </a:lnTo>
                  <a:lnTo>
                    <a:pt x="13061" y="17084"/>
                  </a:lnTo>
                  <a:lnTo>
                    <a:pt x="12266" y="19129"/>
                  </a:lnTo>
                  <a:lnTo>
                    <a:pt x="8120" y="18807"/>
                  </a:lnTo>
                  <a:lnTo>
                    <a:pt x="9877" y="16226"/>
                  </a:lnTo>
                  <a:lnTo>
                    <a:pt x="6896" y="10594"/>
                  </a:lnTo>
                  <a:lnTo>
                    <a:pt x="4678" y="9784"/>
                  </a:lnTo>
                  <a:lnTo>
                    <a:pt x="3283" y="13597"/>
                  </a:lnTo>
                  <a:lnTo>
                    <a:pt x="1919" y="15182"/>
                  </a:lnTo>
                  <a:lnTo>
                    <a:pt x="14" y="13590"/>
                  </a:lnTo>
                  <a:lnTo>
                    <a:pt x="755" y="4249"/>
                  </a:lnTo>
                  <a:lnTo>
                    <a:pt x="2975" y="3757"/>
                  </a:lnTo>
                  <a:lnTo>
                    <a:pt x="7927" y="6113"/>
                  </a:lnTo>
                  <a:lnTo>
                    <a:pt x="12202" y="4396"/>
                  </a:lnTo>
                  <a:lnTo>
                    <a:pt x="12152" y="2446"/>
                  </a:lnTo>
                  <a:lnTo>
                    <a:pt x="10130" y="3166"/>
                  </a:lnTo>
                  <a:lnTo>
                    <a:pt x="8246" y="1125"/>
                  </a:lnTo>
                  <a:lnTo>
                    <a:pt x="928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h1773"/>
            <p:cNvSpPr/>
            <p:nvPr/>
          </p:nvSpPr>
          <p:spPr>
            <a:xfrm>
              <a:off x="2650662" y="3126623"/>
              <a:ext cx="22189" cy="30859"/>
            </a:xfrm>
            <a:custGeom>
              <a:avLst/>
              <a:pathLst>
                <a:path w="22189" h="30859">
                  <a:moveTo>
                    <a:pt x="18412" y="2355"/>
                  </a:moveTo>
                  <a:lnTo>
                    <a:pt x="22189" y="7715"/>
                  </a:lnTo>
                  <a:lnTo>
                    <a:pt x="22005" y="10605"/>
                  </a:lnTo>
                  <a:lnTo>
                    <a:pt x="21688" y="12210"/>
                  </a:lnTo>
                  <a:lnTo>
                    <a:pt x="19970" y="14514"/>
                  </a:lnTo>
                  <a:lnTo>
                    <a:pt x="19076" y="18374"/>
                  </a:lnTo>
                  <a:lnTo>
                    <a:pt x="21550" y="24683"/>
                  </a:lnTo>
                  <a:lnTo>
                    <a:pt x="18453" y="26494"/>
                  </a:lnTo>
                  <a:lnTo>
                    <a:pt x="18479" y="28273"/>
                  </a:lnTo>
                  <a:lnTo>
                    <a:pt x="16102" y="30859"/>
                  </a:lnTo>
                  <a:lnTo>
                    <a:pt x="15410" y="28892"/>
                  </a:lnTo>
                  <a:lnTo>
                    <a:pt x="12815" y="27269"/>
                  </a:lnTo>
                  <a:lnTo>
                    <a:pt x="8689" y="26443"/>
                  </a:lnTo>
                  <a:lnTo>
                    <a:pt x="8165" y="26750"/>
                  </a:lnTo>
                  <a:lnTo>
                    <a:pt x="10154" y="27199"/>
                  </a:lnTo>
                  <a:lnTo>
                    <a:pt x="10422" y="27977"/>
                  </a:lnTo>
                  <a:lnTo>
                    <a:pt x="8925" y="29586"/>
                  </a:lnTo>
                  <a:lnTo>
                    <a:pt x="6355" y="29655"/>
                  </a:lnTo>
                  <a:lnTo>
                    <a:pt x="0" y="26588"/>
                  </a:lnTo>
                  <a:lnTo>
                    <a:pt x="124" y="25194"/>
                  </a:lnTo>
                  <a:lnTo>
                    <a:pt x="1600" y="23708"/>
                  </a:lnTo>
                  <a:lnTo>
                    <a:pt x="3498" y="25086"/>
                  </a:lnTo>
                  <a:lnTo>
                    <a:pt x="9386" y="25322"/>
                  </a:lnTo>
                  <a:lnTo>
                    <a:pt x="9763" y="24782"/>
                  </a:lnTo>
                  <a:lnTo>
                    <a:pt x="8677" y="18490"/>
                  </a:lnTo>
                  <a:lnTo>
                    <a:pt x="6334" y="15771"/>
                  </a:lnTo>
                  <a:lnTo>
                    <a:pt x="189" y="17314"/>
                  </a:lnTo>
                  <a:lnTo>
                    <a:pt x="56" y="15701"/>
                  </a:lnTo>
                  <a:lnTo>
                    <a:pt x="468" y="8500"/>
                  </a:lnTo>
                  <a:lnTo>
                    <a:pt x="3179" y="7378"/>
                  </a:lnTo>
                  <a:lnTo>
                    <a:pt x="5753" y="13686"/>
                  </a:lnTo>
                  <a:lnTo>
                    <a:pt x="7482" y="16003"/>
                  </a:lnTo>
                  <a:lnTo>
                    <a:pt x="13428" y="15757"/>
                  </a:lnTo>
                  <a:lnTo>
                    <a:pt x="10023" y="7558"/>
                  </a:lnTo>
                  <a:lnTo>
                    <a:pt x="10636" y="3909"/>
                  </a:lnTo>
                  <a:lnTo>
                    <a:pt x="11793" y="2173"/>
                  </a:lnTo>
                  <a:lnTo>
                    <a:pt x="1566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h1774"/>
            <p:cNvSpPr/>
            <p:nvPr/>
          </p:nvSpPr>
          <p:spPr>
            <a:xfrm>
              <a:off x="2657647" y="3118154"/>
              <a:ext cx="5257" cy="9138"/>
            </a:xfrm>
            <a:custGeom>
              <a:avLst/>
              <a:pathLst>
                <a:path w="5257" h="9138">
                  <a:moveTo>
                    <a:pt x="5257" y="3846"/>
                  </a:moveTo>
                  <a:lnTo>
                    <a:pt x="2541" y="7275"/>
                  </a:lnTo>
                  <a:lnTo>
                    <a:pt x="2039" y="9138"/>
                  </a:lnTo>
                  <a:lnTo>
                    <a:pt x="0" y="3675"/>
                  </a:lnTo>
                  <a:lnTo>
                    <a:pt x="618" y="2020"/>
                  </a:lnTo>
                  <a:lnTo>
                    <a:pt x="3414" y="2389"/>
                  </a:lnTo>
                  <a:lnTo>
                    <a:pt x="4854" y="0"/>
                  </a:lnTo>
                  <a:lnTo>
                    <a:pt x="4984" y="151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h1775"/>
            <p:cNvSpPr/>
            <p:nvPr/>
          </p:nvSpPr>
          <p:spPr>
            <a:xfrm>
              <a:off x="2867822" y="3276626"/>
              <a:ext cx="15331" cy="23624"/>
            </a:xfrm>
            <a:custGeom>
              <a:avLst/>
              <a:pathLst>
                <a:path w="15331" h="23624">
                  <a:moveTo>
                    <a:pt x="12021" y="3705"/>
                  </a:moveTo>
                  <a:lnTo>
                    <a:pt x="15331" y="7061"/>
                  </a:lnTo>
                  <a:lnTo>
                    <a:pt x="14123" y="11668"/>
                  </a:lnTo>
                  <a:lnTo>
                    <a:pt x="13347" y="13173"/>
                  </a:lnTo>
                  <a:lnTo>
                    <a:pt x="7666" y="15346"/>
                  </a:lnTo>
                  <a:lnTo>
                    <a:pt x="9349" y="17002"/>
                  </a:lnTo>
                  <a:lnTo>
                    <a:pt x="9635" y="19637"/>
                  </a:lnTo>
                  <a:lnTo>
                    <a:pt x="9864" y="23130"/>
                  </a:lnTo>
                  <a:lnTo>
                    <a:pt x="5737" y="23624"/>
                  </a:lnTo>
                  <a:lnTo>
                    <a:pt x="774" y="18763"/>
                  </a:lnTo>
                  <a:lnTo>
                    <a:pt x="578" y="16594"/>
                  </a:lnTo>
                  <a:lnTo>
                    <a:pt x="2189" y="11359"/>
                  </a:lnTo>
                  <a:lnTo>
                    <a:pt x="1428" y="3992"/>
                  </a:lnTo>
                  <a:lnTo>
                    <a:pt x="0" y="2988"/>
                  </a:lnTo>
                  <a:lnTo>
                    <a:pt x="3152" y="3446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h1776"/>
            <p:cNvSpPr/>
            <p:nvPr/>
          </p:nvSpPr>
          <p:spPr>
            <a:xfrm>
              <a:off x="2900889" y="3248926"/>
              <a:ext cx="23158" cy="38113"/>
            </a:xfrm>
            <a:custGeom>
              <a:avLst/>
              <a:pathLst>
                <a:path w="23158" h="38113">
                  <a:moveTo>
                    <a:pt x="22945" y="3468"/>
                  </a:moveTo>
                  <a:lnTo>
                    <a:pt x="21576" y="4972"/>
                  </a:lnTo>
                  <a:lnTo>
                    <a:pt x="22133" y="6941"/>
                  </a:lnTo>
                  <a:lnTo>
                    <a:pt x="23158" y="7430"/>
                  </a:lnTo>
                  <a:lnTo>
                    <a:pt x="22994" y="12542"/>
                  </a:lnTo>
                  <a:lnTo>
                    <a:pt x="19382" y="16227"/>
                  </a:lnTo>
                  <a:lnTo>
                    <a:pt x="16305" y="17340"/>
                  </a:lnTo>
                  <a:lnTo>
                    <a:pt x="10183" y="21322"/>
                  </a:lnTo>
                  <a:lnTo>
                    <a:pt x="12297" y="22486"/>
                  </a:lnTo>
                  <a:lnTo>
                    <a:pt x="13895" y="24538"/>
                  </a:lnTo>
                  <a:lnTo>
                    <a:pt x="13817" y="25605"/>
                  </a:lnTo>
                  <a:lnTo>
                    <a:pt x="10924" y="30639"/>
                  </a:lnTo>
                  <a:lnTo>
                    <a:pt x="11133" y="31816"/>
                  </a:lnTo>
                  <a:lnTo>
                    <a:pt x="7875" y="31934"/>
                  </a:lnTo>
                  <a:lnTo>
                    <a:pt x="4576" y="33097"/>
                  </a:lnTo>
                  <a:lnTo>
                    <a:pt x="2525" y="38113"/>
                  </a:lnTo>
                  <a:lnTo>
                    <a:pt x="0" y="32761"/>
                  </a:lnTo>
                  <a:lnTo>
                    <a:pt x="190" y="27314"/>
                  </a:lnTo>
                  <a:lnTo>
                    <a:pt x="1797" y="25584"/>
                  </a:lnTo>
                  <a:lnTo>
                    <a:pt x="2905" y="19750"/>
                  </a:lnTo>
                  <a:lnTo>
                    <a:pt x="2301" y="19919"/>
                  </a:lnTo>
                  <a:lnTo>
                    <a:pt x="2021" y="18740"/>
                  </a:lnTo>
                  <a:lnTo>
                    <a:pt x="6826" y="13230"/>
                  </a:lnTo>
                  <a:lnTo>
                    <a:pt x="6658" y="10933"/>
                  </a:lnTo>
                  <a:lnTo>
                    <a:pt x="17892" y="5938"/>
                  </a:lnTo>
                  <a:lnTo>
                    <a:pt x="18057" y="3513"/>
                  </a:lnTo>
                  <a:lnTo>
                    <a:pt x="17169" y="3053"/>
                  </a:lnTo>
                  <a:lnTo>
                    <a:pt x="17703" y="1268"/>
                  </a:lnTo>
                  <a:lnTo>
                    <a:pt x="19717" y="0"/>
                  </a:lnTo>
                  <a:lnTo>
                    <a:pt x="21418" y="101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h1777"/>
            <p:cNvSpPr/>
            <p:nvPr/>
          </p:nvSpPr>
          <p:spPr>
            <a:xfrm>
              <a:off x="3015501" y="3270878"/>
              <a:ext cx="42165" cy="29971"/>
            </a:xfrm>
            <a:custGeom>
              <a:avLst/>
              <a:pathLst>
                <a:path w="42165" h="29971">
                  <a:moveTo>
                    <a:pt x="36534" y="5153"/>
                  </a:moveTo>
                  <a:lnTo>
                    <a:pt x="42165" y="6006"/>
                  </a:lnTo>
                  <a:lnTo>
                    <a:pt x="41363" y="7744"/>
                  </a:lnTo>
                  <a:lnTo>
                    <a:pt x="36770" y="16937"/>
                  </a:lnTo>
                  <a:lnTo>
                    <a:pt x="35697" y="21203"/>
                  </a:lnTo>
                  <a:lnTo>
                    <a:pt x="36859" y="26096"/>
                  </a:lnTo>
                  <a:lnTo>
                    <a:pt x="33647" y="23940"/>
                  </a:lnTo>
                  <a:lnTo>
                    <a:pt x="25832" y="24017"/>
                  </a:lnTo>
                  <a:lnTo>
                    <a:pt x="17047" y="25292"/>
                  </a:lnTo>
                  <a:lnTo>
                    <a:pt x="9321" y="24580"/>
                  </a:lnTo>
                  <a:lnTo>
                    <a:pt x="6751" y="28115"/>
                  </a:lnTo>
                  <a:lnTo>
                    <a:pt x="3119" y="29971"/>
                  </a:lnTo>
                  <a:lnTo>
                    <a:pt x="2334" y="26621"/>
                  </a:lnTo>
                  <a:lnTo>
                    <a:pt x="0" y="24852"/>
                  </a:lnTo>
                  <a:lnTo>
                    <a:pt x="895" y="23916"/>
                  </a:lnTo>
                  <a:lnTo>
                    <a:pt x="4628" y="22979"/>
                  </a:lnTo>
                  <a:lnTo>
                    <a:pt x="7164" y="20207"/>
                  </a:lnTo>
                  <a:lnTo>
                    <a:pt x="6795" y="19383"/>
                  </a:lnTo>
                  <a:lnTo>
                    <a:pt x="9108" y="10035"/>
                  </a:lnTo>
                  <a:lnTo>
                    <a:pt x="18003" y="4868"/>
                  </a:lnTo>
                  <a:lnTo>
                    <a:pt x="16381" y="1996"/>
                  </a:lnTo>
                  <a:lnTo>
                    <a:pt x="33496" y="4692"/>
                  </a:lnTo>
                  <a:lnTo>
                    <a:pt x="34447" y="135"/>
                  </a:lnTo>
                  <a:lnTo>
                    <a:pt x="3575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h1778"/>
            <p:cNvSpPr/>
            <p:nvPr/>
          </p:nvSpPr>
          <p:spPr>
            <a:xfrm>
              <a:off x="2783027" y="3219441"/>
              <a:ext cx="11930" cy="16259"/>
            </a:xfrm>
            <a:custGeom>
              <a:avLst/>
              <a:pathLst>
                <a:path w="11930" h="16259">
                  <a:moveTo>
                    <a:pt x="10502" y="8816"/>
                  </a:moveTo>
                  <a:lnTo>
                    <a:pt x="9633" y="9929"/>
                  </a:lnTo>
                  <a:lnTo>
                    <a:pt x="8778" y="13673"/>
                  </a:lnTo>
                  <a:lnTo>
                    <a:pt x="7914" y="16259"/>
                  </a:lnTo>
                  <a:lnTo>
                    <a:pt x="6654" y="14264"/>
                  </a:lnTo>
                  <a:lnTo>
                    <a:pt x="934" y="14277"/>
                  </a:lnTo>
                  <a:lnTo>
                    <a:pt x="2539" y="10444"/>
                  </a:lnTo>
                  <a:lnTo>
                    <a:pt x="4043" y="11147"/>
                  </a:lnTo>
                  <a:lnTo>
                    <a:pt x="2853" y="9028"/>
                  </a:lnTo>
                  <a:lnTo>
                    <a:pt x="2695" y="6869"/>
                  </a:lnTo>
                  <a:lnTo>
                    <a:pt x="1403" y="6601"/>
                  </a:lnTo>
                  <a:lnTo>
                    <a:pt x="0" y="5369"/>
                  </a:lnTo>
                  <a:lnTo>
                    <a:pt x="7707" y="1088"/>
                  </a:lnTo>
                  <a:lnTo>
                    <a:pt x="11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h1779"/>
            <p:cNvSpPr/>
            <p:nvPr/>
          </p:nvSpPr>
          <p:spPr>
            <a:xfrm>
              <a:off x="2779445" y="3253661"/>
              <a:ext cx="25760" cy="22646"/>
            </a:xfrm>
            <a:custGeom>
              <a:avLst/>
              <a:pathLst>
                <a:path w="25760" h="22646">
                  <a:moveTo>
                    <a:pt x="18279" y="493"/>
                  </a:moveTo>
                  <a:lnTo>
                    <a:pt x="18536" y="1736"/>
                  </a:lnTo>
                  <a:lnTo>
                    <a:pt x="16158" y="1029"/>
                  </a:lnTo>
                  <a:lnTo>
                    <a:pt x="16018" y="4630"/>
                  </a:lnTo>
                  <a:lnTo>
                    <a:pt x="15087" y="6134"/>
                  </a:lnTo>
                  <a:lnTo>
                    <a:pt x="18962" y="5914"/>
                  </a:lnTo>
                  <a:lnTo>
                    <a:pt x="23343" y="5831"/>
                  </a:lnTo>
                  <a:lnTo>
                    <a:pt x="21653" y="8295"/>
                  </a:lnTo>
                  <a:lnTo>
                    <a:pt x="21231" y="13091"/>
                  </a:lnTo>
                  <a:lnTo>
                    <a:pt x="21827" y="15246"/>
                  </a:lnTo>
                  <a:lnTo>
                    <a:pt x="25760" y="17847"/>
                  </a:lnTo>
                  <a:lnTo>
                    <a:pt x="23320" y="20224"/>
                  </a:lnTo>
                  <a:lnTo>
                    <a:pt x="21586" y="19714"/>
                  </a:lnTo>
                  <a:lnTo>
                    <a:pt x="20173" y="16842"/>
                  </a:lnTo>
                  <a:lnTo>
                    <a:pt x="20450" y="14678"/>
                  </a:lnTo>
                  <a:lnTo>
                    <a:pt x="19063" y="13406"/>
                  </a:lnTo>
                  <a:lnTo>
                    <a:pt x="17486" y="13304"/>
                  </a:lnTo>
                  <a:lnTo>
                    <a:pt x="15445" y="15655"/>
                  </a:lnTo>
                  <a:lnTo>
                    <a:pt x="12770" y="13857"/>
                  </a:lnTo>
                  <a:lnTo>
                    <a:pt x="9716" y="13006"/>
                  </a:lnTo>
                  <a:lnTo>
                    <a:pt x="11650" y="15240"/>
                  </a:lnTo>
                  <a:lnTo>
                    <a:pt x="11544" y="15670"/>
                  </a:lnTo>
                  <a:lnTo>
                    <a:pt x="7876" y="14584"/>
                  </a:lnTo>
                  <a:lnTo>
                    <a:pt x="9227" y="17542"/>
                  </a:lnTo>
                  <a:lnTo>
                    <a:pt x="8255" y="17999"/>
                  </a:lnTo>
                  <a:lnTo>
                    <a:pt x="6311" y="16532"/>
                  </a:lnTo>
                  <a:lnTo>
                    <a:pt x="5271" y="17657"/>
                  </a:lnTo>
                  <a:lnTo>
                    <a:pt x="7154" y="19698"/>
                  </a:lnTo>
                  <a:lnTo>
                    <a:pt x="9176" y="18978"/>
                  </a:lnTo>
                  <a:lnTo>
                    <a:pt x="9227" y="20928"/>
                  </a:lnTo>
                  <a:lnTo>
                    <a:pt x="4952" y="22646"/>
                  </a:lnTo>
                  <a:lnTo>
                    <a:pt x="0" y="20290"/>
                  </a:lnTo>
                  <a:lnTo>
                    <a:pt x="2577" y="17258"/>
                  </a:lnTo>
                  <a:lnTo>
                    <a:pt x="3220" y="16551"/>
                  </a:lnTo>
                  <a:lnTo>
                    <a:pt x="7313" y="12681"/>
                  </a:lnTo>
                  <a:lnTo>
                    <a:pt x="8425" y="12421"/>
                  </a:lnTo>
                  <a:lnTo>
                    <a:pt x="9894" y="10487"/>
                  </a:lnTo>
                  <a:lnTo>
                    <a:pt x="11125" y="10348"/>
                  </a:lnTo>
                  <a:lnTo>
                    <a:pt x="14015" y="12610"/>
                  </a:lnTo>
                  <a:lnTo>
                    <a:pt x="14002" y="9778"/>
                  </a:lnTo>
                  <a:lnTo>
                    <a:pt x="15958" y="10104"/>
                  </a:lnTo>
                  <a:lnTo>
                    <a:pt x="17048" y="9284"/>
                  </a:lnTo>
                  <a:lnTo>
                    <a:pt x="17305" y="7979"/>
                  </a:lnTo>
                  <a:lnTo>
                    <a:pt x="13983" y="5989"/>
                  </a:lnTo>
                  <a:lnTo>
                    <a:pt x="14142" y="4531"/>
                  </a:lnTo>
                  <a:lnTo>
                    <a:pt x="14859" y="4326"/>
                  </a:lnTo>
                  <a:lnTo>
                    <a:pt x="15657" y="2750"/>
                  </a:lnTo>
                  <a:lnTo>
                    <a:pt x="15682" y="625"/>
                  </a:lnTo>
                  <a:lnTo>
                    <a:pt x="16330" y="522"/>
                  </a:lnTo>
                  <a:lnTo>
                    <a:pt x="1704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h1780"/>
            <p:cNvSpPr/>
            <p:nvPr/>
          </p:nvSpPr>
          <p:spPr>
            <a:xfrm>
              <a:off x="2664322" y="3264790"/>
              <a:ext cx="10409" cy="7553"/>
            </a:xfrm>
            <a:custGeom>
              <a:avLst/>
              <a:pathLst>
                <a:path w="10409" h="7553">
                  <a:moveTo>
                    <a:pt x="6241" y="6829"/>
                  </a:moveTo>
                  <a:lnTo>
                    <a:pt x="3265" y="7553"/>
                  </a:lnTo>
                  <a:lnTo>
                    <a:pt x="0" y="5114"/>
                  </a:lnTo>
                  <a:lnTo>
                    <a:pt x="1572" y="4388"/>
                  </a:lnTo>
                  <a:lnTo>
                    <a:pt x="1147" y="927"/>
                  </a:lnTo>
                  <a:lnTo>
                    <a:pt x="5103" y="33"/>
                  </a:lnTo>
                  <a:lnTo>
                    <a:pt x="8239" y="608"/>
                  </a:lnTo>
                  <a:lnTo>
                    <a:pt x="10409" y="0"/>
                  </a:lnTo>
                  <a:lnTo>
                    <a:pt x="8092" y="476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h1781"/>
            <p:cNvSpPr/>
            <p:nvPr/>
          </p:nvSpPr>
          <p:spPr>
            <a:xfrm>
              <a:off x="2631493" y="3218695"/>
              <a:ext cx="33884" cy="38113"/>
            </a:xfrm>
            <a:custGeom>
              <a:avLst/>
              <a:pathLst>
                <a:path w="33884" h="38113">
                  <a:moveTo>
                    <a:pt x="30450" y="3056"/>
                  </a:moveTo>
                  <a:lnTo>
                    <a:pt x="31477" y="2428"/>
                  </a:lnTo>
                  <a:lnTo>
                    <a:pt x="33303" y="9732"/>
                  </a:lnTo>
                  <a:lnTo>
                    <a:pt x="31191" y="11401"/>
                  </a:lnTo>
                  <a:lnTo>
                    <a:pt x="29720" y="11288"/>
                  </a:lnTo>
                  <a:lnTo>
                    <a:pt x="28196" y="14225"/>
                  </a:lnTo>
                  <a:lnTo>
                    <a:pt x="28774" y="15500"/>
                  </a:lnTo>
                  <a:lnTo>
                    <a:pt x="29272" y="15375"/>
                  </a:lnTo>
                  <a:lnTo>
                    <a:pt x="30323" y="16174"/>
                  </a:lnTo>
                  <a:lnTo>
                    <a:pt x="29707" y="18583"/>
                  </a:lnTo>
                  <a:lnTo>
                    <a:pt x="30212" y="21684"/>
                  </a:lnTo>
                  <a:lnTo>
                    <a:pt x="31796" y="24128"/>
                  </a:lnTo>
                  <a:lnTo>
                    <a:pt x="32752" y="28648"/>
                  </a:lnTo>
                  <a:lnTo>
                    <a:pt x="33884" y="29368"/>
                  </a:lnTo>
                  <a:lnTo>
                    <a:pt x="31547" y="33536"/>
                  </a:lnTo>
                  <a:lnTo>
                    <a:pt x="29325" y="33881"/>
                  </a:lnTo>
                  <a:lnTo>
                    <a:pt x="28474" y="33068"/>
                  </a:lnTo>
                  <a:lnTo>
                    <a:pt x="25479" y="32660"/>
                  </a:lnTo>
                  <a:lnTo>
                    <a:pt x="28649" y="36956"/>
                  </a:lnTo>
                  <a:lnTo>
                    <a:pt x="23093" y="37865"/>
                  </a:lnTo>
                  <a:lnTo>
                    <a:pt x="21874" y="38113"/>
                  </a:lnTo>
                  <a:lnTo>
                    <a:pt x="19806" y="36473"/>
                  </a:lnTo>
                  <a:lnTo>
                    <a:pt x="16008" y="28698"/>
                  </a:lnTo>
                  <a:lnTo>
                    <a:pt x="12343" y="26911"/>
                  </a:lnTo>
                  <a:lnTo>
                    <a:pt x="0" y="30364"/>
                  </a:lnTo>
                  <a:lnTo>
                    <a:pt x="533" y="29325"/>
                  </a:lnTo>
                  <a:lnTo>
                    <a:pt x="2924" y="24676"/>
                  </a:lnTo>
                  <a:lnTo>
                    <a:pt x="4909" y="22641"/>
                  </a:lnTo>
                  <a:lnTo>
                    <a:pt x="7486" y="22888"/>
                  </a:lnTo>
                  <a:lnTo>
                    <a:pt x="8078" y="23513"/>
                  </a:lnTo>
                  <a:lnTo>
                    <a:pt x="10318" y="24012"/>
                  </a:lnTo>
                  <a:lnTo>
                    <a:pt x="17417" y="22141"/>
                  </a:lnTo>
                  <a:lnTo>
                    <a:pt x="18709" y="21403"/>
                  </a:lnTo>
                  <a:lnTo>
                    <a:pt x="19903" y="19162"/>
                  </a:lnTo>
                  <a:lnTo>
                    <a:pt x="23965" y="19462"/>
                  </a:lnTo>
                  <a:lnTo>
                    <a:pt x="25640" y="17510"/>
                  </a:lnTo>
                  <a:lnTo>
                    <a:pt x="24281" y="9087"/>
                  </a:lnTo>
                  <a:lnTo>
                    <a:pt x="24457" y="3054"/>
                  </a:lnTo>
                  <a:lnTo>
                    <a:pt x="24880" y="1024"/>
                  </a:lnTo>
                  <a:lnTo>
                    <a:pt x="27560" y="0"/>
                  </a:lnTo>
                  <a:lnTo>
                    <a:pt x="29271" y="257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h1782"/>
            <p:cNvSpPr/>
            <p:nvPr/>
          </p:nvSpPr>
          <p:spPr>
            <a:xfrm>
              <a:off x="2795922" y="3347140"/>
              <a:ext cx="21875" cy="30605"/>
            </a:xfrm>
            <a:custGeom>
              <a:avLst/>
              <a:pathLst>
                <a:path w="21875" h="30605">
                  <a:moveTo>
                    <a:pt x="14879" y="1272"/>
                  </a:moveTo>
                  <a:lnTo>
                    <a:pt x="16442" y="2606"/>
                  </a:lnTo>
                  <a:lnTo>
                    <a:pt x="17711" y="5109"/>
                  </a:lnTo>
                  <a:lnTo>
                    <a:pt x="18134" y="8034"/>
                  </a:lnTo>
                  <a:lnTo>
                    <a:pt x="19806" y="9201"/>
                  </a:lnTo>
                  <a:lnTo>
                    <a:pt x="21258" y="9173"/>
                  </a:lnTo>
                  <a:lnTo>
                    <a:pt x="21875" y="10501"/>
                  </a:lnTo>
                  <a:lnTo>
                    <a:pt x="19163" y="11342"/>
                  </a:lnTo>
                  <a:lnTo>
                    <a:pt x="20119" y="17459"/>
                  </a:lnTo>
                  <a:lnTo>
                    <a:pt x="15443" y="24828"/>
                  </a:lnTo>
                  <a:lnTo>
                    <a:pt x="15202" y="26468"/>
                  </a:lnTo>
                  <a:lnTo>
                    <a:pt x="12972" y="27271"/>
                  </a:lnTo>
                  <a:lnTo>
                    <a:pt x="9559" y="26295"/>
                  </a:lnTo>
                  <a:lnTo>
                    <a:pt x="8529" y="23205"/>
                  </a:lnTo>
                  <a:lnTo>
                    <a:pt x="1484" y="30605"/>
                  </a:lnTo>
                  <a:lnTo>
                    <a:pt x="1409" y="22748"/>
                  </a:lnTo>
                  <a:lnTo>
                    <a:pt x="3208" y="14068"/>
                  </a:lnTo>
                  <a:lnTo>
                    <a:pt x="0" y="8481"/>
                  </a:lnTo>
                  <a:lnTo>
                    <a:pt x="1001" y="8898"/>
                  </a:lnTo>
                  <a:lnTo>
                    <a:pt x="6070" y="4451"/>
                  </a:lnTo>
                  <a:lnTo>
                    <a:pt x="6414" y="1109"/>
                  </a:lnTo>
                  <a:lnTo>
                    <a:pt x="902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h1783"/>
            <p:cNvSpPr/>
            <p:nvPr/>
          </p:nvSpPr>
          <p:spPr>
            <a:xfrm>
              <a:off x="2654587" y="3251355"/>
              <a:ext cx="28291" cy="26008"/>
            </a:xfrm>
            <a:custGeom>
              <a:avLst/>
              <a:pathLst>
                <a:path w="28291" h="26008">
                  <a:moveTo>
                    <a:pt x="5380" y="407"/>
                  </a:moveTo>
                  <a:lnTo>
                    <a:pt x="6232" y="1221"/>
                  </a:lnTo>
                  <a:lnTo>
                    <a:pt x="6643" y="3775"/>
                  </a:lnTo>
                  <a:lnTo>
                    <a:pt x="19541" y="3696"/>
                  </a:lnTo>
                  <a:lnTo>
                    <a:pt x="23370" y="1659"/>
                  </a:lnTo>
                  <a:lnTo>
                    <a:pt x="28291" y="1199"/>
                  </a:lnTo>
                  <a:lnTo>
                    <a:pt x="26954" y="5782"/>
                  </a:lnTo>
                  <a:lnTo>
                    <a:pt x="20145" y="13435"/>
                  </a:lnTo>
                  <a:lnTo>
                    <a:pt x="17975" y="14043"/>
                  </a:lnTo>
                  <a:lnTo>
                    <a:pt x="14839" y="13468"/>
                  </a:lnTo>
                  <a:lnTo>
                    <a:pt x="10883" y="14362"/>
                  </a:lnTo>
                  <a:lnTo>
                    <a:pt x="11307" y="17823"/>
                  </a:lnTo>
                  <a:lnTo>
                    <a:pt x="9735" y="18549"/>
                  </a:lnTo>
                  <a:lnTo>
                    <a:pt x="13000" y="20989"/>
                  </a:lnTo>
                  <a:lnTo>
                    <a:pt x="15977" y="20264"/>
                  </a:lnTo>
                  <a:lnTo>
                    <a:pt x="12685" y="26008"/>
                  </a:lnTo>
                  <a:lnTo>
                    <a:pt x="10534" y="23471"/>
                  </a:lnTo>
                  <a:lnTo>
                    <a:pt x="11540" y="22765"/>
                  </a:lnTo>
                  <a:lnTo>
                    <a:pt x="10541" y="21952"/>
                  </a:lnTo>
                  <a:lnTo>
                    <a:pt x="9517" y="21702"/>
                  </a:lnTo>
                  <a:lnTo>
                    <a:pt x="7126" y="22735"/>
                  </a:lnTo>
                  <a:lnTo>
                    <a:pt x="6494" y="22489"/>
                  </a:lnTo>
                  <a:lnTo>
                    <a:pt x="4878" y="17788"/>
                  </a:lnTo>
                  <a:lnTo>
                    <a:pt x="4815" y="14516"/>
                  </a:lnTo>
                  <a:lnTo>
                    <a:pt x="2920" y="8558"/>
                  </a:lnTo>
                  <a:lnTo>
                    <a:pt x="0" y="5205"/>
                  </a:lnTo>
                  <a:lnTo>
                    <a:pt x="5556" y="4296"/>
                  </a:lnTo>
                  <a:lnTo>
                    <a:pt x="238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h1784"/>
            <p:cNvSpPr/>
            <p:nvPr/>
          </p:nvSpPr>
          <p:spPr>
            <a:xfrm>
              <a:off x="2757734" y="3205755"/>
              <a:ext cx="18792" cy="13303"/>
            </a:xfrm>
            <a:custGeom>
              <a:avLst/>
              <a:pathLst>
                <a:path w="18792" h="13303">
                  <a:moveTo>
                    <a:pt x="18297" y="0"/>
                  </a:moveTo>
                  <a:lnTo>
                    <a:pt x="18792" y="4073"/>
                  </a:lnTo>
                  <a:lnTo>
                    <a:pt x="17463" y="5498"/>
                  </a:lnTo>
                  <a:lnTo>
                    <a:pt x="17065" y="7492"/>
                  </a:lnTo>
                  <a:lnTo>
                    <a:pt x="16600" y="8454"/>
                  </a:lnTo>
                  <a:lnTo>
                    <a:pt x="15053" y="9021"/>
                  </a:lnTo>
                  <a:lnTo>
                    <a:pt x="10018" y="8696"/>
                  </a:lnTo>
                  <a:lnTo>
                    <a:pt x="1466" y="13303"/>
                  </a:lnTo>
                  <a:lnTo>
                    <a:pt x="0" y="9864"/>
                  </a:lnTo>
                  <a:lnTo>
                    <a:pt x="3014" y="7701"/>
                  </a:lnTo>
                  <a:lnTo>
                    <a:pt x="3246" y="4981"/>
                  </a:lnTo>
                  <a:lnTo>
                    <a:pt x="8502" y="2716"/>
                  </a:lnTo>
                  <a:lnTo>
                    <a:pt x="13501" y="2163"/>
                  </a:lnTo>
                  <a:lnTo>
                    <a:pt x="16108" y="254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h1785"/>
            <p:cNvSpPr/>
            <p:nvPr/>
          </p:nvSpPr>
          <p:spPr>
            <a:xfrm>
              <a:off x="2695210" y="3154762"/>
              <a:ext cx="16110" cy="15951"/>
            </a:xfrm>
            <a:custGeom>
              <a:avLst/>
              <a:pathLst>
                <a:path w="16110" h="15951">
                  <a:moveTo>
                    <a:pt x="10449" y="2081"/>
                  </a:moveTo>
                  <a:lnTo>
                    <a:pt x="14150" y="5556"/>
                  </a:lnTo>
                  <a:lnTo>
                    <a:pt x="16110" y="8661"/>
                  </a:lnTo>
                  <a:lnTo>
                    <a:pt x="13315" y="9798"/>
                  </a:lnTo>
                  <a:lnTo>
                    <a:pt x="11842" y="13087"/>
                  </a:lnTo>
                  <a:lnTo>
                    <a:pt x="7819" y="15951"/>
                  </a:lnTo>
                  <a:lnTo>
                    <a:pt x="2875" y="14136"/>
                  </a:lnTo>
                  <a:lnTo>
                    <a:pt x="1476" y="12453"/>
                  </a:lnTo>
                  <a:lnTo>
                    <a:pt x="0" y="7891"/>
                  </a:lnTo>
                  <a:lnTo>
                    <a:pt x="51" y="3696"/>
                  </a:lnTo>
                  <a:lnTo>
                    <a:pt x="3306" y="1410"/>
                  </a:lnTo>
                  <a:lnTo>
                    <a:pt x="604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h1786"/>
            <p:cNvSpPr/>
            <p:nvPr/>
          </p:nvSpPr>
          <p:spPr>
            <a:xfrm>
              <a:off x="2690920" y="3167215"/>
              <a:ext cx="7165" cy="8612"/>
            </a:xfrm>
            <a:custGeom>
              <a:avLst/>
              <a:pathLst>
                <a:path w="7165" h="8612">
                  <a:moveTo>
                    <a:pt x="5766" y="0"/>
                  </a:moveTo>
                  <a:lnTo>
                    <a:pt x="7165" y="1682"/>
                  </a:lnTo>
                  <a:lnTo>
                    <a:pt x="6529" y="8357"/>
                  </a:lnTo>
                  <a:lnTo>
                    <a:pt x="1476" y="8612"/>
                  </a:lnTo>
                  <a:lnTo>
                    <a:pt x="1500" y="5752"/>
                  </a:lnTo>
                  <a:lnTo>
                    <a:pt x="264" y="4298"/>
                  </a:lnTo>
                  <a:lnTo>
                    <a:pt x="0" y="163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h1787"/>
            <p:cNvSpPr/>
            <p:nvPr/>
          </p:nvSpPr>
          <p:spPr>
            <a:xfrm>
              <a:off x="2780056" y="3343734"/>
              <a:ext cx="11297" cy="20216"/>
            </a:xfrm>
            <a:custGeom>
              <a:avLst/>
              <a:pathLst>
                <a:path w="11297" h="20216">
                  <a:moveTo>
                    <a:pt x="9948" y="2080"/>
                  </a:moveTo>
                  <a:lnTo>
                    <a:pt x="9521" y="4863"/>
                  </a:lnTo>
                  <a:lnTo>
                    <a:pt x="8260" y="7033"/>
                  </a:lnTo>
                  <a:lnTo>
                    <a:pt x="8535" y="9754"/>
                  </a:lnTo>
                  <a:lnTo>
                    <a:pt x="10292" y="15401"/>
                  </a:lnTo>
                  <a:lnTo>
                    <a:pt x="11297" y="16009"/>
                  </a:lnTo>
                  <a:lnTo>
                    <a:pt x="9600" y="18636"/>
                  </a:lnTo>
                  <a:lnTo>
                    <a:pt x="8130" y="19552"/>
                  </a:lnTo>
                  <a:lnTo>
                    <a:pt x="2175" y="20216"/>
                  </a:lnTo>
                  <a:lnTo>
                    <a:pt x="0" y="12967"/>
                  </a:lnTo>
                  <a:lnTo>
                    <a:pt x="1149" y="12414"/>
                  </a:lnTo>
                  <a:lnTo>
                    <a:pt x="3278" y="8944"/>
                  </a:lnTo>
                  <a:lnTo>
                    <a:pt x="1810" y="8436"/>
                  </a:lnTo>
                  <a:lnTo>
                    <a:pt x="754" y="6540"/>
                  </a:lnTo>
                  <a:lnTo>
                    <a:pt x="1706" y="3993"/>
                  </a:lnTo>
                  <a:lnTo>
                    <a:pt x="917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h1788"/>
            <p:cNvSpPr/>
            <p:nvPr/>
          </p:nvSpPr>
          <p:spPr>
            <a:xfrm>
              <a:off x="2752869" y="3194043"/>
              <a:ext cx="8501" cy="21575"/>
            </a:xfrm>
            <a:custGeom>
              <a:avLst/>
              <a:pathLst>
                <a:path w="8501" h="21575">
                  <a:moveTo>
                    <a:pt x="8501" y="8699"/>
                  </a:moveTo>
                  <a:lnTo>
                    <a:pt x="8165" y="11885"/>
                  </a:lnTo>
                  <a:lnTo>
                    <a:pt x="8111" y="16692"/>
                  </a:lnTo>
                  <a:lnTo>
                    <a:pt x="7879" y="19413"/>
                  </a:lnTo>
                  <a:lnTo>
                    <a:pt x="4864" y="21575"/>
                  </a:lnTo>
                  <a:lnTo>
                    <a:pt x="624" y="18769"/>
                  </a:lnTo>
                  <a:lnTo>
                    <a:pt x="0" y="7148"/>
                  </a:lnTo>
                  <a:lnTo>
                    <a:pt x="2433" y="1454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h1789"/>
            <p:cNvSpPr/>
            <p:nvPr/>
          </p:nvSpPr>
          <p:spPr>
            <a:xfrm>
              <a:off x="2706454" y="3143500"/>
              <a:ext cx="5593" cy="6414"/>
            </a:xfrm>
            <a:custGeom>
              <a:avLst/>
              <a:pathLst>
                <a:path w="5593" h="6414">
                  <a:moveTo>
                    <a:pt x="5593" y="5463"/>
                  </a:moveTo>
                  <a:lnTo>
                    <a:pt x="909" y="6414"/>
                  </a:lnTo>
                  <a:lnTo>
                    <a:pt x="0" y="5457"/>
                  </a:lnTo>
                  <a:lnTo>
                    <a:pt x="2447" y="136"/>
                  </a:lnTo>
                  <a:lnTo>
                    <a:pt x="293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h1790"/>
            <p:cNvSpPr/>
            <p:nvPr/>
          </p:nvSpPr>
          <p:spPr>
            <a:xfrm>
              <a:off x="2818856" y="3200377"/>
              <a:ext cx="12737" cy="9710"/>
            </a:xfrm>
            <a:custGeom>
              <a:avLst/>
              <a:pathLst>
                <a:path w="12737" h="9710">
                  <a:moveTo>
                    <a:pt x="12131" y="2383"/>
                  </a:moveTo>
                  <a:lnTo>
                    <a:pt x="12737" y="4799"/>
                  </a:lnTo>
                  <a:lnTo>
                    <a:pt x="11484" y="9710"/>
                  </a:lnTo>
                  <a:lnTo>
                    <a:pt x="5824" y="8970"/>
                  </a:lnTo>
                  <a:lnTo>
                    <a:pt x="2822" y="6654"/>
                  </a:lnTo>
                  <a:lnTo>
                    <a:pt x="0" y="3319"/>
                  </a:lnTo>
                  <a:lnTo>
                    <a:pt x="2823" y="2278"/>
                  </a:lnTo>
                  <a:lnTo>
                    <a:pt x="3648" y="2359"/>
                  </a:lnTo>
                  <a:lnTo>
                    <a:pt x="5001" y="1731"/>
                  </a:lnTo>
                  <a:lnTo>
                    <a:pt x="6629" y="1019"/>
                  </a:lnTo>
                  <a:lnTo>
                    <a:pt x="8950" y="1100"/>
                  </a:lnTo>
                  <a:lnTo>
                    <a:pt x="1093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h1791"/>
            <p:cNvSpPr/>
            <p:nvPr/>
          </p:nvSpPr>
          <p:spPr>
            <a:xfrm>
              <a:off x="2797406" y="3370345"/>
              <a:ext cx="15971" cy="13707"/>
            </a:xfrm>
            <a:custGeom>
              <a:avLst/>
              <a:pathLst>
                <a:path w="15971" h="13707">
                  <a:moveTo>
                    <a:pt x="8074" y="3090"/>
                  </a:moveTo>
                  <a:lnTo>
                    <a:pt x="11488" y="4066"/>
                  </a:lnTo>
                  <a:lnTo>
                    <a:pt x="13718" y="3263"/>
                  </a:lnTo>
                  <a:lnTo>
                    <a:pt x="13322" y="6615"/>
                  </a:lnTo>
                  <a:lnTo>
                    <a:pt x="15971" y="12178"/>
                  </a:lnTo>
                  <a:lnTo>
                    <a:pt x="13151" y="12008"/>
                  </a:lnTo>
                  <a:lnTo>
                    <a:pt x="9792" y="13396"/>
                  </a:lnTo>
                  <a:lnTo>
                    <a:pt x="4748" y="13707"/>
                  </a:lnTo>
                  <a:lnTo>
                    <a:pt x="0" y="7400"/>
                  </a:lnTo>
                  <a:lnTo>
                    <a:pt x="704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h1792"/>
            <p:cNvSpPr/>
            <p:nvPr/>
          </p:nvSpPr>
          <p:spPr>
            <a:xfrm>
              <a:off x="3001933" y="3285533"/>
              <a:ext cx="20733" cy="10196"/>
            </a:xfrm>
            <a:custGeom>
              <a:avLst/>
              <a:pathLst>
                <a:path w="20733" h="10196">
                  <a:moveTo>
                    <a:pt x="10181" y="1601"/>
                  </a:moveTo>
                  <a:lnTo>
                    <a:pt x="18682" y="3668"/>
                  </a:lnTo>
                  <a:lnTo>
                    <a:pt x="20364" y="4728"/>
                  </a:lnTo>
                  <a:lnTo>
                    <a:pt x="20733" y="5552"/>
                  </a:lnTo>
                  <a:lnTo>
                    <a:pt x="18196" y="8324"/>
                  </a:lnTo>
                  <a:lnTo>
                    <a:pt x="14464" y="9261"/>
                  </a:lnTo>
                  <a:lnTo>
                    <a:pt x="13568" y="10196"/>
                  </a:lnTo>
                  <a:lnTo>
                    <a:pt x="9307" y="7768"/>
                  </a:lnTo>
                  <a:lnTo>
                    <a:pt x="7872" y="9074"/>
                  </a:lnTo>
                  <a:lnTo>
                    <a:pt x="2203" y="9152"/>
                  </a:lnTo>
                  <a:lnTo>
                    <a:pt x="0" y="4893"/>
                  </a:lnTo>
                  <a:lnTo>
                    <a:pt x="458" y="1760"/>
                  </a:lnTo>
                  <a:lnTo>
                    <a:pt x="3295" y="316"/>
                  </a:lnTo>
                  <a:lnTo>
                    <a:pt x="4433" y="714"/>
                  </a:lnTo>
                  <a:lnTo>
                    <a:pt x="722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h1793"/>
            <p:cNvSpPr/>
            <p:nvPr/>
          </p:nvSpPr>
          <p:spPr>
            <a:xfrm>
              <a:off x="2818821" y="3219233"/>
              <a:ext cx="26002" cy="24380"/>
            </a:xfrm>
            <a:custGeom>
              <a:avLst/>
              <a:pathLst>
                <a:path w="26002" h="24380">
                  <a:moveTo>
                    <a:pt x="9830" y="0"/>
                  </a:moveTo>
                  <a:lnTo>
                    <a:pt x="12698" y="3921"/>
                  </a:lnTo>
                  <a:lnTo>
                    <a:pt x="12254" y="4286"/>
                  </a:lnTo>
                  <a:lnTo>
                    <a:pt x="13374" y="5864"/>
                  </a:lnTo>
                  <a:lnTo>
                    <a:pt x="24310" y="5803"/>
                  </a:lnTo>
                  <a:lnTo>
                    <a:pt x="25124" y="6470"/>
                  </a:lnTo>
                  <a:lnTo>
                    <a:pt x="26002" y="8676"/>
                  </a:lnTo>
                  <a:lnTo>
                    <a:pt x="20250" y="11416"/>
                  </a:lnTo>
                  <a:lnTo>
                    <a:pt x="17458" y="14730"/>
                  </a:lnTo>
                  <a:lnTo>
                    <a:pt x="16953" y="20024"/>
                  </a:lnTo>
                  <a:lnTo>
                    <a:pt x="12147" y="19026"/>
                  </a:lnTo>
                  <a:lnTo>
                    <a:pt x="7409" y="24380"/>
                  </a:lnTo>
                  <a:lnTo>
                    <a:pt x="6353" y="23659"/>
                  </a:lnTo>
                  <a:lnTo>
                    <a:pt x="1552" y="22868"/>
                  </a:lnTo>
                  <a:lnTo>
                    <a:pt x="2416" y="20647"/>
                  </a:lnTo>
                  <a:lnTo>
                    <a:pt x="3472" y="15455"/>
                  </a:lnTo>
                  <a:lnTo>
                    <a:pt x="283" y="12761"/>
                  </a:lnTo>
                  <a:lnTo>
                    <a:pt x="0" y="6125"/>
                  </a:lnTo>
                  <a:lnTo>
                    <a:pt x="6534" y="132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h1794"/>
            <p:cNvSpPr/>
            <p:nvPr/>
          </p:nvSpPr>
          <p:spPr>
            <a:xfrm>
              <a:off x="2849137" y="3208521"/>
              <a:ext cx="9921" cy="12446"/>
            </a:xfrm>
            <a:custGeom>
              <a:avLst/>
              <a:pathLst>
                <a:path w="9921" h="12446">
                  <a:moveTo>
                    <a:pt x="3331" y="790"/>
                  </a:moveTo>
                  <a:lnTo>
                    <a:pt x="4020" y="3008"/>
                  </a:lnTo>
                  <a:lnTo>
                    <a:pt x="6921" y="3356"/>
                  </a:lnTo>
                  <a:lnTo>
                    <a:pt x="9589" y="5050"/>
                  </a:lnTo>
                  <a:lnTo>
                    <a:pt x="9921" y="6223"/>
                  </a:lnTo>
                  <a:lnTo>
                    <a:pt x="8414" y="9435"/>
                  </a:lnTo>
                  <a:lnTo>
                    <a:pt x="4596" y="12446"/>
                  </a:lnTo>
                  <a:lnTo>
                    <a:pt x="0" y="7237"/>
                  </a:lnTo>
                  <a:lnTo>
                    <a:pt x="711" y="5581"/>
                  </a:lnTo>
                  <a:lnTo>
                    <a:pt x="154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h1795"/>
            <p:cNvSpPr/>
            <p:nvPr/>
          </p:nvSpPr>
          <p:spPr>
            <a:xfrm>
              <a:off x="2789137" y="3277871"/>
              <a:ext cx="3831" cy="3793"/>
            </a:xfrm>
            <a:custGeom>
              <a:avLst/>
              <a:pathLst>
                <a:path w="3831" h="3793">
                  <a:moveTo>
                    <a:pt x="3831" y="2515"/>
                  </a:moveTo>
                  <a:lnTo>
                    <a:pt x="3798" y="3511"/>
                  </a:lnTo>
                  <a:lnTo>
                    <a:pt x="0" y="3793"/>
                  </a:lnTo>
                  <a:lnTo>
                    <a:pt x="156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h1796"/>
            <p:cNvSpPr/>
            <p:nvPr/>
          </p:nvSpPr>
          <p:spPr>
            <a:xfrm>
              <a:off x="2560200" y="2951463"/>
              <a:ext cx="19914" cy="25442"/>
            </a:xfrm>
            <a:custGeom>
              <a:avLst/>
              <a:pathLst>
                <a:path w="19914" h="25442">
                  <a:moveTo>
                    <a:pt x="13546" y="630"/>
                  </a:moveTo>
                  <a:lnTo>
                    <a:pt x="15613" y="574"/>
                  </a:lnTo>
                  <a:lnTo>
                    <a:pt x="17398" y="4578"/>
                  </a:lnTo>
                  <a:lnTo>
                    <a:pt x="19879" y="8648"/>
                  </a:lnTo>
                  <a:lnTo>
                    <a:pt x="19914" y="8957"/>
                  </a:lnTo>
                  <a:lnTo>
                    <a:pt x="17824" y="8642"/>
                  </a:lnTo>
                  <a:lnTo>
                    <a:pt x="14927" y="11126"/>
                  </a:lnTo>
                  <a:lnTo>
                    <a:pt x="13073" y="15357"/>
                  </a:lnTo>
                  <a:lnTo>
                    <a:pt x="16240" y="18733"/>
                  </a:lnTo>
                  <a:lnTo>
                    <a:pt x="18506" y="18546"/>
                  </a:lnTo>
                  <a:lnTo>
                    <a:pt x="18033" y="19921"/>
                  </a:lnTo>
                  <a:lnTo>
                    <a:pt x="15302" y="22684"/>
                  </a:lnTo>
                  <a:lnTo>
                    <a:pt x="9671" y="25442"/>
                  </a:lnTo>
                  <a:lnTo>
                    <a:pt x="4398" y="25045"/>
                  </a:lnTo>
                  <a:lnTo>
                    <a:pt x="3889" y="24320"/>
                  </a:lnTo>
                  <a:lnTo>
                    <a:pt x="145" y="17156"/>
                  </a:lnTo>
                  <a:lnTo>
                    <a:pt x="661" y="8530"/>
                  </a:lnTo>
                  <a:lnTo>
                    <a:pt x="0" y="7840"/>
                  </a:lnTo>
                  <a:lnTo>
                    <a:pt x="637" y="5087"/>
                  </a:lnTo>
                  <a:lnTo>
                    <a:pt x="6" y="1276"/>
                  </a:lnTo>
                  <a:lnTo>
                    <a:pt x="912" y="314"/>
                  </a:lnTo>
                  <a:lnTo>
                    <a:pt x="3065" y="42"/>
                  </a:lnTo>
                  <a:lnTo>
                    <a:pt x="3627" y="1319"/>
                  </a:lnTo>
                  <a:lnTo>
                    <a:pt x="7956" y="2147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h1797"/>
            <p:cNvSpPr/>
            <p:nvPr/>
          </p:nvSpPr>
          <p:spPr>
            <a:xfrm>
              <a:off x="2673233" y="2879869"/>
              <a:ext cx="3166" cy="6407"/>
            </a:xfrm>
            <a:custGeom>
              <a:avLst/>
              <a:pathLst>
                <a:path w="3166" h="6407">
                  <a:moveTo>
                    <a:pt x="2132" y="0"/>
                  </a:moveTo>
                  <a:lnTo>
                    <a:pt x="3166" y="2265"/>
                  </a:lnTo>
                  <a:lnTo>
                    <a:pt x="2741" y="5800"/>
                  </a:lnTo>
                  <a:lnTo>
                    <a:pt x="579" y="6407"/>
                  </a:lnTo>
                  <a:lnTo>
                    <a:pt x="0" y="5020"/>
                  </a:lnTo>
                  <a:lnTo>
                    <a:pt x="800" y="3607"/>
                  </a:lnTo>
                  <a:lnTo>
                    <a:pt x="749" y="70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h1798"/>
            <p:cNvSpPr/>
            <p:nvPr/>
          </p:nvSpPr>
          <p:spPr>
            <a:xfrm>
              <a:off x="2516827" y="3075858"/>
              <a:ext cx="35101" cy="31319"/>
            </a:xfrm>
            <a:custGeom>
              <a:avLst/>
              <a:pathLst>
                <a:path w="35101" h="31319">
                  <a:moveTo>
                    <a:pt x="28951" y="1666"/>
                  </a:moveTo>
                  <a:lnTo>
                    <a:pt x="27601" y="6378"/>
                  </a:lnTo>
                  <a:lnTo>
                    <a:pt x="29880" y="5545"/>
                  </a:lnTo>
                  <a:lnTo>
                    <a:pt x="31115" y="4238"/>
                  </a:lnTo>
                  <a:lnTo>
                    <a:pt x="32046" y="4189"/>
                  </a:lnTo>
                  <a:lnTo>
                    <a:pt x="32712" y="5403"/>
                  </a:lnTo>
                  <a:lnTo>
                    <a:pt x="32487" y="9265"/>
                  </a:lnTo>
                  <a:lnTo>
                    <a:pt x="34034" y="10177"/>
                  </a:lnTo>
                  <a:lnTo>
                    <a:pt x="35101" y="12327"/>
                  </a:lnTo>
                  <a:lnTo>
                    <a:pt x="34794" y="16253"/>
                  </a:lnTo>
                  <a:lnTo>
                    <a:pt x="32096" y="17543"/>
                  </a:lnTo>
                  <a:lnTo>
                    <a:pt x="30129" y="20307"/>
                  </a:lnTo>
                  <a:lnTo>
                    <a:pt x="25598" y="20088"/>
                  </a:lnTo>
                  <a:lnTo>
                    <a:pt x="25258" y="27099"/>
                  </a:lnTo>
                  <a:lnTo>
                    <a:pt x="22838" y="28704"/>
                  </a:lnTo>
                  <a:lnTo>
                    <a:pt x="21493" y="31319"/>
                  </a:lnTo>
                  <a:lnTo>
                    <a:pt x="13179" y="28912"/>
                  </a:lnTo>
                  <a:lnTo>
                    <a:pt x="8290" y="28835"/>
                  </a:lnTo>
                  <a:lnTo>
                    <a:pt x="9397" y="21753"/>
                  </a:lnTo>
                  <a:lnTo>
                    <a:pt x="4480" y="19116"/>
                  </a:lnTo>
                  <a:lnTo>
                    <a:pt x="1984" y="21555"/>
                  </a:lnTo>
                  <a:lnTo>
                    <a:pt x="884" y="21676"/>
                  </a:lnTo>
                  <a:lnTo>
                    <a:pt x="859" y="15200"/>
                  </a:lnTo>
                  <a:lnTo>
                    <a:pt x="0" y="13013"/>
                  </a:lnTo>
                  <a:lnTo>
                    <a:pt x="429" y="12010"/>
                  </a:lnTo>
                  <a:lnTo>
                    <a:pt x="10694" y="1707"/>
                  </a:lnTo>
                  <a:lnTo>
                    <a:pt x="14638" y="1038"/>
                  </a:lnTo>
                  <a:lnTo>
                    <a:pt x="16136" y="2767"/>
                  </a:lnTo>
                  <a:lnTo>
                    <a:pt x="17739" y="3411"/>
                  </a:lnTo>
                  <a:lnTo>
                    <a:pt x="2561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h1799"/>
            <p:cNvSpPr/>
            <p:nvPr/>
          </p:nvSpPr>
          <p:spPr>
            <a:xfrm>
              <a:off x="2678666" y="2875791"/>
              <a:ext cx="5627" cy="6892"/>
            </a:xfrm>
            <a:custGeom>
              <a:avLst/>
              <a:pathLst>
                <a:path w="5627" h="6892">
                  <a:moveTo>
                    <a:pt x="4501" y="4699"/>
                  </a:moveTo>
                  <a:lnTo>
                    <a:pt x="2053" y="6892"/>
                  </a:lnTo>
                  <a:lnTo>
                    <a:pt x="107" y="5480"/>
                  </a:lnTo>
                  <a:lnTo>
                    <a:pt x="0" y="3695"/>
                  </a:lnTo>
                  <a:lnTo>
                    <a:pt x="1154" y="4376"/>
                  </a:lnTo>
                  <a:lnTo>
                    <a:pt x="2659" y="1202"/>
                  </a:lnTo>
                  <a:lnTo>
                    <a:pt x="4369" y="0"/>
                  </a:lnTo>
                  <a:lnTo>
                    <a:pt x="5627" y="32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h1800"/>
            <p:cNvSpPr/>
            <p:nvPr/>
          </p:nvSpPr>
          <p:spPr>
            <a:xfrm>
              <a:off x="2689590" y="2866560"/>
              <a:ext cx="4140" cy="5880"/>
            </a:xfrm>
            <a:custGeom>
              <a:avLst/>
              <a:pathLst>
                <a:path w="4140" h="5880">
                  <a:moveTo>
                    <a:pt x="3867" y="5880"/>
                  </a:moveTo>
                  <a:lnTo>
                    <a:pt x="0" y="5669"/>
                  </a:lnTo>
                  <a:lnTo>
                    <a:pt x="2345" y="0"/>
                  </a:lnTo>
                  <a:lnTo>
                    <a:pt x="3328" y="123"/>
                  </a:lnTo>
                  <a:lnTo>
                    <a:pt x="4140" y="390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h1801"/>
            <p:cNvSpPr/>
            <p:nvPr/>
          </p:nvSpPr>
          <p:spPr>
            <a:xfrm>
              <a:off x="2540314" y="3112292"/>
              <a:ext cx="35943" cy="22110"/>
            </a:xfrm>
            <a:custGeom>
              <a:avLst/>
              <a:pathLst>
                <a:path w="35943" h="22110">
                  <a:moveTo>
                    <a:pt x="17099" y="253"/>
                  </a:moveTo>
                  <a:lnTo>
                    <a:pt x="17467" y="797"/>
                  </a:lnTo>
                  <a:lnTo>
                    <a:pt x="23801" y="8937"/>
                  </a:lnTo>
                  <a:lnTo>
                    <a:pt x="25490" y="9862"/>
                  </a:lnTo>
                  <a:lnTo>
                    <a:pt x="35943" y="8086"/>
                  </a:lnTo>
                  <a:lnTo>
                    <a:pt x="35907" y="10973"/>
                  </a:lnTo>
                  <a:lnTo>
                    <a:pt x="33116" y="12283"/>
                  </a:lnTo>
                  <a:lnTo>
                    <a:pt x="29687" y="10590"/>
                  </a:lnTo>
                  <a:lnTo>
                    <a:pt x="27783" y="11517"/>
                  </a:lnTo>
                  <a:lnTo>
                    <a:pt x="29243" y="15836"/>
                  </a:lnTo>
                  <a:lnTo>
                    <a:pt x="30684" y="14477"/>
                  </a:lnTo>
                  <a:lnTo>
                    <a:pt x="32983" y="14187"/>
                  </a:lnTo>
                  <a:lnTo>
                    <a:pt x="32746" y="17141"/>
                  </a:lnTo>
                  <a:lnTo>
                    <a:pt x="26055" y="22110"/>
                  </a:lnTo>
                  <a:lnTo>
                    <a:pt x="16537" y="16831"/>
                  </a:lnTo>
                  <a:lnTo>
                    <a:pt x="6298" y="14282"/>
                  </a:lnTo>
                  <a:lnTo>
                    <a:pt x="8155" y="11856"/>
                  </a:lnTo>
                  <a:lnTo>
                    <a:pt x="11822" y="12174"/>
                  </a:lnTo>
                  <a:lnTo>
                    <a:pt x="15338" y="8998"/>
                  </a:lnTo>
                  <a:lnTo>
                    <a:pt x="11112" y="8692"/>
                  </a:lnTo>
                  <a:lnTo>
                    <a:pt x="6027" y="6861"/>
                  </a:lnTo>
                  <a:lnTo>
                    <a:pt x="0" y="7948"/>
                  </a:lnTo>
                  <a:lnTo>
                    <a:pt x="1007" y="3736"/>
                  </a:lnTo>
                  <a:lnTo>
                    <a:pt x="4242" y="1056"/>
                  </a:lnTo>
                  <a:lnTo>
                    <a:pt x="7087" y="0"/>
                  </a:lnTo>
                  <a:lnTo>
                    <a:pt x="11057" y="103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h1802"/>
            <p:cNvSpPr/>
            <p:nvPr/>
          </p:nvSpPr>
          <p:spPr>
            <a:xfrm>
              <a:off x="2629594" y="2916969"/>
              <a:ext cx="39343" cy="33645"/>
            </a:xfrm>
            <a:custGeom>
              <a:avLst/>
              <a:pathLst>
                <a:path w="39343" h="33645">
                  <a:moveTo>
                    <a:pt x="21250" y="0"/>
                  </a:moveTo>
                  <a:lnTo>
                    <a:pt x="22594" y="328"/>
                  </a:lnTo>
                  <a:lnTo>
                    <a:pt x="22962" y="2588"/>
                  </a:lnTo>
                  <a:lnTo>
                    <a:pt x="26693" y="4483"/>
                  </a:lnTo>
                  <a:lnTo>
                    <a:pt x="28950" y="3334"/>
                  </a:lnTo>
                  <a:lnTo>
                    <a:pt x="31246" y="5821"/>
                  </a:lnTo>
                  <a:lnTo>
                    <a:pt x="30754" y="7636"/>
                  </a:lnTo>
                  <a:lnTo>
                    <a:pt x="33857" y="11284"/>
                  </a:lnTo>
                  <a:lnTo>
                    <a:pt x="36106" y="12074"/>
                  </a:lnTo>
                  <a:lnTo>
                    <a:pt x="37912" y="11790"/>
                  </a:lnTo>
                  <a:lnTo>
                    <a:pt x="39047" y="13382"/>
                  </a:lnTo>
                  <a:lnTo>
                    <a:pt x="39343" y="15622"/>
                  </a:lnTo>
                  <a:lnTo>
                    <a:pt x="37413" y="16832"/>
                  </a:lnTo>
                  <a:lnTo>
                    <a:pt x="36954" y="17992"/>
                  </a:lnTo>
                  <a:lnTo>
                    <a:pt x="36332" y="20225"/>
                  </a:lnTo>
                  <a:lnTo>
                    <a:pt x="36524" y="23526"/>
                  </a:lnTo>
                  <a:lnTo>
                    <a:pt x="36116" y="24482"/>
                  </a:lnTo>
                  <a:lnTo>
                    <a:pt x="32060" y="23488"/>
                  </a:lnTo>
                  <a:lnTo>
                    <a:pt x="29554" y="24128"/>
                  </a:lnTo>
                  <a:lnTo>
                    <a:pt x="28382" y="28398"/>
                  </a:lnTo>
                  <a:lnTo>
                    <a:pt x="20880" y="33645"/>
                  </a:lnTo>
                  <a:lnTo>
                    <a:pt x="22503" y="31473"/>
                  </a:lnTo>
                  <a:lnTo>
                    <a:pt x="22317" y="30433"/>
                  </a:lnTo>
                  <a:lnTo>
                    <a:pt x="19397" y="28116"/>
                  </a:lnTo>
                  <a:lnTo>
                    <a:pt x="19769" y="23409"/>
                  </a:lnTo>
                  <a:lnTo>
                    <a:pt x="19736" y="21531"/>
                  </a:lnTo>
                  <a:lnTo>
                    <a:pt x="18330" y="19964"/>
                  </a:lnTo>
                  <a:lnTo>
                    <a:pt x="13382" y="17960"/>
                  </a:lnTo>
                  <a:lnTo>
                    <a:pt x="10933" y="18515"/>
                  </a:lnTo>
                  <a:lnTo>
                    <a:pt x="9848" y="16447"/>
                  </a:lnTo>
                  <a:lnTo>
                    <a:pt x="6922" y="13499"/>
                  </a:lnTo>
                  <a:lnTo>
                    <a:pt x="414" y="11310"/>
                  </a:lnTo>
                  <a:lnTo>
                    <a:pt x="0" y="5232"/>
                  </a:lnTo>
                  <a:lnTo>
                    <a:pt x="1161" y="4997"/>
                  </a:lnTo>
                  <a:lnTo>
                    <a:pt x="2441" y="2351"/>
                  </a:lnTo>
                  <a:lnTo>
                    <a:pt x="3430" y="1893"/>
                  </a:lnTo>
                  <a:lnTo>
                    <a:pt x="8345" y="425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h1803"/>
            <p:cNvSpPr/>
            <p:nvPr/>
          </p:nvSpPr>
          <p:spPr>
            <a:xfrm>
              <a:off x="2627058" y="2833953"/>
              <a:ext cx="32858" cy="24961"/>
            </a:xfrm>
            <a:custGeom>
              <a:avLst/>
              <a:pathLst>
                <a:path w="32858" h="24961">
                  <a:moveTo>
                    <a:pt x="30834" y="0"/>
                  </a:moveTo>
                  <a:lnTo>
                    <a:pt x="32858" y="1386"/>
                  </a:lnTo>
                  <a:lnTo>
                    <a:pt x="31105" y="6275"/>
                  </a:lnTo>
                  <a:lnTo>
                    <a:pt x="21307" y="14139"/>
                  </a:lnTo>
                  <a:lnTo>
                    <a:pt x="18364" y="20949"/>
                  </a:lnTo>
                  <a:lnTo>
                    <a:pt x="16372" y="23530"/>
                  </a:lnTo>
                  <a:lnTo>
                    <a:pt x="13335" y="24846"/>
                  </a:lnTo>
                  <a:lnTo>
                    <a:pt x="10182" y="24961"/>
                  </a:lnTo>
                  <a:lnTo>
                    <a:pt x="6999" y="23000"/>
                  </a:lnTo>
                  <a:lnTo>
                    <a:pt x="5725" y="22917"/>
                  </a:lnTo>
                  <a:lnTo>
                    <a:pt x="3037" y="24243"/>
                  </a:lnTo>
                  <a:lnTo>
                    <a:pt x="1696" y="21535"/>
                  </a:lnTo>
                  <a:lnTo>
                    <a:pt x="3576" y="18208"/>
                  </a:lnTo>
                  <a:lnTo>
                    <a:pt x="494" y="16632"/>
                  </a:lnTo>
                  <a:lnTo>
                    <a:pt x="0" y="14183"/>
                  </a:lnTo>
                  <a:lnTo>
                    <a:pt x="2346" y="13418"/>
                  </a:lnTo>
                  <a:lnTo>
                    <a:pt x="5901" y="14403"/>
                  </a:lnTo>
                  <a:lnTo>
                    <a:pt x="7756" y="13751"/>
                  </a:lnTo>
                  <a:lnTo>
                    <a:pt x="12856" y="5830"/>
                  </a:lnTo>
                  <a:lnTo>
                    <a:pt x="17619" y="4142"/>
                  </a:lnTo>
                  <a:lnTo>
                    <a:pt x="19655" y="5624"/>
                  </a:lnTo>
                  <a:lnTo>
                    <a:pt x="29024" y="9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h1804"/>
            <p:cNvSpPr/>
            <p:nvPr/>
          </p:nvSpPr>
          <p:spPr>
            <a:xfrm>
              <a:off x="2619913" y="3016059"/>
              <a:ext cx="26785" cy="22845"/>
            </a:xfrm>
            <a:custGeom>
              <a:avLst/>
              <a:pathLst>
                <a:path w="26785" h="22845">
                  <a:moveTo>
                    <a:pt x="3020" y="605"/>
                  </a:moveTo>
                  <a:lnTo>
                    <a:pt x="5973" y="0"/>
                  </a:lnTo>
                  <a:lnTo>
                    <a:pt x="8367" y="1338"/>
                  </a:lnTo>
                  <a:lnTo>
                    <a:pt x="14910" y="4764"/>
                  </a:lnTo>
                  <a:lnTo>
                    <a:pt x="15185" y="6151"/>
                  </a:lnTo>
                  <a:lnTo>
                    <a:pt x="13623" y="7127"/>
                  </a:lnTo>
                  <a:lnTo>
                    <a:pt x="13740" y="8586"/>
                  </a:lnTo>
                  <a:lnTo>
                    <a:pt x="16744" y="10086"/>
                  </a:lnTo>
                  <a:lnTo>
                    <a:pt x="25389" y="11468"/>
                  </a:lnTo>
                  <a:lnTo>
                    <a:pt x="26785" y="17181"/>
                  </a:lnTo>
                  <a:lnTo>
                    <a:pt x="23236" y="22104"/>
                  </a:lnTo>
                  <a:lnTo>
                    <a:pt x="22159" y="22845"/>
                  </a:lnTo>
                  <a:lnTo>
                    <a:pt x="22017" y="22318"/>
                  </a:lnTo>
                  <a:lnTo>
                    <a:pt x="20583" y="20572"/>
                  </a:lnTo>
                  <a:lnTo>
                    <a:pt x="16423" y="20217"/>
                  </a:lnTo>
                  <a:lnTo>
                    <a:pt x="13194" y="18182"/>
                  </a:lnTo>
                  <a:lnTo>
                    <a:pt x="8116" y="16919"/>
                  </a:lnTo>
                  <a:lnTo>
                    <a:pt x="8091" y="13853"/>
                  </a:lnTo>
                  <a:lnTo>
                    <a:pt x="6063" y="15108"/>
                  </a:lnTo>
                  <a:lnTo>
                    <a:pt x="490" y="10087"/>
                  </a:lnTo>
                  <a:lnTo>
                    <a:pt x="0" y="8393"/>
                  </a:lnTo>
                  <a:lnTo>
                    <a:pt x="202" y="231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h1805"/>
            <p:cNvSpPr/>
            <p:nvPr/>
          </p:nvSpPr>
          <p:spPr>
            <a:xfrm>
              <a:off x="2678620" y="2864926"/>
              <a:ext cx="13316" cy="15240"/>
            </a:xfrm>
            <a:custGeom>
              <a:avLst/>
              <a:pathLst>
                <a:path w="13316" h="15240">
                  <a:moveTo>
                    <a:pt x="13316" y="1633"/>
                  </a:moveTo>
                  <a:lnTo>
                    <a:pt x="10970" y="7303"/>
                  </a:lnTo>
                  <a:lnTo>
                    <a:pt x="8505" y="8353"/>
                  </a:lnTo>
                  <a:lnTo>
                    <a:pt x="6687" y="8245"/>
                  </a:lnTo>
                  <a:lnTo>
                    <a:pt x="5674" y="11186"/>
                  </a:lnTo>
                  <a:lnTo>
                    <a:pt x="4415" y="10864"/>
                  </a:lnTo>
                  <a:lnTo>
                    <a:pt x="2705" y="12066"/>
                  </a:lnTo>
                  <a:lnTo>
                    <a:pt x="1201" y="15240"/>
                  </a:lnTo>
                  <a:lnTo>
                    <a:pt x="46" y="14559"/>
                  </a:lnTo>
                  <a:lnTo>
                    <a:pt x="0" y="14012"/>
                  </a:lnTo>
                  <a:lnTo>
                    <a:pt x="768" y="10590"/>
                  </a:lnTo>
                  <a:lnTo>
                    <a:pt x="3524" y="9708"/>
                  </a:lnTo>
                  <a:lnTo>
                    <a:pt x="6305" y="5957"/>
                  </a:lnTo>
                  <a:lnTo>
                    <a:pt x="10426" y="3840"/>
                  </a:lnTo>
                  <a:lnTo>
                    <a:pt x="10775" y="2316"/>
                  </a:lnTo>
                  <a:lnTo>
                    <a:pt x="9788" y="2056"/>
                  </a:lnTo>
                  <a:lnTo>
                    <a:pt x="1153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h1806"/>
            <p:cNvSpPr/>
            <p:nvPr/>
          </p:nvSpPr>
          <p:spPr>
            <a:xfrm>
              <a:off x="2652323" y="2885424"/>
              <a:ext cx="13651" cy="7276"/>
            </a:xfrm>
            <a:custGeom>
              <a:avLst/>
              <a:pathLst>
                <a:path w="13651" h="7276">
                  <a:moveTo>
                    <a:pt x="13651" y="284"/>
                  </a:moveTo>
                  <a:lnTo>
                    <a:pt x="10898" y="6723"/>
                  </a:lnTo>
                  <a:lnTo>
                    <a:pt x="9614" y="7276"/>
                  </a:lnTo>
                  <a:lnTo>
                    <a:pt x="7783" y="6517"/>
                  </a:lnTo>
                  <a:lnTo>
                    <a:pt x="5542" y="4960"/>
                  </a:lnTo>
                  <a:lnTo>
                    <a:pt x="0" y="1406"/>
                  </a:lnTo>
                  <a:lnTo>
                    <a:pt x="6924" y="0"/>
                  </a:lnTo>
                  <a:lnTo>
                    <a:pt x="9279" y="1305"/>
                  </a:lnTo>
                  <a:lnTo>
                    <a:pt x="10301" y="500"/>
                  </a:lnTo>
                  <a:lnTo>
                    <a:pt x="10662" y="157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h1807"/>
            <p:cNvSpPr/>
            <p:nvPr/>
          </p:nvSpPr>
          <p:spPr>
            <a:xfrm>
              <a:off x="2582399" y="3115112"/>
              <a:ext cx="23625" cy="27288"/>
            </a:xfrm>
            <a:custGeom>
              <a:avLst/>
              <a:pathLst>
                <a:path w="23625" h="27288">
                  <a:moveTo>
                    <a:pt x="7141" y="3109"/>
                  </a:moveTo>
                  <a:lnTo>
                    <a:pt x="10891" y="3070"/>
                  </a:lnTo>
                  <a:lnTo>
                    <a:pt x="13492" y="1641"/>
                  </a:lnTo>
                  <a:lnTo>
                    <a:pt x="15217" y="3527"/>
                  </a:lnTo>
                  <a:lnTo>
                    <a:pt x="14593" y="7388"/>
                  </a:lnTo>
                  <a:lnTo>
                    <a:pt x="15354" y="10604"/>
                  </a:lnTo>
                  <a:lnTo>
                    <a:pt x="17361" y="12388"/>
                  </a:lnTo>
                  <a:lnTo>
                    <a:pt x="20527" y="12211"/>
                  </a:lnTo>
                  <a:lnTo>
                    <a:pt x="23090" y="15169"/>
                  </a:lnTo>
                  <a:lnTo>
                    <a:pt x="21857" y="15447"/>
                  </a:lnTo>
                  <a:lnTo>
                    <a:pt x="21988" y="18413"/>
                  </a:lnTo>
                  <a:lnTo>
                    <a:pt x="23625" y="21005"/>
                  </a:lnTo>
                  <a:lnTo>
                    <a:pt x="19853" y="24819"/>
                  </a:lnTo>
                  <a:lnTo>
                    <a:pt x="17790" y="23538"/>
                  </a:lnTo>
                  <a:lnTo>
                    <a:pt x="14012" y="24586"/>
                  </a:lnTo>
                  <a:lnTo>
                    <a:pt x="12258" y="27288"/>
                  </a:lnTo>
                  <a:lnTo>
                    <a:pt x="9256" y="26757"/>
                  </a:lnTo>
                  <a:lnTo>
                    <a:pt x="8375" y="19428"/>
                  </a:lnTo>
                  <a:lnTo>
                    <a:pt x="9252" y="17629"/>
                  </a:lnTo>
                  <a:lnTo>
                    <a:pt x="8903" y="13520"/>
                  </a:lnTo>
                  <a:lnTo>
                    <a:pt x="6231" y="11941"/>
                  </a:lnTo>
                  <a:lnTo>
                    <a:pt x="1818" y="12039"/>
                  </a:lnTo>
                  <a:lnTo>
                    <a:pt x="2412" y="10635"/>
                  </a:lnTo>
                  <a:lnTo>
                    <a:pt x="1117" y="6387"/>
                  </a:lnTo>
                  <a:lnTo>
                    <a:pt x="0" y="5296"/>
                  </a:lnTo>
                  <a:lnTo>
                    <a:pt x="563" y="2605"/>
                  </a:lnTo>
                  <a:lnTo>
                    <a:pt x="1143" y="3673"/>
                  </a:lnTo>
                  <a:lnTo>
                    <a:pt x="1680" y="3418"/>
                  </a:lnTo>
                  <a:lnTo>
                    <a:pt x="2512" y="814"/>
                  </a:lnTo>
                  <a:lnTo>
                    <a:pt x="41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h1808"/>
            <p:cNvSpPr/>
            <p:nvPr/>
          </p:nvSpPr>
          <p:spPr>
            <a:xfrm>
              <a:off x="2675975" y="2881271"/>
              <a:ext cx="4744" cy="5733"/>
            </a:xfrm>
            <a:custGeom>
              <a:avLst/>
              <a:pathLst>
                <a:path w="4744" h="5733">
                  <a:moveTo>
                    <a:pt x="4744" y="1412"/>
                  </a:moveTo>
                  <a:lnTo>
                    <a:pt x="4434" y="3916"/>
                  </a:lnTo>
                  <a:lnTo>
                    <a:pt x="1305" y="5733"/>
                  </a:lnTo>
                  <a:lnTo>
                    <a:pt x="0" y="4398"/>
                  </a:lnTo>
                  <a:lnTo>
                    <a:pt x="424" y="863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h1809"/>
            <p:cNvSpPr/>
            <p:nvPr/>
          </p:nvSpPr>
          <p:spPr>
            <a:xfrm>
              <a:off x="2693458" y="2870463"/>
              <a:ext cx="395" cy="2488"/>
            </a:xfrm>
            <a:custGeom>
              <a:avLst/>
              <a:pathLst>
                <a:path w="395" h="2488">
                  <a:moveTo>
                    <a:pt x="395" y="2488"/>
                  </a:moveTo>
                  <a:lnTo>
                    <a:pt x="0" y="1978"/>
                  </a:lnTo>
                  <a:lnTo>
                    <a:pt x="27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h1810"/>
            <p:cNvSpPr/>
            <p:nvPr/>
          </p:nvSpPr>
          <p:spPr>
            <a:xfrm>
              <a:off x="2698755" y="2898614"/>
              <a:ext cx="13935" cy="30496"/>
            </a:xfrm>
            <a:custGeom>
              <a:avLst/>
              <a:pathLst>
                <a:path w="13935" h="30496">
                  <a:moveTo>
                    <a:pt x="13364" y="0"/>
                  </a:moveTo>
                  <a:lnTo>
                    <a:pt x="11979" y="8361"/>
                  </a:lnTo>
                  <a:lnTo>
                    <a:pt x="11703" y="15404"/>
                  </a:lnTo>
                  <a:lnTo>
                    <a:pt x="10465" y="19144"/>
                  </a:lnTo>
                  <a:lnTo>
                    <a:pt x="13489" y="22887"/>
                  </a:lnTo>
                  <a:lnTo>
                    <a:pt x="13935" y="24467"/>
                  </a:lnTo>
                  <a:lnTo>
                    <a:pt x="9068" y="25552"/>
                  </a:lnTo>
                  <a:lnTo>
                    <a:pt x="5453" y="29171"/>
                  </a:lnTo>
                  <a:lnTo>
                    <a:pt x="1036" y="30496"/>
                  </a:lnTo>
                  <a:lnTo>
                    <a:pt x="0" y="29056"/>
                  </a:lnTo>
                  <a:lnTo>
                    <a:pt x="1537" y="27029"/>
                  </a:lnTo>
                  <a:lnTo>
                    <a:pt x="2050" y="28617"/>
                  </a:lnTo>
                  <a:lnTo>
                    <a:pt x="2387" y="28296"/>
                  </a:lnTo>
                  <a:lnTo>
                    <a:pt x="3498" y="25286"/>
                  </a:lnTo>
                  <a:lnTo>
                    <a:pt x="3254" y="21994"/>
                  </a:lnTo>
                  <a:lnTo>
                    <a:pt x="1931" y="21011"/>
                  </a:lnTo>
                  <a:lnTo>
                    <a:pt x="2853" y="15432"/>
                  </a:lnTo>
                  <a:lnTo>
                    <a:pt x="4051" y="12540"/>
                  </a:lnTo>
                  <a:lnTo>
                    <a:pt x="6912" y="12025"/>
                  </a:lnTo>
                  <a:lnTo>
                    <a:pt x="10499" y="7569"/>
                  </a:lnTo>
                  <a:lnTo>
                    <a:pt x="11323" y="6255"/>
                  </a:lnTo>
                  <a:lnTo>
                    <a:pt x="11842" y="6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h1811"/>
            <p:cNvSpPr/>
            <p:nvPr/>
          </p:nvSpPr>
          <p:spPr>
            <a:xfrm>
              <a:off x="2557781" y="3105124"/>
              <a:ext cx="25962" cy="17029"/>
            </a:xfrm>
            <a:custGeom>
              <a:avLst/>
              <a:pathLst>
                <a:path w="25962" h="17029">
                  <a:moveTo>
                    <a:pt x="4791" y="0"/>
                  </a:moveTo>
                  <a:lnTo>
                    <a:pt x="6209" y="3857"/>
                  </a:lnTo>
                  <a:lnTo>
                    <a:pt x="5040" y="5414"/>
                  </a:lnTo>
                  <a:lnTo>
                    <a:pt x="5232" y="6528"/>
                  </a:lnTo>
                  <a:lnTo>
                    <a:pt x="14116" y="8518"/>
                  </a:lnTo>
                  <a:lnTo>
                    <a:pt x="13911" y="3753"/>
                  </a:lnTo>
                  <a:lnTo>
                    <a:pt x="15442" y="2619"/>
                  </a:lnTo>
                  <a:lnTo>
                    <a:pt x="17512" y="3922"/>
                  </a:lnTo>
                  <a:lnTo>
                    <a:pt x="17973" y="2842"/>
                  </a:lnTo>
                  <a:lnTo>
                    <a:pt x="20192" y="5137"/>
                  </a:lnTo>
                  <a:lnTo>
                    <a:pt x="23690" y="6139"/>
                  </a:lnTo>
                  <a:lnTo>
                    <a:pt x="25962" y="9834"/>
                  </a:lnTo>
                  <a:lnTo>
                    <a:pt x="25180" y="12592"/>
                  </a:lnTo>
                  <a:lnTo>
                    <a:pt x="24617" y="15283"/>
                  </a:lnTo>
                  <a:lnTo>
                    <a:pt x="22853" y="15464"/>
                  </a:lnTo>
                  <a:lnTo>
                    <a:pt x="21179" y="14587"/>
                  </a:lnTo>
                  <a:lnTo>
                    <a:pt x="18476" y="15253"/>
                  </a:lnTo>
                  <a:lnTo>
                    <a:pt x="8022" y="17029"/>
                  </a:lnTo>
                  <a:lnTo>
                    <a:pt x="6334" y="16105"/>
                  </a:lnTo>
                  <a:lnTo>
                    <a:pt x="0" y="7965"/>
                  </a:lnTo>
                  <a:lnTo>
                    <a:pt x="2107" y="6853"/>
                  </a:lnTo>
                  <a:lnTo>
                    <a:pt x="3264" y="4934"/>
                  </a:lnTo>
                  <a:lnTo>
                    <a:pt x="2290" y="3203"/>
                  </a:lnTo>
                  <a:lnTo>
                    <a:pt x="1482" y="320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h1812"/>
            <p:cNvSpPr/>
            <p:nvPr/>
          </p:nvSpPr>
          <p:spPr>
            <a:xfrm>
              <a:off x="2619315" y="2830833"/>
              <a:ext cx="25500" cy="20624"/>
            </a:xfrm>
            <a:custGeom>
              <a:avLst/>
              <a:pathLst>
                <a:path w="25500" h="20624">
                  <a:moveTo>
                    <a:pt x="10818" y="0"/>
                  </a:moveTo>
                  <a:lnTo>
                    <a:pt x="13962" y="2057"/>
                  </a:lnTo>
                  <a:lnTo>
                    <a:pt x="13384" y="5311"/>
                  </a:lnTo>
                  <a:lnTo>
                    <a:pt x="15594" y="5023"/>
                  </a:lnTo>
                  <a:lnTo>
                    <a:pt x="18476" y="3331"/>
                  </a:lnTo>
                  <a:lnTo>
                    <a:pt x="22898" y="3476"/>
                  </a:lnTo>
                  <a:lnTo>
                    <a:pt x="25500" y="4777"/>
                  </a:lnTo>
                  <a:lnTo>
                    <a:pt x="25362" y="7262"/>
                  </a:lnTo>
                  <a:lnTo>
                    <a:pt x="20599" y="8949"/>
                  </a:lnTo>
                  <a:lnTo>
                    <a:pt x="15499" y="16870"/>
                  </a:lnTo>
                  <a:lnTo>
                    <a:pt x="13644" y="17522"/>
                  </a:lnTo>
                  <a:lnTo>
                    <a:pt x="10089" y="16537"/>
                  </a:lnTo>
                  <a:lnTo>
                    <a:pt x="7743" y="17302"/>
                  </a:lnTo>
                  <a:lnTo>
                    <a:pt x="8237" y="19751"/>
                  </a:lnTo>
                  <a:lnTo>
                    <a:pt x="7059" y="20624"/>
                  </a:lnTo>
                  <a:lnTo>
                    <a:pt x="4893" y="19616"/>
                  </a:lnTo>
                  <a:lnTo>
                    <a:pt x="3397" y="15637"/>
                  </a:lnTo>
                  <a:lnTo>
                    <a:pt x="1090" y="13752"/>
                  </a:lnTo>
                  <a:lnTo>
                    <a:pt x="0" y="13681"/>
                  </a:lnTo>
                  <a:lnTo>
                    <a:pt x="1341" y="10295"/>
                  </a:lnTo>
                  <a:lnTo>
                    <a:pt x="3428" y="10669"/>
                  </a:lnTo>
                  <a:lnTo>
                    <a:pt x="2964" y="12088"/>
                  </a:lnTo>
                  <a:lnTo>
                    <a:pt x="5689" y="12834"/>
                  </a:lnTo>
                  <a:lnTo>
                    <a:pt x="9579" y="11481"/>
                  </a:lnTo>
                  <a:lnTo>
                    <a:pt x="11792" y="8745"/>
                  </a:lnTo>
                  <a:lnTo>
                    <a:pt x="9103" y="3387"/>
                  </a:lnTo>
                  <a:lnTo>
                    <a:pt x="9443" y="219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h1813"/>
            <p:cNvSpPr/>
            <p:nvPr/>
          </p:nvSpPr>
          <p:spPr>
            <a:xfrm>
              <a:off x="2665927" y="2932592"/>
              <a:ext cx="11607" cy="12202"/>
            </a:xfrm>
            <a:custGeom>
              <a:avLst/>
              <a:pathLst>
                <a:path w="11607" h="12202">
                  <a:moveTo>
                    <a:pt x="8346" y="2505"/>
                  </a:moveTo>
                  <a:lnTo>
                    <a:pt x="10549" y="4596"/>
                  </a:lnTo>
                  <a:lnTo>
                    <a:pt x="11607" y="7464"/>
                  </a:lnTo>
                  <a:lnTo>
                    <a:pt x="10274" y="8292"/>
                  </a:lnTo>
                  <a:lnTo>
                    <a:pt x="11339" y="11191"/>
                  </a:lnTo>
                  <a:lnTo>
                    <a:pt x="10112" y="12202"/>
                  </a:lnTo>
                  <a:lnTo>
                    <a:pt x="8483" y="9469"/>
                  </a:lnTo>
                  <a:lnTo>
                    <a:pt x="6468" y="8026"/>
                  </a:lnTo>
                  <a:lnTo>
                    <a:pt x="3576" y="8264"/>
                  </a:lnTo>
                  <a:lnTo>
                    <a:pt x="2766" y="9818"/>
                  </a:lnTo>
                  <a:lnTo>
                    <a:pt x="192" y="7904"/>
                  </a:lnTo>
                  <a:lnTo>
                    <a:pt x="0" y="4603"/>
                  </a:lnTo>
                  <a:lnTo>
                    <a:pt x="621" y="2369"/>
                  </a:lnTo>
                  <a:lnTo>
                    <a:pt x="1081" y="1210"/>
                  </a:lnTo>
                  <a:lnTo>
                    <a:pt x="301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h1814"/>
            <p:cNvSpPr/>
            <p:nvPr/>
          </p:nvSpPr>
          <p:spPr>
            <a:xfrm>
              <a:off x="2579979" y="2967684"/>
              <a:ext cx="13966" cy="11878"/>
            </a:xfrm>
            <a:custGeom>
              <a:avLst/>
              <a:pathLst>
                <a:path w="13966" h="11878">
                  <a:moveTo>
                    <a:pt x="9308" y="1292"/>
                  </a:moveTo>
                  <a:lnTo>
                    <a:pt x="9113" y="4228"/>
                  </a:lnTo>
                  <a:lnTo>
                    <a:pt x="12849" y="8514"/>
                  </a:lnTo>
                  <a:lnTo>
                    <a:pt x="13966" y="11878"/>
                  </a:lnTo>
                  <a:lnTo>
                    <a:pt x="5619" y="11206"/>
                  </a:lnTo>
                  <a:lnTo>
                    <a:pt x="1461" y="10710"/>
                  </a:lnTo>
                  <a:lnTo>
                    <a:pt x="2604" y="7893"/>
                  </a:lnTo>
                  <a:lnTo>
                    <a:pt x="3301" y="6732"/>
                  </a:lnTo>
                  <a:lnTo>
                    <a:pt x="166" y="5317"/>
                  </a:lnTo>
                  <a:lnTo>
                    <a:pt x="0" y="4461"/>
                  </a:lnTo>
                  <a:lnTo>
                    <a:pt x="538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h1815"/>
            <p:cNvSpPr/>
            <p:nvPr/>
          </p:nvSpPr>
          <p:spPr>
            <a:xfrm>
              <a:off x="2562596" y="2965141"/>
              <a:ext cx="22771" cy="22192"/>
            </a:xfrm>
            <a:custGeom>
              <a:avLst/>
              <a:pathLst>
                <a:path w="22771" h="22192">
                  <a:moveTo>
                    <a:pt x="21268" y="446"/>
                  </a:moveTo>
                  <a:lnTo>
                    <a:pt x="22771" y="2542"/>
                  </a:lnTo>
                  <a:lnTo>
                    <a:pt x="17383" y="7004"/>
                  </a:lnTo>
                  <a:lnTo>
                    <a:pt x="17549" y="7860"/>
                  </a:lnTo>
                  <a:lnTo>
                    <a:pt x="20685" y="9275"/>
                  </a:lnTo>
                  <a:lnTo>
                    <a:pt x="19987" y="10436"/>
                  </a:lnTo>
                  <a:lnTo>
                    <a:pt x="13736" y="12001"/>
                  </a:lnTo>
                  <a:lnTo>
                    <a:pt x="6847" y="15458"/>
                  </a:lnTo>
                  <a:lnTo>
                    <a:pt x="5641" y="16660"/>
                  </a:lnTo>
                  <a:lnTo>
                    <a:pt x="7494" y="17079"/>
                  </a:lnTo>
                  <a:lnTo>
                    <a:pt x="6696" y="21514"/>
                  </a:lnTo>
                  <a:lnTo>
                    <a:pt x="808" y="22192"/>
                  </a:lnTo>
                  <a:lnTo>
                    <a:pt x="0" y="20106"/>
                  </a:lnTo>
                  <a:lnTo>
                    <a:pt x="240" y="13676"/>
                  </a:lnTo>
                  <a:lnTo>
                    <a:pt x="2002" y="11367"/>
                  </a:lnTo>
                  <a:lnTo>
                    <a:pt x="7275" y="11764"/>
                  </a:lnTo>
                  <a:lnTo>
                    <a:pt x="12906" y="9006"/>
                  </a:lnTo>
                  <a:lnTo>
                    <a:pt x="15637" y="6243"/>
                  </a:lnTo>
                  <a:lnTo>
                    <a:pt x="16110" y="4869"/>
                  </a:lnTo>
                  <a:lnTo>
                    <a:pt x="18986" y="4214"/>
                  </a:lnTo>
                  <a:lnTo>
                    <a:pt x="19112" y="834"/>
                  </a:lnTo>
                  <a:lnTo>
                    <a:pt x="1993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h1816"/>
            <p:cNvSpPr/>
            <p:nvPr/>
          </p:nvSpPr>
          <p:spPr>
            <a:xfrm>
              <a:off x="2568297" y="3046247"/>
              <a:ext cx="15944" cy="11478"/>
            </a:xfrm>
            <a:custGeom>
              <a:avLst/>
              <a:pathLst>
                <a:path w="15944" h="11478">
                  <a:moveTo>
                    <a:pt x="15944" y="55"/>
                  </a:moveTo>
                  <a:lnTo>
                    <a:pt x="11581" y="9285"/>
                  </a:lnTo>
                  <a:lnTo>
                    <a:pt x="12311" y="9939"/>
                  </a:lnTo>
                  <a:lnTo>
                    <a:pt x="11922" y="10511"/>
                  </a:lnTo>
                  <a:lnTo>
                    <a:pt x="9980" y="11366"/>
                  </a:lnTo>
                  <a:lnTo>
                    <a:pt x="6312" y="10853"/>
                  </a:lnTo>
                  <a:lnTo>
                    <a:pt x="5908" y="11478"/>
                  </a:lnTo>
                  <a:lnTo>
                    <a:pt x="0" y="8790"/>
                  </a:lnTo>
                  <a:lnTo>
                    <a:pt x="910" y="6678"/>
                  </a:lnTo>
                  <a:lnTo>
                    <a:pt x="3972" y="5132"/>
                  </a:lnTo>
                  <a:lnTo>
                    <a:pt x="4944" y="3130"/>
                  </a:lnTo>
                  <a:lnTo>
                    <a:pt x="6321" y="3571"/>
                  </a:lnTo>
                  <a:lnTo>
                    <a:pt x="11016" y="2803"/>
                  </a:lnTo>
                  <a:lnTo>
                    <a:pt x="1500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h1817"/>
            <p:cNvSpPr/>
            <p:nvPr/>
          </p:nvSpPr>
          <p:spPr>
            <a:xfrm>
              <a:off x="2700462" y="2887166"/>
              <a:ext cx="10136" cy="23988"/>
            </a:xfrm>
            <a:custGeom>
              <a:avLst/>
              <a:pathLst>
                <a:path w="10136" h="23988">
                  <a:moveTo>
                    <a:pt x="5877" y="0"/>
                  </a:moveTo>
                  <a:lnTo>
                    <a:pt x="7533" y="1835"/>
                  </a:lnTo>
                  <a:lnTo>
                    <a:pt x="7102" y="7227"/>
                  </a:lnTo>
                  <a:lnTo>
                    <a:pt x="5698" y="10699"/>
                  </a:lnTo>
                  <a:lnTo>
                    <a:pt x="7748" y="12292"/>
                  </a:lnTo>
                  <a:lnTo>
                    <a:pt x="10136" y="12080"/>
                  </a:lnTo>
                  <a:lnTo>
                    <a:pt x="9616" y="17702"/>
                  </a:lnTo>
                  <a:lnTo>
                    <a:pt x="8793" y="19017"/>
                  </a:lnTo>
                  <a:lnTo>
                    <a:pt x="5206" y="23473"/>
                  </a:lnTo>
                  <a:lnTo>
                    <a:pt x="2344" y="23988"/>
                  </a:lnTo>
                  <a:lnTo>
                    <a:pt x="4178" y="15804"/>
                  </a:lnTo>
                  <a:lnTo>
                    <a:pt x="1411" y="14367"/>
                  </a:lnTo>
                  <a:lnTo>
                    <a:pt x="0" y="14487"/>
                  </a:lnTo>
                  <a:lnTo>
                    <a:pt x="747" y="12246"/>
                  </a:lnTo>
                  <a:lnTo>
                    <a:pt x="155" y="11288"/>
                  </a:lnTo>
                  <a:lnTo>
                    <a:pt x="1273" y="9442"/>
                  </a:lnTo>
                  <a:lnTo>
                    <a:pt x="4449" y="7631"/>
                  </a:lnTo>
                  <a:lnTo>
                    <a:pt x="4589" y="24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h1818"/>
            <p:cNvSpPr/>
            <p:nvPr/>
          </p:nvSpPr>
          <p:spPr>
            <a:xfrm>
              <a:off x="2649677" y="3024737"/>
              <a:ext cx="4842" cy="5912"/>
            </a:xfrm>
            <a:custGeom>
              <a:avLst/>
              <a:pathLst>
                <a:path w="4842" h="5912">
                  <a:moveTo>
                    <a:pt x="4842" y="2515"/>
                  </a:moveTo>
                  <a:lnTo>
                    <a:pt x="3799" y="5912"/>
                  </a:lnTo>
                  <a:lnTo>
                    <a:pt x="470" y="4523"/>
                  </a:lnTo>
                  <a:lnTo>
                    <a:pt x="0" y="3225"/>
                  </a:lnTo>
                  <a:lnTo>
                    <a:pt x="1045" y="1545"/>
                  </a:lnTo>
                  <a:lnTo>
                    <a:pt x="108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h1819"/>
            <p:cNvSpPr/>
            <p:nvPr/>
          </p:nvSpPr>
          <p:spPr>
            <a:xfrm>
              <a:off x="2703259" y="3040580"/>
              <a:ext cx="17010" cy="16555"/>
            </a:xfrm>
            <a:custGeom>
              <a:avLst/>
              <a:pathLst>
                <a:path w="17010" h="16555">
                  <a:moveTo>
                    <a:pt x="10317" y="1453"/>
                  </a:moveTo>
                  <a:lnTo>
                    <a:pt x="13402" y="1216"/>
                  </a:lnTo>
                  <a:lnTo>
                    <a:pt x="15887" y="3764"/>
                  </a:lnTo>
                  <a:lnTo>
                    <a:pt x="16921" y="6013"/>
                  </a:lnTo>
                  <a:lnTo>
                    <a:pt x="17010" y="8652"/>
                  </a:lnTo>
                  <a:lnTo>
                    <a:pt x="14806" y="10400"/>
                  </a:lnTo>
                  <a:lnTo>
                    <a:pt x="16485" y="10406"/>
                  </a:lnTo>
                  <a:lnTo>
                    <a:pt x="13340" y="12845"/>
                  </a:lnTo>
                  <a:lnTo>
                    <a:pt x="9359" y="11622"/>
                  </a:lnTo>
                  <a:lnTo>
                    <a:pt x="7835" y="11271"/>
                  </a:lnTo>
                  <a:lnTo>
                    <a:pt x="1715" y="15141"/>
                  </a:lnTo>
                  <a:lnTo>
                    <a:pt x="1520" y="16555"/>
                  </a:lnTo>
                  <a:lnTo>
                    <a:pt x="0" y="16349"/>
                  </a:lnTo>
                  <a:lnTo>
                    <a:pt x="1197" y="13809"/>
                  </a:lnTo>
                  <a:lnTo>
                    <a:pt x="2632" y="13209"/>
                  </a:lnTo>
                  <a:lnTo>
                    <a:pt x="5664" y="11341"/>
                  </a:lnTo>
                  <a:lnTo>
                    <a:pt x="7025" y="9849"/>
                  </a:lnTo>
                  <a:lnTo>
                    <a:pt x="7012" y="8972"/>
                  </a:lnTo>
                  <a:lnTo>
                    <a:pt x="5636" y="6869"/>
                  </a:lnTo>
                  <a:lnTo>
                    <a:pt x="1546" y="6523"/>
                  </a:lnTo>
                  <a:lnTo>
                    <a:pt x="2481" y="3568"/>
                  </a:lnTo>
                  <a:lnTo>
                    <a:pt x="872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h1820"/>
            <p:cNvSpPr/>
            <p:nvPr/>
          </p:nvSpPr>
          <p:spPr>
            <a:xfrm>
              <a:off x="2582201" y="2997005"/>
              <a:ext cx="6283" cy="5580"/>
            </a:xfrm>
            <a:custGeom>
              <a:avLst/>
              <a:pathLst>
                <a:path w="6283" h="5580">
                  <a:moveTo>
                    <a:pt x="2743" y="0"/>
                  </a:moveTo>
                  <a:lnTo>
                    <a:pt x="6283" y="2199"/>
                  </a:lnTo>
                  <a:lnTo>
                    <a:pt x="6148" y="5580"/>
                  </a:lnTo>
                  <a:lnTo>
                    <a:pt x="0" y="2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h1821"/>
            <p:cNvSpPr/>
            <p:nvPr/>
          </p:nvSpPr>
          <p:spPr>
            <a:xfrm>
              <a:off x="2671421" y="2974440"/>
              <a:ext cx="16712" cy="25357"/>
            </a:xfrm>
            <a:custGeom>
              <a:avLst/>
              <a:pathLst>
                <a:path w="16712" h="25357">
                  <a:moveTo>
                    <a:pt x="4114" y="675"/>
                  </a:moveTo>
                  <a:lnTo>
                    <a:pt x="11941" y="2592"/>
                  </a:lnTo>
                  <a:lnTo>
                    <a:pt x="15401" y="1032"/>
                  </a:lnTo>
                  <a:lnTo>
                    <a:pt x="16712" y="2055"/>
                  </a:lnTo>
                  <a:lnTo>
                    <a:pt x="16690" y="4948"/>
                  </a:lnTo>
                  <a:lnTo>
                    <a:pt x="14089" y="6554"/>
                  </a:lnTo>
                  <a:lnTo>
                    <a:pt x="13150" y="8353"/>
                  </a:lnTo>
                  <a:lnTo>
                    <a:pt x="13434" y="9888"/>
                  </a:lnTo>
                  <a:lnTo>
                    <a:pt x="15148" y="11309"/>
                  </a:lnTo>
                  <a:lnTo>
                    <a:pt x="13487" y="16285"/>
                  </a:lnTo>
                  <a:lnTo>
                    <a:pt x="12002" y="18561"/>
                  </a:lnTo>
                  <a:lnTo>
                    <a:pt x="11764" y="22467"/>
                  </a:lnTo>
                  <a:lnTo>
                    <a:pt x="9460" y="25339"/>
                  </a:lnTo>
                  <a:lnTo>
                    <a:pt x="8637" y="25357"/>
                  </a:lnTo>
                  <a:lnTo>
                    <a:pt x="8135" y="23206"/>
                  </a:lnTo>
                  <a:lnTo>
                    <a:pt x="7364" y="22913"/>
                  </a:lnTo>
                  <a:lnTo>
                    <a:pt x="5387" y="23887"/>
                  </a:lnTo>
                  <a:lnTo>
                    <a:pt x="3441" y="23029"/>
                  </a:lnTo>
                  <a:lnTo>
                    <a:pt x="3117" y="20215"/>
                  </a:lnTo>
                  <a:lnTo>
                    <a:pt x="3221" y="14502"/>
                  </a:lnTo>
                  <a:lnTo>
                    <a:pt x="772" y="11645"/>
                  </a:lnTo>
                  <a:lnTo>
                    <a:pt x="3145" y="8755"/>
                  </a:lnTo>
                  <a:lnTo>
                    <a:pt x="2354" y="7594"/>
                  </a:lnTo>
                  <a:lnTo>
                    <a:pt x="0" y="6970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h1822"/>
            <p:cNvSpPr/>
            <p:nvPr/>
          </p:nvSpPr>
          <p:spPr>
            <a:xfrm>
              <a:off x="2677280" y="2885188"/>
              <a:ext cx="4528" cy="8719"/>
            </a:xfrm>
            <a:custGeom>
              <a:avLst/>
              <a:pathLst>
                <a:path w="4528" h="8719">
                  <a:moveTo>
                    <a:pt x="3128" y="0"/>
                  </a:moveTo>
                  <a:lnTo>
                    <a:pt x="4528" y="5673"/>
                  </a:lnTo>
                  <a:lnTo>
                    <a:pt x="549" y="8719"/>
                  </a:lnTo>
                  <a:lnTo>
                    <a:pt x="0" y="181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h1823"/>
            <p:cNvSpPr/>
            <p:nvPr/>
          </p:nvSpPr>
          <p:spPr>
            <a:xfrm>
              <a:off x="2614977" y="2850246"/>
              <a:ext cx="11397" cy="15457"/>
            </a:xfrm>
            <a:custGeom>
              <a:avLst/>
              <a:pathLst>
                <a:path w="11397" h="15457">
                  <a:moveTo>
                    <a:pt x="9231" y="203"/>
                  </a:moveTo>
                  <a:lnTo>
                    <a:pt x="11397" y="1211"/>
                  </a:lnTo>
                  <a:lnTo>
                    <a:pt x="10499" y="4164"/>
                  </a:lnTo>
                  <a:lnTo>
                    <a:pt x="7646" y="7485"/>
                  </a:lnTo>
                  <a:lnTo>
                    <a:pt x="5712" y="13563"/>
                  </a:lnTo>
                  <a:lnTo>
                    <a:pt x="4347" y="15452"/>
                  </a:lnTo>
                  <a:lnTo>
                    <a:pt x="2968" y="15457"/>
                  </a:lnTo>
                  <a:lnTo>
                    <a:pt x="2956" y="14019"/>
                  </a:lnTo>
                  <a:lnTo>
                    <a:pt x="250" y="11736"/>
                  </a:lnTo>
                  <a:lnTo>
                    <a:pt x="0" y="10680"/>
                  </a:lnTo>
                  <a:lnTo>
                    <a:pt x="894" y="10277"/>
                  </a:lnTo>
                  <a:lnTo>
                    <a:pt x="4753" y="5343"/>
                  </a:lnTo>
                  <a:lnTo>
                    <a:pt x="5465" y="916"/>
                  </a:lnTo>
                  <a:lnTo>
                    <a:pt x="699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h1824"/>
            <p:cNvSpPr/>
            <p:nvPr/>
          </p:nvSpPr>
          <p:spPr>
            <a:xfrm>
              <a:off x="2691841" y="3025526"/>
              <a:ext cx="21659" cy="21954"/>
            </a:xfrm>
            <a:custGeom>
              <a:avLst/>
              <a:pathLst>
                <a:path w="21659" h="21954">
                  <a:moveTo>
                    <a:pt x="15539" y="42"/>
                  </a:moveTo>
                  <a:lnTo>
                    <a:pt x="21659" y="0"/>
                  </a:lnTo>
                  <a:lnTo>
                    <a:pt x="19253" y="4123"/>
                  </a:lnTo>
                  <a:lnTo>
                    <a:pt x="21340" y="5693"/>
                  </a:lnTo>
                  <a:lnTo>
                    <a:pt x="19456" y="11454"/>
                  </a:lnTo>
                  <a:lnTo>
                    <a:pt x="16261" y="12485"/>
                  </a:lnTo>
                  <a:lnTo>
                    <a:pt x="14826" y="11705"/>
                  </a:lnTo>
                  <a:lnTo>
                    <a:pt x="12048" y="18972"/>
                  </a:lnTo>
                  <a:lnTo>
                    <a:pt x="6418" y="21954"/>
                  </a:lnTo>
                  <a:lnTo>
                    <a:pt x="5656" y="21922"/>
                  </a:lnTo>
                  <a:lnTo>
                    <a:pt x="3041" y="18344"/>
                  </a:lnTo>
                  <a:lnTo>
                    <a:pt x="1539" y="18398"/>
                  </a:lnTo>
                  <a:lnTo>
                    <a:pt x="3576" y="14002"/>
                  </a:lnTo>
                  <a:lnTo>
                    <a:pt x="1312" y="12102"/>
                  </a:lnTo>
                  <a:lnTo>
                    <a:pt x="208" y="11072"/>
                  </a:lnTo>
                  <a:lnTo>
                    <a:pt x="0" y="7552"/>
                  </a:lnTo>
                  <a:lnTo>
                    <a:pt x="1605" y="4117"/>
                  </a:lnTo>
                  <a:lnTo>
                    <a:pt x="6056" y="6472"/>
                  </a:lnTo>
                  <a:lnTo>
                    <a:pt x="7275" y="4705"/>
                  </a:lnTo>
                  <a:lnTo>
                    <a:pt x="6046" y="3513"/>
                  </a:lnTo>
                  <a:lnTo>
                    <a:pt x="7864" y="1896"/>
                  </a:lnTo>
                  <a:lnTo>
                    <a:pt x="12182" y="22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h1825"/>
            <p:cNvSpPr/>
            <p:nvPr/>
          </p:nvSpPr>
          <p:spPr>
            <a:xfrm>
              <a:off x="2643150" y="3033240"/>
              <a:ext cx="18801" cy="21475"/>
            </a:xfrm>
            <a:custGeom>
              <a:avLst/>
              <a:pathLst>
                <a:path w="18801" h="21475">
                  <a:moveTo>
                    <a:pt x="6102" y="11"/>
                  </a:moveTo>
                  <a:lnTo>
                    <a:pt x="6135" y="1961"/>
                  </a:lnTo>
                  <a:lnTo>
                    <a:pt x="7133" y="2695"/>
                  </a:lnTo>
                  <a:lnTo>
                    <a:pt x="9281" y="3114"/>
                  </a:lnTo>
                  <a:lnTo>
                    <a:pt x="10965" y="2072"/>
                  </a:lnTo>
                  <a:lnTo>
                    <a:pt x="12783" y="4487"/>
                  </a:lnTo>
                  <a:lnTo>
                    <a:pt x="12278" y="7600"/>
                  </a:lnTo>
                  <a:lnTo>
                    <a:pt x="10542" y="11083"/>
                  </a:lnTo>
                  <a:lnTo>
                    <a:pt x="11102" y="11804"/>
                  </a:lnTo>
                  <a:lnTo>
                    <a:pt x="14644" y="11317"/>
                  </a:lnTo>
                  <a:lnTo>
                    <a:pt x="16550" y="12191"/>
                  </a:lnTo>
                  <a:lnTo>
                    <a:pt x="16644" y="13359"/>
                  </a:lnTo>
                  <a:lnTo>
                    <a:pt x="14436" y="14376"/>
                  </a:lnTo>
                  <a:lnTo>
                    <a:pt x="16441" y="16620"/>
                  </a:lnTo>
                  <a:lnTo>
                    <a:pt x="18801" y="17437"/>
                  </a:lnTo>
                  <a:lnTo>
                    <a:pt x="16050" y="21475"/>
                  </a:lnTo>
                  <a:lnTo>
                    <a:pt x="12986" y="18933"/>
                  </a:lnTo>
                  <a:lnTo>
                    <a:pt x="12588" y="19801"/>
                  </a:lnTo>
                  <a:lnTo>
                    <a:pt x="9802" y="18201"/>
                  </a:lnTo>
                  <a:lnTo>
                    <a:pt x="4711" y="17466"/>
                  </a:lnTo>
                  <a:lnTo>
                    <a:pt x="3287" y="18360"/>
                  </a:lnTo>
                  <a:lnTo>
                    <a:pt x="2804" y="16662"/>
                  </a:lnTo>
                  <a:lnTo>
                    <a:pt x="5235" y="11129"/>
                  </a:lnTo>
                  <a:lnTo>
                    <a:pt x="5100" y="8694"/>
                  </a:lnTo>
                  <a:lnTo>
                    <a:pt x="0" y="4922"/>
                  </a:lnTo>
                  <a:lnTo>
                    <a:pt x="3548" y="0"/>
                  </a:lnTo>
                  <a:lnTo>
                    <a:pt x="4663" y="5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h1826"/>
            <p:cNvSpPr/>
            <p:nvPr/>
          </p:nvSpPr>
          <p:spPr>
            <a:xfrm>
              <a:off x="2634318" y="2982034"/>
              <a:ext cx="20282" cy="22582"/>
            </a:xfrm>
            <a:custGeom>
              <a:avLst/>
              <a:pathLst>
                <a:path w="20282" h="22582">
                  <a:moveTo>
                    <a:pt x="3858" y="346"/>
                  </a:moveTo>
                  <a:lnTo>
                    <a:pt x="9850" y="3313"/>
                  </a:lnTo>
                  <a:lnTo>
                    <a:pt x="11153" y="2433"/>
                  </a:lnTo>
                  <a:lnTo>
                    <a:pt x="16115" y="6712"/>
                  </a:lnTo>
                  <a:lnTo>
                    <a:pt x="20282" y="8282"/>
                  </a:lnTo>
                  <a:lnTo>
                    <a:pt x="16629" y="10923"/>
                  </a:lnTo>
                  <a:lnTo>
                    <a:pt x="11373" y="16268"/>
                  </a:lnTo>
                  <a:lnTo>
                    <a:pt x="8369" y="21247"/>
                  </a:lnTo>
                  <a:lnTo>
                    <a:pt x="8802" y="22582"/>
                  </a:lnTo>
                  <a:lnTo>
                    <a:pt x="4691" y="20077"/>
                  </a:lnTo>
                  <a:lnTo>
                    <a:pt x="4992" y="19755"/>
                  </a:lnTo>
                  <a:lnTo>
                    <a:pt x="2378" y="18637"/>
                  </a:lnTo>
                  <a:lnTo>
                    <a:pt x="2190" y="19289"/>
                  </a:lnTo>
                  <a:lnTo>
                    <a:pt x="1335" y="19022"/>
                  </a:lnTo>
                  <a:lnTo>
                    <a:pt x="697" y="18178"/>
                  </a:lnTo>
                  <a:lnTo>
                    <a:pt x="0" y="16105"/>
                  </a:lnTo>
                  <a:lnTo>
                    <a:pt x="1239" y="15116"/>
                  </a:lnTo>
                  <a:lnTo>
                    <a:pt x="6012" y="16036"/>
                  </a:lnTo>
                  <a:lnTo>
                    <a:pt x="7086" y="14771"/>
                  </a:lnTo>
                  <a:lnTo>
                    <a:pt x="5653" y="11763"/>
                  </a:lnTo>
                  <a:lnTo>
                    <a:pt x="4288" y="12889"/>
                  </a:lnTo>
                  <a:lnTo>
                    <a:pt x="2015" y="11685"/>
                  </a:lnTo>
                  <a:lnTo>
                    <a:pt x="1434" y="10402"/>
                  </a:lnTo>
                  <a:lnTo>
                    <a:pt x="1832" y="8127"/>
                  </a:lnTo>
                  <a:lnTo>
                    <a:pt x="3238" y="7753"/>
                  </a:lnTo>
                  <a:lnTo>
                    <a:pt x="3534" y="4274"/>
                  </a:lnTo>
                  <a:lnTo>
                    <a:pt x="23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h1827"/>
            <p:cNvSpPr/>
            <p:nvPr/>
          </p:nvSpPr>
          <p:spPr>
            <a:xfrm>
              <a:off x="2648119" y="3019564"/>
              <a:ext cx="4842" cy="4888"/>
            </a:xfrm>
            <a:custGeom>
              <a:avLst/>
              <a:pathLst>
                <a:path w="4842" h="4888">
                  <a:moveTo>
                    <a:pt x="4842" y="1014"/>
                  </a:moveTo>
                  <a:lnTo>
                    <a:pt x="2315" y="4103"/>
                  </a:lnTo>
                  <a:lnTo>
                    <a:pt x="799" y="4888"/>
                  </a:lnTo>
                  <a:lnTo>
                    <a:pt x="0" y="3831"/>
                  </a:lnTo>
                  <a:lnTo>
                    <a:pt x="62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h1828"/>
            <p:cNvSpPr/>
            <p:nvPr/>
          </p:nvSpPr>
          <p:spPr>
            <a:xfrm>
              <a:off x="2593819" y="3041161"/>
              <a:ext cx="9787" cy="13055"/>
            </a:xfrm>
            <a:custGeom>
              <a:avLst/>
              <a:pathLst>
                <a:path w="9787" h="13055">
                  <a:moveTo>
                    <a:pt x="9787" y="2072"/>
                  </a:moveTo>
                  <a:lnTo>
                    <a:pt x="8461" y="5074"/>
                  </a:lnTo>
                  <a:lnTo>
                    <a:pt x="8760" y="6706"/>
                  </a:lnTo>
                  <a:lnTo>
                    <a:pt x="7909" y="11196"/>
                  </a:lnTo>
                  <a:lnTo>
                    <a:pt x="6915" y="12578"/>
                  </a:lnTo>
                  <a:lnTo>
                    <a:pt x="5603" y="13055"/>
                  </a:lnTo>
                  <a:lnTo>
                    <a:pt x="5376" y="9061"/>
                  </a:lnTo>
                  <a:lnTo>
                    <a:pt x="3432" y="7861"/>
                  </a:lnTo>
                  <a:lnTo>
                    <a:pt x="2771" y="8081"/>
                  </a:lnTo>
                  <a:lnTo>
                    <a:pt x="4024" y="4079"/>
                  </a:lnTo>
                  <a:lnTo>
                    <a:pt x="1487" y="6776"/>
                  </a:lnTo>
                  <a:lnTo>
                    <a:pt x="493" y="5949"/>
                  </a:lnTo>
                  <a:lnTo>
                    <a:pt x="0" y="2129"/>
                  </a:lnTo>
                  <a:lnTo>
                    <a:pt x="7252" y="1293"/>
                  </a:lnTo>
                  <a:lnTo>
                    <a:pt x="786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h1829"/>
            <p:cNvSpPr/>
            <p:nvPr/>
          </p:nvSpPr>
          <p:spPr>
            <a:xfrm>
              <a:off x="2673538" y="3007974"/>
              <a:ext cx="34362" cy="30407"/>
            </a:xfrm>
            <a:custGeom>
              <a:avLst/>
              <a:pathLst>
                <a:path w="34362" h="30407">
                  <a:moveTo>
                    <a:pt x="19769" y="9915"/>
                  </a:moveTo>
                  <a:lnTo>
                    <a:pt x="23205" y="11093"/>
                  </a:lnTo>
                  <a:lnTo>
                    <a:pt x="26172" y="9680"/>
                  </a:lnTo>
                  <a:lnTo>
                    <a:pt x="26561" y="11807"/>
                  </a:lnTo>
                  <a:lnTo>
                    <a:pt x="32083" y="12383"/>
                  </a:lnTo>
                  <a:lnTo>
                    <a:pt x="34362" y="16535"/>
                  </a:lnTo>
                  <a:lnTo>
                    <a:pt x="33841" y="17593"/>
                  </a:lnTo>
                  <a:lnTo>
                    <a:pt x="30484" y="17780"/>
                  </a:lnTo>
                  <a:lnTo>
                    <a:pt x="26167" y="19447"/>
                  </a:lnTo>
                  <a:lnTo>
                    <a:pt x="24349" y="21064"/>
                  </a:lnTo>
                  <a:lnTo>
                    <a:pt x="25578" y="22257"/>
                  </a:lnTo>
                  <a:lnTo>
                    <a:pt x="24359" y="24024"/>
                  </a:lnTo>
                  <a:lnTo>
                    <a:pt x="19907" y="21668"/>
                  </a:lnTo>
                  <a:lnTo>
                    <a:pt x="18302" y="25104"/>
                  </a:lnTo>
                  <a:lnTo>
                    <a:pt x="18511" y="28623"/>
                  </a:lnTo>
                  <a:lnTo>
                    <a:pt x="19615" y="29654"/>
                  </a:lnTo>
                  <a:lnTo>
                    <a:pt x="17991" y="30407"/>
                  </a:lnTo>
                  <a:lnTo>
                    <a:pt x="15688" y="25943"/>
                  </a:lnTo>
                  <a:lnTo>
                    <a:pt x="9342" y="24349"/>
                  </a:lnTo>
                  <a:lnTo>
                    <a:pt x="9356" y="22825"/>
                  </a:lnTo>
                  <a:lnTo>
                    <a:pt x="7896" y="22541"/>
                  </a:lnTo>
                  <a:lnTo>
                    <a:pt x="5649" y="20505"/>
                  </a:lnTo>
                  <a:lnTo>
                    <a:pt x="2521" y="16628"/>
                  </a:lnTo>
                  <a:lnTo>
                    <a:pt x="3162" y="13216"/>
                  </a:lnTo>
                  <a:lnTo>
                    <a:pt x="0" y="10369"/>
                  </a:lnTo>
                  <a:lnTo>
                    <a:pt x="705" y="9007"/>
                  </a:lnTo>
                  <a:lnTo>
                    <a:pt x="8459" y="9105"/>
                  </a:lnTo>
                  <a:lnTo>
                    <a:pt x="10299" y="10253"/>
                  </a:lnTo>
                  <a:lnTo>
                    <a:pt x="1496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h1830"/>
            <p:cNvSpPr/>
            <p:nvPr/>
          </p:nvSpPr>
          <p:spPr>
            <a:xfrm>
              <a:off x="2609941" y="2844515"/>
              <a:ext cx="14267" cy="16009"/>
            </a:xfrm>
            <a:custGeom>
              <a:avLst/>
              <a:pathLst>
                <a:path w="14267" h="16009">
                  <a:moveTo>
                    <a:pt x="10464" y="70"/>
                  </a:moveTo>
                  <a:lnTo>
                    <a:pt x="12771" y="1956"/>
                  </a:lnTo>
                  <a:lnTo>
                    <a:pt x="14267" y="5934"/>
                  </a:lnTo>
                  <a:lnTo>
                    <a:pt x="12031" y="5731"/>
                  </a:lnTo>
                  <a:lnTo>
                    <a:pt x="10500" y="6647"/>
                  </a:lnTo>
                  <a:lnTo>
                    <a:pt x="9789" y="11074"/>
                  </a:lnTo>
                  <a:lnTo>
                    <a:pt x="5930" y="16009"/>
                  </a:lnTo>
                  <a:lnTo>
                    <a:pt x="761" y="11679"/>
                  </a:lnTo>
                  <a:lnTo>
                    <a:pt x="0" y="11079"/>
                  </a:lnTo>
                  <a:lnTo>
                    <a:pt x="24" y="9529"/>
                  </a:lnTo>
                  <a:lnTo>
                    <a:pt x="1581" y="9848"/>
                  </a:lnTo>
                  <a:lnTo>
                    <a:pt x="1714" y="9274"/>
                  </a:lnTo>
                  <a:lnTo>
                    <a:pt x="837" y="7405"/>
                  </a:lnTo>
                  <a:lnTo>
                    <a:pt x="1993" y="6723"/>
                  </a:lnTo>
                  <a:lnTo>
                    <a:pt x="1899" y="3067"/>
                  </a:lnTo>
                  <a:lnTo>
                    <a:pt x="8098" y="1560"/>
                  </a:lnTo>
                  <a:lnTo>
                    <a:pt x="937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h1831"/>
            <p:cNvSpPr/>
            <p:nvPr/>
          </p:nvSpPr>
          <p:spPr>
            <a:xfrm>
              <a:off x="2694295" y="2956374"/>
              <a:ext cx="22605" cy="20555"/>
            </a:xfrm>
            <a:custGeom>
              <a:avLst/>
              <a:pathLst>
                <a:path w="22605" h="20555">
                  <a:moveTo>
                    <a:pt x="22004" y="410"/>
                  </a:moveTo>
                  <a:lnTo>
                    <a:pt x="22605" y="1851"/>
                  </a:lnTo>
                  <a:lnTo>
                    <a:pt x="22116" y="2492"/>
                  </a:lnTo>
                  <a:lnTo>
                    <a:pt x="17208" y="1642"/>
                  </a:lnTo>
                  <a:lnTo>
                    <a:pt x="14873" y="1884"/>
                  </a:lnTo>
                  <a:lnTo>
                    <a:pt x="21317" y="3246"/>
                  </a:lnTo>
                  <a:lnTo>
                    <a:pt x="22175" y="6437"/>
                  </a:lnTo>
                  <a:lnTo>
                    <a:pt x="20174" y="7596"/>
                  </a:lnTo>
                  <a:lnTo>
                    <a:pt x="17558" y="6578"/>
                  </a:lnTo>
                  <a:lnTo>
                    <a:pt x="15921" y="10325"/>
                  </a:lnTo>
                  <a:lnTo>
                    <a:pt x="21038" y="15294"/>
                  </a:lnTo>
                  <a:lnTo>
                    <a:pt x="22418" y="16994"/>
                  </a:lnTo>
                  <a:lnTo>
                    <a:pt x="22168" y="17895"/>
                  </a:lnTo>
                  <a:lnTo>
                    <a:pt x="20943" y="18834"/>
                  </a:lnTo>
                  <a:lnTo>
                    <a:pt x="18557" y="16989"/>
                  </a:lnTo>
                  <a:lnTo>
                    <a:pt x="13162" y="15243"/>
                  </a:lnTo>
                  <a:lnTo>
                    <a:pt x="11561" y="18991"/>
                  </a:lnTo>
                  <a:lnTo>
                    <a:pt x="11337" y="19711"/>
                  </a:lnTo>
                  <a:lnTo>
                    <a:pt x="8419" y="20555"/>
                  </a:lnTo>
                  <a:lnTo>
                    <a:pt x="8160" y="19006"/>
                  </a:lnTo>
                  <a:lnTo>
                    <a:pt x="10538" y="18171"/>
                  </a:lnTo>
                  <a:lnTo>
                    <a:pt x="8946" y="15217"/>
                  </a:lnTo>
                  <a:lnTo>
                    <a:pt x="6772" y="16191"/>
                  </a:lnTo>
                  <a:lnTo>
                    <a:pt x="3796" y="15634"/>
                  </a:lnTo>
                  <a:lnTo>
                    <a:pt x="1932" y="14468"/>
                  </a:lnTo>
                  <a:lnTo>
                    <a:pt x="0" y="7775"/>
                  </a:lnTo>
                  <a:lnTo>
                    <a:pt x="855" y="6436"/>
                  </a:lnTo>
                  <a:lnTo>
                    <a:pt x="3135" y="5208"/>
                  </a:lnTo>
                  <a:lnTo>
                    <a:pt x="3452" y="3476"/>
                  </a:lnTo>
                  <a:lnTo>
                    <a:pt x="6223" y="1197"/>
                  </a:lnTo>
                  <a:lnTo>
                    <a:pt x="8645" y="2009"/>
                  </a:lnTo>
                  <a:lnTo>
                    <a:pt x="13170" y="2049"/>
                  </a:lnTo>
                  <a:lnTo>
                    <a:pt x="14486" y="1711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h1832"/>
            <p:cNvSpPr/>
            <p:nvPr/>
          </p:nvSpPr>
          <p:spPr>
            <a:xfrm>
              <a:off x="2620263" y="3065410"/>
              <a:ext cx="23742" cy="20397"/>
            </a:xfrm>
            <a:custGeom>
              <a:avLst/>
              <a:pathLst>
                <a:path w="23742" h="20397">
                  <a:moveTo>
                    <a:pt x="12833" y="0"/>
                  </a:moveTo>
                  <a:lnTo>
                    <a:pt x="14961" y="1924"/>
                  </a:lnTo>
                  <a:lnTo>
                    <a:pt x="18405" y="2081"/>
                  </a:lnTo>
                  <a:lnTo>
                    <a:pt x="21540" y="6980"/>
                  </a:lnTo>
                  <a:lnTo>
                    <a:pt x="23742" y="12674"/>
                  </a:lnTo>
                  <a:lnTo>
                    <a:pt x="22252" y="17963"/>
                  </a:lnTo>
                  <a:lnTo>
                    <a:pt x="23219" y="19671"/>
                  </a:lnTo>
                  <a:lnTo>
                    <a:pt x="15730" y="20397"/>
                  </a:lnTo>
                  <a:lnTo>
                    <a:pt x="3845" y="17320"/>
                  </a:lnTo>
                  <a:lnTo>
                    <a:pt x="2027" y="17678"/>
                  </a:lnTo>
                  <a:lnTo>
                    <a:pt x="169" y="17051"/>
                  </a:lnTo>
                  <a:lnTo>
                    <a:pt x="720" y="11550"/>
                  </a:lnTo>
                  <a:lnTo>
                    <a:pt x="0" y="11369"/>
                  </a:lnTo>
                  <a:lnTo>
                    <a:pt x="655" y="9964"/>
                  </a:lnTo>
                  <a:lnTo>
                    <a:pt x="6938" y="9210"/>
                  </a:lnTo>
                  <a:lnTo>
                    <a:pt x="6997" y="8418"/>
                  </a:lnTo>
                  <a:lnTo>
                    <a:pt x="3863" y="7290"/>
                  </a:lnTo>
                  <a:lnTo>
                    <a:pt x="4822" y="4328"/>
                  </a:lnTo>
                  <a:lnTo>
                    <a:pt x="5880" y="4656"/>
                  </a:lnTo>
                  <a:lnTo>
                    <a:pt x="6484" y="1909"/>
                  </a:lnTo>
                  <a:lnTo>
                    <a:pt x="9128" y="468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h1833"/>
            <p:cNvSpPr/>
            <p:nvPr/>
          </p:nvSpPr>
          <p:spPr>
            <a:xfrm>
              <a:off x="2692559" y="2888179"/>
              <a:ext cx="7637" cy="13070"/>
            </a:xfrm>
            <a:custGeom>
              <a:avLst/>
              <a:pathLst>
                <a:path w="7637" h="13070">
                  <a:moveTo>
                    <a:pt x="7637" y="2261"/>
                  </a:moveTo>
                  <a:lnTo>
                    <a:pt x="7218" y="3298"/>
                  </a:lnTo>
                  <a:lnTo>
                    <a:pt x="4088" y="5636"/>
                  </a:lnTo>
                  <a:lnTo>
                    <a:pt x="2821" y="8450"/>
                  </a:lnTo>
                  <a:lnTo>
                    <a:pt x="2371" y="11017"/>
                  </a:lnTo>
                  <a:lnTo>
                    <a:pt x="3694" y="12695"/>
                  </a:lnTo>
                  <a:lnTo>
                    <a:pt x="820" y="13070"/>
                  </a:lnTo>
                  <a:lnTo>
                    <a:pt x="0" y="12002"/>
                  </a:lnTo>
                  <a:lnTo>
                    <a:pt x="323" y="8395"/>
                  </a:lnTo>
                  <a:lnTo>
                    <a:pt x="3560" y="816"/>
                  </a:lnTo>
                  <a:lnTo>
                    <a:pt x="575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h1834"/>
            <p:cNvSpPr/>
            <p:nvPr/>
          </p:nvSpPr>
          <p:spPr>
            <a:xfrm>
              <a:off x="2673171" y="2953114"/>
              <a:ext cx="21022" cy="23917"/>
            </a:xfrm>
            <a:custGeom>
              <a:avLst/>
              <a:pathLst>
                <a:path w="21022" h="23917">
                  <a:moveTo>
                    <a:pt x="4943" y="3698"/>
                  </a:moveTo>
                  <a:lnTo>
                    <a:pt x="5528" y="3543"/>
                  </a:lnTo>
                  <a:lnTo>
                    <a:pt x="6538" y="5030"/>
                  </a:lnTo>
                  <a:lnTo>
                    <a:pt x="9649" y="1472"/>
                  </a:lnTo>
                  <a:lnTo>
                    <a:pt x="11238" y="904"/>
                  </a:lnTo>
                  <a:lnTo>
                    <a:pt x="11900" y="3902"/>
                  </a:lnTo>
                  <a:lnTo>
                    <a:pt x="13288" y="5082"/>
                  </a:lnTo>
                  <a:lnTo>
                    <a:pt x="16213" y="4903"/>
                  </a:lnTo>
                  <a:lnTo>
                    <a:pt x="17357" y="5438"/>
                  </a:lnTo>
                  <a:lnTo>
                    <a:pt x="21022" y="10208"/>
                  </a:lnTo>
                  <a:lnTo>
                    <a:pt x="15128" y="13115"/>
                  </a:lnTo>
                  <a:lnTo>
                    <a:pt x="12308" y="13504"/>
                  </a:lnTo>
                  <a:lnTo>
                    <a:pt x="15642" y="19146"/>
                  </a:lnTo>
                  <a:lnTo>
                    <a:pt x="15840" y="21827"/>
                  </a:lnTo>
                  <a:lnTo>
                    <a:pt x="14963" y="23381"/>
                  </a:lnTo>
                  <a:lnTo>
                    <a:pt x="13651" y="22358"/>
                  </a:lnTo>
                  <a:lnTo>
                    <a:pt x="10191" y="23917"/>
                  </a:lnTo>
                  <a:lnTo>
                    <a:pt x="2365" y="22000"/>
                  </a:lnTo>
                  <a:lnTo>
                    <a:pt x="1991" y="21325"/>
                  </a:lnTo>
                  <a:lnTo>
                    <a:pt x="4716" y="15449"/>
                  </a:lnTo>
                  <a:lnTo>
                    <a:pt x="2260" y="14609"/>
                  </a:lnTo>
                  <a:lnTo>
                    <a:pt x="4513" y="12161"/>
                  </a:lnTo>
                  <a:lnTo>
                    <a:pt x="3737" y="8726"/>
                  </a:lnTo>
                  <a:lnTo>
                    <a:pt x="0" y="7682"/>
                  </a:lnTo>
                  <a:lnTo>
                    <a:pt x="641" y="144"/>
                  </a:lnTo>
                  <a:lnTo>
                    <a:pt x="148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h1835"/>
            <p:cNvSpPr/>
            <p:nvPr/>
          </p:nvSpPr>
          <p:spPr>
            <a:xfrm>
              <a:off x="2615509" y="3109362"/>
              <a:ext cx="13274" cy="19546"/>
            </a:xfrm>
            <a:custGeom>
              <a:avLst/>
              <a:pathLst>
                <a:path w="13274" h="19546">
                  <a:moveTo>
                    <a:pt x="10235" y="1296"/>
                  </a:moveTo>
                  <a:lnTo>
                    <a:pt x="12101" y="4144"/>
                  </a:lnTo>
                  <a:lnTo>
                    <a:pt x="12729" y="4176"/>
                  </a:lnTo>
                  <a:lnTo>
                    <a:pt x="13274" y="6455"/>
                  </a:lnTo>
                  <a:lnTo>
                    <a:pt x="11741" y="15435"/>
                  </a:lnTo>
                  <a:lnTo>
                    <a:pt x="12055" y="17620"/>
                  </a:lnTo>
                  <a:lnTo>
                    <a:pt x="9492" y="18270"/>
                  </a:lnTo>
                  <a:lnTo>
                    <a:pt x="6866" y="19546"/>
                  </a:lnTo>
                  <a:lnTo>
                    <a:pt x="3031" y="18936"/>
                  </a:lnTo>
                  <a:lnTo>
                    <a:pt x="3143" y="13886"/>
                  </a:lnTo>
                  <a:lnTo>
                    <a:pt x="2520" y="11919"/>
                  </a:lnTo>
                  <a:lnTo>
                    <a:pt x="323" y="10682"/>
                  </a:lnTo>
                  <a:lnTo>
                    <a:pt x="0" y="8554"/>
                  </a:lnTo>
                  <a:lnTo>
                    <a:pt x="1368" y="6365"/>
                  </a:lnTo>
                  <a:lnTo>
                    <a:pt x="6" y="4349"/>
                  </a:lnTo>
                  <a:lnTo>
                    <a:pt x="3947" y="3475"/>
                  </a:lnTo>
                  <a:lnTo>
                    <a:pt x="4450" y="457"/>
                  </a:lnTo>
                  <a:lnTo>
                    <a:pt x="526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h1836"/>
            <p:cNvSpPr/>
            <p:nvPr/>
          </p:nvSpPr>
          <p:spPr>
            <a:xfrm>
              <a:off x="2642629" y="2886933"/>
              <a:ext cx="15236" cy="11479"/>
            </a:xfrm>
            <a:custGeom>
              <a:avLst/>
              <a:pathLst>
                <a:path w="15236" h="11479">
                  <a:moveTo>
                    <a:pt x="15236" y="3451"/>
                  </a:moveTo>
                  <a:lnTo>
                    <a:pt x="10593" y="8131"/>
                  </a:lnTo>
                  <a:lnTo>
                    <a:pt x="8507" y="7682"/>
                  </a:lnTo>
                  <a:lnTo>
                    <a:pt x="7813" y="8346"/>
                  </a:lnTo>
                  <a:lnTo>
                    <a:pt x="7947" y="10729"/>
                  </a:lnTo>
                  <a:lnTo>
                    <a:pt x="7007" y="11479"/>
                  </a:lnTo>
                  <a:lnTo>
                    <a:pt x="5748" y="8815"/>
                  </a:lnTo>
                  <a:lnTo>
                    <a:pt x="178" y="6728"/>
                  </a:lnTo>
                  <a:lnTo>
                    <a:pt x="0" y="3826"/>
                  </a:lnTo>
                  <a:lnTo>
                    <a:pt x="1676" y="3257"/>
                  </a:lnTo>
                  <a:lnTo>
                    <a:pt x="964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h1837"/>
            <p:cNvSpPr/>
            <p:nvPr/>
          </p:nvSpPr>
          <p:spPr>
            <a:xfrm>
              <a:off x="2580262" y="3029900"/>
              <a:ext cx="14050" cy="18069"/>
            </a:xfrm>
            <a:custGeom>
              <a:avLst/>
              <a:pathLst>
                <a:path w="14050" h="18069">
                  <a:moveTo>
                    <a:pt x="12329" y="1528"/>
                  </a:moveTo>
                  <a:lnTo>
                    <a:pt x="14017" y="4107"/>
                  </a:lnTo>
                  <a:lnTo>
                    <a:pt x="12769" y="5238"/>
                  </a:lnTo>
                  <a:lnTo>
                    <a:pt x="12646" y="6924"/>
                  </a:lnTo>
                  <a:lnTo>
                    <a:pt x="13557" y="13390"/>
                  </a:lnTo>
                  <a:lnTo>
                    <a:pt x="14050" y="17210"/>
                  </a:lnTo>
                  <a:lnTo>
                    <a:pt x="10143" y="18069"/>
                  </a:lnTo>
                  <a:lnTo>
                    <a:pt x="9299" y="18029"/>
                  </a:lnTo>
                  <a:lnTo>
                    <a:pt x="7427" y="15109"/>
                  </a:lnTo>
                  <a:lnTo>
                    <a:pt x="6018" y="14557"/>
                  </a:lnTo>
                  <a:lnTo>
                    <a:pt x="3871" y="15736"/>
                  </a:lnTo>
                  <a:lnTo>
                    <a:pt x="3978" y="16402"/>
                  </a:lnTo>
                  <a:lnTo>
                    <a:pt x="3038" y="16346"/>
                  </a:lnTo>
                  <a:lnTo>
                    <a:pt x="2209" y="14249"/>
                  </a:lnTo>
                  <a:lnTo>
                    <a:pt x="0" y="12274"/>
                  </a:lnTo>
                  <a:lnTo>
                    <a:pt x="717" y="9496"/>
                  </a:lnTo>
                  <a:lnTo>
                    <a:pt x="907" y="8624"/>
                  </a:lnTo>
                  <a:lnTo>
                    <a:pt x="1037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h1838"/>
            <p:cNvSpPr/>
            <p:nvPr/>
          </p:nvSpPr>
          <p:spPr>
            <a:xfrm>
              <a:off x="2667313" y="2994140"/>
              <a:ext cx="12745" cy="13514"/>
            </a:xfrm>
            <a:custGeom>
              <a:avLst/>
              <a:pathLst>
                <a:path w="12745" h="13514">
                  <a:moveTo>
                    <a:pt x="7225" y="515"/>
                  </a:moveTo>
                  <a:lnTo>
                    <a:pt x="7549" y="3329"/>
                  </a:lnTo>
                  <a:lnTo>
                    <a:pt x="9495" y="4186"/>
                  </a:lnTo>
                  <a:lnTo>
                    <a:pt x="11472" y="3212"/>
                  </a:lnTo>
                  <a:lnTo>
                    <a:pt x="12243" y="3505"/>
                  </a:lnTo>
                  <a:lnTo>
                    <a:pt x="12745" y="5656"/>
                  </a:lnTo>
                  <a:lnTo>
                    <a:pt x="12152" y="9067"/>
                  </a:lnTo>
                  <a:lnTo>
                    <a:pt x="12436" y="11991"/>
                  </a:lnTo>
                  <a:lnTo>
                    <a:pt x="9806" y="13514"/>
                  </a:lnTo>
                  <a:lnTo>
                    <a:pt x="2063" y="12795"/>
                  </a:lnTo>
                  <a:lnTo>
                    <a:pt x="0" y="11601"/>
                  </a:lnTo>
                  <a:lnTo>
                    <a:pt x="1730" y="5861"/>
                  </a:lnTo>
                  <a:lnTo>
                    <a:pt x="3374" y="3497"/>
                  </a:lnTo>
                  <a:lnTo>
                    <a:pt x="3950" y="4212"/>
                  </a:lnTo>
                  <a:lnTo>
                    <a:pt x="5521" y="1692"/>
                  </a:lnTo>
                  <a:lnTo>
                    <a:pt x="509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h1839"/>
            <p:cNvSpPr/>
            <p:nvPr/>
          </p:nvSpPr>
          <p:spPr>
            <a:xfrm>
              <a:off x="2593552" y="2983557"/>
              <a:ext cx="6332" cy="6709"/>
            </a:xfrm>
            <a:custGeom>
              <a:avLst/>
              <a:pathLst>
                <a:path w="6332" h="6709">
                  <a:moveTo>
                    <a:pt x="3805" y="686"/>
                  </a:moveTo>
                  <a:lnTo>
                    <a:pt x="5674" y="2700"/>
                  </a:lnTo>
                  <a:lnTo>
                    <a:pt x="6332" y="3534"/>
                  </a:lnTo>
                  <a:lnTo>
                    <a:pt x="5812" y="6709"/>
                  </a:lnTo>
                  <a:lnTo>
                    <a:pt x="0" y="5686"/>
                  </a:lnTo>
                  <a:lnTo>
                    <a:pt x="770" y="5242"/>
                  </a:lnTo>
                  <a:lnTo>
                    <a:pt x="315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h1840"/>
            <p:cNvSpPr/>
            <p:nvPr/>
          </p:nvSpPr>
          <p:spPr>
            <a:xfrm>
              <a:off x="2639414" y="2785934"/>
              <a:ext cx="25645" cy="31104"/>
            </a:xfrm>
            <a:custGeom>
              <a:avLst/>
              <a:pathLst>
                <a:path w="25645" h="31104">
                  <a:moveTo>
                    <a:pt x="8931" y="367"/>
                  </a:moveTo>
                  <a:lnTo>
                    <a:pt x="7747" y="2731"/>
                  </a:lnTo>
                  <a:lnTo>
                    <a:pt x="9949" y="3730"/>
                  </a:lnTo>
                  <a:lnTo>
                    <a:pt x="15892" y="1612"/>
                  </a:lnTo>
                  <a:lnTo>
                    <a:pt x="18909" y="2658"/>
                  </a:lnTo>
                  <a:lnTo>
                    <a:pt x="20235" y="4197"/>
                  </a:lnTo>
                  <a:lnTo>
                    <a:pt x="23167" y="4325"/>
                  </a:lnTo>
                  <a:lnTo>
                    <a:pt x="21782" y="11075"/>
                  </a:lnTo>
                  <a:lnTo>
                    <a:pt x="19249" y="13445"/>
                  </a:lnTo>
                  <a:lnTo>
                    <a:pt x="19956" y="21412"/>
                  </a:lnTo>
                  <a:lnTo>
                    <a:pt x="24658" y="24533"/>
                  </a:lnTo>
                  <a:lnTo>
                    <a:pt x="23682" y="26658"/>
                  </a:lnTo>
                  <a:lnTo>
                    <a:pt x="25645" y="28430"/>
                  </a:lnTo>
                  <a:lnTo>
                    <a:pt x="25262" y="31104"/>
                  </a:lnTo>
                  <a:lnTo>
                    <a:pt x="21479" y="30582"/>
                  </a:lnTo>
                  <a:lnTo>
                    <a:pt x="20576" y="27965"/>
                  </a:lnTo>
                  <a:lnTo>
                    <a:pt x="16110" y="30244"/>
                  </a:lnTo>
                  <a:lnTo>
                    <a:pt x="14709" y="27835"/>
                  </a:lnTo>
                  <a:lnTo>
                    <a:pt x="11100" y="27321"/>
                  </a:lnTo>
                  <a:lnTo>
                    <a:pt x="8608" y="27631"/>
                  </a:lnTo>
                  <a:lnTo>
                    <a:pt x="6802" y="28790"/>
                  </a:lnTo>
                  <a:lnTo>
                    <a:pt x="3886" y="20159"/>
                  </a:lnTo>
                  <a:lnTo>
                    <a:pt x="1170" y="20173"/>
                  </a:lnTo>
                  <a:lnTo>
                    <a:pt x="0" y="14904"/>
                  </a:lnTo>
                  <a:lnTo>
                    <a:pt x="2816" y="5154"/>
                  </a:lnTo>
                  <a:lnTo>
                    <a:pt x="4445" y="761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h1841"/>
            <p:cNvSpPr/>
            <p:nvPr/>
          </p:nvSpPr>
          <p:spPr>
            <a:xfrm>
              <a:off x="2590425" y="3006879"/>
              <a:ext cx="7034" cy="8152"/>
            </a:xfrm>
            <a:custGeom>
              <a:avLst/>
              <a:pathLst>
                <a:path w="7034" h="8152">
                  <a:moveTo>
                    <a:pt x="4174" y="0"/>
                  </a:moveTo>
                  <a:lnTo>
                    <a:pt x="5891" y="444"/>
                  </a:lnTo>
                  <a:lnTo>
                    <a:pt x="7034" y="1657"/>
                  </a:lnTo>
                  <a:lnTo>
                    <a:pt x="4461" y="2444"/>
                  </a:lnTo>
                  <a:lnTo>
                    <a:pt x="4190" y="6129"/>
                  </a:lnTo>
                  <a:lnTo>
                    <a:pt x="4894" y="8152"/>
                  </a:lnTo>
                  <a:lnTo>
                    <a:pt x="3023" y="7349"/>
                  </a:lnTo>
                  <a:lnTo>
                    <a:pt x="2033" y="5410"/>
                  </a:lnTo>
                  <a:lnTo>
                    <a:pt x="254" y="5409"/>
                  </a:lnTo>
                  <a:lnTo>
                    <a:pt x="0" y="7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h1842"/>
            <p:cNvSpPr/>
            <p:nvPr/>
          </p:nvSpPr>
          <p:spPr>
            <a:xfrm>
              <a:off x="2699711" y="3015137"/>
              <a:ext cx="16769" cy="10430"/>
            </a:xfrm>
            <a:custGeom>
              <a:avLst/>
              <a:pathLst>
                <a:path w="16769" h="10430">
                  <a:moveTo>
                    <a:pt x="6709" y="9"/>
                  </a:moveTo>
                  <a:lnTo>
                    <a:pt x="9806" y="0"/>
                  </a:lnTo>
                  <a:lnTo>
                    <a:pt x="16769" y="4456"/>
                  </a:lnTo>
                  <a:lnTo>
                    <a:pt x="15859" y="6338"/>
                  </a:lnTo>
                  <a:lnTo>
                    <a:pt x="14115" y="7573"/>
                  </a:lnTo>
                  <a:lnTo>
                    <a:pt x="13849" y="10216"/>
                  </a:lnTo>
                  <a:lnTo>
                    <a:pt x="13790" y="10388"/>
                  </a:lnTo>
                  <a:lnTo>
                    <a:pt x="7669" y="10430"/>
                  </a:lnTo>
                  <a:lnTo>
                    <a:pt x="8190" y="9372"/>
                  </a:lnTo>
                  <a:lnTo>
                    <a:pt x="5910" y="5220"/>
                  </a:lnTo>
                  <a:lnTo>
                    <a:pt x="389" y="4644"/>
                  </a:lnTo>
                  <a:lnTo>
                    <a:pt x="0" y="2517"/>
                  </a:lnTo>
                  <a:lnTo>
                    <a:pt x="1142" y="667"/>
                  </a:lnTo>
                  <a:lnTo>
                    <a:pt x="1985" y="1019"/>
                  </a:lnTo>
                  <a:lnTo>
                    <a:pt x="2339" y="2623"/>
                  </a:lnTo>
                  <a:lnTo>
                    <a:pt x="4221" y="324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h1843"/>
            <p:cNvSpPr/>
            <p:nvPr/>
          </p:nvSpPr>
          <p:spPr>
            <a:xfrm>
              <a:off x="2734522" y="3061811"/>
              <a:ext cx="34042" cy="26162"/>
            </a:xfrm>
            <a:custGeom>
              <a:avLst/>
              <a:pathLst>
                <a:path w="34042" h="26162">
                  <a:moveTo>
                    <a:pt x="31452" y="1344"/>
                  </a:moveTo>
                  <a:lnTo>
                    <a:pt x="32989" y="1073"/>
                  </a:lnTo>
                  <a:lnTo>
                    <a:pt x="34042" y="8551"/>
                  </a:lnTo>
                  <a:lnTo>
                    <a:pt x="31851" y="10131"/>
                  </a:lnTo>
                  <a:lnTo>
                    <a:pt x="30682" y="13292"/>
                  </a:lnTo>
                  <a:lnTo>
                    <a:pt x="26433" y="16075"/>
                  </a:lnTo>
                  <a:lnTo>
                    <a:pt x="24912" y="19810"/>
                  </a:lnTo>
                  <a:lnTo>
                    <a:pt x="22447" y="21908"/>
                  </a:lnTo>
                  <a:lnTo>
                    <a:pt x="20013" y="20845"/>
                  </a:lnTo>
                  <a:lnTo>
                    <a:pt x="17650" y="24633"/>
                  </a:lnTo>
                  <a:lnTo>
                    <a:pt x="15831" y="26162"/>
                  </a:lnTo>
                  <a:lnTo>
                    <a:pt x="12379" y="25570"/>
                  </a:lnTo>
                  <a:lnTo>
                    <a:pt x="10493" y="22984"/>
                  </a:lnTo>
                  <a:lnTo>
                    <a:pt x="11672" y="20100"/>
                  </a:lnTo>
                  <a:lnTo>
                    <a:pt x="10694" y="17872"/>
                  </a:lnTo>
                  <a:lnTo>
                    <a:pt x="3299" y="20895"/>
                  </a:lnTo>
                  <a:lnTo>
                    <a:pt x="1139" y="20036"/>
                  </a:lnTo>
                  <a:lnTo>
                    <a:pt x="0" y="17963"/>
                  </a:lnTo>
                  <a:lnTo>
                    <a:pt x="2364" y="15469"/>
                  </a:lnTo>
                  <a:lnTo>
                    <a:pt x="10588" y="17111"/>
                  </a:lnTo>
                  <a:lnTo>
                    <a:pt x="11789" y="14896"/>
                  </a:lnTo>
                  <a:lnTo>
                    <a:pt x="11873" y="13125"/>
                  </a:lnTo>
                  <a:lnTo>
                    <a:pt x="16669" y="10685"/>
                  </a:lnTo>
                  <a:lnTo>
                    <a:pt x="18836" y="11992"/>
                  </a:lnTo>
                  <a:lnTo>
                    <a:pt x="21436" y="9783"/>
                  </a:lnTo>
                  <a:lnTo>
                    <a:pt x="25868" y="3513"/>
                  </a:lnTo>
                  <a:lnTo>
                    <a:pt x="2826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h1844"/>
            <p:cNvSpPr/>
            <p:nvPr/>
          </p:nvSpPr>
          <p:spPr>
            <a:xfrm>
              <a:off x="2673817" y="2889628"/>
              <a:ext cx="13035" cy="28654"/>
            </a:xfrm>
            <a:custGeom>
              <a:avLst/>
              <a:pathLst>
                <a:path w="13035" h="28654">
                  <a:moveTo>
                    <a:pt x="12611" y="0"/>
                  </a:moveTo>
                  <a:lnTo>
                    <a:pt x="13035" y="11588"/>
                  </a:lnTo>
                  <a:lnTo>
                    <a:pt x="11383" y="15066"/>
                  </a:lnTo>
                  <a:lnTo>
                    <a:pt x="9348" y="17435"/>
                  </a:lnTo>
                  <a:lnTo>
                    <a:pt x="9249" y="20601"/>
                  </a:lnTo>
                  <a:lnTo>
                    <a:pt x="8443" y="20607"/>
                  </a:lnTo>
                  <a:lnTo>
                    <a:pt x="6841" y="22365"/>
                  </a:lnTo>
                  <a:lnTo>
                    <a:pt x="6745" y="28303"/>
                  </a:lnTo>
                  <a:lnTo>
                    <a:pt x="6110" y="28654"/>
                  </a:lnTo>
                  <a:lnTo>
                    <a:pt x="2829" y="22881"/>
                  </a:lnTo>
                  <a:lnTo>
                    <a:pt x="0" y="20094"/>
                  </a:lnTo>
                  <a:lnTo>
                    <a:pt x="16" y="18912"/>
                  </a:lnTo>
                  <a:lnTo>
                    <a:pt x="2094" y="16931"/>
                  </a:lnTo>
                  <a:lnTo>
                    <a:pt x="3029" y="12354"/>
                  </a:lnTo>
                  <a:lnTo>
                    <a:pt x="2461" y="10046"/>
                  </a:lnTo>
                  <a:lnTo>
                    <a:pt x="2832" y="5384"/>
                  </a:lnTo>
                  <a:lnTo>
                    <a:pt x="4012" y="4279"/>
                  </a:lnTo>
                  <a:lnTo>
                    <a:pt x="7991" y="12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h1845"/>
            <p:cNvSpPr/>
            <p:nvPr/>
          </p:nvSpPr>
          <p:spPr>
            <a:xfrm>
              <a:off x="2718937" y="3078119"/>
              <a:ext cx="14425" cy="9247"/>
            </a:xfrm>
            <a:custGeom>
              <a:avLst/>
              <a:pathLst>
                <a:path w="14425" h="9247">
                  <a:moveTo>
                    <a:pt x="13471" y="2862"/>
                  </a:moveTo>
                  <a:lnTo>
                    <a:pt x="14425" y="3239"/>
                  </a:lnTo>
                  <a:lnTo>
                    <a:pt x="13765" y="5917"/>
                  </a:lnTo>
                  <a:lnTo>
                    <a:pt x="11130" y="9124"/>
                  </a:lnTo>
                  <a:lnTo>
                    <a:pt x="10214" y="9247"/>
                  </a:lnTo>
                  <a:lnTo>
                    <a:pt x="6506" y="7947"/>
                  </a:lnTo>
                  <a:lnTo>
                    <a:pt x="5116" y="6176"/>
                  </a:lnTo>
                  <a:lnTo>
                    <a:pt x="960" y="8297"/>
                  </a:lnTo>
                  <a:lnTo>
                    <a:pt x="0" y="6822"/>
                  </a:lnTo>
                  <a:lnTo>
                    <a:pt x="4045" y="1909"/>
                  </a:lnTo>
                  <a:lnTo>
                    <a:pt x="5607" y="2518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h1846"/>
            <p:cNvSpPr/>
            <p:nvPr/>
          </p:nvSpPr>
          <p:spPr>
            <a:xfrm>
              <a:off x="2598310" y="3092496"/>
              <a:ext cx="17869" cy="11526"/>
            </a:xfrm>
            <a:custGeom>
              <a:avLst/>
              <a:pathLst>
                <a:path w="17869" h="11526">
                  <a:moveTo>
                    <a:pt x="17869" y="0"/>
                  </a:moveTo>
                  <a:lnTo>
                    <a:pt x="12857" y="7069"/>
                  </a:lnTo>
                  <a:lnTo>
                    <a:pt x="9424" y="11526"/>
                  </a:lnTo>
                  <a:lnTo>
                    <a:pt x="7081" y="11137"/>
                  </a:lnTo>
                  <a:lnTo>
                    <a:pt x="5463" y="9529"/>
                  </a:lnTo>
                  <a:lnTo>
                    <a:pt x="3485" y="8839"/>
                  </a:lnTo>
                  <a:lnTo>
                    <a:pt x="0" y="2578"/>
                  </a:lnTo>
                  <a:lnTo>
                    <a:pt x="374" y="1882"/>
                  </a:lnTo>
                  <a:lnTo>
                    <a:pt x="5787" y="2903"/>
                  </a:lnTo>
                  <a:lnTo>
                    <a:pt x="8870" y="136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h1847"/>
            <p:cNvSpPr/>
            <p:nvPr/>
          </p:nvSpPr>
          <p:spPr>
            <a:xfrm>
              <a:off x="2717656" y="2963003"/>
              <a:ext cx="14043" cy="18834"/>
            </a:xfrm>
            <a:custGeom>
              <a:avLst/>
              <a:pathLst>
                <a:path w="14043" h="18834">
                  <a:moveTo>
                    <a:pt x="5636" y="477"/>
                  </a:moveTo>
                  <a:lnTo>
                    <a:pt x="6379" y="1176"/>
                  </a:lnTo>
                  <a:lnTo>
                    <a:pt x="8308" y="2783"/>
                  </a:lnTo>
                  <a:lnTo>
                    <a:pt x="10896" y="454"/>
                  </a:lnTo>
                  <a:lnTo>
                    <a:pt x="14043" y="1268"/>
                  </a:lnTo>
                  <a:lnTo>
                    <a:pt x="12613" y="1641"/>
                  </a:lnTo>
                  <a:lnTo>
                    <a:pt x="12561" y="8035"/>
                  </a:lnTo>
                  <a:lnTo>
                    <a:pt x="10334" y="14195"/>
                  </a:lnTo>
                  <a:lnTo>
                    <a:pt x="6829" y="16756"/>
                  </a:lnTo>
                  <a:lnTo>
                    <a:pt x="5668" y="17908"/>
                  </a:lnTo>
                  <a:lnTo>
                    <a:pt x="3024" y="18834"/>
                  </a:lnTo>
                  <a:lnTo>
                    <a:pt x="0" y="17901"/>
                  </a:lnTo>
                  <a:lnTo>
                    <a:pt x="1129" y="17668"/>
                  </a:lnTo>
                  <a:lnTo>
                    <a:pt x="241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h1848"/>
            <p:cNvSpPr/>
            <p:nvPr/>
          </p:nvSpPr>
          <p:spPr>
            <a:xfrm>
              <a:off x="2600306" y="2851873"/>
              <a:ext cx="11350" cy="9622"/>
            </a:xfrm>
            <a:custGeom>
              <a:avLst/>
              <a:pathLst>
                <a:path w="11350" h="9622">
                  <a:moveTo>
                    <a:pt x="5931" y="0"/>
                  </a:moveTo>
                  <a:lnTo>
                    <a:pt x="10472" y="47"/>
                  </a:lnTo>
                  <a:lnTo>
                    <a:pt x="11350" y="1916"/>
                  </a:lnTo>
                  <a:lnTo>
                    <a:pt x="11216" y="2489"/>
                  </a:lnTo>
                  <a:lnTo>
                    <a:pt x="9659" y="2171"/>
                  </a:lnTo>
                  <a:lnTo>
                    <a:pt x="9635" y="3721"/>
                  </a:lnTo>
                  <a:lnTo>
                    <a:pt x="10397" y="4321"/>
                  </a:lnTo>
                  <a:lnTo>
                    <a:pt x="2921" y="9622"/>
                  </a:lnTo>
                  <a:lnTo>
                    <a:pt x="876" y="8790"/>
                  </a:lnTo>
                  <a:lnTo>
                    <a:pt x="0" y="4040"/>
                  </a:lnTo>
                  <a:lnTo>
                    <a:pt x="2978" y="128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h1849"/>
            <p:cNvSpPr/>
            <p:nvPr/>
          </p:nvSpPr>
          <p:spPr>
            <a:xfrm>
              <a:off x="2575755" y="3097735"/>
              <a:ext cx="20136" cy="21050"/>
            </a:xfrm>
            <a:custGeom>
              <a:avLst/>
              <a:pathLst>
                <a:path w="20136" h="21050">
                  <a:moveTo>
                    <a:pt x="13585" y="2482"/>
                  </a:moveTo>
                  <a:lnTo>
                    <a:pt x="13118" y="12508"/>
                  </a:lnTo>
                  <a:lnTo>
                    <a:pt x="15851" y="17129"/>
                  </a:lnTo>
                  <a:lnTo>
                    <a:pt x="17437" y="18598"/>
                  </a:lnTo>
                  <a:lnTo>
                    <a:pt x="18022" y="16987"/>
                  </a:lnTo>
                  <a:lnTo>
                    <a:pt x="19625" y="17638"/>
                  </a:lnTo>
                  <a:lnTo>
                    <a:pt x="20136" y="19018"/>
                  </a:lnTo>
                  <a:lnTo>
                    <a:pt x="17535" y="20447"/>
                  </a:lnTo>
                  <a:lnTo>
                    <a:pt x="13786" y="20486"/>
                  </a:lnTo>
                  <a:lnTo>
                    <a:pt x="10812" y="17377"/>
                  </a:lnTo>
                  <a:lnTo>
                    <a:pt x="9156" y="18191"/>
                  </a:lnTo>
                  <a:lnTo>
                    <a:pt x="8324" y="20795"/>
                  </a:lnTo>
                  <a:lnTo>
                    <a:pt x="7787" y="21050"/>
                  </a:lnTo>
                  <a:lnTo>
                    <a:pt x="7207" y="19982"/>
                  </a:lnTo>
                  <a:lnTo>
                    <a:pt x="7989" y="17223"/>
                  </a:lnTo>
                  <a:lnTo>
                    <a:pt x="5717" y="13528"/>
                  </a:lnTo>
                  <a:lnTo>
                    <a:pt x="2218" y="12527"/>
                  </a:lnTo>
                  <a:lnTo>
                    <a:pt x="0" y="10232"/>
                  </a:lnTo>
                  <a:lnTo>
                    <a:pt x="7543" y="5482"/>
                  </a:lnTo>
                  <a:lnTo>
                    <a:pt x="111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h1850"/>
            <p:cNvSpPr/>
            <p:nvPr/>
          </p:nvSpPr>
          <p:spPr>
            <a:xfrm>
              <a:off x="2663310" y="2863408"/>
              <a:ext cx="11779" cy="15240"/>
            </a:xfrm>
            <a:custGeom>
              <a:avLst/>
              <a:pathLst>
                <a:path w="11779" h="15240">
                  <a:moveTo>
                    <a:pt x="11693" y="921"/>
                  </a:moveTo>
                  <a:lnTo>
                    <a:pt x="11779" y="1189"/>
                  </a:lnTo>
                  <a:lnTo>
                    <a:pt x="11428" y="4544"/>
                  </a:lnTo>
                  <a:lnTo>
                    <a:pt x="8226" y="10683"/>
                  </a:lnTo>
                  <a:lnTo>
                    <a:pt x="3944" y="15240"/>
                  </a:lnTo>
                  <a:lnTo>
                    <a:pt x="1734" y="14331"/>
                  </a:lnTo>
                  <a:lnTo>
                    <a:pt x="0" y="12115"/>
                  </a:lnTo>
                  <a:lnTo>
                    <a:pt x="3333" y="7009"/>
                  </a:lnTo>
                  <a:lnTo>
                    <a:pt x="5717" y="5902"/>
                  </a:lnTo>
                  <a:lnTo>
                    <a:pt x="7583" y="1733"/>
                  </a:lnTo>
                  <a:lnTo>
                    <a:pt x="1015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h1851"/>
            <p:cNvSpPr/>
            <p:nvPr/>
          </p:nvSpPr>
          <p:spPr>
            <a:xfrm>
              <a:off x="2594616" y="3005420"/>
              <a:ext cx="10874" cy="18492"/>
            </a:xfrm>
            <a:custGeom>
              <a:avLst/>
              <a:pathLst>
                <a:path w="10874" h="18492">
                  <a:moveTo>
                    <a:pt x="9883" y="3723"/>
                  </a:moveTo>
                  <a:lnTo>
                    <a:pt x="10500" y="4275"/>
                  </a:lnTo>
                  <a:lnTo>
                    <a:pt x="10874" y="12360"/>
                  </a:lnTo>
                  <a:lnTo>
                    <a:pt x="9760" y="17750"/>
                  </a:lnTo>
                  <a:lnTo>
                    <a:pt x="4827" y="18492"/>
                  </a:lnTo>
                  <a:lnTo>
                    <a:pt x="4880" y="15367"/>
                  </a:lnTo>
                  <a:lnTo>
                    <a:pt x="703" y="9610"/>
                  </a:lnTo>
                  <a:lnTo>
                    <a:pt x="0" y="7588"/>
                  </a:lnTo>
                  <a:lnTo>
                    <a:pt x="270" y="3903"/>
                  </a:lnTo>
                  <a:lnTo>
                    <a:pt x="2843" y="3116"/>
                  </a:lnTo>
                  <a:lnTo>
                    <a:pt x="1701" y="1903"/>
                  </a:lnTo>
                  <a:lnTo>
                    <a:pt x="514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h1852"/>
            <p:cNvSpPr/>
            <p:nvPr/>
          </p:nvSpPr>
          <p:spPr>
            <a:xfrm>
              <a:off x="2647175" y="3121829"/>
              <a:ext cx="14123" cy="13294"/>
            </a:xfrm>
            <a:custGeom>
              <a:avLst/>
              <a:pathLst>
                <a:path w="14123" h="13294">
                  <a:moveTo>
                    <a:pt x="10472" y="0"/>
                  </a:moveTo>
                  <a:lnTo>
                    <a:pt x="12511" y="5463"/>
                  </a:lnTo>
                  <a:lnTo>
                    <a:pt x="14123" y="8703"/>
                  </a:lnTo>
                  <a:lnTo>
                    <a:pt x="13510" y="12352"/>
                  </a:lnTo>
                  <a:lnTo>
                    <a:pt x="12039" y="13136"/>
                  </a:lnTo>
                  <a:lnTo>
                    <a:pt x="6666" y="12171"/>
                  </a:lnTo>
                  <a:lnTo>
                    <a:pt x="3956" y="13294"/>
                  </a:lnTo>
                  <a:lnTo>
                    <a:pt x="105" y="11477"/>
                  </a:lnTo>
                  <a:lnTo>
                    <a:pt x="142" y="7210"/>
                  </a:lnTo>
                  <a:lnTo>
                    <a:pt x="642" y="6402"/>
                  </a:lnTo>
                  <a:lnTo>
                    <a:pt x="0" y="2559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h1853"/>
            <p:cNvSpPr/>
            <p:nvPr/>
          </p:nvSpPr>
          <p:spPr>
            <a:xfrm>
              <a:off x="2669550" y="2895012"/>
              <a:ext cx="7296" cy="14710"/>
            </a:xfrm>
            <a:custGeom>
              <a:avLst/>
              <a:pathLst>
                <a:path w="7296" h="14710">
                  <a:moveTo>
                    <a:pt x="6728" y="4662"/>
                  </a:moveTo>
                  <a:lnTo>
                    <a:pt x="7296" y="6969"/>
                  </a:lnTo>
                  <a:lnTo>
                    <a:pt x="6361" y="11546"/>
                  </a:lnTo>
                  <a:lnTo>
                    <a:pt x="4283" y="13527"/>
                  </a:lnTo>
                  <a:lnTo>
                    <a:pt x="4267" y="14710"/>
                  </a:lnTo>
                  <a:lnTo>
                    <a:pt x="0" y="12996"/>
                  </a:lnTo>
                  <a:lnTo>
                    <a:pt x="707" y="12323"/>
                  </a:lnTo>
                  <a:lnTo>
                    <a:pt x="844" y="6513"/>
                  </a:lnTo>
                  <a:lnTo>
                    <a:pt x="3999" y="1491"/>
                  </a:lnTo>
                  <a:lnTo>
                    <a:pt x="709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h1854"/>
            <p:cNvSpPr/>
            <p:nvPr/>
          </p:nvSpPr>
          <p:spPr>
            <a:xfrm>
              <a:off x="2556493" y="3052480"/>
              <a:ext cx="22180" cy="26330"/>
            </a:xfrm>
            <a:custGeom>
              <a:avLst/>
              <a:pathLst>
                <a:path w="22180" h="26330">
                  <a:moveTo>
                    <a:pt x="6684" y="0"/>
                  </a:moveTo>
                  <a:lnTo>
                    <a:pt x="11804" y="2557"/>
                  </a:lnTo>
                  <a:lnTo>
                    <a:pt x="17712" y="5244"/>
                  </a:lnTo>
                  <a:lnTo>
                    <a:pt x="17820" y="6721"/>
                  </a:lnTo>
                  <a:lnTo>
                    <a:pt x="17628" y="10245"/>
                  </a:lnTo>
                  <a:lnTo>
                    <a:pt x="19125" y="10973"/>
                  </a:lnTo>
                  <a:lnTo>
                    <a:pt x="20276" y="12681"/>
                  </a:lnTo>
                  <a:lnTo>
                    <a:pt x="22180" y="19673"/>
                  </a:lnTo>
                  <a:lnTo>
                    <a:pt x="20830" y="22589"/>
                  </a:lnTo>
                  <a:lnTo>
                    <a:pt x="19524" y="23744"/>
                  </a:lnTo>
                  <a:lnTo>
                    <a:pt x="17523" y="23598"/>
                  </a:lnTo>
                  <a:lnTo>
                    <a:pt x="14334" y="23891"/>
                  </a:lnTo>
                  <a:lnTo>
                    <a:pt x="10940" y="26330"/>
                  </a:lnTo>
                  <a:lnTo>
                    <a:pt x="9715" y="23692"/>
                  </a:lnTo>
                  <a:lnTo>
                    <a:pt x="5856" y="21665"/>
                  </a:lnTo>
                  <a:lnTo>
                    <a:pt x="6650" y="18991"/>
                  </a:lnTo>
                  <a:lnTo>
                    <a:pt x="1373" y="21079"/>
                  </a:lnTo>
                  <a:lnTo>
                    <a:pt x="1088" y="18123"/>
                  </a:lnTo>
                  <a:lnTo>
                    <a:pt x="2115" y="15113"/>
                  </a:lnTo>
                  <a:lnTo>
                    <a:pt x="1565" y="9900"/>
                  </a:lnTo>
                  <a:lnTo>
                    <a:pt x="0" y="6394"/>
                  </a:lnTo>
                  <a:lnTo>
                    <a:pt x="324" y="4367"/>
                  </a:lnTo>
                  <a:lnTo>
                    <a:pt x="1373" y="3946"/>
                  </a:lnTo>
                  <a:lnTo>
                    <a:pt x="1028" y="1588"/>
                  </a:lnTo>
                  <a:lnTo>
                    <a:pt x="1643" y="100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h1855"/>
            <p:cNvSpPr/>
            <p:nvPr/>
          </p:nvSpPr>
          <p:spPr>
            <a:xfrm>
              <a:off x="2732612" y="2967763"/>
              <a:ext cx="17583" cy="18519"/>
            </a:xfrm>
            <a:custGeom>
              <a:avLst/>
              <a:pathLst>
                <a:path w="17583" h="18519">
                  <a:moveTo>
                    <a:pt x="17583" y="660"/>
                  </a:moveTo>
                  <a:lnTo>
                    <a:pt x="15592" y="3617"/>
                  </a:lnTo>
                  <a:lnTo>
                    <a:pt x="16009" y="5901"/>
                  </a:lnTo>
                  <a:lnTo>
                    <a:pt x="12881" y="8218"/>
                  </a:lnTo>
                  <a:lnTo>
                    <a:pt x="10439" y="9639"/>
                  </a:lnTo>
                  <a:lnTo>
                    <a:pt x="9957" y="10746"/>
                  </a:lnTo>
                  <a:lnTo>
                    <a:pt x="11723" y="13457"/>
                  </a:lnTo>
                  <a:lnTo>
                    <a:pt x="12659" y="17806"/>
                  </a:lnTo>
                  <a:lnTo>
                    <a:pt x="12258" y="18226"/>
                  </a:lnTo>
                  <a:lnTo>
                    <a:pt x="10596" y="18519"/>
                  </a:lnTo>
                  <a:lnTo>
                    <a:pt x="7976" y="15558"/>
                  </a:lnTo>
                  <a:lnTo>
                    <a:pt x="4105" y="14517"/>
                  </a:lnTo>
                  <a:lnTo>
                    <a:pt x="133" y="15107"/>
                  </a:lnTo>
                  <a:lnTo>
                    <a:pt x="0" y="12831"/>
                  </a:lnTo>
                  <a:lnTo>
                    <a:pt x="2253" y="8846"/>
                  </a:lnTo>
                  <a:lnTo>
                    <a:pt x="4449" y="6658"/>
                  </a:lnTo>
                  <a:lnTo>
                    <a:pt x="10512" y="3535"/>
                  </a:lnTo>
                  <a:lnTo>
                    <a:pt x="15029" y="3004"/>
                  </a:lnTo>
                  <a:lnTo>
                    <a:pt x="169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h1856"/>
            <p:cNvSpPr/>
            <p:nvPr/>
          </p:nvSpPr>
          <p:spPr>
            <a:xfrm>
              <a:off x="2664460" y="2979456"/>
              <a:ext cx="10182" cy="15198"/>
            </a:xfrm>
            <a:custGeom>
              <a:avLst/>
              <a:pathLst>
                <a:path w="10182" h="15198">
                  <a:moveTo>
                    <a:pt x="3503" y="1453"/>
                  </a:moveTo>
                  <a:lnTo>
                    <a:pt x="6960" y="1953"/>
                  </a:lnTo>
                  <a:lnTo>
                    <a:pt x="9314" y="2577"/>
                  </a:lnTo>
                  <a:lnTo>
                    <a:pt x="10105" y="3738"/>
                  </a:lnTo>
                  <a:lnTo>
                    <a:pt x="7732" y="6628"/>
                  </a:lnTo>
                  <a:lnTo>
                    <a:pt x="10182" y="9485"/>
                  </a:lnTo>
                  <a:lnTo>
                    <a:pt x="10077" y="15198"/>
                  </a:lnTo>
                  <a:lnTo>
                    <a:pt x="7949" y="14683"/>
                  </a:lnTo>
                  <a:lnTo>
                    <a:pt x="7217" y="14132"/>
                  </a:lnTo>
                  <a:lnTo>
                    <a:pt x="5608" y="9980"/>
                  </a:lnTo>
                  <a:lnTo>
                    <a:pt x="6093" y="5921"/>
                  </a:lnTo>
                  <a:lnTo>
                    <a:pt x="4454" y="3190"/>
                  </a:lnTo>
                  <a:lnTo>
                    <a:pt x="1971" y="4536"/>
                  </a:lnTo>
                  <a:lnTo>
                    <a:pt x="0" y="3008"/>
                  </a:lnTo>
                  <a:lnTo>
                    <a:pt x="830" y="900"/>
                  </a:lnTo>
                  <a:lnTo>
                    <a:pt x="216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h1857"/>
            <p:cNvSpPr/>
            <p:nvPr/>
          </p:nvSpPr>
          <p:spPr>
            <a:xfrm>
              <a:off x="2622289" y="3034275"/>
              <a:ext cx="6202" cy="4834"/>
            </a:xfrm>
            <a:custGeom>
              <a:avLst/>
              <a:pathLst>
                <a:path w="6202" h="4834">
                  <a:moveTo>
                    <a:pt x="5200" y="0"/>
                  </a:moveTo>
                  <a:lnTo>
                    <a:pt x="6202" y="1349"/>
                  </a:lnTo>
                  <a:lnTo>
                    <a:pt x="3930" y="2830"/>
                  </a:lnTo>
                  <a:lnTo>
                    <a:pt x="2799" y="4834"/>
                  </a:lnTo>
                  <a:lnTo>
                    <a:pt x="0" y="4530"/>
                  </a:lnTo>
                  <a:lnTo>
                    <a:pt x="2508" y="47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h1858"/>
            <p:cNvSpPr/>
            <p:nvPr/>
          </p:nvSpPr>
          <p:spPr>
            <a:xfrm>
              <a:off x="2657805" y="2940458"/>
              <a:ext cx="29182" cy="20338"/>
            </a:xfrm>
            <a:custGeom>
              <a:avLst/>
              <a:pathLst>
                <a:path w="29182" h="20338">
                  <a:moveTo>
                    <a:pt x="7905" y="994"/>
                  </a:moveTo>
                  <a:lnTo>
                    <a:pt x="8313" y="38"/>
                  </a:lnTo>
                  <a:lnTo>
                    <a:pt x="10887" y="1953"/>
                  </a:lnTo>
                  <a:lnTo>
                    <a:pt x="11697" y="399"/>
                  </a:lnTo>
                  <a:lnTo>
                    <a:pt x="14589" y="160"/>
                  </a:lnTo>
                  <a:lnTo>
                    <a:pt x="16605" y="1603"/>
                  </a:lnTo>
                  <a:lnTo>
                    <a:pt x="18233" y="4337"/>
                  </a:lnTo>
                  <a:lnTo>
                    <a:pt x="19461" y="3325"/>
                  </a:lnTo>
                  <a:lnTo>
                    <a:pt x="22694" y="1941"/>
                  </a:lnTo>
                  <a:lnTo>
                    <a:pt x="24265" y="2606"/>
                  </a:lnTo>
                  <a:lnTo>
                    <a:pt x="26553" y="5956"/>
                  </a:lnTo>
                  <a:lnTo>
                    <a:pt x="25322" y="7187"/>
                  </a:lnTo>
                  <a:lnTo>
                    <a:pt x="26086" y="8406"/>
                  </a:lnTo>
                  <a:lnTo>
                    <a:pt x="27515" y="7435"/>
                  </a:lnTo>
                  <a:lnTo>
                    <a:pt x="29182" y="9281"/>
                  </a:lnTo>
                  <a:lnTo>
                    <a:pt x="24674" y="11891"/>
                  </a:lnTo>
                  <a:lnTo>
                    <a:pt x="20893" y="16199"/>
                  </a:lnTo>
                  <a:lnTo>
                    <a:pt x="20308" y="16354"/>
                  </a:lnTo>
                  <a:lnTo>
                    <a:pt x="16847" y="12656"/>
                  </a:lnTo>
                  <a:lnTo>
                    <a:pt x="16006" y="12801"/>
                  </a:lnTo>
                  <a:lnTo>
                    <a:pt x="15365" y="20338"/>
                  </a:lnTo>
                  <a:lnTo>
                    <a:pt x="14145" y="19939"/>
                  </a:lnTo>
                  <a:lnTo>
                    <a:pt x="13350" y="17635"/>
                  </a:lnTo>
                  <a:lnTo>
                    <a:pt x="11418" y="16821"/>
                  </a:lnTo>
                  <a:lnTo>
                    <a:pt x="10773" y="17157"/>
                  </a:lnTo>
                  <a:lnTo>
                    <a:pt x="4801" y="9639"/>
                  </a:lnTo>
                  <a:lnTo>
                    <a:pt x="0" y="8005"/>
                  </a:lnTo>
                  <a:lnTo>
                    <a:pt x="171" y="4909"/>
                  </a:lnTo>
                  <a:lnTo>
                    <a:pt x="1343" y="640"/>
                  </a:lnTo>
                  <a:lnTo>
                    <a:pt x="384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h1859"/>
            <p:cNvSpPr/>
            <p:nvPr/>
          </p:nvSpPr>
          <p:spPr>
            <a:xfrm>
              <a:off x="2705857" y="2956785"/>
              <a:ext cx="18958" cy="24120"/>
            </a:xfrm>
            <a:custGeom>
              <a:avLst/>
              <a:pathLst>
                <a:path w="18958" h="24120">
                  <a:moveTo>
                    <a:pt x="12164" y="521"/>
                  </a:moveTo>
                  <a:lnTo>
                    <a:pt x="14290" y="905"/>
                  </a:lnTo>
                  <a:lnTo>
                    <a:pt x="18648" y="3185"/>
                  </a:lnTo>
                  <a:lnTo>
                    <a:pt x="18958" y="6805"/>
                  </a:lnTo>
                  <a:lnTo>
                    <a:pt x="18178" y="7395"/>
                  </a:lnTo>
                  <a:lnTo>
                    <a:pt x="17434" y="6696"/>
                  </a:lnTo>
                  <a:lnTo>
                    <a:pt x="14218" y="6218"/>
                  </a:lnTo>
                  <a:lnTo>
                    <a:pt x="12928" y="23887"/>
                  </a:lnTo>
                  <a:lnTo>
                    <a:pt x="11798" y="24120"/>
                  </a:lnTo>
                  <a:lnTo>
                    <a:pt x="7917" y="21932"/>
                  </a:lnTo>
                  <a:lnTo>
                    <a:pt x="6818" y="23709"/>
                  </a:lnTo>
                  <a:lnTo>
                    <a:pt x="2576" y="23424"/>
                  </a:lnTo>
                  <a:lnTo>
                    <a:pt x="183" y="21443"/>
                  </a:lnTo>
                  <a:lnTo>
                    <a:pt x="2150" y="19839"/>
                  </a:lnTo>
                  <a:lnTo>
                    <a:pt x="1973" y="19065"/>
                  </a:lnTo>
                  <a:lnTo>
                    <a:pt x="0" y="18580"/>
                  </a:lnTo>
                  <a:lnTo>
                    <a:pt x="1600" y="14832"/>
                  </a:lnTo>
                  <a:lnTo>
                    <a:pt x="6995" y="16578"/>
                  </a:lnTo>
                  <a:lnTo>
                    <a:pt x="9382" y="18423"/>
                  </a:lnTo>
                  <a:lnTo>
                    <a:pt x="10606" y="17485"/>
                  </a:lnTo>
                  <a:lnTo>
                    <a:pt x="10856" y="16584"/>
                  </a:lnTo>
                  <a:lnTo>
                    <a:pt x="9476" y="14883"/>
                  </a:lnTo>
                  <a:lnTo>
                    <a:pt x="4359" y="9914"/>
                  </a:lnTo>
                  <a:lnTo>
                    <a:pt x="5996" y="6167"/>
                  </a:lnTo>
                  <a:lnTo>
                    <a:pt x="8612" y="7185"/>
                  </a:lnTo>
                  <a:lnTo>
                    <a:pt x="10614" y="6027"/>
                  </a:lnTo>
                  <a:lnTo>
                    <a:pt x="9755" y="2836"/>
                  </a:lnTo>
                  <a:lnTo>
                    <a:pt x="3311" y="1474"/>
                  </a:lnTo>
                  <a:lnTo>
                    <a:pt x="5646" y="1231"/>
                  </a:lnTo>
                  <a:lnTo>
                    <a:pt x="10554" y="2081"/>
                  </a:lnTo>
                  <a:lnTo>
                    <a:pt x="11043" y="1440"/>
                  </a:lnTo>
                  <a:lnTo>
                    <a:pt x="1044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h1860"/>
            <p:cNvSpPr/>
            <p:nvPr/>
          </p:nvSpPr>
          <p:spPr>
            <a:xfrm>
              <a:off x="2654681" y="3050678"/>
              <a:ext cx="27169" cy="18059"/>
            </a:xfrm>
            <a:custGeom>
              <a:avLst/>
              <a:pathLst>
                <a:path w="27169" h="18059">
                  <a:moveTo>
                    <a:pt x="10362" y="1123"/>
                  </a:moveTo>
                  <a:lnTo>
                    <a:pt x="16713" y="5338"/>
                  </a:lnTo>
                  <a:lnTo>
                    <a:pt x="22780" y="7060"/>
                  </a:lnTo>
                  <a:lnTo>
                    <a:pt x="23125" y="8414"/>
                  </a:lnTo>
                  <a:lnTo>
                    <a:pt x="22208" y="11176"/>
                  </a:lnTo>
                  <a:lnTo>
                    <a:pt x="23182" y="12787"/>
                  </a:lnTo>
                  <a:lnTo>
                    <a:pt x="24357" y="12680"/>
                  </a:lnTo>
                  <a:lnTo>
                    <a:pt x="24716" y="12724"/>
                  </a:lnTo>
                  <a:lnTo>
                    <a:pt x="27169" y="16483"/>
                  </a:lnTo>
                  <a:lnTo>
                    <a:pt x="24864" y="17749"/>
                  </a:lnTo>
                  <a:lnTo>
                    <a:pt x="12756" y="17049"/>
                  </a:lnTo>
                  <a:lnTo>
                    <a:pt x="11651" y="18059"/>
                  </a:lnTo>
                  <a:lnTo>
                    <a:pt x="9749" y="16330"/>
                  </a:lnTo>
                  <a:lnTo>
                    <a:pt x="10287" y="15886"/>
                  </a:lnTo>
                  <a:lnTo>
                    <a:pt x="8888" y="9926"/>
                  </a:lnTo>
                  <a:lnTo>
                    <a:pt x="4770" y="10576"/>
                  </a:lnTo>
                  <a:lnTo>
                    <a:pt x="4105" y="9484"/>
                  </a:lnTo>
                  <a:lnTo>
                    <a:pt x="867" y="10182"/>
                  </a:lnTo>
                  <a:lnTo>
                    <a:pt x="0" y="5021"/>
                  </a:lnTo>
                  <a:lnTo>
                    <a:pt x="1056" y="2363"/>
                  </a:lnTo>
                  <a:lnTo>
                    <a:pt x="1454" y="1496"/>
                  </a:lnTo>
                  <a:lnTo>
                    <a:pt x="4518" y="4038"/>
                  </a:lnTo>
                  <a:lnTo>
                    <a:pt x="727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h1861"/>
            <p:cNvSpPr/>
            <p:nvPr/>
          </p:nvSpPr>
          <p:spPr>
            <a:xfrm>
              <a:off x="2628897" y="2856870"/>
              <a:ext cx="8343" cy="5836"/>
            </a:xfrm>
            <a:custGeom>
              <a:avLst/>
              <a:pathLst>
                <a:path w="8343" h="5836">
                  <a:moveTo>
                    <a:pt x="5160" y="83"/>
                  </a:moveTo>
                  <a:lnTo>
                    <a:pt x="8343" y="2044"/>
                  </a:lnTo>
                  <a:lnTo>
                    <a:pt x="8143" y="3130"/>
                  </a:lnTo>
                  <a:lnTo>
                    <a:pt x="6914" y="4112"/>
                  </a:lnTo>
                  <a:lnTo>
                    <a:pt x="1519" y="5836"/>
                  </a:lnTo>
                  <a:lnTo>
                    <a:pt x="0" y="5444"/>
                  </a:lnTo>
                  <a:lnTo>
                    <a:pt x="1198" y="1325"/>
                  </a:lnTo>
                  <a:lnTo>
                    <a:pt x="388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h1862"/>
            <p:cNvSpPr/>
            <p:nvPr/>
          </p:nvSpPr>
          <p:spPr>
            <a:xfrm>
              <a:off x="2613477" y="2875630"/>
              <a:ext cx="36158" cy="29282"/>
            </a:xfrm>
            <a:custGeom>
              <a:avLst/>
              <a:pathLst>
                <a:path w="36158" h="29282">
                  <a:moveTo>
                    <a:pt x="10313" y="3091"/>
                  </a:moveTo>
                  <a:lnTo>
                    <a:pt x="12852" y="4333"/>
                  </a:lnTo>
                  <a:lnTo>
                    <a:pt x="14731" y="4213"/>
                  </a:lnTo>
                  <a:lnTo>
                    <a:pt x="17186" y="1253"/>
                  </a:lnTo>
                  <a:lnTo>
                    <a:pt x="17108" y="2476"/>
                  </a:lnTo>
                  <a:lnTo>
                    <a:pt x="19476" y="6783"/>
                  </a:lnTo>
                  <a:lnTo>
                    <a:pt x="27250" y="3180"/>
                  </a:lnTo>
                  <a:lnTo>
                    <a:pt x="29973" y="958"/>
                  </a:lnTo>
                  <a:lnTo>
                    <a:pt x="31677" y="6773"/>
                  </a:lnTo>
                  <a:lnTo>
                    <a:pt x="28842" y="11976"/>
                  </a:lnTo>
                  <a:lnTo>
                    <a:pt x="30828" y="14561"/>
                  </a:lnTo>
                  <a:lnTo>
                    <a:pt x="29151" y="15130"/>
                  </a:lnTo>
                  <a:lnTo>
                    <a:pt x="29329" y="18032"/>
                  </a:lnTo>
                  <a:lnTo>
                    <a:pt x="34900" y="20119"/>
                  </a:lnTo>
                  <a:lnTo>
                    <a:pt x="36158" y="22783"/>
                  </a:lnTo>
                  <a:lnTo>
                    <a:pt x="34782" y="25929"/>
                  </a:lnTo>
                  <a:lnTo>
                    <a:pt x="32240" y="28006"/>
                  </a:lnTo>
                  <a:lnTo>
                    <a:pt x="30123" y="28668"/>
                  </a:lnTo>
                  <a:lnTo>
                    <a:pt x="28881" y="29282"/>
                  </a:lnTo>
                  <a:lnTo>
                    <a:pt x="26244" y="27496"/>
                  </a:lnTo>
                  <a:lnTo>
                    <a:pt x="25198" y="27643"/>
                  </a:lnTo>
                  <a:lnTo>
                    <a:pt x="23756" y="29062"/>
                  </a:lnTo>
                  <a:lnTo>
                    <a:pt x="23561" y="28257"/>
                  </a:lnTo>
                  <a:lnTo>
                    <a:pt x="19784" y="26728"/>
                  </a:lnTo>
                  <a:lnTo>
                    <a:pt x="17317" y="23811"/>
                  </a:lnTo>
                  <a:lnTo>
                    <a:pt x="13870" y="23217"/>
                  </a:lnTo>
                  <a:lnTo>
                    <a:pt x="10537" y="16588"/>
                  </a:lnTo>
                  <a:lnTo>
                    <a:pt x="5754" y="14559"/>
                  </a:lnTo>
                  <a:lnTo>
                    <a:pt x="942" y="14561"/>
                  </a:lnTo>
                  <a:lnTo>
                    <a:pt x="0" y="7209"/>
                  </a:lnTo>
                  <a:lnTo>
                    <a:pt x="2038" y="7401"/>
                  </a:lnTo>
                  <a:lnTo>
                    <a:pt x="2929" y="9819"/>
                  </a:lnTo>
                  <a:lnTo>
                    <a:pt x="4486" y="10391"/>
                  </a:lnTo>
                  <a:lnTo>
                    <a:pt x="8405" y="6047"/>
                  </a:lnTo>
                  <a:lnTo>
                    <a:pt x="7713" y="4652"/>
                  </a:lnTo>
                  <a:lnTo>
                    <a:pt x="8288" y="1412"/>
                  </a:lnTo>
                  <a:lnTo>
                    <a:pt x="946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h1863"/>
            <p:cNvSpPr/>
            <p:nvPr/>
          </p:nvSpPr>
          <p:spPr>
            <a:xfrm>
              <a:off x="2592719" y="2989243"/>
              <a:ext cx="8454" cy="5422"/>
            </a:xfrm>
            <a:custGeom>
              <a:avLst/>
              <a:pathLst>
                <a:path w="8454" h="5422">
                  <a:moveTo>
                    <a:pt x="6644" y="1023"/>
                  </a:moveTo>
                  <a:lnTo>
                    <a:pt x="8454" y="4400"/>
                  </a:lnTo>
                  <a:lnTo>
                    <a:pt x="7542" y="5422"/>
                  </a:lnTo>
                  <a:lnTo>
                    <a:pt x="4119" y="5044"/>
                  </a:lnTo>
                  <a:lnTo>
                    <a:pt x="0" y="3155"/>
                  </a:lnTo>
                  <a:lnTo>
                    <a:pt x="83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h1864"/>
            <p:cNvSpPr/>
            <p:nvPr/>
          </p:nvSpPr>
          <p:spPr>
            <a:xfrm>
              <a:off x="2650971" y="3067008"/>
              <a:ext cx="16820" cy="19300"/>
            </a:xfrm>
            <a:custGeom>
              <a:avLst/>
              <a:pathLst>
                <a:path w="16820" h="19300">
                  <a:moveTo>
                    <a:pt x="15361" y="1729"/>
                  </a:moveTo>
                  <a:lnTo>
                    <a:pt x="16820" y="8108"/>
                  </a:lnTo>
                  <a:lnTo>
                    <a:pt x="16359" y="9424"/>
                  </a:lnTo>
                  <a:lnTo>
                    <a:pt x="12333" y="10025"/>
                  </a:lnTo>
                  <a:lnTo>
                    <a:pt x="13362" y="13259"/>
                  </a:lnTo>
                  <a:lnTo>
                    <a:pt x="12778" y="19300"/>
                  </a:lnTo>
                  <a:lnTo>
                    <a:pt x="8909" y="15098"/>
                  </a:lnTo>
                  <a:lnTo>
                    <a:pt x="7894" y="11837"/>
                  </a:lnTo>
                  <a:lnTo>
                    <a:pt x="7173" y="11562"/>
                  </a:lnTo>
                  <a:lnTo>
                    <a:pt x="3747" y="15019"/>
                  </a:lnTo>
                  <a:lnTo>
                    <a:pt x="2135" y="14494"/>
                  </a:lnTo>
                  <a:lnTo>
                    <a:pt x="260" y="10564"/>
                  </a:lnTo>
                  <a:lnTo>
                    <a:pt x="0" y="7444"/>
                  </a:lnTo>
                  <a:lnTo>
                    <a:pt x="2342" y="5582"/>
                  </a:lnTo>
                  <a:lnTo>
                    <a:pt x="3672" y="4449"/>
                  </a:lnTo>
                  <a:lnTo>
                    <a:pt x="6186" y="4424"/>
                  </a:lnTo>
                  <a:lnTo>
                    <a:pt x="10616" y="2853"/>
                  </a:lnTo>
                  <a:lnTo>
                    <a:pt x="1345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h1865"/>
            <p:cNvSpPr/>
            <p:nvPr/>
          </p:nvSpPr>
          <p:spPr>
            <a:xfrm>
              <a:off x="2729152" y="3079684"/>
              <a:ext cx="21110" cy="23932"/>
            </a:xfrm>
            <a:custGeom>
              <a:avLst/>
              <a:pathLst>
                <a:path w="21110" h="23932">
                  <a:moveTo>
                    <a:pt x="17043" y="2227"/>
                  </a:moveTo>
                  <a:lnTo>
                    <a:pt x="15863" y="5111"/>
                  </a:lnTo>
                  <a:lnTo>
                    <a:pt x="12330" y="11434"/>
                  </a:lnTo>
                  <a:lnTo>
                    <a:pt x="21006" y="17935"/>
                  </a:lnTo>
                  <a:lnTo>
                    <a:pt x="21110" y="18797"/>
                  </a:lnTo>
                  <a:lnTo>
                    <a:pt x="19641" y="20458"/>
                  </a:lnTo>
                  <a:lnTo>
                    <a:pt x="19297" y="22826"/>
                  </a:lnTo>
                  <a:lnTo>
                    <a:pt x="14012" y="23891"/>
                  </a:lnTo>
                  <a:lnTo>
                    <a:pt x="11461" y="23932"/>
                  </a:lnTo>
                  <a:lnTo>
                    <a:pt x="8249" y="21947"/>
                  </a:lnTo>
                  <a:lnTo>
                    <a:pt x="4887" y="18829"/>
                  </a:lnTo>
                  <a:lnTo>
                    <a:pt x="4838" y="18027"/>
                  </a:lnTo>
                  <a:lnTo>
                    <a:pt x="4536" y="16109"/>
                  </a:lnTo>
                  <a:lnTo>
                    <a:pt x="271" y="9685"/>
                  </a:lnTo>
                  <a:lnTo>
                    <a:pt x="0" y="7682"/>
                  </a:lnTo>
                  <a:lnTo>
                    <a:pt x="915" y="7559"/>
                  </a:lnTo>
                  <a:lnTo>
                    <a:pt x="3550" y="4352"/>
                  </a:lnTo>
                  <a:lnTo>
                    <a:pt x="4210" y="1674"/>
                  </a:lnTo>
                  <a:lnTo>
                    <a:pt x="5370" y="90"/>
                  </a:lnTo>
                  <a:lnTo>
                    <a:pt x="6509" y="2163"/>
                  </a:lnTo>
                  <a:lnTo>
                    <a:pt x="8669" y="3022"/>
                  </a:lnTo>
                  <a:lnTo>
                    <a:pt x="1606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h1866"/>
            <p:cNvSpPr/>
            <p:nvPr/>
          </p:nvSpPr>
          <p:spPr>
            <a:xfrm>
              <a:off x="2599364" y="2985524"/>
              <a:ext cx="7179" cy="9046"/>
            </a:xfrm>
            <a:custGeom>
              <a:avLst/>
              <a:pathLst>
                <a:path w="7179" h="9046">
                  <a:moveTo>
                    <a:pt x="6856" y="1514"/>
                  </a:moveTo>
                  <a:lnTo>
                    <a:pt x="5998" y="3332"/>
                  </a:lnTo>
                  <a:lnTo>
                    <a:pt x="7179" y="4181"/>
                  </a:lnTo>
                  <a:lnTo>
                    <a:pt x="7085" y="5879"/>
                  </a:lnTo>
                  <a:lnTo>
                    <a:pt x="4910" y="8545"/>
                  </a:lnTo>
                  <a:lnTo>
                    <a:pt x="3252" y="9046"/>
                  </a:lnTo>
                  <a:lnTo>
                    <a:pt x="1809" y="8119"/>
                  </a:lnTo>
                  <a:lnTo>
                    <a:pt x="0" y="4742"/>
                  </a:lnTo>
                  <a:lnTo>
                    <a:pt x="520" y="1567"/>
                  </a:lnTo>
                  <a:lnTo>
                    <a:pt x="39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h1867"/>
            <p:cNvSpPr/>
            <p:nvPr/>
          </p:nvSpPr>
          <p:spPr>
            <a:xfrm>
              <a:off x="2551748" y="3025844"/>
              <a:ext cx="7479" cy="21005"/>
            </a:xfrm>
            <a:custGeom>
              <a:avLst/>
              <a:pathLst>
                <a:path w="7479" h="21005">
                  <a:moveTo>
                    <a:pt x="5727" y="3505"/>
                  </a:moveTo>
                  <a:lnTo>
                    <a:pt x="5247" y="6829"/>
                  </a:lnTo>
                  <a:lnTo>
                    <a:pt x="2264" y="11046"/>
                  </a:lnTo>
                  <a:lnTo>
                    <a:pt x="7028" y="11841"/>
                  </a:lnTo>
                  <a:lnTo>
                    <a:pt x="7479" y="15134"/>
                  </a:lnTo>
                  <a:lnTo>
                    <a:pt x="6414" y="15582"/>
                  </a:lnTo>
                  <a:lnTo>
                    <a:pt x="3140" y="21005"/>
                  </a:lnTo>
                  <a:lnTo>
                    <a:pt x="1455" y="16526"/>
                  </a:lnTo>
                  <a:lnTo>
                    <a:pt x="3353" y="15111"/>
                  </a:lnTo>
                  <a:lnTo>
                    <a:pt x="4267" y="12682"/>
                  </a:lnTo>
                  <a:lnTo>
                    <a:pt x="2770" y="11995"/>
                  </a:lnTo>
                  <a:lnTo>
                    <a:pt x="1687" y="12983"/>
                  </a:lnTo>
                  <a:lnTo>
                    <a:pt x="0" y="12334"/>
                  </a:lnTo>
                  <a:lnTo>
                    <a:pt x="637" y="10473"/>
                  </a:lnTo>
                  <a:lnTo>
                    <a:pt x="3617" y="3775"/>
                  </a:lnTo>
                  <a:lnTo>
                    <a:pt x="634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h1868"/>
            <p:cNvSpPr/>
            <p:nvPr/>
          </p:nvSpPr>
          <p:spPr>
            <a:xfrm>
              <a:off x="2538321" y="3087978"/>
              <a:ext cx="22725" cy="28050"/>
            </a:xfrm>
            <a:custGeom>
              <a:avLst/>
              <a:pathLst>
                <a:path w="22725" h="28050">
                  <a:moveTo>
                    <a:pt x="14981" y="0"/>
                  </a:moveTo>
                  <a:lnTo>
                    <a:pt x="16989" y="1644"/>
                  </a:lnTo>
                  <a:lnTo>
                    <a:pt x="18577" y="4124"/>
                  </a:lnTo>
                  <a:lnTo>
                    <a:pt x="19177" y="8670"/>
                  </a:lnTo>
                  <a:lnTo>
                    <a:pt x="16909" y="10056"/>
                  </a:lnTo>
                  <a:lnTo>
                    <a:pt x="14506" y="13846"/>
                  </a:lnTo>
                  <a:lnTo>
                    <a:pt x="15872" y="18487"/>
                  </a:lnTo>
                  <a:lnTo>
                    <a:pt x="17419" y="20685"/>
                  </a:lnTo>
                  <a:lnTo>
                    <a:pt x="20943" y="20350"/>
                  </a:lnTo>
                  <a:lnTo>
                    <a:pt x="21750" y="20350"/>
                  </a:lnTo>
                  <a:lnTo>
                    <a:pt x="22725" y="22081"/>
                  </a:lnTo>
                  <a:lnTo>
                    <a:pt x="21568" y="24000"/>
                  </a:lnTo>
                  <a:lnTo>
                    <a:pt x="19460" y="25111"/>
                  </a:lnTo>
                  <a:lnTo>
                    <a:pt x="19093" y="24567"/>
                  </a:lnTo>
                  <a:lnTo>
                    <a:pt x="13051" y="25349"/>
                  </a:lnTo>
                  <a:lnTo>
                    <a:pt x="9080" y="24313"/>
                  </a:lnTo>
                  <a:lnTo>
                    <a:pt x="6236" y="25370"/>
                  </a:lnTo>
                  <a:lnTo>
                    <a:pt x="3001" y="28050"/>
                  </a:lnTo>
                  <a:lnTo>
                    <a:pt x="3021" y="23698"/>
                  </a:lnTo>
                  <a:lnTo>
                    <a:pt x="0" y="19199"/>
                  </a:lnTo>
                  <a:lnTo>
                    <a:pt x="1345" y="16584"/>
                  </a:lnTo>
                  <a:lnTo>
                    <a:pt x="3764" y="14979"/>
                  </a:lnTo>
                  <a:lnTo>
                    <a:pt x="4104" y="7968"/>
                  </a:lnTo>
                  <a:lnTo>
                    <a:pt x="8636" y="8187"/>
                  </a:lnTo>
                  <a:lnTo>
                    <a:pt x="12489" y="7160"/>
                  </a:lnTo>
                  <a:lnTo>
                    <a:pt x="13002" y="7783"/>
                  </a:lnTo>
                  <a:lnTo>
                    <a:pt x="14905" y="7478"/>
                  </a:lnTo>
                  <a:lnTo>
                    <a:pt x="16260" y="5074"/>
                  </a:lnTo>
                  <a:lnTo>
                    <a:pt x="13301" y="4133"/>
                  </a:lnTo>
                  <a:lnTo>
                    <a:pt x="13607" y="20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h1869"/>
            <p:cNvSpPr/>
            <p:nvPr/>
          </p:nvSpPr>
          <p:spPr>
            <a:xfrm>
              <a:off x="2610010" y="3048975"/>
              <a:ext cx="18390" cy="15439"/>
            </a:xfrm>
            <a:custGeom>
              <a:avLst/>
              <a:pathLst>
                <a:path w="18390" h="15439">
                  <a:moveTo>
                    <a:pt x="11416" y="3019"/>
                  </a:moveTo>
                  <a:lnTo>
                    <a:pt x="17901" y="6040"/>
                  </a:lnTo>
                  <a:lnTo>
                    <a:pt x="18390" y="6535"/>
                  </a:lnTo>
                  <a:lnTo>
                    <a:pt x="18157" y="8401"/>
                  </a:lnTo>
                  <a:lnTo>
                    <a:pt x="14851" y="11654"/>
                  </a:lnTo>
                  <a:lnTo>
                    <a:pt x="9315" y="13991"/>
                  </a:lnTo>
                  <a:lnTo>
                    <a:pt x="8266" y="12357"/>
                  </a:lnTo>
                  <a:lnTo>
                    <a:pt x="5629" y="11654"/>
                  </a:lnTo>
                  <a:lnTo>
                    <a:pt x="4072" y="12224"/>
                  </a:lnTo>
                  <a:lnTo>
                    <a:pt x="4291" y="14161"/>
                  </a:lnTo>
                  <a:lnTo>
                    <a:pt x="3055" y="15439"/>
                  </a:lnTo>
                  <a:lnTo>
                    <a:pt x="0" y="14621"/>
                  </a:lnTo>
                  <a:lnTo>
                    <a:pt x="3767" y="9455"/>
                  </a:lnTo>
                  <a:lnTo>
                    <a:pt x="5408" y="5697"/>
                  </a:lnTo>
                  <a:lnTo>
                    <a:pt x="3164" y="3626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h1870"/>
            <p:cNvSpPr/>
            <p:nvPr/>
          </p:nvSpPr>
          <p:spPr>
            <a:xfrm>
              <a:off x="2661496" y="2875524"/>
              <a:ext cx="3548" cy="6754"/>
            </a:xfrm>
            <a:custGeom>
              <a:avLst/>
              <a:pathLst>
                <a:path w="3548" h="6754">
                  <a:moveTo>
                    <a:pt x="1814" y="0"/>
                  </a:moveTo>
                  <a:lnTo>
                    <a:pt x="3548" y="2215"/>
                  </a:lnTo>
                  <a:lnTo>
                    <a:pt x="1518" y="6754"/>
                  </a:lnTo>
                  <a:lnTo>
                    <a:pt x="0" y="2899"/>
                  </a:lnTo>
                  <a:lnTo>
                    <a:pt x="259" y="176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h1871"/>
            <p:cNvSpPr/>
            <p:nvPr/>
          </p:nvSpPr>
          <p:spPr>
            <a:xfrm>
              <a:off x="2674710" y="2873461"/>
              <a:ext cx="4679" cy="5477"/>
            </a:xfrm>
            <a:custGeom>
              <a:avLst/>
              <a:pathLst>
                <a:path w="4679" h="5477">
                  <a:moveTo>
                    <a:pt x="3526" y="0"/>
                  </a:moveTo>
                  <a:lnTo>
                    <a:pt x="4679" y="2056"/>
                  </a:lnTo>
                  <a:lnTo>
                    <a:pt x="3910" y="5477"/>
                  </a:lnTo>
                  <a:lnTo>
                    <a:pt x="2504" y="4806"/>
                  </a:lnTo>
                  <a:lnTo>
                    <a:pt x="0" y="253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h1872"/>
            <p:cNvSpPr/>
            <p:nvPr/>
          </p:nvSpPr>
          <p:spPr>
            <a:xfrm>
              <a:off x="2658500" y="2878423"/>
              <a:ext cx="5464" cy="6285"/>
            </a:xfrm>
            <a:custGeom>
              <a:avLst/>
              <a:pathLst>
                <a:path w="5464" h="6285">
                  <a:moveTo>
                    <a:pt x="2996" y="0"/>
                  </a:moveTo>
                  <a:lnTo>
                    <a:pt x="4514" y="3855"/>
                  </a:lnTo>
                  <a:lnTo>
                    <a:pt x="5464" y="5086"/>
                  </a:lnTo>
                  <a:lnTo>
                    <a:pt x="4079" y="5591"/>
                  </a:lnTo>
                  <a:lnTo>
                    <a:pt x="711" y="6285"/>
                  </a:lnTo>
                  <a:lnTo>
                    <a:pt x="0" y="4774"/>
                  </a:lnTo>
                  <a:lnTo>
                    <a:pt x="652" y="248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h1873"/>
            <p:cNvSpPr/>
            <p:nvPr/>
          </p:nvSpPr>
          <p:spPr>
            <a:xfrm>
              <a:off x="2645303" y="3023395"/>
              <a:ext cx="4314" cy="9901"/>
            </a:xfrm>
            <a:custGeom>
              <a:avLst/>
              <a:pathLst>
                <a:path w="4314" h="9901">
                  <a:moveTo>
                    <a:pt x="3615" y="1056"/>
                  </a:moveTo>
                  <a:lnTo>
                    <a:pt x="4314" y="5266"/>
                  </a:lnTo>
                  <a:lnTo>
                    <a:pt x="4069" y="8390"/>
                  </a:lnTo>
                  <a:lnTo>
                    <a:pt x="2510" y="9901"/>
                  </a:lnTo>
                  <a:lnTo>
                    <a:pt x="1395" y="9845"/>
                  </a:lnTo>
                  <a:lnTo>
                    <a:pt x="0" y="4132"/>
                  </a:lnTo>
                  <a:lnTo>
                    <a:pt x="281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h1874"/>
            <p:cNvSpPr/>
            <p:nvPr/>
          </p:nvSpPr>
          <p:spPr>
            <a:xfrm>
              <a:off x="2663014" y="2874091"/>
              <a:ext cx="10859" cy="10090"/>
            </a:xfrm>
            <a:custGeom>
              <a:avLst/>
              <a:pathLst>
                <a:path w="10859" h="10090">
                  <a:moveTo>
                    <a:pt x="10859" y="1808"/>
                  </a:moveTo>
                  <a:lnTo>
                    <a:pt x="8212" y="5971"/>
                  </a:lnTo>
                  <a:lnTo>
                    <a:pt x="8539" y="10090"/>
                  </a:lnTo>
                  <a:lnTo>
                    <a:pt x="949" y="9418"/>
                  </a:lnTo>
                  <a:lnTo>
                    <a:pt x="0" y="8187"/>
                  </a:lnTo>
                  <a:lnTo>
                    <a:pt x="2030" y="3648"/>
                  </a:lnTo>
                  <a:lnTo>
                    <a:pt x="4240" y="4557"/>
                  </a:lnTo>
                  <a:lnTo>
                    <a:pt x="852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h1875"/>
            <p:cNvSpPr/>
            <p:nvPr/>
          </p:nvSpPr>
          <p:spPr>
            <a:xfrm>
              <a:off x="2563404" y="2978890"/>
              <a:ext cx="33952" cy="16565"/>
            </a:xfrm>
            <a:custGeom>
              <a:avLst/>
              <a:pathLst>
                <a:path w="33952" h="16565">
                  <a:moveTo>
                    <a:pt x="30542" y="672"/>
                  </a:moveTo>
                  <a:lnTo>
                    <a:pt x="33952" y="5353"/>
                  </a:lnTo>
                  <a:lnTo>
                    <a:pt x="33303" y="4667"/>
                  </a:lnTo>
                  <a:lnTo>
                    <a:pt x="30918" y="9910"/>
                  </a:lnTo>
                  <a:lnTo>
                    <a:pt x="30147" y="10353"/>
                  </a:lnTo>
                  <a:lnTo>
                    <a:pt x="29315" y="13508"/>
                  </a:lnTo>
                  <a:lnTo>
                    <a:pt x="27820" y="16565"/>
                  </a:lnTo>
                  <a:lnTo>
                    <a:pt x="25963" y="13827"/>
                  </a:lnTo>
                  <a:lnTo>
                    <a:pt x="25666" y="11529"/>
                  </a:lnTo>
                  <a:lnTo>
                    <a:pt x="23180" y="10159"/>
                  </a:lnTo>
                  <a:lnTo>
                    <a:pt x="18377" y="10555"/>
                  </a:lnTo>
                  <a:lnTo>
                    <a:pt x="21024" y="13436"/>
                  </a:lnTo>
                  <a:lnTo>
                    <a:pt x="15214" y="12883"/>
                  </a:lnTo>
                  <a:lnTo>
                    <a:pt x="10124" y="11130"/>
                  </a:lnTo>
                  <a:lnTo>
                    <a:pt x="7542" y="11347"/>
                  </a:lnTo>
                  <a:lnTo>
                    <a:pt x="6901" y="10758"/>
                  </a:lnTo>
                  <a:lnTo>
                    <a:pt x="500" y="10049"/>
                  </a:lnTo>
                  <a:lnTo>
                    <a:pt x="135" y="8869"/>
                  </a:lnTo>
                  <a:lnTo>
                    <a:pt x="0" y="8443"/>
                  </a:lnTo>
                  <a:lnTo>
                    <a:pt x="5887" y="7765"/>
                  </a:lnTo>
                  <a:lnTo>
                    <a:pt x="6354" y="8776"/>
                  </a:lnTo>
                  <a:lnTo>
                    <a:pt x="7705" y="9168"/>
                  </a:lnTo>
                  <a:lnTo>
                    <a:pt x="16816" y="7855"/>
                  </a:lnTo>
                  <a:lnTo>
                    <a:pt x="22332" y="4067"/>
                  </a:lnTo>
                  <a:lnTo>
                    <a:pt x="2219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h1876"/>
            <p:cNvSpPr/>
            <p:nvPr/>
          </p:nvSpPr>
          <p:spPr>
            <a:xfrm>
              <a:off x="2557475" y="3020426"/>
              <a:ext cx="22535" cy="17715"/>
            </a:xfrm>
            <a:custGeom>
              <a:avLst/>
              <a:pathLst>
                <a:path w="22535" h="17715">
                  <a:moveTo>
                    <a:pt x="19765" y="70"/>
                  </a:moveTo>
                  <a:lnTo>
                    <a:pt x="20424" y="1913"/>
                  </a:lnTo>
                  <a:lnTo>
                    <a:pt x="20167" y="4707"/>
                  </a:lnTo>
                  <a:lnTo>
                    <a:pt x="21653" y="5297"/>
                  </a:lnTo>
                  <a:lnTo>
                    <a:pt x="22535" y="7549"/>
                  </a:lnTo>
                  <a:lnTo>
                    <a:pt x="18241" y="7042"/>
                  </a:lnTo>
                  <a:lnTo>
                    <a:pt x="14354" y="9868"/>
                  </a:lnTo>
                  <a:lnTo>
                    <a:pt x="13380" y="16143"/>
                  </a:lnTo>
                  <a:lnTo>
                    <a:pt x="13852" y="17715"/>
                  </a:lnTo>
                  <a:lnTo>
                    <a:pt x="10298" y="15471"/>
                  </a:lnTo>
                  <a:lnTo>
                    <a:pt x="5947" y="12680"/>
                  </a:lnTo>
                  <a:lnTo>
                    <a:pt x="6517" y="11063"/>
                  </a:lnTo>
                  <a:lnTo>
                    <a:pt x="5281" y="9870"/>
                  </a:lnTo>
                  <a:lnTo>
                    <a:pt x="3632" y="8963"/>
                  </a:lnTo>
                  <a:lnTo>
                    <a:pt x="0" y="8923"/>
                  </a:lnTo>
                  <a:lnTo>
                    <a:pt x="621" y="5418"/>
                  </a:lnTo>
                  <a:lnTo>
                    <a:pt x="1306" y="3857"/>
                  </a:lnTo>
                  <a:lnTo>
                    <a:pt x="3127" y="1204"/>
                  </a:lnTo>
                  <a:lnTo>
                    <a:pt x="3733" y="3936"/>
                  </a:lnTo>
                  <a:lnTo>
                    <a:pt x="5332" y="933"/>
                  </a:lnTo>
                  <a:lnTo>
                    <a:pt x="6425" y="635"/>
                  </a:lnTo>
                  <a:lnTo>
                    <a:pt x="9234" y="5585"/>
                  </a:lnTo>
                  <a:lnTo>
                    <a:pt x="8367" y="7507"/>
                  </a:lnTo>
                  <a:lnTo>
                    <a:pt x="9698" y="7492"/>
                  </a:lnTo>
                  <a:lnTo>
                    <a:pt x="14615" y="6627"/>
                  </a:lnTo>
                  <a:lnTo>
                    <a:pt x="17277" y="4989"/>
                  </a:lnTo>
                  <a:lnTo>
                    <a:pt x="17935" y="4292"/>
                  </a:lnTo>
                  <a:lnTo>
                    <a:pt x="17617" y="2862"/>
                  </a:lnTo>
                  <a:lnTo>
                    <a:pt x="16222" y="1359"/>
                  </a:lnTo>
                  <a:lnTo>
                    <a:pt x="17155" y="10"/>
                  </a:lnTo>
                  <a:lnTo>
                    <a:pt x="1806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h1877"/>
            <p:cNvSpPr/>
            <p:nvPr/>
          </p:nvSpPr>
          <p:spPr>
            <a:xfrm>
              <a:off x="2692918" y="2866684"/>
              <a:ext cx="11390" cy="18123"/>
            </a:xfrm>
            <a:custGeom>
              <a:avLst/>
              <a:pathLst>
                <a:path w="11390" h="18123">
                  <a:moveTo>
                    <a:pt x="9125" y="917"/>
                  </a:moveTo>
                  <a:lnTo>
                    <a:pt x="9968" y="1800"/>
                  </a:lnTo>
                  <a:lnTo>
                    <a:pt x="10716" y="4737"/>
                  </a:lnTo>
                  <a:lnTo>
                    <a:pt x="9772" y="7998"/>
                  </a:lnTo>
                  <a:lnTo>
                    <a:pt x="11087" y="13849"/>
                  </a:lnTo>
                  <a:lnTo>
                    <a:pt x="11390" y="17433"/>
                  </a:lnTo>
                  <a:lnTo>
                    <a:pt x="10904" y="18123"/>
                  </a:lnTo>
                  <a:lnTo>
                    <a:pt x="8118" y="17750"/>
                  </a:lnTo>
                  <a:lnTo>
                    <a:pt x="5802" y="12768"/>
                  </a:lnTo>
                  <a:lnTo>
                    <a:pt x="5374" y="11355"/>
                  </a:lnTo>
                  <a:lnTo>
                    <a:pt x="934" y="6267"/>
                  </a:lnTo>
                  <a:lnTo>
                    <a:pt x="812" y="37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h1878"/>
            <p:cNvSpPr/>
            <p:nvPr/>
          </p:nvSpPr>
          <p:spPr>
            <a:xfrm>
              <a:off x="2665043" y="3032067"/>
              <a:ext cx="30373" cy="31397"/>
            </a:xfrm>
            <a:custGeom>
              <a:avLst/>
              <a:pathLst>
                <a:path w="30373" h="31397">
                  <a:moveTo>
                    <a:pt x="17837" y="256"/>
                  </a:moveTo>
                  <a:lnTo>
                    <a:pt x="24183" y="1851"/>
                  </a:lnTo>
                  <a:lnTo>
                    <a:pt x="26486" y="6314"/>
                  </a:lnTo>
                  <a:lnTo>
                    <a:pt x="28110" y="5561"/>
                  </a:lnTo>
                  <a:lnTo>
                    <a:pt x="30373" y="7461"/>
                  </a:lnTo>
                  <a:lnTo>
                    <a:pt x="28336" y="11856"/>
                  </a:lnTo>
                  <a:lnTo>
                    <a:pt x="25665" y="16482"/>
                  </a:lnTo>
                  <a:lnTo>
                    <a:pt x="21128" y="19442"/>
                  </a:lnTo>
                  <a:lnTo>
                    <a:pt x="17795" y="21063"/>
                  </a:lnTo>
                  <a:lnTo>
                    <a:pt x="16345" y="19923"/>
                  </a:lnTo>
                  <a:lnTo>
                    <a:pt x="13768" y="20521"/>
                  </a:lnTo>
                  <a:lnTo>
                    <a:pt x="13049" y="27160"/>
                  </a:lnTo>
                  <a:lnTo>
                    <a:pt x="13995" y="31291"/>
                  </a:lnTo>
                  <a:lnTo>
                    <a:pt x="12820" y="31397"/>
                  </a:lnTo>
                  <a:lnTo>
                    <a:pt x="11846" y="29787"/>
                  </a:lnTo>
                  <a:lnTo>
                    <a:pt x="12763" y="27024"/>
                  </a:lnTo>
                  <a:lnTo>
                    <a:pt x="12418" y="25671"/>
                  </a:lnTo>
                  <a:lnTo>
                    <a:pt x="6351" y="23949"/>
                  </a:lnTo>
                  <a:lnTo>
                    <a:pt x="0" y="19734"/>
                  </a:lnTo>
                  <a:lnTo>
                    <a:pt x="2239" y="12645"/>
                  </a:lnTo>
                  <a:lnTo>
                    <a:pt x="3716" y="13024"/>
                  </a:lnTo>
                  <a:lnTo>
                    <a:pt x="4262" y="11593"/>
                  </a:lnTo>
                  <a:lnTo>
                    <a:pt x="5138" y="6129"/>
                  </a:lnTo>
                  <a:lnTo>
                    <a:pt x="9129" y="7302"/>
                  </a:lnTo>
                  <a:lnTo>
                    <a:pt x="15287" y="2877"/>
                  </a:lnTo>
                  <a:lnTo>
                    <a:pt x="168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h1879"/>
            <p:cNvSpPr/>
            <p:nvPr/>
          </p:nvSpPr>
          <p:spPr>
            <a:xfrm>
              <a:off x="2694931" y="2884434"/>
              <a:ext cx="10120" cy="16441"/>
            </a:xfrm>
            <a:custGeom>
              <a:avLst/>
              <a:pathLst>
                <a:path w="10120" h="16441">
                  <a:moveTo>
                    <a:pt x="8892" y="373"/>
                  </a:moveTo>
                  <a:lnTo>
                    <a:pt x="10120" y="2976"/>
                  </a:lnTo>
                  <a:lnTo>
                    <a:pt x="9979" y="10363"/>
                  </a:lnTo>
                  <a:lnTo>
                    <a:pt x="6804" y="12174"/>
                  </a:lnTo>
                  <a:lnTo>
                    <a:pt x="5686" y="14020"/>
                  </a:lnTo>
                  <a:lnTo>
                    <a:pt x="6278" y="14979"/>
                  </a:lnTo>
                  <a:lnTo>
                    <a:pt x="3984" y="16319"/>
                  </a:lnTo>
                  <a:lnTo>
                    <a:pt x="1322" y="16441"/>
                  </a:lnTo>
                  <a:lnTo>
                    <a:pt x="0" y="14763"/>
                  </a:lnTo>
                  <a:lnTo>
                    <a:pt x="449" y="12196"/>
                  </a:lnTo>
                  <a:lnTo>
                    <a:pt x="1717" y="9381"/>
                  </a:lnTo>
                  <a:lnTo>
                    <a:pt x="4847" y="7043"/>
                  </a:lnTo>
                  <a:lnTo>
                    <a:pt x="5265" y="6006"/>
                  </a:lnTo>
                  <a:lnTo>
                    <a:pt x="610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h1880"/>
            <p:cNvSpPr/>
            <p:nvPr/>
          </p:nvSpPr>
          <p:spPr>
            <a:xfrm>
              <a:off x="2660106" y="2885709"/>
              <a:ext cx="11509" cy="12595"/>
            </a:xfrm>
            <a:custGeom>
              <a:avLst/>
              <a:pathLst>
                <a:path w="11509" h="12595">
                  <a:moveTo>
                    <a:pt x="11509" y="246"/>
                  </a:moveTo>
                  <a:lnTo>
                    <a:pt x="6018" y="12595"/>
                  </a:lnTo>
                  <a:lnTo>
                    <a:pt x="3650" y="12561"/>
                  </a:lnTo>
                  <a:lnTo>
                    <a:pt x="1460" y="11982"/>
                  </a:lnTo>
                  <a:lnTo>
                    <a:pt x="0" y="6232"/>
                  </a:lnTo>
                  <a:lnTo>
                    <a:pt x="1831" y="6991"/>
                  </a:lnTo>
                  <a:lnTo>
                    <a:pt x="3115" y="6438"/>
                  </a:lnTo>
                  <a:lnTo>
                    <a:pt x="58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h1881"/>
            <p:cNvSpPr/>
            <p:nvPr/>
          </p:nvSpPr>
          <p:spPr>
            <a:xfrm>
              <a:off x="2647813" y="3023668"/>
              <a:ext cx="10649" cy="14059"/>
            </a:xfrm>
            <a:custGeom>
              <a:avLst/>
              <a:pathLst>
                <a:path w="10649" h="14059">
                  <a:moveTo>
                    <a:pt x="2621" y="0"/>
                  </a:moveTo>
                  <a:lnTo>
                    <a:pt x="2946" y="1069"/>
                  </a:lnTo>
                  <a:lnTo>
                    <a:pt x="2909" y="2614"/>
                  </a:lnTo>
                  <a:lnTo>
                    <a:pt x="1863" y="4294"/>
                  </a:lnTo>
                  <a:lnTo>
                    <a:pt x="2334" y="5592"/>
                  </a:lnTo>
                  <a:lnTo>
                    <a:pt x="5663" y="6981"/>
                  </a:lnTo>
                  <a:lnTo>
                    <a:pt x="8763" y="7039"/>
                  </a:lnTo>
                  <a:lnTo>
                    <a:pt x="9594" y="7710"/>
                  </a:lnTo>
                  <a:lnTo>
                    <a:pt x="10649" y="10723"/>
                  </a:lnTo>
                  <a:lnTo>
                    <a:pt x="10279" y="13146"/>
                  </a:lnTo>
                  <a:lnTo>
                    <a:pt x="8120" y="14059"/>
                  </a:lnTo>
                  <a:lnTo>
                    <a:pt x="6301" y="11644"/>
                  </a:lnTo>
                  <a:lnTo>
                    <a:pt x="4618" y="12686"/>
                  </a:lnTo>
                  <a:lnTo>
                    <a:pt x="2469" y="12268"/>
                  </a:lnTo>
                  <a:lnTo>
                    <a:pt x="1472" y="11533"/>
                  </a:lnTo>
                  <a:lnTo>
                    <a:pt x="1438" y="9583"/>
                  </a:lnTo>
                  <a:lnTo>
                    <a:pt x="0" y="9628"/>
                  </a:lnTo>
                  <a:lnTo>
                    <a:pt x="1558" y="8118"/>
                  </a:lnTo>
                  <a:lnTo>
                    <a:pt x="1804" y="4994"/>
                  </a:lnTo>
                  <a:lnTo>
                    <a:pt x="1105" y="78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h1882"/>
            <p:cNvSpPr/>
            <p:nvPr/>
          </p:nvSpPr>
          <p:spPr>
            <a:xfrm>
              <a:off x="2620657" y="2833031"/>
              <a:ext cx="10450" cy="10636"/>
            </a:xfrm>
            <a:custGeom>
              <a:avLst/>
              <a:pathLst>
                <a:path w="10450" h="10636">
                  <a:moveTo>
                    <a:pt x="7762" y="1189"/>
                  </a:moveTo>
                  <a:lnTo>
                    <a:pt x="10450" y="6547"/>
                  </a:lnTo>
                  <a:lnTo>
                    <a:pt x="8237" y="9283"/>
                  </a:lnTo>
                  <a:lnTo>
                    <a:pt x="4347" y="10636"/>
                  </a:lnTo>
                  <a:lnTo>
                    <a:pt x="1622" y="9890"/>
                  </a:lnTo>
                  <a:lnTo>
                    <a:pt x="2086" y="8471"/>
                  </a:lnTo>
                  <a:lnTo>
                    <a:pt x="0" y="8097"/>
                  </a:lnTo>
                  <a:lnTo>
                    <a:pt x="641" y="7579"/>
                  </a:lnTo>
                  <a:lnTo>
                    <a:pt x="2447" y="5568"/>
                  </a:lnTo>
                  <a:lnTo>
                    <a:pt x="3124" y="2317"/>
                  </a:lnTo>
                  <a:lnTo>
                    <a:pt x="810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h1883"/>
            <p:cNvSpPr/>
            <p:nvPr/>
          </p:nvSpPr>
          <p:spPr>
            <a:xfrm>
              <a:off x="2555942" y="3004545"/>
              <a:ext cx="19593" cy="23387"/>
            </a:xfrm>
            <a:custGeom>
              <a:avLst/>
              <a:pathLst>
                <a:path w="19593" h="23387">
                  <a:moveTo>
                    <a:pt x="15284" y="42"/>
                  </a:moveTo>
                  <a:lnTo>
                    <a:pt x="15649" y="2457"/>
                  </a:lnTo>
                  <a:lnTo>
                    <a:pt x="14021" y="5048"/>
                  </a:lnTo>
                  <a:lnTo>
                    <a:pt x="19593" y="15880"/>
                  </a:lnTo>
                  <a:lnTo>
                    <a:pt x="18689" y="15891"/>
                  </a:lnTo>
                  <a:lnTo>
                    <a:pt x="17755" y="17239"/>
                  </a:lnTo>
                  <a:lnTo>
                    <a:pt x="19150" y="18743"/>
                  </a:lnTo>
                  <a:lnTo>
                    <a:pt x="19469" y="20172"/>
                  </a:lnTo>
                  <a:lnTo>
                    <a:pt x="18810" y="20869"/>
                  </a:lnTo>
                  <a:lnTo>
                    <a:pt x="16148" y="22507"/>
                  </a:lnTo>
                  <a:lnTo>
                    <a:pt x="11231" y="23372"/>
                  </a:lnTo>
                  <a:lnTo>
                    <a:pt x="9901" y="23387"/>
                  </a:lnTo>
                  <a:lnTo>
                    <a:pt x="10768" y="21466"/>
                  </a:lnTo>
                  <a:lnTo>
                    <a:pt x="7959" y="16516"/>
                  </a:lnTo>
                  <a:lnTo>
                    <a:pt x="6865" y="16813"/>
                  </a:lnTo>
                  <a:lnTo>
                    <a:pt x="5266" y="19816"/>
                  </a:lnTo>
                  <a:lnTo>
                    <a:pt x="4660" y="17085"/>
                  </a:lnTo>
                  <a:lnTo>
                    <a:pt x="5739" y="15012"/>
                  </a:lnTo>
                  <a:lnTo>
                    <a:pt x="4484" y="13579"/>
                  </a:lnTo>
                  <a:lnTo>
                    <a:pt x="1419" y="15515"/>
                  </a:lnTo>
                  <a:lnTo>
                    <a:pt x="1300" y="17665"/>
                  </a:lnTo>
                  <a:lnTo>
                    <a:pt x="0" y="18714"/>
                  </a:lnTo>
                  <a:lnTo>
                    <a:pt x="875" y="14433"/>
                  </a:lnTo>
                  <a:lnTo>
                    <a:pt x="8720" y="830"/>
                  </a:lnTo>
                  <a:lnTo>
                    <a:pt x="931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h1884"/>
            <p:cNvSpPr/>
            <p:nvPr/>
          </p:nvSpPr>
          <p:spPr>
            <a:xfrm>
              <a:off x="2650434" y="3015819"/>
              <a:ext cx="12590" cy="20995"/>
            </a:xfrm>
            <a:custGeom>
              <a:avLst/>
              <a:pathLst>
                <a:path w="12590" h="20995">
                  <a:moveTo>
                    <a:pt x="10422" y="1291"/>
                  </a:moveTo>
                  <a:lnTo>
                    <a:pt x="8759" y="6613"/>
                  </a:lnTo>
                  <a:lnTo>
                    <a:pt x="9031" y="9373"/>
                  </a:lnTo>
                  <a:lnTo>
                    <a:pt x="12590" y="11879"/>
                  </a:lnTo>
                  <a:lnTo>
                    <a:pt x="11268" y="14802"/>
                  </a:lnTo>
                  <a:lnTo>
                    <a:pt x="9559" y="19709"/>
                  </a:lnTo>
                  <a:lnTo>
                    <a:pt x="7658" y="20995"/>
                  </a:lnTo>
                  <a:lnTo>
                    <a:pt x="8027" y="18572"/>
                  </a:lnTo>
                  <a:lnTo>
                    <a:pt x="6973" y="15559"/>
                  </a:lnTo>
                  <a:lnTo>
                    <a:pt x="6141" y="14888"/>
                  </a:lnTo>
                  <a:lnTo>
                    <a:pt x="3042" y="14830"/>
                  </a:lnTo>
                  <a:lnTo>
                    <a:pt x="4084" y="11433"/>
                  </a:lnTo>
                  <a:lnTo>
                    <a:pt x="324" y="8918"/>
                  </a:lnTo>
                  <a:lnTo>
                    <a:pt x="0" y="7848"/>
                  </a:lnTo>
                  <a:lnTo>
                    <a:pt x="2527" y="4759"/>
                  </a:lnTo>
                  <a:lnTo>
                    <a:pt x="4427" y="833"/>
                  </a:lnTo>
                  <a:lnTo>
                    <a:pt x="5698" y="1709"/>
                  </a:lnTo>
                  <a:lnTo>
                    <a:pt x="62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h1885"/>
            <p:cNvSpPr/>
            <p:nvPr/>
          </p:nvSpPr>
          <p:spPr>
            <a:xfrm>
              <a:off x="2648963" y="3078570"/>
              <a:ext cx="14786" cy="23496"/>
            </a:xfrm>
            <a:custGeom>
              <a:avLst/>
              <a:pathLst>
                <a:path w="14786" h="23496">
                  <a:moveTo>
                    <a:pt x="9902" y="275"/>
                  </a:moveTo>
                  <a:lnTo>
                    <a:pt x="10917" y="3535"/>
                  </a:lnTo>
                  <a:lnTo>
                    <a:pt x="14786" y="7738"/>
                  </a:lnTo>
                  <a:lnTo>
                    <a:pt x="14541" y="11174"/>
                  </a:lnTo>
                  <a:lnTo>
                    <a:pt x="12946" y="11591"/>
                  </a:lnTo>
                  <a:lnTo>
                    <a:pt x="10951" y="14171"/>
                  </a:lnTo>
                  <a:lnTo>
                    <a:pt x="6204" y="22635"/>
                  </a:lnTo>
                  <a:lnTo>
                    <a:pt x="7281" y="23054"/>
                  </a:lnTo>
                  <a:lnTo>
                    <a:pt x="5498" y="23496"/>
                  </a:lnTo>
                  <a:lnTo>
                    <a:pt x="4086" y="22201"/>
                  </a:lnTo>
                  <a:lnTo>
                    <a:pt x="5250" y="20077"/>
                  </a:lnTo>
                  <a:lnTo>
                    <a:pt x="1608" y="12717"/>
                  </a:lnTo>
                  <a:lnTo>
                    <a:pt x="0" y="11669"/>
                  </a:lnTo>
                  <a:lnTo>
                    <a:pt x="1607" y="9483"/>
                  </a:lnTo>
                  <a:lnTo>
                    <a:pt x="463" y="8465"/>
                  </a:lnTo>
                  <a:lnTo>
                    <a:pt x="295" y="5179"/>
                  </a:lnTo>
                  <a:lnTo>
                    <a:pt x="5756" y="3457"/>
                  </a:lnTo>
                  <a:lnTo>
                    <a:pt x="918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h1886"/>
            <p:cNvSpPr/>
            <p:nvPr/>
          </p:nvSpPr>
          <p:spPr>
            <a:xfrm>
              <a:off x="2652400" y="2813900"/>
              <a:ext cx="30446" cy="22643"/>
            </a:xfrm>
            <a:custGeom>
              <a:avLst/>
              <a:pathLst>
                <a:path w="30446" h="22643">
                  <a:moveTo>
                    <a:pt x="8492" y="2616"/>
                  </a:moveTo>
                  <a:lnTo>
                    <a:pt x="12275" y="3138"/>
                  </a:lnTo>
                  <a:lnTo>
                    <a:pt x="17111" y="6457"/>
                  </a:lnTo>
                  <a:lnTo>
                    <a:pt x="18508" y="4178"/>
                  </a:lnTo>
                  <a:lnTo>
                    <a:pt x="22520" y="4056"/>
                  </a:lnTo>
                  <a:lnTo>
                    <a:pt x="24802" y="4909"/>
                  </a:lnTo>
                  <a:lnTo>
                    <a:pt x="30446" y="12787"/>
                  </a:lnTo>
                  <a:lnTo>
                    <a:pt x="26599" y="12622"/>
                  </a:lnTo>
                  <a:lnTo>
                    <a:pt x="25521" y="14845"/>
                  </a:lnTo>
                  <a:lnTo>
                    <a:pt x="20152" y="19789"/>
                  </a:lnTo>
                  <a:lnTo>
                    <a:pt x="18990" y="22643"/>
                  </a:lnTo>
                  <a:lnTo>
                    <a:pt x="13171" y="19982"/>
                  </a:lnTo>
                  <a:lnTo>
                    <a:pt x="11953" y="17548"/>
                  </a:lnTo>
                  <a:lnTo>
                    <a:pt x="9928" y="17017"/>
                  </a:lnTo>
                  <a:lnTo>
                    <a:pt x="9061" y="17774"/>
                  </a:lnTo>
                  <a:lnTo>
                    <a:pt x="5429" y="14467"/>
                  </a:lnTo>
                  <a:lnTo>
                    <a:pt x="2383" y="16213"/>
                  </a:lnTo>
                  <a:lnTo>
                    <a:pt x="1388" y="15774"/>
                  </a:lnTo>
                  <a:lnTo>
                    <a:pt x="0" y="13348"/>
                  </a:lnTo>
                  <a:lnTo>
                    <a:pt x="3124" y="2278"/>
                  </a:lnTo>
                  <a:lnTo>
                    <a:pt x="758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h1887"/>
            <p:cNvSpPr/>
            <p:nvPr/>
          </p:nvSpPr>
          <p:spPr>
            <a:xfrm>
              <a:off x="2644819" y="2863087"/>
              <a:ext cx="11792" cy="12164"/>
            </a:xfrm>
            <a:custGeom>
              <a:avLst/>
              <a:pathLst>
                <a:path w="11792" h="12164">
                  <a:moveTo>
                    <a:pt x="8354" y="0"/>
                  </a:moveTo>
                  <a:lnTo>
                    <a:pt x="9257" y="2679"/>
                  </a:lnTo>
                  <a:lnTo>
                    <a:pt x="11792" y="5248"/>
                  </a:lnTo>
                  <a:lnTo>
                    <a:pt x="6050" y="10464"/>
                  </a:lnTo>
                  <a:lnTo>
                    <a:pt x="6013" y="11856"/>
                  </a:lnTo>
                  <a:lnTo>
                    <a:pt x="1502" y="12164"/>
                  </a:lnTo>
                  <a:lnTo>
                    <a:pt x="0" y="10063"/>
                  </a:lnTo>
                  <a:lnTo>
                    <a:pt x="515" y="8181"/>
                  </a:lnTo>
                  <a:lnTo>
                    <a:pt x="6461" y="3332"/>
                  </a:lnTo>
                  <a:lnTo>
                    <a:pt x="6995" y="1926"/>
                  </a:lnTo>
                  <a:lnTo>
                    <a:pt x="6610" y="96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h1888"/>
            <p:cNvSpPr/>
            <p:nvPr/>
          </p:nvSpPr>
          <p:spPr>
            <a:xfrm>
              <a:off x="2571467" y="3037119"/>
              <a:ext cx="11834" cy="12699"/>
            </a:xfrm>
            <a:custGeom>
              <a:avLst/>
              <a:pathLst>
                <a:path w="11834" h="12699">
                  <a:moveTo>
                    <a:pt x="3572" y="0"/>
                  </a:moveTo>
                  <a:lnTo>
                    <a:pt x="4665" y="724"/>
                  </a:lnTo>
                  <a:lnTo>
                    <a:pt x="7774" y="3973"/>
                  </a:lnTo>
                  <a:lnTo>
                    <a:pt x="9512" y="2277"/>
                  </a:lnTo>
                  <a:lnTo>
                    <a:pt x="8795" y="5055"/>
                  </a:lnTo>
                  <a:lnTo>
                    <a:pt x="11005" y="7030"/>
                  </a:lnTo>
                  <a:lnTo>
                    <a:pt x="11834" y="9127"/>
                  </a:lnTo>
                  <a:lnTo>
                    <a:pt x="7846" y="11931"/>
                  </a:lnTo>
                  <a:lnTo>
                    <a:pt x="3151" y="12699"/>
                  </a:lnTo>
                  <a:lnTo>
                    <a:pt x="1774" y="12258"/>
                  </a:lnTo>
                  <a:lnTo>
                    <a:pt x="0" y="8176"/>
                  </a:lnTo>
                  <a:lnTo>
                    <a:pt x="121" y="1884"/>
                  </a:lnTo>
                  <a:lnTo>
                    <a:pt x="1986" y="8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h1889"/>
            <p:cNvSpPr/>
            <p:nvPr/>
          </p:nvSpPr>
          <p:spPr>
            <a:xfrm>
              <a:off x="2649916" y="3060162"/>
              <a:ext cx="15052" cy="12428"/>
            </a:xfrm>
            <a:custGeom>
              <a:avLst/>
              <a:pathLst>
                <a:path w="15052" h="12428">
                  <a:moveTo>
                    <a:pt x="9535" y="1092"/>
                  </a:moveTo>
                  <a:lnTo>
                    <a:pt x="13653" y="442"/>
                  </a:lnTo>
                  <a:lnTo>
                    <a:pt x="15052" y="6402"/>
                  </a:lnTo>
                  <a:lnTo>
                    <a:pt x="14514" y="6846"/>
                  </a:lnTo>
                  <a:lnTo>
                    <a:pt x="11671" y="9699"/>
                  </a:lnTo>
                  <a:lnTo>
                    <a:pt x="7240" y="11271"/>
                  </a:lnTo>
                  <a:lnTo>
                    <a:pt x="4727" y="11296"/>
                  </a:lnTo>
                  <a:lnTo>
                    <a:pt x="3396" y="12428"/>
                  </a:lnTo>
                  <a:lnTo>
                    <a:pt x="0" y="9713"/>
                  </a:lnTo>
                  <a:lnTo>
                    <a:pt x="2036" y="2265"/>
                  </a:lnTo>
                  <a:lnTo>
                    <a:pt x="5632" y="698"/>
                  </a:lnTo>
                  <a:lnTo>
                    <a:pt x="887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h1890"/>
            <p:cNvSpPr/>
            <p:nvPr/>
          </p:nvSpPr>
          <p:spPr>
            <a:xfrm>
              <a:off x="2574017" y="3044457"/>
              <a:ext cx="31367" cy="42183"/>
            </a:xfrm>
            <a:custGeom>
              <a:avLst/>
              <a:pathLst>
                <a:path w="31367" h="42183">
                  <a:moveTo>
                    <a:pt x="12263" y="0"/>
                  </a:moveTo>
                  <a:lnTo>
                    <a:pt x="13672" y="552"/>
                  </a:lnTo>
                  <a:lnTo>
                    <a:pt x="15544" y="3472"/>
                  </a:lnTo>
                  <a:lnTo>
                    <a:pt x="16388" y="3512"/>
                  </a:lnTo>
                  <a:lnTo>
                    <a:pt x="17548" y="4999"/>
                  </a:lnTo>
                  <a:lnTo>
                    <a:pt x="17361" y="9117"/>
                  </a:lnTo>
                  <a:lnTo>
                    <a:pt x="20267" y="13919"/>
                  </a:lnTo>
                  <a:lnTo>
                    <a:pt x="21257" y="14087"/>
                  </a:lnTo>
                  <a:lnTo>
                    <a:pt x="22509" y="12872"/>
                  </a:lnTo>
                  <a:lnTo>
                    <a:pt x="23030" y="14158"/>
                  </a:lnTo>
                  <a:lnTo>
                    <a:pt x="20938" y="16420"/>
                  </a:lnTo>
                  <a:lnTo>
                    <a:pt x="27133" y="17579"/>
                  </a:lnTo>
                  <a:lnTo>
                    <a:pt x="31367" y="21970"/>
                  </a:lnTo>
                  <a:lnTo>
                    <a:pt x="30511" y="23100"/>
                  </a:lnTo>
                  <a:lnTo>
                    <a:pt x="21737" y="26423"/>
                  </a:lnTo>
                  <a:lnTo>
                    <a:pt x="20088" y="30348"/>
                  </a:lnTo>
                  <a:lnTo>
                    <a:pt x="14804" y="36793"/>
                  </a:lnTo>
                  <a:lnTo>
                    <a:pt x="14360" y="39193"/>
                  </a:lnTo>
                  <a:lnTo>
                    <a:pt x="15356" y="41734"/>
                  </a:lnTo>
                  <a:lnTo>
                    <a:pt x="14049" y="42183"/>
                  </a:lnTo>
                  <a:lnTo>
                    <a:pt x="10222" y="41226"/>
                  </a:lnTo>
                  <a:lnTo>
                    <a:pt x="5149" y="36194"/>
                  </a:lnTo>
                  <a:lnTo>
                    <a:pt x="6922" y="33822"/>
                  </a:lnTo>
                  <a:lnTo>
                    <a:pt x="5112" y="33293"/>
                  </a:lnTo>
                  <a:lnTo>
                    <a:pt x="1564" y="34175"/>
                  </a:lnTo>
                  <a:lnTo>
                    <a:pt x="0" y="31621"/>
                  </a:lnTo>
                  <a:lnTo>
                    <a:pt x="2000" y="31768"/>
                  </a:lnTo>
                  <a:lnTo>
                    <a:pt x="3306" y="30613"/>
                  </a:lnTo>
                  <a:lnTo>
                    <a:pt x="4656" y="27697"/>
                  </a:lnTo>
                  <a:lnTo>
                    <a:pt x="2752" y="20704"/>
                  </a:lnTo>
                  <a:lnTo>
                    <a:pt x="1601" y="18996"/>
                  </a:lnTo>
                  <a:lnTo>
                    <a:pt x="5085" y="17286"/>
                  </a:lnTo>
                  <a:lnTo>
                    <a:pt x="4828" y="15731"/>
                  </a:lnTo>
                  <a:lnTo>
                    <a:pt x="2849" y="15059"/>
                  </a:lnTo>
                  <a:lnTo>
                    <a:pt x="1047" y="15698"/>
                  </a:lnTo>
                  <a:lnTo>
                    <a:pt x="296" y="14745"/>
                  </a:lnTo>
                  <a:lnTo>
                    <a:pt x="188" y="13268"/>
                  </a:lnTo>
                  <a:lnTo>
                    <a:pt x="592" y="12643"/>
                  </a:lnTo>
                  <a:lnTo>
                    <a:pt x="4261" y="13155"/>
                  </a:lnTo>
                  <a:lnTo>
                    <a:pt x="6202" y="12301"/>
                  </a:lnTo>
                  <a:lnTo>
                    <a:pt x="6591" y="11729"/>
                  </a:lnTo>
                  <a:lnTo>
                    <a:pt x="5861" y="11075"/>
                  </a:lnTo>
                  <a:lnTo>
                    <a:pt x="10224" y="1845"/>
                  </a:lnTo>
                  <a:lnTo>
                    <a:pt x="10117" y="1179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h1891"/>
            <p:cNvSpPr/>
            <p:nvPr/>
          </p:nvSpPr>
          <p:spPr>
            <a:xfrm>
              <a:off x="2645472" y="2970650"/>
              <a:ext cx="18988" cy="21753"/>
            </a:xfrm>
            <a:custGeom>
              <a:avLst/>
              <a:pathLst>
                <a:path w="18988" h="21753">
                  <a:moveTo>
                    <a:pt x="8279" y="0"/>
                  </a:moveTo>
                  <a:lnTo>
                    <a:pt x="9631" y="1662"/>
                  </a:lnTo>
                  <a:lnTo>
                    <a:pt x="9195" y="3287"/>
                  </a:lnTo>
                  <a:lnTo>
                    <a:pt x="11688" y="3192"/>
                  </a:lnTo>
                  <a:lnTo>
                    <a:pt x="13923" y="6633"/>
                  </a:lnTo>
                  <a:lnTo>
                    <a:pt x="11219" y="7600"/>
                  </a:lnTo>
                  <a:lnTo>
                    <a:pt x="13056" y="7225"/>
                  </a:lnTo>
                  <a:lnTo>
                    <a:pt x="18988" y="11815"/>
                  </a:lnTo>
                  <a:lnTo>
                    <a:pt x="16638" y="15895"/>
                  </a:lnTo>
                  <a:lnTo>
                    <a:pt x="12599" y="17275"/>
                  </a:lnTo>
                  <a:lnTo>
                    <a:pt x="12629" y="20685"/>
                  </a:lnTo>
                  <a:lnTo>
                    <a:pt x="11045" y="21753"/>
                  </a:lnTo>
                  <a:lnTo>
                    <a:pt x="9129" y="19666"/>
                  </a:lnTo>
                  <a:lnTo>
                    <a:pt x="4962" y="18096"/>
                  </a:lnTo>
                  <a:lnTo>
                    <a:pt x="0" y="13817"/>
                  </a:lnTo>
                  <a:lnTo>
                    <a:pt x="2122" y="10874"/>
                  </a:lnTo>
                  <a:lnTo>
                    <a:pt x="7080" y="7702"/>
                  </a:lnTo>
                  <a:lnTo>
                    <a:pt x="5373" y="4054"/>
                  </a:lnTo>
                  <a:lnTo>
                    <a:pt x="4734" y="209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h1892"/>
            <p:cNvSpPr/>
            <p:nvPr/>
          </p:nvSpPr>
          <p:spPr>
            <a:xfrm>
              <a:off x="2568237" y="2975578"/>
              <a:ext cx="14346" cy="6643"/>
            </a:xfrm>
            <a:custGeom>
              <a:avLst/>
              <a:pathLst>
                <a:path w="14346" h="6643">
                  <a:moveTo>
                    <a:pt x="13203" y="2816"/>
                  </a:moveTo>
                  <a:lnTo>
                    <a:pt x="11428" y="4932"/>
                  </a:lnTo>
                  <a:lnTo>
                    <a:pt x="8815" y="6205"/>
                  </a:lnTo>
                  <a:lnTo>
                    <a:pt x="1852" y="6643"/>
                  </a:lnTo>
                  <a:lnTo>
                    <a:pt x="0" y="6223"/>
                  </a:lnTo>
                  <a:lnTo>
                    <a:pt x="1205" y="5021"/>
                  </a:lnTo>
                  <a:lnTo>
                    <a:pt x="8094" y="1564"/>
                  </a:lnTo>
                  <a:lnTo>
                    <a:pt x="1434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h1893"/>
            <p:cNvSpPr/>
            <p:nvPr/>
          </p:nvSpPr>
          <p:spPr>
            <a:xfrm>
              <a:off x="2650832" y="2867671"/>
              <a:ext cx="10746" cy="8265"/>
            </a:xfrm>
            <a:custGeom>
              <a:avLst/>
              <a:pathLst>
                <a:path w="10746" h="8265">
                  <a:moveTo>
                    <a:pt x="10746" y="453"/>
                  </a:moveTo>
                  <a:lnTo>
                    <a:pt x="8223" y="3283"/>
                  </a:lnTo>
                  <a:lnTo>
                    <a:pt x="9730" y="6000"/>
                  </a:lnTo>
                  <a:lnTo>
                    <a:pt x="7522" y="8265"/>
                  </a:lnTo>
                  <a:lnTo>
                    <a:pt x="1621" y="7778"/>
                  </a:lnTo>
                  <a:lnTo>
                    <a:pt x="0" y="7271"/>
                  </a:lnTo>
                  <a:lnTo>
                    <a:pt x="37" y="5879"/>
                  </a:lnTo>
                  <a:lnTo>
                    <a:pt x="5778" y="663"/>
                  </a:lnTo>
                  <a:lnTo>
                    <a:pt x="668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h1894"/>
            <p:cNvSpPr/>
            <p:nvPr/>
          </p:nvSpPr>
          <p:spPr>
            <a:xfrm>
              <a:off x="2684909" y="2985749"/>
              <a:ext cx="12309" cy="10902"/>
            </a:xfrm>
            <a:custGeom>
              <a:avLst/>
              <a:pathLst>
                <a:path w="12309" h="10902">
                  <a:moveTo>
                    <a:pt x="9915" y="5934"/>
                  </a:moveTo>
                  <a:lnTo>
                    <a:pt x="12309" y="8023"/>
                  </a:lnTo>
                  <a:lnTo>
                    <a:pt x="10338" y="10690"/>
                  </a:lnTo>
                  <a:lnTo>
                    <a:pt x="9054" y="10902"/>
                  </a:lnTo>
                  <a:lnTo>
                    <a:pt x="7362" y="9968"/>
                  </a:lnTo>
                  <a:lnTo>
                    <a:pt x="3351" y="7749"/>
                  </a:lnTo>
                  <a:lnTo>
                    <a:pt x="3495" y="6276"/>
                  </a:lnTo>
                  <a:lnTo>
                    <a:pt x="0" y="4976"/>
                  </a:lnTo>
                  <a:lnTo>
                    <a:pt x="166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h1895"/>
            <p:cNvSpPr/>
            <p:nvPr/>
          </p:nvSpPr>
          <p:spPr>
            <a:xfrm>
              <a:off x="2713647" y="3074131"/>
              <a:ext cx="9335" cy="10810"/>
            </a:xfrm>
            <a:custGeom>
              <a:avLst/>
              <a:pathLst>
                <a:path w="9335" h="10810">
                  <a:moveTo>
                    <a:pt x="1575" y="1287"/>
                  </a:moveTo>
                  <a:lnTo>
                    <a:pt x="4653" y="633"/>
                  </a:lnTo>
                  <a:lnTo>
                    <a:pt x="4560" y="2734"/>
                  </a:lnTo>
                  <a:lnTo>
                    <a:pt x="8333" y="3210"/>
                  </a:lnTo>
                  <a:lnTo>
                    <a:pt x="9335" y="5897"/>
                  </a:lnTo>
                  <a:lnTo>
                    <a:pt x="5290" y="10810"/>
                  </a:lnTo>
                  <a:lnTo>
                    <a:pt x="1924" y="9594"/>
                  </a:lnTo>
                  <a:lnTo>
                    <a:pt x="1497" y="5010"/>
                  </a:lnTo>
                  <a:lnTo>
                    <a:pt x="0" y="278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h1896"/>
            <p:cNvSpPr/>
            <p:nvPr/>
          </p:nvSpPr>
          <p:spPr>
            <a:xfrm>
              <a:off x="2594955" y="3047120"/>
              <a:ext cx="20463" cy="20723"/>
            </a:xfrm>
            <a:custGeom>
              <a:avLst/>
              <a:pathLst>
                <a:path w="20463" h="20723">
                  <a:moveTo>
                    <a:pt x="10840" y="0"/>
                  </a:moveTo>
                  <a:lnTo>
                    <a:pt x="18220" y="5481"/>
                  </a:lnTo>
                  <a:lnTo>
                    <a:pt x="20463" y="7552"/>
                  </a:lnTo>
                  <a:lnTo>
                    <a:pt x="18822" y="11310"/>
                  </a:lnTo>
                  <a:lnTo>
                    <a:pt x="15055" y="16476"/>
                  </a:lnTo>
                  <a:lnTo>
                    <a:pt x="12385" y="18362"/>
                  </a:lnTo>
                  <a:lnTo>
                    <a:pt x="11087" y="20723"/>
                  </a:lnTo>
                  <a:lnTo>
                    <a:pt x="9572" y="20436"/>
                  </a:lnTo>
                  <a:lnTo>
                    <a:pt x="10429" y="19306"/>
                  </a:lnTo>
                  <a:lnTo>
                    <a:pt x="6195" y="14916"/>
                  </a:lnTo>
                  <a:lnTo>
                    <a:pt x="0" y="13757"/>
                  </a:lnTo>
                  <a:lnTo>
                    <a:pt x="2092" y="11494"/>
                  </a:lnTo>
                  <a:lnTo>
                    <a:pt x="1571" y="10209"/>
                  </a:lnTo>
                  <a:lnTo>
                    <a:pt x="4467" y="7095"/>
                  </a:lnTo>
                  <a:lnTo>
                    <a:pt x="5779" y="6618"/>
                  </a:lnTo>
                  <a:lnTo>
                    <a:pt x="6773" y="5236"/>
                  </a:lnTo>
                  <a:lnTo>
                    <a:pt x="7624" y="74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h1897"/>
            <p:cNvSpPr/>
            <p:nvPr/>
          </p:nvSpPr>
          <p:spPr>
            <a:xfrm>
              <a:off x="2568098" y="3119712"/>
              <a:ext cx="16713" cy="9721"/>
            </a:xfrm>
            <a:custGeom>
              <a:avLst/>
              <a:pathLst>
                <a:path w="16713" h="9721">
                  <a:moveTo>
                    <a:pt x="12536" y="876"/>
                  </a:moveTo>
                  <a:lnTo>
                    <a:pt x="14300" y="696"/>
                  </a:lnTo>
                  <a:lnTo>
                    <a:pt x="15418" y="1787"/>
                  </a:lnTo>
                  <a:lnTo>
                    <a:pt x="16713" y="6036"/>
                  </a:lnTo>
                  <a:lnTo>
                    <a:pt x="16118" y="7440"/>
                  </a:lnTo>
                  <a:lnTo>
                    <a:pt x="11972" y="7142"/>
                  </a:lnTo>
                  <a:lnTo>
                    <a:pt x="4962" y="9721"/>
                  </a:lnTo>
                  <a:lnTo>
                    <a:pt x="5199" y="6767"/>
                  </a:lnTo>
                  <a:lnTo>
                    <a:pt x="2900" y="7057"/>
                  </a:lnTo>
                  <a:lnTo>
                    <a:pt x="1459" y="8417"/>
                  </a:lnTo>
                  <a:lnTo>
                    <a:pt x="0" y="4098"/>
                  </a:lnTo>
                  <a:lnTo>
                    <a:pt x="1903" y="3170"/>
                  </a:lnTo>
                  <a:lnTo>
                    <a:pt x="5332" y="4863"/>
                  </a:lnTo>
                  <a:lnTo>
                    <a:pt x="8123" y="3553"/>
                  </a:lnTo>
                  <a:lnTo>
                    <a:pt x="8159" y="666"/>
                  </a:lnTo>
                  <a:lnTo>
                    <a:pt x="108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h1898"/>
            <p:cNvSpPr/>
            <p:nvPr/>
          </p:nvSpPr>
          <p:spPr>
            <a:xfrm>
              <a:off x="2663304" y="3067032"/>
              <a:ext cx="22394" cy="23854"/>
            </a:xfrm>
            <a:custGeom>
              <a:avLst/>
              <a:pathLst>
                <a:path w="22394" h="23854">
                  <a:moveTo>
                    <a:pt x="16241" y="1394"/>
                  </a:moveTo>
                  <a:lnTo>
                    <a:pt x="18546" y="129"/>
                  </a:lnTo>
                  <a:lnTo>
                    <a:pt x="21437" y="0"/>
                  </a:lnTo>
                  <a:lnTo>
                    <a:pt x="20565" y="2675"/>
                  </a:lnTo>
                  <a:lnTo>
                    <a:pt x="17598" y="5269"/>
                  </a:lnTo>
                  <a:lnTo>
                    <a:pt x="21564" y="13057"/>
                  </a:lnTo>
                  <a:lnTo>
                    <a:pt x="22394" y="16860"/>
                  </a:lnTo>
                  <a:lnTo>
                    <a:pt x="19007" y="18477"/>
                  </a:lnTo>
                  <a:lnTo>
                    <a:pt x="13740" y="19258"/>
                  </a:lnTo>
                  <a:lnTo>
                    <a:pt x="13824" y="21646"/>
                  </a:lnTo>
                  <a:lnTo>
                    <a:pt x="8443" y="22580"/>
                  </a:lnTo>
                  <a:lnTo>
                    <a:pt x="7290" y="23723"/>
                  </a:lnTo>
                  <a:lnTo>
                    <a:pt x="4047" y="23854"/>
                  </a:lnTo>
                  <a:lnTo>
                    <a:pt x="200" y="22712"/>
                  </a:lnTo>
                  <a:lnTo>
                    <a:pt x="445" y="19276"/>
                  </a:lnTo>
                  <a:lnTo>
                    <a:pt x="1029" y="13235"/>
                  </a:lnTo>
                  <a:lnTo>
                    <a:pt x="0" y="10001"/>
                  </a:lnTo>
                  <a:lnTo>
                    <a:pt x="4026" y="9400"/>
                  </a:lnTo>
                  <a:lnTo>
                    <a:pt x="4487" y="8084"/>
                  </a:lnTo>
                  <a:lnTo>
                    <a:pt x="3028" y="1705"/>
                  </a:lnTo>
                  <a:lnTo>
                    <a:pt x="4133" y="69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h1899"/>
            <p:cNvSpPr/>
            <p:nvPr/>
          </p:nvSpPr>
          <p:spPr>
            <a:xfrm>
              <a:off x="2690268" y="2899413"/>
              <a:ext cx="14371" cy="27894"/>
            </a:xfrm>
            <a:custGeom>
              <a:avLst/>
              <a:pathLst>
                <a:path w="14371" h="27894">
                  <a:moveTo>
                    <a:pt x="10193" y="2241"/>
                  </a:moveTo>
                  <a:lnTo>
                    <a:pt x="11604" y="2120"/>
                  </a:lnTo>
                  <a:lnTo>
                    <a:pt x="14371" y="3557"/>
                  </a:lnTo>
                  <a:lnTo>
                    <a:pt x="12538" y="11741"/>
                  </a:lnTo>
                  <a:lnTo>
                    <a:pt x="11340" y="14633"/>
                  </a:lnTo>
                  <a:lnTo>
                    <a:pt x="10418" y="20212"/>
                  </a:lnTo>
                  <a:lnTo>
                    <a:pt x="11740" y="21195"/>
                  </a:lnTo>
                  <a:lnTo>
                    <a:pt x="11284" y="22540"/>
                  </a:lnTo>
                  <a:lnTo>
                    <a:pt x="3247" y="27894"/>
                  </a:lnTo>
                  <a:lnTo>
                    <a:pt x="673" y="25706"/>
                  </a:lnTo>
                  <a:lnTo>
                    <a:pt x="12" y="20737"/>
                  </a:lnTo>
                  <a:lnTo>
                    <a:pt x="0" y="18758"/>
                  </a:lnTo>
                  <a:lnTo>
                    <a:pt x="2533" y="15707"/>
                  </a:lnTo>
                  <a:lnTo>
                    <a:pt x="4289" y="14842"/>
                  </a:lnTo>
                  <a:lnTo>
                    <a:pt x="7179" y="13174"/>
                  </a:lnTo>
                  <a:lnTo>
                    <a:pt x="7051" y="10671"/>
                  </a:lnTo>
                  <a:lnTo>
                    <a:pt x="11068" y="4607"/>
                  </a:lnTo>
                  <a:lnTo>
                    <a:pt x="11251" y="3919"/>
                  </a:lnTo>
                  <a:lnTo>
                    <a:pt x="10229" y="2730"/>
                  </a:lnTo>
                  <a:lnTo>
                    <a:pt x="8632" y="2702"/>
                  </a:lnTo>
                  <a:lnTo>
                    <a:pt x="8646" y="1339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h1900"/>
            <p:cNvSpPr/>
            <p:nvPr/>
          </p:nvSpPr>
          <p:spPr>
            <a:xfrm>
              <a:off x="2640829" y="3090057"/>
              <a:ext cx="16664" cy="19236"/>
            </a:xfrm>
            <a:custGeom>
              <a:avLst/>
              <a:pathLst>
                <a:path w="16664" h="19236">
                  <a:moveTo>
                    <a:pt x="8134" y="182"/>
                  </a:moveTo>
                  <a:lnTo>
                    <a:pt x="9742" y="1230"/>
                  </a:lnTo>
                  <a:lnTo>
                    <a:pt x="13384" y="8590"/>
                  </a:lnTo>
                  <a:lnTo>
                    <a:pt x="12220" y="10714"/>
                  </a:lnTo>
                  <a:lnTo>
                    <a:pt x="13632" y="12009"/>
                  </a:lnTo>
                  <a:lnTo>
                    <a:pt x="15415" y="11567"/>
                  </a:lnTo>
                  <a:lnTo>
                    <a:pt x="16664" y="13595"/>
                  </a:lnTo>
                  <a:lnTo>
                    <a:pt x="13953" y="16450"/>
                  </a:lnTo>
                  <a:lnTo>
                    <a:pt x="9889" y="14673"/>
                  </a:lnTo>
                  <a:lnTo>
                    <a:pt x="6111" y="15626"/>
                  </a:lnTo>
                  <a:lnTo>
                    <a:pt x="1538" y="19236"/>
                  </a:lnTo>
                  <a:lnTo>
                    <a:pt x="0" y="18997"/>
                  </a:lnTo>
                  <a:lnTo>
                    <a:pt x="1271" y="11630"/>
                  </a:lnTo>
                  <a:lnTo>
                    <a:pt x="1928" y="10940"/>
                  </a:lnTo>
                  <a:lnTo>
                    <a:pt x="1298" y="7978"/>
                  </a:lnTo>
                  <a:lnTo>
                    <a:pt x="2270" y="8718"/>
                  </a:lnTo>
                  <a:lnTo>
                    <a:pt x="6539" y="3317"/>
                  </a:lnTo>
                  <a:lnTo>
                    <a:pt x="4075" y="857"/>
                  </a:lnTo>
                  <a:lnTo>
                    <a:pt x="586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h1901"/>
            <p:cNvSpPr/>
            <p:nvPr/>
          </p:nvSpPr>
          <p:spPr>
            <a:xfrm>
              <a:off x="2705743" y="3083726"/>
              <a:ext cx="28248" cy="23943"/>
            </a:xfrm>
            <a:custGeom>
              <a:avLst/>
              <a:pathLst>
                <a:path w="28248" h="23943">
                  <a:moveTo>
                    <a:pt x="18310" y="569"/>
                  </a:moveTo>
                  <a:lnTo>
                    <a:pt x="19700" y="2340"/>
                  </a:lnTo>
                  <a:lnTo>
                    <a:pt x="23409" y="3640"/>
                  </a:lnTo>
                  <a:lnTo>
                    <a:pt x="23681" y="5642"/>
                  </a:lnTo>
                  <a:lnTo>
                    <a:pt x="27946" y="12067"/>
                  </a:lnTo>
                  <a:lnTo>
                    <a:pt x="28248" y="13984"/>
                  </a:lnTo>
                  <a:lnTo>
                    <a:pt x="25434" y="15097"/>
                  </a:lnTo>
                  <a:lnTo>
                    <a:pt x="23042" y="18604"/>
                  </a:lnTo>
                  <a:lnTo>
                    <a:pt x="21422" y="17373"/>
                  </a:lnTo>
                  <a:lnTo>
                    <a:pt x="12461" y="19785"/>
                  </a:lnTo>
                  <a:lnTo>
                    <a:pt x="7420" y="23943"/>
                  </a:lnTo>
                  <a:lnTo>
                    <a:pt x="6185" y="22880"/>
                  </a:lnTo>
                  <a:lnTo>
                    <a:pt x="1897" y="11164"/>
                  </a:lnTo>
                  <a:lnTo>
                    <a:pt x="0" y="10600"/>
                  </a:lnTo>
                  <a:lnTo>
                    <a:pt x="3956" y="7652"/>
                  </a:lnTo>
                  <a:lnTo>
                    <a:pt x="4184" y="5296"/>
                  </a:lnTo>
                  <a:lnTo>
                    <a:pt x="5543" y="3057"/>
                  </a:lnTo>
                  <a:lnTo>
                    <a:pt x="8186" y="2283"/>
                  </a:lnTo>
                  <a:lnTo>
                    <a:pt x="9146" y="76"/>
                  </a:lnTo>
                  <a:lnTo>
                    <a:pt x="9828" y="0"/>
                  </a:lnTo>
                  <a:lnTo>
                    <a:pt x="13194" y="1215"/>
                  </a:lnTo>
                  <a:lnTo>
                    <a:pt x="14155" y="269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h1902"/>
            <p:cNvSpPr/>
            <p:nvPr/>
          </p:nvSpPr>
          <p:spPr>
            <a:xfrm>
              <a:off x="2679465" y="2990725"/>
              <a:ext cx="16393" cy="14952"/>
            </a:xfrm>
            <a:custGeom>
              <a:avLst/>
              <a:pathLst>
                <a:path w="16393" h="14952">
                  <a:moveTo>
                    <a:pt x="5443" y="0"/>
                  </a:moveTo>
                  <a:lnTo>
                    <a:pt x="8938" y="1300"/>
                  </a:lnTo>
                  <a:lnTo>
                    <a:pt x="8794" y="2773"/>
                  </a:lnTo>
                  <a:lnTo>
                    <a:pt x="12805" y="4992"/>
                  </a:lnTo>
                  <a:lnTo>
                    <a:pt x="14498" y="5926"/>
                  </a:lnTo>
                  <a:lnTo>
                    <a:pt x="15782" y="5714"/>
                  </a:lnTo>
                  <a:lnTo>
                    <a:pt x="16393" y="7181"/>
                  </a:lnTo>
                  <a:lnTo>
                    <a:pt x="14379" y="8304"/>
                  </a:lnTo>
                  <a:lnTo>
                    <a:pt x="12521" y="7390"/>
                  </a:lnTo>
                  <a:lnTo>
                    <a:pt x="10407" y="10889"/>
                  </a:lnTo>
                  <a:lnTo>
                    <a:pt x="10703" y="12283"/>
                  </a:lnTo>
                  <a:lnTo>
                    <a:pt x="11694" y="12309"/>
                  </a:lnTo>
                  <a:lnTo>
                    <a:pt x="11504" y="14798"/>
                  </a:lnTo>
                  <a:lnTo>
                    <a:pt x="10269" y="14952"/>
                  </a:lnTo>
                  <a:lnTo>
                    <a:pt x="8605" y="13302"/>
                  </a:lnTo>
                  <a:lnTo>
                    <a:pt x="6618" y="10940"/>
                  </a:lnTo>
                  <a:lnTo>
                    <a:pt x="3152" y="11153"/>
                  </a:lnTo>
                  <a:lnTo>
                    <a:pt x="0" y="12482"/>
                  </a:lnTo>
                  <a:lnTo>
                    <a:pt x="593" y="9071"/>
                  </a:lnTo>
                  <a:lnTo>
                    <a:pt x="1415" y="9053"/>
                  </a:lnTo>
                  <a:lnTo>
                    <a:pt x="3719" y="6181"/>
                  </a:lnTo>
                  <a:lnTo>
                    <a:pt x="3958" y="227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h1903"/>
            <p:cNvSpPr/>
            <p:nvPr/>
          </p:nvSpPr>
          <p:spPr>
            <a:xfrm>
              <a:off x="2637041" y="2840228"/>
              <a:ext cx="31324" cy="21922"/>
            </a:xfrm>
            <a:custGeom>
              <a:avLst/>
              <a:pathLst>
                <a:path w="31324" h="21922">
                  <a:moveTo>
                    <a:pt x="23310" y="200"/>
                  </a:moveTo>
                  <a:lnTo>
                    <a:pt x="23712" y="2694"/>
                  </a:lnTo>
                  <a:lnTo>
                    <a:pt x="27214" y="6023"/>
                  </a:lnTo>
                  <a:lnTo>
                    <a:pt x="30492" y="6562"/>
                  </a:lnTo>
                  <a:lnTo>
                    <a:pt x="31324" y="8528"/>
                  </a:lnTo>
                  <a:lnTo>
                    <a:pt x="27857" y="11202"/>
                  </a:lnTo>
                  <a:lnTo>
                    <a:pt x="22401" y="12086"/>
                  </a:lnTo>
                  <a:lnTo>
                    <a:pt x="17492" y="14226"/>
                  </a:lnTo>
                  <a:lnTo>
                    <a:pt x="14176" y="13576"/>
                  </a:lnTo>
                  <a:lnTo>
                    <a:pt x="10418" y="14837"/>
                  </a:lnTo>
                  <a:lnTo>
                    <a:pt x="10430" y="17896"/>
                  </a:lnTo>
                  <a:lnTo>
                    <a:pt x="9024" y="17149"/>
                  </a:lnTo>
                  <a:lnTo>
                    <a:pt x="6784" y="18203"/>
                  </a:lnTo>
                  <a:lnTo>
                    <a:pt x="6333" y="20678"/>
                  </a:lnTo>
                  <a:lnTo>
                    <a:pt x="3794" y="21922"/>
                  </a:lnTo>
                  <a:lnTo>
                    <a:pt x="452" y="20407"/>
                  </a:lnTo>
                  <a:lnTo>
                    <a:pt x="0" y="19772"/>
                  </a:lnTo>
                  <a:lnTo>
                    <a:pt x="200" y="18686"/>
                  </a:lnTo>
                  <a:lnTo>
                    <a:pt x="3352" y="18570"/>
                  </a:lnTo>
                  <a:lnTo>
                    <a:pt x="6389" y="17255"/>
                  </a:lnTo>
                  <a:lnTo>
                    <a:pt x="8381" y="14673"/>
                  </a:lnTo>
                  <a:lnTo>
                    <a:pt x="11324" y="7864"/>
                  </a:lnTo>
                  <a:lnTo>
                    <a:pt x="2112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h1904"/>
            <p:cNvSpPr/>
            <p:nvPr/>
          </p:nvSpPr>
          <p:spPr>
            <a:xfrm>
              <a:off x="2703541" y="3076475"/>
              <a:ext cx="12029" cy="17850"/>
            </a:xfrm>
            <a:custGeom>
              <a:avLst/>
              <a:pathLst>
                <a:path w="12029" h="17850">
                  <a:moveTo>
                    <a:pt x="7904" y="2319"/>
                  </a:moveTo>
                  <a:lnTo>
                    <a:pt x="11603" y="2666"/>
                  </a:lnTo>
                  <a:lnTo>
                    <a:pt x="12029" y="7250"/>
                  </a:lnTo>
                  <a:lnTo>
                    <a:pt x="11348" y="7326"/>
                  </a:lnTo>
                  <a:lnTo>
                    <a:pt x="10387" y="9534"/>
                  </a:lnTo>
                  <a:lnTo>
                    <a:pt x="7745" y="10307"/>
                  </a:lnTo>
                  <a:lnTo>
                    <a:pt x="6385" y="12547"/>
                  </a:lnTo>
                  <a:lnTo>
                    <a:pt x="6157" y="14903"/>
                  </a:lnTo>
                  <a:lnTo>
                    <a:pt x="2201" y="17850"/>
                  </a:lnTo>
                  <a:lnTo>
                    <a:pt x="272" y="13861"/>
                  </a:lnTo>
                  <a:lnTo>
                    <a:pt x="0" y="486"/>
                  </a:lnTo>
                  <a:lnTo>
                    <a:pt x="171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h1905"/>
            <p:cNvSpPr/>
            <p:nvPr/>
          </p:nvSpPr>
          <p:spPr>
            <a:xfrm>
              <a:off x="2633097" y="3050707"/>
              <a:ext cx="22640" cy="34374"/>
            </a:xfrm>
            <a:custGeom>
              <a:avLst/>
              <a:pathLst>
                <a:path w="22640" h="34374">
                  <a:moveTo>
                    <a:pt x="19855" y="734"/>
                  </a:moveTo>
                  <a:lnTo>
                    <a:pt x="22640" y="2334"/>
                  </a:lnTo>
                  <a:lnTo>
                    <a:pt x="21584" y="4991"/>
                  </a:lnTo>
                  <a:lnTo>
                    <a:pt x="22451" y="10153"/>
                  </a:lnTo>
                  <a:lnTo>
                    <a:pt x="18856" y="11720"/>
                  </a:lnTo>
                  <a:lnTo>
                    <a:pt x="16819" y="19168"/>
                  </a:lnTo>
                  <a:lnTo>
                    <a:pt x="20216" y="21882"/>
                  </a:lnTo>
                  <a:lnTo>
                    <a:pt x="17873" y="23745"/>
                  </a:lnTo>
                  <a:lnTo>
                    <a:pt x="18134" y="26864"/>
                  </a:lnTo>
                  <a:lnTo>
                    <a:pt x="20009" y="30795"/>
                  </a:lnTo>
                  <a:lnTo>
                    <a:pt x="21621" y="31320"/>
                  </a:lnTo>
                  <a:lnTo>
                    <a:pt x="16161" y="33042"/>
                  </a:lnTo>
                  <a:lnTo>
                    <a:pt x="11511" y="34007"/>
                  </a:lnTo>
                  <a:lnTo>
                    <a:pt x="10385" y="34374"/>
                  </a:lnTo>
                  <a:lnTo>
                    <a:pt x="9418" y="32665"/>
                  </a:lnTo>
                  <a:lnTo>
                    <a:pt x="10908" y="27377"/>
                  </a:lnTo>
                  <a:lnTo>
                    <a:pt x="8706" y="21682"/>
                  </a:lnTo>
                  <a:lnTo>
                    <a:pt x="5571" y="16783"/>
                  </a:lnTo>
                  <a:lnTo>
                    <a:pt x="2127" y="16626"/>
                  </a:lnTo>
                  <a:lnTo>
                    <a:pt x="0" y="14702"/>
                  </a:lnTo>
                  <a:lnTo>
                    <a:pt x="2306" y="2937"/>
                  </a:lnTo>
                  <a:lnTo>
                    <a:pt x="4479" y="1926"/>
                  </a:lnTo>
                  <a:lnTo>
                    <a:pt x="9101" y="2988"/>
                  </a:lnTo>
                  <a:lnTo>
                    <a:pt x="13340" y="893"/>
                  </a:lnTo>
                  <a:lnTo>
                    <a:pt x="1476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h1906"/>
            <p:cNvSpPr/>
            <p:nvPr/>
          </p:nvSpPr>
          <p:spPr>
            <a:xfrm>
              <a:off x="2599444" y="3023171"/>
              <a:ext cx="18748" cy="29431"/>
            </a:xfrm>
            <a:custGeom>
              <a:avLst/>
              <a:pathLst>
                <a:path w="18748" h="29431">
                  <a:moveTo>
                    <a:pt x="4932" y="0"/>
                  </a:moveTo>
                  <a:lnTo>
                    <a:pt x="5717" y="957"/>
                  </a:lnTo>
                  <a:lnTo>
                    <a:pt x="13993" y="1712"/>
                  </a:lnTo>
                  <a:lnTo>
                    <a:pt x="14101" y="5612"/>
                  </a:lnTo>
                  <a:lnTo>
                    <a:pt x="12476" y="11225"/>
                  </a:lnTo>
                  <a:lnTo>
                    <a:pt x="13958" y="12950"/>
                  </a:lnTo>
                  <a:lnTo>
                    <a:pt x="13060" y="16120"/>
                  </a:lnTo>
                  <a:lnTo>
                    <a:pt x="16100" y="21746"/>
                  </a:lnTo>
                  <a:lnTo>
                    <a:pt x="18748" y="21747"/>
                  </a:lnTo>
                  <a:lnTo>
                    <a:pt x="17973" y="25804"/>
                  </a:lnTo>
                  <a:lnTo>
                    <a:pt x="13731" y="29431"/>
                  </a:lnTo>
                  <a:lnTo>
                    <a:pt x="6352" y="23949"/>
                  </a:lnTo>
                  <a:lnTo>
                    <a:pt x="3135" y="24696"/>
                  </a:lnTo>
                  <a:lnTo>
                    <a:pt x="2836" y="23064"/>
                  </a:lnTo>
                  <a:lnTo>
                    <a:pt x="4163" y="20062"/>
                  </a:lnTo>
                  <a:lnTo>
                    <a:pt x="2244" y="17990"/>
                  </a:lnTo>
                  <a:lnTo>
                    <a:pt x="3014" y="7615"/>
                  </a:lnTo>
                  <a:lnTo>
                    <a:pt x="4794" y="6874"/>
                  </a:lnTo>
                  <a:lnTo>
                    <a:pt x="7987" y="7404"/>
                  </a:lnTo>
                  <a:lnTo>
                    <a:pt x="9400" y="4938"/>
                  </a:lnTo>
                  <a:lnTo>
                    <a:pt x="8382" y="3163"/>
                  </a:lnTo>
                  <a:lnTo>
                    <a:pt x="2542" y="2860"/>
                  </a:lnTo>
                  <a:lnTo>
                    <a:pt x="1606" y="2015"/>
                  </a:lnTo>
                  <a:lnTo>
                    <a:pt x="0" y="74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h1907"/>
            <p:cNvSpPr/>
            <p:nvPr/>
          </p:nvSpPr>
          <p:spPr>
            <a:xfrm>
              <a:off x="2679398" y="3049488"/>
              <a:ext cx="48398" cy="34993"/>
            </a:xfrm>
            <a:custGeom>
              <a:avLst/>
              <a:pathLst>
                <a:path w="48398" h="34993">
                  <a:moveTo>
                    <a:pt x="48398" y="771"/>
                  </a:moveTo>
                  <a:lnTo>
                    <a:pt x="41597" y="6483"/>
                  </a:lnTo>
                  <a:lnTo>
                    <a:pt x="38798" y="9603"/>
                  </a:lnTo>
                  <a:lnTo>
                    <a:pt x="37142" y="10179"/>
                  </a:lnTo>
                  <a:lnTo>
                    <a:pt x="35764" y="13192"/>
                  </a:lnTo>
                  <a:lnTo>
                    <a:pt x="37575" y="17630"/>
                  </a:lnTo>
                  <a:lnTo>
                    <a:pt x="35806" y="20128"/>
                  </a:lnTo>
                  <a:lnTo>
                    <a:pt x="36857" y="20813"/>
                  </a:lnTo>
                  <a:lnTo>
                    <a:pt x="38902" y="25276"/>
                  </a:lnTo>
                  <a:lnTo>
                    <a:pt x="35823" y="25931"/>
                  </a:lnTo>
                  <a:lnTo>
                    <a:pt x="35175" y="24643"/>
                  </a:lnTo>
                  <a:lnTo>
                    <a:pt x="34248" y="24921"/>
                  </a:lnTo>
                  <a:lnTo>
                    <a:pt x="35746" y="29654"/>
                  </a:lnTo>
                  <a:lnTo>
                    <a:pt x="32047" y="29307"/>
                  </a:lnTo>
                  <a:lnTo>
                    <a:pt x="25860" y="26987"/>
                  </a:lnTo>
                  <a:lnTo>
                    <a:pt x="24143" y="27474"/>
                  </a:lnTo>
                  <a:lnTo>
                    <a:pt x="24330" y="25387"/>
                  </a:lnTo>
                  <a:lnTo>
                    <a:pt x="25632" y="25210"/>
                  </a:lnTo>
                  <a:lnTo>
                    <a:pt x="25726" y="24416"/>
                  </a:lnTo>
                  <a:lnTo>
                    <a:pt x="22121" y="23056"/>
                  </a:lnTo>
                  <a:lnTo>
                    <a:pt x="19064" y="23588"/>
                  </a:lnTo>
                  <a:lnTo>
                    <a:pt x="16946" y="24494"/>
                  </a:lnTo>
                  <a:lnTo>
                    <a:pt x="13623" y="31705"/>
                  </a:lnTo>
                  <a:lnTo>
                    <a:pt x="9064" y="34993"/>
                  </a:lnTo>
                  <a:lnTo>
                    <a:pt x="6300" y="34405"/>
                  </a:lnTo>
                  <a:lnTo>
                    <a:pt x="5471" y="30602"/>
                  </a:lnTo>
                  <a:lnTo>
                    <a:pt x="1505" y="22813"/>
                  </a:lnTo>
                  <a:lnTo>
                    <a:pt x="4471" y="20219"/>
                  </a:lnTo>
                  <a:lnTo>
                    <a:pt x="5343" y="17544"/>
                  </a:lnTo>
                  <a:lnTo>
                    <a:pt x="2452" y="17673"/>
                  </a:lnTo>
                  <a:lnTo>
                    <a:pt x="0" y="13914"/>
                  </a:lnTo>
                  <a:lnTo>
                    <a:pt x="5020" y="12053"/>
                  </a:lnTo>
                  <a:lnTo>
                    <a:pt x="8482" y="9240"/>
                  </a:lnTo>
                  <a:lnTo>
                    <a:pt x="10622" y="8883"/>
                  </a:lnTo>
                  <a:lnTo>
                    <a:pt x="13333" y="10520"/>
                  </a:lnTo>
                  <a:lnTo>
                    <a:pt x="13355" y="11134"/>
                  </a:lnTo>
                  <a:lnTo>
                    <a:pt x="10812" y="14082"/>
                  </a:lnTo>
                  <a:lnTo>
                    <a:pt x="9739" y="17569"/>
                  </a:lnTo>
                  <a:lnTo>
                    <a:pt x="12224" y="20311"/>
                  </a:lnTo>
                  <a:lnTo>
                    <a:pt x="13865" y="20802"/>
                  </a:lnTo>
                  <a:lnTo>
                    <a:pt x="20570" y="15547"/>
                  </a:lnTo>
                  <a:lnTo>
                    <a:pt x="20408" y="14344"/>
                  </a:lnTo>
                  <a:lnTo>
                    <a:pt x="15605" y="10572"/>
                  </a:lnTo>
                  <a:lnTo>
                    <a:pt x="14670" y="7247"/>
                  </a:lnTo>
                  <a:lnTo>
                    <a:pt x="15789" y="5961"/>
                  </a:lnTo>
                  <a:lnTo>
                    <a:pt x="16599" y="6374"/>
                  </a:lnTo>
                  <a:lnTo>
                    <a:pt x="20465" y="9669"/>
                  </a:lnTo>
                  <a:lnTo>
                    <a:pt x="20758" y="13270"/>
                  </a:lnTo>
                  <a:lnTo>
                    <a:pt x="21691" y="14241"/>
                  </a:lnTo>
                  <a:lnTo>
                    <a:pt x="23264" y="14430"/>
                  </a:lnTo>
                  <a:lnTo>
                    <a:pt x="31804" y="6464"/>
                  </a:lnTo>
                  <a:lnTo>
                    <a:pt x="33220" y="2715"/>
                  </a:lnTo>
                  <a:lnTo>
                    <a:pt x="37202" y="3937"/>
                  </a:lnTo>
                  <a:lnTo>
                    <a:pt x="40346" y="1499"/>
                  </a:lnTo>
                  <a:lnTo>
                    <a:pt x="43117" y="2558"/>
                  </a:lnTo>
                  <a:lnTo>
                    <a:pt x="4500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h1908"/>
            <p:cNvSpPr/>
            <p:nvPr/>
          </p:nvSpPr>
          <p:spPr>
            <a:xfrm>
              <a:off x="2604256" y="3130281"/>
              <a:ext cx="5742" cy="5835"/>
            </a:xfrm>
            <a:custGeom>
              <a:avLst/>
              <a:pathLst>
                <a:path w="5742" h="5835">
                  <a:moveTo>
                    <a:pt x="2424" y="4790"/>
                  </a:moveTo>
                  <a:lnTo>
                    <a:pt x="1768" y="5835"/>
                  </a:lnTo>
                  <a:lnTo>
                    <a:pt x="131" y="3243"/>
                  </a:lnTo>
                  <a:lnTo>
                    <a:pt x="0" y="277"/>
                  </a:lnTo>
                  <a:lnTo>
                    <a:pt x="1233" y="0"/>
                  </a:lnTo>
                  <a:lnTo>
                    <a:pt x="3476" y="6"/>
                  </a:lnTo>
                  <a:lnTo>
                    <a:pt x="5742" y="383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h1909"/>
            <p:cNvSpPr/>
            <p:nvPr/>
          </p:nvSpPr>
          <p:spPr>
            <a:xfrm>
              <a:off x="2595381" y="3109961"/>
              <a:ext cx="16817" cy="17539"/>
            </a:xfrm>
            <a:custGeom>
              <a:avLst/>
              <a:pathLst>
                <a:path w="16817" h="17539">
                  <a:moveTo>
                    <a:pt x="16817" y="3982"/>
                  </a:moveTo>
                  <a:lnTo>
                    <a:pt x="16627" y="6508"/>
                  </a:lnTo>
                  <a:lnTo>
                    <a:pt x="14949" y="8364"/>
                  </a:lnTo>
                  <a:lnTo>
                    <a:pt x="9430" y="8753"/>
                  </a:lnTo>
                  <a:lnTo>
                    <a:pt x="2349" y="11668"/>
                  </a:lnTo>
                  <a:lnTo>
                    <a:pt x="2977" y="12791"/>
                  </a:lnTo>
                  <a:lnTo>
                    <a:pt x="4982" y="12577"/>
                  </a:lnTo>
                  <a:lnTo>
                    <a:pt x="6879" y="11227"/>
                  </a:lnTo>
                  <a:lnTo>
                    <a:pt x="8397" y="11779"/>
                  </a:lnTo>
                  <a:lnTo>
                    <a:pt x="7545" y="17362"/>
                  </a:lnTo>
                  <a:lnTo>
                    <a:pt x="4379" y="17539"/>
                  </a:lnTo>
                  <a:lnTo>
                    <a:pt x="2372" y="15755"/>
                  </a:lnTo>
                  <a:lnTo>
                    <a:pt x="1611" y="12539"/>
                  </a:lnTo>
                  <a:lnTo>
                    <a:pt x="2235" y="8678"/>
                  </a:lnTo>
                  <a:lnTo>
                    <a:pt x="510" y="6792"/>
                  </a:lnTo>
                  <a:lnTo>
                    <a:pt x="0" y="5412"/>
                  </a:lnTo>
                  <a:lnTo>
                    <a:pt x="4694" y="0"/>
                  </a:lnTo>
                  <a:lnTo>
                    <a:pt x="6612" y="1200"/>
                  </a:lnTo>
                  <a:lnTo>
                    <a:pt x="8153" y="263"/>
                  </a:lnTo>
                  <a:lnTo>
                    <a:pt x="10658" y="3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h1910"/>
            <p:cNvSpPr/>
            <p:nvPr/>
          </p:nvSpPr>
          <p:spPr>
            <a:xfrm>
              <a:off x="2659194" y="3009912"/>
              <a:ext cx="17506" cy="22187"/>
            </a:xfrm>
            <a:custGeom>
              <a:avLst/>
              <a:pathLst>
                <a:path w="17506" h="22187">
                  <a:moveTo>
                    <a:pt x="9015" y="942"/>
                  </a:moveTo>
                  <a:lnTo>
                    <a:pt x="8539" y="2535"/>
                  </a:lnTo>
                  <a:lnTo>
                    <a:pt x="15049" y="7070"/>
                  </a:lnTo>
                  <a:lnTo>
                    <a:pt x="14344" y="8432"/>
                  </a:lnTo>
                  <a:lnTo>
                    <a:pt x="17506" y="11278"/>
                  </a:lnTo>
                  <a:lnTo>
                    <a:pt x="16865" y="14691"/>
                  </a:lnTo>
                  <a:lnTo>
                    <a:pt x="16329" y="15388"/>
                  </a:lnTo>
                  <a:lnTo>
                    <a:pt x="10284" y="17215"/>
                  </a:lnTo>
                  <a:lnTo>
                    <a:pt x="7509" y="22187"/>
                  </a:lnTo>
                  <a:lnTo>
                    <a:pt x="2509" y="20709"/>
                  </a:lnTo>
                  <a:lnTo>
                    <a:pt x="3830" y="17786"/>
                  </a:lnTo>
                  <a:lnTo>
                    <a:pt x="271" y="15281"/>
                  </a:lnTo>
                  <a:lnTo>
                    <a:pt x="0" y="12521"/>
                  </a:lnTo>
                  <a:lnTo>
                    <a:pt x="1662" y="7198"/>
                  </a:lnTo>
                  <a:lnTo>
                    <a:pt x="2771" y="8121"/>
                  </a:lnTo>
                  <a:lnTo>
                    <a:pt x="5194" y="4574"/>
                  </a:lnTo>
                  <a:lnTo>
                    <a:pt x="6179" y="251"/>
                  </a:lnTo>
                  <a:lnTo>
                    <a:pt x="615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h1911"/>
            <p:cNvSpPr/>
            <p:nvPr/>
          </p:nvSpPr>
          <p:spPr>
            <a:xfrm>
              <a:off x="2643601" y="2894616"/>
              <a:ext cx="29948" cy="26837"/>
            </a:xfrm>
            <a:custGeom>
              <a:avLst/>
              <a:pathLst>
                <a:path w="29948" h="26837">
                  <a:moveTo>
                    <a:pt x="9621" y="449"/>
                  </a:moveTo>
                  <a:lnTo>
                    <a:pt x="9885" y="1766"/>
                  </a:lnTo>
                  <a:lnTo>
                    <a:pt x="8777" y="4982"/>
                  </a:lnTo>
                  <a:lnTo>
                    <a:pt x="10323" y="7606"/>
                  </a:lnTo>
                  <a:lnTo>
                    <a:pt x="13354" y="7026"/>
                  </a:lnTo>
                  <a:lnTo>
                    <a:pt x="17966" y="3075"/>
                  </a:lnTo>
                  <a:lnTo>
                    <a:pt x="20155" y="3654"/>
                  </a:lnTo>
                  <a:lnTo>
                    <a:pt x="20026" y="5542"/>
                  </a:lnTo>
                  <a:lnTo>
                    <a:pt x="26804" y="1959"/>
                  </a:lnTo>
                  <a:lnTo>
                    <a:pt x="29188" y="1322"/>
                  </a:lnTo>
                  <a:lnTo>
                    <a:pt x="29948" y="1888"/>
                  </a:lnTo>
                  <a:lnTo>
                    <a:pt x="26793" y="6910"/>
                  </a:lnTo>
                  <a:lnTo>
                    <a:pt x="26656" y="12719"/>
                  </a:lnTo>
                  <a:lnTo>
                    <a:pt x="25948" y="13392"/>
                  </a:lnTo>
                  <a:lnTo>
                    <a:pt x="21739" y="14849"/>
                  </a:lnTo>
                  <a:lnTo>
                    <a:pt x="19160" y="19128"/>
                  </a:lnTo>
                  <a:lnTo>
                    <a:pt x="16966" y="25359"/>
                  </a:lnTo>
                  <a:lnTo>
                    <a:pt x="14943" y="25687"/>
                  </a:lnTo>
                  <a:lnTo>
                    <a:pt x="12686" y="26837"/>
                  </a:lnTo>
                  <a:lnTo>
                    <a:pt x="8955" y="24942"/>
                  </a:lnTo>
                  <a:lnTo>
                    <a:pt x="8587" y="22682"/>
                  </a:lnTo>
                  <a:lnTo>
                    <a:pt x="7243" y="22353"/>
                  </a:lnTo>
                  <a:lnTo>
                    <a:pt x="7357" y="20036"/>
                  </a:lnTo>
                  <a:lnTo>
                    <a:pt x="5840" y="16231"/>
                  </a:lnTo>
                  <a:lnTo>
                    <a:pt x="0" y="9682"/>
                  </a:lnTo>
                  <a:lnTo>
                    <a:pt x="2117" y="9020"/>
                  </a:lnTo>
                  <a:lnTo>
                    <a:pt x="4658" y="6943"/>
                  </a:lnTo>
                  <a:lnTo>
                    <a:pt x="6034" y="3797"/>
                  </a:lnTo>
                  <a:lnTo>
                    <a:pt x="6975" y="3047"/>
                  </a:lnTo>
                  <a:lnTo>
                    <a:pt x="6841" y="664"/>
                  </a:lnTo>
                  <a:lnTo>
                    <a:pt x="753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h1912"/>
            <p:cNvSpPr/>
            <p:nvPr/>
          </p:nvSpPr>
          <p:spPr>
            <a:xfrm>
              <a:off x="2694448" y="2971592"/>
              <a:ext cx="32562" cy="27652"/>
            </a:xfrm>
            <a:custGeom>
              <a:avLst/>
              <a:pathLst>
                <a:path w="32562" h="27652">
                  <a:moveTo>
                    <a:pt x="10386" y="2953"/>
                  </a:moveTo>
                  <a:lnTo>
                    <a:pt x="8008" y="3788"/>
                  </a:lnTo>
                  <a:lnTo>
                    <a:pt x="8266" y="5337"/>
                  </a:lnTo>
                  <a:lnTo>
                    <a:pt x="11185" y="4493"/>
                  </a:lnTo>
                  <a:lnTo>
                    <a:pt x="11409" y="3773"/>
                  </a:lnTo>
                  <a:lnTo>
                    <a:pt x="13382" y="4258"/>
                  </a:lnTo>
                  <a:lnTo>
                    <a:pt x="13559" y="5032"/>
                  </a:lnTo>
                  <a:lnTo>
                    <a:pt x="11593" y="6636"/>
                  </a:lnTo>
                  <a:lnTo>
                    <a:pt x="13986" y="8617"/>
                  </a:lnTo>
                  <a:lnTo>
                    <a:pt x="18227" y="8902"/>
                  </a:lnTo>
                  <a:lnTo>
                    <a:pt x="19327" y="7125"/>
                  </a:lnTo>
                  <a:lnTo>
                    <a:pt x="23208" y="9313"/>
                  </a:lnTo>
                  <a:lnTo>
                    <a:pt x="26233" y="10246"/>
                  </a:lnTo>
                  <a:lnTo>
                    <a:pt x="28877" y="9320"/>
                  </a:lnTo>
                  <a:lnTo>
                    <a:pt x="30038" y="8168"/>
                  </a:lnTo>
                  <a:lnTo>
                    <a:pt x="32562" y="10529"/>
                  </a:lnTo>
                  <a:lnTo>
                    <a:pt x="31624" y="11793"/>
                  </a:lnTo>
                  <a:lnTo>
                    <a:pt x="31898" y="14095"/>
                  </a:lnTo>
                  <a:lnTo>
                    <a:pt x="28361" y="17696"/>
                  </a:lnTo>
                  <a:lnTo>
                    <a:pt x="25318" y="19706"/>
                  </a:lnTo>
                  <a:lnTo>
                    <a:pt x="24496" y="23762"/>
                  </a:lnTo>
                  <a:lnTo>
                    <a:pt x="24967" y="27652"/>
                  </a:lnTo>
                  <a:lnTo>
                    <a:pt x="19910" y="27227"/>
                  </a:lnTo>
                  <a:lnTo>
                    <a:pt x="9942" y="24927"/>
                  </a:lnTo>
                  <a:lnTo>
                    <a:pt x="2769" y="22180"/>
                  </a:lnTo>
                  <a:lnTo>
                    <a:pt x="376" y="20092"/>
                  </a:lnTo>
                  <a:lnTo>
                    <a:pt x="0" y="16928"/>
                  </a:lnTo>
                  <a:lnTo>
                    <a:pt x="514" y="14904"/>
                  </a:lnTo>
                  <a:lnTo>
                    <a:pt x="6620" y="973"/>
                  </a:lnTo>
                  <a:lnTo>
                    <a:pt x="879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h1913"/>
            <p:cNvSpPr/>
            <p:nvPr/>
          </p:nvSpPr>
          <p:spPr>
            <a:xfrm>
              <a:off x="2628280" y="3006536"/>
              <a:ext cx="20804" cy="20991"/>
            </a:xfrm>
            <a:custGeom>
              <a:avLst/>
              <a:pathLst>
                <a:path w="20804" h="20991">
                  <a:moveTo>
                    <a:pt x="12561" y="0"/>
                  </a:moveTo>
                  <a:lnTo>
                    <a:pt x="14383" y="1697"/>
                  </a:lnTo>
                  <a:lnTo>
                    <a:pt x="16656" y="4872"/>
                  </a:lnTo>
                  <a:lnTo>
                    <a:pt x="17127" y="5930"/>
                  </a:lnTo>
                  <a:lnTo>
                    <a:pt x="16299" y="7118"/>
                  </a:lnTo>
                  <a:lnTo>
                    <a:pt x="18813" y="8108"/>
                  </a:lnTo>
                  <a:lnTo>
                    <a:pt x="20804" y="11980"/>
                  </a:lnTo>
                  <a:lnTo>
                    <a:pt x="20467" y="13027"/>
                  </a:lnTo>
                  <a:lnTo>
                    <a:pt x="19838" y="16859"/>
                  </a:lnTo>
                  <a:lnTo>
                    <a:pt x="17022" y="20991"/>
                  </a:lnTo>
                  <a:lnTo>
                    <a:pt x="8376" y="19609"/>
                  </a:lnTo>
                  <a:lnTo>
                    <a:pt x="5372" y="18109"/>
                  </a:lnTo>
                  <a:lnTo>
                    <a:pt x="5256" y="16649"/>
                  </a:lnTo>
                  <a:lnTo>
                    <a:pt x="6817" y="15674"/>
                  </a:lnTo>
                  <a:lnTo>
                    <a:pt x="6543" y="14287"/>
                  </a:lnTo>
                  <a:lnTo>
                    <a:pt x="0" y="10860"/>
                  </a:lnTo>
                  <a:lnTo>
                    <a:pt x="2774" y="10383"/>
                  </a:lnTo>
                  <a:lnTo>
                    <a:pt x="13058" y="5086"/>
                  </a:lnTo>
                  <a:lnTo>
                    <a:pt x="13561" y="3080"/>
                  </a:lnTo>
                  <a:lnTo>
                    <a:pt x="12012" y="17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h1914"/>
            <p:cNvSpPr/>
            <p:nvPr/>
          </p:nvSpPr>
          <p:spPr>
            <a:xfrm>
              <a:off x="2648748" y="3015323"/>
              <a:ext cx="6113" cy="5256"/>
            </a:xfrm>
            <a:custGeom>
              <a:avLst/>
              <a:pathLst>
                <a:path w="6113" h="5256">
                  <a:moveTo>
                    <a:pt x="6113" y="1329"/>
                  </a:moveTo>
                  <a:lnTo>
                    <a:pt x="4213" y="5256"/>
                  </a:lnTo>
                  <a:lnTo>
                    <a:pt x="0" y="4241"/>
                  </a:lnTo>
                  <a:lnTo>
                    <a:pt x="336" y="3194"/>
                  </a:lnTo>
                  <a:lnTo>
                    <a:pt x="2505" y="695"/>
                  </a:lnTo>
                  <a:lnTo>
                    <a:pt x="420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h1915"/>
            <p:cNvSpPr/>
            <p:nvPr/>
          </p:nvSpPr>
          <p:spPr>
            <a:xfrm>
              <a:off x="2592592" y="3025186"/>
              <a:ext cx="16251" cy="18104"/>
            </a:xfrm>
            <a:custGeom>
              <a:avLst/>
              <a:pathLst>
                <a:path w="16251" h="18104">
                  <a:moveTo>
                    <a:pt x="9394" y="845"/>
                  </a:moveTo>
                  <a:lnTo>
                    <a:pt x="15233" y="1148"/>
                  </a:lnTo>
                  <a:lnTo>
                    <a:pt x="16251" y="2923"/>
                  </a:lnTo>
                  <a:lnTo>
                    <a:pt x="14839" y="5389"/>
                  </a:lnTo>
                  <a:lnTo>
                    <a:pt x="11645" y="4859"/>
                  </a:lnTo>
                  <a:lnTo>
                    <a:pt x="9866" y="5600"/>
                  </a:lnTo>
                  <a:lnTo>
                    <a:pt x="9095" y="15974"/>
                  </a:lnTo>
                  <a:lnTo>
                    <a:pt x="8480" y="17268"/>
                  </a:lnTo>
                  <a:lnTo>
                    <a:pt x="1227" y="18104"/>
                  </a:lnTo>
                  <a:lnTo>
                    <a:pt x="316" y="11638"/>
                  </a:lnTo>
                  <a:lnTo>
                    <a:pt x="439" y="9952"/>
                  </a:lnTo>
                  <a:lnTo>
                    <a:pt x="1687" y="8821"/>
                  </a:lnTo>
                  <a:lnTo>
                    <a:pt x="0" y="6242"/>
                  </a:lnTo>
                  <a:lnTo>
                    <a:pt x="1873" y="4314"/>
                  </a:lnTo>
                  <a:lnTo>
                    <a:pt x="5942" y="3559"/>
                  </a:lnTo>
                  <a:lnTo>
                    <a:pt x="845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h1916"/>
            <p:cNvSpPr/>
            <p:nvPr/>
          </p:nvSpPr>
          <p:spPr>
            <a:xfrm>
              <a:off x="2663628" y="2885670"/>
              <a:ext cx="14201" cy="14488"/>
            </a:xfrm>
            <a:custGeom>
              <a:avLst/>
              <a:pathLst>
                <a:path w="14201" h="14488">
                  <a:moveTo>
                    <a:pt x="13652" y="1335"/>
                  </a:moveTo>
                  <a:lnTo>
                    <a:pt x="14201" y="8237"/>
                  </a:lnTo>
                  <a:lnTo>
                    <a:pt x="13021" y="9342"/>
                  </a:lnTo>
                  <a:lnTo>
                    <a:pt x="9921" y="10834"/>
                  </a:lnTo>
                  <a:lnTo>
                    <a:pt x="9162" y="10268"/>
                  </a:lnTo>
                  <a:lnTo>
                    <a:pt x="6777" y="10905"/>
                  </a:lnTo>
                  <a:lnTo>
                    <a:pt x="0" y="14488"/>
                  </a:lnTo>
                  <a:lnTo>
                    <a:pt x="128" y="12600"/>
                  </a:lnTo>
                  <a:lnTo>
                    <a:pt x="2497" y="12634"/>
                  </a:lnTo>
                  <a:lnTo>
                    <a:pt x="7988" y="285"/>
                  </a:lnTo>
                  <a:lnTo>
                    <a:pt x="10185" y="607"/>
                  </a:lnTo>
                  <a:lnTo>
                    <a:pt x="1234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h1917"/>
            <p:cNvSpPr/>
            <p:nvPr/>
          </p:nvSpPr>
          <p:spPr>
            <a:xfrm>
              <a:off x="2653692" y="3030621"/>
              <a:ext cx="16490" cy="21179"/>
            </a:xfrm>
            <a:custGeom>
              <a:avLst/>
              <a:pathLst>
                <a:path w="16490" h="21179">
                  <a:moveTo>
                    <a:pt x="13011" y="1477"/>
                  </a:moveTo>
                  <a:lnTo>
                    <a:pt x="11662" y="4985"/>
                  </a:lnTo>
                  <a:lnTo>
                    <a:pt x="14672" y="5655"/>
                  </a:lnTo>
                  <a:lnTo>
                    <a:pt x="16321" y="6682"/>
                  </a:lnTo>
                  <a:lnTo>
                    <a:pt x="16490" y="7575"/>
                  </a:lnTo>
                  <a:lnTo>
                    <a:pt x="15613" y="13039"/>
                  </a:lnTo>
                  <a:lnTo>
                    <a:pt x="15068" y="14469"/>
                  </a:lnTo>
                  <a:lnTo>
                    <a:pt x="13591" y="14091"/>
                  </a:lnTo>
                  <a:lnTo>
                    <a:pt x="11351" y="21179"/>
                  </a:lnTo>
                  <a:lnTo>
                    <a:pt x="8259" y="20056"/>
                  </a:lnTo>
                  <a:lnTo>
                    <a:pt x="5899" y="19239"/>
                  </a:lnTo>
                  <a:lnTo>
                    <a:pt x="3894" y="16995"/>
                  </a:lnTo>
                  <a:lnTo>
                    <a:pt x="6102" y="15978"/>
                  </a:lnTo>
                  <a:lnTo>
                    <a:pt x="6007" y="14811"/>
                  </a:lnTo>
                  <a:lnTo>
                    <a:pt x="4101" y="13937"/>
                  </a:lnTo>
                  <a:lnTo>
                    <a:pt x="560" y="14424"/>
                  </a:lnTo>
                  <a:lnTo>
                    <a:pt x="0" y="13703"/>
                  </a:lnTo>
                  <a:lnTo>
                    <a:pt x="1736" y="10219"/>
                  </a:lnTo>
                  <a:lnTo>
                    <a:pt x="2241" y="7106"/>
                  </a:lnTo>
                  <a:lnTo>
                    <a:pt x="4401" y="6193"/>
                  </a:lnTo>
                  <a:lnTo>
                    <a:pt x="6301" y="4907"/>
                  </a:lnTo>
                  <a:lnTo>
                    <a:pt x="801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h1918"/>
            <p:cNvSpPr/>
            <p:nvPr/>
          </p:nvSpPr>
          <p:spPr>
            <a:xfrm>
              <a:off x="2548924" y="3092111"/>
              <a:ext cx="5657" cy="3650"/>
            </a:xfrm>
            <a:custGeom>
              <a:avLst/>
              <a:pathLst>
                <a:path w="5657" h="3650">
                  <a:moveTo>
                    <a:pt x="4302" y="3345"/>
                  </a:moveTo>
                  <a:lnTo>
                    <a:pt x="2399" y="3650"/>
                  </a:lnTo>
                  <a:lnTo>
                    <a:pt x="1886" y="3027"/>
                  </a:lnTo>
                  <a:lnTo>
                    <a:pt x="0" y="1290"/>
                  </a:lnTo>
                  <a:lnTo>
                    <a:pt x="2698" y="0"/>
                  </a:lnTo>
                  <a:lnTo>
                    <a:pt x="5657" y="94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h1919"/>
            <p:cNvSpPr/>
            <p:nvPr/>
          </p:nvSpPr>
          <p:spPr>
            <a:xfrm>
              <a:off x="2547933" y="3072255"/>
              <a:ext cx="16851" cy="17042"/>
            </a:xfrm>
            <a:custGeom>
              <a:avLst/>
              <a:pathLst>
                <a:path w="16851" h="17042">
                  <a:moveTo>
                    <a:pt x="7642" y="2022"/>
                  </a:moveTo>
                  <a:lnTo>
                    <a:pt x="9944" y="4821"/>
                  </a:lnTo>
                  <a:lnTo>
                    <a:pt x="11736" y="4444"/>
                  </a:lnTo>
                  <a:lnTo>
                    <a:pt x="16851" y="12792"/>
                  </a:lnTo>
                  <a:lnTo>
                    <a:pt x="11674" y="17042"/>
                  </a:lnTo>
                  <a:lnTo>
                    <a:pt x="4976" y="9895"/>
                  </a:lnTo>
                  <a:lnTo>
                    <a:pt x="3463" y="10391"/>
                  </a:lnTo>
                  <a:lnTo>
                    <a:pt x="2928" y="13780"/>
                  </a:lnTo>
                  <a:lnTo>
                    <a:pt x="1381" y="12868"/>
                  </a:lnTo>
                  <a:lnTo>
                    <a:pt x="1606" y="9006"/>
                  </a:lnTo>
                  <a:lnTo>
                    <a:pt x="940" y="7791"/>
                  </a:lnTo>
                  <a:lnTo>
                    <a:pt x="8" y="7841"/>
                  </a:lnTo>
                  <a:lnTo>
                    <a:pt x="0" y="4084"/>
                  </a:lnTo>
                  <a:lnTo>
                    <a:pt x="3858" y="1388"/>
                  </a:lnTo>
                  <a:lnTo>
                    <a:pt x="440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h1920"/>
            <p:cNvSpPr/>
            <p:nvPr/>
          </p:nvSpPr>
          <p:spPr>
            <a:xfrm>
              <a:off x="2647094" y="3014645"/>
              <a:ext cx="4159" cy="3871"/>
            </a:xfrm>
            <a:custGeom>
              <a:avLst/>
              <a:pathLst>
                <a:path w="4159" h="3871">
                  <a:moveTo>
                    <a:pt x="4159" y="1372"/>
                  </a:moveTo>
                  <a:lnTo>
                    <a:pt x="1990" y="38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h1921"/>
            <p:cNvSpPr/>
            <p:nvPr/>
          </p:nvSpPr>
          <p:spPr>
            <a:xfrm>
              <a:off x="2741483" y="3075104"/>
              <a:ext cx="28486" cy="23377"/>
            </a:xfrm>
            <a:custGeom>
              <a:avLst/>
              <a:pathLst>
                <a:path w="28486" h="23377">
                  <a:moveTo>
                    <a:pt x="23722" y="0"/>
                  </a:moveTo>
                  <a:lnTo>
                    <a:pt x="26579" y="2361"/>
                  </a:lnTo>
                  <a:lnTo>
                    <a:pt x="28486" y="5762"/>
                  </a:lnTo>
                  <a:lnTo>
                    <a:pt x="27535" y="10009"/>
                  </a:lnTo>
                  <a:lnTo>
                    <a:pt x="25384" y="10286"/>
                  </a:lnTo>
                  <a:lnTo>
                    <a:pt x="23953" y="9176"/>
                  </a:lnTo>
                  <a:lnTo>
                    <a:pt x="22268" y="10163"/>
                  </a:lnTo>
                  <a:lnTo>
                    <a:pt x="21325" y="13564"/>
                  </a:lnTo>
                  <a:lnTo>
                    <a:pt x="21894" y="14846"/>
                  </a:lnTo>
                  <a:lnTo>
                    <a:pt x="21592" y="17082"/>
                  </a:lnTo>
                  <a:lnTo>
                    <a:pt x="19776" y="17296"/>
                  </a:lnTo>
                  <a:lnTo>
                    <a:pt x="18716" y="19896"/>
                  </a:lnTo>
                  <a:lnTo>
                    <a:pt x="18236" y="19491"/>
                  </a:lnTo>
                  <a:lnTo>
                    <a:pt x="13329" y="18223"/>
                  </a:lnTo>
                  <a:lnTo>
                    <a:pt x="11610" y="18796"/>
                  </a:lnTo>
                  <a:lnTo>
                    <a:pt x="10530" y="21397"/>
                  </a:lnTo>
                  <a:lnTo>
                    <a:pt x="8779" y="23377"/>
                  </a:lnTo>
                  <a:lnTo>
                    <a:pt x="8676" y="22515"/>
                  </a:lnTo>
                  <a:lnTo>
                    <a:pt x="0" y="16014"/>
                  </a:lnTo>
                  <a:lnTo>
                    <a:pt x="3533" y="9691"/>
                  </a:lnTo>
                  <a:lnTo>
                    <a:pt x="5419" y="12277"/>
                  </a:lnTo>
                  <a:lnTo>
                    <a:pt x="8871" y="12869"/>
                  </a:lnTo>
                  <a:lnTo>
                    <a:pt x="10690" y="11340"/>
                  </a:lnTo>
                  <a:lnTo>
                    <a:pt x="13053" y="7552"/>
                  </a:lnTo>
                  <a:lnTo>
                    <a:pt x="15487" y="8615"/>
                  </a:lnTo>
                  <a:lnTo>
                    <a:pt x="17952" y="6517"/>
                  </a:lnTo>
                  <a:lnTo>
                    <a:pt x="19473" y="278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h1922"/>
            <p:cNvSpPr/>
            <p:nvPr/>
          </p:nvSpPr>
          <p:spPr>
            <a:xfrm>
              <a:off x="2668641" y="2919716"/>
              <a:ext cx="24874" cy="29147"/>
            </a:xfrm>
            <a:custGeom>
              <a:avLst/>
              <a:pathLst>
                <a:path w="24874" h="29147">
                  <a:moveTo>
                    <a:pt x="21640" y="434"/>
                  </a:moveTo>
                  <a:lnTo>
                    <a:pt x="22300" y="5403"/>
                  </a:lnTo>
                  <a:lnTo>
                    <a:pt x="24874" y="7590"/>
                  </a:lnTo>
                  <a:lnTo>
                    <a:pt x="22484" y="13629"/>
                  </a:lnTo>
                  <a:lnTo>
                    <a:pt x="22226" y="22105"/>
                  </a:lnTo>
                  <a:lnTo>
                    <a:pt x="19173" y="22127"/>
                  </a:lnTo>
                  <a:lnTo>
                    <a:pt x="18341" y="21024"/>
                  </a:lnTo>
                  <a:lnTo>
                    <a:pt x="15546" y="25090"/>
                  </a:lnTo>
                  <a:lnTo>
                    <a:pt x="16920" y="26513"/>
                  </a:lnTo>
                  <a:lnTo>
                    <a:pt x="16679" y="28177"/>
                  </a:lnTo>
                  <a:lnTo>
                    <a:pt x="15250" y="29147"/>
                  </a:lnTo>
                  <a:lnTo>
                    <a:pt x="14486" y="27928"/>
                  </a:lnTo>
                  <a:lnTo>
                    <a:pt x="15717" y="26697"/>
                  </a:lnTo>
                  <a:lnTo>
                    <a:pt x="13429" y="23348"/>
                  </a:lnTo>
                  <a:lnTo>
                    <a:pt x="11858" y="22683"/>
                  </a:lnTo>
                  <a:lnTo>
                    <a:pt x="8625" y="24067"/>
                  </a:lnTo>
                  <a:lnTo>
                    <a:pt x="7560" y="21167"/>
                  </a:lnTo>
                  <a:lnTo>
                    <a:pt x="8892" y="20340"/>
                  </a:lnTo>
                  <a:lnTo>
                    <a:pt x="7835" y="17472"/>
                  </a:lnTo>
                  <a:lnTo>
                    <a:pt x="5632" y="15381"/>
                  </a:lnTo>
                  <a:lnTo>
                    <a:pt x="296" y="12875"/>
                  </a:lnTo>
                  <a:lnTo>
                    <a:pt x="0" y="10635"/>
                  </a:lnTo>
                  <a:lnTo>
                    <a:pt x="4542" y="8218"/>
                  </a:lnTo>
                  <a:lnTo>
                    <a:pt x="7755" y="8129"/>
                  </a:lnTo>
                  <a:lnTo>
                    <a:pt x="9429" y="3314"/>
                  </a:lnTo>
                  <a:lnTo>
                    <a:pt x="10612" y="2326"/>
                  </a:lnTo>
                  <a:lnTo>
                    <a:pt x="10910" y="8457"/>
                  </a:lnTo>
                  <a:lnTo>
                    <a:pt x="15290" y="3668"/>
                  </a:lnTo>
                  <a:lnTo>
                    <a:pt x="2058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h1923"/>
            <p:cNvSpPr/>
            <p:nvPr/>
          </p:nvSpPr>
          <p:spPr>
            <a:xfrm>
              <a:off x="2581782" y="2989049"/>
              <a:ext cx="7585" cy="4214"/>
            </a:xfrm>
            <a:custGeom>
              <a:avLst/>
              <a:pathLst>
                <a:path w="7585" h="4214">
                  <a:moveTo>
                    <a:pt x="4802" y="0"/>
                  </a:moveTo>
                  <a:lnTo>
                    <a:pt x="7288" y="1370"/>
                  </a:lnTo>
                  <a:lnTo>
                    <a:pt x="7585" y="3668"/>
                  </a:lnTo>
                  <a:lnTo>
                    <a:pt x="6269" y="4214"/>
                  </a:lnTo>
                  <a:lnTo>
                    <a:pt x="2646" y="3277"/>
                  </a:lnTo>
                  <a:lnTo>
                    <a:pt x="0" y="39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h1924"/>
            <p:cNvSpPr/>
            <p:nvPr/>
          </p:nvSpPr>
          <p:spPr>
            <a:xfrm>
              <a:off x="2752130" y="3054791"/>
              <a:ext cx="17644" cy="12196"/>
            </a:xfrm>
            <a:custGeom>
              <a:avLst/>
              <a:pathLst>
                <a:path w="17644" h="12196">
                  <a:moveTo>
                    <a:pt x="13974" y="3334"/>
                  </a:moveTo>
                  <a:lnTo>
                    <a:pt x="14784" y="2991"/>
                  </a:lnTo>
                  <a:lnTo>
                    <a:pt x="14717" y="4338"/>
                  </a:lnTo>
                  <a:lnTo>
                    <a:pt x="17141" y="5351"/>
                  </a:lnTo>
                  <a:lnTo>
                    <a:pt x="17644" y="6763"/>
                  </a:lnTo>
                  <a:lnTo>
                    <a:pt x="15382" y="8093"/>
                  </a:lnTo>
                  <a:lnTo>
                    <a:pt x="13844" y="8364"/>
                  </a:lnTo>
                  <a:lnTo>
                    <a:pt x="10655" y="7020"/>
                  </a:lnTo>
                  <a:lnTo>
                    <a:pt x="8260" y="10533"/>
                  </a:lnTo>
                  <a:lnTo>
                    <a:pt x="5761" y="12196"/>
                  </a:lnTo>
                  <a:lnTo>
                    <a:pt x="455" y="5755"/>
                  </a:lnTo>
                  <a:lnTo>
                    <a:pt x="0" y="3198"/>
                  </a:lnTo>
                  <a:lnTo>
                    <a:pt x="481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h1925"/>
            <p:cNvSpPr/>
            <p:nvPr/>
          </p:nvSpPr>
          <p:spPr>
            <a:xfrm>
              <a:off x="2590405" y="3047110"/>
              <a:ext cx="9017" cy="11434"/>
            </a:xfrm>
            <a:custGeom>
              <a:avLst/>
              <a:pathLst>
                <a:path w="9017" h="11434">
                  <a:moveTo>
                    <a:pt x="3907" y="0"/>
                  </a:moveTo>
                  <a:lnTo>
                    <a:pt x="4901" y="827"/>
                  </a:lnTo>
                  <a:lnTo>
                    <a:pt x="6088" y="702"/>
                  </a:lnTo>
                  <a:lnTo>
                    <a:pt x="6184" y="2132"/>
                  </a:lnTo>
                  <a:lnTo>
                    <a:pt x="6846" y="1912"/>
                  </a:lnTo>
                  <a:lnTo>
                    <a:pt x="8790" y="3112"/>
                  </a:lnTo>
                  <a:lnTo>
                    <a:pt x="9017" y="7105"/>
                  </a:lnTo>
                  <a:lnTo>
                    <a:pt x="6121" y="10219"/>
                  </a:lnTo>
                  <a:lnTo>
                    <a:pt x="4868" y="11434"/>
                  </a:lnTo>
                  <a:lnTo>
                    <a:pt x="3878" y="11266"/>
                  </a:lnTo>
                  <a:lnTo>
                    <a:pt x="972" y="6464"/>
                  </a:lnTo>
                  <a:lnTo>
                    <a:pt x="1159" y="2346"/>
                  </a:lnTo>
                  <a:lnTo>
                    <a:pt x="0" y="85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h1926"/>
            <p:cNvSpPr/>
            <p:nvPr/>
          </p:nvSpPr>
          <p:spPr>
            <a:xfrm>
              <a:off x="2658355" y="2865217"/>
              <a:ext cx="8366" cy="12070"/>
            </a:xfrm>
            <a:custGeom>
              <a:avLst/>
              <a:pathLst>
                <a:path w="8366" h="12070">
                  <a:moveTo>
                    <a:pt x="5432" y="0"/>
                  </a:moveTo>
                  <a:lnTo>
                    <a:pt x="8366" y="2151"/>
                  </a:lnTo>
                  <a:lnTo>
                    <a:pt x="8289" y="5200"/>
                  </a:lnTo>
                  <a:lnTo>
                    <a:pt x="4955" y="10306"/>
                  </a:lnTo>
                  <a:lnTo>
                    <a:pt x="3401" y="12070"/>
                  </a:lnTo>
                  <a:lnTo>
                    <a:pt x="0" y="10719"/>
                  </a:lnTo>
                  <a:lnTo>
                    <a:pt x="2208" y="8455"/>
                  </a:lnTo>
                  <a:lnTo>
                    <a:pt x="701" y="5737"/>
                  </a:lnTo>
                  <a:lnTo>
                    <a:pt x="3223" y="290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h1927"/>
            <p:cNvSpPr/>
            <p:nvPr/>
          </p:nvSpPr>
          <p:spPr>
            <a:xfrm>
              <a:off x="2675366" y="2878268"/>
              <a:ext cx="3408" cy="3867"/>
            </a:xfrm>
            <a:custGeom>
              <a:avLst/>
              <a:pathLst>
                <a:path w="3408" h="3867">
                  <a:moveTo>
                    <a:pt x="3300" y="1218"/>
                  </a:moveTo>
                  <a:lnTo>
                    <a:pt x="3408" y="3003"/>
                  </a:lnTo>
                  <a:lnTo>
                    <a:pt x="1034" y="3867"/>
                  </a:lnTo>
                  <a:lnTo>
                    <a:pt x="0" y="1601"/>
                  </a:lnTo>
                  <a:lnTo>
                    <a:pt x="1848" y="0"/>
                  </a:lnTo>
                  <a:lnTo>
                    <a:pt x="3254" y="67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h1928"/>
            <p:cNvSpPr/>
            <p:nvPr/>
          </p:nvSpPr>
          <p:spPr>
            <a:xfrm>
              <a:off x="2671537" y="2864597"/>
              <a:ext cx="8595" cy="11399"/>
            </a:xfrm>
            <a:custGeom>
              <a:avLst/>
              <a:pathLst>
                <a:path w="8595" h="11399">
                  <a:moveTo>
                    <a:pt x="5827" y="6220"/>
                  </a:moveTo>
                  <a:lnTo>
                    <a:pt x="8595" y="8135"/>
                  </a:lnTo>
                  <a:lnTo>
                    <a:pt x="7996" y="9078"/>
                  </a:lnTo>
                  <a:lnTo>
                    <a:pt x="6699" y="8864"/>
                  </a:lnTo>
                  <a:lnTo>
                    <a:pt x="3172" y="11399"/>
                  </a:lnTo>
                  <a:lnTo>
                    <a:pt x="2336" y="11302"/>
                  </a:lnTo>
                  <a:lnTo>
                    <a:pt x="0" y="9494"/>
                  </a:lnTo>
                  <a:lnTo>
                    <a:pt x="3202" y="3355"/>
                  </a:lnTo>
                  <a:lnTo>
                    <a:pt x="3552" y="0"/>
                  </a:lnTo>
                  <a:lnTo>
                    <a:pt x="5437" y="164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h1929"/>
            <p:cNvSpPr/>
            <p:nvPr/>
          </p:nvSpPr>
          <p:spPr>
            <a:xfrm>
              <a:off x="2531466" y="3064819"/>
              <a:ext cx="20877" cy="17417"/>
            </a:xfrm>
            <a:custGeom>
              <a:avLst/>
              <a:pathLst>
                <a:path w="20877" h="17417">
                  <a:moveTo>
                    <a:pt x="14390" y="173"/>
                  </a:moveTo>
                  <a:lnTo>
                    <a:pt x="17182" y="4235"/>
                  </a:lnTo>
                  <a:lnTo>
                    <a:pt x="20168" y="5312"/>
                  </a:lnTo>
                  <a:lnTo>
                    <a:pt x="20877" y="7436"/>
                  </a:lnTo>
                  <a:lnTo>
                    <a:pt x="20326" y="8824"/>
                  </a:lnTo>
                  <a:lnTo>
                    <a:pt x="16467" y="11520"/>
                  </a:lnTo>
                  <a:lnTo>
                    <a:pt x="16476" y="15277"/>
                  </a:lnTo>
                  <a:lnTo>
                    <a:pt x="15241" y="16583"/>
                  </a:lnTo>
                  <a:lnTo>
                    <a:pt x="12962" y="17417"/>
                  </a:lnTo>
                  <a:lnTo>
                    <a:pt x="14312" y="12705"/>
                  </a:lnTo>
                  <a:lnTo>
                    <a:pt x="10976" y="11038"/>
                  </a:lnTo>
                  <a:lnTo>
                    <a:pt x="3100" y="14450"/>
                  </a:lnTo>
                  <a:lnTo>
                    <a:pt x="1497" y="13806"/>
                  </a:lnTo>
                  <a:lnTo>
                    <a:pt x="0" y="12077"/>
                  </a:lnTo>
                  <a:lnTo>
                    <a:pt x="2640" y="7809"/>
                  </a:lnTo>
                  <a:lnTo>
                    <a:pt x="7319" y="5415"/>
                  </a:lnTo>
                  <a:lnTo>
                    <a:pt x="10903" y="1926"/>
                  </a:lnTo>
                  <a:lnTo>
                    <a:pt x="116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h1930"/>
            <p:cNvSpPr/>
            <p:nvPr/>
          </p:nvSpPr>
          <p:spPr>
            <a:xfrm>
              <a:off x="2678093" y="3043870"/>
              <a:ext cx="21875" cy="26419"/>
            </a:xfrm>
            <a:custGeom>
              <a:avLst/>
              <a:pathLst>
                <a:path w="21875" h="26419">
                  <a:moveTo>
                    <a:pt x="16788" y="0"/>
                  </a:moveTo>
                  <a:lnTo>
                    <a:pt x="19403" y="3577"/>
                  </a:lnTo>
                  <a:lnTo>
                    <a:pt x="20166" y="3609"/>
                  </a:lnTo>
                  <a:lnTo>
                    <a:pt x="20374" y="8152"/>
                  </a:lnTo>
                  <a:lnTo>
                    <a:pt x="18250" y="7661"/>
                  </a:lnTo>
                  <a:lnTo>
                    <a:pt x="17478" y="8206"/>
                  </a:lnTo>
                  <a:lnTo>
                    <a:pt x="18519" y="10595"/>
                  </a:lnTo>
                  <a:lnTo>
                    <a:pt x="17904" y="11991"/>
                  </a:lnTo>
                  <a:lnTo>
                    <a:pt x="17094" y="11578"/>
                  </a:lnTo>
                  <a:lnTo>
                    <a:pt x="15975" y="12864"/>
                  </a:lnTo>
                  <a:lnTo>
                    <a:pt x="16910" y="16189"/>
                  </a:lnTo>
                  <a:lnTo>
                    <a:pt x="21713" y="19961"/>
                  </a:lnTo>
                  <a:lnTo>
                    <a:pt x="21875" y="21164"/>
                  </a:lnTo>
                  <a:lnTo>
                    <a:pt x="15170" y="26419"/>
                  </a:lnTo>
                  <a:lnTo>
                    <a:pt x="13529" y="25929"/>
                  </a:lnTo>
                  <a:lnTo>
                    <a:pt x="11044" y="23187"/>
                  </a:lnTo>
                  <a:lnTo>
                    <a:pt x="12117" y="19699"/>
                  </a:lnTo>
                  <a:lnTo>
                    <a:pt x="14660" y="16751"/>
                  </a:lnTo>
                  <a:lnTo>
                    <a:pt x="14638" y="16138"/>
                  </a:lnTo>
                  <a:lnTo>
                    <a:pt x="11927" y="14500"/>
                  </a:lnTo>
                  <a:lnTo>
                    <a:pt x="9786" y="14857"/>
                  </a:lnTo>
                  <a:lnTo>
                    <a:pt x="6325" y="17671"/>
                  </a:lnTo>
                  <a:lnTo>
                    <a:pt x="1304" y="19531"/>
                  </a:lnTo>
                  <a:lnTo>
                    <a:pt x="945" y="19488"/>
                  </a:lnTo>
                  <a:lnTo>
                    <a:pt x="0" y="15357"/>
                  </a:lnTo>
                  <a:lnTo>
                    <a:pt x="719" y="8717"/>
                  </a:lnTo>
                  <a:lnTo>
                    <a:pt x="3295" y="8120"/>
                  </a:lnTo>
                  <a:lnTo>
                    <a:pt x="4745" y="9260"/>
                  </a:lnTo>
                  <a:lnTo>
                    <a:pt x="8079" y="7638"/>
                  </a:lnTo>
                  <a:lnTo>
                    <a:pt x="12615" y="4679"/>
                  </a:lnTo>
                  <a:lnTo>
                    <a:pt x="15286" y="5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h1931"/>
            <p:cNvSpPr/>
            <p:nvPr/>
          </p:nvSpPr>
          <p:spPr>
            <a:xfrm>
              <a:off x="2586911" y="3092880"/>
              <a:ext cx="14884" cy="23453"/>
            </a:xfrm>
            <a:custGeom>
              <a:avLst/>
              <a:pathLst>
                <a:path w="14884" h="23453">
                  <a:moveTo>
                    <a:pt x="11399" y="2194"/>
                  </a:moveTo>
                  <a:lnTo>
                    <a:pt x="14884" y="8454"/>
                  </a:lnTo>
                  <a:lnTo>
                    <a:pt x="13705" y="8699"/>
                  </a:lnTo>
                  <a:lnTo>
                    <a:pt x="11233" y="11756"/>
                  </a:lnTo>
                  <a:lnTo>
                    <a:pt x="12175" y="15669"/>
                  </a:lnTo>
                  <a:lnTo>
                    <a:pt x="13164" y="17080"/>
                  </a:lnTo>
                  <a:lnTo>
                    <a:pt x="8470" y="22492"/>
                  </a:lnTo>
                  <a:lnTo>
                    <a:pt x="6866" y="21842"/>
                  </a:lnTo>
                  <a:lnTo>
                    <a:pt x="6281" y="23453"/>
                  </a:lnTo>
                  <a:lnTo>
                    <a:pt x="4695" y="21983"/>
                  </a:lnTo>
                  <a:lnTo>
                    <a:pt x="1962" y="17362"/>
                  </a:lnTo>
                  <a:lnTo>
                    <a:pt x="2429" y="7337"/>
                  </a:lnTo>
                  <a:lnTo>
                    <a:pt x="0" y="4854"/>
                  </a:lnTo>
                  <a:lnTo>
                    <a:pt x="529" y="2183"/>
                  </a:lnTo>
                  <a:lnTo>
                    <a:pt x="5042" y="2866"/>
                  </a:lnTo>
                  <a:lnTo>
                    <a:pt x="842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h1932"/>
            <p:cNvSpPr/>
            <p:nvPr/>
          </p:nvSpPr>
          <p:spPr>
            <a:xfrm>
              <a:off x="2679253" y="2879452"/>
              <a:ext cx="21783" cy="48721"/>
            </a:xfrm>
            <a:custGeom>
              <a:avLst/>
              <a:pathLst>
                <a:path w="21783" h="48721">
                  <a:moveTo>
                    <a:pt x="21783" y="4981"/>
                  </a:moveTo>
                  <a:lnTo>
                    <a:pt x="20943" y="10988"/>
                  </a:lnTo>
                  <a:lnTo>
                    <a:pt x="19063" y="8727"/>
                  </a:lnTo>
                  <a:lnTo>
                    <a:pt x="16866" y="9543"/>
                  </a:lnTo>
                  <a:lnTo>
                    <a:pt x="13629" y="17122"/>
                  </a:lnTo>
                  <a:lnTo>
                    <a:pt x="13305" y="20729"/>
                  </a:lnTo>
                  <a:lnTo>
                    <a:pt x="14126" y="21797"/>
                  </a:lnTo>
                  <a:lnTo>
                    <a:pt x="14424" y="25049"/>
                  </a:lnTo>
                  <a:lnTo>
                    <a:pt x="15304" y="34803"/>
                  </a:lnTo>
                  <a:lnTo>
                    <a:pt x="13548" y="35668"/>
                  </a:lnTo>
                  <a:lnTo>
                    <a:pt x="11014" y="38719"/>
                  </a:lnTo>
                  <a:lnTo>
                    <a:pt x="11027" y="40699"/>
                  </a:lnTo>
                  <a:lnTo>
                    <a:pt x="9970" y="40264"/>
                  </a:lnTo>
                  <a:lnTo>
                    <a:pt x="4677" y="43932"/>
                  </a:lnTo>
                  <a:lnTo>
                    <a:pt x="297" y="48721"/>
                  </a:lnTo>
                  <a:lnTo>
                    <a:pt x="0" y="42590"/>
                  </a:lnTo>
                  <a:lnTo>
                    <a:pt x="3297" y="41002"/>
                  </a:lnTo>
                  <a:lnTo>
                    <a:pt x="4592" y="39579"/>
                  </a:lnTo>
                  <a:lnTo>
                    <a:pt x="6288" y="33583"/>
                  </a:lnTo>
                  <a:lnTo>
                    <a:pt x="5887" y="31357"/>
                  </a:lnTo>
                  <a:lnTo>
                    <a:pt x="3812" y="30777"/>
                  </a:lnTo>
                  <a:lnTo>
                    <a:pt x="3911" y="27611"/>
                  </a:lnTo>
                  <a:lnTo>
                    <a:pt x="5947" y="25241"/>
                  </a:lnTo>
                  <a:lnTo>
                    <a:pt x="7599" y="21764"/>
                  </a:lnTo>
                  <a:lnTo>
                    <a:pt x="7174" y="10175"/>
                  </a:lnTo>
                  <a:lnTo>
                    <a:pt x="11310" y="9587"/>
                  </a:lnTo>
                  <a:lnTo>
                    <a:pt x="16513" y="6709"/>
                  </a:lnTo>
                  <a:lnTo>
                    <a:pt x="17783" y="5107"/>
                  </a:lnTo>
                  <a:lnTo>
                    <a:pt x="1946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h1933"/>
            <p:cNvSpPr/>
            <p:nvPr/>
          </p:nvSpPr>
          <p:spPr>
            <a:xfrm>
              <a:off x="2678699" y="2920608"/>
              <a:ext cx="29998" cy="42714"/>
            </a:xfrm>
            <a:custGeom>
              <a:avLst/>
              <a:pathLst>
                <a:path w="29998" h="42714">
                  <a:moveTo>
                    <a:pt x="23555" y="3292"/>
                  </a:moveTo>
                  <a:lnTo>
                    <a:pt x="22444" y="6302"/>
                  </a:lnTo>
                  <a:lnTo>
                    <a:pt x="22107" y="6623"/>
                  </a:lnTo>
                  <a:lnTo>
                    <a:pt x="21594" y="5035"/>
                  </a:lnTo>
                  <a:lnTo>
                    <a:pt x="20056" y="7062"/>
                  </a:lnTo>
                  <a:lnTo>
                    <a:pt x="21092" y="8502"/>
                  </a:lnTo>
                  <a:lnTo>
                    <a:pt x="19738" y="12411"/>
                  </a:lnTo>
                  <a:lnTo>
                    <a:pt x="20647" y="18332"/>
                  </a:lnTo>
                  <a:lnTo>
                    <a:pt x="23149" y="23122"/>
                  </a:lnTo>
                  <a:lnTo>
                    <a:pt x="28838" y="23880"/>
                  </a:lnTo>
                  <a:lnTo>
                    <a:pt x="29714" y="24839"/>
                  </a:lnTo>
                  <a:lnTo>
                    <a:pt x="29998" y="28838"/>
                  </a:lnTo>
                  <a:lnTo>
                    <a:pt x="28897" y="31093"/>
                  </a:lnTo>
                  <a:lnTo>
                    <a:pt x="25222" y="31623"/>
                  </a:lnTo>
                  <a:lnTo>
                    <a:pt x="24690" y="33188"/>
                  </a:lnTo>
                  <a:lnTo>
                    <a:pt x="24834" y="34213"/>
                  </a:lnTo>
                  <a:lnTo>
                    <a:pt x="27381" y="34636"/>
                  </a:lnTo>
                  <a:lnTo>
                    <a:pt x="28767" y="37814"/>
                  </a:lnTo>
                  <a:lnTo>
                    <a:pt x="24242" y="37774"/>
                  </a:lnTo>
                  <a:lnTo>
                    <a:pt x="21820" y="36962"/>
                  </a:lnTo>
                  <a:lnTo>
                    <a:pt x="19049" y="39242"/>
                  </a:lnTo>
                  <a:lnTo>
                    <a:pt x="18732" y="40973"/>
                  </a:lnTo>
                  <a:lnTo>
                    <a:pt x="16452" y="42201"/>
                  </a:lnTo>
                  <a:lnTo>
                    <a:pt x="15494" y="42714"/>
                  </a:lnTo>
                  <a:lnTo>
                    <a:pt x="11829" y="37944"/>
                  </a:lnTo>
                  <a:lnTo>
                    <a:pt x="10685" y="37408"/>
                  </a:lnTo>
                  <a:lnTo>
                    <a:pt x="7760" y="37588"/>
                  </a:lnTo>
                  <a:lnTo>
                    <a:pt x="6372" y="36408"/>
                  </a:lnTo>
                  <a:lnTo>
                    <a:pt x="5709" y="33409"/>
                  </a:lnTo>
                  <a:lnTo>
                    <a:pt x="4120" y="33978"/>
                  </a:lnTo>
                  <a:lnTo>
                    <a:pt x="1010" y="37535"/>
                  </a:lnTo>
                  <a:lnTo>
                    <a:pt x="0" y="36048"/>
                  </a:lnTo>
                  <a:lnTo>
                    <a:pt x="3780" y="31740"/>
                  </a:lnTo>
                  <a:lnTo>
                    <a:pt x="8289" y="29130"/>
                  </a:lnTo>
                  <a:lnTo>
                    <a:pt x="6622" y="27285"/>
                  </a:lnTo>
                  <a:lnTo>
                    <a:pt x="6862" y="25621"/>
                  </a:lnTo>
                  <a:lnTo>
                    <a:pt x="5488" y="24198"/>
                  </a:lnTo>
                  <a:lnTo>
                    <a:pt x="8284" y="20132"/>
                  </a:lnTo>
                  <a:lnTo>
                    <a:pt x="9115" y="21235"/>
                  </a:lnTo>
                  <a:lnTo>
                    <a:pt x="12169" y="21213"/>
                  </a:lnTo>
                  <a:lnTo>
                    <a:pt x="12426" y="12737"/>
                  </a:lnTo>
                  <a:lnTo>
                    <a:pt x="14817" y="6698"/>
                  </a:lnTo>
                  <a:lnTo>
                    <a:pt x="22854" y="1345"/>
                  </a:lnTo>
                  <a:lnTo>
                    <a:pt x="233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h1934"/>
            <p:cNvSpPr/>
            <p:nvPr/>
          </p:nvSpPr>
          <p:spPr>
            <a:xfrm>
              <a:off x="2638760" y="3083750"/>
              <a:ext cx="11810" cy="15026"/>
            </a:xfrm>
            <a:custGeom>
              <a:avLst/>
              <a:pathLst>
                <a:path w="11810" h="15026">
                  <a:moveTo>
                    <a:pt x="10499" y="0"/>
                  </a:moveTo>
                  <a:lnTo>
                    <a:pt x="10666" y="3286"/>
                  </a:lnTo>
                  <a:lnTo>
                    <a:pt x="11810" y="4304"/>
                  </a:lnTo>
                  <a:lnTo>
                    <a:pt x="10203" y="6490"/>
                  </a:lnTo>
                  <a:lnTo>
                    <a:pt x="7929" y="6307"/>
                  </a:lnTo>
                  <a:lnTo>
                    <a:pt x="6145" y="7165"/>
                  </a:lnTo>
                  <a:lnTo>
                    <a:pt x="8609" y="9624"/>
                  </a:lnTo>
                  <a:lnTo>
                    <a:pt x="4340" y="15026"/>
                  </a:lnTo>
                  <a:lnTo>
                    <a:pt x="3367" y="14286"/>
                  </a:lnTo>
                  <a:lnTo>
                    <a:pt x="1240" y="14916"/>
                  </a:lnTo>
                  <a:lnTo>
                    <a:pt x="0" y="11337"/>
                  </a:lnTo>
                  <a:lnTo>
                    <a:pt x="7911" y="1951"/>
                  </a:lnTo>
                  <a:lnTo>
                    <a:pt x="5849" y="96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h1935"/>
            <p:cNvSpPr/>
            <p:nvPr/>
          </p:nvSpPr>
          <p:spPr>
            <a:xfrm>
              <a:off x="2656691" y="2977283"/>
              <a:ext cx="2704" cy="967"/>
            </a:xfrm>
            <a:custGeom>
              <a:avLst/>
              <a:pathLst>
                <a:path w="2704" h="967">
                  <a:moveTo>
                    <a:pt x="1836" y="592"/>
                  </a:moveTo>
                  <a:lnTo>
                    <a:pt x="0" y="967"/>
                  </a:lnTo>
                  <a:lnTo>
                    <a:pt x="270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h1936"/>
            <p:cNvSpPr/>
            <p:nvPr/>
          </p:nvSpPr>
          <p:spPr>
            <a:xfrm>
              <a:off x="2654667" y="2972312"/>
              <a:ext cx="2493" cy="1625"/>
            </a:xfrm>
            <a:custGeom>
              <a:avLst/>
              <a:pathLst>
                <a:path w="2493" h="1625">
                  <a:moveTo>
                    <a:pt x="435" y="0"/>
                  </a:moveTo>
                  <a:lnTo>
                    <a:pt x="1771" y="1241"/>
                  </a:lnTo>
                  <a:lnTo>
                    <a:pt x="2493" y="1530"/>
                  </a:lnTo>
                  <a:lnTo>
                    <a:pt x="0" y="162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h1937"/>
            <p:cNvSpPr/>
            <p:nvPr/>
          </p:nvSpPr>
          <p:spPr>
            <a:xfrm>
              <a:off x="2693678" y="2902116"/>
              <a:ext cx="7842" cy="12139"/>
            </a:xfrm>
            <a:custGeom>
              <a:avLst/>
              <a:pathLst>
                <a:path w="7842" h="12139">
                  <a:moveTo>
                    <a:pt x="6820" y="27"/>
                  </a:moveTo>
                  <a:lnTo>
                    <a:pt x="7842" y="1216"/>
                  </a:lnTo>
                  <a:lnTo>
                    <a:pt x="7659" y="1904"/>
                  </a:lnTo>
                  <a:lnTo>
                    <a:pt x="3642" y="7968"/>
                  </a:lnTo>
                  <a:lnTo>
                    <a:pt x="3770" y="10471"/>
                  </a:lnTo>
                  <a:lnTo>
                    <a:pt x="880" y="12139"/>
                  </a:lnTo>
                  <a:lnTo>
                    <a:pt x="0" y="2385"/>
                  </a:lnTo>
                  <a:lnTo>
                    <a:pt x="522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h1938"/>
            <p:cNvSpPr/>
            <p:nvPr/>
          </p:nvSpPr>
          <p:spPr>
            <a:xfrm>
              <a:off x="2569964" y="3007002"/>
              <a:ext cx="31086" cy="23179"/>
            </a:xfrm>
            <a:custGeom>
              <a:avLst/>
              <a:pathLst>
                <a:path w="31086" h="23179">
                  <a:moveTo>
                    <a:pt x="4958" y="2835"/>
                  </a:moveTo>
                  <a:lnTo>
                    <a:pt x="11858" y="3256"/>
                  </a:lnTo>
                  <a:lnTo>
                    <a:pt x="13842" y="7581"/>
                  </a:lnTo>
                  <a:lnTo>
                    <a:pt x="15838" y="7492"/>
                  </a:lnTo>
                  <a:lnTo>
                    <a:pt x="19283" y="5363"/>
                  </a:lnTo>
                  <a:lnTo>
                    <a:pt x="20716" y="5285"/>
                  </a:lnTo>
                  <a:lnTo>
                    <a:pt x="22495" y="5287"/>
                  </a:lnTo>
                  <a:lnTo>
                    <a:pt x="23485" y="7225"/>
                  </a:lnTo>
                  <a:lnTo>
                    <a:pt x="25355" y="8029"/>
                  </a:lnTo>
                  <a:lnTo>
                    <a:pt x="29532" y="13785"/>
                  </a:lnTo>
                  <a:lnTo>
                    <a:pt x="29479" y="16910"/>
                  </a:lnTo>
                  <a:lnTo>
                    <a:pt x="31086" y="18183"/>
                  </a:lnTo>
                  <a:lnTo>
                    <a:pt x="28570" y="21742"/>
                  </a:lnTo>
                  <a:lnTo>
                    <a:pt x="24502" y="22498"/>
                  </a:lnTo>
                  <a:lnTo>
                    <a:pt x="24375" y="18850"/>
                  </a:lnTo>
                  <a:lnTo>
                    <a:pt x="21762" y="16876"/>
                  </a:lnTo>
                  <a:lnTo>
                    <a:pt x="19482" y="16926"/>
                  </a:lnTo>
                  <a:lnTo>
                    <a:pt x="15164" y="18639"/>
                  </a:lnTo>
                  <a:lnTo>
                    <a:pt x="16331" y="21168"/>
                  </a:lnTo>
                  <a:lnTo>
                    <a:pt x="15418" y="23179"/>
                  </a:lnTo>
                  <a:lnTo>
                    <a:pt x="11599" y="19805"/>
                  </a:lnTo>
                  <a:lnTo>
                    <a:pt x="9164" y="18720"/>
                  </a:lnTo>
                  <a:lnTo>
                    <a:pt x="7678" y="18131"/>
                  </a:lnTo>
                  <a:lnTo>
                    <a:pt x="7935" y="15336"/>
                  </a:lnTo>
                  <a:lnTo>
                    <a:pt x="7277" y="13493"/>
                  </a:lnTo>
                  <a:lnTo>
                    <a:pt x="5572" y="13423"/>
                  </a:lnTo>
                  <a:lnTo>
                    <a:pt x="0" y="2591"/>
                  </a:lnTo>
                  <a:lnTo>
                    <a:pt x="1627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h1939"/>
            <p:cNvSpPr/>
            <p:nvPr/>
          </p:nvSpPr>
          <p:spPr>
            <a:xfrm>
              <a:off x="2693380" y="2900753"/>
              <a:ext cx="5535" cy="3748"/>
            </a:xfrm>
            <a:custGeom>
              <a:avLst/>
              <a:pathLst>
                <a:path w="5535" h="3748">
                  <a:moveTo>
                    <a:pt x="2873" y="122"/>
                  </a:moveTo>
                  <a:lnTo>
                    <a:pt x="5535" y="0"/>
                  </a:lnTo>
                  <a:lnTo>
                    <a:pt x="5520" y="1363"/>
                  </a:lnTo>
                  <a:lnTo>
                    <a:pt x="297" y="3748"/>
                  </a:lnTo>
                  <a:lnTo>
                    <a:pt x="0" y="49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h1940"/>
            <p:cNvSpPr/>
            <p:nvPr/>
          </p:nvSpPr>
          <p:spPr>
            <a:xfrm>
              <a:off x="2570380" y="2999279"/>
              <a:ext cx="20300" cy="15304"/>
            </a:xfrm>
            <a:custGeom>
              <a:avLst/>
              <a:pathLst>
                <a:path w="20300" h="15304">
                  <a:moveTo>
                    <a:pt x="11820" y="0"/>
                  </a:moveTo>
                  <a:lnTo>
                    <a:pt x="17969" y="3306"/>
                  </a:lnTo>
                  <a:lnTo>
                    <a:pt x="18283" y="7986"/>
                  </a:lnTo>
                  <a:lnTo>
                    <a:pt x="20045" y="8333"/>
                  </a:lnTo>
                  <a:lnTo>
                    <a:pt x="20300" y="13008"/>
                  </a:lnTo>
                  <a:lnTo>
                    <a:pt x="18867" y="13086"/>
                  </a:lnTo>
                  <a:lnTo>
                    <a:pt x="15422" y="15215"/>
                  </a:lnTo>
                  <a:lnTo>
                    <a:pt x="13426" y="15304"/>
                  </a:lnTo>
                  <a:lnTo>
                    <a:pt x="11442" y="10979"/>
                  </a:lnTo>
                  <a:lnTo>
                    <a:pt x="4542" y="10558"/>
                  </a:lnTo>
                  <a:lnTo>
                    <a:pt x="1211" y="7723"/>
                  </a:lnTo>
                  <a:lnTo>
                    <a:pt x="846" y="5308"/>
                  </a:lnTo>
                  <a:lnTo>
                    <a:pt x="0" y="3194"/>
                  </a:lnTo>
                  <a:lnTo>
                    <a:pt x="5483" y="4976"/>
                  </a:lnTo>
                  <a:lnTo>
                    <a:pt x="9285" y="441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h1941"/>
            <p:cNvSpPr/>
            <p:nvPr/>
          </p:nvSpPr>
          <p:spPr>
            <a:xfrm>
              <a:off x="2624810" y="3045015"/>
              <a:ext cx="12284" cy="5252"/>
            </a:xfrm>
            <a:custGeom>
              <a:avLst/>
              <a:pathLst>
                <a:path w="12284" h="5252">
                  <a:moveTo>
                    <a:pt x="11391" y="0"/>
                  </a:moveTo>
                  <a:lnTo>
                    <a:pt x="12284" y="1298"/>
                  </a:lnTo>
                  <a:lnTo>
                    <a:pt x="10396" y="3120"/>
                  </a:lnTo>
                  <a:lnTo>
                    <a:pt x="8192" y="2810"/>
                  </a:lnTo>
                  <a:lnTo>
                    <a:pt x="5795" y="4257"/>
                  </a:lnTo>
                  <a:lnTo>
                    <a:pt x="1563" y="5252"/>
                  </a:lnTo>
                  <a:lnTo>
                    <a:pt x="0" y="4137"/>
                  </a:lnTo>
                  <a:lnTo>
                    <a:pt x="5676" y="38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h1942"/>
            <p:cNvSpPr/>
            <p:nvPr/>
          </p:nvSpPr>
          <p:spPr>
            <a:xfrm>
              <a:off x="2560683" y="3023879"/>
              <a:ext cx="33783" cy="22659"/>
            </a:xfrm>
            <a:custGeom>
              <a:avLst/>
              <a:pathLst>
                <a:path w="33783" h="22659">
                  <a:moveTo>
                    <a:pt x="31043" y="0"/>
                  </a:moveTo>
                  <a:lnTo>
                    <a:pt x="33656" y="1974"/>
                  </a:lnTo>
                  <a:lnTo>
                    <a:pt x="33783" y="5621"/>
                  </a:lnTo>
                  <a:lnTo>
                    <a:pt x="31909" y="7549"/>
                  </a:lnTo>
                  <a:lnTo>
                    <a:pt x="29952" y="6021"/>
                  </a:lnTo>
                  <a:lnTo>
                    <a:pt x="20487" y="14646"/>
                  </a:lnTo>
                  <a:lnTo>
                    <a:pt x="20296" y="15517"/>
                  </a:lnTo>
                  <a:lnTo>
                    <a:pt x="18558" y="17213"/>
                  </a:lnTo>
                  <a:lnTo>
                    <a:pt x="15449" y="13965"/>
                  </a:lnTo>
                  <a:lnTo>
                    <a:pt x="14356" y="13240"/>
                  </a:lnTo>
                  <a:lnTo>
                    <a:pt x="12770" y="13328"/>
                  </a:lnTo>
                  <a:lnTo>
                    <a:pt x="10905" y="15124"/>
                  </a:lnTo>
                  <a:lnTo>
                    <a:pt x="10783" y="21417"/>
                  </a:lnTo>
                  <a:lnTo>
                    <a:pt x="8434" y="22245"/>
                  </a:lnTo>
                  <a:lnTo>
                    <a:pt x="1356" y="22659"/>
                  </a:lnTo>
                  <a:lnTo>
                    <a:pt x="0" y="20334"/>
                  </a:lnTo>
                  <a:lnTo>
                    <a:pt x="2166" y="17658"/>
                  </a:lnTo>
                  <a:lnTo>
                    <a:pt x="2869" y="18770"/>
                  </a:lnTo>
                  <a:lnTo>
                    <a:pt x="7286" y="17367"/>
                  </a:lnTo>
                  <a:lnTo>
                    <a:pt x="5874" y="14324"/>
                  </a:lnTo>
                  <a:lnTo>
                    <a:pt x="7090" y="12018"/>
                  </a:lnTo>
                  <a:lnTo>
                    <a:pt x="10645" y="14262"/>
                  </a:lnTo>
                  <a:lnTo>
                    <a:pt x="10173" y="12690"/>
                  </a:lnTo>
                  <a:lnTo>
                    <a:pt x="11146" y="6415"/>
                  </a:lnTo>
                  <a:lnTo>
                    <a:pt x="15034" y="3589"/>
                  </a:lnTo>
                  <a:lnTo>
                    <a:pt x="19328" y="4096"/>
                  </a:lnTo>
                  <a:lnTo>
                    <a:pt x="18445" y="1844"/>
                  </a:lnTo>
                  <a:lnTo>
                    <a:pt x="20880" y="2929"/>
                  </a:lnTo>
                  <a:lnTo>
                    <a:pt x="24699" y="6303"/>
                  </a:lnTo>
                  <a:lnTo>
                    <a:pt x="25612" y="4292"/>
                  </a:lnTo>
                  <a:lnTo>
                    <a:pt x="24445" y="1763"/>
                  </a:lnTo>
                  <a:lnTo>
                    <a:pt x="28763" y="4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h1943"/>
            <p:cNvSpPr/>
            <p:nvPr/>
          </p:nvSpPr>
          <p:spPr>
            <a:xfrm>
              <a:off x="2554889" y="3041426"/>
              <a:ext cx="18352" cy="15421"/>
            </a:xfrm>
            <a:custGeom>
              <a:avLst/>
              <a:pathLst>
                <a:path w="18352" h="15421">
                  <a:moveTo>
                    <a:pt x="3274" y="0"/>
                  </a:moveTo>
                  <a:lnTo>
                    <a:pt x="5794" y="2787"/>
                  </a:lnTo>
                  <a:lnTo>
                    <a:pt x="7150" y="5111"/>
                  </a:lnTo>
                  <a:lnTo>
                    <a:pt x="14228" y="4698"/>
                  </a:lnTo>
                  <a:lnTo>
                    <a:pt x="16577" y="3869"/>
                  </a:lnTo>
                  <a:lnTo>
                    <a:pt x="18352" y="7951"/>
                  </a:lnTo>
                  <a:lnTo>
                    <a:pt x="17381" y="9952"/>
                  </a:lnTo>
                  <a:lnTo>
                    <a:pt x="14318" y="11498"/>
                  </a:lnTo>
                  <a:lnTo>
                    <a:pt x="13408" y="13611"/>
                  </a:lnTo>
                  <a:lnTo>
                    <a:pt x="8288" y="11054"/>
                  </a:lnTo>
                  <a:lnTo>
                    <a:pt x="3247" y="12054"/>
                  </a:lnTo>
                  <a:lnTo>
                    <a:pt x="2632" y="12642"/>
                  </a:lnTo>
                  <a:lnTo>
                    <a:pt x="2977" y="15000"/>
                  </a:lnTo>
                  <a:lnTo>
                    <a:pt x="1928" y="15421"/>
                  </a:lnTo>
                  <a:lnTo>
                    <a:pt x="1110" y="13106"/>
                  </a:lnTo>
                  <a:lnTo>
                    <a:pt x="1757" y="12933"/>
                  </a:lnTo>
                  <a:lnTo>
                    <a:pt x="1970" y="11718"/>
                  </a:lnTo>
                  <a:lnTo>
                    <a:pt x="0" y="542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h1944"/>
            <p:cNvSpPr/>
            <p:nvPr/>
          </p:nvSpPr>
          <p:spPr>
            <a:xfrm>
              <a:off x="2588378" y="3067557"/>
              <a:ext cx="34379" cy="27842"/>
            </a:xfrm>
            <a:custGeom>
              <a:avLst/>
              <a:pathLst>
                <a:path w="34379" h="27842">
                  <a:moveTo>
                    <a:pt x="17664" y="286"/>
                  </a:moveTo>
                  <a:lnTo>
                    <a:pt x="19332" y="7259"/>
                  </a:lnTo>
                  <a:lnTo>
                    <a:pt x="18544" y="8458"/>
                  </a:lnTo>
                  <a:lnTo>
                    <a:pt x="19975" y="10231"/>
                  </a:lnTo>
                  <a:lnTo>
                    <a:pt x="26319" y="10881"/>
                  </a:lnTo>
                  <a:lnTo>
                    <a:pt x="32055" y="14904"/>
                  </a:lnTo>
                  <a:lnTo>
                    <a:pt x="33913" y="15531"/>
                  </a:lnTo>
                  <a:lnTo>
                    <a:pt x="34379" y="18046"/>
                  </a:lnTo>
                  <a:lnTo>
                    <a:pt x="33755" y="19994"/>
                  </a:lnTo>
                  <a:lnTo>
                    <a:pt x="31274" y="22032"/>
                  </a:lnTo>
                  <a:lnTo>
                    <a:pt x="30799" y="23437"/>
                  </a:lnTo>
                  <a:lnTo>
                    <a:pt x="29101" y="22749"/>
                  </a:lnTo>
                  <a:lnTo>
                    <a:pt x="27718" y="23454"/>
                  </a:lnTo>
                  <a:lnTo>
                    <a:pt x="27802" y="24938"/>
                  </a:lnTo>
                  <a:lnTo>
                    <a:pt x="18802" y="26308"/>
                  </a:lnTo>
                  <a:lnTo>
                    <a:pt x="15720" y="27842"/>
                  </a:lnTo>
                  <a:lnTo>
                    <a:pt x="10306" y="26821"/>
                  </a:lnTo>
                  <a:lnTo>
                    <a:pt x="9932" y="27517"/>
                  </a:lnTo>
                  <a:lnTo>
                    <a:pt x="6956" y="25323"/>
                  </a:lnTo>
                  <a:lnTo>
                    <a:pt x="5224" y="24297"/>
                  </a:lnTo>
                  <a:lnTo>
                    <a:pt x="975" y="25022"/>
                  </a:lnTo>
                  <a:lnTo>
                    <a:pt x="2174" y="19813"/>
                  </a:lnTo>
                  <a:lnTo>
                    <a:pt x="995" y="18634"/>
                  </a:lnTo>
                  <a:lnTo>
                    <a:pt x="0" y="16093"/>
                  </a:lnTo>
                  <a:lnTo>
                    <a:pt x="443" y="13693"/>
                  </a:lnTo>
                  <a:lnTo>
                    <a:pt x="5728" y="7248"/>
                  </a:lnTo>
                  <a:lnTo>
                    <a:pt x="7377" y="3322"/>
                  </a:lnTo>
                  <a:lnTo>
                    <a:pt x="1615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h1945"/>
            <p:cNvSpPr/>
            <p:nvPr/>
          </p:nvSpPr>
          <p:spPr>
            <a:xfrm>
              <a:off x="2652323" y="2880908"/>
              <a:ext cx="10301" cy="5922"/>
            </a:xfrm>
            <a:custGeom>
              <a:avLst/>
              <a:pathLst>
                <a:path w="10301" h="5922">
                  <a:moveTo>
                    <a:pt x="6176" y="2289"/>
                  </a:moveTo>
                  <a:lnTo>
                    <a:pt x="6887" y="3800"/>
                  </a:lnTo>
                  <a:lnTo>
                    <a:pt x="10255" y="3106"/>
                  </a:lnTo>
                  <a:lnTo>
                    <a:pt x="10301" y="5016"/>
                  </a:lnTo>
                  <a:lnTo>
                    <a:pt x="9279" y="5820"/>
                  </a:lnTo>
                  <a:lnTo>
                    <a:pt x="6924" y="4515"/>
                  </a:lnTo>
                  <a:lnTo>
                    <a:pt x="0" y="5922"/>
                  </a:lnTo>
                  <a:lnTo>
                    <a:pt x="1853" y="1694"/>
                  </a:lnTo>
                  <a:lnTo>
                    <a:pt x="682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h1946"/>
            <p:cNvSpPr/>
            <p:nvPr/>
          </p:nvSpPr>
          <p:spPr>
            <a:xfrm>
              <a:off x="2677045" y="3072544"/>
              <a:ext cx="28695" cy="38277"/>
            </a:xfrm>
            <a:custGeom>
              <a:avLst/>
              <a:pathLst>
                <a:path w="28695" h="38277">
                  <a:moveTo>
                    <a:pt x="28079" y="1359"/>
                  </a:moveTo>
                  <a:lnTo>
                    <a:pt x="27984" y="2154"/>
                  </a:lnTo>
                  <a:lnTo>
                    <a:pt x="26682" y="2331"/>
                  </a:lnTo>
                  <a:lnTo>
                    <a:pt x="26496" y="4418"/>
                  </a:lnTo>
                  <a:lnTo>
                    <a:pt x="26769" y="17793"/>
                  </a:lnTo>
                  <a:lnTo>
                    <a:pt x="28695" y="21833"/>
                  </a:lnTo>
                  <a:lnTo>
                    <a:pt x="28546" y="24718"/>
                  </a:lnTo>
                  <a:lnTo>
                    <a:pt x="20398" y="26152"/>
                  </a:lnTo>
                  <a:lnTo>
                    <a:pt x="16846" y="24843"/>
                  </a:lnTo>
                  <a:lnTo>
                    <a:pt x="12446" y="20836"/>
                  </a:lnTo>
                  <a:lnTo>
                    <a:pt x="8126" y="19160"/>
                  </a:lnTo>
                  <a:lnTo>
                    <a:pt x="7522" y="20575"/>
                  </a:lnTo>
                  <a:lnTo>
                    <a:pt x="8178" y="23856"/>
                  </a:lnTo>
                  <a:lnTo>
                    <a:pt x="7430" y="24405"/>
                  </a:lnTo>
                  <a:lnTo>
                    <a:pt x="4817" y="24086"/>
                  </a:lnTo>
                  <a:lnTo>
                    <a:pt x="5491" y="27899"/>
                  </a:lnTo>
                  <a:lnTo>
                    <a:pt x="12341" y="28428"/>
                  </a:lnTo>
                  <a:lnTo>
                    <a:pt x="14249" y="27317"/>
                  </a:lnTo>
                  <a:lnTo>
                    <a:pt x="17602" y="29657"/>
                  </a:lnTo>
                  <a:lnTo>
                    <a:pt x="16007" y="33799"/>
                  </a:lnTo>
                  <a:lnTo>
                    <a:pt x="13688" y="33896"/>
                  </a:lnTo>
                  <a:lnTo>
                    <a:pt x="11320" y="34914"/>
                  </a:lnTo>
                  <a:lnTo>
                    <a:pt x="10892" y="36002"/>
                  </a:lnTo>
                  <a:lnTo>
                    <a:pt x="11460" y="38277"/>
                  </a:lnTo>
                  <a:lnTo>
                    <a:pt x="8201" y="35623"/>
                  </a:lnTo>
                  <a:lnTo>
                    <a:pt x="6071" y="32487"/>
                  </a:lnTo>
                  <a:lnTo>
                    <a:pt x="7592" y="30410"/>
                  </a:lnTo>
                  <a:lnTo>
                    <a:pt x="5113" y="28848"/>
                  </a:lnTo>
                  <a:lnTo>
                    <a:pt x="2887" y="28548"/>
                  </a:lnTo>
                  <a:lnTo>
                    <a:pt x="3764" y="26972"/>
                  </a:lnTo>
                  <a:lnTo>
                    <a:pt x="2341" y="17545"/>
                  </a:lnTo>
                  <a:lnTo>
                    <a:pt x="1069" y="15951"/>
                  </a:lnTo>
                  <a:lnTo>
                    <a:pt x="83" y="16134"/>
                  </a:lnTo>
                  <a:lnTo>
                    <a:pt x="0" y="13747"/>
                  </a:lnTo>
                  <a:lnTo>
                    <a:pt x="5266" y="12965"/>
                  </a:lnTo>
                  <a:lnTo>
                    <a:pt x="8653" y="11348"/>
                  </a:lnTo>
                  <a:lnTo>
                    <a:pt x="11416" y="11936"/>
                  </a:lnTo>
                  <a:lnTo>
                    <a:pt x="15976" y="8648"/>
                  </a:lnTo>
                  <a:lnTo>
                    <a:pt x="19298" y="1438"/>
                  </a:lnTo>
                  <a:lnTo>
                    <a:pt x="21417" y="531"/>
                  </a:lnTo>
                  <a:lnTo>
                    <a:pt x="2447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h1947"/>
            <p:cNvSpPr/>
            <p:nvPr/>
          </p:nvSpPr>
          <p:spPr>
            <a:xfrm>
              <a:off x="2651003" y="3003101"/>
              <a:ext cx="10157" cy="11113"/>
            </a:xfrm>
            <a:custGeom>
              <a:avLst/>
              <a:pathLst>
                <a:path w="10157" h="11113">
                  <a:moveTo>
                    <a:pt x="3805" y="2374"/>
                  </a:moveTo>
                  <a:lnTo>
                    <a:pt x="3324" y="3040"/>
                  </a:lnTo>
                  <a:lnTo>
                    <a:pt x="6369" y="3916"/>
                  </a:lnTo>
                  <a:lnTo>
                    <a:pt x="10157" y="7514"/>
                  </a:lnTo>
                  <a:lnTo>
                    <a:pt x="8155" y="11113"/>
                  </a:lnTo>
                  <a:lnTo>
                    <a:pt x="3917" y="9120"/>
                  </a:lnTo>
                  <a:lnTo>
                    <a:pt x="5100" y="7089"/>
                  </a:lnTo>
                  <a:lnTo>
                    <a:pt x="3689" y="6226"/>
                  </a:lnTo>
                  <a:lnTo>
                    <a:pt x="3824" y="4793"/>
                  </a:lnTo>
                  <a:lnTo>
                    <a:pt x="0" y="2244"/>
                  </a:lnTo>
                  <a:lnTo>
                    <a:pt x="133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h1948"/>
            <p:cNvSpPr/>
            <p:nvPr/>
          </p:nvSpPr>
          <p:spPr>
            <a:xfrm>
              <a:off x="2595715" y="2998072"/>
              <a:ext cx="14623" cy="11071"/>
            </a:xfrm>
            <a:custGeom>
              <a:avLst/>
              <a:pathLst>
                <a:path w="14623" h="11071">
                  <a:moveTo>
                    <a:pt x="9465" y="1042"/>
                  </a:moveTo>
                  <a:lnTo>
                    <a:pt x="9072" y="2088"/>
                  </a:lnTo>
                  <a:lnTo>
                    <a:pt x="14623" y="4727"/>
                  </a:lnTo>
                  <a:lnTo>
                    <a:pt x="12655" y="5708"/>
                  </a:lnTo>
                  <a:lnTo>
                    <a:pt x="8784" y="11071"/>
                  </a:lnTo>
                  <a:lnTo>
                    <a:pt x="4043" y="7348"/>
                  </a:lnTo>
                  <a:lnTo>
                    <a:pt x="1450" y="4423"/>
                  </a:lnTo>
                  <a:lnTo>
                    <a:pt x="0" y="3340"/>
                  </a:lnTo>
                  <a:lnTo>
                    <a:pt x="5741" y="2646"/>
                  </a:lnTo>
                  <a:lnTo>
                    <a:pt x="7073" y="657"/>
                  </a:lnTo>
                  <a:lnTo>
                    <a:pt x="9083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h1949"/>
            <p:cNvSpPr/>
            <p:nvPr/>
          </p:nvSpPr>
          <p:spPr>
            <a:xfrm>
              <a:off x="2715163" y="3055971"/>
              <a:ext cx="12098" cy="14329"/>
            </a:xfrm>
            <a:custGeom>
              <a:avLst/>
              <a:pathLst>
                <a:path w="12098" h="14329">
                  <a:moveTo>
                    <a:pt x="9894" y="2334"/>
                  </a:moveTo>
                  <a:lnTo>
                    <a:pt x="12098" y="8323"/>
                  </a:lnTo>
                  <a:lnTo>
                    <a:pt x="11401" y="9521"/>
                  </a:lnTo>
                  <a:lnTo>
                    <a:pt x="9119" y="9187"/>
                  </a:lnTo>
                  <a:lnTo>
                    <a:pt x="7503" y="10194"/>
                  </a:lnTo>
                  <a:lnTo>
                    <a:pt x="1093" y="14329"/>
                  </a:lnTo>
                  <a:lnTo>
                    <a:pt x="42" y="13644"/>
                  </a:lnTo>
                  <a:lnTo>
                    <a:pt x="1811" y="11146"/>
                  </a:lnTo>
                  <a:lnTo>
                    <a:pt x="0" y="6709"/>
                  </a:lnTo>
                  <a:lnTo>
                    <a:pt x="1377" y="3696"/>
                  </a:lnTo>
                  <a:lnTo>
                    <a:pt x="3033" y="3120"/>
                  </a:lnTo>
                  <a:lnTo>
                    <a:pt x="583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h1950"/>
            <p:cNvSpPr/>
            <p:nvPr/>
          </p:nvSpPr>
          <p:spPr>
            <a:xfrm>
              <a:off x="2594600" y="3002495"/>
              <a:ext cx="5158" cy="4828"/>
            </a:xfrm>
            <a:custGeom>
              <a:avLst/>
              <a:pathLst>
                <a:path w="5158" h="4828">
                  <a:moveTo>
                    <a:pt x="5158" y="2925"/>
                  </a:moveTo>
                  <a:lnTo>
                    <a:pt x="1717" y="4828"/>
                  </a:lnTo>
                  <a:lnTo>
                    <a:pt x="0" y="4383"/>
                  </a:lnTo>
                  <a:lnTo>
                    <a:pt x="256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h1951"/>
            <p:cNvSpPr/>
            <p:nvPr/>
          </p:nvSpPr>
          <p:spPr>
            <a:xfrm>
              <a:off x="2588349" y="2997240"/>
              <a:ext cx="8815" cy="10372"/>
            </a:xfrm>
            <a:custGeom>
              <a:avLst/>
              <a:pathLst>
                <a:path w="8815" h="10372">
                  <a:moveTo>
                    <a:pt x="3195" y="351"/>
                  </a:moveTo>
                  <a:lnTo>
                    <a:pt x="4653" y="0"/>
                  </a:lnTo>
                  <a:lnTo>
                    <a:pt x="5500" y="2118"/>
                  </a:lnTo>
                  <a:lnTo>
                    <a:pt x="2297" y="3072"/>
                  </a:lnTo>
                  <a:lnTo>
                    <a:pt x="3161" y="5805"/>
                  </a:lnTo>
                  <a:lnTo>
                    <a:pt x="4458" y="6202"/>
                  </a:lnTo>
                  <a:lnTo>
                    <a:pt x="7365" y="4172"/>
                  </a:lnTo>
                  <a:lnTo>
                    <a:pt x="8815" y="5255"/>
                  </a:lnTo>
                  <a:lnTo>
                    <a:pt x="6250" y="9639"/>
                  </a:lnTo>
                  <a:lnTo>
                    <a:pt x="2075" y="10372"/>
                  </a:lnTo>
                  <a:lnTo>
                    <a:pt x="313" y="10025"/>
                  </a:lnTo>
                  <a:lnTo>
                    <a:pt x="0" y="5345"/>
                  </a:lnTo>
                  <a:lnTo>
                    <a:pt x="134" y="1964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h1952"/>
            <p:cNvSpPr/>
            <p:nvPr/>
          </p:nvSpPr>
          <p:spPr>
            <a:xfrm>
              <a:off x="2653751" y="2967258"/>
              <a:ext cx="24135" cy="15206"/>
            </a:xfrm>
            <a:custGeom>
              <a:avLst/>
              <a:pathLst>
                <a:path w="24135" h="15206">
                  <a:moveTo>
                    <a:pt x="21679" y="465"/>
                  </a:moveTo>
                  <a:lnTo>
                    <a:pt x="24135" y="1305"/>
                  </a:lnTo>
                  <a:lnTo>
                    <a:pt x="21411" y="7181"/>
                  </a:lnTo>
                  <a:lnTo>
                    <a:pt x="17669" y="14151"/>
                  </a:lnTo>
                  <a:lnTo>
                    <a:pt x="14212" y="13651"/>
                  </a:lnTo>
                  <a:lnTo>
                    <a:pt x="12874" y="12198"/>
                  </a:lnTo>
                  <a:lnTo>
                    <a:pt x="11540" y="13098"/>
                  </a:lnTo>
                  <a:lnTo>
                    <a:pt x="10709" y="15206"/>
                  </a:lnTo>
                  <a:lnTo>
                    <a:pt x="4830" y="10536"/>
                  </a:lnTo>
                  <a:lnTo>
                    <a:pt x="5644" y="10024"/>
                  </a:lnTo>
                  <a:lnTo>
                    <a:pt x="3409" y="6584"/>
                  </a:lnTo>
                  <a:lnTo>
                    <a:pt x="2687" y="6295"/>
                  </a:lnTo>
                  <a:lnTo>
                    <a:pt x="1351" y="5053"/>
                  </a:lnTo>
                  <a:lnTo>
                    <a:pt x="0" y="3391"/>
                  </a:lnTo>
                  <a:lnTo>
                    <a:pt x="1926" y="1253"/>
                  </a:lnTo>
                  <a:lnTo>
                    <a:pt x="8294" y="3196"/>
                  </a:lnTo>
                  <a:lnTo>
                    <a:pt x="11319" y="3078"/>
                  </a:lnTo>
                  <a:lnTo>
                    <a:pt x="13369" y="913"/>
                  </a:lnTo>
                  <a:lnTo>
                    <a:pt x="16683" y="3062"/>
                  </a:lnTo>
                  <a:lnTo>
                    <a:pt x="19081" y="2245"/>
                  </a:lnTo>
                  <a:lnTo>
                    <a:pt x="2031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h1953"/>
            <p:cNvSpPr/>
            <p:nvPr/>
          </p:nvSpPr>
          <p:spPr>
            <a:xfrm>
              <a:off x="2690159" y="2854532"/>
              <a:ext cx="19167" cy="13068"/>
            </a:xfrm>
            <a:custGeom>
              <a:avLst/>
              <a:pathLst>
                <a:path w="19167" h="13068">
                  <a:moveTo>
                    <a:pt x="11817" y="0"/>
                  </a:moveTo>
                  <a:lnTo>
                    <a:pt x="12095" y="3166"/>
                  </a:lnTo>
                  <a:lnTo>
                    <a:pt x="19167" y="5595"/>
                  </a:lnTo>
                  <a:lnTo>
                    <a:pt x="17685" y="11405"/>
                  </a:lnTo>
                  <a:lnTo>
                    <a:pt x="15742" y="12482"/>
                  </a:lnTo>
                  <a:lnTo>
                    <a:pt x="13803" y="11929"/>
                  </a:lnTo>
                  <a:lnTo>
                    <a:pt x="11885" y="13068"/>
                  </a:lnTo>
                  <a:lnTo>
                    <a:pt x="2759" y="12151"/>
                  </a:lnTo>
                  <a:lnTo>
                    <a:pt x="1777" y="12028"/>
                  </a:lnTo>
                  <a:lnTo>
                    <a:pt x="0" y="10394"/>
                  </a:lnTo>
                  <a:lnTo>
                    <a:pt x="2684" y="8113"/>
                  </a:lnTo>
                  <a:lnTo>
                    <a:pt x="2314" y="3949"/>
                  </a:lnTo>
                  <a:lnTo>
                    <a:pt x="2866" y="2246"/>
                  </a:lnTo>
                  <a:lnTo>
                    <a:pt x="4094" y="121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h1954"/>
            <p:cNvSpPr/>
            <p:nvPr/>
          </p:nvSpPr>
          <p:spPr>
            <a:xfrm>
              <a:off x="2598180" y="2890189"/>
              <a:ext cx="39902" cy="36100"/>
            </a:xfrm>
            <a:custGeom>
              <a:avLst/>
              <a:pathLst>
                <a:path w="39902" h="36100">
                  <a:moveTo>
                    <a:pt x="21051" y="0"/>
                  </a:moveTo>
                  <a:lnTo>
                    <a:pt x="25834" y="2028"/>
                  </a:lnTo>
                  <a:lnTo>
                    <a:pt x="29167" y="8658"/>
                  </a:lnTo>
                  <a:lnTo>
                    <a:pt x="32614" y="9252"/>
                  </a:lnTo>
                  <a:lnTo>
                    <a:pt x="35081" y="12168"/>
                  </a:lnTo>
                  <a:lnTo>
                    <a:pt x="38858" y="13698"/>
                  </a:lnTo>
                  <a:lnTo>
                    <a:pt x="39053" y="14503"/>
                  </a:lnTo>
                  <a:lnTo>
                    <a:pt x="39902" y="15850"/>
                  </a:lnTo>
                  <a:lnTo>
                    <a:pt x="36636" y="21835"/>
                  </a:lnTo>
                  <a:lnTo>
                    <a:pt x="37012" y="24880"/>
                  </a:lnTo>
                  <a:lnTo>
                    <a:pt x="34391" y="26610"/>
                  </a:lnTo>
                  <a:lnTo>
                    <a:pt x="34844" y="28674"/>
                  </a:lnTo>
                  <a:lnTo>
                    <a:pt x="33855" y="29132"/>
                  </a:lnTo>
                  <a:lnTo>
                    <a:pt x="32575" y="31778"/>
                  </a:lnTo>
                  <a:lnTo>
                    <a:pt x="31414" y="32013"/>
                  </a:lnTo>
                  <a:lnTo>
                    <a:pt x="28287" y="29762"/>
                  </a:lnTo>
                  <a:lnTo>
                    <a:pt x="25766" y="33375"/>
                  </a:lnTo>
                  <a:lnTo>
                    <a:pt x="17484" y="36100"/>
                  </a:lnTo>
                  <a:lnTo>
                    <a:pt x="8826" y="35451"/>
                  </a:lnTo>
                  <a:lnTo>
                    <a:pt x="7493" y="33426"/>
                  </a:lnTo>
                  <a:lnTo>
                    <a:pt x="7086" y="30375"/>
                  </a:lnTo>
                  <a:lnTo>
                    <a:pt x="13573" y="27477"/>
                  </a:lnTo>
                  <a:lnTo>
                    <a:pt x="13656" y="24931"/>
                  </a:lnTo>
                  <a:lnTo>
                    <a:pt x="11483" y="23584"/>
                  </a:lnTo>
                  <a:lnTo>
                    <a:pt x="9215" y="23384"/>
                  </a:lnTo>
                  <a:lnTo>
                    <a:pt x="7468" y="20844"/>
                  </a:lnTo>
                  <a:lnTo>
                    <a:pt x="5366" y="15589"/>
                  </a:lnTo>
                  <a:lnTo>
                    <a:pt x="3509" y="15205"/>
                  </a:lnTo>
                  <a:lnTo>
                    <a:pt x="0" y="14397"/>
                  </a:lnTo>
                  <a:lnTo>
                    <a:pt x="6361" y="7025"/>
                  </a:lnTo>
                  <a:lnTo>
                    <a:pt x="7131" y="5681"/>
                  </a:lnTo>
                  <a:lnTo>
                    <a:pt x="6791" y="3069"/>
                  </a:lnTo>
                  <a:lnTo>
                    <a:pt x="10031" y="1091"/>
                  </a:lnTo>
                  <a:lnTo>
                    <a:pt x="14734" y="1477"/>
                  </a:lnTo>
                  <a:lnTo>
                    <a:pt x="16239" y="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h1955"/>
            <p:cNvSpPr/>
            <p:nvPr/>
          </p:nvSpPr>
          <p:spPr>
            <a:xfrm>
              <a:off x="2710559" y="2861137"/>
              <a:ext cx="20711" cy="21470"/>
            </a:xfrm>
            <a:custGeom>
              <a:avLst/>
              <a:pathLst>
                <a:path w="20711" h="21470">
                  <a:moveTo>
                    <a:pt x="3250" y="943"/>
                  </a:moveTo>
                  <a:lnTo>
                    <a:pt x="15931" y="4226"/>
                  </a:lnTo>
                  <a:lnTo>
                    <a:pt x="17516" y="3126"/>
                  </a:lnTo>
                  <a:lnTo>
                    <a:pt x="16714" y="4468"/>
                  </a:lnTo>
                  <a:lnTo>
                    <a:pt x="17455" y="5876"/>
                  </a:lnTo>
                  <a:lnTo>
                    <a:pt x="20711" y="5864"/>
                  </a:lnTo>
                  <a:lnTo>
                    <a:pt x="18740" y="7941"/>
                  </a:lnTo>
                  <a:lnTo>
                    <a:pt x="14267" y="12484"/>
                  </a:lnTo>
                  <a:lnTo>
                    <a:pt x="11173" y="17564"/>
                  </a:lnTo>
                  <a:lnTo>
                    <a:pt x="5033" y="15829"/>
                  </a:lnTo>
                  <a:lnTo>
                    <a:pt x="1568" y="21150"/>
                  </a:lnTo>
                  <a:lnTo>
                    <a:pt x="774" y="21470"/>
                  </a:lnTo>
                  <a:lnTo>
                    <a:pt x="0" y="18699"/>
                  </a:lnTo>
                  <a:lnTo>
                    <a:pt x="412" y="14681"/>
                  </a:lnTo>
                  <a:lnTo>
                    <a:pt x="1685" y="13212"/>
                  </a:lnTo>
                  <a:lnTo>
                    <a:pt x="4598" y="12311"/>
                  </a:lnTo>
                  <a:lnTo>
                    <a:pt x="5022" y="11441"/>
                  </a:lnTo>
                  <a:lnTo>
                    <a:pt x="2525" y="6016"/>
                  </a:lnTo>
                  <a:lnTo>
                    <a:pt x="1500" y="576"/>
                  </a:lnTo>
                  <a:lnTo>
                    <a:pt x="203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h1956"/>
            <p:cNvSpPr/>
            <p:nvPr/>
          </p:nvSpPr>
          <p:spPr>
            <a:xfrm>
              <a:off x="2605383" y="3120026"/>
              <a:ext cx="16991" cy="19836"/>
            </a:xfrm>
            <a:custGeom>
              <a:avLst/>
              <a:pathLst>
                <a:path w="16991" h="19836">
                  <a:moveTo>
                    <a:pt x="13268" y="3223"/>
                  </a:moveTo>
                  <a:lnTo>
                    <a:pt x="13156" y="8273"/>
                  </a:lnTo>
                  <a:lnTo>
                    <a:pt x="16991" y="8882"/>
                  </a:lnTo>
                  <a:lnTo>
                    <a:pt x="15680" y="14713"/>
                  </a:lnTo>
                  <a:lnTo>
                    <a:pt x="14510" y="17362"/>
                  </a:lnTo>
                  <a:lnTo>
                    <a:pt x="12489" y="17568"/>
                  </a:lnTo>
                  <a:lnTo>
                    <a:pt x="11091" y="18697"/>
                  </a:lnTo>
                  <a:lnTo>
                    <a:pt x="10813" y="19569"/>
                  </a:lnTo>
                  <a:lnTo>
                    <a:pt x="6613" y="19836"/>
                  </a:lnTo>
                  <a:lnTo>
                    <a:pt x="4857" y="16281"/>
                  </a:lnTo>
                  <a:lnTo>
                    <a:pt x="4615" y="14094"/>
                  </a:lnTo>
                  <a:lnTo>
                    <a:pt x="2349" y="10262"/>
                  </a:lnTo>
                  <a:lnTo>
                    <a:pt x="913" y="8028"/>
                  </a:lnTo>
                  <a:lnTo>
                    <a:pt x="0" y="805"/>
                  </a:lnTo>
                  <a:lnTo>
                    <a:pt x="3785" y="0"/>
                  </a:lnTo>
                  <a:lnTo>
                    <a:pt x="5311" y="1187"/>
                  </a:lnTo>
                  <a:lnTo>
                    <a:pt x="4598" y="1809"/>
                  </a:lnTo>
                  <a:lnTo>
                    <a:pt x="4981" y="2604"/>
                  </a:lnTo>
                  <a:lnTo>
                    <a:pt x="10059" y="1077"/>
                  </a:lnTo>
                  <a:lnTo>
                    <a:pt x="10448" y="18"/>
                  </a:lnTo>
                  <a:lnTo>
                    <a:pt x="12645" y="125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h1957"/>
            <p:cNvSpPr/>
            <p:nvPr/>
          </p:nvSpPr>
          <p:spPr>
            <a:xfrm>
              <a:off x="2619652" y="3082731"/>
              <a:ext cx="27019" cy="32576"/>
            </a:xfrm>
            <a:custGeom>
              <a:avLst/>
              <a:pathLst>
                <a:path w="27019" h="32576">
                  <a:moveTo>
                    <a:pt x="23830" y="2351"/>
                  </a:moveTo>
                  <a:lnTo>
                    <a:pt x="24956" y="1984"/>
                  </a:lnTo>
                  <a:lnTo>
                    <a:pt x="27019" y="2970"/>
                  </a:lnTo>
                  <a:lnTo>
                    <a:pt x="19107" y="12356"/>
                  </a:lnTo>
                  <a:lnTo>
                    <a:pt x="20348" y="15935"/>
                  </a:lnTo>
                  <a:lnTo>
                    <a:pt x="22475" y="15305"/>
                  </a:lnTo>
                  <a:lnTo>
                    <a:pt x="23105" y="18266"/>
                  </a:lnTo>
                  <a:lnTo>
                    <a:pt x="22448" y="18956"/>
                  </a:lnTo>
                  <a:lnTo>
                    <a:pt x="21177" y="26324"/>
                  </a:lnTo>
                  <a:lnTo>
                    <a:pt x="22715" y="26563"/>
                  </a:lnTo>
                  <a:lnTo>
                    <a:pt x="24208" y="28782"/>
                  </a:lnTo>
                  <a:lnTo>
                    <a:pt x="21024" y="32065"/>
                  </a:lnTo>
                  <a:lnTo>
                    <a:pt x="19738" y="31738"/>
                  </a:lnTo>
                  <a:lnTo>
                    <a:pt x="18271" y="32576"/>
                  </a:lnTo>
                  <a:lnTo>
                    <a:pt x="14395" y="31619"/>
                  </a:lnTo>
                  <a:lnTo>
                    <a:pt x="14198" y="29383"/>
                  </a:lnTo>
                  <a:lnTo>
                    <a:pt x="15338" y="29471"/>
                  </a:lnTo>
                  <a:lnTo>
                    <a:pt x="16165" y="26562"/>
                  </a:lnTo>
                  <a:lnTo>
                    <a:pt x="15449" y="25306"/>
                  </a:lnTo>
                  <a:lnTo>
                    <a:pt x="12399" y="25705"/>
                  </a:lnTo>
                  <a:lnTo>
                    <a:pt x="12498" y="24857"/>
                  </a:lnTo>
                  <a:lnTo>
                    <a:pt x="8024" y="20961"/>
                  </a:lnTo>
                  <a:lnTo>
                    <a:pt x="2522" y="21879"/>
                  </a:lnTo>
                  <a:lnTo>
                    <a:pt x="791" y="20172"/>
                  </a:lnTo>
                  <a:lnTo>
                    <a:pt x="1243" y="20272"/>
                  </a:lnTo>
                  <a:lnTo>
                    <a:pt x="1427" y="18788"/>
                  </a:lnTo>
                  <a:lnTo>
                    <a:pt x="874" y="16096"/>
                  </a:lnTo>
                  <a:lnTo>
                    <a:pt x="1738" y="9763"/>
                  </a:lnTo>
                  <a:lnTo>
                    <a:pt x="0" y="6858"/>
                  </a:lnTo>
                  <a:lnTo>
                    <a:pt x="2480" y="4820"/>
                  </a:lnTo>
                  <a:lnTo>
                    <a:pt x="3105" y="2872"/>
                  </a:lnTo>
                  <a:lnTo>
                    <a:pt x="2638" y="357"/>
                  </a:lnTo>
                  <a:lnTo>
                    <a:pt x="4456" y="0"/>
                  </a:lnTo>
                  <a:lnTo>
                    <a:pt x="16342" y="307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h1958"/>
            <p:cNvSpPr/>
            <p:nvPr/>
          </p:nvSpPr>
          <p:spPr>
            <a:xfrm>
              <a:off x="2656517" y="2991335"/>
              <a:ext cx="16317" cy="19279"/>
            </a:xfrm>
            <a:custGeom>
              <a:avLst/>
              <a:pathLst>
                <a:path w="16317" h="19279">
                  <a:moveTo>
                    <a:pt x="6483" y="5042"/>
                  </a:moveTo>
                  <a:lnTo>
                    <a:pt x="8782" y="6029"/>
                  </a:lnTo>
                  <a:lnTo>
                    <a:pt x="12513" y="4602"/>
                  </a:lnTo>
                  <a:lnTo>
                    <a:pt x="15160" y="2253"/>
                  </a:lnTo>
                  <a:lnTo>
                    <a:pt x="15892" y="2804"/>
                  </a:lnTo>
                  <a:lnTo>
                    <a:pt x="16317" y="4497"/>
                  </a:lnTo>
                  <a:lnTo>
                    <a:pt x="14746" y="7017"/>
                  </a:lnTo>
                  <a:lnTo>
                    <a:pt x="14170" y="6301"/>
                  </a:lnTo>
                  <a:lnTo>
                    <a:pt x="12526" y="8665"/>
                  </a:lnTo>
                  <a:lnTo>
                    <a:pt x="10795" y="14405"/>
                  </a:lnTo>
                  <a:lnTo>
                    <a:pt x="8829" y="18576"/>
                  </a:lnTo>
                  <a:lnTo>
                    <a:pt x="8856" y="18827"/>
                  </a:lnTo>
                  <a:lnTo>
                    <a:pt x="4642" y="19279"/>
                  </a:lnTo>
                  <a:lnTo>
                    <a:pt x="854" y="15681"/>
                  </a:lnTo>
                  <a:lnTo>
                    <a:pt x="1420" y="3853"/>
                  </a:lnTo>
                  <a:lnTo>
                    <a:pt x="0" y="1067"/>
                  </a:lnTo>
                  <a:lnTo>
                    <a:pt x="158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h1959"/>
            <p:cNvSpPr/>
            <p:nvPr/>
          </p:nvSpPr>
          <p:spPr>
            <a:xfrm>
              <a:off x="2554013" y="3029349"/>
              <a:ext cx="11008" cy="14864"/>
            </a:xfrm>
            <a:custGeom>
              <a:avLst/>
              <a:pathLst>
                <a:path w="11008" h="14864">
                  <a:moveTo>
                    <a:pt x="7095" y="39"/>
                  </a:moveTo>
                  <a:lnTo>
                    <a:pt x="8744" y="947"/>
                  </a:lnTo>
                  <a:lnTo>
                    <a:pt x="9979" y="2140"/>
                  </a:lnTo>
                  <a:lnTo>
                    <a:pt x="9410" y="3756"/>
                  </a:lnTo>
                  <a:lnTo>
                    <a:pt x="9669" y="5834"/>
                  </a:lnTo>
                  <a:lnTo>
                    <a:pt x="11008" y="6713"/>
                  </a:lnTo>
                  <a:lnTo>
                    <a:pt x="8836" y="12187"/>
                  </a:lnTo>
                  <a:lnTo>
                    <a:pt x="6670" y="14864"/>
                  </a:lnTo>
                  <a:lnTo>
                    <a:pt x="4150" y="12077"/>
                  </a:lnTo>
                  <a:lnTo>
                    <a:pt x="5214" y="11628"/>
                  </a:lnTo>
                  <a:lnTo>
                    <a:pt x="4763" y="8336"/>
                  </a:lnTo>
                  <a:lnTo>
                    <a:pt x="0" y="7540"/>
                  </a:lnTo>
                  <a:lnTo>
                    <a:pt x="2983" y="3323"/>
                  </a:lnTo>
                  <a:lnTo>
                    <a:pt x="346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h1960"/>
            <p:cNvSpPr/>
            <p:nvPr/>
          </p:nvSpPr>
          <p:spPr>
            <a:xfrm>
              <a:off x="2642319" y="2874943"/>
              <a:ext cx="11857" cy="15247"/>
            </a:xfrm>
            <a:custGeom>
              <a:avLst/>
              <a:pathLst>
                <a:path w="11857" h="15247">
                  <a:moveTo>
                    <a:pt x="10134" y="507"/>
                  </a:moveTo>
                  <a:lnTo>
                    <a:pt x="8849" y="1886"/>
                  </a:lnTo>
                  <a:lnTo>
                    <a:pt x="8082" y="5734"/>
                  </a:lnTo>
                  <a:lnTo>
                    <a:pt x="11857" y="7659"/>
                  </a:lnTo>
                  <a:lnTo>
                    <a:pt x="9952" y="11990"/>
                  </a:lnTo>
                  <a:lnTo>
                    <a:pt x="1985" y="15247"/>
                  </a:lnTo>
                  <a:lnTo>
                    <a:pt x="0" y="12663"/>
                  </a:lnTo>
                  <a:lnTo>
                    <a:pt x="2835" y="7460"/>
                  </a:lnTo>
                  <a:lnTo>
                    <a:pt x="1131" y="1645"/>
                  </a:lnTo>
                  <a:lnTo>
                    <a:pt x="2587" y="250"/>
                  </a:lnTo>
                  <a:lnTo>
                    <a:pt x="4001" y="307"/>
                  </a:lnTo>
                  <a:lnTo>
                    <a:pt x="851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h1961"/>
            <p:cNvSpPr/>
            <p:nvPr/>
          </p:nvSpPr>
          <p:spPr>
            <a:xfrm>
              <a:off x="2613477" y="2873962"/>
              <a:ext cx="9469" cy="12059"/>
            </a:xfrm>
            <a:custGeom>
              <a:avLst/>
              <a:pathLst>
                <a:path w="9469" h="12059">
                  <a:moveTo>
                    <a:pt x="4862" y="0"/>
                  </a:moveTo>
                  <a:lnTo>
                    <a:pt x="9469" y="1667"/>
                  </a:lnTo>
                  <a:lnTo>
                    <a:pt x="8288" y="3080"/>
                  </a:lnTo>
                  <a:lnTo>
                    <a:pt x="7713" y="6320"/>
                  </a:lnTo>
                  <a:lnTo>
                    <a:pt x="8405" y="7714"/>
                  </a:lnTo>
                  <a:lnTo>
                    <a:pt x="4486" y="12059"/>
                  </a:lnTo>
                  <a:lnTo>
                    <a:pt x="2929" y="11487"/>
                  </a:lnTo>
                  <a:lnTo>
                    <a:pt x="2038" y="9069"/>
                  </a:lnTo>
                  <a:lnTo>
                    <a:pt x="0" y="8876"/>
                  </a:lnTo>
                  <a:lnTo>
                    <a:pt x="1623" y="282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h1962"/>
            <p:cNvSpPr/>
            <p:nvPr/>
          </p:nvSpPr>
          <p:spPr>
            <a:xfrm>
              <a:off x="2595307" y="3045240"/>
              <a:ext cx="2536" cy="4002"/>
            </a:xfrm>
            <a:custGeom>
              <a:avLst/>
              <a:pathLst>
                <a:path w="2536" h="4002">
                  <a:moveTo>
                    <a:pt x="1283" y="4002"/>
                  </a:moveTo>
                  <a:lnTo>
                    <a:pt x="1187" y="2572"/>
                  </a:lnTo>
                  <a:lnTo>
                    <a:pt x="0" y="2697"/>
                  </a:lnTo>
                  <a:lnTo>
                    <a:pt x="253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h1963"/>
            <p:cNvSpPr/>
            <p:nvPr/>
          </p:nvSpPr>
          <p:spPr>
            <a:xfrm>
              <a:off x="2573273" y="2960106"/>
              <a:ext cx="10590" cy="10091"/>
            </a:xfrm>
            <a:custGeom>
              <a:avLst/>
              <a:pathLst>
                <a:path w="10590" h="10091">
                  <a:moveTo>
                    <a:pt x="6840" y="314"/>
                  </a:moveTo>
                  <a:lnTo>
                    <a:pt x="10590" y="5481"/>
                  </a:lnTo>
                  <a:lnTo>
                    <a:pt x="9256" y="5035"/>
                  </a:lnTo>
                  <a:lnTo>
                    <a:pt x="8435" y="5869"/>
                  </a:lnTo>
                  <a:lnTo>
                    <a:pt x="8308" y="9249"/>
                  </a:lnTo>
                  <a:lnTo>
                    <a:pt x="5432" y="9904"/>
                  </a:lnTo>
                  <a:lnTo>
                    <a:pt x="3166" y="10091"/>
                  </a:lnTo>
                  <a:lnTo>
                    <a:pt x="0" y="6714"/>
                  </a:lnTo>
                  <a:lnTo>
                    <a:pt x="1854" y="2483"/>
                  </a:lnTo>
                  <a:lnTo>
                    <a:pt x="475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h1964"/>
            <p:cNvSpPr/>
            <p:nvPr/>
          </p:nvSpPr>
          <p:spPr>
            <a:xfrm>
              <a:off x="2659687" y="3115638"/>
              <a:ext cx="14374" cy="14893"/>
            </a:xfrm>
            <a:custGeom>
              <a:avLst/>
              <a:pathLst>
                <a:path w="14374" h="14893">
                  <a:moveTo>
                    <a:pt x="9167" y="1394"/>
                  </a:moveTo>
                  <a:lnTo>
                    <a:pt x="10770" y="3618"/>
                  </a:lnTo>
                  <a:lnTo>
                    <a:pt x="14374" y="5376"/>
                  </a:lnTo>
                  <a:lnTo>
                    <a:pt x="14342" y="7772"/>
                  </a:lnTo>
                  <a:lnTo>
                    <a:pt x="12164" y="7576"/>
                  </a:lnTo>
                  <a:lnTo>
                    <a:pt x="11017" y="6607"/>
                  </a:lnTo>
                  <a:lnTo>
                    <a:pt x="7646" y="7679"/>
                  </a:lnTo>
                  <a:lnTo>
                    <a:pt x="6807" y="8920"/>
                  </a:lnTo>
                  <a:lnTo>
                    <a:pt x="6645" y="10984"/>
                  </a:lnTo>
                  <a:lnTo>
                    <a:pt x="2768" y="13157"/>
                  </a:lnTo>
                  <a:lnTo>
                    <a:pt x="1611" y="14893"/>
                  </a:lnTo>
                  <a:lnTo>
                    <a:pt x="0" y="11654"/>
                  </a:lnTo>
                  <a:lnTo>
                    <a:pt x="501" y="9790"/>
                  </a:lnTo>
                  <a:lnTo>
                    <a:pt x="3217" y="6361"/>
                  </a:lnTo>
                  <a:lnTo>
                    <a:pt x="2945" y="4031"/>
                  </a:lnTo>
                  <a:lnTo>
                    <a:pt x="5897" y="56"/>
                  </a:lnTo>
                  <a:lnTo>
                    <a:pt x="673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h1965"/>
            <p:cNvSpPr/>
            <p:nvPr/>
          </p:nvSpPr>
          <p:spPr>
            <a:xfrm>
              <a:off x="2684571" y="2962810"/>
              <a:ext cx="16497" cy="28873"/>
            </a:xfrm>
            <a:custGeom>
              <a:avLst/>
              <a:pathLst>
                <a:path w="16497" h="28873">
                  <a:moveTo>
                    <a:pt x="9724" y="1339"/>
                  </a:moveTo>
                  <a:lnTo>
                    <a:pt x="11656" y="8032"/>
                  </a:lnTo>
                  <a:lnTo>
                    <a:pt x="13520" y="9198"/>
                  </a:lnTo>
                  <a:lnTo>
                    <a:pt x="16497" y="9755"/>
                  </a:lnTo>
                  <a:lnTo>
                    <a:pt x="10391" y="23685"/>
                  </a:lnTo>
                  <a:lnTo>
                    <a:pt x="9876" y="25709"/>
                  </a:lnTo>
                  <a:lnTo>
                    <a:pt x="10253" y="28873"/>
                  </a:lnTo>
                  <a:lnTo>
                    <a:pt x="1998" y="22938"/>
                  </a:lnTo>
                  <a:lnTo>
                    <a:pt x="284" y="21517"/>
                  </a:lnTo>
                  <a:lnTo>
                    <a:pt x="0" y="19982"/>
                  </a:lnTo>
                  <a:lnTo>
                    <a:pt x="939" y="18183"/>
                  </a:lnTo>
                  <a:lnTo>
                    <a:pt x="3540" y="16577"/>
                  </a:lnTo>
                  <a:lnTo>
                    <a:pt x="3562" y="13685"/>
                  </a:lnTo>
                  <a:lnTo>
                    <a:pt x="4440" y="12131"/>
                  </a:lnTo>
                  <a:lnTo>
                    <a:pt x="4242" y="9450"/>
                  </a:lnTo>
                  <a:lnTo>
                    <a:pt x="907" y="3808"/>
                  </a:lnTo>
                  <a:lnTo>
                    <a:pt x="3728" y="3419"/>
                  </a:lnTo>
                  <a:lnTo>
                    <a:pt x="9621" y="512"/>
                  </a:lnTo>
                  <a:lnTo>
                    <a:pt x="1058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h1966"/>
            <p:cNvSpPr/>
            <p:nvPr/>
          </p:nvSpPr>
          <p:spPr>
            <a:xfrm>
              <a:off x="2563482" y="2988939"/>
              <a:ext cx="21462" cy="15648"/>
            </a:xfrm>
            <a:custGeom>
              <a:avLst/>
              <a:pathLst>
                <a:path w="21462" h="15648">
                  <a:moveTo>
                    <a:pt x="6823" y="709"/>
                  </a:moveTo>
                  <a:lnTo>
                    <a:pt x="7464" y="1298"/>
                  </a:lnTo>
                  <a:lnTo>
                    <a:pt x="10275" y="4337"/>
                  </a:lnTo>
                  <a:lnTo>
                    <a:pt x="14914" y="7066"/>
                  </a:lnTo>
                  <a:lnTo>
                    <a:pt x="17435" y="6679"/>
                  </a:lnTo>
                  <a:lnTo>
                    <a:pt x="21462" y="8065"/>
                  </a:lnTo>
                  <a:lnTo>
                    <a:pt x="18718" y="10340"/>
                  </a:lnTo>
                  <a:lnTo>
                    <a:pt x="16184" y="14751"/>
                  </a:lnTo>
                  <a:lnTo>
                    <a:pt x="12382" y="15316"/>
                  </a:lnTo>
                  <a:lnTo>
                    <a:pt x="6898" y="13534"/>
                  </a:lnTo>
                  <a:lnTo>
                    <a:pt x="7745" y="15648"/>
                  </a:lnTo>
                  <a:lnTo>
                    <a:pt x="1775" y="15606"/>
                  </a:lnTo>
                  <a:lnTo>
                    <a:pt x="2607" y="14077"/>
                  </a:lnTo>
                  <a:lnTo>
                    <a:pt x="1341" y="10205"/>
                  </a:lnTo>
                  <a:lnTo>
                    <a:pt x="288" y="9079"/>
                  </a:lnTo>
                  <a:lnTo>
                    <a:pt x="1188" y="7805"/>
                  </a:lnTo>
                  <a:lnTo>
                    <a:pt x="1367" y="4426"/>
                  </a:lnTo>
                  <a:lnTo>
                    <a:pt x="0" y="3363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h1967"/>
            <p:cNvSpPr/>
            <p:nvPr/>
          </p:nvSpPr>
          <p:spPr>
            <a:xfrm>
              <a:off x="2615516" y="3102903"/>
              <a:ext cx="16634" cy="10808"/>
            </a:xfrm>
            <a:custGeom>
              <a:avLst/>
              <a:pathLst>
                <a:path w="16634" h="10808">
                  <a:moveTo>
                    <a:pt x="12160" y="789"/>
                  </a:moveTo>
                  <a:lnTo>
                    <a:pt x="16634" y="4685"/>
                  </a:lnTo>
                  <a:lnTo>
                    <a:pt x="16535" y="5533"/>
                  </a:lnTo>
                  <a:lnTo>
                    <a:pt x="12095" y="10604"/>
                  </a:lnTo>
                  <a:lnTo>
                    <a:pt x="10228" y="7755"/>
                  </a:lnTo>
                  <a:lnTo>
                    <a:pt x="5262" y="6459"/>
                  </a:lnTo>
                  <a:lnTo>
                    <a:pt x="4444" y="6916"/>
                  </a:lnTo>
                  <a:lnTo>
                    <a:pt x="3940" y="9935"/>
                  </a:lnTo>
                  <a:lnTo>
                    <a:pt x="0" y="10808"/>
                  </a:lnTo>
                  <a:lnTo>
                    <a:pt x="207" y="6340"/>
                  </a:lnTo>
                  <a:lnTo>
                    <a:pt x="1622" y="4622"/>
                  </a:lnTo>
                  <a:lnTo>
                    <a:pt x="1540" y="2456"/>
                  </a:lnTo>
                  <a:lnTo>
                    <a:pt x="4927" y="0"/>
                  </a:lnTo>
                  <a:lnTo>
                    <a:pt x="6659" y="170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h1968"/>
            <p:cNvSpPr/>
            <p:nvPr/>
          </p:nvSpPr>
          <p:spPr>
            <a:xfrm>
              <a:off x="2590647" y="2992398"/>
              <a:ext cx="15847" cy="11044"/>
            </a:xfrm>
            <a:custGeom>
              <a:avLst/>
              <a:pathLst>
                <a:path w="15847" h="11044">
                  <a:moveTo>
                    <a:pt x="6191" y="1889"/>
                  </a:moveTo>
                  <a:lnTo>
                    <a:pt x="9614" y="2267"/>
                  </a:lnTo>
                  <a:lnTo>
                    <a:pt x="10526" y="1244"/>
                  </a:lnTo>
                  <a:lnTo>
                    <a:pt x="11969" y="2172"/>
                  </a:lnTo>
                  <a:lnTo>
                    <a:pt x="11513" y="3943"/>
                  </a:lnTo>
                  <a:lnTo>
                    <a:pt x="12342" y="4539"/>
                  </a:lnTo>
                  <a:lnTo>
                    <a:pt x="13068" y="3505"/>
                  </a:lnTo>
                  <a:lnTo>
                    <a:pt x="15847" y="4476"/>
                  </a:lnTo>
                  <a:lnTo>
                    <a:pt x="14533" y="6716"/>
                  </a:lnTo>
                  <a:lnTo>
                    <a:pt x="14151" y="5673"/>
                  </a:lnTo>
                  <a:lnTo>
                    <a:pt x="12141" y="6330"/>
                  </a:lnTo>
                  <a:lnTo>
                    <a:pt x="10809" y="8320"/>
                  </a:lnTo>
                  <a:lnTo>
                    <a:pt x="5067" y="9013"/>
                  </a:lnTo>
                  <a:lnTo>
                    <a:pt x="2160" y="11044"/>
                  </a:lnTo>
                  <a:lnTo>
                    <a:pt x="863" y="10646"/>
                  </a:lnTo>
                  <a:lnTo>
                    <a:pt x="0" y="7913"/>
                  </a:lnTo>
                  <a:lnTo>
                    <a:pt x="3202" y="6959"/>
                  </a:lnTo>
                  <a:lnTo>
                    <a:pt x="2355" y="4841"/>
                  </a:lnTo>
                  <a:lnTo>
                    <a:pt x="898" y="5193"/>
                  </a:lnTo>
                  <a:lnTo>
                    <a:pt x="577" y="3057"/>
                  </a:lnTo>
                  <a:lnTo>
                    <a:pt x="20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h1969"/>
            <p:cNvSpPr/>
            <p:nvPr/>
          </p:nvSpPr>
          <p:spPr>
            <a:xfrm>
              <a:off x="2627251" y="3108037"/>
              <a:ext cx="16311" cy="19952"/>
            </a:xfrm>
            <a:custGeom>
              <a:avLst/>
              <a:pathLst>
                <a:path w="16311" h="19952">
                  <a:moveTo>
                    <a:pt x="8566" y="1255"/>
                  </a:moveTo>
                  <a:lnTo>
                    <a:pt x="7739" y="4165"/>
                  </a:lnTo>
                  <a:lnTo>
                    <a:pt x="6599" y="4076"/>
                  </a:lnTo>
                  <a:lnTo>
                    <a:pt x="6796" y="6312"/>
                  </a:lnTo>
                  <a:lnTo>
                    <a:pt x="10672" y="7269"/>
                  </a:lnTo>
                  <a:lnTo>
                    <a:pt x="12139" y="6431"/>
                  </a:lnTo>
                  <a:lnTo>
                    <a:pt x="11696" y="9497"/>
                  </a:lnTo>
                  <a:lnTo>
                    <a:pt x="13573" y="10346"/>
                  </a:lnTo>
                  <a:lnTo>
                    <a:pt x="16015" y="13646"/>
                  </a:lnTo>
                  <a:lnTo>
                    <a:pt x="15715" y="18944"/>
                  </a:lnTo>
                  <a:lnTo>
                    <a:pt x="16311" y="19952"/>
                  </a:lnTo>
                  <a:lnTo>
                    <a:pt x="13219" y="19557"/>
                  </a:lnTo>
                  <a:lnTo>
                    <a:pt x="6676" y="18848"/>
                  </a:lnTo>
                  <a:lnTo>
                    <a:pt x="313" y="18945"/>
                  </a:lnTo>
                  <a:lnTo>
                    <a:pt x="0" y="16760"/>
                  </a:lnTo>
                  <a:lnTo>
                    <a:pt x="1532" y="7780"/>
                  </a:lnTo>
                  <a:lnTo>
                    <a:pt x="987" y="5501"/>
                  </a:lnTo>
                  <a:lnTo>
                    <a:pt x="359" y="5469"/>
                  </a:lnTo>
                  <a:lnTo>
                    <a:pt x="4800" y="399"/>
                  </a:lnTo>
                  <a:lnTo>
                    <a:pt x="785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h1970"/>
            <p:cNvSpPr/>
            <p:nvPr/>
          </p:nvSpPr>
          <p:spPr>
            <a:xfrm>
              <a:off x="2665354" y="3024603"/>
              <a:ext cx="17540" cy="14765"/>
            </a:xfrm>
            <a:custGeom>
              <a:avLst/>
              <a:pathLst>
                <a:path w="17540" h="14765">
                  <a:moveTo>
                    <a:pt x="13834" y="3876"/>
                  </a:moveTo>
                  <a:lnTo>
                    <a:pt x="16081" y="5912"/>
                  </a:lnTo>
                  <a:lnTo>
                    <a:pt x="17540" y="6196"/>
                  </a:lnTo>
                  <a:lnTo>
                    <a:pt x="17527" y="7720"/>
                  </a:lnTo>
                  <a:lnTo>
                    <a:pt x="16504" y="7463"/>
                  </a:lnTo>
                  <a:lnTo>
                    <a:pt x="14976" y="10341"/>
                  </a:lnTo>
                  <a:lnTo>
                    <a:pt x="8818" y="14765"/>
                  </a:lnTo>
                  <a:lnTo>
                    <a:pt x="4828" y="13593"/>
                  </a:lnTo>
                  <a:lnTo>
                    <a:pt x="4659" y="12700"/>
                  </a:lnTo>
                  <a:lnTo>
                    <a:pt x="3010" y="11673"/>
                  </a:lnTo>
                  <a:lnTo>
                    <a:pt x="0" y="11003"/>
                  </a:lnTo>
                  <a:lnTo>
                    <a:pt x="1349" y="7495"/>
                  </a:lnTo>
                  <a:lnTo>
                    <a:pt x="4124" y="2523"/>
                  </a:lnTo>
                  <a:lnTo>
                    <a:pt x="10169" y="697"/>
                  </a:lnTo>
                  <a:lnTo>
                    <a:pt x="107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h1971"/>
            <p:cNvSpPr/>
            <p:nvPr/>
          </p:nvSpPr>
          <p:spPr>
            <a:xfrm>
              <a:off x="2709106" y="2999496"/>
              <a:ext cx="13519" cy="20096"/>
            </a:xfrm>
            <a:custGeom>
              <a:avLst/>
              <a:pathLst>
                <a:path w="13519" h="20096">
                  <a:moveTo>
                    <a:pt x="9048" y="3792"/>
                  </a:moveTo>
                  <a:lnTo>
                    <a:pt x="11972" y="10008"/>
                  </a:lnTo>
                  <a:lnTo>
                    <a:pt x="12948" y="12943"/>
                  </a:lnTo>
                  <a:lnTo>
                    <a:pt x="13519" y="14028"/>
                  </a:lnTo>
                  <a:lnTo>
                    <a:pt x="13285" y="15897"/>
                  </a:lnTo>
                  <a:lnTo>
                    <a:pt x="10319" y="16382"/>
                  </a:lnTo>
                  <a:lnTo>
                    <a:pt x="7470" y="19279"/>
                  </a:lnTo>
                  <a:lnTo>
                    <a:pt x="7374" y="20096"/>
                  </a:lnTo>
                  <a:lnTo>
                    <a:pt x="410" y="15640"/>
                  </a:lnTo>
                  <a:lnTo>
                    <a:pt x="0" y="6920"/>
                  </a:lnTo>
                  <a:lnTo>
                    <a:pt x="4069" y="5845"/>
                  </a:lnTo>
                  <a:lnTo>
                    <a:pt x="6775" y="4259"/>
                  </a:lnTo>
                  <a:lnTo>
                    <a:pt x="7766" y="1972"/>
                  </a:lnTo>
                  <a:lnTo>
                    <a:pt x="1006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h1972"/>
            <p:cNvSpPr/>
            <p:nvPr/>
          </p:nvSpPr>
          <p:spPr>
            <a:xfrm>
              <a:off x="2724486" y="2963749"/>
              <a:ext cx="25041" cy="19403"/>
            </a:xfrm>
            <a:custGeom>
              <a:avLst/>
              <a:pathLst>
                <a:path w="25041" h="19403">
                  <a:moveTo>
                    <a:pt x="22250" y="3213"/>
                  </a:moveTo>
                  <a:lnTo>
                    <a:pt x="25041" y="4013"/>
                  </a:lnTo>
                  <a:lnTo>
                    <a:pt x="23155" y="7017"/>
                  </a:lnTo>
                  <a:lnTo>
                    <a:pt x="18638" y="7549"/>
                  </a:lnTo>
                  <a:lnTo>
                    <a:pt x="12574" y="10672"/>
                  </a:lnTo>
                  <a:lnTo>
                    <a:pt x="10379" y="12860"/>
                  </a:lnTo>
                  <a:lnTo>
                    <a:pt x="8125" y="16845"/>
                  </a:lnTo>
                  <a:lnTo>
                    <a:pt x="8259" y="19120"/>
                  </a:lnTo>
                  <a:lnTo>
                    <a:pt x="3716" y="19403"/>
                  </a:lnTo>
                  <a:lnTo>
                    <a:pt x="2524" y="18371"/>
                  </a:lnTo>
                  <a:lnTo>
                    <a:pt x="0" y="16010"/>
                  </a:lnTo>
                  <a:lnTo>
                    <a:pt x="3504" y="13449"/>
                  </a:lnTo>
                  <a:lnTo>
                    <a:pt x="5731" y="7289"/>
                  </a:lnTo>
                  <a:lnTo>
                    <a:pt x="5783" y="895"/>
                  </a:lnTo>
                  <a:lnTo>
                    <a:pt x="7213" y="522"/>
                  </a:lnTo>
                  <a:lnTo>
                    <a:pt x="8459" y="183"/>
                  </a:lnTo>
                  <a:lnTo>
                    <a:pt x="9351" y="1799"/>
                  </a:lnTo>
                  <a:lnTo>
                    <a:pt x="12326" y="2252"/>
                  </a:lnTo>
                  <a:lnTo>
                    <a:pt x="15736" y="489"/>
                  </a:lnTo>
                  <a:lnTo>
                    <a:pt x="1877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h1973"/>
            <p:cNvSpPr/>
            <p:nvPr/>
          </p:nvSpPr>
          <p:spPr>
            <a:xfrm>
              <a:off x="2665346" y="3001666"/>
              <a:ext cx="23153" cy="16561"/>
            </a:xfrm>
            <a:custGeom>
              <a:avLst/>
              <a:pathLst>
                <a:path w="23153" h="16561">
                  <a:moveTo>
                    <a:pt x="22723" y="2362"/>
                  </a:moveTo>
                  <a:lnTo>
                    <a:pt x="23153" y="6308"/>
                  </a:lnTo>
                  <a:lnTo>
                    <a:pt x="18491" y="16561"/>
                  </a:lnTo>
                  <a:lnTo>
                    <a:pt x="16651" y="15414"/>
                  </a:lnTo>
                  <a:lnTo>
                    <a:pt x="8897" y="15316"/>
                  </a:lnTo>
                  <a:lnTo>
                    <a:pt x="2387" y="10781"/>
                  </a:lnTo>
                  <a:lnTo>
                    <a:pt x="2863" y="9188"/>
                  </a:lnTo>
                  <a:lnTo>
                    <a:pt x="0" y="8246"/>
                  </a:lnTo>
                  <a:lnTo>
                    <a:pt x="1966" y="4075"/>
                  </a:lnTo>
                  <a:lnTo>
                    <a:pt x="4030" y="5270"/>
                  </a:lnTo>
                  <a:lnTo>
                    <a:pt x="11772" y="5989"/>
                  </a:lnTo>
                  <a:lnTo>
                    <a:pt x="14403" y="4465"/>
                  </a:lnTo>
                  <a:lnTo>
                    <a:pt x="14118" y="1542"/>
                  </a:lnTo>
                  <a:lnTo>
                    <a:pt x="17271" y="212"/>
                  </a:lnTo>
                  <a:lnTo>
                    <a:pt x="207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h1974"/>
            <p:cNvSpPr/>
            <p:nvPr/>
          </p:nvSpPr>
          <p:spPr>
            <a:xfrm>
              <a:off x="2604376" y="2977977"/>
              <a:ext cx="28327" cy="46905"/>
            </a:xfrm>
            <a:custGeom>
              <a:avLst/>
              <a:pathLst>
                <a:path w="28327" h="46905">
                  <a:moveTo>
                    <a:pt x="27290" y="4831"/>
                  </a:moveTo>
                  <a:lnTo>
                    <a:pt x="28327" y="10131"/>
                  </a:lnTo>
                  <a:lnTo>
                    <a:pt x="23344" y="18894"/>
                  </a:lnTo>
                  <a:lnTo>
                    <a:pt x="21127" y="17904"/>
                  </a:lnTo>
                  <a:lnTo>
                    <a:pt x="20287" y="18717"/>
                  </a:lnTo>
                  <a:lnTo>
                    <a:pt x="16590" y="28582"/>
                  </a:lnTo>
                  <a:lnTo>
                    <a:pt x="16705" y="31478"/>
                  </a:lnTo>
                  <a:lnTo>
                    <a:pt x="17973" y="34296"/>
                  </a:lnTo>
                  <a:lnTo>
                    <a:pt x="21510" y="38081"/>
                  </a:lnTo>
                  <a:lnTo>
                    <a:pt x="18556" y="38687"/>
                  </a:lnTo>
                  <a:lnTo>
                    <a:pt x="15738" y="40396"/>
                  </a:lnTo>
                  <a:lnTo>
                    <a:pt x="15536" y="46475"/>
                  </a:lnTo>
                  <a:lnTo>
                    <a:pt x="9060" y="46905"/>
                  </a:lnTo>
                  <a:lnTo>
                    <a:pt x="784" y="46150"/>
                  </a:lnTo>
                  <a:lnTo>
                    <a:pt x="0" y="45193"/>
                  </a:lnTo>
                  <a:lnTo>
                    <a:pt x="1114" y="39803"/>
                  </a:lnTo>
                  <a:lnTo>
                    <a:pt x="740" y="31718"/>
                  </a:lnTo>
                  <a:lnTo>
                    <a:pt x="123" y="31166"/>
                  </a:lnTo>
                  <a:lnTo>
                    <a:pt x="3994" y="25802"/>
                  </a:lnTo>
                  <a:lnTo>
                    <a:pt x="5962" y="24822"/>
                  </a:lnTo>
                  <a:lnTo>
                    <a:pt x="410" y="22183"/>
                  </a:lnTo>
                  <a:lnTo>
                    <a:pt x="804" y="21137"/>
                  </a:lnTo>
                  <a:lnTo>
                    <a:pt x="2118" y="18897"/>
                  </a:lnTo>
                  <a:lnTo>
                    <a:pt x="4576" y="17735"/>
                  </a:lnTo>
                  <a:lnTo>
                    <a:pt x="6181" y="11667"/>
                  </a:lnTo>
                  <a:lnTo>
                    <a:pt x="10304" y="11845"/>
                  </a:lnTo>
                  <a:lnTo>
                    <a:pt x="9315" y="12828"/>
                  </a:lnTo>
                  <a:lnTo>
                    <a:pt x="9590" y="14115"/>
                  </a:lnTo>
                  <a:lnTo>
                    <a:pt x="13053" y="15356"/>
                  </a:lnTo>
                  <a:lnTo>
                    <a:pt x="19112" y="10692"/>
                  </a:lnTo>
                  <a:lnTo>
                    <a:pt x="20161" y="8261"/>
                  </a:lnTo>
                  <a:lnTo>
                    <a:pt x="26661" y="2496"/>
                  </a:lnTo>
                  <a:lnTo>
                    <a:pt x="2770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h1975"/>
            <p:cNvSpPr/>
            <p:nvPr/>
          </p:nvSpPr>
          <p:spPr>
            <a:xfrm>
              <a:off x="2659158" y="3010163"/>
              <a:ext cx="6215" cy="7870"/>
            </a:xfrm>
            <a:custGeom>
              <a:avLst/>
              <a:pathLst>
                <a:path w="6215" h="7870">
                  <a:moveTo>
                    <a:pt x="6215" y="0"/>
                  </a:moveTo>
                  <a:lnTo>
                    <a:pt x="5230" y="4323"/>
                  </a:lnTo>
                  <a:lnTo>
                    <a:pt x="2807" y="7870"/>
                  </a:lnTo>
                  <a:lnTo>
                    <a:pt x="1684" y="6881"/>
                  </a:lnTo>
                  <a:lnTo>
                    <a:pt x="0" y="4051"/>
                  </a:lnTo>
                  <a:lnTo>
                    <a:pt x="2001" y="45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h1976"/>
            <p:cNvSpPr/>
            <p:nvPr/>
          </p:nvSpPr>
          <p:spPr>
            <a:xfrm>
              <a:off x="2762808" y="3060921"/>
              <a:ext cx="20694" cy="31380"/>
            </a:xfrm>
            <a:custGeom>
              <a:avLst/>
              <a:pathLst>
                <a:path w="20694" h="31380">
                  <a:moveTo>
                    <a:pt x="12518" y="403"/>
                  </a:moveTo>
                  <a:lnTo>
                    <a:pt x="14183" y="7872"/>
                  </a:lnTo>
                  <a:lnTo>
                    <a:pt x="16724" y="10259"/>
                  </a:lnTo>
                  <a:lnTo>
                    <a:pt x="20694" y="10303"/>
                  </a:lnTo>
                  <a:lnTo>
                    <a:pt x="20324" y="11802"/>
                  </a:lnTo>
                  <a:lnTo>
                    <a:pt x="17382" y="12337"/>
                  </a:lnTo>
                  <a:lnTo>
                    <a:pt x="11406" y="20053"/>
                  </a:lnTo>
                  <a:lnTo>
                    <a:pt x="7584" y="30037"/>
                  </a:lnTo>
                  <a:lnTo>
                    <a:pt x="6573" y="30737"/>
                  </a:lnTo>
                  <a:lnTo>
                    <a:pt x="5316" y="30695"/>
                  </a:lnTo>
                  <a:lnTo>
                    <a:pt x="958" y="31380"/>
                  </a:lnTo>
                  <a:lnTo>
                    <a:pt x="267" y="31265"/>
                  </a:lnTo>
                  <a:lnTo>
                    <a:pt x="569" y="29029"/>
                  </a:lnTo>
                  <a:lnTo>
                    <a:pt x="0" y="27747"/>
                  </a:lnTo>
                  <a:lnTo>
                    <a:pt x="943" y="24346"/>
                  </a:lnTo>
                  <a:lnTo>
                    <a:pt x="2628" y="23359"/>
                  </a:lnTo>
                  <a:lnTo>
                    <a:pt x="4059" y="24469"/>
                  </a:lnTo>
                  <a:lnTo>
                    <a:pt x="6210" y="24192"/>
                  </a:lnTo>
                  <a:lnTo>
                    <a:pt x="7161" y="19945"/>
                  </a:lnTo>
                  <a:lnTo>
                    <a:pt x="5254" y="16544"/>
                  </a:lnTo>
                  <a:lnTo>
                    <a:pt x="2397" y="14183"/>
                  </a:lnTo>
                  <a:lnTo>
                    <a:pt x="3566" y="11021"/>
                  </a:lnTo>
                  <a:lnTo>
                    <a:pt x="5757" y="9441"/>
                  </a:lnTo>
                  <a:lnTo>
                    <a:pt x="4704" y="1963"/>
                  </a:lnTo>
                  <a:lnTo>
                    <a:pt x="6966" y="633"/>
                  </a:lnTo>
                  <a:lnTo>
                    <a:pt x="890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h1977"/>
            <p:cNvSpPr/>
            <p:nvPr/>
          </p:nvSpPr>
          <p:spPr>
            <a:xfrm>
              <a:off x="2621426" y="3047825"/>
              <a:ext cx="14234" cy="7190"/>
            </a:xfrm>
            <a:custGeom>
              <a:avLst/>
              <a:pathLst>
                <a:path w="14234" h="7190">
                  <a:moveTo>
                    <a:pt x="11575" y="0"/>
                  </a:moveTo>
                  <a:lnTo>
                    <a:pt x="13780" y="310"/>
                  </a:lnTo>
                  <a:lnTo>
                    <a:pt x="14234" y="1827"/>
                  </a:lnTo>
                  <a:lnTo>
                    <a:pt x="11605" y="4678"/>
                  </a:lnTo>
                  <a:lnTo>
                    <a:pt x="8305" y="5812"/>
                  </a:lnTo>
                  <a:lnTo>
                    <a:pt x="6485" y="7190"/>
                  </a:lnTo>
                  <a:lnTo>
                    <a:pt x="0" y="4169"/>
                  </a:lnTo>
                  <a:lnTo>
                    <a:pt x="3383" y="1327"/>
                  </a:lnTo>
                  <a:lnTo>
                    <a:pt x="4947" y="2442"/>
                  </a:lnTo>
                  <a:lnTo>
                    <a:pt x="9178" y="144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h1978"/>
            <p:cNvSpPr/>
            <p:nvPr/>
          </p:nvSpPr>
          <p:spPr>
            <a:xfrm>
              <a:off x="2695572" y="3050437"/>
              <a:ext cx="17046" cy="13480"/>
            </a:xfrm>
            <a:custGeom>
              <a:avLst/>
              <a:pathLst>
                <a:path w="17046" h="13480">
                  <a:moveTo>
                    <a:pt x="6609" y="0"/>
                  </a:moveTo>
                  <a:lnTo>
                    <a:pt x="7614" y="830"/>
                  </a:lnTo>
                  <a:lnTo>
                    <a:pt x="8004" y="2428"/>
                  </a:lnTo>
                  <a:lnTo>
                    <a:pt x="10320" y="3352"/>
                  </a:lnTo>
                  <a:lnTo>
                    <a:pt x="8884" y="3953"/>
                  </a:lnTo>
                  <a:lnTo>
                    <a:pt x="7687" y="6492"/>
                  </a:lnTo>
                  <a:lnTo>
                    <a:pt x="9207" y="6698"/>
                  </a:lnTo>
                  <a:lnTo>
                    <a:pt x="9402" y="5284"/>
                  </a:lnTo>
                  <a:lnTo>
                    <a:pt x="15522" y="1414"/>
                  </a:lnTo>
                  <a:lnTo>
                    <a:pt x="17046" y="1765"/>
                  </a:lnTo>
                  <a:lnTo>
                    <a:pt x="15630" y="5514"/>
                  </a:lnTo>
                  <a:lnTo>
                    <a:pt x="7090" y="13480"/>
                  </a:lnTo>
                  <a:lnTo>
                    <a:pt x="5517" y="13292"/>
                  </a:lnTo>
                  <a:lnTo>
                    <a:pt x="4584" y="12320"/>
                  </a:lnTo>
                  <a:lnTo>
                    <a:pt x="4291" y="8720"/>
                  </a:lnTo>
                  <a:lnTo>
                    <a:pt x="425" y="5424"/>
                  </a:lnTo>
                  <a:lnTo>
                    <a:pt x="1040" y="4028"/>
                  </a:lnTo>
                  <a:lnTo>
                    <a:pt x="0" y="1639"/>
                  </a:lnTo>
                  <a:lnTo>
                    <a:pt x="771" y="1094"/>
                  </a:lnTo>
                  <a:lnTo>
                    <a:pt x="2895" y="158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h1979"/>
            <p:cNvSpPr/>
            <p:nvPr/>
          </p:nvSpPr>
          <p:spPr>
            <a:xfrm>
              <a:off x="2611920" y="3024453"/>
              <a:ext cx="18005" cy="20465"/>
            </a:xfrm>
            <a:custGeom>
              <a:avLst/>
              <a:pathLst>
                <a:path w="18005" h="20465">
                  <a:moveTo>
                    <a:pt x="7992" y="0"/>
                  </a:moveTo>
                  <a:lnTo>
                    <a:pt x="8483" y="1693"/>
                  </a:lnTo>
                  <a:lnTo>
                    <a:pt x="14056" y="6714"/>
                  </a:lnTo>
                  <a:lnTo>
                    <a:pt x="16084" y="5459"/>
                  </a:lnTo>
                  <a:lnTo>
                    <a:pt x="16108" y="8526"/>
                  </a:lnTo>
                  <a:lnTo>
                    <a:pt x="15568" y="9822"/>
                  </a:lnTo>
                  <a:lnTo>
                    <a:pt x="12876" y="10301"/>
                  </a:lnTo>
                  <a:lnTo>
                    <a:pt x="10368" y="14353"/>
                  </a:lnTo>
                  <a:lnTo>
                    <a:pt x="13167" y="14657"/>
                  </a:lnTo>
                  <a:lnTo>
                    <a:pt x="14298" y="12652"/>
                  </a:lnTo>
                  <a:lnTo>
                    <a:pt x="16001" y="14183"/>
                  </a:lnTo>
                  <a:lnTo>
                    <a:pt x="17613" y="14088"/>
                  </a:lnTo>
                  <a:lnTo>
                    <a:pt x="18005" y="15395"/>
                  </a:lnTo>
                  <a:lnTo>
                    <a:pt x="17382" y="16632"/>
                  </a:lnTo>
                  <a:lnTo>
                    <a:pt x="13314" y="17795"/>
                  </a:lnTo>
                  <a:lnTo>
                    <a:pt x="9883" y="16935"/>
                  </a:lnTo>
                  <a:lnTo>
                    <a:pt x="7094" y="18255"/>
                  </a:lnTo>
                  <a:lnTo>
                    <a:pt x="6271" y="20465"/>
                  </a:lnTo>
                  <a:lnTo>
                    <a:pt x="3624" y="20464"/>
                  </a:lnTo>
                  <a:lnTo>
                    <a:pt x="583" y="14838"/>
                  </a:lnTo>
                  <a:lnTo>
                    <a:pt x="1481" y="11668"/>
                  </a:lnTo>
                  <a:lnTo>
                    <a:pt x="0" y="9943"/>
                  </a:lnTo>
                  <a:lnTo>
                    <a:pt x="1625" y="4330"/>
                  </a:lnTo>
                  <a:lnTo>
                    <a:pt x="1516" y="43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h1980"/>
            <p:cNvSpPr/>
            <p:nvPr/>
          </p:nvSpPr>
          <p:spPr>
            <a:xfrm>
              <a:off x="2716256" y="3057594"/>
              <a:ext cx="44134" cy="23764"/>
            </a:xfrm>
            <a:custGeom>
              <a:avLst/>
              <a:pathLst>
                <a:path w="44134" h="23764">
                  <a:moveTo>
                    <a:pt x="35873" y="395"/>
                  </a:moveTo>
                  <a:lnTo>
                    <a:pt x="36329" y="2952"/>
                  </a:lnTo>
                  <a:lnTo>
                    <a:pt x="41635" y="9393"/>
                  </a:lnTo>
                  <a:lnTo>
                    <a:pt x="44134" y="7730"/>
                  </a:lnTo>
                  <a:lnTo>
                    <a:pt x="39703" y="14000"/>
                  </a:lnTo>
                  <a:lnTo>
                    <a:pt x="37102" y="16209"/>
                  </a:lnTo>
                  <a:lnTo>
                    <a:pt x="34936" y="14903"/>
                  </a:lnTo>
                  <a:lnTo>
                    <a:pt x="30140" y="17342"/>
                  </a:lnTo>
                  <a:lnTo>
                    <a:pt x="30056" y="19113"/>
                  </a:lnTo>
                  <a:lnTo>
                    <a:pt x="28855" y="21328"/>
                  </a:lnTo>
                  <a:lnTo>
                    <a:pt x="20631" y="19686"/>
                  </a:lnTo>
                  <a:lnTo>
                    <a:pt x="18266" y="22180"/>
                  </a:lnTo>
                  <a:lnTo>
                    <a:pt x="17107" y="23764"/>
                  </a:lnTo>
                  <a:lnTo>
                    <a:pt x="16153" y="23388"/>
                  </a:lnTo>
                  <a:lnTo>
                    <a:pt x="14793" y="20525"/>
                  </a:lnTo>
                  <a:lnTo>
                    <a:pt x="8289" y="23043"/>
                  </a:lnTo>
                  <a:lnTo>
                    <a:pt x="6726" y="22435"/>
                  </a:lnTo>
                  <a:lnTo>
                    <a:pt x="5724" y="19748"/>
                  </a:lnTo>
                  <a:lnTo>
                    <a:pt x="1951" y="19272"/>
                  </a:lnTo>
                  <a:lnTo>
                    <a:pt x="2044" y="17170"/>
                  </a:lnTo>
                  <a:lnTo>
                    <a:pt x="0" y="12707"/>
                  </a:lnTo>
                  <a:lnTo>
                    <a:pt x="6410" y="8572"/>
                  </a:lnTo>
                  <a:lnTo>
                    <a:pt x="7580" y="10002"/>
                  </a:lnTo>
                  <a:lnTo>
                    <a:pt x="8967" y="10357"/>
                  </a:lnTo>
                  <a:lnTo>
                    <a:pt x="12907" y="9176"/>
                  </a:lnTo>
                  <a:lnTo>
                    <a:pt x="15027" y="12480"/>
                  </a:lnTo>
                  <a:lnTo>
                    <a:pt x="16883" y="12144"/>
                  </a:lnTo>
                  <a:lnTo>
                    <a:pt x="21883" y="8921"/>
                  </a:lnTo>
                  <a:lnTo>
                    <a:pt x="23402" y="12028"/>
                  </a:lnTo>
                  <a:lnTo>
                    <a:pt x="24974" y="11364"/>
                  </a:lnTo>
                  <a:lnTo>
                    <a:pt x="26494" y="8445"/>
                  </a:lnTo>
                  <a:lnTo>
                    <a:pt x="26657" y="9544"/>
                  </a:lnTo>
                  <a:lnTo>
                    <a:pt x="355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h1981"/>
            <p:cNvSpPr/>
            <p:nvPr/>
          </p:nvSpPr>
          <p:spPr>
            <a:xfrm>
              <a:off x="2650402" y="2875450"/>
              <a:ext cx="11353" cy="7152"/>
            </a:xfrm>
            <a:custGeom>
              <a:avLst/>
              <a:pathLst>
                <a:path w="11353" h="7152">
                  <a:moveTo>
                    <a:pt x="7952" y="487"/>
                  </a:moveTo>
                  <a:lnTo>
                    <a:pt x="11353" y="1837"/>
                  </a:lnTo>
                  <a:lnTo>
                    <a:pt x="11093" y="2973"/>
                  </a:lnTo>
                  <a:lnTo>
                    <a:pt x="8750" y="5458"/>
                  </a:lnTo>
                  <a:lnTo>
                    <a:pt x="3774" y="7152"/>
                  </a:lnTo>
                  <a:lnTo>
                    <a:pt x="0" y="5227"/>
                  </a:lnTo>
                  <a:lnTo>
                    <a:pt x="766" y="1379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h1982"/>
            <p:cNvSpPr/>
            <p:nvPr/>
          </p:nvSpPr>
          <p:spPr>
            <a:xfrm>
              <a:off x="2620967" y="2988109"/>
              <a:ext cx="18343" cy="18450"/>
            </a:xfrm>
            <a:custGeom>
              <a:avLst/>
              <a:pathLst>
                <a:path w="18343" h="18450">
                  <a:moveTo>
                    <a:pt x="12447" y="27"/>
                  </a:moveTo>
                  <a:lnTo>
                    <a:pt x="14591" y="9041"/>
                  </a:lnTo>
                  <a:lnTo>
                    <a:pt x="13351" y="10030"/>
                  </a:lnTo>
                  <a:lnTo>
                    <a:pt x="14048" y="12103"/>
                  </a:lnTo>
                  <a:lnTo>
                    <a:pt x="14686" y="12947"/>
                  </a:lnTo>
                  <a:lnTo>
                    <a:pt x="15541" y="13214"/>
                  </a:lnTo>
                  <a:lnTo>
                    <a:pt x="15729" y="12561"/>
                  </a:lnTo>
                  <a:lnTo>
                    <a:pt x="18343" y="13680"/>
                  </a:lnTo>
                  <a:lnTo>
                    <a:pt x="18042" y="14002"/>
                  </a:lnTo>
                  <a:lnTo>
                    <a:pt x="14149" y="16745"/>
                  </a:lnTo>
                  <a:lnTo>
                    <a:pt x="0" y="18450"/>
                  </a:lnTo>
                  <a:lnTo>
                    <a:pt x="3696" y="8585"/>
                  </a:lnTo>
                  <a:lnTo>
                    <a:pt x="4537" y="7772"/>
                  </a:lnTo>
                  <a:lnTo>
                    <a:pt x="6753" y="8762"/>
                  </a:lnTo>
                  <a:lnTo>
                    <a:pt x="1173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h1983"/>
            <p:cNvSpPr/>
            <p:nvPr/>
          </p:nvSpPr>
          <p:spPr>
            <a:xfrm>
              <a:off x="2632571" y="2903126"/>
              <a:ext cx="18387" cy="18100"/>
            </a:xfrm>
            <a:custGeom>
              <a:avLst/>
              <a:pathLst>
                <a:path w="18387" h="18100">
                  <a:moveTo>
                    <a:pt x="7150" y="0"/>
                  </a:moveTo>
                  <a:lnTo>
                    <a:pt x="9787" y="1785"/>
                  </a:lnTo>
                  <a:lnTo>
                    <a:pt x="11029" y="1172"/>
                  </a:lnTo>
                  <a:lnTo>
                    <a:pt x="16870" y="7721"/>
                  </a:lnTo>
                  <a:lnTo>
                    <a:pt x="18387" y="11525"/>
                  </a:lnTo>
                  <a:lnTo>
                    <a:pt x="18273" y="13843"/>
                  </a:lnTo>
                  <a:lnTo>
                    <a:pt x="5368" y="18100"/>
                  </a:lnTo>
                  <a:lnTo>
                    <a:pt x="453" y="15736"/>
                  </a:lnTo>
                  <a:lnTo>
                    <a:pt x="0" y="13673"/>
                  </a:lnTo>
                  <a:lnTo>
                    <a:pt x="2621" y="11942"/>
                  </a:lnTo>
                  <a:lnTo>
                    <a:pt x="2245" y="8897"/>
                  </a:lnTo>
                  <a:lnTo>
                    <a:pt x="5511" y="2913"/>
                  </a:lnTo>
                  <a:lnTo>
                    <a:pt x="4662" y="1565"/>
                  </a:lnTo>
                  <a:lnTo>
                    <a:pt x="6104" y="14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h1984"/>
            <p:cNvSpPr/>
            <p:nvPr/>
          </p:nvSpPr>
          <p:spPr>
            <a:xfrm>
              <a:off x="2574121" y="3059202"/>
              <a:ext cx="4980" cy="4251"/>
            </a:xfrm>
            <a:custGeom>
              <a:avLst/>
              <a:pathLst>
                <a:path w="4980" h="4251">
                  <a:moveTo>
                    <a:pt x="4723" y="986"/>
                  </a:moveTo>
                  <a:lnTo>
                    <a:pt x="4980" y="2541"/>
                  </a:lnTo>
                  <a:lnTo>
                    <a:pt x="1497" y="4251"/>
                  </a:lnTo>
                  <a:lnTo>
                    <a:pt x="0" y="3524"/>
                  </a:lnTo>
                  <a:lnTo>
                    <a:pt x="192" y="0"/>
                  </a:lnTo>
                  <a:lnTo>
                    <a:pt x="942" y="953"/>
                  </a:lnTo>
                  <a:lnTo>
                    <a:pt x="2745" y="31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h1985"/>
            <p:cNvSpPr/>
            <p:nvPr/>
          </p:nvSpPr>
          <p:spPr>
            <a:xfrm>
              <a:off x="2570946" y="2990020"/>
              <a:ext cx="20598" cy="9183"/>
            </a:xfrm>
            <a:custGeom>
              <a:avLst/>
              <a:pathLst>
                <a:path w="20598" h="9183">
                  <a:moveTo>
                    <a:pt x="2582" y="0"/>
                  </a:moveTo>
                  <a:lnTo>
                    <a:pt x="7672" y="1753"/>
                  </a:lnTo>
                  <a:lnTo>
                    <a:pt x="13481" y="2306"/>
                  </a:lnTo>
                  <a:lnTo>
                    <a:pt x="17104" y="3243"/>
                  </a:lnTo>
                  <a:lnTo>
                    <a:pt x="18421" y="2696"/>
                  </a:lnTo>
                  <a:lnTo>
                    <a:pt x="20278" y="5435"/>
                  </a:lnTo>
                  <a:lnTo>
                    <a:pt x="20598" y="7571"/>
                  </a:lnTo>
                  <a:lnTo>
                    <a:pt x="17537" y="9183"/>
                  </a:lnTo>
                  <a:lnTo>
                    <a:pt x="13997" y="6984"/>
                  </a:lnTo>
                  <a:lnTo>
                    <a:pt x="9970" y="5598"/>
                  </a:lnTo>
                  <a:lnTo>
                    <a:pt x="7449" y="5984"/>
                  </a:lnTo>
                  <a:lnTo>
                    <a:pt x="2810" y="3255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h1986"/>
            <p:cNvSpPr/>
            <p:nvPr/>
          </p:nvSpPr>
          <p:spPr>
            <a:xfrm>
              <a:off x="2681863" y="3091705"/>
              <a:ext cx="31299" cy="27896"/>
            </a:xfrm>
            <a:custGeom>
              <a:avLst/>
              <a:pathLst>
                <a:path w="31299" h="27896">
                  <a:moveTo>
                    <a:pt x="12028" y="5683"/>
                  </a:moveTo>
                  <a:lnTo>
                    <a:pt x="15580" y="6991"/>
                  </a:lnTo>
                  <a:lnTo>
                    <a:pt x="23728" y="5557"/>
                  </a:lnTo>
                  <a:lnTo>
                    <a:pt x="23878" y="2673"/>
                  </a:lnTo>
                  <a:lnTo>
                    <a:pt x="25776" y="3186"/>
                  </a:lnTo>
                  <a:lnTo>
                    <a:pt x="30064" y="14902"/>
                  </a:lnTo>
                  <a:lnTo>
                    <a:pt x="31299" y="15964"/>
                  </a:lnTo>
                  <a:lnTo>
                    <a:pt x="29550" y="18734"/>
                  </a:lnTo>
                  <a:lnTo>
                    <a:pt x="28405" y="19509"/>
                  </a:lnTo>
                  <a:lnTo>
                    <a:pt x="25641" y="18029"/>
                  </a:lnTo>
                  <a:lnTo>
                    <a:pt x="24710" y="18667"/>
                  </a:lnTo>
                  <a:lnTo>
                    <a:pt x="18834" y="27688"/>
                  </a:lnTo>
                  <a:lnTo>
                    <a:pt x="17181" y="27896"/>
                  </a:lnTo>
                  <a:lnTo>
                    <a:pt x="9575" y="27020"/>
                  </a:lnTo>
                  <a:lnTo>
                    <a:pt x="8219" y="25814"/>
                  </a:lnTo>
                  <a:lnTo>
                    <a:pt x="6859" y="20456"/>
                  </a:lnTo>
                  <a:lnTo>
                    <a:pt x="6642" y="19117"/>
                  </a:lnTo>
                  <a:lnTo>
                    <a:pt x="6074" y="16842"/>
                  </a:lnTo>
                  <a:lnTo>
                    <a:pt x="6502" y="15754"/>
                  </a:lnTo>
                  <a:lnTo>
                    <a:pt x="8870" y="14736"/>
                  </a:lnTo>
                  <a:lnTo>
                    <a:pt x="11189" y="14639"/>
                  </a:lnTo>
                  <a:lnTo>
                    <a:pt x="12784" y="10497"/>
                  </a:lnTo>
                  <a:lnTo>
                    <a:pt x="9431" y="8157"/>
                  </a:lnTo>
                  <a:lnTo>
                    <a:pt x="7523" y="9267"/>
                  </a:lnTo>
                  <a:lnTo>
                    <a:pt x="673" y="8738"/>
                  </a:lnTo>
                  <a:lnTo>
                    <a:pt x="0" y="4925"/>
                  </a:lnTo>
                  <a:lnTo>
                    <a:pt x="2613" y="5244"/>
                  </a:lnTo>
                  <a:lnTo>
                    <a:pt x="3360" y="4695"/>
                  </a:lnTo>
                  <a:lnTo>
                    <a:pt x="2704" y="1414"/>
                  </a:lnTo>
                  <a:lnTo>
                    <a:pt x="3309" y="0"/>
                  </a:lnTo>
                  <a:lnTo>
                    <a:pt x="7628" y="167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h1987"/>
            <p:cNvSpPr/>
            <p:nvPr/>
          </p:nvSpPr>
          <p:spPr>
            <a:xfrm>
              <a:off x="2678888" y="3101092"/>
              <a:ext cx="5750" cy="3939"/>
            </a:xfrm>
            <a:custGeom>
              <a:avLst/>
              <a:pathLst>
                <a:path w="5750" h="3939">
                  <a:moveTo>
                    <a:pt x="5750" y="1862"/>
                  </a:moveTo>
                  <a:lnTo>
                    <a:pt x="4229" y="3939"/>
                  </a:lnTo>
                  <a:lnTo>
                    <a:pt x="0" y="1242"/>
                  </a:lnTo>
                  <a:lnTo>
                    <a:pt x="1045" y="0"/>
                  </a:lnTo>
                  <a:lnTo>
                    <a:pt x="3270" y="30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h1988"/>
            <p:cNvSpPr/>
            <p:nvPr/>
          </p:nvSpPr>
          <p:spPr>
            <a:xfrm>
              <a:off x="2562849" y="3033106"/>
              <a:ext cx="5120" cy="9543"/>
            </a:xfrm>
            <a:custGeom>
              <a:avLst/>
              <a:pathLst>
                <a:path w="5120" h="9543">
                  <a:moveTo>
                    <a:pt x="4924" y="2791"/>
                  </a:moveTo>
                  <a:lnTo>
                    <a:pt x="3708" y="5096"/>
                  </a:lnTo>
                  <a:lnTo>
                    <a:pt x="5120" y="8140"/>
                  </a:lnTo>
                  <a:lnTo>
                    <a:pt x="703" y="9543"/>
                  </a:lnTo>
                  <a:lnTo>
                    <a:pt x="0" y="8430"/>
                  </a:lnTo>
                  <a:lnTo>
                    <a:pt x="2171" y="2956"/>
                  </a:lnTo>
                  <a:lnTo>
                    <a:pt x="832" y="2077"/>
                  </a:lnTo>
                  <a:lnTo>
                    <a:pt x="57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h1989"/>
            <p:cNvSpPr/>
            <p:nvPr/>
          </p:nvSpPr>
          <p:spPr>
            <a:xfrm>
              <a:off x="2658071" y="2982465"/>
              <a:ext cx="13606" cy="14900"/>
            </a:xfrm>
            <a:custGeom>
              <a:avLst/>
              <a:pathLst>
                <a:path w="13606" h="14900">
                  <a:moveTo>
                    <a:pt x="8360" y="1527"/>
                  </a:moveTo>
                  <a:lnTo>
                    <a:pt x="10843" y="181"/>
                  </a:lnTo>
                  <a:lnTo>
                    <a:pt x="12482" y="2913"/>
                  </a:lnTo>
                  <a:lnTo>
                    <a:pt x="11997" y="6971"/>
                  </a:lnTo>
                  <a:lnTo>
                    <a:pt x="13606" y="11123"/>
                  </a:lnTo>
                  <a:lnTo>
                    <a:pt x="10958" y="13472"/>
                  </a:lnTo>
                  <a:lnTo>
                    <a:pt x="7227" y="14900"/>
                  </a:lnTo>
                  <a:lnTo>
                    <a:pt x="4928" y="13913"/>
                  </a:lnTo>
                  <a:lnTo>
                    <a:pt x="29" y="8870"/>
                  </a:lnTo>
                  <a:lnTo>
                    <a:pt x="0" y="5460"/>
                  </a:lnTo>
                  <a:lnTo>
                    <a:pt x="4038" y="4079"/>
                  </a:lnTo>
                  <a:lnTo>
                    <a:pt x="638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h1990"/>
            <p:cNvSpPr/>
            <p:nvPr/>
          </p:nvSpPr>
          <p:spPr>
            <a:xfrm>
              <a:off x="2607340" y="3038163"/>
              <a:ext cx="41044" cy="29693"/>
            </a:xfrm>
            <a:custGeom>
              <a:avLst/>
              <a:pathLst>
                <a:path w="41044" h="29693">
                  <a:moveTo>
                    <a:pt x="40910" y="3771"/>
                  </a:moveTo>
                  <a:lnTo>
                    <a:pt x="41044" y="6206"/>
                  </a:lnTo>
                  <a:lnTo>
                    <a:pt x="38613" y="11739"/>
                  </a:lnTo>
                  <a:lnTo>
                    <a:pt x="39096" y="13437"/>
                  </a:lnTo>
                  <a:lnTo>
                    <a:pt x="34858" y="15532"/>
                  </a:lnTo>
                  <a:lnTo>
                    <a:pt x="30236" y="14471"/>
                  </a:lnTo>
                  <a:lnTo>
                    <a:pt x="28063" y="15481"/>
                  </a:lnTo>
                  <a:lnTo>
                    <a:pt x="25756" y="27246"/>
                  </a:lnTo>
                  <a:lnTo>
                    <a:pt x="22050" y="27715"/>
                  </a:lnTo>
                  <a:lnTo>
                    <a:pt x="18188" y="26064"/>
                  </a:lnTo>
                  <a:lnTo>
                    <a:pt x="11789" y="28089"/>
                  </a:lnTo>
                  <a:lnTo>
                    <a:pt x="11273" y="27407"/>
                  </a:lnTo>
                  <a:lnTo>
                    <a:pt x="5146" y="27852"/>
                  </a:lnTo>
                  <a:lnTo>
                    <a:pt x="3896" y="29494"/>
                  </a:lnTo>
                  <a:lnTo>
                    <a:pt x="1939" y="29693"/>
                  </a:lnTo>
                  <a:lnTo>
                    <a:pt x="2181" y="27735"/>
                  </a:lnTo>
                  <a:lnTo>
                    <a:pt x="0" y="27319"/>
                  </a:lnTo>
                  <a:lnTo>
                    <a:pt x="2669" y="25433"/>
                  </a:lnTo>
                  <a:lnTo>
                    <a:pt x="5725" y="26251"/>
                  </a:lnTo>
                  <a:lnTo>
                    <a:pt x="6961" y="24973"/>
                  </a:lnTo>
                  <a:lnTo>
                    <a:pt x="6742" y="23036"/>
                  </a:lnTo>
                  <a:lnTo>
                    <a:pt x="8299" y="22466"/>
                  </a:lnTo>
                  <a:lnTo>
                    <a:pt x="10936" y="23169"/>
                  </a:lnTo>
                  <a:lnTo>
                    <a:pt x="11985" y="24803"/>
                  </a:lnTo>
                  <a:lnTo>
                    <a:pt x="17521" y="22466"/>
                  </a:lnTo>
                  <a:lnTo>
                    <a:pt x="20827" y="19213"/>
                  </a:lnTo>
                  <a:lnTo>
                    <a:pt x="21060" y="17347"/>
                  </a:lnTo>
                  <a:lnTo>
                    <a:pt x="20571" y="16852"/>
                  </a:lnTo>
                  <a:lnTo>
                    <a:pt x="22391" y="15474"/>
                  </a:lnTo>
                  <a:lnTo>
                    <a:pt x="25691" y="14340"/>
                  </a:lnTo>
                  <a:lnTo>
                    <a:pt x="28320" y="11489"/>
                  </a:lnTo>
                  <a:lnTo>
                    <a:pt x="27866" y="9972"/>
                  </a:lnTo>
                  <a:lnTo>
                    <a:pt x="29754" y="8150"/>
                  </a:lnTo>
                  <a:lnTo>
                    <a:pt x="31405" y="8899"/>
                  </a:lnTo>
                  <a:lnTo>
                    <a:pt x="35228" y="4526"/>
                  </a:lnTo>
                  <a:lnTo>
                    <a:pt x="36052" y="3006"/>
                  </a:lnTo>
                  <a:lnTo>
                    <a:pt x="34731" y="741"/>
                  </a:lnTo>
                  <a:lnTo>
                    <a:pt x="3580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h1991"/>
            <p:cNvSpPr/>
            <p:nvPr/>
          </p:nvSpPr>
          <p:spPr>
            <a:xfrm>
              <a:off x="2679928" y="2910230"/>
              <a:ext cx="5613" cy="10225"/>
            </a:xfrm>
            <a:custGeom>
              <a:avLst/>
              <a:pathLst>
                <a:path w="5613" h="10225">
                  <a:moveTo>
                    <a:pt x="2332" y="5"/>
                  </a:moveTo>
                  <a:lnTo>
                    <a:pt x="3138" y="0"/>
                  </a:lnTo>
                  <a:lnTo>
                    <a:pt x="5213" y="580"/>
                  </a:lnTo>
                  <a:lnTo>
                    <a:pt x="5613" y="2805"/>
                  </a:lnTo>
                  <a:lnTo>
                    <a:pt x="3917" y="8802"/>
                  </a:lnTo>
                  <a:lnTo>
                    <a:pt x="2622" y="10225"/>
                  </a:lnTo>
                  <a:lnTo>
                    <a:pt x="0" y="8052"/>
                  </a:lnTo>
                  <a:lnTo>
                    <a:pt x="634" y="7701"/>
                  </a:lnTo>
                  <a:lnTo>
                    <a:pt x="730" y="176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h1992"/>
            <p:cNvSpPr/>
            <p:nvPr/>
          </p:nvSpPr>
          <p:spPr>
            <a:xfrm>
              <a:off x="2658544" y="2908008"/>
              <a:ext cx="24006" cy="22343"/>
            </a:xfrm>
            <a:custGeom>
              <a:avLst/>
              <a:pathLst>
                <a:path w="24006" h="22343">
                  <a:moveTo>
                    <a:pt x="11005" y="0"/>
                  </a:moveTo>
                  <a:lnTo>
                    <a:pt x="15272" y="1713"/>
                  </a:lnTo>
                  <a:lnTo>
                    <a:pt x="18102" y="4500"/>
                  </a:lnTo>
                  <a:lnTo>
                    <a:pt x="21383" y="10274"/>
                  </a:lnTo>
                  <a:lnTo>
                    <a:pt x="24006" y="12446"/>
                  </a:lnTo>
                  <a:lnTo>
                    <a:pt x="20709" y="14034"/>
                  </a:lnTo>
                  <a:lnTo>
                    <a:pt x="19525" y="15022"/>
                  </a:lnTo>
                  <a:lnTo>
                    <a:pt x="17852" y="19837"/>
                  </a:lnTo>
                  <a:lnTo>
                    <a:pt x="14639" y="19926"/>
                  </a:lnTo>
                  <a:lnTo>
                    <a:pt x="10096" y="22343"/>
                  </a:lnTo>
                  <a:lnTo>
                    <a:pt x="8962" y="20751"/>
                  </a:lnTo>
                  <a:lnTo>
                    <a:pt x="7156" y="21035"/>
                  </a:lnTo>
                  <a:lnTo>
                    <a:pt x="4906" y="20245"/>
                  </a:lnTo>
                  <a:lnTo>
                    <a:pt x="1804" y="16597"/>
                  </a:lnTo>
                  <a:lnTo>
                    <a:pt x="2295" y="14782"/>
                  </a:lnTo>
                  <a:lnTo>
                    <a:pt x="0" y="12295"/>
                  </a:lnTo>
                  <a:lnTo>
                    <a:pt x="2023" y="11966"/>
                  </a:lnTo>
                  <a:lnTo>
                    <a:pt x="4217" y="5735"/>
                  </a:lnTo>
                  <a:lnTo>
                    <a:pt x="6795" y="145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h1993"/>
            <p:cNvSpPr/>
            <p:nvPr/>
          </p:nvSpPr>
          <p:spPr>
            <a:xfrm>
              <a:off x="2631667" y="2977977"/>
              <a:ext cx="9737" cy="20093"/>
            </a:xfrm>
            <a:custGeom>
              <a:avLst/>
              <a:pathLst>
                <a:path w="9737" h="20093">
                  <a:moveTo>
                    <a:pt x="5019" y="4056"/>
                  </a:moveTo>
                  <a:lnTo>
                    <a:pt x="6186" y="8330"/>
                  </a:lnTo>
                  <a:lnTo>
                    <a:pt x="5889" y="11809"/>
                  </a:lnTo>
                  <a:lnTo>
                    <a:pt x="4483" y="12184"/>
                  </a:lnTo>
                  <a:lnTo>
                    <a:pt x="4085" y="14459"/>
                  </a:lnTo>
                  <a:lnTo>
                    <a:pt x="4666" y="15741"/>
                  </a:lnTo>
                  <a:lnTo>
                    <a:pt x="6940" y="16946"/>
                  </a:lnTo>
                  <a:lnTo>
                    <a:pt x="8304" y="15819"/>
                  </a:lnTo>
                  <a:lnTo>
                    <a:pt x="9737" y="18828"/>
                  </a:lnTo>
                  <a:lnTo>
                    <a:pt x="8663" y="20093"/>
                  </a:lnTo>
                  <a:lnTo>
                    <a:pt x="3891" y="19173"/>
                  </a:lnTo>
                  <a:lnTo>
                    <a:pt x="1747" y="10159"/>
                  </a:lnTo>
                  <a:lnTo>
                    <a:pt x="1036" y="10131"/>
                  </a:lnTo>
                  <a:lnTo>
                    <a:pt x="0" y="4831"/>
                  </a:lnTo>
                  <a:lnTo>
                    <a:pt x="41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h1994"/>
            <p:cNvSpPr/>
            <p:nvPr/>
          </p:nvSpPr>
          <p:spPr>
            <a:xfrm>
              <a:off x="2630586" y="2869202"/>
              <a:ext cx="14321" cy="13211"/>
            </a:xfrm>
            <a:custGeom>
              <a:avLst/>
              <a:pathLst>
                <a:path w="14321" h="13211">
                  <a:moveTo>
                    <a:pt x="14321" y="5992"/>
                  </a:moveTo>
                  <a:lnTo>
                    <a:pt x="12864" y="7386"/>
                  </a:lnTo>
                  <a:lnTo>
                    <a:pt x="10142" y="9608"/>
                  </a:lnTo>
                  <a:lnTo>
                    <a:pt x="2368" y="13211"/>
                  </a:lnTo>
                  <a:lnTo>
                    <a:pt x="0" y="8904"/>
                  </a:lnTo>
                  <a:lnTo>
                    <a:pt x="77" y="7680"/>
                  </a:lnTo>
                  <a:lnTo>
                    <a:pt x="2881" y="5629"/>
                  </a:lnTo>
                  <a:lnTo>
                    <a:pt x="374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h1995"/>
            <p:cNvSpPr/>
            <p:nvPr/>
          </p:nvSpPr>
          <p:spPr>
            <a:xfrm>
              <a:off x="2569292" y="2978395"/>
              <a:ext cx="16444" cy="9663"/>
            </a:xfrm>
            <a:custGeom>
              <a:avLst/>
              <a:pathLst>
                <a:path w="16444" h="9663">
                  <a:moveTo>
                    <a:pt x="16306" y="495"/>
                  </a:moveTo>
                  <a:lnTo>
                    <a:pt x="16444" y="4562"/>
                  </a:lnTo>
                  <a:lnTo>
                    <a:pt x="10928" y="8351"/>
                  </a:lnTo>
                  <a:lnTo>
                    <a:pt x="1817" y="9663"/>
                  </a:lnTo>
                  <a:lnTo>
                    <a:pt x="467" y="9272"/>
                  </a:lnTo>
                  <a:lnTo>
                    <a:pt x="0" y="8260"/>
                  </a:lnTo>
                  <a:lnTo>
                    <a:pt x="798" y="3826"/>
                  </a:lnTo>
                  <a:lnTo>
                    <a:pt x="7760" y="3388"/>
                  </a:lnTo>
                  <a:lnTo>
                    <a:pt x="10373" y="2115"/>
                  </a:lnTo>
                  <a:lnTo>
                    <a:pt x="1214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h1996"/>
            <p:cNvSpPr/>
            <p:nvPr/>
          </p:nvSpPr>
          <p:spPr>
            <a:xfrm>
              <a:off x="2546957" y="3093402"/>
              <a:ext cx="3853" cy="2763"/>
            </a:xfrm>
            <a:custGeom>
              <a:avLst/>
              <a:pathLst>
                <a:path w="3853" h="2763">
                  <a:moveTo>
                    <a:pt x="0" y="2763"/>
                  </a:moveTo>
                  <a:lnTo>
                    <a:pt x="1967" y="0"/>
                  </a:lnTo>
                  <a:lnTo>
                    <a:pt x="3853" y="173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h1997"/>
            <p:cNvSpPr/>
            <p:nvPr/>
          </p:nvSpPr>
          <p:spPr>
            <a:xfrm>
              <a:off x="2550862" y="3071472"/>
              <a:ext cx="44472" cy="42170"/>
            </a:xfrm>
            <a:custGeom>
              <a:avLst/>
              <a:pathLst>
                <a:path w="44472" h="42170">
                  <a:moveTo>
                    <a:pt x="15345" y="4700"/>
                  </a:moveTo>
                  <a:lnTo>
                    <a:pt x="16570" y="7339"/>
                  </a:lnTo>
                  <a:lnTo>
                    <a:pt x="19964" y="4899"/>
                  </a:lnTo>
                  <a:lnTo>
                    <a:pt x="23154" y="4606"/>
                  </a:lnTo>
                  <a:lnTo>
                    <a:pt x="24719" y="7160"/>
                  </a:lnTo>
                  <a:lnTo>
                    <a:pt x="28266" y="6277"/>
                  </a:lnTo>
                  <a:lnTo>
                    <a:pt x="30077" y="6806"/>
                  </a:lnTo>
                  <a:lnTo>
                    <a:pt x="28304" y="9179"/>
                  </a:lnTo>
                  <a:lnTo>
                    <a:pt x="33377" y="14211"/>
                  </a:lnTo>
                  <a:lnTo>
                    <a:pt x="37203" y="15168"/>
                  </a:lnTo>
                  <a:lnTo>
                    <a:pt x="38511" y="14719"/>
                  </a:lnTo>
                  <a:lnTo>
                    <a:pt x="39690" y="15898"/>
                  </a:lnTo>
                  <a:lnTo>
                    <a:pt x="38490" y="21107"/>
                  </a:lnTo>
                  <a:lnTo>
                    <a:pt x="42739" y="20382"/>
                  </a:lnTo>
                  <a:lnTo>
                    <a:pt x="44472" y="21408"/>
                  </a:lnTo>
                  <a:lnTo>
                    <a:pt x="41090" y="24274"/>
                  </a:lnTo>
                  <a:lnTo>
                    <a:pt x="36578" y="23591"/>
                  </a:lnTo>
                  <a:lnTo>
                    <a:pt x="36048" y="26262"/>
                  </a:lnTo>
                  <a:lnTo>
                    <a:pt x="32435" y="31744"/>
                  </a:lnTo>
                  <a:lnTo>
                    <a:pt x="24892" y="36494"/>
                  </a:lnTo>
                  <a:lnTo>
                    <a:pt x="24432" y="37574"/>
                  </a:lnTo>
                  <a:lnTo>
                    <a:pt x="22361" y="36271"/>
                  </a:lnTo>
                  <a:lnTo>
                    <a:pt x="20830" y="37405"/>
                  </a:lnTo>
                  <a:lnTo>
                    <a:pt x="21036" y="42170"/>
                  </a:lnTo>
                  <a:lnTo>
                    <a:pt x="12151" y="40180"/>
                  </a:lnTo>
                  <a:lnTo>
                    <a:pt x="11959" y="39066"/>
                  </a:lnTo>
                  <a:lnTo>
                    <a:pt x="13128" y="37509"/>
                  </a:lnTo>
                  <a:lnTo>
                    <a:pt x="11710" y="33652"/>
                  </a:lnTo>
                  <a:lnTo>
                    <a:pt x="8402" y="36856"/>
                  </a:lnTo>
                  <a:lnTo>
                    <a:pt x="4878" y="37190"/>
                  </a:lnTo>
                  <a:lnTo>
                    <a:pt x="3331" y="34992"/>
                  </a:lnTo>
                  <a:lnTo>
                    <a:pt x="1965" y="30352"/>
                  </a:lnTo>
                  <a:lnTo>
                    <a:pt x="4368" y="26561"/>
                  </a:lnTo>
                  <a:lnTo>
                    <a:pt x="6636" y="25175"/>
                  </a:lnTo>
                  <a:lnTo>
                    <a:pt x="6036" y="20630"/>
                  </a:lnTo>
                  <a:lnTo>
                    <a:pt x="4447" y="18149"/>
                  </a:lnTo>
                  <a:lnTo>
                    <a:pt x="2440" y="16505"/>
                  </a:lnTo>
                  <a:lnTo>
                    <a:pt x="1066" y="16713"/>
                  </a:lnTo>
                  <a:lnTo>
                    <a:pt x="0" y="14562"/>
                  </a:lnTo>
                  <a:lnTo>
                    <a:pt x="534" y="11174"/>
                  </a:lnTo>
                  <a:lnTo>
                    <a:pt x="2048" y="10678"/>
                  </a:lnTo>
                  <a:lnTo>
                    <a:pt x="8745" y="17825"/>
                  </a:lnTo>
                  <a:lnTo>
                    <a:pt x="13923" y="13575"/>
                  </a:lnTo>
                  <a:lnTo>
                    <a:pt x="8808" y="5227"/>
                  </a:lnTo>
                  <a:lnTo>
                    <a:pt x="7015" y="5604"/>
                  </a:lnTo>
                  <a:lnTo>
                    <a:pt x="4714" y="2805"/>
                  </a:lnTo>
                  <a:lnTo>
                    <a:pt x="7004" y="2087"/>
                  </a:lnTo>
                  <a:lnTo>
                    <a:pt x="12281" y="0"/>
                  </a:lnTo>
                  <a:lnTo>
                    <a:pt x="11486" y="267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h1998"/>
            <p:cNvSpPr/>
            <p:nvPr/>
          </p:nvSpPr>
          <p:spPr>
            <a:xfrm>
              <a:off x="2718066" y="3045203"/>
              <a:ext cx="24684" cy="24870"/>
            </a:xfrm>
            <a:custGeom>
              <a:avLst/>
              <a:pathLst>
                <a:path w="24684" h="24870">
                  <a:moveTo>
                    <a:pt x="6415" y="0"/>
                  </a:moveTo>
                  <a:lnTo>
                    <a:pt x="7439" y="529"/>
                  </a:lnTo>
                  <a:lnTo>
                    <a:pt x="8780" y="2070"/>
                  </a:lnTo>
                  <a:lnTo>
                    <a:pt x="13442" y="3380"/>
                  </a:lnTo>
                  <a:lnTo>
                    <a:pt x="17186" y="5630"/>
                  </a:lnTo>
                  <a:lnTo>
                    <a:pt x="17030" y="8310"/>
                  </a:lnTo>
                  <a:lnTo>
                    <a:pt x="20853" y="14100"/>
                  </a:lnTo>
                  <a:lnTo>
                    <a:pt x="24684" y="20836"/>
                  </a:lnTo>
                  <a:lnTo>
                    <a:pt x="23164" y="23755"/>
                  </a:lnTo>
                  <a:lnTo>
                    <a:pt x="21592" y="24418"/>
                  </a:lnTo>
                  <a:lnTo>
                    <a:pt x="20073" y="21312"/>
                  </a:lnTo>
                  <a:lnTo>
                    <a:pt x="15073" y="24535"/>
                  </a:lnTo>
                  <a:lnTo>
                    <a:pt x="13217" y="24870"/>
                  </a:lnTo>
                  <a:lnTo>
                    <a:pt x="11097" y="21566"/>
                  </a:lnTo>
                  <a:lnTo>
                    <a:pt x="7157" y="22748"/>
                  </a:lnTo>
                  <a:lnTo>
                    <a:pt x="5770" y="22393"/>
                  </a:lnTo>
                  <a:lnTo>
                    <a:pt x="4600" y="20962"/>
                  </a:lnTo>
                  <a:lnTo>
                    <a:pt x="6216" y="19955"/>
                  </a:lnTo>
                  <a:lnTo>
                    <a:pt x="8498" y="20289"/>
                  </a:lnTo>
                  <a:lnTo>
                    <a:pt x="9196" y="19091"/>
                  </a:lnTo>
                  <a:lnTo>
                    <a:pt x="6991" y="13102"/>
                  </a:lnTo>
                  <a:lnTo>
                    <a:pt x="2929" y="10768"/>
                  </a:lnTo>
                  <a:lnTo>
                    <a:pt x="9731" y="5055"/>
                  </a:lnTo>
                  <a:lnTo>
                    <a:pt x="6336" y="4284"/>
                  </a:lnTo>
                  <a:lnTo>
                    <a:pt x="4450" y="6843"/>
                  </a:lnTo>
                  <a:lnTo>
                    <a:pt x="1679" y="5784"/>
                  </a:lnTo>
                  <a:lnTo>
                    <a:pt x="0" y="5777"/>
                  </a:lnTo>
                  <a:lnTo>
                    <a:pt x="2204" y="4030"/>
                  </a:lnTo>
                  <a:lnTo>
                    <a:pt x="2115" y="139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h1999"/>
            <p:cNvSpPr/>
            <p:nvPr/>
          </p:nvSpPr>
          <p:spPr>
            <a:xfrm>
              <a:off x="2640293" y="2990316"/>
              <a:ext cx="17644" cy="25701"/>
            </a:xfrm>
            <a:custGeom>
              <a:avLst/>
              <a:pathLst>
                <a:path w="17644" h="25701">
                  <a:moveTo>
                    <a:pt x="16224" y="2086"/>
                  </a:moveTo>
                  <a:lnTo>
                    <a:pt x="17644" y="4873"/>
                  </a:lnTo>
                  <a:lnTo>
                    <a:pt x="17078" y="16700"/>
                  </a:lnTo>
                  <a:lnTo>
                    <a:pt x="14034" y="15824"/>
                  </a:lnTo>
                  <a:lnTo>
                    <a:pt x="14514" y="15159"/>
                  </a:lnTo>
                  <a:lnTo>
                    <a:pt x="12049" y="12784"/>
                  </a:lnTo>
                  <a:lnTo>
                    <a:pt x="10709" y="15028"/>
                  </a:lnTo>
                  <a:lnTo>
                    <a:pt x="14534" y="17577"/>
                  </a:lnTo>
                  <a:lnTo>
                    <a:pt x="14399" y="19011"/>
                  </a:lnTo>
                  <a:lnTo>
                    <a:pt x="14561" y="20353"/>
                  </a:lnTo>
                  <a:lnTo>
                    <a:pt x="12658" y="25006"/>
                  </a:lnTo>
                  <a:lnTo>
                    <a:pt x="10960" y="25701"/>
                  </a:lnTo>
                  <a:lnTo>
                    <a:pt x="6800" y="24329"/>
                  </a:lnTo>
                  <a:lnTo>
                    <a:pt x="4287" y="23338"/>
                  </a:lnTo>
                  <a:lnTo>
                    <a:pt x="5114" y="22150"/>
                  </a:lnTo>
                  <a:lnTo>
                    <a:pt x="4644" y="21092"/>
                  </a:lnTo>
                  <a:lnTo>
                    <a:pt x="2370" y="17917"/>
                  </a:lnTo>
                  <a:lnTo>
                    <a:pt x="548" y="16220"/>
                  </a:lnTo>
                  <a:lnTo>
                    <a:pt x="0" y="16390"/>
                  </a:lnTo>
                  <a:lnTo>
                    <a:pt x="2827" y="14300"/>
                  </a:lnTo>
                  <a:lnTo>
                    <a:pt x="2395" y="12965"/>
                  </a:lnTo>
                  <a:lnTo>
                    <a:pt x="5399" y="7986"/>
                  </a:lnTo>
                  <a:lnTo>
                    <a:pt x="10655" y="2640"/>
                  </a:lnTo>
                  <a:lnTo>
                    <a:pt x="1430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h2000"/>
            <p:cNvSpPr/>
            <p:nvPr/>
          </p:nvSpPr>
          <p:spPr>
            <a:xfrm>
              <a:off x="2698260" y="3036980"/>
              <a:ext cx="13727" cy="16810"/>
            </a:xfrm>
            <a:custGeom>
              <a:avLst/>
              <a:pathLst>
                <a:path w="13727" h="16810">
                  <a:moveTo>
                    <a:pt x="13037" y="0"/>
                  </a:moveTo>
                  <a:lnTo>
                    <a:pt x="13727" y="3600"/>
                  </a:lnTo>
                  <a:lnTo>
                    <a:pt x="7480" y="7169"/>
                  </a:lnTo>
                  <a:lnTo>
                    <a:pt x="6545" y="10124"/>
                  </a:lnTo>
                  <a:lnTo>
                    <a:pt x="10635" y="10470"/>
                  </a:lnTo>
                  <a:lnTo>
                    <a:pt x="12012" y="12573"/>
                  </a:lnTo>
                  <a:lnTo>
                    <a:pt x="12024" y="13450"/>
                  </a:lnTo>
                  <a:lnTo>
                    <a:pt x="10664" y="14942"/>
                  </a:lnTo>
                  <a:lnTo>
                    <a:pt x="7632" y="16810"/>
                  </a:lnTo>
                  <a:lnTo>
                    <a:pt x="5316" y="15885"/>
                  </a:lnTo>
                  <a:lnTo>
                    <a:pt x="4926" y="14288"/>
                  </a:lnTo>
                  <a:lnTo>
                    <a:pt x="3921" y="13457"/>
                  </a:lnTo>
                  <a:lnTo>
                    <a:pt x="208" y="15043"/>
                  </a:lnTo>
                  <a:lnTo>
                    <a:pt x="0" y="10499"/>
                  </a:lnTo>
                  <a:lnTo>
                    <a:pt x="5629" y="7518"/>
                  </a:lnTo>
                  <a:lnTo>
                    <a:pt x="8407" y="251"/>
                  </a:lnTo>
                  <a:lnTo>
                    <a:pt x="9842" y="103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h2001"/>
            <p:cNvSpPr/>
            <p:nvPr/>
          </p:nvSpPr>
          <p:spPr>
            <a:xfrm>
              <a:off x="2662579" y="2883509"/>
              <a:ext cx="11233" cy="3490"/>
            </a:xfrm>
            <a:custGeom>
              <a:avLst/>
              <a:pathLst>
                <a:path w="11233" h="3490">
                  <a:moveTo>
                    <a:pt x="8975" y="672"/>
                  </a:moveTo>
                  <a:lnTo>
                    <a:pt x="10654" y="1380"/>
                  </a:lnTo>
                  <a:lnTo>
                    <a:pt x="11233" y="2767"/>
                  </a:lnTo>
                  <a:lnTo>
                    <a:pt x="9036" y="2445"/>
                  </a:lnTo>
                  <a:lnTo>
                    <a:pt x="3395" y="2199"/>
                  </a:lnTo>
                  <a:lnTo>
                    <a:pt x="406" y="3490"/>
                  </a:lnTo>
                  <a:lnTo>
                    <a:pt x="45" y="2414"/>
                  </a:lnTo>
                  <a:lnTo>
                    <a:pt x="0" y="505"/>
                  </a:lnTo>
                  <a:lnTo>
                    <a:pt x="138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h2002"/>
            <p:cNvSpPr/>
            <p:nvPr/>
          </p:nvSpPr>
          <p:spPr>
            <a:xfrm>
              <a:off x="2599226" y="2983653"/>
              <a:ext cx="4049" cy="3438"/>
            </a:xfrm>
            <a:custGeom>
              <a:avLst/>
              <a:pathLst>
                <a:path w="4049" h="3438">
                  <a:moveTo>
                    <a:pt x="1917" y="178"/>
                  </a:moveTo>
                  <a:lnTo>
                    <a:pt x="4049" y="1870"/>
                  </a:lnTo>
                  <a:lnTo>
                    <a:pt x="658" y="3438"/>
                  </a:lnTo>
                  <a:lnTo>
                    <a:pt x="0" y="2604"/>
                  </a:lnTo>
                  <a:lnTo>
                    <a:pt x="124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h2003"/>
            <p:cNvSpPr/>
            <p:nvPr/>
          </p:nvSpPr>
          <p:spPr>
            <a:xfrm>
              <a:off x="2688070" y="2993772"/>
              <a:ext cx="31283" cy="25295"/>
            </a:xfrm>
            <a:custGeom>
              <a:avLst/>
              <a:pathLst>
                <a:path w="31283" h="25295">
                  <a:moveTo>
                    <a:pt x="9147" y="0"/>
                  </a:moveTo>
                  <a:lnTo>
                    <a:pt x="16320" y="2746"/>
                  </a:lnTo>
                  <a:lnTo>
                    <a:pt x="26288" y="5047"/>
                  </a:lnTo>
                  <a:lnTo>
                    <a:pt x="31283" y="5534"/>
                  </a:lnTo>
                  <a:lnTo>
                    <a:pt x="31096" y="5724"/>
                  </a:lnTo>
                  <a:lnTo>
                    <a:pt x="28802" y="7696"/>
                  </a:lnTo>
                  <a:lnTo>
                    <a:pt x="27810" y="9983"/>
                  </a:lnTo>
                  <a:lnTo>
                    <a:pt x="25104" y="11569"/>
                  </a:lnTo>
                  <a:lnTo>
                    <a:pt x="21035" y="12644"/>
                  </a:lnTo>
                  <a:lnTo>
                    <a:pt x="21446" y="21364"/>
                  </a:lnTo>
                  <a:lnTo>
                    <a:pt x="18349" y="21374"/>
                  </a:lnTo>
                  <a:lnTo>
                    <a:pt x="15861" y="24608"/>
                  </a:lnTo>
                  <a:lnTo>
                    <a:pt x="13980" y="23987"/>
                  </a:lnTo>
                  <a:lnTo>
                    <a:pt x="13625" y="22383"/>
                  </a:lnTo>
                  <a:lnTo>
                    <a:pt x="12782" y="22031"/>
                  </a:lnTo>
                  <a:lnTo>
                    <a:pt x="11640" y="23882"/>
                  </a:lnTo>
                  <a:lnTo>
                    <a:pt x="8673" y="25295"/>
                  </a:lnTo>
                  <a:lnTo>
                    <a:pt x="5238" y="24117"/>
                  </a:lnTo>
                  <a:lnTo>
                    <a:pt x="429" y="14201"/>
                  </a:lnTo>
                  <a:lnTo>
                    <a:pt x="0" y="10255"/>
                  </a:lnTo>
                  <a:lnTo>
                    <a:pt x="1664" y="11905"/>
                  </a:lnTo>
                  <a:lnTo>
                    <a:pt x="2899" y="11751"/>
                  </a:lnTo>
                  <a:lnTo>
                    <a:pt x="3089" y="9263"/>
                  </a:lnTo>
                  <a:lnTo>
                    <a:pt x="2097" y="9236"/>
                  </a:lnTo>
                  <a:lnTo>
                    <a:pt x="1802" y="7842"/>
                  </a:lnTo>
                  <a:lnTo>
                    <a:pt x="3916" y="4343"/>
                  </a:lnTo>
                  <a:lnTo>
                    <a:pt x="5774" y="5257"/>
                  </a:lnTo>
                  <a:lnTo>
                    <a:pt x="7788" y="4134"/>
                  </a:lnTo>
                  <a:lnTo>
                    <a:pt x="7177" y="2667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h2004"/>
            <p:cNvSpPr/>
            <p:nvPr/>
          </p:nvSpPr>
          <p:spPr>
            <a:xfrm>
              <a:off x="2680409" y="2872230"/>
              <a:ext cx="18312" cy="18631"/>
            </a:xfrm>
            <a:custGeom>
              <a:avLst/>
              <a:pathLst>
                <a:path w="18312" h="18631">
                  <a:moveTo>
                    <a:pt x="9181" y="0"/>
                  </a:moveTo>
                  <a:lnTo>
                    <a:pt x="13049" y="211"/>
                  </a:lnTo>
                  <a:lnTo>
                    <a:pt x="13444" y="720"/>
                  </a:lnTo>
                  <a:lnTo>
                    <a:pt x="17883" y="5809"/>
                  </a:lnTo>
                  <a:lnTo>
                    <a:pt x="18312" y="7221"/>
                  </a:lnTo>
                  <a:lnTo>
                    <a:pt x="16627" y="12328"/>
                  </a:lnTo>
                  <a:lnTo>
                    <a:pt x="15357" y="13931"/>
                  </a:lnTo>
                  <a:lnTo>
                    <a:pt x="10154" y="16809"/>
                  </a:lnTo>
                  <a:lnTo>
                    <a:pt x="6019" y="17397"/>
                  </a:lnTo>
                  <a:lnTo>
                    <a:pt x="1399" y="18631"/>
                  </a:lnTo>
                  <a:lnTo>
                    <a:pt x="0" y="12957"/>
                  </a:lnTo>
                  <a:lnTo>
                    <a:pt x="310" y="10453"/>
                  </a:lnTo>
                  <a:lnTo>
                    <a:pt x="2758" y="8259"/>
                  </a:lnTo>
                  <a:lnTo>
                    <a:pt x="3884" y="3882"/>
                  </a:lnTo>
                  <a:lnTo>
                    <a:pt x="4898" y="941"/>
                  </a:lnTo>
                  <a:lnTo>
                    <a:pt x="6715" y="105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h2005"/>
            <p:cNvSpPr/>
            <p:nvPr/>
          </p:nvSpPr>
          <p:spPr>
            <a:xfrm>
              <a:off x="2671227" y="2875899"/>
              <a:ext cx="5987" cy="8990"/>
            </a:xfrm>
            <a:custGeom>
              <a:avLst/>
              <a:pathLst>
                <a:path w="5987" h="8990">
                  <a:moveTo>
                    <a:pt x="3482" y="96"/>
                  </a:moveTo>
                  <a:lnTo>
                    <a:pt x="5987" y="2368"/>
                  </a:lnTo>
                  <a:lnTo>
                    <a:pt x="4138" y="3969"/>
                  </a:lnTo>
                  <a:lnTo>
                    <a:pt x="2756" y="4670"/>
                  </a:lnTo>
                  <a:lnTo>
                    <a:pt x="2806" y="7577"/>
                  </a:lnTo>
                  <a:lnTo>
                    <a:pt x="2006" y="8990"/>
                  </a:lnTo>
                  <a:lnTo>
                    <a:pt x="327" y="8282"/>
                  </a:lnTo>
                  <a:lnTo>
                    <a:pt x="0" y="4163"/>
                  </a:lnTo>
                  <a:lnTo>
                    <a:pt x="264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h2006"/>
            <p:cNvSpPr/>
            <p:nvPr/>
          </p:nvSpPr>
          <p:spPr>
            <a:xfrm>
              <a:off x="2630134" y="2825350"/>
              <a:ext cx="31327" cy="14226"/>
            </a:xfrm>
            <a:custGeom>
              <a:avLst/>
              <a:pathLst>
                <a:path w="31327" h="14226">
                  <a:moveTo>
                    <a:pt x="9827" y="2576"/>
                  </a:moveTo>
                  <a:lnTo>
                    <a:pt x="15587" y="2667"/>
                  </a:lnTo>
                  <a:lnTo>
                    <a:pt x="17560" y="2143"/>
                  </a:lnTo>
                  <a:lnTo>
                    <a:pt x="19945" y="0"/>
                  </a:lnTo>
                  <a:lnTo>
                    <a:pt x="22266" y="1898"/>
                  </a:lnTo>
                  <a:lnTo>
                    <a:pt x="23654" y="4324"/>
                  </a:lnTo>
                  <a:lnTo>
                    <a:pt x="24650" y="4763"/>
                  </a:lnTo>
                  <a:lnTo>
                    <a:pt x="27696" y="3017"/>
                  </a:lnTo>
                  <a:lnTo>
                    <a:pt x="31327" y="6324"/>
                  </a:lnTo>
                  <a:lnTo>
                    <a:pt x="29782" y="9989"/>
                  </a:lnTo>
                  <a:lnTo>
                    <a:pt x="27759" y="8602"/>
                  </a:lnTo>
                  <a:lnTo>
                    <a:pt x="25949" y="8699"/>
                  </a:lnTo>
                  <a:lnTo>
                    <a:pt x="16579" y="14226"/>
                  </a:lnTo>
                  <a:lnTo>
                    <a:pt x="14544" y="12745"/>
                  </a:lnTo>
                  <a:lnTo>
                    <a:pt x="14682" y="10260"/>
                  </a:lnTo>
                  <a:lnTo>
                    <a:pt x="12080" y="8959"/>
                  </a:lnTo>
                  <a:lnTo>
                    <a:pt x="7657" y="8815"/>
                  </a:lnTo>
                  <a:lnTo>
                    <a:pt x="4776" y="10507"/>
                  </a:lnTo>
                  <a:lnTo>
                    <a:pt x="2565" y="10795"/>
                  </a:lnTo>
                  <a:lnTo>
                    <a:pt x="3143" y="7540"/>
                  </a:lnTo>
                  <a:lnTo>
                    <a:pt x="0" y="5483"/>
                  </a:lnTo>
                  <a:lnTo>
                    <a:pt x="2592" y="1999"/>
                  </a:lnTo>
                  <a:lnTo>
                    <a:pt x="4816" y="136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h2007"/>
            <p:cNvSpPr/>
            <p:nvPr/>
          </p:nvSpPr>
          <p:spPr>
            <a:xfrm>
              <a:off x="2606042" y="3064228"/>
              <a:ext cx="23348" cy="18233"/>
            </a:xfrm>
            <a:custGeom>
              <a:avLst/>
              <a:pathLst>
                <a:path w="23348" h="18233">
                  <a:moveTo>
                    <a:pt x="23348" y="1650"/>
                  </a:moveTo>
                  <a:lnTo>
                    <a:pt x="20705" y="3091"/>
                  </a:lnTo>
                  <a:lnTo>
                    <a:pt x="20101" y="5838"/>
                  </a:lnTo>
                  <a:lnTo>
                    <a:pt x="19042" y="5510"/>
                  </a:lnTo>
                  <a:lnTo>
                    <a:pt x="18083" y="8472"/>
                  </a:lnTo>
                  <a:lnTo>
                    <a:pt x="21218" y="9600"/>
                  </a:lnTo>
                  <a:lnTo>
                    <a:pt x="21159" y="10392"/>
                  </a:lnTo>
                  <a:lnTo>
                    <a:pt x="14876" y="11147"/>
                  </a:lnTo>
                  <a:lnTo>
                    <a:pt x="14220" y="12551"/>
                  </a:lnTo>
                  <a:lnTo>
                    <a:pt x="14941" y="12732"/>
                  </a:lnTo>
                  <a:lnTo>
                    <a:pt x="14390" y="18233"/>
                  </a:lnTo>
                  <a:lnTo>
                    <a:pt x="8654" y="14210"/>
                  </a:lnTo>
                  <a:lnTo>
                    <a:pt x="2310" y="13560"/>
                  </a:lnTo>
                  <a:lnTo>
                    <a:pt x="880" y="11787"/>
                  </a:lnTo>
                  <a:lnTo>
                    <a:pt x="1667" y="10588"/>
                  </a:lnTo>
                  <a:lnTo>
                    <a:pt x="0" y="3616"/>
                  </a:lnTo>
                  <a:lnTo>
                    <a:pt x="1297" y="1255"/>
                  </a:lnTo>
                  <a:lnTo>
                    <a:pt x="3479" y="1671"/>
                  </a:lnTo>
                  <a:lnTo>
                    <a:pt x="3237" y="3629"/>
                  </a:lnTo>
                  <a:lnTo>
                    <a:pt x="5194" y="3430"/>
                  </a:lnTo>
                  <a:lnTo>
                    <a:pt x="6444" y="1788"/>
                  </a:lnTo>
                  <a:lnTo>
                    <a:pt x="12571" y="1342"/>
                  </a:lnTo>
                  <a:lnTo>
                    <a:pt x="13086" y="2025"/>
                  </a:lnTo>
                  <a:lnTo>
                    <a:pt x="1948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h2008"/>
            <p:cNvSpPr/>
            <p:nvPr/>
          </p:nvSpPr>
          <p:spPr>
            <a:xfrm>
              <a:off x="2597730" y="3099566"/>
              <a:ext cx="19408" cy="30722"/>
            </a:xfrm>
            <a:custGeom>
              <a:avLst/>
              <a:pathLst>
                <a:path w="19408" h="30722">
                  <a:moveTo>
                    <a:pt x="13436" y="0"/>
                  </a:moveTo>
                  <a:lnTo>
                    <a:pt x="14679" y="355"/>
                  </a:lnTo>
                  <a:lnTo>
                    <a:pt x="17499" y="3123"/>
                  </a:lnTo>
                  <a:lnTo>
                    <a:pt x="19325" y="5793"/>
                  </a:lnTo>
                  <a:lnTo>
                    <a:pt x="19408" y="7959"/>
                  </a:lnTo>
                  <a:lnTo>
                    <a:pt x="17992" y="9678"/>
                  </a:lnTo>
                  <a:lnTo>
                    <a:pt x="17785" y="14145"/>
                  </a:lnTo>
                  <a:lnTo>
                    <a:pt x="19146" y="16162"/>
                  </a:lnTo>
                  <a:lnTo>
                    <a:pt x="17778" y="18350"/>
                  </a:lnTo>
                  <a:lnTo>
                    <a:pt x="18101" y="20478"/>
                  </a:lnTo>
                  <a:lnTo>
                    <a:pt x="17712" y="21537"/>
                  </a:lnTo>
                  <a:lnTo>
                    <a:pt x="12634" y="23064"/>
                  </a:lnTo>
                  <a:lnTo>
                    <a:pt x="12251" y="22269"/>
                  </a:lnTo>
                  <a:lnTo>
                    <a:pt x="12964" y="21647"/>
                  </a:lnTo>
                  <a:lnTo>
                    <a:pt x="11438" y="20459"/>
                  </a:lnTo>
                  <a:lnTo>
                    <a:pt x="7653" y="21265"/>
                  </a:lnTo>
                  <a:lnTo>
                    <a:pt x="8566" y="28488"/>
                  </a:lnTo>
                  <a:lnTo>
                    <a:pt x="10002" y="30722"/>
                  </a:lnTo>
                  <a:lnTo>
                    <a:pt x="7759" y="30715"/>
                  </a:lnTo>
                  <a:lnTo>
                    <a:pt x="5195" y="27757"/>
                  </a:lnTo>
                  <a:lnTo>
                    <a:pt x="6048" y="22174"/>
                  </a:lnTo>
                  <a:lnTo>
                    <a:pt x="4530" y="21622"/>
                  </a:lnTo>
                  <a:lnTo>
                    <a:pt x="2632" y="22972"/>
                  </a:lnTo>
                  <a:lnTo>
                    <a:pt x="627" y="23186"/>
                  </a:lnTo>
                  <a:lnTo>
                    <a:pt x="0" y="22063"/>
                  </a:lnTo>
                  <a:lnTo>
                    <a:pt x="7080" y="19148"/>
                  </a:lnTo>
                  <a:lnTo>
                    <a:pt x="12600" y="18759"/>
                  </a:lnTo>
                  <a:lnTo>
                    <a:pt x="14277" y="16903"/>
                  </a:lnTo>
                  <a:lnTo>
                    <a:pt x="14468" y="14377"/>
                  </a:lnTo>
                  <a:lnTo>
                    <a:pt x="8308" y="10430"/>
                  </a:lnTo>
                  <a:lnTo>
                    <a:pt x="5803" y="10658"/>
                  </a:lnTo>
                  <a:lnTo>
                    <a:pt x="4262" y="11595"/>
                  </a:lnTo>
                  <a:lnTo>
                    <a:pt x="2344" y="10394"/>
                  </a:lnTo>
                  <a:lnTo>
                    <a:pt x="1355" y="8984"/>
                  </a:lnTo>
                  <a:lnTo>
                    <a:pt x="413" y="5071"/>
                  </a:lnTo>
                  <a:lnTo>
                    <a:pt x="2885" y="2014"/>
                  </a:lnTo>
                  <a:lnTo>
                    <a:pt x="4065" y="1769"/>
                  </a:lnTo>
                  <a:lnTo>
                    <a:pt x="6042" y="2459"/>
                  </a:lnTo>
                  <a:lnTo>
                    <a:pt x="7661" y="4068"/>
                  </a:lnTo>
                  <a:lnTo>
                    <a:pt x="10004" y="445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h2009"/>
            <p:cNvSpPr/>
            <p:nvPr/>
          </p:nvSpPr>
          <p:spPr>
            <a:xfrm>
              <a:off x="2627489" y="3032979"/>
              <a:ext cx="14441" cy="5531"/>
            </a:xfrm>
            <a:custGeom>
              <a:avLst/>
              <a:pathLst>
                <a:path w="14441" h="5531">
                  <a:moveTo>
                    <a:pt x="5619" y="1263"/>
                  </a:moveTo>
                  <a:lnTo>
                    <a:pt x="8847" y="3297"/>
                  </a:lnTo>
                  <a:lnTo>
                    <a:pt x="13007" y="3652"/>
                  </a:lnTo>
                  <a:lnTo>
                    <a:pt x="14441" y="5398"/>
                  </a:lnTo>
                  <a:lnTo>
                    <a:pt x="11445" y="5531"/>
                  </a:lnTo>
                  <a:lnTo>
                    <a:pt x="1002" y="2645"/>
                  </a:lnTo>
                  <a:lnTo>
                    <a:pt x="0" y="1296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h2010"/>
            <p:cNvSpPr/>
            <p:nvPr/>
          </p:nvSpPr>
          <p:spPr>
            <a:xfrm>
              <a:off x="2647137" y="2852314"/>
              <a:ext cx="23757" cy="18102"/>
            </a:xfrm>
            <a:custGeom>
              <a:avLst/>
              <a:pathLst>
                <a:path w="23757" h="18102">
                  <a:moveTo>
                    <a:pt x="12305" y="0"/>
                  </a:moveTo>
                  <a:lnTo>
                    <a:pt x="14752" y="4113"/>
                  </a:lnTo>
                  <a:lnTo>
                    <a:pt x="16254" y="10626"/>
                  </a:lnTo>
                  <a:lnTo>
                    <a:pt x="19797" y="12278"/>
                  </a:lnTo>
                  <a:lnTo>
                    <a:pt x="23757" y="12826"/>
                  </a:lnTo>
                  <a:lnTo>
                    <a:pt x="21891" y="16995"/>
                  </a:lnTo>
                  <a:lnTo>
                    <a:pt x="19507" y="18102"/>
                  </a:lnTo>
                  <a:lnTo>
                    <a:pt x="19584" y="15054"/>
                  </a:lnTo>
                  <a:lnTo>
                    <a:pt x="16650" y="12902"/>
                  </a:lnTo>
                  <a:lnTo>
                    <a:pt x="14441" y="15810"/>
                  </a:lnTo>
                  <a:lnTo>
                    <a:pt x="10384" y="15357"/>
                  </a:lnTo>
                  <a:lnTo>
                    <a:pt x="9474" y="16020"/>
                  </a:lnTo>
                  <a:lnTo>
                    <a:pt x="6939" y="13451"/>
                  </a:lnTo>
                  <a:lnTo>
                    <a:pt x="6036" y="10772"/>
                  </a:lnTo>
                  <a:lnTo>
                    <a:pt x="4291" y="11733"/>
                  </a:lnTo>
                  <a:lnTo>
                    <a:pt x="2456" y="10692"/>
                  </a:lnTo>
                  <a:lnTo>
                    <a:pt x="800" y="10742"/>
                  </a:lnTo>
                  <a:lnTo>
                    <a:pt x="0" y="6883"/>
                  </a:lnTo>
                  <a:lnTo>
                    <a:pt x="334" y="5810"/>
                  </a:lnTo>
                  <a:lnTo>
                    <a:pt x="322" y="2751"/>
                  </a:lnTo>
                  <a:lnTo>
                    <a:pt x="4080" y="1490"/>
                  </a:lnTo>
                  <a:lnTo>
                    <a:pt x="7396" y="213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h2011"/>
            <p:cNvSpPr/>
            <p:nvPr/>
          </p:nvSpPr>
          <p:spPr>
            <a:xfrm>
              <a:off x="2602161" y="2987038"/>
              <a:ext cx="8396" cy="9899"/>
            </a:xfrm>
            <a:custGeom>
              <a:avLst/>
              <a:pathLst>
                <a:path w="8396" h="9899">
                  <a:moveTo>
                    <a:pt x="6957" y="340"/>
                  </a:moveTo>
                  <a:lnTo>
                    <a:pt x="8396" y="2607"/>
                  </a:lnTo>
                  <a:lnTo>
                    <a:pt x="6792" y="8674"/>
                  </a:lnTo>
                  <a:lnTo>
                    <a:pt x="4334" y="9836"/>
                  </a:lnTo>
                  <a:lnTo>
                    <a:pt x="1555" y="8865"/>
                  </a:lnTo>
                  <a:lnTo>
                    <a:pt x="828" y="9899"/>
                  </a:lnTo>
                  <a:lnTo>
                    <a:pt x="0" y="9303"/>
                  </a:lnTo>
                  <a:lnTo>
                    <a:pt x="456" y="7532"/>
                  </a:lnTo>
                  <a:lnTo>
                    <a:pt x="2114" y="7031"/>
                  </a:lnTo>
                  <a:lnTo>
                    <a:pt x="4289" y="4365"/>
                  </a:lnTo>
                  <a:lnTo>
                    <a:pt x="4383" y="2667"/>
                  </a:lnTo>
                  <a:lnTo>
                    <a:pt x="3201" y="1817"/>
                  </a:lnTo>
                  <a:lnTo>
                    <a:pt x="405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h2012"/>
            <p:cNvSpPr/>
            <p:nvPr/>
          </p:nvSpPr>
          <p:spPr>
            <a:xfrm>
              <a:off x="2620967" y="3002111"/>
              <a:ext cx="22153" cy="15285"/>
            </a:xfrm>
            <a:custGeom>
              <a:avLst/>
              <a:pathLst>
                <a:path w="22153" h="15285">
                  <a:moveTo>
                    <a:pt x="18042" y="0"/>
                  </a:moveTo>
                  <a:lnTo>
                    <a:pt x="22153" y="2505"/>
                  </a:lnTo>
                  <a:lnTo>
                    <a:pt x="19326" y="4595"/>
                  </a:lnTo>
                  <a:lnTo>
                    <a:pt x="20874" y="7505"/>
                  </a:lnTo>
                  <a:lnTo>
                    <a:pt x="20371" y="9511"/>
                  </a:lnTo>
                  <a:lnTo>
                    <a:pt x="10087" y="14808"/>
                  </a:lnTo>
                  <a:lnTo>
                    <a:pt x="7313" y="15285"/>
                  </a:lnTo>
                  <a:lnTo>
                    <a:pt x="4919" y="13947"/>
                  </a:lnTo>
                  <a:lnTo>
                    <a:pt x="1383" y="10162"/>
                  </a:lnTo>
                  <a:lnTo>
                    <a:pt x="114" y="7344"/>
                  </a:lnTo>
                  <a:lnTo>
                    <a:pt x="0" y="4448"/>
                  </a:lnTo>
                  <a:lnTo>
                    <a:pt x="14149" y="274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h2013"/>
            <p:cNvSpPr/>
            <p:nvPr/>
          </p:nvSpPr>
          <p:spPr>
            <a:xfrm>
              <a:off x="2652379" y="2890385"/>
              <a:ext cx="9188" cy="11837"/>
            </a:xfrm>
            <a:custGeom>
              <a:avLst/>
              <a:pathLst>
                <a:path w="9188" h="11837">
                  <a:moveTo>
                    <a:pt x="7727" y="1556"/>
                  </a:moveTo>
                  <a:lnTo>
                    <a:pt x="9188" y="7305"/>
                  </a:lnTo>
                  <a:lnTo>
                    <a:pt x="4577" y="11257"/>
                  </a:lnTo>
                  <a:lnTo>
                    <a:pt x="1545" y="11837"/>
                  </a:lnTo>
                  <a:lnTo>
                    <a:pt x="0" y="9212"/>
                  </a:lnTo>
                  <a:lnTo>
                    <a:pt x="1107" y="5997"/>
                  </a:lnTo>
                  <a:lnTo>
                    <a:pt x="843" y="468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h2014"/>
            <p:cNvSpPr/>
            <p:nvPr/>
          </p:nvSpPr>
          <p:spPr>
            <a:xfrm>
              <a:off x="2652952" y="3009327"/>
              <a:ext cx="7890" cy="8201"/>
            </a:xfrm>
            <a:custGeom>
              <a:avLst/>
              <a:pathLst>
                <a:path w="7890" h="8201">
                  <a:moveTo>
                    <a:pt x="3151" y="863"/>
                  </a:moveTo>
                  <a:lnTo>
                    <a:pt x="1968" y="2893"/>
                  </a:lnTo>
                  <a:lnTo>
                    <a:pt x="6206" y="4886"/>
                  </a:lnTo>
                  <a:lnTo>
                    <a:pt x="7890" y="7716"/>
                  </a:lnTo>
                  <a:lnTo>
                    <a:pt x="3726" y="6491"/>
                  </a:lnTo>
                  <a:lnTo>
                    <a:pt x="3181" y="8201"/>
                  </a:lnTo>
                  <a:lnTo>
                    <a:pt x="1909" y="7325"/>
                  </a:lnTo>
                  <a:lnTo>
                    <a:pt x="0" y="5995"/>
                  </a:lnTo>
                  <a:lnTo>
                    <a:pt x="1903" y="1342"/>
                  </a:lnTo>
                  <a:lnTo>
                    <a:pt x="174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h2015"/>
            <p:cNvSpPr/>
            <p:nvPr/>
          </p:nvSpPr>
          <p:spPr>
            <a:xfrm>
              <a:off x="2638948" y="3104731"/>
              <a:ext cx="22189" cy="24308"/>
            </a:xfrm>
            <a:custGeom>
              <a:avLst/>
              <a:pathLst>
                <a:path w="22189" h="24308">
                  <a:moveTo>
                    <a:pt x="11770" y="0"/>
                  </a:moveTo>
                  <a:lnTo>
                    <a:pt x="15835" y="1776"/>
                  </a:lnTo>
                  <a:lnTo>
                    <a:pt x="16377" y="7163"/>
                  </a:lnTo>
                  <a:lnTo>
                    <a:pt x="17708" y="9389"/>
                  </a:lnTo>
                  <a:lnTo>
                    <a:pt x="22189" y="11172"/>
                  </a:lnTo>
                  <a:lnTo>
                    <a:pt x="19500" y="13389"/>
                  </a:lnTo>
                  <a:lnTo>
                    <a:pt x="19317" y="15443"/>
                  </a:lnTo>
                  <a:lnTo>
                    <a:pt x="18699" y="17098"/>
                  </a:lnTo>
                  <a:lnTo>
                    <a:pt x="8227" y="19657"/>
                  </a:lnTo>
                  <a:lnTo>
                    <a:pt x="8870" y="23501"/>
                  </a:lnTo>
                  <a:lnTo>
                    <a:pt x="8369" y="24308"/>
                  </a:lnTo>
                  <a:lnTo>
                    <a:pt x="4614" y="23258"/>
                  </a:lnTo>
                  <a:lnTo>
                    <a:pt x="4018" y="22251"/>
                  </a:lnTo>
                  <a:lnTo>
                    <a:pt x="4318" y="16953"/>
                  </a:lnTo>
                  <a:lnTo>
                    <a:pt x="1876" y="13653"/>
                  </a:lnTo>
                  <a:lnTo>
                    <a:pt x="0" y="12804"/>
                  </a:lnTo>
                  <a:lnTo>
                    <a:pt x="442" y="9738"/>
                  </a:lnTo>
                  <a:lnTo>
                    <a:pt x="1728" y="10065"/>
                  </a:lnTo>
                  <a:lnTo>
                    <a:pt x="4912" y="6782"/>
                  </a:lnTo>
                  <a:lnTo>
                    <a:pt x="3419" y="4563"/>
                  </a:lnTo>
                  <a:lnTo>
                    <a:pt x="7992" y="95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h2016"/>
            <p:cNvSpPr/>
            <p:nvPr/>
          </p:nvSpPr>
          <p:spPr>
            <a:xfrm>
              <a:off x="2611167" y="3089589"/>
              <a:ext cx="10222" cy="15770"/>
            </a:xfrm>
            <a:custGeom>
              <a:avLst/>
              <a:pathLst>
                <a:path w="10222" h="15770">
                  <a:moveTo>
                    <a:pt x="10222" y="2904"/>
                  </a:moveTo>
                  <a:lnTo>
                    <a:pt x="9359" y="9237"/>
                  </a:lnTo>
                  <a:lnTo>
                    <a:pt x="9911" y="11929"/>
                  </a:lnTo>
                  <a:lnTo>
                    <a:pt x="9727" y="13413"/>
                  </a:lnTo>
                  <a:lnTo>
                    <a:pt x="9276" y="13313"/>
                  </a:lnTo>
                  <a:lnTo>
                    <a:pt x="5888" y="15770"/>
                  </a:lnTo>
                  <a:lnTo>
                    <a:pt x="4062" y="13100"/>
                  </a:lnTo>
                  <a:lnTo>
                    <a:pt x="1242" y="10331"/>
                  </a:lnTo>
                  <a:lnTo>
                    <a:pt x="0" y="9976"/>
                  </a:lnTo>
                  <a:lnTo>
                    <a:pt x="5012" y="2906"/>
                  </a:lnTo>
                  <a:lnTo>
                    <a:pt x="4928" y="1422"/>
                  </a:lnTo>
                  <a:lnTo>
                    <a:pt x="6312" y="717"/>
                  </a:lnTo>
                  <a:lnTo>
                    <a:pt x="8009" y="1405"/>
                  </a:lnTo>
                  <a:lnTo>
                    <a:pt x="848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h2017"/>
            <p:cNvSpPr/>
            <p:nvPr/>
          </p:nvSpPr>
          <p:spPr>
            <a:xfrm>
              <a:off x="2702044" y="2860128"/>
              <a:ext cx="20550" cy="39330"/>
            </a:xfrm>
            <a:custGeom>
              <a:avLst/>
              <a:pathLst>
                <a:path w="20550" h="39330">
                  <a:moveTo>
                    <a:pt x="10547" y="1008"/>
                  </a:moveTo>
                  <a:lnTo>
                    <a:pt x="10016" y="1584"/>
                  </a:lnTo>
                  <a:lnTo>
                    <a:pt x="11041" y="7024"/>
                  </a:lnTo>
                  <a:lnTo>
                    <a:pt x="13538" y="12450"/>
                  </a:lnTo>
                  <a:lnTo>
                    <a:pt x="13114" y="13320"/>
                  </a:lnTo>
                  <a:lnTo>
                    <a:pt x="10201" y="14220"/>
                  </a:lnTo>
                  <a:lnTo>
                    <a:pt x="8928" y="15690"/>
                  </a:lnTo>
                  <a:lnTo>
                    <a:pt x="8515" y="19708"/>
                  </a:lnTo>
                  <a:lnTo>
                    <a:pt x="9289" y="22479"/>
                  </a:lnTo>
                  <a:lnTo>
                    <a:pt x="10083" y="22159"/>
                  </a:lnTo>
                  <a:lnTo>
                    <a:pt x="13549" y="16837"/>
                  </a:lnTo>
                  <a:lnTo>
                    <a:pt x="19689" y="18573"/>
                  </a:lnTo>
                  <a:lnTo>
                    <a:pt x="20550" y="20434"/>
                  </a:lnTo>
                  <a:lnTo>
                    <a:pt x="20216" y="21714"/>
                  </a:lnTo>
                  <a:lnTo>
                    <a:pt x="14319" y="26366"/>
                  </a:lnTo>
                  <a:lnTo>
                    <a:pt x="13483" y="28544"/>
                  </a:lnTo>
                  <a:lnTo>
                    <a:pt x="13546" y="29795"/>
                  </a:lnTo>
                  <a:lnTo>
                    <a:pt x="15043" y="31678"/>
                  </a:lnTo>
                  <a:lnTo>
                    <a:pt x="12290" y="34164"/>
                  </a:lnTo>
                  <a:lnTo>
                    <a:pt x="10075" y="38486"/>
                  </a:lnTo>
                  <a:lnTo>
                    <a:pt x="8554" y="39119"/>
                  </a:lnTo>
                  <a:lnTo>
                    <a:pt x="6166" y="39330"/>
                  </a:lnTo>
                  <a:lnTo>
                    <a:pt x="4116" y="37738"/>
                  </a:lnTo>
                  <a:lnTo>
                    <a:pt x="5520" y="34265"/>
                  </a:lnTo>
                  <a:lnTo>
                    <a:pt x="5951" y="28873"/>
                  </a:lnTo>
                  <a:lnTo>
                    <a:pt x="4295" y="27038"/>
                  </a:lnTo>
                  <a:lnTo>
                    <a:pt x="3007" y="27282"/>
                  </a:lnTo>
                  <a:lnTo>
                    <a:pt x="1779" y="24679"/>
                  </a:lnTo>
                  <a:lnTo>
                    <a:pt x="2264" y="23989"/>
                  </a:lnTo>
                  <a:lnTo>
                    <a:pt x="1961" y="20405"/>
                  </a:lnTo>
                  <a:lnTo>
                    <a:pt x="647" y="14554"/>
                  </a:lnTo>
                  <a:lnTo>
                    <a:pt x="1591" y="11293"/>
                  </a:lnTo>
                  <a:lnTo>
                    <a:pt x="842" y="8355"/>
                  </a:lnTo>
                  <a:lnTo>
                    <a:pt x="0" y="7473"/>
                  </a:lnTo>
                  <a:lnTo>
                    <a:pt x="1917" y="6333"/>
                  </a:lnTo>
                  <a:lnTo>
                    <a:pt x="3857" y="6886"/>
                  </a:lnTo>
                  <a:lnTo>
                    <a:pt x="5799" y="5809"/>
                  </a:lnTo>
                  <a:lnTo>
                    <a:pt x="7282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h2018"/>
            <p:cNvSpPr/>
            <p:nvPr/>
          </p:nvSpPr>
          <p:spPr>
            <a:xfrm>
              <a:off x="2634330" y="2857378"/>
              <a:ext cx="17483" cy="17873"/>
            </a:xfrm>
            <a:custGeom>
              <a:avLst/>
              <a:pathLst>
                <a:path w="17483" h="17873">
                  <a:moveTo>
                    <a:pt x="13141" y="746"/>
                  </a:moveTo>
                  <a:lnTo>
                    <a:pt x="12806" y="1820"/>
                  </a:lnTo>
                  <a:lnTo>
                    <a:pt x="13607" y="5679"/>
                  </a:lnTo>
                  <a:lnTo>
                    <a:pt x="15263" y="5629"/>
                  </a:lnTo>
                  <a:lnTo>
                    <a:pt x="17098" y="6670"/>
                  </a:lnTo>
                  <a:lnTo>
                    <a:pt x="17483" y="7636"/>
                  </a:lnTo>
                  <a:lnTo>
                    <a:pt x="16950" y="9041"/>
                  </a:lnTo>
                  <a:lnTo>
                    <a:pt x="11003" y="13890"/>
                  </a:lnTo>
                  <a:lnTo>
                    <a:pt x="10488" y="15772"/>
                  </a:lnTo>
                  <a:lnTo>
                    <a:pt x="11990" y="17873"/>
                  </a:lnTo>
                  <a:lnTo>
                    <a:pt x="10577" y="17816"/>
                  </a:lnTo>
                  <a:lnTo>
                    <a:pt x="0" y="11824"/>
                  </a:lnTo>
                  <a:lnTo>
                    <a:pt x="1329" y="5185"/>
                  </a:lnTo>
                  <a:lnTo>
                    <a:pt x="3163" y="3257"/>
                  </a:lnTo>
                  <a:lnTo>
                    <a:pt x="6505" y="4773"/>
                  </a:lnTo>
                  <a:lnTo>
                    <a:pt x="9044" y="3529"/>
                  </a:lnTo>
                  <a:lnTo>
                    <a:pt x="9495" y="1053"/>
                  </a:lnTo>
                  <a:lnTo>
                    <a:pt x="1173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h2019"/>
            <p:cNvSpPr/>
            <p:nvPr/>
          </p:nvSpPr>
          <p:spPr>
            <a:xfrm>
              <a:off x="2617814" y="2850585"/>
              <a:ext cx="19679" cy="29377"/>
            </a:xfrm>
            <a:custGeom>
              <a:avLst/>
              <a:pathLst>
                <a:path w="19679" h="29377">
                  <a:moveTo>
                    <a:pt x="12821" y="1576"/>
                  </a:moveTo>
                  <a:lnTo>
                    <a:pt x="10940" y="4903"/>
                  </a:lnTo>
                  <a:lnTo>
                    <a:pt x="12282" y="7610"/>
                  </a:lnTo>
                  <a:lnTo>
                    <a:pt x="11083" y="11729"/>
                  </a:lnTo>
                  <a:lnTo>
                    <a:pt x="12602" y="12121"/>
                  </a:lnTo>
                  <a:lnTo>
                    <a:pt x="17997" y="10397"/>
                  </a:lnTo>
                  <a:lnTo>
                    <a:pt x="19226" y="9415"/>
                  </a:lnTo>
                  <a:lnTo>
                    <a:pt x="19679" y="10050"/>
                  </a:lnTo>
                  <a:lnTo>
                    <a:pt x="17845" y="11978"/>
                  </a:lnTo>
                  <a:lnTo>
                    <a:pt x="16515" y="18616"/>
                  </a:lnTo>
                  <a:lnTo>
                    <a:pt x="15653" y="24246"/>
                  </a:lnTo>
                  <a:lnTo>
                    <a:pt x="12849" y="26297"/>
                  </a:lnTo>
                  <a:lnTo>
                    <a:pt x="10394" y="29257"/>
                  </a:lnTo>
                  <a:lnTo>
                    <a:pt x="8515" y="29377"/>
                  </a:lnTo>
                  <a:lnTo>
                    <a:pt x="5976" y="28135"/>
                  </a:lnTo>
                  <a:lnTo>
                    <a:pt x="5132" y="25044"/>
                  </a:lnTo>
                  <a:lnTo>
                    <a:pt x="525" y="23376"/>
                  </a:lnTo>
                  <a:lnTo>
                    <a:pt x="1797" y="21808"/>
                  </a:lnTo>
                  <a:lnTo>
                    <a:pt x="0" y="18420"/>
                  </a:lnTo>
                  <a:lnTo>
                    <a:pt x="130" y="15118"/>
                  </a:lnTo>
                  <a:lnTo>
                    <a:pt x="1510" y="15114"/>
                  </a:lnTo>
                  <a:lnTo>
                    <a:pt x="2874" y="13225"/>
                  </a:lnTo>
                  <a:lnTo>
                    <a:pt x="4808" y="7146"/>
                  </a:lnTo>
                  <a:lnTo>
                    <a:pt x="7662" y="3826"/>
                  </a:lnTo>
                  <a:lnTo>
                    <a:pt x="8560" y="873"/>
                  </a:lnTo>
                  <a:lnTo>
                    <a:pt x="9738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h2020"/>
            <p:cNvSpPr/>
            <p:nvPr/>
          </p:nvSpPr>
          <p:spPr>
            <a:xfrm>
              <a:off x="2617417" y="3035624"/>
              <a:ext cx="25976" cy="16370"/>
            </a:xfrm>
            <a:custGeom>
              <a:avLst/>
              <a:pathLst>
                <a:path w="25976" h="16370">
                  <a:moveTo>
                    <a:pt x="21517" y="2886"/>
                  </a:moveTo>
                  <a:lnTo>
                    <a:pt x="24513" y="2753"/>
                  </a:lnTo>
                  <a:lnTo>
                    <a:pt x="24655" y="3280"/>
                  </a:lnTo>
                  <a:lnTo>
                    <a:pt x="25976" y="5545"/>
                  </a:lnTo>
                  <a:lnTo>
                    <a:pt x="25151" y="7065"/>
                  </a:lnTo>
                  <a:lnTo>
                    <a:pt x="21329" y="11438"/>
                  </a:lnTo>
                  <a:lnTo>
                    <a:pt x="19677" y="10689"/>
                  </a:lnTo>
                  <a:lnTo>
                    <a:pt x="18783" y="9391"/>
                  </a:lnTo>
                  <a:lnTo>
                    <a:pt x="13069" y="9780"/>
                  </a:lnTo>
                  <a:lnTo>
                    <a:pt x="7392" y="13528"/>
                  </a:lnTo>
                  <a:lnTo>
                    <a:pt x="4009" y="16370"/>
                  </a:lnTo>
                  <a:lnTo>
                    <a:pt x="0" y="13351"/>
                  </a:lnTo>
                  <a:lnTo>
                    <a:pt x="774" y="9294"/>
                  </a:lnTo>
                  <a:lnTo>
                    <a:pt x="1597" y="7083"/>
                  </a:lnTo>
                  <a:lnTo>
                    <a:pt x="4387" y="5763"/>
                  </a:lnTo>
                  <a:lnTo>
                    <a:pt x="7817" y="6623"/>
                  </a:lnTo>
                  <a:lnTo>
                    <a:pt x="11886" y="5460"/>
                  </a:lnTo>
                  <a:lnTo>
                    <a:pt x="12508" y="4224"/>
                  </a:lnTo>
                  <a:lnTo>
                    <a:pt x="12116" y="2916"/>
                  </a:lnTo>
                  <a:lnTo>
                    <a:pt x="10504" y="3011"/>
                  </a:lnTo>
                  <a:lnTo>
                    <a:pt x="8801" y="1481"/>
                  </a:lnTo>
                  <a:lnTo>
                    <a:pt x="1107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h2021"/>
            <p:cNvSpPr/>
            <p:nvPr/>
          </p:nvSpPr>
          <p:spPr>
            <a:xfrm>
              <a:off x="2632726" y="2806094"/>
              <a:ext cx="22798" cy="21923"/>
            </a:xfrm>
            <a:custGeom>
              <a:avLst/>
              <a:pathLst>
                <a:path w="22798" h="21923">
                  <a:moveTo>
                    <a:pt x="10574" y="0"/>
                  </a:moveTo>
                  <a:lnTo>
                    <a:pt x="13490" y="8631"/>
                  </a:lnTo>
                  <a:lnTo>
                    <a:pt x="15296" y="7472"/>
                  </a:lnTo>
                  <a:lnTo>
                    <a:pt x="17788" y="7161"/>
                  </a:lnTo>
                  <a:lnTo>
                    <a:pt x="21397" y="7675"/>
                  </a:lnTo>
                  <a:lnTo>
                    <a:pt x="22798" y="10084"/>
                  </a:lnTo>
                  <a:lnTo>
                    <a:pt x="19674" y="21154"/>
                  </a:lnTo>
                  <a:lnTo>
                    <a:pt x="17353" y="19255"/>
                  </a:lnTo>
                  <a:lnTo>
                    <a:pt x="14968" y="21399"/>
                  </a:lnTo>
                  <a:lnTo>
                    <a:pt x="12995" y="21923"/>
                  </a:lnTo>
                  <a:lnTo>
                    <a:pt x="7235" y="21832"/>
                  </a:lnTo>
                  <a:lnTo>
                    <a:pt x="2224" y="20617"/>
                  </a:lnTo>
                  <a:lnTo>
                    <a:pt x="0" y="21255"/>
                  </a:lnTo>
                  <a:lnTo>
                    <a:pt x="347" y="18668"/>
                  </a:lnTo>
                  <a:lnTo>
                    <a:pt x="742" y="15839"/>
                  </a:lnTo>
                  <a:lnTo>
                    <a:pt x="5962" y="12379"/>
                  </a:lnTo>
                  <a:lnTo>
                    <a:pt x="8746" y="9189"/>
                  </a:lnTo>
                  <a:lnTo>
                    <a:pt x="10077" y="5672"/>
                  </a:lnTo>
                  <a:lnTo>
                    <a:pt x="7858" y="1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h2022"/>
            <p:cNvSpPr/>
            <p:nvPr/>
          </p:nvSpPr>
          <p:spPr>
            <a:xfrm>
              <a:off x="2437829" y="2728771"/>
              <a:ext cx="32030" cy="45229"/>
            </a:xfrm>
            <a:custGeom>
              <a:avLst/>
              <a:pathLst>
                <a:path w="32030" h="45229">
                  <a:moveTo>
                    <a:pt x="14576" y="1490"/>
                  </a:moveTo>
                  <a:lnTo>
                    <a:pt x="12557" y="3275"/>
                  </a:lnTo>
                  <a:lnTo>
                    <a:pt x="13800" y="7207"/>
                  </a:lnTo>
                  <a:lnTo>
                    <a:pt x="15453" y="8450"/>
                  </a:lnTo>
                  <a:lnTo>
                    <a:pt x="18014" y="7843"/>
                  </a:lnTo>
                  <a:lnTo>
                    <a:pt x="19796" y="8378"/>
                  </a:lnTo>
                  <a:lnTo>
                    <a:pt x="23202" y="17157"/>
                  </a:lnTo>
                  <a:lnTo>
                    <a:pt x="22373" y="20175"/>
                  </a:lnTo>
                  <a:lnTo>
                    <a:pt x="20434" y="21402"/>
                  </a:lnTo>
                  <a:lnTo>
                    <a:pt x="21521" y="23313"/>
                  </a:lnTo>
                  <a:lnTo>
                    <a:pt x="25139" y="25668"/>
                  </a:lnTo>
                  <a:lnTo>
                    <a:pt x="28009" y="28732"/>
                  </a:lnTo>
                  <a:lnTo>
                    <a:pt x="29469" y="29701"/>
                  </a:lnTo>
                  <a:lnTo>
                    <a:pt x="30883" y="28640"/>
                  </a:lnTo>
                  <a:lnTo>
                    <a:pt x="32030" y="29990"/>
                  </a:lnTo>
                  <a:lnTo>
                    <a:pt x="31039" y="33794"/>
                  </a:lnTo>
                  <a:lnTo>
                    <a:pt x="24347" y="38301"/>
                  </a:lnTo>
                  <a:lnTo>
                    <a:pt x="20516" y="44379"/>
                  </a:lnTo>
                  <a:lnTo>
                    <a:pt x="17846" y="45229"/>
                  </a:lnTo>
                  <a:lnTo>
                    <a:pt x="7769" y="44474"/>
                  </a:lnTo>
                  <a:lnTo>
                    <a:pt x="5803" y="42400"/>
                  </a:lnTo>
                  <a:lnTo>
                    <a:pt x="6907" y="40891"/>
                  </a:lnTo>
                  <a:lnTo>
                    <a:pt x="2777" y="40131"/>
                  </a:lnTo>
                  <a:lnTo>
                    <a:pt x="3625" y="34527"/>
                  </a:lnTo>
                  <a:lnTo>
                    <a:pt x="3260" y="28817"/>
                  </a:lnTo>
                  <a:lnTo>
                    <a:pt x="0" y="21064"/>
                  </a:lnTo>
                  <a:lnTo>
                    <a:pt x="3298" y="19169"/>
                  </a:lnTo>
                  <a:lnTo>
                    <a:pt x="3534" y="16351"/>
                  </a:lnTo>
                  <a:lnTo>
                    <a:pt x="2401" y="14705"/>
                  </a:lnTo>
                  <a:lnTo>
                    <a:pt x="1801" y="14137"/>
                  </a:lnTo>
                  <a:lnTo>
                    <a:pt x="1737" y="10954"/>
                  </a:lnTo>
                  <a:lnTo>
                    <a:pt x="4491" y="7409"/>
                  </a:lnTo>
                  <a:lnTo>
                    <a:pt x="4855" y="8456"/>
                  </a:lnTo>
                  <a:lnTo>
                    <a:pt x="7470" y="7083"/>
                  </a:lnTo>
                  <a:lnTo>
                    <a:pt x="8862" y="4477"/>
                  </a:lnTo>
                  <a:lnTo>
                    <a:pt x="8035" y="2480"/>
                  </a:lnTo>
                  <a:lnTo>
                    <a:pt x="1265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h2023"/>
            <p:cNvSpPr/>
            <p:nvPr/>
          </p:nvSpPr>
          <p:spPr>
            <a:xfrm>
              <a:off x="2477438" y="2715374"/>
              <a:ext cx="35437" cy="43226"/>
            </a:xfrm>
            <a:custGeom>
              <a:avLst/>
              <a:pathLst>
                <a:path w="35437" h="43226">
                  <a:moveTo>
                    <a:pt x="25936" y="1087"/>
                  </a:moveTo>
                  <a:lnTo>
                    <a:pt x="28745" y="6383"/>
                  </a:lnTo>
                  <a:lnTo>
                    <a:pt x="29467" y="11728"/>
                  </a:lnTo>
                  <a:lnTo>
                    <a:pt x="25367" y="11967"/>
                  </a:lnTo>
                  <a:lnTo>
                    <a:pt x="24511" y="15820"/>
                  </a:lnTo>
                  <a:lnTo>
                    <a:pt x="26429" y="18175"/>
                  </a:lnTo>
                  <a:lnTo>
                    <a:pt x="29577" y="20245"/>
                  </a:lnTo>
                  <a:lnTo>
                    <a:pt x="33839" y="21253"/>
                  </a:lnTo>
                  <a:lnTo>
                    <a:pt x="34352" y="28866"/>
                  </a:lnTo>
                  <a:lnTo>
                    <a:pt x="35437" y="33575"/>
                  </a:lnTo>
                  <a:lnTo>
                    <a:pt x="34179" y="35890"/>
                  </a:lnTo>
                  <a:lnTo>
                    <a:pt x="25518" y="36827"/>
                  </a:lnTo>
                  <a:lnTo>
                    <a:pt x="20575" y="39247"/>
                  </a:lnTo>
                  <a:lnTo>
                    <a:pt x="20190" y="40073"/>
                  </a:lnTo>
                  <a:lnTo>
                    <a:pt x="13248" y="42919"/>
                  </a:lnTo>
                  <a:lnTo>
                    <a:pt x="12742" y="43226"/>
                  </a:lnTo>
                  <a:lnTo>
                    <a:pt x="10437" y="42066"/>
                  </a:lnTo>
                  <a:lnTo>
                    <a:pt x="8165" y="39216"/>
                  </a:lnTo>
                  <a:lnTo>
                    <a:pt x="5962" y="37904"/>
                  </a:lnTo>
                  <a:lnTo>
                    <a:pt x="2869" y="39992"/>
                  </a:lnTo>
                  <a:lnTo>
                    <a:pt x="1140" y="38824"/>
                  </a:lnTo>
                  <a:lnTo>
                    <a:pt x="0" y="36161"/>
                  </a:lnTo>
                  <a:lnTo>
                    <a:pt x="1178" y="33395"/>
                  </a:lnTo>
                  <a:lnTo>
                    <a:pt x="1127" y="29181"/>
                  </a:lnTo>
                  <a:lnTo>
                    <a:pt x="4254" y="28480"/>
                  </a:lnTo>
                  <a:lnTo>
                    <a:pt x="6896" y="25513"/>
                  </a:lnTo>
                  <a:lnTo>
                    <a:pt x="13726" y="9489"/>
                  </a:lnTo>
                  <a:lnTo>
                    <a:pt x="14983" y="8958"/>
                  </a:lnTo>
                  <a:lnTo>
                    <a:pt x="15340" y="7521"/>
                  </a:lnTo>
                  <a:lnTo>
                    <a:pt x="14049" y="2304"/>
                  </a:lnTo>
                  <a:lnTo>
                    <a:pt x="17626" y="1165"/>
                  </a:lnTo>
                  <a:lnTo>
                    <a:pt x="21928" y="3919"/>
                  </a:lnTo>
                  <a:lnTo>
                    <a:pt x="2431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h2024"/>
            <p:cNvSpPr/>
            <p:nvPr/>
          </p:nvSpPr>
          <p:spPr>
            <a:xfrm>
              <a:off x="2350321" y="2820965"/>
              <a:ext cx="14023" cy="27689"/>
            </a:xfrm>
            <a:custGeom>
              <a:avLst/>
              <a:pathLst>
                <a:path w="14023" h="27689">
                  <a:moveTo>
                    <a:pt x="8254" y="473"/>
                  </a:moveTo>
                  <a:lnTo>
                    <a:pt x="9390" y="3586"/>
                  </a:lnTo>
                  <a:lnTo>
                    <a:pt x="12946" y="4530"/>
                  </a:lnTo>
                  <a:lnTo>
                    <a:pt x="14023" y="8302"/>
                  </a:lnTo>
                  <a:lnTo>
                    <a:pt x="13759" y="16519"/>
                  </a:lnTo>
                  <a:lnTo>
                    <a:pt x="12080" y="22173"/>
                  </a:lnTo>
                  <a:lnTo>
                    <a:pt x="12086" y="26047"/>
                  </a:lnTo>
                  <a:lnTo>
                    <a:pt x="13988" y="27214"/>
                  </a:lnTo>
                  <a:lnTo>
                    <a:pt x="11919" y="27689"/>
                  </a:lnTo>
                  <a:lnTo>
                    <a:pt x="10743" y="25703"/>
                  </a:lnTo>
                  <a:lnTo>
                    <a:pt x="7370" y="24618"/>
                  </a:lnTo>
                  <a:lnTo>
                    <a:pt x="4449" y="24661"/>
                  </a:lnTo>
                  <a:lnTo>
                    <a:pt x="3701" y="24352"/>
                  </a:lnTo>
                  <a:lnTo>
                    <a:pt x="2276" y="20056"/>
                  </a:lnTo>
                  <a:lnTo>
                    <a:pt x="1945" y="14155"/>
                  </a:lnTo>
                  <a:lnTo>
                    <a:pt x="0" y="9049"/>
                  </a:lnTo>
                  <a:lnTo>
                    <a:pt x="289" y="4702"/>
                  </a:lnTo>
                  <a:lnTo>
                    <a:pt x="2505" y="4825"/>
                  </a:lnTo>
                  <a:lnTo>
                    <a:pt x="2789" y="2138"/>
                  </a:lnTo>
                  <a:lnTo>
                    <a:pt x="20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h2025"/>
            <p:cNvSpPr/>
            <p:nvPr/>
          </p:nvSpPr>
          <p:spPr>
            <a:xfrm>
              <a:off x="2428735" y="2702848"/>
              <a:ext cx="42724" cy="34379"/>
            </a:xfrm>
            <a:custGeom>
              <a:avLst/>
              <a:pathLst>
                <a:path w="42724" h="34379">
                  <a:moveTo>
                    <a:pt x="9502" y="833"/>
                  </a:moveTo>
                  <a:lnTo>
                    <a:pt x="14552" y="1174"/>
                  </a:lnTo>
                  <a:lnTo>
                    <a:pt x="18512" y="7764"/>
                  </a:lnTo>
                  <a:lnTo>
                    <a:pt x="25444" y="14495"/>
                  </a:lnTo>
                  <a:lnTo>
                    <a:pt x="27073" y="15227"/>
                  </a:lnTo>
                  <a:lnTo>
                    <a:pt x="26342" y="16508"/>
                  </a:lnTo>
                  <a:lnTo>
                    <a:pt x="26878" y="17476"/>
                  </a:lnTo>
                  <a:lnTo>
                    <a:pt x="32165" y="18541"/>
                  </a:lnTo>
                  <a:lnTo>
                    <a:pt x="33905" y="18174"/>
                  </a:lnTo>
                  <a:lnTo>
                    <a:pt x="35783" y="16414"/>
                  </a:lnTo>
                  <a:lnTo>
                    <a:pt x="41635" y="22033"/>
                  </a:lnTo>
                  <a:lnTo>
                    <a:pt x="42724" y="26861"/>
                  </a:lnTo>
                  <a:lnTo>
                    <a:pt x="34158" y="31619"/>
                  </a:lnTo>
                  <a:lnTo>
                    <a:pt x="33292" y="33043"/>
                  </a:lnTo>
                  <a:lnTo>
                    <a:pt x="31453" y="34140"/>
                  </a:lnTo>
                  <a:lnTo>
                    <a:pt x="28891" y="34300"/>
                  </a:lnTo>
                  <a:lnTo>
                    <a:pt x="27109" y="33765"/>
                  </a:lnTo>
                  <a:lnTo>
                    <a:pt x="24547" y="34372"/>
                  </a:lnTo>
                  <a:lnTo>
                    <a:pt x="22894" y="33129"/>
                  </a:lnTo>
                  <a:lnTo>
                    <a:pt x="21652" y="29198"/>
                  </a:lnTo>
                  <a:lnTo>
                    <a:pt x="23671" y="27413"/>
                  </a:lnTo>
                  <a:lnTo>
                    <a:pt x="21749" y="25922"/>
                  </a:lnTo>
                  <a:lnTo>
                    <a:pt x="17130" y="28402"/>
                  </a:lnTo>
                  <a:lnTo>
                    <a:pt x="17956" y="30399"/>
                  </a:lnTo>
                  <a:lnTo>
                    <a:pt x="16564" y="33005"/>
                  </a:lnTo>
                  <a:lnTo>
                    <a:pt x="13950" y="34379"/>
                  </a:lnTo>
                  <a:lnTo>
                    <a:pt x="13586" y="33332"/>
                  </a:lnTo>
                  <a:lnTo>
                    <a:pt x="13834" y="32823"/>
                  </a:lnTo>
                  <a:lnTo>
                    <a:pt x="12229" y="32003"/>
                  </a:lnTo>
                  <a:lnTo>
                    <a:pt x="9413" y="31246"/>
                  </a:lnTo>
                  <a:lnTo>
                    <a:pt x="6462" y="31550"/>
                  </a:lnTo>
                  <a:lnTo>
                    <a:pt x="6828" y="32905"/>
                  </a:lnTo>
                  <a:lnTo>
                    <a:pt x="4201" y="34053"/>
                  </a:lnTo>
                  <a:lnTo>
                    <a:pt x="1706" y="31607"/>
                  </a:lnTo>
                  <a:lnTo>
                    <a:pt x="290" y="27956"/>
                  </a:lnTo>
                  <a:lnTo>
                    <a:pt x="0" y="26356"/>
                  </a:lnTo>
                  <a:lnTo>
                    <a:pt x="2087" y="24234"/>
                  </a:lnTo>
                  <a:lnTo>
                    <a:pt x="1648" y="21867"/>
                  </a:lnTo>
                  <a:lnTo>
                    <a:pt x="1504" y="16593"/>
                  </a:lnTo>
                  <a:lnTo>
                    <a:pt x="2174" y="13752"/>
                  </a:lnTo>
                  <a:lnTo>
                    <a:pt x="1659" y="9962"/>
                  </a:lnTo>
                  <a:lnTo>
                    <a:pt x="4305" y="4107"/>
                  </a:lnTo>
                  <a:lnTo>
                    <a:pt x="490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h2026"/>
            <p:cNvSpPr/>
            <p:nvPr/>
          </p:nvSpPr>
          <p:spPr>
            <a:xfrm>
              <a:off x="2361435" y="2776167"/>
              <a:ext cx="27638" cy="55710"/>
            </a:xfrm>
            <a:custGeom>
              <a:avLst/>
              <a:pathLst>
                <a:path w="27638" h="55710">
                  <a:moveTo>
                    <a:pt x="17631" y="598"/>
                  </a:moveTo>
                  <a:lnTo>
                    <a:pt x="24127" y="4179"/>
                  </a:lnTo>
                  <a:lnTo>
                    <a:pt x="22312" y="4230"/>
                  </a:lnTo>
                  <a:lnTo>
                    <a:pt x="19038" y="5769"/>
                  </a:lnTo>
                  <a:lnTo>
                    <a:pt x="14878" y="13473"/>
                  </a:lnTo>
                  <a:lnTo>
                    <a:pt x="19775" y="12190"/>
                  </a:lnTo>
                  <a:lnTo>
                    <a:pt x="21422" y="15616"/>
                  </a:lnTo>
                  <a:lnTo>
                    <a:pt x="23675" y="24544"/>
                  </a:lnTo>
                  <a:lnTo>
                    <a:pt x="27638" y="29255"/>
                  </a:lnTo>
                  <a:lnTo>
                    <a:pt x="26845" y="32010"/>
                  </a:lnTo>
                  <a:lnTo>
                    <a:pt x="25622" y="32385"/>
                  </a:lnTo>
                  <a:lnTo>
                    <a:pt x="23527" y="38622"/>
                  </a:lnTo>
                  <a:lnTo>
                    <a:pt x="24183" y="44974"/>
                  </a:lnTo>
                  <a:lnTo>
                    <a:pt x="23753" y="46802"/>
                  </a:lnTo>
                  <a:lnTo>
                    <a:pt x="24272" y="51672"/>
                  </a:lnTo>
                  <a:lnTo>
                    <a:pt x="21343" y="51264"/>
                  </a:lnTo>
                  <a:lnTo>
                    <a:pt x="19739" y="51847"/>
                  </a:lnTo>
                  <a:lnTo>
                    <a:pt x="12085" y="53454"/>
                  </a:lnTo>
                  <a:lnTo>
                    <a:pt x="11894" y="55024"/>
                  </a:lnTo>
                  <a:lnTo>
                    <a:pt x="9724" y="55710"/>
                  </a:lnTo>
                  <a:lnTo>
                    <a:pt x="7064" y="49540"/>
                  </a:lnTo>
                  <a:lnTo>
                    <a:pt x="7931" y="48160"/>
                  </a:lnTo>
                  <a:lnTo>
                    <a:pt x="7498" y="39317"/>
                  </a:lnTo>
                  <a:lnTo>
                    <a:pt x="6272" y="34768"/>
                  </a:lnTo>
                  <a:lnTo>
                    <a:pt x="5189" y="33184"/>
                  </a:lnTo>
                  <a:lnTo>
                    <a:pt x="2105" y="32568"/>
                  </a:lnTo>
                  <a:lnTo>
                    <a:pt x="2581" y="23444"/>
                  </a:lnTo>
                  <a:lnTo>
                    <a:pt x="341" y="22602"/>
                  </a:lnTo>
                  <a:lnTo>
                    <a:pt x="0" y="20175"/>
                  </a:lnTo>
                  <a:lnTo>
                    <a:pt x="6331" y="14510"/>
                  </a:lnTo>
                  <a:lnTo>
                    <a:pt x="8056" y="10331"/>
                  </a:lnTo>
                  <a:lnTo>
                    <a:pt x="7894" y="9351"/>
                  </a:lnTo>
                  <a:lnTo>
                    <a:pt x="11794" y="6383"/>
                  </a:lnTo>
                  <a:lnTo>
                    <a:pt x="15446" y="4679"/>
                  </a:lnTo>
                  <a:lnTo>
                    <a:pt x="15659" y="2293"/>
                  </a:lnTo>
                  <a:lnTo>
                    <a:pt x="14669" y="670"/>
                  </a:lnTo>
                  <a:lnTo>
                    <a:pt x="1513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h2027"/>
            <p:cNvSpPr/>
            <p:nvPr/>
          </p:nvSpPr>
          <p:spPr>
            <a:xfrm>
              <a:off x="2375346" y="2822241"/>
              <a:ext cx="25005" cy="26493"/>
            </a:xfrm>
            <a:custGeom>
              <a:avLst/>
              <a:pathLst>
                <a:path w="25005" h="26493">
                  <a:moveTo>
                    <a:pt x="23367" y="201"/>
                  </a:moveTo>
                  <a:lnTo>
                    <a:pt x="22977" y="3558"/>
                  </a:lnTo>
                  <a:lnTo>
                    <a:pt x="24400" y="6251"/>
                  </a:lnTo>
                  <a:lnTo>
                    <a:pt x="25005" y="9136"/>
                  </a:lnTo>
                  <a:lnTo>
                    <a:pt x="21579" y="14640"/>
                  </a:lnTo>
                  <a:lnTo>
                    <a:pt x="14448" y="19397"/>
                  </a:lnTo>
                  <a:lnTo>
                    <a:pt x="10145" y="25451"/>
                  </a:lnTo>
                  <a:lnTo>
                    <a:pt x="9987" y="26186"/>
                  </a:lnTo>
                  <a:lnTo>
                    <a:pt x="3764" y="26493"/>
                  </a:lnTo>
                  <a:lnTo>
                    <a:pt x="3159" y="25045"/>
                  </a:lnTo>
                  <a:lnTo>
                    <a:pt x="3895" y="23386"/>
                  </a:lnTo>
                  <a:lnTo>
                    <a:pt x="3691" y="21823"/>
                  </a:lnTo>
                  <a:lnTo>
                    <a:pt x="887" y="19513"/>
                  </a:lnTo>
                  <a:lnTo>
                    <a:pt x="0" y="17475"/>
                  </a:lnTo>
                  <a:lnTo>
                    <a:pt x="7289" y="7328"/>
                  </a:lnTo>
                  <a:lnTo>
                    <a:pt x="5827" y="5773"/>
                  </a:lnTo>
                  <a:lnTo>
                    <a:pt x="7432" y="5190"/>
                  </a:lnTo>
                  <a:lnTo>
                    <a:pt x="10361" y="5598"/>
                  </a:lnTo>
                  <a:lnTo>
                    <a:pt x="9842" y="729"/>
                  </a:lnTo>
                  <a:lnTo>
                    <a:pt x="10514" y="2193"/>
                  </a:lnTo>
                  <a:lnTo>
                    <a:pt x="19977" y="1256"/>
                  </a:lnTo>
                  <a:lnTo>
                    <a:pt x="211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h2028"/>
            <p:cNvSpPr/>
            <p:nvPr/>
          </p:nvSpPr>
          <p:spPr>
            <a:xfrm>
              <a:off x="2441588" y="2758761"/>
              <a:ext cx="35848" cy="26477"/>
            </a:xfrm>
            <a:custGeom>
              <a:avLst/>
              <a:pathLst>
                <a:path w="35848" h="26477">
                  <a:moveTo>
                    <a:pt x="32770" y="8"/>
                  </a:moveTo>
                  <a:lnTo>
                    <a:pt x="31922" y="97"/>
                  </a:lnTo>
                  <a:lnTo>
                    <a:pt x="31841" y="1675"/>
                  </a:lnTo>
                  <a:lnTo>
                    <a:pt x="33119" y="4135"/>
                  </a:lnTo>
                  <a:lnTo>
                    <a:pt x="34405" y="3434"/>
                  </a:lnTo>
                  <a:lnTo>
                    <a:pt x="35315" y="3823"/>
                  </a:lnTo>
                  <a:lnTo>
                    <a:pt x="35848" y="7105"/>
                  </a:lnTo>
                  <a:lnTo>
                    <a:pt x="35321" y="9229"/>
                  </a:lnTo>
                  <a:lnTo>
                    <a:pt x="33634" y="11021"/>
                  </a:lnTo>
                  <a:lnTo>
                    <a:pt x="25038" y="10122"/>
                  </a:lnTo>
                  <a:lnTo>
                    <a:pt x="23621" y="20292"/>
                  </a:lnTo>
                  <a:lnTo>
                    <a:pt x="19293" y="20515"/>
                  </a:lnTo>
                  <a:lnTo>
                    <a:pt x="17675" y="22156"/>
                  </a:lnTo>
                  <a:lnTo>
                    <a:pt x="16972" y="24559"/>
                  </a:lnTo>
                  <a:lnTo>
                    <a:pt x="14108" y="26477"/>
                  </a:lnTo>
                  <a:lnTo>
                    <a:pt x="11495" y="26339"/>
                  </a:lnTo>
                  <a:lnTo>
                    <a:pt x="11060" y="23897"/>
                  </a:lnTo>
                  <a:lnTo>
                    <a:pt x="5258" y="23326"/>
                  </a:lnTo>
                  <a:lnTo>
                    <a:pt x="560" y="19725"/>
                  </a:lnTo>
                  <a:lnTo>
                    <a:pt x="0" y="16503"/>
                  </a:lnTo>
                  <a:lnTo>
                    <a:pt x="3777" y="15165"/>
                  </a:lnTo>
                  <a:lnTo>
                    <a:pt x="4010" y="14483"/>
                  </a:lnTo>
                  <a:lnTo>
                    <a:pt x="14087" y="15239"/>
                  </a:lnTo>
                  <a:lnTo>
                    <a:pt x="16757" y="14388"/>
                  </a:lnTo>
                  <a:lnTo>
                    <a:pt x="20588" y="8311"/>
                  </a:lnTo>
                  <a:lnTo>
                    <a:pt x="27281" y="3804"/>
                  </a:lnTo>
                  <a:lnTo>
                    <a:pt x="2827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h2029"/>
            <p:cNvSpPr/>
            <p:nvPr/>
          </p:nvSpPr>
          <p:spPr>
            <a:xfrm>
              <a:off x="2385491" y="2825944"/>
              <a:ext cx="40264" cy="40523"/>
            </a:xfrm>
            <a:custGeom>
              <a:avLst/>
              <a:pathLst>
                <a:path w="40264" h="40523">
                  <a:moveTo>
                    <a:pt x="20171" y="1400"/>
                  </a:moveTo>
                  <a:lnTo>
                    <a:pt x="25136" y="6605"/>
                  </a:lnTo>
                  <a:lnTo>
                    <a:pt x="26367" y="9537"/>
                  </a:lnTo>
                  <a:lnTo>
                    <a:pt x="25703" y="11498"/>
                  </a:lnTo>
                  <a:lnTo>
                    <a:pt x="28723" y="13625"/>
                  </a:lnTo>
                  <a:lnTo>
                    <a:pt x="31600" y="12051"/>
                  </a:lnTo>
                  <a:lnTo>
                    <a:pt x="31737" y="9675"/>
                  </a:lnTo>
                  <a:lnTo>
                    <a:pt x="37723" y="10233"/>
                  </a:lnTo>
                  <a:lnTo>
                    <a:pt x="40264" y="7951"/>
                  </a:lnTo>
                  <a:lnTo>
                    <a:pt x="37982" y="32904"/>
                  </a:lnTo>
                  <a:lnTo>
                    <a:pt x="31656" y="30968"/>
                  </a:lnTo>
                  <a:lnTo>
                    <a:pt x="30072" y="33021"/>
                  </a:lnTo>
                  <a:lnTo>
                    <a:pt x="29595" y="35226"/>
                  </a:lnTo>
                  <a:lnTo>
                    <a:pt x="30243" y="37244"/>
                  </a:lnTo>
                  <a:lnTo>
                    <a:pt x="30941" y="37451"/>
                  </a:lnTo>
                  <a:lnTo>
                    <a:pt x="31420" y="39747"/>
                  </a:lnTo>
                  <a:lnTo>
                    <a:pt x="27760" y="39310"/>
                  </a:lnTo>
                  <a:lnTo>
                    <a:pt x="27106" y="35449"/>
                  </a:lnTo>
                  <a:lnTo>
                    <a:pt x="24334" y="32723"/>
                  </a:lnTo>
                  <a:lnTo>
                    <a:pt x="23699" y="34468"/>
                  </a:lnTo>
                  <a:lnTo>
                    <a:pt x="24713" y="36591"/>
                  </a:lnTo>
                  <a:lnTo>
                    <a:pt x="19291" y="40523"/>
                  </a:lnTo>
                  <a:lnTo>
                    <a:pt x="14498" y="38153"/>
                  </a:lnTo>
                  <a:lnTo>
                    <a:pt x="13607" y="35662"/>
                  </a:lnTo>
                  <a:lnTo>
                    <a:pt x="12876" y="27450"/>
                  </a:lnTo>
                  <a:lnTo>
                    <a:pt x="9433" y="27838"/>
                  </a:lnTo>
                  <a:lnTo>
                    <a:pt x="5388" y="27002"/>
                  </a:lnTo>
                  <a:lnTo>
                    <a:pt x="2433" y="25082"/>
                  </a:lnTo>
                  <a:lnTo>
                    <a:pt x="2760" y="23559"/>
                  </a:lnTo>
                  <a:lnTo>
                    <a:pt x="1432" y="22585"/>
                  </a:lnTo>
                  <a:lnTo>
                    <a:pt x="0" y="21748"/>
                  </a:lnTo>
                  <a:lnTo>
                    <a:pt x="4303" y="15694"/>
                  </a:lnTo>
                  <a:lnTo>
                    <a:pt x="11434" y="10937"/>
                  </a:lnTo>
                  <a:lnTo>
                    <a:pt x="14859" y="5434"/>
                  </a:lnTo>
                  <a:lnTo>
                    <a:pt x="14255" y="2548"/>
                  </a:lnTo>
                  <a:lnTo>
                    <a:pt x="14196" y="832"/>
                  </a:lnTo>
                  <a:lnTo>
                    <a:pt x="1760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h2030"/>
            <p:cNvSpPr/>
            <p:nvPr/>
          </p:nvSpPr>
          <p:spPr>
            <a:xfrm>
              <a:off x="2398094" y="2813648"/>
              <a:ext cx="28366" cy="25921"/>
            </a:xfrm>
            <a:custGeom>
              <a:avLst/>
              <a:pathLst>
                <a:path w="28366" h="25921">
                  <a:moveTo>
                    <a:pt x="8005" y="442"/>
                  </a:moveTo>
                  <a:lnTo>
                    <a:pt x="7542" y="1477"/>
                  </a:lnTo>
                  <a:lnTo>
                    <a:pt x="9892" y="1684"/>
                  </a:lnTo>
                  <a:lnTo>
                    <a:pt x="16774" y="2137"/>
                  </a:lnTo>
                  <a:lnTo>
                    <a:pt x="20019" y="5238"/>
                  </a:lnTo>
                  <a:lnTo>
                    <a:pt x="22903" y="6441"/>
                  </a:lnTo>
                  <a:lnTo>
                    <a:pt x="23575" y="10909"/>
                  </a:lnTo>
                  <a:lnTo>
                    <a:pt x="28366" y="12535"/>
                  </a:lnTo>
                  <a:lnTo>
                    <a:pt x="27697" y="19865"/>
                  </a:lnTo>
                  <a:lnTo>
                    <a:pt x="27662" y="20247"/>
                  </a:lnTo>
                  <a:lnTo>
                    <a:pt x="25121" y="22529"/>
                  </a:lnTo>
                  <a:lnTo>
                    <a:pt x="19135" y="21971"/>
                  </a:lnTo>
                  <a:lnTo>
                    <a:pt x="18998" y="24346"/>
                  </a:lnTo>
                  <a:lnTo>
                    <a:pt x="16121" y="25921"/>
                  </a:lnTo>
                  <a:lnTo>
                    <a:pt x="13101" y="23794"/>
                  </a:lnTo>
                  <a:lnTo>
                    <a:pt x="13764" y="21833"/>
                  </a:lnTo>
                  <a:lnTo>
                    <a:pt x="12533" y="18900"/>
                  </a:lnTo>
                  <a:lnTo>
                    <a:pt x="7569" y="13696"/>
                  </a:lnTo>
                  <a:lnTo>
                    <a:pt x="5005" y="12295"/>
                  </a:lnTo>
                  <a:lnTo>
                    <a:pt x="1594" y="13128"/>
                  </a:lnTo>
                  <a:lnTo>
                    <a:pt x="1653" y="14844"/>
                  </a:lnTo>
                  <a:lnTo>
                    <a:pt x="229" y="12151"/>
                  </a:lnTo>
                  <a:lnTo>
                    <a:pt x="619" y="8794"/>
                  </a:lnTo>
                  <a:lnTo>
                    <a:pt x="1916" y="9007"/>
                  </a:lnTo>
                  <a:lnTo>
                    <a:pt x="1488" y="3594"/>
                  </a:lnTo>
                  <a:lnTo>
                    <a:pt x="287" y="3101"/>
                  </a:lnTo>
                  <a:lnTo>
                    <a:pt x="0" y="1095"/>
                  </a:lnTo>
                  <a:lnTo>
                    <a:pt x="2072" y="205"/>
                  </a:lnTo>
                  <a:lnTo>
                    <a:pt x="745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h2031"/>
            <p:cNvSpPr/>
            <p:nvPr/>
          </p:nvSpPr>
          <p:spPr>
            <a:xfrm>
              <a:off x="2396233" y="2763367"/>
              <a:ext cx="33846" cy="37760"/>
            </a:xfrm>
            <a:custGeom>
              <a:avLst/>
              <a:pathLst>
                <a:path w="33846" h="37760">
                  <a:moveTo>
                    <a:pt x="26116" y="5411"/>
                  </a:moveTo>
                  <a:lnTo>
                    <a:pt x="30488" y="5576"/>
                  </a:lnTo>
                  <a:lnTo>
                    <a:pt x="33846" y="13715"/>
                  </a:lnTo>
                  <a:lnTo>
                    <a:pt x="31977" y="14333"/>
                  </a:lnTo>
                  <a:lnTo>
                    <a:pt x="33780" y="18121"/>
                  </a:lnTo>
                  <a:lnTo>
                    <a:pt x="29091" y="17329"/>
                  </a:lnTo>
                  <a:lnTo>
                    <a:pt x="24423" y="17545"/>
                  </a:lnTo>
                  <a:lnTo>
                    <a:pt x="23582" y="19785"/>
                  </a:lnTo>
                  <a:lnTo>
                    <a:pt x="27891" y="23634"/>
                  </a:lnTo>
                  <a:lnTo>
                    <a:pt x="30020" y="23328"/>
                  </a:lnTo>
                  <a:lnTo>
                    <a:pt x="32092" y="24434"/>
                  </a:lnTo>
                  <a:lnTo>
                    <a:pt x="32225" y="28257"/>
                  </a:lnTo>
                  <a:lnTo>
                    <a:pt x="33092" y="30467"/>
                  </a:lnTo>
                  <a:lnTo>
                    <a:pt x="24698" y="36534"/>
                  </a:lnTo>
                  <a:lnTo>
                    <a:pt x="17229" y="37760"/>
                  </a:lnTo>
                  <a:lnTo>
                    <a:pt x="14386" y="37483"/>
                  </a:lnTo>
                  <a:lnTo>
                    <a:pt x="14567" y="35341"/>
                  </a:lnTo>
                  <a:lnTo>
                    <a:pt x="16534" y="33151"/>
                  </a:lnTo>
                  <a:lnTo>
                    <a:pt x="16384" y="30695"/>
                  </a:lnTo>
                  <a:lnTo>
                    <a:pt x="8714" y="29189"/>
                  </a:lnTo>
                  <a:lnTo>
                    <a:pt x="7896" y="26443"/>
                  </a:lnTo>
                  <a:lnTo>
                    <a:pt x="4486" y="22097"/>
                  </a:lnTo>
                  <a:lnTo>
                    <a:pt x="1283" y="22054"/>
                  </a:lnTo>
                  <a:lnTo>
                    <a:pt x="302" y="20050"/>
                  </a:lnTo>
                  <a:lnTo>
                    <a:pt x="0" y="16937"/>
                  </a:lnTo>
                  <a:lnTo>
                    <a:pt x="3140" y="16354"/>
                  </a:lnTo>
                  <a:lnTo>
                    <a:pt x="1532" y="12049"/>
                  </a:lnTo>
                  <a:lnTo>
                    <a:pt x="2468" y="6070"/>
                  </a:lnTo>
                  <a:lnTo>
                    <a:pt x="4076" y="5457"/>
                  </a:lnTo>
                  <a:lnTo>
                    <a:pt x="7661" y="6974"/>
                  </a:lnTo>
                  <a:lnTo>
                    <a:pt x="8922" y="5305"/>
                  </a:lnTo>
                  <a:lnTo>
                    <a:pt x="8879" y="3841"/>
                  </a:lnTo>
                  <a:lnTo>
                    <a:pt x="13801" y="2933"/>
                  </a:lnTo>
                  <a:lnTo>
                    <a:pt x="16697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h2032"/>
            <p:cNvSpPr/>
            <p:nvPr/>
          </p:nvSpPr>
          <p:spPr>
            <a:xfrm>
              <a:off x="2407986" y="2799901"/>
              <a:ext cx="28837" cy="26352"/>
            </a:xfrm>
            <a:custGeom>
              <a:avLst/>
              <a:pathLst>
                <a:path w="28837" h="26352">
                  <a:moveTo>
                    <a:pt x="12944" y="0"/>
                  </a:moveTo>
                  <a:lnTo>
                    <a:pt x="16342" y="368"/>
                  </a:lnTo>
                  <a:lnTo>
                    <a:pt x="14324" y="6727"/>
                  </a:lnTo>
                  <a:lnTo>
                    <a:pt x="15393" y="13028"/>
                  </a:lnTo>
                  <a:lnTo>
                    <a:pt x="16208" y="13205"/>
                  </a:lnTo>
                  <a:lnTo>
                    <a:pt x="18342" y="11344"/>
                  </a:lnTo>
                  <a:lnTo>
                    <a:pt x="22476" y="12278"/>
                  </a:lnTo>
                  <a:lnTo>
                    <a:pt x="25421" y="14679"/>
                  </a:lnTo>
                  <a:lnTo>
                    <a:pt x="27295" y="19103"/>
                  </a:lnTo>
                  <a:lnTo>
                    <a:pt x="25305" y="20202"/>
                  </a:lnTo>
                  <a:lnTo>
                    <a:pt x="26231" y="22590"/>
                  </a:lnTo>
                  <a:lnTo>
                    <a:pt x="28837" y="23466"/>
                  </a:lnTo>
                  <a:lnTo>
                    <a:pt x="24523" y="24110"/>
                  </a:lnTo>
                  <a:lnTo>
                    <a:pt x="19963" y="26352"/>
                  </a:lnTo>
                  <a:lnTo>
                    <a:pt x="18473" y="26283"/>
                  </a:lnTo>
                  <a:lnTo>
                    <a:pt x="13682" y="24656"/>
                  </a:lnTo>
                  <a:lnTo>
                    <a:pt x="13010" y="20188"/>
                  </a:lnTo>
                  <a:lnTo>
                    <a:pt x="10127" y="18986"/>
                  </a:lnTo>
                  <a:lnTo>
                    <a:pt x="6881" y="15884"/>
                  </a:lnTo>
                  <a:lnTo>
                    <a:pt x="0" y="15431"/>
                  </a:lnTo>
                  <a:lnTo>
                    <a:pt x="5375" y="9449"/>
                  </a:lnTo>
                  <a:lnTo>
                    <a:pt x="2441" y="4731"/>
                  </a:lnTo>
                  <a:lnTo>
                    <a:pt x="2632" y="949"/>
                  </a:lnTo>
                  <a:lnTo>
                    <a:pt x="5475" y="122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h2033"/>
            <p:cNvSpPr/>
            <p:nvPr/>
          </p:nvSpPr>
          <p:spPr>
            <a:xfrm>
              <a:off x="2373097" y="2848530"/>
              <a:ext cx="43433" cy="39752"/>
            </a:xfrm>
            <a:custGeom>
              <a:avLst/>
              <a:pathLst>
                <a:path w="43433" h="39752">
                  <a:moveTo>
                    <a:pt x="15154" y="974"/>
                  </a:moveTo>
                  <a:lnTo>
                    <a:pt x="14827" y="2496"/>
                  </a:lnTo>
                  <a:lnTo>
                    <a:pt x="17782" y="4417"/>
                  </a:lnTo>
                  <a:lnTo>
                    <a:pt x="21827" y="5253"/>
                  </a:lnTo>
                  <a:lnTo>
                    <a:pt x="25270" y="4864"/>
                  </a:lnTo>
                  <a:lnTo>
                    <a:pt x="26001" y="13077"/>
                  </a:lnTo>
                  <a:lnTo>
                    <a:pt x="26892" y="15567"/>
                  </a:lnTo>
                  <a:lnTo>
                    <a:pt x="31685" y="17937"/>
                  </a:lnTo>
                  <a:lnTo>
                    <a:pt x="37107" y="14005"/>
                  </a:lnTo>
                  <a:lnTo>
                    <a:pt x="39084" y="18433"/>
                  </a:lnTo>
                  <a:lnTo>
                    <a:pt x="42491" y="23157"/>
                  </a:lnTo>
                  <a:lnTo>
                    <a:pt x="41298" y="28113"/>
                  </a:lnTo>
                  <a:lnTo>
                    <a:pt x="42026" y="30607"/>
                  </a:lnTo>
                  <a:lnTo>
                    <a:pt x="43433" y="32364"/>
                  </a:lnTo>
                  <a:lnTo>
                    <a:pt x="43178" y="34725"/>
                  </a:lnTo>
                  <a:lnTo>
                    <a:pt x="33319" y="35459"/>
                  </a:lnTo>
                  <a:lnTo>
                    <a:pt x="29968" y="38247"/>
                  </a:lnTo>
                  <a:lnTo>
                    <a:pt x="26302" y="39109"/>
                  </a:lnTo>
                  <a:lnTo>
                    <a:pt x="24683" y="39752"/>
                  </a:lnTo>
                  <a:lnTo>
                    <a:pt x="19410" y="37435"/>
                  </a:lnTo>
                  <a:lnTo>
                    <a:pt x="17202" y="34324"/>
                  </a:lnTo>
                  <a:lnTo>
                    <a:pt x="13723" y="33407"/>
                  </a:lnTo>
                  <a:lnTo>
                    <a:pt x="12204" y="33763"/>
                  </a:lnTo>
                  <a:lnTo>
                    <a:pt x="12594" y="27334"/>
                  </a:lnTo>
                  <a:lnTo>
                    <a:pt x="10515" y="24324"/>
                  </a:lnTo>
                  <a:lnTo>
                    <a:pt x="13147" y="21838"/>
                  </a:lnTo>
                  <a:lnTo>
                    <a:pt x="14302" y="17919"/>
                  </a:lnTo>
                  <a:lnTo>
                    <a:pt x="5306" y="11042"/>
                  </a:lnTo>
                  <a:lnTo>
                    <a:pt x="0" y="8968"/>
                  </a:lnTo>
                  <a:lnTo>
                    <a:pt x="5449" y="8342"/>
                  </a:lnTo>
                  <a:lnTo>
                    <a:pt x="6660" y="4547"/>
                  </a:lnTo>
                  <a:lnTo>
                    <a:pt x="10090" y="4866"/>
                  </a:lnTo>
                  <a:lnTo>
                    <a:pt x="12530" y="3588"/>
                  </a:lnTo>
                  <a:lnTo>
                    <a:pt x="138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h2034"/>
            <p:cNvSpPr/>
            <p:nvPr/>
          </p:nvSpPr>
          <p:spPr>
            <a:xfrm>
              <a:off x="2340140" y="2781209"/>
              <a:ext cx="29350" cy="48058"/>
            </a:xfrm>
            <a:custGeom>
              <a:avLst/>
              <a:pathLst>
                <a:path w="29350" h="48058">
                  <a:moveTo>
                    <a:pt x="15779" y="597"/>
                  </a:moveTo>
                  <a:lnTo>
                    <a:pt x="15721" y="3336"/>
                  </a:lnTo>
                  <a:lnTo>
                    <a:pt x="20220" y="4727"/>
                  </a:lnTo>
                  <a:lnTo>
                    <a:pt x="29188" y="4310"/>
                  </a:lnTo>
                  <a:lnTo>
                    <a:pt x="29350" y="5290"/>
                  </a:lnTo>
                  <a:lnTo>
                    <a:pt x="27625" y="9469"/>
                  </a:lnTo>
                  <a:lnTo>
                    <a:pt x="21294" y="15134"/>
                  </a:lnTo>
                  <a:lnTo>
                    <a:pt x="21635" y="17560"/>
                  </a:lnTo>
                  <a:lnTo>
                    <a:pt x="23876" y="18403"/>
                  </a:lnTo>
                  <a:lnTo>
                    <a:pt x="23399" y="27527"/>
                  </a:lnTo>
                  <a:lnTo>
                    <a:pt x="26484" y="28142"/>
                  </a:lnTo>
                  <a:lnTo>
                    <a:pt x="27566" y="29727"/>
                  </a:lnTo>
                  <a:lnTo>
                    <a:pt x="28793" y="34275"/>
                  </a:lnTo>
                  <a:lnTo>
                    <a:pt x="29225" y="43119"/>
                  </a:lnTo>
                  <a:lnTo>
                    <a:pt x="28359" y="44499"/>
                  </a:lnTo>
                  <a:lnTo>
                    <a:pt x="26764" y="44823"/>
                  </a:lnTo>
                  <a:lnTo>
                    <a:pt x="26940" y="47194"/>
                  </a:lnTo>
                  <a:lnTo>
                    <a:pt x="24204" y="48058"/>
                  </a:lnTo>
                  <a:lnTo>
                    <a:pt x="23127" y="44286"/>
                  </a:lnTo>
                  <a:lnTo>
                    <a:pt x="19571" y="43342"/>
                  </a:lnTo>
                  <a:lnTo>
                    <a:pt x="18435" y="40229"/>
                  </a:lnTo>
                  <a:lnTo>
                    <a:pt x="12205" y="39756"/>
                  </a:lnTo>
                  <a:lnTo>
                    <a:pt x="11420" y="38007"/>
                  </a:lnTo>
                  <a:lnTo>
                    <a:pt x="7659" y="34576"/>
                  </a:lnTo>
                  <a:lnTo>
                    <a:pt x="5180" y="35144"/>
                  </a:lnTo>
                  <a:lnTo>
                    <a:pt x="0" y="25254"/>
                  </a:lnTo>
                  <a:lnTo>
                    <a:pt x="1339" y="23858"/>
                  </a:lnTo>
                  <a:lnTo>
                    <a:pt x="5304" y="22933"/>
                  </a:lnTo>
                  <a:lnTo>
                    <a:pt x="5377" y="21364"/>
                  </a:lnTo>
                  <a:lnTo>
                    <a:pt x="1984" y="14392"/>
                  </a:lnTo>
                  <a:lnTo>
                    <a:pt x="2114" y="13396"/>
                  </a:lnTo>
                  <a:lnTo>
                    <a:pt x="4026" y="11817"/>
                  </a:lnTo>
                  <a:lnTo>
                    <a:pt x="10404" y="9015"/>
                  </a:lnTo>
                  <a:lnTo>
                    <a:pt x="9798" y="7044"/>
                  </a:lnTo>
                  <a:lnTo>
                    <a:pt x="11893" y="3435"/>
                  </a:lnTo>
                  <a:lnTo>
                    <a:pt x="13924" y="2539"/>
                  </a:lnTo>
                  <a:lnTo>
                    <a:pt x="1364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h2035"/>
            <p:cNvSpPr/>
            <p:nvPr/>
          </p:nvSpPr>
          <p:spPr>
            <a:xfrm>
              <a:off x="2376313" y="2779606"/>
              <a:ext cx="37048" cy="44828"/>
            </a:xfrm>
            <a:custGeom>
              <a:avLst/>
              <a:pathLst>
                <a:path w="37048" h="44828">
                  <a:moveTo>
                    <a:pt x="15108" y="104"/>
                  </a:moveTo>
                  <a:lnTo>
                    <a:pt x="17086" y="1876"/>
                  </a:lnTo>
                  <a:lnTo>
                    <a:pt x="19919" y="698"/>
                  </a:lnTo>
                  <a:lnTo>
                    <a:pt x="20221" y="3811"/>
                  </a:lnTo>
                  <a:lnTo>
                    <a:pt x="21202" y="5815"/>
                  </a:lnTo>
                  <a:lnTo>
                    <a:pt x="24406" y="5857"/>
                  </a:lnTo>
                  <a:lnTo>
                    <a:pt x="27815" y="10204"/>
                  </a:lnTo>
                  <a:lnTo>
                    <a:pt x="28633" y="12950"/>
                  </a:lnTo>
                  <a:lnTo>
                    <a:pt x="36303" y="14456"/>
                  </a:lnTo>
                  <a:lnTo>
                    <a:pt x="36453" y="16912"/>
                  </a:lnTo>
                  <a:lnTo>
                    <a:pt x="34487" y="19101"/>
                  </a:lnTo>
                  <a:lnTo>
                    <a:pt x="34305" y="21244"/>
                  </a:lnTo>
                  <a:lnTo>
                    <a:pt x="34114" y="25026"/>
                  </a:lnTo>
                  <a:lnTo>
                    <a:pt x="37048" y="29744"/>
                  </a:lnTo>
                  <a:lnTo>
                    <a:pt x="31673" y="35726"/>
                  </a:lnTo>
                  <a:lnTo>
                    <a:pt x="29323" y="35520"/>
                  </a:lnTo>
                  <a:lnTo>
                    <a:pt x="29785" y="34485"/>
                  </a:lnTo>
                  <a:lnTo>
                    <a:pt x="29235" y="34042"/>
                  </a:lnTo>
                  <a:lnTo>
                    <a:pt x="23852" y="34247"/>
                  </a:lnTo>
                  <a:lnTo>
                    <a:pt x="21780" y="35137"/>
                  </a:lnTo>
                  <a:lnTo>
                    <a:pt x="22068" y="37144"/>
                  </a:lnTo>
                  <a:lnTo>
                    <a:pt x="23269" y="37637"/>
                  </a:lnTo>
                  <a:lnTo>
                    <a:pt x="23697" y="43049"/>
                  </a:lnTo>
                  <a:lnTo>
                    <a:pt x="22399" y="42836"/>
                  </a:lnTo>
                  <a:lnTo>
                    <a:pt x="20163" y="42635"/>
                  </a:lnTo>
                  <a:lnTo>
                    <a:pt x="19010" y="43891"/>
                  </a:lnTo>
                  <a:lnTo>
                    <a:pt x="9547" y="44828"/>
                  </a:lnTo>
                  <a:lnTo>
                    <a:pt x="8874" y="43364"/>
                  </a:lnTo>
                  <a:lnTo>
                    <a:pt x="9304" y="41535"/>
                  </a:lnTo>
                  <a:lnTo>
                    <a:pt x="8649" y="35183"/>
                  </a:lnTo>
                  <a:lnTo>
                    <a:pt x="10743" y="28946"/>
                  </a:lnTo>
                  <a:lnTo>
                    <a:pt x="11966" y="28571"/>
                  </a:lnTo>
                  <a:lnTo>
                    <a:pt x="12760" y="25816"/>
                  </a:lnTo>
                  <a:lnTo>
                    <a:pt x="8797" y="21105"/>
                  </a:lnTo>
                  <a:lnTo>
                    <a:pt x="6543" y="12177"/>
                  </a:lnTo>
                  <a:lnTo>
                    <a:pt x="4897" y="8751"/>
                  </a:lnTo>
                  <a:lnTo>
                    <a:pt x="0" y="10034"/>
                  </a:lnTo>
                  <a:lnTo>
                    <a:pt x="4160" y="2330"/>
                  </a:lnTo>
                  <a:lnTo>
                    <a:pt x="7433" y="792"/>
                  </a:lnTo>
                  <a:lnTo>
                    <a:pt x="9249" y="741"/>
                  </a:lnTo>
                  <a:lnTo>
                    <a:pt x="1029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h2036"/>
            <p:cNvSpPr/>
            <p:nvPr/>
          </p:nvSpPr>
          <p:spPr>
            <a:xfrm>
              <a:off x="2419815" y="2768883"/>
              <a:ext cx="55407" cy="54484"/>
            </a:xfrm>
            <a:custGeom>
              <a:avLst/>
              <a:pathLst>
                <a:path w="55407" h="54484">
                  <a:moveTo>
                    <a:pt x="55407" y="898"/>
                  </a:moveTo>
                  <a:lnTo>
                    <a:pt x="54087" y="4328"/>
                  </a:lnTo>
                  <a:lnTo>
                    <a:pt x="54786" y="7744"/>
                  </a:lnTo>
                  <a:lnTo>
                    <a:pt x="53302" y="10522"/>
                  </a:lnTo>
                  <a:lnTo>
                    <a:pt x="50904" y="13898"/>
                  </a:lnTo>
                  <a:lnTo>
                    <a:pt x="48532" y="19200"/>
                  </a:lnTo>
                  <a:lnTo>
                    <a:pt x="44540" y="22907"/>
                  </a:lnTo>
                  <a:lnTo>
                    <a:pt x="42464" y="29756"/>
                  </a:lnTo>
                  <a:lnTo>
                    <a:pt x="38207" y="32554"/>
                  </a:lnTo>
                  <a:lnTo>
                    <a:pt x="37588" y="33638"/>
                  </a:lnTo>
                  <a:lnTo>
                    <a:pt x="39229" y="37271"/>
                  </a:lnTo>
                  <a:lnTo>
                    <a:pt x="42501" y="39800"/>
                  </a:lnTo>
                  <a:lnTo>
                    <a:pt x="42959" y="42855"/>
                  </a:lnTo>
                  <a:lnTo>
                    <a:pt x="40152" y="43181"/>
                  </a:lnTo>
                  <a:lnTo>
                    <a:pt x="35896" y="45186"/>
                  </a:lnTo>
                  <a:lnTo>
                    <a:pt x="30015" y="50968"/>
                  </a:lnTo>
                  <a:lnTo>
                    <a:pt x="25015" y="50878"/>
                  </a:lnTo>
                  <a:lnTo>
                    <a:pt x="17776" y="53252"/>
                  </a:lnTo>
                  <a:lnTo>
                    <a:pt x="17008" y="54484"/>
                  </a:lnTo>
                  <a:lnTo>
                    <a:pt x="14402" y="53608"/>
                  </a:lnTo>
                  <a:lnTo>
                    <a:pt x="13476" y="51220"/>
                  </a:lnTo>
                  <a:lnTo>
                    <a:pt x="15465" y="50121"/>
                  </a:lnTo>
                  <a:lnTo>
                    <a:pt x="13592" y="45697"/>
                  </a:lnTo>
                  <a:lnTo>
                    <a:pt x="10647" y="43296"/>
                  </a:lnTo>
                  <a:lnTo>
                    <a:pt x="6513" y="42362"/>
                  </a:lnTo>
                  <a:lnTo>
                    <a:pt x="4379" y="44223"/>
                  </a:lnTo>
                  <a:lnTo>
                    <a:pt x="3564" y="44045"/>
                  </a:lnTo>
                  <a:lnTo>
                    <a:pt x="2495" y="37745"/>
                  </a:lnTo>
                  <a:lnTo>
                    <a:pt x="4513" y="31386"/>
                  </a:lnTo>
                  <a:lnTo>
                    <a:pt x="1115" y="31017"/>
                  </a:lnTo>
                  <a:lnTo>
                    <a:pt x="9509" y="24950"/>
                  </a:lnTo>
                  <a:lnTo>
                    <a:pt x="8642" y="22740"/>
                  </a:lnTo>
                  <a:lnTo>
                    <a:pt x="8509" y="18917"/>
                  </a:lnTo>
                  <a:lnTo>
                    <a:pt x="6437" y="17812"/>
                  </a:lnTo>
                  <a:lnTo>
                    <a:pt x="4308" y="18117"/>
                  </a:lnTo>
                  <a:lnTo>
                    <a:pt x="0" y="14269"/>
                  </a:lnTo>
                  <a:lnTo>
                    <a:pt x="840" y="12028"/>
                  </a:lnTo>
                  <a:lnTo>
                    <a:pt x="5508" y="11813"/>
                  </a:lnTo>
                  <a:lnTo>
                    <a:pt x="10198" y="12605"/>
                  </a:lnTo>
                  <a:lnTo>
                    <a:pt x="8394" y="8817"/>
                  </a:lnTo>
                  <a:lnTo>
                    <a:pt x="10263" y="8198"/>
                  </a:lnTo>
                  <a:lnTo>
                    <a:pt x="17765" y="9323"/>
                  </a:lnTo>
                  <a:lnTo>
                    <a:pt x="23817" y="2288"/>
                  </a:lnTo>
                  <a:lnTo>
                    <a:pt x="25783" y="4361"/>
                  </a:lnTo>
                  <a:lnTo>
                    <a:pt x="25550" y="5043"/>
                  </a:lnTo>
                  <a:lnTo>
                    <a:pt x="21772" y="6381"/>
                  </a:lnTo>
                  <a:lnTo>
                    <a:pt x="22333" y="9603"/>
                  </a:lnTo>
                  <a:lnTo>
                    <a:pt x="27031" y="13204"/>
                  </a:lnTo>
                  <a:lnTo>
                    <a:pt x="32833" y="13774"/>
                  </a:lnTo>
                  <a:lnTo>
                    <a:pt x="33268" y="16216"/>
                  </a:lnTo>
                  <a:lnTo>
                    <a:pt x="35881" y="16354"/>
                  </a:lnTo>
                  <a:lnTo>
                    <a:pt x="38745" y="14436"/>
                  </a:lnTo>
                  <a:lnTo>
                    <a:pt x="39448" y="12034"/>
                  </a:lnTo>
                  <a:lnTo>
                    <a:pt x="41066" y="10393"/>
                  </a:lnTo>
                  <a:lnTo>
                    <a:pt x="45394" y="10170"/>
                  </a:lnTo>
                  <a:lnTo>
                    <a:pt x="4681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h2037"/>
            <p:cNvSpPr/>
            <p:nvPr/>
          </p:nvSpPr>
          <p:spPr>
            <a:xfrm>
              <a:off x="2403198" y="2743476"/>
              <a:ext cx="41539" cy="34730"/>
            </a:xfrm>
            <a:custGeom>
              <a:avLst/>
              <a:pathLst>
                <a:path w="41539" h="34730">
                  <a:moveTo>
                    <a:pt x="38165" y="1645"/>
                  </a:moveTo>
                  <a:lnTo>
                    <a:pt x="37929" y="4464"/>
                  </a:lnTo>
                  <a:lnTo>
                    <a:pt x="34631" y="6359"/>
                  </a:lnTo>
                  <a:lnTo>
                    <a:pt x="37892" y="14111"/>
                  </a:lnTo>
                  <a:lnTo>
                    <a:pt x="38256" y="19821"/>
                  </a:lnTo>
                  <a:lnTo>
                    <a:pt x="37408" y="25425"/>
                  </a:lnTo>
                  <a:lnTo>
                    <a:pt x="41539" y="26185"/>
                  </a:lnTo>
                  <a:lnTo>
                    <a:pt x="40434" y="27695"/>
                  </a:lnTo>
                  <a:lnTo>
                    <a:pt x="34382" y="34730"/>
                  </a:lnTo>
                  <a:lnTo>
                    <a:pt x="26880" y="33605"/>
                  </a:lnTo>
                  <a:lnTo>
                    <a:pt x="23522" y="25467"/>
                  </a:lnTo>
                  <a:lnTo>
                    <a:pt x="19150" y="25302"/>
                  </a:lnTo>
                  <a:lnTo>
                    <a:pt x="9731" y="19890"/>
                  </a:lnTo>
                  <a:lnTo>
                    <a:pt x="6835" y="22824"/>
                  </a:lnTo>
                  <a:lnTo>
                    <a:pt x="1914" y="23731"/>
                  </a:lnTo>
                  <a:lnTo>
                    <a:pt x="1514" y="22529"/>
                  </a:lnTo>
                  <a:lnTo>
                    <a:pt x="296" y="19575"/>
                  </a:lnTo>
                  <a:lnTo>
                    <a:pt x="0" y="16687"/>
                  </a:lnTo>
                  <a:lnTo>
                    <a:pt x="3337" y="6846"/>
                  </a:lnTo>
                  <a:lnTo>
                    <a:pt x="1689" y="6052"/>
                  </a:lnTo>
                  <a:lnTo>
                    <a:pt x="4398" y="2583"/>
                  </a:lnTo>
                  <a:lnTo>
                    <a:pt x="8702" y="3228"/>
                  </a:lnTo>
                  <a:lnTo>
                    <a:pt x="9314" y="5355"/>
                  </a:lnTo>
                  <a:lnTo>
                    <a:pt x="13615" y="6375"/>
                  </a:lnTo>
                  <a:lnTo>
                    <a:pt x="14634" y="7281"/>
                  </a:lnTo>
                  <a:lnTo>
                    <a:pt x="21897" y="9560"/>
                  </a:lnTo>
                  <a:lnTo>
                    <a:pt x="27789" y="4898"/>
                  </a:lnTo>
                  <a:lnTo>
                    <a:pt x="32007" y="89"/>
                  </a:lnTo>
                  <a:lnTo>
                    <a:pt x="37671" y="1193"/>
                  </a:lnTo>
                  <a:lnTo>
                    <a:pt x="3703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h2038"/>
            <p:cNvSpPr/>
            <p:nvPr/>
          </p:nvSpPr>
          <p:spPr>
            <a:xfrm>
              <a:off x="2362241" y="2825708"/>
              <a:ext cx="24682" cy="31789"/>
            </a:xfrm>
            <a:custGeom>
              <a:avLst/>
              <a:pathLst>
                <a:path w="24682" h="31789">
                  <a:moveTo>
                    <a:pt x="6258" y="0"/>
                  </a:moveTo>
                  <a:lnTo>
                    <a:pt x="8918" y="6169"/>
                  </a:lnTo>
                  <a:lnTo>
                    <a:pt x="11088" y="5483"/>
                  </a:lnTo>
                  <a:lnTo>
                    <a:pt x="11278" y="3913"/>
                  </a:lnTo>
                  <a:lnTo>
                    <a:pt x="18932" y="2306"/>
                  </a:lnTo>
                  <a:lnTo>
                    <a:pt x="20394" y="3861"/>
                  </a:lnTo>
                  <a:lnTo>
                    <a:pt x="13105" y="14008"/>
                  </a:lnTo>
                  <a:lnTo>
                    <a:pt x="13992" y="16046"/>
                  </a:lnTo>
                  <a:lnTo>
                    <a:pt x="16797" y="18356"/>
                  </a:lnTo>
                  <a:lnTo>
                    <a:pt x="17000" y="19919"/>
                  </a:lnTo>
                  <a:lnTo>
                    <a:pt x="16264" y="21578"/>
                  </a:lnTo>
                  <a:lnTo>
                    <a:pt x="16869" y="23026"/>
                  </a:lnTo>
                  <a:lnTo>
                    <a:pt x="23092" y="22719"/>
                  </a:lnTo>
                  <a:lnTo>
                    <a:pt x="23250" y="21984"/>
                  </a:lnTo>
                  <a:lnTo>
                    <a:pt x="24682" y="22821"/>
                  </a:lnTo>
                  <a:lnTo>
                    <a:pt x="23387" y="26409"/>
                  </a:lnTo>
                  <a:lnTo>
                    <a:pt x="20947" y="27687"/>
                  </a:lnTo>
                  <a:lnTo>
                    <a:pt x="17517" y="27368"/>
                  </a:lnTo>
                  <a:lnTo>
                    <a:pt x="16306" y="31164"/>
                  </a:lnTo>
                  <a:lnTo>
                    <a:pt x="10856" y="31789"/>
                  </a:lnTo>
                  <a:lnTo>
                    <a:pt x="6004" y="31496"/>
                  </a:lnTo>
                  <a:lnTo>
                    <a:pt x="1968" y="29347"/>
                  </a:lnTo>
                  <a:lnTo>
                    <a:pt x="1325" y="28464"/>
                  </a:lnTo>
                  <a:lnTo>
                    <a:pt x="1053" y="24194"/>
                  </a:lnTo>
                  <a:lnTo>
                    <a:pt x="0" y="22945"/>
                  </a:lnTo>
                  <a:lnTo>
                    <a:pt x="2068" y="22470"/>
                  </a:lnTo>
                  <a:lnTo>
                    <a:pt x="166" y="21304"/>
                  </a:lnTo>
                  <a:lnTo>
                    <a:pt x="161" y="17429"/>
                  </a:lnTo>
                  <a:lnTo>
                    <a:pt x="1840" y="11775"/>
                  </a:lnTo>
                  <a:lnTo>
                    <a:pt x="2103" y="3558"/>
                  </a:lnTo>
                  <a:lnTo>
                    <a:pt x="4839" y="2694"/>
                  </a:lnTo>
                  <a:lnTo>
                    <a:pt x="4663" y="32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h2039"/>
            <p:cNvSpPr/>
            <p:nvPr/>
          </p:nvSpPr>
          <p:spPr>
            <a:xfrm>
              <a:off x="2457626" y="2690866"/>
              <a:ext cx="45747" cy="67903"/>
            </a:xfrm>
            <a:custGeom>
              <a:avLst/>
              <a:pathLst>
                <a:path w="45747" h="67903">
                  <a:moveTo>
                    <a:pt x="37928" y="0"/>
                  </a:moveTo>
                  <a:lnTo>
                    <a:pt x="39830" y="5063"/>
                  </a:lnTo>
                  <a:lnTo>
                    <a:pt x="43573" y="7757"/>
                  </a:lnTo>
                  <a:lnTo>
                    <a:pt x="44765" y="9391"/>
                  </a:lnTo>
                  <a:lnTo>
                    <a:pt x="43339" y="15887"/>
                  </a:lnTo>
                  <a:lnTo>
                    <a:pt x="44900" y="21643"/>
                  </a:lnTo>
                  <a:lnTo>
                    <a:pt x="45747" y="25595"/>
                  </a:lnTo>
                  <a:lnTo>
                    <a:pt x="44130" y="24507"/>
                  </a:lnTo>
                  <a:lnTo>
                    <a:pt x="41739" y="28427"/>
                  </a:lnTo>
                  <a:lnTo>
                    <a:pt x="37437" y="25673"/>
                  </a:lnTo>
                  <a:lnTo>
                    <a:pt x="33860" y="26811"/>
                  </a:lnTo>
                  <a:lnTo>
                    <a:pt x="35151" y="32029"/>
                  </a:lnTo>
                  <a:lnTo>
                    <a:pt x="34794" y="33466"/>
                  </a:lnTo>
                  <a:lnTo>
                    <a:pt x="33537" y="33997"/>
                  </a:lnTo>
                  <a:lnTo>
                    <a:pt x="26707" y="50020"/>
                  </a:lnTo>
                  <a:lnTo>
                    <a:pt x="24066" y="52988"/>
                  </a:lnTo>
                  <a:lnTo>
                    <a:pt x="20938" y="53688"/>
                  </a:lnTo>
                  <a:lnTo>
                    <a:pt x="20990" y="57903"/>
                  </a:lnTo>
                  <a:lnTo>
                    <a:pt x="19811" y="60668"/>
                  </a:lnTo>
                  <a:lnTo>
                    <a:pt x="20952" y="63332"/>
                  </a:lnTo>
                  <a:lnTo>
                    <a:pt x="22680" y="64500"/>
                  </a:lnTo>
                  <a:lnTo>
                    <a:pt x="21725" y="67728"/>
                  </a:lnTo>
                  <a:lnTo>
                    <a:pt x="16732" y="67903"/>
                  </a:lnTo>
                  <a:lnTo>
                    <a:pt x="12233" y="67894"/>
                  </a:lnTo>
                  <a:lnTo>
                    <a:pt x="11086" y="66544"/>
                  </a:lnTo>
                  <a:lnTo>
                    <a:pt x="9672" y="67605"/>
                  </a:lnTo>
                  <a:lnTo>
                    <a:pt x="8212" y="66636"/>
                  </a:lnTo>
                  <a:lnTo>
                    <a:pt x="5342" y="63572"/>
                  </a:lnTo>
                  <a:lnTo>
                    <a:pt x="1724" y="61217"/>
                  </a:lnTo>
                  <a:lnTo>
                    <a:pt x="637" y="59307"/>
                  </a:lnTo>
                  <a:lnTo>
                    <a:pt x="2576" y="58079"/>
                  </a:lnTo>
                  <a:lnTo>
                    <a:pt x="3405" y="55062"/>
                  </a:lnTo>
                  <a:lnTo>
                    <a:pt x="0" y="46282"/>
                  </a:lnTo>
                  <a:lnTo>
                    <a:pt x="2562" y="46122"/>
                  </a:lnTo>
                  <a:lnTo>
                    <a:pt x="4401" y="45025"/>
                  </a:lnTo>
                  <a:lnTo>
                    <a:pt x="5267" y="43601"/>
                  </a:lnTo>
                  <a:lnTo>
                    <a:pt x="13833" y="38842"/>
                  </a:lnTo>
                  <a:lnTo>
                    <a:pt x="12744" y="34015"/>
                  </a:lnTo>
                  <a:lnTo>
                    <a:pt x="6892" y="28396"/>
                  </a:lnTo>
                  <a:lnTo>
                    <a:pt x="7090" y="27144"/>
                  </a:lnTo>
                  <a:lnTo>
                    <a:pt x="10880" y="26682"/>
                  </a:lnTo>
                  <a:lnTo>
                    <a:pt x="13172" y="29103"/>
                  </a:lnTo>
                  <a:lnTo>
                    <a:pt x="14383" y="29106"/>
                  </a:lnTo>
                  <a:lnTo>
                    <a:pt x="17099" y="20548"/>
                  </a:lnTo>
                  <a:lnTo>
                    <a:pt x="17324" y="14898"/>
                  </a:lnTo>
                  <a:lnTo>
                    <a:pt x="20211" y="14319"/>
                  </a:lnTo>
                  <a:lnTo>
                    <a:pt x="22760" y="16315"/>
                  </a:lnTo>
                  <a:lnTo>
                    <a:pt x="25190" y="16538"/>
                  </a:lnTo>
                  <a:lnTo>
                    <a:pt x="28575" y="12620"/>
                  </a:lnTo>
                  <a:lnTo>
                    <a:pt x="27724" y="10301"/>
                  </a:lnTo>
                  <a:lnTo>
                    <a:pt x="27776" y="7571"/>
                  </a:lnTo>
                  <a:lnTo>
                    <a:pt x="30977" y="7147"/>
                  </a:lnTo>
                  <a:lnTo>
                    <a:pt x="32934" y="4988"/>
                  </a:lnTo>
                  <a:lnTo>
                    <a:pt x="34785" y="202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h2040"/>
            <p:cNvSpPr/>
            <p:nvPr/>
          </p:nvSpPr>
          <p:spPr>
            <a:xfrm>
              <a:off x="3823501" y="2770335"/>
              <a:ext cx="1175" cy="1317"/>
            </a:xfrm>
            <a:custGeom>
              <a:avLst/>
              <a:pathLst>
                <a:path w="1175" h="1317">
                  <a:moveTo>
                    <a:pt x="0" y="1043"/>
                  </a:moveTo>
                  <a:lnTo>
                    <a:pt x="1175" y="0"/>
                  </a:lnTo>
                  <a:lnTo>
                    <a:pt x="743" y="897"/>
                  </a:lnTo>
                  <a:lnTo>
                    <a:pt x="842" y="1317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h2041"/>
            <p:cNvSpPr/>
            <p:nvPr/>
          </p:nvSpPr>
          <p:spPr>
            <a:xfrm>
              <a:off x="3860794" y="2731093"/>
              <a:ext cx="30705" cy="41020"/>
            </a:xfrm>
            <a:custGeom>
              <a:avLst/>
              <a:pathLst>
                <a:path w="30705" h="41020">
                  <a:moveTo>
                    <a:pt x="24417" y="15856"/>
                  </a:move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lnTo>
                    <a:pt x="13762" y="7468"/>
                  </a:ln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h2042"/>
            <p:cNvSpPr/>
            <p:nvPr/>
          </p:nvSpPr>
          <p:spPr>
            <a:xfrm>
              <a:off x="3876218" y="2737927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h2043"/>
            <p:cNvSpPr/>
            <p:nvPr/>
          </p:nvSpPr>
          <p:spPr>
            <a:xfrm>
              <a:off x="3839248" y="2735718"/>
              <a:ext cx="8129" cy="3083"/>
            </a:xfrm>
            <a:custGeom>
              <a:avLst/>
              <a:pathLst>
                <a:path w="8129" h="3083">
                  <a:moveTo>
                    <a:pt x="8129" y="1782"/>
                  </a:moveTo>
                  <a:lnTo>
                    <a:pt x="7583" y="2602"/>
                  </a:lnTo>
                  <a:lnTo>
                    <a:pt x="7255" y="2896"/>
                  </a:lnTo>
                  <a:lnTo>
                    <a:pt x="5692" y="1468"/>
                  </a:lnTo>
                  <a:lnTo>
                    <a:pt x="4085" y="3083"/>
                  </a:lnTo>
                  <a:lnTo>
                    <a:pt x="0" y="1671"/>
                  </a:lnTo>
                  <a:lnTo>
                    <a:pt x="1302" y="0"/>
                  </a:lnTo>
                  <a:lnTo>
                    <a:pt x="5924" y="64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h2044"/>
            <p:cNvSpPr/>
            <p:nvPr/>
          </p:nvSpPr>
          <p:spPr>
            <a:xfrm>
              <a:off x="3836660" y="2617337"/>
              <a:ext cx="38226" cy="44778"/>
            </a:xfrm>
            <a:custGeom>
              <a:avLst/>
              <a:pathLst>
                <a:path w="38226" h="44778">
                  <a:moveTo>
                    <a:pt x="15580" y="5529"/>
                  </a:moveTo>
                  <a:lnTo>
                    <a:pt x="13235" y="4347"/>
                  </a:lnTo>
                  <a:lnTo>
                    <a:pt x="12418" y="4663"/>
                  </a:lnTo>
                  <a:lnTo>
                    <a:pt x="12835" y="1967"/>
                  </a:lnTo>
                  <a:lnTo>
                    <a:pt x="17767" y="7290"/>
                  </a:lnTo>
                  <a:lnTo>
                    <a:pt x="18462" y="9947"/>
                  </a:lnTo>
                  <a:lnTo>
                    <a:pt x="22388" y="15711"/>
                  </a:lnTo>
                  <a:lnTo>
                    <a:pt x="26415" y="19667"/>
                  </a:lnTo>
                  <a:lnTo>
                    <a:pt x="32233" y="36713"/>
                  </a:lnTo>
                  <a:lnTo>
                    <a:pt x="35426" y="37794"/>
                  </a:lnTo>
                  <a:lnTo>
                    <a:pt x="34242" y="34523"/>
                  </a:lnTo>
                  <a:lnTo>
                    <a:pt x="34759" y="29256"/>
                  </a:lnTo>
                  <a:lnTo>
                    <a:pt x="36766" y="27869"/>
                  </a:lnTo>
                  <a:lnTo>
                    <a:pt x="37616" y="25796"/>
                  </a:lnTo>
                  <a:lnTo>
                    <a:pt x="37067" y="23085"/>
                  </a:lnTo>
                  <a:lnTo>
                    <a:pt x="32810" y="17859"/>
                  </a:lnTo>
                  <a:lnTo>
                    <a:pt x="33369" y="16952"/>
                  </a:lnTo>
                  <a:lnTo>
                    <a:pt x="36375" y="17569"/>
                  </a:lnTo>
                  <a:lnTo>
                    <a:pt x="37331" y="20279"/>
                  </a:lnTo>
                  <a:lnTo>
                    <a:pt x="37812" y="25383"/>
                  </a:lnTo>
                  <a:lnTo>
                    <a:pt x="35774" y="33061"/>
                  </a:lnTo>
                  <a:lnTo>
                    <a:pt x="37983" y="38155"/>
                  </a:lnTo>
                  <a:lnTo>
                    <a:pt x="38226" y="41328"/>
                  </a:lnTo>
                  <a:lnTo>
                    <a:pt x="5471" y="44778"/>
                  </a:lnTo>
                  <a:lnTo>
                    <a:pt x="3620" y="27025"/>
                  </a:lnTo>
                  <a:lnTo>
                    <a:pt x="2661" y="27073"/>
                  </a:lnTo>
                  <a:lnTo>
                    <a:pt x="649" y="7810"/>
                  </a:lnTo>
                  <a:lnTo>
                    <a:pt x="381" y="5236"/>
                  </a:lnTo>
                  <a:lnTo>
                    <a:pt x="0" y="1585"/>
                  </a:lnTo>
                  <a:lnTo>
                    <a:pt x="2078" y="0"/>
                  </a:lnTo>
                  <a:lnTo>
                    <a:pt x="12246" y="5198"/>
                  </a:lnTo>
                  <a:lnTo>
                    <a:pt x="14975" y="742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h2045"/>
            <p:cNvSpPr/>
            <p:nvPr/>
          </p:nvSpPr>
          <p:spPr>
            <a:xfrm>
              <a:off x="3851574" y="2622577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h2046"/>
            <p:cNvSpPr/>
            <p:nvPr/>
          </p:nvSpPr>
          <p:spPr>
            <a:xfrm>
              <a:off x="3847478" y="2618965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h2047"/>
            <p:cNvSpPr/>
            <p:nvPr/>
          </p:nvSpPr>
          <p:spPr>
            <a:xfrm>
              <a:off x="3845894" y="2618457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h2048"/>
            <p:cNvSpPr/>
            <p:nvPr/>
          </p:nvSpPr>
          <p:spPr>
            <a:xfrm>
              <a:off x="3843641" y="2617160"/>
              <a:ext cx="5726" cy="2102"/>
            </a:xfrm>
            <a:custGeom>
              <a:avLst/>
              <a:pathLst>
                <a:path w="5726" h="2102">
                  <a:moveTo>
                    <a:pt x="5726" y="2102"/>
                  </a:moveTo>
                  <a:lnTo>
                    <a:pt x="0" y="294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h2049"/>
            <p:cNvSpPr/>
            <p:nvPr/>
          </p:nvSpPr>
          <p:spPr>
            <a:xfrm>
              <a:off x="3836328" y="2615739"/>
              <a:ext cx="6839" cy="1646"/>
            </a:xfrm>
            <a:custGeom>
              <a:avLst/>
              <a:pathLst>
                <a:path w="6839" h="1646">
                  <a:moveTo>
                    <a:pt x="43" y="414"/>
                  </a:moveTo>
                  <a:lnTo>
                    <a:pt x="0" y="0"/>
                  </a:lnTo>
                  <a:lnTo>
                    <a:pt x="4659" y="719"/>
                  </a:lnTo>
                  <a:lnTo>
                    <a:pt x="6839" y="1646"/>
                  </a:lnTo>
                  <a:lnTo>
                    <a:pt x="4331" y="810"/>
                  </a:lnTo>
                  <a:lnTo>
                    <a:pt x="2111" y="157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h2050"/>
            <p:cNvSpPr/>
            <p:nvPr/>
          </p:nvSpPr>
          <p:spPr>
            <a:xfrm>
              <a:off x="3836414" y="2616379"/>
              <a:ext cx="14" cy="190"/>
            </a:xfrm>
            <a:custGeom>
              <a:avLst/>
              <a:pathLst>
                <a:path w="14" h="190">
                  <a:moveTo>
                    <a:pt x="0" y="190"/>
                  </a:moveTo>
                  <a:lnTo>
                    <a:pt x="1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h2051"/>
            <p:cNvSpPr/>
            <p:nvPr/>
          </p:nvSpPr>
          <p:spPr>
            <a:xfrm>
              <a:off x="3879717" y="2651754"/>
              <a:ext cx="5442" cy="7071"/>
            </a:xfrm>
            <a:custGeom>
              <a:avLst/>
              <a:pathLst>
                <a:path w="5442" h="7071">
                  <a:moveTo>
                    <a:pt x="1666" y="2939"/>
                  </a:move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lnTo>
                    <a:pt x="392" y="0"/>
                  </a:ln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h2052"/>
            <p:cNvSpPr/>
            <p:nvPr/>
          </p:nvSpPr>
          <p:spPr>
            <a:xfrm>
              <a:off x="3862733" y="2632759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h2053"/>
            <p:cNvSpPr/>
            <p:nvPr/>
          </p:nvSpPr>
          <p:spPr>
            <a:xfrm>
              <a:off x="3859573" y="2629814"/>
              <a:ext cx="973" cy="2087"/>
            </a:xfrm>
            <a:custGeom>
              <a:avLst/>
              <a:pathLst>
                <a:path w="973" h="2087">
                  <a:moveTo>
                    <a:pt x="973" y="1637"/>
                  </a:moveTo>
                  <a:lnTo>
                    <a:pt x="0" y="2087"/>
                  </a:lnTo>
                  <a:lnTo>
                    <a:pt x="90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h2054"/>
            <p:cNvSpPr/>
            <p:nvPr/>
          </p:nvSpPr>
          <p:spPr>
            <a:xfrm>
              <a:off x="3856707" y="2629075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h2055"/>
            <p:cNvSpPr/>
            <p:nvPr/>
          </p:nvSpPr>
          <p:spPr>
            <a:xfrm>
              <a:off x="3858254" y="2628646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h2056"/>
            <p:cNvSpPr/>
            <p:nvPr/>
          </p:nvSpPr>
          <p:spPr>
            <a:xfrm>
              <a:off x="3870650" y="2620872"/>
              <a:ext cx="3092" cy="8488"/>
            </a:xfrm>
            <a:custGeom>
              <a:avLst/>
              <a:pathLst>
                <a:path w="3092" h="8488">
                  <a:moveTo>
                    <a:pt x="0" y="0"/>
                  </a:moveTo>
                  <a:lnTo>
                    <a:pt x="963" y="2074"/>
                  </a:ln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h2057"/>
            <p:cNvSpPr/>
            <p:nvPr/>
          </p:nvSpPr>
          <p:spPr>
            <a:xfrm>
              <a:off x="3805208" y="2908002"/>
              <a:ext cx="787" cy="399"/>
            </a:xfrm>
            <a:custGeom>
              <a:avLst/>
              <a:pathLst>
                <a:path w="787" h="399">
                  <a:moveTo>
                    <a:pt x="0" y="257"/>
                  </a:moveTo>
                  <a:lnTo>
                    <a:pt x="649" y="0"/>
                  </a:lnTo>
                  <a:lnTo>
                    <a:pt x="787" y="39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h2058"/>
            <p:cNvSpPr/>
            <p:nvPr/>
          </p:nvSpPr>
          <p:spPr>
            <a:xfrm>
              <a:off x="3806600" y="2906816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h2059"/>
            <p:cNvSpPr/>
            <p:nvPr/>
          </p:nvSpPr>
          <p:spPr>
            <a:xfrm>
              <a:off x="3806820" y="2905908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h2060"/>
            <p:cNvSpPr/>
            <p:nvPr/>
          </p:nvSpPr>
          <p:spPr>
            <a:xfrm>
              <a:off x="3804520" y="2902007"/>
              <a:ext cx="3758" cy="2843"/>
            </a:xfrm>
            <a:custGeom>
              <a:avLst/>
              <a:pathLst>
                <a:path w="3758" h="2843">
                  <a:moveTo>
                    <a:pt x="2045" y="1912"/>
                  </a:moveTo>
                  <a:lnTo>
                    <a:pt x="0" y="2843"/>
                  </a:lnTo>
                  <a:lnTo>
                    <a:pt x="37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h2061"/>
            <p:cNvSpPr/>
            <p:nvPr/>
          </p:nvSpPr>
          <p:spPr>
            <a:xfrm>
              <a:off x="3809251" y="2901898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h2062"/>
            <p:cNvSpPr/>
            <p:nvPr/>
          </p:nvSpPr>
          <p:spPr>
            <a:xfrm>
              <a:off x="3799760" y="2870296"/>
              <a:ext cx="315" cy="400"/>
            </a:xfrm>
            <a:custGeom>
              <a:avLst/>
              <a:pathLst>
                <a:path w="315" h="400">
                  <a:moveTo>
                    <a:pt x="211" y="0"/>
                  </a:moveTo>
                  <a:lnTo>
                    <a:pt x="315" y="394"/>
                  </a:lnTo>
                  <a:lnTo>
                    <a:pt x="0" y="40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h2063"/>
            <p:cNvSpPr/>
            <p:nvPr/>
          </p:nvSpPr>
          <p:spPr>
            <a:xfrm>
              <a:off x="3799839" y="2869171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h2064"/>
            <p:cNvSpPr/>
            <p:nvPr/>
          </p:nvSpPr>
          <p:spPr>
            <a:xfrm>
              <a:off x="3808688" y="2862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h2065"/>
            <p:cNvSpPr/>
            <p:nvPr/>
          </p:nvSpPr>
          <p:spPr>
            <a:xfrm>
              <a:off x="3792999" y="2860898"/>
              <a:ext cx="4249" cy="294"/>
            </a:xfrm>
            <a:custGeom>
              <a:avLst/>
              <a:pathLst>
                <a:path w="4249" h="294">
                  <a:moveTo>
                    <a:pt x="1458" y="0"/>
                  </a:moveTo>
                  <a:lnTo>
                    <a:pt x="4249" y="149"/>
                  </a:lnTo>
                  <a:lnTo>
                    <a:pt x="0" y="29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h2066"/>
            <p:cNvSpPr/>
            <p:nvPr/>
          </p:nvSpPr>
          <p:spPr>
            <a:xfrm>
              <a:off x="3809620" y="286097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h2067"/>
            <p:cNvSpPr/>
            <p:nvPr/>
          </p:nvSpPr>
          <p:spPr>
            <a:xfrm>
              <a:off x="3800286" y="286076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h2068"/>
            <p:cNvSpPr/>
            <p:nvPr/>
          </p:nvSpPr>
          <p:spPr>
            <a:xfrm>
              <a:off x="3801328" y="2860425"/>
              <a:ext cx="339" cy="144"/>
            </a:xfrm>
            <a:custGeom>
              <a:avLst/>
              <a:pathLst>
                <a:path w="339" h="144">
                  <a:moveTo>
                    <a:pt x="0" y="144"/>
                  </a:moveTo>
                  <a:lnTo>
                    <a:pt x="33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h2069"/>
            <p:cNvSpPr/>
            <p:nvPr/>
          </p:nvSpPr>
          <p:spPr>
            <a:xfrm>
              <a:off x="3793864" y="2854346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h2070"/>
            <p:cNvSpPr/>
            <p:nvPr/>
          </p:nvSpPr>
          <p:spPr>
            <a:xfrm>
              <a:off x="3795934" y="2854116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h2071"/>
            <p:cNvSpPr/>
            <p:nvPr/>
          </p:nvSpPr>
          <p:spPr>
            <a:xfrm>
              <a:off x="3792254" y="2853999"/>
              <a:ext cx="1058" cy="431"/>
            </a:xfrm>
            <a:custGeom>
              <a:avLst/>
              <a:pathLst>
                <a:path w="1058" h="431">
                  <a:moveTo>
                    <a:pt x="598" y="0"/>
                  </a:moveTo>
                  <a:lnTo>
                    <a:pt x="1058" y="431"/>
                  </a:lnTo>
                  <a:lnTo>
                    <a:pt x="0" y="20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h2072"/>
            <p:cNvSpPr/>
            <p:nvPr/>
          </p:nvSpPr>
          <p:spPr>
            <a:xfrm>
              <a:off x="3684228" y="2765454"/>
              <a:ext cx="142689" cy="165363"/>
            </a:xfrm>
            <a:custGeom>
              <a:avLst/>
              <a:pathLst>
                <a:path w="142689" h="165363">
                  <a:moveTo>
                    <a:pt x="125148" y="69439"/>
                  </a:moveTo>
                  <a:lnTo>
                    <a:pt x="123946" y="68036"/>
                  </a:lnTo>
                  <a:lnTo>
                    <a:pt x="121467" y="70465"/>
                  </a:lnTo>
                  <a:lnTo>
                    <a:pt x="115489" y="83302"/>
                  </a:lnTo>
                  <a:lnTo>
                    <a:pt x="114813" y="87922"/>
                  </a:lnTo>
                  <a:lnTo>
                    <a:pt x="113572" y="92147"/>
                  </a:lnTo>
                  <a:lnTo>
                    <a:pt x="112179" y="92334"/>
                  </a:lnTo>
                  <a:lnTo>
                    <a:pt x="111399" y="91077"/>
                  </a:lnTo>
                  <a:lnTo>
                    <a:pt x="112749" y="91031"/>
                  </a:lnTo>
                  <a:lnTo>
                    <a:pt x="114140" y="89758"/>
                  </a:lnTo>
                  <a:lnTo>
                    <a:pt x="114750" y="83696"/>
                  </a:lnTo>
                  <a:lnTo>
                    <a:pt x="109890" y="84695"/>
                  </a:lnTo>
                  <a:lnTo>
                    <a:pt x="104788" y="86989"/>
                  </a:lnTo>
                  <a:lnTo>
                    <a:pt x="104734" y="95036"/>
                  </a:lnTo>
                  <a:lnTo>
                    <a:pt x="110541" y="100279"/>
                  </a:lnTo>
                  <a:lnTo>
                    <a:pt x="112674" y="99135"/>
                  </a:lnTo>
                  <a:lnTo>
                    <a:pt x="113194" y="98401"/>
                  </a:lnTo>
                  <a:lnTo>
                    <a:pt x="112673" y="98214"/>
                  </a:lnTo>
                  <a:lnTo>
                    <a:pt x="111334" y="98848"/>
                  </a:lnTo>
                  <a:lnTo>
                    <a:pt x="113085" y="97746"/>
                  </a:lnTo>
                  <a:lnTo>
                    <a:pt x="115018" y="102336"/>
                  </a:lnTo>
                  <a:lnTo>
                    <a:pt x="115078" y="103321"/>
                  </a:lnTo>
                  <a:lnTo>
                    <a:pt x="114111" y="103670"/>
                  </a:lnTo>
                  <a:lnTo>
                    <a:pt x="114391" y="105021"/>
                  </a:lnTo>
                  <a:lnTo>
                    <a:pt x="115877" y="105746"/>
                  </a:lnTo>
                  <a:lnTo>
                    <a:pt x="116808" y="105057"/>
                  </a:lnTo>
                  <a:lnTo>
                    <a:pt x="118563" y="100728"/>
                  </a:lnTo>
                  <a:lnTo>
                    <a:pt x="120277" y="99011"/>
                  </a:lnTo>
                  <a:lnTo>
                    <a:pt x="126844" y="97027"/>
                  </a:lnTo>
                  <a:lnTo>
                    <a:pt x="128801" y="97321"/>
                  </a:lnTo>
                  <a:lnTo>
                    <a:pt x="134751" y="93342"/>
                  </a:lnTo>
                  <a:lnTo>
                    <a:pt x="138045" y="92037"/>
                  </a:lnTo>
                  <a:lnTo>
                    <a:pt x="137400" y="86641"/>
                  </a:lnTo>
                  <a:lnTo>
                    <a:pt x="142689" y="91281"/>
                  </a:lnTo>
                  <a:lnTo>
                    <a:pt x="141803" y="103311"/>
                  </a:lnTo>
                  <a:lnTo>
                    <a:pt x="140931" y="106372"/>
                  </a:lnTo>
                  <a:lnTo>
                    <a:pt x="137686" y="110160"/>
                  </a:lnTo>
                  <a:lnTo>
                    <a:pt x="135457" y="111404"/>
                  </a:lnTo>
                  <a:lnTo>
                    <a:pt x="132143" y="116668"/>
                  </a:lnTo>
                  <a:lnTo>
                    <a:pt x="128521" y="117464"/>
                  </a:lnTo>
                  <a:lnTo>
                    <a:pt x="127790" y="117273"/>
                  </a:lnTo>
                  <a:lnTo>
                    <a:pt x="129035" y="117276"/>
                  </a:lnTo>
                  <a:lnTo>
                    <a:pt x="130387" y="116169"/>
                  </a:lnTo>
                  <a:lnTo>
                    <a:pt x="130608" y="112862"/>
                  </a:lnTo>
                  <a:lnTo>
                    <a:pt x="129304" y="113072"/>
                  </a:lnTo>
                  <a:lnTo>
                    <a:pt x="120005" y="120507"/>
                  </a:lnTo>
                  <a:lnTo>
                    <a:pt x="117731" y="130629"/>
                  </a:lnTo>
                  <a:lnTo>
                    <a:pt x="118622" y="131581"/>
                  </a:lnTo>
                  <a:lnTo>
                    <a:pt x="118505" y="134155"/>
                  </a:lnTo>
                  <a:lnTo>
                    <a:pt x="115926" y="137521"/>
                  </a:lnTo>
                  <a:lnTo>
                    <a:pt x="117905" y="142206"/>
                  </a:lnTo>
                  <a:lnTo>
                    <a:pt x="122303" y="143708"/>
                  </a:lnTo>
                  <a:lnTo>
                    <a:pt x="127054" y="135040"/>
                  </a:lnTo>
                  <a:lnTo>
                    <a:pt x="127783" y="132127"/>
                  </a:lnTo>
                  <a:lnTo>
                    <a:pt x="125676" y="135315"/>
                  </a:lnTo>
                  <a:lnTo>
                    <a:pt x="124291" y="136038"/>
                  </a:lnTo>
                  <a:lnTo>
                    <a:pt x="130117" y="128707"/>
                  </a:lnTo>
                  <a:lnTo>
                    <a:pt x="135773" y="124802"/>
                  </a:lnTo>
                  <a:lnTo>
                    <a:pt x="139328" y="124413"/>
                  </a:lnTo>
                  <a:lnTo>
                    <a:pt x="142097" y="125689"/>
                  </a:lnTo>
                  <a:lnTo>
                    <a:pt x="137809" y="132202"/>
                  </a:lnTo>
                  <a:lnTo>
                    <a:pt x="133916" y="136614"/>
                  </a:lnTo>
                  <a:lnTo>
                    <a:pt x="132922" y="139992"/>
                  </a:lnTo>
                  <a:lnTo>
                    <a:pt x="132733" y="149740"/>
                  </a:lnTo>
                  <a:lnTo>
                    <a:pt x="80110" y="155211"/>
                  </a:lnTo>
                  <a:lnTo>
                    <a:pt x="58077" y="152563"/>
                  </a:lnTo>
                  <a:lnTo>
                    <a:pt x="55437" y="165363"/>
                  </a:lnTo>
                  <a:lnTo>
                    <a:pt x="38557" y="161926"/>
                  </a:lnTo>
                  <a:lnTo>
                    <a:pt x="34498" y="161967"/>
                  </a:lnTo>
                  <a:lnTo>
                    <a:pt x="37677" y="149541"/>
                  </a:lnTo>
                  <a:lnTo>
                    <a:pt x="27749" y="150999"/>
                  </a:lnTo>
                  <a:lnTo>
                    <a:pt x="26737" y="150854"/>
                  </a:lnTo>
                  <a:lnTo>
                    <a:pt x="26403" y="150098"/>
                  </a:lnTo>
                  <a:lnTo>
                    <a:pt x="18448" y="150946"/>
                  </a:lnTo>
                  <a:lnTo>
                    <a:pt x="18612" y="152384"/>
                  </a:lnTo>
                  <a:lnTo>
                    <a:pt x="14714" y="152754"/>
                  </a:lnTo>
                  <a:lnTo>
                    <a:pt x="14456" y="150044"/>
                  </a:lnTo>
                  <a:lnTo>
                    <a:pt x="13432" y="149431"/>
                  </a:lnTo>
                  <a:lnTo>
                    <a:pt x="7040" y="150094"/>
                  </a:lnTo>
                  <a:lnTo>
                    <a:pt x="9551" y="139718"/>
                  </a:lnTo>
                  <a:lnTo>
                    <a:pt x="9093" y="135505"/>
                  </a:lnTo>
                  <a:lnTo>
                    <a:pt x="3443" y="135968"/>
                  </a:lnTo>
                  <a:lnTo>
                    <a:pt x="3538" y="129236"/>
                  </a:lnTo>
                  <a:lnTo>
                    <a:pt x="2790" y="128294"/>
                  </a:lnTo>
                  <a:lnTo>
                    <a:pt x="0" y="128474"/>
                  </a:lnTo>
                  <a:lnTo>
                    <a:pt x="121" y="121489"/>
                  </a:lnTo>
                  <a:lnTo>
                    <a:pt x="5512" y="121586"/>
                  </a:lnTo>
                  <a:lnTo>
                    <a:pt x="5569" y="122275"/>
                  </a:lnTo>
                  <a:lnTo>
                    <a:pt x="8134" y="122351"/>
                  </a:lnTo>
                  <a:lnTo>
                    <a:pt x="6956" y="104803"/>
                  </a:lnTo>
                  <a:lnTo>
                    <a:pt x="5595" y="104789"/>
                  </a:lnTo>
                  <a:lnTo>
                    <a:pt x="2707" y="101336"/>
                  </a:lnTo>
                  <a:lnTo>
                    <a:pt x="4804" y="99375"/>
                  </a:lnTo>
                  <a:lnTo>
                    <a:pt x="9687" y="100033"/>
                  </a:lnTo>
                  <a:lnTo>
                    <a:pt x="11297" y="99385"/>
                  </a:lnTo>
                  <a:lnTo>
                    <a:pt x="13091" y="85933"/>
                  </a:lnTo>
                  <a:lnTo>
                    <a:pt x="15427" y="86181"/>
                  </a:lnTo>
                  <a:lnTo>
                    <a:pt x="16750" y="81606"/>
                  </a:lnTo>
                  <a:lnTo>
                    <a:pt x="18772" y="68356"/>
                  </a:lnTo>
                  <a:lnTo>
                    <a:pt x="20526" y="68236"/>
                  </a:lnTo>
                  <a:lnTo>
                    <a:pt x="19784" y="60464"/>
                  </a:lnTo>
                  <a:lnTo>
                    <a:pt x="26294" y="59806"/>
                  </a:lnTo>
                  <a:lnTo>
                    <a:pt x="26373" y="60561"/>
                  </a:lnTo>
                  <a:lnTo>
                    <a:pt x="27854" y="60372"/>
                  </a:lnTo>
                  <a:lnTo>
                    <a:pt x="28184" y="59580"/>
                  </a:lnTo>
                  <a:lnTo>
                    <a:pt x="27751" y="52630"/>
                  </a:lnTo>
                  <a:lnTo>
                    <a:pt x="22168" y="52388"/>
                  </a:lnTo>
                  <a:lnTo>
                    <a:pt x="22059" y="54288"/>
                  </a:lnTo>
                  <a:lnTo>
                    <a:pt x="17434" y="54359"/>
                  </a:lnTo>
                  <a:lnTo>
                    <a:pt x="15536" y="51148"/>
                  </a:lnTo>
                  <a:lnTo>
                    <a:pt x="15436" y="48717"/>
                  </a:lnTo>
                  <a:lnTo>
                    <a:pt x="22255" y="48823"/>
                  </a:lnTo>
                  <a:lnTo>
                    <a:pt x="22713" y="36613"/>
                  </a:lnTo>
                  <a:lnTo>
                    <a:pt x="19655" y="33567"/>
                  </a:lnTo>
                  <a:lnTo>
                    <a:pt x="13380" y="33195"/>
                  </a:lnTo>
                  <a:lnTo>
                    <a:pt x="11387" y="33114"/>
                  </a:lnTo>
                  <a:lnTo>
                    <a:pt x="19431" y="26876"/>
                  </a:lnTo>
                  <a:lnTo>
                    <a:pt x="22656" y="27189"/>
                  </a:lnTo>
                  <a:lnTo>
                    <a:pt x="23949" y="26287"/>
                  </a:lnTo>
                  <a:lnTo>
                    <a:pt x="23110" y="24859"/>
                  </a:lnTo>
                  <a:lnTo>
                    <a:pt x="29430" y="23429"/>
                  </a:lnTo>
                  <a:lnTo>
                    <a:pt x="34314" y="23621"/>
                  </a:lnTo>
                  <a:lnTo>
                    <a:pt x="38133" y="21292"/>
                  </a:lnTo>
                  <a:lnTo>
                    <a:pt x="38831" y="18784"/>
                  </a:lnTo>
                  <a:lnTo>
                    <a:pt x="42406" y="18460"/>
                  </a:lnTo>
                  <a:lnTo>
                    <a:pt x="53257" y="18464"/>
                  </a:lnTo>
                  <a:lnTo>
                    <a:pt x="60469" y="9613"/>
                  </a:lnTo>
                  <a:lnTo>
                    <a:pt x="67714" y="719"/>
                  </a:lnTo>
                  <a:lnTo>
                    <a:pt x="67644" y="0"/>
                  </a:lnTo>
                  <a:lnTo>
                    <a:pt x="72304" y="25195"/>
                  </a:lnTo>
                  <a:lnTo>
                    <a:pt x="110979" y="21719"/>
                  </a:lnTo>
                  <a:lnTo>
                    <a:pt x="111837" y="30233"/>
                  </a:lnTo>
                  <a:lnTo>
                    <a:pt x="126150" y="28795"/>
                  </a:lnTo>
                  <a:lnTo>
                    <a:pt x="130084" y="67578"/>
                  </a:lnTo>
                  <a:lnTo>
                    <a:pt x="128496" y="6871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h2073"/>
            <p:cNvSpPr/>
            <p:nvPr/>
          </p:nvSpPr>
          <p:spPr>
            <a:xfrm>
              <a:off x="3823225" y="2888664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h2074"/>
            <p:cNvSpPr/>
            <p:nvPr/>
          </p:nvSpPr>
          <p:spPr>
            <a:xfrm>
              <a:off x="3817505" y="2884900"/>
              <a:ext cx="4810" cy="3787"/>
            </a:xfrm>
            <a:custGeom>
              <a:avLst/>
              <a:pathLst>
                <a:path w="4810" h="3787">
                  <a:moveTo>
                    <a:pt x="4810" y="3787"/>
                  </a:moveTo>
                  <a:lnTo>
                    <a:pt x="529" y="1600"/>
                  </a:lnTo>
                  <a:lnTo>
                    <a:pt x="0" y="0"/>
                  </a:lnTo>
                  <a:lnTo>
                    <a:pt x="912" y="50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h2075"/>
            <p:cNvSpPr/>
            <p:nvPr/>
          </p:nvSpPr>
          <p:spPr>
            <a:xfrm>
              <a:off x="3811084" y="2882290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h2076"/>
            <p:cNvSpPr/>
            <p:nvPr/>
          </p:nvSpPr>
          <p:spPr>
            <a:xfrm>
              <a:off x="3812836" y="2880341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h2077"/>
            <p:cNvSpPr/>
            <p:nvPr/>
          </p:nvSpPr>
          <p:spPr>
            <a:xfrm>
              <a:off x="3816966" y="2858422"/>
              <a:ext cx="350" cy="298"/>
            </a:xfrm>
            <a:custGeom>
              <a:avLst/>
              <a:pathLst>
                <a:path w="350" h="298">
                  <a:moveTo>
                    <a:pt x="181" y="0"/>
                  </a:moveTo>
                  <a:lnTo>
                    <a:pt x="350" y="298"/>
                  </a:lnTo>
                  <a:lnTo>
                    <a:pt x="0" y="1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h2078"/>
            <p:cNvSpPr/>
            <p:nvPr/>
          </p:nvSpPr>
          <p:spPr>
            <a:xfrm>
              <a:off x="3817545" y="2857739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h2079"/>
            <p:cNvSpPr/>
            <p:nvPr/>
          </p:nvSpPr>
          <p:spPr>
            <a:xfrm>
              <a:off x="3820918" y="2857345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h2080"/>
            <p:cNvSpPr/>
            <p:nvPr/>
          </p:nvSpPr>
          <p:spPr>
            <a:xfrm>
              <a:off x="3821535" y="2857276"/>
              <a:ext cx="307" cy="282"/>
            </a:xfrm>
            <a:custGeom>
              <a:avLst/>
              <a:pathLst>
                <a:path w="307" h="282">
                  <a:moveTo>
                    <a:pt x="295" y="0"/>
                  </a:moveTo>
                  <a:lnTo>
                    <a:pt x="307" y="282"/>
                  </a:lnTo>
                  <a:lnTo>
                    <a:pt x="0" y="27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h2081"/>
            <p:cNvSpPr/>
            <p:nvPr/>
          </p:nvSpPr>
          <p:spPr>
            <a:xfrm>
              <a:off x="3817599" y="2856906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h2082"/>
            <p:cNvSpPr/>
            <p:nvPr/>
          </p:nvSpPr>
          <p:spPr>
            <a:xfrm>
              <a:off x="3819872" y="2857056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h2083"/>
            <p:cNvSpPr/>
            <p:nvPr/>
          </p:nvSpPr>
          <p:spPr>
            <a:xfrm>
              <a:off x="3814019" y="2856276"/>
              <a:ext cx="493" cy="997"/>
            </a:xfrm>
            <a:custGeom>
              <a:avLst/>
              <a:pathLst>
                <a:path w="493" h="997">
                  <a:moveTo>
                    <a:pt x="0" y="30"/>
                  </a:moveTo>
                  <a:lnTo>
                    <a:pt x="493" y="0"/>
                  </a:lnTo>
                  <a:lnTo>
                    <a:pt x="95" y="99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h2084"/>
            <p:cNvSpPr/>
            <p:nvPr/>
          </p:nvSpPr>
          <p:spPr>
            <a:xfrm>
              <a:off x="3817174" y="2856183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h2085"/>
            <p:cNvSpPr/>
            <p:nvPr/>
          </p:nvSpPr>
          <p:spPr>
            <a:xfrm>
              <a:off x="3820452" y="2855608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h2086"/>
            <p:cNvSpPr/>
            <p:nvPr/>
          </p:nvSpPr>
          <p:spPr>
            <a:xfrm>
              <a:off x="3814203" y="2854312"/>
              <a:ext cx="563" cy="744"/>
            </a:xfrm>
            <a:custGeom>
              <a:avLst/>
              <a:pathLst>
                <a:path w="563" h="744">
                  <a:moveTo>
                    <a:pt x="563" y="0"/>
                  </a:moveTo>
                  <a:lnTo>
                    <a:pt x="0" y="744"/>
                  </a:lnTo>
                  <a:lnTo>
                    <a:pt x="116" y="8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h2087"/>
            <p:cNvSpPr/>
            <p:nvPr/>
          </p:nvSpPr>
          <p:spPr>
            <a:xfrm>
              <a:off x="3819673" y="2845922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h2088"/>
            <p:cNvSpPr/>
            <p:nvPr/>
          </p:nvSpPr>
          <p:spPr>
            <a:xfrm>
              <a:off x="3819189" y="2845509"/>
              <a:ext cx="497" cy="542"/>
            </a:xfrm>
            <a:custGeom>
              <a:avLst/>
              <a:pathLst>
                <a:path w="497" h="542">
                  <a:moveTo>
                    <a:pt x="0" y="406"/>
                  </a:moveTo>
                  <a:lnTo>
                    <a:pt x="213" y="0"/>
                  </a:lnTo>
                  <a:lnTo>
                    <a:pt x="497" y="54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h2089"/>
            <p:cNvSpPr/>
            <p:nvPr/>
          </p:nvSpPr>
          <p:spPr>
            <a:xfrm>
              <a:off x="3818056" y="2844901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h2090"/>
            <p:cNvSpPr/>
            <p:nvPr/>
          </p:nvSpPr>
          <p:spPr>
            <a:xfrm>
              <a:off x="3817849" y="2844860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h2091"/>
            <p:cNvSpPr/>
            <p:nvPr/>
          </p:nvSpPr>
          <p:spPr>
            <a:xfrm>
              <a:off x="3814821" y="2844382"/>
              <a:ext cx="2996" cy="558"/>
            </a:xfrm>
            <a:custGeom>
              <a:avLst/>
              <a:pathLst>
                <a:path w="2996" h="558">
                  <a:moveTo>
                    <a:pt x="445" y="0"/>
                  </a:moveTo>
                  <a:lnTo>
                    <a:pt x="2996" y="558"/>
                  </a:lnTo>
                  <a:lnTo>
                    <a:pt x="0" y="21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h2092"/>
            <p:cNvSpPr/>
            <p:nvPr/>
          </p:nvSpPr>
          <p:spPr>
            <a:xfrm>
              <a:off x="3842132" y="2658666"/>
              <a:ext cx="39428" cy="36425"/>
            </a:xfrm>
            <a:custGeom>
              <a:avLst/>
              <a:pathLst>
                <a:path w="39428" h="36425">
                  <a:moveTo>
                    <a:pt x="32564" y="3739"/>
                  </a:moveTo>
                  <a:lnTo>
                    <a:pt x="33479" y="6108"/>
                  </a:lnTo>
                  <a:lnTo>
                    <a:pt x="34975" y="7484"/>
                  </a:lnTo>
                  <a:lnTo>
                    <a:pt x="38108" y="8428"/>
                  </a:lnTo>
                  <a:lnTo>
                    <a:pt x="39428" y="9748"/>
                  </a:lnTo>
                  <a:lnTo>
                    <a:pt x="37060" y="18999"/>
                  </a:lnTo>
                  <a:lnTo>
                    <a:pt x="33895" y="22473"/>
                  </a:lnTo>
                  <a:lnTo>
                    <a:pt x="32241" y="33119"/>
                  </a:lnTo>
                  <a:lnTo>
                    <a:pt x="5396" y="36425"/>
                  </a:lnTo>
                  <a:lnTo>
                    <a:pt x="3448" y="16616"/>
                  </a:lnTo>
                  <a:lnTo>
                    <a:pt x="1397" y="16849"/>
                  </a:lnTo>
                  <a:lnTo>
                    <a:pt x="0" y="3449"/>
                  </a:lnTo>
                  <a:lnTo>
                    <a:pt x="3275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h2093"/>
            <p:cNvSpPr/>
            <p:nvPr/>
          </p:nvSpPr>
          <p:spPr>
            <a:xfrm>
              <a:off x="3639283" y="2933164"/>
              <a:ext cx="172295" cy="141686"/>
            </a:xfrm>
            <a:custGeom>
              <a:avLst/>
              <a:pathLst>
                <a:path w="172295" h="141686">
                  <a:moveTo>
                    <a:pt x="168207" y="26392"/>
                  </a:moveTo>
                  <a:lnTo>
                    <a:pt x="164284" y="32309"/>
                  </a:lnTo>
                  <a:lnTo>
                    <a:pt x="163254" y="37393"/>
                  </a:lnTo>
                  <a:lnTo>
                    <a:pt x="163021" y="51969"/>
                  </a:lnTo>
                  <a:lnTo>
                    <a:pt x="161130" y="58123"/>
                  </a:lnTo>
                  <a:lnTo>
                    <a:pt x="161661" y="68252"/>
                  </a:lnTo>
                  <a:lnTo>
                    <a:pt x="159463" y="71903"/>
                  </a:lnTo>
                  <a:lnTo>
                    <a:pt x="155859" y="81034"/>
                  </a:lnTo>
                  <a:lnTo>
                    <a:pt x="155273" y="95604"/>
                  </a:lnTo>
                  <a:lnTo>
                    <a:pt x="154153" y="96697"/>
                  </a:lnTo>
                  <a:lnTo>
                    <a:pt x="153613" y="95728"/>
                  </a:lnTo>
                  <a:lnTo>
                    <a:pt x="152801" y="95999"/>
                  </a:lnTo>
                  <a:lnTo>
                    <a:pt x="149372" y="101799"/>
                  </a:lnTo>
                  <a:lnTo>
                    <a:pt x="146552" y="99973"/>
                  </a:lnTo>
                  <a:lnTo>
                    <a:pt x="134649" y="101126"/>
                  </a:lnTo>
                  <a:lnTo>
                    <a:pt x="131690" y="70918"/>
                  </a:lnTo>
                  <a:lnTo>
                    <a:pt x="106834" y="73237"/>
                  </a:lnTo>
                  <a:lnTo>
                    <a:pt x="106125" y="66413"/>
                  </a:lnTo>
                  <a:lnTo>
                    <a:pt x="99160" y="65627"/>
                  </a:lnTo>
                  <a:lnTo>
                    <a:pt x="90519" y="66880"/>
                  </a:lnTo>
                  <a:lnTo>
                    <a:pt x="80242" y="66294"/>
                  </a:lnTo>
                  <a:lnTo>
                    <a:pt x="75635" y="70972"/>
                  </a:lnTo>
                  <a:lnTo>
                    <a:pt x="74048" y="83009"/>
                  </a:lnTo>
                  <a:lnTo>
                    <a:pt x="67946" y="91899"/>
                  </a:lnTo>
                  <a:lnTo>
                    <a:pt x="68558" y="97723"/>
                  </a:lnTo>
                  <a:lnTo>
                    <a:pt x="67116" y="99988"/>
                  </a:lnTo>
                  <a:lnTo>
                    <a:pt x="61242" y="104073"/>
                  </a:lnTo>
                  <a:lnTo>
                    <a:pt x="60186" y="106139"/>
                  </a:lnTo>
                  <a:lnTo>
                    <a:pt x="56252" y="121872"/>
                  </a:lnTo>
                  <a:lnTo>
                    <a:pt x="52591" y="126233"/>
                  </a:lnTo>
                  <a:lnTo>
                    <a:pt x="47913" y="134384"/>
                  </a:lnTo>
                  <a:lnTo>
                    <a:pt x="43568" y="138514"/>
                  </a:lnTo>
                  <a:lnTo>
                    <a:pt x="43364" y="141654"/>
                  </a:lnTo>
                  <a:lnTo>
                    <a:pt x="40707" y="141686"/>
                  </a:lnTo>
                  <a:lnTo>
                    <a:pt x="37078" y="139871"/>
                  </a:lnTo>
                  <a:lnTo>
                    <a:pt x="32987" y="134853"/>
                  </a:lnTo>
                  <a:lnTo>
                    <a:pt x="28287" y="136701"/>
                  </a:lnTo>
                  <a:lnTo>
                    <a:pt x="25665" y="132084"/>
                  </a:lnTo>
                  <a:lnTo>
                    <a:pt x="23043" y="130634"/>
                  </a:lnTo>
                  <a:lnTo>
                    <a:pt x="17225" y="132258"/>
                  </a:lnTo>
                  <a:lnTo>
                    <a:pt x="9619" y="139231"/>
                  </a:lnTo>
                  <a:lnTo>
                    <a:pt x="9452" y="137645"/>
                  </a:lnTo>
                  <a:lnTo>
                    <a:pt x="3337" y="138135"/>
                  </a:lnTo>
                  <a:lnTo>
                    <a:pt x="2752" y="133568"/>
                  </a:lnTo>
                  <a:lnTo>
                    <a:pt x="2526" y="130182"/>
                  </a:lnTo>
                  <a:lnTo>
                    <a:pt x="7527" y="130041"/>
                  </a:lnTo>
                  <a:lnTo>
                    <a:pt x="9184" y="125197"/>
                  </a:lnTo>
                  <a:lnTo>
                    <a:pt x="8962" y="122252"/>
                  </a:lnTo>
                  <a:lnTo>
                    <a:pt x="2352" y="122745"/>
                  </a:lnTo>
                  <a:lnTo>
                    <a:pt x="1952" y="115431"/>
                  </a:lnTo>
                  <a:lnTo>
                    <a:pt x="8435" y="114707"/>
                  </a:lnTo>
                  <a:lnTo>
                    <a:pt x="7620" y="105395"/>
                  </a:lnTo>
                  <a:lnTo>
                    <a:pt x="5926" y="105887"/>
                  </a:lnTo>
                  <a:lnTo>
                    <a:pt x="5880" y="97239"/>
                  </a:lnTo>
                  <a:lnTo>
                    <a:pt x="8074" y="97061"/>
                  </a:lnTo>
                  <a:lnTo>
                    <a:pt x="6425" y="86174"/>
                  </a:lnTo>
                  <a:lnTo>
                    <a:pt x="8348" y="85964"/>
                  </a:lnTo>
                  <a:lnTo>
                    <a:pt x="7172" y="78313"/>
                  </a:lnTo>
                  <a:lnTo>
                    <a:pt x="4362" y="78514"/>
                  </a:lnTo>
                  <a:lnTo>
                    <a:pt x="1112" y="44724"/>
                  </a:lnTo>
                  <a:lnTo>
                    <a:pt x="1772" y="42249"/>
                  </a:lnTo>
                  <a:lnTo>
                    <a:pt x="0" y="27879"/>
                  </a:lnTo>
                  <a:lnTo>
                    <a:pt x="9195" y="25824"/>
                  </a:lnTo>
                  <a:lnTo>
                    <a:pt x="10023" y="29358"/>
                  </a:lnTo>
                  <a:lnTo>
                    <a:pt x="16182" y="27859"/>
                  </a:lnTo>
                  <a:lnTo>
                    <a:pt x="16692" y="33607"/>
                  </a:lnTo>
                  <a:lnTo>
                    <a:pt x="21476" y="35481"/>
                  </a:lnTo>
                  <a:lnTo>
                    <a:pt x="26299" y="35272"/>
                  </a:lnTo>
                  <a:lnTo>
                    <a:pt x="26131" y="32533"/>
                  </a:lnTo>
                  <a:lnTo>
                    <a:pt x="36992" y="31387"/>
                  </a:lnTo>
                  <a:lnTo>
                    <a:pt x="37869" y="38565"/>
                  </a:lnTo>
                  <a:lnTo>
                    <a:pt x="45911" y="37787"/>
                  </a:lnTo>
                  <a:lnTo>
                    <a:pt x="47439" y="53623"/>
                  </a:lnTo>
                  <a:lnTo>
                    <a:pt x="66235" y="51713"/>
                  </a:lnTo>
                  <a:lnTo>
                    <a:pt x="69005" y="48863"/>
                  </a:lnTo>
                  <a:lnTo>
                    <a:pt x="85837" y="49828"/>
                  </a:lnTo>
                  <a:lnTo>
                    <a:pt x="88294" y="45430"/>
                  </a:lnTo>
                  <a:lnTo>
                    <a:pt x="89233" y="40286"/>
                  </a:lnTo>
                  <a:lnTo>
                    <a:pt x="92446" y="37867"/>
                  </a:lnTo>
                  <a:lnTo>
                    <a:pt x="96550" y="33373"/>
                  </a:lnTo>
                  <a:lnTo>
                    <a:pt x="103702" y="18455"/>
                  </a:lnTo>
                  <a:lnTo>
                    <a:pt x="104515" y="18085"/>
                  </a:lnTo>
                  <a:lnTo>
                    <a:pt x="106811" y="19108"/>
                  </a:lnTo>
                  <a:lnTo>
                    <a:pt x="108579" y="19102"/>
                  </a:lnTo>
                  <a:lnTo>
                    <a:pt x="110162" y="14819"/>
                  </a:lnTo>
                  <a:lnTo>
                    <a:pt x="113496" y="11259"/>
                  </a:lnTo>
                  <a:lnTo>
                    <a:pt x="119582" y="10645"/>
                  </a:lnTo>
                  <a:lnTo>
                    <a:pt x="118746" y="4822"/>
                  </a:lnTo>
                  <a:lnTo>
                    <a:pt x="168291" y="0"/>
                  </a:lnTo>
                  <a:lnTo>
                    <a:pt x="172295" y="1266"/>
                  </a:lnTo>
                  <a:lnTo>
                    <a:pt x="170774" y="5745"/>
                  </a:lnTo>
                  <a:lnTo>
                    <a:pt x="168408" y="1847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h2094"/>
            <p:cNvSpPr/>
            <p:nvPr/>
          </p:nvSpPr>
          <p:spPr>
            <a:xfrm>
              <a:off x="3841689" y="2999973"/>
              <a:ext cx="920" cy="1164"/>
            </a:xfrm>
            <a:custGeom>
              <a:avLst/>
              <a:pathLst>
                <a:path w="920" h="1164">
                  <a:moveTo>
                    <a:pt x="0" y="0"/>
                  </a:moveTo>
                  <a:lnTo>
                    <a:pt x="920" y="973"/>
                  </a:lnTo>
                  <a:lnTo>
                    <a:pt x="163" y="11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h2095"/>
            <p:cNvSpPr/>
            <p:nvPr/>
          </p:nvSpPr>
          <p:spPr>
            <a:xfrm>
              <a:off x="3840156" y="2998955"/>
              <a:ext cx="1195" cy="821"/>
            </a:xfrm>
            <a:custGeom>
              <a:avLst/>
              <a:pathLst>
                <a:path w="1195" h="821">
                  <a:moveTo>
                    <a:pt x="432" y="0"/>
                  </a:moveTo>
                  <a:lnTo>
                    <a:pt x="1195" y="821"/>
                  </a:lnTo>
                  <a:lnTo>
                    <a:pt x="0" y="7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h2096"/>
            <p:cNvSpPr/>
            <p:nvPr/>
          </p:nvSpPr>
          <p:spPr>
            <a:xfrm>
              <a:off x="3839043" y="2997919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h2097"/>
            <p:cNvSpPr/>
            <p:nvPr/>
          </p:nvSpPr>
          <p:spPr>
            <a:xfrm>
              <a:off x="3838025" y="2996308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h2098"/>
            <p:cNvSpPr/>
            <p:nvPr/>
          </p:nvSpPr>
          <p:spPr>
            <a:xfrm>
              <a:off x="3836794" y="2991787"/>
              <a:ext cx="981" cy="3991"/>
            </a:xfrm>
            <a:custGeom>
              <a:avLst/>
              <a:pathLst>
                <a:path w="981" h="3991">
                  <a:moveTo>
                    <a:pt x="770" y="1389"/>
                  </a:moveTo>
                  <a:lnTo>
                    <a:pt x="981" y="39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h2099"/>
            <p:cNvSpPr/>
            <p:nvPr/>
          </p:nvSpPr>
          <p:spPr>
            <a:xfrm>
              <a:off x="3836533" y="2985088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h2100"/>
            <p:cNvSpPr/>
            <p:nvPr/>
          </p:nvSpPr>
          <p:spPr>
            <a:xfrm>
              <a:off x="3836185" y="2979868"/>
              <a:ext cx="362" cy="820"/>
            </a:xfrm>
            <a:custGeom>
              <a:avLst/>
              <a:pathLst>
                <a:path w="362" h="820">
                  <a:moveTo>
                    <a:pt x="255" y="0"/>
                  </a:moveTo>
                  <a:lnTo>
                    <a:pt x="362" y="820"/>
                  </a:lnTo>
                  <a:lnTo>
                    <a:pt x="0" y="26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h2101"/>
            <p:cNvSpPr/>
            <p:nvPr/>
          </p:nvSpPr>
          <p:spPr>
            <a:xfrm>
              <a:off x="3835853" y="2976616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h2102"/>
            <p:cNvSpPr/>
            <p:nvPr/>
          </p:nvSpPr>
          <p:spPr>
            <a:xfrm>
              <a:off x="3835441" y="2973861"/>
              <a:ext cx="444" cy="1754"/>
            </a:xfrm>
            <a:custGeom>
              <a:avLst/>
              <a:pathLst>
                <a:path w="444" h="1754">
                  <a:moveTo>
                    <a:pt x="444" y="411"/>
                  </a:moveTo>
                  <a:lnTo>
                    <a:pt x="248" y="1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h2103"/>
            <p:cNvSpPr/>
            <p:nvPr/>
          </p:nvSpPr>
          <p:spPr>
            <a:xfrm>
              <a:off x="3835740" y="2968090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h2104"/>
            <p:cNvSpPr/>
            <p:nvPr/>
          </p:nvSpPr>
          <p:spPr>
            <a:xfrm>
              <a:off x="3837973" y="2962750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h2105"/>
            <p:cNvSpPr/>
            <p:nvPr/>
          </p:nvSpPr>
          <p:spPr>
            <a:xfrm>
              <a:off x="3839700" y="2959987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h2106"/>
            <p:cNvSpPr/>
            <p:nvPr/>
          </p:nvSpPr>
          <p:spPr>
            <a:xfrm>
              <a:off x="3840137" y="2958625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h2107"/>
            <p:cNvSpPr/>
            <p:nvPr/>
          </p:nvSpPr>
          <p:spPr>
            <a:xfrm>
              <a:off x="3840693" y="2956503"/>
              <a:ext cx="713" cy="1686"/>
            </a:xfrm>
            <a:custGeom>
              <a:avLst/>
              <a:pathLst>
                <a:path w="713" h="1686">
                  <a:moveTo>
                    <a:pt x="713" y="0"/>
                  </a:moveTo>
                  <a:lnTo>
                    <a:pt x="261" y="1686"/>
                  </a:lnTo>
                  <a:lnTo>
                    <a:pt x="0" y="14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h2108"/>
            <p:cNvSpPr/>
            <p:nvPr/>
          </p:nvSpPr>
          <p:spPr>
            <a:xfrm>
              <a:off x="3842451" y="2953839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h2109"/>
            <p:cNvSpPr/>
            <p:nvPr/>
          </p:nvSpPr>
          <p:spPr>
            <a:xfrm>
              <a:off x="3843406" y="3000922"/>
              <a:ext cx="733" cy="725"/>
            </a:xfrm>
            <a:custGeom>
              <a:avLst/>
              <a:pathLst>
                <a:path w="733" h="725">
                  <a:moveTo>
                    <a:pt x="733" y="371"/>
                  </a:moveTo>
                  <a:lnTo>
                    <a:pt x="633" y="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h2110"/>
            <p:cNvSpPr/>
            <p:nvPr/>
          </p:nvSpPr>
          <p:spPr>
            <a:xfrm>
              <a:off x="3844581" y="2979266"/>
              <a:ext cx="6113" cy="22202"/>
            </a:xfrm>
            <a:custGeom>
              <a:avLst/>
              <a:pathLst>
                <a:path w="6113" h="22202">
                  <a:moveTo>
                    <a:pt x="5185" y="9545"/>
                  </a:move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lnTo>
                    <a:pt x="5134" y="1345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h2111"/>
            <p:cNvSpPr/>
            <p:nvPr/>
          </p:nvSpPr>
          <p:spPr>
            <a:xfrm>
              <a:off x="3847133" y="2973500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h2112"/>
            <p:cNvSpPr/>
            <p:nvPr/>
          </p:nvSpPr>
          <p:spPr>
            <a:xfrm>
              <a:off x="3852210" y="2956972"/>
              <a:ext cx="4636" cy="14200"/>
            </a:xfrm>
            <a:custGeom>
              <a:avLst/>
              <a:pathLst>
                <a:path w="4636" h="14200">
                  <a:moveTo>
                    <a:pt x="3763" y="8296"/>
                  </a:move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lnTo>
                    <a:pt x="4636" y="10859"/>
                  </a:lnTo>
                  <a:lnTo>
                    <a:pt x="3022" y="14200"/>
                  </a:lnTo>
                  <a:lnTo>
                    <a:pt x="2628" y="1375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h2113"/>
            <p:cNvSpPr/>
            <p:nvPr/>
          </p:nvSpPr>
          <p:spPr>
            <a:xfrm>
              <a:off x="3848968" y="2957041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h2114"/>
            <p:cNvSpPr/>
            <p:nvPr/>
          </p:nvSpPr>
          <p:spPr>
            <a:xfrm>
              <a:off x="3851878" y="2956560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h2115"/>
            <p:cNvSpPr/>
            <p:nvPr/>
          </p:nvSpPr>
          <p:spPr>
            <a:xfrm>
              <a:off x="3847627" y="2956419"/>
              <a:ext cx="308" cy="311"/>
            </a:xfrm>
            <a:custGeom>
              <a:avLst/>
              <a:pathLst>
                <a:path w="308" h="311">
                  <a:moveTo>
                    <a:pt x="308" y="120"/>
                  </a:moveTo>
                  <a:lnTo>
                    <a:pt x="267" y="3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h2116"/>
            <p:cNvSpPr/>
            <p:nvPr/>
          </p:nvSpPr>
          <p:spPr>
            <a:xfrm>
              <a:off x="3849296" y="2955899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h2117"/>
            <p:cNvSpPr/>
            <p:nvPr/>
          </p:nvSpPr>
          <p:spPr>
            <a:xfrm>
              <a:off x="3847105" y="2955557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h2118"/>
            <p:cNvSpPr/>
            <p:nvPr/>
          </p:nvSpPr>
          <p:spPr>
            <a:xfrm>
              <a:off x="3850661" y="2955369"/>
              <a:ext cx="177" cy="321"/>
            </a:xfrm>
            <a:custGeom>
              <a:avLst/>
              <a:pathLst>
                <a:path w="177" h="321">
                  <a:moveTo>
                    <a:pt x="59" y="0"/>
                  </a:moveTo>
                  <a:lnTo>
                    <a:pt x="177" y="321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h2119"/>
            <p:cNvSpPr/>
            <p:nvPr/>
          </p:nvSpPr>
          <p:spPr>
            <a:xfrm>
              <a:off x="3845927" y="2954560"/>
              <a:ext cx="491" cy="1322"/>
            </a:xfrm>
            <a:custGeom>
              <a:avLst/>
              <a:pathLst>
                <a:path w="491" h="1322">
                  <a:moveTo>
                    <a:pt x="491" y="0"/>
                  </a:moveTo>
                  <a:lnTo>
                    <a:pt x="423" y="1322"/>
                  </a:lnTo>
                  <a:lnTo>
                    <a:pt x="0" y="81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h2120"/>
            <p:cNvSpPr/>
            <p:nvPr/>
          </p:nvSpPr>
          <p:spPr>
            <a:xfrm>
              <a:off x="3847027" y="2954794"/>
              <a:ext cx="196" cy="426"/>
            </a:xfrm>
            <a:custGeom>
              <a:avLst/>
              <a:pathLst>
                <a:path w="196" h="426">
                  <a:moveTo>
                    <a:pt x="0" y="0"/>
                  </a:moveTo>
                  <a:lnTo>
                    <a:pt x="196" y="400"/>
                  </a:lnTo>
                  <a:lnTo>
                    <a:pt x="6" y="42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h2121"/>
            <p:cNvSpPr/>
            <p:nvPr/>
          </p:nvSpPr>
          <p:spPr>
            <a:xfrm>
              <a:off x="3842890" y="2954222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h2122"/>
            <p:cNvSpPr/>
            <p:nvPr/>
          </p:nvSpPr>
          <p:spPr>
            <a:xfrm>
              <a:off x="3847107" y="2953848"/>
              <a:ext cx="337" cy="404"/>
            </a:xfrm>
            <a:custGeom>
              <a:avLst/>
              <a:pathLst>
                <a:path w="337" h="404">
                  <a:moveTo>
                    <a:pt x="224" y="0"/>
                  </a:moveTo>
                  <a:lnTo>
                    <a:pt x="337" y="404"/>
                  </a:lnTo>
                  <a:lnTo>
                    <a:pt x="0" y="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h2123"/>
            <p:cNvSpPr/>
            <p:nvPr/>
          </p:nvSpPr>
          <p:spPr>
            <a:xfrm>
              <a:off x="3843693" y="2952195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h2124"/>
            <p:cNvSpPr/>
            <p:nvPr/>
          </p:nvSpPr>
          <p:spPr>
            <a:xfrm>
              <a:off x="3818716" y="2675282"/>
              <a:ext cx="55657" cy="41066"/>
            </a:xfrm>
            <a:custGeom>
              <a:avLst/>
              <a:pathLst>
                <a:path w="55657" h="41066">
                  <a:moveTo>
                    <a:pt x="28813" y="19809"/>
                  </a:moveTo>
                  <a:lnTo>
                    <a:pt x="55657" y="16503"/>
                  </a:lnTo>
                  <a:lnTo>
                    <a:pt x="55075" y="20240"/>
                  </a:lnTo>
                  <a:lnTo>
                    <a:pt x="52644" y="27375"/>
                  </a:lnTo>
                  <a:lnTo>
                    <a:pt x="48013" y="32668"/>
                  </a:lnTo>
                  <a:lnTo>
                    <a:pt x="47977" y="32085"/>
                  </a:lnTo>
                  <a:lnTo>
                    <a:pt x="30306" y="34017"/>
                  </a:lnTo>
                  <a:lnTo>
                    <a:pt x="18407" y="41066"/>
                  </a:lnTo>
                  <a:lnTo>
                    <a:pt x="17081" y="28267"/>
                  </a:lnTo>
                  <a:lnTo>
                    <a:pt x="2453" y="29650"/>
                  </a:lnTo>
                  <a:lnTo>
                    <a:pt x="0" y="2504"/>
                  </a:lnTo>
                  <a:lnTo>
                    <a:pt x="24813" y="233"/>
                  </a:lnTo>
                  <a:lnTo>
                    <a:pt x="268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h2125"/>
            <p:cNvSpPr/>
            <p:nvPr/>
          </p:nvSpPr>
          <p:spPr>
            <a:xfrm>
              <a:off x="3754983" y="2707367"/>
              <a:ext cx="111746" cy="59166"/>
            </a:xfrm>
            <a:custGeom>
              <a:avLst/>
              <a:pathLst>
                <a:path w="111746" h="59166">
                  <a:moveTo>
                    <a:pt x="111746" y="583"/>
                  </a:moveTo>
                  <a:lnTo>
                    <a:pt x="107679" y="8112"/>
                  </a:lnTo>
                  <a:lnTo>
                    <a:pt x="108059" y="10191"/>
                  </a:lnTo>
                  <a:lnTo>
                    <a:pt x="102350" y="15498"/>
                  </a:lnTo>
                  <a:lnTo>
                    <a:pt x="94658" y="27787"/>
                  </a:lnTo>
                  <a:lnTo>
                    <a:pt x="92395" y="30133"/>
                  </a:lnTo>
                  <a:lnTo>
                    <a:pt x="90190" y="28992"/>
                  </a:lnTo>
                  <a:lnTo>
                    <a:pt x="85568" y="28350"/>
                  </a:lnTo>
                  <a:lnTo>
                    <a:pt x="84265" y="30022"/>
                  </a:lnTo>
                  <a:lnTo>
                    <a:pt x="88350" y="31434"/>
                  </a:lnTo>
                  <a:lnTo>
                    <a:pt x="89958" y="29819"/>
                  </a:lnTo>
                  <a:lnTo>
                    <a:pt x="91520" y="31247"/>
                  </a:lnTo>
                  <a:lnTo>
                    <a:pt x="90075" y="32131"/>
                  </a:lnTo>
                  <a:lnTo>
                    <a:pt x="87713" y="35359"/>
                  </a:lnTo>
                  <a:lnTo>
                    <a:pt x="81006" y="40852"/>
                  </a:lnTo>
                  <a:lnTo>
                    <a:pt x="78842" y="43450"/>
                  </a:lnTo>
                  <a:lnTo>
                    <a:pt x="74000" y="51958"/>
                  </a:lnTo>
                  <a:lnTo>
                    <a:pt x="71904" y="51440"/>
                  </a:lnTo>
                  <a:lnTo>
                    <a:pt x="67544" y="48086"/>
                  </a:lnTo>
                  <a:lnTo>
                    <a:pt x="64857" y="48573"/>
                  </a:lnTo>
                  <a:lnTo>
                    <a:pt x="62406" y="53872"/>
                  </a:lnTo>
                  <a:lnTo>
                    <a:pt x="67524" y="56102"/>
                  </a:lnTo>
                  <a:lnTo>
                    <a:pt x="66365" y="59166"/>
                  </a:lnTo>
                  <a:lnTo>
                    <a:pt x="58038" y="55564"/>
                  </a:lnTo>
                  <a:lnTo>
                    <a:pt x="49692" y="58797"/>
                  </a:lnTo>
                  <a:lnTo>
                    <a:pt x="42660" y="51397"/>
                  </a:lnTo>
                  <a:lnTo>
                    <a:pt x="41394" y="48267"/>
                  </a:lnTo>
                  <a:lnTo>
                    <a:pt x="35687" y="43264"/>
                  </a:lnTo>
                  <a:lnTo>
                    <a:pt x="20642" y="44737"/>
                  </a:lnTo>
                  <a:lnTo>
                    <a:pt x="13055" y="54430"/>
                  </a:lnTo>
                  <a:lnTo>
                    <a:pt x="0" y="55074"/>
                  </a:lnTo>
                  <a:lnTo>
                    <a:pt x="2487" y="52021"/>
                  </a:lnTo>
                  <a:lnTo>
                    <a:pt x="21997" y="28017"/>
                  </a:lnTo>
                  <a:lnTo>
                    <a:pt x="36772" y="26790"/>
                  </a:lnTo>
                  <a:lnTo>
                    <a:pt x="37146" y="33065"/>
                  </a:lnTo>
                  <a:lnTo>
                    <a:pt x="47436" y="32871"/>
                  </a:lnTo>
                  <a:lnTo>
                    <a:pt x="46423" y="24863"/>
                  </a:lnTo>
                  <a:lnTo>
                    <a:pt x="76684" y="22057"/>
                  </a:lnTo>
                  <a:lnTo>
                    <a:pt x="74781" y="21002"/>
                  </a:lnTo>
                  <a:lnTo>
                    <a:pt x="76843" y="16341"/>
                  </a:lnTo>
                  <a:lnTo>
                    <a:pt x="82140" y="8981"/>
                  </a:lnTo>
                  <a:lnTo>
                    <a:pt x="94038" y="1931"/>
                  </a:lnTo>
                  <a:lnTo>
                    <a:pt x="11171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h2126"/>
            <p:cNvSpPr/>
            <p:nvPr/>
          </p:nvSpPr>
          <p:spPr>
            <a:xfrm>
              <a:off x="3635741" y="2914615"/>
              <a:ext cx="181315" cy="72173"/>
            </a:xfrm>
            <a:custGeom>
              <a:avLst/>
              <a:pathLst>
                <a:path w="181315" h="72173">
                  <a:moveTo>
                    <a:pt x="48499" y="1523"/>
                  </a:moveTo>
                  <a:lnTo>
                    <a:pt x="55528" y="934"/>
                  </a:lnTo>
                  <a:lnTo>
                    <a:pt x="61919" y="270"/>
                  </a:lnTo>
                  <a:lnTo>
                    <a:pt x="62944" y="883"/>
                  </a:lnTo>
                  <a:lnTo>
                    <a:pt x="63202" y="3593"/>
                  </a:lnTo>
                  <a:lnTo>
                    <a:pt x="67099" y="3224"/>
                  </a:lnTo>
                  <a:lnTo>
                    <a:pt x="66935" y="1785"/>
                  </a:lnTo>
                  <a:lnTo>
                    <a:pt x="74890" y="937"/>
                  </a:lnTo>
                  <a:lnTo>
                    <a:pt x="75224" y="1694"/>
                  </a:lnTo>
                  <a:lnTo>
                    <a:pt x="76237" y="1838"/>
                  </a:lnTo>
                  <a:lnTo>
                    <a:pt x="86164" y="380"/>
                  </a:lnTo>
                  <a:lnTo>
                    <a:pt x="82985" y="12807"/>
                  </a:lnTo>
                  <a:lnTo>
                    <a:pt x="87044" y="12766"/>
                  </a:lnTo>
                  <a:lnTo>
                    <a:pt x="103925" y="16203"/>
                  </a:lnTo>
                  <a:lnTo>
                    <a:pt x="106564" y="3403"/>
                  </a:lnTo>
                  <a:lnTo>
                    <a:pt x="128597" y="6051"/>
                  </a:lnTo>
                  <a:lnTo>
                    <a:pt x="181220" y="579"/>
                  </a:lnTo>
                  <a:lnTo>
                    <a:pt x="181315" y="5952"/>
                  </a:lnTo>
                  <a:lnTo>
                    <a:pt x="180011" y="7411"/>
                  </a:lnTo>
                  <a:lnTo>
                    <a:pt x="175838" y="19815"/>
                  </a:lnTo>
                  <a:lnTo>
                    <a:pt x="171833" y="18549"/>
                  </a:lnTo>
                  <a:lnTo>
                    <a:pt x="122289" y="23371"/>
                  </a:lnTo>
                  <a:lnTo>
                    <a:pt x="123125" y="29195"/>
                  </a:lnTo>
                  <a:lnTo>
                    <a:pt x="117039" y="29808"/>
                  </a:lnTo>
                  <a:lnTo>
                    <a:pt x="113704" y="33368"/>
                  </a:lnTo>
                  <a:lnTo>
                    <a:pt x="112122" y="37651"/>
                  </a:lnTo>
                  <a:lnTo>
                    <a:pt x="110354" y="37658"/>
                  </a:lnTo>
                  <a:lnTo>
                    <a:pt x="108057" y="36634"/>
                  </a:lnTo>
                  <a:lnTo>
                    <a:pt x="107244" y="37004"/>
                  </a:lnTo>
                  <a:lnTo>
                    <a:pt x="100093" y="51922"/>
                  </a:lnTo>
                  <a:lnTo>
                    <a:pt x="95989" y="56416"/>
                  </a:lnTo>
                  <a:lnTo>
                    <a:pt x="92775" y="58835"/>
                  </a:lnTo>
                  <a:lnTo>
                    <a:pt x="91836" y="63979"/>
                  </a:lnTo>
                  <a:lnTo>
                    <a:pt x="89380" y="68378"/>
                  </a:lnTo>
                  <a:lnTo>
                    <a:pt x="72547" y="67412"/>
                  </a:lnTo>
                  <a:lnTo>
                    <a:pt x="69777" y="70263"/>
                  </a:lnTo>
                  <a:lnTo>
                    <a:pt x="50982" y="72173"/>
                  </a:lnTo>
                  <a:lnTo>
                    <a:pt x="49454" y="56336"/>
                  </a:lnTo>
                  <a:lnTo>
                    <a:pt x="41412" y="57115"/>
                  </a:lnTo>
                  <a:lnTo>
                    <a:pt x="40534" y="49936"/>
                  </a:lnTo>
                  <a:lnTo>
                    <a:pt x="29674" y="51082"/>
                  </a:lnTo>
                  <a:lnTo>
                    <a:pt x="29842" y="53822"/>
                  </a:lnTo>
                  <a:lnTo>
                    <a:pt x="25018" y="54030"/>
                  </a:lnTo>
                  <a:lnTo>
                    <a:pt x="20234" y="52156"/>
                  </a:lnTo>
                  <a:lnTo>
                    <a:pt x="19725" y="46408"/>
                  </a:lnTo>
                  <a:lnTo>
                    <a:pt x="13566" y="47907"/>
                  </a:lnTo>
                  <a:lnTo>
                    <a:pt x="12738" y="44373"/>
                  </a:lnTo>
                  <a:lnTo>
                    <a:pt x="3542" y="46429"/>
                  </a:lnTo>
                  <a:lnTo>
                    <a:pt x="2453" y="32437"/>
                  </a:lnTo>
                  <a:lnTo>
                    <a:pt x="2263" y="16023"/>
                  </a:lnTo>
                  <a:lnTo>
                    <a:pt x="999" y="16043"/>
                  </a:lnTo>
                  <a:lnTo>
                    <a:pt x="0" y="4953"/>
                  </a:lnTo>
                  <a:lnTo>
                    <a:pt x="4836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h2127"/>
            <p:cNvSpPr/>
            <p:nvPr/>
          </p:nvSpPr>
          <p:spPr>
            <a:xfrm>
              <a:off x="3776980" y="2625147"/>
              <a:ext cx="66549" cy="115286"/>
            </a:xfrm>
            <a:custGeom>
              <a:avLst/>
              <a:pathLst>
                <a:path w="66549" h="115286">
                  <a:moveTo>
                    <a:pt x="62341" y="19262"/>
                  </a:moveTo>
                  <a:lnTo>
                    <a:pt x="63300" y="19215"/>
                  </a:lnTo>
                  <a:lnTo>
                    <a:pt x="65152" y="36968"/>
                  </a:lnTo>
                  <a:lnTo>
                    <a:pt x="66549" y="50368"/>
                  </a:lnTo>
                  <a:lnTo>
                    <a:pt x="41735" y="52639"/>
                  </a:lnTo>
                  <a:lnTo>
                    <a:pt x="44189" y="79785"/>
                  </a:lnTo>
                  <a:lnTo>
                    <a:pt x="58816" y="78402"/>
                  </a:lnTo>
                  <a:lnTo>
                    <a:pt x="60143" y="91201"/>
                  </a:lnTo>
                  <a:lnTo>
                    <a:pt x="54845" y="98561"/>
                  </a:lnTo>
                  <a:lnTo>
                    <a:pt x="52783" y="103223"/>
                  </a:lnTo>
                  <a:lnTo>
                    <a:pt x="54687" y="104277"/>
                  </a:lnTo>
                  <a:lnTo>
                    <a:pt x="24426" y="107084"/>
                  </a:lnTo>
                  <a:lnTo>
                    <a:pt x="25438" y="115092"/>
                  </a:lnTo>
                  <a:lnTo>
                    <a:pt x="15149" y="115286"/>
                  </a:lnTo>
                  <a:lnTo>
                    <a:pt x="14775" y="109010"/>
                  </a:lnTo>
                  <a:lnTo>
                    <a:pt x="0" y="110237"/>
                  </a:lnTo>
                  <a:lnTo>
                    <a:pt x="15184" y="76317"/>
                  </a:lnTo>
                  <a:lnTo>
                    <a:pt x="19325" y="67067"/>
                  </a:lnTo>
                  <a:lnTo>
                    <a:pt x="13253" y="9032"/>
                  </a:lnTo>
                  <a:lnTo>
                    <a:pt x="18504" y="9127"/>
                  </a:lnTo>
                  <a:lnTo>
                    <a:pt x="22975" y="11090"/>
                  </a:lnTo>
                  <a:lnTo>
                    <a:pt x="28254" y="11431"/>
                  </a:lnTo>
                  <a:lnTo>
                    <a:pt x="35417" y="13702"/>
                  </a:lnTo>
                  <a:lnTo>
                    <a:pt x="43081" y="12180"/>
                  </a:lnTo>
                  <a:lnTo>
                    <a:pt x="47938" y="12629"/>
                  </a:lnTo>
                  <a:lnTo>
                    <a:pt x="58113" y="8100"/>
                  </a:lnTo>
                  <a:lnTo>
                    <a:pt x="60139" y="6562"/>
                  </a:lnTo>
                  <a:lnTo>
                    <a:pt x="60329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h2128"/>
            <p:cNvSpPr/>
            <p:nvPr/>
          </p:nvSpPr>
          <p:spPr>
            <a:xfrm>
              <a:off x="3805223" y="2615772"/>
              <a:ext cx="31191" cy="15256"/>
            </a:xfrm>
            <a:custGeom>
              <a:avLst/>
              <a:pathLst>
                <a:path w="31191" h="15256">
                  <a:moveTo>
                    <a:pt x="29845" y="1710"/>
                  </a:moveTo>
                  <a:lnTo>
                    <a:pt x="28931" y="4558"/>
                  </a:lnTo>
                  <a:lnTo>
                    <a:pt x="24841" y="6592"/>
                  </a:lnTo>
                  <a:lnTo>
                    <a:pt x="20875" y="10463"/>
                  </a:lnTo>
                  <a:lnTo>
                    <a:pt x="12821" y="12483"/>
                  </a:lnTo>
                  <a:lnTo>
                    <a:pt x="8396" y="10674"/>
                  </a:lnTo>
                  <a:lnTo>
                    <a:pt x="7147" y="9106"/>
                  </a:lnTo>
                  <a:lnTo>
                    <a:pt x="4138" y="11236"/>
                  </a:lnTo>
                  <a:lnTo>
                    <a:pt x="1396" y="14957"/>
                  </a:lnTo>
                  <a:lnTo>
                    <a:pt x="866" y="15256"/>
                  </a:lnTo>
                  <a:lnTo>
                    <a:pt x="0" y="14370"/>
                  </a:lnTo>
                  <a:lnTo>
                    <a:pt x="6233" y="7165"/>
                  </a:lnTo>
                  <a:lnTo>
                    <a:pt x="9431" y="8995"/>
                  </a:lnTo>
                  <a:lnTo>
                    <a:pt x="12508" y="9472"/>
                  </a:lnTo>
                  <a:lnTo>
                    <a:pt x="19092" y="8526"/>
                  </a:lnTo>
                  <a:lnTo>
                    <a:pt x="26948" y="4406"/>
                  </a:lnTo>
                  <a:lnTo>
                    <a:pt x="31108" y="0"/>
                  </a:lnTo>
                  <a:lnTo>
                    <a:pt x="31148" y="381"/>
                  </a:lnTo>
                  <a:lnTo>
                    <a:pt x="31169" y="588"/>
                  </a:lnTo>
                  <a:lnTo>
                    <a:pt x="31191" y="797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h2129"/>
            <p:cNvSpPr/>
            <p:nvPr/>
          </p:nvSpPr>
          <p:spPr>
            <a:xfrm>
              <a:off x="3834414" y="2618923"/>
              <a:ext cx="2629" cy="3666"/>
            </a:xfrm>
            <a:custGeom>
              <a:avLst/>
              <a:pathLst>
                <a:path w="2629" h="3666">
                  <a:moveTo>
                    <a:pt x="2629" y="3666"/>
                  </a:moveTo>
                  <a:lnTo>
                    <a:pt x="0" y="3107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h2130"/>
            <p:cNvSpPr/>
            <p:nvPr/>
          </p:nvSpPr>
          <p:spPr>
            <a:xfrm>
              <a:off x="3615459" y="2798650"/>
              <a:ext cx="96953" cy="120917"/>
            </a:xfrm>
            <a:custGeom>
              <a:avLst/>
              <a:pathLst>
                <a:path w="96953" h="120917">
                  <a:moveTo>
                    <a:pt x="88424" y="371"/>
                  </a:moveTo>
                  <a:lnTo>
                    <a:pt x="91482" y="3417"/>
                  </a:lnTo>
                  <a:lnTo>
                    <a:pt x="91024" y="15627"/>
                  </a:lnTo>
                  <a:lnTo>
                    <a:pt x="84205" y="15521"/>
                  </a:lnTo>
                  <a:lnTo>
                    <a:pt x="84305" y="17952"/>
                  </a:lnTo>
                  <a:lnTo>
                    <a:pt x="86203" y="21163"/>
                  </a:lnTo>
                  <a:lnTo>
                    <a:pt x="90828" y="21092"/>
                  </a:lnTo>
                  <a:lnTo>
                    <a:pt x="90938" y="19192"/>
                  </a:lnTo>
                  <a:lnTo>
                    <a:pt x="96520" y="19434"/>
                  </a:lnTo>
                  <a:lnTo>
                    <a:pt x="96953" y="26384"/>
                  </a:lnTo>
                  <a:lnTo>
                    <a:pt x="96623" y="27176"/>
                  </a:lnTo>
                  <a:lnTo>
                    <a:pt x="95142" y="27365"/>
                  </a:lnTo>
                  <a:lnTo>
                    <a:pt x="95063" y="26610"/>
                  </a:lnTo>
                  <a:lnTo>
                    <a:pt x="88553" y="27269"/>
                  </a:lnTo>
                  <a:lnTo>
                    <a:pt x="89295" y="35040"/>
                  </a:lnTo>
                  <a:lnTo>
                    <a:pt x="87541" y="35160"/>
                  </a:lnTo>
                  <a:lnTo>
                    <a:pt x="85519" y="48410"/>
                  </a:lnTo>
                  <a:lnTo>
                    <a:pt x="84196" y="52985"/>
                  </a:lnTo>
                  <a:lnTo>
                    <a:pt x="81860" y="52737"/>
                  </a:lnTo>
                  <a:lnTo>
                    <a:pt x="80066" y="66189"/>
                  </a:lnTo>
                  <a:lnTo>
                    <a:pt x="78457" y="66837"/>
                  </a:lnTo>
                  <a:lnTo>
                    <a:pt x="73573" y="66179"/>
                  </a:lnTo>
                  <a:lnTo>
                    <a:pt x="71476" y="68140"/>
                  </a:lnTo>
                  <a:lnTo>
                    <a:pt x="74364" y="71593"/>
                  </a:lnTo>
                  <a:lnTo>
                    <a:pt x="75725" y="71607"/>
                  </a:lnTo>
                  <a:lnTo>
                    <a:pt x="76904" y="89155"/>
                  </a:lnTo>
                  <a:lnTo>
                    <a:pt x="74338" y="89079"/>
                  </a:lnTo>
                  <a:lnTo>
                    <a:pt x="74281" y="88390"/>
                  </a:lnTo>
                  <a:lnTo>
                    <a:pt x="68890" y="88293"/>
                  </a:lnTo>
                  <a:lnTo>
                    <a:pt x="68769" y="95278"/>
                  </a:lnTo>
                  <a:lnTo>
                    <a:pt x="71559" y="95098"/>
                  </a:lnTo>
                  <a:lnTo>
                    <a:pt x="72307" y="96041"/>
                  </a:lnTo>
                  <a:lnTo>
                    <a:pt x="72212" y="102772"/>
                  </a:lnTo>
                  <a:lnTo>
                    <a:pt x="77862" y="102310"/>
                  </a:lnTo>
                  <a:lnTo>
                    <a:pt x="78320" y="106522"/>
                  </a:lnTo>
                  <a:lnTo>
                    <a:pt x="75810" y="116898"/>
                  </a:lnTo>
                  <a:lnTo>
                    <a:pt x="68781" y="117488"/>
                  </a:lnTo>
                  <a:lnTo>
                    <a:pt x="68645" y="115964"/>
                  </a:lnTo>
                  <a:lnTo>
                    <a:pt x="20281" y="120917"/>
                  </a:lnTo>
                  <a:lnTo>
                    <a:pt x="18214" y="97509"/>
                  </a:lnTo>
                  <a:lnTo>
                    <a:pt x="0" y="83912"/>
                  </a:lnTo>
                  <a:lnTo>
                    <a:pt x="8057" y="76397"/>
                  </a:lnTo>
                  <a:lnTo>
                    <a:pt x="7381" y="73034"/>
                  </a:lnTo>
                  <a:lnTo>
                    <a:pt x="11087" y="71824"/>
                  </a:lnTo>
                  <a:lnTo>
                    <a:pt x="16140" y="72160"/>
                  </a:lnTo>
                  <a:lnTo>
                    <a:pt x="16215" y="78867"/>
                  </a:lnTo>
                  <a:lnTo>
                    <a:pt x="20756" y="78327"/>
                  </a:lnTo>
                  <a:lnTo>
                    <a:pt x="20507" y="74764"/>
                  </a:lnTo>
                  <a:lnTo>
                    <a:pt x="17644" y="74747"/>
                  </a:lnTo>
                  <a:lnTo>
                    <a:pt x="17847" y="64112"/>
                  </a:lnTo>
                  <a:lnTo>
                    <a:pt x="23471" y="64708"/>
                  </a:lnTo>
                  <a:lnTo>
                    <a:pt x="23361" y="65766"/>
                  </a:lnTo>
                  <a:lnTo>
                    <a:pt x="27914" y="66238"/>
                  </a:lnTo>
                  <a:lnTo>
                    <a:pt x="28221" y="62528"/>
                  </a:lnTo>
                  <a:lnTo>
                    <a:pt x="31969" y="62660"/>
                  </a:lnTo>
                  <a:lnTo>
                    <a:pt x="32039" y="59957"/>
                  </a:lnTo>
                  <a:lnTo>
                    <a:pt x="26029" y="61213"/>
                  </a:lnTo>
                  <a:lnTo>
                    <a:pt x="28093" y="54424"/>
                  </a:lnTo>
                  <a:lnTo>
                    <a:pt x="33339" y="48998"/>
                  </a:lnTo>
                  <a:lnTo>
                    <a:pt x="35380" y="48965"/>
                  </a:lnTo>
                  <a:lnTo>
                    <a:pt x="35259" y="49736"/>
                  </a:lnTo>
                  <a:lnTo>
                    <a:pt x="36878" y="51803"/>
                  </a:lnTo>
                  <a:lnTo>
                    <a:pt x="38676" y="51758"/>
                  </a:lnTo>
                  <a:lnTo>
                    <a:pt x="40634" y="50385"/>
                  </a:lnTo>
                  <a:lnTo>
                    <a:pt x="41760" y="45986"/>
                  </a:lnTo>
                  <a:lnTo>
                    <a:pt x="41171" y="43140"/>
                  </a:lnTo>
                  <a:lnTo>
                    <a:pt x="43263" y="40915"/>
                  </a:lnTo>
                  <a:lnTo>
                    <a:pt x="49330" y="40142"/>
                  </a:lnTo>
                  <a:lnTo>
                    <a:pt x="52683" y="24498"/>
                  </a:lnTo>
                  <a:lnTo>
                    <a:pt x="57205" y="23254"/>
                  </a:lnTo>
                  <a:lnTo>
                    <a:pt x="61995" y="23375"/>
                  </a:lnTo>
                  <a:lnTo>
                    <a:pt x="62726" y="21052"/>
                  </a:lnTo>
                  <a:lnTo>
                    <a:pt x="62968" y="15267"/>
                  </a:lnTo>
                  <a:lnTo>
                    <a:pt x="62190" y="13852"/>
                  </a:lnTo>
                  <a:lnTo>
                    <a:pt x="67534" y="9707"/>
                  </a:lnTo>
                  <a:lnTo>
                    <a:pt x="74299" y="5760"/>
                  </a:lnTo>
                  <a:lnTo>
                    <a:pt x="82081" y="5588"/>
                  </a:lnTo>
                  <a:lnTo>
                    <a:pt x="82149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h2131"/>
            <p:cNvSpPr/>
            <p:nvPr/>
          </p:nvSpPr>
          <p:spPr>
            <a:xfrm>
              <a:off x="3751873" y="2750632"/>
              <a:ext cx="77111" cy="85679"/>
            </a:xfrm>
            <a:custGeom>
              <a:avLst/>
              <a:pathLst>
                <a:path w="77111" h="85679">
                  <a:moveTo>
                    <a:pt x="44504" y="5003"/>
                  </a:moveTo>
                  <a:lnTo>
                    <a:pt x="45771" y="8132"/>
                  </a:lnTo>
                  <a:lnTo>
                    <a:pt x="52802" y="15532"/>
                  </a:lnTo>
                  <a:lnTo>
                    <a:pt x="61148" y="12299"/>
                  </a:lnTo>
                  <a:lnTo>
                    <a:pt x="69475" y="15902"/>
                  </a:lnTo>
                  <a:lnTo>
                    <a:pt x="70634" y="12837"/>
                  </a:lnTo>
                  <a:lnTo>
                    <a:pt x="65516" y="10607"/>
                  </a:lnTo>
                  <a:lnTo>
                    <a:pt x="67967" y="5308"/>
                  </a:lnTo>
                  <a:lnTo>
                    <a:pt x="70655" y="4821"/>
                  </a:lnTo>
                  <a:lnTo>
                    <a:pt x="75014" y="8176"/>
                  </a:lnTo>
                  <a:lnTo>
                    <a:pt x="77111" y="8694"/>
                  </a:lnTo>
                  <a:lnTo>
                    <a:pt x="75246" y="11763"/>
                  </a:lnTo>
                  <a:lnTo>
                    <a:pt x="72472" y="18880"/>
                  </a:lnTo>
                  <a:lnTo>
                    <a:pt x="72803" y="19703"/>
                  </a:lnTo>
                  <a:lnTo>
                    <a:pt x="71628" y="20747"/>
                  </a:lnTo>
                  <a:lnTo>
                    <a:pt x="72470" y="21020"/>
                  </a:lnTo>
                  <a:lnTo>
                    <a:pt x="71844" y="23103"/>
                  </a:lnTo>
                  <a:lnTo>
                    <a:pt x="65973" y="31914"/>
                  </a:lnTo>
                  <a:lnTo>
                    <a:pt x="63335" y="40134"/>
                  </a:lnTo>
                  <a:lnTo>
                    <a:pt x="61938" y="47121"/>
                  </a:lnTo>
                  <a:lnTo>
                    <a:pt x="61667" y="50300"/>
                  </a:lnTo>
                  <a:lnTo>
                    <a:pt x="62756" y="59264"/>
                  </a:lnTo>
                  <a:lnTo>
                    <a:pt x="66248" y="66918"/>
                  </a:lnTo>
                  <a:lnTo>
                    <a:pt x="68170" y="67465"/>
                  </a:lnTo>
                  <a:lnTo>
                    <a:pt x="69355" y="72372"/>
                  </a:lnTo>
                  <a:lnTo>
                    <a:pt x="67610" y="78456"/>
                  </a:lnTo>
                  <a:lnTo>
                    <a:pt x="65823" y="79553"/>
                  </a:lnTo>
                  <a:lnTo>
                    <a:pt x="65263" y="80782"/>
                  </a:lnTo>
                  <a:lnTo>
                    <a:pt x="65092" y="82586"/>
                  </a:lnTo>
                  <a:lnTo>
                    <a:pt x="66281" y="84838"/>
                  </a:lnTo>
                  <a:lnTo>
                    <a:pt x="65379" y="85679"/>
                  </a:lnTo>
                  <a:lnTo>
                    <a:pt x="64199" y="84633"/>
                  </a:lnTo>
                  <a:lnTo>
                    <a:pt x="64844" y="79215"/>
                  </a:lnTo>
                  <a:lnTo>
                    <a:pt x="65391" y="78536"/>
                  </a:lnTo>
                  <a:lnTo>
                    <a:pt x="67459" y="78315"/>
                  </a:lnTo>
                  <a:lnTo>
                    <a:pt x="69178" y="72002"/>
                  </a:lnTo>
                  <a:lnTo>
                    <a:pt x="68409" y="69000"/>
                  </a:lnTo>
                  <a:lnTo>
                    <a:pt x="65597" y="66380"/>
                  </a:lnTo>
                  <a:lnTo>
                    <a:pt x="63967" y="65883"/>
                  </a:lnTo>
                  <a:lnTo>
                    <a:pt x="66796" y="72539"/>
                  </a:lnTo>
                  <a:lnTo>
                    <a:pt x="62440" y="82400"/>
                  </a:lnTo>
                  <a:lnTo>
                    <a:pt x="58505" y="43617"/>
                  </a:lnTo>
                  <a:lnTo>
                    <a:pt x="44192" y="45055"/>
                  </a:lnTo>
                  <a:lnTo>
                    <a:pt x="43335" y="36541"/>
                  </a:lnTo>
                  <a:lnTo>
                    <a:pt x="4660" y="40017"/>
                  </a:lnTo>
                  <a:lnTo>
                    <a:pt x="0" y="14822"/>
                  </a:lnTo>
                  <a:lnTo>
                    <a:pt x="3110" y="11810"/>
                  </a:lnTo>
                  <a:lnTo>
                    <a:pt x="16166" y="11165"/>
                  </a:lnTo>
                  <a:lnTo>
                    <a:pt x="23752" y="1472"/>
                  </a:lnTo>
                  <a:lnTo>
                    <a:pt x="38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h2132"/>
            <p:cNvSpPr/>
            <p:nvPr/>
          </p:nvSpPr>
          <p:spPr>
            <a:xfrm>
              <a:off x="2269671" y="2654696"/>
              <a:ext cx="47618" cy="38432"/>
            </a:xfrm>
            <a:custGeom>
              <a:avLst/>
              <a:pathLst>
                <a:path w="47618" h="38432">
                  <a:moveTo>
                    <a:pt x="39780" y="0"/>
                  </a:moveTo>
                  <a:lnTo>
                    <a:pt x="43598" y="4493"/>
                  </a:lnTo>
                  <a:lnTo>
                    <a:pt x="46105" y="7274"/>
                  </a:lnTo>
                  <a:lnTo>
                    <a:pt x="46115" y="10922"/>
                  </a:lnTo>
                  <a:lnTo>
                    <a:pt x="47618" y="13231"/>
                  </a:lnTo>
                  <a:lnTo>
                    <a:pt x="45809" y="19777"/>
                  </a:lnTo>
                  <a:lnTo>
                    <a:pt x="46144" y="24654"/>
                  </a:lnTo>
                  <a:lnTo>
                    <a:pt x="45456" y="27104"/>
                  </a:lnTo>
                  <a:lnTo>
                    <a:pt x="42473" y="30737"/>
                  </a:lnTo>
                  <a:lnTo>
                    <a:pt x="40844" y="38204"/>
                  </a:lnTo>
                  <a:lnTo>
                    <a:pt x="39486" y="36694"/>
                  </a:lnTo>
                  <a:lnTo>
                    <a:pt x="38948" y="38432"/>
                  </a:lnTo>
                  <a:lnTo>
                    <a:pt x="35354" y="37328"/>
                  </a:lnTo>
                  <a:lnTo>
                    <a:pt x="31355" y="32778"/>
                  </a:lnTo>
                  <a:lnTo>
                    <a:pt x="26447" y="28890"/>
                  </a:lnTo>
                  <a:lnTo>
                    <a:pt x="17855" y="27523"/>
                  </a:lnTo>
                  <a:lnTo>
                    <a:pt x="9323" y="29039"/>
                  </a:lnTo>
                  <a:lnTo>
                    <a:pt x="6529" y="28546"/>
                  </a:lnTo>
                  <a:lnTo>
                    <a:pt x="0" y="23269"/>
                  </a:lnTo>
                  <a:lnTo>
                    <a:pt x="284" y="21617"/>
                  </a:lnTo>
                  <a:lnTo>
                    <a:pt x="1204" y="21651"/>
                  </a:lnTo>
                  <a:lnTo>
                    <a:pt x="3761" y="9065"/>
                  </a:lnTo>
                  <a:lnTo>
                    <a:pt x="10003" y="7530"/>
                  </a:lnTo>
                  <a:lnTo>
                    <a:pt x="10940" y="8232"/>
                  </a:lnTo>
                  <a:lnTo>
                    <a:pt x="14780" y="6713"/>
                  </a:lnTo>
                  <a:lnTo>
                    <a:pt x="19387" y="2546"/>
                  </a:lnTo>
                  <a:lnTo>
                    <a:pt x="23568" y="2852"/>
                  </a:lnTo>
                  <a:lnTo>
                    <a:pt x="29256" y="26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h2133"/>
            <p:cNvSpPr/>
            <p:nvPr/>
          </p:nvSpPr>
          <p:spPr>
            <a:xfrm>
              <a:off x="2365413" y="2598073"/>
              <a:ext cx="41603" cy="40494"/>
            </a:xfrm>
            <a:custGeom>
              <a:avLst/>
              <a:pathLst>
                <a:path w="41603" h="40494">
                  <a:moveTo>
                    <a:pt x="29125" y="6652"/>
                  </a:moveTo>
                  <a:lnTo>
                    <a:pt x="32530" y="3614"/>
                  </a:lnTo>
                  <a:lnTo>
                    <a:pt x="34822" y="5146"/>
                  </a:lnTo>
                  <a:lnTo>
                    <a:pt x="39279" y="3890"/>
                  </a:lnTo>
                  <a:lnTo>
                    <a:pt x="41603" y="9861"/>
                  </a:lnTo>
                  <a:lnTo>
                    <a:pt x="37823" y="7270"/>
                  </a:lnTo>
                  <a:lnTo>
                    <a:pt x="33350" y="13804"/>
                  </a:lnTo>
                  <a:lnTo>
                    <a:pt x="30656" y="14045"/>
                  </a:lnTo>
                  <a:lnTo>
                    <a:pt x="29758" y="19690"/>
                  </a:lnTo>
                  <a:lnTo>
                    <a:pt x="25041" y="18682"/>
                  </a:lnTo>
                  <a:lnTo>
                    <a:pt x="24080" y="25236"/>
                  </a:lnTo>
                  <a:lnTo>
                    <a:pt x="21406" y="25458"/>
                  </a:lnTo>
                  <a:lnTo>
                    <a:pt x="21277" y="26419"/>
                  </a:lnTo>
                  <a:lnTo>
                    <a:pt x="23731" y="32160"/>
                  </a:lnTo>
                  <a:lnTo>
                    <a:pt x="23635" y="36126"/>
                  </a:lnTo>
                  <a:lnTo>
                    <a:pt x="17662" y="38792"/>
                  </a:lnTo>
                  <a:lnTo>
                    <a:pt x="15318" y="37164"/>
                  </a:lnTo>
                  <a:lnTo>
                    <a:pt x="13516" y="38334"/>
                  </a:lnTo>
                  <a:lnTo>
                    <a:pt x="12783" y="40494"/>
                  </a:lnTo>
                  <a:lnTo>
                    <a:pt x="4735" y="39117"/>
                  </a:lnTo>
                  <a:lnTo>
                    <a:pt x="3638" y="37597"/>
                  </a:lnTo>
                  <a:lnTo>
                    <a:pt x="0" y="31394"/>
                  </a:lnTo>
                  <a:lnTo>
                    <a:pt x="6933" y="26621"/>
                  </a:lnTo>
                  <a:lnTo>
                    <a:pt x="5258" y="21286"/>
                  </a:lnTo>
                  <a:lnTo>
                    <a:pt x="3512" y="20288"/>
                  </a:lnTo>
                  <a:lnTo>
                    <a:pt x="1600" y="14046"/>
                  </a:lnTo>
                  <a:lnTo>
                    <a:pt x="3158" y="11773"/>
                  </a:lnTo>
                  <a:lnTo>
                    <a:pt x="2255" y="10724"/>
                  </a:lnTo>
                  <a:lnTo>
                    <a:pt x="4848" y="8613"/>
                  </a:lnTo>
                  <a:lnTo>
                    <a:pt x="9240" y="7213"/>
                  </a:lnTo>
                  <a:lnTo>
                    <a:pt x="15405" y="11466"/>
                  </a:lnTo>
                  <a:lnTo>
                    <a:pt x="14113" y="13182"/>
                  </a:lnTo>
                  <a:lnTo>
                    <a:pt x="21195" y="12441"/>
                  </a:lnTo>
                  <a:lnTo>
                    <a:pt x="22508" y="1879"/>
                  </a:lnTo>
                  <a:lnTo>
                    <a:pt x="21652" y="3187"/>
                  </a:lnTo>
                  <a:lnTo>
                    <a:pt x="2068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h2134"/>
            <p:cNvSpPr/>
            <p:nvPr/>
          </p:nvSpPr>
          <p:spPr>
            <a:xfrm>
              <a:off x="2522063" y="2709942"/>
              <a:ext cx="19582" cy="19882"/>
            </a:xfrm>
            <a:custGeom>
              <a:avLst/>
              <a:pathLst>
                <a:path w="19582" h="19882">
                  <a:moveTo>
                    <a:pt x="13769" y="0"/>
                  </a:moveTo>
                  <a:lnTo>
                    <a:pt x="17921" y="1409"/>
                  </a:lnTo>
                  <a:lnTo>
                    <a:pt x="17398" y="4611"/>
                  </a:lnTo>
                  <a:lnTo>
                    <a:pt x="13806" y="8360"/>
                  </a:lnTo>
                  <a:lnTo>
                    <a:pt x="15579" y="10948"/>
                  </a:lnTo>
                  <a:lnTo>
                    <a:pt x="17674" y="11956"/>
                  </a:lnTo>
                  <a:lnTo>
                    <a:pt x="19582" y="14532"/>
                  </a:lnTo>
                  <a:lnTo>
                    <a:pt x="15622" y="16980"/>
                  </a:lnTo>
                  <a:lnTo>
                    <a:pt x="13466" y="14345"/>
                  </a:lnTo>
                  <a:lnTo>
                    <a:pt x="9909" y="16042"/>
                  </a:lnTo>
                  <a:lnTo>
                    <a:pt x="10536" y="19176"/>
                  </a:lnTo>
                  <a:lnTo>
                    <a:pt x="9968" y="19882"/>
                  </a:lnTo>
                  <a:lnTo>
                    <a:pt x="5706" y="17951"/>
                  </a:lnTo>
                  <a:lnTo>
                    <a:pt x="3017" y="14028"/>
                  </a:lnTo>
                  <a:lnTo>
                    <a:pt x="595" y="4777"/>
                  </a:lnTo>
                  <a:lnTo>
                    <a:pt x="0" y="4281"/>
                  </a:lnTo>
                  <a:lnTo>
                    <a:pt x="4585" y="3584"/>
                  </a:lnTo>
                  <a:lnTo>
                    <a:pt x="8555" y="30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h2135"/>
            <p:cNvSpPr/>
            <p:nvPr/>
          </p:nvSpPr>
          <p:spPr>
            <a:xfrm>
              <a:off x="2501949" y="2710327"/>
              <a:ext cx="30082" cy="26619"/>
            </a:xfrm>
            <a:custGeom>
              <a:avLst/>
              <a:pathLst>
                <a:path w="30082" h="26619">
                  <a:moveTo>
                    <a:pt x="17896" y="5432"/>
                  </a:moveTo>
                  <a:lnTo>
                    <a:pt x="19783" y="5755"/>
                  </a:lnTo>
                  <a:lnTo>
                    <a:pt x="20709" y="4392"/>
                  </a:lnTo>
                  <a:lnTo>
                    <a:pt x="23131" y="13643"/>
                  </a:lnTo>
                  <a:lnTo>
                    <a:pt x="25820" y="17566"/>
                  </a:lnTo>
                  <a:lnTo>
                    <a:pt x="30082" y="19497"/>
                  </a:lnTo>
                  <a:lnTo>
                    <a:pt x="28844" y="20206"/>
                  </a:lnTo>
                  <a:lnTo>
                    <a:pt x="25355" y="19307"/>
                  </a:lnTo>
                  <a:lnTo>
                    <a:pt x="22824" y="19790"/>
                  </a:lnTo>
                  <a:lnTo>
                    <a:pt x="21533" y="22618"/>
                  </a:lnTo>
                  <a:lnTo>
                    <a:pt x="10588" y="26619"/>
                  </a:lnTo>
                  <a:lnTo>
                    <a:pt x="9327" y="26299"/>
                  </a:lnTo>
                  <a:lnTo>
                    <a:pt x="5066" y="25291"/>
                  </a:lnTo>
                  <a:lnTo>
                    <a:pt x="1918" y="23222"/>
                  </a:lnTo>
                  <a:lnTo>
                    <a:pt x="0" y="20867"/>
                  </a:lnTo>
                  <a:lnTo>
                    <a:pt x="856" y="17013"/>
                  </a:lnTo>
                  <a:lnTo>
                    <a:pt x="4955" y="16774"/>
                  </a:lnTo>
                  <a:lnTo>
                    <a:pt x="4233" y="11430"/>
                  </a:lnTo>
                  <a:lnTo>
                    <a:pt x="1424" y="6134"/>
                  </a:lnTo>
                  <a:lnTo>
                    <a:pt x="577" y="2182"/>
                  </a:lnTo>
                  <a:lnTo>
                    <a:pt x="6926" y="1842"/>
                  </a:lnTo>
                  <a:lnTo>
                    <a:pt x="9430" y="2599"/>
                  </a:lnTo>
                  <a:lnTo>
                    <a:pt x="13053" y="1416"/>
                  </a:lnTo>
                  <a:lnTo>
                    <a:pt x="1408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h2136"/>
            <p:cNvSpPr/>
            <p:nvPr/>
          </p:nvSpPr>
          <p:spPr>
            <a:xfrm>
              <a:off x="2313209" y="2630943"/>
              <a:ext cx="36337" cy="36983"/>
            </a:xfrm>
            <a:custGeom>
              <a:avLst/>
              <a:pathLst>
                <a:path w="36337" h="36983">
                  <a:moveTo>
                    <a:pt x="14809" y="4627"/>
                  </a:moveTo>
                  <a:lnTo>
                    <a:pt x="13047" y="6432"/>
                  </a:lnTo>
                  <a:lnTo>
                    <a:pt x="16321" y="11561"/>
                  </a:lnTo>
                  <a:lnTo>
                    <a:pt x="18945" y="12890"/>
                  </a:lnTo>
                  <a:lnTo>
                    <a:pt x="17929" y="10430"/>
                  </a:lnTo>
                  <a:lnTo>
                    <a:pt x="18994" y="9650"/>
                  </a:lnTo>
                  <a:lnTo>
                    <a:pt x="21759" y="9616"/>
                  </a:lnTo>
                  <a:lnTo>
                    <a:pt x="23105" y="10367"/>
                  </a:lnTo>
                  <a:lnTo>
                    <a:pt x="23045" y="11591"/>
                  </a:lnTo>
                  <a:lnTo>
                    <a:pt x="24751" y="12130"/>
                  </a:lnTo>
                  <a:lnTo>
                    <a:pt x="27523" y="11545"/>
                  </a:lnTo>
                  <a:lnTo>
                    <a:pt x="28121" y="13207"/>
                  </a:lnTo>
                  <a:lnTo>
                    <a:pt x="32689" y="15536"/>
                  </a:lnTo>
                  <a:lnTo>
                    <a:pt x="30141" y="19403"/>
                  </a:lnTo>
                  <a:lnTo>
                    <a:pt x="30646" y="23598"/>
                  </a:lnTo>
                  <a:lnTo>
                    <a:pt x="33680" y="25868"/>
                  </a:lnTo>
                  <a:lnTo>
                    <a:pt x="34437" y="25828"/>
                  </a:lnTo>
                  <a:lnTo>
                    <a:pt x="34841" y="24094"/>
                  </a:lnTo>
                  <a:lnTo>
                    <a:pt x="36114" y="26144"/>
                  </a:lnTo>
                  <a:lnTo>
                    <a:pt x="36337" y="27083"/>
                  </a:lnTo>
                  <a:lnTo>
                    <a:pt x="30569" y="33449"/>
                  </a:lnTo>
                  <a:lnTo>
                    <a:pt x="24062" y="34151"/>
                  </a:lnTo>
                  <a:lnTo>
                    <a:pt x="17432" y="31589"/>
                  </a:lnTo>
                  <a:lnTo>
                    <a:pt x="11557" y="33997"/>
                  </a:lnTo>
                  <a:lnTo>
                    <a:pt x="12405" y="36462"/>
                  </a:lnTo>
                  <a:lnTo>
                    <a:pt x="8313" y="36704"/>
                  </a:lnTo>
                  <a:lnTo>
                    <a:pt x="4628" y="36081"/>
                  </a:lnTo>
                  <a:lnTo>
                    <a:pt x="4080" y="36983"/>
                  </a:lnTo>
                  <a:lnTo>
                    <a:pt x="2577" y="34674"/>
                  </a:lnTo>
                  <a:lnTo>
                    <a:pt x="2567" y="31026"/>
                  </a:lnTo>
                  <a:lnTo>
                    <a:pt x="60" y="28246"/>
                  </a:lnTo>
                  <a:lnTo>
                    <a:pt x="0" y="22930"/>
                  </a:lnTo>
                  <a:lnTo>
                    <a:pt x="3958" y="22855"/>
                  </a:lnTo>
                  <a:lnTo>
                    <a:pt x="4092" y="20354"/>
                  </a:lnTo>
                  <a:lnTo>
                    <a:pt x="3003" y="17881"/>
                  </a:lnTo>
                  <a:lnTo>
                    <a:pt x="5234" y="18372"/>
                  </a:lnTo>
                  <a:lnTo>
                    <a:pt x="9247" y="16740"/>
                  </a:lnTo>
                  <a:lnTo>
                    <a:pt x="6498" y="10181"/>
                  </a:lnTo>
                  <a:lnTo>
                    <a:pt x="5820" y="6096"/>
                  </a:lnTo>
                  <a:lnTo>
                    <a:pt x="6129" y="5381"/>
                  </a:lnTo>
                  <a:lnTo>
                    <a:pt x="9313" y="5865"/>
                  </a:lnTo>
                  <a:lnTo>
                    <a:pt x="1273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h2137"/>
            <p:cNvSpPr/>
            <p:nvPr/>
          </p:nvSpPr>
          <p:spPr>
            <a:xfrm>
              <a:off x="2310014" y="2449456"/>
              <a:ext cx="18902" cy="13963"/>
            </a:xfrm>
            <a:custGeom>
              <a:avLst/>
              <a:pathLst>
                <a:path w="18902" h="13963">
                  <a:moveTo>
                    <a:pt x="14831" y="582"/>
                  </a:moveTo>
                  <a:lnTo>
                    <a:pt x="18622" y="1258"/>
                  </a:lnTo>
                  <a:lnTo>
                    <a:pt x="18902" y="4622"/>
                  </a:lnTo>
                  <a:lnTo>
                    <a:pt x="15749" y="6534"/>
                  </a:lnTo>
                  <a:lnTo>
                    <a:pt x="14121" y="11628"/>
                  </a:lnTo>
                  <a:lnTo>
                    <a:pt x="9085" y="10908"/>
                  </a:lnTo>
                  <a:lnTo>
                    <a:pt x="9661" y="13789"/>
                  </a:lnTo>
                  <a:lnTo>
                    <a:pt x="6403" y="12926"/>
                  </a:lnTo>
                  <a:lnTo>
                    <a:pt x="2213" y="13963"/>
                  </a:lnTo>
                  <a:lnTo>
                    <a:pt x="0" y="13754"/>
                  </a:lnTo>
                  <a:lnTo>
                    <a:pt x="2943" y="6056"/>
                  </a:lnTo>
                  <a:lnTo>
                    <a:pt x="3179" y="354"/>
                  </a:lnTo>
                  <a:lnTo>
                    <a:pt x="7569" y="559"/>
                  </a:lnTo>
                  <a:lnTo>
                    <a:pt x="7392" y="2889"/>
                  </a:lnTo>
                  <a:lnTo>
                    <a:pt x="11341" y="2317"/>
                  </a:lnTo>
                  <a:lnTo>
                    <a:pt x="1155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h2138"/>
            <p:cNvSpPr/>
            <p:nvPr/>
          </p:nvSpPr>
          <p:spPr>
            <a:xfrm>
              <a:off x="2243838" y="2466861"/>
              <a:ext cx="68712" cy="73906"/>
            </a:xfrm>
            <a:custGeom>
              <a:avLst/>
              <a:pathLst>
                <a:path w="68712" h="73906">
                  <a:moveTo>
                    <a:pt x="28106" y="0"/>
                  </a:moveTo>
                  <a:lnTo>
                    <a:pt x="35054" y="10560"/>
                  </a:lnTo>
                  <a:lnTo>
                    <a:pt x="30065" y="12787"/>
                  </a:lnTo>
                  <a:lnTo>
                    <a:pt x="30042" y="13862"/>
                  </a:lnTo>
                  <a:lnTo>
                    <a:pt x="36659" y="16058"/>
                  </a:lnTo>
                  <a:lnTo>
                    <a:pt x="37004" y="12394"/>
                  </a:lnTo>
                  <a:lnTo>
                    <a:pt x="40308" y="11678"/>
                  </a:lnTo>
                  <a:lnTo>
                    <a:pt x="42234" y="14307"/>
                  </a:lnTo>
                  <a:lnTo>
                    <a:pt x="40138" y="20827"/>
                  </a:lnTo>
                  <a:lnTo>
                    <a:pt x="42379" y="23559"/>
                  </a:lnTo>
                  <a:lnTo>
                    <a:pt x="53963" y="23862"/>
                  </a:lnTo>
                  <a:lnTo>
                    <a:pt x="57872" y="22143"/>
                  </a:lnTo>
                  <a:lnTo>
                    <a:pt x="58396" y="21793"/>
                  </a:lnTo>
                  <a:lnTo>
                    <a:pt x="59627" y="9342"/>
                  </a:lnTo>
                  <a:lnTo>
                    <a:pt x="64267" y="9732"/>
                  </a:lnTo>
                  <a:lnTo>
                    <a:pt x="61081" y="10591"/>
                  </a:lnTo>
                  <a:lnTo>
                    <a:pt x="63241" y="12603"/>
                  </a:lnTo>
                  <a:lnTo>
                    <a:pt x="60575" y="16410"/>
                  </a:lnTo>
                  <a:lnTo>
                    <a:pt x="61588" y="18185"/>
                  </a:lnTo>
                  <a:lnTo>
                    <a:pt x="63493" y="18072"/>
                  </a:lnTo>
                  <a:lnTo>
                    <a:pt x="65403" y="21738"/>
                  </a:lnTo>
                  <a:lnTo>
                    <a:pt x="63157" y="22321"/>
                  </a:lnTo>
                  <a:lnTo>
                    <a:pt x="59276" y="21634"/>
                  </a:lnTo>
                  <a:lnTo>
                    <a:pt x="58895" y="37036"/>
                  </a:lnTo>
                  <a:lnTo>
                    <a:pt x="60570" y="42876"/>
                  </a:lnTo>
                  <a:lnTo>
                    <a:pt x="58131" y="50549"/>
                  </a:lnTo>
                  <a:lnTo>
                    <a:pt x="63073" y="49495"/>
                  </a:lnTo>
                  <a:lnTo>
                    <a:pt x="63870" y="55663"/>
                  </a:lnTo>
                  <a:lnTo>
                    <a:pt x="66741" y="57430"/>
                  </a:lnTo>
                  <a:lnTo>
                    <a:pt x="67048" y="62444"/>
                  </a:lnTo>
                  <a:lnTo>
                    <a:pt x="68479" y="65427"/>
                  </a:lnTo>
                  <a:lnTo>
                    <a:pt x="68712" y="67469"/>
                  </a:lnTo>
                  <a:lnTo>
                    <a:pt x="66713" y="67128"/>
                  </a:lnTo>
                  <a:lnTo>
                    <a:pt x="61900" y="65832"/>
                  </a:lnTo>
                  <a:lnTo>
                    <a:pt x="61964" y="64711"/>
                  </a:lnTo>
                  <a:lnTo>
                    <a:pt x="54745" y="62907"/>
                  </a:lnTo>
                  <a:lnTo>
                    <a:pt x="54584" y="66496"/>
                  </a:lnTo>
                  <a:lnTo>
                    <a:pt x="56865" y="66460"/>
                  </a:lnTo>
                  <a:lnTo>
                    <a:pt x="56346" y="69764"/>
                  </a:lnTo>
                  <a:lnTo>
                    <a:pt x="50658" y="68730"/>
                  </a:lnTo>
                  <a:lnTo>
                    <a:pt x="50982" y="65333"/>
                  </a:lnTo>
                  <a:lnTo>
                    <a:pt x="42848" y="65866"/>
                  </a:lnTo>
                  <a:lnTo>
                    <a:pt x="38937" y="64990"/>
                  </a:lnTo>
                  <a:lnTo>
                    <a:pt x="33430" y="65727"/>
                  </a:lnTo>
                  <a:lnTo>
                    <a:pt x="29006" y="65468"/>
                  </a:lnTo>
                  <a:lnTo>
                    <a:pt x="18202" y="61250"/>
                  </a:lnTo>
                  <a:lnTo>
                    <a:pt x="13120" y="60037"/>
                  </a:lnTo>
                  <a:lnTo>
                    <a:pt x="12006" y="60853"/>
                  </a:lnTo>
                  <a:lnTo>
                    <a:pt x="12345" y="65301"/>
                  </a:lnTo>
                  <a:lnTo>
                    <a:pt x="5294" y="73906"/>
                  </a:lnTo>
                  <a:lnTo>
                    <a:pt x="1486" y="69976"/>
                  </a:lnTo>
                  <a:lnTo>
                    <a:pt x="3800" y="69273"/>
                  </a:lnTo>
                  <a:lnTo>
                    <a:pt x="7847" y="61380"/>
                  </a:lnTo>
                  <a:lnTo>
                    <a:pt x="3201" y="55240"/>
                  </a:lnTo>
                  <a:lnTo>
                    <a:pt x="0" y="47258"/>
                  </a:lnTo>
                  <a:lnTo>
                    <a:pt x="6387" y="46677"/>
                  </a:lnTo>
                  <a:lnTo>
                    <a:pt x="7480" y="45182"/>
                  </a:lnTo>
                  <a:lnTo>
                    <a:pt x="8809" y="36884"/>
                  </a:lnTo>
                  <a:lnTo>
                    <a:pt x="19756" y="43976"/>
                  </a:lnTo>
                  <a:lnTo>
                    <a:pt x="19659" y="41639"/>
                  </a:lnTo>
                  <a:lnTo>
                    <a:pt x="14087" y="38117"/>
                  </a:lnTo>
                  <a:lnTo>
                    <a:pt x="16479" y="33867"/>
                  </a:lnTo>
                  <a:lnTo>
                    <a:pt x="18763" y="32335"/>
                  </a:lnTo>
                  <a:lnTo>
                    <a:pt x="21670" y="28049"/>
                  </a:lnTo>
                  <a:lnTo>
                    <a:pt x="23961" y="26061"/>
                  </a:lnTo>
                  <a:lnTo>
                    <a:pt x="23629" y="15485"/>
                  </a:lnTo>
                  <a:lnTo>
                    <a:pt x="22359" y="5288"/>
                  </a:lnTo>
                  <a:lnTo>
                    <a:pt x="26746" y="4985"/>
                  </a:lnTo>
                  <a:lnTo>
                    <a:pt x="26478" y="337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h2139"/>
            <p:cNvSpPr/>
            <p:nvPr/>
          </p:nvSpPr>
          <p:spPr>
            <a:xfrm>
              <a:off x="2479363" y="2601984"/>
              <a:ext cx="56935" cy="79553"/>
            </a:xfrm>
            <a:custGeom>
              <a:avLst/>
              <a:pathLst>
                <a:path w="56935" h="79553">
                  <a:moveTo>
                    <a:pt x="28567" y="0"/>
                  </a:moveTo>
                  <a:lnTo>
                    <a:pt x="42817" y="2376"/>
                  </a:lnTo>
                  <a:lnTo>
                    <a:pt x="43581" y="4860"/>
                  </a:lnTo>
                  <a:lnTo>
                    <a:pt x="44325" y="4882"/>
                  </a:lnTo>
                  <a:lnTo>
                    <a:pt x="45003" y="9243"/>
                  </a:lnTo>
                  <a:lnTo>
                    <a:pt x="45519" y="9210"/>
                  </a:lnTo>
                  <a:lnTo>
                    <a:pt x="46185" y="11487"/>
                  </a:lnTo>
                  <a:lnTo>
                    <a:pt x="47268" y="25182"/>
                  </a:lnTo>
                  <a:lnTo>
                    <a:pt x="49717" y="42843"/>
                  </a:lnTo>
                  <a:lnTo>
                    <a:pt x="47367" y="62997"/>
                  </a:lnTo>
                  <a:lnTo>
                    <a:pt x="56627" y="65658"/>
                  </a:lnTo>
                  <a:lnTo>
                    <a:pt x="56935" y="67070"/>
                  </a:lnTo>
                  <a:lnTo>
                    <a:pt x="47251" y="78661"/>
                  </a:lnTo>
                  <a:lnTo>
                    <a:pt x="44337" y="79553"/>
                  </a:lnTo>
                  <a:lnTo>
                    <a:pt x="41136" y="79001"/>
                  </a:lnTo>
                  <a:lnTo>
                    <a:pt x="41124" y="77266"/>
                  </a:lnTo>
                  <a:lnTo>
                    <a:pt x="34146" y="73258"/>
                  </a:lnTo>
                  <a:lnTo>
                    <a:pt x="25842" y="73909"/>
                  </a:lnTo>
                  <a:lnTo>
                    <a:pt x="24315" y="73298"/>
                  </a:lnTo>
                  <a:lnTo>
                    <a:pt x="23763" y="72507"/>
                  </a:lnTo>
                  <a:lnTo>
                    <a:pt x="23823" y="67859"/>
                  </a:lnTo>
                  <a:lnTo>
                    <a:pt x="21015" y="67812"/>
                  </a:lnTo>
                  <a:lnTo>
                    <a:pt x="20208" y="65339"/>
                  </a:lnTo>
                  <a:lnTo>
                    <a:pt x="18104" y="53664"/>
                  </a:lnTo>
                  <a:lnTo>
                    <a:pt x="19399" y="48883"/>
                  </a:lnTo>
                  <a:lnTo>
                    <a:pt x="17979" y="48118"/>
                  </a:lnTo>
                  <a:lnTo>
                    <a:pt x="13322" y="49152"/>
                  </a:lnTo>
                  <a:lnTo>
                    <a:pt x="11186" y="51667"/>
                  </a:lnTo>
                  <a:lnTo>
                    <a:pt x="11752" y="54685"/>
                  </a:lnTo>
                  <a:lnTo>
                    <a:pt x="9409" y="55749"/>
                  </a:lnTo>
                  <a:lnTo>
                    <a:pt x="6200" y="55795"/>
                  </a:lnTo>
                  <a:lnTo>
                    <a:pt x="4482" y="52922"/>
                  </a:lnTo>
                  <a:lnTo>
                    <a:pt x="5961" y="50137"/>
                  </a:lnTo>
                  <a:lnTo>
                    <a:pt x="7550" y="49121"/>
                  </a:lnTo>
                  <a:lnTo>
                    <a:pt x="8225" y="46947"/>
                  </a:lnTo>
                  <a:lnTo>
                    <a:pt x="4763" y="32183"/>
                  </a:lnTo>
                  <a:lnTo>
                    <a:pt x="0" y="14109"/>
                  </a:lnTo>
                  <a:lnTo>
                    <a:pt x="309" y="11190"/>
                  </a:lnTo>
                  <a:lnTo>
                    <a:pt x="3170" y="10435"/>
                  </a:lnTo>
                  <a:lnTo>
                    <a:pt x="4913" y="16013"/>
                  </a:lnTo>
                  <a:lnTo>
                    <a:pt x="10918" y="14766"/>
                  </a:lnTo>
                  <a:lnTo>
                    <a:pt x="12517" y="8678"/>
                  </a:lnTo>
                  <a:lnTo>
                    <a:pt x="9580" y="692"/>
                  </a:lnTo>
                  <a:lnTo>
                    <a:pt x="22595" y="113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h2140"/>
            <p:cNvSpPr/>
            <p:nvPr/>
          </p:nvSpPr>
          <p:spPr>
            <a:xfrm>
              <a:off x="2306582" y="2623213"/>
              <a:ext cx="19364" cy="13827"/>
            </a:xfrm>
            <a:custGeom>
              <a:avLst/>
              <a:pathLst>
                <a:path w="19364" h="13827">
                  <a:moveTo>
                    <a:pt x="16481" y="0"/>
                  </a:moveTo>
                  <a:lnTo>
                    <a:pt x="17825" y="521"/>
                  </a:lnTo>
                  <a:lnTo>
                    <a:pt x="19364" y="7730"/>
                  </a:lnTo>
                  <a:lnTo>
                    <a:pt x="15940" y="13596"/>
                  </a:lnTo>
                  <a:lnTo>
                    <a:pt x="12756" y="13112"/>
                  </a:lnTo>
                  <a:lnTo>
                    <a:pt x="12448" y="13827"/>
                  </a:lnTo>
                  <a:lnTo>
                    <a:pt x="7542" y="12099"/>
                  </a:lnTo>
                  <a:lnTo>
                    <a:pt x="4322" y="13223"/>
                  </a:lnTo>
                  <a:lnTo>
                    <a:pt x="1366" y="13425"/>
                  </a:lnTo>
                  <a:lnTo>
                    <a:pt x="352" y="12739"/>
                  </a:lnTo>
                  <a:lnTo>
                    <a:pt x="0" y="10887"/>
                  </a:lnTo>
                  <a:lnTo>
                    <a:pt x="4613" y="9043"/>
                  </a:lnTo>
                  <a:lnTo>
                    <a:pt x="11131" y="4562"/>
                  </a:lnTo>
                  <a:lnTo>
                    <a:pt x="13479" y="1413"/>
                  </a:lnTo>
                  <a:lnTo>
                    <a:pt x="11258" y="79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h2141"/>
            <p:cNvSpPr/>
            <p:nvPr/>
          </p:nvSpPr>
          <p:spPr>
            <a:xfrm>
              <a:off x="2333994" y="2682204"/>
              <a:ext cx="40508" cy="28501"/>
            </a:xfrm>
            <a:custGeom>
              <a:avLst/>
              <a:pathLst>
                <a:path w="40508" h="28501">
                  <a:moveTo>
                    <a:pt x="11738" y="0"/>
                  </a:moveTo>
                  <a:lnTo>
                    <a:pt x="19042" y="2263"/>
                  </a:lnTo>
                  <a:lnTo>
                    <a:pt x="22088" y="2479"/>
                  </a:lnTo>
                  <a:lnTo>
                    <a:pt x="29030" y="930"/>
                  </a:lnTo>
                  <a:lnTo>
                    <a:pt x="34268" y="1481"/>
                  </a:lnTo>
                  <a:lnTo>
                    <a:pt x="37072" y="2523"/>
                  </a:lnTo>
                  <a:lnTo>
                    <a:pt x="40282" y="6127"/>
                  </a:lnTo>
                  <a:lnTo>
                    <a:pt x="40508" y="8602"/>
                  </a:lnTo>
                  <a:lnTo>
                    <a:pt x="27025" y="10169"/>
                  </a:lnTo>
                  <a:lnTo>
                    <a:pt x="22092" y="9763"/>
                  </a:lnTo>
                  <a:lnTo>
                    <a:pt x="19123" y="18364"/>
                  </a:lnTo>
                  <a:lnTo>
                    <a:pt x="19040" y="20612"/>
                  </a:lnTo>
                  <a:lnTo>
                    <a:pt x="20867" y="24316"/>
                  </a:lnTo>
                  <a:lnTo>
                    <a:pt x="20247" y="25621"/>
                  </a:lnTo>
                  <a:lnTo>
                    <a:pt x="12145" y="26064"/>
                  </a:lnTo>
                  <a:lnTo>
                    <a:pt x="6553" y="28501"/>
                  </a:lnTo>
                  <a:lnTo>
                    <a:pt x="4543" y="26710"/>
                  </a:lnTo>
                  <a:lnTo>
                    <a:pt x="5254" y="17298"/>
                  </a:lnTo>
                  <a:lnTo>
                    <a:pt x="4894" y="13792"/>
                  </a:lnTo>
                  <a:lnTo>
                    <a:pt x="1246" y="8847"/>
                  </a:lnTo>
                  <a:lnTo>
                    <a:pt x="0" y="1417"/>
                  </a:lnTo>
                  <a:lnTo>
                    <a:pt x="5130" y="1828"/>
                  </a:lnTo>
                  <a:lnTo>
                    <a:pt x="4622" y="4795"/>
                  </a:lnTo>
                  <a:lnTo>
                    <a:pt x="6258" y="533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h2142"/>
            <p:cNvSpPr/>
            <p:nvPr/>
          </p:nvSpPr>
          <p:spPr>
            <a:xfrm>
              <a:off x="2545627" y="2686102"/>
              <a:ext cx="15748" cy="20914"/>
            </a:xfrm>
            <a:custGeom>
              <a:avLst/>
              <a:pathLst>
                <a:path w="15748" h="20914">
                  <a:moveTo>
                    <a:pt x="10390" y="3517"/>
                  </a:moveTo>
                  <a:lnTo>
                    <a:pt x="11559" y="3972"/>
                  </a:lnTo>
                  <a:lnTo>
                    <a:pt x="13141" y="3229"/>
                  </a:lnTo>
                  <a:lnTo>
                    <a:pt x="14235" y="3692"/>
                  </a:lnTo>
                  <a:lnTo>
                    <a:pt x="13042" y="5404"/>
                  </a:lnTo>
                  <a:lnTo>
                    <a:pt x="13318" y="11418"/>
                  </a:lnTo>
                  <a:lnTo>
                    <a:pt x="15748" y="17549"/>
                  </a:lnTo>
                  <a:lnTo>
                    <a:pt x="15418" y="18389"/>
                  </a:lnTo>
                  <a:lnTo>
                    <a:pt x="10138" y="18944"/>
                  </a:lnTo>
                  <a:lnTo>
                    <a:pt x="8283" y="19855"/>
                  </a:lnTo>
                  <a:lnTo>
                    <a:pt x="7891" y="20914"/>
                  </a:lnTo>
                  <a:lnTo>
                    <a:pt x="1738" y="9365"/>
                  </a:lnTo>
                  <a:lnTo>
                    <a:pt x="0" y="8766"/>
                  </a:lnTo>
                  <a:lnTo>
                    <a:pt x="722" y="7312"/>
                  </a:lnTo>
                  <a:lnTo>
                    <a:pt x="3879" y="4333"/>
                  </a:lnTo>
                  <a:lnTo>
                    <a:pt x="6703" y="3200"/>
                  </a:lnTo>
                  <a:lnTo>
                    <a:pt x="785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h2143"/>
            <p:cNvSpPr/>
            <p:nvPr/>
          </p:nvSpPr>
          <p:spPr>
            <a:xfrm>
              <a:off x="2514375" y="2683439"/>
              <a:ext cx="15090" cy="20850"/>
            </a:xfrm>
            <a:custGeom>
              <a:avLst/>
              <a:pathLst>
                <a:path w="15090" h="20850">
                  <a:moveTo>
                    <a:pt x="3961" y="0"/>
                  </a:moveTo>
                  <a:lnTo>
                    <a:pt x="7347" y="3067"/>
                  </a:lnTo>
                  <a:lnTo>
                    <a:pt x="9966" y="9369"/>
                  </a:lnTo>
                  <a:lnTo>
                    <a:pt x="11187" y="10349"/>
                  </a:lnTo>
                  <a:lnTo>
                    <a:pt x="10792" y="13032"/>
                  </a:lnTo>
                  <a:lnTo>
                    <a:pt x="13394" y="16791"/>
                  </a:lnTo>
                  <a:lnTo>
                    <a:pt x="15090" y="17010"/>
                  </a:lnTo>
                  <a:lnTo>
                    <a:pt x="14214" y="19531"/>
                  </a:lnTo>
                  <a:lnTo>
                    <a:pt x="8702" y="20850"/>
                  </a:lnTo>
                  <a:lnTo>
                    <a:pt x="6271" y="17782"/>
                  </a:lnTo>
                  <a:lnTo>
                    <a:pt x="3534" y="17836"/>
                  </a:lnTo>
                  <a:lnTo>
                    <a:pt x="2157" y="18790"/>
                  </a:lnTo>
                  <a:lnTo>
                    <a:pt x="1448" y="18764"/>
                  </a:lnTo>
                  <a:lnTo>
                    <a:pt x="3280" y="13263"/>
                  </a:lnTo>
                  <a:lnTo>
                    <a:pt x="2165" y="10334"/>
                  </a:lnTo>
                  <a:lnTo>
                    <a:pt x="38" y="7780"/>
                  </a:lnTo>
                  <a:lnTo>
                    <a:pt x="0" y="515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h2144"/>
            <p:cNvSpPr/>
            <p:nvPr/>
          </p:nvSpPr>
          <p:spPr>
            <a:xfrm>
              <a:off x="2349323" y="2638527"/>
              <a:ext cx="61129" cy="32274"/>
            </a:xfrm>
            <a:custGeom>
              <a:avLst/>
              <a:pathLst>
                <a:path w="61129" h="32274">
                  <a:moveTo>
                    <a:pt x="18348" y="1962"/>
                  </a:moveTo>
                  <a:lnTo>
                    <a:pt x="20300" y="3205"/>
                  </a:lnTo>
                  <a:lnTo>
                    <a:pt x="26131" y="2824"/>
                  </a:lnTo>
                  <a:lnTo>
                    <a:pt x="28797" y="1581"/>
                  </a:lnTo>
                  <a:lnTo>
                    <a:pt x="28845" y="7137"/>
                  </a:lnTo>
                  <a:lnTo>
                    <a:pt x="36699" y="10092"/>
                  </a:lnTo>
                  <a:lnTo>
                    <a:pt x="37810" y="7054"/>
                  </a:lnTo>
                  <a:lnTo>
                    <a:pt x="33450" y="4670"/>
                  </a:lnTo>
                  <a:lnTo>
                    <a:pt x="41732" y="1563"/>
                  </a:lnTo>
                  <a:lnTo>
                    <a:pt x="42315" y="1813"/>
                  </a:lnTo>
                  <a:lnTo>
                    <a:pt x="38975" y="8399"/>
                  </a:lnTo>
                  <a:lnTo>
                    <a:pt x="45623" y="11022"/>
                  </a:lnTo>
                  <a:lnTo>
                    <a:pt x="49542" y="4639"/>
                  </a:lnTo>
                  <a:lnTo>
                    <a:pt x="52067" y="5502"/>
                  </a:lnTo>
                  <a:lnTo>
                    <a:pt x="55967" y="10541"/>
                  </a:lnTo>
                  <a:lnTo>
                    <a:pt x="58238" y="7595"/>
                  </a:lnTo>
                  <a:lnTo>
                    <a:pt x="61129" y="10289"/>
                  </a:lnTo>
                  <a:lnTo>
                    <a:pt x="59480" y="14434"/>
                  </a:lnTo>
                  <a:lnTo>
                    <a:pt x="53807" y="23602"/>
                  </a:lnTo>
                  <a:lnTo>
                    <a:pt x="52701" y="27324"/>
                  </a:lnTo>
                  <a:lnTo>
                    <a:pt x="48000" y="26596"/>
                  </a:lnTo>
                  <a:lnTo>
                    <a:pt x="45159" y="24121"/>
                  </a:lnTo>
                  <a:lnTo>
                    <a:pt x="45631" y="18620"/>
                  </a:lnTo>
                  <a:lnTo>
                    <a:pt x="40695" y="15153"/>
                  </a:lnTo>
                  <a:lnTo>
                    <a:pt x="35992" y="10565"/>
                  </a:lnTo>
                  <a:lnTo>
                    <a:pt x="33724" y="10491"/>
                  </a:lnTo>
                  <a:lnTo>
                    <a:pt x="33189" y="11847"/>
                  </a:lnTo>
                  <a:lnTo>
                    <a:pt x="28309" y="12481"/>
                  </a:lnTo>
                  <a:lnTo>
                    <a:pt x="23358" y="10877"/>
                  </a:lnTo>
                  <a:lnTo>
                    <a:pt x="17914" y="10392"/>
                  </a:lnTo>
                  <a:lnTo>
                    <a:pt x="16867" y="9317"/>
                  </a:lnTo>
                  <a:lnTo>
                    <a:pt x="17225" y="7783"/>
                  </a:lnTo>
                  <a:lnTo>
                    <a:pt x="16035" y="7869"/>
                  </a:lnTo>
                  <a:lnTo>
                    <a:pt x="10639" y="13458"/>
                  </a:lnTo>
                  <a:lnTo>
                    <a:pt x="13705" y="14234"/>
                  </a:lnTo>
                  <a:lnTo>
                    <a:pt x="12222" y="25185"/>
                  </a:lnTo>
                  <a:lnTo>
                    <a:pt x="17316" y="30700"/>
                  </a:lnTo>
                  <a:lnTo>
                    <a:pt x="18685" y="30888"/>
                  </a:lnTo>
                  <a:lnTo>
                    <a:pt x="17037" y="32274"/>
                  </a:lnTo>
                  <a:lnTo>
                    <a:pt x="14184" y="30688"/>
                  </a:lnTo>
                  <a:lnTo>
                    <a:pt x="11594" y="27078"/>
                  </a:lnTo>
                  <a:lnTo>
                    <a:pt x="10833" y="22840"/>
                  </a:lnTo>
                  <a:lnTo>
                    <a:pt x="8849" y="20200"/>
                  </a:lnTo>
                  <a:lnTo>
                    <a:pt x="3691" y="20517"/>
                  </a:lnTo>
                  <a:lnTo>
                    <a:pt x="223" y="19499"/>
                  </a:lnTo>
                  <a:lnTo>
                    <a:pt x="0" y="18560"/>
                  </a:lnTo>
                  <a:lnTo>
                    <a:pt x="1092" y="15352"/>
                  </a:lnTo>
                  <a:lnTo>
                    <a:pt x="4526" y="11231"/>
                  </a:lnTo>
                  <a:lnTo>
                    <a:pt x="8487" y="8946"/>
                  </a:lnTo>
                  <a:lnTo>
                    <a:pt x="9204" y="7034"/>
                  </a:lnTo>
                  <a:lnTo>
                    <a:pt x="11158" y="4964"/>
                  </a:lnTo>
                  <a:lnTo>
                    <a:pt x="13727" y="3704"/>
                  </a:lnTo>
                  <a:lnTo>
                    <a:pt x="14515" y="4349"/>
                  </a:lnTo>
                  <a:lnTo>
                    <a:pt x="16165" y="3394"/>
                  </a:lnTo>
                  <a:lnTo>
                    <a:pt x="1849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h2145"/>
            <p:cNvSpPr/>
            <p:nvPr/>
          </p:nvSpPr>
          <p:spPr>
            <a:xfrm>
              <a:off x="2394399" y="2563720"/>
              <a:ext cx="85600" cy="75789"/>
            </a:xfrm>
            <a:custGeom>
              <a:avLst/>
              <a:pathLst>
                <a:path w="85600" h="75789">
                  <a:moveTo>
                    <a:pt x="22102" y="95"/>
                  </a:moveTo>
                  <a:lnTo>
                    <a:pt x="26500" y="2324"/>
                  </a:lnTo>
                  <a:lnTo>
                    <a:pt x="26030" y="8528"/>
                  </a:lnTo>
                  <a:lnTo>
                    <a:pt x="29800" y="10572"/>
                  </a:lnTo>
                  <a:lnTo>
                    <a:pt x="39724" y="10555"/>
                  </a:lnTo>
                  <a:lnTo>
                    <a:pt x="44267" y="7924"/>
                  </a:lnTo>
                  <a:lnTo>
                    <a:pt x="57792" y="12444"/>
                  </a:lnTo>
                  <a:lnTo>
                    <a:pt x="60713" y="15777"/>
                  </a:lnTo>
                  <a:lnTo>
                    <a:pt x="63030" y="15464"/>
                  </a:lnTo>
                  <a:lnTo>
                    <a:pt x="63025" y="18171"/>
                  </a:lnTo>
                  <a:lnTo>
                    <a:pt x="67959" y="29034"/>
                  </a:lnTo>
                  <a:lnTo>
                    <a:pt x="69720" y="30923"/>
                  </a:lnTo>
                  <a:lnTo>
                    <a:pt x="70763" y="30432"/>
                  </a:lnTo>
                  <a:lnTo>
                    <a:pt x="75462" y="39591"/>
                  </a:lnTo>
                  <a:lnTo>
                    <a:pt x="78591" y="37953"/>
                  </a:lnTo>
                  <a:lnTo>
                    <a:pt x="82103" y="46719"/>
                  </a:lnTo>
                  <a:lnTo>
                    <a:pt x="79225" y="47477"/>
                  </a:lnTo>
                  <a:lnTo>
                    <a:pt x="80286" y="52583"/>
                  </a:lnTo>
                  <a:lnTo>
                    <a:pt x="81169" y="55029"/>
                  </a:lnTo>
                  <a:lnTo>
                    <a:pt x="81855" y="54913"/>
                  </a:lnTo>
                  <a:lnTo>
                    <a:pt x="85600" y="61947"/>
                  </a:lnTo>
                  <a:lnTo>
                    <a:pt x="79201" y="62756"/>
                  </a:lnTo>
                  <a:lnTo>
                    <a:pt x="75444" y="60590"/>
                  </a:lnTo>
                  <a:lnTo>
                    <a:pt x="67167" y="65236"/>
                  </a:lnTo>
                  <a:lnTo>
                    <a:pt x="63293" y="65182"/>
                  </a:lnTo>
                  <a:lnTo>
                    <a:pt x="61306" y="65486"/>
                  </a:lnTo>
                  <a:lnTo>
                    <a:pt x="56612" y="64186"/>
                  </a:lnTo>
                  <a:lnTo>
                    <a:pt x="47066" y="66163"/>
                  </a:lnTo>
                  <a:lnTo>
                    <a:pt x="44704" y="63786"/>
                  </a:lnTo>
                  <a:lnTo>
                    <a:pt x="41728" y="63476"/>
                  </a:lnTo>
                  <a:lnTo>
                    <a:pt x="37251" y="67659"/>
                  </a:lnTo>
                  <a:lnTo>
                    <a:pt x="40982" y="74913"/>
                  </a:lnTo>
                  <a:lnTo>
                    <a:pt x="39065" y="75789"/>
                  </a:lnTo>
                  <a:lnTo>
                    <a:pt x="36473" y="73198"/>
                  </a:lnTo>
                  <a:lnTo>
                    <a:pt x="31836" y="75086"/>
                  </a:lnTo>
                  <a:lnTo>
                    <a:pt x="30485" y="71573"/>
                  </a:lnTo>
                  <a:lnTo>
                    <a:pt x="27428" y="68607"/>
                  </a:lnTo>
                  <a:lnTo>
                    <a:pt x="28774" y="67711"/>
                  </a:lnTo>
                  <a:lnTo>
                    <a:pt x="22833" y="62927"/>
                  </a:lnTo>
                  <a:lnTo>
                    <a:pt x="24984" y="58419"/>
                  </a:lnTo>
                  <a:lnTo>
                    <a:pt x="22847" y="56684"/>
                  </a:lnTo>
                  <a:lnTo>
                    <a:pt x="17223" y="55655"/>
                  </a:lnTo>
                  <a:lnTo>
                    <a:pt x="17243" y="51802"/>
                  </a:lnTo>
                  <a:lnTo>
                    <a:pt x="12616" y="44214"/>
                  </a:lnTo>
                  <a:lnTo>
                    <a:pt x="10293" y="38243"/>
                  </a:lnTo>
                  <a:lnTo>
                    <a:pt x="13241" y="35882"/>
                  </a:lnTo>
                  <a:lnTo>
                    <a:pt x="6706" y="30630"/>
                  </a:lnTo>
                  <a:lnTo>
                    <a:pt x="9690" y="27765"/>
                  </a:lnTo>
                  <a:lnTo>
                    <a:pt x="9211" y="26770"/>
                  </a:lnTo>
                  <a:lnTo>
                    <a:pt x="6180" y="24346"/>
                  </a:lnTo>
                  <a:lnTo>
                    <a:pt x="0" y="21435"/>
                  </a:lnTo>
                  <a:lnTo>
                    <a:pt x="3396" y="16704"/>
                  </a:lnTo>
                  <a:lnTo>
                    <a:pt x="6713" y="3160"/>
                  </a:lnTo>
                  <a:lnTo>
                    <a:pt x="1387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h2146"/>
            <p:cNvSpPr/>
            <p:nvPr/>
          </p:nvSpPr>
          <p:spPr>
            <a:xfrm>
              <a:off x="2340981" y="2582793"/>
              <a:ext cx="66659" cy="39905"/>
            </a:xfrm>
            <a:custGeom>
              <a:avLst/>
              <a:pathLst>
                <a:path w="66659" h="39905">
                  <a:moveTo>
                    <a:pt x="30006" y="1717"/>
                  </a:moveTo>
                  <a:lnTo>
                    <a:pt x="32199" y="6122"/>
                  </a:lnTo>
                  <a:lnTo>
                    <a:pt x="35127" y="7429"/>
                  </a:lnTo>
                  <a:lnTo>
                    <a:pt x="37097" y="4432"/>
                  </a:lnTo>
                  <a:lnTo>
                    <a:pt x="41568" y="8235"/>
                  </a:lnTo>
                  <a:lnTo>
                    <a:pt x="45945" y="4763"/>
                  </a:lnTo>
                  <a:lnTo>
                    <a:pt x="49906" y="10858"/>
                  </a:lnTo>
                  <a:lnTo>
                    <a:pt x="51878" y="4504"/>
                  </a:lnTo>
                  <a:lnTo>
                    <a:pt x="53418" y="2361"/>
                  </a:lnTo>
                  <a:lnTo>
                    <a:pt x="59598" y="5273"/>
                  </a:lnTo>
                  <a:lnTo>
                    <a:pt x="62630" y="7696"/>
                  </a:lnTo>
                  <a:lnTo>
                    <a:pt x="63109" y="8691"/>
                  </a:lnTo>
                  <a:lnTo>
                    <a:pt x="60125" y="11557"/>
                  </a:lnTo>
                  <a:lnTo>
                    <a:pt x="66659" y="16808"/>
                  </a:lnTo>
                  <a:lnTo>
                    <a:pt x="63711" y="19170"/>
                  </a:lnTo>
                  <a:lnTo>
                    <a:pt x="59254" y="20425"/>
                  </a:lnTo>
                  <a:lnTo>
                    <a:pt x="56962" y="18893"/>
                  </a:lnTo>
                  <a:lnTo>
                    <a:pt x="53557" y="21932"/>
                  </a:lnTo>
                  <a:lnTo>
                    <a:pt x="45115" y="15279"/>
                  </a:lnTo>
                  <a:lnTo>
                    <a:pt x="46084" y="18466"/>
                  </a:lnTo>
                  <a:lnTo>
                    <a:pt x="46940" y="17159"/>
                  </a:lnTo>
                  <a:lnTo>
                    <a:pt x="45627" y="27720"/>
                  </a:lnTo>
                  <a:lnTo>
                    <a:pt x="38546" y="28461"/>
                  </a:lnTo>
                  <a:lnTo>
                    <a:pt x="39838" y="26746"/>
                  </a:lnTo>
                  <a:lnTo>
                    <a:pt x="33673" y="22493"/>
                  </a:lnTo>
                  <a:lnTo>
                    <a:pt x="29280" y="23893"/>
                  </a:lnTo>
                  <a:lnTo>
                    <a:pt x="26688" y="26003"/>
                  </a:lnTo>
                  <a:lnTo>
                    <a:pt x="27590" y="27053"/>
                  </a:lnTo>
                  <a:lnTo>
                    <a:pt x="26032" y="29326"/>
                  </a:lnTo>
                  <a:lnTo>
                    <a:pt x="27944" y="35567"/>
                  </a:lnTo>
                  <a:lnTo>
                    <a:pt x="24912" y="33809"/>
                  </a:lnTo>
                  <a:lnTo>
                    <a:pt x="21361" y="38268"/>
                  </a:lnTo>
                  <a:lnTo>
                    <a:pt x="18773" y="39905"/>
                  </a:lnTo>
                  <a:lnTo>
                    <a:pt x="11851" y="35673"/>
                  </a:lnTo>
                  <a:lnTo>
                    <a:pt x="10545" y="32561"/>
                  </a:lnTo>
                  <a:lnTo>
                    <a:pt x="9117" y="27548"/>
                  </a:lnTo>
                  <a:lnTo>
                    <a:pt x="13479" y="24501"/>
                  </a:lnTo>
                  <a:lnTo>
                    <a:pt x="13832" y="21314"/>
                  </a:lnTo>
                  <a:lnTo>
                    <a:pt x="10917" y="16431"/>
                  </a:lnTo>
                  <a:lnTo>
                    <a:pt x="7161" y="7154"/>
                  </a:lnTo>
                  <a:lnTo>
                    <a:pt x="0" y="5110"/>
                  </a:lnTo>
                  <a:lnTo>
                    <a:pt x="144" y="4266"/>
                  </a:lnTo>
                  <a:lnTo>
                    <a:pt x="3021" y="4776"/>
                  </a:lnTo>
                  <a:lnTo>
                    <a:pt x="3334" y="3814"/>
                  </a:lnTo>
                  <a:lnTo>
                    <a:pt x="11394" y="5923"/>
                  </a:lnTo>
                  <a:lnTo>
                    <a:pt x="16794" y="11283"/>
                  </a:lnTo>
                  <a:lnTo>
                    <a:pt x="19413" y="8383"/>
                  </a:lnTo>
                  <a:lnTo>
                    <a:pt x="21615" y="8052"/>
                  </a:lnTo>
                  <a:lnTo>
                    <a:pt x="23463" y="8507"/>
                  </a:lnTo>
                  <a:lnTo>
                    <a:pt x="27027" y="11570"/>
                  </a:lnTo>
                  <a:lnTo>
                    <a:pt x="28343" y="9894"/>
                  </a:lnTo>
                  <a:lnTo>
                    <a:pt x="25442" y="2141"/>
                  </a:lnTo>
                  <a:lnTo>
                    <a:pt x="25808" y="241"/>
                  </a:lnTo>
                  <a:lnTo>
                    <a:pt x="27304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h2147"/>
            <p:cNvSpPr/>
            <p:nvPr/>
          </p:nvSpPr>
          <p:spPr>
            <a:xfrm>
              <a:off x="2310245" y="2394448"/>
              <a:ext cx="35434" cy="57897"/>
            </a:xfrm>
            <a:custGeom>
              <a:avLst/>
              <a:pathLst>
                <a:path w="35434" h="57897">
                  <a:moveTo>
                    <a:pt x="24030" y="1071"/>
                  </a:moveTo>
                  <a:lnTo>
                    <a:pt x="34605" y="5013"/>
                  </a:lnTo>
                  <a:lnTo>
                    <a:pt x="34331" y="7574"/>
                  </a:lnTo>
                  <a:lnTo>
                    <a:pt x="32247" y="7580"/>
                  </a:lnTo>
                  <a:lnTo>
                    <a:pt x="33933" y="13158"/>
                  </a:lnTo>
                  <a:lnTo>
                    <a:pt x="32075" y="18611"/>
                  </a:lnTo>
                  <a:lnTo>
                    <a:pt x="29896" y="31248"/>
                  </a:lnTo>
                  <a:lnTo>
                    <a:pt x="31607" y="31493"/>
                  </a:lnTo>
                  <a:lnTo>
                    <a:pt x="32398" y="34937"/>
                  </a:lnTo>
                  <a:lnTo>
                    <a:pt x="31311" y="40440"/>
                  </a:lnTo>
                  <a:lnTo>
                    <a:pt x="34023" y="40730"/>
                  </a:lnTo>
                  <a:lnTo>
                    <a:pt x="33712" y="43348"/>
                  </a:lnTo>
                  <a:lnTo>
                    <a:pt x="31008" y="41981"/>
                  </a:lnTo>
                  <a:lnTo>
                    <a:pt x="30486" y="44637"/>
                  </a:lnTo>
                  <a:lnTo>
                    <a:pt x="35434" y="46033"/>
                  </a:lnTo>
                  <a:lnTo>
                    <a:pt x="29864" y="47625"/>
                  </a:lnTo>
                  <a:lnTo>
                    <a:pt x="24539" y="47337"/>
                  </a:lnTo>
                  <a:lnTo>
                    <a:pt x="25297" y="50369"/>
                  </a:lnTo>
                  <a:lnTo>
                    <a:pt x="26643" y="50614"/>
                  </a:lnTo>
                  <a:lnTo>
                    <a:pt x="26809" y="51207"/>
                  </a:lnTo>
                  <a:lnTo>
                    <a:pt x="25998" y="53278"/>
                  </a:lnTo>
                  <a:lnTo>
                    <a:pt x="14919" y="52531"/>
                  </a:lnTo>
                  <a:lnTo>
                    <a:pt x="14600" y="55590"/>
                  </a:lnTo>
                  <a:lnTo>
                    <a:pt x="11321" y="55008"/>
                  </a:lnTo>
                  <a:lnTo>
                    <a:pt x="11110" y="57326"/>
                  </a:lnTo>
                  <a:lnTo>
                    <a:pt x="7162" y="57897"/>
                  </a:lnTo>
                  <a:lnTo>
                    <a:pt x="7338" y="55567"/>
                  </a:lnTo>
                  <a:lnTo>
                    <a:pt x="2949" y="55363"/>
                  </a:lnTo>
                  <a:lnTo>
                    <a:pt x="2466" y="49281"/>
                  </a:lnTo>
                  <a:lnTo>
                    <a:pt x="0" y="48879"/>
                  </a:lnTo>
                  <a:lnTo>
                    <a:pt x="198" y="47829"/>
                  </a:lnTo>
                  <a:lnTo>
                    <a:pt x="3467" y="30658"/>
                  </a:lnTo>
                  <a:lnTo>
                    <a:pt x="1515" y="24754"/>
                  </a:lnTo>
                  <a:lnTo>
                    <a:pt x="710" y="18161"/>
                  </a:lnTo>
                  <a:lnTo>
                    <a:pt x="4946" y="16778"/>
                  </a:lnTo>
                  <a:lnTo>
                    <a:pt x="8800" y="17508"/>
                  </a:lnTo>
                  <a:lnTo>
                    <a:pt x="10042" y="13230"/>
                  </a:lnTo>
                  <a:lnTo>
                    <a:pt x="15205" y="13871"/>
                  </a:lnTo>
                  <a:lnTo>
                    <a:pt x="16952" y="1305"/>
                  </a:lnTo>
                  <a:lnTo>
                    <a:pt x="2154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h2148"/>
            <p:cNvSpPr/>
            <p:nvPr/>
          </p:nvSpPr>
          <p:spPr>
            <a:xfrm>
              <a:off x="2297309" y="2599986"/>
              <a:ext cx="23358" cy="37221"/>
            </a:xfrm>
            <a:custGeom>
              <a:avLst/>
              <a:pathLst>
                <a:path w="23358" h="37221">
                  <a:moveTo>
                    <a:pt x="23061" y="1174"/>
                  </a:moveTo>
                  <a:lnTo>
                    <a:pt x="21288" y="5445"/>
                  </a:lnTo>
                  <a:lnTo>
                    <a:pt x="21581" y="10440"/>
                  </a:lnTo>
                  <a:lnTo>
                    <a:pt x="23358" y="10826"/>
                  </a:lnTo>
                  <a:lnTo>
                    <a:pt x="19197" y="12074"/>
                  </a:lnTo>
                  <a:lnTo>
                    <a:pt x="13705" y="19178"/>
                  </a:lnTo>
                  <a:lnTo>
                    <a:pt x="19942" y="22783"/>
                  </a:lnTo>
                  <a:lnTo>
                    <a:pt x="20532" y="24017"/>
                  </a:lnTo>
                  <a:lnTo>
                    <a:pt x="22752" y="24640"/>
                  </a:lnTo>
                  <a:lnTo>
                    <a:pt x="20404" y="27789"/>
                  </a:lnTo>
                  <a:lnTo>
                    <a:pt x="13886" y="32270"/>
                  </a:lnTo>
                  <a:lnTo>
                    <a:pt x="9273" y="34113"/>
                  </a:lnTo>
                  <a:lnTo>
                    <a:pt x="9625" y="35966"/>
                  </a:lnTo>
                  <a:lnTo>
                    <a:pt x="5726" y="37221"/>
                  </a:lnTo>
                  <a:lnTo>
                    <a:pt x="1375" y="36299"/>
                  </a:lnTo>
                  <a:lnTo>
                    <a:pt x="0" y="33492"/>
                  </a:lnTo>
                  <a:lnTo>
                    <a:pt x="1906" y="28994"/>
                  </a:lnTo>
                  <a:lnTo>
                    <a:pt x="6466" y="22873"/>
                  </a:lnTo>
                  <a:lnTo>
                    <a:pt x="11339" y="14681"/>
                  </a:lnTo>
                  <a:lnTo>
                    <a:pt x="8534" y="10942"/>
                  </a:lnTo>
                  <a:lnTo>
                    <a:pt x="12785" y="10254"/>
                  </a:lnTo>
                  <a:lnTo>
                    <a:pt x="17439" y="4481"/>
                  </a:lnTo>
                  <a:lnTo>
                    <a:pt x="16942" y="3106"/>
                  </a:lnTo>
                  <a:lnTo>
                    <a:pt x="2277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h2149"/>
            <p:cNvSpPr/>
            <p:nvPr/>
          </p:nvSpPr>
          <p:spPr>
            <a:xfrm>
              <a:off x="2518336" y="2668514"/>
              <a:ext cx="35142" cy="25274"/>
            </a:xfrm>
            <a:custGeom>
              <a:avLst/>
              <a:pathLst>
                <a:path w="35142" h="25274">
                  <a:moveTo>
                    <a:pt x="21897" y="2420"/>
                  </a:moveTo>
                  <a:lnTo>
                    <a:pt x="19673" y="5869"/>
                  </a:lnTo>
                  <a:lnTo>
                    <a:pt x="25108" y="10791"/>
                  </a:lnTo>
                  <a:lnTo>
                    <a:pt x="27997" y="10989"/>
                  </a:lnTo>
                  <a:lnTo>
                    <a:pt x="28100" y="14247"/>
                  </a:lnTo>
                  <a:lnTo>
                    <a:pt x="35142" y="17588"/>
                  </a:lnTo>
                  <a:lnTo>
                    <a:pt x="33993" y="20788"/>
                  </a:lnTo>
                  <a:lnTo>
                    <a:pt x="31169" y="21921"/>
                  </a:lnTo>
                  <a:lnTo>
                    <a:pt x="28012" y="24901"/>
                  </a:lnTo>
                  <a:lnTo>
                    <a:pt x="27428" y="22182"/>
                  </a:lnTo>
                  <a:lnTo>
                    <a:pt x="17772" y="22062"/>
                  </a:lnTo>
                  <a:lnTo>
                    <a:pt x="7225" y="25274"/>
                  </a:lnTo>
                  <a:lnTo>
                    <a:pt x="6005" y="24294"/>
                  </a:lnTo>
                  <a:lnTo>
                    <a:pt x="3386" y="17992"/>
                  </a:lnTo>
                  <a:lnTo>
                    <a:pt x="0" y="14924"/>
                  </a:lnTo>
                  <a:lnTo>
                    <a:pt x="2162" y="12470"/>
                  </a:lnTo>
                  <a:lnTo>
                    <a:pt x="5363" y="13023"/>
                  </a:lnTo>
                  <a:lnTo>
                    <a:pt x="8277" y="12130"/>
                  </a:lnTo>
                  <a:lnTo>
                    <a:pt x="17961" y="540"/>
                  </a:lnTo>
                  <a:lnTo>
                    <a:pt x="1954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h2150"/>
            <p:cNvSpPr/>
            <p:nvPr/>
          </p:nvSpPr>
          <p:spPr>
            <a:xfrm>
              <a:off x="2523688" y="2602183"/>
              <a:ext cx="48286" cy="77475"/>
            </a:xfrm>
            <a:custGeom>
              <a:avLst/>
              <a:pathLst>
                <a:path w="48286" h="77475">
                  <a:moveTo>
                    <a:pt x="27311" y="0"/>
                  </a:moveTo>
                  <a:lnTo>
                    <a:pt x="26227" y="4079"/>
                  </a:lnTo>
                  <a:lnTo>
                    <a:pt x="25963" y="5040"/>
                  </a:lnTo>
                  <a:lnTo>
                    <a:pt x="27961" y="7073"/>
                  </a:lnTo>
                  <a:lnTo>
                    <a:pt x="31157" y="7001"/>
                  </a:lnTo>
                  <a:lnTo>
                    <a:pt x="31202" y="9140"/>
                  </a:lnTo>
                  <a:lnTo>
                    <a:pt x="26931" y="9255"/>
                  </a:lnTo>
                  <a:lnTo>
                    <a:pt x="27118" y="18673"/>
                  </a:lnTo>
                  <a:lnTo>
                    <a:pt x="28510" y="22539"/>
                  </a:lnTo>
                  <a:lnTo>
                    <a:pt x="38645" y="25478"/>
                  </a:lnTo>
                  <a:lnTo>
                    <a:pt x="45144" y="26071"/>
                  </a:lnTo>
                  <a:lnTo>
                    <a:pt x="45200" y="28898"/>
                  </a:lnTo>
                  <a:lnTo>
                    <a:pt x="46538" y="29884"/>
                  </a:lnTo>
                  <a:lnTo>
                    <a:pt x="45820" y="33094"/>
                  </a:lnTo>
                  <a:lnTo>
                    <a:pt x="46693" y="37306"/>
                  </a:lnTo>
                  <a:lnTo>
                    <a:pt x="48286" y="39965"/>
                  </a:lnTo>
                  <a:lnTo>
                    <a:pt x="46919" y="42565"/>
                  </a:lnTo>
                  <a:lnTo>
                    <a:pt x="43224" y="43447"/>
                  </a:lnTo>
                  <a:lnTo>
                    <a:pt x="40934" y="47235"/>
                  </a:lnTo>
                  <a:lnTo>
                    <a:pt x="40574" y="51788"/>
                  </a:lnTo>
                  <a:lnTo>
                    <a:pt x="38726" y="52741"/>
                  </a:lnTo>
                  <a:lnTo>
                    <a:pt x="35199" y="56021"/>
                  </a:lnTo>
                  <a:lnTo>
                    <a:pt x="36591" y="58007"/>
                  </a:lnTo>
                  <a:lnTo>
                    <a:pt x="33478" y="59919"/>
                  </a:lnTo>
                  <a:lnTo>
                    <a:pt x="32497" y="58534"/>
                  </a:lnTo>
                  <a:lnTo>
                    <a:pt x="24805" y="65835"/>
                  </a:lnTo>
                  <a:lnTo>
                    <a:pt x="25786" y="69616"/>
                  </a:lnTo>
                  <a:lnTo>
                    <a:pt x="24869" y="77475"/>
                  </a:lnTo>
                  <a:lnTo>
                    <a:pt x="22645" y="77320"/>
                  </a:lnTo>
                  <a:lnTo>
                    <a:pt x="19757" y="77122"/>
                  </a:lnTo>
                  <a:lnTo>
                    <a:pt x="14321" y="72200"/>
                  </a:lnTo>
                  <a:lnTo>
                    <a:pt x="16546" y="68751"/>
                  </a:lnTo>
                  <a:lnTo>
                    <a:pt x="14197" y="66330"/>
                  </a:lnTo>
                  <a:lnTo>
                    <a:pt x="12609" y="66870"/>
                  </a:lnTo>
                  <a:lnTo>
                    <a:pt x="12302" y="65459"/>
                  </a:lnTo>
                  <a:lnTo>
                    <a:pt x="3042" y="62798"/>
                  </a:lnTo>
                  <a:lnTo>
                    <a:pt x="5391" y="42644"/>
                  </a:lnTo>
                  <a:lnTo>
                    <a:pt x="2943" y="24982"/>
                  </a:lnTo>
                  <a:lnTo>
                    <a:pt x="1860" y="11288"/>
                  </a:lnTo>
                  <a:lnTo>
                    <a:pt x="1194" y="9011"/>
                  </a:lnTo>
                  <a:lnTo>
                    <a:pt x="678" y="9044"/>
                  </a:lnTo>
                  <a:lnTo>
                    <a:pt x="0" y="4683"/>
                  </a:lnTo>
                  <a:lnTo>
                    <a:pt x="971" y="4628"/>
                  </a:lnTo>
                  <a:lnTo>
                    <a:pt x="2238" y="5347"/>
                  </a:lnTo>
                  <a:lnTo>
                    <a:pt x="11566" y="5991"/>
                  </a:lnTo>
                  <a:lnTo>
                    <a:pt x="17884" y="4836"/>
                  </a:lnTo>
                  <a:lnTo>
                    <a:pt x="24012" y="44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h2151"/>
            <p:cNvSpPr/>
            <p:nvPr/>
          </p:nvSpPr>
          <p:spPr>
            <a:xfrm>
              <a:off x="2528590" y="2693040"/>
              <a:ext cx="24928" cy="21681"/>
            </a:xfrm>
            <a:custGeom>
              <a:avLst/>
              <a:pathLst>
                <a:path w="24928" h="21681">
                  <a:moveTo>
                    <a:pt x="12723" y="1483"/>
                  </a:moveTo>
                  <a:lnTo>
                    <a:pt x="17036" y="1829"/>
                  </a:lnTo>
                  <a:lnTo>
                    <a:pt x="18775" y="2427"/>
                  </a:lnTo>
                  <a:lnTo>
                    <a:pt x="24928" y="13976"/>
                  </a:lnTo>
                  <a:lnTo>
                    <a:pt x="22891" y="21509"/>
                  </a:lnTo>
                  <a:lnTo>
                    <a:pt x="20460" y="21681"/>
                  </a:lnTo>
                  <a:lnTo>
                    <a:pt x="14070" y="16343"/>
                  </a:lnTo>
                  <a:lnTo>
                    <a:pt x="12285" y="16152"/>
                  </a:lnTo>
                  <a:lnTo>
                    <a:pt x="11394" y="18311"/>
                  </a:lnTo>
                  <a:lnTo>
                    <a:pt x="7243" y="16902"/>
                  </a:lnTo>
                  <a:lnTo>
                    <a:pt x="7517" y="15192"/>
                  </a:lnTo>
                  <a:lnTo>
                    <a:pt x="6677" y="14118"/>
                  </a:lnTo>
                  <a:lnTo>
                    <a:pt x="4998" y="12778"/>
                  </a:lnTo>
                  <a:lnTo>
                    <a:pt x="2545" y="12356"/>
                  </a:lnTo>
                  <a:lnTo>
                    <a:pt x="0" y="9930"/>
                  </a:lnTo>
                  <a:lnTo>
                    <a:pt x="876" y="7408"/>
                  </a:lnTo>
                  <a:lnTo>
                    <a:pt x="1997" y="8747"/>
                  </a:lnTo>
                  <a:lnTo>
                    <a:pt x="4367" y="7987"/>
                  </a:lnTo>
                  <a:lnTo>
                    <a:pt x="5335" y="4046"/>
                  </a:lnTo>
                  <a:lnTo>
                    <a:pt x="7516" y="464"/>
                  </a:lnTo>
                  <a:lnTo>
                    <a:pt x="998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h2152"/>
            <p:cNvSpPr/>
            <p:nvPr/>
          </p:nvSpPr>
          <p:spPr>
            <a:xfrm>
              <a:off x="2535870" y="2709193"/>
              <a:ext cx="18663" cy="23072"/>
            </a:xfrm>
            <a:custGeom>
              <a:avLst/>
              <a:pathLst>
                <a:path w="18663" h="23072">
                  <a:moveTo>
                    <a:pt x="6790" y="190"/>
                  </a:moveTo>
                  <a:lnTo>
                    <a:pt x="13180" y="5529"/>
                  </a:lnTo>
                  <a:lnTo>
                    <a:pt x="15610" y="5356"/>
                  </a:lnTo>
                  <a:lnTo>
                    <a:pt x="16703" y="5112"/>
                  </a:lnTo>
                  <a:lnTo>
                    <a:pt x="18663" y="6401"/>
                  </a:lnTo>
                  <a:lnTo>
                    <a:pt x="18541" y="8522"/>
                  </a:lnTo>
                  <a:lnTo>
                    <a:pt x="14208" y="17768"/>
                  </a:lnTo>
                  <a:lnTo>
                    <a:pt x="12684" y="19367"/>
                  </a:lnTo>
                  <a:lnTo>
                    <a:pt x="10491" y="19230"/>
                  </a:lnTo>
                  <a:lnTo>
                    <a:pt x="10013" y="20593"/>
                  </a:lnTo>
                  <a:lnTo>
                    <a:pt x="10917" y="23072"/>
                  </a:lnTo>
                  <a:lnTo>
                    <a:pt x="7535" y="21783"/>
                  </a:lnTo>
                  <a:lnTo>
                    <a:pt x="7689" y="16433"/>
                  </a:lnTo>
                  <a:lnTo>
                    <a:pt x="5776" y="15281"/>
                  </a:lnTo>
                  <a:lnTo>
                    <a:pt x="3867" y="12706"/>
                  </a:lnTo>
                  <a:lnTo>
                    <a:pt x="1772" y="11697"/>
                  </a:lnTo>
                  <a:lnTo>
                    <a:pt x="0" y="9110"/>
                  </a:lnTo>
                  <a:lnTo>
                    <a:pt x="3591" y="5360"/>
                  </a:lnTo>
                  <a:lnTo>
                    <a:pt x="4114" y="2159"/>
                  </a:lnTo>
                  <a:lnTo>
                    <a:pt x="500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h2153"/>
            <p:cNvSpPr/>
            <p:nvPr/>
          </p:nvSpPr>
          <p:spPr>
            <a:xfrm>
              <a:off x="2523774" y="2730977"/>
              <a:ext cx="36039" cy="19524"/>
            </a:xfrm>
            <a:custGeom>
              <a:avLst/>
              <a:pathLst>
                <a:path w="36039" h="19524">
                  <a:moveTo>
                    <a:pt x="29265" y="4316"/>
                  </a:moveTo>
                  <a:lnTo>
                    <a:pt x="30785" y="11306"/>
                  </a:lnTo>
                  <a:lnTo>
                    <a:pt x="36039" y="12266"/>
                  </a:lnTo>
                  <a:lnTo>
                    <a:pt x="34088" y="16451"/>
                  </a:lnTo>
                  <a:lnTo>
                    <a:pt x="32004" y="16539"/>
                  </a:lnTo>
                  <a:lnTo>
                    <a:pt x="29238" y="14482"/>
                  </a:lnTo>
                  <a:lnTo>
                    <a:pt x="28061" y="16462"/>
                  </a:lnTo>
                  <a:lnTo>
                    <a:pt x="28388" y="18447"/>
                  </a:lnTo>
                  <a:lnTo>
                    <a:pt x="27110" y="16377"/>
                  </a:lnTo>
                  <a:lnTo>
                    <a:pt x="25172" y="16536"/>
                  </a:lnTo>
                  <a:lnTo>
                    <a:pt x="19712" y="17820"/>
                  </a:lnTo>
                  <a:lnTo>
                    <a:pt x="15265" y="15679"/>
                  </a:lnTo>
                  <a:lnTo>
                    <a:pt x="16580" y="19101"/>
                  </a:lnTo>
                  <a:lnTo>
                    <a:pt x="13521" y="19524"/>
                  </a:lnTo>
                  <a:lnTo>
                    <a:pt x="4565" y="13604"/>
                  </a:lnTo>
                  <a:lnTo>
                    <a:pt x="0" y="2995"/>
                  </a:lnTo>
                  <a:lnTo>
                    <a:pt x="5875" y="3398"/>
                  </a:lnTo>
                  <a:lnTo>
                    <a:pt x="10261" y="5065"/>
                  </a:lnTo>
                  <a:lnTo>
                    <a:pt x="15316" y="4215"/>
                  </a:lnTo>
                  <a:lnTo>
                    <a:pt x="19338" y="2461"/>
                  </a:lnTo>
                  <a:lnTo>
                    <a:pt x="19631" y="0"/>
                  </a:lnTo>
                  <a:lnTo>
                    <a:pt x="23013" y="1288"/>
                  </a:lnTo>
                  <a:lnTo>
                    <a:pt x="24067" y="2084"/>
                  </a:lnTo>
                  <a:lnTo>
                    <a:pt x="27493" y="82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h2154"/>
            <p:cNvSpPr/>
            <p:nvPr/>
          </p:nvSpPr>
          <p:spPr>
            <a:xfrm>
              <a:off x="2457693" y="2624310"/>
              <a:ext cx="40466" cy="71545"/>
            </a:xfrm>
            <a:custGeom>
              <a:avLst/>
              <a:pathLst>
                <a:path w="40466" h="71545">
                  <a:moveTo>
                    <a:pt x="15907" y="2166"/>
                  </a:moveTo>
                  <a:lnTo>
                    <a:pt x="22306" y="1357"/>
                  </a:lnTo>
                  <a:lnTo>
                    <a:pt x="21845" y="5626"/>
                  </a:lnTo>
                  <a:lnTo>
                    <a:pt x="22900" y="10115"/>
                  </a:lnTo>
                  <a:lnTo>
                    <a:pt x="26433" y="9857"/>
                  </a:lnTo>
                  <a:lnTo>
                    <a:pt x="29894" y="24621"/>
                  </a:lnTo>
                  <a:lnTo>
                    <a:pt x="29220" y="26795"/>
                  </a:lnTo>
                  <a:lnTo>
                    <a:pt x="27630" y="27811"/>
                  </a:lnTo>
                  <a:lnTo>
                    <a:pt x="26151" y="30596"/>
                  </a:lnTo>
                  <a:lnTo>
                    <a:pt x="27869" y="33469"/>
                  </a:lnTo>
                  <a:lnTo>
                    <a:pt x="31079" y="33424"/>
                  </a:lnTo>
                  <a:lnTo>
                    <a:pt x="29762" y="35670"/>
                  </a:lnTo>
                  <a:lnTo>
                    <a:pt x="30685" y="44860"/>
                  </a:lnTo>
                  <a:lnTo>
                    <a:pt x="33433" y="49421"/>
                  </a:lnTo>
                  <a:lnTo>
                    <a:pt x="38376" y="50803"/>
                  </a:lnTo>
                  <a:lnTo>
                    <a:pt x="40466" y="58111"/>
                  </a:lnTo>
                  <a:lnTo>
                    <a:pt x="38015" y="58229"/>
                  </a:lnTo>
                  <a:lnTo>
                    <a:pt x="36313" y="62152"/>
                  </a:lnTo>
                  <a:lnTo>
                    <a:pt x="36093" y="64608"/>
                  </a:lnTo>
                  <a:lnTo>
                    <a:pt x="37861" y="66556"/>
                  </a:lnTo>
                  <a:lnTo>
                    <a:pt x="34719" y="68586"/>
                  </a:lnTo>
                  <a:lnTo>
                    <a:pt x="32867" y="71545"/>
                  </a:lnTo>
                  <a:lnTo>
                    <a:pt x="31100" y="70376"/>
                  </a:lnTo>
                  <a:lnTo>
                    <a:pt x="30629" y="68853"/>
                  </a:lnTo>
                  <a:lnTo>
                    <a:pt x="31698" y="67841"/>
                  </a:lnTo>
                  <a:lnTo>
                    <a:pt x="28785" y="63306"/>
                  </a:lnTo>
                  <a:lnTo>
                    <a:pt x="18629" y="60431"/>
                  </a:lnTo>
                  <a:lnTo>
                    <a:pt x="15323" y="62897"/>
                  </a:lnTo>
                  <a:lnTo>
                    <a:pt x="10503" y="63113"/>
                  </a:lnTo>
                  <a:lnTo>
                    <a:pt x="2735" y="59891"/>
                  </a:lnTo>
                  <a:lnTo>
                    <a:pt x="613" y="49994"/>
                  </a:lnTo>
                  <a:lnTo>
                    <a:pt x="5542" y="48025"/>
                  </a:lnTo>
                  <a:lnTo>
                    <a:pt x="9974" y="48583"/>
                  </a:lnTo>
                  <a:lnTo>
                    <a:pt x="12175" y="46842"/>
                  </a:lnTo>
                  <a:lnTo>
                    <a:pt x="10553" y="42091"/>
                  </a:lnTo>
                  <a:lnTo>
                    <a:pt x="13049" y="41589"/>
                  </a:lnTo>
                  <a:lnTo>
                    <a:pt x="13561" y="40731"/>
                  </a:lnTo>
                  <a:lnTo>
                    <a:pt x="12828" y="38492"/>
                  </a:lnTo>
                  <a:lnTo>
                    <a:pt x="7946" y="34818"/>
                  </a:lnTo>
                  <a:lnTo>
                    <a:pt x="8236" y="34181"/>
                  </a:lnTo>
                  <a:lnTo>
                    <a:pt x="9515" y="33607"/>
                  </a:lnTo>
                  <a:lnTo>
                    <a:pt x="12129" y="34443"/>
                  </a:lnTo>
                  <a:lnTo>
                    <a:pt x="11483" y="31074"/>
                  </a:lnTo>
                  <a:lnTo>
                    <a:pt x="9323" y="26625"/>
                  </a:lnTo>
                  <a:lnTo>
                    <a:pt x="6398" y="24691"/>
                  </a:lnTo>
                  <a:lnTo>
                    <a:pt x="3011" y="23524"/>
                  </a:lnTo>
                  <a:lnTo>
                    <a:pt x="3283" y="12732"/>
                  </a:lnTo>
                  <a:lnTo>
                    <a:pt x="0" y="4592"/>
                  </a:lnTo>
                  <a:lnTo>
                    <a:pt x="3873" y="4646"/>
                  </a:lnTo>
                  <a:lnTo>
                    <a:pt x="1215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h2155"/>
            <p:cNvSpPr/>
            <p:nvPr/>
          </p:nvSpPr>
          <p:spPr>
            <a:xfrm>
              <a:off x="2255193" y="2426363"/>
              <a:ext cx="58001" cy="64359"/>
            </a:xfrm>
            <a:custGeom>
              <a:avLst/>
              <a:pathLst>
                <a:path w="58001" h="64359">
                  <a:moveTo>
                    <a:pt x="16988" y="9055"/>
                  </a:moveTo>
                  <a:lnTo>
                    <a:pt x="21922" y="14857"/>
                  </a:lnTo>
                  <a:lnTo>
                    <a:pt x="38854" y="12404"/>
                  </a:lnTo>
                  <a:lnTo>
                    <a:pt x="41451" y="10741"/>
                  </a:lnTo>
                  <a:lnTo>
                    <a:pt x="47982" y="11879"/>
                  </a:lnTo>
                  <a:lnTo>
                    <a:pt x="47914" y="14756"/>
                  </a:lnTo>
                  <a:lnTo>
                    <a:pt x="53528" y="14420"/>
                  </a:lnTo>
                  <a:lnTo>
                    <a:pt x="54577" y="14668"/>
                  </a:lnTo>
                  <a:lnTo>
                    <a:pt x="55250" y="15914"/>
                  </a:lnTo>
                  <a:lnTo>
                    <a:pt x="55051" y="16964"/>
                  </a:lnTo>
                  <a:lnTo>
                    <a:pt x="57518" y="17365"/>
                  </a:lnTo>
                  <a:lnTo>
                    <a:pt x="58001" y="23447"/>
                  </a:lnTo>
                  <a:lnTo>
                    <a:pt x="57764" y="29149"/>
                  </a:lnTo>
                  <a:lnTo>
                    <a:pt x="54821" y="36847"/>
                  </a:lnTo>
                  <a:lnTo>
                    <a:pt x="57034" y="37056"/>
                  </a:lnTo>
                  <a:lnTo>
                    <a:pt x="57463" y="48836"/>
                  </a:lnTo>
                  <a:lnTo>
                    <a:pt x="52912" y="50230"/>
                  </a:lnTo>
                  <a:lnTo>
                    <a:pt x="48271" y="49839"/>
                  </a:lnTo>
                  <a:lnTo>
                    <a:pt x="47041" y="62291"/>
                  </a:lnTo>
                  <a:lnTo>
                    <a:pt x="46516" y="62641"/>
                  </a:lnTo>
                  <a:lnTo>
                    <a:pt x="42608" y="64359"/>
                  </a:lnTo>
                  <a:lnTo>
                    <a:pt x="31024" y="64057"/>
                  </a:lnTo>
                  <a:lnTo>
                    <a:pt x="28783" y="61324"/>
                  </a:lnTo>
                  <a:lnTo>
                    <a:pt x="30878" y="54805"/>
                  </a:lnTo>
                  <a:lnTo>
                    <a:pt x="28952" y="52175"/>
                  </a:lnTo>
                  <a:lnTo>
                    <a:pt x="25649" y="52891"/>
                  </a:lnTo>
                  <a:lnTo>
                    <a:pt x="25304" y="56556"/>
                  </a:lnTo>
                  <a:lnTo>
                    <a:pt x="18687" y="54360"/>
                  </a:lnTo>
                  <a:lnTo>
                    <a:pt x="18710" y="53285"/>
                  </a:lnTo>
                  <a:lnTo>
                    <a:pt x="23699" y="51057"/>
                  </a:lnTo>
                  <a:lnTo>
                    <a:pt x="16751" y="40497"/>
                  </a:lnTo>
                  <a:lnTo>
                    <a:pt x="15123" y="43869"/>
                  </a:lnTo>
                  <a:lnTo>
                    <a:pt x="15390" y="45483"/>
                  </a:lnTo>
                  <a:lnTo>
                    <a:pt x="11004" y="45785"/>
                  </a:lnTo>
                  <a:lnTo>
                    <a:pt x="10087" y="42340"/>
                  </a:lnTo>
                  <a:lnTo>
                    <a:pt x="7287" y="43476"/>
                  </a:lnTo>
                  <a:lnTo>
                    <a:pt x="7993" y="35288"/>
                  </a:lnTo>
                  <a:lnTo>
                    <a:pt x="2369" y="27526"/>
                  </a:lnTo>
                  <a:lnTo>
                    <a:pt x="0" y="14515"/>
                  </a:lnTo>
                  <a:lnTo>
                    <a:pt x="1608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h2156"/>
            <p:cNvSpPr/>
            <p:nvPr/>
          </p:nvSpPr>
          <p:spPr>
            <a:xfrm>
              <a:off x="2275341" y="2575703"/>
              <a:ext cx="44741" cy="83487"/>
            </a:xfrm>
            <a:custGeom>
              <a:avLst/>
              <a:pathLst>
                <a:path w="44741" h="83487">
                  <a:moveTo>
                    <a:pt x="29597" y="605"/>
                  </a:moveTo>
                  <a:lnTo>
                    <a:pt x="30281" y="3341"/>
                  </a:lnTo>
                  <a:lnTo>
                    <a:pt x="25525" y="10087"/>
                  </a:lnTo>
                  <a:lnTo>
                    <a:pt x="24081" y="9994"/>
                  </a:lnTo>
                  <a:lnTo>
                    <a:pt x="28339" y="15018"/>
                  </a:lnTo>
                  <a:lnTo>
                    <a:pt x="28837" y="16415"/>
                  </a:lnTo>
                  <a:lnTo>
                    <a:pt x="28184" y="17085"/>
                  </a:lnTo>
                  <a:lnTo>
                    <a:pt x="28847" y="18455"/>
                  </a:lnTo>
                  <a:lnTo>
                    <a:pt x="25261" y="19220"/>
                  </a:lnTo>
                  <a:lnTo>
                    <a:pt x="27155" y="24770"/>
                  </a:lnTo>
                  <a:lnTo>
                    <a:pt x="29756" y="25263"/>
                  </a:lnTo>
                  <a:lnTo>
                    <a:pt x="32875" y="23120"/>
                  </a:lnTo>
                  <a:lnTo>
                    <a:pt x="42755" y="21124"/>
                  </a:lnTo>
                  <a:lnTo>
                    <a:pt x="43647" y="23565"/>
                  </a:lnTo>
                  <a:lnTo>
                    <a:pt x="44741" y="24283"/>
                  </a:lnTo>
                  <a:lnTo>
                    <a:pt x="38909" y="27389"/>
                  </a:lnTo>
                  <a:lnTo>
                    <a:pt x="39406" y="28764"/>
                  </a:lnTo>
                  <a:lnTo>
                    <a:pt x="34752" y="34537"/>
                  </a:lnTo>
                  <a:lnTo>
                    <a:pt x="30501" y="35225"/>
                  </a:lnTo>
                  <a:lnTo>
                    <a:pt x="33306" y="38964"/>
                  </a:lnTo>
                  <a:lnTo>
                    <a:pt x="28433" y="47157"/>
                  </a:lnTo>
                  <a:lnTo>
                    <a:pt x="23873" y="53278"/>
                  </a:lnTo>
                  <a:lnTo>
                    <a:pt x="21967" y="57775"/>
                  </a:lnTo>
                  <a:lnTo>
                    <a:pt x="23342" y="60582"/>
                  </a:lnTo>
                  <a:lnTo>
                    <a:pt x="27693" y="61505"/>
                  </a:lnTo>
                  <a:lnTo>
                    <a:pt x="27608" y="63234"/>
                  </a:lnTo>
                  <a:lnTo>
                    <a:pt x="30597" y="65871"/>
                  </a:lnTo>
                  <a:lnTo>
                    <a:pt x="34889" y="74094"/>
                  </a:lnTo>
                  <a:lnTo>
                    <a:pt x="36601" y="73710"/>
                  </a:lnTo>
                  <a:lnTo>
                    <a:pt x="36558" y="72913"/>
                  </a:lnTo>
                  <a:lnTo>
                    <a:pt x="38723" y="71200"/>
                  </a:lnTo>
                  <a:lnTo>
                    <a:pt x="40870" y="73121"/>
                  </a:lnTo>
                  <a:lnTo>
                    <a:pt x="41960" y="75595"/>
                  </a:lnTo>
                  <a:lnTo>
                    <a:pt x="41826" y="78096"/>
                  </a:lnTo>
                  <a:lnTo>
                    <a:pt x="37867" y="78171"/>
                  </a:lnTo>
                  <a:lnTo>
                    <a:pt x="37927" y="83487"/>
                  </a:lnTo>
                  <a:lnTo>
                    <a:pt x="34109" y="78993"/>
                  </a:lnTo>
                  <a:lnTo>
                    <a:pt x="23585" y="79259"/>
                  </a:lnTo>
                  <a:lnTo>
                    <a:pt x="17897" y="81846"/>
                  </a:lnTo>
                  <a:lnTo>
                    <a:pt x="13716" y="81539"/>
                  </a:lnTo>
                  <a:lnTo>
                    <a:pt x="11997" y="79860"/>
                  </a:lnTo>
                  <a:lnTo>
                    <a:pt x="7374" y="77420"/>
                  </a:lnTo>
                  <a:lnTo>
                    <a:pt x="901" y="76081"/>
                  </a:lnTo>
                  <a:lnTo>
                    <a:pt x="0" y="75284"/>
                  </a:lnTo>
                  <a:lnTo>
                    <a:pt x="2691" y="70015"/>
                  </a:lnTo>
                  <a:lnTo>
                    <a:pt x="3734" y="68376"/>
                  </a:lnTo>
                  <a:lnTo>
                    <a:pt x="4068" y="61321"/>
                  </a:lnTo>
                  <a:lnTo>
                    <a:pt x="9629" y="60070"/>
                  </a:lnTo>
                  <a:lnTo>
                    <a:pt x="14237" y="56012"/>
                  </a:lnTo>
                  <a:lnTo>
                    <a:pt x="19564" y="48652"/>
                  </a:lnTo>
                  <a:lnTo>
                    <a:pt x="19171" y="33489"/>
                  </a:lnTo>
                  <a:lnTo>
                    <a:pt x="16883" y="33814"/>
                  </a:lnTo>
                  <a:lnTo>
                    <a:pt x="17370" y="32237"/>
                  </a:lnTo>
                  <a:lnTo>
                    <a:pt x="16320" y="27140"/>
                  </a:lnTo>
                  <a:lnTo>
                    <a:pt x="13611" y="24877"/>
                  </a:lnTo>
                  <a:lnTo>
                    <a:pt x="11215" y="24659"/>
                  </a:lnTo>
                  <a:lnTo>
                    <a:pt x="8075" y="20134"/>
                  </a:lnTo>
                  <a:lnTo>
                    <a:pt x="2003" y="16245"/>
                  </a:lnTo>
                  <a:lnTo>
                    <a:pt x="3497" y="15691"/>
                  </a:lnTo>
                  <a:lnTo>
                    <a:pt x="2169" y="13593"/>
                  </a:lnTo>
                  <a:lnTo>
                    <a:pt x="14374" y="7453"/>
                  </a:lnTo>
                  <a:lnTo>
                    <a:pt x="12932" y="2186"/>
                  </a:lnTo>
                  <a:lnTo>
                    <a:pt x="18616" y="4173"/>
                  </a:lnTo>
                  <a:lnTo>
                    <a:pt x="24076" y="748"/>
                  </a:lnTo>
                  <a:lnTo>
                    <a:pt x="256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h2157"/>
            <p:cNvSpPr/>
            <p:nvPr/>
          </p:nvSpPr>
          <p:spPr>
            <a:xfrm>
              <a:off x="2455078" y="2684201"/>
              <a:ext cx="35483" cy="37188"/>
            </a:xfrm>
            <a:custGeom>
              <a:avLst/>
              <a:pathLst>
                <a:path w="35483" h="37188">
                  <a:moveTo>
                    <a:pt x="31401" y="3414"/>
                  </a:moveTo>
                  <a:lnTo>
                    <a:pt x="34313" y="7950"/>
                  </a:lnTo>
                  <a:lnTo>
                    <a:pt x="33245" y="8962"/>
                  </a:lnTo>
                  <a:lnTo>
                    <a:pt x="33715" y="10485"/>
                  </a:lnTo>
                  <a:lnTo>
                    <a:pt x="35483" y="11653"/>
                  </a:lnTo>
                  <a:lnTo>
                    <a:pt x="33526" y="13812"/>
                  </a:lnTo>
                  <a:lnTo>
                    <a:pt x="30325" y="14236"/>
                  </a:lnTo>
                  <a:lnTo>
                    <a:pt x="30272" y="16966"/>
                  </a:lnTo>
                  <a:lnTo>
                    <a:pt x="31124" y="19285"/>
                  </a:lnTo>
                  <a:lnTo>
                    <a:pt x="27739" y="23203"/>
                  </a:lnTo>
                  <a:lnTo>
                    <a:pt x="25309" y="22981"/>
                  </a:lnTo>
                  <a:lnTo>
                    <a:pt x="22760" y="20984"/>
                  </a:lnTo>
                  <a:lnTo>
                    <a:pt x="19872" y="21563"/>
                  </a:lnTo>
                  <a:lnTo>
                    <a:pt x="19647" y="27214"/>
                  </a:lnTo>
                  <a:lnTo>
                    <a:pt x="16932" y="35771"/>
                  </a:lnTo>
                  <a:lnTo>
                    <a:pt x="15721" y="35768"/>
                  </a:lnTo>
                  <a:lnTo>
                    <a:pt x="13429" y="33347"/>
                  </a:lnTo>
                  <a:lnTo>
                    <a:pt x="9639" y="33809"/>
                  </a:lnTo>
                  <a:lnTo>
                    <a:pt x="9441" y="35061"/>
                  </a:lnTo>
                  <a:lnTo>
                    <a:pt x="7563" y="36821"/>
                  </a:lnTo>
                  <a:lnTo>
                    <a:pt x="5822" y="37188"/>
                  </a:lnTo>
                  <a:lnTo>
                    <a:pt x="536" y="36123"/>
                  </a:lnTo>
                  <a:lnTo>
                    <a:pt x="0" y="35155"/>
                  </a:lnTo>
                  <a:lnTo>
                    <a:pt x="731" y="33873"/>
                  </a:lnTo>
                  <a:lnTo>
                    <a:pt x="3089" y="28330"/>
                  </a:lnTo>
                  <a:lnTo>
                    <a:pt x="2421" y="26619"/>
                  </a:lnTo>
                  <a:lnTo>
                    <a:pt x="2752" y="25119"/>
                  </a:lnTo>
                  <a:lnTo>
                    <a:pt x="6009" y="26525"/>
                  </a:lnTo>
                  <a:lnTo>
                    <a:pt x="6498" y="23435"/>
                  </a:lnTo>
                  <a:lnTo>
                    <a:pt x="5556" y="18001"/>
                  </a:lnTo>
                  <a:lnTo>
                    <a:pt x="6922" y="10392"/>
                  </a:lnTo>
                  <a:lnTo>
                    <a:pt x="6093" y="5799"/>
                  </a:lnTo>
                  <a:lnTo>
                    <a:pt x="3610" y="994"/>
                  </a:lnTo>
                  <a:lnTo>
                    <a:pt x="5351" y="0"/>
                  </a:lnTo>
                  <a:lnTo>
                    <a:pt x="13119" y="3222"/>
                  </a:lnTo>
                  <a:lnTo>
                    <a:pt x="17938" y="3005"/>
                  </a:lnTo>
                  <a:lnTo>
                    <a:pt x="21245" y="53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h2158"/>
            <p:cNvSpPr/>
            <p:nvPr/>
          </p:nvSpPr>
          <p:spPr>
            <a:xfrm>
              <a:off x="2338761" y="2615354"/>
              <a:ext cx="33586" cy="41733"/>
            </a:xfrm>
            <a:custGeom>
              <a:avLst/>
              <a:pathLst>
                <a:path w="33586" h="41733">
                  <a:moveTo>
                    <a:pt x="14071" y="3112"/>
                  </a:moveTo>
                  <a:lnTo>
                    <a:pt x="20993" y="7343"/>
                  </a:lnTo>
                  <a:lnTo>
                    <a:pt x="23581" y="5706"/>
                  </a:lnTo>
                  <a:lnTo>
                    <a:pt x="27132" y="1248"/>
                  </a:lnTo>
                  <a:lnTo>
                    <a:pt x="30164" y="3006"/>
                  </a:lnTo>
                  <a:lnTo>
                    <a:pt x="31911" y="4004"/>
                  </a:lnTo>
                  <a:lnTo>
                    <a:pt x="33586" y="9339"/>
                  </a:lnTo>
                  <a:lnTo>
                    <a:pt x="26652" y="14112"/>
                  </a:lnTo>
                  <a:lnTo>
                    <a:pt x="30290" y="20315"/>
                  </a:lnTo>
                  <a:lnTo>
                    <a:pt x="29054" y="23172"/>
                  </a:lnTo>
                  <a:lnTo>
                    <a:pt x="26727" y="26567"/>
                  </a:lnTo>
                  <a:lnTo>
                    <a:pt x="25078" y="27522"/>
                  </a:lnTo>
                  <a:lnTo>
                    <a:pt x="24290" y="26876"/>
                  </a:lnTo>
                  <a:lnTo>
                    <a:pt x="21720" y="28137"/>
                  </a:lnTo>
                  <a:lnTo>
                    <a:pt x="19767" y="30207"/>
                  </a:lnTo>
                  <a:lnTo>
                    <a:pt x="19049" y="32119"/>
                  </a:lnTo>
                  <a:lnTo>
                    <a:pt x="15089" y="34403"/>
                  </a:lnTo>
                  <a:lnTo>
                    <a:pt x="11655" y="38525"/>
                  </a:lnTo>
                  <a:lnTo>
                    <a:pt x="10562" y="41733"/>
                  </a:lnTo>
                  <a:lnTo>
                    <a:pt x="9289" y="39683"/>
                  </a:lnTo>
                  <a:lnTo>
                    <a:pt x="8885" y="41417"/>
                  </a:lnTo>
                  <a:lnTo>
                    <a:pt x="8128" y="41457"/>
                  </a:lnTo>
                  <a:lnTo>
                    <a:pt x="5094" y="39187"/>
                  </a:lnTo>
                  <a:lnTo>
                    <a:pt x="4589" y="34992"/>
                  </a:lnTo>
                  <a:lnTo>
                    <a:pt x="7137" y="31125"/>
                  </a:lnTo>
                  <a:lnTo>
                    <a:pt x="2569" y="28796"/>
                  </a:lnTo>
                  <a:lnTo>
                    <a:pt x="1971" y="27134"/>
                  </a:lnTo>
                  <a:lnTo>
                    <a:pt x="1766" y="22990"/>
                  </a:lnTo>
                  <a:lnTo>
                    <a:pt x="3705" y="21602"/>
                  </a:lnTo>
                  <a:lnTo>
                    <a:pt x="4252" y="20001"/>
                  </a:lnTo>
                  <a:lnTo>
                    <a:pt x="2948" y="13250"/>
                  </a:lnTo>
                  <a:lnTo>
                    <a:pt x="320" y="9616"/>
                  </a:lnTo>
                  <a:lnTo>
                    <a:pt x="0" y="7648"/>
                  </a:lnTo>
                  <a:lnTo>
                    <a:pt x="6991" y="1879"/>
                  </a:lnTo>
                  <a:lnTo>
                    <a:pt x="1276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h2159"/>
            <p:cNvSpPr/>
            <p:nvPr/>
          </p:nvSpPr>
          <p:spPr>
            <a:xfrm>
              <a:off x="2545884" y="2704492"/>
              <a:ext cx="26464" cy="42935"/>
            </a:xfrm>
            <a:custGeom>
              <a:avLst/>
              <a:pathLst>
                <a:path w="26464" h="42935">
                  <a:moveTo>
                    <a:pt x="18814" y="2451"/>
                  </a:moveTo>
                  <a:lnTo>
                    <a:pt x="21800" y="3362"/>
                  </a:lnTo>
                  <a:lnTo>
                    <a:pt x="22498" y="4292"/>
                  </a:lnTo>
                  <a:lnTo>
                    <a:pt x="24859" y="9608"/>
                  </a:lnTo>
                  <a:lnTo>
                    <a:pt x="24170" y="11986"/>
                  </a:lnTo>
                  <a:lnTo>
                    <a:pt x="24494" y="16273"/>
                  </a:lnTo>
                  <a:lnTo>
                    <a:pt x="26464" y="18055"/>
                  </a:lnTo>
                  <a:lnTo>
                    <a:pt x="25243" y="20116"/>
                  </a:lnTo>
                  <a:lnTo>
                    <a:pt x="21643" y="18779"/>
                  </a:lnTo>
                  <a:lnTo>
                    <a:pt x="6894" y="23673"/>
                  </a:lnTo>
                  <a:lnTo>
                    <a:pt x="6636" y="24166"/>
                  </a:lnTo>
                  <a:lnTo>
                    <a:pt x="8150" y="26181"/>
                  </a:lnTo>
                  <a:lnTo>
                    <a:pt x="15635" y="28896"/>
                  </a:lnTo>
                  <a:lnTo>
                    <a:pt x="16556" y="30667"/>
                  </a:lnTo>
                  <a:lnTo>
                    <a:pt x="15471" y="40484"/>
                  </a:lnTo>
                  <a:lnTo>
                    <a:pt x="11978" y="42935"/>
                  </a:lnTo>
                  <a:lnTo>
                    <a:pt x="13930" y="38750"/>
                  </a:lnTo>
                  <a:lnTo>
                    <a:pt x="8675" y="37790"/>
                  </a:lnTo>
                  <a:lnTo>
                    <a:pt x="7156" y="30800"/>
                  </a:lnTo>
                  <a:lnTo>
                    <a:pt x="5384" y="27310"/>
                  </a:lnTo>
                  <a:lnTo>
                    <a:pt x="1958" y="28569"/>
                  </a:lnTo>
                  <a:lnTo>
                    <a:pt x="904" y="27772"/>
                  </a:lnTo>
                  <a:lnTo>
                    <a:pt x="0" y="25293"/>
                  </a:lnTo>
                  <a:lnTo>
                    <a:pt x="477" y="23930"/>
                  </a:lnTo>
                  <a:lnTo>
                    <a:pt x="2670" y="24067"/>
                  </a:lnTo>
                  <a:lnTo>
                    <a:pt x="4194" y="22468"/>
                  </a:lnTo>
                  <a:lnTo>
                    <a:pt x="8527" y="13222"/>
                  </a:lnTo>
                  <a:lnTo>
                    <a:pt x="8650" y="11101"/>
                  </a:lnTo>
                  <a:lnTo>
                    <a:pt x="6690" y="9813"/>
                  </a:lnTo>
                  <a:lnTo>
                    <a:pt x="5597" y="10056"/>
                  </a:lnTo>
                  <a:lnTo>
                    <a:pt x="7634" y="2524"/>
                  </a:lnTo>
                  <a:lnTo>
                    <a:pt x="8026" y="1465"/>
                  </a:lnTo>
                  <a:lnTo>
                    <a:pt x="9881" y="554"/>
                  </a:lnTo>
                  <a:lnTo>
                    <a:pt x="1516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h2160"/>
            <p:cNvSpPr/>
            <p:nvPr/>
          </p:nvSpPr>
          <p:spPr>
            <a:xfrm>
              <a:off x="2525168" y="2690577"/>
              <a:ext cx="21181" cy="11210"/>
            </a:xfrm>
            <a:custGeom>
              <a:avLst/>
              <a:pathLst>
                <a:path w="21181" h="11210">
                  <a:moveTo>
                    <a:pt x="20597" y="119"/>
                  </a:moveTo>
                  <a:lnTo>
                    <a:pt x="21181" y="2838"/>
                  </a:lnTo>
                  <a:lnTo>
                    <a:pt x="20458" y="4292"/>
                  </a:lnTo>
                  <a:lnTo>
                    <a:pt x="16145" y="3947"/>
                  </a:lnTo>
                  <a:lnTo>
                    <a:pt x="13404" y="2463"/>
                  </a:lnTo>
                  <a:lnTo>
                    <a:pt x="10938" y="2928"/>
                  </a:lnTo>
                  <a:lnTo>
                    <a:pt x="8758" y="6510"/>
                  </a:lnTo>
                  <a:lnTo>
                    <a:pt x="7789" y="10451"/>
                  </a:lnTo>
                  <a:lnTo>
                    <a:pt x="5419" y="11210"/>
                  </a:lnTo>
                  <a:lnTo>
                    <a:pt x="4298" y="9872"/>
                  </a:lnTo>
                  <a:lnTo>
                    <a:pt x="2601" y="9654"/>
                  </a:lnTo>
                  <a:lnTo>
                    <a:pt x="0" y="5894"/>
                  </a:lnTo>
                  <a:lnTo>
                    <a:pt x="394" y="3212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h2161"/>
            <p:cNvSpPr/>
            <p:nvPr/>
          </p:nvSpPr>
          <p:spPr>
            <a:xfrm>
              <a:off x="2425809" y="2637470"/>
              <a:ext cx="34003" cy="29025"/>
            </a:xfrm>
            <a:custGeom>
              <a:avLst/>
              <a:pathLst>
                <a:path w="34003" h="29025">
                  <a:moveTo>
                    <a:pt x="13303" y="1197"/>
                  </a:moveTo>
                  <a:lnTo>
                    <a:pt x="10404" y="2725"/>
                  </a:lnTo>
                  <a:lnTo>
                    <a:pt x="13178" y="7940"/>
                  </a:lnTo>
                  <a:lnTo>
                    <a:pt x="15403" y="6413"/>
                  </a:lnTo>
                  <a:lnTo>
                    <a:pt x="20636" y="9691"/>
                  </a:lnTo>
                  <a:lnTo>
                    <a:pt x="28729" y="13508"/>
                  </a:lnTo>
                  <a:lnTo>
                    <a:pt x="34003" y="20903"/>
                  </a:lnTo>
                  <a:lnTo>
                    <a:pt x="32117" y="22018"/>
                  </a:lnTo>
                  <a:lnTo>
                    <a:pt x="16494" y="21122"/>
                  </a:lnTo>
                  <a:lnTo>
                    <a:pt x="19238" y="26454"/>
                  </a:lnTo>
                  <a:lnTo>
                    <a:pt x="13165" y="28131"/>
                  </a:lnTo>
                  <a:lnTo>
                    <a:pt x="12693" y="27219"/>
                  </a:lnTo>
                  <a:lnTo>
                    <a:pt x="5338" y="25599"/>
                  </a:lnTo>
                  <a:lnTo>
                    <a:pt x="5828" y="28461"/>
                  </a:lnTo>
                  <a:lnTo>
                    <a:pt x="5920" y="29025"/>
                  </a:lnTo>
                  <a:lnTo>
                    <a:pt x="1650" y="26850"/>
                  </a:lnTo>
                  <a:lnTo>
                    <a:pt x="1287" y="23465"/>
                  </a:lnTo>
                  <a:lnTo>
                    <a:pt x="3522" y="20796"/>
                  </a:lnTo>
                  <a:lnTo>
                    <a:pt x="5884" y="20549"/>
                  </a:lnTo>
                  <a:lnTo>
                    <a:pt x="7711" y="19389"/>
                  </a:lnTo>
                  <a:lnTo>
                    <a:pt x="5243" y="14368"/>
                  </a:lnTo>
                  <a:lnTo>
                    <a:pt x="0" y="8875"/>
                  </a:lnTo>
                  <a:lnTo>
                    <a:pt x="3879" y="5546"/>
                  </a:lnTo>
                  <a:lnTo>
                    <a:pt x="8674" y="6496"/>
                  </a:lnTo>
                  <a:lnTo>
                    <a:pt x="8307" y="3006"/>
                  </a:lnTo>
                  <a:lnTo>
                    <a:pt x="1257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h2162"/>
            <p:cNvSpPr/>
            <p:nvPr/>
          </p:nvSpPr>
          <p:spPr>
            <a:xfrm>
              <a:off x="2359963" y="2605343"/>
              <a:ext cx="73557" cy="100453"/>
            </a:xfrm>
            <a:custGeom>
              <a:avLst/>
              <a:pathLst>
                <a:path w="73557" h="100453">
                  <a:moveTo>
                    <a:pt x="47053" y="2591"/>
                  </a:moveTo>
                  <a:lnTo>
                    <a:pt x="51680" y="10179"/>
                  </a:lnTo>
                  <a:lnTo>
                    <a:pt x="51660" y="14032"/>
                  </a:lnTo>
                  <a:lnTo>
                    <a:pt x="57283" y="15061"/>
                  </a:lnTo>
                  <a:lnTo>
                    <a:pt x="59420" y="16796"/>
                  </a:lnTo>
                  <a:lnTo>
                    <a:pt x="57269" y="21304"/>
                  </a:lnTo>
                  <a:lnTo>
                    <a:pt x="63211" y="26088"/>
                  </a:lnTo>
                  <a:lnTo>
                    <a:pt x="61864" y="26984"/>
                  </a:lnTo>
                  <a:lnTo>
                    <a:pt x="64921" y="29950"/>
                  </a:lnTo>
                  <a:lnTo>
                    <a:pt x="56789" y="30668"/>
                  </a:lnTo>
                  <a:lnTo>
                    <a:pt x="59974" y="33887"/>
                  </a:lnTo>
                  <a:lnTo>
                    <a:pt x="63118" y="38494"/>
                  </a:lnTo>
                  <a:lnTo>
                    <a:pt x="64009" y="40187"/>
                  </a:lnTo>
                  <a:lnTo>
                    <a:pt x="63154" y="40481"/>
                  </a:lnTo>
                  <a:lnTo>
                    <a:pt x="63851" y="41500"/>
                  </a:lnTo>
                  <a:lnTo>
                    <a:pt x="65846" y="41003"/>
                  </a:lnTo>
                  <a:lnTo>
                    <a:pt x="71089" y="46495"/>
                  </a:lnTo>
                  <a:lnTo>
                    <a:pt x="73557" y="51516"/>
                  </a:lnTo>
                  <a:lnTo>
                    <a:pt x="71730" y="52676"/>
                  </a:lnTo>
                  <a:lnTo>
                    <a:pt x="69368" y="52923"/>
                  </a:lnTo>
                  <a:lnTo>
                    <a:pt x="67133" y="55592"/>
                  </a:lnTo>
                  <a:lnTo>
                    <a:pt x="67496" y="58977"/>
                  </a:lnTo>
                  <a:lnTo>
                    <a:pt x="71766" y="61152"/>
                  </a:lnTo>
                  <a:lnTo>
                    <a:pt x="71675" y="60588"/>
                  </a:lnTo>
                  <a:lnTo>
                    <a:pt x="72392" y="60661"/>
                  </a:lnTo>
                  <a:lnTo>
                    <a:pt x="72523" y="63147"/>
                  </a:lnTo>
                  <a:lnTo>
                    <a:pt x="68314" y="67381"/>
                  </a:lnTo>
                  <a:lnTo>
                    <a:pt x="69288" y="70821"/>
                  </a:lnTo>
                  <a:lnTo>
                    <a:pt x="67669" y="77136"/>
                  </a:lnTo>
                  <a:lnTo>
                    <a:pt x="71025" y="78112"/>
                  </a:lnTo>
                  <a:lnTo>
                    <a:pt x="70374" y="82808"/>
                  </a:lnTo>
                  <a:lnTo>
                    <a:pt x="66465" y="84640"/>
                  </a:lnTo>
                  <a:lnTo>
                    <a:pt x="66755" y="81751"/>
                  </a:lnTo>
                  <a:lnTo>
                    <a:pt x="65295" y="79683"/>
                  </a:lnTo>
                  <a:lnTo>
                    <a:pt x="63958" y="79718"/>
                  </a:lnTo>
                  <a:lnTo>
                    <a:pt x="63209" y="80260"/>
                  </a:lnTo>
                  <a:lnTo>
                    <a:pt x="64540" y="82139"/>
                  </a:lnTo>
                  <a:lnTo>
                    <a:pt x="65420" y="85628"/>
                  </a:lnTo>
                  <a:lnTo>
                    <a:pt x="65028" y="86022"/>
                  </a:lnTo>
                  <a:lnTo>
                    <a:pt x="63766" y="86646"/>
                  </a:lnTo>
                  <a:lnTo>
                    <a:pt x="61599" y="83758"/>
                  </a:lnTo>
                  <a:lnTo>
                    <a:pt x="59464" y="87502"/>
                  </a:lnTo>
                  <a:lnTo>
                    <a:pt x="55449" y="87465"/>
                  </a:lnTo>
                  <a:lnTo>
                    <a:pt x="53494" y="89841"/>
                  </a:lnTo>
                  <a:lnTo>
                    <a:pt x="49365" y="92261"/>
                  </a:lnTo>
                  <a:lnTo>
                    <a:pt x="40779" y="86759"/>
                  </a:lnTo>
                  <a:lnTo>
                    <a:pt x="40067" y="89220"/>
                  </a:lnTo>
                  <a:lnTo>
                    <a:pt x="40204" y="92507"/>
                  </a:lnTo>
                  <a:lnTo>
                    <a:pt x="33945" y="94256"/>
                  </a:lnTo>
                  <a:lnTo>
                    <a:pt x="37760" y="97445"/>
                  </a:lnTo>
                  <a:lnTo>
                    <a:pt x="37087" y="100453"/>
                  </a:lnTo>
                  <a:lnTo>
                    <a:pt x="28288" y="93517"/>
                  </a:lnTo>
                  <a:lnTo>
                    <a:pt x="25327" y="89648"/>
                  </a:lnTo>
                  <a:lnTo>
                    <a:pt x="27266" y="87217"/>
                  </a:lnTo>
                  <a:lnTo>
                    <a:pt x="24710" y="80746"/>
                  </a:lnTo>
                  <a:lnTo>
                    <a:pt x="25484" y="73774"/>
                  </a:lnTo>
                  <a:lnTo>
                    <a:pt x="22381" y="67741"/>
                  </a:lnTo>
                  <a:lnTo>
                    <a:pt x="21935" y="67198"/>
                  </a:lnTo>
                  <a:lnTo>
                    <a:pt x="17948" y="67565"/>
                  </a:lnTo>
                  <a:lnTo>
                    <a:pt x="14160" y="61226"/>
                  </a:lnTo>
                  <a:lnTo>
                    <a:pt x="11639" y="60927"/>
                  </a:lnTo>
                  <a:lnTo>
                    <a:pt x="9278" y="64324"/>
                  </a:lnTo>
                  <a:lnTo>
                    <a:pt x="8045" y="64072"/>
                  </a:lnTo>
                  <a:lnTo>
                    <a:pt x="6677" y="63885"/>
                  </a:lnTo>
                  <a:lnTo>
                    <a:pt x="1583" y="58369"/>
                  </a:lnTo>
                  <a:lnTo>
                    <a:pt x="3065" y="47418"/>
                  </a:lnTo>
                  <a:lnTo>
                    <a:pt x="0" y="46642"/>
                  </a:lnTo>
                  <a:lnTo>
                    <a:pt x="5396" y="41054"/>
                  </a:lnTo>
                  <a:lnTo>
                    <a:pt x="6585" y="40968"/>
                  </a:lnTo>
                  <a:lnTo>
                    <a:pt x="6228" y="42501"/>
                  </a:lnTo>
                  <a:lnTo>
                    <a:pt x="7274" y="43577"/>
                  </a:lnTo>
                  <a:lnTo>
                    <a:pt x="12718" y="44062"/>
                  </a:lnTo>
                  <a:lnTo>
                    <a:pt x="17669" y="45665"/>
                  </a:lnTo>
                  <a:lnTo>
                    <a:pt x="22549" y="45031"/>
                  </a:lnTo>
                  <a:lnTo>
                    <a:pt x="23085" y="43676"/>
                  </a:lnTo>
                  <a:lnTo>
                    <a:pt x="25353" y="43749"/>
                  </a:lnTo>
                  <a:lnTo>
                    <a:pt x="30056" y="48338"/>
                  </a:lnTo>
                  <a:lnTo>
                    <a:pt x="34991" y="51805"/>
                  </a:lnTo>
                  <a:lnTo>
                    <a:pt x="34519" y="57306"/>
                  </a:lnTo>
                  <a:lnTo>
                    <a:pt x="37360" y="59780"/>
                  </a:lnTo>
                  <a:lnTo>
                    <a:pt x="42061" y="60508"/>
                  </a:lnTo>
                  <a:lnTo>
                    <a:pt x="43168" y="56786"/>
                  </a:lnTo>
                  <a:lnTo>
                    <a:pt x="48840" y="47619"/>
                  </a:lnTo>
                  <a:lnTo>
                    <a:pt x="50489" y="43473"/>
                  </a:lnTo>
                  <a:lnTo>
                    <a:pt x="47599" y="40780"/>
                  </a:lnTo>
                  <a:lnTo>
                    <a:pt x="45327" y="43725"/>
                  </a:lnTo>
                  <a:lnTo>
                    <a:pt x="41428" y="38687"/>
                  </a:lnTo>
                  <a:lnTo>
                    <a:pt x="38902" y="37823"/>
                  </a:lnTo>
                  <a:lnTo>
                    <a:pt x="34984" y="44207"/>
                  </a:lnTo>
                  <a:lnTo>
                    <a:pt x="28336" y="41583"/>
                  </a:lnTo>
                  <a:lnTo>
                    <a:pt x="31676" y="34997"/>
                  </a:lnTo>
                  <a:lnTo>
                    <a:pt x="31093" y="34747"/>
                  </a:lnTo>
                  <a:lnTo>
                    <a:pt x="22810" y="37855"/>
                  </a:lnTo>
                  <a:lnTo>
                    <a:pt x="27170" y="40238"/>
                  </a:lnTo>
                  <a:lnTo>
                    <a:pt x="26059" y="43276"/>
                  </a:lnTo>
                  <a:lnTo>
                    <a:pt x="18206" y="40321"/>
                  </a:lnTo>
                  <a:lnTo>
                    <a:pt x="18157" y="34765"/>
                  </a:lnTo>
                  <a:lnTo>
                    <a:pt x="15491" y="36009"/>
                  </a:lnTo>
                  <a:lnTo>
                    <a:pt x="9660" y="36389"/>
                  </a:lnTo>
                  <a:lnTo>
                    <a:pt x="7708" y="35146"/>
                  </a:lnTo>
                  <a:lnTo>
                    <a:pt x="7852" y="33184"/>
                  </a:lnTo>
                  <a:lnTo>
                    <a:pt x="9088" y="30326"/>
                  </a:lnTo>
                  <a:lnTo>
                    <a:pt x="10185" y="31847"/>
                  </a:lnTo>
                  <a:lnTo>
                    <a:pt x="18233" y="33224"/>
                  </a:lnTo>
                  <a:lnTo>
                    <a:pt x="18966" y="31064"/>
                  </a:lnTo>
                  <a:lnTo>
                    <a:pt x="20768" y="29894"/>
                  </a:lnTo>
                  <a:lnTo>
                    <a:pt x="23113" y="31521"/>
                  </a:lnTo>
                  <a:lnTo>
                    <a:pt x="29085" y="28856"/>
                  </a:lnTo>
                  <a:lnTo>
                    <a:pt x="29182" y="24890"/>
                  </a:lnTo>
                  <a:lnTo>
                    <a:pt x="26728" y="19149"/>
                  </a:lnTo>
                  <a:lnTo>
                    <a:pt x="26856" y="18188"/>
                  </a:lnTo>
                  <a:lnTo>
                    <a:pt x="29530" y="17966"/>
                  </a:lnTo>
                  <a:lnTo>
                    <a:pt x="30491" y="11411"/>
                  </a:lnTo>
                  <a:lnTo>
                    <a:pt x="35209" y="12420"/>
                  </a:lnTo>
                  <a:lnTo>
                    <a:pt x="36107" y="6774"/>
                  </a:lnTo>
                  <a:lnTo>
                    <a:pt x="38801" y="6534"/>
                  </a:lnTo>
                  <a:lnTo>
                    <a:pt x="4327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h2163"/>
            <p:cNvSpPr/>
            <p:nvPr/>
          </p:nvSpPr>
          <p:spPr>
            <a:xfrm>
              <a:off x="2427632" y="2658374"/>
              <a:ext cx="43622" cy="34732"/>
            </a:xfrm>
            <a:custGeom>
              <a:avLst/>
              <a:pathLst>
                <a:path w="43622" h="34732">
                  <a:moveTo>
                    <a:pt x="38297" y="117"/>
                  </a:moveTo>
                  <a:lnTo>
                    <a:pt x="38008" y="754"/>
                  </a:lnTo>
                  <a:lnTo>
                    <a:pt x="42889" y="4428"/>
                  </a:lnTo>
                  <a:lnTo>
                    <a:pt x="43622" y="6668"/>
                  </a:lnTo>
                  <a:lnTo>
                    <a:pt x="43110" y="7525"/>
                  </a:lnTo>
                  <a:lnTo>
                    <a:pt x="40614" y="8027"/>
                  </a:lnTo>
                  <a:lnTo>
                    <a:pt x="42236" y="12778"/>
                  </a:lnTo>
                  <a:lnTo>
                    <a:pt x="40035" y="14519"/>
                  </a:lnTo>
                  <a:lnTo>
                    <a:pt x="35603" y="13962"/>
                  </a:lnTo>
                  <a:lnTo>
                    <a:pt x="30675" y="15930"/>
                  </a:lnTo>
                  <a:lnTo>
                    <a:pt x="32796" y="25827"/>
                  </a:lnTo>
                  <a:lnTo>
                    <a:pt x="31056" y="26821"/>
                  </a:lnTo>
                  <a:lnTo>
                    <a:pt x="30370" y="25157"/>
                  </a:lnTo>
                  <a:lnTo>
                    <a:pt x="25516" y="26295"/>
                  </a:lnTo>
                  <a:lnTo>
                    <a:pt x="23963" y="25639"/>
                  </a:lnTo>
                  <a:lnTo>
                    <a:pt x="23319" y="24049"/>
                  </a:lnTo>
                  <a:lnTo>
                    <a:pt x="21108" y="24771"/>
                  </a:lnTo>
                  <a:lnTo>
                    <a:pt x="19945" y="29061"/>
                  </a:lnTo>
                  <a:lnTo>
                    <a:pt x="16600" y="33978"/>
                  </a:lnTo>
                  <a:lnTo>
                    <a:pt x="15296" y="34732"/>
                  </a:lnTo>
                  <a:lnTo>
                    <a:pt x="13037" y="31961"/>
                  </a:lnTo>
                  <a:lnTo>
                    <a:pt x="11209" y="30912"/>
                  </a:lnTo>
                  <a:lnTo>
                    <a:pt x="3516" y="29762"/>
                  </a:lnTo>
                  <a:lnTo>
                    <a:pt x="2705" y="29777"/>
                  </a:lnTo>
                  <a:lnTo>
                    <a:pt x="3356" y="25082"/>
                  </a:lnTo>
                  <a:lnTo>
                    <a:pt x="0" y="24106"/>
                  </a:lnTo>
                  <a:lnTo>
                    <a:pt x="1619" y="17791"/>
                  </a:lnTo>
                  <a:lnTo>
                    <a:pt x="645" y="14350"/>
                  </a:lnTo>
                  <a:lnTo>
                    <a:pt x="4854" y="10116"/>
                  </a:lnTo>
                  <a:lnTo>
                    <a:pt x="4723" y="7630"/>
                  </a:lnTo>
                  <a:lnTo>
                    <a:pt x="4005" y="7557"/>
                  </a:lnTo>
                  <a:lnTo>
                    <a:pt x="3515" y="4695"/>
                  </a:lnTo>
                  <a:lnTo>
                    <a:pt x="10870" y="6316"/>
                  </a:lnTo>
                  <a:lnTo>
                    <a:pt x="11341" y="7228"/>
                  </a:lnTo>
                  <a:lnTo>
                    <a:pt x="17414" y="5550"/>
                  </a:lnTo>
                  <a:lnTo>
                    <a:pt x="14671" y="218"/>
                  </a:lnTo>
                  <a:lnTo>
                    <a:pt x="30294" y="1114"/>
                  </a:lnTo>
                  <a:lnTo>
                    <a:pt x="3218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h2164"/>
            <p:cNvSpPr/>
            <p:nvPr/>
          </p:nvSpPr>
          <p:spPr>
            <a:xfrm>
              <a:off x="2237274" y="2547785"/>
              <a:ext cx="76050" cy="44945"/>
            </a:xfrm>
            <a:custGeom>
              <a:avLst/>
              <a:pathLst>
                <a:path w="76050" h="44945">
                  <a:moveTo>
                    <a:pt x="15644" y="1847"/>
                  </a:moveTo>
                  <a:lnTo>
                    <a:pt x="21830" y="2096"/>
                  </a:lnTo>
                  <a:lnTo>
                    <a:pt x="27556" y="4781"/>
                  </a:lnTo>
                  <a:lnTo>
                    <a:pt x="29111" y="9391"/>
                  </a:lnTo>
                  <a:lnTo>
                    <a:pt x="28084" y="13315"/>
                  </a:lnTo>
                  <a:lnTo>
                    <a:pt x="34152" y="14060"/>
                  </a:lnTo>
                  <a:lnTo>
                    <a:pt x="34693" y="11162"/>
                  </a:lnTo>
                  <a:lnTo>
                    <a:pt x="33540" y="10852"/>
                  </a:lnTo>
                  <a:lnTo>
                    <a:pt x="34045" y="8225"/>
                  </a:lnTo>
                  <a:lnTo>
                    <a:pt x="36904" y="8179"/>
                  </a:lnTo>
                  <a:lnTo>
                    <a:pt x="36984" y="13068"/>
                  </a:lnTo>
                  <a:lnTo>
                    <a:pt x="39775" y="12985"/>
                  </a:lnTo>
                  <a:lnTo>
                    <a:pt x="40519" y="9332"/>
                  </a:lnTo>
                  <a:lnTo>
                    <a:pt x="43189" y="9021"/>
                  </a:lnTo>
                  <a:lnTo>
                    <a:pt x="47264" y="9975"/>
                  </a:lnTo>
                  <a:lnTo>
                    <a:pt x="47026" y="4422"/>
                  </a:lnTo>
                  <a:lnTo>
                    <a:pt x="52656" y="4892"/>
                  </a:lnTo>
                  <a:lnTo>
                    <a:pt x="52791" y="6442"/>
                  </a:lnTo>
                  <a:lnTo>
                    <a:pt x="51654" y="6661"/>
                  </a:lnTo>
                  <a:lnTo>
                    <a:pt x="49167" y="8783"/>
                  </a:lnTo>
                  <a:lnTo>
                    <a:pt x="62025" y="9466"/>
                  </a:lnTo>
                  <a:lnTo>
                    <a:pt x="73259" y="12597"/>
                  </a:lnTo>
                  <a:lnTo>
                    <a:pt x="73059" y="15487"/>
                  </a:lnTo>
                  <a:lnTo>
                    <a:pt x="73945" y="15514"/>
                  </a:lnTo>
                  <a:lnTo>
                    <a:pt x="74008" y="14887"/>
                  </a:lnTo>
                  <a:lnTo>
                    <a:pt x="76050" y="15340"/>
                  </a:lnTo>
                  <a:lnTo>
                    <a:pt x="75393" y="17227"/>
                  </a:lnTo>
                  <a:lnTo>
                    <a:pt x="71008" y="17658"/>
                  </a:lnTo>
                  <a:lnTo>
                    <a:pt x="63507" y="21656"/>
                  </a:lnTo>
                  <a:lnTo>
                    <a:pt x="62558" y="23114"/>
                  </a:lnTo>
                  <a:lnTo>
                    <a:pt x="61650" y="27601"/>
                  </a:lnTo>
                  <a:lnTo>
                    <a:pt x="62144" y="28665"/>
                  </a:lnTo>
                  <a:lnTo>
                    <a:pt x="56683" y="32091"/>
                  </a:lnTo>
                  <a:lnTo>
                    <a:pt x="51000" y="30104"/>
                  </a:lnTo>
                  <a:lnTo>
                    <a:pt x="52442" y="35371"/>
                  </a:lnTo>
                  <a:lnTo>
                    <a:pt x="40237" y="41511"/>
                  </a:lnTo>
                  <a:lnTo>
                    <a:pt x="41564" y="43608"/>
                  </a:lnTo>
                  <a:lnTo>
                    <a:pt x="40071" y="44162"/>
                  </a:lnTo>
                  <a:lnTo>
                    <a:pt x="37448" y="42788"/>
                  </a:lnTo>
                  <a:lnTo>
                    <a:pt x="37290" y="44188"/>
                  </a:lnTo>
                  <a:lnTo>
                    <a:pt x="36291" y="44945"/>
                  </a:lnTo>
                  <a:lnTo>
                    <a:pt x="33190" y="42260"/>
                  </a:lnTo>
                  <a:lnTo>
                    <a:pt x="33774" y="39445"/>
                  </a:lnTo>
                  <a:lnTo>
                    <a:pt x="32341" y="31792"/>
                  </a:lnTo>
                  <a:lnTo>
                    <a:pt x="19423" y="25272"/>
                  </a:lnTo>
                  <a:lnTo>
                    <a:pt x="15726" y="24474"/>
                  </a:lnTo>
                  <a:lnTo>
                    <a:pt x="17533" y="22117"/>
                  </a:lnTo>
                  <a:lnTo>
                    <a:pt x="10695" y="17879"/>
                  </a:lnTo>
                  <a:lnTo>
                    <a:pt x="1867" y="18597"/>
                  </a:lnTo>
                  <a:lnTo>
                    <a:pt x="0" y="18582"/>
                  </a:lnTo>
                  <a:lnTo>
                    <a:pt x="949" y="14215"/>
                  </a:lnTo>
                  <a:lnTo>
                    <a:pt x="5186" y="10768"/>
                  </a:lnTo>
                  <a:lnTo>
                    <a:pt x="7720" y="10903"/>
                  </a:lnTo>
                  <a:lnTo>
                    <a:pt x="6222" y="1455"/>
                  </a:lnTo>
                  <a:lnTo>
                    <a:pt x="1448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h2165"/>
            <p:cNvSpPr/>
            <p:nvPr/>
          </p:nvSpPr>
          <p:spPr>
            <a:xfrm>
              <a:off x="2252755" y="2602464"/>
              <a:ext cx="42150" cy="43254"/>
            </a:xfrm>
            <a:custGeom>
              <a:avLst/>
              <a:pathLst>
                <a:path w="42150" h="43254">
                  <a:moveTo>
                    <a:pt x="39956" y="5476"/>
                  </a:moveTo>
                  <a:lnTo>
                    <a:pt x="39469" y="7053"/>
                  </a:lnTo>
                  <a:lnTo>
                    <a:pt x="41757" y="6728"/>
                  </a:lnTo>
                  <a:lnTo>
                    <a:pt x="42150" y="21892"/>
                  </a:lnTo>
                  <a:lnTo>
                    <a:pt x="36823" y="29252"/>
                  </a:lnTo>
                  <a:lnTo>
                    <a:pt x="32215" y="33309"/>
                  </a:lnTo>
                  <a:lnTo>
                    <a:pt x="26654" y="34560"/>
                  </a:lnTo>
                  <a:lnTo>
                    <a:pt x="26320" y="41616"/>
                  </a:lnTo>
                  <a:lnTo>
                    <a:pt x="25277" y="43254"/>
                  </a:lnTo>
                  <a:lnTo>
                    <a:pt x="22504" y="41478"/>
                  </a:lnTo>
                  <a:lnTo>
                    <a:pt x="19248" y="37966"/>
                  </a:lnTo>
                  <a:lnTo>
                    <a:pt x="19259" y="36085"/>
                  </a:lnTo>
                  <a:lnTo>
                    <a:pt x="14989" y="33896"/>
                  </a:lnTo>
                  <a:lnTo>
                    <a:pt x="3237" y="33964"/>
                  </a:lnTo>
                  <a:lnTo>
                    <a:pt x="2111" y="31042"/>
                  </a:lnTo>
                  <a:lnTo>
                    <a:pt x="5088" y="27089"/>
                  </a:lnTo>
                  <a:lnTo>
                    <a:pt x="1911" y="24808"/>
                  </a:lnTo>
                  <a:lnTo>
                    <a:pt x="0" y="21954"/>
                  </a:lnTo>
                  <a:lnTo>
                    <a:pt x="3626" y="17527"/>
                  </a:lnTo>
                  <a:lnTo>
                    <a:pt x="7286" y="15723"/>
                  </a:lnTo>
                  <a:lnTo>
                    <a:pt x="16864" y="13689"/>
                  </a:lnTo>
                  <a:lnTo>
                    <a:pt x="18048" y="12521"/>
                  </a:lnTo>
                  <a:lnTo>
                    <a:pt x="18405" y="10939"/>
                  </a:lnTo>
                  <a:lnTo>
                    <a:pt x="17176" y="7413"/>
                  </a:lnTo>
                  <a:lnTo>
                    <a:pt x="28054" y="6512"/>
                  </a:lnTo>
                  <a:lnTo>
                    <a:pt x="28394" y="1950"/>
                  </a:lnTo>
                  <a:lnTo>
                    <a:pt x="30540" y="489"/>
                  </a:lnTo>
                  <a:lnTo>
                    <a:pt x="3399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h2166"/>
            <p:cNvSpPr/>
            <p:nvPr/>
          </p:nvSpPr>
          <p:spPr>
            <a:xfrm>
              <a:off x="2335817" y="2497723"/>
              <a:ext cx="65945" cy="96640"/>
            </a:xfrm>
            <a:custGeom>
              <a:avLst/>
              <a:pathLst>
                <a:path w="65945" h="96640">
                  <a:moveTo>
                    <a:pt x="44141" y="343"/>
                  </a:moveTo>
                  <a:lnTo>
                    <a:pt x="41823" y="7104"/>
                  </a:lnTo>
                  <a:lnTo>
                    <a:pt x="55518" y="9181"/>
                  </a:lnTo>
                  <a:lnTo>
                    <a:pt x="54916" y="12971"/>
                  </a:lnTo>
                  <a:lnTo>
                    <a:pt x="53976" y="12885"/>
                  </a:lnTo>
                  <a:lnTo>
                    <a:pt x="54388" y="21743"/>
                  </a:lnTo>
                  <a:lnTo>
                    <a:pt x="59547" y="22249"/>
                  </a:lnTo>
                  <a:lnTo>
                    <a:pt x="59516" y="25138"/>
                  </a:lnTo>
                  <a:lnTo>
                    <a:pt x="65945" y="29050"/>
                  </a:lnTo>
                  <a:lnTo>
                    <a:pt x="57681" y="35373"/>
                  </a:lnTo>
                  <a:lnTo>
                    <a:pt x="56560" y="35136"/>
                  </a:lnTo>
                  <a:lnTo>
                    <a:pt x="55146" y="39597"/>
                  </a:lnTo>
                  <a:lnTo>
                    <a:pt x="55289" y="46610"/>
                  </a:lnTo>
                  <a:lnTo>
                    <a:pt x="62570" y="46372"/>
                  </a:lnTo>
                  <a:lnTo>
                    <a:pt x="64358" y="57463"/>
                  </a:lnTo>
                  <a:lnTo>
                    <a:pt x="56463" y="64893"/>
                  </a:lnTo>
                  <a:lnTo>
                    <a:pt x="57348" y="66252"/>
                  </a:lnTo>
                  <a:lnTo>
                    <a:pt x="65295" y="69157"/>
                  </a:lnTo>
                  <a:lnTo>
                    <a:pt x="61978" y="82700"/>
                  </a:lnTo>
                  <a:lnTo>
                    <a:pt x="58582" y="87431"/>
                  </a:lnTo>
                  <a:lnTo>
                    <a:pt x="57042" y="89573"/>
                  </a:lnTo>
                  <a:lnTo>
                    <a:pt x="55070" y="95928"/>
                  </a:lnTo>
                  <a:lnTo>
                    <a:pt x="51108" y="89832"/>
                  </a:lnTo>
                  <a:lnTo>
                    <a:pt x="46732" y="93305"/>
                  </a:lnTo>
                  <a:lnTo>
                    <a:pt x="42261" y="89502"/>
                  </a:lnTo>
                  <a:lnTo>
                    <a:pt x="40290" y="92499"/>
                  </a:lnTo>
                  <a:lnTo>
                    <a:pt x="37363" y="91192"/>
                  </a:lnTo>
                  <a:lnTo>
                    <a:pt x="35170" y="86786"/>
                  </a:lnTo>
                  <a:lnTo>
                    <a:pt x="32468" y="85069"/>
                  </a:lnTo>
                  <a:lnTo>
                    <a:pt x="30972" y="85311"/>
                  </a:lnTo>
                  <a:lnTo>
                    <a:pt x="30606" y="87211"/>
                  </a:lnTo>
                  <a:lnTo>
                    <a:pt x="33507" y="94964"/>
                  </a:lnTo>
                  <a:lnTo>
                    <a:pt x="32191" y="96640"/>
                  </a:lnTo>
                  <a:lnTo>
                    <a:pt x="28627" y="93577"/>
                  </a:lnTo>
                  <a:lnTo>
                    <a:pt x="26779" y="93122"/>
                  </a:lnTo>
                  <a:lnTo>
                    <a:pt x="24576" y="93453"/>
                  </a:lnTo>
                  <a:lnTo>
                    <a:pt x="21957" y="96353"/>
                  </a:lnTo>
                  <a:lnTo>
                    <a:pt x="16558" y="90993"/>
                  </a:lnTo>
                  <a:lnTo>
                    <a:pt x="8498" y="88883"/>
                  </a:lnTo>
                  <a:lnTo>
                    <a:pt x="8185" y="89846"/>
                  </a:lnTo>
                  <a:lnTo>
                    <a:pt x="5308" y="89336"/>
                  </a:lnTo>
                  <a:lnTo>
                    <a:pt x="3544" y="89124"/>
                  </a:lnTo>
                  <a:lnTo>
                    <a:pt x="3888" y="87264"/>
                  </a:lnTo>
                  <a:lnTo>
                    <a:pt x="5417" y="87471"/>
                  </a:lnTo>
                  <a:lnTo>
                    <a:pt x="4117" y="85094"/>
                  </a:lnTo>
                  <a:lnTo>
                    <a:pt x="0" y="87395"/>
                  </a:lnTo>
                  <a:lnTo>
                    <a:pt x="1375" y="77009"/>
                  </a:lnTo>
                  <a:lnTo>
                    <a:pt x="5727" y="67051"/>
                  </a:lnTo>
                  <a:lnTo>
                    <a:pt x="5578" y="65990"/>
                  </a:lnTo>
                  <a:lnTo>
                    <a:pt x="2331" y="64217"/>
                  </a:lnTo>
                  <a:lnTo>
                    <a:pt x="1665" y="61841"/>
                  </a:lnTo>
                  <a:lnTo>
                    <a:pt x="6774" y="61443"/>
                  </a:lnTo>
                  <a:lnTo>
                    <a:pt x="5696" y="55008"/>
                  </a:lnTo>
                  <a:lnTo>
                    <a:pt x="8070" y="55005"/>
                  </a:lnTo>
                  <a:lnTo>
                    <a:pt x="6286" y="44667"/>
                  </a:lnTo>
                  <a:lnTo>
                    <a:pt x="5828" y="40408"/>
                  </a:lnTo>
                  <a:lnTo>
                    <a:pt x="13695" y="38604"/>
                  </a:lnTo>
                  <a:lnTo>
                    <a:pt x="14603" y="37046"/>
                  </a:lnTo>
                  <a:lnTo>
                    <a:pt x="11568" y="25466"/>
                  </a:lnTo>
                  <a:lnTo>
                    <a:pt x="13728" y="24887"/>
                  </a:lnTo>
                  <a:lnTo>
                    <a:pt x="14258" y="14091"/>
                  </a:lnTo>
                  <a:lnTo>
                    <a:pt x="30574" y="17676"/>
                  </a:lnTo>
                  <a:lnTo>
                    <a:pt x="31434" y="13749"/>
                  </a:lnTo>
                  <a:lnTo>
                    <a:pt x="27021" y="14588"/>
                  </a:lnTo>
                  <a:lnTo>
                    <a:pt x="25759" y="5529"/>
                  </a:lnTo>
                  <a:lnTo>
                    <a:pt x="30448" y="6216"/>
                  </a:lnTo>
                  <a:lnTo>
                    <a:pt x="33239" y="5964"/>
                  </a:lnTo>
                  <a:lnTo>
                    <a:pt x="36224" y="52"/>
                  </a:lnTo>
                  <a:lnTo>
                    <a:pt x="42639" y="1453"/>
                  </a:lnTo>
                  <a:lnTo>
                    <a:pt x="4283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h2167"/>
            <p:cNvSpPr/>
            <p:nvPr/>
          </p:nvSpPr>
          <p:spPr>
            <a:xfrm>
              <a:off x="2549651" y="2605831"/>
              <a:ext cx="39959" cy="48918"/>
            </a:xfrm>
            <a:custGeom>
              <a:avLst/>
              <a:pathLst>
                <a:path w="39959" h="48918">
                  <a:moveTo>
                    <a:pt x="11632" y="2893"/>
                  </a:moveTo>
                  <a:lnTo>
                    <a:pt x="24310" y="8371"/>
                  </a:lnTo>
                  <a:lnTo>
                    <a:pt x="34604" y="15713"/>
                  </a:lnTo>
                  <a:lnTo>
                    <a:pt x="39959" y="14747"/>
                  </a:lnTo>
                  <a:lnTo>
                    <a:pt x="37959" y="17291"/>
                  </a:lnTo>
                  <a:lnTo>
                    <a:pt x="39035" y="18700"/>
                  </a:lnTo>
                  <a:lnTo>
                    <a:pt x="38957" y="21356"/>
                  </a:lnTo>
                  <a:lnTo>
                    <a:pt x="36905" y="22289"/>
                  </a:lnTo>
                  <a:lnTo>
                    <a:pt x="28660" y="29018"/>
                  </a:lnTo>
                  <a:lnTo>
                    <a:pt x="27593" y="39549"/>
                  </a:lnTo>
                  <a:lnTo>
                    <a:pt x="24970" y="48239"/>
                  </a:lnTo>
                  <a:lnTo>
                    <a:pt x="22278" y="48803"/>
                  </a:lnTo>
                  <a:lnTo>
                    <a:pt x="19030" y="46620"/>
                  </a:lnTo>
                  <a:lnTo>
                    <a:pt x="15906" y="48918"/>
                  </a:lnTo>
                  <a:lnTo>
                    <a:pt x="14611" y="48140"/>
                  </a:lnTo>
                  <a:lnTo>
                    <a:pt x="14970" y="43587"/>
                  </a:lnTo>
                  <a:lnTo>
                    <a:pt x="17261" y="39799"/>
                  </a:lnTo>
                  <a:lnTo>
                    <a:pt x="20956" y="38917"/>
                  </a:lnTo>
                  <a:lnTo>
                    <a:pt x="22323" y="36317"/>
                  </a:lnTo>
                  <a:lnTo>
                    <a:pt x="20730" y="33658"/>
                  </a:lnTo>
                  <a:lnTo>
                    <a:pt x="19857" y="29445"/>
                  </a:lnTo>
                  <a:lnTo>
                    <a:pt x="20575" y="26236"/>
                  </a:lnTo>
                  <a:lnTo>
                    <a:pt x="19237" y="25250"/>
                  </a:lnTo>
                  <a:lnTo>
                    <a:pt x="19180" y="22423"/>
                  </a:lnTo>
                  <a:lnTo>
                    <a:pt x="12682" y="21830"/>
                  </a:lnTo>
                  <a:lnTo>
                    <a:pt x="2547" y="18891"/>
                  </a:lnTo>
                  <a:lnTo>
                    <a:pt x="1155" y="15025"/>
                  </a:lnTo>
                  <a:lnTo>
                    <a:pt x="968" y="5607"/>
                  </a:lnTo>
                  <a:lnTo>
                    <a:pt x="5239" y="5492"/>
                  </a:lnTo>
                  <a:lnTo>
                    <a:pt x="5193" y="3353"/>
                  </a:lnTo>
                  <a:lnTo>
                    <a:pt x="1998" y="3425"/>
                  </a:lnTo>
                  <a:lnTo>
                    <a:pt x="0" y="1392"/>
                  </a:lnTo>
                  <a:lnTo>
                    <a:pt x="264" y="431"/>
                  </a:lnTo>
                  <a:lnTo>
                    <a:pt x="1116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h2168"/>
            <p:cNvSpPr/>
            <p:nvPr/>
          </p:nvSpPr>
          <p:spPr>
            <a:xfrm>
              <a:off x="2520344" y="2702970"/>
              <a:ext cx="15763" cy="11253"/>
            </a:xfrm>
            <a:custGeom>
              <a:avLst/>
              <a:pathLst>
                <a:path w="15763" h="11253">
                  <a:moveTo>
                    <a:pt x="10791" y="2426"/>
                  </a:moveTo>
                  <a:lnTo>
                    <a:pt x="13243" y="2848"/>
                  </a:lnTo>
                  <a:lnTo>
                    <a:pt x="14923" y="4188"/>
                  </a:lnTo>
                  <a:lnTo>
                    <a:pt x="15763" y="5262"/>
                  </a:lnTo>
                  <a:lnTo>
                    <a:pt x="15488" y="6971"/>
                  </a:lnTo>
                  <a:lnTo>
                    <a:pt x="10274" y="7279"/>
                  </a:lnTo>
                  <a:lnTo>
                    <a:pt x="6304" y="10556"/>
                  </a:lnTo>
                  <a:lnTo>
                    <a:pt x="1719" y="11253"/>
                  </a:lnTo>
                  <a:lnTo>
                    <a:pt x="0" y="5336"/>
                  </a:lnTo>
                  <a:lnTo>
                    <a:pt x="2118" y="3338"/>
                  </a:lnTo>
                  <a:lnTo>
                    <a:pt x="2733" y="1319"/>
                  </a:lnTo>
                  <a:lnTo>
                    <a:pt x="824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h2169"/>
            <p:cNvSpPr/>
            <p:nvPr/>
          </p:nvSpPr>
          <p:spPr>
            <a:xfrm>
              <a:off x="2150539" y="2440879"/>
              <a:ext cx="117260" cy="91670"/>
            </a:xfrm>
            <a:custGeom>
              <a:avLst/>
              <a:pathLst>
                <a:path w="117260" h="91670">
                  <a:moveTo>
                    <a:pt x="107023" y="13010"/>
                  </a:moveTo>
                  <a:lnTo>
                    <a:pt x="112647" y="20772"/>
                  </a:lnTo>
                  <a:lnTo>
                    <a:pt x="111942" y="28960"/>
                  </a:lnTo>
                  <a:lnTo>
                    <a:pt x="114741" y="27824"/>
                  </a:lnTo>
                  <a:lnTo>
                    <a:pt x="115658" y="31269"/>
                  </a:lnTo>
                  <a:lnTo>
                    <a:pt x="116928" y="41466"/>
                  </a:lnTo>
                  <a:lnTo>
                    <a:pt x="117260" y="52043"/>
                  </a:lnTo>
                  <a:lnTo>
                    <a:pt x="114968" y="54031"/>
                  </a:lnTo>
                  <a:lnTo>
                    <a:pt x="112062" y="58316"/>
                  </a:lnTo>
                  <a:lnTo>
                    <a:pt x="109777" y="59849"/>
                  </a:lnTo>
                  <a:lnTo>
                    <a:pt x="107386" y="64099"/>
                  </a:lnTo>
                  <a:lnTo>
                    <a:pt x="112958" y="67621"/>
                  </a:lnTo>
                  <a:lnTo>
                    <a:pt x="113055" y="69958"/>
                  </a:lnTo>
                  <a:lnTo>
                    <a:pt x="102108" y="62865"/>
                  </a:lnTo>
                  <a:lnTo>
                    <a:pt x="100779" y="71163"/>
                  </a:lnTo>
                  <a:lnTo>
                    <a:pt x="99685" y="72659"/>
                  </a:lnTo>
                  <a:lnTo>
                    <a:pt x="93298" y="73240"/>
                  </a:lnTo>
                  <a:lnTo>
                    <a:pt x="88352" y="74812"/>
                  </a:lnTo>
                  <a:lnTo>
                    <a:pt x="81154" y="73924"/>
                  </a:lnTo>
                  <a:lnTo>
                    <a:pt x="80597" y="80327"/>
                  </a:lnTo>
                  <a:lnTo>
                    <a:pt x="76425" y="80599"/>
                  </a:lnTo>
                  <a:lnTo>
                    <a:pt x="74162" y="88962"/>
                  </a:lnTo>
                  <a:lnTo>
                    <a:pt x="62469" y="85422"/>
                  </a:lnTo>
                  <a:lnTo>
                    <a:pt x="56429" y="84846"/>
                  </a:lnTo>
                  <a:lnTo>
                    <a:pt x="53367" y="87304"/>
                  </a:lnTo>
                  <a:lnTo>
                    <a:pt x="51130" y="91670"/>
                  </a:lnTo>
                  <a:lnTo>
                    <a:pt x="48012" y="90566"/>
                  </a:lnTo>
                  <a:lnTo>
                    <a:pt x="46767" y="82027"/>
                  </a:lnTo>
                  <a:lnTo>
                    <a:pt x="38002" y="78082"/>
                  </a:lnTo>
                  <a:lnTo>
                    <a:pt x="37406" y="80616"/>
                  </a:lnTo>
                  <a:lnTo>
                    <a:pt x="31912" y="79314"/>
                  </a:lnTo>
                  <a:lnTo>
                    <a:pt x="27283" y="77275"/>
                  </a:lnTo>
                  <a:lnTo>
                    <a:pt x="20237" y="77375"/>
                  </a:lnTo>
                  <a:lnTo>
                    <a:pt x="14529" y="76095"/>
                  </a:lnTo>
                  <a:lnTo>
                    <a:pt x="13549" y="80343"/>
                  </a:lnTo>
                  <a:lnTo>
                    <a:pt x="10578" y="81740"/>
                  </a:lnTo>
                  <a:lnTo>
                    <a:pt x="8955" y="79297"/>
                  </a:lnTo>
                  <a:lnTo>
                    <a:pt x="6014" y="74768"/>
                  </a:lnTo>
                  <a:lnTo>
                    <a:pt x="6189" y="70001"/>
                  </a:lnTo>
                  <a:lnTo>
                    <a:pt x="710" y="67352"/>
                  </a:lnTo>
                  <a:lnTo>
                    <a:pt x="1109" y="62404"/>
                  </a:lnTo>
                  <a:lnTo>
                    <a:pt x="4736" y="62659"/>
                  </a:lnTo>
                  <a:lnTo>
                    <a:pt x="5630" y="62003"/>
                  </a:lnTo>
                  <a:lnTo>
                    <a:pt x="7073" y="57446"/>
                  </a:lnTo>
                  <a:lnTo>
                    <a:pt x="6033" y="57461"/>
                  </a:lnTo>
                  <a:lnTo>
                    <a:pt x="4529" y="61517"/>
                  </a:lnTo>
                  <a:lnTo>
                    <a:pt x="2900" y="61624"/>
                  </a:lnTo>
                  <a:lnTo>
                    <a:pt x="0" y="56793"/>
                  </a:lnTo>
                  <a:lnTo>
                    <a:pt x="3054" y="54211"/>
                  </a:lnTo>
                  <a:lnTo>
                    <a:pt x="4666" y="51518"/>
                  </a:lnTo>
                  <a:lnTo>
                    <a:pt x="6379" y="41780"/>
                  </a:lnTo>
                  <a:lnTo>
                    <a:pt x="11264" y="41704"/>
                  </a:lnTo>
                  <a:lnTo>
                    <a:pt x="11506" y="47198"/>
                  </a:lnTo>
                  <a:lnTo>
                    <a:pt x="13973" y="51999"/>
                  </a:lnTo>
                  <a:lnTo>
                    <a:pt x="19050" y="52856"/>
                  </a:lnTo>
                  <a:lnTo>
                    <a:pt x="31188" y="50616"/>
                  </a:lnTo>
                  <a:lnTo>
                    <a:pt x="57162" y="41696"/>
                  </a:lnTo>
                  <a:lnTo>
                    <a:pt x="90877" y="12360"/>
                  </a:lnTo>
                  <a:lnTo>
                    <a:pt x="10465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h2170"/>
            <p:cNvSpPr/>
            <p:nvPr/>
          </p:nvSpPr>
          <p:spPr>
            <a:xfrm>
              <a:off x="2245541" y="2572260"/>
              <a:ext cx="47170" cy="52158"/>
            </a:xfrm>
            <a:custGeom>
              <a:avLst/>
              <a:pathLst>
                <a:path w="47170" h="52158">
                  <a:moveTo>
                    <a:pt x="11155" y="798"/>
                  </a:moveTo>
                  <a:lnTo>
                    <a:pt x="24073" y="7317"/>
                  </a:lnTo>
                  <a:lnTo>
                    <a:pt x="25507" y="14970"/>
                  </a:lnTo>
                  <a:lnTo>
                    <a:pt x="24923" y="17786"/>
                  </a:lnTo>
                  <a:lnTo>
                    <a:pt x="28023" y="20470"/>
                  </a:lnTo>
                  <a:lnTo>
                    <a:pt x="29022" y="19714"/>
                  </a:lnTo>
                  <a:lnTo>
                    <a:pt x="29181" y="18313"/>
                  </a:lnTo>
                  <a:lnTo>
                    <a:pt x="31803" y="19688"/>
                  </a:lnTo>
                  <a:lnTo>
                    <a:pt x="37875" y="23577"/>
                  </a:lnTo>
                  <a:lnTo>
                    <a:pt x="41015" y="28102"/>
                  </a:lnTo>
                  <a:lnTo>
                    <a:pt x="43412" y="28320"/>
                  </a:lnTo>
                  <a:lnTo>
                    <a:pt x="46120" y="30583"/>
                  </a:lnTo>
                  <a:lnTo>
                    <a:pt x="47170" y="35680"/>
                  </a:lnTo>
                  <a:lnTo>
                    <a:pt x="41206" y="30203"/>
                  </a:lnTo>
                  <a:lnTo>
                    <a:pt x="37754" y="30693"/>
                  </a:lnTo>
                  <a:lnTo>
                    <a:pt x="35608" y="32154"/>
                  </a:lnTo>
                  <a:lnTo>
                    <a:pt x="35268" y="36716"/>
                  </a:lnTo>
                  <a:lnTo>
                    <a:pt x="24390" y="37617"/>
                  </a:lnTo>
                  <a:lnTo>
                    <a:pt x="25619" y="41143"/>
                  </a:lnTo>
                  <a:lnTo>
                    <a:pt x="25262" y="42725"/>
                  </a:lnTo>
                  <a:lnTo>
                    <a:pt x="24078" y="43893"/>
                  </a:lnTo>
                  <a:lnTo>
                    <a:pt x="14500" y="45926"/>
                  </a:lnTo>
                  <a:lnTo>
                    <a:pt x="10840" y="47731"/>
                  </a:lnTo>
                  <a:lnTo>
                    <a:pt x="7214" y="52158"/>
                  </a:lnTo>
                  <a:lnTo>
                    <a:pt x="5510" y="50761"/>
                  </a:lnTo>
                  <a:lnTo>
                    <a:pt x="0" y="42040"/>
                  </a:lnTo>
                  <a:lnTo>
                    <a:pt x="194" y="39110"/>
                  </a:lnTo>
                  <a:lnTo>
                    <a:pt x="5843" y="39775"/>
                  </a:lnTo>
                  <a:lnTo>
                    <a:pt x="6580" y="28006"/>
                  </a:lnTo>
                  <a:lnTo>
                    <a:pt x="13328" y="28328"/>
                  </a:lnTo>
                  <a:lnTo>
                    <a:pt x="16390" y="21850"/>
                  </a:lnTo>
                  <a:lnTo>
                    <a:pt x="15477" y="12742"/>
                  </a:lnTo>
                  <a:lnTo>
                    <a:pt x="10651" y="3939"/>
                  </a:lnTo>
                  <a:lnTo>
                    <a:pt x="8178" y="4571"/>
                  </a:lnTo>
                  <a:lnTo>
                    <a:pt x="5889" y="1930"/>
                  </a:lnTo>
                  <a:lnTo>
                    <a:pt x="745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h2171"/>
            <p:cNvSpPr/>
            <p:nvPr/>
          </p:nvSpPr>
          <p:spPr>
            <a:xfrm>
              <a:off x="2523483" y="2724288"/>
              <a:ext cx="20077" cy="11754"/>
            </a:xfrm>
            <a:custGeom>
              <a:avLst/>
              <a:pathLst>
                <a:path w="20077" h="11754">
                  <a:moveTo>
                    <a:pt x="14202" y="2635"/>
                  </a:moveTo>
                  <a:lnTo>
                    <a:pt x="18163" y="186"/>
                  </a:lnTo>
                  <a:lnTo>
                    <a:pt x="20077" y="1338"/>
                  </a:lnTo>
                  <a:lnTo>
                    <a:pt x="19923" y="6688"/>
                  </a:lnTo>
                  <a:lnTo>
                    <a:pt x="19629" y="9150"/>
                  </a:lnTo>
                  <a:lnTo>
                    <a:pt x="15607" y="10904"/>
                  </a:lnTo>
                  <a:lnTo>
                    <a:pt x="10553" y="11754"/>
                  </a:lnTo>
                  <a:lnTo>
                    <a:pt x="6167" y="10087"/>
                  </a:lnTo>
                  <a:lnTo>
                    <a:pt x="291" y="9684"/>
                  </a:lnTo>
                  <a:lnTo>
                    <a:pt x="0" y="8658"/>
                  </a:lnTo>
                  <a:lnTo>
                    <a:pt x="1290" y="5830"/>
                  </a:lnTo>
                  <a:lnTo>
                    <a:pt x="3822" y="5347"/>
                  </a:lnTo>
                  <a:lnTo>
                    <a:pt x="7311" y="6246"/>
                  </a:lnTo>
                  <a:lnTo>
                    <a:pt x="8549" y="5537"/>
                  </a:lnTo>
                  <a:lnTo>
                    <a:pt x="9116" y="4831"/>
                  </a:lnTo>
                  <a:lnTo>
                    <a:pt x="8489" y="1697"/>
                  </a:lnTo>
                  <a:lnTo>
                    <a:pt x="1204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h2172"/>
            <p:cNvSpPr/>
            <p:nvPr/>
          </p:nvSpPr>
          <p:spPr>
            <a:xfrm>
              <a:off x="2300603" y="2532108"/>
              <a:ext cx="54210" cy="81689"/>
            </a:xfrm>
            <a:custGeom>
              <a:avLst/>
              <a:pathLst>
                <a:path w="54210" h="81689">
                  <a:moveTo>
                    <a:pt x="22387" y="2469"/>
                  </a:moveTo>
                  <a:lnTo>
                    <a:pt x="32064" y="11169"/>
                  </a:lnTo>
                  <a:lnTo>
                    <a:pt x="41500" y="10282"/>
                  </a:lnTo>
                  <a:lnTo>
                    <a:pt x="43284" y="20620"/>
                  </a:lnTo>
                  <a:lnTo>
                    <a:pt x="40910" y="20623"/>
                  </a:lnTo>
                  <a:lnTo>
                    <a:pt x="41988" y="27059"/>
                  </a:lnTo>
                  <a:lnTo>
                    <a:pt x="36879" y="27456"/>
                  </a:lnTo>
                  <a:lnTo>
                    <a:pt x="37545" y="29832"/>
                  </a:lnTo>
                  <a:lnTo>
                    <a:pt x="40792" y="31605"/>
                  </a:lnTo>
                  <a:lnTo>
                    <a:pt x="40941" y="32666"/>
                  </a:lnTo>
                  <a:lnTo>
                    <a:pt x="36589" y="42624"/>
                  </a:lnTo>
                  <a:lnTo>
                    <a:pt x="35213" y="53010"/>
                  </a:lnTo>
                  <a:lnTo>
                    <a:pt x="39331" y="50709"/>
                  </a:lnTo>
                  <a:lnTo>
                    <a:pt x="40631" y="53086"/>
                  </a:lnTo>
                  <a:lnTo>
                    <a:pt x="39102" y="52879"/>
                  </a:lnTo>
                  <a:lnTo>
                    <a:pt x="38758" y="54740"/>
                  </a:lnTo>
                  <a:lnTo>
                    <a:pt x="40522" y="54951"/>
                  </a:lnTo>
                  <a:lnTo>
                    <a:pt x="40377" y="55795"/>
                  </a:lnTo>
                  <a:lnTo>
                    <a:pt x="47538" y="57839"/>
                  </a:lnTo>
                  <a:lnTo>
                    <a:pt x="51294" y="67116"/>
                  </a:lnTo>
                  <a:lnTo>
                    <a:pt x="54210" y="71999"/>
                  </a:lnTo>
                  <a:lnTo>
                    <a:pt x="53857" y="75186"/>
                  </a:lnTo>
                  <a:lnTo>
                    <a:pt x="52122" y="76129"/>
                  </a:lnTo>
                  <a:lnTo>
                    <a:pt x="51297" y="71552"/>
                  </a:lnTo>
                  <a:lnTo>
                    <a:pt x="49566" y="70118"/>
                  </a:lnTo>
                  <a:lnTo>
                    <a:pt x="47596" y="69827"/>
                  </a:lnTo>
                  <a:lnTo>
                    <a:pt x="45754" y="70025"/>
                  </a:lnTo>
                  <a:lnTo>
                    <a:pt x="43517" y="72223"/>
                  </a:lnTo>
                  <a:lnTo>
                    <a:pt x="42994" y="76358"/>
                  </a:lnTo>
                  <a:lnTo>
                    <a:pt x="41998" y="77775"/>
                  </a:lnTo>
                  <a:lnTo>
                    <a:pt x="25112" y="81689"/>
                  </a:lnTo>
                  <a:lnTo>
                    <a:pt x="20063" y="78704"/>
                  </a:lnTo>
                  <a:lnTo>
                    <a:pt x="18286" y="78318"/>
                  </a:lnTo>
                  <a:lnTo>
                    <a:pt x="17993" y="73322"/>
                  </a:lnTo>
                  <a:lnTo>
                    <a:pt x="19767" y="69051"/>
                  </a:lnTo>
                  <a:lnTo>
                    <a:pt x="19479" y="67877"/>
                  </a:lnTo>
                  <a:lnTo>
                    <a:pt x="18385" y="67160"/>
                  </a:lnTo>
                  <a:lnTo>
                    <a:pt x="17493" y="64718"/>
                  </a:lnTo>
                  <a:lnTo>
                    <a:pt x="7613" y="66715"/>
                  </a:lnTo>
                  <a:lnTo>
                    <a:pt x="4494" y="68857"/>
                  </a:lnTo>
                  <a:lnTo>
                    <a:pt x="1893" y="68364"/>
                  </a:lnTo>
                  <a:lnTo>
                    <a:pt x="0" y="62815"/>
                  </a:lnTo>
                  <a:lnTo>
                    <a:pt x="3585" y="62050"/>
                  </a:lnTo>
                  <a:lnTo>
                    <a:pt x="2922" y="60680"/>
                  </a:lnTo>
                  <a:lnTo>
                    <a:pt x="4656" y="60269"/>
                  </a:lnTo>
                  <a:lnTo>
                    <a:pt x="6025" y="58360"/>
                  </a:lnTo>
                  <a:lnTo>
                    <a:pt x="3677" y="55422"/>
                  </a:lnTo>
                  <a:lnTo>
                    <a:pt x="5562" y="53381"/>
                  </a:lnTo>
                  <a:lnTo>
                    <a:pt x="12692" y="59919"/>
                  </a:lnTo>
                  <a:lnTo>
                    <a:pt x="16633" y="61860"/>
                  </a:lnTo>
                  <a:lnTo>
                    <a:pt x="19851" y="59030"/>
                  </a:lnTo>
                  <a:lnTo>
                    <a:pt x="19212" y="52263"/>
                  </a:lnTo>
                  <a:lnTo>
                    <a:pt x="24329" y="52252"/>
                  </a:lnTo>
                  <a:lnTo>
                    <a:pt x="24961" y="48866"/>
                  </a:lnTo>
                  <a:lnTo>
                    <a:pt x="27116" y="48322"/>
                  </a:lnTo>
                  <a:lnTo>
                    <a:pt x="30247" y="49282"/>
                  </a:lnTo>
                  <a:lnTo>
                    <a:pt x="29536" y="39508"/>
                  </a:lnTo>
                  <a:lnTo>
                    <a:pt x="22375" y="34441"/>
                  </a:lnTo>
                  <a:lnTo>
                    <a:pt x="24670" y="31421"/>
                  </a:lnTo>
                  <a:lnTo>
                    <a:pt x="21189" y="30245"/>
                  </a:lnTo>
                  <a:lnTo>
                    <a:pt x="17838" y="26126"/>
                  </a:lnTo>
                  <a:lnTo>
                    <a:pt x="14353" y="24200"/>
                  </a:lnTo>
                  <a:lnTo>
                    <a:pt x="14133" y="25439"/>
                  </a:lnTo>
                  <a:lnTo>
                    <a:pt x="10719" y="25488"/>
                  </a:lnTo>
                  <a:lnTo>
                    <a:pt x="10064" y="24654"/>
                  </a:lnTo>
                  <a:lnTo>
                    <a:pt x="9904" y="21275"/>
                  </a:lnTo>
                  <a:lnTo>
                    <a:pt x="14778" y="21635"/>
                  </a:lnTo>
                  <a:lnTo>
                    <a:pt x="17489" y="12557"/>
                  </a:lnTo>
                  <a:lnTo>
                    <a:pt x="8427" y="12015"/>
                  </a:lnTo>
                  <a:lnTo>
                    <a:pt x="9106" y="7474"/>
                  </a:lnTo>
                  <a:lnTo>
                    <a:pt x="18402" y="9899"/>
                  </a:lnTo>
                  <a:lnTo>
                    <a:pt x="20513" y="6707"/>
                  </a:lnTo>
                  <a:lnTo>
                    <a:pt x="19866" y="3664"/>
                  </a:lnTo>
                  <a:lnTo>
                    <a:pt x="17962" y="3247"/>
                  </a:lnTo>
                  <a:lnTo>
                    <a:pt x="1862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h2173"/>
            <p:cNvSpPr/>
            <p:nvPr/>
          </p:nvSpPr>
          <p:spPr>
            <a:xfrm>
              <a:off x="2453782" y="2563292"/>
              <a:ext cx="38098" cy="71132"/>
            </a:xfrm>
            <a:custGeom>
              <a:avLst/>
              <a:pathLst>
                <a:path w="38098" h="71132">
                  <a:moveTo>
                    <a:pt x="7181" y="732"/>
                  </a:moveTo>
                  <a:lnTo>
                    <a:pt x="11445" y="9982"/>
                  </a:lnTo>
                  <a:lnTo>
                    <a:pt x="13891" y="10125"/>
                  </a:lnTo>
                  <a:lnTo>
                    <a:pt x="17501" y="9107"/>
                  </a:lnTo>
                  <a:lnTo>
                    <a:pt x="19115" y="13949"/>
                  </a:lnTo>
                  <a:lnTo>
                    <a:pt x="23911" y="13170"/>
                  </a:lnTo>
                  <a:lnTo>
                    <a:pt x="26680" y="18621"/>
                  </a:lnTo>
                  <a:lnTo>
                    <a:pt x="30496" y="27507"/>
                  </a:lnTo>
                  <a:lnTo>
                    <a:pt x="31619" y="32654"/>
                  </a:lnTo>
                  <a:lnTo>
                    <a:pt x="34656" y="39365"/>
                  </a:lnTo>
                  <a:lnTo>
                    <a:pt x="35161" y="39383"/>
                  </a:lnTo>
                  <a:lnTo>
                    <a:pt x="38098" y="47369"/>
                  </a:lnTo>
                  <a:lnTo>
                    <a:pt x="36498" y="53457"/>
                  </a:lnTo>
                  <a:lnTo>
                    <a:pt x="30494" y="54704"/>
                  </a:lnTo>
                  <a:lnTo>
                    <a:pt x="28751" y="49127"/>
                  </a:lnTo>
                  <a:lnTo>
                    <a:pt x="25889" y="49882"/>
                  </a:lnTo>
                  <a:lnTo>
                    <a:pt x="25580" y="52800"/>
                  </a:lnTo>
                  <a:lnTo>
                    <a:pt x="30344" y="70875"/>
                  </a:lnTo>
                  <a:lnTo>
                    <a:pt x="26812" y="71132"/>
                  </a:lnTo>
                  <a:lnTo>
                    <a:pt x="25756" y="66643"/>
                  </a:lnTo>
                  <a:lnTo>
                    <a:pt x="26217" y="62375"/>
                  </a:lnTo>
                  <a:lnTo>
                    <a:pt x="22472" y="55340"/>
                  </a:lnTo>
                  <a:lnTo>
                    <a:pt x="21786" y="55456"/>
                  </a:lnTo>
                  <a:lnTo>
                    <a:pt x="20904" y="53011"/>
                  </a:lnTo>
                  <a:lnTo>
                    <a:pt x="19843" y="47905"/>
                  </a:lnTo>
                  <a:lnTo>
                    <a:pt x="22721" y="47146"/>
                  </a:lnTo>
                  <a:lnTo>
                    <a:pt x="19208" y="38381"/>
                  </a:lnTo>
                  <a:lnTo>
                    <a:pt x="16080" y="40018"/>
                  </a:lnTo>
                  <a:lnTo>
                    <a:pt x="11380" y="30860"/>
                  </a:lnTo>
                  <a:lnTo>
                    <a:pt x="10338" y="31350"/>
                  </a:lnTo>
                  <a:lnTo>
                    <a:pt x="8577" y="29462"/>
                  </a:lnTo>
                  <a:lnTo>
                    <a:pt x="3642" y="18599"/>
                  </a:lnTo>
                  <a:lnTo>
                    <a:pt x="3647" y="15892"/>
                  </a:lnTo>
                  <a:lnTo>
                    <a:pt x="5745" y="15165"/>
                  </a:lnTo>
                  <a:lnTo>
                    <a:pt x="590" y="2381"/>
                  </a:lnTo>
                  <a:lnTo>
                    <a:pt x="0" y="608"/>
                  </a:lnTo>
                  <a:lnTo>
                    <a:pt x="523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h2174"/>
            <p:cNvSpPr/>
            <p:nvPr/>
          </p:nvSpPr>
          <p:spPr>
            <a:xfrm>
              <a:off x="2310060" y="2658027"/>
              <a:ext cx="77170" cy="54676"/>
            </a:xfrm>
            <a:custGeom>
              <a:avLst/>
              <a:pathLst>
                <a:path w="77170" h="54676">
                  <a:moveTo>
                    <a:pt x="42955" y="1018"/>
                  </a:moveTo>
                  <a:lnTo>
                    <a:pt x="48112" y="700"/>
                  </a:lnTo>
                  <a:lnTo>
                    <a:pt x="50097" y="3341"/>
                  </a:lnTo>
                  <a:lnTo>
                    <a:pt x="50857" y="7578"/>
                  </a:lnTo>
                  <a:lnTo>
                    <a:pt x="53448" y="11188"/>
                  </a:lnTo>
                  <a:lnTo>
                    <a:pt x="56301" y="12775"/>
                  </a:lnTo>
                  <a:lnTo>
                    <a:pt x="57949" y="11388"/>
                  </a:lnTo>
                  <a:lnTo>
                    <a:pt x="59181" y="11640"/>
                  </a:lnTo>
                  <a:lnTo>
                    <a:pt x="61542" y="8243"/>
                  </a:lnTo>
                  <a:lnTo>
                    <a:pt x="64064" y="8542"/>
                  </a:lnTo>
                  <a:lnTo>
                    <a:pt x="67852" y="14881"/>
                  </a:lnTo>
                  <a:lnTo>
                    <a:pt x="71839" y="14514"/>
                  </a:lnTo>
                  <a:lnTo>
                    <a:pt x="72284" y="15057"/>
                  </a:lnTo>
                  <a:lnTo>
                    <a:pt x="75387" y="21090"/>
                  </a:lnTo>
                  <a:lnTo>
                    <a:pt x="74614" y="28062"/>
                  </a:lnTo>
                  <a:lnTo>
                    <a:pt x="77170" y="34533"/>
                  </a:lnTo>
                  <a:lnTo>
                    <a:pt x="75231" y="36964"/>
                  </a:lnTo>
                  <a:lnTo>
                    <a:pt x="70469" y="35189"/>
                  </a:lnTo>
                  <a:lnTo>
                    <a:pt x="67900" y="35304"/>
                  </a:lnTo>
                  <a:lnTo>
                    <a:pt x="64442" y="32779"/>
                  </a:lnTo>
                  <a:lnTo>
                    <a:pt x="64216" y="30305"/>
                  </a:lnTo>
                  <a:lnTo>
                    <a:pt x="61006" y="26700"/>
                  </a:lnTo>
                  <a:lnTo>
                    <a:pt x="58202" y="25658"/>
                  </a:lnTo>
                  <a:lnTo>
                    <a:pt x="52965" y="25107"/>
                  </a:lnTo>
                  <a:lnTo>
                    <a:pt x="46023" y="26656"/>
                  </a:lnTo>
                  <a:lnTo>
                    <a:pt x="42977" y="26440"/>
                  </a:lnTo>
                  <a:lnTo>
                    <a:pt x="35673" y="24177"/>
                  </a:lnTo>
                  <a:lnTo>
                    <a:pt x="30193" y="29513"/>
                  </a:lnTo>
                  <a:lnTo>
                    <a:pt x="28557" y="28973"/>
                  </a:lnTo>
                  <a:lnTo>
                    <a:pt x="29065" y="26006"/>
                  </a:lnTo>
                  <a:lnTo>
                    <a:pt x="23934" y="25594"/>
                  </a:lnTo>
                  <a:lnTo>
                    <a:pt x="25181" y="33025"/>
                  </a:lnTo>
                  <a:lnTo>
                    <a:pt x="28828" y="37969"/>
                  </a:lnTo>
                  <a:lnTo>
                    <a:pt x="29189" y="41475"/>
                  </a:lnTo>
                  <a:lnTo>
                    <a:pt x="28477" y="50887"/>
                  </a:lnTo>
                  <a:lnTo>
                    <a:pt x="30487" y="52678"/>
                  </a:lnTo>
                  <a:lnTo>
                    <a:pt x="27110" y="54676"/>
                  </a:lnTo>
                  <a:lnTo>
                    <a:pt x="24459" y="52025"/>
                  </a:lnTo>
                  <a:lnTo>
                    <a:pt x="21449" y="52109"/>
                  </a:lnTo>
                  <a:lnTo>
                    <a:pt x="15263" y="48162"/>
                  </a:lnTo>
                  <a:lnTo>
                    <a:pt x="13671" y="46097"/>
                  </a:lnTo>
                  <a:lnTo>
                    <a:pt x="11855" y="45919"/>
                  </a:lnTo>
                  <a:lnTo>
                    <a:pt x="0" y="41456"/>
                  </a:lnTo>
                  <a:lnTo>
                    <a:pt x="2545" y="36014"/>
                  </a:lnTo>
                  <a:lnTo>
                    <a:pt x="455" y="34873"/>
                  </a:lnTo>
                  <a:lnTo>
                    <a:pt x="2085" y="27406"/>
                  </a:lnTo>
                  <a:lnTo>
                    <a:pt x="5067" y="23774"/>
                  </a:lnTo>
                  <a:lnTo>
                    <a:pt x="5755" y="21324"/>
                  </a:lnTo>
                  <a:lnTo>
                    <a:pt x="5420" y="16446"/>
                  </a:lnTo>
                  <a:lnTo>
                    <a:pt x="7229" y="9900"/>
                  </a:lnTo>
                  <a:lnTo>
                    <a:pt x="7777" y="8998"/>
                  </a:lnTo>
                  <a:lnTo>
                    <a:pt x="11463" y="9621"/>
                  </a:lnTo>
                  <a:lnTo>
                    <a:pt x="15554" y="9378"/>
                  </a:lnTo>
                  <a:lnTo>
                    <a:pt x="14707" y="6914"/>
                  </a:lnTo>
                  <a:lnTo>
                    <a:pt x="20582" y="4506"/>
                  </a:lnTo>
                  <a:lnTo>
                    <a:pt x="27211" y="7067"/>
                  </a:lnTo>
                  <a:lnTo>
                    <a:pt x="33719" y="6366"/>
                  </a:lnTo>
                  <a:lnTo>
                    <a:pt x="3948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h2175"/>
            <p:cNvSpPr/>
            <p:nvPr/>
          </p:nvSpPr>
          <p:spPr>
            <a:xfrm>
              <a:off x="2393909" y="2685026"/>
              <a:ext cx="44328" cy="33571"/>
            </a:xfrm>
            <a:custGeom>
              <a:avLst/>
              <a:pathLst>
                <a:path w="44328" h="33571">
                  <a:moveTo>
                    <a:pt x="32809" y="2068"/>
                  </a:moveTo>
                  <a:lnTo>
                    <a:pt x="32519" y="4957"/>
                  </a:lnTo>
                  <a:lnTo>
                    <a:pt x="36429" y="3124"/>
                  </a:lnTo>
                  <a:lnTo>
                    <a:pt x="37240" y="3110"/>
                  </a:lnTo>
                  <a:lnTo>
                    <a:pt x="34074" y="8568"/>
                  </a:lnTo>
                  <a:lnTo>
                    <a:pt x="33854" y="10888"/>
                  </a:lnTo>
                  <a:lnTo>
                    <a:pt x="39928" y="13075"/>
                  </a:lnTo>
                  <a:lnTo>
                    <a:pt x="44328" y="18656"/>
                  </a:lnTo>
                  <a:lnTo>
                    <a:pt x="39735" y="17822"/>
                  </a:lnTo>
                  <a:lnTo>
                    <a:pt x="39131" y="21929"/>
                  </a:lnTo>
                  <a:lnTo>
                    <a:pt x="36485" y="27784"/>
                  </a:lnTo>
                  <a:lnTo>
                    <a:pt x="34912" y="28393"/>
                  </a:lnTo>
                  <a:lnTo>
                    <a:pt x="35293" y="29934"/>
                  </a:lnTo>
                  <a:lnTo>
                    <a:pt x="32125" y="31815"/>
                  </a:lnTo>
                  <a:lnTo>
                    <a:pt x="29881" y="31537"/>
                  </a:lnTo>
                  <a:lnTo>
                    <a:pt x="30108" y="29893"/>
                  </a:lnTo>
                  <a:lnTo>
                    <a:pt x="26547" y="30499"/>
                  </a:lnTo>
                  <a:lnTo>
                    <a:pt x="22342" y="33571"/>
                  </a:lnTo>
                  <a:lnTo>
                    <a:pt x="18203" y="33457"/>
                  </a:lnTo>
                  <a:lnTo>
                    <a:pt x="16520" y="29722"/>
                  </a:lnTo>
                  <a:lnTo>
                    <a:pt x="16460" y="24371"/>
                  </a:lnTo>
                  <a:lnTo>
                    <a:pt x="4733" y="24881"/>
                  </a:lnTo>
                  <a:lnTo>
                    <a:pt x="3141" y="20770"/>
                  </a:lnTo>
                  <a:lnTo>
                    <a:pt x="3814" y="17761"/>
                  </a:lnTo>
                  <a:lnTo>
                    <a:pt x="0" y="14573"/>
                  </a:lnTo>
                  <a:lnTo>
                    <a:pt x="6258" y="12824"/>
                  </a:lnTo>
                  <a:lnTo>
                    <a:pt x="6121" y="9537"/>
                  </a:lnTo>
                  <a:lnTo>
                    <a:pt x="6833" y="7075"/>
                  </a:lnTo>
                  <a:lnTo>
                    <a:pt x="15420" y="12577"/>
                  </a:lnTo>
                  <a:lnTo>
                    <a:pt x="19549" y="10158"/>
                  </a:lnTo>
                  <a:lnTo>
                    <a:pt x="21504" y="7782"/>
                  </a:lnTo>
                  <a:lnTo>
                    <a:pt x="25519" y="7818"/>
                  </a:lnTo>
                  <a:lnTo>
                    <a:pt x="27653" y="4075"/>
                  </a:lnTo>
                  <a:lnTo>
                    <a:pt x="29820" y="6963"/>
                  </a:lnTo>
                  <a:lnTo>
                    <a:pt x="31082" y="6339"/>
                  </a:lnTo>
                  <a:lnTo>
                    <a:pt x="31474" y="5944"/>
                  </a:lnTo>
                  <a:lnTo>
                    <a:pt x="30594" y="2455"/>
                  </a:lnTo>
                  <a:lnTo>
                    <a:pt x="29264" y="577"/>
                  </a:lnTo>
                  <a:lnTo>
                    <a:pt x="30012" y="35"/>
                  </a:lnTo>
                  <a:lnTo>
                    <a:pt x="3134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h2176"/>
            <p:cNvSpPr/>
            <p:nvPr/>
          </p:nvSpPr>
          <p:spPr>
            <a:xfrm>
              <a:off x="2188989" y="2514119"/>
              <a:ext cx="62769" cy="85260"/>
            </a:xfrm>
            <a:custGeom>
              <a:avLst/>
              <a:pathLst>
                <a:path w="62769" h="85260">
                  <a:moveTo>
                    <a:pt x="58050" y="7982"/>
                  </a:moveTo>
                  <a:lnTo>
                    <a:pt x="62696" y="14121"/>
                  </a:lnTo>
                  <a:lnTo>
                    <a:pt x="58649" y="22015"/>
                  </a:lnTo>
                  <a:lnTo>
                    <a:pt x="56335" y="22717"/>
                  </a:lnTo>
                  <a:lnTo>
                    <a:pt x="60143" y="26648"/>
                  </a:lnTo>
                  <a:lnTo>
                    <a:pt x="58051" y="28054"/>
                  </a:lnTo>
                  <a:lnTo>
                    <a:pt x="62769" y="33666"/>
                  </a:lnTo>
                  <a:lnTo>
                    <a:pt x="54507" y="35121"/>
                  </a:lnTo>
                  <a:lnTo>
                    <a:pt x="56004" y="44569"/>
                  </a:lnTo>
                  <a:lnTo>
                    <a:pt x="53471" y="44434"/>
                  </a:lnTo>
                  <a:lnTo>
                    <a:pt x="49233" y="47881"/>
                  </a:lnTo>
                  <a:lnTo>
                    <a:pt x="48284" y="52249"/>
                  </a:lnTo>
                  <a:lnTo>
                    <a:pt x="50151" y="52263"/>
                  </a:lnTo>
                  <a:lnTo>
                    <a:pt x="49526" y="57066"/>
                  </a:lnTo>
                  <a:lnTo>
                    <a:pt x="41778" y="62413"/>
                  </a:lnTo>
                  <a:lnTo>
                    <a:pt x="39544" y="66005"/>
                  </a:lnTo>
                  <a:lnTo>
                    <a:pt x="39298" y="70473"/>
                  </a:lnTo>
                  <a:lnTo>
                    <a:pt x="32044" y="79434"/>
                  </a:lnTo>
                  <a:lnTo>
                    <a:pt x="31614" y="80444"/>
                  </a:lnTo>
                  <a:lnTo>
                    <a:pt x="30012" y="80311"/>
                  </a:lnTo>
                  <a:lnTo>
                    <a:pt x="27621" y="78658"/>
                  </a:lnTo>
                  <a:lnTo>
                    <a:pt x="22084" y="80063"/>
                  </a:lnTo>
                  <a:lnTo>
                    <a:pt x="19287" y="82509"/>
                  </a:lnTo>
                  <a:lnTo>
                    <a:pt x="17985" y="85260"/>
                  </a:lnTo>
                  <a:lnTo>
                    <a:pt x="16390" y="84661"/>
                  </a:lnTo>
                  <a:lnTo>
                    <a:pt x="16226" y="84606"/>
                  </a:lnTo>
                  <a:lnTo>
                    <a:pt x="12038" y="81148"/>
                  </a:lnTo>
                  <a:lnTo>
                    <a:pt x="13936" y="75011"/>
                  </a:lnTo>
                  <a:lnTo>
                    <a:pt x="8075" y="73617"/>
                  </a:lnTo>
                  <a:lnTo>
                    <a:pt x="10236" y="62566"/>
                  </a:lnTo>
                  <a:lnTo>
                    <a:pt x="696" y="63797"/>
                  </a:lnTo>
                  <a:lnTo>
                    <a:pt x="0" y="63240"/>
                  </a:lnTo>
                  <a:lnTo>
                    <a:pt x="784" y="61631"/>
                  </a:lnTo>
                  <a:lnTo>
                    <a:pt x="2741" y="62430"/>
                  </a:lnTo>
                  <a:lnTo>
                    <a:pt x="5410" y="55901"/>
                  </a:lnTo>
                  <a:lnTo>
                    <a:pt x="9161" y="55016"/>
                  </a:lnTo>
                  <a:lnTo>
                    <a:pt x="14995" y="51239"/>
                  </a:lnTo>
                  <a:lnTo>
                    <a:pt x="15570" y="46174"/>
                  </a:lnTo>
                  <a:lnTo>
                    <a:pt x="18663" y="41184"/>
                  </a:lnTo>
                  <a:lnTo>
                    <a:pt x="20799" y="39660"/>
                  </a:lnTo>
                  <a:lnTo>
                    <a:pt x="25132" y="39770"/>
                  </a:lnTo>
                  <a:lnTo>
                    <a:pt x="24983" y="41613"/>
                  </a:lnTo>
                  <a:lnTo>
                    <a:pt x="31359" y="42897"/>
                  </a:lnTo>
                  <a:lnTo>
                    <a:pt x="33418" y="41129"/>
                  </a:lnTo>
                  <a:lnTo>
                    <a:pt x="39032" y="43758"/>
                  </a:lnTo>
                  <a:lnTo>
                    <a:pt x="41863" y="40294"/>
                  </a:lnTo>
                  <a:lnTo>
                    <a:pt x="47306" y="42384"/>
                  </a:lnTo>
                  <a:lnTo>
                    <a:pt x="53958" y="43601"/>
                  </a:lnTo>
                  <a:lnTo>
                    <a:pt x="55063" y="42093"/>
                  </a:lnTo>
                  <a:lnTo>
                    <a:pt x="53695" y="35473"/>
                  </a:lnTo>
                  <a:lnTo>
                    <a:pt x="41903" y="37686"/>
                  </a:lnTo>
                  <a:lnTo>
                    <a:pt x="45775" y="24819"/>
                  </a:lnTo>
                  <a:lnTo>
                    <a:pt x="38739" y="24716"/>
                  </a:lnTo>
                  <a:lnTo>
                    <a:pt x="35230" y="17504"/>
                  </a:lnTo>
                  <a:lnTo>
                    <a:pt x="35712" y="15722"/>
                  </a:lnTo>
                  <a:lnTo>
                    <a:pt x="37975" y="7359"/>
                  </a:lnTo>
                  <a:lnTo>
                    <a:pt x="42147" y="7087"/>
                  </a:lnTo>
                  <a:lnTo>
                    <a:pt x="42704" y="684"/>
                  </a:lnTo>
                  <a:lnTo>
                    <a:pt x="49902" y="1572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h2177"/>
            <p:cNvSpPr/>
            <p:nvPr/>
          </p:nvSpPr>
          <p:spPr>
            <a:xfrm>
              <a:off x="2298924" y="2556309"/>
              <a:ext cx="31925" cy="37659"/>
            </a:xfrm>
            <a:custGeom>
              <a:avLst/>
              <a:pathLst>
                <a:path w="31925" h="37659">
                  <a:moveTo>
                    <a:pt x="19517" y="1925"/>
                  </a:moveTo>
                  <a:lnTo>
                    <a:pt x="22868" y="6044"/>
                  </a:lnTo>
                  <a:lnTo>
                    <a:pt x="26348" y="7221"/>
                  </a:lnTo>
                  <a:lnTo>
                    <a:pt x="24054" y="10240"/>
                  </a:lnTo>
                  <a:lnTo>
                    <a:pt x="31215" y="15307"/>
                  </a:lnTo>
                  <a:lnTo>
                    <a:pt x="31925" y="25081"/>
                  </a:lnTo>
                  <a:lnTo>
                    <a:pt x="28795" y="24121"/>
                  </a:lnTo>
                  <a:lnTo>
                    <a:pt x="26639" y="24665"/>
                  </a:lnTo>
                  <a:lnTo>
                    <a:pt x="26008" y="28051"/>
                  </a:lnTo>
                  <a:lnTo>
                    <a:pt x="20891" y="28062"/>
                  </a:lnTo>
                  <a:lnTo>
                    <a:pt x="21530" y="34830"/>
                  </a:lnTo>
                  <a:lnTo>
                    <a:pt x="18312" y="37659"/>
                  </a:lnTo>
                  <a:lnTo>
                    <a:pt x="14371" y="35718"/>
                  </a:lnTo>
                  <a:lnTo>
                    <a:pt x="7241" y="29180"/>
                  </a:lnTo>
                  <a:lnTo>
                    <a:pt x="5356" y="31221"/>
                  </a:lnTo>
                  <a:lnTo>
                    <a:pt x="7704" y="34159"/>
                  </a:lnTo>
                  <a:lnTo>
                    <a:pt x="6335" y="36069"/>
                  </a:lnTo>
                  <a:lnTo>
                    <a:pt x="4601" y="36479"/>
                  </a:lnTo>
                  <a:lnTo>
                    <a:pt x="5254" y="35809"/>
                  </a:lnTo>
                  <a:lnTo>
                    <a:pt x="4756" y="34411"/>
                  </a:lnTo>
                  <a:lnTo>
                    <a:pt x="498" y="29388"/>
                  </a:lnTo>
                  <a:lnTo>
                    <a:pt x="1942" y="29481"/>
                  </a:lnTo>
                  <a:lnTo>
                    <a:pt x="6698" y="22734"/>
                  </a:lnTo>
                  <a:lnTo>
                    <a:pt x="6014" y="19999"/>
                  </a:lnTo>
                  <a:lnTo>
                    <a:pt x="2041" y="19393"/>
                  </a:lnTo>
                  <a:lnTo>
                    <a:pt x="493" y="20141"/>
                  </a:lnTo>
                  <a:lnTo>
                    <a:pt x="0" y="19077"/>
                  </a:lnTo>
                  <a:lnTo>
                    <a:pt x="907" y="14590"/>
                  </a:lnTo>
                  <a:lnTo>
                    <a:pt x="1856" y="13132"/>
                  </a:lnTo>
                  <a:lnTo>
                    <a:pt x="9357" y="9134"/>
                  </a:lnTo>
                  <a:lnTo>
                    <a:pt x="13742" y="8704"/>
                  </a:lnTo>
                  <a:lnTo>
                    <a:pt x="14399" y="6817"/>
                  </a:lnTo>
                  <a:lnTo>
                    <a:pt x="12357" y="6363"/>
                  </a:lnTo>
                  <a:lnTo>
                    <a:pt x="12294" y="6991"/>
                  </a:lnTo>
                  <a:lnTo>
                    <a:pt x="11408" y="6964"/>
                  </a:lnTo>
                  <a:lnTo>
                    <a:pt x="11608" y="4073"/>
                  </a:lnTo>
                  <a:lnTo>
                    <a:pt x="12398" y="1287"/>
                  </a:lnTo>
                  <a:lnTo>
                    <a:pt x="15811" y="1238"/>
                  </a:lnTo>
                  <a:lnTo>
                    <a:pt x="1603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h2178"/>
            <p:cNvSpPr/>
            <p:nvPr/>
          </p:nvSpPr>
          <p:spPr>
            <a:xfrm>
              <a:off x="2301969" y="2462382"/>
              <a:ext cx="48451" cy="80895"/>
            </a:xfrm>
            <a:custGeom>
              <a:avLst/>
              <a:pathLst>
                <a:path w="48451" h="80895">
                  <a:moveTo>
                    <a:pt x="14397" y="3284"/>
                  </a:moveTo>
                  <a:lnTo>
                    <a:pt x="15595" y="6394"/>
                  </a:lnTo>
                  <a:lnTo>
                    <a:pt x="20043" y="9975"/>
                  </a:lnTo>
                  <a:lnTo>
                    <a:pt x="23833" y="11126"/>
                  </a:lnTo>
                  <a:lnTo>
                    <a:pt x="25155" y="17470"/>
                  </a:lnTo>
                  <a:lnTo>
                    <a:pt x="27486" y="17873"/>
                  </a:lnTo>
                  <a:lnTo>
                    <a:pt x="29433" y="19251"/>
                  </a:lnTo>
                  <a:lnTo>
                    <a:pt x="27752" y="28183"/>
                  </a:lnTo>
                  <a:lnTo>
                    <a:pt x="30519" y="28213"/>
                  </a:lnTo>
                  <a:lnTo>
                    <a:pt x="25857" y="32143"/>
                  </a:lnTo>
                  <a:lnTo>
                    <a:pt x="22257" y="30778"/>
                  </a:lnTo>
                  <a:lnTo>
                    <a:pt x="25301" y="38830"/>
                  </a:lnTo>
                  <a:lnTo>
                    <a:pt x="28396" y="38090"/>
                  </a:lnTo>
                  <a:lnTo>
                    <a:pt x="30952" y="41040"/>
                  </a:lnTo>
                  <a:lnTo>
                    <a:pt x="25836" y="41309"/>
                  </a:lnTo>
                  <a:lnTo>
                    <a:pt x="26141" y="42310"/>
                  </a:lnTo>
                  <a:lnTo>
                    <a:pt x="33569" y="43547"/>
                  </a:lnTo>
                  <a:lnTo>
                    <a:pt x="34004" y="45047"/>
                  </a:lnTo>
                  <a:lnTo>
                    <a:pt x="47491" y="45978"/>
                  </a:lnTo>
                  <a:lnTo>
                    <a:pt x="47669" y="47097"/>
                  </a:lnTo>
                  <a:lnTo>
                    <a:pt x="48106" y="49432"/>
                  </a:lnTo>
                  <a:lnTo>
                    <a:pt x="47576" y="60228"/>
                  </a:lnTo>
                  <a:lnTo>
                    <a:pt x="45416" y="60808"/>
                  </a:lnTo>
                  <a:lnTo>
                    <a:pt x="48451" y="72388"/>
                  </a:lnTo>
                  <a:lnTo>
                    <a:pt x="47543" y="73945"/>
                  </a:lnTo>
                  <a:lnTo>
                    <a:pt x="39676" y="75749"/>
                  </a:lnTo>
                  <a:lnTo>
                    <a:pt x="40134" y="80008"/>
                  </a:lnTo>
                  <a:lnTo>
                    <a:pt x="30698" y="80895"/>
                  </a:lnTo>
                  <a:lnTo>
                    <a:pt x="21021" y="72195"/>
                  </a:lnTo>
                  <a:lnTo>
                    <a:pt x="17262" y="69726"/>
                  </a:lnTo>
                  <a:lnTo>
                    <a:pt x="16596" y="72973"/>
                  </a:lnTo>
                  <a:lnTo>
                    <a:pt x="18499" y="73390"/>
                  </a:lnTo>
                  <a:lnTo>
                    <a:pt x="19147" y="76433"/>
                  </a:lnTo>
                  <a:lnTo>
                    <a:pt x="17035" y="79625"/>
                  </a:lnTo>
                  <a:lnTo>
                    <a:pt x="7740" y="77200"/>
                  </a:lnTo>
                  <a:lnTo>
                    <a:pt x="8582" y="71607"/>
                  </a:lnTo>
                  <a:lnTo>
                    <a:pt x="10580" y="71948"/>
                  </a:lnTo>
                  <a:lnTo>
                    <a:pt x="10348" y="69906"/>
                  </a:lnTo>
                  <a:lnTo>
                    <a:pt x="8916" y="66923"/>
                  </a:lnTo>
                  <a:lnTo>
                    <a:pt x="8609" y="61909"/>
                  </a:lnTo>
                  <a:lnTo>
                    <a:pt x="5739" y="60141"/>
                  </a:lnTo>
                  <a:lnTo>
                    <a:pt x="4942" y="53974"/>
                  </a:lnTo>
                  <a:lnTo>
                    <a:pt x="0" y="55028"/>
                  </a:lnTo>
                  <a:lnTo>
                    <a:pt x="2438" y="47355"/>
                  </a:lnTo>
                  <a:lnTo>
                    <a:pt x="763" y="41515"/>
                  </a:lnTo>
                  <a:lnTo>
                    <a:pt x="1144" y="26112"/>
                  </a:lnTo>
                  <a:lnTo>
                    <a:pt x="5025" y="26799"/>
                  </a:lnTo>
                  <a:lnTo>
                    <a:pt x="7271" y="26216"/>
                  </a:lnTo>
                  <a:lnTo>
                    <a:pt x="5362" y="22551"/>
                  </a:lnTo>
                  <a:lnTo>
                    <a:pt x="3457" y="22664"/>
                  </a:lnTo>
                  <a:lnTo>
                    <a:pt x="2444" y="20889"/>
                  </a:lnTo>
                  <a:lnTo>
                    <a:pt x="5109" y="17082"/>
                  </a:lnTo>
                  <a:lnTo>
                    <a:pt x="2949" y="15070"/>
                  </a:lnTo>
                  <a:lnTo>
                    <a:pt x="6136" y="14211"/>
                  </a:lnTo>
                  <a:lnTo>
                    <a:pt x="10687" y="12817"/>
                  </a:lnTo>
                  <a:lnTo>
                    <a:pt x="10258" y="1037"/>
                  </a:lnTo>
                  <a:lnTo>
                    <a:pt x="1444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h2179"/>
            <p:cNvSpPr/>
            <p:nvPr/>
          </p:nvSpPr>
          <p:spPr>
            <a:xfrm>
              <a:off x="2302950" y="2635313"/>
              <a:ext cx="19505" cy="14484"/>
            </a:xfrm>
            <a:custGeom>
              <a:avLst/>
              <a:pathLst>
                <a:path w="19505" h="14484">
                  <a:moveTo>
                    <a:pt x="11173" y="0"/>
                  </a:moveTo>
                  <a:lnTo>
                    <a:pt x="16079" y="1727"/>
                  </a:lnTo>
                  <a:lnTo>
                    <a:pt x="16756" y="5812"/>
                  </a:lnTo>
                  <a:lnTo>
                    <a:pt x="19505" y="12371"/>
                  </a:lnTo>
                  <a:lnTo>
                    <a:pt x="15492" y="14003"/>
                  </a:lnTo>
                  <a:lnTo>
                    <a:pt x="13261" y="13512"/>
                  </a:lnTo>
                  <a:lnTo>
                    <a:pt x="11114" y="11590"/>
                  </a:lnTo>
                  <a:lnTo>
                    <a:pt x="8949" y="13303"/>
                  </a:lnTo>
                  <a:lnTo>
                    <a:pt x="8992" y="14101"/>
                  </a:lnTo>
                  <a:lnTo>
                    <a:pt x="7280" y="14484"/>
                  </a:lnTo>
                  <a:lnTo>
                    <a:pt x="2988" y="6261"/>
                  </a:lnTo>
                  <a:lnTo>
                    <a:pt x="0" y="3625"/>
                  </a:lnTo>
                  <a:lnTo>
                    <a:pt x="84" y="1895"/>
                  </a:lnTo>
                  <a:lnTo>
                    <a:pt x="3983" y="640"/>
                  </a:lnTo>
                  <a:lnTo>
                    <a:pt x="4997" y="1325"/>
                  </a:lnTo>
                  <a:lnTo>
                    <a:pt x="7954" y="1123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h2180"/>
            <p:cNvSpPr/>
            <p:nvPr/>
          </p:nvSpPr>
          <p:spPr>
            <a:xfrm>
              <a:off x="2546334" y="2654925"/>
              <a:ext cx="30238" cy="35149"/>
            </a:xfrm>
            <a:custGeom>
              <a:avLst/>
              <a:pathLst>
                <a:path w="30238" h="35149">
                  <a:moveTo>
                    <a:pt x="16735" y="1989"/>
                  </a:moveTo>
                  <a:lnTo>
                    <a:pt x="18930" y="3074"/>
                  </a:lnTo>
                  <a:lnTo>
                    <a:pt x="20401" y="2501"/>
                  </a:lnTo>
                  <a:lnTo>
                    <a:pt x="21477" y="1010"/>
                  </a:lnTo>
                  <a:lnTo>
                    <a:pt x="23139" y="857"/>
                  </a:lnTo>
                  <a:lnTo>
                    <a:pt x="23820" y="1451"/>
                  </a:lnTo>
                  <a:lnTo>
                    <a:pt x="24899" y="4158"/>
                  </a:lnTo>
                  <a:lnTo>
                    <a:pt x="21471" y="2900"/>
                  </a:lnTo>
                  <a:lnTo>
                    <a:pt x="20030" y="3273"/>
                  </a:lnTo>
                  <a:lnTo>
                    <a:pt x="19878" y="4970"/>
                  </a:lnTo>
                  <a:lnTo>
                    <a:pt x="20762" y="6321"/>
                  </a:lnTo>
                  <a:lnTo>
                    <a:pt x="20028" y="8452"/>
                  </a:lnTo>
                  <a:lnTo>
                    <a:pt x="23630" y="15994"/>
                  </a:lnTo>
                  <a:lnTo>
                    <a:pt x="26506" y="14297"/>
                  </a:lnTo>
                  <a:lnTo>
                    <a:pt x="26030" y="17119"/>
                  </a:lnTo>
                  <a:lnTo>
                    <a:pt x="29254" y="19407"/>
                  </a:lnTo>
                  <a:lnTo>
                    <a:pt x="30238" y="22236"/>
                  </a:lnTo>
                  <a:lnTo>
                    <a:pt x="28028" y="25244"/>
                  </a:lnTo>
                  <a:lnTo>
                    <a:pt x="23235" y="28840"/>
                  </a:lnTo>
                  <a:lnTo>
                    <a:pt x="19051" y="30419"/>
                  </a:lnTo>
                  <a:lnTo>
                    <a:pt x="19161" y="32304"/>
                  </a:lnTo>
                  <a:lnTo>
                    <a:pt x="15671" y="34600"/>
                  </a:lnTo>
                  <a:lnTo>
                    <a:pt x="14735" y="34610"/>
                  </a:lnTo>
                  <a:lnTo>
                    <a:pt x="12417" y="32916"/>
                  </a:lnTo>
                  <a:lnTo>
                    <a:pt x="11678" y="33960"/>
                  </a:lnTo>
                  <a:lnTo>
                    <a:pt x="12434" y="34406"/>
                  </a:lnTo>
                  <a:lnTo>
                    <a:pt x="10853" y="35149"/>
                  </a:lnTo>
                  <a:lnTo>
                    <a:pt x="9684" y="34694"/>
                  </a:lnTo>
                  <a:lnTo>
                    <a:pt x="7144" y="31177"/>
                  </a:lnTo>
                  <a:lnTo>
                    <a:pt x="103" y="27836"/>
                  </a:lnTo>
                  <a:lnTo>
                    <a:pt x="0" y="24578"/>
                  </a:lnTo>
                  <a:lnTo>
                    <a:pt x="2224" y="24733"/>
                  </a:lnTo>
                  <a:lnTo>
                    <a:pt x="3141" y="16874"/>
                  </a:lnTo>
                  <a:lnTo>
                    <a:pt x="2159" y="13093"/>
                  </a:lnTo>
                  <a:lnTo>
                    <a:pt x="9851" y="5792"/>
                  </a:lnTo>
                  <a:lnTo>
                    <a:pt x="10832" y="7177"/>
                  </a:lnTo>
                  <a:lnTo>
                    <a:pt x="13946" y="5265"/>
                  </a:lnTo>
                  <a:lnTo>
                    <a:pt x="12553" y="3280"/>
                  </a:lnTo>
                  <a:lnTo>
                    <a:pt x="1608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h2181"/>
            <p:cNvSpPr/>
            <p:nvPr/>
          </p:nvSpPr>
          <p:spPr>
            <a:xfrm>
              <a:off x="2416753" y="2627197"/>
              <a:ext cx="53069" cy="31556"/>
            </a:xfrm>
            <a:custGeom>
              <a:avLst/>
              <a:pathLst>
                <a:path w="53069" h="31556">
                  <a:moveTo>
                    <a:pt x="22351" y="309"/>
                  </a:moveTo>
                  <a:lnTo>
                    <a:pt x="24713" y="2686"/>
                  </a:lnTo>
                  <a:lnTo>
                    <a:pt x="34259" y="709"/>
                  </a:lnTo>
                  <a:lnTo>
                    <a:pt x="38952" y="2010"/>
                  </a:lnTo>
                  <a:lnTo>
                    <a:pt x="40940" y="1705"/>
                  </a:lnTo>
                  <a:lnTo>
                    <a:pt x="44224" y="9845"/>
                  </a:lnTo>
                  <a:lnTo>
                    <a:pt x="43952" y="20637"/>
                  </a:lnTo>
                  <a:lnTo>
                    <a:pt x="47339" y="21804"/>
                  </a:lnTo>
                  <a:lnTo>
                    <a:pt x="50263" y="23738"/>
                  </a:lnTo>
                  <a:lnTo>
                    <a:pt x="52424" y="28188"/>
                  </a:lnTo>
                  <a:lnTo>
                    <a:pt x="53069" y="31556"/>
                  </a:lnTo>
                  <a:lnTo>
                    <a:pt x="50456" y="30720"/>
                  </a:lnTo>
                  <a:lnTo>
                    <a:pt x="49176" y="31294"/>
                  </a:lnTo>
                  <a:lnTo>
                    <a:pt x="43060" y="31176"/>
                  </a:lnTo>
                  <a:lnTo>
                    <a:pt x="37786" y="23781"/>
                  </a:lnTo>
                  <a:lnTo>
                    <a:pt x="29693" y="19964"/>
                  </a:lnTo>
                  <a:lnTo>
                    <a:pt x="24459" y="16686"/>
                  </a:lnTo>
                  <a:lnTo>
                    <a:pt x="22234" y="18214"/>
                  </a:lnTo>
                  <a:lnTo>
                    <a:pt x="19460" y="12998"/>
                  </a:lnTo>
                  <a:lnTo>
                    <a:pt x="22360" y="11470"/>
                  </a:lnTo>
                  <a:lnTo>
                    <a:pt x="21627" y="10273"/>
                  </a:lnTo>
                  <a:lnTo>
                    <a:pt x="17363" y="13279"/>
                  </a:lnTo>
                  <a:lnTo>
                    <a:pt x="17730" y="16769"/>
                  </a:lnTo>
                  <a:lnTo>
                    <a:pt x="12935" y="15820"/>
                  </a:lnTo>
                  <a:lnTo>
                    <a:pt x="9056" y="19149"/>
                  </a:lnTo>
                  <a:lnTo>
                    <a:pt x="7061" y="19646"/>
                  </a:lnTo>
                  <a:lnTo>
                    <a:pt x="6364" y="18627"/>
                  </a:lnTo>
                  <a:lnTo>
                    <a:pt x="7219" y="18333"/>
                  </a:lnTo>
                  <a:lnTo>
                    <a:pt x="6328" y="16640"/>
                  </a:lnTo>
                  <a:lnTo>
                    <a:pt x="3184" y="12033"/>
                  </a:lnTo>
                  <a:lnTo>
                    <a:pt x="0" y="8815"/>
                  </a:lnTo>
                  <a:lnTo>
                    <a:pt x="8131" y="8096"/>
                  </a:lnTo>
                  <a:lnTo>
                    <a:pt x="9483" y="11609"/>
                  </a:lnTo>
                  <a:lnTo>
                    <a:pt x="14119" y="9721"/>
                  </a:lnTo>
                  <a:lnTo>
                    <a:pt x="16711" y="12312"/>
                  </a:lnTo>
                  <a:lnTo>
                    <a:pt x="18629" y="11436"/>
                  </a:lnTo>
                  <a:lnTo>
                    <a:pt x="14897" y="4182"/>
                  </a:lnTo>
                  <a:lnTo>
                    <a:pt x="1937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h2182"/>
            <p:cNvSpPr/>
            <p:nvPr/>
          </p:nvSpPr>
          <p:spPr>
            <a:xfrm>
              <a:off x="2487456" y="2650103"/>
              <a:ext cx="33043" cy="62823"/>
            </a:xfrm>
            <a:custGeom>
              <a:avLst/>
              <a:pathLst>
                <a:path w="33043" h="62823">
                  <a:moveTo>
                    <a:pt x="9886" y="0"/>
                  </a:moveTo>
                  <a:lnTo>
                    <a:pt x="11305" y="764"/>
                  </a:lnTo>
                  <a:lnTo>
                    <a:pt x="10011" y="5546"/>
                  </a:lnTo>
                  <a:lnTo>
                    <a:pt x="12115" y="17220"/>
                  </a:lnTo>
                  <a:lnTo>
                    <a:pt x="12922" y="19694"/>
                  </a:lnTo>
                  <a:lnTo>
                    <a:pt x="15729" y="19741"/>
                  </a:lnTo>
                  <a:lnTo>
                    <a:pt x="15670" y="24388"/>
                  </a:lnTo>
                  <a:lnTo>
                    <a:pt x="16221" y="25180"/>
                  </a:lnTo>
                  <a:lnTo>
                    <a:pt x="17749" y="25790"/>
                  </a:lnTo>
                  <a:lnTo>
                    <a:pt x="26053" y="25139"/>
                  </a:lnTo>
                  <a:lnTo>
                    <a:pt x="33031" y="29147"/>
                  </a:lnTo>
                  <a:lnTo>
                    <a:pt x="33043" y="30882"/>
                  </a:lnTo>
                  <a:lnTo>
                    <a:pt x="30880" y="33336"/>
                  </a:lnTo>
                  <a:lnTo>
                    <a:pt x="26919" y="38493"/>
                  </a:lnTo>
                  <a:lnTo>
                    <a:pt x="26957" y="41116"/>
                  </a:lnTo>
                  <a:lnTo>
                    <a:pt x="29084" y="43670"/>
                  </a:lnTo>
                  <a:lnTo>
                    <a:pt x="30199" y="46600"/>
                  </a:lnTo>
                  <a:lnTo>
                    <a:pt x="28367" y="52100"/>
                  </a:lnTo>
                  <a:lnTo>
                    <a:pt x="29077" y="52126"/>
                  </a:lnTo>
                  <a:lnTo>
                    <a:pt x="27227" y="54317"/>
                  </a:lnTo>
                  <a:lnTo>
                    <a:pt x="26004" y="54592"/>
                  </a:lnTo>
                  <a:lnTo>
                    <a:pt x="26479" y="56792"/>
                  </a:lnTo>
                  <a:lnTo>
                    <a:pt x="28576" y="60224"/>
                  </a:lnTo>
                  <a:lnTo>
                    <a:pt x="27547" y="61641"/>
                  </a:lnTo>
                  <a:lnTo>
                    <a:pt x="23923" y="62823"/>
                  </a:lnTo>
                  <a:lnTo>
                    <a:pt x="21419" y="62067"/>
                  </a:lnTo>
                  <a:lnTo>
                    <a:pt x="15070" y="62407"/>
                  </a:lnTo>
                  <a:lnTo>
                    <a:pt x="13510" y="56651"/>
                  </a:lnTo>
                  <a:lnTo>
                    <a:pt x="14936" y="50154"/>
                  </a:lnTo>
                  <a:lnTo>
                    <a:pt x="13744" y="48521"/>
                  </a:lnTo>
                  <a:lnTo>
                    <a:pt x="10001" y="45826"/>
                  </a:lnTo>
                  <a:lnTo>
                    <a:pt x="8099" y="40763"/>
                  </a:lnTo>
                  <a:lnTo>
                    <a:pt x="6331" y="38816"/>
                  </a:lnTo>
                  <a:lnTo>
                    <a:pt x="6551" y="36360"/>
                  </a:lnTo>
                  <a:lnTo>
                    <a:pt x="8253" y="32436"/>
                  </a:lnTo>
                  <a:lnTo>
                    <a:pt x="10703" y="32318"/>
                  </a:lnTo>
                  <a:lnTo>
                    <a:pt x="8614" y="25010"/>
                  </a:lnTo>
                  <a:lnTo>
                    <a:pt x="3670" y="23628"/>
                  </a:lnTo>
                  <a:lnTo>
                    <a:pt x="923" y="19067"/>
                  </a:lnTo>
                  <a:lnTo>
                    <a:pt x="0" y="9878"/>
                  </a:lnTo>
                  <a:lnTo>
                    <a:pt x="1316" y="7631"/>
                  </a:lnTo>
                  <a:lnTo>
                    <a:pt x="3659" y="6566"/>
                  </a:lnTo>
                  <a:lnTo>
                    <a:pt x="3093" y="3549"/>
                  </a:lnTo>
                  <a:lnTo>
                    <a:pt x="5229" y="103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h2183"/>
            <p:cNvSpPr/>
            <p:nvPr/>
          </p:nvSpPr>
          <p:spPr>
            <a:xfrm>
              <a:off x="2311014" y="2601936"/>
              <a:ext cx="43447" cy="41898"/>
            </a:xfrm>
            <a:custGeom>
              <a:avLst/>
              <a:pathLst>
                <a:path w="43447" h="41898">
                  <a:moveTo>
                    <a:pt x="39156" y="290"/>
                  </a:moveTo>
                  <a:lnTo>
                    <a:pt x="40887" y="1724"/>
                  </a:lnTo>
                  <a:lnTo>
                    <a:pt x="41712" y="6302"/>
                  </a:lnTo>
                  <a:lnTo>
                    <a:pt x="43447" y="5358"/>
                  </a:lnTo>
                  <a:lnTo>
                    <a:pt x="39084" y="8405"/>
                  </a:lnTo>
                  <a:lnTo>
                    <a:pt x="40512" y="13418"/>
                  </a:lnTo>
                  <a:lnTo>
                    <a:pt x="34738" y="15298"/>
                  </a:lnTo>
                  <a:lnTo>
                    <a:pt x="27747" y="21067"/>
                  </a:lnTo>
                  <a:lnTo>
                    <a:pt x="28067" y="23035"/>
                  </a:lnTo>
                  <a:lnTo>
                    <a:pt x="30695" y="26668"/>
                  </a:lnTo>
                  <a:lnTo>
                    <a:pt x="31999" y="33420"/>
                  </a:lnTo>
                  <a:lnTo>
                    <a:pt x="31452" y="35021"/>
                  </a:lnTo>
                  <a:lnTo>
                    <a:pt x="29514" y="36409"/>
                  </a:lnTo>
                  <a:lnTo>
                    <a:pt x="29718" y="40553"/>
                  </a:lnTo>
                  <a:lnTo>
                    <a:pt x="26946" y="41138"/>
                  </a:lnTo>
                  <a:lnTo>
                    <a:pt x="25240" y="40599"/>
                  </a:lnTo>
                  <a:lnTo>
                    <a:pt x="25301" y="39375"/>
                  </a:lnTo>
                  <a:lnTo>
                    <a:pt x="23954" y="38624"/>
                  </a:lnTo>
                  <a:lnTo>
                    <a:pt x="21189" y="38658"/>
                  </a:lnTo>
                  <a:lnTo>
                    <a:pt x="20124" y="39438"/>
                  </a:lnTo>
                  <a:lnTo>
                    <a:pt x="21140" y="41898"/>
                  </a:lnTo>
                  <a:lnTo>
                    <a:pt x="18517" y="40569"/>
                  </a:lnTo>
                  <a:lnTo>
                    <a:pt x="15243" y="35439"/>
                  </a:lnTo>
                  <a:lnTo>
                    <a:pt x="17004" y="33635"/>
                  </a:lnTo>
                  <a:lnTo>
                    <a:pt x="14932" y="29007"/>
                  </a:lnTo>
                  <a:lnTo>
                    <a:pt x="13393" y="21798"/>
                  </a:lnTo>
                  <a:lnTo>
                    <a:pt x="12049" y="21277"/>
                  </a:lnTo>
                  <a:lnTo>
                    <a:pt x="6826" y="22068"/>
                  </a:lnTo>
                  <a:lnTo>
                    <a:pt x="6237" y="20833"/>
                  </a:lnTo>
                  <a:lnTo>
                    <a:pt x="0" y="17228"/>
                  </a:lnTo>
                  <a:lnTo>
                    <a:pt x="5492" y="10124"/>
                  </a:lnTo>
                  <a:lnTo>
                    <a:pt x="9653" y="8877"/>
                  </a:lnTo>
                  <a:lnTo>
                    <a:pt x="14701" y="11862"/>
                  </a:lnTo>
                  <a:lnTo>
                    <a:pt x="31587" y="7948"/>
                  </a:lnTo>
                  <a:lnTo>
                    <a:pt x="32584" y="6531"/>
                  </a:lnTo>
                  <a:lnTo>
                    <a:pt x="33107" y="2396"/>
                  </a:lnTo>
                  <a:lnTo>
                    <a:pt x="35343" y="198"/>
                  </a:lnTo>
                  <a:lnTo>
                    <a:pt x="3718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h2184"/>
            <p:cNvSpPr/>
            <p:nvPr/>
          </p:nvSpPr>
          <p:spPr>
            <a:xfrm>
              <a:off x="2238156" y="2636360"/>
              <a:ext cx="50902" cy="40822"/>
            </a:xfrm>
            <a:custGeom>
              <a:avLst/>
              <a:pathLst>
                <a:path w="50902" h="40822">
                  <a:moveTo>
                    <a:pt x="33859" y="2188"/>
                  </a:moveTo>
                  <a:lnTo>
                    <a:pt x="33848" y="4069"/>
                  </a:lnTo>
                  <a:lnTo>
                    <a:pt x="37104" y="7581"/>
                  </a:lnTo>
                  <a:lnTo>
                    <a:pt x="39877" y="9357"/>
                  </a:lnTo>
                  <a:lnTo>
                    <a:pt x="37185" y="14626"/>
                  </a:lnTo>
                  <a:lnTo>
                    <a:pt x="38087" y="15423"/>
                  </a:lnTo>
                  <a:lnTo>
                    <a:pt x="44560" y="16762"/>
                  </a:lnTo>
                  <a:lnTo>
                    <a:pt x="49183" y="19203"/>
                  </a:lnTo>
                  <a:lnTo>
                    <a:pt x="50902" y="20882"/>
                  </a:lnTo>
                  <a:lnTo>
                    <a:pt x="46295" y="25049"/>
                  </a:lnTo>
                  <a:lnTo>
                    <a:pt x="42455" y="26568"/>
                  </a:lnTo>
                  <a:lnTo>
                    <a:pt x="41518" y="25866"/>
                  </a:lnTo>
                  <a:lnTo>
                    <a:pt x="35276" y="27400"/>
                  </a:lnTo>
                  <a:lnTo>
                    <a:pt x="32719" y="39986"/>
                  </a:lnTo>
                  <a:lnTo>
                    <a:pt x="31799" y="39953"/>
                  </a:lnTo>
                  <a:lnTo>
                    <a:pt x="26781" y="39103"/>
                  </a:lnTo>
                  <a:lnTo>
                    <a:pt x="24435" y="39449"/>
                  </a:lnTo>
                  <a:lnTo>
                    <a:pt x="20427" y="37721"/>
                  </a:lnTo>
                  <a:lnTo>
                    <a:pt x="15341" y="37259"/>
                  </a:lnTo>
                  <a:lnTo>
                    <a:pt x="8973" y="39004"/>
                  </a:lnTo>
                  <a:lnTo>
                    <a:pt x="3291" y="38738"/>
                  </a:lnTo>
                  <a:lnTo>
                    <a:pt x="805" y="40822"/>
                  </a:lnTo>
                  <a:lnTo>
                    <a:pt x="0" y="38424"/>
                  </a:lnTo>
                  <a:lnTo>
                    <a:pt x="2239" y="33951"/>
                  </a:lnTo>
                  <a:lnTo>
                    <a:pt x="10317" y="29043"/>
                  </a:lnTo>
                  <a:lnTo>
                    <a:pt x="10117" y="27860"/>
                  </a:lnTo>
                  <a:lnTo>
                    <a:pt x="8203" y="26000"/>
                  </a:lnTo>
                  <a:lnTo>
                    <a:pt x="11580" y="22325"/>
                  </a:lnTo>
                  <a:lnTo>
                    <a:pt x="19387" y="16190"/>
                  </a:lnTo>
                  <a:lnTo>
                    <a:pt x="19048" y="13950"/>
                  </a:lnTo>
                  <a:lnTo>
                    <a:pt x="16741" y="12954"/>
                  </a:lnTo>
                  <a:lnTo>
                    <a:pt x="15559" y="14181"/>
                  </a:lnTo>
                  <a:lnTo>
                    <a:pt x="16819" y="7726"/>
                  </a:lnTo>
                  <a:lnTo>
                    <a:pt x="19338" y="1014"/>
                  </a:lnTo>
                  <a:lnTo>
                    <a:pt x="17837" y="67"/>
                  </a:lnTo>
                  <a:lnTo>
                    <a:pt x="2958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h2185"/>
            <p:cNvSpPr/>
            <p:nvPr/>
          </p:nvSpPr>
          <p:spPr>
            <a:xfrm>
              <a:off x="2513460" y="2701221"/>
              <a:ext cx="9617" cy="14861"/>
            </a:xfrm>
            <a:custGeom>
              <a:avLst/>
              <a:pathLst>
                <a:path w="9617" h="14861">
                  <a:moveTo>
                    <a:pt x="7186" y="0"/>
                  </a:moveTo>
                  <a:lnTo>
                    <a:pt x="9617" y="3068"/>
                  </a:lnTo>
                  <a:lnTo>
                    <a:pt x="9002" y="5087"/>
                  </a:lnTo>
                  <a:lnTo>
                    <a:pt x="6883" y="7085"/>
                  </a:lnTo>
                  <a:lnTo>
                    <a:pt x="8603" y="13002"/>
                  </a:lnTo>
                  <a:lnTo>
                    <a:pt x="9198" y="13498"/>
                  </a:lnTo>
                  <a:lnTo>
                    <a:pt x="8272" y="14861"/>
                  </a:lnTo>
                  <a:lnTo>
                    <a:pt x="6385" y="14538"/>
                  </a:lnTo>
                  <a:lnTo>
                    <a:pt x="2571" y="9105"/>
                  </a:lnTo>
                  <a:lnTo>
                    <a:pt x="475" y="5674"/>
                  </a:lnTo>
                  <a:lnTo>
                    <a:pt x="0" y="3473"/>
                  </a:lnTo>
                  <a:lnTo>
                    <a:pt x="1222" y="3199"/>
                  </a:lnTo>
                  <a:lnTo>
                    <a:pt x="3072" y="1007"/>
                  </a:lnTo>
                  <a:lnTo>
                    <a:pt x="4449" y="5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h2186"/>
            <p:cNvSpPr/>
            <p:nvPr/>
          </p:nvSpPr>
          <p:spPr>
            <a:xfrm>
              <a:off x="2427763" y="2682423"/>
              <a:ext cx="34236" cy="35652"/>
            </a:xfrm>
            <a:custGeom>
              <a:avLst/>
              <a:pathLst>
                <a:path w="34236" h="35652">
                  <a:moveTo>
                    <a:pt x="23188" y="0"/>
                  </a:moveTo>
                  <a:lnTo>
                    <a:pt x="23832" y="1589"/>
                  </a:lnTo>
                  <a:lnTo>
                    <a:pt x="25385" y="2246"/>
                  </a:lnTo>
                  <a:lnTo>
                    <a:pt x="30238" y="1108"/>
                  </a:lnTo>
                  <a:lnTo>
                    <a:pt x="30925" y="2772"/>
                  </a:lnTo>
                  <a:lnTo>
                    <a:pt x="33407" y="7578"/>
                  </a:lnTo>
                  <a:lnTo>
                    <a:pt x="34236" y="12171"/>
                  </a:lnTo>
                  <a:lnTo>
                    <a:pt x="32870" y="19780"/>
                  </a:lnTo>
                  <a:lnTo>
                    <a:pt x="33812" y="25214"/>
                  </a:lnTo>
                  <a:lnTo>
                    <a:pt x="33324" y="28304"/>
                  </a:lnTo>
                  <a:lnTo>
                    <a:pt x="30066" y="26898"/>
                  </a:lnTo>
                  <a:lnTo>
                    <a:pt x="29736" y="28397"/>
                  </a:lnTo>
                  <a:lnTo>
                    <a:pt x="30403" y="30109"/>
                  </a:lnTo>
                  <a:lnTo>
                    <a:pt x="28045" y="35652"/>
                  </a:lnTo>
                  <a:lnTo>
                    <a:pt x="26416" y="34920"/>
                  </a:lnTo>
                  <a:lnTo>
                    <a:pt x="19484" y="28190"/>
                  </a:lnTo>
                  <a:lnTo>
                    <a:pt x="15524" y="21599"/>
                  </a:lnTo>
                  <a:lnTo>
                    <a:pt x="10473" y="21259"/>
                  </a:lnTo>
                  <a:lnTo>
                    <a:pt x="6073" y="15678"/>
                  </a:lnTo>
                  <a:lnTo>
                    <a:pt x="0" y="13492"/>
                  </a:lnTo>
                  <a:lnTo>
                    <a:pt x="220" y="11171"/>
                  </a:lnTo>
                  <a:lnTo>
                    <a:pt x="3385" y="5713"/>
                  </a:lnTo>
                  <a:lnTo>
                    <a:pt x="11078" y="6863"/>
                  </a:lnTo>
                  <a:lnTo>
                    <a:pt x="12905" y="7912"/>
                  </a:lnTo>
                  <a:lnTo>
                    <a:pt x="15165" y="10683"/>
                  </a:lnTo>
                  <a:lnTo>
                    <a:pt x="16469" y="9929"/>
                  </a:lnTo>
                  <a:lnTo>
                    <a:pt x="19814" y="5011"/>
                  </a:lnTo>
                  <a:lnTo>
                    <a:pt x="20976" y="72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h2187"/>
            <p:cNvSpPr/>
            <p:nvPr/>
          </p:nvSpPr>
          <p:spPr>
            <a:xfrm>
              <a:off x="2316367" y="2436430"/>
              <a:ext cx="36837" cy="73050"/>
            </a:xfrm>
            <a:custGeom>
              <a:avLst/>
              <a:pathLst>
                <a:path w="36837" h="73050">
                  <a:moveTo>
                    <a:pt x="27590" y="1366"/>
                  </a:moveTo>
                  <a:lnTo>
                    <a:pt x="31006" y="3568"/>
                  </a:lnTo>
                  <a:lnTo>
                    <a:pt x="31072" y="10986"/>
                  </a:lnTo>
                  <a:lnTo>
                    <a:pt x="34568" y="16066"/>
                  </a:lnTo>
                  <a:lnTo>
                    <a:pt x="36661" y="15655"/>
                  </a:lnTo>
                  <a:lnTo>
                    <a:pt x="36837" y="17936"/>
                  </a:lnTo>
                  <a:lnTo>
                    <a:pt x="33426" y="23146"/>
                  </a:lnTo>
                  <a:lnTo>
                    <a:pt x="32227" y="26579"/>
                  </a:lnTo>
                  <a:lnTo>
                    <a:pt x="31946" y="30913"/>
                  </a:lnTo>
                  <a:lnTo>
                    <a:pt x="34369" y="31105"/>
                  </a:lnTo>
                  <a:lnTo>
                    <a:pt x="35551" y="35089"/>
                  </a:lnTo>
                  <a:lnTo>
                    <a:pt x="35575" y="37656"/>
                  </a:lnTo>
                  <a:lnTo>
                    <a:pt x="31719" y="35695"/>
                  </a:lnTo>
                  <a:lnTo>
                    <a:pt x="29325" y="48484"/>
                  </a:lnTo>
                  <a:lnTo>
                    <a:pt x="35990" y="54908"/>
                  </a:lnTo>
                  <a:lnTo>
                    <a:pt x="33271" y="73050"/>
                  </a:lnTo>
                  <a:lnTo>
                    <a:pt x="33094" y="71930"/>
                  </a:lnTo>
                  <a:lnTo>
                    <a:pt x="19607" y="71000"/>
                  </a:lnTo>
                  <a:lnTo>
                    <a:pt x="19172" y="69499"/>
                  </a:lnTo>
                  <a:lnTo>
                    <a:pt x="11744" y="68262"/>
                  </a:lnTo>
                  <a:lnTo>
                    <a:pt x="11438" y="67262"/>
                  </a:lnTo>
                  <a:lnTo>
                    <a:pt x="16555" y="66993"/>
                  </a:lnTo>
                  <a:lnTo>
                    <a:pt x="13999" y="64042"/>
                  </a:lnTo>
                  <a:lnTo>
                    <a:pt x="10904" y="64783"/>
                  </a:lnTo>
                  <a:lnTo>
                    <a:pt x="7860" y="56730"/>
                  </a:lnTo>
                  <a:lnTo>
                    <a:pt x="11460" y="58095"/>
                  </a:lnTo>
                  <a:lnTo>
                    <a:pt x="16122" y="54166"/>
                  </a:lnTo>
                  <a:lnTo>
                    <a:pt x="13355" y="54136"/>
                  </a:lnTo>
                  <a:lnTo>
                    <a:pt x="15036" y="45203"/>
                  </a:lnTo>
                  <a:lnTo>
                    <a:pt x="13089" y="43825"/>
                  </a:lnTo>
                  <a:lnTo>
                    <a:pt x="10757" y="43423"/>
                  </a:lnTo>
                  <a:lnTo>
                    <a:pt x="9436" y="37078"/>
                  </a:lnTo>
                  <a:lnTo>
                    <a:pt x="5646" y="35928"/>
                  </a:lnTo>
                  <a:lnTo>
                    <a:pt x="1198" y="32346"/>
                  </a:lnTo>
                  <a:lnTo>
                    <a:pt x="0" y="29237"/>
                  </a:lnTo>
                  <a:lnTo>
                    <a:pt x="51" y="25952"/>
                  </a:lnTo>
                  <a:lnTo>
                    <a:pt x="3309" y="26816"/>
                  </a:lnTo>
                  <a:lnTo>
                    <a:pt x="2732" y="23934"/>
                  </a:lnTo>
                  <a:lnTo>
                    <a:pt x="7769" y="24654"/>
                  </a:lnTo>
                  <a:lnTo>
                    <a:pt x="9397" y="19560"/>
                  </a:lnTo>
                  <a:lnTo>
                    <a:pt x="12549" y="17648"/>
                  </a:lnTo>
                  <a:lnTo>
                    <a:pt x="12269" y="14284"/>
                  </a:lnTo>
                  <a:lnTo>
                    <a:pt x="8479" y="13608"/>
                  </a:lnTo>
                  <a:lnTo>
                    <a:pt x="8798" y="10549"/>
                  </a:lnTo>
                  <a:lnTo>
                    <a:pt x="19876" y="11297"/>
                  </a:lnTo>
                  <a:lnTo>
                    <a:pt x="20687" y="9225"/>
                  </a:lnTo>
                  <a:lnTo>
                    <a:pt x="20522" y="8632"/>
                  </a:lnTo>
                  <a:lnTo>
                    <a:pt x="19175" y="8387"/>
                  </a:lnTo>
                  <a:lnTo>
                    <a:pt x="18418" y="5355"/>
                  </a:lnTo>
                  <a:lnTo>
                    <a:pt x="23742" y="5643"/>
                  </a:lnTo>
                  <a:lnTo>
                    <a:pt x="29312" y="4051"/>
                  </a:lnTo>
                  <a:lnTo>
                    <a:pt x="24364" y="2655"/>
                  </a:lnTo>
                  <a:lnTo>
                    <a:pt x="24886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h2188"/>
            <p:cNvSpPr/>
            <p:nvPr/>
          </p:nvSpPr>
          <p:spPr>
            <a:xfrm>
              <a:off x="2268479" y="2357861"/>
              <a:ext cx="68826" cy="84416"/>
            </a:xfrm>
            <a:custGeom>
              <a:avLst/>
              <a:pathLst>
                <a:path w="68826" h="84416">
                  <a:moveTo>
                    <a:pt x="66610" y="10617"/>
                  </a:moveTo>
                  <a:lnTo>
                    <a:pt x="67063" y="16856"/>
                  </a:lnTo>
                  <a:lnTo>
                    <a:pt x="63593" y="31492"/>
                  </a:lnTo>
                  <a:lnTo>
                    <a:pt x="68826" y="31685"/>
                  </a:lnTo>
                  <a:lnTo>
                    <a:pt x="67961" y="37130"/>
                  </a:lnTo>
                  <a:lnTo>
                    <a:pt x="65797" y="37657"/>
                  </a:lnTo>
                  <a:lnTo>
                    <a:pt x="63312" y="36586"/>
                  </a:lnTo>
                  <a:lnTo>
                    <a:pt x="58718" y="37892"/>
                  </a:lnTo>
                  <a:lnTo>
                    <a:pt x="56971" y="50458"/>
                  </a:lnTo>
                  <a:lnTo>
                    <a:pt x="51808" y="49817"/>
                  </a:lnTo>
                  <a:lnTo>
                    <a:pt x="50567" y="54094"/>
                  </a:lnTo>
                  <a:lnTo>
                    <a:pt x="46713" y="53364"/>
                  </a:lnTo>
                  <a:lnTo>
                    <a:pt x="42476" y="54748"/>
                  </a:lnTo>
                  <a:lnTo>
                    <a:pt x="43282" y="61340"/>
                  </a:lnTo>
                  <a:lnTo>
                    <a:pt x="45234" y="67244"/>
                  </a:lnTo>
                  <a:lnTo>
                    <a:pt x="41965" y="84416"/>
                  </a:lnTo>
                  <a:lnTo>
                    <a:pt x="41291" y="83170"/>
                  </a:lnTo>
                  <a:lnTo>
                    <a:pt x="40243" y="82922"/>
                  </a:lnTo>
                  <a:lnTo>
                    <a:pt x="34629" y="83258"/>
                  </a:lnTo>
                  <a:lnTo>
                    <a:pt x="34697" y="80381"/>
                  </a:lnTo>
                  <a:lnTo>
                    <a:pt x="28165" y="79243"/>
                  </a:lnTo>
                  <a:lnTo>
                    <a:pt x="25569" y="80906"/>
                  </a:lnTo>
                  <a:lnTo>
                    <a:pt x="8636" y="83359"/>
                  </a:lnTo>
                  <a:lnTo>
                    <a:pt x="3702" y="77557"/>
                  </a:lnTo>
                  <a:lnTo>
                    <a:pt x="2798" y="68501"/>
                  </a:lnTo>
                  <a:lnTo>
                    <a:pt x="846" y="48503"/>
                  </a:lnTo>
                  <a:lnTo>
                    <a:pt x="0" y="39845"/>
                  </a:lnTo>
                  <a:lnTo>
                    <a:pt x="4743" y="39295"/>
                  </a:lnTo>
                  <a:lnTo>
                    <a:pt x="16472" y="34124"/>
                  </a:lnTo>
                  <a:lnTo>
                    <a:pt x="22069" y="12233"/>
                  </a:lnTo>
                  <a:lnTo>
                    <a:pt x="24796" y="7256"/>
                  </a:lnTo>
                  <a:lnTo>
                    <a:pt x="24744" y="9007"/>
                  </a:lnTo>
                  <a:lnTo>
                    <a:pt x="22381" y="12909"/>
                  </a:lnTo>
                  <a:lnTo>
                    <a:pt x="22770" y="18766"/>
                  </a:lnTo>
                  <a:lnTo>
                    <a:pt x="29505" y="25214"/>
                  </a:lnTo>
                  <a:lnTo>
                    <a:pt x="39788" y="17723"/>
                  </a:lnTo>
                  <a:lnTo>
                    <a:pt x="51437" y="3726"/>
                  </a:lnTo>
                  <a:lnTo>
                    <a:pt x="5479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h2189"/>
            <p:cNvSpPr/>
            <p:nvPr/>
          </p:nvSpPr>
          <p:spPr>
            <a:xfrm>
              <a:off x="2247040" y="2526898"/>
              <a:ext cx="71052" cy="34947"/>
            </a:xfrm>
            <a:custGeom>
              <a:avLst/>
              <a:pathLst>
                <a:path w="71052" h="34947">
                  <a:moveTo>
                    <a:pt x="15000" y="1213"/>
                  </a:moveTo>
                  <a:lnTo>
                    <a:pt x="25803" y="5431"/>
                  </a:lnTo>
                  <a:lnTo>
                    <a:pt x="30227" y="5689"/>
                  </a:lnTo>
                  <a:lnTo>
                    <a:pt x="35734" y="4953"/>
                  </a:lnTo>
                  <a:lnTo>
                    <a:pt x="39645" y="5828"/>
                  </a:lnTo>
                  <a:lnTo>
                    <a:pt x="47779" y="5296"/>
                  </a:lnTo>
                  <a:lnTo>
                    <a:pt x="47455" y="8693"/>
                  </a:lnTo>
                  <a:lnTo>
                    <a:pt x="53144" y="9726"/>
                  </a:lnTo>
                  <a:lnTo>
                    <a:pt x="53663" y="6423"/>
                  </a:lnTo>
                  <a:lnTo>
                    <a:pt x="51382" y="6459"/>
                  </a:lnTo>
                  <a:lnTo>
                    <a:pt x="51542" y="2870"/>
                  </a:lnTo>
                  <a:lnTo>
                    <a:pt x="58762" y="4674"/>
                  </a:lnTo>
                  <a:lnTo>
                    <a:pt x="58698" y="5794"/>
                  </a:lnTo>
                  <a:lnTo>
                    <a:pt x="63511" y="7091"/>
                  </a:lnTo>
                  <a:lnTo>
                    <a:pt x="62669" y="12684"/>
                  </a:lnTo>
                  <a:lnTo>
                    <a:pt x="61990" y="17225"/>
                  </a:lnTo>
                  <a:lnTo>
                    <a:pt x="71052" y="17767"/>
                  </a:lnTo>
                  <a:lnTo>
                    <a:pt x="68341" y="26845"/>
                  </a:lnTo>
                  <a:lnTo>
                    <a:pt x="63467" y="26486"/>
                  </a:lnTo>
                  <a:lnTo>
                    <a:pt x="63627" y="29864"/>
                  </a:lnTo>
                  <a:lnTo>
                    <a:pt x="64282" y="30698"/>
                  </a:lnTo>
                  <a:lnTo>
                    <a:pt x="63492" y="33484"/>
                  </a:lnTo>
                  <a:lnTo>
                    <a:pt x="52259" y="30353"/>
                  </a:lnTo>
                  <a:lnTo>
                    <a:pt x="39400" y="29670"/>
                  </a:lnTo>
                  <a:lnTo>
                    <a:pt x="41887" y="27548"/>
                  </a:lnTo>
                  <a:lnTo>
                    <a:pt x="43024" y="27329"/>
                  </a:lnTo>
                  <a:lnTo>
                    <a:pt x="42889" y="25779"/>
                  </a:lnTo>
                  <a:lnTo>
                    <a:pt x="37259" y="25309"/>
                  </a:lnTo>
                  <a:lnTo>
                    <a:pt x="37498" y="30862"/>
                  </a:lnTo>
                  <a:lnTo>
                    <a:pt x="33422" y="29909"/>
                  </a:lnTo>
                  <a:lnTo>
                    <a:pt x="30752" y="30220"/>
                  </a:lnTo>
                  <a:lnTo>
                    <a:pt x="30008" y="33872"/>
                  </a:lnTo>
                  <a:lnTo>
                    <a:pt x="27218" y="33955"/>
                  </a:lnTo>
                  <a:lnTo>
                    <a:pt x="27137" y="29066"/>
                  </a:lnTo>
                  <a:lnTo>
                    <a:pt x="24278" y="29112"/>
                  </a:lnTo>
                  <a:lnTo>
                    <a:pt x="23774" y="31739"/>
                  </a:lnTo>
                  <a:lnTo>
                    <a:pt x="24926" y="32049"/>
                  </a:lnTo>
                  <a:lnTo>
                    <a:pt x="24385" y="34947"/>
                  </a:lnTo>
                  <a:lnTo>
                    <a:pt x="18318" y="34203"/>
                  </a:lnTo>
                  <a:lnTo>
                    <a:pt x="19344" y="30278"/>
                  </a:lnTo>
                  <a:lnTo>
                    <a:pt x="17790" y="25668"/>
                  </a:lnTo>
                  <a:lnTo>
                    <a:pt x="12063" y="22983"/>
                  </a:lnTo>
                  <a:lnTo>
                    <a:pt x="5877" y="22735"/>
                  </a:lnTo>
                  <a:lnTo>
                    <a:pt x="4718" y="20887"/>
                  </a:lnTo>
                  <a:lnTo>
                    <a:pt x="0" y="15275"/>
                  </a:lnTo>
                  <a:lnTo>
                    <a:pt x="2092" y="13868"/>
                  </a:lnTo>
                  <a:lnTo>
                    <a:pt x="9142" y="5263"/>
                  </a:lnTo>
                  <a:lnTo>
                    <a:pt x="8803" y="815"/>
                  </a:lnTo>
                  <a:lnTo>
                    <a:pt x="991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h2190"/>
            <p:cNvSpPr/>
            <p:nvPr/>
          </p:nvSpPr>
          <p:spPr>
            <a:xfrm>
              <a:off x="2154431" y="2516975"/>
              <a:ext cx="89622" cy="60384"/>
            </a:xfrm>
            <a:custGeom>
              <a:avLst/>
              <a:pathLst>
                <a:path w="89622" h="60384">
                  <a:moveTo>
                    <a:pt x="16345" y="1279"/>
                  </a:moveTo>
                  <a:lnTo>
                    <a:pt x="23391" y="1179"/>
                  </a:lnTo>
                  <a:lnTo>
                    <a:pt x="28021" y="3219"/>
                  </a:lnTo>
                  <a:lnTo>
                    <a:pt x="33514" y="4521"/>
                  </a:lnTo>
                  <a:lnTo>
                    <a:pt x="34110" y="1986"/>
                  </a:lnTo>
                  <a:lnTo>
                    <a:pt x="42875" y="5931"/>
                  </a:lnTo>
                  <a:lnTo>
                    <a:pt x="44121" y="14470"/>
                  </a:lnTo>
                  <a:lnTo>
                    <a:pt x="47238" y="15574"/>
                  </a:lnTo>
                  <a:lnTo>
                    <a:pt x="49475" y="11209"/>
                  </a:lnTo>
                  <a:lnTo>
                    <a:pt x="52537" y="8750"/>
                  </a:lnTo>
                  <a:lnTo>
                    <a:pt x="58577" y="9326"/>
                  </a:lnTo>
                  <a:lnTo>
                    <a:pt x="70270" y="12866"/>
                  </a:lnTo>
                  <a:lnTo>
                    <a:pt x="69788" y="14648"/>
                  </a:lnTo>
                  <a:lnTo>
                    <a:pt x="73297" y="21861"/>
                  </a:lnTo>
                  <a:lnTo>
                    <a:pt x="80334" y="21964"/>
                  </a:lnTo>
                  <a:lnTo>
                    <a:pt x="76462" y="34830"/>
                  </a:lnTo>
                  <a:lnTo>
                    <a:pt x="88254" y="32617"/>
                  </a:lnTo>
                  <a:lnTo>
                    <a:pt x="89622" y="39237"/>
                  </a:lnTo>
                  <a:lnTo>
                    <a:pt x="88516" y="40745"/>
                  </a:lnTo>
                  <a:lnTo>
                    <a:pt x="81865" y="39529"/>
                  </a:lnTo>
                  <a:lnTo>
                    <a:pt x="76422" y="37438"/>
                  </a:lnTo>
                  <a:lnTo>
                    <a:pt x="73591" y="40902"/>
                  </a:lnTo>
                  <a:lnTo>
                    <a:pt x="67976" y="38274"/>
                  </a:lnTo>
                  <a:lnTo>
                    <a:pt x="65917" y="40041"/>
                  </a:lnTo>
                  <a:lnTo>
                    <a:pt x="59541" y="38757"/>
                  </a:lnTo>
                  <a:lnTo>
                    <a:pt x="59691" y="36914"/>
                  </a:lnTo>
                  <a:lnTo>
                    <a:pt x="55357" y="36804"/>
                  </a:lnTo>
                  <a:lnTo>
                    <a:pt x="53221" y="38328"/>
                  </a:lnTo>
                  <a:lnTo>
                    <a:pt x="50128" y="43318"/>
                  </a:lnTo>
                  <a:lnTo>
                    <a:pt x="49553" y="48383"/>
                  </a:lnTo>
                  <a:lnTo>
                    <a:pt x="43720" y="52160"/>
                  </a:lnTo>
                  <a:lnTo>
                    <a:pt x="39968" y="53045"/>
                  </a:lnTo>
                  <a:lnTo>
                    <a:pt x="37300" y="59575"/>
                  </a:lnTo>
                  <a:lnTo>
                    <a:pt x="35343" y="58775"/>
                  </a:lnTo>
                  <a:lnTo>
                    <a:pt x="34558" y="60384"/>
                  </a:lnTo>
                  <a:lnTo>
                    <a:pt x="34321" y="60195"/>
                  </a:lnTo>
                  <a:lnTo>
                    <a:pt x="14840" y="44624"/>
                  </a:lnTo>
                  <a:lnTo>
                    <a:pt x="7442" y="34874"/>
                  </a:lnTo>
                  <a:lnTo>
                    <a:pt x="6911" y="32765"/>
                  </a:lnTo>
                  <a:lnTo>
                    <a:pt x="2914" y="15844"/>
                  </a:lnTo>
                  <a:lnTo>
                    <a:pt x="0" y="13345"/>
                  </a:lnTo>
                  <a:lnTo>
                    <a:pt x="1141" y="9836"/>
                  </a:lnTo>
                  <a:lnTo>
                    <a:pt x="5064" y="3201"/>
                  </a:lnTo>
                  <a:lnTo>
                    <a:pt x="6686" y="5644"/>
                  </a:lnTo>
                  <a:lnTo>
                    <a:pt x="9658" y="4247"/>
                  </a:lnTo>
                  <a:lnTo>
                    <a:pt x="106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h2191"/>
            <p:cNvSpPr/>
            <p:nvPr/>
          </p:nvSpPr>
          <p:spPr>
            <a:xfrm>
              <a:off x="1427301" y="2084145"/>
              <a:ext cx="83231" cy="99074"/>
            </a:xfrm>
            <a:custGeom>
              <a:avLst/>
              <a:pathLst>
                <a:path w="83231" h="99074">
                  <a:moveTo>
                    <a:pt x="47497" y="1457"/>
                  </a:moveTo>
                  <a:lnTo>
                    <a:pt x="47643" y="2381"/>
                  </a:lnTo>
                  <a:lnTo>
                    <a:pt x="46251" y="3121"/>
                  </a:lnTo>
                  <a:lnTo>
                    <a:pt x="45710" y="5818"/>
                  </a:lnTo>
                  <a:lnTo>
                    <a:pt x="49946" y="11584"/>
                  </a:lnTo>
                  <a:lnTo>
                    <a:pt x="51172" y="12119"/>
                  </a:lnTo>
                  <a:lnTo>
                    <a:pt x="56777" y="10282"/>
                  </a:lnTo>
                  <a:lnTo>
                    <a:pt x="57716" y="9480"/>
                  </a:lnTo>
                  <a:lnTo>
                    <a:pt x="58013" y="7516"/>
                  </a:lnTo>
                  <a:lnTo>
                    <a:pt x="63567" y="7515"/>
                  </a:lnTo>
                  <a:lnTo>
                    <a:pt x="65847" y="5986"/>
                  </a:lnTo>
                  <a:lnTo>
                    <a:pt x="67221" y="2718"/>
                  </a:lnTo>
                  <a:lnTo>
                    <a:pt x="70633" y="2982"/>
                  </a:lnTo>
                  <a:lnTo>
                    <a:pt x="72172" y="6129"/>
                  </a:lnTo>
                  <a:lnTo>
                    <a:pt x="63501" y="15294"/>
                  </a:lnTo>
                  <a:lnTo>
                    <a:pt x="67805" y="15984"/>
                  </a:lnTo>
                  <a:lnTo>
                    <a:pt x="70970" y="22066"/>
                  </a:lnTo>
                  <a:lnTo>
                    <a:pt x="72864" y="23092"/>
                  </a:lnTo>
                  <a:lnTo>
                    <a:pt x="78805" y="21655"/>
                  </a:lnTo>
                  <a:lnTo>
                    <a:pt x="81007" y="26248"/>
                  </a:lnTo>
                  <a:lnTo>
                    <a:pt x="79540" y="27567"/>
                  </a:lnTo>
                  <a:lnTo>
                    <a:pt x="80180" y="35572"/>
                  </a:lnTo>
                  <a:lnTo>
                    <a:pt x="83231" y="36580"/>
                  </a:lnTo>
                  <a:lnTo>
                    <a:pt x="81784" y="39321"/>
                  </a:lnTo>
                  <a:lnTo>
                    <a:pt x="82253" y="50635"/>
                  </a:lnTo>
                  <a:lnTo>
                    <a:pt x="73563" y="55648"/>
                  </a:lnTo>
                  <a:lnTo>
                    <a:pt x="67408" y="63916"/>
                  </a:lnTo>
                  <a:lnTo>
                    <a:pt x="64052" y="63638"/>
                  </a:lnTo>
                  <a:lnTo>
                    <a:pt x="61396" y="60652"/>
                  </a:lnTo>
                  <a:lnTo>
                    <a:pt x="59244" y="62184"/>
                  </a:lnTo>
                  <a:lnTo>
                    <a:pt x="57749" y="65305"/>
                  </a:lnTo>
                  <a:lnTo>
                    <a:pt x="55683" y="67227"/>
                  </a:lnTo>
                  <a:lnTo>
                    <a:pt x="45148" y="65865"/>
                  </a:lnTo>
                  <a:lnTo>
                    <a:pt x="44826" y="66554"/>
                  </a:lnTo>
                  <a:lnTo>
                    <a:pt x="46590" y="68502"/>
                  </a:lnTo>
                  <a:lnTo>
                    <a:pt x="42674" y="75949"/>
                  </a:lnTo>
                  <a:lnTo>
                    <a:pt x="40829" y="81211"/>
                  </a:lnTo>
                  <a:lnTo>
                    <a:pt x="44469" y="81447"/>
                  </a:lnTo>
                  <a:lnTo>
                    <a:pt x="44088" y="87175"/>
                  </a:lnTo>
                  <a:lnTo>
                    <a:pt x="39512" y="88065"/>
                  </a:lnTo>
                  <a:lnTo>
                    <a:pt x="38611" y="90785"/>
                  </a:lnTo>
                  <a:lnTo>
                    <a:pt x="32885" y="84017"/>
                  </a:lnTo>
                  <a:lnTo>
                    <a:pt x="31839" y="85034"/>
                  </a:lnTo>
                  <a:lnTo>
                    <a:pt x="31100" y="89230"/>
                  </a:lnTo>
                  <a:lnTo>
                    <a:pt x="29253" y="91440"/>
                  </a:lnTo>
                  <a:lnTo>
                    <a:pt x="17928" y="96423"/>
                  </a:lnTo>
                  <a:lnTo>
                    <a:pt x="17222" y="99074"/>
                  </a:lnTo>
                  <a:lnTo>
                    <a:pt x="16436" y="98601"/>
                  </a:lnTo>
                  <a:lnTo>
                    <a:pt x="17788" y="96257"/>
                  </a:lnTo>
                  <a:lnTo>
                    <a:pt x="13685" y="90992"/>
                  </a:lnTo>
                  <a:lnTo>
                    <a:pt x="11641" y="89560"/>
                  </a:lnTo>
                  <a:lnTo>
                    <a:pt x="8833" y="91488"/>
                  </a:lnTo>
                  <a:lnTo>
                    <a:pt x="6402" y="94565"/>
                  </a:lnTo>
                  <a:lnTo>
                    <a:pt x="4942" y="91689"/>
                  </a:lnTo>
                  <a:lnTo>
                    <a:pt x="4579" y="86104"/>
                  </a:lnTo>
                  <a:lnTo>
                    <a:pt x="1791" y="82930"/>
                  </a:lnTo>
                  <a:lnTo>
                    <a:pt x="3537" y="80060"/>
                  </a:lnTo>
                  <a:lnTo>
                    <a:pt x="4464" y="76049"/>
                  </a:lnTo>
                  <a:lnTo>
                    <a:pt x="1412" y="72318"/>
                  </a:lnTo>
                  <a:lnTo>
                    <a:pt x="8170" y="65598"/>
                  </a:lnTo>
                  <a:lnTo>
                    <a:pt x="4894" y="61690"/>
                  </a:lnTo>
                  <a:lnTo>
                    <a:pt x="2161" y="60267"/>
                  </a:lnTo>
                  <a:lnTo>
                    <a:pt x="5240" y="50278"/>
                  </a:lnTo>
                  <a:lnTo>
                    <a:pt x="0" y="46892"/>
                  </a:lnTo>
                  <a:lnTo>
                    <a:pt x="1868" y="43687"/>
                  </a:lnTo>
                  <a:lnTo>
                    <a:pt x="5567" y="41709"/>
                  </a:lnTo>
                  <a:lnTo>
                    <a:pt x="8732" y="42696"/>
                  </a:lnTo>
                  <a:lnTo>
                    <a:pt x="12632" y="40985"/>
                  </a:lnTo>
                  <a:lnTo>
                    <a:pt x="12654" y="32064"/>
                  </a:lnTo>
                  <a:lnTo>
                    <a:pt x="10779" y="30161"/>
                  </a:lnTo>
                  <a:lnTo>
                    <a:pt x="12194" y="30471"/>
                  </a:lnTo>
                  <a:lnTo>
                    <a:pt x="15273" y="27472"/>
                  </a:lnTo>
                  <a:lnTo>
                    <a:pt x="18190" y="28844"/>
                  </a:lnTo>
                  <a:lnTo>
                    <a:pt x="20596" y="25799"/>
                  </a:lnTo>
                  <a:lnTo>
                    <a:pt x="18992" y="23957"/>
                  </a:lnTo>
                  <a:lnTo>
                    <a:pt x="23239" y="21186"/>
                  </a:lnTo>
                  <a:lnTo>
                    <a:pt x="22282" y="19389"/>
                  </a:lnTo>
                  <a:lnTo>
                    <a:pt x="21253" y="20138"/>
                  </a:lnTo>
                  <a:lnTo>
                    <a:pt x="15047" y="19956"/>
                  </a:lnTo>
                  <a:lnTo>
                    <a:pt x="17604" y="18881"/>
                  </a:lnTo>
                  <a:lnTo>
                    <a:pt x="19899" y="11662"/>
                  </a:lnTo>
                  <a:lnTo>
                    <a:pt x="34992" y="7312"/>
                  </a:lnTo>
                  <a:lnTo>
                    <a:pt x="37511" y="7423"/>
                  </a:lnTo>
                  <a:lnTo>
                    <a:pt x="37490" y="8205"/>
                  </a:lnTo>
                  <a:lnTo>
                    <a:pt x="40887" y="8369"/>
                  </a:lnTo>
                  <a:lnTo>
                    <a:pt x="41180" y="1721"/>
                  </a:lnTo>
                  <a:lnTo>
                    <a:pt x="4290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h2192"/>
            <p:cNvSpPr/>
            <p:nvPr/>
          </p:nvSpPr>
          <p:spPr>
            <a:xfrm>
              <a:off x="1619491" y="2374059"/>
              <a:ext cx="61414" cy="60681"/>
            </a:xfrm>
            <a:custGeom>
              <a:avLst/>
              <a:pathLst>
                <a:path w="61414" h="60681">
                  <a:moveTo>
                    <a:pt x="42804" y="681"/>
                  </a:moveTo>
                  <a:lnTo>
                    <a:pt x="46689" y="7633"/>
                  </a:lnTo>
                  <a:lnTo>
                    <a:pt x="48352" y="8072"/>
                  </a:lnTo>
                  <a:lnTo>
                    <a:pt x="50346" y="6733"/>
                  </a:lnTo>
                  <a:lnTo>
                    <a:pt x="61414" y="9082"/>
                  </a:lnTo>
                  <a:lnTo>
                    <a:pt x="61386" y="10417"/>
                  </a:lnTo>
                  <a:lnTo>
                    <a:pt x="58060" y="15181"/>
                  </a:lnTo>
                  <a:lnTo>
                    <a:pt x="56057" y="17353"/>
                  </a:lnTo>
                  <a:lnTo>
                    <a:pt x="53148" y="18978"/>
                  </a:lnTo>
                  <a:lnTo>
                    <a:pt x="52830" y="22481"/>
                  </a:lnTo>
                  <a:lnTo>
                    <a:pt x="53420" y="23812"/>
                  </a:lnTo>
                  <a:lnTo>
                    <a:pt x="55145" y="24840"/>
                  </a:lnTo>
                  <a:lnTo>
                    <a:pt x="55633" y="26357"/>
                  </a:lnTo>
                  <a:lnTo>
                    <a:pt x="55445" y="28908"/>
                  </a:lnTo>
                  <a:lnTo>
                    <a:pt x="54073" y="30365"/>
                  </a:lnTo>
                  <a:lnTo>
                    <a:pt x="51530" y="36211"/>
                  </a:lnTo>
                  <a:lnTo>
                    <a:pt x="51166" y="40539"/>
                  </a:lnTo>
                  <a:lnTo>
                    <a:pt x="53222" y="44123"/>
                  </a:lnTo>
                  <a:lnTo>
                    <a:pt x="51484" y="47156"/>
                  </a:lnTo>
                  <a:lnTo>
                    <a:pt x="45853" y="51761"/>
                  </a:lnTo>
                  <a:lnTo>
                    <a:pt x="45119" y="59353"/>
                  </a:lnTo>
                  <a:lnTo>
                    <a:pt x="31735" y="60681"/>
                  </a:lnTo>
                  <a:lnTo>
                    <a:pt x="29643" y="57957"/>
                  </a:lnTo>
                  <a:lnTo>
                    <a:pt x="28577" y="52562"/>
                  </a:lnTo>
                  <a:lnTo>
                    <a:pt x="16111" y="38916"/>
                  </a:lnTo>
                  <a:lnTo>
                    <a:pt x="5055" y="28467"/>
                  </a:lnTo>
                  <a:lnTo>
                    <a:pt x="6385" y="27732"/>
                  </a:lnTo>
                  <a:lnTo>
                    <a:pt x="5790" y="25636"/>
                  </a:lnTo>
                  <a:lnTo>
                    <a:pt x="0" y="20964"/>
                  </a:lnTo>
                  <a:lnTo>
                    <a:pt x="15" y="20362"/>
                  </a:lnTo>
                  <a:lnTo>
                    <a:pt x="3452" y="21761"/>
                  </a:lnTo>
                  <a:lnTo>
                    <a:pt x="10775" y="28231"/>
                  </a:lnTo>
                  <a:lnTo>
                    <a:pt x="11541" y="28414"/>
                  </a:lnTo>
                  <a:lnTo>
                    <a:pt x="11200" y="26695"/>
                  </a:lnTo>
                  <a:lnTo>
                    <a:pt x="16087" y="25294"/>
                  </a:lnTo>
                  <a:lnTo>
                    <a:pt x="12573" y="19331"/>
                  </a:lnTo>
                  <a:lnTo>
                    <a:pt x="13245" y="14339"/>
                  </a:lnTo>
                  <a:lnTo>
                    <a:pt x="18240" y="13951"/>
                  </a:lnTo>
                  <a:lnTo>
                    <a:pt x="24487" y="15006"/>
                  </a:lnTo>
                  <a:lnTo>
                    <a:pt x="26422" y="9884"/>
                  </a:lnTo>
                  <a:lnTo>
                    <a:pt x="25676" y="7061"/>
                  </a:lnTo>
                  <a:lnTo>
                    <a:pt x="28170" y="866"/>
                  </a:lnTo>
                  <a:lnTo>
                    <a:pt x="31103" y="384"/>
                  </a:lnTo>
                  <a:lnTo>
                    <a:pt x="35394" y="2006"/>
                  </a:lnTo>
                  <a:lnTo>
                    <a:pt x="4121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h2193"/>
            <p:cNvSpPr/>
            <p:nvPr/>
          </p:nvSpPr>
          <p:spPr>
            <a:xfrm>
              <a:off x="1651227" y="2365457"/>
              <a:ext cx="110210" cy="105908"/>
            </a:xfrm>
            <a:custGeom>
              <a:avLst/>
              <a:pathLst>
                <a:path w="110210" h="105908">
                  <a:moveTo>
                    <a:pt x="75000" y="2969"/>
                  </a:moveTo>
                  <a:lnTo>
                    <a:pt x="77597" y="5202"/>
                  </a:lnTo>
                  <a:lnTo>
                    <a:pt x="79513" y="4648"/>
                  </a:lnTo>
                  <a:lnTo>
                    <a:pt x="87637" y="12896"/>
                  </a:lnTo>
                  <a:lnTo>
                    <a:pt x="88059" y="15503"/>
                  </a:lnTo>
                  <a:lnTo>
                    <a:pt x="95137" y="27921"/>
                  </a:lnTo>
                  <a:lnTo>
                    <a:pt x="95745" y="31789"/>
                  </a:lnTo>
                  <a:lnTo>
                    <a:pt x="94856" y="36318"/>
                  </a:lnTo>
                  <a:lnTo>
                    <a:pt x="95284" y="40229"/>
                  </a:lnTo>
                  <a:lnTo>
                    <a:pt x="102182" y="45328"/>
                  </a:lnTo>
                  <a:lnTo>
                    <a:pt x="104585" y="45939"/>
                  </a:lnTo>
                  <a:lnTo>
                    <a:pt x="104940" y="47626"/>
                  </a:lnTo>
                  <a:lnTo>
                    <a:pt x="100790" y="51723"/>
                  </a:lnTo>
                  <a:lnTo>
                    <a:pt x="105745" y="52346"/>
                  </a:lnTo>
                  <a:lnTo>
                    <a:pt x="107716" y="53720"/>
                  </a:lnTo>
                  <a:lnTo>
                    <a:pt x="110210" y="57712"/>
                  </a:lnTo>
                  <a:lnTo>
                    <a:pt x="109095" y="60605"/>
                  </a:lnTo>
                  <a:lnTo>
                    <a:pt x="99760" y="56385"/>
                  </a:lnTo>
                  <a:lnTo>
                    <a:pt x="98706" y="64424"/>
                  </a:lnTo>
                  <a:lnTo>
                    <a:pt x="99663" y="66959"/>
                  </a:lnTo>
                  <a:lnTo>
                    <a:pt x="87174" y="58106"/>
                  </a:lnTo>
                  <a:lnTo>
                    <a:pt x="76773" y="72189"/>
                  </a:lnTo>
                  <a:lnTo>
                    <a:pt x="81473" y="77285"/>
                  </a:lnTo>
                  <a:lnTo>
                    <a:pt x="75086" y="79613"/>
                  </a:lnTo>
                  <a:lnTo>
                    <a:pt x="74270" y="84846"/>
                  </a:lnTo>
                  <a:lnTo>
                    <a:pt x="71420" y="83175"/>
                  </a:lnTo>
                  <a:lnTo>
                    <a:pt x="64494" y="91045"/>
                  </a:lnTo>
                  <a:lnTo>
                    <a:pt x="62936" y="91991"/>
                  </a:lnTo>
                  <a:lnTo>
                    <a:pt x="60400" y="91792"/>
                  </a:lnTo>
                  <a:lnTo>
                    <a:pt x="55110" y="87236"/>
                  </a:lnTo>
                  <a:lnTo>
                    <a:pt x="51693" y="82448"/>
                  </a:lnTo>
                  <a:lnTo>
                    <a:pt x="48401" y="80564"/>
                  </a:lnTo>
                  <a:lnTo>
                    <a:pt x="42934" y="79671"/>
                  </a:lnTo>
                  <a:lnTo>
                    <a:pt x="36945" y="80402"/>
                  </a:lnTo>
                  <a:lnTo>
                    <a:pt x="35938" y="84041"/>
                  </a:lnTo>
                  <a:lnTo>
                    <a:pt x="36965" y="88347"/>
                  </a:lnTo>
                  <a:lnTo>
                    <a:pt x="28319" y="89029"/>
                  </a:lnTo>
                  <a:lnTo>
                    <a:pt x="25479" y="105908"/>
                  </a:lnTo>
                  <a:lnTo>
                    <a:pt x="24672" y="103665"/>
                  </a:lnTo>
                  <a:lnTo>
                    <a:pt x="18394" y="95619"/>
                  </a:lnTo>
                  <a:lnTo>
                    <a:pt x="7308" y="85460"/>
                  </a:lnTo>
                  <a:lnTo>
                    <a:pt x="6877" y="80356"/>
                  </a:lnTo>
                  <a:lnTo>
                    <a:pt x="2111" y="73979"/>
                  </a:lnTo>
                  <a:lnTo>
                    <a:pt x="1866" y="71772"/>
                  </a:lnTo>
                  <a:lnTo>
                    <a:pt x="0" y="69284"/>
                  </a:lnTo>
                  <a:lnTo>
                    <a:pt x="13384" y="67955"/>
                  </a:lnTo>
                  <a:lnTo>
                    <a:pt x="14118" y="60363"/>
                  </a:lnTo>
                  <a:lnTo>
                    <a:pt x="19749" y="55759"/>
                  </a:lnTo>
                  <a:lnTo>
                    <a:pt x="21487" y="52725"/>
                  </a:lnTo>
                  <a:lnTo>
                    <a:pt x="19431" y="49142"/>
                  </a:lnTo>
                  <a:lnTo>
                    <a:pt x="19795" y="44813"/>
                  </a:lnTo>
                  <a:lnTo>
                    <a:pt x="22338" y="38968"/>
                  </a:lnTo>
                  <a:lnTo>
                    <a:pt x="23710" y="37511"/>
                  </a:lnTo>
                  <a:lnTo>
                    <a:pt x="23898" y="34959"/>
                  </a:lnTo>
                  <a:lnTo>
                    <a:pt x="23410" y="33442"/>
                  </a:lnTo>
                  <a:lnTo>
                    <a:pt x="21685" y="32414"/>
                  </a:lnTo>
                  <a:lnTo>
                    <a:pt x="21095" y="31084"/>
                  </a:lnTo>
                  <a:lnTo>
                    <a:pt x="21413" y="27580"/>
                  </a:lnTo>
                  <a:lnTo>
                    <a:pt x="24321" y="25955"/>
                  </a:lnTo>
                  <a:lnTo>
                    <a:pt x="26325" y="23783"/>
                  </a:lnTo>
                  <a:lnTo>
                    <a:pt x="29650" y="19019"/>
                  </a:lnTo>
                  <a:lnTo>
                    <a:pt x="29679" y="17684"/>
                  </a:lnTo>
                  <a:lnTo>
                    <a:pt x="28906" y="16294"/>
                  </a:lnTo>
                  <a:lnTo>
                    <a:pt x="29879" y="15105"/>
                  </a:lnTo>
                  <a:lnTo>
                    <a:pt x="36645" y="17014"/>
                  </a:lnTo>
                  <a:lnTo>
                    <a:pt x="45322" y="15602"/>
                  </a:lnTo>
                  <a:lnTo>
                    <a:pt x="45467" y="11840"/>
                  </a:lnTo>
                  <a:lnTo>
                    <a:pt x="40596" y="9170"/>
                  </a:lnTo>
                  <a:lnTo>
                    <a:pt x="44758" y="10849"/>
                  </a:lnTo>
                  <a:lnTo>
                    <a:pt x="55968" y="8329"/>
                  </a:lnTo>
                  <a:lnTo>
                    <a:pt x="57646" y="6652"/>
                  </a:lnTo>
                  <a:lnTo>
                    <a:pt x="58454" y="3291"/>
                  </a:lnTo>
                  <a:lnTo>
                    <a:pt x="59561" y="2044"/>
                  </a:lnTo>
                  <a:lnTo>
                    <a:pt x="6697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h2194"/>
            <p:cNvSpPr/>
            <p:nvPr/>
          </p:nvSpPr>
          <p:spPr>
            <a:xfrm>
              <a:off x="1524249" y="2281141"/>
              <a:ext cx="66586" cy="74195"/>
            </a:xfrm>
            <a:custGeom>
              <a:avLst/>
              <a:pathLst>
                <a:path w="66586" h="74195">
                  <a:moveTo>
                    <a:pt x="20781" y="1335"/>
                  </a:moveTo>
                  <a:lnTo>
                    <a:pt x="26064" y="173"/>
                  </a:lnTo>
                  <a:lnTo>
                    <a:pt x="28459" y="3565"/>
                  </a:lnTo>
                  <a:lnTo>
                    <a:pt x="30207" y="9592"/>
                  </a:lnTo>
                  <a:lnTo>
                    <a:pt x="34718" y="11290"/>
                  </a:lnTo>
                  <a:lnTo>
                    <a:pt x="38248" y="14486"/>
                  </a:lnTo>
                  <a:lnTo>
                    <a:pt x="42502" y="17792"/>
                  </a:lnTo>
                  <a:lnTo>
                    <a:pt x="50223" y="22155"/>
                  </a:lnTo>
                  <a:lnTo>
                    <a:pt x="51324" y="25072"/>
                  </a:lnTo>
                  <a:lnTo>
                    <a:pt x="51307" y="27625"/>
                  </a:lnTo>
                  <a:lnTo>
                    <a:pt x="60314" y="32573"/>
                  </a:lnTo>
                  <a:lnTo>
                    <a:pt x="64459" y="35918"/>
                  </a:lnTo>
                  <a:lnTo>
                    <a:pt x="66586" y="40089"/>
                  </a:lnTo>
                  <a:lnTo>
                    <a:pt x="66538" y="41595"/>
                  </a:lnTo>
                  <a:lnTo>
                    <a:pt x="64966" y="44554"/>
                  </a:lnTo>
                  <a:lnTo>
                    <a:pt x="60908" y="44443"/>
                  </a:lnTo>
                  <a:lnTo>
                    <a:pt x="56283" y="62848"/>
                  </a:lnTo>
                  <a:lnTo>
                    <a:pt x="56353" y="69949"/>
                  </a:lnTo>
                  <a:lnTo>
                    <a:pt x="47386" y="74195"/>
                  </a:lnTo>
                  <a:lnTo>
                    <a:pt x="27980" y="60489"/>
                  </a:lnTo>
                  <a:lnTo>
                    <a:pt x="25500" y="60818"/>
                  </a:lnTo>
                  <a:lnTo>
                    <a:pt x="23415" y="57140"/>
                  </a:lnTo>
                  <a:lnTo>
                    <a:pt x="11046" y="48303"/>
                  </a:lnTo>
                  <a:lnTo>
                    <a:pt x="7013" y="44469"/>
                  </a:lnTo>
                  <a:lnTo>
                    <a:pt x="4931" y="40688"/>
                  </a:lnTo>
                  <a:lnTo>
                    <a:pt x="4971" y="35441"/>
                  </a:lnTo>
                  <a:lnTo>
                    <a:pt x="0" y="28492"/>
                  </a:lnTo>
                  <a:lnTo>
                    <a:pt x="3940" y="25950"/>
                  </a:lnTo>
                  <a:lnTo>
                    <a:pt x="7449" y="21092"/>
                  </a:lnTo>
                  <a:lnTo>
                    <a:pt x="5408" y="15836"/>
                  </a:lnTo>
                  <a:lnTo>
                    <a:pt x="5584" y="13411"/>
                  </a:lnTo>
                  <a:lnTo>
                    <a:pt x="9735" y="7213"/>
                  </a:lnTo>
                  <a:lnTo>
                    <a:pt x="11449" y="5989"/>
                  </a:lnTo>
                  <a:lnTo>
                    <a:pt x="16744" y="6205"/>
                  </a:lnTo>
                  <a:lnTo>
                    <a:pt x="17681" y="7320"/>
                  </a:lnTo>
                  <a:lnTo>
                    <a:pt x="2016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h2195"/>
            <p:cNvSpPr/>
            <p:nvPr/>
          </p:nvSpPr>
          <p:spPr>
            <a:xfrm>
              <a:off x="1556753" y="2151253"/>
              <a:ext cx="91086" cy="127966"/>
            </a:xfrm>
            <a:custGeom>
              <a:avLst/>
              <a:pathLst>
                <a:path w="91086" h="127966">
                  <a:moveTo>
                    <a:pt x="44510" y="0"/>
                  </a:moveTo>
                  <a:lnTo>
                    <a:pt x="51841" y="4050"/>
                  </a:lnTo>
                  <a:lnTo>
                    <a:pt x="56167" y="8156"/>
                  </a:lnTo>
                  <a:lnTo>
                    <a:pt x="55852" y="11434"/>
                  </a:lnTo>
                  <a:lnTo>
                    <a:pt x="58907" y="17122"/>
                  </a:lnTo>
                  <a:lnTo>
                    <a:pt x="56442" y="26223"/>
                  </a:lnTo>
                  <a:lnTo>
                    <a:pt x="62072" y="30292"/>
                  </a:lnTo>
                  <a:lnTo>
                    <a:pt x="62129" y="31647"/>
                  </a:lnTo>
                  <a:lnTo>
                    <a:pt x="63419" y="33036"/>
                  </a:lnTo>
                  <a:lnTo>
                    <a:pt x="67051" y="35244"/>
                  </a:lnTo>
                  <a:lnTo>
                    <a:pt x="81360" y="47061"/>
                  </a:lnTo>
                  <a:lnTo>
                    <a:pt x="80521" y="49959"/>
                  </a:lnTo>
                  <a:lnTo>
                    <a:pt x="80918" y="52055"/>
                  </a:lnTo>
                  <a:lnTo>
                    <a:pt x="82702" y="54213"/>
                  </a:lnTo>
                  <a:lnTo>
                    <a:pt x="86172" y="55077"/>
                  </a:lnTo>
                  <a:lnTo>
                    <a:pt x="88465" y="52364"/>
                  </a:lnTo>
                  <a:lnTo>
                    <a:pt x="91086" y="54484"/>
                  </a:lnTo>
                  <a:lnTo>
                    <a:pt x="90790" y="57992"/>
                  </a:lnTo>
                  <a:lnTo>
                    <a:pt x="87813" y="58614"/>
                  </a:lnTo>
                  <a:lnTo>
                    <a:pt x="89946" y="62577"/>
                  </a:lnTo>
                  <a:lnTo>
                    <a:pt x="73582" y="71055"/>
                  </a:lnTo>
                  <a:lnTo>
                    <a:pt x="71813" y="70209"/>
                  </a:lnTo>
                  <a:lnTo>
                    <a:pt x="68147" y="70394"/>
                  </a:lnTo>
                  <a:lnTo>
                    <a:pt x="67374" y="75397"/>
                  </a:lnTo>
                  <a:lnTo>
                    <a:pt x="68598" y="76892"/>
                  </a:lnTo>
                  <a:lnTo>
                    <a:pt x="70614" y="76722"/>
                  </a:lnTo>
                  <a:lnTo>
                    <a:pt x="71454" y="78593"/>
                  </a:lnTo>
                  <a:lnTo>
                    <a:pt x="69157" y="84174"/>
                  </a:lnTo>
                  <a:lnTo>
                    <a:pt x="66308" y="84687"/>
                  </a:lnTo>
                  <a:lnTo>
                    <a:pt x="63496" y="86932"/>
                  </a:lnTo>
                  <a:lnTo>
                    <a:pt x="67273" y="97871"/>
                  </a:lnTo>
                  <a:lnTo>
                    <a:pt x="63377" y="97110"/>
                  </a:lnTo>
                  <a:lnTo>
                    <a:pt x="68424" y="105457"/>
                  </a:lnTo>
                  <a:lnTo>
                    <a:pt x="69494" y="105950"/>
                  </a:lnTo>
                  <a:lnTo>
                    <a:pt x="67238" y="105974"/>
                  </a:lnTo>
                  <a:lnTo>
                    <a:pt x="63535" y="103733"/>
                  </a:lnTo>
                  <a:lnTo>
                    <a:pt x="55786" y="103449"/>
                  </a:lnTo>
                  <a:lnTo>
                    <a:pt x="57767" y="108981"/>
                  </a:lnTo>
                  <a:lnTo>
                    <a:pt x="59770" y="118227"/>
                  </a:lnTo>
                  <a:lnTo>
                    <a:pt x="50740" y="116268"/>
                  </a:lnTo>
                  <a:lnTo>
                    <a:pt x="51477" y="115316"/>
                  </a:lnTo>
                  <a:lnTo>
                    <a:pt x="49528" y="110548"/>
                  </a:lnTo>
                  <a:lnTo>
                    <a:pt x="45347" y="110668"/>
                  </a:lnTo>
                  <a:lnTo>
                    <a:pt x="43467" y="112378"/>
                  </a:lnTo>
                  <a:lnTo>
                    <a:pt x="45809" y="115365"/>
                  </a:lnTo>
                  <a:lnTo>
                    <a:pt x="49540" y="122731"/>
                  </a:lnTo>
                  <a:lnTo>
                    <a:pt x="46024" y="127966"/>
                  </a:lnTo>
                  <a:lnTo>
                    <a:pt x="40764" y="125734"/>
                  </a:lnTo>
                  <a:lnTo>
                    <a:pt x="34425" y="120940"/>
                  </a:lnTo>
                  <a:lnTo>
                    <a:pt x="28148" y="120929"/>
                  </a:lnTo>
                  <a:lnTo>
                    <a:pt x="29633" y="118771"/>
                  </a:lnTo>
                  <a:lnTo>
                    <a:pt x="25221" y="109458"/>
                  </a:lnTo>
                  <a:lnTo>
                    <a:pt x="20132" y="107758"/>
                  </a:lnTo>
                  <a:lnTo>
                    <a:pt x="15510" y="109300"/>
                  </a:lnTo>
                  <a:lnTo>
                    <a:pt x="11931" y="109234"/>
                  </a:lnTo>
                  <a:lnTo>
                    <a:pt x="8570" y="102625"/>
                  </a:lnTo>
                  <a:lnTo>
                    <a:pt x="4962" y="101966"/>
                  </a:lnTo>
                  <a:lnTo>
                    <a:pt x="5071" y="97722"/>
                  </a:lnTo>
                  <a:lnTo>
                    <a:pt x="0" y="98703"/>
                  </a:lnTo>
                  <a:lnTo>
                    <a:pt x="5338" y="92297"/>
                  </a:lnTo>
                  <a:lnTo>
                    <a:pt x="10183" y="89518"/>
                  </a:lnTo>
                  <a:lnTo>
                    <a:pt x="12650" y="86387"/>
                  </a:lnTo>
                  <a:lnTo>
                    <a:pt x="11266" y="83658"/>
                  </a:lnTo>
                  <a:lnTo>
                    <a:pt x="12245" y="81523"/>
                  </a:lnTo>
                  <a:lnTo>
                    <a:pt x="16545" y="80988"/>
                  </a:lnTo>
                  <a:lnTo>
                    <a:pt x="17695" y="68930"/>
                  </a:lnTo>
                  <a:lnTo>
                    <a:pt x="24406" y="63756"/>
                  </a:lnTo>
                  <a:lnTo>
                    <a:pt x="24146" y="55911"/>
                  </a:lnTo>
                  <a:lnTo>
                    <a:pt x="25722" y="54265"/>
                  </a:lnTo>
                  <a:lnTo>
                    <a:pt x="19429" y="53619"/>
                  </a:lnTo>
                  <a:lnTo>
                    <a:pt x="17470" y="43041"/>
                  </a:lnTo>
                  <a:lnTo>
                    <a:pt x="18232" y="38163"/>
                  </a:lnTo>
                  <a:lnTo>
                    <a:pt x="22884" y="35013"/>
                  </a:lnTo>
                  <a:lnTo>
                    <a:pt x="23937" y="29136"/>
                  </a:lnTo>
                  <a:lnTo>
                    <a:pt x="23401" y="22804"/>
                  </a:lnTo>
                  <a:lnTo>
                    <a:pt x="31136" y="18539"/>
                  </a:lnTo>
                  <a:lnTo>
                    <a:pt x="33756" y="18818"/>
                  </a:lnTo>
                  <a:lnTo>
                    <a:pt x="35940" y="16524"/>
                  </a:lnTo>
                  <a:lnTo>
                    <a:pt x="35224" y="14328"/>
                  </a:lnTo>
                  <a:lnTo>
                    <a:pt x="32019" y="11342"/>
                  </a:lnTo>
                  <a:lnTo>
                    <a:pt x="33185" y="3974"/>
                  </a:lnTo>
                  <a:lnTo>
                    <a:pt x="34731" y="2657"/>
                  </a:lnTo>
                  <a:lnTo>
                    <a:pt x="40752" y="28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h2196"/>
            <p:cNvSpPr/>
            <p:nvPr/>
          </p:nvSpPr>
          <p:spPr>
            <a:xfrm>
              <a:off x="1714786" y="2486709"/>
              <a:ext cx="95221" cy="66915"/>
            </a:xfrm>
            <a:custGeom>
              <a:avLst/>
              <a:pathLst>
                <a:path w="95221" h="66915">
                  <a:moveTo>
                    <a:pt x="61716" y="2892"/>
                  </a:moveTo>
                  <a:lnTo>
                    <a:pt x="63428" y="9714"/>
                  </a:lnTo>
                  <a:lnTo>
                    <a:pt x="68211" y="11149"/>
                  </a:lnTo>
                  <a:lnTo>
                    <a:pt x="69469" y="20002"/>
                  </a:lnTo>
                  <a:lnTo>
                    <a:pt x="68542" y="25493"/>
                  </a:lnTo>
                  <a:lnTo>
                    <a:pt x="67548" y="25993"/>
                  </a:lnTo>
                  <a:lnTo>
                    <a:pt x="67718" y="27155"/>
                  </a:lnTo>
                  <a:lnTo>
                    <a:pt x="72714" y="31159"/>
                  </a:lnTo>
                  <a:lnTo>
                    <a:pt x="77447" y="32498"/>
                  </a:lnTo>
                  <a:lnTo>
                    <a:pt x="79310" y="31878"/>
                  </a:lnTo>
                  <a:lnTo>
                    <a:pt x="80356" y="30119"/>
                  </a:lnTo>
                  <a:lnTo>
                    <a:pt x="83058" y="29206"/>
                  </a:lnTo>
                  <a:lnTo>
                    <a:pt x="88382" y="30571"/>
                  </a:lnTo>
                  <a:lnTo>
                    <a:pt x="91786" y="30301"/>
                  </a:lnTo>
                  <a:lnTo>
                    <a:pt x="92714" y="30727"/>
                  </a:lnTo>
                  <a:lnTo>
                    <a:pt x="95221" y="34689"/>
                  </a:lnTo>
                  <a:lnTo>
                    <a:pt x="92912" y="35821"/>
                  </a:lnTo>
                  <a:lnTo>
                    <a:pt x="93214" y="41828"/>
                  </a:lnTo>
                  <a:lnTo>
                    <a:pt x="90614" y="41727"/>
                  </a:lnTo>
                  <a:lnTo>
                    <a:pt x="88202" y="47206"/>
                  </a:lnTo>
                  <a:lnTo>
                    <a:pt x="82871" y="49317"/>
                  </a:lnTo>
                  <a:lnTo>
                    <a:pt x="83137" y="52306"/>
                  </a:lnTo>
                  <a:lnTo>
                    <a:pt x="85500" y="58648"/>
                  </a:lnTo>
                  <a:lnTo>
                    <a:pt x="83139" y="66915"/>
                  </a:lnTo>
                  <a:lnTo>
                    <a:pt x="72437" y="55759"/>
                  </a:lnTo>
                  <a:lnTo>
                    <a:pt x="69735" y="54993"/>
                  </a:lnTo>
                  <a:lnTo>
                    <a:pt x="65602" y="58021"/>
                  </a:lnTo>
                  <a:lnTo>
                    <a:pt x="63147" y="56482"/>
                  </a:lnTo>
                  <a:lnTo>
                    <a:pt x="54435" y="48132"/>
                  </a:lnTo>
                  <a:lnTo>
                    <a:pt x="49494" y="50723"/>
                  </a:lnTo>
                  <a:lnTo>
                    <a:pt x="47021" y="56132"/>
                  </a:lnTo>
                  <a:lnTo>
                    <a:pt x="43574" y="57107"/>
                  </a:lnTo>
                  <a:lnTo>
                    <a:pt x="47627" y="63068"/>
                  </a:lnTo>
                  <a:lnTo>
                    <a:pt x="44237" y="64244"/>
                  </a:lnTo>
                  <a:lnTo>
                    <a:pt x="41385" y="63388"/>
                  </a:lnTo>
                  <a:lnTo>
                    <a:pt x="39723" y="61395"/>
                  </a:lnTo>
                  <a:lnTo>
                    <a:pt x="34031" y="60842"/>
                  </a:lnTo>
                  <a:lnTo>
                    <a:pt x="27728" y="65170"/>
                  </a:lnTo>
                  <a:lnTo>
                    <a:pt x="24611" y="62909"/>
                  </a:lnTo>
                  <a:lnTo>
                    <a:pt x="11922" y="47110"/>
                  </a:lnTo>
                  <a:lnTo>
                    <a:pt x="0" y="34008"/>
                  </a:lnTo>
                  <a:lnTo>
                    <a:pt x="3228" y="31446"/>
                  </a:lnTo>
                  <a:lnTo>
                    <a:pt x="7762" y="30046"/>
                  </a:lnTo>
                  <a:lnTo>
                    <a:pt x="10147" y="30607"/>
                  </a:lnTo>
                  <a:lnTo>
                    <a:pt x="12981" y="32375"/>
                  </a:lnTo>
                  <a:lnTo>
                    <a:pt x="14081" y="30800"/>
                  </a:lnTo>
                  <a:lnTo>
                    <a:pt x="16744" y="33601"/>
                  </a:lnTo>
                  <a:lnTo>
                    <a:pt x="19951" y="30013"/>
                  </a:lnTo>
                  <a:lnTo>
                    <a:pt x="24282" y="29111"/>
                  </a:lnTo>
                  <a:lnTo>
                    <a:pt x="27007" y="31447"/>
                  </a:lnTo>
                  <a:lnTo>
                    <a:pt x="30667" y="29626"/>
                  </a:lnTo>
                  <a:lnTo>
                    <a:pt x="32472" y="33020"/>
                  </a:lnTo>
                  <a:lnTo>
                    <a:pt x="36145" y="29151"/>
                  </a:lnTo>
                  <a:lnTo>
                    <a:pt x="38523" y="29055"/>
                  </a:lnTo>
                  <a:lnTo>
                    <a:pt x="38486" y="26728"/>
                  </a:lnTo>
                  <a:lnTo>
                    <a:pt x="36797" y="22007"/>
                  </a:lnTo>
                  <a:lnTo>
                    <a:pt x="35006" y="19273"/>
                  </a:lnTo>
                  <a:lnTo>
                    <a:pt x="34479" y="15244"/>
                  </a:lnTo>
                  <a:lnTo>
                    <a:pt x="36814" y="4961"/>
                  </a:lnTo>
                  <a:lnTo>
                    <a:pt x="38302" y="3790"/>
                  </a:lnTo>
                  <a:lnTo>
                    <a:pt x="46843" y="6873"/>
                  </a:lnTo>
                  <a:lnTo>
                    <a:pt x="45795" y="4205"/>
                  </a:lnTo>
                  <a:lnTo>
                    <a:pt x="57935" y="3496"/>
                  </a:lnTo>
                  <a:lnTo>
                    <a:pt x="6028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h2197"/>
            <p:cNvSpPr/>
            <p:nvPr/>
          </p:nvSpPr>
          <p:spPr>
            <a:xfrm>
              <a:off x="1382338" y="2112800"/>
              <a:ext cx="62750" cy="103285"/>
            </a:xfrm>
            <a:custGeom>
              <a:avLst/>
              <a:pathLst>
                <a:path w="62750" h="103285">
                  <a:moveTo>
                    <a:pt x="55742" y="1506"/>
                  </a:moveTo>
                  <a:lnTo>
                    <a:pt x="57616" y="3409"/>
                  </a:lnTo>
                  <a:lnTo>
                    <a:pt x="57595" y="12330"/>
                  </a:lnTo>
                  <a:lnTo>
                    <a:pt x="53694" y="14041"/>
                  </a:lnTo>
                  <a:lnTo>
                    <a:pt x="50529" y="13054"/>
                  </a:lnTo>
                  <a:lnTo>
                    <a:pt x="46831" y="15032"/>
                  </a:lnTo>
                  <a:lnTo>
                    <a:pt x="44962" y="18237"/>
                  </a:lnTo>
                  <a:lnTo>
                    <a:pt x="50202" y="21623"/>
                  </a:lnTo>
                  <a:lnTo>
                    <a:pt x="47124" y="31612"/>
                  </a:lnTo>
                  <a:lnTo>
                    <a:pt x="49856" y="33035"/>
                  </a:lnTo>
                  <a:lnTo>
                    <a:pt x="53133" y="36943"/>
                  </a:lnTo>
                  <a:lnTo>
                    <a:pt x="46374" y="43663"/>
                  </a:lnTo>
                  <a:lnTo>
                    <a:pt x="49426" y="47394"/>
                  </a:lnTo>
                  <a:lnTo>
                    <a:pt x="48499" y="51405"/>
                  </a:lnTo>
                  <a:lnTo>
                    <a:pt x="46753" y="54275"/>
                  </a:lnTo>
                  <a:lnTo>
                    <a:pt x="49541" y="57449"/>
                  </a:lnTo>
                  <a:lnTo>
                    <a:pt x="49905" y="63034"/>
                  </a:lnTo>
                  <a:lnTo>
                    <a:pt x="51365" y="65909"/>
                  </a:lnTo>
                  <a:lnTo>
                    <a:pt x="53795" y="62833"/>
                  </a:lnTo>
                  <a:lnTo>
                    <a:pt x="56603" y="60905"/>
                  </a:lnTo>
                  <a:lnTo>
                    <a:pt x="58648" y="62337"/>
                  </a:lnTo>
                  <a:lnTo>
                    <a:pt x="62750" y="67602"/>
                  </a:lnTo>
                  <a:lnTo>
                    <a:pt x="61398" y="69946"/>
                  </a:lnTo>
                  <a:lnTo>
                    <a:pt x="60011" y="72310"/>
                  </a:lnTo>
                  <a:lnTo>
                    <a:pt x="57415" y="72540"/>
                  </a:lnTo>
                  <a:lnTo>
                    <a:pt x="53502" y="78353"/>
                  </a:lnTo>
                  <a:lnTo>
                    <a:pt x="53821" y="79866"/>
                  </a:lnTo>
                  <a:lnTo>
                    <a:pt x="56411" y="82106"/>
                  </a:lnTo>
                  <a:lnTo>
                    <a:pt x="57306" y="82278"/>
                  </a:lnTo>
                  <a:lnTo>
                    <a:pt x="57801" y="80880"/>
                  </a:lnTo>
                  <a:lnTo>
                    <a:pt x="56864" y="78789"/>
                  </a:lnTo>
                  <a:lnTo>
                    <a:pt x="59525" y="81099"/>
                  </a:lnTo>
                  <a:lnTo>
                    <a:pt x="58029" y="83609"/>
                  </a:lnTo>
                  <a:lnTo>
                    <a:pt x="55635" y="84680"/>
                  </a:lnTo>
                  <a:lnTo>
                    <a:pt x="53642" y="88213"/>
                  </a:lnTo>
                  <a:lnTo>
                    <a:pt x="54094" y="93378"/>
                  </a:lnTo>
                  <a:lnTo>
                    <a:pt x="52107" y="94926"/>
                  </a:lnTo>
                  <a:lnTo>
                    <a:pt x="49245" y="94140"/>
                  </a:lnTo>
                  <a:lnTo>
                    <a:pt x="47843" y="97660"/>
                  </a:lnTo>
                  <a:lnTo>
                    <a:pt x="48356" y="99916"/>
                  </a:lnTo>
                  <a:lnTo>
                    <a:pt x="47461" y="102216"/>
                  </a:lnTo>
                  <a:lnTo>
                    <a:pt x="46606" y="102704"/>
                  </a:lnTo>
                  <a:lnTo>
                    <a:pt x="40622" y="96038"/>
                  </a:lnTo>
                  <a:lnTo>
                    <a:pt x="39232" y="99199"/>
                  </a:lnTo>
                  <a:lnTo>
                    <a:pt x="40409" y="100465"/>
                  </a:lnTo>
                  <a:lnTo>
                    <a:pt x="40220" y="102141"/>
                  </a:lnTo>
                  <a:lnTo>
                    <a:pt x="39304" y="103285"/>
                  </a:lnTo>
                  <a:lnTo>
                    <a:pt x="32597" y="101325"/>
                  </a:lnTo>
                  <a:lnTo>
                    <a:pt x="28112" y="99104"/>
                  </a:lnTo>
                  <a:lnTo>
                    <a:pt x="25049" y="93946"/>
                  </a:lnTo>
                  <a:lnTo>
                    <a:pt x="22290" y="91538"/>
                  </a:lnTo>
                  <a:lnTo>
                    <a:pt x="18880" y="89896"/>
                  </a:lnTo>
                  <a:lnTo>
                    <a:pt x="11300" y="88126"/>
                  </a:lnTo>
                  <a:lnTo>
                    <a:pt x="3228" y="88713"/>
                  </a:lnTo>
                  <a:lnTo>
                    <a:pt x="2932" y="77631"/>
                  </a:lnTo>
                  <a:lnTo>
                    <a:pt x="459" y="68604"/>
                  </a:lnTo>
                  <a:lnTo>
                    <a:pt x="1992" y="62163"/>
                  </a:lnTo>
                  <a:lnTo>
                    <a:pt x="1846" y="58108"/>
                  </a:lnTo>
                  <a:lnTo>
                    <a:pt x="0" y="51665"/>
                  </a:lnTo>
                  <a:lnTo>
                    <a:pt x="1481" y="45701"/>
                  </a:lnTo>
                  <a:lnTo>
                    <a:pt x="5311" y="37798"/>
                  </a:lnTo>
                  <a:lnTo>
                    <a:pt x="9168" y="32971"/>
                  </a:lnTo>
                  <a:lnTo>
                    <a:pt x="15987" y="22142"/>
                  </a:lnTo>
                  <a:lnTo>
                    <a:pt x="17752" y="18204"/>
                  </a:lnTo>
                  <a:lnTo>
                    <a:pt x="18664" y="13606"/>
                  </a:lnTo>
                  <a:lnTo>
                    <a:pt x="22910" y="9419"/>
                  </a:lnTo>
                  <a:lnTo>
                    <a:pt x="22267" y="8462"/>
                  </a:lnTo>
                  <a:lnTo>
                    <a:pt x="23480" y="8988"/>
                  </a:lnTo>
                  <a:lnTo>
                    <a:pt x="26928" y="6957"/>
                  </a:lnTo>
                  <a:lnTo>
                    <a:pt x="32196" y="10521"/>
                  </a:lnTo>
                  <a:lnTo>
                    <a:pt x="37027" y="11212"/>
                  </a:lnTo>
                  <a:lnTo>
                    <a:pt x="39852" y="9670"/>
                  </a:lnTo>
                  <a:lnTo>
                    <a:pt x="42193" y="5453"/>
                  </a:lnTo>
                  <a:lnTo>
                    <a:pt x="4974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h2198"/>
            <p:cNvSpPr/>
            <p:nvPr/>
          </p:nvSpPr>
          <p:spPr>
            <a:xfrm>
              <a:off x="1492343" y="2230410"/>
              <a:ext cx="52073" cy="79223"/>
            </a:xfrm>
            <a:custGeom>
              <a:avLst/>
              <a:pathLst>
                <a:path w="52073" h="79223">
                  <a:moveTo>
                    <a:pt x="37003" y="7316"/>
                  </a:moveTo>
                  <a:lnTo>
                    <a:pt x="37929" y="10744"/>
                  </a:lnTo>
                  <a:lnTo>
                    <a:pt x="37353" y="13247"/>
                  </a:lnTo>
                  <a:lnTo>
                    <a:pt x="38375" y="18137"/>
                  </a:lnTo>
                  <a:lnTo>
                    <a:pt x="41744" y="23894"/>
                  </a:lnTo>
                  <a:lnTo>
                    <a:pt x="37613" y="25794"/>
                  </a:lnTo>
                  <a:lnTo>
                    <a:pt x="40025" y="27784"/>
                  </a:lnTo>
                  <a:lnTo>
                    <a:pt x="42917" y="27764"/>
                  </a:lnTo>
                  <a:lnTo>
                    <a:pt x="44752" y="34586"/>
                  </a:lnTo>
                  <a:lnTo>
                    <a:pt x="42793" y="35360"/>
                  </a:lnTo>
                  <a:lnTo>
                    <a:pt x="41326" y="38090"/>
                  </a:lnTo>
                  <a:lnTo>
                    <a:pt x="45608" y="38535"/>
                  </a:lnTo>
                  <a:lnTo>
                    <a:pt x="47647" y="40671"/>
                  </a:lnTo>
                  <a:lnTo>
                    <a:pt x="47549" y="43456"/>
                  </a:lnTo>
                  <a:lnTo>
                    <a:pt x="52073" y="50731"/>
                  </a:lnTo>
                  <a:lnTo>
                    <a:pt x="49587" y="58051"/>
                  </a:lnTo>
                  <a:lnTo>
                    <a:pt x="48651" y="56936"/>
                  </a:lnTo>
                  <a:lnTo>
                    <a:pt x="43355" y="56721"/>
                  </a:lnTo>
                  <a:lnTo>
                    <a:pt x="41641" y="57944"/>
                  </a:lnTo>
                  <a:lnTo>
                    <a:pt x="37490" y="64142"/>
                  </a:lnTo>
                  <a:lnTo>
                    <a:pt x="37315" y="66568"/>
                  </a:lnTo>
                  <a:lnTo>
                    <a:pt x="39355" y="71824"/>
                  </a:lnTo>
                  <a:lnTo>
                    <a:pt x="35846" y="76682"/>
                  </a:lnTo>
                  <a:lnTo>
                    <a:pt x="31906" y="79223"/>
                  </a:lnTo>
                  <a:lnTo>
                    <a:pt x="29798" y="75445"/>
                  </a:lnTo>
                  <a:lnTo>
                    <a:pt x="26386" y="71559"/>
                  </a:lnTo>
                  <a:lnTo>
                    <a:pt x="15980" y="50791"/>
                  </a:lnTo>
                  <a:lnTo>
                    <a:pt x="10766" y="44449"/>
                  </a:lnTo>
                  <a:lnTo>
                    <a:pt x="4078" y="39168"/>
                  </a:lnTo>
                  <a:lnTo>
                    <a:pt x="4103" y="38252"/>
                  </a:lnTo>
                  <a:lnTo>
                    <a:pt x="5005" y="37627"/>
                  </a:lnTo>
                  <a:lnTo>
                    <a:pt x="2742" y="32240"/>
                  </a:lnTo>
                  <a:lnTo>
                    <a:pt x="0" y="30038"/>
                  </a:lnTo>
                  <a:lnTo>
                    <a:pt x="1405" y="26340"/>
                  </a:lnTo>
                  <a:lnTo>
                    <a:pt x="2007" y="18740"/>
                  </a:lnTo>
                  <a:lnTo>
                    <a:pt x="1097" y="16953"/>
                  </a:lnTo>
                  <a:lnTo>
                    <a:pt x="1931" y="12721"/>
                  </a:lnTo>
                  <a:lnTo>
                    <a:pt x="3450" y="9942"/>
                  </a:lnTo>
                  <a:lnTo>
                    <a:pt x="9230" y="9032"/>
                  </a:lnTo>
                  <a:lnTo>
                    <a:pt x="9257" y="8180"/>
                  </a:lnTo>
                  <a:lnTo>
                    <a:pt x="10137" y="8539"/>
                  </a:lnTo>
                  <a:lnTo>
                    <a:pt x="9951" y="10809"/>
                  </a:lnTo>
                  <a:lnTo>
                    <a:pt x="10670" y="11223"/>
                  </a:lnTo>
                  <a:lnTo>
                    <a:pt x="14330" y="9865"/>
                  </a:lnTo>
                  <a:lnTo>
                    <a:pt x="22442" y="4652"/>
                  </a:lnTo>
                  <a:lnTo>
                    <a:pt x="25064" y="6394"/>
                  </a:lnTo>
                  <a:lnTo>
                    <a:pt x="27066" y="4543"/>
                  </a:lnTo>
                  <a:lnTo>
                    <a:pt x="27699" y="2457"/>
                  </a:lnTo>
                  <a:lnTo>
                    <a:pt x="31700" y="0"/>
                  </a:lnTo>
                  <a:lnTo>
                    <a:pt x="33732" y="2419"/>
                  </a:lnTo>
                  <a:lnTo>
                    <a:pt x="32164" y="336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h2199"/>
            <p:cNvSpPr/>
            <p:nvPr/>
          </p:nvSpPr>
          <p:spPr>
            <a:xfrm>
              <a:off x="1492746" y="2262692"/>
              <a:ext cx="2660" cy="2319"/>
            </a:xfrm>
            <a:custGeom>
              <a:avLst/>
              <a:pathLst>
                <a:path w="2660" h="2319">
                  <a:moveTo>
                    <a:pt x="0" y="901"/>
                  </a:moveTo>
                  <a:lnTo>
                    <a:pt x="208" y="124"/>
                  </a:ln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h2200"/>
            <p:cNvSpPr/>
            <p:nvPr/>
          </p:nvSpPr>
          <p:spPr>
            <a:xfrm>
              <a:off x="1492007" y="2261059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h2201"/>
            <p:cNvSpPr/>
            <p:nvPr/>
          </p:nvSpPr>
          <p:spPr>
            <a:xfrm>
              <a:off x="1492749" y="2260825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h2202"/>
            <p:cNvSpPr/>
            <p:nvPr/>
          </p:nvSpPr>
          <p:spPr>
            <a:xfrm>
              <a:off x="1414935" y="2168163"/>
              <a:ext cx="52448" cy="57943"/>
            </a:xfrm>
            <a:custGeom>
              <a:avLst/>
              <a:pathLst>
                <a:path w="52448" h="57943">
                  <a:moveTo>
                    <a:pt x="50977" y="6767"/>
                  </a:moveTo>
                  <a:lnTo>
                    <a:pt x="52448" y="8498"/>
                  </a:lnTo>
                  <a:lnTo>
                    <a:pt x="50395" y="11957"/>
                  </a:lnTo>
                  <a:lnTo>
                    <a:pt x="46341" y="12339"/>
                  </a:lnTo>
                  <a:lnTo>
                    <a:pt x="44373" y="11769"/>
                  </a:lnTo>
                  <a:lnTo>
                    <a:pt x="42807" y="16782"/>
                  </a:lnTo>
                  <a:lnTo>
                    <a:pt x="45105" y="19131"/>
                  </a:lnTo>
                  <a:lnTo>
                    <a:pt x="45898" y="25405"/>
                  </a:lnTo>
                  <a:lnTo>
                    <a:pt x="44873" y="26932"/>
                  </a:lnTo>
                  <a:lnTo>
                    <a:pt x="43039" y="25779"/>
                  </a:lnTo>
                  <a:lnTo>
                    <a:pt x="40354" y="25949"/>
                  </a:lnTo>
                  <a:lnTo>
                    <a:pt x="38873" y="30127"/>
                  </a:lnTo>
                  <a:lnTo>
                    <a:pt x="39797" y="30730"/>
                  </a:lnTo>
                  <a:lnTo>
                    <a:pt x="38037" y="33424"/>
                  </a:lnTo>
                  <a:lnTo>
                    <a:pt x="34267" y="35273"/>
                  </a:lnTo>
                  <a:lnTo>
                    <a:pt x="33388" y="34702"/>
                  </a:lnTo>
                  <a:lnTo>
                    <a:pt x="30368" y="39345"/>
                  </a:lnTo>
                  <a:lnTo>
                    <a:pt x="30996" y="40225"/>
                  </a:lnTo>
                  <a:lnTo>
                    <a:pt x="33509" y="40348"/>
                  </a:lnTo>
                  <a:lnTo>
                    <a:pt x="34401" y="47745"/>
                  </a:lnTo>
                  <a:lnTo>
                    <a:pt x="32790" y="48856"/>
                  </a:lnTo>
                  <a:lnTo>
                    <a:pt x="31861" y="48639"/>
                  </a:lnTo>
                  <a:lnTo>
                    <a:pt x="30668" y="47352"/>
                  </a:lnTo>
                  <a:lnTo>
                    <a:pt x="30487" y="44919"/>
                  </a:lnTo>
                  <a:lnTo>
                    <a:pt x="24135" y="44460"/>
                  </a:lnTo>
                  <a:lnTo>
                    <a:pt x="22871" y="45411"/>
                  </a:lnTo>
                  <a:lnTo>
                    <a:pt x="22819" y="46248"/>
                  </a:lnTo>
                  <a:lnTo>
                    <a:pt x="23925" y="51674"/>
                  </a:lnTo>
                  <a:lnTo>
                    <a:pt x="21447" y="56833"/>
                  </a:lnTo>
                  <a:lnTo>
                    <a:pt x="18961" y="57943"/>
                  </a:lnTo>
                  <a:lnTo>
                    <a:pt x="18663" y="53302"/>
                  </a:lnTo>
                  <a:lnTo>
                    <a:pt x="14921" y="50932"/>
                  </a:lnTo>
                  <a:lnTo>
                    <a:pt x="6661" y="53531"/>
                  </a:lnTo>
                  <a:lnTo>
                    <a:pt x="8445" y="56245"/>
                  </a:lnTo>
                  <a:lnTo>
                    <a:pt x="7684" y="56136"/>
                  </a:lnTo>
                  <a:lnTo>
                    <a:pt x="3980" y="51992"/>
                  </a:lnTo>
                  <a:lnTo>
                    <a:pt x="3274" y="50135"/>
                  </a:lnTo>
                  <a:lnTo>
                    <a:pt x="0" y="45962"/>
                  </a:lnTo>
                  <a:lnTo>
                    <a:pt x="6707" y="47922"/>
                  </a:lnTo>
                  <a:lnTo>
                    <a:pt x="7623" y="46778"/>
                  </a:lnTo>
                  <a:lnTo>
                    <a:pt x="7812" y="45102"/>
                  </a:lnTo>
                  <a:lnTo>
                    <a:pt x="6634" y="43837"/>
                  </a:lnTo>
                  <a:lnTo>
                    <a:pt x="8025" y="40676"/>
                  </a:lnTo>
                  <a:lnTo>
                    <a:pt x="14009" y="47342"/>
                  </a:lnTo>
                  <a:lnTo>
                    <a:pt x="14864" y="46854"/>
                  </a:lnTo>
                  <a:lnTo>
                    <a:pt x="15759" y="44553"/>
                  </a:lnTo>
                  <a:lnTo>
                    <a:pt x="15246" y="42297"/>
                  </a:lnTo>
                  <a:lnTo>
                    <a:pt x="16648" y="38778"/>
                  </a:lnTo>
                  <a:lnTo>
                    <a:pt x="19509" y="39563"/>
                  </a:lnTo>
                  <a:lnTo>
                    <a:pt x="21497" y="38015"/>
                  </a:lnTo>
                  <a:lnTo>
                    <a:pt x="21045" y="32850"/>
                  </a:lnTo>
                  <a:lnTo>
                    <a:pt x="23038" y="29317"/>
                  </a:lnTo>
                  <a:lnTo>
                    <a:pt x="25432" y="28247"/>
                  </a:lnTo>
                  <a:lnTo>
                    <a:pt x="26928" y="25736"/>
                  </a:lnTo>
                  <a:lnTo>
                    <a:pt x="24267" y="23426"/>
                  </a:lnTo>
                  <a:lnTo>
                    <a:pt x="25203" y="25517"/>
                  </a:lnTo>
                  <a:lnTo>
                    <a:pt x="24709" y="26915"/>
                  </a:lnTo>
                  <a:lnTo>
                    <a:pt x="23814" y="26743"/>
                  </a:lnTo>
                  <a:lnTo>
                    <a:pt x="21224" y="24503"/>
                  </a:lnTo>
                  <a:lnTo>
                    <a:pt x="20905" y="22990"/>
                  </a:lnTo>
                  <a:lnTo>
                    <a:pt x="24818" y="17177"/>
                  </a:lnTo>
                  <a:lnTo>
                    <a:pt x="27414" y="16947"/>
                  </a:lnTo>
                  <a:lnTo>
                    <a:pt x="28801" y="14583"/>
                  </a:lnTo>
                  <a:lnTo>
                    <a:pt x="29587" y="15057"/>
                  </a:lnTo>
                  <a:lnTo>
                    <a:pt x="30294" y="12405"/>
                  </a:lnTo>
                  <a:lnTo>
                    <a:pt x="41618" y="7422"/>
                  </a:lnTo>
                  <a:lnTo>
                    <a:pt x="43465" y="5212"/>
                  </a:lnTo>
                  <a:lnTo>
                    <a:pt x="44205" y="1016"/>
                  </a:lnTo>
                  <a:lnTo>
                    <a:pt x="45251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h2203"/>
            <p:cNvSpPr/>
            <p:nvPr/>
          </p:nvSpPr>
          <p:spPr>
            <a:xfrm>
              <a:off x="1549922" y="2342402"/>
              <a:ext cx="65262" cy="37067"/>
            </a:xfrm>
            <a:custGeom>
              <a:avLst/>
              <a:pathLst>
                <a:path w="65262" h="37067">
                  <a:moveTo>
                    <a:pt x="1740" y="0"/>
                  </a:moveTo>
                  <a:lnTo>
                    <a:pt x="5616" y="3759"/>
                  </a:lnTo>
                  <a:lnTo>
                    <a:pt x="9140" y="5193"/>
                  </a:lnTo>
                  <a:lnTo>
                    <a:pt x="17784" y="11691"/>
                  </a:lnTo>
                  <a:lnTo>
                    <a:pt x="25834" y="16440"/>
                  </a:lnTo>
                  <a:lnTo>
                    <a:pt x="31079" y="20748"/>
                  </a:lnTo>
                  <a:lnTo>
                    <a:pt x="32299" y="23194"/>
                  </a:lnTo>
                  <a:lnTo>
                    <a:pt x="35135" y="24479"/>
                  </a:lnTo>
                  <a:lnTo>
                    <a:pt x="35669" y="23748"/>
                  </a:lnTo>
                  <a:lnTo>
                    <a:pt x="34540" y="22352"/>
                  </a:lnTo>
                  <a:lnTo>
                    <a:pt x="28071" y="16645"/>
                  </a:lnTo>
                  <a:lnTo>
                    <a:pt x="33618" y="20473"/>
                  </a:lnTo>
                  <a:lnTo>
                    <a:pt x="35318" y="20628"/>
                  </a:lnTo>
                  <a:lnTo>
                    <a:pt x="36726" y="13258"/>
                  </a:lnTo>
                  <a:lnTo>
                    <a:pt x="37501" y="12248"/>
                  </a:lnTo>
                  <a:lnTo>
                    <a:pt x="40193" y="10241"/>
                  </a:lnTo>
                  <a:lnTo>
                    <a:pt x="48625" y="6064"/>
                  </a:lnTo>
                  <a:lnTo>
                    <a:pt x="52599" y="6422"/>
                  </a:lnTo>
                  <a:lnTo>
                    <a:pt x="52584" y="9188"/>
                  </a:lnTo>
                  <a:lnTo>
                    <a:pt x="58192" y="15502"/>
                  </a:lnTo>
                  <a:lnTo>
                    <a:pt x="53029" y="18610"/>
                  </a:lnTo>
                  <a:lnTo>
                    <a:pt x="54681" y="23833"/>
                  </a:lnTo>
                  <a:lnTo>
                    <a:pt x="62146" y="20091"/>
                  </a:lnTo>
                  <a:lnTo>
                    <a:pt x="65262" y="25619"/>
                  </a:lnTo>
                  <a:lnTo>
                    <a:pt x="63491" y="29794"/>
                  </a:lnTo>
                  <a:lnTo>
                    <a:pt x="62311" y="30466"/>
                  </a:lnTo>
                  <a:lnTo>
                    <a:pt x="61635" y="29978"/>
                  </a:lnTo>
                  <a:lnTo>
                    <a:pt x="60394" y="30348"/>
                  </a:lnTo>
                  <a:lnTo>
                    <a:pt x="56326" y="35345"/>
                  </a:lnTo>
                  <a:lnTo>
                    <a:pt x="53401" y="37067"/>
                  </a:lnTo>
                  <a:lnTo>
                    <a:pt x="42159" y="33489"/>
                  </a:lnTo>
                  <a:lnTo>
                    <a:pt x="36623" y="28401"/>
                  </a:lnTo>
                  <a:lnTo>
                    <a:pt x="17577" y="13587"/>
                  </a:lnTo>
                  <a:lnTo>
                    <a:pt x="6594" y="5923"/>
                  </a:lnTo>
                  <a:lnTo>
                    <a:pt x="0" y="2149"/>
                  </a:lnTo>
                  <a:lnTo>
                    <a:pt x="458" y="287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h2204"/>
            <p:cNvSpPr/>
            <p:nvPr/>
          </p:nvSpPr>
          <p:spPr>
            <a:xfrm>
              <a:off x="1742514" y="2534841"/>
              <a:ext cx="61313" cy="58979"/>
            </a:xfrm>
            <a:custGeom>
              <a:avLst/>
              <a:pathLst>
                <a:path w="61313" h="58979">
                  <a:moveTo>
                    <a:pt x="35419" y="8349"/>
                  </a:moveTo>
                  <a:lnTo>
                    <a:pt x="37873" y="9888"/>
                  </a:lnTo>
                  <a:lnTo>
                    <a:pt x="42006" y="6860"/>
                  </a:lnTo>
                  <a:lnTo>
                    <a:pt x="44709" y="7626"/>
                  </a:lnTo>
                  <a:lnTo>
                    <a:pt x="55411" y="18782"/>
                  </a:lnTo>
                  <a:lnTo>
                    <a:pt x="54221" y="19316"/>
                  </a:lnTo>
                  <a:lnTo>
                    <a:pt x="52188" y="23167"/>
                  </a:lnTo>
                  <a:lnTo>
                    <a:pt x="52079" y="28960"/>
                  </a:lnTo>
                  <a:lnTo>
                    <a:pt x="54605" y="37696"/>
                  </a:lnTo>
                  <a:lnTo>
                    <a:pt x="58389" y="36854"/>
                  </a:lnTo>
                  <a:lnTo>
                    <a:pt x="57741" y="38955"/>
                  </a:lnTo>
                  <a:lnTo>
                    <a:pt x="61085" y="45757"/>
                  </a:lnTo>
                  <a:lnTo>
                    <a:pt x="61313" y="49916"/>
                  </a:lnTo>
                  <a:lnTo>
                    <a:pt x="60456" y="52953"/>
                  </a:lnTo>
                  <a:lnTo>
                    <a:pt x="57047" y="55285"/>
                  </a:lnTo>
                  <a:lnTo>
                    <a:pt x="45936" y="50817"/>
                  </a:lnTo>
                  <a:lnTo>
                    <a:pt x="39708" y="44774"/>
                  </a:lnTo>
                  <a:lnTo>
                    <a:pt x="35938" y="45283"/>
                  </a:lnTo>
                  <a:lnTo>
                    <a:pt x="34052" y="46607"/>
                  </a:lnTo>
                  <a:lnTo>
                    <a:pt x="32235" y="47005"/>
                  </a:lnTo>
                  <a:lnTo>
                    <a:pt x="31997" y="48179"/>
                  </a:lnTo>
                  <a:lnTo>
                    <a:pt x="34623" y="54342"/>
                  </a:lnTo>
                  <a:lnTo>
                    <a:pt x="35001" y="57400"/>
                  </a:lnTo>
                  <a:lnTo>
                    <a:pt x="34306" y="58979"/>
                  </a:lnTo>
                  <a:lnTo>
                    <a:pt x="31637" y="58963"/>
                  </a:lnTo>
                  <a:lnTo>
                    <a:pt x="30231" y="58064"/>
                  </a:lnTo>
                  <a:lnTo>
                    <a:pt x="26428" y="50300"/>
                  </a:lnTo>
                  <a:lnTo>
                    <a:pt x="25401" y="50491"/>
                  </a:lnTo>
                  <a:lnTo>
                    <a:pt x="25346" y="48896"/>
                  </a:lnTo>
                  <a:lnTo>
                    <a:pt x="22820" y="43281"/>
                  </a:lnTo>
                  <a:lnTo>
                    <a:pt x="17597" y="34721"/>
                  </a:lnTo>
                  <a:lnTo>
                    <a:pt x="8624" y="24492"/>
                  </a:lnTo>
                  <a:lnTo>
                    <a:pt x="0" y="17037"/>
                  </a:lnTo>
                  <a:lnTo>
                    <a:pt x="6303" y="12709"/>
                  </a:lnTo>
                  <a:lnTo>
                    <a:pt x="11995" y="13262"/>
                  </a:lnTo>
                  <a:lnTo>
                    <a:pt x="13657" y="15255"/>
                  </a:lnTo>
                  <a:lnTo>
                    <a:pt x="16509" y="16111"/>
                  </a:lnTo>
                  <a:lnTo>
                    <a:pt x="19899" y="14935"/>
                  </a:lnTo>
                  <a:lnTo>
                    <a:pt x="15846" y="8974"/>
                  </a:lnTo>
                  <a:lnTo>
                    <a:pt x="19292" y="7999"/>
                  </a:lnTo>
                  <a:lnTo>
                    <a:pt x="21766" y="2590"/>
                  </a:lnTo>
                  <a:lnTo>
                    <a:pt x="2670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h2205"/>
            <p:cNvSpPr/>
            <p:nvPr/>
          </p:nvSpPr>
          <p:spPr>
            <a:xfrm>
              <a:off x="1718137" y="2438686"/>
              <a:ext cx="59034" cy="81623"/>
            </a:xfrm>
            <a:custGeom>
              <a:avLst/>
              <a:pathLst>
                <a:path w="59034" h="81623">
                  <a:moveTo>
                    <a:pt x="32021" y="1141"/>
                  </a:moveTo>
                  <a:lnTo>
                    <a:pt x="34757" y="1380"/>
                  </a:lnTo>
                  <a:lnTo>
                    <a:pt x="35320" y="713"/>
                  </a:lnTo>
                  <a:lnTo>
                    <a:pt x="37499" y="3404"/>
                  </a:lnTo>
                  <a:lnTo>
                    <a:pt x="35072" y="9909"/>
                  </a:lnTo>
                  <a:lnTo>
                    <a:pt x="36702" y="21354"/>
                  </a:lnTo>
                  <a:lnTo>
                    <a:pt x="38366" y="25636"/>
                  </a:lnTo>
                  <a:lnTo>
                    <a:pt x="39401" y="21175"/>
                  </a:lnTo>
                  <a:lnTo>
                    <a:pt x="43692" y="19761"/>
                  </a:lnTo>
                  <a:lnTo>
                    <a:pt x="47426" y="18936"/>
                  </a:lnTo>
                  <a:lnTo>
                    <a:pt x="47903" y="21584"/>
                  </a:lnTo>
                  <a:lnTo>
                    <a:pt x="49161" y="22666"/>
                  </a:lnTo>
                  <a:lnTo>
                    <a:pt x="51940" y="25641"/>
                  </a:lnTo>
                  <a:lnTo>
                    <a:pt x="53990" y="32810"/>
                  </a:lnTo>
                  <a:lnTo>
                    <a:pt x="56648" y="35326"/>
                  </a:lnTo>
                  <a:lnTo>
                    <a:pt x="56487" y="37038"/>
                  </a:lnTo>
                  <a:lnTo>
                    <a:pt x="54881" y="38851"/>
                  </a:lnTo>
                  <a:lnTo>
                    <a:pt x="55986" y="40809"/>
                  </a:lnTo>
                  <a:lnTo>
                    <a:pt x="59034" y="41936"/>
                  </a:lnTo>
                  <a:lnTo>
                    <a:pt x="56042" y="46981"/>
                  </a:lnTo>
                  <a:lnTo>
                    <a:pt x="56929" y="48022"/>
                  </a:lnTo>
                  <a:lnTo>
                    <a:pt x="54584" y="51519"/>
                  </a:lnTo>
                  <a:lnTo>
                    <a:pt x="42443" y="52227"/>
                  </a:lnTo>
                  <a:lnTo>
                    <a:pt x="43492" y="54896"/>
                  </a:lnTo>
                  <a:lnTo>
                    <a:pt x="34951" y="51813"/>
                  </a:lnTo>
                  <a:lnTo>
                    <a:pt x="33463" y="52983"/>
                  </a:lnTo>
                  <a:lnTo>
                    <a:pt x="31127" y="63266"/>
                  </a:lnTo>
                  <a:lnTo>
                    <a:pt x="31655" y="67295"/>
                  </a:lnTo>
                  <a:lnTo>
                    <a:pt x="33446" y="70029"/>
                  </a:lnTo>
                  <a:lnTo>
                    <a:pt x="35135" y="74751"/>
                  </a:lnTo>
                  <a:lnTo>
                    <a:pt x="35172" y="77077"/>
                  </a:lnTo>
                  <a:lnTo>
                    <a:pt x="32794" y="77174"/>
                  </a:lnTo>
                  <a:lnTo>
                    <a:pt x="29121" y="81043"/>
                  </a:lnTo>
                  <a:lnTo>
                    <a:pt x="27315" y="77649"/>
                  </a:lnTo>
                  <a:lnTo>
                    <a:pt x="23656" y="79470"/>
                  </a:lnTo>
                  <a:lnTo>
                    <a:pt x="20931" y="77133"/>
                  </a:lnTo>
                  <a:lnTo>
                    <a:pt x="16600" y="78036"/>
                  </a:lnTo>
                  <a:lnTo>
                    <a:pt x="13392" y="81623"/>
                  </a:lnTo>
                  <a:lnTo>
                    <a:pt x="10730" y="78823"/>
                  </a:lnTo>
                  <a:lnTo>
                    <a:pt x="14785" y="72229"/>
                  </a:lnTo>
                  <a:lnTo>
                    <a:pt x="10405" y="68861"/>
                  </a:lnTo>
                  <a:lnTo>
                    <a:pt x="3358" y="67691"/>
                  </a:lnTo>
                  <a:lnTo>
                    <a:pt x="2857" y="66615"/>
                  </a:lnTo>
                  <a:lnTo>
                    <a:pt x="5152" y="65075"/>
                  </a:lnTo>
                  <a:lnTo>
                    <a:pt x="7971" y="65076"/>
                  </a:lnTo>
                  <a:lnTo>
                    <a:pt x="6620" y="54319"/>
                  </a:lnTo>
                  <a:lnTo>
                    <a:pt x="5487" y="51520"/>
                  </a:lnTo>
                  <a:lnTo>
                    <a:pt x="1743" y="50563"/>
                  </a:lnTo>
                  <a:lnTo>
                    <a:pt x="0" y="46821"/>
                  </a:lnTo>
                  <a:lnTo>
                    <a:pt x="3004" y="46259"/>
                  </a:lnTo>
                  <a:lnTo>
                    <a:pt x="3444" y="42210"/>
                  </a:lnTo>
                  <a:lnTo>
                    <a:pt x="2400" y="38872"/>
                  </a:lnTo>
                  <a:lnTo>
                    <a:pt x="2640" y="36671"/>
                  </a:lnTo>
                  <a:lnTo>
                    <a:pt x="4335" y="34496"/>
                  </a:lnTo>
                  <a:lnTo>
                    <a:pt x="5678" y="24722"/>
                  </a:lnTo>
                  <a:lnTo>
                    <a:pt x="7563" y="23137"/>
                  </a:lnTo>
                  <a:lnTo>
                    <a:pt x="13240" y="22136"/>
                  </a:lnTo>
                  <a:lnTo>
                    <a:pt x="17470" y="18546"/>
                  </a:lnTo>
                  <a:lnTo>
                    <a:pt x="22800" y="12829"/>
                  </a:lnTo>
                  <a:lnTo>
                    <a:pt x="27248" y="1738"/>
                  </a:lnTo>
                  <a:lnTo>
                    <a:pt x="3003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h2206"/>
            <p:cNvSpPr/>
            <p:nvPr/>
          </p:nvSpPr>
          <p:spPr>
            <a:xfrm>
              <a:off x="1633008" y="2309644"/>
              <a:ext cx="63686" cy="73497"/>
            </a:xfrm>
            <a:custGeom>
              <a:avLst/>
              <a:pathLst>
                <a:path w="63686" h="73497">
                  <a:moveTo>
                    <a:pt x="22018" y="477"/>
                  </a:moveTo>
                  <a:lnTo>
                    <a:pt x="38748" y="19799"/>
                  </a:lnTo>
                  <a:lnTo>
                    <a:pt x="40915" y="27809"/>
                  </a:lnTo>
                  <a:lnTo>
                    <a:pt x="46931" y="39699"/>
                  </a:lnTo>
                  <a:lnTo>
                    <a:pt x="51592" y="41254"/>
                  </a:lnTo>
                  <a:lnTo>
                    <a:pt x="53870" y="43195"/>
                  </a:lnTo>
                  <a:lnTo>
                    <a:pt x="52727" y="47405"/>
                  </a:lnTo>
                  <a:lnTo>
                    <a:pt x="49792" y="50588"/>
                  </a:lnTo>
                  <a:lnTo>
                    <a:pt x="50692" y="54242"/>
                  </a:lnTo>
                  <a:lnTo>
                    <a:pt x="56686" y="64410"/>
                  </a:lnTo>
                  <a:lnTo>
                    <a:pt x="57843" y="65415"/>
                  </a:lnTo>
                  <a:lnTo>
                    <a:pt x="58815" y="64983"/>
                  </a:lnTo>
                  <a:lnTo>
                    <a:pt x="63686" y="67653"/>
                  </a:lnTo>
                  <a:lnTo>
                    <a:pt x="63540" y="71415"/>
                  </a:lnTo>
                  <a:lnTo>
                    <a:pt x="54864" y="72827"/>
                  </a:lnTo>
                  <a:lnTo>
                    <a:pt x="48097" y="70918"/>
                  </a:lnTo>
                  <a:lnTo>
                    <a:pt x="47124" y="72107"/>
                  </a:lnTo>
                  <a:lnTo>
                    <a:pt x="47898" y="73497"/>
                  </a:lnTo>
                  <a:lnTo>
                    <a:pt x="36829" y="71149"/>
                  </a:lnTo>
                  <a:lnTo>
                    <a:pt x="34835" y="72487"/>
                  </a:lnTo>
                  <a:lnTo>
                    <a:pt x="33172" y="72048"/>
                  </a:lnTo>
                  <a:lnTo>
                    <a:pt x="29287" y="65096"/>
                  </a:lnTo>
                  <a:lnTo>
                    <a:pt x="27693" y="64415"/>
                  </a:lnTo>
                  <a:lnTo>
                    <a:pt x="21877" y="66421"/>
                  </a:lnTo>
                  <a:lnTo>
                    <a:pt x="17586" y="64800"/>
                  </a:lnTo>
                  <a:lnTo>
                    <a:pt x="14653" y="65281"/>
                  </a:lnTo>
                  <a:lnTo>
                    <a:pt x="10871" y="62255"/>
                  </a:lnTo>
                  <a:lnTo>
                    <a:pt x="11941" y="59378"/>
                  </a:lnTo>
                  <a:lnTo>
                    <a:pt x="10003" y="55417"/>
                  </a:lnTo>
                  <a:lnTo>
                    <a:pt x="6381" y="54108"/>
                  </a:lnTo>
                  <a:lnTo>
                    <a:pt x="800" y="46717"/>
                  </a:lnTo>
                  <a:lnTo>
                    <a:pt x="0" y="40614"/>
                  </a:lnTo>
                  <a:lnTo>
                    <a:pt x="9989" y="37607"/>
                  </a:lnTo>
                  <a:lnTo>
                    <a:pt x="9099" y="33348"/>
                  </a:lnTo>
                  <a:lnTo>
                    <a:pt x="4112" y="30422"/>
                  </a:lnTo>
                  <a:lnTo>
                    <a:pt x="2197" y="21275"/>
                  </a:lnTo>
                  <a:lnTo>
                    <a:pt x="3998" y="19433"/>
                  </a:lnTo>
                  <a:lnTo>
                    <a:pt x="2478" y="16595"/>
                  </a:lnTo>
                  <a:lnTo>
                    <a:pt x="7209" y="11402"/>
                  </a:lnTo>
                  <a:lnTo>
                    <a:pt x="13050" y="9709"/>
                  </a:lnTo>
                  <a:lnTo>
                    <a:pt x="21055" y="3529"/>
                  </a:lnTo>
                  <a:lnTo>
                    <a:pt x="21387" y="2074"/>
                  </a:lnTo>
                  <a:lnTo>
                    <a:pt x="1984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h2207"/>
            <p:cNvSpPr/>
            <p:nvPr/>
          </p:nvSpPr>
          <p:spPr>
            <a:xfrm>
              <a:off x="1699134" y="25071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h2208"/>
            <p:cNvSpPr/>
            <p:nvPr/>
          </p:nvSpPr>
          <p:spPr>
            <a:xfrm>
              <a:off x="1695120" y="2506345"/>
              <a:ext cx="166" cy="59"/>
            </a:xfrm>
            <a:custGeom>
              <a:avLst/>
              <a:pathLst>
                <a:path w="166" h="59">
                  <a:moveTo>
                    <a:pt x="166" y="0"/>
                  </a:moveTo>
                  <a:lnTo>
                    <a:pt x="0" y="5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h2209"/>
            <p:cNvSpPr/>
            <p:nvPr/>
          </p:nvSpPr>
          <p:spPr>
            <a:xfrm>
              <a:off x="1692342" y="2501105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h2210"/>
            <p:cNvSpPr/>
            <p:nvPr/>
          </p:nvSpPr>
          <p:spPr>
            <a:xfrm>
              <a:off x="1691938" y="2499990"/>
              <a:ext cx="774" cy="1105"/>
            </a:xfrm>
            <a:custGeom>
              <a:avLst/>
              <a:pathLst>
                <a:path w="774" h="1105">
                  <a:moveTo>
                    <a:pt x="739" y="0"/>
                  </a:moveTo>
                  <a:lnTo>
                    <a:pt x="774" y="1105"/>
                  </a:lnTo>
                  <a:lnTo>
                    <a:pt x="0" y="33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h2211"/>
            <p:cNvSpPr/>
            <p:nvPr/>
          </p:nvSpPr>
          <p:spPr>
            <a:xfrm>
              <a:off x="1691098" y="2497417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h2212"/>
            <p:cNvSpPr/>
            <p:nvPr/>
          </p:nvSpPr>
          <p:spPr>
            <a:xfrm>
              <a:off x="1676707" y="2423563"/>
              <a:ext cx="76750" cy="97154"/>
            </a:xfrm>
            <a:custGeom>
              <a:avLst/>
              <a:pathLst>
                <a:path w="76750" h="97154">
                  <a:moveTo>
                    <a:pt x="76750" y="15836"/>
                  </a:moveTo>
                  <a:lnTo>
                    <a:pt x="76187" y="16503"/>
                  </a:lnTo>
                  <a:lnTo>
                    <a:pt x="73451" y="16264"/>
                  </a:lnTo>
                  <a:lnTo>
                    <a:pt x="71466" y="15123"/>
                  </a:lnTo>
                  <a:lnTo>
                    <a:pt x="68679" y="16861"/>
                  </a:lnTo>
                  <a:lnTo>
                    <a:pt x="64230" y="27952"/>
                  </a:lnTo>
                  <a:lnTo>
                    <a:pt x="58901" y="33669"/>
                  </a:lnTo>
                  <a:lnTo>
                    <a:pt x="54670" y="37259"/>
                  </a:lnTo>
                  <a:lnTo>
                    <a:pt x="48994" y="38260"/>
                  </a:lnTo>
                  <a:lnTo>
                    <a:pt x="47108" y="39845"/>
                  </a:lnTo>
                  <a:lnTo>
                    <a:pt x="45765" y="49619"/>
                  </a:lnTo>
                  <a:lnTo>
                    <a:pt x="44070" y="51795"/>
                  </a:lnTo>
                  <a:lnTo>
                    <a:pt x="43830" y="53995"/>
                  </a:lnTo>
                  <a:lnTo>
                    <a:pt x="44874" y="57334"/>
                  </a:lnTo>
                  <a:lnTo>
                    <a:pt x="44434" y="61382"/>
                  </a:lnTo>
                  <a:lnTo>
                    <a:pt x="41430" y="61944"/>
                  </a:lnTo>
                  <a:lnTo>
                    <a:pt x="43173" y="65686"/>
                  </a:lnTo>
                  <a:lnTo>
                    <a:pt x="46917" y="66643"/>
                  </a:lnTo>
                  <a:lnTo>
                    <a:pt x="48050" y="69442"/>
                  </a:lnTo>
                  <a:lnTo>
                    <a:pt x="49401" y="80199"/>
                  </a:lnTo>
                  <a:lnTo>
                    <a:pt x="46582" y="80198"/>
                  </a:lnTo>
                  <a:lnTo>
                    <a:pt x="44287" y="81738"/>
                  </a:lnTo>
                  <a:lnTo>
                    <a:pt x="44788" y="82815"/>
                  </a:lnTo>
                  <a:lnTo>
                    <a:pt x="51835" y="83984"/>
                  </a:lnTo>
                  <a:lnTo>
                    <a:pt x="56215" y="87352"/>
                  </a:lnTo>
                  <a:lnTo>
                    <a:pt x="52160" y="93946"/>
                  </a:lnTo>
                  <a:lnTo>
                    <a:pt x="51060" y="95521"/>
                  </a:lnTo>
                  <a:lnTo>
                    <a:pt x="48225" y="93753"/>
                  </a:lnTo>
                  <a:lnTo>
                    <a:pt x="45841" y="93192"/>
                  </a:lnTo>
                  <a:lnTo>
                    <a:pt x="41307" y="94591"/>
                  </a:lnTo>
                  <a:lnTo>
                    <a:pt x="38078" y="97154"/>
                  </a:lnTo>
                  <a:lnTo>
                    <a:pt x="23494" y="83218"/>
                  </a:lnTo>
                  <a:lnTo>
                    <a:pt x="21970" y="82573"/>
                  </a:lnTo>
                  <a:lnTo>
                    <a:pt x="15675" y="72632"/>
                  </a:lnTo>
                  <a:lnTo>
                    <a:pt x="14338" y="65381"/>
                  </a:lnTo>
                  <a:lnTo>
                    <a:pt x="8451" y="56595"/>
                  </a:lnTo>
                  <a:lnTo>
                    <a:pt x="0" y="47802"/>
                  </a:lnTo>
                  <a:lnTo>
                    <a:pt x="2839" y="30923"/>
                  </a:lnTo>
                  <a:lnTo>
                    <a:pt x="11485" y="30241"/>
                  </a:lnTo>
                  <a:lnTo>
                    <a:pt x="10458" y="25935"/>
                  </a:lnTo>
                  <a:lnTo>
                    <a:pt x="11465" y="22296"/>
                  </a:lnTo>
                  <a:lnTo>
                    <a:pt x="17454" y="21565"/>
                  </a:lnTo>
                  <a:lnTo>
                    <a:pt x="22921" y="22458"/>
                  </a:lnTo>
                  <a:lnTo>
                    <a:pt x="26213" y="24342"/>
                  </a:lnTo>
                  <a:lnTo>
                    <a:pt x="29630" y="29129"/>
                  </a:lnTo>
                  <a:lnTo>
                    <a:pt x="34920" y="33686"/>
                  </a:lnTo>
                  <a:lnTo>
                    <a:pt x="37456" y="33885"/>
                  </a:lnTo>
                  <a:lnTo>
                    <a:pt x="39014" y="32938"/>
                  </a:lnTo>
                  <a:lnTo>
                    <a:pt x="45940" y="25069"/>
                  </a:lnTo>
                  <a:lnTo>
                    <a:pt x="48790" y="26739"/>
                  </a:lnTo>
                  <a:lnTo>
                    <a:pt x="49606" y="21507"/>
                  </a:lnTo>
                  <a:lnTo>
                    <a:pt x="55993" y="19179"/>
                  </a:lnTo>
                  <a:lnTo>
                    <a:pt x="51293" y="14083"/>
                  </a:lnTo>
                  <a:lnTo>
                    <a:pt x="61694" y="0"/>
                  </a:lnTo>
                  <a:lnTo>
                    <a:pt x="74183" y="8853"/>
                  </a:lnTo>
                  <a:lnTo>
                    <a:pt x="75463" y="12244"/>
                  </a:lnTo>
                  <a:lnTo>
                    <a:pt x="76256" y="1187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h2213"/>
            <p:cNvSpPr/>
            <p:nvPr/>
          </p:nvSpPr>
          <p:spPr>
            <a:xfrm>
              <a:off x="1470206" y="2039610"/>
              <a:ext cx="74958" cy="91433"/>
            </a:xfrm>
            <a:custGeom>
              <a:avLst/>
              <a:pathLst>
                <a:path w="74958" h="91433">
                  <a:moveTo>
                    <a:pt x="22708" y="659"/>
                  </a:moveTo>
                  <a:lnTo>
                    <a:pt x="27855" y="2496"/>
                  </a:lnTo>
                  <a:lnTo>
                    <a:pt x="29027" y="3160"/>
                  </a:lnTo>
                  <a:lnTo>
                    <a:pt x="38000" y="3032"/>
                  </a:lnTo>
                  <a:lnTo>
                    <a:pt x="47032" y="826"/>
                  </a:lnTo>
                  <a:lnTo>
                    <a:pt x="51750" y="1937"/>
                  </a:lnTo>
                  <a:lnTo>
                    <a:pt x="53196" y="6764"/>
                  </a:lnTo>
                  <a:lnTo>
                    <a:pt x="47394" y="10879"/>
                  </a:lnTo>
                  <a:lnTo>
                    <a:pt x="47613" y="17139"/>
                  </a:lnTo>
                  <a:lnTo>
                    <a:pt x="49423" y="19552"/>
                  </a:lnTo>
                  <a:lnTo>
                    <a:pt x="55491" y="18733"/>
                  </a:lnTo>
                  <a:lnTo>
                    <a:pt x="56595" y="22067"/>
                  </a:lnTo>
                  <a:lnTo>
                    <a:pt x="61961" y="21961"/>
                  </a:lnTo>
                  <a:lnTo>
                    <a:pt x="67772" y="29407"/>
                  </a:lnTo>
                  <a:lnTo>
                    <a:pt x="69998" y="33902"/>
                  </a:lnTo>
                  <a:lnTo>
                    <a:pt x="70459" y="41983"/>
                  </a:lnTo>
                  <a:lnTo>
                    <a:pt x="69849" y="43871"/>
                  </a:lnTo>
                  <a:lnTo>
                    <a:pt x="63698" y="48694"/>
                  </a:lnTo>
                  <a:lnTo>
                    <a:pt x="69448" y="55906"/>
                  </a:lnTo>
                  <a:lnTo>
                    <a:pt x="74332" y="63783"/>
                  </a:lnTo>
                  <a:lnTo>
                    <a:pt x="74958" y="65956"/>
                  </a:lnTo>
                  <a:lnTo>
                    <a:pt x="73263" y="70154"/>
                  </a:lnTo>
                  <a:lnTo>
                    <a:pt x="69971" y="72605"/>
                  </a:lnTo>
                  <a:lnTo>
                    <a:pt x="68392" y="71964"/>
                  </a:lnTo>
                  <a:lnTo>
                    <a:pt x="67832" y="72392"/>
                  </a:lnTo>
                  <a:lnTo>
                    <a:pt x="68125" y="79440"/>
                  </a:lnTo>
                  <a:lnTo>
                    <a:pt x="65584" y="81901"/>
                  </a:lnTo>
                  <a:lnTo>
                    <a:pt x="66048" y="85501"/>
                  </a:lnTo>
                  <a:lnTo>
                    <a:pt x="63538" y="88407"/>
                  </a:lnTo>
                  <a:lnTo>
                    <a:pt x="51321" y="91433"/>
                  </a:lnTo>
                  <a:lnTo>
                    <a:pt x="45750" y="88008"/>
                  </a:lnTo>
                  <a:lnTo>
                    <a:pt x="45657" y="86308"/>
                  </a:lnTo>
                  <a:lnTo>
                    <a:pt x="47677" y="85434"/>
                  </a:lnTo>
                  <a:lnTo>
                    <a:pt x="49522" y="80649"/>
                  </a:lnTo>
                  <a:lnTo>
                    <a:pt x="41453" y="78972"/>
                  </a:lnTo>
                  <a:lnTo>
                    <a:pt x="41337" y="81533"/>
                  </a:lnTo>
                  <a:lnTo>
                    <a:pt x="40327" y="81115"/>
                  </a:lnTo>
                  <a:lnTo>
                    <a:pt x="37275" y="80107"/>
                  </a:lnTo>
                  <a:lnTo>
                    <a:pt x="36635" y="72102"/>
                  </a:lnTo>
                  <a:lnTo>
                    <a:pt x="38102" y="70784"/>
                  </a:lnTo>
                  <a:lnTo>
                    <a:pt x="35901" y="66190"/>
                  </a:lnTo>
                  <a:lnTo>
                    <a:pt x="29960" y="67627"/>
                  </a:lnTo>
                  <a:lnTo>
                    <a:pt x="28065" y="66601"/>
                  </a:lnTo>
                  <a:lnTo>
                    <a:pt x="24900" y="60519"/>
                  </a:lnTo>
                  <a:lnTo>
                    <a:pt x="20596" y="59829"/>
                  </a:lnTo>
                  <a:lnTo>
                    <a:pt x="29267" y="50664"/>
                  </a:lnTo>
                  <a:lnTo>
                    <a:pt x="27728" y="47518"/>
                  </a:lnTo>
                  <a:lnTo>
                    <a:pt x="24316" y="47254"/>
                  </a:lnTo>
                  <a:lnTo>
                    <a:pt x="22942" y="50522"/>
                  </a:lnTo>
                  <a:lnTo>
                    <a:pt x="20662" y="52051"/>
                  </a:lnTo>
                  <a:lnTo>
                    <a:pt x="15108" y="52052"/>
                  </a:lnTo>
                  <a:lnTo>
                    <a:pt x="14811" y="54016"/>
                  </a:lnTo>
                  <a:lnTo>
                    <a:pt x="13872" y="54817"/>
                  </a:lnTo>
                  <a:lnTo>
                    <a:pt x="8267" y="56654"/>
                  </a:lnTo>
                  <a:lnTo>
                    <a:pt x="7041" y="56120"/>
                  </a:lnTo>
                  <a:lnTo>
                    <a:pt x="2805" y="50354"/>
                  </a:lnTo>
                  <a:lnTo>
                    <a:pt x="3346" y="47656"/>
                  </a:lnTo>
                  <a:lnTo>
                    <a:pt x="4739" y="46916"/>
                  </a:lnTo>
                  <a:lnTo>
                    <a:pt x="4592" y="45993"/>
                  </a:lnTo>
                  <a:lnTo>
                    <a:pt x="0" y="44535"/>
                  </a:lnTo>
                  <a:lnTo>
                    <a:pt x="3134" y="40804"/>
                  </a:lnTo>
                  <a:lnTo>
                    <a:pt x="7978" y="32841"/>
                  </a:lnTo>
                  <a:lnTo>
                    <a:pt x="10024" y="30718"/>
                  </a:lnTo>
                  <a:lnTo>
                    <a:pt x="12379" y="30577"/>
                  </a:lnTo>
                  <a:lnTo>
                    <a:pt x="14309" y="28450"/>
                  </a:lnTo>
                  <a:lnTo>
                    <a:pt x="13391" y="24816"/>
                  </a:lnTo>
                  <a:lnTo>
                    <a:pt x="22702" y="8287"/>
                  </a:lnTo>
                  <a:lnTo>
                    <a:pt x="27286" y="7834"/>
                  </a:lnTo>
                  <a:lnTo>
                    <a:pt x="19005" y="6133"/>
                  </a:lnTo>
                  <a:lnTo>
                    <a:pt x="18979" y="3819"/>
                  </a:lnTo>
                  <a:lnTo>
                    <a:pt x="20528" y="873"/>
                  </a:lnTo>
                  <a:lnTo>
                    <a:pt x="2208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h2214"/>
            <p:cNvSpPr/>
            <p:nvPr/>
          </p:nvSpPr>
          <p:spPr>
            <a:xfrm>
              <a:off x="1530644" y="2189417"/>
              <a:ext cx="55742" cy="106211"/>
            </a:xfrm>
            <a:custGeom>
              <a:avLst/>
              <a:pathLst>
                <a:path w="55742" h="106211">
                  <a:moveTo>
                    <a:pt x="43579" y="4877"/>
                  </a:moveTo>
                  <a:lnTo>
                    <a:pt x="45538" y="15455"/>
                  </a:lnTo>
                  <a:lnTo>
                    <a:pt x="51831" y="16101"/>
                  </a:lnTo>
                  <a:lnTo>
                    <a:pt x="50255" y="17748"/>
                  </a:lnTo>
                  <a:lnTo>
                    <a:pt x="50516" y="25592"/>
                  </a:lnTo>
                  <a:lnTo>
                    <a:pt x="43804" y="30767"/>
                  </a:lnTo>
                  <a:lnTo>
                    <a:pt x="42654" y="42824"/>
                  </a:lnTo>
                  <a:lnTo>
                    <a:pt x="38355" y="43360"/>
                  </a:lnTo>
                  <a:lnTo>
                    <a:pt x="37375" y="45495"/>
                  </a:lnTo>
                  <a:lnTo>
                    <a:pt x="38760" y="48223"/>
                  </a:lnTo>
                  <a:lnTo>
                    <a:pt x="36292" y="51354"/>
                  </a:lnTo>
                  <a:lnTo>
                    <a:pt x="31447" y="54134"/>
                  </a:lnTo>
                  <a:lnTo>
                    <a:pt x="26109" y="60539"/>
                  </a:lnTo>
                  <a:lnTo>
                    <a:pt x="31180" y="59558"/>
                  </a:lnTo>
                  <a:lnTo>
                    <a:pt x="31072" y="63802"/>
                  </a:lnTo>
                  <a:lnTo>
                    <a:pt x="34680" y="64461"/>
                  </a:lnTo>
                  <a:lnTo>
                    <a:pt x="38041" y="71071"/>
                  </a:lnTo>
                  <a:lnTo>
                    <a:pt x="41620" y="71137"/>
                  </a:lnTo>
                  <a:lnTo>
                    <a:pt x="46241" y="69594"/>
                  </a:lnTo>
                  <a:lnTo>
                    <a:pt x="51330" y="71294"/>
                  </a:lnTo>
                  <a:lnTo>
                    <a:pt x="55742" y="80608"/>
                  </a:lnTo>
                  <a:lnTo>
                    <a:pt x="54258" y="82766"/>
                  </a:lnTo>
                  <a:lnTo>
                    <a:pt x="53694" y="83300"/>
                  </a:lnTo>
                  <a:lnTo>
                    <a:pt x="54258" y="86314"/>
                  </a:lnTo>
                  <a:lnTo>
                    <a:pt x="53792" y="87662"/>
                  </a:lnTo>
                  <a:lnTo>
                    <a:pt x="50470" y="88581"/>
                  </a:lnTo>
                  <a:lnTo>
                    <a:pt x="46671" y="92220"/>
                  </a:lnTo>
                  <a:lnTo>
                    <a:pt x="46852" y="97486"/>
                  </a:lnTo>
                  <a:lnTo>
                    <a:pt x="39082" y="105124"/>
                  </a:lnTo>
                  <a:lnTo>
                    <a:pt x="34228" y="105537"/>
                  </a:lnTo>
                  <a:lnTo>
                    <a:pt x="31909" y="104840"/>
                  </a:lnTo>
                  <a:lnTo>
                    <a:pt x="31854" y="106211"/>
                  </a:lnTo>
                  <a:lnTo>
                    <a:pt x="28324" y="103014"/>
                  </a:lnTo>
                  <a:lnTo>
                    <a:pt x="23813" y="101316"/>
                  </a:lnTo>
                  <a:lnTo>
                    <a:pt x="22065" y="95289"/>
                  </a:lnTo>
                  <a:lnTo>
                    <a:pt x="19669" y="91898"/>
                  </a:lnTo>
                  <a:lnTo>
                    <a:pt x="14387" y="93059"/>
                  </a:lnTo>
                  <a:lnTo>
                    <a:pt x="13772" y="91724"/>
                  </a:lnTo>
                  <a:lnTo>
                    <a:pt x="9249" y="84448"/>
                  </a:lnTo>
                  <a:lnTo>
                    <a:pt x="9347" y="81664"/>
                  </a:lnTo>
                  <a:lnTo>
                    <a:pt x="7307" y="79528"/>
                  </a:lnTo>
                  <a:lnTo>
                    <a:pt x="3025" y="79082"/>
                  </a:lnTo>
                  <a:lnTo>
                    <a:pt x="4493" y="76353"/>
                  </a:lnTo>
                  <a:lnTo>
                    <a:pt x="6451" y="75578"/>
                  </a:lnTo>
                  <a:lnTo>
                    <a:pt x="8256" y="77628"/>
                  </a:lnTo>
                  <a:lnTo>
                    <a:pt x="9515" y="77696"/>
                  </a:lnTo>
                  <a:lnTo>
                    <a:pt x="10542" y="71049"/>
                  </a:lnTo>
                  <a:lnTo>
                    <a:pt x="17314" y="71389"/>
                  </a:lnTo>
                  <a:lnTo>
                    <a:pt x="17605" y="68406"/>
                  </a:lnTo>
                  <a:lnTo>
                    <a:pt x="16489" y="67321"/>
                  </a:lnTo>
                  <a:lnTo>
                    <a:pt x="14394" y="67047"/>
                  </a:lnTo>
                  <a:lnTo>
                    <a:pt x="9971" y="55801"/>
                  </a:lnTo>
                  <a:lnTo>
                    <a:pt x="13175" y="52577"/>
                  </a:lnTo>
                  <a:lnTo>
                    <a:pt x="13378" y="51120"/>
                  </a:lnTo>
                  <a:lnTo>
                    <a:pt x="4738" y="45361"/>
                  </a:lnTo>
                  <a:lnTo>
                    <a:pt x="3001" y="27994"/>
                  </a:lnTo>
                  <a:lnTo>
                    <a:pt x="5195" y="24517"/>
                  </a:lnTo>
                  <a:lnTo>
                    <a:pt x="0" y="24451"/>
                  </a:lnTo>
                  <a:lnTo>
                    <a:pt x="248" y="22404"/>
                  </a:lnTo>
                  <a:lnTo>
                    <a:pt x="2568" y="17558"/>
                  </a:lnTo>
                  <a:lnTo>
                    <a:pt x="6036" y="19044"/>
                  </a:lnTo>
                  <a:lnTo>
                    <a:pt x="9539" y="17444"/>
                  </a:lnTo>
                  <a:lnTo>
                    <a:pt x="10956" y="16079"/>
                  </a:lnTo>
                  <a:lnTo>
                    <a:pt x="10235" y="14058"/>
                  </a:lnTo>
                  <a:lnTo>
                    <a:pt x="10671" y="12999"/>
                  </a:lnTo>
                  <a:lnTo>
                    <a:pt x="14772" y="16097"/>
                  </a:lnTo>
                  <a:lnTo>
                    <a:pt x="20107" y="13746"/>
                  </a:lnTo>
                  <a:lnTo>
                    <a:pt x="24681" y="8202"/>
                  </a:lnTo>
                  <a:lnTo>
                    <a:pt x="27770" y="6829"/>
                  </a:lnTo>
                  <a:lnTo>
                    <a:pt x="32241" y="6910"/>
                  </a:lnTo>
                  <a:lnTo>
                    <a:pt x="35974" y="6056"/>
                  </a:lnTo>
                  <a:lnTo>
                    <a:pt x="40888" y="3491"/>
                  </a:lnTo>
                  <a:lnTo>
                    <a:pt x="38617" y="1814"/>
                  </a:lnTo>
                  <a:lnTo>
                    <a:pt x="4434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h2215"/>
            <p:cNvSpPr/>
            <p:nvPr/>
          </p:nvSpPr>
          <p:spPr>
            <a:xfrm>
              <a:off x="1501601" y="2210658"/>
              <a:ext cx="46648" cy="56455"/>
            </a:xfrm>
            <a:custGeom>
              <a:avLst/>
              <a:pathLst>
                <a:path w="46648" h="56455">
                  <a:moveTo>
                    <a:pt x="16269" y="1209"/>
                  </a:moveTo>
                  <a:lnTo>
                    <a:pt x="26555" y="3259"/>
                  </a:lnTo>
                  <a:lnTo>
                    <a:pt x="29042" y="3210"/>
                  </a:lnTo>
                  <a:lnTo>
                    <a:pt x="34237" y="3276"/>
                  </a:lnTo>
                  <a:lnTo>
                    <a:pt x="32043" y="6753"/>
                  </a:lnTo>
                  <a:lnTo>
                    <a:pt x="33781" y="24120"/>
                  </a:lnTo>
                  <a:lnTo>
                    <a:pt x="42421" y="29879"/>
                  </a:lnTo>
                  <a:lnTo>
                    <a:pt x="42217" y="31336"/>
                  </a:lnTo>
                  <a:lnTo>
                    <a:pt x="39013" y="34560"/>
                  </a:lnTo>
                  <a:lnTo>
                    <a:pt x="43436" y="45806"/>
                  </a:lnTo>
                  <a:lnTo>
                    <a:pt x="45531" y="46080"/>
                  </a:lnTo>
                  <a:lnTo>
                    <a:pt x="46648" y="47165"/>
                  </a:lnTo>
                  <a:lnTo>
                    <a:pt x="46356" y="50148"/>
                  </a:lnTo>
                  <a:lnTo>
                    <a:pt x="39584" y="49808"/>
                  </a:lnTo>
                  <a:lnTo>
                    <a:pt x="38557" y="56455"/>
                  </a:lnTo>
                  <a:lnTo>
                    <a:pt x="37298" y="56387"/>
                  </a:lnTo>
                  <a:lnTo>
                    <a:pt x="35494" y="54337"/>
                  </a:lnTo>
                  <a:lnTo>
                    <a:pt x="33660" y="47516"/>
                  </a:lnTo>
                  <a:lnTo>
                    <a:pt x="30767" y="47536"/>
                  </a:lnTo>
                  <a:lnTo>
                    <a:pt x="28355" y="45546"/>
                  </a:lnTo>
                  <a:lnTo>
                    <a:pt x="32486" y="43645"/>
                  </a:lnTo>
                  <a:lnTo>
                    <a:pt x="29117" y="37888"/>
                  </a:lnTo>
                  <a:lnTo>
                    <a:pt x="28096" y="32999"/>
                  </a:lnTo>
                  <a:lnTo>
                    <a:pt x="28671" y="30495"/>
                  </a:lnTo>
                  <a:lnTo>
                    <a:pt x="27745" y="27068"/>
                  </a:lnTo>
                  <a:lnTo>
                    <a:pt x="22906" y="23120"/>
                  </a:lnTo>
                  <a:lnTo>
                    <a:pt x="24475" y="22170"/>
                  </a:lnTo>
                  <a:lnTo>
                    <a:pt x="22442" y="19751"/>
                  </a:lnTo>
                  <a:lnTo>
                    <a:pt x="18441" y="22209"/>
                  </a:lnTo>
                  <a:lnTo>
                    <a:pt x="17808" y="24295"/>
                  </a:lnTo>
                  <a:lnTo>
                    <a:pt x="15806" y="26145"/>
                  </a:lnTo>
                  <a:lnTo>
                    <a:pt x="13184" y="24403"/>
                  </a:lnTo>
                  <a:lnTo>
                    <a:pt x="5072" y="29616"/>
                  </a:lnTo>
                  <a:lnTo>
                    <a:pt x="1412" y="30974"/>
                  </a:lnTo>
                  <a:lnTo>
                    <a:pt x="693" y="30560"/>
                  </a:lnTo>
                  <a:lnTo>
                    <a:pt x="879" y="28290"/>
                  </a:lnTo>
                  <a:lnTo>
                    <a:pt x="0" y="27932"/>
                  </a:lnTo>
                  <a:lnTo>
                    <a:pt x="105" y="25581"/>
                  </a:lnTo>
                  <a:lnTo>
                    <a:pt x="606" y="24926"/>
                  </a:lnTo>
                  <a:lnTo>
                    <a:pt x="1927" y="25362"/>
                  </a:lnTo>
                  <a:lnTo>
                    <a:pt x="3779" y="16531"/>
                  </a:lnTo>
                  <a:lnTo>
                    <a:pt x="6467" y="14748"/>
                  </a:lnTo>
                  <a:lnTo>
                    <a:pt x="9989" y="14453"/>
                  </a:lnTo>
                  <a:lnTo>
                    <a:pt x="12868" y="15528"/>
                  </a:lnTo>
                  <a:lnTo>
                    <a:pt x="13310" y="15073"/>
                  </a:lnTo>
                  <a:lnTo>
                    <a:pt x="13399" y="9084"/>
                  </a:lnTo>
                  <a:lnTo>
                    <a:pt x="11218" y="2696"/>
                  </a:lnTo>
                  <a:lnTo>
                    <a:pt x="1489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h2216"/>
            <p:cNvSpPr/>
            <p:nvPr/>
          </p:nvSpPr>
          <p:spPr>
            <a:xfrm>
              <a:off x="1549750" y="2254703"/>
              <a:ext cx="104646" cy="147822"/>
            </a:xfrm>
            <a:custGeom>
              <a:avLst/>
              <a:pathLst>
                <a:path w="104646" h="147822">
                  <a:moveTo>
                    <a:pt x="70537" y="283"/>
                  </a:moveTo>
                  <a:lnTo>
                    <a:pt x="74241" y="2524"/>
                  </a:lnTo>
                  <a:lnTo>
                    <a:pt x="76497" y="2500"/>
                  </a:lnTo>
                  <a:lnTo>
                    <a:pt x="79378" y="4514"/>
                  </a:lnTo>
                  <a:lnTo>
                    <a:pt x="78123" y="6421"/>
                  </a:lnTo>
                  <a:lnTo>
                    <a:pt x="78721" y="11212"/>
                  </a:lnTo>
                  <a:lnTo>
                    <a:pt x="77615" y="27061"/>
                  </a:lnTo>
                  <a:lnTo>
                    <a:pt x="84285" y="30034"/>
                  </a:lnTo>
                  <a:lnTo>
                    <a:pt x="85117" y="33579"/>
                  </a:lnTo>
                  <a:lnTo>
                    <a:pt x="89195" y="41695"/>
                  </a:lnTo>
                  <a:lnTo>
                    <a:pt x="91099" y="42401"/>
                  </a:lnTo>
                  <a:lnTo>
                    <a:pt x="98064" y="48320"/>
                  </a:lnTo>
                  <a:lnTo>
                    <a:pt x="98813" y="50001"/>
                  </a:lnTo>
                  <a:lnTo>
                    <a:pt x="96202" y="50943"/>
                  </a:lnTo>
                  <a:lnTo>
                    <a:pt x="98237" y="55420"/>
                  </a:lnTo>
                  <a:lnTo>
                    <a:pt x="99444" y="56290"/>
                  </a:lnTo>
                  <a:lnTo>
                    <a:pt x="101274" y="54635"/>
                  </a:lnTo>
                  <a:lnTo>
                    <a:pt x="103104" y="54940"/>
                  </a:lnTo>
                  <a:lnTo>
                    <a:pt x="104646" y="57015"/>
                  </a:lnTo>
                  <a:lnTo>
                    <a:pt x="104313" y="58470"/>
                  </a:lnTo>
                  <a:lnTo>
                    <a:pt x="96308" y="64650"/>
                  </a:lnTo>
                  <a:lnTo>
                    <a:pt x="90467" y="66343"/>
                  </a:lnTo>
                  <a:lnTo>
                    <a:pt x="85736" y="71535"/>
                  </a:lnTo>
                  <a:lnTo>
                    <a:pt x="87256" y="74374"/>
                  </a:lnTo>
                  <a:lnTo>
                    <a:pt x="85455" y="76216"/>
                  </a:lnTo>
                  <a:lnTo>
                    <a:pt x="87370" y="85362"/>
                  </a:lnTo>
                  <a:lnTo>
                    <a:pt x="92358" y="88288"/>
                  </a:lnTo>
                  <a:lnTo>
                    <a:pt x="93247" y="92547"/>
                  </a:lnTo>
                  <a:lnTo>
                    <a:pt x="83258" y="95554"/>
                  </a:lnTo>
                  <a:lnTo>
                    <a:pt x="84059" y="101658"/>
                  </a:lnTo>
                  <a:lnTo>
                    <a:pt x="89640" y="109049"/>
                  </a:lnTo>
                  <a:lnTo>
                    <a:pt x="93261" y="110357"/>
                  </a:lnTo>
                  <a:lnTo>
                    <a:pt x="95200" y="114318"/>
                  </a:lnTo>
                  <a:lnTo>
                    <a:pt x="94129" y="117196"/>
                  </a:lnTo>
                  <a:lnTo>
                    <a:pt x="97912" y="120221"/>
                  </a:lnTo>
                  <a:lnTo>
                    <a:pt x="95418" y="126417"/>
                  </a:lnTo>
                  <a:lnTo>
                    <a:pt x="96163" y="129240"/>
                  </a:lnTo>
                  <a:lnTo>
                    <a:pt x="94228" y="134361"/>
                  </a:lnTo>
                  <a:lnTo>
                    <a:pt x="87981" y="133307"/>
                  </a:lnTo>
                  <a:lnTo>
                    <a:pt x="82986" y="133695"/>
                  </a:lnTo>
                  <a:lnTo>
                    <a:pt x="82314" y="138686"/>
                  </a:lnTo>
                  <a:lnTo>
                    <a:pt x="85828" y="144650"/>
                  </a:lnTo>
                  <a:lnTo>
                    <a:pt x="80942" y="146051"/>
                  </a:lnTo>
                  <a:lnTo>
                    <a:pt x="81282" y="147770"/>
                  </a:lnTo>
                  <a:lnTo>
                    <a:pt x="80516" y="147586"/>
                  </a:lnTo>
                  <a:lnTo>
                    <a:pt x="73194" y="141116"/>
                  </a:lnTo>
                  <a:lnTo>
                    <a:pt x="69756" y="139717"/>
                  </a:lnTo>
                  <a:lnTo>
                    <a:pt x="69741" y="140320"/>
                  </a:lnTo>
                  <a:lnTo>
                    <a:pt x="75532" y="144992"/>
                  </a:lnTo>
                  <a:lnTo>
                    <a:pt x="76127" y="147088"/>
                  </a:lnTo>
                  <a:lnTo>
                    <a:pt x="74796" y="147822"/>
                  </a:lnTo>
                  <a:lnTo>
                    <a:pt x="66301" y="140824"/>
                  </a:lnTo>
                  <a:lnTo>
                    <a:pt x="61977" y="136372"/>
                  </a:lnTo>
                  <a:lnTo>
                    <a:pt x="44127" y="123539"/>
                  </a:lnTo>
                  <a:lnTo>
                    <a:pt x="42331" y="121188"/>
                  </a:lnTo>
                  <a:lnTo>
                    <a:pt x="53573" y="124766"/>
                  </a:lnTo>
                  <a:lnTo>
                    <a:pt x="56498" y="123044"/>
                  </a:lnTo>
                  <a:lnTo>
                    <a:pt x="60567" y="118047"/>
                  </a:lnTo>
                  <a:lnTo>
                    <a:pt x="61807" y="117677"/>
                  </a:lnTo>
                  <a:lnTo>
                    <a:pt x="62483" y="118165"/>
                  </a:lnTo>
                  <a:lnTo>
                    <a:pt x="63664" y="117493"/>
                  </a:lnTo>
                  <a:lnTo>
                    <a:pt x="65435" y="113318"/>
                  </a:lnTo>
                  <a:lnTo>
                    <a:pt x="62319" y="107790"/>
                  </a:lnTo>
                  <a:lnTo>
                    <a:pt x="54854" y="111532"/>
                  </a:lnTo>
                  <a:lnTo>
                    <a:pt x="53201" y="106309"/>
                  </a:lnTo>
                  <a:lnTo>
                    <a:pt x="58365" y="103201"/>
                  </a:lnTo>
                  <a:lnTo>
                    <a:pt x="52756" y="96887"/>
                  </a:lnTo>
                  <a:lnTo>
                    <a:pt x="52772" y="94121"/>
                  </a:lnTo>
                  <a:lnTo>
                    <a:pt x="48798" y="93763"/>
                  </a:lnTo>
                  <a:lnTo>
                    <a:pt x="40365" y="97940"/>
                  </a:lnTo>
                  <a:lnTo>
                    <a:pt x="37674" y="99947"/>
                  </a:lnTo>
                  <a:lnTo>
                    <a:pt x="36899" y="100957"/>
                  </a:lnTo>
                  <a:lnTo>
                    <a:pt x="35490" y="108327"/>
                  </a:lnTo>
                  <a:lnTo>
                    <a:pt x="33790" y="108172"/>
                  </a:lnTo>
                  <a:lnTo>
                    <a:pt x="28244" y="104344"/>
                  </a:lnTo>
                  <a:lnTo>
                    <a:pt x="34713" y="110051"/>
                  </a:lnTo>
                  <a:lnTo>
                    <a:pt x="35842" y="111447"/>
                  </a:lnTo>
                  <a:lnTo>
                    <a:pt x="35308" y="112178"/>
                  </a:lnTo>
                  <a:lnTo>
                    <a:pt x="32471" y="110893"/>
                  </a:lnTo>
                  <a:lnTo>
                    <a:pt x="31252" y="108447"/>
                  </a:lnTo>
                  <a:lnTo>
                    <a:pt x="26006" y="104139"/>
                  </a:lnTo>
                  <a:lnTo>
                    <a:pt x="17957" y="99390"/>
                  </a:lnTo>
                  <a:lnTo>
                    <a:pt x="9312" y="92892"/>
                  </a:lnTo>
                  <a:lnTo>
                    <a:pt x="5789" y="91458"/>
                  </a:lnTo>
                  <a:lnTo>
                    <a:pt x="1912" y="87699"/>
                  </a:lnTo>
                  <a:lnTo>
                    <a:pt x="630" y="87986"/>
                  </a:lnTo>
                  <a:lnTo>
                    <a:pt x="0" y="87256"/>
                  </a:lnTo>
                  <a:lnTo>
                    <a:pt x="2479" y="86926"/>
                  </a:lnTo>
                  <a:lnTo>
                    <a:pt x="21885" y="100633"/>
                  </a:lnTo>
                  <a:lnTo>
                    <a:pt x="30853" y="96387"/>
                  </a:lnTo>
                  <a:lnTo>
                    <a:pt x="30782" y="89286"/>
                  </a:lnTo>
                  <a:lnTo>
                    <a:pt x="35408" y="70881"/>
                  </a:lnTo>
                  <a:lnTo>
                    <a:pt x="39465" y="70992"/>
                  </a:lnTo>
                  <a:lnTo>
                    <a:pt x="41038" y="68032"/>
                  </a:lnTo>
                  <a:lnTo>
                    <a:pt x="41085" y="66527"/>
                  </a:lnTo>
                  <a:lnTo>
                    <a:pt x="38958" y="62355"/>
                  </a:lnTo>
                  <a:lnTo>
                    <a:pt x="34814" y="59011"/>
                  </a:lnTo>
                  <a:lnTo>
                    <a:pt x="25806" y="54063"/>
                  </a:lnTo>
                  <a:lnTo>
                    <a:pt x="25824" y="51510"/>
                  </a:lnTo>
                  <a:lnTo>
                    <a:pt x="24723" y="48593"/>
                  </a:lnTo>
                  <a:lnTo>
                    <a:pt x="17001" y="44230"/>
                  </a:lnTo>
                  <a:lnTo>
                    <a:pt x="12748" y="40924"/>
                  </a:lnTo>
                  <a:lnTo>
                    <a:pt x="12802" y="39553"/>
                  </a:lnTo>
                  <a:lnTo>
                    <a:pt x="15121" y="40250"/>
                  </a:lnTo>
                  <a:lnTo>
                    <a:pt x="19975" y="39838"/>
                  </a:lnTo>
                  <a:lnTo>
                    <a:pt x="27745" y="32200"/>
                  </a:lnTo>
                  <a:lnTo>
                    <a:pt x="27565" y="26934"/>
                  </a:lnTo>
                  <a:lnTo>
                    <a:pt x="31364" y="23295"/>
                  </a:lnTo>
                  <a:lnTo>
                    <a:pt x="34685" y="22376"/>
                  </a:lnTo>
                  <a:lnTo>
                    <a:pt x="35152" y="21027"/>
                  </a:lnTo>
                  <a:lnTo>
                    <a:pt x="34587" y="18013"/>
                  </a:lnTo>
                  <a:lnTo>
                    <a:pt x="35151" y="17479"/>
                  </a:lnTo>
                  <a:lnTo>
                    <a:pt x="41428" y="17490"/>
                  </a:lnTo>
                  <a:lnTo>
                    <a:pt x="47767" y="22285"/>
                  </a:lnTo>
                  <a:lnTo>
                    <a:pt x="53027" y="24516"/>
                  </a:lnTo>
                  <a:lnTo>
                    <a:pt x="56543" y="19282"/>
                  </a:lnTo>
                  <a:lnTo>
                    <a:pt x="52812" y="11915"/>
                  </a:lnTo>
                  <a:lnTo>
                    <a:pt x="50470" y="8928"/>
                  </a:lnTo>
                  <a:lnTo>
                    <a:pt x="52350" y="7218"/>
                  </a:lnTo>
                  <a:lnTo>
                    <a:pt x="56531" y="7098"/>
                  </a:lnTo>
                  <a:lnTo>
                    <a:pt x="58480" y="11866"/>
                  </a:lnTo>
                  <a:lnTo>
                    <a:pt x="57743" y="12818"/>
                  </a:lnTo>
                  <a:lnTo>
                    <a:pt x="66773" y="14777"/>
                  </a:lnTo>
                  <a:lnTo>
                    <a:pt x="64770" y="5531"/>
                  </a:lnTo>
                  <a:lnTo>
                    <a:pt x="6278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h2217"/>
            <p:cNvSpPr/>
            <p:nvPr/>
          </p:nvSpPr>
          <p:spPr>
            <a:xfrm>
              <a:off x="1457743" y="2111574"/>
              <a:ext cx="134950" cy="102343"/>
            </a:xfrm>
            <a:custGeom>
              <a:avLst/>
              <a:pathLst>
                <a:path w="134950" h="102343">
                  <a:moveTo>
                    <a:pt x="82434" y="641"/>
                  </a:moveTo>
                  <a:lnTo>
                    <a:pt x="80949" y="1699"/>
                  </a:lnTo>
                  <a:lnTo>
                    <a:pt x="92305" y="20325"/>
                  </a:lnTo>
                  <a:lnTo>
                    <a:pt x="96679" y="27733"/>
                  </a:lnTo>
                  <a:lnTo>
                    <a:pt x="96777" y="31254"/>
                  </a:lnTo>
                  <a:lnTo>
                    <a:pt x="98221" y="32931"/>
                  </a:lnTo>
                  <a:lnTo>
                    <a:pt x="101409" y="32972"/>
                  </a:lnTo>
                  <a:lnTo>
                    <a:pt x="103425" y="34833"/>
                  </a:lnTo>
                  <a:lnTo>
                    <a:pt x="104360" y="38660"/>
                  </a:lnTo>
                  <a:lnTo>
                    <a:pt x="107088" y="39059"/>
                  </a:lnTo>
                  <a:lnTo>
                    <a:pt x="109010" y="35237"/>
                  </a:lnTo>
                  <a:lnTo>
                    <a:pt x="111770" y="34655"/>
                  </a:lnTo>
                  <a:lnTo>
                    <a:pt x="115201" y="36006"/>
                  </a:lnTo>
                  <a:lnTo>
                    <a:pt x="121701" y="36299"/>
                  </a:lnTo>
                  <a:lnTo>
                    <a:pt x="125878" y="35502"/>
                  </a:lnTo>
                  <a:lnTo>
                    <a:pt x="128622" y="36917"/>
                  </a:lnTo>
                  <a:lnTo>
                    <a:pt x="131129" y="40636"/>
                  </a:lnTo>
                  <a:lnTo>
                    <a:pt x="132196" y="43654"/>
                  </a:lnTo>
                  <a:lnTo>
                    <a:pt x="131029" y="51022"/>
                  </a:lnTo>
                  <a:lnTo>
                    <a:pt x="134234" y="54007"/>
                  </a:lnTo>
                  <a:lnTo>
                    <a:pt x="134950" y="56204"/>
                  </a:lnTo>
                  <a:lnTo>
                    <a:pt x="132767" y="58498"/>
                  </a:lnTo>
                  <a:lnTo>
                    <a:pt x="130147" y="58218"/>
                  </a:lnTo>
                  <a:lnTo>
                    <a:pt x="122411" y="62484"/>
                  </a:lnTo>
                  <a:lnTo>
                    <a:pt x="122947" y="68816"/>
                  </a:lnTo>
                  <a:lnTo>
                    <a:pt x="121895" y="74693"/>
                  </a:lnTo>
                  <a:lnTo>
                    <a:pt x="117243" y="77843"/>
                  </a:lnTo>
                  <a:lnTo>
                    <a:pt x="111518" y="79658"/>
                  </a:lnTo>
                  <a:lnTo>
                    <a:pt x="113789" y="81335"/>
                  </a:lnTo>
                  <a:lnTo>
                    <a:pt x="108875" y="83900"/>
                  </a:lnTo>
                  <a:lnTo>
                    <a:pt x="105142" y="84753"/>
                  </a:lnTo>
                  <a:lnTo>
                    <a:pt x="100671" y="84672"/>
                  </a:lnTo>
                  <a:lnTo>
                    <a:pt x="97582" y="86046"/>
                  </a:lnTo>
                  <a:lnTo>
                    <a:pt x="93008" y="91589"/>
                  </a:lnTo>
                  <a:lnTo>
                    <a:pt x="87672" y="93940"/>
                  </a:lnTo>
                  <a:lnTo>
                    <a:pt x="83572" y="90843"/>
                  </a:lnTo>
                  <a:lnTo>
                    <a:pt x="83136" y="91901"/>
                  </a:lnTo>
                  <a:lnTo>
                    <a:pt x="83857" y="93923"/>
                  </a:lnTo>
                  <a:lnTo>
                    <a:pt x="82440" y="95288"/>
                  </a:lnTo>
                  <a:lnTo>
                    <a:pt x="78936" y="96887"/>
                  </a:lnTo>
                  <a:lnTo>
                    <a:pt x="75469" y="95401"/>
                  </a:lnTo>
                  <a:lnTo>
                    <a:pt x="73149" y="100247"/>
                  </a:lnTo>
                  <a:lnTo>
                    <a:pt x="72900" y="102295"/>
                  </a:lnTo>
                  <a:lnTo>
                    <a:pt x="70413" y="102343"/>
                  </a:lnTo>
                  <a:lnTo>
                    <a:pt x="60127" y="100293"/>
                  </a:lnTo>
                  <a:lnTo>
                    <a:pt x="58753" y="99084"/>
                  </a:lnTo>
                  <a:lnTo>
                    <a:pt x="57366" y="96690"/>
                  </a:lnTo>
                  <a:lnTo>
                    <a:pt x="51292" y="95178"/>
                  </a:lnTo>
                  <a:lnTo>
                    <a:pt x="46289" y="92966"/>
                  </a:lnTo>
                  <a:lnTo>
                    <a:pt x="45116" y="91768"/>
                  </a:lnTo>
                  <a:lnTo>
                    <a:pt x="45205" y="90081"/>
                  </a:lnTo>
                  <a:lnTo>
                    <a:pt x="46918" y="88585"/>
                  </a:lnTo>
                  <a:lnTo>
                    <a:pt x="47284" y="86272"/>
                  </a:lnTo>
                  <a:lnTo>
                    <a:pt x="45898" y="84442"/>
                  </a:lnTo>
                  <a:lnTo>
                    <a:pt x="42774" y="81772"/>
                  </a:lnTo>
                  <a:lnTo>
                    <a:pt x="39508" y="80293"/>
                  </a:lnTo>
                  <a:lnTo>
                    <a:pt x="33946" y="79560"/>
                  </a:lnTo>
                  <a:lnTo>
                    <a:pt x="33991" y="77778"/>
                  </a:lnTo>
                  <a:lnTo>
                    <a:pt x="32027" y="76836"/>
                  </a:lnTo>
                  <a:lnTo>
                    <a:pt x="30749" y="82375"/>
                  </a:lnTo>
                  <a:lnTo>
                    <a:pt x="29521" y="83131"/>
                  </a:lnTo>
                  <a:lnTo>
                    <a:pt x="21732" y="82409"/>
                  </a:lnTo>
                  <a:lnTo>
                    <a:pt x="19425" y="85894"/>
                  </a:lnTo>
                  <a:lnTo>
                    <a:pt x="18068" y="86352"/>
                  </a:lnTo>
                  <a:lnTo>
                    <a:pt x="6972" y="85916"/>
                  </a:lnTo>
                  <a:lnTo>
                    <a:pt x="3090" y="81994"/>
                  </a:lnTo>
                  <a:lnTo>
                    <a:pt x="2298" y="75720"/>
                  </a:lnTo>
                  <a:lnTo>
                    <a:pt x="0" y="73371"/>
                  </a:lnTo>
                  <a:lnTo>
                    <a:pt x="1566" y="68358"/>
                  </a:lnTo>
                  <a:lnTo>
                    <a:pt x="3534" y="68928"/>
                  </a:lnTo>
                  <a:lnTo>
                    <a:pt x="7588" y="68547"/>
                  </a:lnTo>
                  <a:lnTo>
                    <a:pt x="9640" y="65087"/>
                  </a:lnTo>
                  <a:lnTo>
                    <a:pt x="8169" y="63356"/>
                  </a:lnTo>
                  <a:lnTo>
                    <a:pt x="9070" y="60636"/>
                  </a:lnTo>
                  <a:lnTo>
                    <a:pt x="13646" y="59747"/>
                  </a:lnTo>
                  <a:lnTo>
                    <a:pt x="14027" y="54019"/>
                  </a:lnTo>
                  <a:lnTo>
                    <a:pt x="10387" y="53782"/>
                  </a:lnTo>
                  <a:lnTo>
                    <a:pt x="12232" y="48520"/>
                  </a:lnTo>
                  <a:lnTo>
                    <a:pt x="16148" y="41074"/>
                  </a:lnTo>
                  <a:lnTo>
                    <a:pt x="14384" y="39125"/>
                  </a:lnTo>
                  <a:lnTo>
                    <a:pt x="14706" y="38436"/>
                  </a:lnTo>
                  <a:lnTo>
                    <a:pt x="25241" y="39799"/>
                  </a:lnTo>
                  <a:lnTo>
                    <a:pt x="27307" y="37876"/>
                  </a:lnTo>
                  <a:lnTo>
                    <a:pt x="28802" y="34755"/>
                  </a:lnTo>
                  <a:lnTo>
                    <a:pt x="30954" y="33224"/>
                  </a:lnTo>
                  <a:lnTo>
                    <a:pt x="33610" y="36209"/>
                  </a:lnTo>
                  <a:lnTo>
                    <a:pt x="36966" y="36487"/>
                  </a:lnTo>
                  <a:lnTo>
                    <a:pt x="43121" y="28220"/>
                  </a:lnTo>
                  <a:lnTo>
                    <a:pt x="51811" y="23206"/>
                  </a:lnTo>
                  <a:lnTo>
                    <a:pt x="51342" y="11893"/>
                  </a:lnTo>
                  <a:lnTo>
                    <a:pt x="52789" y="9151"/>
                  </a:lnTo>
                  <a:lnTo>
                    <a:pt x="53800" y="9569"/>
                  </a:lnTo>
                  <a:lnTo>
                    <a:pt x="53916" y="7007"/>
                  </a:lnTo>
                  <a:lnTo>
                    <a:pt x="61985" y="8685"/>
                  </a:lnTo>
                  <a:lnTo>
                    <a:pt x="60140" y="13470"/>
                  </a:lnTo>
                  <a:lnTo>
                    <a:pt x="58120" y="14343"/>
                  </a:lnTo>
                  <a:lnTo>
                    <a:pt x="58213" y="16043"/>
                  </a:lnTo>
                  <a:lnTo>
                    <a:pt x="63784" y="19469"/>
                  </a:lnTo>
                  <a:lnTo>
                    <a:pt x="76001" y="16443"/>
                  </a:lnTo>
                  <a:lnTo>
                    <a:pt x="78511" y="13536"/>
                  </a:lnTo>
                  <a:lnTo>
                    <a:pt x="78047" y="9937"/>
                  </a:lnTo>
                  <a:lnTo>
                    <a:pt x="80588" y="7476"/>
                  </a:lnTo>
                  <a:lnTo>
                    <a:pt x="80295" y="428"/>
                  </a:lnTo>
                  <a:lnTo>
                    <a:pt x="8085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h2218"/>
            <p:cNvSpPr/>
            <p:nvPr/>
          </p:nvSpPr>
          <p:spPr>
            <a:xfrm>
              <a:off x="1421597" y="2188410"/>
              <a:ext cx="94899" cy="72037"/>
            </a:xfrm>
            <a:custGeom>
              <a:avLst/>
              <a:pathLst>
                <a:path w="94899" h="72037">
                  <a:moveTo>
                    <a:pt x="70136" y="942"/>
                  </a:moveTo>
                  <a:lnTo>
                    <a:pt x="70092" y="2724"/>
                  </a:lnTo>
                  <a:lnTo>
                    <a:pt x="75654" y="3456"/>
                  </a:lnTo>
                  <a:lnTo>
                    <a:pt x="78920" y="4936"/>
                  </a:lnTo>
                  <a:lnTo>
                    <a:pt x="82044" y="7605"/>
                  </a:lnTo>
                  <a:lnTo>
                    <a:pt x="83430" y="9435"/>
                  </a:lnTo>
                  <a:lnTo>
                    <a:pt x="83064" y="11748"/>
                  </a:lnTo>
                  <a:lnTo>
                    <a:pt x="81350" y="13245"/>
                  </a:lnTo>
                  <a:lnTo>
                    <a:pt x="81262" y="14932"/>
                  </a:lnTo>
                  <a:lnTo>
                    <a:pt x="82435" y="16130"/>
                  </a:lnTo>
                  <a:lnTo>
                    <a:pt x="87438" y="18342"/>
                  </a:lnTo>
                  <a:lnTo>
                    <a:pt x="93512" y="19853"/>
                  </a:lnTo>
                  <a:lnTo>
                    <a:pt x="94899" y="22248"/>
                  </a:lnTo>
                  <a:lnTo>
                    <a:pt x="91222" y="24944"/>
                  </a:lnTo>
                  <a:lnTo>
                    <a:pt x="93404" y="31332"/>
                  </a:lnTo>
                  <a:lnTo>
                    <a:pt x="93314" y="37321"/>
                  </a:lnTo>
                  <a:lnTo>
                    <a:pt x="92872" y="37776"/>
                  </a:lnTo>
                  <a:lnTo>
                    <a:pt x="89993" y="36701"/>
                  </a:lnTo>
                  <a:lnTo>
                    <a:pt x="86471" y="36996"/>
                  </a:lnTo>
                  <a:lnTo>
                    <a:pt x="83783" y="38779"/>
                  </a:lnTo>
                  <a:lnTo>
                    <a:pt x="81931" y="47610"/>
                  </a:lnTo>
                  <a:lnTo>
                    <a:pt x="80610" y="47174"/>
                  </a:lnTo>
                  <a:lnTo>
                    <a:pt x="80109" y="47829"/>
                  </a:lnTo>
                  <a:lnTo>
                    <a:pt x="80004" y="50180"/>
                  </a:lnTo>
                  <a:lnTo>
                    <a:pt x="79976" y="51031"/>
                  </a:lnTo>
                  <a:lnTo>
                    <a:pt x="74196" y="51942"/>
                  </a:lnTo>
                  <a:lnTo>
                    <a:pt x="72678" y="54721"/>
                  </a:lnTo>
                  <a:lnTo>
                    <a:pt x="71843" y="58953"/>
                  </a:lnTo>
                  <a:lnTo>
                    <a:pt x="72754" y="60740"/>
                  </a:lnTo>
                  <a:lnTo>
                    <a:pt x="72151" y="68340"/>
                  </a:lnTo>
                  <a:lnTo>
                    <a:pt x="70746" y="72037"/>
                  </a:lnTo>
                  <a:lnTo>
                    <a:pt x="70054" y="72019"/>
                  </a:lnTo>
                  <a:lnTo>
                    <a:pt x="63917" y="63404"/>
                  </a:lnTo>
                  <a:lnTo>
                    <a:pt x="54052" y="57227"/>
                  </a:lnTo>
                  <a:lnTo>
                    <a:pt x="39757" y="51028"/>
                  </a:lnTo>
                  <a:lnTo>
                    <a:pt x="26628" y="47743"/>
                  </a:lnTo>
                  <a:lnTo>
                    <a:pt x="15305" y="41704"/>
                  </a:lnTo>
                  <a:lnTo>
                    <a:pt x="3428" y="38919"/>
                  </a:lnTo>
                  <a:lnTo>
                    <a:pt x="1784" y="35998"/>
                  </a:lnTo>
                  <a:lnTo>
                    <a:pt x="0" y="33283"/>
                  </a:lnTo>
                  <a:lnTo>
                    <a:pt x="8259" y="30685"/>
                  </a:lnTo>
                  <a:lnTo>
                    <a:pt x="12001" y="33055"/>
                  </a:lnTo>
                  <a:lnTo>
                    <a:pt x="12300" y="37696"/>
                  </a:lnTo>
                  <a:lnTo>
                    <a:pt x="14785" y="36586"/>
                  </a:lnTo>
                  <a:lnTo>
                    <a:pt x="17263" y="31427"/>
                  </a:lnTo>
                  <a:lnTo>
                    <a:pt x="16158" y="26001"/>
                  </a:lnTo>
                  <a:lnTo>
                    <a:pt x="16209" y="25164"/>
                  </a:lnTo>
                  <a:lnTo>
                    <a:pt x="17473" y="24213"/>
                  </a:lnTo>
                  <a:lnTo>
                    <a:pt x="23825" y="24672"/>
                  </a:lnTo>
                  <a:lnTo>
                    <a:pt x="24006" y="27105"/>
                  </a:lnTo>
                  <a:lnTo>
                    <a:pt x="25199" y="28391"/>
                  </a:lnTo>
                  <a:lnTo>
                    <a:pt x="26129" y="28609"/>
                  </a:lnTo>
                  <a:lnTo>
                    <a:pt x="27740" y="27497"/>
                  </a:lnTo>
                  <a:lnTo>
                    <a:pt x="26847" y="20101"/>
                  </a:lnTo>
                  <a:lnTo>
                    <a:pt x="24335" y="19978"/>
                  </a:lnTo>
                  <a:lnTo>
                    <a:pt x="23706" y="19098"/>
                  </a:lnTo>
                  <a:lnTo>
                    <a:pt x="26727" y="14455"/>
                  </a:lnTo>
                  <a:lnTo>
                    <a:pt x="27605" y="15026"/>
                  </a:lnTo>
                  <a:lnTo>
                    <a:pt x="31375" y="13177"/>
                  </a:lnTo>
                  <a:lnTo>
                    <a:pt x="33135" y="10483"/>
                  </a:lnTo>
                  <a:lnTo>
                    <a:pt x="32212" y="9880"/>
                  </a:lnTo>
                  <a:lnTo>
                    <a:pt x="33693" y="5702"/>
                  </a:lnTo>
                  <a:lnTo>
                    <a:pt x="36377" y="5532"/>
                  </a:lnTo>
                  <a:lnTo>
                    <a:pt x="38212" y="6685"/>
                  </a:lnTo>
                  <a:lnTo>
                    <a:pt x="39236" y="5158"/>
                  </a:lnTo>
                  <a:lnTo>
                    <a:pt x="43118" y="9079"/>
                  </a:lnTo>
                  <a:lnTo>
                    <a:pt x="54214" y="9516"/>
                  </a:lnTo>
                  <a:lnTo>
                    <a:pt x="55571" y="9057"/>
                  </a:lnTo>
                  <a:lnTo>
                    <a:pt x="57878" y="5573"/>
                  </a:lnTo>
                  <a:lnTo>
                    <a:pt x="65667" y="6295"/>
                  </a:lnTo>
                  <a:lnTo>
                    <a:pt x="66895" y="5539"/>
                  </a:lnTo>
                  <a:lnTo>
                    <a:pt x="6817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h2219"/>
            <p:cNvSpPr/>
            <p:nvPr/>
          </p:nvSpPr>
          <p:spPr>
            <a:xfrm>
              <a:off x="1279429" y="1711439"/>
              <a:ext cx="68233" cy="82371"/>
            </a:xfrm>
            <a:custGeom>
              <a:avLst/>
              <a:pathLst>
                <a:path w="68233" h="82371">
                  <a:moveTo>
                    <a:pt x="33726" y="167"/>
                  </a:moveTo>
                  <a:lnTo>
                    <a:pt x="34138" y="1956"/>
                  </a:lnTo>
                  <a:lnTo>
                    <a:pt x="34126" y="3315"/>
                  </a:lnTo>
                  <a:lnTo>
                    <a:pt x="36717" y="3047"/>
                  </a:lnTo>
                  <a:lnTo>
                    <a:pt x="40172" y="9785"/>
                  </a:lnTo>
                  <a:lnTo>
                    <a:pt x="40452" y="18779"/>
                  </a:lnTo>
                  <a:lnTo>
                    <a:pt x="42452" y="19611"/>
                  </a:lnTo>
                  <a:lnTo>
                    <a:pt x="42352" y="18821"/>
                  </a:lnTo>
                  <a:lnTo>
                    <a:pt x="44951" y="18216"/>
                  </a:lnTo>
                  <a:lnTo>
                    <a:pt x="45949" y="19659"/>
                  </a:lnTo>
                  <a:lnTo>
                    <a:pt x="47411" y="25781"/>
                  </a:lnTo>
                  <a:lnTo>
                    <a:pt x="52835" y="32500"/>
                  </a:lnTo>
                  <a:lnTo>
                    <a:pt x="57651" y="30914"/>
                  </a:lnTo>
                  <a:lnTo>
                    <a:pt x="57613" y="34418"/>
                  </a:lnTo>
                  <a:lnTo>
                    <a:pt x="57265" y="38248"/>
                  </a:lnTo>
                  <a:lnTo>
                    <a:pt x="61920" y="38949"/>
                  </a:lnTo>
                  <a:lnTo>
                    <a:pt x="62430" y="45545"/>
                  </a:lnTo>
                  <a:lnTo>
                    <a:pt x="63932" y="47245"/>
                  </a:lnTo>
                  <a:lnTo>
                    <a:pt x="68233" y="43407"/>
                  </a:lnTo>
                  <a:lnTo>
                    <a:pt x="67159" y="63758"/>
                  </a:lnTo>
                  <a:lnTo>
                    <a:pt x="67585" y="67147"/>
                  </a:lnTo>
                  <a:lnTo>
                    <a:pt x="55292" y="67706"/>
                  </a:lnTo>
                  <a:lnTo>
                    <a:pt x="52509" y="67083"/>
                  </a:lnTo>
                  <a:lnTo>
                    <a:pt x="50354" y="77538"/>
                  </a:lnTo>
                  <a:lnTo>
                    <a:pt x="42855" y="75716"/>
                  </a:lnTo>
                  <a:lnTo>
                    <a:pt x="42212" y="76071"/>
                  </a:lnTo>
                  <a:lnTo>
                    <a:pt x="41538" y="82089"/>
                  </a:lnTo>
                  <a:lnTo>
                    <a:pt x="40236" y="81870"/>
                  </a:lnTo>
                  <a:lnTo>
                    <a:pt x="37963" y="76378"/>
                  </a:lnTo>
                  <a:lnTo>
                    <a:pt x="30974" y="72226"/>
                  </a:lnTo>
                  <a:lnTo>
                    <a:pt x="24159" y="76700"/>
                  </a:lnTo>
                  <a:lnTo>
                    <a:pt x="22459" y="80662"/>
                  </a:lnTo>
                  <a:lnTo>
                    <a:pt x="14059" y="74577"/>
                  </a:lnTo>
                  <a:lnTo>
                    <a:pt x="12206" y="77413"/>
                  </a:lnTo>
                  <a:lnTo>
                    <a:pt x="10470" y="82371"/>
                  </a:lnTo>
                  <a:lnTo>
                    <a:pt x="5409" y="80198"/>
                  </a:lnTo>
                  <a:lnTo>
                    <a:pt x="5343" y="76437"/>
                  </a:lnTo>
                  <a:lnTo>
                    <a:pt x="3125" y="76416"/>
                  </a:lnTo>
                  <a:lnTo>
                    <a:pt x="4987" y="68985"/>
                  </a:lnTo>
                  <a:lnTo>
                    <a:pt x="6310" y="68826"/>
                  </a:lnTo>
                  <a:lnTo>
                    <a:pt x="6885" y="69599"/>
                  </a:lnTo>
                  <a:lnTo>
                    <a:pt x="9758" y="66842"/>
                  </a:lnTo>
                  <a:lnTo>
                    <a:pt x="11218" y="59725"/>
                  </a:lnTo>
                  <a:lnTo>
                    <a:pt x="10135" y="57635"/>
                  </a:lnTo>
                  <a:lnTo>
                    <a:pt x="4852" y="52818"/>
                  </a:lnTo>
                  <a:lnTo>
                    <a:pt x="3658" y="53340"/>
                  </a:lnTo>
                  <a:lnTo>
                    <a:pt x="965" y="50871"/>
                  </a:lnTo>
                  <a:lnTo>
                    <a:pt x="7612" y="48552"/>
                  </a:lnTo>
                  <a:lnTo>
                    <a:pt x="4734" y="45112"/>
                  </a:lnTo>
                  <a:lnTo>
                    <a:pt x="0" y="37322"/>
                  </a:lnTo>
                  <a:lnTo>
                    <a:pt x="1905" y="32919"/>
                  </a:lnTo>
                  <a:lnTo>
                    <a:pt x="4254" y="31528"/>
                  </a:lnTo>
                  <a:lnTo>
                    <a:pt x="7271" y="27092"/>
                  </a:lnTo>
                  <a:lnTo>
                    <a:pt x="4068" y="27923"/>
                  </a:lnTo>
                  <a:lnTo>
                    <a:pt x="4351" y="20978"/>
                  </a:lnTo>
                  <a:lnTo>
                    <a:pt x="3186" y="15097"/>
                  </a:lnTo>
                  <a:lnTo>
                    <a:pt x="3482" y="12966"/>
                  </a:lnTo>
                  <a:lnTo>
                    <a:pt x="5544" y="15107"/>
                  </a:lnTo>
                  <a:lnTo>
                    <a:pt x="6834" y="14577"/>
                  </a:lnTo>
                  <a:lnTo>
                    <a:pt x="8940" y="11539"/>
                  </a:lnTo>
                  <a:lnTo>
                    <a:pt x="21676" y="3668"/>
                  </a:lnTo>
                  <a:lnTo>
                    <a:pt x="260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h2220"/>
            <p:cNvSpPr/>
            <p:nvPr/>
          </p:nvSpPr>
          <p:spPr>
            <a:xfrm>
              <a:off x="1341644" y="1685237"/>
              <a:ext cx="71871" cy="51284"/>
            </a:xfrm>
            <a:custGeom>
              <a:avLst/>
              <a:pathLst>
                <a:path w="71871" h="51284">
                  <a:moveTo>
                    <a:pt x="56711" y="2019"/>
                  </a:moveTo>
                  <a:lnTo>
                    <a:pt x="61058" y="8434"/>
                  </a:lnTo>
                  <a:lnTo>
                    <a:pt x="59542" y="10256"/>
                  </a:lnTo>
                  <a:lnTo>
                    <a:pt x="60584" y="12275"/>
                  </a:lnTo>
                  <a:lnTo>
                    <a:pt x="67549" y="15638"/>
                  </a:lnTo>
                  <a:lnTo>
                    <a:pt x="71871" y="15850"/>
                  </a:lnTo>
                  <a:lnTo>
                    <a:pt x="68850" y="19417"/>
                  </a:lnTo>
                  <a:lnTo>
                    <a:pt x="67934" y="23984"/>
                  </a:lnTo>
                  <a:lnTo>
                    <a:pt x="69095" y="27874"/>
                  </a:lnTo>
                  <a:lnTo>
                    <a:pt x="68087" y="31340"/>
                  </a:lnTo>
                  <a:lnTo>
                    <a:pt x="64222" y="29590"/>
                  </a:lnTo>
                  <a:lnTo>
                    <a:pt x="58493" y="28780"/>
                  </a:lnTo>
                  <a:lnTo>
                    <a:pt x="60978" y="37375"/>
                  </a:lnTo>
                  <a:lnTo>
                    <a:pt x="42619" y="47984"/>
                  </a:lnTo>
                  <a:lnTo>
                    <a:pt x="36867" y="48368"/>
                  </a:lnTo>
                  <a:lnTo>
                    <a:pt x="33369" y="47456"/>
                  </a:lnTo>
                  <a:lnTo>
                    <a:pt x="27968" y="50718"/>
                  </a:lnTo>
                  <a:lnTo>
                    <a:pt x="23835" y="51284"/>
                  </a:lnTo>
                  <a:lnTo>
                    <a:pt x="20724" y="48236"/>
                  </a:lnTo>
                  <a:lnTo>
                    <a:pt x="17738" y="47589"/>
                  </a:lnTo>
                  <a:lnTo>
                    <a:pt x="11436" y="47667"/>
                  </a:lnTo>
                  <a:lnTo>
                    <a:pt x="9241" y="48636"/>
                  </a:lnTo>
                  <a:lnTo>
                    <a:pt x="11701" y="50642"/>
                  </a:lnTo>
                  <a:lnTo>
                    <a:pt x="10039" y="51059"/>
                  </a:lnTo>
                  <a:lnTo>
                    <a:pt x="5606" y="49026"/>
                  </a:lnTo>
                  <a:lnTo>
                    <a:pt x="3697" y="45134"/>
                  </a:lnTo>
                  <a:lnTo>
                    <a:pt x="7909" y="36504"/>
                  </a:lnTo>
                  <a:lnTo>
                    <a:pt x="7420" y="30037"/>
                  </a:lnTo>
                  <a:lnTo>
                    <a:pt x="11115" y="29752"/>
                  </a:lnTo>
                  <a:lnTo>
                    <a:pt x="10918" y="26843"/>
                  </a:lnTo>
                  <a:lnTo>
                    <a:pt x="8575" y="27373"/>
                  </a:lnTo>
                  <a:lnTo>
                    <a:pt x="7558" y="25862"/>
                  </a:lnTo>
                  <a:lnTo>
                    <a:pt x="8149" y="22993"/>
                  </a:lnTo>
                  <a:lnTo>
                    <a:pt x="4919" y="22963"/>
                  </a:lnTo>
                  <a:lnTo>
                    <a:pt x="5884" y="19488"/>
                  </a:lnTo>
                  <a:lnTo>
                    <a:pt x="2427" y="19348"/>
                  </a:lnTo>
                  <a:lnTo>
                    <a:pt x="0" y="11676"/>
                  </a:lnTo>
                  <a:lnTo>
                    <a:pt x="6815" y="9780"/>
                  </a:lnTo>
                  <a:lnTo>
                    <a:pt x="11773" y="12228"/>
                  </a:lnTo>
                  <a:lnTo>
                    <a:pt x="13454" y="15138"/>
                  </a:lnTo>
                  <a:lnTo>
                    <a:pt x="15622" y="16487"/>
                  </a:lnTo>
                  <a:lnTo>
                    <a:pt x="21655" y="16188"/>
                  </a:lnTo>
                  <a:lnTo>
                    <a:pt x="21427" y="13377"/>
                  </a:lnTo>
                  <a:lnTo>
                    <a:pt x="19847" y="13828"/>
                  </a:lnTo>
                  <a:lnTo>
                    <a:pt x="20167" y="11830"/>
                  </a:lnTo>
                  <a:lnTo>
                    <a:pt x="23560" y="9285"/>
                  </a:lnTo>
                  <a:lnTo>
                    <a:pt x="29322" y="8592"/>
                  </a:lnTo>
                  <a:lnTo>
                    <a:pt x="30635" y="10242"/>
                  </a:lnTo>
                  <a:lnTo>
                    <a:pt x="42515" y="10324"/>
                  </a:lnTo>
                  <a:lnTo>
                    <a:pt x="43491" y="7378"/>
                  </a:lnTo>
                  <a:lnTo>
                    <a:pt x="50318" y="7950"/>
                  </a:lnTo>
                  <a:lnTo>
                    <a:pt x="49294" y="3890"/>
                  </a:lnTo>
                  <a:lnTo>
                    <a:pt x="52471" y="1064"/>
                  </a:lnTo>
                  <a:lnTo>
                    <a:pt x="5449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h2221"/>
            <p:cNvSpPr/>
            <p:nvPr/>
          </p:nvSpPr>
          <p:spPr>
            <a:xfrm>
              <a:off x="1341304" y="2047276"/>
              <a:ext cx="90780" cy="76736"/>
            </a:xfrm>
            <a:custGeom>
              <a:avLst/>
              <a:pathLst>
                <a:path w="90780" h="76736">
                  <a:moveTo>
                    <a:pt x="15260" y="633"/>
                  </a:moveTo>
                  <a:lnTo>
                    <a:pt x="19866" y="2508"/>
                  </a:lnTo>
                  <a:lnTo>
                    <a:pt x="21993" y="6618"/>
                  </a:lnTo>
                  <a:lnTo>
                    <a:pt x="26683" y="9103"/>
                  </a:lnTo>
                  <a:lnTo>
                    <a:pt x="30936" y="9336"/>
                  </a:lnTo>
                  <a:lnTo>
                    <a:pt x="35740" y="9590"/>
                  </a:lnTo>
                  <a:lnTo>
                    <a:pt x="35684" y="10696"/>
                  </a:lnTo>
                  <a:lnTo>
                    <a:pt x="44234" y="11139"/>
                  </a:lnTo>
                  <a:lnTo>
                    <a:pt x="44195" y="12632"/>
                  </a:lnTo>
                  <a:lnTo>
                    <a:pt x="52382" y="13068"/>
                  </a:lnTo>
                  <a:lnTo>
                    <a:pt x="57302" y="17705"/>
                  </a:lnTo>
                  <a:lnTo>
                    <a:pt x="71645" y="38211"/>
                  </a:lnTo>
                  <a:lnTo>
                    <a:pt x="80133" y="32943"/>
                  </a:lnTo>
                  <a:lnTo>
                    <a:pt x="81964" y="33432"/>
                  </a:lnTo>
                  <a:lnTo>
                    <a:pt x="83206" y="33762"/>
                  </a:lnTo>
                  <a:lnTo>
                    <a:pt x="81571" y="41449"/>
                  </a:lnTo>
                  <a:lnTo>
                    <a:pt x="83186" y="44039"/>
                  </a:lnTo>
                  <a:lnTo>
                    <a:pt x="88208" y="48086"/>
                  </a:lnTo>
                  <a:lnTo>
                    <a:pt x="83627" y="49373"/>
                  </a:lnTo>
                  <a:lnTo>
                    <a:pt x="84609" y="52747"/>
                  </a:lnTo>
                  <a:lnTo>
                    <a:pt x="89269" y="60856"/>
                  </a:lnTo>
                  <a:lnTo>
                    <a:pt x="90780" y="65524"/>
                  </a:lnTo>
                  <a:lnTo>
                    <a:pt x="83227" y="70978"/>
                  </a:lnTo>
                  <a:lnTo>
                    <a:pt x="80886" y="75194"/>
                  </a:lnTo>
                  <a:lnTo>
                    <a:pt x="78061" y="76736"/>
                  </a:lnTo>
                  <a:lnTo>
                    <a:pt x="73230" y="76046"/>
                  </a:lnTo>
                  <a:lnTo>
                    <a:pt x="67963" y="72482"/>
                  </a:lnTo>
                  <a:lnTo>
                    <a:pt x="64514" y="74513"/>
                  </a:lnTo>
                  <a:lnTo>
                    <a:pt x="63301" y="73987"/>
                  </a:lnTo>
                  <a:lnTo>
                    <a:pt x="64531" y="63045"/>
                  </a:lnTo>
                  <a:lnTo>
                    <a:pt x="63901" y="54769"/>
                  </a:lnTo>
                  <a:lnTo>
                    <a:pt x="62717" y="50442"/>
                  </a:lnTo>
                  <a:lnTo>
                    <a:pt x="59315" y="44614"/>
                  </a:lnTo>
                  <a:lnTo>
                    <a:pt x="54299" y="40237"/>
                  </a:lnTo>
                  <a:lnTo>
                    <a:pt x="51898" y="35886"/>
                  </a:lnTo>
                  <a:lnTo>
                    <a:pt x="49824" y="33510"/>
                  </a:lnTo>
                  <a:lnTo>
                    <a:pt x="46293" y="31300"/>
                  </a:lnTo>
                  <a:lnTo>
                    <a:pt x="47051" y="31242"/>
                  </a:lnTo>
                  <a:lnTo>
                    <a:pt x="46573" y="25612"/>
                  </a:lnTo>
                  <a:lnTo>
                    <a:pt x="42925" y="25606"/>
                  </a:lnTo>
                  <a:lnTo>
                    <a:pt x="38102" y="20405"/>
                  </a:lnTo>
                  <a:lnTo>
                    <a:pt x="37137" y="20265"/>
                  </a:lnTo>
                  <a:lnTo>
                    <a:pt x="34326" y="23638"/>
                  </a:lnTo>
                  <a:lnTo>
                    <a:pt x="33887" y="25124"/>
                  </a:lnTo>
                  <a:lnTo>
                    <a:pt x="36215" y="26852"/>
                  </a:lnTo>
                  <a:lnTo>
                    <a:pt x="38652" y="30128"/>
                  </a:lnTo>
                  <a:lnTo>
                    <a:pt x="33808" y="28552"/>
                  </a:lnTo>
                  <a:lnTo>
                    <a:pt x="26512" y="27295"/>
                  </a:lnTo>
                  <a:lnTo>
                    <a:pt x="23025" y="27600"/>
                  </a:lnTo>
                  <a:lnTo>
                    <a:pt x="22231" y="29454"/>
                  </a:lnTo>
                  <a:lnTo>
                    <a:pt x="21522" y="29661"/>
                  </a:lnTo>
                  <a:lnTo>
                    <a:pt x="11457" y="25312"/>
                  </a:lnTo>
                  <a:lnTo>
                    <a:pt x="5909" y="19487"/>
                  </a:lnTo>
                  <a:lnTo>
                    <a:pt x="2878" y="14446"/>
                  </a:lnTo>
                  <a:lnTo>
                    <a:pt x="0" y="799"/>
                  </a:lnTo>
                  <a:lnTo>
                    <a:pt x="14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h2222"/>
            <p:cNvSpPr/>
            <p:nvPr/>
          </p:nvSpPr>
          <p:spPr>
            <a:xfrm>
              <a:off x="1232984" y="1712595"/>
              <a:ext cx="53716" cy="47942"/>
            </a:xfrm>
            <a:custGeom>
              <a:avLst/>
              <a:pathLst>
                <a:path w="53716" h="47942">
                  <a:moveTo>
                    <a:pt x="34912" y="1791"/>
                  </a:moveTo>
                  <a:lnTo>
                    <a:pt x="32363" y="3652"/>
                  </a:lnTo>
                  <a:lnTo>
                    <a:pt x="31698" y="2937"/>
                  </a:lnTo>
                  <a:lnTo>
                    <a:pt x="32620" y="4285"/>
                  </a:lnTo>
                  <a:lnTo>
                    <a:pt x="37924" y="1579"/>
                  </a:lnTo>
                  <a:lnTo>
                    <a:pt x="41496" y="4139"/>
                  </a:lnTo>
                  <a:lnTo>
                    <a:pt x="43064" y="4015"/>
                  </a:lnTo>
                  <a:lnTo>
                    <a:pt x="45244" y="5762"/>
                  </a:lnTo>
                  <a:lnTo>
                    <a:pt x="49631" y="13941"/>
                  </a:lnTo>
                  <a:lnTo>
                    <a:pt x="50795" y="19822"/>
                  </a:lnTo>
                  <a:lnTo>
                    <a:pt x="50513" y="26767"/>
                  </a:lnTo>
                  <a:lnTo>
                    <a:pt x="53716" y="25936"/>
                  </a:lnTo>
                  <a:lnTo>
                    <a:pt x="50699" y="30372"/>
                  </a:lnTo>
                  <a:lnTo>
                    <a:pt x="48350" y="31763"/>
                  </a:lnTo>
                  <a:lnTo>
                    <a:pt x="46444" y="36166"/>
                  </a:lnTo>
                  <a:lnTo>
                    <a:pt x="38171" y="36054"/>
                  </a:lnTo>
                  <a:lnTo>
                    <a:pt x="40569" y="41142"/>
                  </a:lnTo>
                  <a:lnTo>
                    <a:pt x="34766" y="46145"/>
                  </a:lnTo>
                  <a:lnTo>
                    <a:pt x="34342" y="47942"/>
                  </a:lnTo>
                  <a:lnTo>
                    <a:pt x="29106" y="42857"/>
                  </a:lnTo>
                  <a:lnTo>
                    <a:pt x="31633" y="38576"/>
                  </a:lnTo>
                  <a:lnTo>
                    <a:pt x="28181" y="37467"/>
                  </a:lnTo>
                  <a:lnTo>
                    <a:pt x="25896" y="37063"/>
                  </a:lnTo>
                  <a:lnTo>
                    <a:pt x="20878" y="40080"/>
                  </a:lnTo>
                  <a:lnTo>
                    <a:pt x="19345" y="43079"/>
                  </a:lnTo>
                  <a:lnTo>
                    <a:pt x="4897" y="42142"/>
                  </a:lnTo>
                  <a:lnTo>
                    <a:pt x="5075" y="39572"/>
                  </a:lnTo>
                  <a:lnTo>
                    <a:pt x="3177" y="36371"/>
                  </a:lnTo>
                  <a:lnTo>
                    <a:pt x="0" y="37069"/>
                  </a:lnTo>
                  <a:lnTo>
                    <a:pt x="239" y="33765"/>
                  </a:lnTo>
                  <a:lnTo>
                    <a:pt x="10647" y="34110"/>
                  </a:lnTo>
                  <a:lnTo>
                    <a:pt x="10193" y="30191"/>
                  </a:lnTo>
                  <a:lnTo>
                    <a:pt x="6431" y="31205"/>
                  </a:lnTo>
                  <a:lnTo>
                    <a:pt x="1646" y="30513"/>
                  </a:lnTo>
                  <a:lnTo>
                    <a:pt x="3936" y="24060"/>
                  </a:lnTo>
                  <a:lnTo>
                    <a:pt x="9446" y="25681"/>
                  </a:lnTo>
                  <a:lnTo>
                    <a:pt x="9020" y="22446"/>
                  </a:lnTo>
                  <a:lnTo>
                    <a:pt x="16960" y="20739"/>
                  </a:lnTo>
                  <a:lnTo>
                    <a:pt x="16405" y="16800"/>
                  </a:lnTo>
                  <a:lnTo>
                    <a:pt x="23677" y="16528"/>
                  </a:lnTo>
                  <a:lnTo>
                    <a:pt x="28105" y="18216"/>
                  </a:lnTo>
                  <a:lnTo>
                    <a:pt x="29230" y="14463"/>
                  </a:lnTo>
                  <a:lnTo>
                    <a:pt x="23456" y="12169"/>
                  </a:lnTo>
                  <a:lnTo>
                    <a:pt x="29213" y="6975"/>
                  </a:lnTo>
                  <a:lnTo>
                    <a:pt x="26815" y="587"/>
                  </a:lnTo>
                  <a:lnTo>
                    <a:pt x="3335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h2223"/>
            <p:cNvSpPr/>
            <p:nvPr/>
          </p:nvSpPr>
          <p:spPr>
            <a:xfrm>
              <a:off x="1435731" y="1642076"/>
              <a:ext cx="59069" cy="50018"/>
            </a:xfrm>
            <a:custGeom>
              <a:avLst/>
              <a:pathLst>
                <a:path w="59069" h="50018">
                  <a:moveTo>
                    <a:pt x="10041" y="1505"/>
                  </a:moveTo>
                  <a:lnTo>
                    <a:pt x="12901" y="6544"/>
                  </a:lnTo>
                  <a:lnTo>
                    <a:pt x="12186" y="8330"/>
                  </a:lnTo>
                  <a:lnTo>
                    <a:pt x="20908" y="11260"/>
                  </a:lnTo>
                  <a:lnTo>
                    <a:pt x="21284" y="9825"/>
                  </a:lnTo>
                  <a:lnTo>
                    <a:pt x="26165" y="9452"/>
                  </a:lnTo>
                  <a:lnTo>
                    <a:pt x="27637" y="10434"/>
                  </a:lnTo>
                  <a:lnTo>
                    <a:pt x="27745" y="12823"/>
                  </a:lnTo>
                  <a:lnTo>
                    <a:pt x="31699" y="14109"/>
                  </a:lnTo>
                  <a:lnTo>
                    <a:pt x="35625" y="11908"/>
                  </a:lnTo>
                  <a:lnTo>
                    <a:pt x="39567" y="14093"/>
                  </a:lnTo>
                  <a:lnTo>
                    <a:pt x="39826" y="17366"/>
                  </a:lnTo>
                  <a:lnTo>
                    <a:pt x="43151" y="20033"/>
                  </a:lnTo>
                  <a:lnTo>
                    <a:pt x="47029" y="25039"/>
                  </a:lnTo>
                  <a:lnTo>
                    <a:pt x="46434" y="29649"/>
                  </a:lnTo>
                  <a:lnTo>
                    <a:pt x="47112" y="32914"/>
                  </a:lnTo>
                  <a:lnTo>
                    <a:pt x="50869" y="37937"/>
                  </a:lnTo>
                  <a:lnTo>
                    <a:pt x="51773" y="38710"/>
                  </a:lnTo>
                  <a:lnTo>
                    <a:pt x="58762" y="38692"/>
                  </a:lnTo>
                  <a:lnTo>
                    <a:pt x="59069" y="40354"/>
                  </a:lnTo>
                  <a:lnTo>
                    <a:pt x="57830" y="47818"/>
                  </a:lnTo>
                  <a:lnTo>
                    <a:pt x="56404" y="49245"/>
                  </a:lnTo>
                  <a:lnTo>
                    <a:pt x="51072" y="48411"/>
                  </a:lnTo>
                  <a:lnTo>
                    <a:pt x="48776" y="49402"/>
                  </a:lnTo>
                  <a:lnTo>
                    <a:pt x="48647" y="50018"/>
                  </a:lnTo>
                  <a:lnTo>
                    <a:pt x="39301" y="47184"/>
                  </a:lnTo>
                  <a:lnTo>
                    <a:pt x="34514" y="48023"/>
                  </a:lnTo>
                  <a:lnTo>
                    <a:pt x="33197" y="44444"/>
                  </a:lnTo>
                  <a:lnTo>
                    <a:pt x="33314" y="37559"/>
                  </a:lnTo>
                  <a:lnTo>
                    <a:pt x="18126" y="38996"/>
                  </a:lnTo>
                  <a:lnTo>
                    <a:pt x="14401" y="38037"/>
                  </a:lnTo>
                  <a:lnTo>
                    <a:pt x="10334" y="35383"/>
                  </a:lnTo>
                  <a:lnTo>
                    <a:pt x="8171" y="34932"/>
                  </a:lnTo>
                  <a:lnTo>
                    <a:pt x="6960" y="36281"/>
                  </a:lnTo>
                  <a:lnTo>
                    <a:pt x="5190" y="35996"/>
                  </a:lnTo>
                  <a:lnTo>
                    <a:pt x="37" y="34277"/>
                  </a:lnTo>
                  <a:lnTo>
                    <a:pt x="1360" y="28864"/>
                  </a:lnTo>
                  <a:lnTo>
                    <a:pt x="5808" y="29551"/>
                  </a:lnTo>
                  <a:lnTo>
                    <a:pt x="8338" y="20756"/>
                  </a:lnTo>
                  <a:lnTo>
                    <a:pt x="4841" y="18355"/>
                  </a:lnTo>
                  <a:lnTo>
                    <a:pt x="2271" y="15533"/>
                  </a:lnTo>
                  <a:lnTo>
                    <a:pt x="3119" y="13515"/>
                  </a:lnTo>
                  <a:lnTo>
                    <a:pt x="0" y="6849"/>
                  </a:lnTo>
                  <a:lnTo>
                    <a:pt x="2147" y="5942"/>
                  </a:lnTo>
                  <a:lnTo>
                    <a:pt x="3331" y="6914"/>
                  </a:lnTo>
                  <a:lnTo>
                    <a:pt x="7470" y="5356"/>
                  </a:lnTo>
                  <a:lnTo>
                    <a:pt x="6013" y="2574"/>
                  </a:lnTo>
                  <a:lnTo>
                    <a:pt x="763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h2224"/>
            <p:cNvSpPr/>
            <p:nvPr/>
          </p:nvSpPr>
          <p:spPr>
            <a:xfrm>
              <a:off x="1388868" y="1666036"/>
              <a:ext cx="52935" cy="38833"/>
            </a:xfrm>
            <a:custGeom>
              <a:avLst/>
              <a:pathLst>
                <a:path w="52935" h="38833">
                  <a:moveTo>
                    <a:pt x="14388" y="3820"/>
                  </a:moveTo>
                  <a:lnTo>
                    <a:pt x="15299" y="3073"/>
                  </a:lnTo>
                  <a:lnTo>
                    <a:pt x="17241" y="3192"/>
                  </a:lnTo>
                  <a:lnTo>
                    <a:pt x="21711" y="5808"/>
                  </a:lnTo>
                  <a:lnTo>
                    <a:pt x="21166" y="8929"/>
                  </a:lnTo>
                  <a:lnTo>
                    <a:pt x="25700" y="8638"/>
                  </a:lnTo>
                  <a:lnTo>
                    <a:pt x="27103" y="11498"/>
                  </a:lnTo>
                  <a:lnTo>
                    <a:pt x="35004" y="10744"/>
                  </a:lnTo>
                  <a:lnTo>
                    <a:pt x="35350" y="12765"/>
                  </a:lnTo>
                  <a:lnTo>
                    <a:pt x="41400" y="13528"/>
                  </a:lnTo>
                  <a:lnTo>
                    <a:pt x="43771" y="11390"/>
                  </a:lnTo>
                  <a:lnTo>
                    <a:pt x="46900" y="10317"/>
                  </a:lnTo>
                  <a:lnTo>
                    <a:pt x="52053" y="12036"/>
                  </a:lnTo>
                  <a:lnTo>
                    <a:pt x="52935" y="14771"/>
                  </a:lnTo>
                  <a:lnTo>
                    <a:pt x="50516" y="16346"/>
                  </a:lnTo>
                  <a:lnTo>
                    <a:pt x="46518" y="15884"/>
                  </a:lnTo>
                  <a:lnTo>
                    <a:pt x="46048" y="23350"/>
                  </a:lnTo>
                  <a:lnTo>
                    <a:pt x="43705" y="27597"/>
                  </a:lnTo>
                  <a:lnTo>
                    <a:pt x="39039" y="32439"/>
                  </a:lnTo>
                  <a:lnTo>
                    <a:pt x="39781" y="36188"/>
                  </a:lnTo>
                  <a:lnTo>
                    <a:pt x="39533" y="38833"/>
                  </a:lnTo>
                  <a:lnTo>
                    <a:pt x="36725" y="32854"/>
                  </a:lnTo>
                  <a:lnTo>
                    <a:pt x="34881" y="31876"/>
                  </a:lnTo>
                  <a:lnTo>
                    <a:pt x="24867" y="30960"/>
                  </a:lnTo>
                  <a:lnTo>
                    <a:pt x="24308" y="32770"/>
                  </a:lnTo>
                  <a:lnTo>
                    <a:pt x="24648" y="35051"/>
                  </a:lnTo>
                  <a:lnTo>
                    <a:pt x="20325" y="34839"/>
                  </a:lnTo>
                  <a:lnTo>
                    <a:pt x="13360" y="31476"/>
                  </a:lnTo>
                  <a:lnTo>
                    <a:pt x="12318" y="29457"/>
                  </a:lnTo>
                  <a:lnTo>
                    <a:pt x="13835" y="27636"/>
                  </a:lnTo>
                  <a:lnTo>
                    <a:pt x="9488" y="21220"/>
                  </a:lnTo>
                  <a:lnTo>
                    <a:pt x="7270" y="19201"/>
                  </a:lnTo>
                  <a:lnTo>
                    <a:pt x="5247" y="20265"/>
                  </a:lnTo>
                  <a:lnTo>
                    <a:pt x="7775" y="15851"/>
                  </a:lnTo>
                  <a:lnTo>
                    <a:pt x="0" y="17507"/>
                  </a:lnTo>
                  <a:lnTo>
                    <a:pt x="1287" y="11535"/>
                  </a:lnTo>
                  <a:lnTo>
                    <a:pt x="647" y="9811"/>
                  </a:lnTo>
                  <a:lnTo>
                    <a:pt x="4424" y="5128"/>
                  </a:lnTo>
                  <a:lnTo>
                    <a:pt x="9448" y="4558"/>
                  </a:lnTo>
                  <a:lnTo>
                    <a:pt x="8875" y="2005"/>
                  </a:lnTo>
                  <a:lnTo>
                    <a:pt x="132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h2225"/>
            <p:cNvSpPr/>
            <p:nvPr/>
          </p:nvSpPr>
          <p:spPr>
            <a:xfrm>
              <a:off x="1003081" y="1406326"/>
              <a:ext cx="120348" cy="95256"/>
            </a:xfrm>
            <a:custGeom>
              <a:avLst/>
              <a:pathLst>
                <a:path w="120348" h="95256">
                  <a:moveTo>
                    <a:pt x="117570" y="48866"/>
                  </a:moveTo>
                  <a:lnTo>
                    <a:pt x="116267" y="57286"/>
                  </a:lnTo>
                  <a:lnTo>
                    <a:pt x="117207" y="60060"/>
                  </a:lnTo>
                  <a:lnTo>
                    <a:pt x="120348" y="61040"/>
                  </a:lnTo>
                  <a:lnTo>
                    <a:pt x="119652" y="63085"/>
                  </a:lnTo>
                  <a:lnTo>
                    <a:pt x="116238" y="63172"/>
                  </a:lnTo>
                  <a:lnTo>
                    <a:pt x="108984" y="60911"/>
                  </a:lnTo>
                  <a:lnTo>
                    <a:pt x="107142" y="61846"/>
                  </a:lnTo>
                  <a:lnTo>
                    <a:pt x="102036" y="60907"/>
                  </a:lnTo>
                  <a:lnTo>
                    <a:pt x="102331" y="64214"/>
                  </a:lnTo>
                  <a:lnTo>
                    <a:pt x="100943" y="65678"/>
                  </a:lnTo>
                  <a:lnTo>
                    <a:pt x="99852" y="65570"/>
                  </a:lnTo>
                  <a:lnTo>
                    <a:pt x="99860" y="64029"/>
                  </a:lnTo>
                  <a:lnTo>
                    <a:pt x="96733" y="63797"/>
                  </a:lnTo>
                  <a:lnTo>
                    <a:pt x="92124" y="67541"/>
                  </a:lnTo>
                  <a:lnTo>
                    <a:pt x="84086" y="67521"/>
                  </a:lnTo>
                  <a:lnTo>
                    <a:pt x="83596" y="73454"/>
                  </a:lnTo>
                  <a:lnTo>
                    <a:pt x="79034" y="76526"/>
                  </a:lnTo>
                  <a:lnTo>
                    <a:pt x="80847" y="82873"/>
                  </a:lnTo>
                  <a:lnTo>
                    <a:pt x="81852" y="84098"/>
                  </a:lnTo>
                  <a:lnTo>
                    <a:pt x="81605" y="88018"/>
                  </a:lnTo>
                  <a:lnTo>
                    <a:pt x="78363" y="87824"/>
                  </a:lnTo>
                  <a:lnTo>
                    <a:pt x="77231" y="88599"/>
                  </a:lnTo>
                  <a:lnTo>
                    <a:pt x="77033" y="92033"/>
                  </a:lnTo>
                  <a:lnTo>
                    <a:pt x="69076" y="91428"/>
                  </a:lnTo>
                  <a:lnTo>
                    <a:pt x="68245" y="95256"/>
                  </a:lnTo>
                  <a:lnTo>
                    <a:pt x="64021" y="94337"/>
                  </a:lnTo>
                  <a:lnTo>
                    <a:pt x="64559" y="90267"/>
                  </a:lnTo>
                  <a:lnTo>
                    <a:pt x="61131" y="89304"/>
                  </a:lnTo>
                  <a:lnTo>
                    <a:pt x="61936" y="80933"/>
                  </a:lnTo>
                  <a:lnTo>
                    <a:pt x="53769" y="86910"/>
                  </a:lnTo>
                  <a:lnTo>
                    <a:pt x="53335" y="86573"/>
                  </a:lnTo>
                  <a:lnTo>
                    <a:pt x="56558" y="79401"/>
                  </a:lnTo>
                  <a:lnTo>
                    <a:pt x="49473" y="83279"/>
                  </a:lnTo>
                  <a:lnTo>
                    <a:pt x="47209" y="78960"/>
                  </a:lnTo>
                  <a:lnTo>
                    <a:pt x="47856" y="72318"/>
                  </a:lnTo>
                  <a:lnTo>
                    <a:pt x="40654" y="71530"/>
                  </a:lnTo>
                  <a:lnTo>
                    <a:pt x="43561" y="63231"/>
                  </a:lnTo>
                  <a:lnTo>
                    <a:pt x="41483" y="58631"/>
                  </a:lnTo>
                  <a:lnTo>
                    <a:pt x="46074" y="56565"/>
                  </a:lnTo>
                  <a:lnTo>
                    <a:pt x="42035" y="47588"/>
                  </a:lnTo>
                  <a:lnTo>
                    <a:pt x="40008" y="48325"/>
                  </a:lnTo>
                  <a:lnTo>
                    <a:pt x="38426" y="45563"/>
                  </a:lnTo>
                  <a:lnTo>
                    <a:pt x="39519" y="41893"/>
                  </a:lnTo>
                  <a:lnTo>
                    <a:pt x="37337" y="41135"/>
                  </a:lnTo>
                  <a:lnTo>
                    <a:pt x="26938" y="40777"/>
                  </a:lnTo>
                  <a:lnTo>
                    <a:pt x="27450" y="37928"/>
                  </a:lnTo>
                  <a:lnTo>
                    <a:pt x="20908" y="36535"/>
                  </a:lnTo>
                  <a:lnTo>
                    <a:pt x="22042" y="31223"/>
                  </a:lnTo>
                  <a:lnTo>
                    <a:pt x="13363" y="30941"/>
                  </a:lnTo>
                  <a:lnTo>
                    <a:pt x="8420" y="16439"/>
                  </a:lnTo>
                  <a:lnTo>
                    <a:pt x="6379" y="20454"/>
                  </a:lnTo>
                  <a:lnTo>
                    <a:pt x="0" y="17063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h2226"/>
            <p:cNvSpPr/>
            <p:nvPr/>
          </p:nvSpPr>
          <p:spPr>
            <a:xfrm>
              <a:off x="1154731" y="1596239"/>
              <a:ext cx="71413" cy="75829"/>
            </a:xfrm>
            <a:custGeom>
              <a:avLst/>
              <a:pathLst>
                <a:path w="71413" h="75829">
                  <a:moveTo>
                    <a:pt x="62811" y="317"/>
                  </a:moveTo>
                  <a:lnTo>
                    <a:pt x="60797" y="3555"/>
                  </a:lnTo>
                  <a:lnTo>
                    <a:pt x="63603" y="4828"/>
                  </a:lnTo>
                  <a:lnTo>
                    <a:pt x="66260" y="7102"/>
                  </a:lnTo>
                  <a:lnTo>
                    <a:pt x="63852" y="11327"/>
                  </a:lnTo>
                  <a:lnTo>
                    <a:pt x="63443" y="13698"/>
                  </a:lnTo>
                  <a:lnTo>
                    <a:pt x="64972" y="16320"/>
                  </a:lnTo>
                  <a:lnTo>
                    <a:pt x="69899" y="17970"/>
                  </a:lnTo>
                  <a:lnTo>
                    <a:pt x="71413" y="19605"/>
                  </a:lnTo>
                  <a:lnTo>
                    <a:pt x="67099" y="22290"/>
                  </a:lnTo>
                  <a:lnTo>
                    <a:pt x="66615" y="23448"/>
                  </a:lnTo>
                  <a:lnTo>
                    <a:pt x="67614" y="24323"/>
                  </a:lnTo>
                  <a:lnTo>
                    <a:pt x="66358" y="24629"/>
                  </a:lnTo>
                  <a:lnTo>
                    <a:pt x="64538" y="33027"/>
                  </a:lnTo>
                  <a:lnTo>
                    <a:pt x="62166" y="34705"/>
                  </a:lnTo>
                  <a:lnTo>
                    <a:pt x="57139" y="29863"/>
                  </a:lnTo>
                  <a:lnTo>
                    <a:pt x="54147" y="29963"/>
                  </a:lnTo>
                  <a:lnTo>
                    <a:pt x="53366" y="36787"/>
                  </a:lnTo>
                  <a:lnTo>
                    <a:pt x="48606" y="38072"/>
                  </a:lnTo>
                  <a:lnTo>
                    <a:pt x="55167" y="43755"/>
                  </a:lnTo>
                  <a:lnTo>
                    <a:pt x="52618" y="52931"/>
                  </a:lnTo>
                  <a:lnTo>
                    <a:pt x="54897" y="52797"/>
                  </a:lnTo>
                  <a:lnTo>
                    <a:pt x="49684" y="63900"/>
                  </a:lnTo>
                  <a:lnTo>
                    <a:pt x="51391" y="68525"/>
                  </a:lnTo>
                  <a:lnTo>
                    <a:pt x="49794" y="69145"/>
                  </a:lnTo>
                  <a:lnTo>
                    <a:pt x="45137" y="66540"/>
                  </a:lnTo>
                  <a:lnTo>
                    <a:pt x="38888" y="66100"/>
                  </a:lnTo>
                  <a:lnTo>
                    <a:pt x="39335" y="69607"/>
                  </a:lnTo>
                  <a:lnTo>
                    <a:pt x="42249" y="74327"/>
                  </a:lnTo>
                  <a:lnTo>
                    <a:pt x="32541" y="73672"/>
                  </a:lnTo>
                  <a:lnTo>
                    <a:pt x="23908" y="71410"/>
                  </a:lnTo>
                  <a:lnTo>
                    <a:pt x="26058" y="74441"/>
                  </a:lnTo>
                  <a:lnTo>
                    <a:pt x="24752" y="75829"/>
                  </a:lnTo>
                  <a:lnTo>
                    <a:pt x="21566" y="73513"/>
                  </a:lnTo>
                  <a:lnTo>
                    <a:pt x="18420" y="69199"/>
                  </a:lnTo>
                  <a:lnTo>
                    <a:pt x="14106" y="67699"/>
                  </a:lnTo>
                  <a:lnTo>
                    <a:pt x="9459" y="67757"/>
                  </a:lnTo>
                  <a:lnTo>
                    <a:pt x="7208" y="63517"/>
                  </a:lnTo>
                  <a:lnTo>
                    <a:pt x="8491" y="54552"/>
                  </a:lnTo>
                  <a:lnTo>
                    <a:pt x="5891" y="51083"/>
                  </a:lnTo>
                  <a:lnTo>
                    <a:pt x="3284" y="50895"/>
                  </a:lnTo>
                  <a:lnTo>
                    <a:pt x="4065" y="44632"/>
                  </a:lnTo>
                  <a:lnTo>
                    <a:pt x="5696" y="43688"/>
                  </a:lnTo>
                  <a:lnTo>
                    <a:pt x="5962" y="41032"/>
                  </a:lnTo>
                  <a:lnTo>
                    <a:pt x="0" y="34932"/>
                  </a:lnTo>
                  <a:lnTo>
                    <a:pt x="447" y="30991"/>
                  </a:lnTo>
                  <a:lnTo>
                    <a:pt x="4618" y="23175"/>
                  </a:lnTo>
                  <a:lnTo>
                    <a:pt x="5486" y="15583"/>
                  </a:lnTo>
                  <a:lnTo>
                    <a:pt x="7713" y="6320"/>
                  </a:lnTo>
                  <a:lnTo>
                    <a:pt x="12371" y="7642"/>
                  </a:lnTo>
                  <a:lnTo>
                    <a:pt x="12312" y="6305"/>
                  </a:lnTo>
                  <a:lnTo>
                    <a:pt x="17257" y="6797"/>
                  </a:lnTo>
                  <a:lnTo>
                    <a:pt x="23214" y="4994"/>
                  </a:lnTo>
                  <a:lnTo>
                    <a:pt x="26089" y="5662"/>
                  </a:lnTo>
                  <a:lnTo>
                    <a:pt x="29016" y="5396"/>
                  </a:lnTo>
                  <a:lnTo>
                    <a:pt x="29547" y="6889"/>
                  </a:lnTo>
                  <a:lnTo>
                    <a:pt x="28823" y="9295"/>
                  </a:lnTo>
                  <a:lnTo>
                    <a:pt x="33446" y="7913"/>
                  </a:lnTo>
                  <a:lnTo>
                    <a:pt x="36212" y="4493"/>
                  </a:lnTo>
                  <a:lnTo>
                    <a:pt x="40986" y="4494"/>
                  </a:lnTo>
                  <a:lnTo>
                    <a:pt x="4222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h2227"/>
            <p:cNvSpPr/>
            <p:nvPr/>
          </p:nvSpPr>
          <p:spPr>
            <a:xfrm>
              <a:off x="1326910" y="1852358"/>
              <a:ext cx="52046" cy="41463"/>
            </a:xfrm>
            <a:custGeom>
              <a:avLst/>
              <a:pathLst>
                <a:path w="52046" h="41463">
                  <a:moveTo>
                    <a:pt x="23248" y="3509"/>
                  </a:moveTo>
                  <a:lnTo>
                    <a:pt x="26910" y="4359"/>
                  </a:lnTo>
                  <a:lnTo>
                    <a:pt x="25909" y="8330"/>
                  </a:lnTo>
                  <a:lnTo>
                    <a:pt x="27811" y="8234"/>
                  </a:lnTo>
                  <a:lnTo>
                    <a:pt x="29768" y="5642"/>
                  </a:lnTo>
                  <a:lnTo>
                    <a:pt x="36013" y="5199"/>
                  </a:lnTo>
                  <a:lnTo>
                    <a:pt x="40655" y="11074"/>
                  </a:lnTo>
                  <a:lnTo>
                    <a:pt x="42124" y="11700"/>
                  </a:lnTo>
                  <a:lnTo>
                    <a:pt x="45698" y="10945"/>
                  </a:lnTo>
                  <a:lnTo>
                    <a:pt x="49751" y="8088"/>
                  </a:lnTo>
                  <a:lnTo>
                    <a:pt x="49061" y="6181"/>
                  </a:lnTo>
                  <a:lnTo>
                    <a:pt x="49716" y="4328"/>
                  </a:lnTo>
                  <a:lnTo>
                    <a:pt x="52046" y="6065"/>
                  </a:lnTo>
                  <a:lnTo>
                    <a:pt x="47823" y="20288"/>
                  </a:lnTo>
                  <a:lnTo>
                    <a:pt x="44558" y="19179"/>
                  </a:lnTo>
                  <a:lnTo>
                    <a:pt x="43641" y="17992"/>
                  </a:lnTo>
                  <a:lnTo>
                    <a:pt x="36209" y="17889"/>
                  </a:lnTo>
                  <a:lnTo>
                    <a:pt x="37228" y="28144"/>
                  </a:lnTo>
                  <a:lnTo>
                    <a:pt x="38123" y="31172"/>
                  </a:lnTo>
                  <a:lnTo>
                    <a:pt x="42765" y="32827"/>
                  </a:lnTo>
                  <a:lnTo>
                    <a:pt x="43178" y="34188"/>
                  </a:lnTo>
                  <a:lnTo>
                    <a:pt x="34878" y="35603"/>
                  </a:lnTo>
                  <a:lnTo>
                    <a:pt x="34029" y="31223"/>
                  </a:lnTo>
                  <a:lnTo>
                    <a:pt x="28059" y="31809"/>
                  </a:lnTo>
                  <a:lnTo>
                    <a:pt x="20525" y="33856"/>
                  </a:lnTo>
                  <a:lnTo>
                    <a:pt x="20177" y="40187"/>
                  </a:lnTo>
                  <a:lnTo>
                    <a:pt x="21093" y="39892"/>
                  </a:lnTo>
                  <a:lnTo>
                    <a:pt x="21924" y="40617"/>
                  </a:lnTo>
                  <a:lnTo>
                    <a:pt x="21155" y="41463"/>
                  </a:lnTo>
                  <a:lnTo>
                    <a:pt x="16661" y="39059"/>
                  </a:lnTo>
                  <a:lnTo>
                    <a:pt x="16303" y="34539"/>
                  </a:lnTo>
                  <a:lnTo>
                    <a:pt x="12698" y="31097"/>
                  </a:lnTo>
                  <a:lnTo>
                    <a:pt x="6484" y="27741"/>
                  </a:lnTo>
                  <a:lnTo>
                    <a:pt x="870" y="27325"/>
                  </a:lnTo>
                  <a:lnTo>
                    <a:pt x="0" y="22082"/>
                  </a:lnTo>
                  <a:lnTo>
                    <a:pt x="4529" y="19972"/>
                  </a:lnTo>
                  <a:lnTo>
                    <a:pt x="6514" y="14647"/>
                  </a:lnTo>
                  <a:lnTo>
                    <a:pt x="6423" y="9086"/>
                  </a:lnTo>
                  <a:lnTo>
                    <a:pt x="8166" y="9670"/>
                  </a:lnTo>
                  <a:lnTo>
                    <a:pt x="14229" y="7007"/>
                  </a:lnTo>
                  <a:lnTo>
                    <a:pt x="15589" y="60"/>
                  </a:lnTo>
                  <a:lnTo>
                    <a:pt x="2249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h2228"/>
            <p:cNvSpPr/>
            <p:nvPr/>
          </p:nvSpPr>
          <p:spPr>
            <a:xfrm>
              <a:off x="1398824" y="1736573"/>
              <a:ext cx="93810" cy="128238"/>
            </a:xfrm>
            <a:custGeom>
              <a:avLst/>
              <a:pathLst>
                <a:path w="93810" h="128238">
                  <a:moveTo>
                    <a:pt x="22030" y="2837"/>
                  </a:moveTo>
                  <a:lnTo>
                    <a:pt x="27224" y="2254"/>
                  </a:lnTo>
                  <a:lnTo>
                    <a:pt x="28559" y="2505"/>
                  </a:lnTo>
                  <a:lnTo>
                    <a:pt x="32775" y="1047"/>
                  </a:lnTo>
                  <a:lnTo>
                    <a:pt x="36139" y="4623"/>
                  </a:lnTo>
                  <a:lnTo>
                    <a:pt x="37521" y="9994"/>
                  </a:lnTo>
                  <a:lnTo>
                    <a:pt x="41641" y="15160"/>
                  </a:lnTo>
                  <a:lnTo>
                    <a:pt x="47874" y="21259"/>
                  </a:lnTo>
                  <a:lnTo>
                    <a:pt x="54597" y="22893"/>
                  </a:lnTo>
                  <a:lnTo>
                    <a:pt x="59868" y="20545"/>
                  </a:lnTo>
                  <a:lnTo>
                    <a:pt x="63562" y="22261"/>
                  </a:lnTo>
                  <a:lnTo>
                    <a:pt x="63505" y="23567"/>
                  </a:lnTo>
                  <a:lnTo>
                    <a:pt x="68122" y="30145"/>
                  </a:lnTo>
                  <a:lnTo>
                    <a:pt x="72323" y="32458"/>
                  </a:lnTo>
                  <a:lnTo>
                    <a:pt x="74031" y="32596"/>
                  </a:lnTo>
                  <a:lnTo>
                    <a:pt x="77627" y="30782"/>
                  </a:lnTo>
                  <a:lnTo>
                    <a:pt x="78869" y="36045"/>
                  </a:lnTo>
                  <a:lnTo>
                    <a:pt x="76013" y="44169"/>
                  </a:lnTo>
                  <a:lnTo>
                    <a:pt x="76699" y="48720"/>
                  </a:lnTo>
                  <a:lnTo>
                    <a:pt x="78476" y="47672"/>
                  </a:lnTo>
                  <a:lnTo>
                    <a:pt x="81408" y="53082"/>
                  </a:lnTo>
                  <a:lnTo>
                    <a:pt x="78376" y="59862"/>
                  </a:lnTo>
                  <a:lnTo>
                    <a:pt x="80380" y="75943"/>
                  </a:lnTo>
                  <a:lnTo>
                    <a:pt x="79107" y="81972"/>
                  </a:lnTo>
                  <a:lnTo>
                    <a:pt x="81706" y="85753"/>
                  </a:lnTo>
                  <a:lnTo>
                    <a:pt x="85118" y="93093"/>
                  </a:lnTo>
                  <a:lnTo>
                    <a:pt x="85192" y="96644"/>
                  </a:lnTo>
                  <a:lnTo>
                    <a:pt x="87482" y="98512"/>
                  </a:lnTo>
                  <a:lnTo>
                    <a:pt x="91313" y="99907"/>
                  </a:lnTo>
                  <a:lnTo>
                    <a:pt x="91178" y="102750"/>
                  </a:lnTo>
                  <a:lnTo>
                    <a:pt x="91105" y="112774"/>
                  </a:lnTo>
                  <a:lnTo>
                    <a:pt x="92656" y="115205"/>
                  </a:lnTo>
                  <a:lnTo>
                    <a:pt x="93810" y="119434"/>
                  </a:lnTo>
                  <a:lnTo>
                    <a:pt x="89964" y="122968"/>
                  </a:lnTo>
                  <a:lnTo>
                    <a:pt x="86829" y="123891"/>
                  </a:lnTo>
                  <a:lnTo>
                    <a:pt x="84239" y="127571"/>
                  </a:lnTo>
                  <a:lnTo>
                    <a:pt x="77233" y="128238"/>
                  </a:lnTo>
                  <a:lnTo>
                    <a:pt x="68655" y="124757"/>
                  </a:lnTo>
                  <a:lnTo>
                    <a:pt x="66072" y="121894"/>
                  </a:lnTo>
                  <a:lnTo>
                    <a:pt x="66284" y="118628"/>
                  </a:lnTo>
                  <a:lnTo>
                    <a:pt x="62131" y="115512"/>
                  </a:lnTo>
                  <a:lnTo>
                    <a:pt x="59128" y="115782"/>
                  </a:lnTo>
                  <a:lnTo>
                    <a:pt x="58989" y="118402"/>
                  </a:lnTo>
                  <a:lnTo>
                    <a:pt x="60129" y="121304"/>
                  </a:lnTo>
                  <a:lnTo>
                    <a:pt x="57281" y="121552"/>
                  </a:lnTo>
                  <a:lnTo>
                    <a:pt x="54819" y="116390"/>
                  </a:lnTo>
                  <a:lnTo>
                    <a:pt x="49542" y="119267"/>
                  </a:lnTo>
                  <a:lnTo>
                    <a:pt x="47365" y="118338"/>
                  </a:lnTo>
                  <a:lnTo>
                    <a:pt x="44952" y="114940"/>
                  </a:lnTo>
                  <a:lnTo>
                    <a:pt x="43580" y="114457"/>
                  </a:lnTo>
                  <a:lnTo>
                    <a:pt x="32241" y="113354"/>
                  </a:lnTo>
                  <a:lnTo>
                    <a:pt x="32254" y="108470"/>
                  </a:lnTo>
                  <a:lnTo>
                    <a:pt x="22810" y="109141"/>
                  </a:lnTo>
                  <a:lnTo>
                    <a:pt x="23322" y="107307"/>
                  </a:lnTo>
                  <a:lnTo>
                    <a:pt x="19755" y="102110"/>
                  </a:lnTo>
                  <a:lnTo>
                    <a:pt x="19687" y="96030"/>
                  </a:lnTo>
                  <a:lnTo>
                    <a:pt x="17144" y="89128"/>
                  </a:lnTo>
                  <a:lnTo>
                    <a:pt x="14557" y="88540"/>
                  </a:lnTo>
                  <a:lnTo>
                    <a:pt x="15110" y="86032"/>
                  </a:lnTo>
                  <a:lnTo>
                    <a:pt x="19738" y="81123"/>
                  </a:lnTo>
                  <a:lnTo>
                    <a:pt x="22467" y="86479"/>
                  </a:lnTo>
                  <a:lnTo>
                    <a:pt x="23982" y="87226"/>
                  </a:lnTo>
                  <a:lnTo>
                    <a:pt x="30207" y="86674"/>
                  </a:lnTo>
                  <a:lnTo>
                    <a:pt x="36085" y="85153"/>
                  </a:lnTo>
                  <a:lnTo>
                    <a:pt x="40900" y="94449"/>
                  </a:lnTo>
                  <a:lnTo>
                    <a:pt x="43757" y="95729"/>
                  </a:lnTo>
                  <a:lnTo>
                    <a:pt x="50683" y="94387"/>
                  </a:lnTo>
                  <a:lnTo>
                    <a:pt x="54863" y="94364"/>
                  </a:lnTo>
                  <a:lnTo>
                    <a:pt x="61073" y="95607"/>
                  </a:lnTo>
                  <a:lnTo>
                    <a:pt x="61016" y="93609"/>
                  </a:lnTo>
                  <a:lnTo>
                    <a:pt x="61867" y="90247"/>
                  </a:lnTo>
                  <a:lnTo>
                    <a:pt x="63348" y="88313"/>
                  </a:lnTo>
                  <a:lnTo>
                    <a:pt x="65045" y="79735"/>
                  </a:lnTo>
                  <a:lnTo>
                    <a:pt x="64254" y="75708"/>
                  </a:lnTo>
                  <a:lnTo>
                    <a:pt x="61508" y="72563"/>
                  </a:lnTo>
                  <a:lnTo>
                    <a:pt x="60159" y="74223"/>
                  </a:lnTo>
                  <a:lnTo>
                    <a:pt x="56465" y="74898"/>
                  </a:lnTo>
                  <a:lnTo>
                    <a:pt x="54201" y="74331"/>
                  </a:lnTo>
                  <a:lnTo>
                    <a:pt x="52092" y="72973"/>
                  </a:lnTo>
                  <a:lnTo>
                    <a:pt x="51739" y="71645"/>
                  </a:lnTo>
                  <a:lnTo>
                    <a:pt x="47437" y="69885"/>
                  </a:lnTo>
                  <a:lnTo>
                    <a:pt x="47899" y="72467"/>
                  </a:lnTo>
                  <a:lnTo>
                    <a:pt x="39697" y="72984"/>
                  </a:lnTo>
                  <a:lnTo>
                    <a:pt x="38300" y="69732"/>
                  </a:lnTo>
                  <a:lnTo>
                    <a:pt x="34211" y="69444"/>
                  </a:lnTo>
                  <a:lnTo>
                    <a:pt x="17406" y="72504"/>
                  </a:lnTo>
                  <a:lnTo>
                    <a:pt x="15696" y="72760"/>
                  </a:lnTo>
                  <a:lnTo>
                    <a:pt x="16085" y="65209"/>
                  </a:lnTo>
                  <a:lnTo>
                    <a:pt x="17636" y="65530"/>
                  </a:lnTo>
                  <a:lnTo>
                    <a:pt x="13288" y="53341"/>
                  </a:lnTo>
                  <a:lnTo>
                    <a:pt x="22764" y="50032"/>
                  </a:lnTo>
                  <a:lnTo>
                    <a:pt x="21835" y="48155"/>
                  </a:lnTo>
                  <a:lnTo>
                    <a:pt x="21762" y="44742"/>
                  </a:lnTo>
                  <a:lnTo>
                    <a:pt x="23198" y="40110"/>
                  </a:lnTo>
                  <a:lnTo>
                    <a:pt x="18920" y="30700"/>
                  </a:lnTo>
                  <a:lnTo>
                    <a:pt x="15321" y="25712"/>
                  </a:lnTo>
                  <a:lnTo>
                    <a:pt x="13274" y="25800"/>
                  </a:lnTo>
                  <a:lnTo>
                    <a:pt x="5885" y="31894"/>
                  </a:lnTo>
                  <a:lnTo>
                    <a:pt x="1356" y="32147"/>
                  </a:lnTo>
                  <a:lnTo>
                    <a:pt x="0" y="31676"/>
                  </a:lnTo>
                  <a:lnTo>
                    <a:pt x="812" y="26101"/>
                  </a:lnTo>
                  <a:lnTo>
                    <a:pt x="1227" y="23165"/>
                  </a:lnTo>
                  <a:lnTo>
                    <a:pt x="5070" y="23846"/>
                  </a:lnTo>
                  <a:lnTo>
                    <a:pt x="6385" y="23369"/>
                  </a:lnTo>
                  <a:lnTo>
                    <a:pt x="6796" y="18357"/>
                  </a:lnTo>
                  <a:lnTo>
                    <a:pt x="8935" y="16870"/>
                  </a:lnTo>
                  <a:lnTo>
                    <a:pt x="10108" y="17771"/>
                  </a:lnTo>
                  <a:lnTo>
                    <a:pt x="13306" y="15138"/>
                  </a:lnTo>
                  <a:lnTo>
                    <a:pt x="16797" y="10703"/>
                  </a:lnTo>
                  <a:lnTo>
                    <a:pt x="16130" y="3705"/>
                  </a:lnTo>
                  <a:lnTo>
                    <a:pt x="14931" y="2332"/>
                  </a:lnTo>
                  <a:lnTo>
                    <a:pt x="1840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h2229"/>
            <p:cNvSpPr/>
            <p:nvPr/>
          </p:nvSpPr>
          <p:spPr>
            <a:xfrm>
              <a:off x="1369743" y="1871347"/>
              <a:ext cx="80058" cy="87012"/>
            </a:xfrm>
            <a:custGeom>
              <a:avLst/>
              <a:pathLst>
                <a:path w="80058" h="87012">
                  <a:moveTo>
                    <a:pt x="17606" y="0"/>
                  </a:moveTo>
                  <a:lnTo>
                    <a:pt x="25016" y="2930"/>
                  </a:lnTo>
                  <a:lnTo>
                    <a:pt x="26255" y="8279"/>
                  </a:lnTo>
                  <a:lnTo>
                    <a:pt x="35897" y="7758"/>
                  </a:lnTo>
                  <a:lnTo>
                    <a:pt x="37110" y="7715"/>
                  </a:lnTo>
                  <a:lnTo>
                    <a:pt x="40785" y="10276"/>
                  </a:lnTo>
                  <a:lnTo>
                    <a:pt x="43721" y="20148"/>
                  </a:lnTo>
                  <a:lnTo>
                    <a:pt x="46913" y="21706"/>
                  </a:lnTo>
                  <a:lnTo>
                    <a:pt x="53155" y="22209"/>
                  </a:lnTo>
                  <a:lnTo>
                    <a:pt x="59073" y="21574"/>
                  </a:lnTo>
                  <a:lnTo>
                    <a:pt x="60824" y="23126"/>
                  </a:lnTo>
                  <a:lnTo>
                    <a:pt x="62100" y="26788"/>
                  </a:lnTo>
                  <a:lnTo>
                    <a:pt x="65085" y="29268"/>
                  </a:lnTo>
                  <a:lnTo>
                    <a:pt x="66430" y="29205"/>
                  </a:lnTo>
                  <a:lnTo>
                    <a:pt x="65477" y="33226"/>
                  </a:lnTo>
                  <a:lnTo>
                    <a:pt x="67588" y="40160"/>
                  </a:lnTo>
                  <a:lnTo>
                    <a:pt x="69046" y="48966"/>
                  </a:lnTo>
                  <a:lnTo>
                    <a:pt x="73076" y="53739"/>
                  </a:lnTo>
                  <a:lnTo>
                    <a:pt x="74475" y="53954"/>
                  </a:lnTo>
                  <a:lnTo>
                    <a:pt x="79744" y="58767"/>
                  </a:lnTo>
                  <a:lnTo>
                    <a:pt x="80058" y="67101"/>
                  </a:lnTo>
                  <a:lnTo>
                    <a:pt x="79892" y="70723"/>
                  </a:lnTo>
                  <a:lnTo>
                    <a:pt x="77325" y="70165"/>
                  </a:lnTo>
                  <a:lnTo>
                    <a:pt x="74523" y="71243"/>
                  </a:lnTo>
                  <a:lnTo>
                    <a:pt x="69991" y="81473"/>
                  </a:lnTo>
                  <a:lnTo>
                    <a:pt x="67733" y="82434"/>
                  </a:lnTo>
                  <a:lnTo>
                    <a:pt x="66089" y="80438"/>
                  </a:lnTo>
                  <a:lnTo>
                    <a:pt x="65788" y="78169"/>
                  </a:lnTo>
                  <a:lnTo>
                    <a:pt x="63057" y="78716"/>
                  </a:lnTo>
                  <a:lnTo>
                    <a:pt x="60773" y="80974"/>
                  </a:lnTo>
                  <a:lnTo>
                    <a:pt x="60424" y="82147"/>
                  </a:lnTo>
                  <a:lnTo>
                    <a:pt x="57871" y="81980"/>
                  </a:lnTo>
                  <a:lnTo>
                    <a:pt x="57053" y="80058"/>
                  </a:lnTo>
                  <a:lnTo>
                    <a:pt x="57798" y="78773"/>
                  </a:lnTo>
                  <a:lnTo>
                    <a:pt x="57761" y="76651"/>
                  </a:lnTo>
                  <a:lnTo>
                    <a:pt x="55282" y="70779"/>
                  </a:lnTo>
                  <a:lnTo>
                    <a:pt x="51441" y="73884"/>
                  </a:lnTo>
                  <a:lnTo>
                    <a:pt x="52225" y="76468"/>
                  </a:lnTo>
                  <a:lnTo>
                    <a:pt x="50465" y="83507"/>
                  </a:lnTo>
                  <a:lnTo>
                    <a:pt x="49019" y="85499"/>
                  </a:lnTo>
                  <a:lnTo>
                    <a:pt x="45514" y="87012"/>
                  </a:lnTo>
                  <a:lnTo>
                    <a:pt x="44152" y="84528"/>
                  </a:lnTo>
                  <a:lnTo>
                    <a:pt x="41275" y="82333"/>
                  </a:lnTo>
                  <a:lnTo>
                    <a:pt x="40033" y="86352"/>
                  </a:lnTo>
                  <a:lnTo>
                    <a:pt x="30752" y="85970"/>
                  </a:lnTo>
                  <a:lnTo>
                    <a:pt x="26301" y="73346"/>
                  </a:lnTo>
                  <a:lnTo>
                    <a:pt x="21469" y="68875"/>
                  </a:lnTo>
                  <a:lnTo>
                    <a:pt x="21016" y="64723"/>
                  </a:lnTo>
                  <a:lnTo>
                    <a:pt x="19719" y="62259"/>
                  </a:lnTo>
                  <a:lnTo>
                    <a:pt x="12911" y="62597"/>
                  </a:lnTo>
                  <a:lnTo>
                    <a:pt x="15308" y="58156"/>
                  </a:lnTo>
                  <a:lnTo>
                    <a:pt x="13926" y="58274"/>
                  </a:lnTo>
                  <a:lnTo>
                    <a:pt x="12146" y="53697"/>
                  </a:lnTo>
                  <a:lnTo>
                    <a:pt x="13249" y="51139"/>
                  </a:lnTo>
                  <a:lnTo>
                    <a:pt x="12094" y="47418"/>
                  </a:lnTo>
                  <a:lnTo>
                    <a:pt x="9890" y="46838"/>
                  </a:lnTo>
                  <a:lnTo>
                    <a:pt x="6535" y="48256"/>
                  </a:lnTo>
                  <a:lnTo>
                    <a:pt x="4014" y="47548"/>
                  </a:lnTo>
                  <a:lnTo>
                    <a:pt x="2345" y="44339"/>
                  </a:lnTo>
                  <a:lnTo>
                    <a:pt x="1463" y="38698"/>
                  </a:lnTo>
                  <a:lnTo>
                    <a:pt x="0" y="37454"/>
                  </a:lnTo>
                  <a:lnTo>
                    <a:pt x="863" y="31529"/>
                  </a:lnTo>
                  <a:lnTo>
                    <a:pt x="6971" y="31838"/>
                  </a:lnTo>
                  <a:lnTo>
                    <a:pt x="8407" y="27317"/>
                  </a:lnTo>
                  <a:lnTo>
                    <a:pt x="7304" y="25434"/>
                  </a:lnTo>
                  <a:lnTo>
                    <a:pt x="3023" y="25120"/>
                  </a:lnTo>
                  <a:lnTo>
                    <a:pt x="3223" y="22773"/>
                  </a:lnTo>
                  <a:lnTo>
                    <a:pt x="5419" y="18319"/>
                  </a:lnTo>
                  <a:lnTo>
                    <a:pt x="7044" y="18243"/>
                  </a:lnTo>
                  <a:lnTo>
                    <a:pt x="9348" y="15863"/>
                  </a:lnTo>
                  <a:lnTo>
                    <a:pt x="10872" y="10383"/>
                  </a:lnTo>
                  <a:lnTo>
                    <a:pt x="10232" y="8206"/>
                  </a:lnTo>
                  <a:lnTo>
                    <a:pt x="13071" y="4453"/>
                  </a:lnTo>
                  <a:lnTo>
                    <a:pt x="14364" y="3701"/>
                  </a:lnTo>
                  <a:lnTo>
                    <a:pt x="14258" y="171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h2230"/>
            <p:cNvSpPr/>
            <p:nvPr/>
          </p:nvSpPr>
          <p:spPr>
            <a:xfrm>
              <a:off x="1297153" y="1783666"/>
              <a:ext cx="53644" cy="41957"/>
            </a:xfrm>
            <a:custGeom>
              <a:avLst/>
              <a:pathLst>
                <a:path w="53644" h="41957">
                  <a:moveTo>
                    <a:pt x="20239" y="4152"/>
                  </a:moveTo>
                  <a:lnTo>
                    <a:pt x="22512" y="9643"/>
                  </a:lnTo>
                  <a:lnTo>
                    <a:pt x="23814" y="9862"/>
                  </a:lnTo>
                  <a:lnTo>
                    <a:pt x="24488" y="3844"/>
                  </a:lnTo>
                  <a:lnTo>
                    <a:pt x="25131" y="3489"/>
                  </a:lnTo>
                  <a:lnTo>
                    <a:pt x="32630" y="5311"/>
                  </a:lnTo>
                  <a:lnTo>
                    <a:pt x="35345" y="6199"/>
                  </a:lnTo>
                  <a:lnTo>
                    <a:pt x="39267" y="10929"/>
                  </a:lnTo>
                  <a:lnTo>
                    <a:pt x="40163" y="14692"/>
                  </a:lnTo>
                  <a:lnTo>
                    <a:pt x="37227" y="19081"/>
                  </a:lnTo>
                  <a:lnTo>
                    <a:pt x="37816" y="24518"/>
                  </a:lnTo>
                  <a:lnTo>
                    <a:pt x="34454" y="25381"/>
                  </a:lnTo>
                  <a:lnTo>
                    <a:pt x="34986" y="21950"/>
                  </a:lnTo>
                  <a:lnTo>
                    <a:pt x="32759" y="22436"/>
                  </a:lnTo>
                  <a:lnTo>
                    <a:pt x="32297" y="25936"/>
                  </a:lnTo>
                  <a:lnTo>
                    <a:pt x="32789" y="32327"/>
                  </a:lnTo>
                  <a:lnTo>
                    <a:pt x="53644" y="30513"/>
                  </a:lnTo>
                  <a:lnTo>
                    <a:pt x="51906" y="33847"/>
                  </a:lnTo>
                  <a:lnTo>
                    <a:pt x="33591" y="35848"/>
                  </a:lnTo>
                  <a:lnTo>
                    <a:pt x="34219" y="39006"/>
                  </a:lnTo>
                  <a:lnTo>
                    <a:pt x="32968" y="40740"/>
                  </a:lnTo>
                  <a:lnTo>
                    <a:pt x="26867" y="41957"/>
                  </a:lnTo>
                  <a:lnTo>
                    <a:pt x="27933" y="38141"/>
                  </a:lnTo>
                  <a:lnTo>
                    <a:pt x="28075" y="31086"/>
                  </a:lnTo>
                  <a:lnTo>
                    <a:pt x="25368" y="28054"/>
                  </a:lnTo>
                  <a:lnTo>
                    <a:pt x="26364" y="24598"/>
                  </a:lnTo>
                  <a:lnTo>
                    <a:pt x="23916" y="18505"/>
                  </a:lnTo>
                  <a:lnTo>
                    <a:pt x="20454" y="16964"/>
                  </a:lnTo>
                  <a:lnTo>
                    <a:pt x="13900" y="21218"/>
                  </a:lnTo>
                  <a:lnTo>
                    <a:pt x="13891" y="22944"/>
                  </a:lnTo>
                  <a:lnTo>
                    <a:pt x="5418" y="26150"/>
                  </a:lnTo>
                  <a:lnTo>
                    <a:pt x="5520" y="27122"/>
                  </a:lnTo>
                  <a:lnTo>
                    <a:pt x="0" y="17771"/>
                  </a:lnTo>
                  <a:lnTo>
                    <a:pt x="6256" y="15486"/>
                  </a:lnTo>
                  <a:lnTo>
                    <a:pt x="5659" y="13073"/>
                  </a:lnTo>
                  <a:lnTo>
                    <a:pt x="4735" y="8435"/>
                  </a:lnTo>
                  <a:lnTo>
                    <a:pt x="6435" y="4473"/>
                  </a:lnTo>
                  <a:lnTo>
                    <a:pt x="1325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h2231"/>
            <p:cNvSpPr/>
            <p:nvPr/>
          </p:nvSpPr>
          <p:spPr>
            <a:xfrm>
              <a:off x="1246431" y="1796144"/>
              <a:ext cx="120248" cy="65885"/>
            </a:xfrm>
            <a:custGeom>
              <a:avLst/>
              <a:pathLst>
                <a:path w="120248" h="65885">
                  <a:moveTo>
                    <a:pt x="56381" y="595"/>
                  </a:moveTo>
                  <a:lnTo>
                    <a:pt x="56979" y="3008"/>
                  </a:lnTo>
                  <a:lnTo>
                    <a:pt x="50722" y="5293"/>
                  </a:lnTo>
                  <a:lnTo>
                    <a:pt x="56242" y="14645"/>
                  </a:lnTo>
                  <a:lnTo>
                    <a:pt x="56141" y="13672"/>
                  </a:lnTo>
                  <a:lnTo>
                    <a:pt x="64613" y="10466"/>
                  </a:lnTo>
                  <a:lnTo>
                    <a:pt x="64622" y="8741"/>
                  </a:lnTo>
                  <a:lnTo>
                    <a:pt x="71177" y="4486"/>
                  </a:lnTo>
                  <a:lnTo>
                    <a:pt x="74639" y="6028"/>
                  </a:lnTo>
                  <a:lnTo>
                    <a:pt x="77086" y="12120"/>
                  </a:lnTo>
                  <a:lnTo>
                    <a:pt x="76090" y="15576"/>
                  </a:lnTo>
                  <a:lnTo>
                    <a:pt x="78798" y="18608"/>
                  </a:lnTo>
                  <a:lnTo>
                    <a:pt x="78655" y="25663"/>
                  </a:lnTo>
                  <a:lnTo>
                    <a:pt x="77589" y="29479"/>
                  </a:lnTo>
                  <a:lnTo>
                    <a:pt x="83691" y="28262"/>
                  </a:lnTo>
                  <a:lnTo>
                    <a:pt x="84941" y="26528"/>
                  </a:lnTo>
                  <a:lnTo>
                    <a:pt x="84313" y="23370"/>
                  </a:lnTo>
                  <a:lnTo>
                    <a:pt x="102628" y="21369"/>
                  </a:lnTo>
                  <a:lnTo>
                    <a:pt x="104366" y="18035"/>
                  </a:lnTo>
                  <a:lnTo>
                    <a:pt x="108726" y="21122"/>
                  </a:lnTo>
                  <a:lnTo>
                    <a:pt x="113117" y="26940"/>
                  </a:lnTo>
                  <a:lnTo>
                    <a:pt x="114108" y="24546"/>
                  </a:lnTo>
                  <a:lnTo>
                    <a:pt x="117311" y="23789"/>
                  </a:lnTo>
                  <a:lnTo>
                    <a:pt x="115769" y="28571"/>
                  </a:lnTo>
                  <a:lnTo>
                    <a:pt x="120248" y="29988"/>
                  </a:lnTo>
                  <a:lnTo>
                    <a:pt x="116946" y="31110"/>
                  </a:lnTo>
                  <a:lnTo>
                    <a:pt x="108964" y="33809"/>
                  </a:lnTo>
                  <a:lnTo>
                    <a:pt x="107269" y="35802"/>
                  </a:lnTo>
                  <a:lnTo>
                    <a:pt x="107363" y="41166"/>
                  </a:lnTo>
                  <a:lnTo>
                    <a:pt x="109013" y="41913"/>
                  </a:lnTo>
                  <a:lnTo>
                    <a:pt x="111301" y="40221"/>
                  </a:lnTo>
                  <a:lnTo>
                    <a:pt x="111357" y="43890"/>
                  </a:lnTo>
                  <a:lnTo>
                    <a:pt x="109872" y="54913"/>
                  </a:lnTo>
                  <a:lnTo>
                    <a:pt x="108262" y="60881"/>
                  </a:lnTo>
                  <a:lnTo>
                    <a:pt x="107389" y="60574"/>
                  </a:lnTo>
                  <a:lnTo>
                    <a:pt x="103727" y="59724"/>
                  </a:lnTo>
                  <a:lnTo>
                    <a:pt x="102974" y="56214"/>
                  </a:lnTo>
                  <a:lnTo>
                    <a:pt x="96068" y="56275"/>
                  </a:lnTo>
                  <a:lnTo>
                    <a:pt x="94708" y="63222"/>
                  </a:lnTo>
                  <a:lnTo>
                    <a:pt x="88645" y="65885"/>
                  </a:lnTo>
                  <a:lnTo>
                    <a:pt x="86902" y="65300"/>
                  </a:lnTo>
                  <a:lnTo>
                    <a:pt x="84915" y="64770"/>
                  </a:lnTo>
                  <a:lnTo>
                    <a:pt x="84418" y="52426"/>
                  </a:lnTo>
                  <a:lnTo>
                    <a:pt x="83505" y="55469"/>
                  </a:lnTo>
                  <a:lnTo>
                    <a:pt x="82392" y="56014"/>
                  </a:lnTo>
                  <a:lnTo>
                    <a:pt x="77733" y="54486"/>
                  </a:lnTo>
                  <a:lnTo>
                    <a:pt x="73607" y="55380"/>
                  </a:lnTo>
                  <a:lnTo>
                    <a:pt x="70289" y="53162"/>
                  </a:lnTo>
                  <a:lnTo>
                    <a:pt x="61431" y="52598"/>
                  </a:lnTo>
                  <a:lnTo>
                    <a:pt x="61070" y="51084"/>
                  </a:lnTo>
                  <a:lnTo>
                    <a:pt x="56698" y="49912"/>
                  </a:lnTo>
                  <a:lnTo>
                    <a:pt x="50566" y="54739"/>
                  </a:lnTo>
                  <a:lnTo>
                    <a:pt x="46658" y="55901"/>
                  </a:lnTo>
                  <a:lnTo>
                    <a:pt x="44967" y="57121"/>
                  </a:lnTo>
                  <a:lnTo>
                    <a:pt x="39350" y="56196"/>
                  </a:lnTo>
                  <a:lnTo>
                    <a:pt x="36035" y="59756"/>
                  </a:lnTo>
                  <a:lnTo>
                    <a:pt x="37364" y="62595"/>
                  </a:lnTo>
                  <a:lnTo>
                    <a:pt x="32414" y="63352"/>
                  </a:lnTo>
                  <a:lnTo>
                    <a:pt x="30282" y="60603"/>
                  </a:lnTo>
                  <a:lnTo>
                    <a:pt x="25723" y="58658"/>
                  </a:lnTo>
                  <a:lnTo>
                    <a:pt x="25733" y="52756"/>
                  </a:lnTo>
                  <a:lnTo>
                    <a:pt x="21280" y="53153"/>
                  </a:lnTo>
                  <a:lnTo>
                    <a:pt x="12557" y="51895"/>
                  </a:lnTo>
                  <a:lnTo>
                    <a:pt x="10083" y="50379"/>
                  </a:lnTo>
                  <a:lnTo>
                    <a:pt x="9777" y="46701"/>
                  </a:lnTo>
                  <a:lnTo>
                    <a:pt x="7759" y="42444"/>
                  </a:lnTo>
                  <a:lnTo>
                    <a:pt x="4836" y="41752"/>
                  </a:lnTo>
                  <a:lnTo>
                    <a:pt x="3842" y="40442"/>
                  </a:lnTo>
                  <a:lnTo>
                    <a:pt x="0" y="35366"/>
                  </a:lnTo>
                  <a:lnTo>
                    <a:pt x="6193" y="36344"/>
                  </a:lnTo>
                  <a:lnTo>
                    <a:pt x="8263" y="35205"/>
                  </a:lnTo>
                  <a:lnTo>
                    <a:pt x="5889" y="32452"/>
                  </a:lnTo>
                  <a:lnTo>
                    <a:pt x="9554" y="28985"/>
                  </a:lnTo>
                  <a:lnTo>
                    <a:pt x="7820" y="26115"/>
                  </a:lnTo>
                  <a:lnTo>
                    <a:pt x="3876" y="27139"/>
                  </a:lnTo>
                  <a:lnTo>
                    <a:pt x="3250" y="24652"/>
                  </a:lnTo>
                  <a:lnTo>
                    <a:pt x="4249" y="15291"/>
                  </a:lnTo>
                  <a:lnTo>
                    <a:pt x="3250" y="15005"/>
                  </a:lnTo>
                  <a:lnTo>
                    <a:pt x="3510" y="6531"/>
                  </a:lnTo>
                  <a:lnTo>
                    <a:pt x="6174" y="7053"/>
                  </a:lnTo>
                  <a:lnTo>
                    <a:pt x="11002" y="6439"/>
                  </a:lnTo>
                  <a:lnTo>
                    <a:pt x="14251" y="4878"/>
                  </a:lnTo>
                  <a:lnTo>
                    <a:pt x="13009" y="3042"/>
                  </a:lnTo>
                  <a:lnTo>
                    <a:pt x="14677" y="1883"/>
                  </a:lnTo>
                  <a:lnTo>
                    <a:pt x="22021" y="815"/>
                  </a:lnTo>
                  <a:lnTo>
                    <a:pt x="33397" y="4265"/>
                  </a:lnTo>
                  <a:lnTo>
                    <a:pt x="32350" y="442"/>
                  </a:lnTo>
                  <a:lnTo>
                    <a:pt x="33967" y="488"/>
                  </a:lnTo>
                  <a:lnTo>
                    <a:pt x="36792" y="3896"/>
                  </a:lnTo>
                  <a:lnTo>
                    <a:pt x="38151" y="4381"/>
                  </a:lnTo>
                  <a:lnTo>
                    <a:pt x="49796" y="3121"/>
                  </a:lnTo>
                  <a:lnTo>
                    <a:pt x="47967" y="3174"/>
                  </a:lnTo>
                  <a:lnTo>
                    <a:pt x="47803" y="210"/>
                  </a:lnTo>
                  <a:lnTo>
                    <a:pt x="48567" y="18"/>
                  </a:lnTo>
                  <a:lnTo>
                    <a:pt x="5476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h2232"/>
            <p:cNvSpPr/>
            <p:nvPr/>
          </p:nvSpPr>
          <p:spPr>
            <a:xfrm>
              <a:off x="1373012" y="1593530"/>
              <a:ext cx="71705" cy="60848"/>
            </a:xfrm>
            <a:custGeom>
              <a:avLst/>
              <a:pathLst>
                <a:path w="71705" h="60848">
                  <a:moveTo>
                    <a:pt x="45523" y="2994"/>
                  </a:moveTo>
                  <a:lnTo>
                    <a:pt x="48591" y="4011"/>
                  </a:lnTo>
                  <a:lnTo>
                    <a:pt x="50966" y="3839"/>
                  </a:lnTo>
                  <a:lnTo>
                    <a:pt x="53892" y="3716"/>
                  </a:lnTo>
                  <a:lnTo>
                    <a:pt x="56937" y="5703"/>
                  </a:lnTo>
                  <a:lnTo>
                    <a:pt x="55509" y="7737"/>
                  </a:lnTo>
                  <a:lnTo>
                    <a:pt x="61730" y="18282"/>
                  </a:lnTo>
                  <a:lnTo>
                    <a:pt x="71705" y="18869"/>
                  </a:lnTo>
                  <a:lnTo>
                    <a:pt x="71098" y="26419"/>
                  </a:lnTo>
                  <a:lnTo>
                    <a:pt x="65824" y="27360"/>
                  </a:lnTo>
                  <a:lnTo>
                    <a:pt x="62914" y="30221"/>
                  </a:lnTo>
                  <a:lnTo>
                    <a:pt x="62776" y="34864"/>
                  </a:lnTo>
                  <a:lnTo>
                    <a:pt x="64140" y="37170"/>
                  </a:lnTo>
                  <a:lnTo>
                    <a:pt x="65583" y="36697"/>
                  </a:lnTo>
                  <a:lnTo>
                    <a:pt x="65063" y="42224"/>
                  </a:lnTo>
                  <a:lnTo>
                    <a:pt x="61618" y="39642"/>
                  </a:lnTo>
                  <a:lnTo>
                    <a:pt x="60156" y="38872"/>
                  </a:lnTo>
                  <a:lnTo>
                    <a:pt x="60277" y="37200"/>
                  </a:lnTo>
                  <a:lnTo>
                    <a:pt x="55486" y="37102"/>
                  </a:lnTo>
                  <a:lnTo>
                    <a:pt x="48041" y="40138"/>
                  </a:lnTo>
                  <a:lnTo>
                    <a:pt x="44482" y="39635"/>
                  </a:lnTo>
                  <a:lnTo>
                    <a:pt x="45122" y="37022"/>
                  </a:lnTo>
                  <a:lnTo>
                    <a:pt x="40926" y="30912"/>
                  </a:lnTo>
                  <a:lnTo>
                    <a:pt x="34934" y="37699"/>
                  </a:lnTo>
                  <a:lnTo>
                    <a:pt x="33971" y="44945"/>
                  </a:lnTo>
                  <a:lnTo>
                    <a:pt x="31857" y="46259"/>
                  </a:lnTo>
                  <a:lnTo>
                    <a:pt x="27053" y="46246"/>
                  </a:lnTo>
                  <a:lnTo>
                    <a:pt x="23877" y="49199"/>
                  </a:lnTo>
                  <a:lnTo>
                    <a:pt x="24068" y="52558"/>
                  </a:lnTo>
                  <a:lnTo>
                    <a:pt x="25640" y="52595"/>
                  </a:lnTo>
                  <a:lnTo>
                    <a:pt x="26010" y="51626"/>
                  </a:lnTo>
                  <a:lnTo>
                    <a:pt x="27116" y="51424"/>
                  </a:lnTo>
                  <a:lnTo>
                    <a:pt x="26591" y="60848"/>
                  </a:lnTo>
                  <a:lnTo>
                    <a:pt x="15734" y="60256"/>
                  </a:lnTo>
                  <a:lnTo>
                    <a:pt x="16704" y="52468"/>
                  </a:lnTo>
                  <a:lnTo>
                    <a:pt x="14146" y="49735"/>
                  </a:lnTo>
                  <a:lnTo>
                    <a:pt x="11582" y="53982"/>
                  </a:lnTo>
                  <a:lnTo>
                    <a:pt x="9710" y="55439"/>
                  </a:lnTo>
                  <a:lnTo>
                    <a:pt x="6637" y="54677"/>
                  </a:lnTo>
                  <a:lnTo>
                    <a:pt x="6814" y="48184"/>
                  </a:lnTo>
                  <a:lnTo>
                    <a:pt x="0" y="48374"/>
                  </a:lnTo>
                  <a:lnTo>
                    <a:pt x="665" y="35381"/>
                  </a:lnTo>
                  <a:lnTo>
                    <a:pt x="6892" y="34640"/>
                  </a:lnTo>
                  <a:lnTo>
                    <a:pt x="6681" y="30434"/>
                  </a:lnTo>
                  <a:lnTo>
                    <a:pt x="5479" y="21705"/>
                  </a:lnTo>
                  <a:lnTo>
                    <a:pt x="6672" y="21070"/>
                  </a:lnTo>
                  <a:lnTo>
                    <a:pt x="17055" y="22388"/>
                  </a:lnTo>
                  <a:lnTo>
                    <a:pt x="17751" y="22647"/>
                  </a:lnTo>
                  <a:lnTo>
                    <a:pt x="17410" y="24388"/>
                  </a:lnTo>
                  <a:lnTo>
                    <a:pt x="20940" y="23077"/>
                  </a:lnTo>
                  <a:lnTo>
                    <a:pt x="30877" y="7414"/>
                  </a:lnTo>
                  <a:lnTo>
                    <a:pt x="38427" y="8837"/>
                  </a:lnTo>
                  <a:lnTo>
                    <a:pt x="41478" y="417"/>
                  </a:lnTo>
                  <a:lnTo>
                    <a:pt x="428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h2233"/>
            <p:cNvSpPr/>
            <p:nvPr/>
          </p:nvSpPr>
          <p:spPr>
            <a:xfrm>
              <a:off x="1218478" y="1506041"/>
              <a:ext cx="72184" cy="45184"/>
            </a:xfrm>
            <a:custGeom>
              <a:avLst/>
              <a:pathLst>
                <a:path w="72184" h="45184">
                  <a:moveTo>
                    <a:pt x="29410" y="6255"/>
                  </a:moveTo>
                  <a:lnTo>
                    <a:pt x="67933" y="8562"/>
                  </a:lnTo>
                  <a:lnTo>
                    <a:pt x="67855" y="9891"/>
                  </a:lnTo>
                  <a:lnTo>
                    <a:pt x="72184" y="22886"/>
                  </a:lnTo>
                  <a:lnTo>
                    <a:pt x="58313" y="27131"/>
                  </a:lnTo>
                  <a:lnTo>
                    <a:pt x="62142" y="41221"/>
                  </a:lnTo>
                  <a:lnTo>
                    <a:pt x="62376" y="42165"/>
                  </a:lnTo>
                  <a:lnTo>
                    <a:pt x="60339" y="43932"/>
                  </a:lnTo>
                  <a:lnTo>
                    <a:pt x="58072" y="40379"/>
                  </a:lnTo>
                  <a:lnTo>
                    <a:pt x="51568" y="41518"/>
                  </a:lnTo>
                  <a:lnTo>
                    <a:pt x="48968" y="45184"/>
                  </a:lnTo>
                  <a:lnTo>
                    <a:pt x="38278" y="42262"/>
                  </a:lnTo>
                  <a:lnTo>
                    <a:pt x="34363" y="44010"/>
                  </a:lnTo>
                  <a:lnTo>
                    <a:pt x="25817" y="43785"/>
                  </a:lnTo>
                  <a:lnTo>
                    <a:pt x="21063" y="44444"/>
                  </a:lnTo>
                  <a:lnTo>
                    <a:pt x="23050" y="40193"/>
                  </a:lnTo>
                  <a:lnTo>
                    <a:pt x="22363" y="37427"/>
                  </a:lnTo>
                  <a:lnTo>
                    <a:pt x="15682" y="36905"/>
                  </a:lnTo>
                  <a:lnTo>
                    <a:pt x="13066" y="38010"/>
                  </a:lnTo>
                  <a:lnTo>
                    <a:pt x="10308" y="33537"/>
                  </a:lnTo>
                  <a:lnTo>
                    <a:pt x="11764" y="31839"/>
                  </a:lnTo>
                  <a:lnTo>
                    <a:pt x="9666" y="26247"/>
                  </a:lnTo>
                  <a:lnTo>
                    <a:pt x="9021" y="22011"/>
                  </a:lnTo>
                  <a:lnTo>
                    <a:pt x="3242" y="23152"/>
                  </a:lnTo>
                  <a:lnTo>
                    <a:pt x="2121" y="16452"/>
                  </a:lnTo>
                  <a:lnTo>
                    <a:pt x="0" y="10756"/>
                  </a:lnTo>
                  <a:lnTo>
                    <a:pt x="4725" y="8723"/>
                  </a:lnTo>
                  <a:lnTo>
                    <a:pt x="6670" y="6077"/>
                  </a:lnTo>
                  <a:lnTo>
                    <a:pt x="15041" y="6444"/>
                  </a:lnTo>
                  <a:lnTo>
                    <a:pt x="1546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h2234"/>
            <p:cNvSpPr/>
            <p:nvPr/>
          </p:nvSpPr>
          <p:spPr>
            <a:xfrm>
              <a:off x="1299175" y="1671908"/>
              <a:ext cx="49588" cy="25006"/>
            </a:xfrm>
            <a:custGeom>
              <a:avLst/>
              <a:pathLst>
                <a:path w="49588" h="25006">
                  <a:moveTo>
                    <a:pt x="13839" y="3404"/>
                  </a:moveTo>
                  <a:lnTo>
                    <a:pt x="13625" y="6405"/>
                  </a:lnTo>
                  <a:lnTo>
                    <a:pt x="27907" y="11296"/>
                  </a:lnTo>
                  <a:lnTo>
                    <a:pt x="32768" y="11723"/>
                  </a:lnTo>
                  <a:lnTo>
                    <a:pt x="35456" y="11107"/>
                  </a:lnTo>
                  <a:lnTo>
                    <a:pt x="36819" y="9270"/>
                  </a:lnTo>
                  <a:lnTo>
                    <a:pt x="37973" y="9130"/>
                  </a:lnTo>
                  <a:lnTo>
                    <a:pt x="40188" y="9970"/>
                  </a:lnTo>
                  <a:lnTo>
                    <a:pt x="40263" y="11628"/>
                  </a:lnTo>
                  <a:lnTo>
                    <a:pt x="43084" y="13359"/>
                  </a:lnTo>
                  <a:lnTo>
                    <a:pt x="44056" y="12237"/>
                  </a:lnTo>
                  <a:lnTo>
                    <a:pt x="44836" y="16303"/>
                  </a:lnTo>
                  <a:lnTo>
                    <a:pt x="49588" y="17627"/>
                  </a:lnTo>
                  <a:lnTo>
                    <a:pt x="49284" y="23110"/>
                  </a:lnTo>
                  <a:lnTo>
                    <a:pt x="42468" y="25006"/>
                  </a:lnTo>
                  <a:lnTo>
                    <a:pt x="41477" y="24610"/>
                  </a:lnTo>
                  <a:lnTo>
                    <a:pt x="39038" y="20654"/>
                  </a:lnTo>
                  <a:lnTo>
                    <a:pt x="32208" y="20790"/>
                  </a:lnTo>
                  <a:lnTo>
                    <a:pt x="31154" y="24030"/>
                  </a:lnTo>
                  <a:lnTo>
                    <a:pt x="25851" y="22641"/>
                  </a:lnTo>
                  <a:lnTo>
                    <a:pt x="26911" y="19998"/>
                  </a:lnTo>
                  <a:lnTo>
                    <a:pt x="26380" y="17766"/>
                  </a:lnTo>
                  <a:lnTo>
                    <a:pt x="18895" y="14226"/>
                  </a:lnTo>
                  <a:lnTo>
                    <a:pt x="4224" y="15224"/>
                  </a:lnTo>
                  <a:lnTo>
                    <a:pt x="2893" y="13048"/>
                  </a:lnTo>
                  <a:lnTo>
                    <a:pt x="0" y="5321"/>
                  </a:lnTo>
                  <a:lnTo>
                    <a:pt x="1623" y="4473"/>
                  </a:lnTo>
                  <a:lnTo>
                    <a:pt x="2089" y="1930"/>
                  </a:lnTo>
                  <a:lnTo>
                    <a:pt x="6799" y="654"/>
                  </a:lnTo>
                  <a:lnTo>
                    <a:pt x="8726" y="1491"/>
                  </a:lnTo>
                  <a:lnTo>
                    <a:pt x="1194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h2235"/>
            <p:cNvSpPr/>
            <p:nvPr/>
          </p:nvSpPr>
          <p:spPr>
            <a:xfrm>
              <a:off x="1203338" y="1619103"/>
              <a:ext cx="53133" cy="66405"/>
            </a:xfrm>
            <a:custGeom>
              <a:avLst/>
              <a:pathLst>
                <a:path w="53133" h="66405">
                  <a:moveTo>
                    <a:pt x="27588" y="6151"/>
                  </a:moveTo>
                  <a:lnTo>
                    <a:pt x="27984" y="8257"/>
                  </a:lnTo>
                  <a:lnTo>
                    <a:pt x="22645" y="7923"/>
                  </a:lnTo>
                  <a:lnTo>
                    <a:pt x="22415" y="11269"/>
                  </a:lnTo>
                  <a:lnTo>
                    <a:pt x="25147" y="13120"/>
                  </a:lnTo>
                  <a:lnTo>
                    <a:pt x="29624" y="13530"/>
                  </a:lnTo>
                  <a:lnTo>
                    <a:pt x="33568" y="10962"/>
                  </a:lnTo>
                  <a:lnTo>
                    <a:pt x="37007" y="11350"/>
                  </a:lnTo>
                  <a:lnTo>
                    <a:pt x="37894" y="12310"/>
                  </a:lnTo>
                  <a:lnTo>
                    <a:pt x="36319" y="12271"/>
                  </a:lnTo>
                  <a:lnTo>
                    <a:pt x="35217" y="14721"/>
                  </a:lnTo>
                  <a:lnTo>
                    <a:pt x="41741" y="20571"/>
                  </a:lnTo>
                  <a:lnTo>
                    <a:pt x="43380" y="21716"/>
                  </a:lnTo>
                  <a:lnTo>
                    <a:pt x="47018" y="18325"/>
                  </a:lnTo>
                  <a:lnTo>
                    <a:pt x="49289" y="20070"/>
                  </a:lnTo>
                  <a:lnTo>
                    <a:pt x="46529" y="23772"/>
                  </a:lnTo>
                  <a:lnTo>
                    <a:pt x="46122" y="27891"/>
                  </a:lnTo>
                  <a:lnTo>
                    <a:pt x="48935" y="29622"/>
                  </a:lnTo>
                  <a:lnTo>
                    <a:pt x="51471" y="30913"/>
                  </a:lnTo>
                  <a:lnTo>
                    <a:pt x="53133" y="32878"/>
                  </a:lnTo>
                  <a:lnTo>
                    <a:pt x="51745" y="40209"/>
                  </a:lnTo>
                  <a:lnTo>
                    <a:pt x="42093" y="34730"/>
                  </a:lnTo>
                  <a:lnTo>
                    <a:pt x="38708" y="34851"/>
                  </a:lnTo>
                  <a:lnTo>
                    <a:pt x="37611" y="35956"/>
                  </a:lnTo>
                  <a:lnTo>
                    <a:pt x="40152" y="38777"/>
                  </a:lnTo>
                  <a:lnTo>
                    <a:pt x="37186" y="41208"/>
                  </a:lnTo>
                  <a:lnTo>
                    <a:pt x="33515" y="36744"/>
                  </a:lnTo>
                  <a:lnTo>
                    <a:pt x="29656" y="41844"/>
                  </a:lnTo>
                  <a:lnTo>
                    <a:pt x="26909" y="43901"/>
                  </a:lnTo>
                  <a:lnTo>
                    <a:pt x="21289" y="42288"/>
                  </a:lnTo>
                  <a:lnTo>
                    <a:pt x="19893" y="46854"/>
                  </a:lnTo>
                  <a:lnTo>
                    <a:pt x="20518" y="47088"/>
                  </a:lnTo>
                  <a:lnTo>
                    <a:pt x="19937" y="56224"/>
                  </a:lnTo>
                  <a:lnTo>
                    <a:pt x="24095" y="56507"/>
                  </a:lnTo>
                  <a:lnTo>
                    <a:pt x="23907" y="61478"/>
                  </a:lnTo>
                  <a:lnTo>
                    <a:pt x="19617" y="61205"/>
                  </a:lnTo>
                  <a:lnTo>
                    <a:pt x="19523" y="62491"/>
                  </a:lnTo>
                  <a:lnTo>
                    <a:pt x="15414" y="61758"/>
                  </a:lnTo>
                  <a:lnTo>
                    <a:pt x="8933" y="66405"/>
                  </a:lnTo>
                  <a:lnTo>
                    <a:pt x="4283" y="62000"/>
                  </a:lnTo>
                  <a:lnTo>
                    <a:pt x="7759" y="49946"/>
                  </a:lnTo>
                  <a:lnTo>
                    <a:pt x="2311" y="46914"/>
                  </a:lnTo>
                  <a:lnTo>
                    <a:pt x="1188" y="46281"/>
                  </a:lnTo>
                  <a:lnTo>
                    <a:pt x="2785" y="45661"/>
                  </a:lnTo>
                  <a:lnTo>
                    <a:pt x="1077" y="41036"/>
                  </a:lnTo>
                  <a:lnTo>
                    <a:pt x="6291" y="29933"/>
                  </a:lnTo>
                  <a:lnTo>
                    <a:pt x="4012" y="30067"/>
                  </a:lnTo>
                  <a:lnTo>
                    <a:pt x="6561" y="20891"/>
                  </a:lnTo>
                  <a:lnTo>
                    <a:pt x="0" y="15208"/>
                  </a:lnTo>
                  <a:lnTo>
                    <a:pt x="4760" y="13923"/>
                  </a:lnTo>
                  <a:lnTo>
                    <a:pt x="5541" y="7099"/>
                  </a:lnTo>
                  <a:lnTo>
                    <a:pt x="8533" y="6999"/>
                  </a:lnTo>
                  <a:lnTo>
                    <a:pt x="13560" y="11841"/>
                  </a:lnTo>
                  <a:lnTo>
                    <a:pt x="15932" y="10163"/>
                  </a:lnTo>
                  <a:lnTo>
                    <a:pt x="17752" y="1765"/>
                  </a:lnTo>
                  <a:lnTo>
                    <a:pt x="19008" y="1459"/>
                  </a:lnTo>
                  <a:lnTo>
                    <a:pt x="2193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h2236"/>
            <p:cNvSpPr/>
            <p:nvPr/>
          </p:nvSpPr>
          <p:spPr>
            <a:xfrm>
              <a:off x="1313556" y="1702161"/>
              <a:ext cx="39203" cy="43696"/>
            </a:xfrm>
            <a:custGeom>
              <a:avLst/>
              <a:pathLst>
                <a:path w="39203" h="43696">
                  <a:moveTo>
                    <a:pt x="25837" y="2610"/>
                  </a:moveTo>
                  <a:lnTo>
                    <a:pt x="26407" y="5122"/>
                  </a:lnTo>
                  <a:lnTo>
                    <a:pt x="30878" y="5012"/>
                  </a:lnTo>
                  <a:lnTo>
                    <a:pt x="33007" y="6039"/>
                  </a:lnTo>
                  <a:lnTo>
                    <a:pt x="36238" y="6069"/>
                  </a:lnTo>
                  <a:lnTo>
                    <a:pt x="35647" y="8938"/>
                  </a:lnTo>
                  <a:lnTo>
                    <a:pt x="36663" y="10449"/>
                  </a:lnTo>
                  <a:lnTo>
                    <a:pt x="39006" y="9919"/>
                  </a:lnTo>
                  <a:lnTo>
                    <a:pt x="39203" y="12829"/>
                  </a:lnTo>
                  <a:lnTo>
                    <a:pt x="35509" y="13113"/>
                  </a:lnTo>
                  <a:lnTo>
                    <a:pt x="35998" y="19581"/>
                  </a:lnTo>
                  <a:lnTo>
                    <a:pt x="31785" y="28211"/>
                  </a:lnTo>
                  <a:lnTo>
                    <a:pt x="33694" y="32103"/>
                  </a:lnTo>
                  <a:lnTo>
                    <a:pt x="31714" y="37894"/>
                  </a:lnTo>
                  <a:lnTo>
                    <a:pt x="33807" y="38962"/>
                  </a:lnTo>
                  <a:lnTo>
                    <a:pt x="33159" y="42792"/>
                  </a:lnTo>
                  <a:lnTo>
                    <a:pt x="28887" y="40602"/>
                  </a:lnTo>
                  <a:lnTo>
                    <a:pt x="24862" y="41352"/>
                  </a:lnTo>
                  <a:lnTo>
                    <a:pt x="23486" y="43696"/>
                  </a:lnTo>
                  <a:lnTo>
                    <a:pt x="23525" y="40192"/>
                  </a:lnTo>
                  <a:lnTo>
                    <a:pt x="18708" y="41778"/>
                  </a:lnTo>
                  <a:lnTo>
                    <a:pt x="13284" y="35060"/>
                  </a:lnTo>
                  <a:lnTo>
                    <a:pt x="11822" y="28938"/>
                  </a:lnTo>
                  <a:lnTo>
                    <a:pt x="10825" y="27494"/>
                  </a:lnTo>
                  <a:lnTo>
                    <a:pt x="8226" y="28099"/>
                  </a:lnTo>
                  <a:lnTo>
                    <a:pt x="8326" y="28889"/>
                  </a:lnTo>
                  <a:lnTo>
                    <a:pt x="6325" y="28057"/>
                  </a:lnTo>
                  <a:lnTo>
                    <a:pt x="6045" y="19064"/>
                  </a:lnTo>
                  <a:lnTo>
                    <a:pt x="2590" y="12325"/>
                  </a:lnTo>
                  <a:lnTo>
                    <a:pt x="0" y="12594"/>
                  </a:lnTo>
                  <a:lnTo>
                    <a:pt x="12" y="11235"/>
                  </a:lnTo>
                  <a:lnTo>
                    <a:pt x="235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h2237"/>
            <p:cNvSpPr/>
            <p:nvPr/>
          </p:nvSpPr>
          <p:spPr>
            <a:xfrm>
              <a:off x="1425487" y="1577271"/>
              <a:ext cx="66543" cy="58821"/>
            </a:xfrm>
            <a:custGeom>
              <a:avLst/>
              <a:pathLst>
                <a:path w="66543" h="58821">
                  <a:moveTo>
                    <a:pt x="40436" y="3248"/>
                  </a:moveTo>
                  <a:lnTo>
                    <a:pt x="39432" y="14352"/>
                  </a:lnTo>
                  <a:lnTo>
                    <a:pt x="37890" y="18688"/>
                  </a:lnTo>
                  <a:lnTo>
                    <a:pt x="40940" y="18542"/>
                  </a:lnTo>
                  <a:lnTo>
                    <a:pt x="44141" y="21106"/>
                  </a:lnTo>
                  <a:lnTo>
                    <a:pt x="46039" y="24787"/>
                  </a:lnTo>
                  <a:lnTo>
                    <a:pt x="44679" y="32504"/>
                  </a:lnTo>
                  <a:lnTo>
                    <a:pt x="49295" y="35467"/>
                  </a:lnTo>
                  <a:lnTo>
                    <a:pt x="59869" y="38519"/>
                  </a:lnTo>
                  <a:lnTo>
                    <a:pt x="63874" y="41792"/>
                  </a:lnTo>
                  <a:lnTo>
                    <a:pt x="66327" y="45846"/>
                  </a:lnTo>
                  <a:lnTo>
                    <a:pt x="66543" y="52052"/>
                  </a:lnTo>
                  <a:lnTo>
                    <a:pt x="65737" y="52274"/>
                  </a:lnTo>
                  <a:lnTo>
                    <a:pt x="63095" y="55095"/>
                  </a:lnTo>
                  <a:lnTo>
                    <a:pt x="57755" y="52895"/>
                  </a:lnTo>
                  <a:lnTo>
                    <a:pt x="46540" y="52522"/>
                  </a:lnTo>
                  <a:lnTo>
                    <a:pt x="42988" y="53222"/>
                  </a:lnTo>
                  <a:lnTo>
                    <a:pt x="42121" y="58821"/>
                  </a:lnTo>
                  <a:lnTo>
                    <a:pt x="38077" y="57632"/>
                  </a:lnTo>
                  <a:lnTo>
                    <a:pt x="35223" y="57853"/>
                  </a:lnTo>
                  <a:lnTo>
                    <a:pt x="26422" y="54852"/>
                  </a:lnTo>
                  <a:lnTo>
                    <a:pt x="21829" y="55467"/>
                  </a:lnTo>
                  <a:lnTo>
                    <a:pt x="14733" y="51930"/>
                  </a:lnTo>
                  <a:lnTo>
                    <a:pt x="13108" y="52956"/>
                  </a:lnTo>
                  <a:lnTo>
                    <a:pt x="11665" y="53430"/>
                  </a:lnTo>
                  <a:lnTo>
                    <a:pt x="10301" y="51124"/>
                  </a:lnTo>
                  <a:lnTo>
                    <a:pt x="10438" y="46481"/>
                  </a:lnTo>
                  <a:lnTo>
                    <a:pt x="13348" y="43619"/>
                  </a:lnTo>
                  <a:lnTo>
                    <a:pt x="18623" y="42679"/>
                  </a:lnTo>
                  <a:lnTo>
                    <a:pt x="19229" y="35129"/>
                  </a:lnTo>
                  <a:lnTo>
                    <a:pt x="9254" y="34542"/>
                  </a:lnTo>
                  <a:lnTo>
                    <a:pt x="3034" y="23997"/>
                  </a:lnTo>
                  <a:lnTo>
                    <a:pt x="4462" y="21962"/>
                  </a:lnTo>
                  <a:lnTo>
                    <a:pt x="1416" y="19975"/>
                  </a:lnTo>
                  <a:lnTo>
                    <a:pt x="0" y="19704"/>
                  </a:lnTo>
                  <a:lnTo>
                    <a:pt x="3354" y="13471"/>
                  </a:lnTo>
                  <a:lnTo>
                    <a:pt x="4737" y="11256"/>
                  </a:lnTo>
                  <a:lnTo>
                    <a:pt x="9528" y="6971"/>
                  </a:lnTo>
                  <a:lnTo>
                    <a:pt x="10808" y="7039"/>
                  </a:lnTo>
                  <a:lnTo>
                    <a:pt x="11943" y="8367"/>
                  </a:lnTo>
                  <a:lnTo>
                    <a:pt x="18880" y="8739"/>
                  </a:lnTo>
                  <a:lnTo>
                    <a:pt x="21912" y="9640"/>
                  </a:lnTo>
                  <a:lnTo>
                    <a:pt x="21882" y="19181"/>
                  </a:lnTo>
                  <a:lnTo>
                    <a:pt x="25593" y="18890"/>
                  </a:lnTo>
                  <a:lnTo>
                    <a:pt x="26061" y="10762"/>
                  </a:lnTo>
                  <a:lnTo>
                    <a:pt x="27298" y="10862"/>
                  </a:lnTo>
                  <a:lnTo>
                    <a:pt x="2789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h2238"/>
            <p:cNvSpPr/>
            <p:nvPr/>
          </p:nvSpPr>
          <p:spPr>
            <a:xfrm>
              <a:off x="1405641" y="1845043"/>
              <a:ext cx="93444" cy="55572"/>
            </a:xfrm>
            <a:custGeom>
              <a:avLst/>
              <a:pathLst>
                <a:path w="93444" h="55572">
                  <a:moveTo>
                    <a:pt x="25424" y="4884"/>
                  </a:moveTo>
                  <a:lnTo>
                    <a:pt x="36763" y="5987"/>
                  </a:lnTo>
                  <a:lnTo>
                    <a:pt x="38134" y="6470"/>
                  </a:lnTo>
                  <a:lnTo>
                    <a:pt x="40548" y="9867"/>
                  </a:lnTo>
                  <a:lnTo>
                    <a:pt x="42725" y="10797"/>
                  </a:lnTo>
                  <a:lnTo>
                    <a:pt x="48002" y="7919"/>
                  </a:lnTo>
                  <a:lnTo>
                    <a:pt x="50464" y="13082"/>
                  </a:lnTo>
                  <a:lnTo>
                    <a:pt x="53312" y="12833"/>
                  </a:lnTo>
                  <a:lnTo>
                    <a:pt x="52172" y="9931"/>
                  </a:lnTo>
                  <a:lnTo>
                    <a:pt x="52311" y="7311"/>
                  </a:lnTo>
                  <a:lnTo>
                    <a:pt x="55314" y="7042"/>
                  </a:lnTo>
                  <a:lnTo>
                    <a:pt x="59467" y="10158"/>
                  </a:lnTo>
                  <a:lnTo>
                    <a:pt x="59255" y="13423"/>
                  </a:lnTo>
                  <a:lnTo>
                    <a:pt x="61838" y="16286"/>
                  </a:lnTo>
                  <a:lnTo>
                    <a:pt x="70416" y="19767"/>
                  </a:lnTo>
                  <a:lnTo>
                    <a:pt x="77422" y="19100"/>
                  </a:lnTo>
                  <a:lnTo>
                    <a:pt x="80011" y="15420"/>
                  </a:lnTo>
                  <a:lnTo>
                    <a:pt x="83147" y="14497"/>
                  </a:lnTo>
                  <a:lnTo>
                    <a:pt x="86992" y="10964"/>
                  </a:lnTo>
                  <a:lnTo>
                    <a:pt x="89019" y="13579"/>
                  </a:lnTo>
                  <a:lnTo>
                    <a:pt x="89587" y="19672"/>
                  </a:lnTo>
                  <a:lnTo>
                    <a:pt x="91244" y="19472"/>
                  </a:lnTo>
                  <a:lnTo>
                    <a:pt x="91467" y="21258"/>
                  </a:lnTo>
                  <a:lnTo>
                    <a:pt x="89641" y="25191"/>
                  </a:lnTo>
                  <a:lnTo>
                    <a:pt x="89971" y="29207"/>
                  </a:lnTo>
                  <a:lnTo>
                    <a:pt x="92495" y="35436"/>
                  </a:lnTo>
                  <a:lnTo>
                    <a:pt x="93444" y="36144"/>
                  </a:lnTo>
                  <a:lnTo>
                    <a:pt x="89042" y="40102"/>
                  </a:lnTo>
                  <a:lnTo>
                    <a:pt x="85650" y="41944"/>
                  </a:lnTo>
                  <a:lnTo>
                    <a:pt x="80264" y="38170"/>
                  </a:lnTo>
                  <a:lnTo>
                    <a:pt x="76749" y="39482"/>
                  </a:lnTo>
                  <a:lnTo>
                    <a:pt x="75969" y="44658"/>
                  </a:lnTo>
                  <a:lnTo>
                    <a:pt x="71187" y="43019"/>
                  </a:lnTo>
                  <a:lnTo>
                    <a:pt x="64279" y="46507"/>
                  </a:lnTo>
                  <a:lnTo>
                    <a:pt x="59431" y="46804"/>
                  </a:lnTo>
                  <a:lnTo>
                    <a:pt x="54568" y="48234"/>
                  </a:lnTo>
                  <a:lnTo>
                    <a:pt x="42013" y="46584"/>
                  </a:lnTo>
                  <a:lnTo>
                    <a:pt x="39763" y="44687"/>
                  </a:lnTo>
                  <a:lnTo>
                    <a:pt x="36514" y="45710"/>
                  </a:lnTo>
                  <a:lnTo>
                    <a:pt x="30831" y="43153"/>
                  </a:lnTo>
                  <a:lnTo>
                    <a:pt x="31028" y="53551"/>
                  </a:lnTo>
                  <a:lnTo>
                    <a:pt x="30532" y="55509"/>
                  </a:lnTo>
                  <a:lnTo>
                    <a:pt x="29187" y="55572"/>
                  </a:lnTo>
                  <a:lnTo>
                    <a:pt x="26202" y="53091"/>
                  </a:lnTo>
                  <a:lnTo>
                    <a:pt x="24926" y="49430"/>
                  </a:lnTo>
                  <a:lnTo>
                    <a:pt x="23175" y="47877"/>
                  </a:lnTo>
                  <a:lnTo>
                    <a:pt x="17257" y="48512"/>
                  </a:lnTo>
                  <a:lnTo>
                    <a:pt x="11015" y="48009"/>
                  </a:lnTo>
                  <a:lnTo>
                    <a:pt x="7823" y="46451"/>
                  </a:lnTo>
                  <a:lnTo>
                    <a:pt x="4887" y="36580"/>
                  </a:lnTo>
                  <a:lnTo>
                    <a:pt x="1212" y="34019"/>
                  </a:lnTo>
                  <a:lnTo>
                    <a:pt x="0" y="34062"/>
                  </a:lnTo>
                  <a:lnTo>
                    <a:pt x="1" y="29319"/>
                  </a:lnTo>
                  <a:lnTo>
                    <a:pt x="737" y="29336"/>
                  </a:lnTo>
                  <a:lnTo>
                    <a:pt x="3103" y="26678"/>
                  </a:lnTo>
                  <a:lnTo>
                    <a:pt x="2509" y="18100"/>
                  </a:lnTo>
                  <a:lnTo>
                    <a:pt x="609" y="17238"/>
                  </a:lnTo>
                  <a:lnTo>
                    <a:pt x="1149" y="14745"/>
                  </a:lnTo>
                  <a:lnTo>
                    <a:pt x="4646" y="14966"/>
                  </a:lnTo>
                  <a:lnTo>
                    <a:pt x="8370" y="14308"/>
                  </a:lnTo>
                  <a:lnTo>
                    <a:pt x="8469" y="10581"/>
                  </a:lnTo>
                  <a:lnTo>
                    <a:pt x="8475" y="10072"/>
                  </a:lnTo>
                  <a:lnTo>
                    <a:pt x="12250" y="9223"/>
                  </a:lnTo>
                  <a:lnTo>
                    <a:pt x="13370" y="3098"/>
                  </a:lnTo>
                  <a:lnTo>
                    <a:pt x="13200" y="163"/>
                  </a:lnTo>
                  <a:lnTo>
                    <a:pt x="15993" y="670"/>
                  </a:lnTo>
                  <a:lnTo>
                    <a:pt x="2543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h2239"/>
            <p:cNvSpPr/>
            <p:nvPr/>
          </p:nvSpPr>
          <p:spPr>
            <a:xfrm>
              <a:off x="1387068" y="1779948"/>
              <a:ext cx="35077" cy="76229"/>
            </a:xfrm>
            <a:custGeom>
              <a:avLst/>
              <a:pathLst>
                <a:path w="35077" h="76229">
                  <a:moveTo>
                    <a:pt x="32824" y="0"/>
                  </a:moveTo>
                  <a:lnTo>
                    <a:pt x="33518" y="1367"/>
                  </a:lnTo>
                  <a:lnTo>
                    <a:pt x="33590" y="4780"/>
                  </a:lnTo>
                  <a:lnTo>
                    <a:pt x="34519" y="6657"/>
                  </a:lnTo>
                  <a:lnTo>
                    <a:pt x="25044" y="9966"/>
                  </a:lnTo>
                  <a:lnTo>
                    <a:pt x="29391" y="22155"/>
                  </a:lnTo>
                  <a:lnTo>
                    <a:pt x="27841" y="21833"/>
                  </a:lnTo>
                  <a:lnTo>
                    <a:pt x="27452" y="29385"/>
                  </a:lnTo>
                  <a:lnTo>
                    <a:pt x="29162" y="29129"/>
                  </a:lnTo>
                  <a:lnTo>
                    <a:pt x="31239" y="34645"/>
                  </a:lnTo>
                  <a:lnTo>
                    <a:pt x="31494" y="37748"/>
                  </a:lnTo>
                  <a:lnTo>
                    <a:pt x="26866" y="42656"/>
                  </a:lnTo>
                  <a:lnTo>
                    <a:pt x="26313" y="45164"/>
                  </a:lnTo>
                  <a:lnTo>
                    <a:pt x="28900" y="45753"/>
                  </a:lnTo>
                  <a:lnTo>
                    <a:pt x="31443" y="52654"/>
                  </a:lnTo>
                  <a:lnTo>
                    <a:pt x="31510" y="58735"/>
                  </a:lnTo>
                  <a:lnTo>
                    <a:pt x="35077" y="63932"/>
                  </a:lnTo>
                  <a:lnTo>
                    <a:pt x="34566" y="65765"/>
                  </a:lnTo>
                  <a:lnTo>
                    <a:pt x="31773" y="65258"/>
                  </a:lnTo>
                  <a:lnTo>
                    <a:pt x="31943" y="68193"/>
                  </a:lnTo>
                  <a:lnTo>
                    <a:pt x="30823" y="74318"/>
                  </a:lnTo>
                  <a:lnTo>
                    <a:pt x="27048" y="75167"/>
                  </a:lnTo>
                  <a:lnTo>
                    <a:pt x="27042" y="75676"/>
                  </a:lnTo>
                  <a:lnTo>
                    <a:pt x="22396" y="76229"/>
                  </a:lnTo>
                  <a:lnTo>
                    <a:pt x="22371" y="70556"/>
                  </a:lnTo>
                  <a:lnTo>
                    <a:pt x="23239" y="70113"/>
                  </a:lnTo>
                  <a:lnTo>
                    <a:pt x="22526" y="66113"/>
                  </a:lnTo>
                  <a:lnTo>
                    <a:pt x="19216" y="63930"/>
                  </a:lnTo>
                  <a:lnTo>
                    <a:pt x="22307" y="53342"/>
                  </a:lnTo>
                  <a:lnTo>
                    <a:pt x="15161" y="53883"/>
                  </a:lnTo>
                  <a:lnTo>
                    <a:pt x="13622" y="50271"/>
                  </a:lnTo>
                  <a:lnTo>
                    <a:pt x="13658" y="48078"/>
                  </a:lnTo>
                  <a:lnTo>
                    <a:pt x="15915" y="44452"/>
                  </a:lnTo>
                  <a:lnTo>
                    <a:pt x="5742" y="42336"/>
                  </a:lnTo>
                  <a:lnTo>
                    <a:pt x="6975" y="40640"/>
                  </a:lnTo>
                  <a:lnTo>
                    <a:pt x="6447" y="35216"/>
                  </a:lnTo>
                  <a:lnTo>
                    <a:pt x="4655" y="32839"/>
                  </a:lnTo>
                  <a:lnTo>
                    <a:pt x="2798" y="32670"/>
                  </a:lnTo>
                  <a:lnTo>
                    <a:pt x="1067" y="30988"/>
                  </a:lnTo>
                  <a:lnTo>
                    <a:pt x="0" y="27727"/>
                  </a:lnTo>
                  <a:lnTo>
                    <a:pt x="771" y="21977"/>
                  </a:lnTo>
                  <a:lnTo>
                    <a:pt x="5110" y="22592"/>
                  </a:lnTo>
                  <a:lnTo>
                    <a:pt x="7599" y="21538"/>
                  </a:lnTo>
                  <a:lnTo>
                    <a:pt x="5143" y="19636"/>
                  </a:lnTo>
                  <a:lnTo>
                    <a:pt x="3117" y="16451"/>
                  </a:lnTo>
                  <a:lnTo>
                    <a:pt x="4585" y="13981"/>
                  </a:lnTo>
                  <a:lnTo>
                    <a:pt x="7698" y="13009"/>
                  </a:lnTo>
                  <a:lnTo>
                    <a:pt x="10446" y="13877"/>
                  </a:lnTo>
                  <a:lnTo>
                    <a:pt x="11824" y="12941"/>
                  </a:lnTo>
                  <a:lnTo>
                    <a:pt x="10064" y="9724"/>
                  </a:lnTo>
                  <a:lnTo>
                    <a:pt x="11915" y="8514"/>
                  </a:lnTo>
                  <a:lnTo>
                    <a:pt x="14947" y="8401"/>
                  </a:lnTo>
                  <a:lnTo>
                    <a:pt x="15027" y="2306"/>
                  </a:lnTo>
                  <a:lnTo>
                    <a:pt x="18685" y="4685"/>
                  </a:lnTo>
                  <a:lnTo>
                    <a:pt x="21397" y="4756"/>
                  </a:lnTo>
                  <a:lnTo>
                    <a:pt x="22803" y="309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h2240"/>
            <p:cNvSpPr/>
            <p:nvPr/>
          </p:nvSpPr>
          <p:spPr>
            <a:xfrm>
              <a:off x="1232990" y="1921809"/>
              <a:ext cx="248" cy="140"/>
            </a:xfrm>
            <a:custGeom>
              <a:avLst/>
              <a:pathLst>
                <a:path w="248" h="140">
                  <a:moveTo>
                    <a:pt x="0" y="40"/>
                  </a:moveTo>
                  <a:lnTo>
                    <a:pt x="195" y="0"/>
                  </a:lnTo>
                  <a:lnTo>
                    <a:pt x="248" y="14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h2241"/>
            <p:cNvSpPr/>
            <p:nvPr/>
          </p:nvSpPr>
          <p:spPr>
            <a:xfrm>
              <a:off x="1223759" y="1918675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h2242"/>
            <p:cNvSpPr/>
            <p:nvPr/>
          </p:nvSpPr>
          <p:spPr>
            <a:xfrm>
              <a:off x="1230956" y="1918620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h2243"/>
            <p:cNvSpPr/>
            <p:nvPr/>
          </p:nvSpPr>
          <p:spPr>
            <a:xfrm>
              <a:off x="1224662" y="19180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h2244"/>
            <p:cNvSpPr/>
            <p:nvPr/>
          </p:nvSpPr>
          <p:spPr>
            <a:xfrm>
              <a:off x="1224631" y="1917456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h2245"/>
            <p:cNvSpPr/>
            <p:nvPr/>
          </p:nvSpPr>
          <p:spPr>
            <a:xfrm>
              <a:off x="1226805" y="1916295"/>
              <a:ext cx="395" cy="646"/>
            </a:xfrm>
            <a:custGeom>
              <a:avLst/>
              <a:pathLst>
                <a:path w="395" h="646">
                  <a:moveTo>
                    <a:pt x="0" y="646"/>
                  </a:moveTo>
                  <a:lnTo>
                    <a:pt x="395" y="0"/>
                  </a:lnTo>
                  <a:lnTo>
                    <a:pt x="293" y="4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h2246"/>
            <p:cNvSpPr/>
            <p:nvPr/>
          </p:nvSpPr>
          <p:spPr>
            <a:xfrm>
              <a:off x="1217046" y="1914865"/>
              <a:ext cx="649" cy="777"/>
            </a:xfrm>
            <a:custGeom>
              <a:avLst/>
              <a:pathLst>
                <a:path w="649" h="777">
                  <a:moveTo>
                    <a:pt x="649" y="0"/>
                  </a:moveTo>
                  <a:lnTo>
                    <a:pt x="420" y="731"/>
                  </a:lnTo>
                  <a:lnTo>
                    <a:pt x="0" y="77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h2247"/>
            <p:cNvSpPr/>
            <p:nvPr/>
          </p:nvSpPr>
          <p:spPr>
            <a:xfrm>
              <a:off x="1189255" y="1909977"/>
              <a:ext cx="2139" cy="4032"/>
            </a:xfrm>
            <a:custGeom>
              <a:avLst/>
              <a:pathLst>
                <a:path w="2139" h="4032">
                  <a:moveTo>
                    <a:pt x="1124" y="1391"/>
                  </a:moveTo>
                  <a:lnTo>
                    <a:pt x="2139" y="4032"/>
                  </a:lnTo>
                  <a:lnTo>
                    <a:pt x="682" y="29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h2248"/>
            <p:cNvSpPr/>
            <p:nvPr/>
          </p:nvSpPr>
          <p:spPr>
            <a:xfrm>
              <a:off x="1244150" y="1925964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h2249"/>
            <p:cNvSpPr/>
            <p:nvPr/>
          </p:nvSpPr>
          <p:spPr>
            <a:xfrm>
              <a:off x="1234600" y="1925834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h2250"/>
            <p:cNvSpPr/>
            <p:nvPr/>
          </p:nvSpPr>
          <p:spPr>
            <a:xfrm>
              <a:off x="1245794" y="1923751"/>
              <a:ext cx="1714" cy="1544"/>
            </a:xfrm>
            <a:custGeom>
              <a:avLst/>
              <a:pathLst>
                <a:path w="1714" h="1544">
                  <a:moveTo>
                    <a:pt x="0" y="1046"/>
                  </a:moveTo>
                  <a:lnTo>
                    <a:pt x="1714" y="0"/>
                  </a:lnTo>
                  <a:lnTo>
                    <a:pt x="135" y="154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h2251"/>
            <p:cNvSpPr/>
            <p:nvPr/>
          </p:nvSpPr>
          <p:spPr>
            <a:xfrm>
              <a:off x="1243119" y="1922138"/>
              <a:ext cx="543" cy="655"/>
            </a:xfrm>
            <a:custGeom>
              <a:avLst/>
              <a:pathLst>
                <a:path w="543" h="655">
                  <a:moveTo>
                    <a:pt x="0" y="655"/>
                  </a:moveTo>
                  <a:lnTo>
                    <a:pt x="58" y="84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h2252"/>
            <p:cNvSpPr/>
            <p:nvPr/>
          </p:nvSpPr>
          <p:spPr>
            <a:xfrm>
              <a:off x="1242411" y="1922247"/>
              <a:ext cx="277" cy="352"/>
            </a:xfrm>
            <a:custGeom>
              <a:avLst/>
              <a:pathLst>
                <a:path w="277" h="352">
                  <a:moveTo>
                    <a:pt x="277" y="0"/>
                  </a:moveTo>
                  <a:lnTo>
                    <a:pt x="140" y="352"/>
                  </a:lnTo>
                  <a:lnTo>
                    <a:pt x="0" y="11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h2253"/>
            <p:cNvSpPr/>
            <p:nvPr/>
          </p:nvSpPr>
          <p:spPr>
            <a:xfrm>
              <a:off x="1191459" y="1836586"/>
              <a:ext cx="141965" cy="136687"/>
            </a:xfrm>
            <a:custGeom>
              <a:avLst/>
              <a:pathLst>
                <a:path w="141965" h="136687">
                  <a:moveTo>
                    <a:pt x="92336" y="22153"/>
                  </a:moveTo>
                  <a:lnTo>
                    <a:pt x="91006" y="19314"/>
                  </a:lnTo>
                  <a:lnTo>
                    <a:pt x="94322" y="15754"/>
                  </a:lnTo>
                  <a:lnTo>
                    <a:pt x="99938" y="16679"/>
                  </a:lnTo>
                  <a:lnTo>
                    <a:pt x="101630" y="15459"/>
                  </a:lnTo>
                  <a:lnTo>
                    <a:pt x="105538" y="14297"/>
                  </a:lnTo>
                  <a:lnTo>
                    <a:pt x="111670" y="9470"/>
                  </a:lnTo>
                  <a:lnTo>
                    <a:pt x="116042" y="10642"/>
                  </a:lnTo>
                  <a:lnTo>
                    <a:pt x="116403" y="12156"/>
                  </a:lnTo>
                  <a:lnTo>
                    <a:pt x="125260" y="12720"/>
                  </a:lnTo>
                  <a:lnTo>
                    <a:pt x="128579" y="14938"/>
                  </a:lnTo>
                  <a:lnTo>
                    <a:pt x="132705" y="14044"/>
                  </a:lnTo>
                  <a:lnTo>
                    <a:pt x="137364" y="15571"/>
                  </a:lnTo>
                  <a:lnTo>
                    <a:pt x="138476" y="15027"/>
                  </a:lnTo>
                  <a:lnTo>
                    <a:pt x="139389" y="11984"/>
                  </a:lnTo>
                  <a:lnTo>
                    <a:pt x="139887" y="24328"/>
                  </a:lnTo>
                  <a:lnTo>
                    <a:pt x="141873" y="24858"/>
                  </a:lnTo>
                  <a:lnTo>
                    <a:pt x="141965" y="30419"/>
                  </a:lnTo>
                  <a:lnTo>
                    <a:pt x="139979" y="35745"/>
                  </a:lnTo>
                  <a:lnTo>
                    <a:pt x="135450" y="37855"/>
                  </a:lnTo>
                  <a:lnTo>
                    <a:pt x="136320" y="43098"/>
                  </a:lnTo>
                  <a:lnTo>
                    <a:pt x="136511" y="48456"/>
                  </a:lnTo>
                  <a:lnTo>
                    <a:pt x="131444" y="49684"/>
                  </a:lnTo>
                  <a:lnTo>
                    <a:pt x="132983" y="56778"/>
                  </a:lnTo>
                  <a:lnTo>
                    <a:pt x="131699" y="64144"/>
                  </a:lnTo>
                  <a:lnTo>
                    <a:pt x="114588" y="52884"/>
                  </a:lnTo>
                  <a:lnTo>
                    <a:pt x="112819" y="55994"/>
                  </a:lnTo>
                  <a:lnTo>
                    <a:pt x="114923" y="74030"/>
                  </a:lnTo>
                  <a:lnTo>
                    <a:pt x="113415" y="90242"/>
                  </a:lnTo>
                  <a:lnTo>
                    <a:pt x="125762" y="131828"/>
                  </a:lnTo>
                  <a:lnTo>
                    <a:pt x="122600" y="132935"/>
                  </a:lnTo>
                  <a:lnTo>
                    <a:pt x="122389" y="136687"/>
                  </a:lnTo>
                  <a:lnTo>
                    <a:pt x="79252" y="134500"/>
                  </a:lnTo>
                  <a:lnTo>
                    <a:pt x="76211" y="121675"/>
                  </a:lnTo>
                  <a:lnTo>
                    <a:pt x="79137" y="112528"/>
                  </a:lnTo>
                  <a:lnTo>
                    <a:pt x="78491" y="99361"/>
                  </a:lnTo>
                  <a:lnTo>
                    <a:pt x="81672" y="96918"/>
                  </a:lnTo>
                  <a:lnTo>
                    <a:pt x="88329" y="96668"/>
                  </a:lnTo>
                  <a:lnTo>
                    <a:pt x="88812" y="96101"/>
                  </a:lnTo>
                  <a:lnTo>
                    <a:pt x="84866" y="92235"/>
                  </a:lnTo>
                  <a:lnTo>
                    <a:pt x="81500" y="90641"/>
                  </a:lnTo>
                  <a:lnTo>
                    <a:pt x="90564" y="74044"/>
                  </a:lnTo>
                  <a:lnTo>
                    <a:pt x="90318" y="71134"/>
                  </a:lnTo>
                  <a:lnTo>
                    <a:pt x="79840" y="62809"/>
                  </a:lnTo>
                  <a:lnTo>
                    <a:pt x="80417" y="61592"/>
                  </a:lnTo>
                  <a:lnTo>
                    <a:pt x="79300" y="59779"/>
                  </a:lnTo>
                  <a:lnTo>
                    <a:pt x="71216" y="58791"/>
                  </a:lnTo>
                  <a:lnTo>
                    <a:pt x="68118" y="59800"/>
                  </a:lnTo>
                  <a:lnTo>
                    <a:pt x="67288" y="64826"/>
                  </a:lnTo>
                  <a:lnTo>
                    <a:pt x="63100" y="67119"/>
                  </a:lnTo>
                  <a:lnTo>
                    <a:pt x="62735" y="70546"/>
                  </a:lnTo>
                  <a:lnTo>
                    <a:pt x="63255" y="71318"/>
                  </a:lnTo>
                  <a:lnTo>
                    <a:pt x="59885" y="76680"/>
                  </a:lnTo>
                  <a:lnTo>
                    <a:pt x="56892" y="79157"/>
                  </a:lnTo>
                  <a:lnTo>
                    <a:pt x="52693" y="78783"/>
                  </a:lnTo>
                  <a:lnTo>
                    <a:pt x="57015" y="80839"/>
                  </a:lnTo>
                  <a:lnTo>
                    <a:pt x="50214" y="84341"/>
                  </a:lnTo>
                  <a:lnTo>
                    <a:pt x="48218" y="87059"/>
                  </a:lnTo>
                  <a:lnTo>
                    <a:pt x="48551" y="87661"/>
                  </a:lnTo>
                  <a:lnTo>
                    <a:pt x="52414" y="86759"/>
                  </a:lnTo>
                  <a:lnTo>
                    <a:pt x="53648" y="87137"/>
                  </a:lnTo>
                  <a:lnTo>
                    <a:pt x="50302" y="93721"/>
                  </a:lnTo>
                  <a:lnTo>
                    <a:pt x="46192" y="89550"/>
                  </a:lnTo>
                  <a:lnTo>
                    <a:pt x="44508" y="90033"/>
                  </a:lnTo>
                  <a:lnTo>
                    <a:pt x="42355" y="87064"/>
                  </a:lnTo>
                  <a:lnTo>
                    <a:pt x="42429" y="83422"/>
                  </a:lnTo>
                  <a:lnTo>
                    <a:pt x="40461" y="79291"/>
                  </a:lnTo>
                  <a:lnTo>
                    <a:pt x="36178" y="78563"/>
                  </a:lnTo>
                  <a:lnTo>
                    <a:pt x="32680" y="80012"/>
                  </a:lnTo>
                  <a:lnTo>
                    <a:pt x="29140" y="80004"/>
                  </a:lnTo>
                  <a:lnTo>
                    <a:pt x="28335" y="78208"/>
                  </a:lnTo>
                  <a:lnTo>
                    <a:pt x="25625" y="75873"/>
                  </a:lnTo>
                  <a:lnTo>
                    <a:pt x="20742" y="74088"/>
                  </a:lnTo>
                  <a:lnTo>
                    <a:pt x="19350" y="70539"/>
                  </a:lnTo>
                  <a:lnTo>
                    <a:pt x="13048" y="65494"/>
                  </a:lnTo>
                  <a:lnTo>
                    <a:pt x="7020" y="54313"/>
                  </a:lnTo>
                  <a:lnTo>
                    <a:pt x="5503" y="49642"/>
                  </a:lnTo>
                  <a:lnTo>
                    <a:pt x="1915" y="45565"/>
                  </a:lnTo>
                  <a:lnTo>
                    <a:pt x="0" y="41965"/>
                  </a:lnTo>
                  <a:lnTo>
                    <a:pt x="381" y="41054"/>
                  </a:lnTo>
                  <a:lnTo>
                    <a:pt x="582" y="41687"/>
                  </a:lnTo>
                  <a:lnTo>
                    <a:pt x="9565" y="45420"/>
                  </a:lnTo>
                  <a:lnTo>
                    <a:pt x="10645" y="45172"/>
                  </a:lnTo>
                  <a:lnTo>
                    <a:pt x="7680" y="39642"/>
                  </a:lnTo>
                  <a:lnTo>
                    <a:pt x="10607" y="36818"/>
                  </a:lnTo>
                  <a:lnTo>
                    <a:pt x="13267" y="35355"/>
                  </a:lnTo>
                  <a:lnTo>
                    <a:pt x="15600" y="34883"/>
                  </a:lnTo>
                  <a:lnTo>
                    <a:pt x="20395" y="35805"/>
                  </a:lnTo>
                  <a:lnTo>
                    <a:pt x="22761" y="36988"/>
                  </a:lnTo>
                  <a:lnTo>
                    <a:pt x="25647" y="36727"/>
                  </a:lnTo>
                  <a:lnTo>
                    <a:pt x="25331" y="30401"/>
                  </a:lnTo>
                  <a:lnTo>
                    <a:pt x="29411" y="30932"/>
                  </a:lnTo>
                  <a:lnTo>
                    <a:pt x="34105" y="28587"/>
                  </a:lnTo>
                  <a:lnTo>
                    <a:pt x="37489" y="27946"/>
                  </a:lnTo>
                  <a:lnTo>
                    <a:pt x="37431" y="19540"/>
                  </a:lnTo>
                  <a:lnTo>
                    <a:pt x="38240" y="15496"/>
                  </a:lnTo>
                  <a:lnTo>
                    <a:pt x="42844" y="18140"/>
                  </a:lnTo>
                  <a:lnTo>
                    <a:pt x="44904" y="11802"/>
                  </a:lnTo>
                  <a:lnTo>
                    <a:pt x="50708" y="9998"/>
                  </a:lnTo>
                  <a:lnTo>
                    <a:pt x="49156" y="3395"/>
                  </a:lnTo>
                  <a:lnTo>
                    <a:pt x="58814" y="0"/>
                  </a:lnTo>
                  <a:lnTo>
                    <a:pt x="59807" y="1310"/>
                  </a:lnTo>
                  <a:lnTo>
                    <a:pt x="62731" y="2002"/>
                  </a:lnTo>
                  <a:lnTo>
                    <a:pt x="64749" y="6259"/>
                  </a:lnTo>
                  <a:lnTo>
                    <a:pt x="65055" y="9937"/>
                  </a:lnTo>
                  <a:lnTo>
                    <a:pt x="67529" y="11453"/>
                  </a:lnTo>
                  <a:lnTo>
                    <a:pt x="76251" y="12711"/>
                  </a:lnTo>
                  <a:lnTo>
                    <a:pt x="80705" y="12314"/>
                  </a:lnTo>
                  <a:lnTo>
                    <a:pt x="80694" y="18216"/>
                  </a:lnTo>
                  <a:lnTo>
                    <a:pt x="85253" y="20161"/>
                  </a:lnTo>
                  <a:lnTo>
                    <a:pt x="87385" y="22910"/>
                  </a:lnTo>
                  <a:close/>
                  <a:moveTo>
                    <a:pt x="55182" y="80900"/>
                  </a:moveTo>
                  <a:lnTo>
                    <a:pt x="57008" y="8075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h2254"/>
            <p:cNvSpPr/>
            <p:nvPr/>
          </p:nvSpPr>
          <p:spPr>
            <a:xfrm>
              <a:off x="1384650" y="1520138"/>
              <a:ext cx="107701" cy="77231"/>
            </a:xfrm>
            <a:custGeom>
              <a:avLst/>
              <a:pathLst>
                <a:path w="107701" h="77231">
                  <a:moveTo>
                    <a:pt x="102005" y="5367"/>
                  </a:moveTo>
                  <a:lnTo>
                    <a:pt x="95156" y="16276"/>
                  </a:lnTo>
                  <a:lnTo>
                    <a:pt x="88704" y="15994"/>
                  </a:lnTo>
                  <a:lnTo>
                    <a:pt x="86718" y="17528"/>
                  </a:lnTo>
                  <a:lnTo>
                    <a:pt x="85760" y="19548"/>
                  </a:lnTo>
                  <a:lnTo>
                    <a:pt x="86379" y="20251"/>
                  </a:lnTo>
                  <a:lnTo>
                    <a:pt x="90561" y="18471"/>
                  </a:lnTo>
                  <a:lnTo>
                    <a:pt x="91699" y="21389"/>
                  </a:lnTo>
                  <a:lnTo>
                    <a:pt x="96152" y="21860"/>
                  </a:lnTo>
                  <a:lnTo>
                    <a:pt x="92925" y="24546"/>
                  </a:lnTo>
                  <a:lnTo>
                    <a:pt x="91635" y="28543"/>
                  </a:lnTo>
                  <a:lnTo>
                    <a:pt x="92851" y="29817"/>
                  </a:lnTo>
                  <a:lnTo>
                    <a:pt x="99251" y="32884"/>
                  </a:lnTo>
                  <a:lnTo>
                    <a:pt x="101083" y="36903"/>
                  </a:lnTo>
                  <a:lnTo>
                    <a:pt x="100673" y="41198"/>
                  </a:lnTo>
                  <a:lnTo>
                    <a:pt x="107701" y="41541"/>
                  </a:lnTo>
                  <a:lnTo>
                    <a:pt x="107606" y="44873"/>
                  </a:lnTo>
                  <a:lnTo>
                    <a:pt x="95263" y="44429"/>
                  </a:lnTo>
                  <a:lnTo>
                    <a:pt x="94779" y="56509"/>
                  </a:lnTo>
                  <a:lnTo>
                    <a:pt x="80655" y="55416"/>
                  </a:lnTo>
                  <a:lnTo>
                    <a:pt x="81274" y="60380"/>
                  </a:lnTo>
                  <a:lnTo>
                    <a:pt x="68735" y="57132"/>
                  </a:lnTo>
                  <a:lnTo>
                    <a:pt x="68136" y="67995"/>
                  </a:lnTo>
                  <a:lnTo>
                    <a:pt x="66898" y="67895"/>
                  </a:lnTo>
                  <a:lnTo>
                    <a:pt x="66430" y="76023"/>
                  </a:lnTo>
                  <a:lnTo>
                    <a:pt x="62719" y="76314"/>
                  </a:lnTo>
                  <a:lnTo>
                    <a:pt x="62749" y="66773"/>
                  </a:lnTo>
                  <a:lnTo>
                    <a:pt x="59717" y="65872"/>
                  </a:lnTo>
                  <a:lnTo>
                    <a:pt x="52781" y="65499"/>
                  </a:lnTo>
                  <a:lnTo>
                    <a:pt x="51645" y="64172"/>
                  </a:lnTo>
                  <a:lnTo>
                    <a:pt x="50366" y="64104"/>
                  </a:lnTo>
                  <a:lnTo>
                    <a:pt x="45575" y="68388"/>
                  </a:lnTo>
                  <a:lnTo>
                    <a:pt x="44192" y="70604"/>
                  </a:lnTo>
                  <a:lnTo>
                    <a:pt x="40837" y="76837"/>
                  </a:lnTo>
                  <a:lnTo>
                    <a:pt x="42254" y="77108"/>
                  </a:lnTo>
                  <a:lnTo>
                    <a:pt x="39328" y="77231"/>
                  </a:lnTo>
                  <a:lnTo>
                    <a:pt x="39819" y="76648"/>
                  </a:lnTo>
                  <a:lnTo>
                    <a:pt x="36884" y="70041"/>
                  </a:lnTo>
                  <a:lnTo>
                    <a:pt x="36334" y="61183"/>
                  </a:lnTo>
                  <a:lnTo>
                    <a:pt x="32621" y="58948"/>
                  </a:lnTo>
                  <a:lnTo>
                    <a:pt x="36093" y="40425"/>
                  </a:lnTo>
                  <a:lnTo>
                    <a:pt x="33781" y="39834"/>
                  </a:lnTo>
                  <a:lnTo>
                    <a:pt x="35046" y="30930"/>
                  </a:lnTo>
                  <a:lnTo>
                    <a:pt x="28538" y="25821"/>
                  </a:lnTo>
                  <a:lnTo>
                    <a:pt x="24260" y="28730"/>
                  </a:lnTo>
                  <a:lnTo>
                    <a:pt x="23001" y="32366"/>
                  </a:lnTo>
                  <a:lnTo>
                    <a:pt x="19674" y="33669"/>
                  </a:lnTo>
                  <a:lnTo>
                    <a:pt x="9481" y="32951"/>
                  </a:lnTo>
                  <a:lnTo>
                    <a:pt x="7949" y="29108"/>
                  </a:lnTo>
                  <a:lnTo>
                    <a:pt x="4822" y="29832"/>
                  </a:lnTo>
                  <a:lnTo>
                    <a:pt x="4267" y="24884"/>
                  </a:lnTo>
                  <a:lnTo>
                    <a:pt x="7379" y="23491"/>
                  </a:lnTo>
                  <a:lnTo>
                    <a:pt x="5083" y="7297"/>
                  </a:lnTo>
                  <a:lnTo>
                    <a:pt x="1852" y="93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h2255"/>
            <p:cNvSpPr/>
            <p:nvPr/>
          </p:nvSpPr>
          <p:spPr>
            <a:xfrm>
              <a:off x="1345270" y="1732693"/>
              <a:ext cx="76752" cy="69847"/>
            </a:xfrm>
            <a:custGeom>
              <a:avLst/>
              <a:pathLst>
                <a:path w="76752" h="69847">
                  <a:moveTo>
                    <a:pt x="29743" y="0"/>
                  </a:moveTo>
                  <a:lnTo>
                    <a:pt x="33241" y="912"/>
                  </a:lnTo>
                  <a:lnTo>
                    <a:pt x="28665" y="4787"/>
                  </a:lnTo>
                  <a:lnTo>
                    <a:pt x="28786" y="6084"/>
                  </a:lnTo>
                  <a:lnTo>
                    <a:pt x="32662" y="14231"/>
                  </a:lnTo>
                  <a:lnTo>
                    <a:pt x="33883" y="14453"/>
                  </a:lnTo>
                  <a:lnTo>
                    <a:pt x="35561" y="15988"/>
                  </a:lnTo>
                  <a:lnTo>
                    <a:pt x="38222" y="21074"/>
                  </a:lnTo>
                  <a:lnTo>
                    <a:pt x="39367" y="25447"/>
                  </a:lnTo>
                  <a:lnTo>
                    <a:pt x="46062" y="23764"/>
                  </a:lnTo>
                  <a:lnTo>
                    <a:pt x="48060" y="24264"/>
                  </a:lnTo>
                  <a:lnTo>
                    <a:pt x="50377" y="25241"/>
                  </a:lnTo>
                  <a:lnTo>
                    <a:pt x="47764" y="28637"/>
                  </a:lnTo>
                  <a:lnTo>
                    <a:pt x="53258" y="30445"/>
                  </a:lnTo>
                  <a:lnTo>
                    <a:pt x="54366" y="29981"/>
                  </a:lnTo>
                  <a:lnTo>
                    <a:pt x="53554" y="35556"/>
                  </a:lnTo>
                  <a:lnTo>
                    <a:pt x="54910" y="36026"/>
                  </a:lnTo>
                  <a:lnTo>
                    <a:pt x="59439" y="35774"/>
                  </a:lnTo>
                  <a:lnTo>
                    <a:pt x="66828" y="29680"/>
                  </a:lnTo>
                  <a:lnTo>
                    <a:pt x="68875" y="29592"/>
                  </a:lnTo>
                  <a:lnTo>
                    <a:pt x="72474" y="34579"/>
                  </a:lnTo>
                  <a:lnTo>
                    <a:pt x="76752" y="43989"/>
                  </a:lnTo>
                  <a:lnTo>
                    <a:pt x="75316" y="48622"/>
                  </a:lnTo>
                  <a:lnTo>
                    <a:pt x="74622" y="47255"/>
                  </a:lnTo>
                  <a:lnTo>
                    <a:pt x="64601" y="50353"/>
                  </a:lnTo>
                  <a:lnTo>
                    <a:pt x="63195" y="52011"/>
                  </a:lnTo>
                  <a:lnTo>
                    <a:pt x="60483" y="51940"/>
                  </a:lnTo>
                  <a:lnTo>
                    <a:pt x="56825" y="49561"/>
                  </a:lnTo>
                  <a:lnTo>
                    <a:pt x="56746" y="55656"/>
                  </a:lnTo>
                  <a:lnTo>
                    <a:pt x="53713" y="55769"/>
                  </a:lnTo>
                  <a:lnTo>
                    <a:pt x="51862" y="56979"/>
                  </a:lnTo>
                  <a:lnTo>
                    <a:pt x="53622" y="60196"/>
                  </a:lnTo>
                  <a:lnTo>
                    <a:pt x="52244" y="61132"/>
                  </a:lnTo>
                  <a:lnTo>
                    <a:pt x="49496" y="60264"/>
                  </a:lnTo>
                  <a:lnTo>
                    <a:pt x="46384" y="61236"/>
                  </a:lnTo>
                  <a:lnTo>
                    <a:pt x="44916" y="63706"/>
                  </a:lnTo>
                  <a:lnTo>
                    <a:pt x="46942" y="66892"/>
                  </a:lnTo>
                  <a:lnTo>
                    <a:pt x="49398" y="68793"/>
                  </a:lnTo>
                  <a:lnTo>
                    <a:pt x="46908" y="69847"/>
                  </a:lnTo>
                  <a:lnTo>
                    <a:pt x="42569" y="69232"/>
                  </a:lnTo>
                  <a:lnTo>
                    <a:pt x="42375" y="68183"/>
                  </a:lnTo>
                  <a:lnTo>
                    <a:pt x="40009" y="66848"/>
                  </a:lnTo>
                  <a:lnTo>
                    <a:pt x="24376" y="61095"/>
                  </a:lnTo>
                  <a:lnTo>
                    <a:pt x="17091" y="53873"/>
                  </a:lnTo>
                  <a:lnTo>
                    <a:pt x="13909" y="53276"/>
                  </a:lnTo>
                  <a:lnTo>
                    <a:pt x="12401" y="54756"/>
                  </a:lnTo>
                  <a:lnTo>
                    <a:pt x="11159" y="27973"/>
                  </a:lnTo>
                  <a:lnTo>
                    <a:pt x="6537" y="22034"/>
                  </a:lnTo>
                  <a:lnTo>
                    <a:pt x="3939" y="20960"/>
                  </a:lnTo>
                  <a:lnTo>
                    <a:pt x="2258" y="19044"/>
                  </a:lnTo>
                  <a:lnTo>
                    <a:pt x="2284" y="15876"/>
                  </a:lnTo>
                  <a:lnTo>
                    <a:pt x="4791" y="14093"/>
                  </a:lnTo>
                  <a:lnTo>
                    <a:pt x="7961" y="13132"/>
                  </a:lnTo>
                  <a:lnTo>
                    <a:pt x="8219" y="11769"/>
                  </a:lnTo>
                  <a:lnTo>
                    <a:pt x="4176" y="8755"/>
                  </a:lnTo>
                  <a:lnTo>
                    <a:pt x="2093" y="8429"/>
                  </a:lnTo>
                  <a:lnTo>
                    <a:pt x="0" y="7362"/>
                  </a:lnTo>
                  <a:lnTo>
                    <a:pt x="1980" y="1570"/>
                  </a:lnTo>
                  <a:lnTo>
                    <a:pt x="6413" y="3603"/>
                  </a:lnTo>
                  <a:lnTo>
                    <a:pt x="8076" y="3185"/>
                  </a:lnTo>
                  <a:lnTo>
                    <a:pt x="5616" y="1179"/>
                  </a:lnTo>
                  <a:lnTo>
                    <a:pt x="7810" y="211"/>
                  </a:lnTo>
                  <a:lnTo>
                    <a:pt x="14112" y="133"/>
                  </a:lnTo>
                  <a:lnTo>
                    <a:pt x="17099" y="779"/>
                  </a:lnTo>
                  <a:lnTo>
                    <a:pt x="20210" y="3828"/>
                  </a:lnTo>
                  <a:lnTo>
                    <a:pt x="24342" y="326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h2256"/>
            <p:cNvSpPr/>
            <p:nvPr/>
          </p:nvSpPr>
          <p:spPr>
            <a:xfrm>
              <a:off x="881276" y="1433313"/>
              <a:ext cx="8988" cy="3968"/>
            </a:xfrm>
            <a:custGeom>
              <a:avLst/>
              <a:pathLst>
                <a:path w="8988" h="3968">
                  <a:moveTo>
                    <a:pt x="6111" y="433"/>
                  </a:move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lnTo>
                    <a:pt x="1205" y="1100"/>
                  </a:lnTo>
                  <a:lnTo>
                    <a:pt x="0" y="0"/>
                  </a:lnTo>
                  <a:lnTo>
                    <a:pt x="492" y="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h2257"/>
            <p:cNvSpPr/>
            <p:nvPr/>
          </p:nvSpPr>
          <p:spPr>
            <a:xfrm>
              <a:off x="848902" y="1343310"/>
              <a:ext cx="152020" cy="127541"/>
            </a:xfrm>
            <a:custGeom>
              <a:avLst/>
              <a:pathLst>
                <a:path w="152020" h="127541">
                  <a:moveTo>
                    <a:pt x="23327" y="2563"/>
                  </a:moveTo>
                  <a:lnTo>
                    <a:pt x="26643" y="1783"/>
                  </a:lnTo>
                  <a:lnTo>
                    <a:pt x="27081" y="421"/>
                  </a:lnTo>
                  <a:lnTo>
                    <a:pt x="149301" y="56610"/>
                  </a:lnTo>
                  <a:lnTo>
                    <a:pt x="145650" y="63092"/>
                  </a:lnTo>
                  <a:lnTo>
                    <a:pt x="149012" y="63557"/>
                  </a:lnTo>
                  <a:lnTo>
                    <a:pt x="152020" y="65043"/>
                  </a:lnTo>
                  <a:lnTo>
                    <a:pt x="150341" y="68162"/>
                  </a:lnTo>
                  <a:lnTo>
                    <a:pt x="147097" y="67067"/>
                  </a:lnTo>
                  <a:lnTo>
                    <a:pt x="144782" y="69466"/>
                  </a:lnTo>
                  <a:lnTo>
                    <a:pt x="140143" y="81429"/>
                  </a:lnTo>
                  <a:lnTo>
                    <a:pt x="132582" y="86661"/>
                  </a:lnTo>
                  <a:lnTo>
                    <a:pt x="129888" y="86811"/>
                  </a:lnTo>
                  <a:lnTo>
                    <a:pt x="134430" y="98460"/>
                  </a:lnTo>
                  <a:lnTo>
                    <a:pt x="133068" y="119487"/>
                  </a:lnTo>
                  <a:lnTo>
                    <a:pt x="128841" y="105783"/>
                  </a:lnTo>
                  <a:lnTo>
                    <a:pt x="121854" y="106811"/>
                  </a:lnTo>
                  <a:lnTo>
                    <a:pt x="120244" y="69240"/>
                  </a:lnTo>
                  <a:lnTo>
                    <a:pt x="102188" y="101164"/>
                  </a:lnTo>
                  <a:lnTo>
                    <a:pt x="101142" y="123189"/>
                  </a:lnTo>
                  <a:lnTo>
                    <a:pt x="99499" y="123894"/>
                  </a:lnTo>
                  <a:lnTo>
                    <a:pt x="98143" y="123050"/>
                  </a:lnTo>
                  <a:lnTo>
                    <a:pt x="97072" y="127541"/>
                  </a:lnTo>
                  <a:lnTo>
                    <a:pt x="85803" y="126575"/>
                  </a:lnTo>
                  <a:lnTo>
                    <a:pt x="82182" y="125453"/>
                  </a:lnTo>
                  <a:lnTo>
                    <a:pt x="71660" y="119024"/>
                  </a:lnTo>
                  <a:lnTo>
                    <a:pt x="69960" y="117584"/>
                  </a:lnTo>
                  <a:lnTo>
                    <a:pt x="66771" y="112310"/>
                  </a:lnTo>
                  <a:lnTo>
                    <a:pt x="50557" y="101174"/>
                  </a:lnTo>
                  <a:lnTo>
                    <a:pt x="45507" y="93712"/>
                  </a:lnTo>
                  <a:lnTo>
                    <a:pt x="42738" y="91455"/>
                  </a:lnTo>
                  <a:lnTo>
                    <a:pt x="39120" y="89847"/>
                  </a:lnTo>
                  <a:lnTo>
                    <a:pt x="31592" y="89155"/>
                  </a:lnTo>
                  <a:lnTo>
                    <a:pt x="28682" y="87213"/>
                  </a:lnTo>
                  <a:lnTo>
                    <a:pt x="26940" y="83656"/>
                  </a:lnTo>
                  <a:lnTo>
                    <a:pt x="25282" y="81935"/>
                  </a:lnTo>
                  <a:lnTo>
                    <a:pt x="22586" y="81110"/>
                  </a:lnTo>
                  <a:lnTo>
                    <a:pt x="20491" y="81698"/>
                  </a:lnTo>
                  <a:lnTo>
                    <a:pt x="18697" y="80071"/>
                  </a:lnTo>
                  <a:lnTo>
                    <a:pt x="17281" y="75749"/>
                  </a:lnTo>
                  <a:lnTo>
                    <a:pt x="10503" y="73564"/>
                  </a:lnTo>
                  <a:lnTo>
                    <a:pt x="7893" y="71614"/>
                  </a:lnTo>
                  <a:lnTo>
                    <a:pt x="5371" y="68046"/>
                  </a:lnTo>
                  <a:lnTo>
                    <a:pt x="6024" y="58625"/>
                  </a:lnTo>
                  <a:lnTo>
                    <a:pt x="7543" y="53717"/>
                  </a:lnTo>
                  <a:lnTo>
                    <a:pt x="5374" y="40497"/>
                  </a:lnTo>
                  <a:lnTo>
                    <a:pt x="7189" y="36839"/>
                  </a:lnTo>
                  <a:lnTo>
                    <a:pt x="0" y="28062"/>
                  </a:lnTo>
                  <a:lnTo>
                    <a:pt x="2047" y="24308"/>
                  </a:lnTo>
                  <a:lnTo>
                    <a:pt x="9827" y="17633"/>
                  </a:lnTo>
                  <a:lnTo>
                    <a:pt x="10481" y="15762"/>
                  </a:lnTo>
                  <a:lnTo>
                    <a:pt x="10202" y="11393"/>
                  </a:lnTo>
                  <a:lnTo>
                    <a:pt x="14452" y="5844"/>
                  </a:lnTo>
                  <a:lnTo>
                    <a:pt x="14009" y="2331"/>
                  </a:lnTo>
                  <a:lnTo>
                    <a:pt x="14585" y="768"/>
                  </a:lnTo>
                  <a:lnTo>
                    <a:pt x="2014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h2258"/>
            <p:cNvSpPr/>
            <p:nvPr/>
          </p:nvSpPr>
          <p:spPr>
            <a:xfrm>
              <a:off x="1396698" y="1714018"/>
              <a:ext cx="30873" cy="25392"/>
            </a:xfrm>
            <a:custGeom>
              <a:avLst/>
              <a:pathLst>
                <a:path w="30873" h="25392">
                  <a:moveTo>
                    <a:pt x="9168" y="810"/>
                  </a:moveTo>
                  <a:lnTo>
                    <a:pt x="13033" y="2559"/>
                  </a:lnTo>
                  <a:lnTo>
                    <a:pt x="17163" y="3671"/>
                  </a:lnTo>
                  <a:lnTo>
                    <a:pt x="18935" y="8223"/>
                  </a:lnTo>
                  <a:lnTo>
                    <a:pt x="22085" y="8850"/>
                  </a:lnTo>
                  <a:lnTo>
                    <a:pt x="26673" y="12940"/>
                  </a:lnTo>
                  <a:lnTo>
                    <a:pt x="30752" y="11490"/>
                  </a:lnTo>
                  <a:lnTo>
                    <a:pt x="29655" y="12476"/>
                  </a:lnTo>
                  <a:lnTo>
                    <a:pt x="29654" y="18686"/>
                  </a:lnTo>
                  <a:lnTo>
                    <a:pt x="30873" y="22103"/>
                  </a:lnTo>
                  <a:lnTo>
                    <a:pt x="29351" y="24810"/>
                  </a:lnTo>
                  <a:lnTo>
                    <a:pt x="24156" y="25392"/>
                  </a:lnTo>
                  <a:lnTo>
                    <a:pt x="20535" y="22555"/>
                  </a:lnTo>
                  <a:lnTo>
                    <a:pt x="17057" y="24888"/>
                  </a:lnTo>
                  <a:lnTo>
                    <a:pt x="12127" y="19410"/>
                  </a:lnTo>
                  <a:lnTo>
                    <a:pt x="7277" y="18818"/>
                  </a:lnTo>
                  <a:lnTo>
                    <a:pt x="1865" y="20376"/>
                  </a:lnTo>
                  <a:lnTo>
                    <a:pt x="0" y="14465"/>
                  </a:lnTo>
                  <a:lnTo>
                    <a:pt x="5925" y="8594"/>
                  </a:lnTo>
                  <a:lnTo>
                    <a:pt x="343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h2259"/>
            <p:cNvSpPr/>
            <p:nvPr/>
          </p:nvSpPr>
          <p:spPr>
            <a:xfrm>
              <a:off x="1339497" y="1641715"/>
              <a:ext cx="61125" cy="60010"/>
            </a:xfrm>
            <a:custGeom>
              <a:avLst/>
              <a:pathLst>
                <a:path w="61125" h="60010">
                  <a:moveTo>
                    <a:pt x="40153" y="6493"/>
                  </a:moveTo>
                  <a:lnTo>
                    <a:pt x="43226" y="7255"/>
                  </a:lnTo>
                  <a:lnTo>
                    <a:pt x="45098" y="5798"/>
                  </a:lnTo>
                  <a:lnTo>
                    <a:pt x="47661" y="1550"/>
                  </a:lnTo>
                  <a:lnTo>
                    <a:pt x="50219" y="4284"/>
                  </a:lnTo>
                  <a:lnTo>
                    <a:pt x="49249" y="12072"/>
                  </a:lnTo>
                  <a:lnTo>
                    <a:pt x="60107" y="12664"/>
                  </a:lnTo>
                  <a:lnTo>
                    <a:pt x="59265" y="14870"/>
                  </a:lnTo>
                  <a:lnTo>
                    <a:pt x="61125" y="19184"/>
                  </a:lnTo>
                  <a:lnTo>
                    <a:pt x="54799" y="19471"/>
                  </a:lnTo>
                  <a:lnTo>
                    <a:pt x="55179" y="22483"/>
                  </a:lnTo>
                  <a:lnTo>
                    <a:pt x="58246" y="26326"/>
                  </a:lnTo>
                  <a:lnTo>
                    <a:pt x="58819" y="28880"/>
                  </a:lnTo>
                  <a:lnTo>
                    <a:pt x="53795" y="29450"/>
                  </a:lnTo>
                  <a:lnTo>
                    <a:pt x="50018" y="34132"/>
                  </a:lnTo>
                  <a:lnTo>
                    <a:pt x="50658" y="35856"/>
                  </a:lnTo>
                  <a:lnTo>
                    <a:pt x="49371" y="41829"/>
                  </a:lnTo>
                  <a:lnTo>
                    <a:pt x="57146" y="40173"/>
                  </a:lnTo>
                  <a:lnTo>
                    <a:pt x="54619" y="44587"/>
                  </a:lnTo>
                  <a:lnTo>
                    <a:pt x="51441" y="47412"/>
                  </a:lnTo>
                  <a:lnTo>
                    <a:pt x="52466" y="51472"/>
                  </a:lnTo>
                  <a:lnTo>
                    <a:pt x="45639" y="50901"/>
                  </a:lnTo>
                  <a:lnTo>
                    <a:pt x="44663" y="53847"/>
                  </a:lnTo>
                  <a:lnTo>
                    <a:pt x="32782" y="53764"/>
                  </a:lnTo>
                  <a:lnTo>
                    <a:pt x="31469" y="52114"/>
                  </a:lnTo>
                  <a:lnTo>
                    <a:pt x="25708" y="52807"/>
                  </a:lnTo>
                  <a:lnTo>
                    <a:pt x="22314" y="55353"/>
                  </a:lnTo>
                  <a:lnTo>
                    <a:pt x="21995" y="57351"/>
                  </a:lnTo>
                  <a:lnTo>
                    <a:pt x="23575" y="56899"/>
                  </a:lnTo>
                  <a:lnTo>
                    <a:pt x="23803" y="59711"/>
                  </a:lnTo>
                  <a:lnTo>
                    <a:pt x="17770" y="60010"/>
                  </a:lnTo>
                  <a:lnTo>
                    <a:pt x="15601" y="58661"/>
                  </a:lnTo>
                  <a:lnTo>
                    <a:pt x="13920" y="55751"/>
                  </a:lnTo>
                  <a:lnTo>
                    <a:pt x="8963" y="53303"/>
                  </a:lnTo>
                  <a:lnTo>
                    <a:pt x="9267" y="47820"/>
                  </a:lnTo>
                  <a:lnTo>
                    <a:pt x="4515" y="46496"/>
                  </a:lnTo>
                  <a:lnTo>
                    <a:pt x="3734" y="42430"/>
                  </a:lnTo>
                  <a:lnTo>
                    <a:pt x="3092" y="37076"/>
                  </a:lnTo>
                  <a:lnTo>
                    <a:pt x="1162" y="32762"/>
                  </a:lnTo>
                  <a:lnTo>
                    <a:pt x="0" y="25308"/>
                  </a:lnTo>
                  <a:lnTo>
                    <a:pt x="880" y="24883"/>
                  </a:lnTo>
                  <a:lnTo>
                    <a:pt x="9245" y="27379"/>
                  </a:lnTo>
                  <a:lnTo>
                    <a:pt x="9491" y="23787"/>
                  </a:lnTo>
                  <a:lnTo>
                    <a:pt x="8675" y="20479"/>
                  </a:lnTo>
                  <a:lnTo>
                    <a:pt x="5253" y="19276"/>
                  </a:lnTo>
                  <a:lnTo>
                    <a:pt x="12684" y="11877"/>
                  </a:lnTo>
                  <a:lnTo>
                    <a:pt x="19854" y="11033"/>
                  </a:lnTo>
                  <a:lnTo>
                    <a:pt x="26294" y="255"/>
                  </a:lnTo>
                  <a:lnTo>
                    <a:pt x="33515" y="190"/>
                  </a:lnTo>
                  <a:lnTo>
                    <a:pt x="4033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h2260"/>
            <p:cNvSpPr/>
            <p:nvPr/>
          </p:nvSpPr>
          <p:spPr>
            <a:xfrm>
              <a:off x="1303225" y="1692562"/>
              <a:ext cx="44303" cy="20833"/>
            </a:xfrm>
            <a:custGeom>
              <a:avLst/>
              <a:pathLst>
                <a:path w="44303" h="20833">
                  <a:moveTo>
                    <a:pt x="37427" y="3955"/>
                  </a:moveTo>
                  <a:lnTo>
                    <a:pt x="38418" y="4351"/>
                  </a:lnTo>
                  <a:lnTo>
                    <a:pt x="40846" y="12023"/>
                  </a:lnTo>
                  <a:lnTo>
                    <a:pt x="44303" y="12162"/>
                  </a:lnTo>
                  <a:lnTo>
                    <a:pt x="43337" y="15638"/>
                  </a:lnTo>
                  <a:lnTo>
                    <a:pt x="41209" y="14611"/>
                  </a:lnTo>
                  <a:lnTo>
                    <a:pt x="36738" y="14720"/>
                  </a:lnTo>
                  <a:lnTo>
                    <a:pt x="36167" y="12208"/>
                  </a:lnTo>
                  <a:lnTo>
                    <a:pt x="33881" y="9598"/>
                  </a:lnTo>
                  <a:lnTo>
                    <a:pt x="10342" y="20833"/>
                  </a:lnTo>
                  <a:lnTo>
                    <a:pt x="9930" y="19044"/>
                  </a:lnTo>
                  <a:lnTo>
                    <a:pt x="7686" y="9297"/>
                  </a:lnTo>
                  <a:lnTo>
                    <a:pt x="434" y="9748"/>
                  </a:lnTo>
                  <a:lnTo>
                    <a:pt x="0" y="9061"/>
                  </a:lnTo>
                  <a:lnTo>
                    <a:pt x="3677" y="7790"/>
                  </a:lnTo>
                  <a:lnTo>
                    <a:pt x="4169" y="5142"/>
                  </a:lnTo>
                  <a:lnTo>
                    <a:pt x="6612" y="4634"/>
                  </a:lnTo>
                  <a:lnTo>
                    <a:pt x="6336" y="3431"/>
                  </a:lnTo>
                  <a:lnTo>
                    <a:pt x="19453" y="2206"/>
                  </a:lnTo>
                  <a:lnTo>
                    <a:pt x="19505" y="3097"/>
                  </a:lnTo>
                  <a:lnTo>
                    <a:pt x="21220" y="3460"/>
                  </a:lnTo>
                  <a:lnTo>
                    <a:pt x="21801" y="1987"/>
                  </a:lnTo>
                  <a:lnTo>
                    <a:pt x="27104" y="3375"/>
                  </a:lnTo>
                  <a:lnTo>
                    <a:pt x="28158" y="135"/>
                  </a:lnTo>
                  <a:lnTo>
                    <a:pt x="3498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h2261"/>
            <p:cNvSpPr/>
            <p:nvPr/>
          </p:nvSpPr>
          <p:spPr>
            <a:xfrm>
              <a:off x="1409169" y="1949822"/>
              <a:ext cx="88322" cy="164795"/>
            </a:xfrm>
            <a:custGeom>
              <a:avLst/>
              <a:pathLst>
                <a:path w="88322" h="164795">
                  <a:moveTo>
                    <a:pt x="42476" y="3777"/>
                  </a:moveTo>
                  <a:lnTo>
                    <a:pt x="49103" y="4150"/>
                  </a:lnTo>
                  <a:lnTo>
                    <a:pt x="54079" y="7901"/>
                  </a:lnTo>
                  <a:lnTo>
                    <a:pt x="57522" y="14054"/>
                  </a:lnTo>
                  <a:lnTo>
                    <a:pt x="56847" y="17365"/>
                  </a:lnTo>
                  <a:lnTo>
                    <a:pt x="58163" y="21817"/>
                  </a:lnTo>
                  <a:lnTo>
                    <a:pt x="59889" y="23308"/>
                  </a:lnTo>
                  <a:lnTo>
                    <a:pt x="60844" y="25967"/>
                  </a:lnTo>
                  <a:lnTo>
                    <a:pt x="66827" y="28925"/>
                  </a:lnTo>
                  <a:lnTo>
                    <a:pt x="66406" y="36841"/>
                  </a:lnTo>
                  <a:lnTo>
                    <a:pt x="69016" y="44927"/>
                  </a:lnTo>
                  <a:lnTo>
                    <a:pt x="68717" y="48213"/>
                  </a:lnTo>
                  <a:lnTo>
                    <a:pt x="72410" y="56120"/>
                  </a:lnTo>
                  <a:lnTo>
                    <a:pt x="68577" y="59384"/>
                  </a:lnTo>
                  <a:lnTo>
                    <a:pt x="64175" y="65127"/>
                  </a:lnTo>
                  <a:lnTo>
                    <a:pt x="65133" y="70759"/>
                  </a:lnTo>
                  <a:lnTo>
                    <a:pt x="65975" y="72439"/>
                  </a:lnTo>
                  <a:lnTo>
                    <a:pt x="69342" y="75537"/>
                  </a:lnTo>
                  <a:lnTo>
                    <a:pt x="70459" y="84803"/>
                  </a:lnTo>
                  <a:lnTo>
                    <a:pt x="69402" y="86343"/>
                  </a:lnTo>
                  <a:lnTo>
                    <a:pt x="69673" y="89533"/>
                  </a:lnTo>
                  <a:lnTo>
                    <a:pt x="73959" y="88647"/>
                  </a:lnTo>
                  <a:lnTo>
                    <a:pt x="72741" y="92571"/>
                  </a:lnTo>
                  <a:lnTo>
                    <a:pt x="74841" y="94517"/>
                  </a:lnTo>
                  <a:lnTo>
                    <a:pt x="80042" y="95921"/>
                  </a:lnTo>
                  <a:lnTo>
                    <a:pt x="88322" y="97622"/>
                  </a:lnTo>
                  <a:lnTo>
                    <a:pt x="83739" y="98075"/>
                  </a:lnTo>
                  <a:lnTo>
                    <a:pt x="74427" y="114604"/>
                  </a:lnTo>
                  <a:lnTo>
                    <a:pt x="75345" y="118238"/>
                  </a:lnTo>
                  <a:lnTo>
                    <a:pt x="73416" y="120365"/>
                  </a:lnTo>
                  <a:lnTo>
                    <a:pt x="71061" y="120506"/>
                  </a:lnTo>
                  <a:lnTo>
                    <a:pt x="69014" y="122629"/>
                  </a:lnTo>
                  <a:lnTo>
                    <a:pt x="64171" y="130592"/>
                  </a:lnTo>
                  <a:lnTo>
                    <a:pt x="61036" y="134323"/>
                  </a:lnTo>
                  <a:lnTo>
                    <a:pt x="59312" y="136045"/>
                  </a:lnTo>
                  <a:lnTo>
                    <a:pt x="59019" y="142692"/>
                  </a:lnTo>
                  <a:lnTo>
                    <a:pt x="55622" y="142529"/>
                  </a:lnTo>
                  <a:lnTo>
                    <a:pt x="55643" y="141746"/>
                  </a:lnTo>
                  <a:lnTo>
                    <a:pt x="53124" y="141635"/>
                  </a:lnTo>
                  <a:lnTo>
                    <a:pt x="38031" y="145985"/>
                  </a:lnTo>
                  <a:lnTo>
                    <a:pt x="35736" y="153204"/>
                  </a:lnTo>
                  <a:lnTo>
                    <a:pt x="33179" y="154280"/>
                  </a:lnTo>
                  <a:lnTo>
                    <a:pt x="39385" y="154462"/>
                  </a:lnTo>
                  <a:lnTo>
                    <a:pt x="40414" y="153712"/>
                  </a:lnTo>
                  <a:lnTo>
                    <a:pt x="41371" y="155509"/>
                  </a:lnTo>
                  <a:lnTo>
                    <a:pt x="37124" y="158280"/>
                  </a:lnTo>
                  <a:lnTo>
                    <a:pt x="38728" y="160122"/>
                  </a:lnTo>
                  <a:lnTo>
                    <a:pt x="36322" y="163168"/>
                  </a:lnTo>
                  <a:lnTo>
                    <a:pt x="33405" y="161796"/>
                  </a:lnTo>
                  <a:lnTo>
                    <a:pt x="30326" y="164795"/>
                  </a:lnTo>
                  <a:lnTo>
                    <a:pt x="28911" y="164485"/>
                  </a:lnTo>
                  <a:lnTo>
                    <a:pt x="22915" y="162978"/>
                  </a:lnTo>
                  <a:lnTo>
                    <a:pt x="21404" y="158310"/>
                  </a:lnTo>
                  <a:lnTo>
                    <a:pt x="16744" y="150201"/>
                  </a:lnTo>
                  <a:lnTo>
                    <a:pt x="15763" y="146827"/>
                  </a:lnTo>
                  <a:lnTo>
                    <a:pt x="20343" y="145540"/>
                  </a:lnTo>
                  <a:lnTo>
                    <a:pt x="15321" y="141493"/>
                  </a:lnTo>
                  <a:lnTo>
                    <a:pt x="13706" y="138903"/>
                  </a:lnTo>
                  <a:lnTo>
                    <a:pt x="15341" y="131216"/>
                  </a:lnTo>
                  <a:lnTo>
                    <a:pt x="14099" y="130886"/>
                  </a:lnTo>
                  <a:lnTo>
                    <a:pt x="18471" y="123443"/>
                  </a:lnTo>
                  <a:lnTo>
                    <a:pt x="17554" y="118810"/>
                  </a:lnTo>
                  <a:lnTo>
                    <a:pt x="14790" y="115402"/>
                  </a:lnTo>
                  <a:lnTo>
                    <a:pt x="9633" y="114248"/>
                  </a:lnTo>
                  <a:lnTo>
                    <a:pt x="9292" y="112214"/>
                  </a:lnTo>
                  <a:lnTo>
                    <a:pt x="15630" y="108105"/>
                  </a:lnTo>
                  <a:lnTo>
                    <a:pt x="15535" y="106549"/>
                  </a:lnTo>
                  <a:lnTo>
                    <a:pt x="13153" y="107431"/>
                  </a:lnTo>
                  <a:lnTo>
                    <a:pt x="10518" y="107478"/>
                  </a:lnTo>
                  <a:lnTo>
                    <a:pt x="8596" y="104907"/>
                  </a:lnTo>
                  <a:lnTo>
                    <a:pt x="6096" y="103300"/>
                  </a:lnTo>
                  <a:lnTo>
                    <a:pt x="0" y="101089"/>
                  </a:lnTo>
                  <a:lnTo>
                    <a:pt x="904" y="88718"/>
                  </a:lnTo>
                  <a:lnTo>
                    <a:pt x="2121" y="84632"/>
                  </a:lnTo>
                  <a:lnTo>
                    <a:pt x="263" y="73253"/>
                  </a:lnTo>
                  <a:lnTo>
                    <a:pt x="492" y="68920"/>
                  </a:lnTo>
                  <a:lnTo>
                    <a:pt x="2914" y="67035"/>
                  </a:lnTo>
                  <a:lnTo>
                    <a:pt x="3834" y="69655"/>
                  </a:lnTo>
                  <a:lnTo>
                    <a:pt x="10341" y="70038"/>
                  </a:lnTo>
                  <a:lnTo>
                    <a:pt x="10561" y="65694"/>
                  </a:lnTo>
                  <a:lnTo>
                    <a:pt x="13785" y="65733"/>
                  </a:lnTo>
                  <a:lnTo>
                    <a:pt x="7225" y="54175"/>
                  </a:lnTo>
                  <a:lnTo>
                    <a:pt x="9267" y="52392"/>
                  </a:lnTo>
                  <a:lnTo>
                    <a:pt x="17991" y="47953"/>
                  </a:lnTo>
                  <a:lnTo>
                    <a:pt x="19347" y="47912"/>
                  </a:lnTo>
                  <a:lnTo>
                    <a:pt x="21393" y="49921"/>
                  </a:lnTo>
                  <a:lnTo>
                    <a:pt x="22439" y="52360"/>
                  </a:lnTo>
                  <a:lnTo>
                    <a:pt x="24362" y="53634"/>
                  </a:lnTo>
                  <a:lnTo>
                    <a:pt x="25863" y="52450"/>
                  </a:lnTo>
                  <a:lnTo>
                    <a:pt x="24706" y="47126"/>
                  </a:lnTo>
                  <a:lnTo>
                    <a:pt x="25591" y="45280"/>
                  </a:lnTo>
                  <a:lnTo>
                    <a:pt x="26818" y="46048"/>
                  </a:lnTo>
                  <a:lnTo>
                    <a:pt x="29341" y="40222"/>
                  </a:lnTo>
                  <a:lnTo>
                    <a:pt x="31196" y="37723"/>
                  </a:lnTo>
                  <a:lnTo>
                    <a:pt x="32555" y="37683"/>
                  </a:lnTo>
                  <a:lnTo>
                    <a:pt x="34921" y="36189"/>
                  </a:lnTo>
                  <a:lnTo>
                    <a:pt x="35797" y="33685"/>
                  </a:lnTo>
                  <a:lnTo>
                    <a:pt x="35356" y="24080"/>
                  </a:lnTo>
                  <a:lnTo>
                    <a:pt x="33902" y="21873"/>
                  </a:lnTo>
                  <a:lnTo>
                    <a:pt x="32398" y="20973"/>
                  </a:lnTo>
                  <a:lnTo>
                    <a:pt x="36999" y="13605"/>
                  </a:lnTo>
                  <a:lnTo>
                    <a:pt x="35969" y="8906"/>
                  </a:lnTo>
                  <a:lnTo>
                    <a:pt x="36579" y="7270"/>
                  </a:lnTo>
                  <a:lnTo>
                    <a:pt x="41604" y="7966"/>
                  </a:lnTo>
                  <a:lnTo>
                    <a:pt x="41934" y="6820"/>
                  </a:lnTo>
                  <a:lnTo>
                    <a:pt x="40004" y="2277"/>
                  </a:lnTo>
                  <a:lnTo>
                    <a:pt x="4057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h2262"/>
            <p:cNvSpPr/>
            <p:nvPr/>
          </p:nvSpPr>
          <p:spPr>
            <a:xfrm>
              <a:off x="1066401" y="1812184"/>
              <a:ext cx="7506" cy="7737"/>
            </a:xfrm>
            <a:custGeom>
              <a:avLst/>
              <a:pathLst>
                <a:path w="7506" h="7737">
                  <a:moveTo>
                    <a:pt x="6098" y="7192"/>
                  </a:move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lnTo>
                    <a:pt x="283" y="504"/>
                  </a:ln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h2263"/>
            <p:cNvSpPr/>
            <p:nvPr/>
          </p:nvSpPr>
          <p:spPr>
            <a:xfrm>
              <a:off x="1099723" y="1814066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h2264"/>
            <p:cNvSpPr/>
            <p:nvPr/>
          </p:nvSpPr>
          <p:spPr>
            <a:xfrm>
              <a:off x="1134436" y="1806826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h2265"/>
            <p:cNvSpPr/>
            <p:nvPr/>
          </p:nvSpPr>
          <p:spPr>
            <a:xfrm>
              <a:off x="1110675" y="1703097"/>
              <a:ext cx="192137" cy="178908"/>
            </a:xfrm>
            <a:custGeom>
              <a:avLst/>
              <a:pathLst>
                <a:path w="192137" h="178908">
                  <a:moveTo>
                    <a:pt x="58345" y="11997"/>
                  </a:moveTo>
                  <a:lnTo>
                    <a:pt x="52404" y="16893"/>
                  </a:lnTo>
                  <a:lnTo>
                    <a:pt x="53126" y="17813"/>
                  </a:lnTo>
                  <a:lnTo>
                    <a:pt x="59503" y="13226"/>
                  </a:lnTo>
                  <a:lnTo>
                    <a:pt x="60923" y="14926"/>
                  </a:lnTo>
                  <a:lnTo>
                    <a:pt x="63107" y="14781"/>
                  </a:lnTo>
                  <a:lnTo>
                    <a:pt x="65935" y="12044"/>
                  </a:lnTo>
                  <a:lnTo>
                    <a:pt x="63506" y="8996"/>
                  </a:lnTo>
                  <a:lnTo>
                    <a:pt x="62179" y="8790"/>
                  </a:lnTo>
                  <a:lnTo>
                    <a:pt x="61857" y="8097"/>
                  </a:lnTo>
                  <a:lnTo>
                    <a:pt x="62453" y="7332"/>
                  </a:lnTo>
                  <a:lnTo>
                    <a:pt x="69837" y="8430"/>
                  </a:lnTo>
                  <a:lnTo>
                    <a:pt x="75910" y="5990"/>
                  </a:lnTo>
                  <a:lnTo>
                    <a:pt x="79299" y="55"/>
                  </a:lnTo>
                  <a:lnTo>
                    <a:pt x="90195" y="4184"/>
                  </a:lnTo>
                  <a:lnTo>
                    <a:pt x="95403" y="7058"/>
                  </a:lnTo>
                  <a:lnTo>
                    <a:pt x="92622" y="8438"/>
                  </a:lnTo>
                  <a:lnTo>
                    <a:pt x="92588" y="16467"/>
                  </a:lnTo>
                  <a:lnTo>
                    <a:pt x="96722" y="18265"/>
                  </a:lnTo>
                  <a:lnTo>
                    <a:pt x="98954" y="12555"/>
                  </a:lnTo>
                  <a:lnTo>
                    <a:pt x="101043" y="19967"/>
                  </a:lnTo>
                  <a:lnTo>
                    <a:pt x="110615" y="21048"/>
                  </a:lnTo>
                  <a:lnTo>
                    <a:pt x="115209" y="23731"/>
                  </a:lnTo>
                  <a:lnTo>
                    <a:pt x="113554" y="29332"/>
                  </a:lnTo>
                  <a:lnTo>
                    <a:pt x="118144" y="30413"/>
                  </a:lnTo>
                  <a:lnTo>
                    <a:pt x="118534" y="28831"/>
                  </a:lnTo>
                  <a:lnTo>
                    <a:pt x="127083" y="30768"/>
                  </a:lnTo>
                  <a:lnTo>
                    <a:pt x="126245" y="33558"/>
                  </a:lnTo>
                  <a:lnTo>
                    <a:pt x="123955" y="40011"/>
                  </a:lnTo>
                  <a:lnTo>
                    <a:pt x="128741" y="40703"/>
                  </a:lnTo>
                  <a:lnTo>
                    <a:pt x="132502" y="39690"/>
                  </a:lnTo>
                  <a:lnTo>
                    <a:pt x="132957" y="43608"/>
                  </a:lnTo>
                  <a:lnTo>
                    <a:pt x="122549" y="43264"/>
                  </a:lnTo>
                  <a:lnTo>
                    <a:pt x="122309" y="46567"/>
                  </a:lnTo>
                  <a:lnTo>
                    <a:pt x="125486" y="45869"/>
                  </a:lnTo>
                  <a:lnTo>
                    <a:pt x="127384" y="49071"/>
                  </a:lnTo>
                  <a:lnTo>
                    <a:pt x="127206" y="51640"/>
                  </a:lnTo>
                  <a:lnTo>
                    <a:pt x="141655" y="52577"/>
                  </a:lnTo>
                  <a:lnTo>
                    <a:pt x="143187" y="49579"/>
                  </a:lnTo>
                  <a:lnTo>
                    <a:pt x="148206" y="46561"/>
                  </a:lnTo>
                  <a:lnTo>
                    <a:pt x="150491" y="46965"/>
                  </a:lnTo>
                  <a:lnTo>
                    <a:pt x="153942" y="48074"/>
                  </a:lnTo>
                  <a:lnTo>
                    <a:pt x="151415" y="52356"/>
                  </a:lnTo>
                  <a:lnTo>
                    <a:pt x="156651" y="57440"/>
                  </a:lnTo>
                  <a:lnTo>
                    <a:pt x="157076" y="55643"/>
                  </a:lnTo>
                  <a:lnTo>
                    <a:pt x="162878" y="50640"/>
                  </a:lnTo>
                  <a:lnTo>
                    <a:pt x="160481" y="45552"/>
                  </a:lnTo>
                  <a:lnTo>
                    <a:pt x="168754" y="45664"/>
                  </a:lnTo>
                  <a:lnTo>
                    <a:pt x="173488" y="53455"/>
                  </a:lnTo>
                  <a:lnTo>
                    <a:pt x="176366" y="56894"/>
                  </a:lnTo>
                  <a:lnTo>
                    <a:pt x="169719" y="59214"/>
                  </a:lnTo>
                  <a:lnTo>
                    <a:pt x="172413" y="61682"/>
                  </a:lnTo>
                  <a:lnTo>
                    <a:pt x="173607" y="61160"/>
                  </a:lnTo>
                  <a:lnTo>
                    <a:pt x="178890" y="65977"/>
                  </a:lnTo>
                  <a:lnTo>
                    <a:pt x="179972" y="68068"/>
                  </a:lnTo>
                  <a:lnTo>
                    <a:pt x="178512" y="75184"/>
                  </a:lnTo>
                  <a:lnTo>
                    <a:pt x="175639" y="77941"/>
                  </a:lnTo>
                  <a:lnTo>
                    <a:pt x="175065" y="77168"/>
                  </a:lnTo>
                  <a:lnTo>
                    <a:pt x="173742" y="77327"/>
                  </a:lnTo>
                  <a:lnTo>
                    <a:pt x="171880" y="84758"/>
                  </a:lnTo>
                  <a:lnTo>
                    <a:pt x="174097" y="84780"/>
                  </a:lnTo>
                  <a:lnTo>
                    <a:pt x="174163" y="88540"/>
                  </a:lnTo>
                  <a:lnTo>
                    <a:pt x="179224" y="90714"/>
                  </a:lnTo>
                  <a:lnTo>
                    <a:pt x="180960" y="85755"/>
                  </a:lnTo>
                  <a:lnTo>
                    <a:pt x="182813" y="82919"/>
                  </a:lnTo>
                  <a:lnTo>
                    <a:pt x="191213" y="89004"/>
                  </a:lnTo>
                  <a:lnTo>
                    <a:pt x="192137" y="93642"/>
                  </a:lnTo>
                  <a:lnTo>
                    <a:pt x="190525" y="93046"/>
                  </a:lnTo>
                  <a:lnTo>
                    <a:pt x="184323" y="93064"/>
                  </a:lnTo>
                  <a:lnTo>
                    <a:pt x="183559" y="93256"/>
                  </a:lnTo>
                  <a:lnTo>
                    <a:pt x="183723" y="96221"/>
                  </a:lnTo>
                  <a:lnTo>
                    <a:pt x="185552" y="96168"/>
                  </a:lnTo>
                  <a:lnTo>
                    <a:pt x="173907" y="97427"/>
                  </a:lnTo>
                  <a:lnTo>
                    <a:pt x="172548" y="96942"/>
                  </a:lnTo>
                  <a:lnTo>
                    <a:pt x="169723" y="93534"/>
                  </a:lnTo>
                  <a:lnTo>
                    <a:pt x="168106" y="93489"/>
                  </a:lnTo>
                  <a:lnTo>
                    <a:pt x="169153" y="97312"/>
                  </a:lnTo>
                  <a:lnTo>
                    <a:pt x="157777" y="93862"/>
                  </a:lnTo>
                  <a:lnTo>
                    <a:pt x="150433" y="94930"/>
                  </a:lnTo>
                  <a:lnTo>
                    <a:pt x="148765" y="96088"/>
                  </a:lnTo>
                  <a:lnTo>
                    <a:pt x="150007" y="97925"/>
                  </a:lnTo>
                  <a:lnTo>
                    <a:pt x="146758" y="99486"/>
                  </a:lnTo>
                  <a:lnTo>
                    <a:pt x="141930" y="100100"/>
                  </a:lnTo>
                  <a:lnTo>
                    <a:pt x="139266" y="99578"/>
                  </a:lnTo>
                  <a:lnTo>
                    <a:pt x="139006" y="108052"/>
                  </a:lnTo>
                  <a:lnTo>
                    <a:pt x="140005" y="108338"/>
                  </a:lnTo>
                  <a:lnTo>
                    <a:pt x="139006" y="117698"/>
                  </a:lnTo>
                  <a:lnTo>
                    <a:pt x="139632" y="120186"/>
                  </a:lnTo>
                  <a:lnTo>
                    <a:pt x="143576" y="119162"/>
                  </a:lnTo>
                  <a:lnTo>
                    <a:pt x="145310" y="122031"/>
                  </a:lnTo>
                  <a:lnTo>
                    <a:pt x="141645" y="125499"/>
                  </a:lnTo>
                  <a:lnTo>
                    <a:pt x="144019" y="128252"/>
                  </a:lnTo>
                  <a:lnTo>
                    <a:pt x="141949" y="129391"/>
                  </a:lnTo>
                  <a:lnTo>
                    <a:pt x="135755" y="128413"/>
                  </a:lnTo>
                  <a:lnTo>
                    <a:pt x="139598" y="133488"/>
                  </a:lnTo>
                  <a:lnTo>
                    <a:pt x="129940" y="136884"/>
                  </a:lnTo>
                  <a:lnTo>
                    <a:pt x="131493" y="143486"/>
                  </a:lnTo>
                  <a:lnTo>
                    <a:pt x="125689" y="145291"/>
                  </a:lnTo>
                  <a:lnTo>
                    <a:pt x="123629" y="151628"/>
                  </a:lnTo>
                  <a:lnTo>
                    <a:pt x="119025" y="148984"/>
                  </a:lnTo>
                  <a:lnTo>
                    <a:pt x="118216" y="153029"/>
                  </a:lnTo>
                  <a:lnTo>
                    <a:pt x="118274" y="161434"/>
                  </a:lnTo>
                  <a:lnTo>
                    <a:pt x="114890" y="162076"/>
                  </a:lnTo>
                  <a:lnTo>
                    <a:pt x="110195" y="164421"/>
                  </a:lnTo>
                  <a:lnTo>
                    <a:pt x="106115" y="163890"/>
                  </a:lnTo>
                  <a:lnTo>
                    <a:pt x="106432" y="170216"/>
                  </a:lnTo>
                  <a:lnTo>
                    <a:pt x="103546" y="170477"/>
                  </a:lnTo>
                  <a:lnTo>
                    <a:pt x="101179" y="169294"/>
                  </a:lnTo>
                  <a:lnTo>
                    <a:pt x="96385" y="168371"/>
                  </a:lnTo>
                  <a:lnTo>
                    <a:pt x="94051" y="168844"/>
                  </a:lnTo>
                  <a:lnTo>
                    <a:pt x="91391" y="170306"/>
                  </a:lnTo>
                  <a:lnTo>
                    <a:pt x="88465" y="173131"/>
                  </a:lnTo>
                  <a:lnTo>
                    <a:pt x="91429" y="178660"/>
                  </a:lnTo>
                  <a:lnTo>
                    <a:pt x="90350" y="178908"/>
                  </a:lnTo>
                  <a:lnTo>
                    <a:pt x="81367" y="175175"/>
                  </a:lnTo>
                  <a:lnTo>
                    <a:pt x="81165" y="174543"/>
                  </a:lnTo>
                  <a:lnTo>
                    <a:pt x="80420" y="172462"/>
                  </a:lnTo>
                  <a:lnTo>
                    <a:pt x="76683" y="169848"/>
                  </a:lnTo>
                  <a:lnTo>
                    <a:pt x="74080" y="167016"/>
                  </a:lnTo>
                  <a:lnTo>
                    <a:pt x="74341" y="161936"/>
                  </a:lnTo>
                  <a:lnTo>
                    <a:pt x="71955" y="159023"/>
                  </a:lnTo>
                  <a:lnTo>
                    <a:pt x="67281" y="156377"/>
                  </a:lnTo>
                  <a:lnTo>
                    <a:pt x="61732" y="154332"/>
                  </a:lnTo>
                  <a:lnTo>
                    <a:pt x="55368" y="150504"/>
                  </a:lnTo>
                  <a:lnTo>
                    <a:pt x="48572" y="148440"/>
                  </a:lnTo>
                  <a:lnTo>
                    <a:pt x="48283" y="143912"/>
                  </a:lnTo>
                  <a:lnTo>
                    <a:pt x="46240" y="140513"/>
                  </a:lnTo>
                  <a:lnTo>
                    <a:pt x="43021" y="130086"/>
                  </a:lnTo>
                  <a:lnTo>
                    <a:pt x="29779" y="117755"/>
                  </a:lnTo>
                  <a:lnTo>
                    <a:pt x="25946" y="111137"/>
                  </a:lnTo>
                  <a:lnTo>
                    <a:pt x="26350" y="110279"/>
                  </a:lnTo>
                  <a:lnTo>
                    <a:pt x="31240" y="107728"/>
                  </a:lnTo>
                  <a:lnTo>
                    <a:pt x="32945" y="112692"/>
                  </a:lnTo>
                  <a:lnTo>
                    <a:pt x="33414" y="113063"/>
                  </a:lnTo>
                  <a:lnTo>
                    <a:pt x="35502" y="111564"/>
                  </a:lnTo>
                  <a:lnTo>
                    <a:pt x="36050" y="107709"/>
                  </a:lnTo>
                  <a:lnTo>
                    <a:pt x="32954" y="103339"/>
                  </a:lnTo>
                  <a:lnTo>
                    <a:pt x="30805" y="104415"/>
                  </a:lnTo>
                  <a:lnTo>
                    <a:pt x="28690" y="104281"/>
                  </a:lnTo>
                  <a:lnTo>
                    <a:pt x="24426" y="100677"/>
                  </a:lnTo>
                  <a:lnTo>
                    <a:pt x="18555" y="98221"/>
                  </a:lnTo>
                  <a:lnTo>
                    <a:pt x="16687" y="93840"/>
                  </a:lnTo>
                  <a:lnTo>
                    <a:pt x="11507" y="86205"/>
                  </a:lnTo>
                  <a:lnTo>
                    <a:pt x="4344" y="84205"/>
                  </a:lnTo>
                  <a:lnTo>
                    <a:pt x="4183" y="83741"/>
                  </a:lnTo>
                  <a:lnTo>
                    <a:pt x="6710" y="81884"/>
                  </a:lnTo>
                  <a:lnTo>
                    <a:pt x="3716" y="71205"/>
                  </a:lnTo>
                  <a:lnTo>
                    <a:pt x="6220" y="66794"/>
                  </a:lnTo>
                  <a:lnTo>
                    <a:pt x="1628" y="55214"/>
                  </a:lnTo>
                  <a:lnTo>
                    <a:pt x="2737" y="50757"/>
                  </a:lnTo>
                  <a:lnTo>
                    <a:pt x="2287" y="47434"/>
                  </a:lnTo>
                  <a:lnTo>
                    <a:pt x="0" y="42081"/>
                  </a:lnTo>
                  <a:lnTo>
                    <a:pt x="4282" y="40392"/>
                  </a:lnTo>
                  <a:lnTo>
                    <a:pt x="5602" y="41747"/>
                  </a:lnTo>
                  <a:lnTo>
                    <a:pt x="21366" y="43387"/>
                  </a:lnTo>
                  <a:lnTo>
                    <a:pt x="25409" y="25674"/>
                  </a:lnTo>
                  <a:lnTo>
                    <a:pt x="35228" y="13844"/>
                  </a:lnTo>
                  <a:lnTo>
                    <a:pt x="35813" y="11556"/>
                  </a:lnTo>
                  <a:lnTo>
                    <a:pt x="32292" y="7447"/>
                  </a:lnTo>
                  <a:lnTo>
                    <a:pt x="40866" y="317"/>
                  </a:lnTo>
                  <a:lnTo>
                    <a:pt x="42748" y="2586"/>
                  </a:lnTo>
                  <a:lnTo>
                    <a:pt x="46112" y="0"/>
                  </a:lnTo>
                  <a:lnTo>
                    <a:pt x="51323" y="5375"/>
                  </a:lnTo>
                  <a:lnTo>
                    <a:pt x="53797" y="599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h2266"/>
            <p:cNvSpPr/>
            <p:nvPr/>
          </p:nvSpPr>
          <p:spPr>
            <a:xfrm>
              <a:off x="1072455" y="1755685"/>
              <a:ext cx="40324" cy="56127"/>
            </a:xfrm>
            <a:custGeom>
              <a:avLst/>
              <a:pathLst>
                <a:path w="40324" h="56127">
                  <a:moveTo>
                    <a:pt x="36992" y="16943"/>
                  </a:move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lnTo>
                    <a:pt x="2206" y="41954"/>
                  </a:ln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h2267"/>
            <p:cNvSpPr/>
            <p:nvPr/>
          </p:nvSpPr>
          <p:spPr>
            <a:xfrm>
              <a:off x="1264807" y="1592768"/>
              <a:ext cx="45845" cy="59433"/>
            </a:xfrm>
            <a:custGeom>
              <a:avLst/>
              <a:pathLst>
                <a:path w="45845" h="59433">
                  <a:moveTo>
                    <a:pt x="16520" y="1146"/>
                  </a:moveTo>
                  <a:lnTo>
                    <a:pt x="16082" y="12727"/>
                  </a:lnTo>
                  <a:lnTo>
                    <a:pt x="18081" y="12806"/>
                  </a:lnTo>
                  <a:lnTo>
                    <a:pt x="17567" y="10597"/>
                  </a:lnTo>
                  <a:lnTo>
                    <a:pt x="21420" y="10565"/>
                  </a:lnTo>
                  <a:lnTo>
                    <a:pt x="21317" y="12830"/>
                  </a:lnTo>
                  <a:lnTo>
                    <a:pt x="28715" y="7093"/>
                  </a:lnTo>
                  <a:lnTo>
                    <a:pt x="39968" y="6992"/>
                  </a:lnTo>
                  <a:lnTo>
                    <a:pt x="40275" y="5938"/>
                  </a:lnTo>
                  <a:lnTo>
                    <a:pt x="42710" y="7157"/>
                  </a:lnTo>
                  <a:lnTo>
                    <a:pt x="43656" y="10392"/>
                  </a:lnTo>
                  <a:lnTo>
                    <a:pt x="37644" y="13375"/>
                  </a:lnTo>
                  <a:lnTo>
                    <a:pt x="37810" y="15943"/>
                  </a:lnTo>
                  <a:lnTo>
                    <a:pt x="39532" y="19442"/>
                  </a:lnTo>
                  <a:lnTo>
                    <a:pt x="44949" y="24193"/>
                  </a:lnTo>
                  <a:lnTo>
                    <a:pt x="45845" y="26340"/>
                  </a:lnTo>
                  <a:lnTo>
                    <a:pt x="43269" y="32654"/>
                  </a:lnTo>
                  <a:lnTo>
                    <a:pt x="45529" y="32141"/>
                  </a:lnTo>
                  <a:lnTo>
                    <a:pt x="45636" y="34526"/>
                  </a:lnTo>
                  <a:lnTo>
                    <a:pt x="44793" y="39102"/>
                  </a:lnTo>
                  <a:lnTo>
                    <a:pt x="43629" y="41265"/>
                  </a:lnTo>
                  <a:lnTo>
                    <a:pt x="44337" y="43380"/>
                  </a:lnTo>
                  <a:lnTo>
                    <a:pt x="36452" y="46355"/>
                  </a:lnTo>
                  <a:lnTo>
                    <a:pt x="38080" y="51018"/>
                  </a:lnTo>
                  <a:lnTo>
                    <a:pt x="35603" y="52942"/>
                  </a:lnTo>
                  <a:lnTo>
                    <a:pt x="33039" y="54342"/>
                  </a:lnTo>
                  <a:lnTo>
                    <a:pt x="27983" y="55647"/>
                  </a:lnTo>
                  <a:lnTo>
                    <a:pt x="24264" y="51775"/>
                  </a:lnTo>
                  <a:lnTo>
                    <a:pt x="23174" y="52125"/>
                  </a:lnTo>
                  <a:lnTo>
                    <a:pt x="20209" y="59018"/>
                  </a:lnTo>
                  <a:lnTo>
                    <a:pt x="4851" y="59433"/>
                  </a:lnTo>
                  <a:lnTo>
                    <a:pt x="4482" y="56178"/>
                  </a:lnTo>
                  <a:lnTo>
                    <a:pt x="125" y="55018"/>
                  </a:lnTo>
                  <a:lnTo>
                    <a:pt x="572" y="53042"/>
                  </a:lnTo>
                  <a:lnTo>
                    <a:pt x="0" y="49496"/>
                  </a:lnTo>
                  <a:lnTo>
                    <a:pt x="4253" y="46070"/>
                  </a:lnTo>
                  <a:lnTo>
                    <a:pt x="1786" y="37679"/>
                  </a:lnTo>
                  <a:lnTo>
                    <a:pt x="643" y="28740"/>
                  </a:lnTo>
                  <a:lnTo>
                    <a:pt x="1283" y="27860"/>
                  </a:lnTo>
                  <a:lnTo>
                    <a:pt x="3023" y="25231"/>
                  </a:lnTo>
                  <a:lnTo>
                    <a:pt x="2584" y="23359"/>
                  </a:lnTo>
                  <a:lnTo>
                    <a:pt x="3172" y="20990"/>
                  </a:lnTo>
                  <a:lnTo>
                    <a:pt x="5243" y="18620"/>
                  </a:lnTo>
                  <a:lnTo>
                    <a:pt x="11975" y="14677"/>
                  </a:lnTo>
                  <a:lnTo>
                    <a:pt x="10564" y="5056"/>
                  </a:lnTo>
                  <a:lnTo>
                    <a:pt x="1307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h2268"/>
            <p:cNvSpPr/>
            <p:nvPr/>
          </p:nvSpPr>
          <p:spPr>
            <a:xfrm>
              <a:off x="1248352" y="1895378"/>
              <a:ext cx="33672" cy="31849"/>
            </a:xfrm>
            <a:custGeom>
              <a:avLst/>
              <a:pathLst>
                <a:path w="33672" h="31849">
                  <a:moveTo>
                    <a:pt x="14324" y="0"/>
                  </a:moveTo>
                  <a:lnTo>
                    <a:pt x="22408" y="987"/>
                  </a:lnTo>
                  <a:lnTo>
                    <a:pt x="23525" y="2800"/>
                  </a:lnTo>
                  <a:lnTo>
                    <a:pt x="22948" y="4017"/>
                  </a:lnTo>
                  <a:lnTo>
                    <a:pt x="33426" y="12342"/>
                  </a:lnTo>
                  <a:lnTo>
                    <a:pt x="33672" y="15252"/>
                  </a:lnTo>
                  <a:lnTo>
                    <a:pt x="24608" y="31849"/>
                  </a:lnTo>
                  <a:lnTo>
                    <a:pt x="17679" y="30819"/>
                  </a:lnTo>
                  <a:lnTo>
                    <a:pt x="10431" y="28170"/>
                  </a:lnTo>
                  <a:lnTo>
                    <a:pt x="3234" y="26465"/>
                  </a:lnTo>
                  <a:lnTo>
                    <a:pt x="1901" y="25908"/>
                  </a:lnTo>
                  <a:lnTo>
                    <a:pt x="191" y="21931"/>
                  </a:lnTo>
                  <a:lnTo>
                    <a:pt x="290" y="21187"/>
                  </a:lnTo>
                  <a:lnTo>
                    <a:pt x="0" y="20365"/>
                  </a:lnTo>
                  <a:lnTo>
                    <a:pt x="2993" y="17888"/>
                  </a:lnTo>
                  <a:lnTo>
                    <a:pt x="6363" y="12526"/>
                  </a:lnTo>
                  <a:lnTo>
                    <a:pt x="5842" y="11754"/>
                  </a:lnTo>
                  <a:lnTo>
                    <a:pt x="6208" y="8327"/>
                  </a:lnTo>
                  <a:lnTo>
                    <a:pt x="10396" y="6034"/>
                  </a:lnTo>
                  <a:lnTo>
                    <a:pt x="11226" y="1008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h2269"/>
            <p:cNvSpPr/>
            <p:nvPr/>
          </p:nvSpPr>
          <p:spPr>
            <a:xfrm>
              <a:off x="1354982" y="1545959"/>
              <a:ext cx="69486" cy="71959"/>
            </a:xfrm>
            <a:custGeom>
              <a:avLst/>
              <a:pathLst>
                <a:path w="69486" h="71959">
                  <a:moveTo>
                    <a:pt x="64713" y="5109"/>
                  </a:moveTo>
                  <a:lnTo>
                    <a:pt x="63448" y="14012"/>
                  </a:lnTo>
                  <a:lnTo>
                    <a:pt x="65760" y="14604"/>
                  </a:lnTo>
                  <a:lnTo>
                    <a:pt x="62289" y="33127"/>
                  </a:lnTo>
                  <a:lnTo>
                    <a:pt x="66001" y="35362"/>
                  </a:lnTo>
                  <a:lnTo>
                    <a:pt x="66551" y="44220"/>
                  </a:lnTo>
                  <a:lnTo>
                    <a:pt x="69486" y="50827"/>
                  </a:lnTo>
                  <a:lnTo>
                    <a:pt x="68995" y="51410"/>
                  </a:lnTo>
                  <a:lnTo>
                    <a:pt x="66620" y="51583"/>
                  </a:lnTo>
                  <a:lnTo>
                    <a:pt x="63553" y="50565"/>
                  </a:lnTo>
                  <a:lnTo>
                    <a:pt x="60929" y="47571"/>
                  </a:lnTo>
                  <a:lnTo>
                    <a:pt x="59507" y="47988"/>
                  </a:lnTo>
                  <a:lnTo>
                    <a:pt x="56456" y="56408"/>
                  </a:lnTo>
                  <a:lnTo>
                    <a:pt x="48906" y="54985"/>
                  </a:lnTo>
                  <a:lnTo>
                    <a:pt x="38969" y="70648"/>
                  </a:lnTo>
                  <a:lnTo>
                    <a:pt x="35439" y="71959"/>
                  </a:lnTo>
                  <a:lnTo>
                    <a:pt x="35780" y="70218"/>
                  </a:lnTo>
                  <a:lnTo>
                    <a:pt x="35084" y="69959"/>
                  </a:lnTo>
                  <a:lnTo>
                    <a:pt x="24702" y="68641"/>
                  </a:lnTo>
                  <a:lnTo>
                    <a:pt x="23509" y="69276"/>
                  </a:lnTo>
                  <a:lnTo>
                    <a:pt x="21826" y="67637"/>
                  </a:lnTo>
                  <a:lnTo>
                    <a:pt x="21902" y="64428"/>
                  </a:lnTo>
                  <a:lnTo>
                    <a:pt x="12566" y="60148"/>
                  </a:lnTo>
                  <a:lnTo>
                    <a:pt x="13624" y="58098"/>
                  </a:lnTo>
                  <a:lnTo>
                    <a:pt x="16197" y="58618"/>
                  </a:lnTo>
                  <a:lnTo>
                    <a:pt x="20908" y="57815"/>
                  </a:lnTo>
                  <a:lnTo>
                    <a:pt x="15918" y="48707"/>
                  </a:lnTo>
                  <a:lnTo>
                    <a:pt x="16370" y="43881"/>
                  </a:lnTo>
                  <a:lnTo>
                    <a:pt x="13732" y="41554"/>
                  </a:lnTo>
                  <a:lnTo>
                    <a:pt x="14032" y="35227"/>
                  </a:lnTo>
                  <a:lnTo>
                    <a:pt x="12444" y="32119"/>
                  </a:lnTo>
                  <a:lnTo>
                    <a:pt x="9938" y="32015"/>
                  </a:lnTo>
                  <a:lnTo>
                    <a:pt x="3789" y="28755"/>
                  </a:lnTo>
                  <a:lnTo>
                    <a:pt x="3699" y="25091"/>
                  </a:lnTo>
                  <a:lnTo>
                    <a:pt x="2887" y="25552"/>
                  </a:lnTo>
                  <a:lnTo>
                    <a:pt x="47" y="24407"/>
                  </a:lnTo>
                  <a:lnTo>
                    <a:pt x="0" y="17574"/>
                  </a:lnTo>
                  <a:lnTo>
                    <a:pt x="2841" y="17897"/>
                  </a:lnTo>
                  <a:lnTo>
                    <a:pt x="9121" y="16214"/>
                  </a:lnTo>
                  <a:lnTo>
                    <a:pt x="9369" y="13014"/>
                  </a:lnTo>
                  <a:lnTo>
                    <a:pt x="15866" y="8720"/>
                  </a:lnTo>
                  <a:lnTo>
                    <a:pt x="18326" y="7102"/>
                  </a:lnTo>
                  <a:lnTo>
                    <a:pt x="18669" y="3144"/>
                  </a:lnTo>
                  <a:lnTo>
                    <a:pt x="34489" y="4011"/>
                  </a:lnTo>
                  <a:lnTo>
                    <a:pt x="37616" y="3287"/>
                  </a:lnTo>
                  <a:lnTo>
                    <a:pt x="39148" y="7130"/>
                  </a:lnTo>
                  <a:lnTo>
                    <a:pt x="49342" y="7848"/>
                  </a:lnTo>
                  <a:lnTo>
                    <a:pt x="52668" y="6544"/>
                  </a:lnTo>
                  <a:lnTo>
                    <a:pt x="53927" y="2909"/>
                  </a:lnTo>
                  <a:lnTo>
                    <a:pt x="582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h2270"/>
            <p:cNvSpPr/>
            <p:nvPr/>
          </p:nvSpPr>
          <p:spPr>
            <a:xfrm>
              <a:off x="1416230" y="1806017"/>
              <a:ext cx="47638" cy="26284"/>
            </a:xfrm>
            <a:custGeom>
              <a:avLst/>
              <a:pathLst>
                <a:path w="47638" h="26284">
                  <a:moveTo>
                    <a:pt x="20893" y="288"/>
                  </a:moveTo>
                  <a:lnTo>
                    <a:pt x="22290" y="3540"/>
                  </a:lnTo>
                  <a:lnTo>
                    <a:pt x="30493" y="3022"/>
                  </a:lnTo>
                  <a:lnTo>
                    <a:pt x="30030" y="441"/>
                  </a:lnTo>
                  <a:lnTo>
                    <a:pt x="34332" y="2201"/>
                  </a:lnTo>
                  <a:lnTo>
                    <a:pt x="34685" y="3528"/>
                  </a:lnTo>
                  <a:lnTo>
                    <a:pt x="36795" y="4887"/>
                  </a:lnTo>
                  <a:lnTo>
                    <a:pt x="39058" y="5453"/>
                  </a:lnTo>
                  <a:lnTo>
                    <a:pt x="42752" y="4778"/>
                  </a:lnTo>
                  <a:lnTo>
                    <a:pt x="44101" y="3118"/>
                  </a:lnTo>
                  <a:lnTo>
                    <a:pt x="46847" y="6263"/>
                  </a:lnTo>
                  <a:lnTo>
                    <a:pt x="47638" y="10290"/>
                  </a:lnTo>
                  <a:lnTo>
                    <a:pt x="45941" y="18868"/>
                  </a:lnTo>
                  <a:lnTo>
                    <a:pt x="44461" y="20802"/>
                  </a:lnTo>
                  <a:lnTo>
                    <a:pt x="43609" y="24165"/>
                  </a:lnTo>
                  <a:lnTo>
                    <a:pt x="43667" y="26162"/>
                  </a:lnTo>
                  <a:lnTo>
                    <a:pt x="37457" y="24919"/>
                  </a:lnTo>
                  <a:lnTo>
                    <a:pt x="33276" y="24943"/>
                  </a:lnTo>
                  <a:lnTo>
                    <a:pt x="26350" y="26284"/>
                  </a:lnTo>
                  <a:lnTo>
                    <a:pt x="23493" y="25005"/>
                  </a:lnTo>
                  <a:lnTo>
                    <a:pt x="18679" y="15708"/>
                  </a:lnTo>
                  <a:lnTo>
                    <a:pt x="12800" y="17230"/>
                  </a:lnTo>
                  <a:lnTo>
                    <a:pt x="6575" y="17781"/>
                  </a:lnTo>
                  <a:lnTo>
                    <a:pt x="5060" y="17035"/>
                  </a:lnTo>
                  <a:lnTo>
                    <a:pt x="2332" y="11679"/>
                  </a:lnTo>
                  <a:lnTo>
                    <a:pt x="2077" y="8576"/>
                  </a:lnTo>
                  <a:lnTo>
                    <a:pt x="0" y="3060"/>
                  </a:lnTo>
                  <a:lnTo>
                    <a:pt x="1680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h2271"/>
            <p:cNvSpPr/>
            <p:nvPr/>
          </p:nvSpPr>
          <p:spPr>
            <a:xfrm>
              <a:off x="1300411" y="1583640"/>
              <a:ext cx="79493" cy="80001"/>
            </a:xfrm>
            <a:custGeom>
              <a:avLst/>
              <a:pathLst>
                <a:path w="79493" h="80001">
                  <a:moveTo>
                    <a:pt x="33610" y="2064"/>
                  </a:moveTo>
                  <a:lnTo>
                    <a:pt x="33787" y="4168"/>
                  </a:lnTo>
                  <a:lnTo>
                    <a:pt x="27811" y="6351"/>
                  </a:lnTo>
                  <a:lnTo>
                    <a:pt x="28765" y="7774"/>
                  </a:lnTo>
                  <a:lnTo>
                    <a:pt x="33531" y="15719"/>
                  </a:lnTo>
                  <a:lnTo>
                    <a:pt x="44935" y="30905"/>
                  </a:lnTo>
                  <a:lnTo>
                    <a:pt x="48522" y="33020"/>
                  </a:lnTo>
                  <a:lnTo>
                    <a:pt x="66103" y="33799"/>
                  </a:lnTo>
                  <a:lnTo>
                    <a:pt x="67525" y="39506"/>
                  </a:lnTo>
                  <a:lnTo>
                    <a:pt x="79282" y="40324"/>
                  </a:lnTo>
                  <a:lnTo>
                    <a:pt x="79493" y="44531"/>
                  </a:lnTo>
                  <a:lnTo>
                    <a:pt x="73266" y="45272"/>
                  </a:lnTo>
                  <a:lnTo>
                    <a:pt x="72601" y="58265"/>
                  </a:lnTo>
                  <a:lnTo>
                    <a:pt x="65380" y="58330"/>
                  </a:lnTo>
                  <a:lnTo>
                    <a:pt x="58939" y="69108"/>
                  </a:lnTo>
                  <a:lnTo>
                    <a:pt x="51770" y="69952"/>
                  </a:lnTo>
                  <a:lnTo>
                    <a:pt x="44339" y="77351"/>
                  </a:lnTo>
                  <a:lnTo>
                    <a:pt x="38201" y="72622"/>
                  </a:lnTo>
                  <a:lnTo>
                    <a:pt x="34608" y="73518"/>
                  </a:lnTo>
                  <a:lnTo>
                    <a:pt x="30654" y="76635"/>
                  </a:lnTo>
                  <a:lnTo>
                    <a:pt x="30438" y="79450"/>
                  </a:lnTo>
                  <a:lnTo>
                    <a:pt x="23267" y="80001"/>
                  </a:lnTo>
                  <a:lnTo>
                    <a:pt x="10360" y="77936"/>
                  </a:lnTo>
                  <a:lnTo>
                    <a:pt x="9101" y="75171"/>
                  </a:lnTo>
                  <a:lnTo>
                    <a:pt x="3818" y="69843"/>
                  </a:lnTo>
                  <a:lnTo>
                    <a:pt x="8530" y="67484"/>
                  </a:lnTo>
                  <a:lnTo>
                    <a:pt x="907" y="65626"/>
                  </a:lnTo>
                  <a:lnTo>
                    <a:pt x="0" y="62070"/>
                  </a:lnTo>
                  <a:lnTo>
                    <a:pt x="2476" y="60147"/>
                  </a:lnTo>
                  <a:lnTo>
                    <a:pt x="849" y="55484"/>
                  </a:lnTo>
                  <a:lnTo>
                    <a:pt x="8733" y="52509"/>
                  </a:lnTo>
                  <a:lnTo>
                    <a:pt x="8025" y="50394"/>
                  </a:lnTo>
                  <a:lnTo>
                    <a:pt x="9190" y="48231"/>
                  </a:lnTo>
                  <a:lnTo>
                    <a:pt x="10033" y="43655"/>
                  </a:lnTo>
                  <a:lnTo>
                    <a:pt x="9925" y="41269"/>
                  </a:lnTo>
                  <a:lnTo>
                    <a:pt x="7665" y="41783"/>
                  </a:lnTo>
                  <a:lnTo>
                    <a:pt x="10242" y="35468"/>
                  </a:lnTo>
                  <a:lnTo>
                    <a:pt x="9345" y="33322"/>
                  </a:lnTo>
                  <a:lnTo>
                    <a:pt x="3928" y="28570"/>
                  </a:lnTo>
                  <a:lnTo>
                    <a:pt x="2207" y="25072"/>
                  </a:lnTo>
                  <a:lnTo>
                    <a:pt x="2040" y="22503"/>
                  </a:lnTo>
                  <a:lnTo>
                    <a:pt x="8053" y="19521"/>
                  </a:lnTo>
                  <a:lnTo>
                    <a:pt x="7107" y="16285"/>
                  </a:lnTo>
                  <a:lnTo>
                    <a:pt x="4672" y="15067"/>
                  </a:lnTo>
                  <a:lnTo>
                    <a:pt x="5244" y="8038"/>
                  </a:lnTo>
                  <a:lnTo>
                    <a:pt x="11305" y="5394"/>
                  </a:lnTo>
                  <a:lnTo>
                    <a:pt x="844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h2272"/>
            <p:cNvSpPr/>
            <p:nvPr/>
          </p:nvSpPr>
          <p:spPr>
            <a:xfrm>
              <a:off x="1244296" y="1542847"/>
              <a:ext cx="67420" cy="62752"/>
            </a:xfrm>
            <a:custGeom>
              <a:avLst/>
              <a:pathLst>
                <a:path w="67420" h="62752">
                  <a:moveTo>
                    <a:pt x="49988" y="11067"/>
                  </a:moveTo>
                  <a:lnTo>
                    <a:pt x="54458" y="8220"/>
                  </a:lnTo>
                  <a:lnTo>
                    <a:pt x="59366" y="14353"/>
                  </a:lnTo>
                  <a:lnTo>
                    <a:pt x="56062" y="16021"/>
                  </a:lnTo>
                  <a:lnTo>
                    <a:pt x="57805" y="22276"/>
                  </a:lnTo>
                  <a:lnTo>
                    <a:pt x="58942" y="22777"/>
                  </a:lnTo>
                  <a:lnTo>
                    <a:pt x="55299" y="33050"/>
                  </a:lnTo>
                  <a:lnTo>
                    <a:pt x="54717" y="38614"/>
                  </a:lnTo>
                  <a:lnTo>
                    <a:pt x="55644" y="39430"/>
                  </a:lnTo>
                  <a:lnTo>
                    <a:pt x="57180" y="39077"/>
                  </a:lnTo>
                  <a:lnTo>
                    <a:pt x="58182" y="36887"/>
                  </a:lnTo>
                  <a:lnTo>
                    <a:pt x="61785" y="35607"/>
                  </a:lnTo>
                  <a:lnTo>
                    <a:pt x="64555" y="40792"/>
                  </a:lnTo>
                  <a:lnTo>
                    <a:pt x="67420" y="46187"/>
                  </a:lnTo>
                  <a:lnTo>
                    <a:pt x="61359" y="48831"/>
                  </a:lnTo>
                  <a:lnTo>
                    <a:pt x="60787" y="55860"/>
                  </a:lnTo>
                  <a:lnTo>
                    <a:pt x="60480" y="56914"/>
                  </a:lnTo>
                  <a:lnTo>
                    <a:pt x="49226" y="57015"/>
                  </a:lnTo>
                  <a:lnTo>
                    <a:pt x="41829" y="62752"/>
                  </a:lnTo>
                  <a:lnTo>
                    <a:pt x="41931" y="60486"/>
                  </a:lnTo>
                  <a:lnTo>
                    <a:pt x="38078" y="60518"/>
                  </a:lnTo>
                  <a:lnTo>
                    <a:pt x="38592" y="62727"/>
                  </a:lnTo>
                  <a:lnTo>
                    <a:pt x="36593" y="62648"/>
                  </a:lnTo>
                  <a:lnTo>
                    <a:pt x="37031" y="51067"/>
                  </a:lnTo>
                  <a:lnTo>
                    <a:pt x="33585" y="49921"/>
                  </a:lnTo>
                  <a:lnTo>
                    <a:pt x="31075" y="54978"/>
                  </a:lnTo>
                  <a:lnTo>
                    <a:pt x="28774" y="55472"/>
                  </a:lnTo>
                  <a:lnTo>
                    <a:pt x="25926" y="54592"/>
                  </a:lnTo>
                  <a:lnTo>
                    <a:pt x="26722" y="51926"/>
                  </a:lnTo>
                  <a:lnTo>
                    <a:pt x="30373" y="50060"/>
                  </a:lnTo>
                  <a:lnTo>
                    <a:pt x="29047" y="48226"/>
                  </a:lnTo>
                  <a:lnTo>
                    <a:pt x="25337" y="49926"/>
                  </a:lnTo>
                  <a:lnTo>
                    <a:pt x="25623" y="44721"/>
                  </a:lnTo>
                  <a:lnTo>
                    <a:pt x="24649" y="44042"/>
                  </a:lnTo>
                  <a:lnTo>
                    <a:pt x="22555" y="46843"/>
                  </a:lnTo>
                  <a:lnTo>
                    <a:pt x="5806" y="42330"/>
                  </a:lnTo>
                  <a:lnTo>
                    <a:pt x="5388" y="38719"/>
                  </a:lnTo>
                  <a:lnTo>
                    <a:pt x="7567" y="35357"/>
                  </a:lnTo>
                  <a:lnTo>
                    <a:pt x="2962" y="28338"/>
                  </a:lnTo>
                  <a:lnTo>
                    <a:pt x="6486" y="23931"/>
                  </a:lnTo>
                  <a:lnTo>
                    <a:pt x="6761" y="21337"/>
                  </a:lnTo>
                  <a:lnTo>
                    <a:pt x="3982" y="20787"/>
                  </a:lnTo>
                  <a:lnTo>
                    <a:pt x="4032" y="15135"/>
                  </a:lnTo>
                  <a:lnTo>
                    <a:pt x="2431" y="13974"/>
                  </a:lnTo>
                  <a:lnTo>
                    <a:pt x="0" y="6979"/>
                  </a:lnTo>
                  <a:lnTo>
                    <a:pt x="8545" y="7204"/>
                  </a:lnTo>
                  <a:lnTo>
                    <a:pt x="12460" y="5456"/>
                  </a:lnTo>
                  <a:lnTo>
                    <a:pt x="23150" y="8378"/>
                  </a:lnTo>
                  <a:lnTo>
                    <a:pt x="25750" y="4712"/>
                  </a:lnTo>
                  <a:lnTo>
                    <a:pt x="32254" y="3573"/>
                  </a:lnTo>
                  <a:lnTo>
                    <a:pt x="34521" y="7126"/>
                  </a:lnTo>
                  <a:lnTo>
                    <a:pt x="36558" y="5359"/>
                  </a:lnTo>
                  <a:lnTo>
                    <a:pt x="36324" y="4416"/>
                  </a:lnTo>
                  <a:lnTo>
                    <a:pt x="4273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h2273"/>
            <p:cNvSpPr/>
            <p:nvPr/>
          </p:nvSpPr>
          <p:spPr>
            <a:xfrm>
              <a:off x="1329451" y="1741123"/>
              <a:ext cx="34291" cy="81961"/>
            </a:xfrm>
            <a:custGeom>
              <a:avLst/>
              <a:pathLst>
                <a:path w="34291" h="81961">
                  <a:moveTo>
                    <a:pt x="17264" y="3830"/>
                  </a:moveTo>
                  <a:lnTo>
                    <a:pt x="17912" y="0"/>
                  </a:lnTo>
                  <a:lnTo>
                    <a:pt x="19995" y="326"/>
                  </a:lnTo>
                  <a:lnTo>
                    <a:pt x="24038" y="3339"/>
                  </a:lnTo>
                  <a:lnTo>
                    <a:pt x="23780" y="4702"/>
                  </a:lnTo>
                  <a:lnTo>
                    <a:pt x="20610" y="5663"/>
                  </a:lnTo>
                  <a:lnTo>
                    <a:pt x="18103" y="7446"/>
                  </a:lnTo>
                  <a:lnTo>
                    <a:pt x="18077" y="10615"/>
                  </a:lnTo>
                  <a:lnTo>
                    <a:pt x="19758" y="12530"/>
                  </a:lnTo>
                  <a:lnTo>
                    <a:pt x="22355" y="13605"/>
                  </a:lnTo>
                  <a:lnTo>
                    <a:pt x="26978" y="19544"/>
                  </a:lnTo>
                  <a:lnTo>
                    <a:pt x="28220" y="46326"/>
                  </a:lnTo>
                  <a:lnTo>
                    <a:pt x="26515" y="46765"/>
                  </a:lnTo>
                  <a:lnTo>
                    <a:pt x="27405" y="52881"/>
                  </a:lnTo>
                  <a:lnTo>
                    <a:pt x="29416" y="57686"/>
                  </a:lnTo>
                  <a:lnTo>
                    <a:pt x="29256" y="72728"/>
                  </a:lnTo>
                  <a:lnTo>
                    <a:pt x="30651" y="76749"/>
                  </a:lnTo>
                  <a:lnTo>
                    <a:pt x="33157" y="75678"/>
                  </a:lnTo>
                  <a:lnTo>
                    <a:pt x="34291" y="78810"/>
                  </a:lnTo>
                  <a:lnTo>
                    <a:pt x="31088" y="79567"/>
                  </a:lnTo>
                  <a:lnTo>
                    <a:pt x="30096" y="81961"/>
                  </a:lnTo>
                  <a:lnTo>
                    <a:pt x="25706" y="76143"/>
                  </a:lnTo>
                  <a:lnTo>
                    <a:pt x="21346" y="73056"/>
                  </a:lnTo>
                  <a:lnTo>
                    <a:pt x="491" y="74869"/>
                  </a:lnTo>
                  <a:lnTo>
                    <a:pt x="0" y="68479"/>
                  </a:lnTo>
                  <a:lnTo>
                    <a:pt x="462" y="64979"/>
                  </a:lnTo>
                  <a:lnTo>
                    <a:pt x="2688" y="64493"/>
                  </a:lnTo>
                  <a:lnTo>
                    <a:pt x="2157" y="67924"/>
                  </a:lnTo>
                  <a:lnTo>
                    <a:pt x="5518" y="67060"/>
                  </a:lnTo>
                  <a:lnTo>
                    <a:pt x="4930" y="61624"/>
                  </a:lnTo>
                  <a:lnTo>
                    <a:pt x="7866" y="57234"/>
                  </a:lnTo>
                  <a:lnTo>
                    <a:pt x="6969" y="53472"/>
                  </a:lnTo>
                  <a:lnTo>
                    <a:pt x="3048" y="48742"/>
                  </a:lnTo>
                  <a:lnTo>
                    <a:pt x="333" y="47854"/>
                  </a:lnTo>
                  <a:lnTo>
                    <a:pt x="2487" y="37399"/>
                  </a:lnTo>
                  <a:lnTo>
                    <a:pt x="5270" y="38022"/>
                  </a:lnTo>
                  <a:lnTo>
                    <a:pt x="17563" y="37463"/>
                  </a:lnTo>
                  <a:lnTo>
                    <a:pt x="17137" y="34074"/>
                  </a:lnTo>
                  <a:lnTo>
                    <a:pt x="18211" y="13723"/>
                  </a:lnTo>
                  <a:lnTo>
                    <a:pt x="13911" y="17561"/>
                  </a:lnTo>
                  <a:lnTo>
                    <a:pt x="12409" y="15862"/>
                  </a:lnTo>
                  <a:lnTo>
                    <a:pt x="11898" y="9265"/>
                  </a:lnTo>
                  <a:lnTo>
                    <a:pt x="7243" y="8564"/>
                  </a:lnTo>
                  <a:lnTo>
                    <a:pt x="7591" y="4734"/>
                  </a:lnTo>
                  <a:lnTo>
                    <a:pt x="8967" y="2390"/>
                  </a:lnTo>
                  <a:lnTo>
                    <a:pt x="12991" y="163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h2274"/>
            <p:cNvSpPr/>
            <p:nvPr/>
          </p:nvSpPr>
          <p:spPr>
            <a:xfrm>
              <a:off x="1168415" y="1540964"/>
              <a:ext cx="31674" cy="64570"/>
            </a:xfrm>
            <a:custGeom>
              <a:avLst/>
              <a:pathLst>
                <a:path w="31674" h="64570">
                  <a:moveTo>
                    <a:pt x="24446" y="2808"/>
                  </a:moveTo>
                  <a:lnTo>
                    <a:pt x="24652" y="5225"/>
                  </a:lnTo>
                  <a:lnTo>
                    <a:pt x="24768" y="7443"/>
                  </a:lnTo>
                  <a:lnTo>
                    <a:pt x="23984" y="9241"/>
                  </a:lnTo>
                  <a:lnTo>
                    <a:pt x="21302" y="11901"/>
                  </a:lnTo>
                  <a:lnTo>
                    <a:pt x="22331" y="20844"/>
                  </a:lnTo>
                  <a:lnTo>
                    <a:pt x="18179" y="21075"/>
                  </a:lnTo>
                  <a:lnTo>
                    <a:pt x="17714" y="28582"/>
                  </a:lnTo>
                  <a:lnTo>
                    <a:pt x="15903" y="31326"/>
                  </a:lnTo>
                  <a:lnTo>
                    <a:pt x="18333" y="32307"/>
                  </a:lnTo>
                  <a:lnTo>
                    <a:pt x="20604" y="36611"/>
                  </a:lnTo>
                  <a:lnTo>
                    <a:pt x="24920" y="40231"/>
                  </a:lnTo>
                  <a:lnTo>
                    <a:pt x="30206" y="40429"/>
                  </a:lnTo>
                  <a:lnTo>
                    <a:pt x="31674" y="44985"/>
                  </a:lnTo>
                  <a:lnTo>
                    <a:pt x="28552" y="53185"/>
                  </a:lnTo>
                  <a:lnTo>
                    <a:pt x="28537" y="55274"/>
                  </a:lnTo>
                  <a:lnTo>
                    <a:pt x="27303" y="59769"/>
                  </a:lnTo>
                  <a:lnTo>
                    <a:pt x="22528" y="59768"/>
                  </a:lnTo>
                  <a:lnTo>
                    <a:pt x="19762" y="63188"/>
                  </a:lnTo>
                  <a:lnTo>
                    <a:pt x="15139" y="64570"/>
                  </a:lnTo>
                  <a:lnTo>
                    <a:pt x="15864" y="62164"/>
                  </a:lnTo>
                  <a:lnTo>
                    <a:pt x="15332" y="60671"/>
                  </a:lnTo>
                  <a:lnTo>
                    <a:pt x="12405" y="60936"/>
                  </a:lnTo>
                  <a:lnTo>
                    <a:pt x="9531" y="60269"/>
                  </a:lnTo>
                  <a:lnTo>
                    <a:pt x="10872" y="55627"/>
                  </a:lnTo>
                  <a:lnTo>
                    <a:pt x="5438" y="53918"/>
                  </a:lnTo>
                  <a:lnTo>
                    <a:pt x="3248" y="47321"/>
                  </a:lnTo>
                  <a:lnTo>
                    <a:pt x="1446" y="37223"/>
                  </a:lnTo>
                  <a:lnTo>
                    <a:pt x="0" y="34139"/>
                  </a:lnTo>
                  <a:lnTo>
                    <a:pt x="1839" y="22341"/>
                  </a:lnTo>
                  <a:lnTo>
                    <a:pt x="11703" y="20282"/>
                  </a:lnTo>
                  <a:lnTo>
                    <a:pt x="10034" y="7415"/>
                  </a:lnTo>
                  <a:lnTo>
                    <a:pt x="12177" y="4848"/>
                  </a:lnTo>
                  <a:lnTo>
                    <a:pt x="2045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h2275"/>
            <p:cNvSpPr/>
            <p:nvPr/>
          </p:nvSpPr>
          <p:spPr>
            <a:xfrm>
              <a:off x="1335331" y="2009319"/>
              <a:ext cx="47532" cy="47292"/>
            </a:xfrm>
            <a:custGeom>
              <a:avLst/>
              <a:pathLst>
                <a:path w="47532" h="47292">
                  <a:moveTo>
                    <a:pt x="28323" y="69"/>
                  </a:moveTo>
                  <a:lnTo>
                    <a:pt x="30634" y="2009"/>
                  </a:lnTo>
                  <a:lnTo>
                    <a:pt x="35098" y="8720"/>
                  </a:lnTo>
                  <a:lnTo>
                    <a:pt x="36615" y="9645"/>
                  </a:lnTo>
                  <a:lnTo>
                    <a:pt x="39941" y="9755"/>
                  </a:lnTo>
                  <a:lnTo>
                    <a:pt x="39541" y="17285"/>
                  </a:lnTo>
                  <a:lnTo>
                    <a:pt x="42333" y="20195"/>
                  </a:lnTo>
                  <a:lnTo>
                    <a:pt x="43568" y="27447"/>
                  </a:lnTo>
                  <a:lnTo>
                    <a:pt x="43466" y="29636"/>
                  </a:lnTo>
                  <a:lnTo>
                    <a:pt x="41272" y="29530"/>
                  </a:lnTo>
                  <a:lnTo>
                    <a:pt x="41174" y="31307"/>
                  </a:lnTo>
                  <a:lnTo>
                    <a:pt x="42208" y="32841"/>
                  </a:lnTo>
                  <a:lnTo>
                    <a:pt x="45455" y="33012"/>
                  </a:lnTo>
                  <a:lnTo>
                    <a:pt x="47532" y="34210"/>
                  </a:lnTo>
                  <a:lnTo>
                    <a:pt x="47144" y="41303"/>
                  </a:lnTo>
                  <a:lnTo>
                    <a:pt x="43779" y="41327"/>
                  </a:lnTo>
                  <a:lnTo>
                    <a:pt x="43555" y="45938"/>
                  </a:lnTo>
                  <a:lnTo>
                    <a:pt x="37043" y="45067"/>
                  </a:lnTo>
                  <a:lnTo>
                    <a:pt x="36910" y="47292"/>
                  </a:lnTo>
                  <a:lnTo>
                    <a:pt x="32657" y="47059"/>
                  </a:lnTo>
                  <a:lnTo>
                    <a:pt x="27967" y="44574"/>
                  </a:lnTo>
                  <a:lnTo>
                    <a:pt x="25840" y="40465"/>
                  </a:lnTo>
                  <a:lnTo>
                    <a:pt x="21234" y="38589"/>
                  </a:lnTo>
                  <a:lnTo>
                    <a:pt x="7426" y="37956"/>
                  </a:lnTo>
                  <a:lnTo>
                    <a:pt x="5973" y="38756"/>
                  </a:lnTo>
                  <a:lnTo>
                    <a:pt x="4670" y="34944"/>
                  </a:lnTo>
                  <a:lnTo>
                    <a:pt x="208" y="28087"/>
                  </a:lnTo>
                  <a:lnTo>
                    <a:pt x="0" y="26590"/>
                  </a:lnTo>
                  <a:lnTo>
                    <a:pt x="797" y="26087"/>
                  </a:lnTo>
                  <a:lnTo>
                    <a:pt x="4020" y="26449"/>
                  </a:lnTo>
                  <a:lnTo>
                    <a:pt x="5987" y="27497"/>
                  </a:lnTo>
                  <a:lnTo>
                    <a:pt x="4805" y="27954"/>
                  </a:lnTo>
                  <a:lnTo>
                    <a:pt x="4294" y="30895"/>
                  </a:lnTo>
                  <a:lnTo>
                    <a:pt x="7861" y="30574"/>
                  </a:lnTo>
                  <a:lnTo>
                    <a:pt x="10263" y="26879"/>
                  </a:lnTo>
                  <a:lnTo>
                    <a:pt x="10542" y="22507"/>
                  </a:lnTo>
                  <a:lnTo>
                    <a:pt x="14863" y="22762"/>
                  </a:lnTo>
                  <a:lnTo>
                    <a:pt x="15087" y="18435"/>
                  </a:lnTo>
                  <a:lnTo>
                    <a:pt x="21687" y="18562"/>
                  </a:lnTo>
                  <a:lnTo>
                    <a:pt x="23383" y="16694"/>
                  </a:lnTo>
                  <a:lnTo>
                    <a:pt x="23967" y="15631"/>
                  </a:lnTo>
                  <a:lnTo>
                    <a:pt x="24602" y="4334"/>
                  </a:lnTo>
                  <a:lnTo>
                    <a:pt x="18039" y="4005"/>
                  </a:lnTo>
                  <a:lnTo>
                    <a:pt x="15945" y="3237"/>
                  </a:lnTo>
                  <a:lnTo>
                    <a:pt x="14901" y="2066"/>
                  </a:lnTo>
                  <a:lnTo>
                    <a:pt x="14962" y="988"/>
                  </a:lnTo>
                  <a:lnTo>
                    <a:pt x="25553" y="1626"/>
                  </a:lnTo>
                  <a:lnTo>
                    <a:pt x="2702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h2276"/>
            <p:cNvSpPr/>
            <p:nvPr/>
          </p:nvSpPr>
          <p:spPr>
            <a:xfrm>
              <a:off x="1352860" y="1933606"/>
              <a:ext cx="102119" cy="71658"/>
            </a:xfrm>
            <a:custGeom>
              <a:avLst/>
              <a:pathLst>
                <a:path w="102119" h="71658">
                  <a:moveTo>
                    <a:pt x="37899" y="2464"/>
                  </a:moveTo>
                  <a:lnTo>
                    <a:pt x="38352" y="6616"/>
                  </a:lnTo>
                  <a:lnTo>
                    <a:pt x="43184" y="11087"/>
                  </a:lnTo>
                  <a:lnTo>
                    <a:pt x="47635" y="23711"/>
                  </a:lnTo>
                  <a:lnTo>
                    <a:pt x="56915" y="24093"/>
                  </a:lnTo>
                  <a:lnTo>
                    <a:pt x="58158" y="20074"/>
                  </a:lnTo>
                  <a:lnTo>
                    <a:pt x="61035" y="22269"/>
                  </a:lnTo>
                  <a:lnTo>
                    <a:pt x="62397" y="24753"/>
                  </a:lnTo>
                  <a:lnTo>
                    <a:pt x="65902" y="23240"/>
                  </a:lnTo>
                  <a:lnTo>
                    <a:pt x="67348" y="21248"/>
                  </a:lnTo>
                  <a:lnTo>
                    <a:pt x="69108" y="14209"/>
                  </a:lnTo>
                  <a:lnTo>
                    <a:pt x="68324" y="11625"/>
                  </a:lnTo>
                  <a:lnTo>
                    <a:pt x="72165" y="8520"/>
                  </a:lnTo>
                  <a:lnTo>
                    <a:pt x="74644" y="14392"/>
                  </a:lnTo>
                  <a:lnTo>
                    <a:pt x="74681" y="16514"/>
                  </a:lnTo>
                  <a:lnTo>
                    <a:pt x="73936" y="17799"/>
                  </a:lnTo>
                  <a:lnTo>
                    <a:pt x="74754" y="19721"/>
                  </a:lnTo>
                  <a:lnTo>
                    <a:pt x="77307" y="19888"/>
                  </a:lnTo>
                  <a:lnTo>
                    <a:pt x="77656" y="18715"/>
                  </a:lnTo>
                  <a:lnTo>
                    <a:pt x="79940" y="16457"/>
                  </a:lnTo>
                  <a:lnTo>
                    <a:pt x="82671" y="15910"/>
                  </a:lnTo>
                  <a:lnTo>
                    <a:pt x="82972" y="18179"/>
                  </a:lnTo>
                  <a:lnTo>
                    <a:pt x="84616" y="20175"/>
                  </a:lnTo>
                  <a:lnTo>
                    <a:pt x="86874" y="19214"/>
                  </a:lnTo>
                  <a:lnTo>
                    <a:pt x="91406" y="8984"/>
                  </a:lnTo>
                  <a:lnTo>
                    <a:pt x="94208" y="7906"/>
                  </a:lnTo>
                  <a:lnTo>
                    <a:pt x="96775" y="8464"/>
                  </a:lnTo>
                  <a:lnTo>
                    <a:pt x="96941" y="4842"/>
                  </a:lnTo>
                  <a:lnTo>
                    <a:pt x="97361" y="6885"/>
                  </a:lnTo>
                  <a:lnTo>
                    <a:pt x="102119" y="8872"/>
                  </a:lnTo>
                  <a:lnTo>
                    <a:pt x="100178" y="11837"/>
                  </a:lnTo>
                  <a:lnTo>
                    <a:pt x="97569" y="12253"/>
                  </a:lnTo>
                  <a:lnTo>
                    <a:pt x="96383" y="15201"/>
                  </a:lnTo>
                  <a:lnTo>
                    <a:pt x="96881" y="16215"/>
                  </a:lnTo>
                  <a:lnTo>
                    <a:pt x="96313" y="18493"/>
                  </a:lnTo>
                  <a:lnTo>
                    <a:pt x="98242" y="23036"/>
                  </a:lnTo>
                  <a:lnTo>
                    <a:pt x="97913" y="24182"/>
                  </a:lnTo>
                  <a:lnTo>
                    <a:pt x="92887" y="23485"/>
                  </a:lnTo>
                  <a:lnTo>
                    <a:pt x="92277" y="25122"/>
                  </a:lnTo>
                  <a:lnTo>
                    <a:pt x="93307" y="29820"/>
                  </a:lnTo>
                  <a:lnTo>
                    <a:pt x="88706" y="37189"/>
                  </a:lnTo>
                  <a:lnTo>
                    <a:pt x="90211" y="38089"/>
                  </a:lnTo>
                  <a:lnTo>
                    <a:pt x="91665" y="40296"/>
                  </a:lnTo>
                  <a:lnTo>
                    <a:pt x="92106" y="49900"/>
                  </a:lnTo>
                  <a:lnTo>
                    <a:pt x="91230" y="52404"/>
                  </a:lnTo>
                  <a:lnTo>
                    <a:pt x="88863" y="53899"/>
                  </a:lnTo>
                  <a:lnTo>
                    <a:pt x="87504" y="53938"/>
                  </a:lnTo>
                  <a:lnTo>
                    <a:pt x="85650" y="56438"/>
                  </a:lnTo>
                  <a:lnTo>
                    <a:pt x="83127" y="62264"/>
                  </a:lnTo>
                  <a:lnTo>
                    <a:pt x="81900" y="61496"/>
                  </a:lnTo>
                  <a:lnTo>
                    <a:pt x="81014" y="63342"/>
                  </a:lnTo>
                  <a:lnTo>
                    <a:pt x="82172" y="68666"/>
                  </a:lnTo>
                  <a:lnTo>
                    <a:pt x="80670" y="69850"/>
                  </a:lnTo>
                  <a:lnTo>
                    <a:pt x="78748" y="68576"/>
                  </a:lnTo>
                  <a:lnTo>
                    <a:pt x="77702" y="66137"/>
                  </a:lnTo>
                  <a:lnTo>
                    <a:pt x="75656" y="64128"/>
                  </a:lnTo>
                  <a:lnTo>
                    <a:pt x="74300" y="64168"/>
                  </a:lnTo>
                  <a:lnTo>
                    <a:pt x="65575" y="68608"/>
                  </a:lnTo>
                  <a:lnTo>
                    <a:pt x="63533" y="70390"/>
                  </a:lnTo>
                  <a:lnTo>
                    <a:pt x="61933" y="71658"/>
                  </a:lnTo>
                  <a:lnTo>
                    <a:pt x="52742" y="69253"/>
                  </a:lnTo>
                  <a:lnTo>
                    <a:pt x="53121" y="64770"/>
                  </a:lnTo>
                  <a:lnTo>
                    <a:pt x="52324" y="61930"/>
                  </a:lnTo>
                  <a:lnTo>
                    <a:pt x="47981" y="54956"/>
                  </a:lnTo>
                  <a:lnTo>
                    <a:pt x="44968" y="55822"/>
                  </a:lnTo>
                  <a:lnTo>
                    <a:pt x="45651" y="59247"/>
                  </a:lnTo>
                  <a:lnTo>
                    <a:pt x="41271" y="59690"/>
                  </a:lnTo>
                  <a:lnTo>
                    <a:pt x="40313" y="60832"/>
                  </a:lnTo>
                  <a:lnTo>
                    <a:pt x="40191" y="64360"/>
                  </a:lnTo>
                  <a:lnTo>
                    <a:pt x="36092" y="68593"/>
                  </a:lnTo>
                  <a:lnTo>
                    <a:pt x="31302" y="66836"/>
                  </a:lnTo>
                  <a:lnTo>
                    <a:pt x="31003" y="61485"/>
                  </a:lnTo>
                  <a:lnTo>
                    <a:pt x="24891" y="61219"/>
                  </a:lnTo>
                  <a:lnTo>
                    <a:pt x="24773" y="64373"/>
                  </a:lnTo>
                  <a:lnTo>
                    <a:pt x="22827" y="65027"/>
                  </a:lnTo>
                  <a:lnTo>
                    <a:pt x="14336" y="61550"/>
                  </a:lnTo>
                  <a:lnTo>
                    <a:pt x="16393" y="57063"/>
                  </a:lnTo>
                  <a:lnTo>
                    <a:pt x="10618" y="54868"/>
                  </a:lnTo>
                  <a:lnTo>
                    <a:pt x="7434" y="56682"/>
                  </a:lnTo>
                  <a:lnTo>
                    <a:pt x="5743" y="54816"/>
                  </a:lnTo>
                  <a:lnTo>
                    <a:pt x="8753" y="52280"/>
                  </a:lnTo>
                  <a:lnTo>
                    <a:pt x="8830" y="51434"/>
                  </a:lnTo>
                  <a:lnTo>
                    <a:pt x="5397" y="50779"/>
                  </a:lnTo>
                  <a:lnTo>
                    <a:pt x="5280" y="45604"/>
                  </a:lnTo>
                  <a:lnTo>
                    <a:pt x="9211" y="44124"/>
                  </a:lnTo>
                  <a:lnTo>
                    <a:pt x="5637" y="41851"/>
                  </a:lnTo>
                  <a:lnTo>
                    <a:pt x="0" y="41972"/>
                  </a:lnTo>
                  <a:lnTo>
                    <a:pt x="621" y="36703"/>
                  </a:lnTo>
                  <a:lnTo>
                    <a:pt x="8799" y="30080"/>
                  </a:lnTo>
                  <a:lnTo>
                    <a:pt x="8156" y="22798"/>
                  </a:lnTo>
                  <a:lnTo>
                    <a:pt x="6472" y="23135"/>
                  </a:lnTo>
                  <a:lnTo>
                    <a:pt x="4965" y="18095"/>
                  </a:lnTo>
                  <a:lnTo>
                    <a:pt x="6938" y="15473"/>
                  </a:lnTo>
                  <a:lnTo>
                    <a:pt x="9528" y="13851"/>
                  </a:lnTo>
                  <a:lnTo>
                    <a:pt x="13366" y="6326"/>
                  </a:lnTo>
                  <a:lnTo>
                    <a:pt x="16094" y="8415"/>
                  </a:lnTo>
                  <a:lnTo>
                    <a:pt x="18582" y="11542"/>
                  </a:lnTo>
                  <a:lnTo>
                    <a:pt x="18133" y="4367"/>
                  </a:lnTo>
                  <a:lnTo>
                    <a:pt x="24294" y="2980"/>
                  </a:lnTo>
                  <a:lnTo>
                    <a:pt x="28875" y="3694"/>
                  </a:lnTo>
                  <a:lnTo>
                    <a:pt x="30078" y="1453"/>
                  </a:lnTo>
                  <a:lnTo>
                    <a:pt x="29794" y="338"/>
                  </a:lnTo>
                  <a:lnTo>
                    <a:pt x="3660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h2277"/>
            <p:cNvSpPr/>
            <p:nvPr/>
          </p:nvSpPr>
          <p:spPr>
            <a:xfrm>
              <a:off x="1330566" y="2010308"/>
              <a:ext cx="29367" cy="29906"/>
            </a:xfrm>
            <a:custGeom>
              <a:avLst/>
              <a:pathLst>
                <a:path w="29367" h="29906">
                  <a:moveTo>
                    <a:pt x="19727" y="0"/>
                  </a:moveTo>
                  <a:lnTo>
                    <a:pt x="19665" y="1078"/>
                  </a:lnTo>
                  <a:lnTo>
                    <a:pt x="20710" y="2249"/>
                  </a:lnTo>
                  <a:lnTo>
                    <a:pt x="22804" y="3017"/>
                  </a:lnTo>
                  <a:lnTo>
                    <a:pt x="29367" y="3345"/>
                  </a:lnTo>
                  <a:lnTo>
                    <a:pt x="28732" y="14642"/>
                  </a:lnTo>
                  <a:lnTo>
                    <a:pt x="28148" y="15706"/>
                  </a:lnTo>
                  <a:lnTo>
                    <a:pt x="26452" y="17573"/>
                  </a:lnTo>
                  <a:lnTo>
                    <a:pt x="19852" y="17446"/>
                  </a:lnTo>
                  <a:lnTo>
                    <a:pt x="19628" y="21774"/>
                  </a:lnTo>
                  <a:lnTo>
                    <a:pt x="15307" y="21519"/>
                  </a:lnTo>
                  <a:lnTo>
                    <a:pt x="15028" y="25890"/>
                  </a:lnTo>
                  <a:lnTo>
                    <a:pt x="12626" y="29585"/>
                  </a:lnTo>
                  <a:lnTo>
                    <a:pt x="9059" y="29906"/>
                  </a:lnTo>
                  <a:lnTo>
                    <a:pt x="9570" y="26965"/>
                  </a:lnTo>
                  <a:lnTo>
                    <a:pt x="10752" y="26508"/>
                  </a:lnTo>
                  <a:lnTo>
                    <a:pt x="8785" y="25460"/>
                  </a:lnTo>
                  <a:lnTo>
                    <a:pt x="5562" y="25099"/>
                  </a:lnTo>
                  <a:lnTo>
                    <a:pt x="5426" y="24062"/>
                  </a:lnTo>
                  <a:lnTo>
                    <a:pt x="5751" y="23507"/>
                  </a:lnTo>
                  <a:lnTo>
                    <a:pt x="3699" y="19912"/>
                  </a:lnTo>
                  <a:lnTo>
                    <a:pt x="0" y="17101"/>
                  </a:lnTo>
                  <a:lnTo>
                    <a:pt x="6273" y="10162"/>
                  </a:lnTo>
                  <a:lnTo>
                    <a:pt x="9343" y="9135"/>
                  </a:lnTo>
                  <a:lnTo>
                    <a:pt x="12800" y="931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h2278"/>
            <p:cNvSpPr/>
            <p:nvPr/>
          </p:nvSpPr>
          <p:spPr>
            <a:xfrm>
              <a:off x="1122389" y="1465281"/>
              <a:ext cx="69779" cy="137756"/>
            </a:xfrm>
            <a:custGeom>
              <a:avLst/>
              <a:pathLst>
                <a:path w="69779" h="137756">
                  <a:moveTo>
                    <a:pt x="67145" y="20804"/>
                  </a:moveTo>
                  <a:lnTo>
                    <a:pt x="66472" y="30260"/>
                  </a:lnTo>
                  <a:lnTo>
                    <a:pt x="64234" y="29998"/>
                  </a:lnTo>
                  <a:lnTo>
                    <a:pt x="63697" y="42643"/>
                  </a:lnTo>
                  <a:lnTo>
                    <a:pt x="60880" y="50313"/>
                  </a:lnTo>
                  <a:lnTo>
                    <a:pt x="69779" y="49628"/>
                  </a:lnTo>
                  <a:lnTo>
                    <a:pt x="69033" y="52436"/>
                  </a:lnTo>
                  <a:lnTo>
                    <a:pt x="68300" y="54931"/>
                  </a:lnTo>
                  <a:lnTo>
                    <a:pt x="62736" y="53232"/>
                  </a:lnTo>
                  <a:lnTo>
                    <a:pt x="59117" y="63971"/>
                  </a:lnTo>
                  <a:lnTo>
                    <a:pt x="62020" y="63743"/>
                  </a:lnTo>
                  <a:lnTo>
                    <a:pt x="64572" y="65816"/>
                  </a:lnTo>
                  <a:lnTo>
                    <a:pt x="65894" y="68265"/>
                  </a:lnTo>
                  <a:lnTo>
                    <a:pt x="66736" y="72603"/>
                  </a:lnTo>
                  <a:lnTo>
                    <a:pt x="66481" y="75683"/>
                  </a:lnTo>
                  <a:lnTo>
                    <a:pt x="58203" y="80532"/>
                  </a:lnTo>
                  <a:lnTo>
                    <a:pt x="56060" y="83099"/>
                  </a:lnTo>
                  <a:lnTo>
                    <a:pt x="57728" y="95965"/>
                  </a:lnTo>
                  <a:lnTo>
                    <a:pt x="47865" y="98024"/>
                  </a:lnTo>
                  <a:lnTo>
                    <a:pt x="46025" y="109823"/>
                  </a:lnTo>
                  <a:lnTo>
                    <a:pt x="47471" y="112907"/>
                  </a:lnTo>
                  <a:lnTo>
                    <a:pt x="49274" y="123004"/>
                  </a:lnTo>
                  <a:lnTo>
                    <a:pt x="51463" y="129601"/>
                  </a:lnTo>
                  <a:lnTo>
                    <a:pt x="56897" y="131311"/>
                  </a:lnTo>
                  <a:lnTo>
                    <a:pt x="55556" y="135952"/>
                  </a:lnTo>
                  <a:lnTo>
                    <a:pt x="49600" y="137756"/>
                  </a:lnTo>
                  <a:lnTo>
                    <a:pt x="44654" y="137264"/>
                  </a:lnTo>
                  <a:lnTo>
                    <a:pt x="44819" y="136686"/>
                  </a:lnTo>
                  <a:lnTo>
                    <a:pt x="37390" y="133375"/>
                  </a:lnTo>
                  <a:lnTo>
                    <a:pt x="29597" y="125759"/>
                  </a:lnTo>
                  <a:lnTo>
                    <a:pt x="29853" y="124669"/>
                  </a:lnTo>
                  <a:lnTo>
                    <a:pt x="33298" y="122981"/>
                  </a:lnTo>
                  <a:lnTo>
                    <a:pt x="33623" y="119005"/>
                  </a:lnTo>
                  <a:lnTo>
                    <a:pt x="31280" y="119217"/>
                  </a:lnTo>
                  <a:lnTo>
                    <a:pt x="31631" y="116821"/>
                  </a:lnTo>
                  <a:lnTo>
                    <a:pt x="33218" y="113858"/>
                  </a:lnTo>
                  <a:lnTo>
                    <a:pt x="30762" y="110916"/>
                  </a:lnTo>
                  <a:lnTo>
                    <a:pt x="26937" y="111213"/>
                  </a:lnTo>
                  <a:lnTo>
                    <a:pt x="25450" y="109661"/>
                  </a:lnTo>
                  <a:lnTo>
                    <a:pt x="24779" y="107123"/>
                  </a:lnTo>
                  <a:lnTo>
                    <a:pt x="28096" y="104846"/>
                  </a:lnTo>
                  <a:lnTo>
                    <a:pt x="29499" y="102333"/>
                  </a:lnTo>
                  <a:lnTo>
                    <a:pt x="20105" y="98923"/>
                  </a:lnTo>
                  <a:lnTo>
                    <a:pt x="19382" y="92905"/>
                  </a:lnTo>
                  <a:lnTo>
                    <a:pt x="15175" y="91306"/>
                  </a:lnTo>
                  <a:lnTo>
                    <a:pt x="20326" y="83152"/>
                  </a:lnTo>
                  <a:lnTo>
                    <a:pt x="20596" y="79377"/>
                  </a:lnTo>
                  <a:lnTo>
                    <a:pt x="16605" y="74344"/>
                  </a:lnTo>
                  <a:lnTo>
                    <a:pt x="10958" y="71415"/>
                  </a:lnTo>
                  <a:lnTo>
                    <a:pt x="14866" y="64393"/>
                  </a:lnTo>
                  <a:lnTo>
                    <a:pt x="6820" y="60048"/>
                  </a:lnTo>
                  <a:lnTo>
                    <a:pt x="8748" y="55159"/>
                  </a:lnTo>
                  <a:lnTo>
                    <a:pt x="5935" y="52961"/>
                  </a:lnTo>
                  <a:lnTo>
                    <a:pt x="917" y="51305"/>
                  </a:lnTo>
                  <a:lnTo>
                    <a:pt x="2376" y="46199"/>
                  </a:lnTo>
                  <a:lnTo>
                    <a:pt x="8369" y="47682"/>
                  </a:lnTo>
                  <a:lnTo>
                    <a:pt x="7922" y="44564"/>
                  </a:lnTo>
                  <a:lnTo>
                    <a:pt x="5549" y="41547"/>
                  </a:lnTo>
                  <a:lnTo>
                    <a:pt x="2183" y="39786"/>
                  </a:lnTo>
                  <a:lnTo>
                    <a:pt x="0" y="39822"/>
                  </a:lnTo>
                  <a:lnTo>
                    <a:pt x="121" y="36658"/>
                  </a:lnTo>
                  <a:lnTo>
                    <a:pt x="5591" y="36015"/>
                  </a:lnTo>
                  <a:lnTo>
                    <a:pt x="4103" y="27655"/>
                  </a:lnTo>
                  <a:lnTo>
                    <a:pt x="6628" y="26954"/>
                  </a:lnTo>
                  <a:lnTo>
                    <a:pt x="8990" y="24939"/>
                  </a:lnTo>
                  <a:lnTo>
                    <a:pt x="10133" y="20628"/>
                  </a:lnTo>
                  <a:lnTo>
                    <a:pt x="11464" y="27138"/>
                  </a:lnTo>
                  <a:lnTo>
                    <a:pt x="19785" y="20569"/>
                  </a:lnTo>
                  <a:lnTo>
                    <a:pt x="13336" y="13222"/>
                  </a:lnTo>
                  <a:lnTo>
                    <a:pt x="13997" y="9410"/>
                  </a:lnTo>
                  <a:lnTo>
                    <a:pt x="17029" y="8064"/>
                  </a:lnTo>
                  <a:lnTo>
                    <a:pt x="20911" y="7461"/>
                  </a:lnTo>
                  <a:lnTo>
                    <a:pt x="2083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h2279"/>
            <p:cNvSpPr/>
            <p:nvPr/>
          </p:nvSpPr>
          <p:spPr>
            <a:xfrm>
              <a:off x="1373936" y="1722612"/>
              <a:ext cx="41685" cy="40526"/>
            </a:xfrm>
            <a:custGeom>
              <a:avLst/>
              <a:pathLst>
                <a:path w="41685" h="40526">
                  <a:moveTo>
                    <a:pt x="22762" y="5870"/>
                  </a:moveTo>
                  <a:lnTo>
                    <a:pt x="24627" y="11781"/>
                  </a:lnTo>
                  <a:lnTo>
                    <a:pt x="30039" y="10224"/>
                  </a:lnTo>
                  <a:lnTo>
                    <a:pt x="34890" y="10816"/>
                  </a:lnTo>
                  <a:lnTo>
                    <a:pt x="39819" y="16293"/>
                  </a:lnTo>
                  <a:lnTo>
                    <a:pt x="41018" y="17666"/>
                  </a:lnTo>
                  <a:lnTo>
                    <a:pt x="41685" y="24664"/>
                  </a:lnTo>
                  <a:lnTo>
                    <a:pt x="38194" y="29099"/>
                  </a:lnTo>
                  <a:lnTo>
                    <a:pt x="34997" y="31731"/>
                  </a:lnTo>
                  <a:lnTo>
                    <a:pt x="33823" y="30831"/>
                  </a:lnTo>
                  <a:lnTo>
                    <a:pt x="31684" y="32318"/>
                  </a:lnTo>
                  <a:lnTo>
                    <a:pt x="31274" y="37329"/>
                  </a:lnTo>
                  <a:lnTo>
                    <a:pt x="29958" y="37807"/>
                  </a:lnTo>
                  <a:lnTo>
                    <a:pt x="26115" y="37126"/>
                  </a:lnTo>
                  <a:lnTo>
                    <a:pt x="25700" y="40062"/>
                  </a:lnTo>
                  <a:lnTo>
                    <a:pt x="24592" y="40526"/>
                  </a:lnTo>
                  <a:lnTo>
                    <a:pt x="19099" y="38718"/>
                  </a:lnTo>
                  <a:lnTo>
                    <a:pt x="21711" y="35322"/>
                  </a:lnTo>
                  <a:lnTo>
                    <a:pt x="19394" y="34345"/>
                  </a:lnTo>
                  <a:lnTo>
                    <a:pt x="17396" y="33845"/>
                  </a:lnTo>
                  <a:lnTo>
                    <a:pt x="10702" y="35528"/>
                  </a:lnTo>
                  <a:lnTo>
                    <a:pt x="9556" y="31155"/>
                  </a:lnTo>
                  <a:lnTo>
                    <a:pt x="6895" y="26069"/>
                  </a:lnTo>
                  <a:lnTo>
                    <a:pt x="5217" y="24534"/>
                  </a:lnTo>
                  <a:lnTo>
                    <a:pt x="3996" y="24312"/>
                  </a:lnTo>
                  <a:lnTo>
                    <a:pt x="120" y="16165"/>
                  </a:lnTo>
                  <a:lnTo>
                    <a:pt x="0" y="14868"/>
                  </a:lnTo>
                  <a:lnTo>
                    <a:pt x="4576" y="10993"/>
                  </a:lnTo>
                  <a:lnTo>
                    <a:pt x="10328" y="10609"/>
                  </a:lnTo>
                  <a:lnTo>
                    <a:pt x="2868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h2280"/>
            <p:cNvSpPr/>
            <p:nvPr/>
          </p:nvSpPr>
          <p:spPr>
            <a:xfrm>
              <a:off x="1409579" y="1696997"/>
              <a:ext cx="22450" cy="29961"/>
            </a:xfrm>
            <a:custGeom>
              <a:avLst/>
              <a:pathLst>
                <a:path w="22450" h="29961">
                  <a:moveTo>
                    <a:pt x="14170" y="915"/>
                  </a:moveTo>
                  <a:lnTo>
                    <a:pt x="16014" y="1893"/>
                  </a:lnTo>
                  <a:lnTo>
                    <a:pt x="18821" y="7872"/>
                  </a:lnTo>
                  <a:lnTo>
                    <a:pt x="18711" y="9712"/>
                  </a:lnTo>
                  <a:lnTo>
                    <a:pt x="22385" y="12964"/>
                  </a:lnTo>
                  <a:lnTo>
                    <a:pt x="22450" y="13752"/>
                  </a:lnTo>
                  <a:lnTo>
                    <a:pt x="15760" y="15450"/>
                  </a:lnTo>
                  <a:lnTo>
                    <a:pt x="17966" y="23887"/>
                  </a:lnTo>
                  <a:lnTo>
                    <a:pt x="17870" y="28511"/>
                  </a:lnTo>
                  <a:lnTo>
                    <a:pt x="13792" y="29961"/>
                  </a:lnTo>
                  <a:lnTo>
                    <a:pt x="9204" y="25871"/>
                  </a:lnTo>
                  <a:lnTo>
                    <a:pt x="6053" y="25244"/>
                  </a:lnTo>
                  <a:lnTo>
                    <a:pt x="4282" y="20692"/>
                  </a:lnTo>
                  <a:lnTo>
                    <a:pt x="152" y="19580"/>
                  </a:lnTo>
                  <a:lnTo>
                    <a:pt x="1160" y="16114"/>
                  </a:lnTo>
                  <a:lnTo>
                    <a:pt x="0" y="12224"/>
                  </a:lnTo>
                  <a:lnTo>
                    <a:pt x="915" y="7657"/>
                  </a:lnTo>
                  <a:lnTo>
                    <a:pt x="3936" y="4091"/>
                  </a:lnTo>
                  <a:lnTo>
                    <a:pt x="3596" y="1809"/>
                  </a:lnTo>
                  <a:lnTo>
                    <a:pt x="415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h2281"/>
            <p:cNvSpPr/>
            <p:nvPr/>
          </p:nvSpPr>
          <p:spPr>
            <a:xfrm>
              <a:off x="948401" y="1399920"/>
              <a:ext cx="161821" cy="143368"/>
            </a:xfrm>
            <a:custGeom>
              <a:avLst/>
              <a:pathLst>
                <a:path w="161821" h="143368">
                  <a:moveTo>
                    <a:pt x="63639" y="6405"/>
                  </a:moveTo>
                  <a:lnTo>
                    <a:pt x="54679" y="23469"/>
                  </a:lnTo>
                  <a:lnTo>
                    <a:pt x="61058" y="26859"/>
                  </a:lnTo>
                  <a:lnTo>
                    <a:pt x="63100" y="22845"/>
                  </a:lnTo>
                  <a:lnTo>
                    <a:pt x="68042" y="37347"/>
                  </a:lnTo>
                  <a:lnTo>
                    <a:pt x="76721" y="37628"/>
                  </a:lnTo>
                  <a:lnTo>
                    <a:pt x="75587" y="42941"/>
                  </a:lnTo>
                  <a:lnTo>
                    <a:pt x="82129" y="44333"/>
                  </a:lnTo>
                  <a:lnTo>
                    <a:pt x="81617" y="47182"/>
                  </a:lnTo>
                  <a:lnTo>
                    <a:pt x="92017" y="47541"/>
                  </a:lnTo>
                  <a:lnTo>
                    <a:pt x="94199" y="48299"/>
                  </a:lnTo>
                  <a:lnTo>
                    <a:pt x="93105" y="51968"/>
                  </a:lnTo>
                  <a:lnTo>
                    <a:pt x="94688" y="54731"/>
                  </a:lnTo>
                  <a:lnTo>
                    <a:pt x="96714" y="53994"/>
                  </a:lnTo>
                  <a:lnTo>
                    <a:pt x="100753" y="62970"/>
                  </a:lnTo>
                  <a:lnTo>
                    <a:pt x="96162" y="65036"/>
                  </a:lnTo>
                  <a:lnTo>
                    <a:pt x="98241" y="69637"/>
                  </a:lnTo>
                  <a:lnTo>
                    <a:pt x="95333" y="77935"/>
                  </a:lnTo>
                  <a:lnTo>
                    <a:pt x="102535" y="78724"/>
                  </a:lnTo>
                  <a:lnTo>
                    <a:pt x="101889" y="85366"/>
                  </a:lnTo>
                  <a:lnTo>
                    <a:pt x="104152" y="89685"/>
                  </a:lnTo>
                  <a:lnTo>
                    <a:pt x="111238" y="85807"/>
                  </a:lnTo>
                  <a:lnTo>
                    <a:pt x="108014" y="92979"/>
                  </a:lnTo>
                  <a:lnTo>
                    <a:pt x="108448" y="93315"/>
                  </a:lnTo>
                  <a:lnTo>
                    <a:pt x="116615" y="87339"/>
                  </a:lnTo>
                  <a:lnTo>
                    <a:pt x="115810" y="95710"/>
                  </a:lnTo>
                  <a:lnTo>
                    <a:pt x="119238" y="96673"/>
                  </a:lnTo>
                  <a:lnTo>
                    <a:pt x="118700" y="100743"/>
                  </a:lnTo>
                  <a:lnTo>
                    <a:pt x="122925" y="101662"/>
                  </a:lnTo>
                  <a:lnTo>
                    <a:pt x="123755" y="97833"/>
                  </a:lnTo>
                  <a:lnTo>
                    <a:pt x="131712" y="98439"/>
                  </a:lnTo>
                  <a:lnTo>
                    <a:pt x="131910" y="95005"/>
                  </a:lnTo>
                  <a:lnTo>
                    <a:pt x="133042" y="94229"/>
                  </a:lnTo>
                  <a:lnTo>
                    <a:pt x="136284" y="94423"/>
                  </a:lnTo>
                  <a:lnTo>
                    <a:pt x="136532" y="90503"/>
                  </a:lnTo>
                  <a:lnTo>
                    <a:pt x="135526" y="89279"/>
                  </a:lnTo>
                  <a:lnTo>
                    <a:pt x="133713" y="82931"/>
                  </a:lnTo>
                  <a:lnTo>
                    <a:pt x="138275" y="79859"/>
                  </a:lnTo>
                  <a:lnTo>
                    <a:pt x="138766" y="73926"/>
                  </a:lnTo>
                  <a:lnTo>
                    <a:pt x="146803" y="73947"/>
                  </a:lnTo>
                  <a:lnTo>
                    <a:pt x="151413" y="70203"/>
                  </a:lnTo>
                  <a:lnTo>
                    <a:pt x="154539" y="70434"/>
                  </a:lnTo>
                  <a:lnTo>
                    <a:pt x="154531" y="71976"/>
                  </a:lnTo>
                  <a:lnTo>
                    <a:pt x="155622" y="72084"/>
                  </a:lnTo>
                  <a:lnTo>
                    <a:pt x="157010" y="70620"/>
                  </a:lnTo>
                  <a:lnTo>
                    <a:pt x="156715" y="67313"/>
                  </a:lnTo>
                  <a:lnTo>
                    <a:pt x="161821" y="68252"/>
                  </a:lnTo>
                  <a:lnTo>
                    <a:pt x="160590" y="68877"/>
                  </a:lnTo>
                  <a:lnTo>
                    <a:pt x="158878" y="72377"/>
                  </a:lnTo>
                  <a:lnTo>
                    <a:pt x="158570" y="76260"/>
                  </a:lnTo>
                  <a:lnTo>
                    <a:pt x="155345" y="75938"/>
                  </a:lnTo>
                  <a:lnTo>
                    <a:pt x="154776" y="83629"/>
                  </a:lnTo>
                  <a:lnTo>
                    <a:pt x="152011" y="85481"/>
                  </a:lnTo>
                  <a:lnTo>
                    <a:pt x="150651" y="90848"/>
                  </a:lnTo>
                  <a:lnTo>
                    <a:pt x="152458" y="94205"/>
                  </a:lnTo>
                  <a:lnTo>
                    <a:pt x="153669" y="94488"/>
                  </a:lnTo>
                  <a:lnTo>
                    <a:pt x="156631" y="97178"/>
                  </a:lnTo>
                  <a:lnTo>
                    <a:pt x="152302" y="99561"/>
                  </a:lnTo>
                  <a:lnTo>
                    <a:pt x="150916" y="98401"/>
                  </a:lnTo>
                  <a:lnTo>
                    <a:pt x="143294" y="101697"/>
                  </a:lnTo>
                  <a:lnTo>
                    <a:pt x="139897" y="109014"/>
                  </a:lnTo>
                  <a:lnTo>
                    <a:pt x="132785" y="110250"/>
                  </a:lnTo>
                  <a:lnTo>
                    <a:pt x="130028" y="111550"/>
                  </a:lnTo>
                  <a:lnTo>
                    <a:pt x="126129" y="117469"/>
                  </a:lnTo>
                  <a:lnTo>
                    <a:pt x="124083" y="119403"/>
                  </a:lnTo>
                  <a:lnTo>
                    <a:pt x="121931" y="116173"/>
                  </a:lnTo>
                  <a:lnTo>
                    <a:pt x="117326" y="115445"/>
                  </a:lnTo>
                  <a:lnTo>
                    <a:pt x="112887" y="119521"/>
                  </a:lnTo>
                  <a:lnTo>
                    <a:pt x="98283" y="127545"/>
                  </a:lnTo>
                  <a:lnTo>
                    <a:pt x="102974" y="136582"/>
                  </a:lnTo>
                  <a:lnTo>
                    <a:pt x="106236" y="135125"/>
                  </a:lnTo>
                  <a:lnTo>
                    <a:pt x="107619" y="137794"/>
                  </a:lnTo>
                  <a:lnTo>
                    <a:pt x="102326" y="138420"/>
                  </a:lnTo>
                  <a:lnTo>
                    <a:pt x="97937" y="137743"/>
                  </a:lnTo>
                  <a:lnTo>
                    <a:pt x="98632" y="136000"/>
                  </a:lnTo>
                  <a:lnTo>
                    <a:pt x="95921" y="135192"/>
                  </a:lnTo>
                  <a:lnTo>
                    <a:pt x="95879" y="140807"/>
                  </a:lnTo>
                  <a:lnTo>
                    <a:pt x="91484" y="142731"/>
                  </a:lnTo>
                  <a:lnTo>
                    <a:pt x="87983" y="143368"/>
                  </a:lnTo>
                  <a:lnTo>
                    <a:pt x="88040" y="139199"/>
                  </a:lnTo>
                  <a:lnTo>
                    <a:pt x="85728" y="130239"/>
                  </a:lnTo>
                  <a:lnTo>
                    <a:pt x="86586" y="129609"/>
                  </a:lnTo>
                  <a:lnTo>
                    <a:pt x="86459" y="132321"/>
                  </a:lnTo>
                  <a:lnTo>
                    <a:pt x="88895" y="138147"/>
                  </a:lnTo>
                  <a:lnTo>
                    <a:pt x="92330" y="133818"/>
                  </a:lnTo>
                  <a:lnTo>
                    <a:pt x="93008" y="129185"/>
                  </a:lnTo>
                  <a:lnTo>
                    <a:pt x="91519" y="121259"/>
                  </a:lnTo>
                  <a:lnTo>
                    <a:pt x="88904" y="113541"/>
                  </a:lnTo>
                  <a:lnTo>
                    <a:pt x="88286" y="113255"/>
                  </a:lnTo>
                  <a:lnTo>
                    <a:pt x="87788" y="114411"/>
                  </a:lnTo>
                  <a:lnTo>
                    <a:pt x="81010" y="110138"/>
                  </a:lnTo>
                  <a:lnTo>
                    <a:pt x="64204" y="103668"/>
                  </a:lnTo>
                  <a:lnTo>
                    <a:pt x="45927" y="98526"/>
                  </a:lnTo>
                  <a:lnTo>
                    <a:pt x="43932" y="95744"/>
                  </a:lnTo>
                  <a:lnTo>
                    <a:pt x="37225" y="93968"/>
                  </a:lnTo>
                  <a:lnTo>
                    <a:pt x="35392" y="91982"/>
                  </a:lnTo>
                  <a:lnTo>
                    <a:pt x="38643" y="92231"/>
                  </a:lnTo>
                  <a:lnTo>
                    <a:pt x="39165" y="89771"/>
                  </a:lnTo>
                  <a:lnTo>
                    <a:pt x="37030" y="75489"/>
                  </a:lnTo>
                  <a:lnTo>
                    <a:pt x="33317" y="71124"/>
                  </a:lnTo>
                  <a:lnTo>
                    <a:pt x="11952" y="58266"/>
                  </a:lnTo>
                  <a:lnTo>
                    <a:pt x="10214" y="58408"/>
                  </a:lnTo>
                  <a:lnTo>
                    <a:pt x="9564" y="59100"/>
                  </a:lnTo>
                  <a:lnTo>
                    <a:pt x="6646" y="57440"/>
                  </a:lnTo>
                  <a:lnTo>
                    <a:pt x="5207" y="55106"/>
                  </a:lnTo>
                  <a:lnTo>
                    <a:pt x="3805" y="54622"/>
                  </a:lnTo>
                  <a:lnTo>
                    <a:pt x="3862" y="59757"/>
                  </a:lnTo>
                  <a:lnTo>
                    <a:pt x="5189" y="61545"/>
                  </a:lnTo>
                  <a:lnTo>
                    <a:pt x="4957" y="63264"/>
                  </a:lnTo>
                  <a:lnTo>
                    <a:pt x="2100" y="66720"/>
                  </a:lnTo>
                  <a:lnTo>
                    <a:pt x="0" y="67283"/>
                  </a:lnTo>
                  <a:lnTo>
                    <a:pt x="1643" y="66578"/>
                  </a:lnTo>
                  <a:lnTo>
                    <a:pt x="2689" y="44554"/>
                  </a:lnTo>
                  <a:lnTo>
                    <a:pt x="20745" y="12630"/>
                  </a:lnTo>
                  <a:lnTo>
                    <a:pt x="22354" y="50201"/>
                  </a:lnTo>
                  <a:lnTo>
                    <a:pt x="29342" y="49173"/>
                  </a:lnTo>
                  <a:lnTo>
                    <a:pt x="33569" y="62876"/>
                  </a:lnTo>
                  <a:lnTo>
                    <a:pt x="34931" y="41850"/>
                  </a:lnTo>
                  <a:lnTo>
                    <a:pt x="30389" y="30200"/>
                  </a:lnTo>
                  <a:lnTo>
                    <a:pt x="33083" y="30051"/>
                  </a:lnTo>
                  <a:lnTo>
                    <a:pt x="40644" y="24818"/>
                  </a:lnTo>
                  <a:lnTo>
                    <a:pt x="45283" y="12855"/>
                  </a:lnTo>
                  <a:lnTo>
                    <a:pt x="47598" y="10456"/>
                  </a:lnTo>
                  <a:lnTo>
                    <a:pt x="50842" y="11551"/>
                  </a:lnTo>
                  <a:lnTo>
                    <a:pt x="52521" y="8432"/>
                  </a:lnTo>
                  <a:lnTo>
                    <a:pt x="49513" y="6946"/>
                  </a:lnTo>
                  <a:lnTo>
                    <a:pt x="46151" y="6482"/>
                  </a:lnTo>
                  <a:lnTo>
                    <a:pt x="49801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h2282"/>
            <p:cNvSpPr/>
            <p:nvPr/>
          </p:nvSpPr>
          <p:spPr>
            <a:xfrm>
              <a:off x="1031961" y="1455192"/>
              <a:ext cx="111339" cy="197270"/>
            </a:xfrm>
            <a:custGeom>
              <a:avLst/>
              <a:pathLst>
                <a:path w="111339" h="197270">
                  <a:moveTo>
                    <a:pt x="111261" y="10088"/>
                  </a:moveTo>
                  <a:lnTo>
                    <a:pt x="111339" y="17549"/>
                  </a:lnTo>
                  <a:lnTo>
                    <a:pt x="107457" y="18153"/>
                  </a:lnTo>
                  <a:lnTo>
                    <a:pt x="104425" y="19498"/>
                  </a:lnTo>
                  <a:lnTo>
                    <a:pt x="103764" y="23310"/>
                  </a:lnTo>
                  <a:lnTo>
                    <a:pt x="110213" y="30657"/>
                  </a:lnTo>
                  <a:lnTo>
                    <a:pt x="101892" y="37226"/>
                  </a:lnTo>
                  <a:lnTo>
                    <a:pt x="100561" y="30716"/>
                  </a:lnTo>
                  <a:lnTo>
                    <a:pt x="99418" y="35028"/>
                  </a:lnTo>
                  <a:lnTo>
                    <a:pt x="97056" y="37043"/>
                  </a:lnTo>
                  <a:lnTo>
                    <a:pt x="94531" y="37744"/>
                  </a:lnTo>
                  <a:lnTo>
                    <a:pt x="96019" y="46104"/>
                  </a:lnTo>
                  <a:lnTo>
                    <a:pt x="90549" y="46747"/>
                  </a:lnTo>
                  <a:lnTo>
                    <a:pt x="90428" y="49911"/>
                  </a:lnTo>
                  <a:lnTo>
                    <a:pt x="92611" y="49875"/>
                  </a:lnTo>
                  <a:lnTo>
                    <a:pt x="95977" y="51636"/>
                  </a:lnTo>
                  <a:lnTo>
                    <a:pt x="98351" y="54652"/>
                  </a:lnTo>
                  <a:lnTo>
                    <a:pt x="98797" y="57771"/>
                  </a:lnTo>
                  <a:lnTo>
                    <a:pt x="92804" y="56287"/>
                  </a:lnTo>
                  <a:lnTo>
                    <a:pt x="91345" y="61393"/>
                  </a:lnTo>
                  <a:lnTo>
                    <a:pt x="96363" y="63049"/>
                  </a:lnTo>
                  <a:lnTo>
                    <a:pt x="99176" y="65248"/>
                  </a:lnTo>
                  <a:lnTo>
                    <a:pt x="97248" y="70136"/>
                  </a:lnTo>
                  <a:lnTo>
                    <a:pt x="105294" y="74481"/>
                  </a:lnTo>
                  <a:lnTo>
                    <a:pt x="101386" y="81503"/>
                  </a:lnTo>
                  <a:lnTo>
                    <a:pt x="107034" y="84432"/>
                  </a:lnTo>
                  <a:lnTo>
                    <a:pt x="111024" y="89466"/>
                  </a:lnTo>
                  <a:lnTo>
                    <a:pt x="110754" y="93240"/>
                  </a:lnTo>
                  <a:lnTo>
                    <a:pt x="105603" y="101395"/>
                  </a:lnTo>
                  <a:lnTo>
                    <a:pt x="102883" y="104346"/>
                  </a:lnTo>
                  <a:lnTo>
                    <a:pt x="101488" y="116629"/>
                  </a:lnTo>
                  <a:lnTo>
                    <a:pt x="99599" y="116493"/>
                  </a:lnTo>
                  <a:lnTo>
                    <a:pt x="99594" y="118701"/>
                  </a:lnTo>
                  <a:lnTo>
                    <a:pt x="101831" y="119748"/>
                  </a:lnTo>
                  <a:lnTo>
                    <a:pt x="105458" y="119475"/>
                  </a:lnTo>
                  <a:lnTo>
                    <a:pt x="105700" y="121532"/>
                  </a:lnTo>
                  <a:lnTo>
                    <a:pt x="104250" y="125597"/>
                  </a:lnTo>
                  <a:lnTo>
                    <a:pt x="103608" y="132969"/>
                  </a:lnTo>
                  <a:lnTo>
                    <a:pt x="101214" y="134869"/>
                  </a:lnTo>
                  <a:lnTo>
                    <a:pt x="99402" y="135184"/>
                  </a:lnTo>
                  <a:lnTo>
                    <a:pt x="100004" y="143712"/>
                  </a:lnTo>
                  <a:lnTo>
                    <a:pt x="99427" y="147318"/>
                  </a:lnTo>
                  <a:lnTo>
                    <a:pt x="98450" y="147165"/>
                  </a:lnTo>
                  <a:lnTo>
                    <a:pt x="97880" y="154797"/>
                  </a:lnTo>
                  <a:lnTo>
                    <a:pt x="96225" y="154679"/>
                  </a:lnTo>
                  <a:lnTo>
                    <a:pt x="96303" y="153581"/>
                  </a:lnTo>
                  <a:lnTo>
                    <a:pt x="94150" y="153428"/>
                  </a:lnTo>
                  <a:lnTo>
                    <a:pt x="92447" y="159805"/>
                  </a:lnTo>
                  <a:lnTo>
                    <a:pt x="90119" y="163881"/>
                  </a:lnTo>
                  <a:lnTo>
                    <a:pt x="86441" y="164721"/>
                  </a:lnTo>
                  <a:lnTo>
                    <a:pt x="84602" y="167932"/>
                  </a:lnTo>
                  <a:lnTo>
                    <a:pt x="85905" y="174510"/>
                  </a:lnTo>
                  <a:lnTo>
                    <a:pt x="91048" y="174205"/>
                  </a:lnTo>
                  <a:lnTo>
                    <a:pt x="94239" y="180418"/>
                  </a:lnTo>
                  <a:lnTo>
                    <a:pt x="92129" y="183465"/>
                  </a:lnTo>
                  <a:lnTo>
                    <a:pt x="82157" y="182680"/>
                  </a:lnTo>
                  <a:lnTo>
                    <a:pt x="81865" y="188115"/>
                  </a:lnTo>
                  <a:lnTo>
                    <a:pt x="73618" y="187981"/>
                  </a:lnTo>
                  <a:lnTo>
                    <a:pt x="66751" y="185953"/>
                  </a:lnTo>
                  <a:lnTo>
                    <a:pt x="58929" y="184944"/>
                  </a:lnTo>
                  <a:lnTo>
                    <a:pt x="52685" y="181287"/>
                  </a:lnTo>
                  <a:lnTo>
                    <a:pt x="47910" y="179670"/>
                  </a:lnTo>
                  <a:lnTo>
                    <a:pt x="44852" y="189033"/>
                  </a:lnTo>
                  <a:lnTo>
                    <a:pt x="45791" y="189382"/>
                  </a:lnTo>
                  <a:lnTo>
                    <a:pt x="44781" y="196188"/>
                  </a:lnTo>
                  <a:lnTo>
                    <a:pt x="31054" y="197270"/>
                  </a:lnTo>
                  <a:lnTo>
                    <a:pt x="32364" y="190402"/>
                  </a:lnTo>
                  <a:lnTo>
                    <a:pt x="32716" y="182188"/>
                  </a:lnTo>
                  <a:lnTo>
                    <a:pt x="31198" y="177810"/>
                  </a:lnTo>
                  <a:lnTo>
                    <a:pt x="28034" y="173451"/>
                  </a:lnTo>
                  <a:lnTo>
                    <a:pt x="25228" y="171597"/>
                  </a:lnTo>
                  <a:lnTo>
                    <a:pt x="24357" y="167213"/>
                  </a:lnTo>
                  <a:lnTo>
                    <a:pt x="24493" y="158524"/>
                  </a:lnTo>
                  <a:lnTo>
                    <a:pt x="23355" y="153970"/>
                  </a:lnTo>
                  <a:lnTo>
                    <a:pt x="20530" y="148635"/>
                  </a:lnTo>
                  <a:lnTo>
                    <a:pt x="10874" y="137080"/>
                  </a:lnTo>
                  <a:lnTo>
                    <a:pt x="2865" y="119674"/>
                  </a:lnTo>
                  <a:lnTo>
                    <a:pt x="1836" y="111361"/>
                  </a:lnTo>
                  <a:lnTo>
                    <a:pt x="0" y="104514"/>
                  </a:lnTo>
                  <a:lnTo>
                    <a:pt x="1598" y="101696"/>
                  </a:lnTo>
                  <a:lnTo>
                    <a:pt x="3156" y="96351"/>
                  </a:lnTo>
                  <a:lnTo>
                    <a:pt x="4423" y="88096"/>
                  </a:lnTo>
                  <a:lnTo>
                    <a:pt x="7924" y="87459"/>
                  </a:lnTo>
                  <a:lnTo>
                    <a:pt x="12319" y="85534"/>
                  </a:lnTo>
                  <a:lnTo>
                    <a:pt x="12361" y="79919"/>
                  </a:lnTo>
                  <a:lnTo>
                    <a:pt x="15072" y="80728"/>
                  </a:lnTo>
                  <a:lnTo>
                    <a:pt x="14377" y="82471"/>
                  </a:lnTo>
                  <a:lnTo>
                    <a:pt x="18766" y="83148"/>
                  </a:lnTo>
                  <a:lnTo>
                    <a:pt x="24059" y="82522"/>
                  </a:lnTo>
                  <a:lnTo>
                    <a:pt x="22676" y="79853"/>
                  </a:lnTo>
                  <a:lnTo>
                    <a:pt x="19414" y="81310"/>
                  </a:lnTo>
                  <a:lnTo>
                    <a:pt x="14723" y="72273"/>
                  </a:lnTo>
                  <a:lnTo>
                    <a:pt x="29327" y="64249"/>
                  </a:lnTo>
                  <a:lnTo>
                    <a:pt x="33765" y="60172"/>
                  </a:lnTo>
                  <a:lnTo>
                    <a:pt x="38371" y="60901"/>
                  </a:lnTo>
                  <a:lnTo>
                    <a:pt x="40523" y="64131"/>
                  </a:lnTo>
                  <a:lnTo>
                    <a:pt x="42569" y="62197"/>
                  </a:lnTo>
                  <a:lnTo>
                    <a:pt x="46468" y="56278"/>
                  </a:lnTo>
                  <a:lnTo>
                    <a:pt x="49225" y="54978"/>
                  </a:lnTo>
                  <a:lnTo>
                    <a:pt x="56336" y="53742"/>
                  </a:lnTo>
                  <a:lnTo>
                    <a:pt x="59733" y="46425"/>
                  </a:lnTo>
                  <a:lnTo>
                    <a:pt x="67356" y="43129"/>
                  </a:lnTo>
                  <a:lnTo>
                    <a:pt x="68742" y="44288"/>
                  </a:lnTo>
                  <a:lnTo>
                    <a:pt x="73071" y="41906"/>
                  </a:lnTo>
                  <a:lnTo>
                    <a:pt x="70109" y="39215"/>
                  </a:lnTo>
                  <a:lnTo>
                    <a:pt x="68898" y="38933"/>
                  </a:lnTo>
                  <a:lnTo>
                    <a:pt x="67091" y="35576"/>
                  </a:lnTo>
                  <a:lnTo>
                    <a:pt x="68451" y="30209"/>
                  </a:lnTo>
                  <a:lnTo>
                    <a:pt x="71216" y="28357"/>
                  </a:lnTo>
                  <a:lnTo>
                    <a:pt x="71785" y="20666"/>
                  </a:lnTo>
                  <a:lnTo>
                    <a:pt x="75010" y="20988"/>
                  </a:lnTo>
                  <a:lnTo>
                    <a:pt x="75318" y="17105"/>
                  </a:lnTo>
                  <a:lnTo>
                    <a:pt x="77030" y="13604"/>
                  </a:lnTo>
                  <a:lnTo>
                    <a:pt x="78261" y="12979"/>
                  </a:lnTo>
                  <a:lnTo>
                    <a:pt x="80103" y="12045"/>
                  </a:lnTo>
                  <a:lnTo>
                    <a:pt x="87358" y="14305"/>
                  </a:lnTo>
                  <a:lnTo>
                    <a:pt x="90771" y="14219"/>
                  </a:lnTo>
                  <a:lnTo>
                    <a:pt x="91467" y="12174"/>
                  </a:lnTo>
                  <a:lnTo>
                    <a:pt x="88327" y="11194"/>
                  </a:lnTo>
                  <a:lnTo>
                    <a:pt x="87387" y="8419"/>
                  </a:lnTo>
                  <a:lnTo>
                    <a:pt x="8869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h2283"/>
            <p:cNvSpPr/>
            <p:nvPr/>
          </p:nvSpPr>
          <p:spPr>
            <a:xfrm>
              <a:off x="1304279" y="1889470"/>
              <a:ext cx="28448" cy="133970"/>
            </a:xfrm>
            <a:custGeom>
              <a:avLst/>
              <a:pathLst>
                <a:path w="28448" h="133970">
                  <a:moveTo>
                    <a:pt x="18879" y="11260"/>
                  </a:moveTo>
                  <a:lnTo>
                    <a:pt x="24121" y="14639"/>
                  </a:lnTo>
                  <a:lnTo>
                    <a:pt x="18944" y="21462"/>
                  </a:lnTo>
                  <a:lnTo>
                    <a:pt x="19079" y="23888"/>
                  </a:lnTo>
                  <a:lnTo>
                    <a:pt x="25758" y="34126"/>
                  </a:lnTo>
                  <a:lnTo>
                    <a:pt x="26299" y="36404"/>
                  </a:lnTo>
                  <a:lnTo>
                    <a:pt x="25966" y="37408"/>
                  </a:lnTo>
                  <a:lnTo>
                    <a:pt x="23267" y="39615"/>
                  </a:lnTo>
                  <a:lnTo>
                    <a:pt x="20911" y="44665"/>
                  </a:lnTo>
                  <a:lnTo>
                    <a:pt x="16878" y="61277"/>
                  </a:lnTo>
                  <a:lnTo>
                    <a:pt x="25051" y="60451"/>
                  </a:lnTo>
                  <a:lnTo>
                    <a:pt x="26595" y="61410"/>
                  </a:lnTo>
                  <a:lnTo>
                    <a:pt x="28448" y="64939"/>
                  </a:lnTo>
                  <a:lnTo>
                    <a:pt x="27530" y="71862"/>
                  </a:lnTo>
                  <a:lnTo>
                    <a:pt x="27313" y="84791"/>
                  </a:lnTo>
                  <a:lnTo>
                    <a:pt x="18571" y="84344"/>
                  </a:lnTo>
                  <a:lnTo>
                    <a:pt x="17561" y="86475"/>
                  </a:lnTo>
                  <a:lnTo>
                    <a:pt x="17378" y="90635"/>
                  </a:lnTo>
                  <a:lnTo>
                    <a:pt x="18191" y="90832"/>
                  </a:lnTo>
                  <a:lnTo>
                    <a:pt x="16356" y="123543"/>
                  </a:lnTo>
                  <a:lnTo>
                    <a:pt x="16574" y="133970"/>
                  </a:lnTo>
                  <a:lnTo>
                    <a:pt x="3144" y="129451"/>
                  </a:lnTo>
                  <a:lnTo>
                    <a:pt x="7423" y="128608"/>
                  </a:lnTo>
                  <a:lnTo>
                    <a:pt x="12243" y="118937"/>
                  </a:lnTo>
                  <a:lnTo>
                    <a:pt x="12365" y="116788"/>
                  </a:lnTo>
                  <a:lnTo>
                    <a:pt x="7722" y="114324"/>
                  </a:lnTo>
                  <a:lnTo>
                    <a:pt x="9570" y="83803"/>
                  </a:lnTo>
                  <a:lnTo>
                    <a:pt x="9780" y="80051"/>
                  </a:lnTo>
                  <a:lnTo>
                    <a:pt x="12943" y="78943"/>
                  </a:lnTo>
                  <a:lnTo>
                    <a:pt x="595" y="37358"/>
                  </a:lnTo>
                  <a:lnTo>
                    <a:pt x="2103" y="21146"/>
                  </a:lnTo>
                  <a:lnTo>
                    <a:pt x="0" y="3110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h2284"/>
            <p:cNvSpPr/>
            <p:nvPr/>
          </p:nvSpPr>
          <p:spPr>
            <a:xfrm>
              <a:off x="1374734" y="1851977"/>
              <a:ext cx="34010" cy="27649"/>
            </a:xfrm>
            <a:custGeom>
              <a:avLst/>
              <a:pathLst>
                <a:path w="34010" h="27649">
                  <a:moveTo>
                    <a:pt x="27656" y="6130"/>
                  </a:moveTo>
                  <a:lnTo>
                    <a:pt x="32056" y="7811"/>
                  </a:lnTo>
                  <a:lnTo>
                    <a:pt x="31517" y="10304"/>
                  </a:lnTo>
                  <a:lnTo>
                    <a:pt x="33417" y="11166"/>
                  </a:lnTo>
                  <a:lnTo>
                    <a:pt x="34010" y="19744"/>
                  </a:lnTo>
                  <a:lnTo>
                    <a:pt x="31644" y="22402"/>
                  </a:lnTo>
                  <a:lnTo>
                    <a:pt x="30908" y="22385"/>
                  </a:lnTo>
                  <a:lnTo>
                    <a:pt x="30907" y="27128"/>
                  </a:lnTo>
                  <a:lnTo>
                    <a:pt x="21264" y="27649"/>
                  </a:lnTo>
                  <a:lnTo>
                    <a:pt x="20026" y="22299"/>
                  </a:lnTo>
                  <a:lnTo>
                    <a:pt x="12615" y="19369"/>
                  </a:lnTo>
                  <a:lnTo>
                    <a:pt x="9267" y="21088"/>
                  </a:lnTo>
                  <a:lnTo>
                    <a:pt x="9374" y="23071"/>
                  </a:lnTo>
                  <a:lnTo>
                    <a:pt x="0" y="20670"/>
                  </a:lnTo>
                  <a:lnTo>
                    <a:pt x="4223" y="6447"/>
                  </a:lnTo>
                  <a:lnTo>
                    <a:pt x="6561" y="2256"/>
                  </a:lnTo>
                  <a:lnTo>
                    <a:pt x="20427" y="1844"/>
                  </a:lnTo>
                  <a:lnTo>
                    <a:pt x="2506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h2285"/>
            <p:cNvSpPr/>
            <p:nvPr/>
          </p:nvSpPr>
          <p:spPr>
            <a:xfrm>
              <a:off x="1222134" y="1542947"/>
              <a:ext cx="54649" cy="77681"/>
            </a:xfrm>
            <a:custGeom>
              <a:avLst/>
              <a:pathLst>
                <a:path w="54649" h="77681">
                  <a:moveTo>
                    <a:pt x="18707" y="521"/>
                  </a:moveTo>
                  <a:lnTo>
                    <a:pt x="19394" y="3287"/>
                  </a:lnTo>
                  <a:lnTo>
                    <a:pt x="17407" y="7538"/>
                  </a:lnTo>
                  <a:lnTo>
                    <a:pt x="22161" y="6879"/>
                  </a:lnTo>
                  <a:lnTo>
                    <a:pt x="24593" y="13874"/>
                  </a:lnTo>
                  <a:lnTo>
                    <a:pt x="26194" y="15035"/>
                  </a:lnTo>
                  <a:lnTo>
                    <a:pt x="26144" y="20687"/>
                  </a:lnTo>
                  <a:lnTo>
                    <a:pt x="28923" y="21237"/>
                  </a:lnTo>
                  <a:lnTo>
                    <a:pt x="28648" y="23831"/>
                  </a:lnTo>
                  <a:lnTo>
                    <a:pt x="25123" y="28238"/>
                  </a:lnTo>
                  <a:lnTo>
                    <a:pt x="29729" y="35257"/>
                  </a:lnTo>
                  <a:lnTo>
                    <a:pt x="27549" y="38618"/>
                  </a:lnTo>
                  <a:lnTo>
                    <a:pt x="27968" y="42230"/>
                  </a:lnTo>
                  <a:lnTo>
                    <a:pt x="44716" y="46743"/>
                  </a:lnTo>
                  <a:lnTo>
                    <a:pt x="46811" y="43942"/>
                  </a:lnTo>
                  <a:lnTo>
                    <a:pt x="47785" y="44621"/>
                  </a:lnTo>
                  <a:lnTo>
                    <a:pt x="47499" y="49826"/>
                  </a:lnTo>
                  <a:lnTo>
                    <a:pt x="51208" y="48126"/>
                  </a:lnTo>
                  <a:lnTo>
                    <a:pt x="52535" y="49960"/>
                  </a:lnTo>
                  <a:lnTo>
                    <a:pt x="48884" y="51826"/>
                  </a:lnTo>
                  <a:lnTo>
                    <a:pt x="48088" y="54492"/>
                  </a:lnTo>
                  <a:lnTo>
                    <a:pt x="50936" y="55372"/>
                  </a:lnTo>
                  <a:lnTo>
                    <a:pt x="53237" y="54878"/>
                  </a:lnTo>
                  <a:lnTo>
                    <a:pt x="54649" y="64498"/>
                  </a:lnTo>
                  <a:lnTo>
                    <a:pt x="47916" y="68441"/>
                  </a:lnTo>
                  <a:lnTo>
                    <a:pt x="45845" y="70811"/>
                  </a:lnTo>
                  <a:lnTo>
                    <a:pt x="45257" y="73181"/>
                  </a:lnTo>
                  <a:lnTo>
                    <a:pt x="45697" y="75052"/>
                  </a:lnTo>
                  <a:lnTo>
                    <a:pt x="43956" y="77681"/>
                  </a:lnTo>
                  <a:lnTo>
                    <a:pt x="41215" y="73092"/>
                  </a:lnTo>
                  <a:lnTo>
                    <a:pt x="40703" y="73367"/>
                  </a:lnTo>
                  <a:lnTo>
                    <a:pt x="34329" y="69313"/>
                  </a:lnTo>
                  <a:lnTo>
                    <a:pt x="33788" y="67201"/>
                  </a:lnTo>
                  <a:lnTo>
                    <a:pt x="29711" y="62235"/>
                  </a:lnTo>
                  <a:lnTo>
                    <a:pt x="27351" y="60393"/>
                  </a:lnTo>
                  <a:lnTo>
                    <a:pt x="25109" y="59268"/>
                  </a:lnTo>
                  <a:lnTo>
                    <a:pt x="24288" y="61461"/>
                  </a:lnTo>
                  <a:lnTo>
                    <a:pt x="20354" y="60966"/>
                  </a:lnTo>
                  <a:lnTo>
                    <a:pt x="20527" y="59719"/>
                  </a:lnTo>
                  <a:lnTo>
                    <a:pt x="22708" y="58822"/>
                  </a:lnTo>
                  <a:lnTo>
                    <a:pt x="22444" y="57338"/>
                  </a:lnTo>
                  <a:lnTo>
                    <a:pt x="22042" y="56577"/>
                  </a:lnTo>
                  <a:lnTo>
                    <a:pt x="17811" y="58294"/>
                  </a:lnTo>
                  <a:lnTo>
                    <a:pt x="16898" y="52847"/>
                  </a:lnTo>
                  <a:lnTo>
                    <a:pt x="19956" y="50644"/>
                  </a:lnTo>
                  <a:lnTo>
                    <a:pt x="17585" y="48427"/>
                  </a:lnTo>
                  <a:lnTo>
                    <a:pt x="12108" y="47450"/>
                  </a:lnTo>
                  <a:lnTo>
                    <a:pt x="9554" y="42711"/>
                  </a:lnTo>
                  <a:lnTo>
                    <a:pt x="7246" y="41114"/>
                  </a:lnTo>
                  <a:lnTo>
                    <a:pt x="6681" y="43787"/>
                  </a:lnTo>
                  <a:lnTo>
                    <a:pt x="3816" y="40550"/>
                  </a:lnTo>
                  <a:lnTo>
                    <a:pt x="2563" y="39136"/>
                  </a:lnTo>
                  <a:lnTo>
                    <a:pt x="0" y="33405"/>
                  </a:lnTo>
                  <a:lnTo>
                    <a:pt x="5130" y="30206"/>
                  </a:lnTo>
                  <a:lnTo>
                    <a:pt x="10278" y="28792"/>
                  </a:lnTo>
                  <a:lnTo>
                    <a:pt x="12945" y="31523"/>
                  </a:lnTo>
                  <a:lnTo>
                    <a:pt x="17887" y="31301"/>
                  </a:lnTo>
                  <a:lnTo>
                    <a:pt x="16520" y="25501"/>
                  </a:lnTo>
                  <a:lnTo>
                    <a:pt x="18618" y="24801"/>
                  </a:lnTo>
                  <a:lnTo>
                    <a:pt x="20106" y="20841"/>
                  </a:lnTo>
                  <a:lnTo>
                    <a:pt x="19303" y="18811"/>
                  </a:lnTo>
                  <a:lnTo>
                    <a:pt x="9746" y="11787"/>
                  </a:lnTo>
                  <a:lnTo>
                    <a:pt x="5362" y="13441"/>
                  </a:lnTo>
                  <a:lnTo>
                    <a:pt x="6806" y="2208"/>
                  </a:lnTo>
                  <a:lnTo>
                    <a:pt x="9410" y="1104"/>
                  </a:lnTo>
                  <a:lnTo>
                    <a:pt x="1202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h2286"/>
            <p:cNvSpPr/>
            <p:nvPr/>
          </p:nvSpPr>
          <p:spPr>
            <a:xfrm>
              <a:off x="1293370" y="1653483"/>
              <a:ext cx="55617" cy="31784"/>
            </a:xfrm>
            <a:custGeom>
              <a:avLst/>
              <a:pathLst>
                <a:path w="55617" h="31784">
                  <a:moveTo>
                    <a:pt x="16142" y="5327"/>
                  </a:moveTo>
                  <a:lnTo>
                    <a:pt x="17400" y="8093"/>
                  </a:lnTo>
                  <a:lnTo>
                    <a:pt x="30307" y="10158"/>
                  </a:lnTo>
                  <a:lnTo>
                    <a:pt x="37479" y="9607"/>
                  </a:lnTo>
                  <a:lnTo>
                    <a:pt x="37694" y="6792"/>
                  </a:lnTo>
                  <a:lnTo>
                    <a:pt x="41649" y="3675"/>
                  </a:lnTo>
                  <a:lnTo>
                    <a:pt x="45241" y="2778"/>
                  </a:lnTo>
                  <a:lnTo>
                    <a:pt x="51379" y="7508"/>
                  </a:lnTo>
                  <a:lnTo>
                    <a:pt x="54801" y="8711"/>
                  </a:lnTo>
                  <a:lnTo>
                    <a:pt x="55617" y="12019"/>
                  </a:lnTo>
                  <a:lnTo>
                    <a:pt x="55371" y="15611"/>
                  </a:lnTo>
                  <a:lnTo>
                    <a:pt x="47006" y="13115"/>
                  </a:lnTo>
                  <a:lnTo>
                    <a:pt x="46126" y="13540"/>
                  </a:lnTo>
                  <a:lnTo>
                    <a:pt x="47288" y="20994"/>
                  </a:lnTo>
                  <a:lnTo>
                    <a:pt x="49218" y="25308"/>
                  </a:lnTo>
                  <a:lnTo>
                    <a:pt x="49861" y="30662"/>
                  </a:lnTo>
                  <a:lnTo>
                    <a:pt x="48889" y="31784"/>
                  </a:lnTo>
                  <a:lnTo>
                    <a:pt x="46068" y="30053"/>
                  </a:lnTo>
                  <a:lnTo>
                    <a:pt x="45993" y="28395"/>
                  </a:lnTo>
                  <a:lnTo>
                    <a:pt x="43778" y="27555"/>
                  </a:lnTo>
                  <a:lnTo>
                    <a:pt x="42624" y="27695"/>
                  </a:lnTo>
                  <a:lnTo>
                    <a:pt x="41261" y="29532"/>
                  </a:lnTo>
                  <a:lnTo>
                    <a:pt x="38573" y="30148"/>
                  </a:lnTo>
                  <a:lnTo>
                    <a:pt x="33712" y="29721"/>
                  </a:lnTo>
                  <a:lnTo>
                    <a:pt x="19430" y="24830"/>
                  </a:lnTo>
                  <a:lnTo>
                    <a:pt x="19644" y="21829"/>
                  </a:lnTo>
                  <a:lnTo>
                    <a:pt x="17750" y="18424"/>
                  </a:lnTo>
                  <a:lnTo>
                    <a:pt x="14531" y="19916"/>
                  </a:lnTo>
                  <a:lnTo>
                    <a:pt x="12604" y="19079"/>
                  </a:lnTo>
                  <a:lnTo>
                    <a:pt x="7893" y="20355"/>
                  </a:lnTo>
                  <a:lnTo>
                    <a:pt x="7428" y="22898"/>
                  </a:lnTo>
                  <a:lnTo>
                    <a:pt x="5804" y="23746"/>
                  </a:lnTo>
                  <a:lnTo>
                    <a:pt x="2731" y="25325"/>
                  </a:lnTo>
                  <a:lnTo>
                    <a:pt x="0" y="19522"/>
                  </a:lnTo>
                  <a:lnTo>
                    <a:pt x="30" y="18082"/>
                  </a:lnTo>
                  <a:lnTo>
                    <a:pt x="4450" y="14631"/>
                  </a:lnTo>
                  <a:lnTo>
                    <a:pt x="4593" y="13215"/>
                  </a:lnTo>
                  <a:lnTo>
                    <a:pt x="2959" y="9604"/>
                  </a:lnTo>
                  <a:lnTo>
                    <a:pt x="2886" y="4854"/>
                  </a:lnTo>
                  <a:lnTo>
                    <a:pt x="5558" y="5216"/>
                  </a:lnTo>
                  <a:lnTo>
                    <a:pt x="8089" y="2855"/>
                  </a:lnTo>
                  <a:lnTo>
                    <a:pt x="8449" y="1217"/>
                  </a:lnTo>
                  <a:lnTo>
                    <a:pt x="1085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h2287"/>
            <p:cNvSpPr/>
            <p:nvPr/>
          </p:nvSpPr>
          <p:spPr>
            <a:xfrm>
              <a:off x="1432498" y="1629202"/>
              <a:ext cx="70432" cy="51584"/>
            </a:xfrm>
            <a:custGeom>
              <a:avLst/>
              <a:pathLst>
                <a:path w="70432" h="51584">
                  <a:moveTo>
                    <a:pt x="14819" y="3536"/>
                  </a:moveTo>
                  <a:lnTo>
                    <a:pt x="19411" y="2921"/>
                  </a:lnTo>
                  <a:lnTo>
                    <a:pt x="28213" y="5922"/>
                  </a:lnTo>
                  <a:lnTo>
                    <a:pt x="31066" y="5701"/>
                  </a:lnTo>
                  <a:lnTo>
                    <a:pt x="35110" y="6890"/>
                  </a:lnTo>
                  <a:lnTo>
                    <a:pt x="35977" y="1291"/>
                  </a:lnTo>
                  <a:lnTo>
                    <a:pt x="39530" y="591"/>
                  </a:lnTo>
                  <a:lnTo>
                    <a:pt x="50744" y="964"/>
                  </a:lnTo>
                  <a:lnTo>
                    <a:pt x="56084" y="3164"/>
                  </a:lnTo>
                  <a:lnTo>
                    <a:pt x="58727" y="343"/>
                  </a:lnTo>
                  <a:lnTo>
                    <a:pt x="65030" y="1000"/>
                  </a:lnTo>
                  <a:lnTo>
                    <a:pt x="63860" y="4473"/>
                  </a:lnTo>
                  <a:lnTo>
                    <a:pt x="60114" y="6562"/>
                  </a:lnTo>
                  <a:lnTo>
                    <a:pt x="62871" y="11737"/>
                  </a:lnTo>
                  <a:lnTo>
                    <a:pt x="62450" y="15854"/>
                  </a:lnTo>
                  <a:lnTo>
                    <a:pt x="66801" y="16395"/>
                  </a:lnTo>
                  <a:lnTo>
                    <a:pt x="70432" y="23035"/>
                  </a:lnTo>
                  <a:lnTo>
                    <a:pt x="69472" y="25015"/>
                  </a:lnTo>
                  <a:lnTo>
                    <a:pt x="62408" y="20901"/>
                  </a:lnTo>
                  <a:lnTo>
                    <a:pt x="62339" y="28365"/>
                  </a:lnTo>
                  <a:lnTo>
                    <a:pt x="61995" y="51566"/>
                  </a:lnTo>
                  <a:lnTo>
                    <a:pt x="55006" y="51584"/>
                  </a:lnTo>
                  <a:lnTo>
                    <a:pt x="54101" y="50811"/>
                  </a:lnTo>
                  <a:lnTo>
                    <a:pt x="50345" y="45789"/>
                  </a:lnTo>
                  <a:lnTo>
                    <a:pt x="49667" y="42524"/>
                  </a:lnTo>
                  <a:lnTo>
                    <a:pt x="50262" y="37913"/>
                  </a:lnTo>
                  <a:lnTo>
                    <a:pt x="46384" y="32908"/>
                  </a:lnTo>
                  <a:lnTo>
                    <a:pt x="43059" y="30240"/>
                  </a:lnTo>
                  <a:lnTo>
                    <a:pt x="42799" y="26967"/>
                  </a:lnTo>
                  <a:lnTo>
                    <a:pt x="38857" y="24782"/>
                  </a:lnTo>
                  <a:lnTo>
                    <a:pt x="34931" y="26983"/>
                  </a:lnTo>
                  <a:lnTo>
                    <a:pt x="30977" y="25697"/>
                  </a:lnTo>
                  <a:lnTo>
                    <a:pt x="30870" y="23308"/>
                  </a:lnTo>
                  <a:lnTo>
                    <a:pt x="29398" y="22327"/>
                  </a:lnTo>
                  <a:lnTo>
                    <a:pt x="24517" y="22700"/>
                  </a:lnTo>
                  <a:lnTo>
                    <a:pt x="24140" y="24134"/>
                  </a:lnTo>
                  <a:lnTo>
                    <a:pt x="15418" y="21204"/>
                  </a:lnTo>
                  <a:lnTo>
                    <a:pt x="16134" y="19419"/>
                  </a:lnTo>
                  <a:lnTo>
                    <a:pt x="13274" y="14380"/>
                  </a:lnTo>
                  <a:lnTo>
                    <a:pt x="10871" y="12874"/>
                  </a:lnTo>
                  <a:lnTo>
                    <a:pt x="10053" y="11856"/>
                  </a:lnTo>
                  <a:lnTo>
                    <a:pt x="0" y="7758"/>
                  </a:lnTo>
                  <a:lnTo>
                    <a:pt x="109" y="6374"/>
                  </a:lnTo>
                  <a:lnTo>
                    <a:pt x="2132" y="3971"/>
                  </a:lnTo>
                  <a:lnTo>
                    <a:pt x="5576" y="6552"/>
                  </a:lnTo>
                  <a:lnTo>
                    <a:pt x="6097" y="1025"/>
                  </a:lnTo>
                  <a:lnTo>
                    <a:pt x="772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h2288"/>
            <p:cNvSpPr/>
            <p:nvPr/>
          </p:nvSpPr>
          <p:spPr>
            <a:xfrm>
              <a:off x="1270909" y="1683109"/>
              <a:ext cx="42246" cy="43437"/>
            </a:xfrm>
            <a:custGeom>
              <a:avLst/>
              <a:pathLst>
                <a:path w="42246" h="43437">
                  <a:moveTo>
                    <a:pt x="28112" y="2957"/>
                  </a:moveTo>
                  <a:lnTo>
                    <a:pt x="31160" y="1847"/>
                  </a:lnTo>
                  <a:lnTo>
                    <a:pt x="32490" y="4023"/>
                  </a:lnTo>
                  <a:lnTo>
                    <a:pt x="36485" y="14595"/>
                  </a:lnTo>
                  <a:lnTo>
                    <a:pt x="35993" y="17244"/>
                  </a:lnTo>
                  <a:lnTo>
                    <a:pt x="32316" y="18515"/>
                  </a:lnTo>
                  <a:lnTo>
                    <a:pt x="32751" y="19202"/>
                  </a:lnTo>
                  <a:lnTo>
                    <a:pt x="40002" y="18750"/>
                  </a:lnTo>
                  <a:lnTo>
                    <a:pt x="42246" y="28498"/>
                  </a:lnTo>
                  <a:lnTo>
                    <a:pt x="34560" y="28330"/>
                  </a:lnTo>
                  <a:lnTo>
                    <a:pt x="30196" y="31999"/>
                  </a:lnTo>
                  <a:lnTo>
                    <a:pt x="17460" y="39869"/>
                  </a:lnTo>
                  <a:lnTo>
                    <a:pt x="15354" y="42907"/>
                  </a:lnTo>
                  <a:lnTo>
                    <a:pt x="14064" y="43437"/>
                  </a:lnTo>
                  <a:lnTo>
                    <a:pt x="12002" y="41296"/>
                  </a:lnTo>
                  <a:lnTo>
                    <a:pt x="11706" y="43428"/>
                  </a:lnTo>
                  <a:lnTo>
                    <a:pt x="7319" y="35249"/>
                  </a:lnTo>
                  <a:lnTo>
                    <a:pt x="5140" y="33501"/>
                  </a:lnTo>
                  <a:lnTo>
                    <a:pt x="3571" y="33626"/>
                  </a:lnTo>
                  <a:lnTo>
                    <a:pt x="0" y="31066"/>
                  </a:lnTo>
                  <a:lnTo>
                    <a:pt x="2117" y="29344"/>
                  </a:lnTo>
                  <a:lnTo>
                    <a:pt x="5502" y="21517"/>
                  </a:lnTo>
                  <a:lnTo>
                    <a:pt x="5913" y="18499"/>
                  </a:lnTo>
                  <a:lnTo>
                    <a:pt x="2561" y="16536"/>
                  </a:lnTo>
                  <a:lnTo>
                    <a:pt x="2830" y="13152"/>
                  </a:lnTo>
                  <a:lnTo>
                    <a:pt x="4013" y="10119"/>
                  </a:lnTo>
                  <a:lnTo>
                    <a:pt x="5405" y="8703"/>
                  </a:lnTo>
                  <a:lnTo>
                    <a:pt x="9903" y="6724"/>
                  </a:lnTo>
                  <a:lnTo>
                    <a:pt x="11538" y="9916"/>
                  </a:lnTo>
                  <a:lnTo>
                    <a:pt x="21877" y="6079"/>
                  </a:lnTo>
                  <a:lnTo>
                    <a:pt x="2065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h2289"/>
            <p:cNvSpPr/>
            <p:nvPr/>
          </p:nvSpPr>
          <p:spPr>
            <a:xfrm>
              <a:off x="1269896" y="1971086"/>
              <a:ext cx="46748" cy="47835"/>
            </a:xfrm>
            <a:custGeom>
              <a:avLst/>
              <a:pathLst>
                <a:path w="46748" h="47835">
                  <a:moveTo>
                    <a:pt x="42104" y="32708"/>
                  </a:moveTo>
                  <a:lnTo>
                    <a:pt x="46748" y="35172"/>
                  </a:lnTo>
                  <a:lnTo>
                    <a:pt x="46626" y="37321"/>
                  </a:lnTo>
                  <a:lnTo>
                    <a:pt x="41805" y="46992"/>
                  </a:lnTo>
                  <a:lnTo>
                    <a:pt x="37527" y="47835"/>
                  </a:lnTo>
                  <a:lnTo>
                    <a:pt x="28156" y="44733"/>
                  </a:lnTo>
                  <a:lnTo>
                    <a:pt x="25109" y="42111"/>
                  </a:lnTo>
                  <a:lnTo>
                    <a:pt x="15567" y="30554"/>
                  </a:lnTo>
                  <a:lnTo>
                    <a:pt x="11068" y="28191"/>
                  </a:lnTo>
                  <a:lnTo>
                    <a:pt x="5961" y="26918"/>
                  </a:lnTo>
                  <a:lnTo>
                    <a:pt x="6313" y="26226"/>
                  </a:lnTo>
                  <a:lnTo>
                    <a:pt x="8175" y="26255"/>
                  </a:lnTo>
                  <a:lnTo>
                    <a:pt x="12469" y="27310"/>
                  </a:lnTo>
                  <a:lnTo>
                    <a:pt x="14352" y="26470"/>
                  </a:lnTo>
                  <a:lnTo>
                    <a:pt x="10760" y="23433"/>
                  </a:lnTo>
                  <a:lnTo>
                    <a:pt x="11640" y="20762"/>
                  </a:lnTo>
                  <a:lnTo>
                    <a:pt x="11236" y="17562"/>
                  </a:lnTo>
                  <a:lnTo>
                    <a:pt x="3133" y="12782"/>
                  </a:lnTo>
                  <a:lnTo>
                    <a:pt x="2631" y="7303"/>
                  </a:lnTo>
                  <a:lnTo>
                    <a:pt x="0" y="8884"/>
                  </a:lnTo>
                  <a:lnTo>
                    <a:pt x="816" y="0"/>
                  </a:lnTo>
                  <a:lnTo>
                    <a:pt x="43953" y="218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h2290"/>
            <p:cNvSpPr/>
            <p:nvPr/>
          </p:nvSpPr>
          <p:spPr>
            <a:xfrm>
              <a:off x="1267557" y="1982925"/>
              <a:ext cx="7568" cy="15659"/>
            </a:xfrm>
            <a:custGeom>
              <a:avLst/>
              <a:pathLst>
                <a:path w="7568" h="15659">
                  <a:moveTo>
                    <a:pt x="486" y="6471"/>
                  </a:moveTo>
                  <a:lnTo>
                    <a:pt x="2021" y="11333"/>
                  </a:ln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h2291"/>
            <p:cNvSpPr/>
            <p:nvPr/>
          </p:nvSpPr>
          <p:spPr>
            <a:xfrm>
              <a:off x="1355966" y="1785970"/>
              <a:ext cx="58144" cy="74039"/>
            </a:xfrm>
            <a:custGeom>
              <a:avLst/>
              <a:pathLst>
                <a:path w="58144" h="74039">
                  <a:moveTo>
                    <a:pt x="6395" y="596"/>
                  </a:moveTo>
                  <a:lnTo>
                    <a:pt x="13679" y="7818"/>
                  </a:lnTo>
                  <a:lnTo>
                    <a:pt x="29312" y="13572"/>
                  </a:lnTo>
                  <a:lnTo>
                    <a:pt x="31679" y="14906"/>
                  </a:lnTo>
                  <a:lnTo>
                    <a:pt x="31873" y="15955"/>
                  </a:lnTo>
                  <a:lnTo>
                    <a:pt x="31101" y="21705"/>
                  </a:lnTo>
                  <a:lnTo>
                    <a:pt x="32169" y="24967"/>
                  </a:lnTo>
                  <a:lnTo>
                    <a:pt x="33900" y="26648"/>
                  </a:lnTo>
                  <a:lnTo>
                    <a:pt x="35757" y="26817"/>
                  </a:lnTo>
                  <a:lnTo>
                    <a:pt x="37548" y="29194"/>
                  </a:lnTo>
                  <a:lnTo>
                    <a:pt x="38077" y="34618"/>
                  </a:lnTo>
                  <a:lnTo>
                    <a:pt x="36843" y="36314"/>
                  </a:lnTo>
                  <a:lnTo>
                    <a:pt x="47017" y="38430"/>
                  </a:lnTo>
                  <a:lnTo>
                    <a:pt x="44759" y="42056"/>
                  </a:lnTo>
                  <a:lnTo>
                    <a:pt x="44724" y="44249"/>
                  </a:lnTo>
                  <a:lnTo>
                    <a:pt x="46262" y="47861"/>
                  </a:lnTo>
                  <a:lnTo>
                    <a:pt x="53409" y="47320"/>
                  </a:lnTo>
                  <a:lnTo>
                    <a:pt x="50318" y="57908"/>
                  </a:lnTo>
                  <a:lnTo>
                    <a:pt x="53628" y="60091"/>
                  </a:lnTo>
                  <a:lnTo>
                    <a:pt x="54341" y="64091"/>
                  </a:lnTo>
                  <a:lnTo>
                    <a:pt x="53472" y="64534"/>
                  </a:lnTo>
                  <a:lnTo>
                    <a:pt x="53497" y="70207"/>
                  </a:lnTo>
                  <a:lnTo>
                    <a:pt x="58144" y="69654"/>
                  </a:lnTo>
                  <a:lnTo>
                    <a:pt x="58045" y="73381"/>
                  </a:lnTo>
                  <a:lnTo>
                    <a:pt x="54320" y="74039"/>
                  </a:lnTo>
                  <a:lnTo>
                    <a:pt x="50823" y="73818"/>
                  </a:lnTo>
                  <a:lnTo>
                    <a:pt x="46423" y="72137"/>
                  </a:lnTo>
                  <a:lnTo>
                    <a:pt x="43828" y="66006"/>
                  </a:lnTo>
                  <a:lnTo>
                    <a:pt x="39194" y="67851"/>
                  </a:lnTo>
                  <a:lnTo>
                    <a:pt x="25328" y="68263"/>
                  </a:lnTo>
                  <a:lnTo>
                    <a:pt x="22990" y="72453"/>
                  </a:lnTo>
                  <a:lnTo>
                    <a:pt x="20659" y="70716"/>
                  </a:lnTo>
                  <a:lnTo>
                    <a:pt x="19449" y="70291"/>
                  </a:lnTo>
                  <a:lnTo>
                    <a:pt x="20448" y="66171"/>
                  </a:lnTo>
                  <a:lnTo>
                    <a:pt x="23531" y="65330"/>
                  </a:lnTo>
                  <a:lnTo>
                    <a:pt x="23088" y="63680"/>
                  </a:lnTo>
                  <a:lnTo>
                    <a:pt x="18842" y="57968"/>
                  </a:lnTo>
                  <a:lnTo>
                    <a:pt x="18532" y="55685"/>
                  </a:lnTo>
                  <a:lnTo>
                    <a:pt x="19587" y="51477"/>
                  </a:lnTo>
                  <a:lnTo>
                    <a:pt x="16589" y="46585"/>
                  </a:lnTo>
                  <a:lnTo>
                    <a:pt x="8943" y="43744"/>
                  </a:lnTo>
                  <a:lnTo>
                    <a:pt x="7410" y="41284"/>
                  </a:lnTo>
                  <a:lnTo>
                    <a:pt x="10713" y="40162"/>
                  </a:lnTo>
                  <a:lnTo>
                    <a:pt x="6233" y="38744"/>
                  </a:lnTo>
                  <a:lnTo>
                    <a:pt x="7775" y="33962"/>
                  </a:lnTo>
                  <a:lnTo>
                    <a:pt x="6642" y="30831"/>
                  </a:lnTo>
                  <a:lnTo>
                    <a:pt x="4136" y="31902"/>
                  </a:lnTo>
                  <a:lnTo>
                    <a:pt x="2740" y="27880"/>
                  </a:lnTo>
                  <a:lnTo>
                    <a:pt x="2901" y="12839"/>
                  </a:lnTo>
                  <a:lnTo>
                    <a:pt x="890" y="8034"/>
                  </a:lnTo>
                  <a:lnTo>
                    <a:pt x="0" y="1918"/>
                  </a:lnTo>
                  <a:lnTo>
                    <a:pt x="1704" y="1479"/>
                  </a:lnTo>
                  <a:lnTo>
                    <a:pt x="321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h2292"/>
            <p:cNvSpPr/>
            <p:nvPr/>
          </p:nvSpPr>
          <p:spPr>
            <a:xfrm>
              <a:off x="1329177" y="1571051"/>
              <a:ext cx="50516" cy="52913"/>
            </a:xfrm>
            <a:custGeom>
              <a:avLst/>
              <a:pathLst>
                <a:path w="50516" h="52913">
                  <a:moveTo>
                    <a:pt x="29595" y="3664"/>
                  </a:moveTo>
                  <a:lnTo>
                    <a:pt x="35744" y="6924"/>
                  </a:lnTo>
                  <a:lnTo>
                    <a:pt x="38250" y="7027"/>
                  </a:lnTo>
                  <a:lnTo>
                    <a:pt x="39838" y="10135"/>
                  </a:lnTo>
                  <a:lnTo>
                    <a:pt x="39537" y="16462"/>
                  </a:lnTo>
                  <a:lnTo>
                    <a:pt x="42176" y="18790"/>
                  </a:lnTo>
                  <a:lnTo>
                    <a:pt x="41723" y="23615"/>
                  </a:lnTo>
                  <a:lnTo>
                    <a:pt x="46714" y="32723"/>
                  </a:lnTo>
                  <a:lnTo>
                    <a:pt x="42003" y="33526"/>
                  </a:lnTo>
                  <a:lnTo>
                    <a:pt x="39430" y="33006"/>
                  </a:lnTo>
                  <a:lnTo>
                    <a:pt x="38371" y="35057"/>
                  </a:lnTo>
                  <a:lnTo>
                    <a:pt x="47708" y="39336"/>
                  </a:lnTo>
                  <a:lnTo>
                    <a:pt x="47632" y="42545"/>
                  </a:lnTo>
                  <a:lnTo>
                    <a:pt x="49315" y="44185"/>
                  </a:lnTo>
                  <a:lnTo>
                    <a:pt x="50516" y="52913"/>
                  </a:lnTo>
                  <a:lnTo>
                    <a:pt x="38759" y="52095"/>
                  </a:lnTo>
                  <a:lnTo>
                    <a:pt x="37338" y="46388"/>
                  </a:lnTo>
                  <a:lnTo>
                    <a:pt x="19756" y="45608"/>
                  </a:lnTo>
                  <a:lnTo>
                    <a:pt x="16170" y="43493"/>
                  </a:lnTo>
                  <a:lnTo>
                    <a:pt x="4765" y="28307"/>
                  </a:lnTo>
                  <a:lnTo>
                    <a:pt x="0" y="20363"/>
                  </a:lnTo>
                  <a:lnTo>
                    <a:pt x="5565" y="19473"/>
                  </a:lnTo>
                  <a:lnTo>
                    <a:pt x="7200" y="18415"/>
                  </a:lnTo>
                  <a:lnTo>
                    <a:pt x="8494" y="14898"/>
                  </a:lnTo>
                  <a:lnTo>
                    <a:pt x="11973" y="14587"/>
                  </a:lnTo>
                  <a:lnTo>
                    <a:pt x="11892" y="10754"/>
                  </a:lnTo>
                  <a:lnTo>
                    <a:pt x="28693" y="461"/>
                  </a:lnTo>
                  <a:lnTo>
                    <a:pt x="2950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h2293"/>
            <p:cNvSpPr/>
            <p:nvPr/>
          </p:nvSpPr>
          <p:spPr>
            <a:xfrm>
              <a:off x="1320635" y="1870248"/>
              <a:ext cx="64416" cy="164121"/>
            </a:xfrm>
            <a:custGeom>
              <a:avLst/>
              <a:pathLst>
                <a:path w="64416" h="164121">
                  <a:moveTo>
                    <a:pt x="49916" y="102"/>
                  </a:moveTo>
                  <a:lnTo>
                    <a:pt x="50833" y="1289"/>
                  </a:lnTo>
                  <a:lnTo>
                    <a:pt x="54098" y="2399"/>
                  </a:lnTo>
                  <a:lnTo>
                    <a:pt x="63472" y="4800"/>
                  </a:lnTo>
                  <a:lnTo>
                    <a:pt x="62179" y="5551"/>
                  </a:lnTo>
                  <a:lnTo>
                    <a:pt x="59340" y="9305"/>
                  </a:lnTo>
                  <a:lnTo>
                    <a:pt x="59980" y="11482"/>
                  </a:lnTo>
                  <a:lnTo>
                    <a:pt x="58455" y="16961"/>
                  </a:lnTo>
                  <a:lnTo>
                    <a:pt x="56151" y="19341"/>
                  </a:lnTo>
                  <a:lnTo>
                    <a:pt x="54526" y="19417"/>
                  </a:lnTo>
                  <a:lnTo>
                    <a:pt x="52331" y="23871"/>
                  </a:lnTo>
                  <a:lnTo>
                    <a:pt x="52131" y="26219"/>
                  </a:lnTo>
                  <a:lnTo>
                    <a:pt x="56411" y="26533"/>
                  </a:lnTo>
                  <a:lnTo>
                    <a:pt x="57515" y="28415"/>
                  </a:lnTo>
                  <a:lnTo>
                    <a:pt x="56078" y="32936"/>
                  </a:lnTo>
                  <a:lnTo>
                    <a:pt x="49970" y="32628"/>
                  </a:lnTo>
                  <a:lnTo>
                    <a:pt x="49107" y="38552"/>
                  </a:lnTo>
                  <a:lnTo>
                    <a:pt x="50571" y="39797"/>
                  </a:lnTo>
                  <a:lnTo>
                    <a:pt x="51453" y="45438"/>
                  </a:lnTo>
                  <a:lnTo>
                    <a:pt x="53122" y="48647"/>
                  </a:lnTo>
                  <a:lnTo>
                    <a:pt x="55643" y="49355"/>
                  </a:lnTo>
                  <a:lnTo>
                    <a:pt x="58998" y="47937"/>
                  </a:lnTo>
                  <a:lnTo>
                    <a:pt x="61201" y="48516"/>
                  </a:lnTo>
                  <a:lnTo>
                    <a:pt x="62357" y="52238"/>
                  </a:lnTo>
                  <a:lnTo>
                    <a:pt x="61254" y="54795"/>
                  </a:lnTo>
                  <a:lnTo>
                    <a:pt x="63034" y="59373"/>
                  </a:lnTo>
                  <a:lnTo>
                    <a:pt x="64416" y="59254"/>
                  </a:lnTo>
                  <a:lnTo>
                    <a:pt x="62019" y="63696"/>
                  </a:lnTo>
                  <a:lnTo>
                    <a:pt x="62303" y="64810"/>
                  </a:lnTo>
                  <a:lnTo>
                    <a:pt x="61100" y="67052"/>
                  </a:lnTo>
                  <a:lnTo>
                    <a:pt x="56518" y="66338"/>
                  </a:lnTo>
                  <a:lnTo>
                    <a:pt x="50358" y="67724"/>
                  </a:lnTo>
                  <a:lnTo>
                    <a:pt x="50807" y="74899"/>
                  </a:lnTo>
                  <a:lnTo>
                    <a:pt x="48319" y="71773"/>
                  </a:lnTo>
                  <a:lnTo>
                    <a:pt x="45591" y="69684"/>
                  </a:lnTo>
                  <a:lnTo>
                    <a:pt x="41753" y="77208"/>
                  </a:lnTo>
                  <a:lnTo>
                    <a:pt x="39163" y="78830"/>
                  </a:lnTo>
                  <a:lnTo>
                    <a:pt x="37190" y="81453"/>
                  </a:lnTo>
                  <a:lnTo>
                    <a:pt x="38697" y="86493"/>
                  </a:lnTo>
                  <a:lnTo>
                    <a:pt x="40381" y="86156"/>
                  </a:lnTo>
                  <a:lnTo>
                    <a:pt x="41024" y="93438"/>
                  </a:lnTo>
                  <a:lnTo>
                    <a:pt x="32846" y="100060"/>
                  </a:lnTo>
                  <a:lnTo>
                    <a:pt x="32224" y="105330"/>
                  </a:lnTo>
                  <a:lnTo>
                    <a:pt x="37862" y="105208"/>
                  </a:lnTo>
                  <a:lnTo>
                    <a:pt x="41436" y="107482"/>
                  </a:lnTo>
                  <a:lnTo>
                    <a:pt x="37505" y="108962"/>
                  </a:lnTo>
                  <a:lnTo>
                    <a:pt x="37622" y="114137"/>
                  </a:lnTo>
                  <a:lnTo>
                    <a:pt x="41055" y="114791"/>
                  </a:lnTo>
                  <a:lnTo>
                    <a:pt x="40978" y="115638"/>
                  </a:lnTo>
                  <a:lnTo>
                    <a:pt x="37968" y="118174"/>
                  </a:lnTo>
                  <a:lnTo>
                    <a:pt x="39659" y="120039"/>
                  </a:lnTo>
                  <a:lnTo>
                    <a:pt x="41754" y="122790"/>
                  </a:lnTo>
                  <a:lnTo>
                    <a:pt x="40586" y="123112"/>
                  </a:lnTo>
                  <a:lnTo>
                    <a:pt x="36044" y="122204"/>
                  </a:lnTo>
                  <a:lnTo>
                    <a:pt x="35266" y="123991"/>
                  </a:lnTo>
                  <a:lnTo>
                    <a:pt x="30649" y="124939"/>
                  </a:lnTo>
                  <a:lnTo>
                    <a:pt x="30392" y="129452"/>
                  </a:lnTo>
                  <a:lnTo>
                    <a:pt x="33261" y="132599"/>
                  </a:lnTo>
                  <a:lnTo>
                    <a:pt x="32847" y="134473"/>
                  </a:lnTo>
                  <a:lnTo>
                    <a:pt x="31259" y="136591"/>
                  </a:lnTo>
                  <a:lnTo>
                    <a:pt x="29274" y="136501"/>
                  </a:lnTo>
                  <a:lnTo>
                    <a:pt x="29658" y="140059"/>
                  </a:lnTo>
                  <a:lnTo>
                    <a:pt x="22731" y="149372"/>
                  </a:lnTo>
                  <a:lnTo>
                    <a:pt x="19273" y="149195"/>
                  </a:lnTo>
                  <a:lnTo>
                    <a:pt x="16203" y="150222"/>
                  </a:lnTo>
                  <a:lnTo>
                    <a:pt x="9930" y="157160"/>
                  </a:lnTo>
                  <a:lnTo>
                    <a:pt x="13629" y="159972"/>
                  </a:lnTo>
                  <a:lnTo>
                    <a:pt x="15681" y="163567"/>
                  </a:lnTo>
                  <a:lnTo>
                    <a:pt x="15356" y="164121"/>
                  </a:lnTo>
                  <a:lnTo>
                    <a:pt x="14180" y="161295"/>
                  </a:lnTo>
                  <a:lnTo>
                    <a:pt x="12396" y="159289"/>
                  </a:lnTo>
                  <a:lnTo>
                    <a:pt x="6971" y="156408"/>
                  </a:lnTo>
                  <a:lnTo>
                    <a:pt x="4776" y="155606"/>
                  </a:lnTo>
                  <a:lnTo>
                    <a:pt x="3524" y="155959"/>
                  </a:lnTo>
                  <a:lnTo>
                    <a:pt x="218" y="153191"/>
                  </a:lnTo>
                  <a:lnTo>
                    <a:pt x="0" y="142764"/>
                  </a:lnTo>
                  <a:lnTo>
                    <a:pt x="1835" y="110054"/>
                  </a:lnTo>
                  <a:lnTo>
                    <a:pt x="1022" y="109857"/>
                  </a:lnTo>
                  <a:lnTo>
                    <a:pt x="1205" y="105696"/>
                  </a:lnTo>
                  <a:lnTo>
                    <a:pt x="2215" y="103566"/>
                  </a:lnTo>
                  <a:lnTo>
                    <a:pt x="10957" y="104012"/>
                  </a:lnTo>
                  <a:lnTo>
                    <a:pt x="11174" y="91084"/>
                  </a:lnTo>
                  <a:lnTo>
                    <a:pt x="12092" y="84160"/>
                  </a:lnTo>
                  <a:lnTo>
                    <a:pt x="10239" y="80632"/>
                  </a:lnTo>
                  <a:lnTo>
                    <a:pt x="8695" y="79672"/>
                  </a:lnTo>
                  <a:lnTo>
                    <a:pt x="522" y="80499"/>
                  </a:lnTo>
                  <a:lnTo>
                    <a:pt x="4555" y="63886"/>
                  </a:lnTo>
                  <a:lnTo>
                    <a:pt x="6911" y="58837"/>
                  </a:lnTo>
                  <a:lnTo>
                    <a:pt x="9609" y="56629"/>
                  </a:lnTo>
                  <a:lnTo>
                    <a:pt x="9943" y="55626"/>
                  </a:lnTo>
                  <a:lnTo>
                    <a:pt x="9402" y="53348"/>
                  </a:lnTo>
                  <a:lnTo>
                    <a:pt x="2723" y="43109"/>
                  </a:lnTo>
                  <a:lnTo>
                    <a:pt x="2588" y="40683"/>
                  </a:lnTo>
                  <a:lnTo>
                    <a:pt x="7765" y="33860"/>
                  </a:lnTo>
                  <a:lnTo>
                    <a:pt x="2523" y="30481"/>
                  </a:lnTo>
                  <a:lnTo>
                    <a:pt x="3807" y="23115"/>
                  </a:lnTo>
                  <a:lnTo>
                    <a:pt x="2269" y="16022"/>
                  </a:lnTo>
                  <a:lnTo>
                    <a:pt x="7336" y="14793"/>
                  </a:lnTo>
                  <a:lnTo>
                    <a:pt x="7145" y="9436"/>
                  </a:lnTo>
                  <a:lnTo>
                    <a:pt x="12759" y="9851"/>
                  </a:lnTo>
                  <a:lnTo>
                    <a:pt x="18973" y="13207"/>
                  </a:lnTo>
                  <a:lnTo>
                    <a:pt x="22578" y="16649"/>
                  </a:lnTo>
                  <a:lnTo>
                    <a:pt x="22936" y="21169"/>
                  </a:lnTo>
                  <a:lnTo>
                    <a:pt x="27430" y="23574"/>
                  </a:lnTo>
                  <a:lnTo>
                    <a:pt x="28199" y="22728"/>
                  </a:lnTo>
                  <a:lnTo>
                    <a:pt x="27368" y="22002"/>
                  </a:lnTo>
                  <a:lnTo>
                    <a:pt x="26452" y="22297"/>
                  </a:lnTo>
                  <a:lnTo>
                    <a:pt x="26800" y="15966"/>
                  </a:lnTo>
                  <a:lnTo>
                    <a:pt x="34334" y="13919"/>
                  </a:lnTo>
                  <a:lnTo>
                    <a:pt x="40304" y="13334"/>
                  </a:lnTo>
                  <a:lnTo>
                    <a:pt x="41153" y="17713"/>
                  </a:lnTo>
                  <a:lnTo>
                    <a:pt x="49453" y="16299"/>
                  </a:lnTo>
                  <a:lnTo>
                    <a:pt x="49040" y="14937"/>
                  </a:lnTo>
                  <a:lnTo>
                    <a:pt x="44398" y="13282"/>
                  </a:lnTo>
                  <a:lnTo>
                    <a:pt x="43503" y="10254"/>
                  </a:lnTo>
                  <a:lnTo>
                    <a:pt x="4248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h2294"/>
            <p:cNvSpPr/>
            <p:nvPr/>
          </p:nvSpPr>
          <p:spPr>
            <a:xfrm>
              <a:off x="1063016" y="1556587"/>
              <a:ext cx="142633" cy="189897"/>
            </a:xfrm>
            <a:custGeom>
              <a:avLst/>
              <a:pathLst>
                <a:path w="142633" h="189897">
                  <a:moveTo>
                    <a:pt x="78755" y="1598"/>
                  </a:moveTo>
                  <a:lnTo>
                    <a:pt x="79479" y="7617"/>
                  </a:lnTo>
                  <a:lnTo>
                    <a:pt x="88873" y="11026"/>
                  </a:lnTo>
                  <a:lnTo>
                    <a:pt x="87470" y="13539"/>
                  </a:lnTo>
                  <a:lnTo>
                    <a:pt x="84152" y="15816"/>
                  </a:lnTo>
                  <a:lnTo>
                    <a:pt x="84823" y="18355"/>
                  </a:lnTo>
                  <a:lnTo>
                    <a:pt x="86310" y="19906"/>
                  </a:lnTo>
                  <a:lnTo>
                    <a:pt x="90136" y="19609"/>
                  </a:lnTo>
                  <a:lnTo>
                    <a:pt x="92591" y="22551"/>
                  </a:lnTo>
                  <a:lnTo>
                    <a:pt x="91004" y="25514"/>
                  </a:lnTo>
                  <a:lnTo>
                    <a:pt x="90654" y="27910"/>
                  </a:lnTo>
                  <a:lnTo>
                    <a:pt x="92996" y="27698"/>
                  </a:lnTo>
                  <a:lnTo>
                    <a:pt x="92672" y="31674"/>
                  </a:lnTo>
                  <a:lnTo>
                    <a:pt x="89226" y="33362"/>
                  </a:lnTo>
                  <a:lnTo>
                    <a:pt x="88970" y="34452"/>
                  </a:lnTo>
                  <a:lnTo>
                    <a:pt x="96764" y="42068"/>
                  </a:lnTo>
                  <a:lnTo>
                    <a:pt x="104192" y="45379"/>
                  </a:lnTo>
                  <a:lnTo>
                    <a:pt x="104028" y="45957"/>
                  </a:lnTo>
                  <a:lnTo>
                    <a:pt x="104086" y="47293"/>
                  </a:lnTo>
                  <a:lnTo>
                    <a:pt x="99429" y="45971"/>
                  </a:lnTo>
                  <a:lnTo>
                    <a:pt x="97201" y="55235"/>
                  </a:lnTo>
                  <a:lnTo>
                    <a:pt x="96334" y="62827"/>
                  </a:lnTo>
                  <a:lnTo>
                    <a:pt x="92163" y="70643"/>
                  </a:lnTo>
                  <a:lnTo>
                    <a:pt x="91715" y="74584"/>
                  </a:lnTo>
                  <a:lnTo>
                    <a:pt x="97678" y="80684"/>
                  </a:lnTo>
                  <a:lnTo>
                    <a:pt x="97411" y="83340"/>
                  </a:lnTo>
                  <a:lnTo>
                    <a:pt x="95780" y="84284"/>
                  </a:lnTo>
                  <a:lnTo>
                    <a:pt x="95000" y="90546"/>
                  </a:lnTo>
                  <a:lnTo>
                    <a:pt x="97607" y="90735"/>
                  </a:lnTo>
                  <a:lnTo>
                    <a:pt x="100206" y="94204"/>
                  </a:lnTo>
                  <a:lnTo>
                    <a:pt x="98923" y="103168"/>
                  </a:lnTo>
                  <a:lnTo>
                    <a:pt x="101175" y="107409"/>
                  </a:lnTo>
                  <a:lnTo>
                    <a:pt x="105822" y="107351"/>
                  </a:lnTo>
                  <a:lnTo>
                    <a:pt x="110136" y="108851"/>
                  </a:lnTo>
                  <a:lnTo>
                    <a:pt x="113282" y="113164"/>
                  </a:lnTo>
                  <a:lnTo>
                    <a:pt x="116468" y="115481"/>
                  </a:lnTo>
                  <a:lnTo>
                    <a:pt x="117774" y="114093"/>
                  </a:lnTo>
                  <a:lnTo>
                    <a:pt x="115623" y="111062"/>
                  </a:lnTo>
                  <a:lnTo>
                    <a:pt x="124256" y="113324"/>
                  </a:lnTo>
                  <a:lnTo>
                    <a:pt x="133964" y="113979"/>
                  </a:lnTo>
                  <a:lnTo>
                    <a:pt x="131050" y="109259"/>
                  </a:lnTo>
                  <a:lnTo>
                    <a:pt x="130604" y="105752"/>
                  </a:lnTo>
                  <a:lnTo>
                    <a:pt x="136852" y="106192"/>
                  </a:lnTo>
                  <a:lnTo>
                    <a:pt x="141509" y="108797"/>
                  </a:lnTo>
                  <a:lnTo>
                    <a:pt x="142633" y="109430"/>
                  </a:lnTo>
                  <a:lnTo>
                    <a:pt x="142252" y="116287"/>
                  </a:lnTo>
                  <a:lnTo>
                    <a:pt x="139086" y="117699"/>
                  </a:lnTo>
                  <a:lnTo>
                    <a:pt x="139477" y="122987"/>
                  </a:lnTo>
                  <a:lnTo>
                    <a:pt x="134689" y="135183"/>
                  </a:lnTo>
                  <a:lnTo>
                    <a:pt x="136535" y="138330"/>
                  </a:lnTo>
                  <a:lnTo>
                    <a:pt x="139356" y="140217"/>
                  </a:lnTo>
                  <a:lnTo>
                    <a:pt x="138904" y="143475"/>
                  </a:lnTo>
                  <a:lnTo>
                    <a:pt x="137075" y="148035"/>
                  </a:lnTo>
                  <a:lnTo>
                    <a:pt x="137854" y="150694"/>
                  </a:lnTo>
                  <a:lnTo>
                    <a:pt x="126958" y="146565"/>
                  </a:lnTo>
                  <a:lnTo>
                    <a:pt x="123569" y="152500"/>
                  </a:lnTo>
                  <a:lnTo>
                    <a:pt x="117497" y="154940"/>
                  </a:lnTo>
                  <a:lnTo>
                    <a:pt x="110113" y="153842"/>
                  </a:lnTo>
                  <a:lnTo>
                    <a:pt x="109516" y="154606"/>
                  </a:lnTo>
                  <a:lnTo>
                    <a:pt x="109838" y="155300"/>
                  </a:lnTo>
                  <a:lnTo>
                    <a:pt x="111165" y="155505"/>
                  </a:lnTo>
                  <a:lnTo>
                    <a:pt x="113594" y="158553"/>
                  </a:lnTo>
                  <a:lnTo>
                    <a:pt x="110766" y="161290"/>
                  </a:lnTo>
                  <a:lnTo>
                    <a:pt x="108582" y="161435"/>
                  </a:lnTo>
                  <a:lnTo>
                    <a:pt x="107162" y="159735"/>
                  </a:lnTo>
                  <a:lnTo>
                    <a:pt x="100785" y="164323"/>
                  </a:lnTo>
                  <a:lnTo>
                    <a:pt x="100063" y="163403"/>
                  </a:lnTo>
                  <a:lnTo>
                    <a:pt x="106004" y="158506"/>
                  </a:lnTo>
                  <a:lnTo>
                    <a:pt x="101456" y="152500"/>
                  </a:lnTo>
                  <a:lnTo>
                    <a:pt x="98982" y="151884"/>
                  </a:lnTo>
                  <a:lnTo>
                    <a:pt x="93771" y="146509"/>
                  </a:lnTo>
                  <a:lnTo>
                    <a:pt x="90407" y="149095"/>
                  </a:lnTo>
                  <a:lnTo>
                    <a:pt x="88525" y="146826"/>
                  </a:lnTo>
                  <a:lnTo>
                    <a:pt x="79951" y="153957"/>
                  </a:lnTo>
                  <a:lnTo>
                    <a:pt x="83472" y="158065"/>
                  </a:lnTo>
                  <a:lnTo>
                    <a:pt x="82887" y="160354"/>
                  </a:lnTo>
                  <a:lnTo>
                    <a:pt x="73068" y="172184"/>
                  </a:lnTo>
                  <a:lnTo>
                    <a:pt x="69025" y="189897"/>
                  </a:lnTo>
                  <a:lnTo>
                    <a:pt x="53261" y="188256"/>
                  </a:lnTo>
                  <a:lnTo>
                    <a:pt x="51941" y="186901"/>
                  </a:lnTo>
                  <a:lnTo>
                    <a:pt x="47659" y="188591"/>
                  </a:lnTo>
                  <a:lnTo>
                    <a:pt x="44545" y="186648"/>
                  </a:lnTo>
                  <a:lnTo>
                    <a:pt x="40543" y="186721"/>
                  </a:lnTo>
                  <a:lnTo>
                    <a:pt x="37252" y="187667"/>
                  </a:lnTo>
                  <a:lnTo>
                    <a:pt x="31766" y="185535"/>
                  </a:lnTo>
                  <a:lnTo>
                    <a:pt x="30219" y="183918"/>
                  </a:lnTo>
                  <a:lnTo>
                    <a:pt x="29326" y="180148"/>
                  </a:lnTo>
                  <a:lnTo>
                    <a:pt x="34010" y="171774"/>
                  </a:lnTo>
                  <a:lnTo>
                    <a:pt x="34532" y="167255"/>
                  </a:lnTo>
                  <a:lnTo>
                    <a:pt x="33588" y="165496"/>
                  </a:lnTo>
                  <a:lnTo>
                    <a:pt x="31298" y="164610"/>
                  </a:lnTo>
                  <a:lnTo>
                    <a:pt x="29798" y="163019"/>
                  </a:lnTo>
                  <a:lnTo>
                    <a:pt x="30034" y="159786"/>
                  </a:lnTo>
                  <a:lnTo>
                    <a:pt x="29376" y="158125"/>
                  </a:lnTo>
                  <a:lnTo>
                    <a:pt x="22446" y="149102"/>
                  </a:lnTo>
                  <a:lnTo>
                    <a:pt x="19276" y="141791"/>
                  </a:lnTo>
                  <a:lnTo>
                    <a:pt x="15674" y="138907"/>
                  </a:lnTo>
                  <a:lnTo>
                    <a:pt x="13550" y="130607"/>
                  </a:lnTo>
                  <a:lnTo>
                    <a:pt x="9335" y="123678"/>
                  </a:lnTo>
                  <a:lnTo>
                    <a:pt x="9674" y="120349"/>
                  </a:lnTo>
                  <a:lnTo>
                    <a:pt x="8422" y="116809"/>
                  </a:lnTo>
                  <a:lnTo>
                    <a:pt x="6613" y="115090"/>
                  </a:lnTo>
                  <a:lnTo>
                    <a:pt x="4191" y="114159"/>
                  </a:lnTo>
                  <a:lnTo>
                    <a:pt x="1749" y="114900"/>
                  </a:lnTo>
                  <a:lnTo>
                    <a:pt x="252" y="113574"/>
                  </a:lnTo>
                  <a:lnTo>
                    <a:pt x="2360" y="103218"/>
                  </a:lnTo>
                  <a:lnTo>
                    <a:pt x="1495" y="98888"/>
                  </a:lnTo>
                  <a:lnTo>
                    <a:pt x="0" y="95875"/>
                  </a:lnTo>
                  <a:lnTo>
                    <a:pt x="13726" y="94793"/>
                  </a:lnTo>
                  <a:lnTo>
                    <a:pt x="14736" y="87987"/>
                  </a:lnTo>
                  <a:lnTo>
                    <a:pt x="13797" y="87638"/>
                  </a:lnTo>
                  <a:lnTo>
                    <a:pt x="16855" y="78275"/>
                  </a:lnTo>
                  <a:lnTo>
                    <a:pt x="21631" y="79892"/>
                  </a:lnTo>
                  <a:lnTo>
                    <a:pt x="27874" y="83549"/>
                  </a:lnTo>
                  <a:lnTo>
                    <a:pt x="35696" y="84558"/>
                  </a:lnTo>
                  <a:lnTo>
                    <a:pt x="42563" y="86586"/>
                  </a:lnTo>
                  <a:lnTo>
                    <a:pt x="50810" y="86720"/>
                  </a:lnTo>
                  <a:lnTo>
                    <a:pt x="51102" y="81284"/>
                  </a:lnTo>
                  <a:lnTo>
                    <a:pt x="61074" y="82070"/>
                  </a:lnTo>
                  <a:lnTo>
                    <a:pt x="63184" y="79023"/>
                  </a:lnTo>
                  <a:lnTo>
                    <a:pt x="59993" y="72810"/>
                  </a:lnTo>
                  <a:lnTo>
                    <a:pt x="54850" y="73115"/>
                  </a:lnTo>
                  <a:lnTo>
                    <a:pt x="53547" y="66537"/>
                  </a:lnTo>
                  <a:lnTo>
                    <a:pt x="55387" y="63326"/>
                  </a:lnTo>
                  <a:lnTo>
                    <a:pt x="59065" y="62486"/>
                  </a:lnTo>
                  <a:lnTo>
                    <a:pt x="61392" y="58410"/>
                  </a:lnTo>
                  <a:lnTo>
                    <a:pt x="63095" y="52033"/>
                  </a:lnTo>
                  <a:lnTo>
                    <a:pt x="65248" y="52186"/>
                  </a:lnTo>
                  <a:lnTo>
                    <a:pt x="65170" y="53284"/>
                  </a:lnTo>
                  <a:lnTo>
                    <a:pt x="66825" y="53402"/>
                  </a:lnTo>
                  <a:lnTo>
                    <a:pt x="67395" y="45770"/>
                  </a:lnTo>
                  <a:lnTo>
                    <a:pt x="68373" y="45923"/>
                  </a:lnTo>
                  <a:lnTo>
                    <a:pt x="68949" y="42317"/>
                  </a:lnTo>
                  <a:lnTo>
                    <a:pt x="68347" y="33789"/>
                  </a:lnTo>
                  <a:lnTo>
                    <a:pt x="70159" y="33474"/>
                  </a:lnTo>
                  <a:lnTo>
                    <a:pt x="72553" y="31574"/>
                  </a:lnTo>
                  <a:lnTo>
                    <a:pt x="73195" y="24202"/>
                  </a:lnTo>
                  <a:lnTo>
                    <a:pt x="74645" y="20137"/>
                  </a:lnTo>
                  <a:lnTo>
                    <a:pt x="74403" y="18080"/>
                  </a:lnTo>
                  <a:lnTo>
                    <a:pt x="70776" y="18353"/>
                  </a:lnTo>
                  <a:lnTo>
                    <a:pt x="68539" y="17306"/>
                  </a:lnTo>
                  <a:lnTo>
                    <a:pt x="68545" y="15098"/>
                  </a:lnTo>
                  <a:lnTo>
                    <a:pt x="70434" y="15234"/>
                  </a:lnTo>
                  <a:lnTo>
                    <a:pt x="71829" y="2951"/>
                  </a:lnTo>
                  <a:lnTo>
                    <a:pt x="7454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h2295"/>
            <p:cNvSpPr/>
            <p:nvPr/>
          </p:nvSpPr>
          <p:spPr>
            <a:xfrm>
              <a:off x="1299013" y="1526446"/>
              <a:ext cx="71835" cy="64968"/>
            </a:xfrm>
            <a:custGeom>
              <a:avLst/>
              <a:pathLst>
                <a:path w="71835" h="64968">
                  <a:moveTo>
                    <a:pt x="32727" y="4513"/>
                  </a:moveTo>
                  <a:lnTo>
                    <a:pt x="38395" y="6825"/>
                  </a:lnTo>
                  <a:lnTo>
                    <a:pt x="44021" y="7945"/>
                  </a:lnTo>
                  <a:lnTo>
                    <a:pt x="48614" y="7352"/>
                  </a:lnTo>
                  <a:lnTo>
                    <a:pt x="48234" y="14425"/>
                  </a:lnTo>
                  <a:lnTo>
                    <a:pt x="61813" y="13554"/>
                  </a:lnTo>
                  <a:lnTo>
                    <a:pt x="64080" y="14806"/>
                  </a:lnTo>
                  <a:lnTo>
                    <a:pt x="63752" y="20766"/>
                  </a:lnTo>
                  <a:lnTo>
                    <a:pt x="67495" y="19799"/>
                  </a:lnTo>
                  <a:lnTo>
                    <a:pt x="68491" y="20562"/>
                  </a:lnTo>
                  <a:lnTo>
                    <a:pt x="71835" y="28233"/>
                  </a:lnTo>
                  <a:lnTo>
                    <a:pt x="65338" y="32527"/>
                  </a:lnTo>
                  <a:lnTo>
                    <a:pt x="65090" y="35727"/>
                  </a:lnTo>
                  <a:lnTo>
                    <a:pt x="58810" y="37410"/>
                  </a:lnTo>
                  <a:lnTo>
                    <a:pt x="55969" y="37087"/>
                  </a:lnTo>
                  <a:lnTo>
                    <a:pt x="56016" y="43920"/>
                  </a:lnTo>
                  <a:lnTo>
                    <a:pt x="58856" y="45065"/>
                  </a:lnTo>
                  <a:lnTo>
                    <a:pt x="42055" y="55359"/>
                  </a:lnTo>
                  <a:lnTo>
                    <a:pt x="42136" y="59191"/>
                  </a:lnTo>
                  <a:lnTo>
                    <a:pt x="38658" y="59502"/>
                  </a:lnTo>
                  <a:lnTo>
                    <a:pt x="37364" y="63019"/>
                  </a:lnTo>
                  <a:lnTo>
                    <a:pt x="35728" y="64077"/>
                  </a:lnTo>
                  <a:lnTo>
                    <a:pt x="30163" y="64968"/>
                  </a:lnTo>
                  <a:lnTo>
                    <a:pt x="29208" y="63544"/>
                  </a:lnTo>
                  <a:lnTo>
                    <a:pt x="35184" y="61361"/>
                  </a:lnTo>
                  <a:lnTo>
                    <a:pt x="35007" y="59257"/>
                  </a:lnTo>
                  <a:lnTo>
                    <a:pt x="9837" y="57193"/>
                  </a:lnTo>
                  <a:lnTo>
                    <a:pt x="7068" y="52007"/>
                  </a:lnTo>
                  <a:lnTo>
                    <a:pt x="3465" y="53288"/>
                  </a:lnTo>
                  <a:lnTo>
                    <a:pt x="2462" y="55477"/>
                  </a:lnTo>
                  <a:lnTo>
                    <a:pt x="927" y="55830"/>
                  </a:lnTo>
                  <a:lnTo>
                    <a:pt x="0" y="55014"/>
                  </a:lnTo>
                  <a:lnTo>
                    <a:pt x="581" y="49450"/>
                  </a:lnTo>
                  <a:lnTo>
                    <a:pt x="4224" y="39177"/>
                  </a:lnTo>
                  <a:lnTo>
                    <a:pt x="3087" y="38676"/>
                  </a:lnTo>
                  <a:lnTo>
                    <a:pt x="1345" y="32421"/>
                  </a:lnTo>
                  <a:lnTo>
                    <a:pt x="4649" y="30754"/>
                  </a:lnTo>
                  <a:lnTo>
                    <a:pt x="5673" y="32034"/>
                  </a:lnTo>
                  <a:lnTo>
                    <a:pt x="4374" y="25079"/>
                  </a:lnTo>
                  <a:lnTo>
                    <a:pt x="6568" y="21807"/>
                  </a:lnTo>
                  <a:lnTo>
                    <a:pt x="7510" y="21058"/>
                  </a:lnTo>
                  <a:lnTo>
                    <a:pt x="15971" y="19755"/>
                  </a:lnTo>
                  <a:lnTo>
                    <a:pt x="14552" y="16333"/>
                  </a:lnTo>
                  <a:lnTo>
                    <a:pt x="17088" y="7307"/>
                  </a:lnTo>
                  <a:lnTo>
                    <a:pt x="20527" y="5803"/>
                  </a:lnTo>
                  <a:lnTo>
                    <a:pt x="23789" y="1510"/>
                  </a:lnTo>
                  <a:lnTo>
                    <a:pt x="23653" y="0"/>
                  </a:lnTo>
                  <a:lnTo>
                    <a:pt x="28645" y="3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h2296"/>
            <p:cNvSpPr/>
            <p:nvPr/>
          </p:nvSpPr>
          <p:spPr>
            <a:xfrm>
              <a:off x="1197706" y="1666018"/>
              <a:ext cx="83106" cy="72259"/>
            </a:xfrm>
            <a:custGeom>
              <a:avLst/>
              <a:pathLst>
                <a:path w="83106" h="72259">
                  <a:moveTo>
                    <a:pt x="13390" y="3032"/>
                  </a:moveTo>
                  <a:lnTo>
                    <a:pt x="9915" y="15085"/>
                  </a:lnTo>
                  <a:lnTo>
                    <a:pt x="14565" y="19490"/>
                  </a:lnTo>
                  <a:lnTo>
                    <a:pt x="21045" y="14844"/>
                  </a:lnTo>
                  <a:lnTo>
                    <a:pt x="25154" y="15577"/>
                  </a:lnTo>
                  <a:lnTo>
                    <a:pt x="28076" y="16424"/>
                  </a:lnTo>
                  <a:lnTo>
                    <a:pt x="33591" y="27131"/>
                  </a:lnTo>
                  <a:lnTo>
                    <a:pt x="37155" y="26943"/>
                  </a:lnTo>
                  <a:lnTo>
                    <a:pt x="37849" y="23236"/>
                  </a:lnTo>
                  <a:lnTo>
                    <a:pt x="51003" y="21232"/>
                  </a:lnTo>
                  <a:lnTo>
                    <a:pt x="58571" y="20927"/>
                  </a:lnTo>
                  <a:lnTo>
                    <a:pt x="61733" y="20100"/>
                  </a:lnTo>
                  <a:lnTo>
                    <a:pt x="61698" y="19186"/>
                  </a:lnTo>
                  <a:lnTo>
                    <a:pt x="67148" y="17395"/>
                  </a:lnTo>
                  <a:lnTo>
                    <a:pt x="68884" y="17949"/>
                  </a:lnTo>
                  <a:lnTo>
                    <a:pt x="71350" y="21994"/>
                  </a:lnTo>
                  <a:lnTo>
                    <a:pt x="83106" y="23815"/>
                  </a:lnTo>
                  <a:lnTo>
                    <a:pt x="78609" y="25794"/>
                  </a:lnTo>
                  <a:lnTo>
                    <a:pt x="77216" y="27210"/>
                  </a:lnTo>
                  <a:lnTo>
                    <a:pt x="76033" y="30244"/>
                  </a:lnTo>
                  <a:lnTo>
                    <a:pt x="75765" y="33627"/>
                  </a:lnTo>
                  <a:lnTo>
                    <a:pt x="79117" y="35591"/>
                  </a:lnTo>
                  <a:lnTo>
                    <a:pt x="78705" y="38608"/>
                  </a:lnTo>
                  <a:lnTo>
                    <a:pt x="75320" y="46436"/>
                  </a:lnTo>
                  <a:lnTo>
                    <a:pt x="73203" y="48157"/>
                  </a:lnTo>
                  <a:lnTo>
                    <a:pt x="67898" y="50862"/>
                  </a:lnTo>
                  <a:lnTo>
                    <a:pt x="66977" y="49514"/>
                  </a:lnTo>
                  <a:lnTo>
                    <a:pt x="67641" y="50230"/>
                  </a:lnTo>
                  <a:lnTo>
                    <a:pt x="70190" y="48368"/>
                  </a:lnTo>
                  <a:lnTo>
                    <a:pt x="68633" y="46577"/>
                  </a:lnTo>
                  <a:lnTo>
                    <a:pt x="62094" y="47165"/>
                  </a:lnTo>
                  <a:lnTo>
                    <a:pt x="64492" y="53553"/>
                  </a:lnTo>
                  <a:lnTo>
                    <a:pt x="58735" y="58746"/>
                  </a:lnTo>
                  <a:lnTo>
                    <a:pt x="64508" y="61041"/>
                  </a:lnTo>
                  <a:lnTo>
                    <a:pt x="63384" y="64793"/>
                  </a:lnTo>
                  <a:lnTo>
                    <a:pt x="58955" y="63106"/>
                  </a:lnTo>
                  <a:lnTo>
                    <a:pt x="51684" y="63378"/>
                  </a:lnTo>
                  <a:lnTo>
                    <a:pt x="52239" y="67317"/>
                  </a:lnTo>
                  <a:lnTo>
                    <a:pt x="44298" y="69024"/>
                  </a:lnTo>
                  <a:lnTo>
                    <a:pt x="44725" y="72259"/>
                  </a:lnTo>
                  <a:lnTo>
                    <a:pt x="39214" y="70638"/>
                  </a:lnTo>
                  <a:lnTo>
                    <a:pt x="40052" y="67847"/>
                  </a:lnTo>
                  <a:lnTo>
                    <a:pt x="31503" y="65910"/>
                  </a:lnTo>
                  <a:lnTo>
                    <a:pt x="31113" y="67492"/>
                  </a:lnTo>
                  <a:lnTo>
                    <a:pt x="26523" y="66411"/>
                  </a:lnTo>
                  <a:lnTo>
                    <a:pt x="28178" y="60811"/>
                  </a:lnTo>
                  <a:lnTo>
                    <a:pt x="23585" y="58127"/>
                  </a:lnTo>
                  <a:lnTo>
                    <a:pt x="14012" y="57046"/>
                  </a:lnTo>
                  <a:lnTo>
                    <a:pt x="11923" y="49635"/>
                  </a:lnTo>
                  <a:lnTo>
                    <a:pt x="9691" y="55344"/>
                  </a:lnTo>
                  <a:lnTo>
                    <a:pt x="5557" y="53547"/>
                  </a:lnTo>
                  <a:lnTo>
                    <a:pt x="5591" y="45518"/>
                  </a:lnTo>
                  <a:lnTo>
                    <a:pt x="8372" y="44138"/>
                  </a:lnTo>
                  <a:lnTo>
                    <a:pt x="3164" y="41264"/>
                  </a:lnTo>
                  <a:lnTo>
                    <a:pt x="2385" y="38605"/>
                  </a:lnTo>
                  <a:lnTo>
                    <a:pt x="4214" y="34045"/>
                  </a:lnTo>
                  <a:lnTo>
                    <a:pt x="4666" y="30787"/>
                  </a:lnTo>
                  <a:lnTo>
                    <a:pt x="1846" y="28900"/>
                  </a:lnTo>
                  <a:lnTo>
                    <a:pt x="0" y="25753"/>
                  </a:lnTo>
                  <a:lnTo>
                    <a:pt x="4787" y="13556"/>
                  </a:lnTo>
                  <a:lnTo>
                    <a:pt x="4396" y="8269"/>
                  </a:lnTo>
                  <a:lnTo>
                    <a:pt x="7563" y="6857"/>
                  </a:lnTo>
                  <a:lnTo>
                    <a:pt x="794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h2297"/>
            <p:cNvSpPr/>
            <p:nvPr/>
          </p:nvSpPr>
          <p:spPr>
            <a:xfrm>
              <a:off x="1303400" y="1686134"/>
              <a:ext cx="22687" cy="11570"/>
            </a:xfrm>
            <a:custGeom>
              <a:avLst/>
              <a:pathLst>
                <a:path w="22687" h="11570">
                  <a:moveTo>
                    <a:pt x="22156" y="3540"/>
                  </a:moveTo>
                  <a:lnTo>
                    <a:pt x="22687" y="5771"/>
                  </a:lnTo>
                  <a:lnTo>
                    <a:pt x="21627" y="8415"/>
                  </a:lnTo>
                  <a:lnTo>
                    <a:pt x="21045" y="9889"/>
                  </a:lnTo>
                  <a:lnTo>
                    <a:pt x="19330" y="9525"/>
                  </a:lnTo>
                  <a:lnTo>
                    <a:pt x="19279" y="8634"/>
                  </a:lnTo>
                  <a:lnTo>
                    <a:pt x="6161" y="9859"/>
                  </a:lnTo>
                  <a:lnTo>
                    <a:pt x="6438" y="11062"/>
                  </a:lnTo>
                  <a:lnTo>
                    <a:pt x="3995" y="11570"/>
                  </a:lnTo>
                  <a:lnTo>
                    <a:pt x="0" y="998"/>
                  </a:lnTo>
                  <a:lnTo>
                    <a:pt x="1467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h2298"/>
            <p:cNvSpPr/>
            <p:nvPr/>
          </p:nvSpPr>
          <p:spPr>
            <a:xfrm>
              <a:off x="1349910" y="1988474"/>
              <a:ext cx="77729" cy="97013"/>
            </a:xfrm>
            <a:custGeom>
              <a:avLst/>
              <a:pathLst>
                <a:path w="77729" h="97013">
                  <a:moveTo>
                    <a:pt x="19343" y="2195"/>
                  </a:moveTo>
                  <a:lnTo>
                    <a:pt x="17286" y="6682"/>
                  </a:lnTo>
                  <a:lnTo>
                    <a:pt x="25777" y="10159"/>
                  </a:lnTo>
                  <a:lnTo>
                    <a:pt x="27723" y="9505"/>
                  </a:lnTo>
                  <a:lnTo>
                    <a:pt x="27841" y="6351"/>
                  </a:lnTo>
                  <a:lnTo>
                    <a:pt x="33953" y="6617"/>
                  </a:lnTo>
                  <a:lnTo>
                    <a:pt x="34252" y="11968"/>
                  </a:lnTo>
                  <a:lnTo>
                    <a:pt x="39042" y="13725"/>
                  </a:lnTo>
                  <a:lnTo>
                    <a:pt x="43141" y="9492"/>
                  </a:lnTo>
                  <a:lnTo>
                    <a:pt x="43263" y="5964"/>
                  </a:lnTo>
                  <a:lnTo>
                    <a:pt x="44221" y="4822"/>
                  </a:lnTo>
                  <a:lnTo>
                    <a:pt x="48601" y="4379"/>
                  </a:lnTo>
                  <a:lnTo>
                    <a:pt x="47918" y="954"/>
                  </a:lnTo>
                  <a:lnTo>
                    <a:pt x="50931" y="88"/>
                  </a:lnTo>
                  <a:lnTo>
                    <a:pt x="55274" y="7062"/>
                  </a:lnTo>
                  <a:lnTo>
                    <a:pt x="56071" y="9902"/>
                  </a:lnTo>
                  <a:lnTo>
                    <a:pt x="55692" y="14385"/>
                  </a:lnTo>
                  <a:lnTo>
                    <a:pt x="64883" y="16790"/>
                  </a:lnTo>
                  <a:lnTo>
                    <a:pt x="66483" y="15522"/>
                  </a:lnTo>
                  <a:lnTo>
                    <a:pt x="73043" y="27081"/>
                  </a:lnTo>
                  <a:lnTo>
                    <a:pt x="69820" y="27041"/>
                  </a:lnTo>
                  <a:lnTo>
                    <a:pt x="69599" y="31385"/>
                  </a:lnTo>
                  <a:lnTo>
                    <a:pt x="63092" y="31002"/>
                  </a:lnTo>
                  <a:lnTo>
                    <a:pt x="62173" y="28382"/>
                  </a:lnTo>
                  <a:lnTo>
                    <a:pt x="59750" y="30267"/>
                  </a:lnTo>
                  <a:lnTo>
                    <a:pt x="59521" y="34600"/>
                  </a:lnTo>
                  <a:lnTo>
                    <a:pt x="61380" y="45980"/>
                  </a:lnTo>
                  <a:lnTo>
                    <a:pt x="60163" y="50066"/>
                  </a:lnTo>
                  <a:lnTo>
                    <a:pt x="59258" y="62436"/>
                  </a:lnTo>
                  <a:lnTo>
                    <a:pt x="65354" y="64648"/>
                  </a:lnTo>
                  <a:lnTo>
                    <a:pt x="67855" y="66254"/>
                  </a:lnTo>
                  <a:lnTo>
                    <a:pt x="69777" y="68826"/>
                  </a:lnTo>
                  <a:lnTo>
                    <a:pt x="72412" y="68779"/>
                  </a:lnTo>
                  <a:lnTo>
                    <a:pt x="74793" y="67896"/>
                  </a:lnTo>
                  <a:lnTo>
                    <a:pt x="74889" y="69452"/>
                  </a:lnTo>
                  <a:lnTo>
                    <a:pt x="68551" y="73562"/>
                  </a:lnTo>
                  <a:lnTo>
                    <a:pt x="68891" y="75596"/>
                  </a:lnTo>
                  <a:lnTo>
                    <a:pt x="74048" y="76750"/>
                  </a:lnTo>
                  <a:lnTo>
                    <a:pt x="76813" y="80158"/>
                  </a:lnTo>
                  <a:lnTo>
                    <a:pt x="77729" y="84791"/>
                  </a:lnTo>
                  <a:lnTo>
                    <a:pt x="73358" y="92234"/>
                  </a:lnTo>
                  <a:lnTo>
                    <a:pt x="71527" y="91744"/>
                  </a:lnTo>
                  <a:lnTo>
                    <a:pt x="63039" y="97013"/>
                  </a:lnTo>
                  <a:lnTo>
                    <a:pt x="48696" y="76507"/>
                  </a:lnTo>
                  <a:lnTo>
                    <a:pt x="43776" y="71869"/>
                  </a:lnTo>
                  <a:lnTo>
                    <a:pt x="35589" y="71434"/>
                  </a:lnTo>
                  <a:lnTo>
                    <a:pt x="35628" y="69941"/>
                  </a:lnTo>
                  <a:lnTo>
                    <a:pt x="27078" y="69497"/>
                  </a:lnTo>
                  <a:lnTo>
                    <a:pt x="27134" y="68391"/>
                  </a:lnTo>
                  <a:lnTo>
                    <a:pt x="22330" y="68137"/>
                  </a:lnTo>
                  <a:lnTo>
                    <a:pt x="22463" y="65912"/>
                  </a:lnTo>
                  <a:lnTo>
                    <a:pt x="28975" y="66783"/>
                  </a:lnTo>
                  <a:lnTo>
                    <a:pt x="29199" y="62172"/>
                  </a:lnTo>
                  <a:lnTo>
                    <a:pt x="32564" y="62149"/>
                  </a:lnTo>
                  <a:lnTo>
                    <a:pt x="32952" y="55056"/>
                  </a:lnTo>
                  <a:lnTo>
                    <a:pt x="30876" y="53858"/>
                  </a:lnTo>
                  <a:lnTo>
                    <a:pt x="27628" y="53687"/>
                  </a:lnTo>
                  <a:lnTo>
                    <a:pt x="26594" y="52152"/>
                  </a:lnTo>
                  <a:lnTo>
                    <a:pt x="26692" y="50375"/>
                  </a:lnTo>
                  <a:lnTo>
                    <a:pt x="28887" y="50481"/>
                  </a:lnTo>
                  <a:lnTo>
                    <a:pt x="28988" y="48292"/>
                  </a:lnTo>
                  <a:lnTo>
                    <a:pt x="27753" y="41040"/>
                  </a:lnTo>
                  <a:lnTo>
                    <a:pt x="24961" y="38130"/>
                  </a:lnTo>
                  <a:lnTo>
                    <a:pt x="25361" y="30600"/>
                  </a:lnTo>
                  <a:lnTo>
                    <a:pt x="22035" y="30490"/>
                  </a:lnTo>
                  <a:lnTo>
                    <a:pt x="20518" y="29565"/>
                  </a:lnTo>
                  <a:lnTo>
                    <a:pt x="16054" y="22854"/>
                  </a:lnTo>
                  <a:lnTo>
                    <a:pt x="13744" y="20914"/>
                  </a:lnTo>
                  <a:lnTo>
                    <a:pt x="12447" y="20845"/>
                  </a:lnTo>
                  <a:lnTo>
                    <a:pt x="10974" y="22471"/>
                  </a:lnTo>
                  <a:lnTo>
                    <a:pt x="383" y="21833"/>
                  </a:lnTo>
                  <a:lnTo>
                    <a:pt x="0" y="18275"/>
                  </a:lnTo>
                  <a:lnTo>
                    <a:pt x="1984" y="18366"/>
                  </a:lnTo>
                  <a:lnTo>
                    <a:pt x="3572" y="16247"/>
                  </a:lnTo>
                  <a:lnTo>
                    <a:pt x="3987" y="14373"/>
                  </a:lnTo>
                  <a:lnTo>
                    <a:pt x="1117" y="11226"/>
                  </a:lnTo>
                  <a:lnTo>
                    <a:pt x="1374" y="6713"/>
                  </a:lnTo>
                  <a:lnTo>
                    <a:pt x="5991" y="5765"/>
                  </a:lnTo>
                  <a:lnTo>
                    <a:pt x="6769" y="3978"/>
                  </a:lnTo>
                  <a:lnTo>
                    <a:pt x="11311" y="4886"/>
                  </a:lnTo>
                  <a:lnTo>
                    <a:pt x="12479" y="4565"/>
                  </a:lnTo>
                  <a:lnTo>
                    <a:pt x="10384" y="1813"/>
                  </a:lnTo>
                  <a:lnTo>
                    <a:pt x="13568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h2299"/>
            <p:cNvSpPr/>
            <p:nvPr/>
          </p:nvSpPr>
          <p:spPr>
            <a:xfrm>
              <a:off x="1425340" y="1677009"/>
              <a:ext cx="44906" cy="64187"/>
            </a:xfrm>
            <a:custGeom>
              <a:avLst/>
              <a:pathLst>
                <a:path w="44906" h="64187">
                  <a:moveTo>
                    <a:pt x="20726" y="450"/>
                  </a:moveTo>
                  <a:lnTo>
                    <a:pt x="24792" y="3104"/>
                  </a:lnTo>
                  <a:lnTo>
                    <a:pt x="28517" y="4064"/>
                  </a:lnTo>
                  <a:lnTo>
                    <a:pt x="43705" y="2627"/>
                  </a:lnTo>
                  <a:lnTo>
                    <a:pt x="43588" y="9512"/>
                  </a:lnTo>
                  <a:lnTo>
                    <a:pt x="44906" y="13090"/>
                  </a:lnTo>
                  <a:lnTo>
                    <a:pt x="42779" y="12575"/>
                  </a:lnTo>
                  <a:lnTo>
                    <a:pt x="39015" y="14294"/>
                  </a:lnTo>
                  <a:lnTo>
                    <a:pt x="38835" y="16777"/>
                  </a:lnTo>
                  <a:lnTo>
                    <a:pt x="36603" y="19864"/>
                  </a:lnTo>
                  <a:lnTo>
                    <a:pt x="34417" y="20087"/>
                  </a:lnTo>
                  <a:lnTo>
                    <a:pt x="27973" y="23924"/>
                  </a:lnTo>
                  <a:lnTo>
                    <a:pt x="27375" y="26704"/>
                  </a:lnTo>
                  <a:lnTo>
                    <a:pt x="22417" y="33071"/>
                  </a:lnTo>
                  <a:lnTo>
                    <a:pt x="22701" y="35694"/>
                  </a:lnTo>
                  <a:lnTo>
                    <a:pt x="18730" y="46321"/>
                  </a:lnTo>
                  <a:lnTo>
                    <a:pt x="15653" y="46879"/>
                  </a:lnTo>
                  <a:lnTo>
                    <a:pt x="10373" y="46096"/>
                  </a:lnTo>
                  <a:lnTo>
                    <a:pt x="8090" y="39759"/>
                  </a:lnTo>
                  <a:lnTo>
                    <a:pt x="7421" y="47992"/>
                  </a:lnTo>
                  <a:lnTo>
                    <a:pt x="10709" y="55573"/>
                  </a:lnTo>
                  <a:lnTo>
                    <a:pt x="10288" y="59660"/>
                  </a:lnTo>
                  <a:lnTo>
                    <a:pt x="12624" y="61632"/>
                  </a:lnTo>
                  <a:lnTo>
                    <a:pt x="12417" y="63394"/>
                  </a:lnTo>
                  <a:lnTo>
                    <a:pt x="9623" y="64187"/>
                  </a:lnTo>
                  <a:lnTo>
                    <a:pt x="6259" y="60611"/>
                  </a:lnTo>
                  <a:lnTo>
                    <a:pt x="2044" y="62069"/>
                  </a:lnTo>
                  <a:lnTo>
                    <a:pt x="709" y="61818"/>
                  </a:lnTo>
                  <a:lnTo>
                    <a:pt x="2231" y="59111"/>
                  </a:lnTo>
                  <a:lnTo>
                    <a:pt x="1012" y="55695"/>
                  </a:lnTo>
                  <a:lnTo>
                    <a:pt x="1013" y="49484"/>
                  </a:lnTo>
                  <a:lnTo>
                    <a:pt x="2110" y="48499"/>
                  </a:lnTo>
                  <a:lnTo>
                    <a:pt x="2205" y="43875"/>
                  </a:lnTo>
                  <a:lnTo>
                    <a:pt x="0" y="35438"/>
                  </a:lnTo>
                  <a:lnTo>
                    <a:pt x="6689" y="33740"/>
                  </a:lnTo>
                  <a:lnTo>
                    <a:pt x="6624" y="32952"/>
                  </a:lnTo>
                  <a:lnTo>
                    <a:pt x="2951" y="29700"/>
                  </a:lnTo>
                  <a:lnTo>
                    <a:pt x="3061" y="27860"/>
                  </a:lnTo>
                  <a:lnTo>
                    <a:pt x="3309" y="25216"/>
                  </a:lnTo>
                  <a:lnTo>
                    <a:pt x="2567" y="21467"/>
                  </a:lnTo>
                  <a:lnTo>
                    <a:pt x="7233" y="16625"/>
                  </a:lnTo>
                  <a:lnTo>
                    <a:pt x="9576" y="12378"/>
                  </a:lnTo>
                  <a:lnTo>
                    <a:pt x="10046" y="4911"/>
                  </a:lnTo>
                  <a:lnTo>
                    <a:pt x="14044" y="5373"/>
                  </a:lnTo>
                  <a:lnTo>
                    <a:pt x="16463" y="3799"/>
                  </a:lnTo>
                  <a:lnTo>
                    <a:pt x="15581" y="1064"/>
                  </a:lnTo>
                  <a:lnTo>
                    <a:pt x="17351" y="1349"/>
                  </a:lnTo>
                  <a:lnTo>
                    <a:pt x="1856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h2300"/>
            <p:cNvSpPr/>
            <p:nvPr/>
          </p:nvSpPr>
          <p:spPr>
            <a:xfrm>
              <a:off x="1183270" y="1486085"/>
              <a:ext cx="50671" cy="68139"/>
            </a:xfrm>
            <a:custGeom>
              <a:avLst/>
              <a:pathLst>
                <a:path w="50671" h="68139">
                  <a:moveTo>
                    <a:pt x="50671" y="19956"/>
                  </a:moveTo>
                  <a:lnTo>
                    <a:pt x="50250" y="26400"/>
                  </a:lnTo>
                  <a:lnTo>
                    <a:pt x="41879" y="26033"/>
                  </a:lnTo>
                  <a:lnTo>
                    <a:pt x="39934" y="28679"/>
                  </a:lnTo>
                  <a:lnTo>
                    <a:pt x="35208" y="30712"/>
                  </a:lnTo>
                  <a:lnTo>
                    <a:pt x="37330" y="36408"/>
                  </a:lnTo>
                  <a:lnTo>
                    <a:pt x="38451" y="43108"/>
                  </a:lnTo>
                  <a:lnTo>
                    <a:pt x="44230" y="41967"/>
                  </a:lnTo>
                  <a:lnTo>
                    <a:pt x="44874" y="46203"/>
                  </a:lnTo>
                  <a:lnTo>
                    <a:pt x="46973" y="51795"/>
                  </a:lnTo>
                  <a:lnTo>
                    <a:pt x="45516" y="53493"/>
                  </a:lnTo>
                  <a:lnTo>
                    <a:pt x="41555" y="48058"/>
                  </a:lnTo>
                  <a:lnTo>
                    <a:pt x="36882" y="50845"/>
                  </a:lnTo>
                  <a:lnTo>
                    <a:pt x="36056" y="55122"/>
                  </a:lnTo>
                  <a:lnTo>
                    <a:pt x="43147" y="56283"/>
                  </a:lnTo>
                  <a:lnTo>
                    <a:pt x="42123" y="59891"/>
                  </a:lnTo>
                  <a:lnTo>
                    <a:pt x="35840" y="58062"/>
                  </a:lnTo>
                  <a:lnTo>
                    <a:pt x="35304" y="68139"/>
                  </a:lnTo>
                  <a:lnTo>
                    <a:pt x="28301" y="67616"/>
                  </a:lnTo>
                  <a:lnTo>
                    <a:pt x="26463" y="64885"/>
                  </a:lnTo>
                  <a:lnTo>
                    <a:pt x="25207" y="60934"/>
                  </a:lnTo>
                  <a:lnTo>
                    <a:pt x="29411" y="56195"/>
                  </a:lnTo>
                  <a:lnTo>
                    <a:pt x="26922" y="53845"/>
                  </a:lnTo>
                  <a:lnTo>
                    <a:pt x="24062" y="47244"/>
                  </a:lnTo>
                  <a:lnTo>
                    <a:pt x="20846" y="47411"/>
                  </a:lnTo>
                  <a:lnTo>
                    <a:pt x="20245" y="50491"/>
                  </a:lnTo>
                  <a:lnTo>
                    <a:pt x="19274" y="50732"/>
                  </a:lnTo>
                  <a:lnTo>
                    <a:pt x="17005" y="48210"/>
                  </a:lnTo>
                  <a:lnTo>
                    <a:pt x="20957" y="46006"/>
                  </a:lnTo>
                  <a:lnTo>
                    <a:pt x="20360" y="44089"/>
                  </a:lnTo>
                  <a:lnTo>
                    <a:pt x="17557" y="45482"/>
                  </a:lnTo>
                  <a:lnTo>
                    <a:pt x="14982" y="44200"/>
                  </a:lnTo>
                  <a:lnTo>
                    <a:pt x="17590" y="34582"/>
                  </a:lnTo>
                  <a:lnTo>
                    <a:pt x="8152" y="31631"/>
                  </a:lnTo>
                  <a:lnTo>
                    <a:pt x="8898" y="28824"/>
                  </a:lnTo>
                  <a:lnTo>
                    <a:pt x="0" y="29509"/>
                  </a:lnTo>
                  <a:lnTo>
                    <a:pt x="2817" y="21839"/>
                  </a:lnTo>
                  <a:lnTo>
                    <a:pt x="3354" y="9194"/>
                  </a:lnTo>
                  <a:lnTo>
                    <a:pt x="5591" y="9456"/>
                  </a:lnTo>
                  <a:lnTo>
                    <a:pt x="626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h2301"/>
            <p:cNvSpPr/>
            <p:nvPr/>
          </p:nvSpPr>
          <p:spPr>
            <a:xfrm>
              <a:off x="1320977" y="1516803"/>
              <a:ext cx="71051" cy="37876"/>
            </a:xfrm>
            <a:custGeom>
              <a:avLst/>
              <a:pathLst>
                <a:path w="71051" h="37876">
                  <a:moveTo>
                    <a:pt x="63672" y="3334"/>
                  </a:moveTo>
                  <a:lnTo>
                    <a:pt x="65525" y="12708"/>
                  </a:lnTo>
                  <a:lnTo>
                    <a:pt x="68756" y="10631"/>
                  </a:lnTo>
                  <a:lnTo>
                    <a:pt x="71051" y="26825"/>
                  </a:lnTo>
                  <a:lnTo>
                    <a:pt x="67940" y="28218"/>
                  </a:lnTo>
                  <a:lnTo>
                    <a:pt x="68495" y="33167"/>
                  </a:lnTo>
                  <a:lnTo>
                    <a:pt x="52675" y="32299"/>
                  </a:lnTo>
                  <a:lnTo>
                    <a:pt x="52332" y="36258"/>
                  </a:lnTo>
                  <a:lnTo>
                    <a:pt x="49872" y="37876"/>
                  </a:lnTo>
                  <a:lnTo>
                    <a:pt x="46528" y="30205"/>
                  </a:lnTo>
                  <a:lnTo>
                    <a:pt x="45531" y="29442"/>
                  </a:lnTo>
                  <a:lnTo>
                    <a:pt x="41789" y="30409"/>
                  </a:lnTo>
                  <a:lnTo>
                    <a:pt x="42117" y="24449"/>
                  </a:lnTo>
                  <a:lnTo>
                    <a:pt x="39849" y="23197"/>
                  </a:lnTo>
                  <a:lnTo>
                    <a:pt x="26270" y="24068"/>
                  </a:lnTo>
                  <a:lnTo>
                    <a:pt x="26650" y="16995"/>
                  </a:lnTo>
                  <a:lnTo>
                    <a:pt x="22057" y="17588"/>
                  </a:lnTo>
                  <a:lnTo>
                    <a:pt x="16432" y="16468"/>
                  </a:lnTo>
                  <a:lnTo>
                    <a:pt x="10763" y="14156"/>
                  </a:lnTo>
                  <a:lnTo>
                    <a:pt x="6681" y="10026"/>
                  </a:lnTo>
                  <a:lnTo>
                    <a:pt x="1690" y="9642"/>
                  </a:lnTo>
                  <a:lnTo>
                    <a:pt x="248" y="9530"/>
                  </a:lnTo>
                  <a:lnTo>
                    <a:pt x="0" y="8083"/>
                  </a:lnTo>
                  <a:lnTo>
                    <a:pt x="4106" y="5853"/>
                  </a:lnTo>
                  <a:lnTo>
                    <a:pt x="2661" y="3217"/>
                  </a:lnTo>
                  <a:lnTo>
                    <a:pt x="264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h2302"/>
            <p:cNvSpPr/>
            <p:nvPr/>
          </p:nvSpPr>
          <p:spPr>
            <a:xfrm>
              <a:off x="1276791" y="1514604"/>
              <a:ext cx="48291" cy="43877"/>
            </a:xfrm>
            <a:custGeom>
              <a:avLst/>
              <a:pathLst>
                <a:path w="48291" h="43877">
                  <a:moveTo>
                    <a:pt x="46827" y="2199"/>
                  </a:moveTo>
                  <a:lnTo>
                    <a:pt x="46846" y="5417"/>
                  </a:lnTo>
                  <a:lnTo>
                    <a:pt x="48291" y="8053"/>
                  </a:lnTo>
                  <a:lnTo>
                    <a:pt x="44185" y="10283"/>
                  </a:lnTo>
                  <a:lnTo>
                    <a:pt x="44434" y="11730"/>
                  </a:lnTo>
                  <a:lnTo>
                    <a:pt x="45875" y="11842"/>
                  </a:lnTo>
                  <a:lnTo>
                    <a:pt x="46011" y="13353"/>
                  </a:lnTo>
                  <a:lnTo>
                    <a:pt x="42749" y="17646"/>
                  </a:lnTo>
                  <a:lnTo>
                    <a:pt x="39310" y="19150"/>
                  </a:lnTo>
                  <a:lnTo>
                    <a:pt x="36774" y="28176"/>
                  </a:lnTo>
                  <a:lnTo>
                    <a:pt x="38193" y="31598"/>
                  </a:lnTo>
                  <a:lnTo>
                    <a:pt x="29732" y="32900"/>
                  </a:lnTo>
                  <a:lnTo>
                    <a:pt x="28790" y="33649"/>
                  </a:lnTo>
                  <a:lnTo>
                    <a:pt x="26596" y="36921"/>
                  </a:lnTo>
                  <a:lnTo>
                    <a:pt x="27895" y="43877"/>
                  </a:lnTo>
                  <a:lnTo>
                    <a:pt x="26871" y="42597"/>
                  </a:lnTo>
                  <a:lnTo>
                    <a:pt x="21962" y="36463"/>
                  </a:lnTo>
                  <a:lnTo>
                    <a:pt x="17492" y="39310"/>
                  </a:lnTo>
                  <a:lnTo>
                    <a:pt x="10234" y="28243"/>
                  </a:lnTo>
                  <a:lnTo>
                    <a:pt x="3828" y="32659"/>
                  </a:lnTo>
                  <a:lnTo>
                    <a:pt x="0" y="18568"/>
                  </a:lnTo>
                  <a:lnTo>
                    <a:pt x="13870" y="14324"/>
                  </a:lnTo>
                  <a:lnTo>
                    <a:pt x="9541" y="1328"/>
                  </a:lnTo>
                  <a:lnTo>
                    <a:pt x="962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h2303"/>
            <p:cNvSpPr/>
            <p:nvPr/>
          </p:nvSpPr>
          <p:spPr>
            <a:xfrm>
              <a:off x="1432761" y="1689261"/>
              <a:ext cx="68017" cy="83791"/>
            </a:xfrm>
            <a:custGeom>
              <a:avLst/>
              <a:pathLst>
                <a:path w="68017" h="83791">
                  <a:moveTo>
                    <a:pt x="51617" y="2833"/>
                  </a:moveTo>
                  <a:lnTo>
                    <a:pt x="51746" y="2217"/>
                  </a:lnTo>
                  <a:lnTo>
                    <a:pt x="54042" y="1226"/>
                  </a:lnTo>
                  <a:lnTo>
                    <a:pt x="59373" y="2060"/>
                  </a:lnTo>
                  <a:lnTo>
                    <a:pt x="60267" y="4750"/>
                  </a:lnTo>
                  <a:lnTo>
                    <a:pt x="60318" y="10482"/>
                  </a:lnTo>
                  <a:lnTo>
                    <a:pt x="59670" y="11088"/>
                  </a:lnTo>
                  <a:lnTo>
                    <a:pt x="61009" y="14873"/>
                  </a:lnTo>
                  <a:lnTo>
                    <a:pt x="57970" y="16661"/>
                  </a:lnTo>
                  <a:lnTo>
                    <a:pt x="58464" y="19653"/>
                  </a:lnTo>
                  <a:lnTo>
                    <a:pt x="61310" y="20882"/>
                  </a:lnTo>
                  <a:lnTo>
                    <a:pt x="67605" y="21287"/>
                  </a:lnTo>
                  <a:lnTo>
                    <a:pt x="68017" y="26671"/>
                  </a:lnTo>
                  <a:lnTo>
                    <a:pt x="67328" y="28453"/>
                  </a:lnTo>
                  <a:lnTo>
                    <a:pt x="61826" y="30427"/>
                  </a:lnTo>
                  <a:lnTo>
                    <a:pt x="54871" y="30287"/>
                  </a:lnTo>
                  <a:lnTo>
                    <a:pt x="58824" y="37131"/>
                  </a:lnTo>
                  <a:lnTo>
                    <a:pt x="55887" y="40946"/>
                  </a:lnTo>
                  <a:lnTo>
                    <a:pt x="56040" y="45584"/>
                  </a:lnTo>
                  <a:lnTo>
                    <a:pt x="53582" y="50788"/>
                  </a:lnTo>
                  <a:lnTo>
                    <a:pt x="54807" y="55082"/>
                  </a:lnTo>
                  <a:lnTo>
                    <a:pt x="57225" y="56160"/>
                  </a:lnTo>
                  <a:lnTo>
                    <a:pt x="55189" y="57526"/>
                  </a:lnTo>
                  <a:lnTo>
                    <a:pt x="50392" y="57883"/>
                  </a:lnTo>
                  <a:lnTo>
                    <a:pt x="47349" y="59901"/>
                  </a:lnTo>
                  <a:lnTo>
                    <a:pt x="51488" y="79076"/>
                  </a:lnTo>
                  <a:lnTo>
                    <a:pt x="49959" y="83791"/>
                  </a:lnTo>
                  <a:lnTo>
                    <a:pt x="44932" y="83357"/>
                  </a:lnTo>
                  <a:lnTo>
                    <a:pt x="43690" y="78093"/>
                  </a:lnTo>
                  <a:lnTo>
                    <a:pt x="40093" y="79907"/>
                  </a:lnTo>
                  <a:lnTo>
                    <a:pt x="38386" y="79769"/>
                  </a:lnTo>
                  <a:lnTo>
                    <a:pt x="34184" y="77457"/>
                  </a:lnTo>
                  <a:lnTo>
                    <a:pt x="29567" y="70879"/>
                  </a:lnTo>
                  <a:lnTo>
                    <a:pt x="29625" y="69573"/>
                  </a:lnTo>
                  <a:lnTo>
                    <a:pt x="25931" y="67856"/>
                  </a:lnTo>
                  <a:lnTo>
                    <a:pt x="20659" y="70205"/>
                  </a:lnTo>
                  <a:lnTo>
                    <a:pt x="13936" y="68571"/>
                  </a:lnTo>
                  <a:lnTo>
                    <a:pt x="7704" y="62471"/>
                  </a:lnTo>
                  <a:lnTo>
                    <a:pt x="3584" y="57306"/>
                  </a:lnTo>
                  <a:lnTo>
                    <a:pt x="2201" y="51935"/>
                  </a:lnTo>
                  <a:lnTo>
                    <a:pt x="4995" y="51142"/>
                  </a:lnTo>
                  <a:lnTo>
                    <a:pt x="5202" y="49380"/>
                  </a:lnTo>
                  <a:lnTo>
                    <a:pt x="2866" y="47407"/>
                  </a:lnTo>
                  <a:lnTo>
                    <a:pt x="3287" y="43321"/>
                  </a:lnTo>
                  <a:lnTo>
                    <a:pt x="0" y="35739"/>
                  </a:lnTo>
                  <a:lnTo>
                    <a:pt x="669" y="27506"/>
                  </a:lnTo>
                  <a:lnTo>
                    <a:pt x="2951" y="33844"/>
                  </a:lnTo>
                  <a:lnTo>
                    <a:pt x="8232" y="34627"/>
                  </a:lnTo>
                  <a:lnTo>
                    <a:pt x="11308" y="34068"/>
                  </a:lnTo>
                  <a:lnTo>
                    <a:pt x="15280" y="23441"/>
                  </a:lnTo>
                  <a:lnTo>
                    <a:pt x="14995" y="20819"/>
                  </a:lnTo>
                  <a:lnTo>
                    <a:pt x="19953" y="14452"/>
                  </a:lnTo>
                  <a:lnTo>
                    <a:pt x="20551" y="11672"/>
                  </a:lnTo>
                  <a:lnTo>
                    <a:pt x="26996" y="7834"/>
                  </a:lnTo>
                  <a:lnTo>
                    <a:pt x="29181" y="7612"/>
                  </a:lnTo>
                  <a:lnTo>
                    <a:pt x="31413" y="4525"/>
                  </a:lnTo>
                  <a:lnTo>
                    <a:pt x="31593" y="2042"/>
                  </a:lnTo>
                  <a:lnTo>
                    <a:pt x="35357" y="323"/>
                  </a:lnTo>
                  <a:lnTo>
                    <a:pt x="37484" y="838"/>
                  </a:lnTo>
                  <a:lnTo>
                    <a:pt x="4227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h2304"/>
            <p:cNvSpPr/>
            <p:nvPr/>
          </p:nvSpPr>
          <p:spPr>
            <a:xfrm>
              <a:off x="1394296" y="1624443"/>
              <a:ext cx="49772" cy="55121"/>
            </a:xfrm>
            <a:custGeom>
              <a:avLst/>
              <a:pathLst>
                <a:path w="49772" h="55121">
                  <a:moveTo>
                    <a:pt x="23838" y="6109"/>
                  </a:moveTo>
                  <a:lnTo>
                    <a:pt x="23198" y="8722"/>
                  </a:lnTo>
                  <a:lnTo>
                    <a:pt x="26757" y="9225"/>
                  </a:lnTo>
                  <a:lnTo>
                    <a:pt x="34202" y="6190"/>
                  </a:lnTo>
                  <a:lnTo>
                    <a:pt x="38992" y="6287"/>
                  </a:lnTo>
                  <a:lnTo>
                    <a:pt x="38871" y="7959"/>
                  </a:lnTo>
                  <a:lnTo>
                    <a:pt x="40333" y="8729"/>
                  </a:lnTo>
                  <a:lnTo>
                    <a:pt x="38310" y="11133"/>
                  </a:lnTo>
                  <a:lnTo>
                    <a:pt x="38201" y="12517"/>
                  </a:lnTo>
                  <a:lnTo>
                    <a:pt x="48254" y="16615"/>
                  </a:lnTo>
                  <a:lnTo>
                    <a:pt x="49072" y="17633"/>
                  </a:lnTo>
                  <a:lnTo>
                    <a:pt x="47447" y="20207"/>
                  </a:lnTo>
                  <a:lnTo>
                    <a:pt x="48904" y="22989"/>
                  </a:lnTo>
                  <a:lnTo>
                    <a:pt x="44765" y="24548"/>
                  </a:lnTo>
                  <a:lnTo>
                    <a:pt x="43581" y="23575"/>
                  </a:lnTo>
                  <a:lnTo>
                    <a:pt x="41434" y="24482"/>
                  </a:lnTo>
                  <a:lnTo>
                    <a:pt x="44554" y="31148"/>
                  </a:lnTo>
                  <a:lnTo>
                    <a:pt x="43705" y="33166"/>
                  </a:lnTo>
                  <a:lnTo>
                    <a:pt x="46276" y="35988"/>
                  </a:lnTo>
                  <a:lnTo>
                    <a:pt x="49772" y="38389"/>
                  </a:lnTo>
                  <a:lnTo>
                    <a:pt x="47242" y="47185"/>
                  </a:lnTo>
                  <a:lnTo>
                    <a:pt x="42794" y="46497"/>
                  </a:lnTo>
                  <a:lnTo>
                    <a:pt x="41471" y="51910"/>
                  </a:lnTo>
                  <a:lnTo>
                    <a:pt x="38343" y="52983"/>
                  </a:lnTo>
                  <a:lnTo>
                    <a:pt x="35971" y="55121"/>
                  </a:lnTo>
                  <a:lnTo>
                    <a:pt x="29921" y="54358"/>
                  </a:lnTo>
                  <a:lnTo>
                    <a:pt x="29575" y="52337"/>
                  </a:lnTo>
                  <a:lnTo>
                    <a:pt x="21674" y="53091"/>
                  </a:lnTo>
                  <a:lnTo>
                    <a:pt x="20271" y="50231"/>
                  </a:lnTo>
                  <a:lnTo>
                    <a:pt x="15737" y="50522"/>
                  </a:lnTo>
                  <a:lnTo>
                    <a:pt x="16283" y="47401"/>
                  </a:lnTo>
                  <a:lnTo>
                    <a:pt x="11812" y="44785"/>
                  </a:lnTo>
                  <a:lnTo>
                    <a:pt x="9871" y="44666"/>
                  </a:lnTo>
                  <a:lnTo>
                    <a:pt x="8959" y="45413"/>
                  </a:lnTo>
                  <a:lnTo>
                    <a:pt x="7840" y="41593"/>
                  </a:lnTo>
                  <a:lnTo>
                    <a:pt x="3446" y="43598"/>
                  </a:lnTo>
                  <a:lnTo>
                    <a:pt x="380" y="39755"/>
                  </a:lnTo>
                  <a:lnTo>
                    <a:pt x="0" y="36743"/>
                  </a:lnTo>
                  <a:lnTo>
                    <a:pt x="6326" y="36456"/>
                  </a:lnTo>
                  <a:lnTo>
                    <a:pt x="4465" y="32142"/>
                  </a:lnTo>
                  <a:lnTo>
                    <a:pt x="5307" y="29935"/>
                  </a:lnTo>
                  <a:lnTo>
                    <a:pt x="5831" y="20511"/>
                  </a:lnTo>
                  <a:lnTo>
                    <a:pt x="4726" y="20713"/>
                  </a:lnTo>
                  <a:lnTo>
                    <a:pt x="4355" y="21682"/>
                  </a:lnTo>
                  <a:lnTo>
                    <a:pt x="2783" y="21645"/>
                  </a:lnTo>
                  <a:lnTo>
                    <a:pt x="2593" y="18286"/>
                  </a:lnTo>
                  <a:lnTo>
                    <a:pt x="5768" y="15333"/>
                  </a:lnTo>
                  <a:lnTo>
                    <a:pt x="10572" y="15346"/>
                  </a:lnTo>
                  <a:lnTo>
                    <a:pt x="12686" y="14033"/>
                  </a:lnTo>
                  <a:lnTo>
                    <a:pt x="13650" y="6787"/>
                  </a:lnTo>
                  <a:lnTo>
                    <a:pt x="1964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h2305"/>
            <p:cNvSpPr/>
            <p:nvPr/>
          </p:nvSpPr>
          <p:spPr>
            <a:xfrm>
              <a:off x="1181507" y="1517717"/>
              <a:ext cx="60733" cy="78839"/>
            </a:xfrm>
            <a:custGeom>
              <a:avLst/>
              <a:pathLst>
                <a:path w="60733" h="78839">
                  <a:moveTo>
                    <a:pt x="19352" y="2951"/>
                  </a:moveTo>
                  <a:lnTo>
                    <a:pt x="16744" y="12568"/>
                  </a:lnTo>
                  <a:lnTo>
                    <a:pt x="19320" y="13850"/>
                  </a:lnTo>
                  <a:lnTo>
                    <a:pt x="22122" y="12457"/>
                  </a:lnTo>
                  <a:lnTo>
                    <a:pt x="22719" y="14374"/>
                  </a:lnTo>
                  <a:lnTo>
                    <a:pt x="18767" y="16578"/>
                  </a:lnTo>
                  <a:lnTo>
                    <a:pt x="21037" y="19100"/>
                  </a:lnTo>
                  <a:lnTo>
                    <a:pt x="22008" y="18859"/>
                  </a:lnTo>
                  <a:lnTo>
                    <a:pt x="22609" y="15780"/>
                  </a:lnTo>
                  <a:lnTo>
                    <a:pt x="25824" y="15612"/>
                  </a:lnTo>
                  <a:lnTo>
                    <a:pt x="28684" y="22213"/>
                  </a:lnTo>
                  <a:lnTo>
                    <a:pt x="31173" y="24563"/>
                  </a:lnTo>
                  <a:lnTo>
                    <a:pt x="26969" y="29303"/>
                  </a:lnTo>
                  <a:lnTo>
                    <a:pt x="28225" y="33253"/>
                  </a:lnTo>
                  <a:lnTo>
                    <a:pt x="30064" y="35984"/>
                  </a:lnTo>
                  <a:lnTo>
                    <a:pt x="37066" y="36507"/>
                  </a:lnTo>
                  <a:lnTo>
                    <a:pt x="37603" y="26430"/>
                  </a:lnTo>
                  <a:lnTo>
                    <a:pt x="43885" y="28259"/>
                  </a:lnTo>
                  <a:lnTo>
                    <a:pt x="44909" y="24651"/>
                  </a:lnTo>
                  <a:lnTo>
                    <a:pt x="37818" y="23490"/>
                  </a:lnTo>
                  <a:lnTo>
                    <a:pt x="38645" y="19213"/>
                  </a:lnTo>
                  <a:lnTo>
                    <a:pt x="43317" y="16426"/>
                  </a:lnTo>
                  <a:lnTo>
                    <a:pt x="47278" y="21861"/>
                  </a:lnTo>
                  <a:lnTo>
                    <a:pt x="50037" y="26334"/>
                  </a:lnTo>
                  <a:lnTo>
                    <a:pt x="47433" y="27438"/>
                  </a:lnTo>
                  <a:lnTo>
                    <a:pt x="45989" y="38671"/>
                  </a:lnTo>
                  <a:lnTo>
                    <a:pt x="50373" y="37017"/>
                  </a:lnTo>
                  <a:lnTo>
                    <a:pt x="59930" y="44041"/>
                  </a:lnTo>
                  <a:lnTo>
                    <a:pt x="60733" y="46071"/>
                  </a:lnTo>
                  <a:lnTo>
                    <a:pt x="59244" y="50031"/>
                  </a:lnTo>
                  <a:lnTo>
                    <a:pt x="57147" y="50731"/>
                  </a:lnTo>
                  <a:lnTo>
                    <a:pt x="58514" y="56531"/>
                  </a:lnTo>
                  <a:lnTo>
                    <a:pt x="53571" y="56753"/>
                  </a:lnTo>
                  <a:lnTo>
                    <a:pt x="50905" y="54022"/>
                  </a:lnTo>
                  <a:lnTo>
                    <a:pt x="45757" y="55435"/>
                  </a:lnTo>
                  <a:lnTo>
                    <a:pt x="40626" y="58635"/>
                  </a:lnTo>
                  <a:lnTo>
                    <a:pt x="43190" y="64366"/>
                  </a:lnTo>
                  <a:lnTo>
                    <a:pt x="44443" y="65780"/>
                  </a:lnTo>
                  <a:lnTo>
                    <a:pt x="36035" y="78839"/>
                  </a:lnTo>
                  <a:lnTo>
                    <a:pt x="15444" y="78522"/>
                  </a:lnTo>
                  <a:lnTo>
                    <a:pt x="15459" y="76433"/>
                  </a:lnTo>
                  <a:lnTo>
                    <a:pt x="18582" y="68233"/>
                  </a:lnTo>
                  <a:lnTo>
                    <a:pt x="26285" y="63624"/>
                  </a:lnTo>
                  <a:lnTo>
                    <a:pt x="24823" y="59646"/>
                  </a:lnTo>
                  <a:lnTo>
                    <a:pt x="23981" y="60931"/>
                  </a:lnTo>
                  <a:lnTo>
                    <a:pt x="21807" y="58003"/>
                  </a:lnTo>
                  <a:lnTo>
                    <a:pt x="21541" y="52675"/>
                  </a:lnTo>
                  <a:lnTo>
                    <a:pt x="24475" y="50856"/>
                  </a:lnTo>
                  <a:lnTo>
                    <a:pt x="16474" y="50408"/>
                  </a:lnTo>
                  <a:lnTo>
                    <a:pt x="15199" y="40688"/>
                  </a:lnTo>
                  <a:lnTo>
                    <a:pt x="12288" y="36270"/>
                  </a:lnTo>
                  <a:lnTo>
                    <a:pt x="8209" y="35148"/>
                  </a:lnTo>
                  <a:lnTo>
                    <a:pt x="10892" y="32488"/>
                  </a:lnTo>
                  <a:lnTo>
                    <a:pt x="11675" y="30690"/>
                  </a:lnTo>
                  <a:lnTo>
                    <a:pt x="11560" y="28473"/>
                  </a:lnTo>
                  <a:lnTo>
                    <a:pt x="11353" y="26055"/>
                  </a:lnTo>
                  <a:lnTo>
                    <a:pt x="7363" y="23247"/>
                  </a:lnTo>
                  <a:lnTo>
                    <a:pt x="7618" y="20167"/>
                  </a:lnTo>
                  <a:lnTo>
                    <a:pt x="6777" y="15829"/>
                  </a:lnTo>
                  <a:lnTo>
                    <a:pt x="5454" y="13380"/>
                  </a:lnTo>
                  <a:lnTo>
                    <a:pt x="2902" y="11306"/>
                  </a:lnTo>
                  <a:lnTo>
                    <a:pt x="0" y="11535"/>
                  </a:lnTo>
                  <a:lnTo>
                    <a:pt x="3618" y="796"/>
                  </a:lnTo>
                  <a:lnTo>
                    <a:pt x="9182" y="2495"/>
                  </a:lnTo>
                  <a:lnTo>
                    <a:pt x="991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h2306"/>
            <p:cNvSpPr/>
            <p:nvPr/>
          </p:nvSpPr>
          <p:spPr>
            <a:xfrm>
              <a:off x="1184318" y="1552865"/>
              <a:ext cx="23473" cy="33084"/>
            </a:xfrm>
            <a:custGeom>
              <a:avLst/>
              <a:pathLst>
                <a:path w="23473" h="33084">
                  <a:moveTo>
                    <a:pt x="9477" y="1121"/>
                  </a:moveTo>
                  <a:lnTo>
                    <a:pt x="12388" y="5540"/>
                  </a:lnTo>
                  <a:lnTo>
                    <a:pt x="13663" y="15259"/>
                  </a:lnTo>
                  <a:lnTo>
                    <a:pt x="21664" y="15707"/>
                  </a:lnTo>
                  <a:lnTo>
                    <a:pt x="18730" y="17527"/>
                  </a:lnTo>
                  <a:lnTo>
                    <a:pt x="18995" y="22854"/>
                  </a:lnTo>
                  <a:lnTo>
                    <a:pt x="21170" y="25782"/>
                  </a:lnTo>
                  <a:lnTo>
                    <a:pt x="22012" y="24498"/>
                  </a:lnTo>
                  <a:lnTo>
                    <a:pt x="23473" y="28476"/>
                  </a:lnTo>
                  <a:lnTo>
                    <a:pt x="15771" y="33084"/>
                  </a:lnTo>
                  <a:lnTo>
                    <a:pt x="14303" y="28528"/>
                  </a:lnTo>
                  <a:lnTo>
                    <a:pt x="9016" y="28329"/>
                  </a:lnTo>
                  <a:lnTo>
                    <a:pt x="4700" y="24709"/>
                  </a:lnTo>
                  <a:lnTo>
                    <a:pt x="2429" y="20406"/>
                  </a:lnTo>
                  <a:lnTo>
                    <a:pt x="0" y="19425"/>
                  </a:lnTo>
                  <a:lnTo>
                    <a:pt x="1810" y="16681"/>
                  </a:lnTo>
                  <a:lnTo>
                    <a:pt x="2276" y="9174"/>
                  </a:lnTo>
                  <a:lnTo>
                    <a:pt x="6428" y="8943"/>
                  </a:lnTo>
                  <a:lnTo>
                    <a:pt x="539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h2307"/>
            <p:cNvSpPr/>
            <p:nvPr/>
          </p:nvSpPr>
          <p:spPr>
            <a:xfrm>
              <a:off x="1222861" y="1644543"/>
              <a:ext cx="86080" cy="48606"/>
            </a:xfrm>
            <a:custGeom>
              <a:avLst/>
              <a:pathLst>
                <a:path w="86080" h="48606">
                  <a:moveTo>
                    <a:pt x="69930" y="3872"/>
                  </a:moveTo>
                  <a:lnTo>
                    <a:pt x="74986" y="2567"/>
                  </a:lnTo>
                  <a:lnTo>
                    <a:pt x="77550" y="1167"/>
                  </a:lnTo>
                  <a:lnTo>
                    <a:pt x="78457" y="4722"/>
                  </a:lnTo>
                  <a:lnTo>
                    <a:pt x="86080" y="6581"/>
                  </a:lnTo>
                  <a:lnTo>
                    <a:pt x="81368" y="8939"/>
                  </a:lnTo>
                  <a:lnTo>
                    <a:pt x="78959" y="10156"/>
                  </a:lnTo>
                  <a:lnTo>
                    <a:pt x="78599" y="11794"/>
                  </a:lnTo>
                  <a:lnTo>
                    <a:pt x="76067" y="14156"/>
                  </a:lnTo>
                  <a:lnTo>
                    <a:pt x="73395" y="13794"/>
                  </a:lnTo>
                  <a:lnTo>
                    <a:pt x="73468" y="18544"/>
                  </a:lnTo>
                  <a:lnTo>
                    <a:pt x="75103" y="22155"/>
                  </a:lnTo>
                  <a:lnTo>
                    <a:pt x="74959" y="23571"/>
                  </a:lnTo>
                  <a:lnTo>
                    <a:pt x="70539" y="27022"/>
                  </a:lnTo>
                  <a:lnTo>
                    <a:pt x="70509" y="28462"/>
                  </a:lnTo>
                  <a:lnTo>
                    <a:pt x="73241" y="34265"/>
                  </a:lnTo>
                  <a:lnTo>
                    <a:pt x="76314" y="32686"/>
                  </a:lnTo>
                  <a:lnTo>
                    <a:pt x="79208" y="40413"/>
                  </a:lnTo>
                  <a:lnTo>
                    <a:pt x="76160" y="41523"/>
                  </a:lnTo>
                  <a:lnTo>
                    <a:pt x="68700" y="38565"/>
                  </a:lnTo>
                  <a:lnTo>
                    <a:pt x="69925" y="44645"/>
                  </a:lnTo>
                  <a:lnTo>
                    <a:pt x="59586" y="48482"/>
                  </a:lnTo>
                  <a:lnTo>
                    <a:pt x="57951" y="45289"/>
                  </a:lnTo>
                  <a:lnTo>
                    <a:pt x="46195" y="43469"/>
                  </a:lnTo>
                  <a:lnTo>
                    <a:pt x="43729" y="39424"/>
                  </a:lnTo>
                  <a:lnTo>
                    <a:pt x="41993" y="38870"/>
                  </a:lnTo>
                  <a:lnTo>
                    <a:pt x="36543" y="40661"/>
                  </a:lnTo>
                  <a:lnTo>
                    <a:pt x="36578" y="41575"/>
                  </a:lnTo>
                  <a:lnTo>
                    <a:pt x="33416" y="42402"/>
                  </a:lnTo>
                  <a:lnTo>
                    <a:pt x="25848" y="42706"/>
                  </a:lnTo>
                  <a:lnTo>
                    <a:pt x="12694" y="44711"/>
                  </a:lnTo>
                  <a:lnTo>
                    <a:pt x="12000" y="48417"/>
                  </a:lnTo>
                  <a:lnTo>
                    <a:pt x="8436" y="48606"/>
                  </a:lnTo>
                  <a:lnTo>
                    <a:pt x="2921" y="37898"/>
                  </a:lnTo>
                  <a:lnTo>
                    <a:pt x="0" y="37051"/>
                  </a:lnTo>
                  <a:lnTo>
                    <a:pt x="94" y="35765"/>
                  </a:lnTo>
                  <a:lnTo>
                    <a:pt x="4384" y="36038"/>
                  </a:lnTo>
                  <a:lnTo>
                    <a:pt x="4572" y="31067"/>
                  </a:lnTo>
                  <a:lnTo>
                    <a:pt x="414" y="30784"/>
                  </a:lnTo>
                  <a:lnTo>
                    <a:pt x="994" y="21648"/>
                  </a:lnTo>
                  <a:lnTo>
                    <a:pt x="370" y="21414"/>
                  </a:lnTo>
                  <a:lnTo>
                    <a:pt x="1766" y="16848"/>
                  </a:lnTo>
                  <a:lnTo>
                    <a:pt x="7385" y="18462"/>
                  </a:lnTo>
                  <a:lnTo>
                    <a:pt x="10133" y="16404"/>
                  </a:lnTo>
                  <a:lnTo>
                    <a:pt x="13992" y="11304"/>
                  </a:lnTo>
                  <a:lnTo>
                    <a:pt x="17663" y="15768"/>
                  </a:lnTo>
                  <a:lnTo>
                    <a:pt x="20629" y="13337"/>
                  </a:lnTo>
                  <a:lnTo>
                    <a:pt x="18088" y="10516"/>
                  </a:lnTo>
                  <a:lnTo>
                    <a:pt x="19185" y="9411"/>
                  </a:lnTo>
                  <a:lnTo>
                    <a:pt x="22570" y="9290"/>
                  </a:lnTo>
                  <a:lnTo>
                    <a:pt x="32221" y="14769"/>
                  </a:lnTo>
                  <a:lnTo>
                    <a:pt x="33610" y="7438"/>
                  </a:lnTo>
                  <a:lnTo>
                    <a:pt x="31948" y="5473"/>
                  </a:lnTo>
                  <a:lnTo>
                    <a:pt x="29411" y="4183"/>
                  </a:lnTo>
                  <a:lnTo>
                    <a:pt x="29591" y="2492"/>
                  </a:lnTo>
                  <a:lnTo>
                    <a:pt x="33991" y="1355"/>
                  </a:lnTo>
                  <a:lnTo>
                    <a:pt x="37218" y="5791"/>
                  </a:lnTo>
                  <a:lnTo>
                    <a:pt x="41695" y="4143"/>
                  </a:lnTo>
                  <a:lnTo>
                    <a:pt x="42072" y="3243"/>
                  </a:lnTo>
                  <a:lnTo>
                    <a:pt x="46429" y="4403"/>
                  </a:lnTo>
                  <a:lnTo>
                    <a:pt x="46797" y="7658"/>
                  </a:lnTo>
                  <a:lnTo>
                    <a:pt x="62156" y="7243"/>
                  </a:lnTo>
                  <a:lnTo>
                    <a:pt x="65120" y="350"/>
                  </a:lnTo>
                  <a:lnTo>
                    <a:pt x="6621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h2308"/>
            <p:cNvSpPr/>
            <p:nvPr/>
          </p:nvSpPr>
          <p:spPr>
            <a:xfrm>
              <a:off x="1352820" y="1827254"/>
              <a:ext cx="26678" cy="36805"/>
            </a:xfrm>
            <a:custGeom>
              <a:avLst/>
              <a:pathLst>
                <a:path w="26678" h="36805">
                  <a:moveTo>
                    <a:pt x="12090" y="2459"/>
                  </a:moveTo>
                  <a:lnTo>
                    <a:pt x="19735" y="5300"/>
                  </a:lnTo>
                  <a:lnTo>
                    <a:pt x="22734" y="10193"/>
                  </a:lnTo>
                  <a:lnTo>
                    <a:pt x="21679" y="14401"/>
                  </a:lnTo>
                  <a:lnTo>
                    <a:pt x="21989" y="16684"/>
                  </a:lnTo>
                  <a:lnTo>
                    <a:pt x="26234" y="22396"/>
                  </a:lnTo>
                  <a:lnTo>
                    <a:pt x="26678" y="24046"/>
                  </a:lnTo>
                  <a:lnTo>
                    <a:pt x="23594" y="24887"/>
                  </a:lnTo>
                  <a:lnTo>
                    <a:pt x="22595" y="29007"/>
                  </a:lnTo>
                  <a:lnTo>
                    <a:pt x="23806" y="29432"/>
                  </a:lnTo>
                  <a:lnTo>
                    <a:pt x="23151" y="31285"/>
                  </a:lnTo>
                  <a:lnTo>
                    <a:pt x="23841" y="33192"/>
                  </a:lnTo>
                  <a:lnTo>
                    <a:pt x="19788" y="36049"/>
                  </a:lnTo>
                  <a:lnTo>
                    <a:pt x="16214" y="36805"/>
                  </a:lnTo>
                  <a:lnTo>
                    <a:pt x="14745" y="36178"/>
                  </a:lnTo>
                  <a:lnTo>
                    <a:pt x="10103" y="30303"/>
                  </a:lnTo>
                  <a:lnTo>
                    <a:pt x="3859" y="30747"/>
                  </a:lnTo>
                  <a:lnTo>
                    <a:pt x="1901" y="33338"/>
                  </a:lnTo>
                  <a:lnTo>
                    <a:pt x="0" y="33434"/>
                  </a:lnTo>
                  <a:lnTo>
                    <a:pt x="1000" y="29463"/>
                  </a:lnTo>
                  <a:lnTo>
                    <a:pt x="1873" y="29770"/>
                  </a:lnTo>
                  <a:lnTo>
                    <a:pt x="3483" y="23802"/>
                  </a:lnTo>
                  <a:lnTo>
                    <a:pt x="4968" y="12779"/>
                  </a:lnTo>
                  <a:lnTo>
                    <a:pt x="4912" y="9111"/>
                  </a:lnTo>
                  <a:lnTo>
                    <a:pt x="2624" y="10802"/>
                  </a:lnTo>
                  <a:lnTo>
                    <a:pt x="974" y="10056"/>
                  </a:lnTo>
                  <a:lnTo>
                    <a:pt x="880" y="4691"/>
                  </a:lnTo>
                  <a:lnTo>
                    <a:pt x="2575" y="2699"/>
                  </a:lnTo>
                  <a:lnTo>
                    <a:pt x="1055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h2309"/>
            <p:cNvSpPr/>
            <p:nvPr/>
          </p:nvSpPr>
          <p:spPr>
            <a:xfrm>
              <a:off x="1215529" y="1583497"/>
              <a:ext cx="53531" cy="66837"/>
            </a:xfrm>
            <a:custGeom>
              <a:avLst/>
              <a:pathLst>
                <a:path w="53531" h="66837">
                  <a:moveTo>
                    <a:pt x="13286" y="3237"/>
                  </a:moveTo>
                  <a:lnTo>
                    <a:pt x="13851" y="564"/>
                  </a:lnTo>
                  <a:lnTo>
                    <a:pt x="16159" y="2161"/>
                  </a:lnTo>
                  <a:lnTo>
                    <a:pt x="18713" y="6900"/>
                  </a:lnTo>
                  <a:lnTo>
                    <a:pt x="24190" y="7876"/>
                  </a:lnTo>
                  <a:lnTo>
                    <a:pt x="26561" y="10094"/>
                  </a:lnTo>
                  <a:lnTo>
                    <a:pt x="23504" y="12296"/>
                  </a:lnTo>
                  <a:lnTo>
                    <a:pt x="24416" y="17744"/>
                  </a:lnTo>
                  <a:lnTo>
                    <a:pt x="28647" y="16027"/>
                  </a:lnTo>
                  <a:lnTo>
                    <a:pt x="29049" y="16788"/>
                  </a:lnTo>
                  <a:lnTo>
                    <a:pt x="29313" y="18272"/>
                  </a:lnTo>
                  <a:lnTo>
                    <a:pt x="27132" y="19169"/>
                  </a:lnTo>
                  <a:lnTo>
                    <a:pt x="26959" y="20416"/>
                  </a:lnTo>
                  <a:lnTo>
                    <a:pt x="30893" y="20911"/>
                  </a:lnTo>
                  <a:lnTo>
                    <a:pt x="31714" y="18718"/>
                  </a:lnTo>
                  <a:lnTo>
                    <a:pt x="33956" y="19843"/>
                  </a:lnTo>
                  <a:lnTo>
                    <a:pt x="36316" y="21685"/>
                  </a:lnTo>
                  <a:lnTo>
                    <a:pt x="40393" y="26650"/>
                  </a:lnTo>
                  <a:lnTo>
                    <a:pt x="40934" y="28763"/>
                  </a:lnTo>
                  <a:lnTo>
                    <a:pt x="47308" y="32817"/>
                  </a:lnTo>
                  <a:lnTo>
                    <a:pt x="47820" y="32541"/>
                  </a:lnTo>
                  <a:lnTo>
                    <a:pt x="50561" y="37131"/>
                  </a:lnTo>
                  <a:lnTo>
                    <a:pt x="49922" y="38011"/>
                  </a:lnTo>
                  <a:lnTo>
                    <a:pt x="51065" y="46950"/>
                  </a:lnTo>
                  <a:lnTo>
                    <a:pt x="53531" y="55341"/>
                  </a:lnTo>
                  <a:lnTo>
                    <a:pt x="49278" y="58767"/>
                  </a:lnTo>
                  <a:lnTo>
                    <a:pt x="49851" y="62313"/>
                  </a:lnTo>
                  <a:lnTo>
                    <a:pt x="49404" y="64289"/>
                  </a:lnTo>
                  <a:lnTo>
                    <a:pt x="49027" y="65189"/>
                  </a:lnTo>
                  <a:lnTo>
                    <a:pt x="44550" y="66837"/>
                  </a:lnTo>
                  <a:lnTo>
                    <a:pt x="41323" y="62401"/>
                  </a:lnTo>
                  <a:lnTo>
                    <a:pt x="36923" y="63539"/>
                  </a:lnTo>
                  <a:lnTo>
                    <a:pt x="36743" y="65229"/>
                  </a:lnTo>
                  <a:lnTo>
                    <a:pt x="33930" y="63498"/>
                  </a:lnTo>
                  <a:lnTo>
                    <a:pt x="34338" y="59378"/>
                  </a:lnTo>
                  <a:lnTo>
                    <a:pt x="37098" y="55676"/>
                  </a:lnTo>
                  <a:lnTo>
                    <a:pt x="34827" y="53931"/>
                  </a:lnTo>
                  <a:lnTo>
                    <a:pt x="31189" y="57322"/>
                  </a:lnTo>
                  <a:lnTo>
                    <a:pt x="29550" y="56177"/>
                  </a:lnTo>
                  <a:lnTo>
                    <a:pt x="23026" y="50327"/>
                  </a:lnTo>
                  <a:lnTo>
                    <a:pt x="24128" y="47877"/>
                  </a:lnTo>
                  <a:lnTo>
                    <a:pt x="25703" y="47916"/>
                  </a:lnTo>
                  <a:lnTo>
                    <a:pt x="24816" y="46956"/>
                  </a:lnTo>
                  <a:lnTo>
                    <a:pt x="21377" y="46569"/>
                  </a:lnTo>
                  <a:lnTo>
                    <a:pt x="17433" y="49136"/>
                  </a:lnTo>
                  <a:lnTo>
                    <a:pt x="12955" y="48726"/>
                  </a:lnTo>
                  <a:lnTo>
                    <a:pt x="10224" y="46875"/>
                  </a:lnTo>
                  <a:lnTo>
                    <a:pt x="10453" y="43529"/>
                  </a:lnTo>
                  <a:lnTo>
                    <a:pt x="15793" y="43863"/>
                  </a:lnTo>
                  <a:lnTo>
                    <a:pt x="15397" y="41758"/>
                  </a:lnTo>
                  <a:lnTo>
                    <a:pt x="9740" y="35606"/>
                  </a:lnTo>
                  <a:lnTo>
                    <a:pt x="6817" y="37066"/>
                  </a:lnTo>
                  <a:lnTo>
                    <a:pt x="5818" y="36190"/>
                  </a:lnTo>
                  <a:lnTo>
                    <a:pt x="6302" y="35033"/>
                  </a:lnTo>
                  <a:lnTo>
                    <a:pt x="10616" y="32347"/>
                  </a:lnTo>
                  <a:lnTo>
                    <a:pt x="9102" y="30712"/>
                  </a:lnTo>
                  <a:lnTo>
                    <a:pt x="4175" y="29062"/>
                  </a:lnTo>
                  <a:lnTo>
                    <a:pt x="2646" y="26440"/>
                  </a:lnTo>
                  <a:lnTo>
                    <a:pt x="3055" y="24069"/>
                  </a:lnTo>
                  <a:lnTo>
                    <a:pt x="5463" y="19844"/>
                  </a:lnTo>
                  <a:lnTo>
                    <a:pt x="2805" y="17571"/>
                  </a:lnTo>
                  <a:lnTo>
                    <a:pt x="0" y="16297"/>
                  </a:lnTo>
                  <a:lnTo>
                    <a:pt x="2013" y="13059"/>
                  </a:lnTo>
                  <a:lnTo>
                    <a:pt x="1042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h2310"/>
            <p:cNvSpPr/>
            <p:nvPr/>
          </p:nvSpPr>
          <p:spPr>
            <a:xfrm>
              <a:off x="3162473" y="3074185"/>
              <a:ext cx="44764" cy="32282"/>
            </a:xfrm>
            <a:custGeom>
              <a:avLst/>
              <a:pathLst>
                <a:path w="44764" h="32282">
                  <a:moveTo>
                    <a:pt x="9257" y="1118"/>
                  </a:moveTo>
                  <a:lnTo>
                    <a:pt x="10018" y="3363"/>
                  </a:lnTo>
                  <a:lnTo>
                    <a:pt x="19809" y="8189"/>
                  </a:lnTo>
                  <a:lnTo>
                    <a:pt x="21652" y="6021"/>
                  </a:lnTo>
                  <a:lnTo>
                    <a:pt x="23424" y="7707"/>
                  </a:lnTo>
                  <a:lnTo>
                    <a:pt x="26346" y="7929"/>
                  </a:lnTo>
                  <a:lnTo>
                    <a:pt x="28226" y="7266"/>
                  </a:lnTo>
                  <a:lnTo>
                    <a:pt x="30804" y="7833"/>
                  </a:lnTo>
                  <a:lnTo>
                    <a:pt x="32494" y="9085"/>
                  </a:lnTo>
                  <a:lnTo>
                    <a:pt x="32930" y="10155"/>
                  </a:lnTo>
                  <a:lnTo>
                    <a:pt x="32125" y="12263"/>
                  </a:lnTo>
                  <a:lnTo>
                    <a:pt x="33760" y="14815"/>
                  </a:lnTo>
                  <a:lnTo>
                    <a:pt x="44131" y="16653"/>
                  </a:lnTo>
                  <a:lnTo>
                    <a:pt x="44764" y="20682"/>
                  </a:lnTo>
                  <a:lnTo>
                    <a:pt x="40951" y="25995"/>
                  </a:lnTo>
                  <a:lnTo>
                    <a:pt x="36044" y="28986"/>
                  </a:lnTo>
                  <a:lnTo>
                    <a:pt x="28453" y="26690"/>
                  </a:lnTo>
                  <a:lnTo>
                    <a:pt x="26280" y="30231"/>
                  </a:lnTo>
                  <a:lnTo>
                    <a:pt x="23026" y="30401"/>
                  </a:lnTo>
                  <a:lnTo>
                    <a:pt x="21978" y="29467"/>
                  </a:lnTo>
                  <a:lnTo>
                    <a:pt x="19289" y="30160"/>
                  </a:lnTo>
                  <a:lnTo>
                    <a:pt x="20583" y="31537"/>
                  </a:lnTo>
                  <a:lnTo>
                    <a:pt x="23061" y="31329"/>
                  </a:lnTo>
                  <a:lnTo>
                    <a:pt x="21699" y="32282"/>
                  </a:lnTo>
                  <a:lnTo>
                    <a:pt x="20554" y="32192"/>
                  </a:lnTo>
                  <a:lnTo>
                    <a:pt x="16578" y="28587"/>
                  </a:lnTo>
                  <a:lnTo>
                    <a:pt x="15717" y="28732"/>
                  </a:lnTo>
                  <a:lnTo>
                    <a:pt x="14514" y="28365"/>
                  </a:lnTo>
                  <a:lnTo>
                    <a:pt x="12672" y="25509"/>
                  </a:lnTo>
                  <a:lnTo>
                    <a:pt x="10508" y="20514"/>
                  </a:lnTo>
                  <a:lnTo>
                    <a:pt x="10826" y="19004"/>
                  </a:lnTo>
                  <a:lnTo>
                    <a:pt x="10016" y="16775"/>
                  </a:lnTo>
                  <a:lnTo>
                    <a:pt x="8756" y="15285"/>
                  </a:lnTo>
                  <a:lnTo>
                    <a:pt x="4221" y="13214"/>
                  </a:lnTo>
                  <a:lnTo>
                    <a:pt x="0" y="8967"/>
                  </a:lnTo>
                  <a:lnTo>
                    <a:pt x="1308" y="9219"/>
                  </a:lnTo>
                  <a:lnTo>
                    <a:pt x="4629" y="3389"/>
                  </a:lnTo>
                  <a:lnTo>
                    <a:pt x="797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h2311"/>
            <p:cNvSpPr/>
            <p:nvPr/>
          </p:nvSpPr>
          <p:spPr>
            <a:xfrm>
              <a:off x="3358912" y="3068780"/>
              <a:ext cx="85713" cy="83100"/>
            </a:xfrm>
            <a:custGeom>
              <a:avLst/>
              <a:pathLst>
                <a:path w="85713" h="83100">
                  <a:moveTo>
                    <a:pt x="19025" y="0"/>
                  </a:moveTo>
                  <a:lnTo>
                    <a:pt x="19088" y="2922"/>
                  </a:lnTo>
                  <a:lnTo>
                    <a:pt x="20797" y="4424"/>
                  </a:lnTo>
                  <a:lnTo>
                    <a:pt x="22355" y="4207"/>
                  </a:lnTo>
                  <a:lnTo>
                    <a:pt x="27631" y="6531"/>
                  </a:lnTo>
                  <a:lnTo>
                    <a:pt x="28975" y="7985"/>
                  </a:lnTo>
                  <a:lnTo>
                    <a:pt x="35796" y="9262"/>
                  </a:lnTo>
                  <a:lnTo>
                    <a:pt x="41106" y="9393"/>
                  </a:lnTo>
                  <a:lnTo>
                    <a:pt x="50112" y="15124"/>
                  </a:lnTo>
                  <a:lnTo>
                    <a:pt x="51832" y="17662"/>
                  </a:lnTo>
                  <a:lnTo>
                    <a:pt x="54388" y="18763"/>
                  </a:lnTo>
                  <a:lnTo>
                    <a:pt x="62790" y="18252"/>
                  </a:lnTo>
                  <a:lnTo>
                    <a:pt x="65690" y="19442"/>
                  </a:lnTo>
                  <a:lnTo>
                    <a:pt x="80760" y="18389"/>
                  </a:lnTo>
                  <a:lnTo>
                    <a:pt x="82142" y="35890"/>
                  </a:lnTo>
                  <a:lnTo>
                    <a:pt x="85713" y="82611"/>
                  </a:lnTo>
                  <a:lnTo>
                    <a:pt x="80651" y="83100"/>
                  </a:lnTo>
                  <a:lnTo>
                    <a:pt x="80290" y="77732"/>
                  </a:lnTo>
                  <a:lnTo>
                    <a:pt x="77153" y="76086"/>
                  </a:lnTo>
                  <a:lnTo>
                    <a:pt x="67971" y="77408"/>
                  </a:lnTo>
                  <a:lnTo>
                    <a:pt x="63629" y="71727"/>
                  </a:lnTo>
                  <a:lnTo>
                    <a:pt x="63270" y="67776"/>
                  </a:lnTo>
                  <a:lnTo>
                    <a:pt x="59069" y="67487"/>
                  </a:lnTo>
                  <a:lnTo>
                    <a:pt x="55774" y="69120"/>
                  </a:lnTo>
                  <a:lnTo>
                    <a:pt x="53103" y="65995"/>
                  </a:lnTo>
                  <a:lnTo>
                    <a:pt x="47699" y="65928"/>
                  </a:lnTo>
                  <a:lnTo>
                    <a:pt x="45280" y="69536"/>
                  </a:lnTo>
                  <a:lnTo>
                    <a:pt x="42898" y="69543"/>
                  </a:lnTo>
                  <a:lnTo>
                    <a:pt x="41980" y="68174"/>
                  </a:lnTo>
                  <a:lnTo>
                    <a:pt x="42358" y="65014"/>
                  </a:lnTo>
                  <a:lnTo>
                    <a:pt x="41556" y="63867"/>
                  </a:lnTo>
                  <a:lnTo>
                    <a:pt x="37660" y="62043"/>
                  </a:lnTo>
                  <a:lnTo>
                    <a:pt x="35576" y="62088"/>
                  </a:lnTo>
                  <a:lnTo>
                    <a:pt x="34316" y="63330"/>
                  </a:lnTo>
                  <a:lnTo>
                    <a:pt x="32375" y="63238"/>
                  </a:lnTo>
                  <a:lnTo>
                    <a:pt x="27747" y="60695"/>
                  </a:lnTo>
                  <a:lnTo>
                    <a:pt x="29131" y="58801"/>
                  </a:lnTo>
                  <a:lnTo>
                    <a:pt x="28756" y="57918"/>
                  </a:lnTo>
                  <a:lnTo>
                    <a:pt x="23523" y="59272"/>
                  </a:lnTo>
                  <a:lnTo>
                    <a:pt x="21871" y="61226"/>
                  </a:lnTo>
                  <a:lnTo>
                    <a:pt x="20686" y="64338"/>
                  </a:lnTo>
                  <a:lnTo>
                    <a:pt x="19648" y="64743"/>
                  </a:lnTo>
                  <a:lnTo>
                    <a:pt x="19262" y="64176"/>
                  </a:lnTo>
                  <a:lnTo>
                    <a:pt x="17788" y="62927"/>
                  </a:lnTo>
                  <a:lnTo>
                    <a:pt x="16970" y="60671"/>
                  </a:lnTo>
                  <a:lnTo>
                    <a:pt x="17003" y="53079"/>
                  </a:lnTo>
                  <a:lnTo>
                    <a:pt x="16135" y="47257"/>
                  </a:lnTo>
                  <a:lnTo>
                    <a:pt x="6619" y="47989"/>
                  </a:lnTo>
                  <a:lnTo>
                    <a:pt x="6894" y="48818"/>
                  </a:lnTo>
                  <a:lnTo>
                    <a:pt x="10782" y="50312"/>
                  </a:lnTo>
                  <a:lnTo>
                    <a:pt x="10858" y="52043"/>
                  </a:lnTo>
                  <a:lnTo>
                    <a:pt x="8707" y="52025"/>
                  </a:lnTo>
                  <a:lnTo>
                    <a:pt x="4004" y="54429"/>
                  </a:lnTo>
                  <a:lnTo>
                    <a:pt x="748" y="54061"/>
                  </a:lnTo>
                  <a:lnTo>
                    <a:pt x="0" y="45530"/>
                  </a:lnTo>
                  <a:lnTo>
                    <a:pt x="3085" y="38384"/>
                  </a:lnTo>
                  <a:lnTo>
                    <a:pt x="3027" y="37112"/>
                  </a:lnTo>
                  <a:lnTo>
                    <a:pt x="2160" y="36237"/>
                  </a:lnTo>
                  <a:lnTo>
                    <a:pt x="3429" y="32278"/>
                  </a:lnTo>
                  <a:lnTo>
                    <a:pt x="7385" y="34471"/>
                  </a:lnTo>
                  <a:lnTo>
                    <a:pt x="9297" y="30113"/>
                  </a:lnTo>
                  <a:lnTo>
                    <a:pt x="8373" y="17220"/>
                  </a:lnTo>
                  <a:lnTo>
                    <a:pt x="8850" y="8608"/>
                  </a:lnTo>
                  <a:lnTo>
                    <a:pt x="11036" y="3666"/>
                  </a:lnTo>
                  <a:lnTo>
                    <a:pt x="11760" y="55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h2312"/>
            <p:cNvSpPr/>
            <p:nvPr/>
          </p:nvSpPr>
          <p:spPr>
            <a:xfrm>
              <a:off x="3205755" y="3126341"/>
              <a:ext cx="28081" cy="34577"/>
            </a:xfrm>
            <a:custGeom>
              <a:avLst/>
              <a:pathLst>
                <a:path w="28081" h="34577">
                  <a:moveTo>
                    <a:pt x="16533" y="5"/>
                  </a:moveTo>
                  <a:lnTo>
                    <a:pt x="18792" y="41"/>
                  </a:lnTo>
                  <a:lnTo>
                    <a:pt x="18464" y="2516"/>
                  </a:lnTo>
                  <a:lnTo>
                    <a:pt x="16084" y="2497"/>
                  </a:lnTo>
                  <a:lnTo>
                    <a:pt x="18269" y="8687"/>
                  </a:lnTo>
                  <a:lnTo>
                    <a:pt x="16900" y="12165"/>
                  </a:lnTo>
                  <a:lnTo>
                    <a:pt x="17961" y="16565"/>
                  </a:lnTo>
                  <a:lnTo>
                    <a:pt x="20007" y="18392"/>
                  </a:lnTo>
                  <a:lnTo>
                    <a:pt x="21484" y="18351"/>
                  </a:lnTo>
                  <a:lnTo>
                    <a:pt x="23240" y="19917"/>
                  </a:lnTo>
                  <a:lnTo>
                    <a:pt x="23519" y="25948"/>
                  </a:lnTo>
                  <a:lnTo>
                    <a:pt x="27003" y="28314"/>
                  </a:lnTo>
                  <a:lnTo>
                    <a:pt x="28081" y="31771"/>
                  </a:lnTo>
                  <a:lnTo>
                    <a:pt x="27289" y="32900"/>
                  </a:lnTo>
                  <a:lnTo>
                    <a:pt x="27095" y="33737"/>
                  </a:lnTo>
                  <a:lnTo>
                    <a:pt x="25519" y="34577"/>
                  </a:lnTo>
                  <a:lnTo>
                    <a:pt x="24188" y="30999"/>
                  </a:lnTo>
                  <a:lnTo>
                    <a:pt x="23384" y="30483"/>
                  </a:lnTo>
                  <a:lnTo>
                    <a:pt x="20916" y="29905"/>
                  </a:lnTo>
                  <a:lnTo>
                    <a:pt x="18083" y="31552"/>
                  </a:lnTo>
                  <a:lnTo>
                    <a:pt x="17171" y="31075"/>
                  </a:lnTo>
                  <a:lnTo>
                    <a:pt x="15029" y="31250"/>
                  </a:lnTo>
                  <a:lnTo>
                    <a:pt x="11631" y="29595"/>
                  </a:lnTo>
                  <a:lnTo>
                    <a:pt x="10152" y="27515"/>
                  </a:lnTo>
                  <a:lnTo>
                    <a:pt x="7205" y="25418"/>
                  </a:lnTo>
                  <a:lnTo>
                    <a:pt x="6808" y="22396"/>
                  </a:lnTo>
                  <a:lnTo>
                    <a:pt x="5484" y="20988"/>
                  </a:lnTo>
                  <a:lnTo>
                    <a:pt x="3758" y="20350"/>
                  </a:lnTo>
                  <a:lnTo>
                    <a:pt x="2307" y="18313"/>
                  </a:lnTo>
                  <a:lnTo>
                    <a:pt x="1725" y="13329"/>
                  </a:lnTo>
                  <a:lnTo>
                    <a:pt x="2411" y="10398"/>
                  </a:lnTo>
                  <a:lnTo>
                    <a:pt x="1932" y="9939"/>
                  </a:lnTo>
                  <a:lnTo>
                    <a:pt x="2083" y="7603"/>
                  </a:lnTo>
                  <a:lnTo>
                    <a:pt x="1387" y="6871"/>
                  </a:lnTo>
                  <a:lnTo>
                    <a:pt x="378" y="7155"/>
                  </a:lnTo>
                  <a:lnTo>
                    <a:pt x="0" y="6215"/>
                  </a:lnTo>
                  <a:lnTo>
                    <a:pt x="1233" y="283"/>
                  </a:lnTo>
                  <a:lnTo>
                    <a:pt x="2268" y="0"/>
                  </a:lnTo>
                  <a:lnTo>
                    <a:pt x="4142" y="1612"/>
                  </a:lnTo>
                  <a:lnTo>
                    <a:pt x="4880" y="4542"/>
                  </a:lnTo>
                  <a:lnTo>
                    <a:pt x="8096" y="6537"/>
                  </a:lnTo>
                  <a:lnTo>
                    <a:pt x="9141" y="5795"/>
                  </a:lnTo>
                  <a:lnTo>
                    <a:pt x="8217" y="3093"/>
                  </a:lnTo>
                  <a:lnTo>
                    <a:pt x="12069" y="1523"/>
                  </a:lnTo>
                  <a:lnTo>
                    <a:pt x="15004" y="2879"/>
                  </a:lnTo>
                  <a:lnTo>
                    <a:pt x="14558" y="9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h2313"/>
            <p:cNvSpPr/>
            <p:nvPr/>
          </p:nvSpPr>
          <p:spPr>
            <a:xfrm>
              <a:off x="3222656" y="3135029"/>
              <a:ext cx="42634" cy="40152"/>
            </a:xfrm>
            <a:custGeom>
              <a:avLst/>
              <a:pathLst>
                <a:path w="42634" h="40152">
                  <a:moveTo>
                    <a:pt x="4283" y="1733"/>
                  </a:moveTo>
                  <a:lnTo>
                    <a:pt x="4876" y="5836"/>
                  </a:lnTo>
                  <a:lnTo>
                    <a:pt x="8571" y="6060"/>
                  </a:lnTo>
                  <a:lnTo>
                    <a:pt x="14607" y="5030"/>
                  </a:lnTo>
                  <a:lnTo>
                    <a:pt x="17536" y="6521"/>
                  </a:lnTo>
                  <a:lnTo>
                    <a:pt x="22240" y="2964"/>
                  </a:lnTo>
                  <a:lnTo>
                    <a:pt x="25984" y="3168"/>
                  </a:lnTo>
                  <a:lnTo>
                    <a:pt x="29434" y="2106"/>
                  </a:lnTo>
                  <a:lnTo>
                    <a:pt x="31418" y="2784"/>
                  </a:lnTo>
                  <a:lnTo>
                    <a:pt x="34648" y="7068"/>
                  </a:lnTo>
                  <a:lnTo>
                    <a:pt x="36988" y="7703"/>
                  </a:lnTo>
                  <a:lnTo>
                    <a:pt x="42442" y="11645"/>
                  </a:lnTo>
                  <a:lnTo>
                    <a:pt x="42634" y="12198"/>
                  </a:lnTo>
                  <a:lnTo>
                    <a:pt x="40825" y="14612"/>
                  </a:lnTo>
                  <a:lnTo>
                    <a:pt x="39841" y="14214"/>
                  </a:lnTo>
                  <a:lnTo>
                    <a:pt x="37146" y="17892"/>
                  </a:lnTo>
                  <a:lnTo>
                    <a:pt x="37695" y="21136"/>
                  </a:lnTo>
                  <a:lnTo>
                    <a:pt x="36471" y="23081"/>
                  </a:lnTo>
                  <a:lnTo>
                    <a:pt x="34444" y="24592"/>
                  </a:lnTo>
                  <a:lnTo>
                    <a:pt x="31678" y="25391"/>
                  </a:lnTo>
                  <a:lnTo>
                    <a:pt x="30613" y="27386"/>
                  </a:lnTo>
                  <a:lnTo>
                    <a:pt x="29499" y="26013"/>
                  </a:lnTo>
                  <a:lnTo>
                    <a:pt x="29770" y="29675"/>
                  </a:lnTo>
                  <a:lnTo>
                    <a:pt x="28824" y="34620"/>
                  </a:lnTo>
                  <a:lnTo>
                    <a:pt x="22635" y="39574"/>
                  </a:lnTo>
                  <a:lnTo>
                    <a:pt x="20602" y="40152"/>
                  </a:lnTo>
                  <a:lnTo>
                    <a:pt x="18514" y="38252"/>
                  </a:lnTo>
                  <a:lnTo>
                    <a:pt x="18591" y="35242"/>
                  </a:lnTo>
                  <a:lnTo>
                    <a:pt x="15868" y="33085"/>
                  </a:lnTo>
                  <a:lnTo>
                    <a:pt x="14053" y="32534"/>
                  </a:lnTo>
                  <a:lnTo>
                    <a:pt x="11422" y="32938"/>
                  </a:lnTo>
                  <a:lnTo>
                    <a:pt x="12355" y="29987"/>
                  </a:lnTo>
                  <a:lnTo>
                    <a:pt x="10388" y="24213"/>
                  </a:lnTo>
                  <a:lnTo>
                    <a:pt x="11181" y="23083"/>
                  </a:lnTo>
                  <a:lnTo>
                    <a:pt x="10102" y="19627"/>
                  </a:lnTo>
                  <a:lnTo>
                    <a:pt x="6619" y="17261"/>
                  </a:lnTo>
                  <a:lnTo>
                    <a:pt x="6340" y="11230"/>
                  </a:lnTo>
                  <a:lnTo>
                    <a:pt x="4584" y="9664"/>
                  </a:lnTo>
                  <a:lnTo>
                    <a:pt x="3106" y="9705"/>
                  </a:lnTo>
                  <a:lnTo>
                    <a:pt x="1060" y="7878"/>
                  </a:lnTo>
                  <a:lnTo>
                    <a:pt x="0" y="3478"/>
                  </a:lnTo>
                  <a:lnTo>
                    <a:pt x="136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h2314"/>
            <p:cNvSpPr/>
            <p:nvPr/>
          </p:nvSpPr>
          <p:spPr>
            <a:xfrm>
              <a:off x="3147229" y="3046681"/>
              <a:ext cx="60009" cy="20380"/>
            </a:xfrm>
            <a:custGeom>
              <a:avLst/>
              <a:pathLst>
                <a:path w="60009" h="20380">
                  <a:moveTo>
                    <a:pt x="48572" y="0"/>
                  </a:moveTo>
                  <a:lnTo>
                    <a:pt x="52122" y="2032"/>
                  </a:lnTo>
                  <a:lnTo>
                    <a:pt x="57831" y="1879"/>
                  </a:lnTo>
                  <a:lnTo>
                    <a:pt x="59959" y="3092"/>
                  </a:lnTo>
                  <a:lnTo>
                    <a:pt x="60009" y="4091"/>
                  </a:lnTo>
                  <a:lnTo>
                    <a:pt x="52226" y="6805"/>
                  </a:lnTo>
                  <a:lnTo>
                    <a:pt x="50687" y="8037"/>
                  </a:lnTo>
                  <a:lnTo>
                    <a:pt x="49703" y="10741"/>
                  </a:lnTo>
                  <a:lnTo>
                    <a:pt x="50615" y="14411"/>
                  </a:lnTo>
                  <a:lnTo>
                    <a:pt x="48292" y="20135"/>
                  </a:lnTo>
                  <a:lnTo>
                    <a:pt x="45054" y="20380"/>
                  </a:lnTo>
                  <a:lnTo>
                    <a:pt x="43248" y="19241"/>
                  </a:lnTo>
                  <a:lnTo>
                    <a:pt x="42178" y="16346"/>
                  </a:lnTo>
                  <a:lnTo>
                    <a:pt x="39812" y="14837"/>
                  </a:lnTo>
                  <a:lnTo>
                    <a:pt x="35185" y="15080"/>
                  </a:lnTo>
                  <a:lnTo>
                    <a:pt x="31625" y="15841"/>
                  </a:lnTo>
                  <a:lnTo>
                    <a:pt x="30253" y="17377"/>
                  </a:lnTo>
                  <a:lnTo>
                    <a:pt x="26812" y="17608"/>
                  </a:lnTo>
                  <a:lnTo>
                    <a:pt x="25409" y="15679"/>
                  </a:lnTo>
                  <a:lnTo>
                    <a:pt x="26203" y="14605"/>
                  </a:lnTo>
                  <a:lnTo>
                    <a:pt x="27166" y="15746"/>
                  </a:lnTo>
                  <a:lnTo>
                    <a:pt x="28724" y="15780"/>
                  </a:lnTo>
                  <a:lnTo>
                    <a:pt x="27947" y="9992"/>
                  </a:lnTo>
                  <a:lnTo>
                    <a:pt x="26333" y="7840"/>
                  </a:lnTo>
                  <a:lnTo>
                    <a:pt x="22660" y="5302"/>
                  </a:lnTo>
                  <a:lnTo>
                    <a:pt x="19080" y="3922"/>
                  </a:lnTo>
                  <a:lnTo>
                    <a:pt x="10485" y="5155"/>
                  </a:lnTo>
                  <a:lnTo>
                    <a:pt x="10454" y="7835"/>
                  </a:lnTo>
                  <a:lnTo>
                    <a:pt x="7747" y="9704"/>
                  </a:lnTo>
                  <a:lnTo>
                    <a:pt x="6199" y="8651"/>
                  </a:lnTo>
                  <a:lnTo>
                    <a:pt x="2950" y="8791"/>
                  </a:lnTo>
                  <a:lnTo>
                    <a:pt x="1820" y="9769"/>
                  </a:lnTo>
                  <a:lnTo>
                    <a:pt x="0" y="7088"/>
                  </a:lnTo>
                  <a:lnTo>
                    <a:pt x="14397" y="323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h2315"/>
            <p:cNvSpPr/>
            <p:nvPr/>
          </p:nvSpPr>
          <p:spPr>
            <a:xfrm>
              <a:off x="3242914" y="3074840"/>
              <a:ext cx="68427" cy="75096"/>
            </a:xfrm>
            <a:custGeom>
              <a:avLst/>
              <a:pathLst>
                <a:path w="68427" h="75096">
                  <a:moveTo>
                    <a:pt x="22568" y="217"/>
                  </a:moveTo>
                  <a:lnTo>
                    <a:pt x="27559" y="7818"/>
                  </a:lnTo>
                  <a:lnTo>
                    <a:pt x="30143" y="8242"/>
                  </a:lnTo>
                  <a:lnTo>
                    <a:pt x="35868" y="4083"/>
                  </a:lnTo>
                  <a:lnTo>
                    <a:pt x="35132" y="2599"/>
                  </a:lnTo>
                  <a:lnTo>
                    <a:pt x="32769" y="919"/>
                  </a:lnTo>
                  <a:lnTo>
                    <a:pt x="35934" y="255"/>
                  </a:lnTo>
                  <a:lnTo>
                    <a:pt x="40519" y="4363"/>
                  </a:lnTo>
                  <a:lnTo>
                    <a:pt x="43575" y="2130"/>
                  </a:lnTo>
                  <a:lnTo>
                    <a:pt x="46906" y="3137"/>
                  </a:lnTo>
                  <a:lnTo>
                    <a:pt x="47000" y="4933"/>
                  </a:lnTo>
                  <a:lnTo>
                    <a:pt x="45092" y="7809"/>
                  </a:lnTo>
                  <a:lnTo>
                    <a:pt x="43884" y="11597"/>
                  </a:lnTo>
                  <a:lnTo>
                    <a:pt x="45765" y="13273"/>
                  </a:lnTo>
                  <a:lnTo>
                    <a:pt x="46465" y="16594"/>
                  </a:lnTo>
                  <a:lnTo>
                    <a:pt x="45293" y="27002"/>
                  </a:lnTo>
                  <a:lnTo>
                    <a:pt x="48141" y="28853"/>
                  </a:lnTo>
                  <a:lnTo>
                    <a:pt x="57151" y="32006"/>
                  </a:lnTo>
                  <a:lnTo>
                    <a:pt x="58790" y="29379"/>
                  </a:lnTo>
                  <a:lnTo>
                    <a:pt x="62539" y="29281"/>
                  </a:lnTo>
                  <a:lnTo>
                    <a:pt x="61937" y="33647"/>
                  </a:lnTo>
                  <a:lnTo>
                    <a:pt x="65990" y="37329"/>
                  </a:lnTo>
                  <a:lnTo>
                    <a:pt x="66778" y="40087"/>
                  </a:lnTo>
                  <a:lnTo>
                    <a:pt x="65973" y="39557"/>
                  </a:lnTo>
                  <a:lnTo>
                    <a:pt x="68427" y="42832"/>
                  </a:lnTo>
                  <a:lnTo>
                    <a:pt x="68266" y="45108"/>
                  </a:lnTo>
                  <a:lnTo>
                    <a:pt x="65799" y="45566"/>
                  </a:lnTo>
                  <a:lnTo>
                    <a:pt x="65595" y="43845"/>
                  </a:lnTo>
                  <a:lnTo>
                    <a:pt x="63309" y="43104"/>
                  </a:lnTo>
                  <a:lnTo>
                    <a:pt x="60817" y="44463"/>
                  </a:lnTo>
                  <a:lnTo>
                    <a:pt x="57094" y="48434"/>
                  </a:lnTo>
                  <a:lnTo>
                    <a:pt x="52356" y="55138"/>
                  </a:lnTo>
                  <a:lnTo>
                    <a:pt x="45034" y="53260"/>
                  </a:lnTo>
                  <a:lnTo>
                    <a:pt x="43676" y="54465"/>
                  </a:lnTo>
                  <a:lnTo>
                    <a:pt x="44128" y="59987"/>
                  </a:lnTo>
                  <a:lnTo>
                    <a:pt x="43491" y="60310"/>
                  </a:lnTo>
                  <a:lnTo>
                    <a:pt x="43500" y="62561"/>
                  </a:lnTo>
                  <a:lnTo>
                    <a:pt x="44268" y="64581"/>
                  </a:lnTo>
                  <a:lnTo>
                    <a:pt x="37991" y="69468"/>
                  </a:lnTo>
                  <a:lnTo>
                    <a:pt x="34811" y="70941"/>
                  </a:lnTo>
                  <a:lnTo>
                    <a:pt x="29895" y="70691"/>
                  </a:lnTo>
                  <a:lnTo>
                    <a:pt x="25273" y="71361"/>
                  </a:lnTo>
                  <a:lnTo>
                    <a:pt x="24306" y="74044"/>
                  </a:lnTo>
                  <a:lnTo>
                    <a:pt x="21636" y="75096"/>
                  </a:lnTo>
                  <a:lnTo>
                    <a:pt x="20566" y="74801"/>
                  </a:lnTo>
                  <a:lnTo>
                    <a:pt x="22376" y="72387"/>
                  </a:lnTo>
                  <a:lnTo>
                    <a:pt x="22184" y="71834"/>
                  </a:lnTo>
                  <a:lnTo>
                    <a:pt x="16730" y="67892"/>
                  </a:lnTo>
                  <a:lnTo>
                    <a:pt x="14390" y="67257"/>
                  </a:lnTo>
                  <a:lnTo>
                    <a:pt x="11160" y="62973"/>
                  </a:lnTo>
                  <a:lnTo>
                    <a:pt x="9176" y="62295"/>
                  </a:lnTo>
                  <a:lnTo>
                    <a:pt x="5726" y="63356"/>
                  </a:lnTo>
                  <a:lnTo>
                    <a:pt x="4724" y="59828"/>
                  </a:lnTo>
                  <a:lnTo>
                    <a:pt x="5627" y="46556"/>
                  </a:lnTo>
                  <a:lnTo>
                    <a:pt x="4706" y="45245"/>
                  </a:lnTo>
                  <a:lnTo>
                    <a:pt x="4461" y="37470"/>
                  </a:lnTo>
                  <a:lnTo>
                    <a:pt x="1962" y="34308"/>
                  </a:lnTo>
                  <a:lnTo>
                    <a:pt x="1149" y="34307"/>
                  </a:lnTo>
                  <a:lnTo>
                    <a:pt x="0" y="31969"/>
                  </a:lnTo>
                  <a:lnTo>
                    <a:pt x="1469" y="30112"/>
                  </a:lnTo>
                  <a:lnTo>
                    <a:pt x="4496" y="30186"/>
                  </a:lnTo>
                  <a:lnTo>
                    <a:pt x="5540" y="29575"/>
                  </a:lnTo>
                  <a:lnTo>
                    <a:pt x="6372" y="26829"/>
                  </a:lnTo>
                  <a:lnTo>
                    <a:pt x="7983" y="25090"/>
                  </a:lnTo>
                  <a:lnTo>
                    <a:pt x="12029" y="23520"/>
                  </a:lnTo>
                  <a:lnTo>
                    <a:pt x="14075" y="24243"/>
                  </a:lnTo>
                  <a:lnTo>
                    <a:pt x="14651" y="19933"/>
                  </a:lnTo>
                  <a:lnTo>
                    <a:pt x="13154" y="18310"/>
                  </a:lnTo>
                  <a:lnTo>
                    <a:pt x="7265" y="17651"/>
                  </a:lnTo>
                  <a:lnTo>
                    <a:pt x="5352" y="16936"/>
                  </a:lnTo>
                  <a:lnTo>
                    <a:pt x="4442" y="15830"/>
                  </a:lnTo>
                  <a:lnTo>
                    <a:pt x="7596" y="12214"/>
                  </a:lnTo>
                  <a:lnTo>
                    <a:pt x="9886" y="14436"/>
                  </a:lnTo>
                  <a:lnTo>
                    <a:pt x="11082" y="12843"/>
                  </a:lnTo>
                  <a:lnTo>
                    <a:pt x="11283" y="13552"/>
                  </a:lnTo>
                  <a:lnTo>
                    <a:pt x="13857" y="13798"/>
                  </a:lnTo>
                  <a:lnTo>
                    <a:pt x="16179" y="13065"/>
                  </a:lnTo>
                  <a:lnTo>
                    <a:pt x="17875" y="10908"/>
                  </a:lnTo>
                  <a:lnTo>
                    <a:pt x="19095" y="2864"/>
                  </a:lnTo>
                  <a:lnTo>
                    <a:pt x="18805" y="1304"/>
                  </a:lnTo>
                  <a:lnTo>
                    <a:pt x="2082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h2316"/>
            <p:cNvSpPr/>
            <p:nvPr/>
          </p:nvSpPr>
          <p:spPr>
            <a:xfrm>
              <a:off x="3079910" y="3053769"/>
              <a:ext cx="98281" cy="54457"/>
            </a:xfrm>
            <a:custGeom>
              <a:avLst/>
              <a:pathLst>
                <a:path w="98281" h="54457">
                  <a:moveTo>
                    <a:pt x="69139" y="2681"/>
                  </a:moveTo>
                  <a:lnTo>
                    <a:pt x="68434" y="3259"/>
                  </a:lnTo>
                  <a:lnTo>
                    <a:pt x="67725" y="7219"/>
                  </a:lnTo>
                  <a:lnTo>
                    <a:pt x="72960" y="12528"/>
                  </a:lnTo>
                  <a:lnTo>
                    <a:pt x="73794" y="14591"/>
                  </a:lnTo>
                  <a:lnTo>
                    <a:pt x="74143" y="23165"/>
                  </a:lnTo>
                  <a:lnTo>
                    <a:pt x="78754" y="26098"/>
                  </a:lnTo>
                  <a:lnTo>
                    <a:pt x="80865" y="25175"/>
                  </a:lnTo>
                  <a:lnTo>
                    <a:pt x="82563" y="29384"/>
                  </a:lnTo>
                  <a:lnTo>
                    <a:pt x="86784" y="33631"/>
                  </a:lnTo>
                  <a:lnTo>
                    <a:pt x="91320" y="35702"/>
                  </a:lnTo>
                  <a:lnTo>
                    <a:pt x="92579" y="37192"/>
                  </a:lnTo>
                  <a:lnTo>
                    <a:pt x="93390" y="39420"/>
                  </a:lnTo>
                  <a:lnTo>
                    <a:pt x="93071" y="40930"/>
                  </a:lnTo>
                  <a:lnTo>
                    <a:pt x="95235" y="45925"/>
                  </a:lnTo>
                  <a:lnTo>
                    <a:pt x="97078" y="48781"/>
                  </a:lnTo>
                  <a:lnTo>
                    <a:pt x="98281" y="49148"/>
                  </a:lnTo>
                  <a:lnTo>
                    <a:pt x="96601" y="53332"/>
                  </a:lnTo>
                  <a:lnTo>
                    <a:pt x="88605" y="53529"/>
                  </a:lnTo>
                  <a:lnTo>
                    <a:pt x="85837" y="49702"/>
                  </a:lnTo>
                  <a:lnTo>
                    <a:pt x="82894" y="50821"/>
                  </a:lnTo>
                  <a:lnTo>
                    <a:pt x="70644" y="51587"/>
                  </a:lnTo>
                  <a:lnTo>
                    <a:pt x="66410" y="54092"/>
                  </a:lnTo>
                  <a:lnTo>
                    <a:pt x="63431" y="54457"/>
                  </a:lnTo>
                  <a:lnTo>
                    <a:pt x="60950" y="49472"/>
                  </a:lnTo>
                  <a:lnTo>
                    <a:pt x="60602" y="43877"/>
                  </a:lnTo>
                  <a:lnTo>
                    <a:pt x="52003" y="44386"/>
                  </a:lnTo>
                  <a:lnTo>
                    <a:pt x="51351" y="39017"/>
                  </a:lnTo>
                  <a:lnTo>
                    <a:pt x="46295" y="39334"/>
                  </a:lnTo>
                  <a:lnTo>
                    <a:pt x="44974" y="40804"/>
                  </a:lnTo>
                  <a:lnTo>
                    <a:pt x="35655" y="38231"/>
                  </a:lnTo>
                  <a:lnTo>
                    <a:pt x="28495" y="39794"/>
                  </a:lnTo>
                  <a:lnTo>
                    <a:pt x="26557" y="36962"/>
                  </a:lnTo>
                  <a:lnTo>
                    <a:pt x="25381" y="32677"/>
                  </a:lnTo>
                  <a:lnTo>
                    <a:pt x="18196" y="34124"/>
                  </a:lnTo>
                  <a:lnTo>
                    <a:pt x="16179" y="35218"/>
                  </a:lnTo>
                  <a:lnTo>
                    <a:pt x="14492" y="37298"/>
                  </a:lnTo>
                  <a:lnTo>
                    <a:pt x="13262" y="37501"/>
                  </a:lnTo>
                  <a:lnTo>
                    <a:pt x="12544" y="35126"/>
                  </a:lnTo>
                  <a:lnTo>
                    <a:pt x="16241" y="32546"/>
                  </a:lnTo>
                  <a:lnTo>
                    <a:pt x="15373" y="28705"/>
                  </a:lnTo>
                  <a:lnTo>
                    <a:pt x="13130" y="28055"/>
                  </a:lnTo>
                  <a:lnTo>
                    <a:pt x="927" y="29554"/>
                  </a:lnTo>
                  <a:lnTo>
                    <a:pt x="122" y="28865"/>
                  </a:lnTo>
                  <a:lnTo>
                    <a:pt x="0" y="27186"/>
                  </a:lnTo>
                  <a:lnTo>
                    <a:pt x="6731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h2317"/>
            <p:cNvSpPr/>
            <p:nvPr/>
          </p:nvSpPr>
          <p:spPr>
            <a:xfrm>
              <a:off x="3195801" y="3017334"/>
              <a:ext cx="101480" cy="71304"/>
            </a:xfrm>
            <a:custGeom>
              <a:avLst/>
              <a:pathLst>
                <a:path w="101480" h="71304">
                  <a:moveTo>
                    <a:pt x="71990" y="5930"/>
                  </a:moveTo>
                  <a:lnTo>
                    <a:pt x="75273" y="10852"/>
                  </a:lnTo>
                  <a:lnTo>
                    <a:pt x="75585" y="15859"/>
                  </a:lnTo>
                  <a:lnTo>
                    <a:pt x="77353" y="19250"/>
                  </a:lnTo>
                  <a:lnTo>
                    <a:pt x="83629" y="22255"/>
                  </a:lnTo>
                  <a:lnTo>
                    <a:pt x="86791" y="21641"/>
                  </a:lnTo>
                  <a:lnTo>
                    <a:pt x="88128" y="22609"/>
                  </a:lnTo>
                  <a:lnTo>
                    <a:pt x="87832" y="26275"/>
                  </a:lnTo>
                  <a:lnTo>
                    <a:pt x="84905" y="29622"/>
                  </a:lnTo>
                  <a:lnTo>
                    <a:pt x="89503" y="31750"/>
                  </a:lnTo>
                  <a:lnTo>
                    <a:pt x="94595" y="36967"/>
                  </a:lnTo>
                  <a:lnTo>
                    <a:pt x="92032" y="39593"/>
                  </a:lnTo>
                  <a:lnTo>
                    <a:pt x="98767" y="39928"/>
                  </a:lnTo>
                  <a:lnTo>
                    <a:pt x="100523" y="40974"/>
                  </a:lnTo>
                  <a:lnTo>
                    <a:pt x="101480" y="43846"/>
                  </a:lnTo>
                  <a:lnTo>
                    <a:pt x="99307" y="44456"/>
                  </a:lnTo>
                  <a:lnTo>
                    <a:pt x="94019" y="43330"/>
                  </a:lnTo>
                  <a:lnTo>
                    <a:pt x="91217" y="45584"/>
                  </a:lnTo>
                  <a:lnTo>
                    <a:pt x="88752" y="50506"/>
                  </a:lnTo>
                  <a:lnTo>
                    <a:pt x="90778" y="57733"/>
                  </a:lnTo>
                  <a:lnTo>
                    <a:pt x="92862" y="58058"/>
                  </a:lnTo>
                  <a:lnTo>
                    <a:pt x="94695" y="59581"/>
                  </a:lnTo>
                  <a:lnTo>
                    <a:pt x="94019" y="60643"/>
                  </a:lnTo>
                  <a:lnTo>
                    <a:pt x="90687" y="59636"/>
                  </a:lnTo>
                  <a:lnTo>
                    <a:pt x="87632" y="61869"/>
                  </a:lnTo>
                  <a:lnTo>
                    <a:pt x="83047" y="57761"/>
                  </a:lnTo>
                  <a:lnTo>
                    <a:pt x="79882" y="58425"/>
                  </a:lnTo>
                  <a:lnTo>
                    <a:pt x="82245" y="60105"/>
                  </a:lnTo>
                  <a:lnTo>
                    <a:pt x="82981" y="61589"/>
                  </a:lnTo>
                  <a:lnTo>
                    <a:pt x="77256" y="65748"/>
                  </a:lnTo>
                  <a:lnTo>
                    <a:pt x="74672" y="65325"/>
                  </a:lnTo>
                  <a:lnTo>
                    <a:pt x="69681" y="57723"/>
                  </a:lnTo>
                  <a:lnTo>
                    <a:pt x="67934" y="57506"/>
                  </a:lnTo>
                  <a:lnTo>
                    <a:pt x="65917" y="58810"/>
                  </a:lnTo>
                  <a:lnTo>
                    <a:pt x="66208" y="60370"/>
                  </a:lnTo>
                  <a:lnTo>
                    <a:pt x="64987" y="68414"/>
                  </a:lnTo>
                  <a:lnTo>
                    <a:pt x="63292" y="70571"/>
                  </a:lnTo>
                  <a:lnTo>
                    <a:pt x="60969" y="71304"/>
                  </a:lnTo>
                  <a:lnTo>
                    <a:pt x="58396" y="71059"/>
                  </a:lnTo>
                  <a:lnTo>
                    <a:pt x="58194" y="70350"/>
                  </a:lnTo>
                  <a:lnTo>
                    <a:pt x="56524" y="68956"/>
                  </a:lnTo>
                  <a:lnTo>
                    <a:pt x="56756" y="63049"/>
                  </a:lnTo>
                  <a:lnTo>
                    <a:pt x="56166" y="62287"/>
                  </a:lnTo>
                  <a:lnTo>
                    <a:pt x="49592" y="58236"/>
                  </a:lnTo>
                  <a:lnTo>
                    <a:pt x="46594" y="57949"/>
                  </a:lnTo>
                  <a:lnTo>
                    <a:pt x="43438" y="56153"/>
                  </a:lnTo>
                  <a:lnTo>
                    <a:pt x="47378" y="51729"/>
                  </a:lnTo>
                  <a:lnTo>
                    <a:pt x="49064" y="43884"/>
                  </a:lnTo>
                  <a:lnTo>
                    <a:pt x="44171" y="43380"/>
                  </a:lnTo>
                  <a:lnTo>
                    <a:pt x="36099" y="49538"/>
                  </a:lnTo>
                  <a:lnTo>
                    <a:pt x="32058" y="42732"/>
                  </a:lnTo>
                  <a:lnTo>
                    <a:pt x="26653" y="39751"/>
                  </a:lnTo>
                  <a:lnTo>
                    <a:pt x="25160" y="41156"/>
                  </a:lnTo>
                  <a:lnTo>
                    <a:pt x="24833" y="42531"/>
                  </a:lnTo>
                  <a:lnTo>
                    <a:pt x="20424" y="39539"/>
                  </a:lnTo>
                  <a:lnTo>
                    <a:pt x="18453" y="39361"/>
                  </a:lnTo>
                  <a:lnTo>
                    <a:pt x="17852" y="44974"/>
                  </a:lnTo>
                  <a:lnTo>
                    <a:pt x="9779" y="44806"/>
                  </a:lnTo>
                  <a:lnTo>
                    <a:pt x="9960" y="43463"/>
                  </a:lnTo>
                  <a:lnTo>
                    <a:pt x="11436" y="33437"/>
                  </a:lnTo>
                  <a:lnTo>
                    <a:pt x="11386" y="32438"/>
                  </a:lnTo>
                  <a:lnTo>
                    <a:pt x="9258" y="31226"/>
                  </a:lnTo>
                  <a:lnTo>
                    <a:pt x="3549" y="31379"/>
                  </a:lnTo>
                  <a:lnTo>
                    <a:pt x="0" y="29346"/>
                  </a:lnTo>
                  <a:lnTo>
                    <a:pt x="5301" y="30182"/>
                  </a:lnTo>
                  <a:lnTo>
                    <a:pt x="12370" y="29845"/>
                  </a:lnTo>
                  <a:lnTo>
                    <a:pt x="19358" y="28767"/>
                  </a:lnTo>
                  <a:lnTo>
                    <a:pt x="25680" y="26709"/>
                  </a:lnTo>
                  <a:lnTo>
                    <a:pt x="32231" y="23079"/>
                  </a:lnTo>
                  <a:lnTo>
                    <a:pt x="37297" y="18492"/>
                  </a:lnTo>
                  <a:lnTo>
                    <a:pt x="41621" y="12852"/>
                  </a:lnTo>
                  <a:lnTo>
                    <a:pt x="43621" y="9033"/>
                  </a:lnTo>
                  <a:lnTo>
                    <a:pt x="46940" y="6230"/>
                  </a:lnTo>
                  <a:lnTo>
                    <a:pt x="62769" y="2558"/>
                  </a:lnTo>
                  <a:lnTo>
                    <a:pt x="6970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h2318"/>
            <p:cNvSpPr/>
            <p:nvPr/>
          </p:nvSpPr>
          <p:spPr>
            <a:xfrm>
              <a:off x="3181763" y="3057086"/>
              <a:ext cx="75803" cy="75793"/>
            </a:xfrm>
            <a:custGeom>
              <a:avLst/>
              <a:pathLst>
                <a:path w="75803" h="75793">
                  <a:moveTo>
                    <a:pt x="46097" y="2980"/>
                  </a:moveTo>
                  <a:lnTo>
                    <a:pt x="50137" y="9786"/>
                  </a:lnTo>
                  <a:lnTo>
                    <a:pt x="58210" y="3628"/>
                  </a:lnTo>
                  <a:lnTo>
                    <a:pt x="63103" y="4133"/>
                  </a:lnTo>
                  <a:lnTo>
                    <a:pt x="61416" y="11977"/>
                  </a:lnTo>
                  <a:lnTo>
                    <a:pt x="57476" y="16401"/>
                  </a:lnTo>
                  <a:lnTo>
                    <a:pt x="60632" y="18197"/>
                  </a:lnTo>
                  <a:lnTo>
                    <a:pt x="63630" y="18484"/>
                  </a:lnTo>
                  <a:lnTo>
                    <a:pt x="70205" y="22535"/>
                  </a:lnTo>
                  <a:lnTo>
                    <a:pt x="70794" y="23297"/>
                  </a:lnTo>
                  <a:lnTo>
                    <a:pt x="70563" y="29204"/>
                  </a:lnTo>
                  <a:lnTo>
                    <a:pt x="72233" y="30598"/>
                  </a:lnTo>
                  <a:lnTo>
                    <a:pt x="71037" y="32190"/>
                  </a:lnTo>
                  <a:lnTo>
                    <a:pt x="68748" y="29968"/>
                  </a:lnTo>
                  <a:lnTo>
                    <a:pt x="65593" y="33585"/>
                  </a:lnTo>
                  <a:lnTo>
                    <a:pt x="66503" y="34690"/>
                  </a:lnTo>
                  <a:lnTo>
                    <a:pt x="68416" y="35405"/>
                  </a:lnTo>
                  <a:lnTo>
                    <a:pt x="74305" y="36064"/>
                  </a:lnTo>
                  <a:lnTo>
                    <a:pt x="75803" y="37687"/>
                  </a:lnTo>
                  <a:lnTo>
                    <a:pt x="75226" y="41997"/>
                  </a:lnTo>
                  <a:lnTo>
                    <a:pt x="73181" y="41274"/>
                  </a:lnTo>
                  <a:lnTo>
                    <a:pt x="69135" y="42844"/>
                  </a:lnTo>
                  <a:lnTo>
                    <a:pt x="67524" y="44584"/>
                  </a:lnTo>
                  <a:lnTo>
                    <a:pt x="66691" y="47329"/>
                  </a:lnTo>
                  <a:lnTo>
                    <a:pt x="65647" y="47941"/>
                  </a:lnTo>
                  <a:lnTo>
                    <a:pt x="62620" y="47866"/>
                  </a:lnTo>
                  <a:lnTo>
                    <a:pt x="61151" y="49723"/>
                  </a:lnTo>
                  <a:lnTo>
                    <a:pt x="58861" y="50324"/>
                  </a:lnTo>
                  <a:lnTo>
                    <a:pt x="56854" y="53777"/>
                  </a:lnTo>
                  <a:lnTo>
                    <a:pt x="49410" y="52574"/>
                  </a:lnTo>
                  <a:lnTo>
                    <a:pt x="48457" y="53391"/>
                  </a:lnTo>
                  <a:lnTo>
                    <a:pt x="46319" y="57251"/>
                  </a:lnTo>
                  <a:lnTo>
                    <a:pt x="43536" y="65420"/>
                  </a:lnTo>
                  <a:lnTo>
                    <a:pt x="42081" y="66895"/>
                  </a:lnTo>
                  <a:lnTo>
                    <a:pt x="39962" y="64639"/>
                  </a:lnTo>
                  <a:lnTo>
                    <a:pt x="37725" y="65485"/>
                  </a:lnTo>
                  <a:lnTo>
                    <a:pt x="37187" y="67981"/>
                  </a:lnTo>
                  <a:lnTo>
                    <a:pt x="38550" y="70157"/>
                  </a:lnTo>
                  <a:lnTo>
                    <a:pt x="38997" y="72135"/>
                  </a:lnTo>
                  <a:lnTo>
                    <a:pt x="36062" y="70779"/>
                  </a:lnTo>
                  <a:lnTo>
                    <a:pt x="32210" y="72349"/>
                  </a:lnTo>
                  <a:lnTo>
                    <a:pt x="33134" y="75051"/>
                  </a:lnTo>
                  <a:lnTo>
                    <a:pt x="32089" y="75793"/>
                  </a:lnTo>
                  <a:lnTo>
                    <a:pt x="28873" y="73797"/>
                  </a:lnTo>
                  <a:lnTo>
                    <a:pt x="28134" y="70868"/>
                  </a:lnTo>
                  <a:lnTo>
                    <a:pt x="26261" y="69255"/>
                  </a:lnTo>
                  <a:lnTo>
                    <a:pt x="28512" y="65830"/>
                  </a:lnTo>
                  <a:lnTo>
                    <a:pt x="26764" y="62624"/>
                  </a:lnTo>
                  <a:lnTo>
                    <a:pt x="24955" y="60881"/>
                  </a:lnTo>
                  <a:lnTo>
                    <a:pt x="17916" y="60734"/>
                  </a:lnTo>
                  <a:lnTo>
                    <a:pt x="16493" y="63647"/>
                  </a:lnTo>
                  <a:lnTo>
                    <a:pt x="14427" y="60175"/>
                  </a:lnTo>
                  <a:lnTo>
                    <a:pt x="15196" y="57480"/>
                  </a:lnTo>
                  <a:lnTo>
                    <a:pt x="18719" y="55811"/>
                  </a:lnTo>
                  <a:lnTo>
                    <a:pt x="18783" y="54572"/>
                  </a:lnTo>
                  <a:lnTo>
                    <a:pt x="6797" y="48230"/>
                  </a:lnTo>
                  <a:lnTo>
                    <a:pt x="5014" y="47801"/>
                  </a:lnTo>
                  <a:lnTo>
                    <a:pt x="3772" y="48428"/>
                  </a:lnTo>
                  <a:lnTo>
                    <a:pt x="1293" y="48636"/>
                  </a:lnTo>
                  <a:lnTo>
                    <a:pt x="0" y="47260"/>
                  </a:lnTo>
                  <a:lnTo>
                    <a:pt x="2689" y="46566"/>
                  </a:lnTo>
                  <a:lnTo>
                    <a:pt x="3736" y="47500"/>
                  </a:lnTo>
                  <a:lnTo>
                    <a:pt x="6991" y="47330"/>
                  </a:lnTo>
                  <a:lnTo>
                    <a:pt x="9163" y="43790"/>
                  </a:lnTo>
                  <a:lnTo>
                    <a:pt x="16755" y="46085"/>
                  </a:lnTo>
                  <a:lnTo>
                    <a:pt x="21662" y="43095"/>
                  </a:lnTo>
                  <a:lnTo>
                    <a:pt x="25474" y="37781"/>
                  </a:lnTo>
                  <a:lnTo>
                    <a:pt x="25746" y="36036"/>
                  </a:lnTo>
                  <a:lnTo>
                    <a:pt x="28180" y="35833"/>
                  </a:lnTo>
                  <a:lnTo>
                    <a:pt x="29188" y="36390"/>
                  </a:lnTo>
                  <a:lnTo>
                    <a:pt x="28921" y="37484"/>
                  </a:lnTo>
                  <a:lnTo>
                    <a:pt x="29946" y="40236"/>
                  </a:lnTo>
                  <a:lnTo>
                    <a:pt x="31656" y="40510"/>
                  </a:lnTo>
                  <a:lnTo>
                    <a:pt x="36462" y="37654"/>
                  </a:lnTo>
                  <a:lnTo>
                    <a:pt x="39407" y="34590"/>
                  </a:lnTo>
                  <a:lnTo>
                    <a:pt x="39014" y="33680"/>
                  </a:lnTo>
                  <a:lnTo>
                    <a:pt x="41451" y="20730"/>
                  </a:lnTo>
                  <a:lnTo>
                    <a:pt x="45902" y="12147"/>
                  </a:lnTo>
                  <a:lnTo>
                    <a:pt x="43806" y="7975"/>
                  </a:lnTo>
                  <a:lnTo>
                    <a:pt x="38871" y="2780"/>
                  </a:lnTo>
                  <a:lnTo>
                    <a:pt x="39199" y="1404"/>
                  </a:lnTo>
                  <a:lnTo>
                    <a:pt x="4069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h2319"/>
            <p:cNvSpPr/>
            <p:nvPr/>
          </p:nvSpPr>
          <p:spPr>
            <a:xfrm>
              <a:off x="3147635" y="3050603"/>
              <a:ext cx="49646" cy="32802"/>
            </a:xfrm>
            <a:custGeom>
              <a:avLst/>
              <a:pathLst>
                <a:path w="49646" h="32802">
                  <a:moveTo>
                    <a:pt x="22254" y="1379"/>
                  </a:moveTo>
                  <a:lnTo>
                    <a:pt x="25927" y="3917"/>
                  </a:lnTo>
                  <a:lnTo>
                    <a:pt x="27540" y="6070"/>
                  </a:lnTo>
                  <a:lnTo>
                    <a:pt x="28317" y="11857"/>
                  </a:lnTo>
                  <a:lnTo>
                    <a:pt x="26759" y="11823"/>
                  </a:lnTo>
                  <a:lnTo>
                    <a:pt x="25796" y="10682"/>
                  </a:lnTo>
                  <a:lnTo>
                    <a:pt x="25002" y="11757"/>
                  </a:lnTo>
                  <a:lnTo>
                    <a:pt x="26405" y="13685"/>
                  </a:lnTo>
                  <a:lnTo>
                    <a:pt x="29846" y="13455"/>
                  </a:lnTo>
                  <a:lnTo>
                    <a:pt x="31218" y="11918"/>
                  </a:lnTo>
                  <a:lnTo>
                    <a:pt x="34778" y="11157"/>
                  </a:lnTo>
                  <a:lnTo>
                    <a:pt x="39405" y="10915"/>
                  </a:lnTo>
                  <a:lnTo>
                    <a:pt x="41771" y="12423"/>
                  </a:lnTo>
                  <a:lnTo>
                    <a:pt x="42841" y="15318"/>
                  </a:lnTo>
                  <a:lnTo>
                    <a:pt x="44647" y="16457"/>
                  </a:lnTo>
                  <a:lnTo>
                    <a:pt x="47885" y="16212"/>
                  </a:lnTo>
                  <a:lnTo>
                    <a:pt x="49646" y="17670"/>
                  </a:lnTo>
                  <a:lnTo>
                    <a:pt x="48320" y="20861"/>
                  </a:lnTo>
                  <a:lnTo>
                    <a:pt x="46367" y="22875"/>
                  </a:lnTo>
                  <a:lnTo>
                    <a:pt x="42397" y="23130"/>
                  </a:lnTo>
                  <a:lnTo>
                    <a:pt x="42709" y="22339"/>
                  </a:lnTo>
                  <a:lnTo>
                    <a:pt x="41291" y="22460"/>
                  </a:lnTo>
                  <a:lnTo>
                    <a:pt x="36490" y="29603"/>
                  </a:lnTo>
                  <a:lnTo>
                    <a:pt x="34646" y="31771"/>
                  </a:lnTo>
                  <a:lnTo>
                    <a:pt x="24856" y="26945"/>
                  </a:lnTo>
                  <a:lnTo>
                    <a:pt x="24095" y="24700"/>
                  </a:lnTo>
                  <a:lnTo>
                    <a:pt x="22815" y="23582"/>
                  </a:lnTo>
                  <a:lnTo>
                    <a:pt x="19467" y="26971"/>
                  </a:lnTo>
                  <a:lnTo>
                    <a:pt x="16145" y="32802"/>
                  </a:lnTo>
                  <a:lnTo>
                    <a:pt x="14837" y="32549"/>
                  </a:lnTo>
                  <a:lnTo>
                    <a:pt x="13140" y="28341"/>
                  </a:lnTo>
                  <a:lnTo>
                    <a:pt x="11029" y="29263"/>
                  </a:lnTo>
                  <a:lnTo>
                    <a:pt x="6418" y="26330"/>
                  </a:lnTo>
                  <a:lnTo>
                    <a:pt x="6069" y="17756"/>
                  </a:lnTo>
                  <a:lnTo>
                    <a:pt x="5234" y="15694"/>
                  </a:lnTo>
                  <a:lnTo>
                    <a:pt x="0" y="10384"/>
                  </a:lnTo>
                  <a:lnTo>
                    <a:pt x="709" y="6425"/>
                  </a:lnTo>
                  <a:lnTo>
                    <a:pt x="1413" y="5847"/>
                  </a:lnTo>
                  <a:lnTo>
                    <a:pt x="2543" y="4868"/>
                  </a:lnTo>
                  <a:lnTo>
                    <a:pt x="5793" y="4728"/>
                  </a:lnTo>
                  <a:lnTo>
                    <a:pt x="7340" y="5781"/>
                  </a:lnTo>
                  <a:lnTo>
                    <a:pt x="10047" y="3912"/>
                  </a:lnTo>
                  <a:lnTo>
                    <a:pt x="10079" y="1232"/>
                  </a:lnTo>
                  <a:lnTo>
                    <a:pt x="1867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h2320"/>
            <p:cNvSpPr/>
            <p:nvPr/>
          </p:nvSpPr>
          <p:spPr>
            <a:xfrm>
              <a:off x="3345576" y="3095954"/>
              <a:ext cx="32598" cy="60165"/>
            </a:xfrm>
            <a:custGeom>
              <a:avLst/>
              <a:pathLst>
                <a:path w="32598" h="60165">
                  <a:moveTo>
                    <a:pt x="8801" y="709"/>
                  </a:moveTo>
                  <a:lnTo>
                    <a:pt x="16764" y="5105"/>
                  </a:lnTo>
                  <a:lnTo>
                    <a:pt x="15495" y="9064"/>
                  </a:lnTo>
                  <a:lnTo>
                    <a:pt x="16362" y="9939"/>
                  </a:lnTo>
                  <a:lnTo>
                    <a:pt x="16421" y="11211"/>
                  </a:lnTo>
                  <a:lnTo>
                    <a:pt x="13335" y="18357"/>
                  </a:lnTo>
                  <a:lnTo>
                    <a:pt x="14083" y="26888"/>
                  </a:lnTo>
                  <a:lnTo>
                    <a:pt x="17339" y="27256"/>
                  </a:lnTo>
                  <a:lnTo>
                    <a:pt x="22042" y="24852"/>
                  </a:lnTo>
                  <a:lnTo>
                    <a:pt x="24193" y="24869"/>
                  </a:lnTo>
                  <a:lnTo>
                    <a:pt x="24117" y="23139"/>
                  </a:lnTo>
                  <a:lnTo>
                    <a:pt x="20229" y="21645"/>
                  </a:lnTo>
                  <a:lnTo>
                    <a:pt x="19954" y="20815"/>
                  </a:lnTo>
                  <a:lnTo>
                    <a:pt x="29470" y="20084"/>
                  </a:lnTo>
                  <a:lnTo>
                    <a:pt x="30338" y="25905"/>
                  </a:lnTo>
                  <a:lnTo>
                    <a:pt x="30305" y="33498"/>
                  </a:lnTo>
                  <a:lnTo>
                    <a:pt x="31124" y="35754"/>
                  </a:lnTo>
                  <a:lnTo>
                    <a:pt x="32598" y="37003"/>
                  </a:lnTo>
                  <a:lnTo>
                    <a:pt x="31816" y="39805"/>
                  </a:lnTo>
                  <a:lnTo>
                    <a:pt x="30490" y="40007"/>
                  </a:lnTo>
                  <a:lnTo>
                    <a:pt x="29539" y="43247"/>
                  </a:lnTo>
                  <a:lnTo>
                    <a:pt x="32021" y="51272"/>
                  </a:lnTo>
                  <a:lnTo>
                    <a:pt x="29906" y="54291"/>
                  </a:lnTo>
                  <a:lnTo>
                    <a:pt x="29296" y="58754"/>
                  </a:lnTo>
                  <a:lnTo>
                    <a:pt x="28669" y="59503"/>
                  </a:lnTo>
                  <a:lnTo>
                    <a:pt x="26664" y="59820"/>
                  </a:lnTo>
                  <a:lnTo>
                    <a:pt x="24715" y="60165"/>
                  </a:lnTo>
                  <a:lnTo>
                    <a:pt x="21047" y="58958"/>
                  </a:lnTo>
                  <a:lnTo>
                    <a:pt x="17193" y="56180"/>
                  </a:lnTo>
                  <a:lnTo>
                    <a:pt x="18317" y="55225"/>
                  </a:lnTo>
                  <a:lnTo>
                    <a:pt x="19252" y="55825"/>
                  </a:lnTo>
                  <a:lnTo>
                    <a:pt x="22465" y="52242"/>
                  </a:lnTo>
                  <a:lnTo>
                    <a:pt x="23920" y="47253"/>
                  </a:lnTo>
                  <a:lnTo>
                    <a:pt x="23238" y="42128"/>
                  </a:lnTo>
                  <a:lnTo>
                    <a:pt x="22070" y="40452"/>
                  </a:lnTo>
                  <a:lnTo>
                    <a:pt x="20022" y="33094"/>
                  </a:lnTo>
                  <a:lnTo>
                    <a:pt x="20605" y="30982"/>
                  </a:lnTo>
                  <a:lnTo>
                    <a:pt x="16080" y="30249"/>
                  </a:lnTo>
                  <a:lnTo>
                    <a:pt x="1128" y="25719"/>
                  </a:lnTo>
                  <a:lnTo>
                    <a:pt x="0" y="25094"/>
                  </a:lnTo>
                  <a:lnTo>
                    <a:pt x="1800" y="23511"/>
                  </a:lnTo>
                  <a:lnTo>
                    <a:pt x="4551" y="23772"/>
                  </a:lnTo>
                  <a:lnTo>
                    <a:pt x="5133" y="18857"/>
                  </a:lnTo>
                  <a:lnTo>
                    <a:pt x="4254" y="16441"/>
                  </a:lnTo>
                  <a:lnTo>
                    <a:pt x="464" y="5575"/>
                  </a:lnTo>
                  <a:lnTo>
                    <a:pt x="502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h2321"/>
            <p:cNvSpPr/>
            <p:nvPr/>
          </p:nvSpPr>
          <p:spPr>
            <a:xfrm>
              <a:off x="3080033" y="3081824"/>
              <a:ext cx="96832" cy="102777"/>
            </a:xfrm>
            <a:custGeom>
              <a:avLst/>
              <a:pathLst>
                <a:path w="96832" h="102777">
                  <a:moveTo>
                    <a:pt x="13007" y="0"/>
                  </a:moveTo>
                  <a:lnTo>
                    <a:pt x="15250" y="649"/>
                  </a:lnTo>
                  <a:lnTo>
                    <a:pt x="16118" y="4491"/>
                  </a:lnTo>
                  <a:lnTo>
                    <a:pt x="12421" y="7070"/>
                  </a:lnTo>
                  <a:lnTo>
                    <a:pt x="13139" y="9446"/>
                  </a:lnTo>
                  <a:lnTo>
                    <a:pt x="14369" y="9243"/>
                  </a:lnTo>
                  <a:lnTo>
                    <a:pt x="16056" y="7162"/>
                  </a:lnTo>
                  <a:lnTo>
                    <a:pt x="18073" y="6068"/>
                  </a:lnTo>
                  <a:lnTo>
                    <a:pt x="25258" y="4622"/>
                  </a:lnTo>
                  <a:lnTo>
                    <a:pt x="26434" y="8907"/>
                  </a:lnTo>
                  <a:lnTo>
                    <a:pt x="28372" y="11739"/>
                  </a:lnTo>
                  <a:lnTo>
                    <a:pt x="35532" y="10175"/>
                  </a:lnTo>
                  <a:lnTo>
                    <a:pt x="44851" y="12749"/>
                  </a:lnTo>
                  <a:lnTo>
                    <a:pt x="46172" y="11279"/>
                  </a:lnTo>
                  <a:lnTo>
                    <a:pt x="51228" y="10962"/>
                  </a:lnTo>
                  <a:lnTo>
                    <a:pt x="51880" y="16331"/>
                  </a:lnTo>
                  <a:lnTo>
                    <a:pt x="60479" y="15821"/>
                  </a:lnTo>
                  <a:lnTo>
                    <a:pt x="60827" y="21417"/>
                  </a:lnTo>
                  <a:lnTo>
                    <a:pt x="63308" y="26401"/>
                  </a:lnTo>
                  <a:lnTo>
                    <a:pt x="66287" y="26036"/>
                  </a:lnTo>
                  <a:lnTo>
                    <a:pt x="70521" y="23532"/>
                  </a:lnTo>
                  <a:lnTo>
                    <a:pt x="82771" y="22766"/>
                  </a:lnTo>
                  <a:lnTo>
                    <a:pt x="85714" y="21646"/>
                  </a:lnTo>
                  <a:lnTo>
                    <a:pt x="88482" y="25474"/>
                  </a:lnTo>
                  <a:lnTo>
                    <a:pt x="96478" y="25277"/>
                  </a:lnTo>
                  <a:lnTo>
                    <a:pt x="96832" y="25987"/>
                  </a:lnTo>
                  <a:lnTo>
                    <a:pt x="93322" y="27773"/>
                  </a:lnTo>
                  <a:lnTo>
                    <a:pt x="91045" y="33351"/>
                  </a:lnTo>
                  <a:lnTo>
                    <a:pt x="91180" y="35093"/>
                  </a:lnTo>
                  <a:lnTo>
                    <a:pt x="93056" y="36924"/>
                  </a:lnTo>
                  <a:lnTo>
                    <a:pt x="91604" y="41350"/>
                  </a:lnTo>
                  <a:lnTo>
                    <a:pt x="88651" y="43869"/>
                  </a:lnTo>
                  <a:lnTo>
                    <a:pt x="88515" y="45200"/>
                  </a:lnTo>
                  <a:lnTo>
                    <a:pt x="89091" y="45581"/>
                  </a:lnTo>
                  <a:lnTo>
                    <a:pt x="92512" y="44633"/>
                  </a:lnTo>
                  <a:lnTo>
                    <a:pt x="91668" y="47525"/>
                  </a:lnTo>
                  <a:lnTo>
                    <a:pt x="88972" y="47325"/>
                  </a:lnTo>
                  <a:lnTo>
                    <a:pt x="87648" y="46123"/>
                  </a:lnTo>
                  <a:lnTo>
                    <a:pt x="87198" y="46642"/>
                  </a:lnTo>
                  <a:lnTo>
                    <a:pt x="88402" y="49543"/>
                  </a:lnTo>
                  <a:lnTo>
                    <a:pt x="91772" y="53605"/>
                  </a:lnTo>
                  <a:lnTo>
                    <a:pt x="91939" y="57880"/>
                  </a:lnTo>
                  <a:lnTo>
                    <a:pt x="91408" y="59340"/>
                  </a:lnTo>
                  <a:lnTo>
                    <a:pt x="92012" y="61347"/>
                  </a:lnTo>
                  <a:lnTo>
                    <a:pt x="88780" y="61980"/>
                  </a:lnTo>
                  <a:lnTo>
                    <a:pt x="86124" y="65139"/>
                  </a:lnTo>
                  <a:lnTo>
                    <a:pt x="85509" y="67719"/>
                  </a:lnTo>
                  <a:lnTo>
                    <a:pt x="84905" y="68841"/>
                  </a:lnTo>
                  <a:lnTo>
                    <a:pt x="82163" y="69424"/>
                  </a:lnTo>
                  <a:lnTo>
                    <a:pt x="81753" y="74172"/>
                  </a:lnTo>
                  <a:lnTo>
                    <a:pt x="79228" y="73417"/>
                  </a:lnTo>
                  <a:lnTo>
                    <a:pt x="77944" y="74194"/>
                  </a:lnTo>
                  <a:lnTo>
                    <a:pt x="75871" y="80725"/>
                  </a:lnTo>
                  <a:lnTo>
                    <a:pt x="75739" y="86210"/>
                  </a:lnTo>
                  <a:lnTo>
                    <a:pt x="71227" y="93677"/>
                  </a:lnTo>
                  <a:lnTo>
                    <a:pt x="65578" y="102777"/>
                  </a:lnTo>
                  <a:lnTo>
                    <a:pt x="63641" y="101987"/>
                  </a:lnTo>
                  <a:lnTo>
                    <a:pt x="56265" y="96446"/>
                  </a:lnTo>
                  <a:lnTo>
                    <a:pt x="55482" y="94956"/>
                  </a:lnTo>
                  <a:lnTo>
                    <a:pt x="57396" y="90691"/>
                  </a:lnTo>
                  <a:lnTo>
                    <a:pt x="59182" y="90947"/>
                  </a:lnTo>
                  <a:lnTo>
                    <a:pt x="60793" y="88160"/>
                  </a:lnTo>
                  <a:lnTo>
                    <a:pt x="62584" y="74310"/>
                  </a:lnTo>
                  <a:lnTo>
                    <a:pt x="57983" y="74007"/>
                  </a:lnTo>
                  <a:lnTo>
                    <a:pt x="53081" y="69742"/>
                  </a:lnTo>
                  <a:lnTo>
                    <a:pt x="48425" y="63481"/>
                  </a:lnTo>
                  <a:lnTo>
                    <a:pt x="47635" y="60856"/>
                  </a:lnTo>
                  <a:lnTo>
                    <a:pt x="46290" y="59963"/>
                  </a:lnTo>
                  <a:lnTo>
                    <a:pt x="35068" y="56389"/>
                  </a:lnTo>
                  <a:lnTo>
                    <a:pt x="31340" y="54612"/>
                  </a:lnTo>
                  <a:lnTo>
                    <a:pt x="29864" y="52696"/>
                  </a:lnTo>
                  <a:lnTo>
                    <a:pt x="24579" y="52704"/>
                  </a:lnTo>
                  <a:lnTo>
                    <a:pt x="22561" y="49404"/>
                  </a:lnTo>
                  <a:lnTo>
                    <a:pt x="22891" y="47378"/>
                  </a:lnTo>
                  <a:lnTo>
                    <a:pt x="21560" y="43062"/>
                  </a:lnTo>
                  <a:lnTo>
                    <a:pt x="19836" y="41348"/>
                  </a:lnTo>
                  <a:lnTo>
                    <a:pt x="15018" y="42894"/>
                  </a:lnTo>
                  <a:lnTo>
                    <a:pt x="12859" y="40341"/>
                  </a:lnTo>
                  <a:lnTo>
                    <a:pt x="7439" y="39707"/>
                  </a:lnTo>
                  <a:lnTo>
                    <a:pt x="6025" y="28023"/>
                  </a:lnTo>
                  <a:lnTo>
                    <a:pt x="9173" y="25474"/>
                  </a:lnTo>
                  <a:lnTo>
                    <a:pt x="8448" y="22972"/>
                  </a:lnTo>
                  <a:lnTo>
                    <a:pt x="7735" y="22922"/>
                  </a:lnTo>
                  <a:lnTo>
                    <a:pt x="4345" y="10873"/>
                  </a:lnTo>
                  <a:lnTo>
                    <a:pt x="4243" y="5125"/>
                  </a:lnTo>
                  <a:lnTo>
                    <a:pt x="3018" y="3606"/>
                  </a:lnTo>
                  <a:lnTo>
                    <a:pt x="678" y="4602"/>
                  </a:lnTo>
                  <a:lnTo>
                    <a:pt x="0" y="810"/>
                  </a:lnTo>
                  <a:lnTo>
                    <a:pt x="804" y="149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h2322"/>
            <p:cNvSpPr/>
            <p:nvPr/>
          </p:nvSpPr>
          <p:spPr>
            <a:xfrm>
              <a:off x="3218951" y="3106810"/>
              <a:ext cx="29689" cy="34740"/>
            </a:xfrm>
            <a:custGeom>
              <a:avLst/>
              <a:pathLst>
                <a:path w="29689" h="34740">
                  <a:moveTo>
                    <a:pt x="23963" y="0"/>
                  </a:moveTo>
                  <a:lnTo>
                    <a:pt x="25112" y="2337"/>
                  </a:lnTo>
                  <a:lnTo>
                    <a:pt x="25925" y="2339"/>
                  </a:lnTo>
                  <a:lnTo>
                    <a:pt x="28424" y="5501"/>
                  </a:lnTo>
                  <a:lnTo>
                    <a:pt x="28669" y="13275"/>
                  </a:lnTo>
                  <a:lnTo>
                    <a:pt x="29591" y="14586"/>
                  </a:lnTo>
                  <a:lnTo>
                    <a:pt x="28687" y="27858"/>
                  </a:lnTo>
                  <a:lnTo>
                    <a:pt x="29689" y="31387"/>
                  </a:lnTo>
                  <a:lnTo>
                    <a:pt x="25945" y="31183"/>
                  </a:lnTo>
                  <a:lnTo>
                    <a:pt x="21241" y="34740"/>
                  </a:lnTo>
                  <a:lnTo>
                    <a:pt x="18312" y="33249"/>
                  </a:lnTo>
                  <a:lnTo>
                    <a:pt x="12276" y="34279"/>
                  </a:lnTo>
                  <a:lnTo>
                    <a:pt x="8581" y="34055"/>
                  </a:lnTo>
                  <a:lnTo>
                    <a:pt x="7988" y="29952"/>
                  </a:lnTo>
                  <a:lnTo>
                    <a:pt x="5074" y="28219"/>
                  </a:lnTo>
                  <a:lnTo>
                    <a:pt x="2888" y="22028"/>
                  </a:lnTo>
                  <a:lnTo>
                    <a:pt x="5269" y="22047"/>
                  </a:lnTo>
                  <a:lnTo>
                    <a:pt x="5596" y="19573"/>
                  </a:lnTo>
                  <a:lnTo>
                    <a:pt x="3337" y="19536"/>
                  </a:lnTo>
                  <a:lnTo>
                    <a:pt x="1363" y="20433"/>
                  </a:lnTo>
                  <a:lnTo>
                    <a:pt x="0" y="18257"/>
                  </a:lnTo>
                  <a:lnTo>
                    <a:pt x="537" y="15761"/>
                  </a:lnTo>
                  <a:lnTo>
                    <a:pt x="2774" y="14915"/>
                  </a:lnTo>
                  <a:lnTo>
                    <a:pt x="4893" y="17171"/>
                  </a:lnTo>
                  <a:lnTo>
                    <a:pt x="6348" y="15696"/>
                  </a:lnTo>
                  <a:lnTo>
                    <a:pt x="9131" y="7527"/>
                  </a:lnTo>
                  <a:lnTo>
                    <a:pt x="11269" y="3667"/>
                  </a:lnTo>
                  <a:lnTo>
                    <a:pt x="12222" y="2850"/>
                  </a:lnTo>
                  <a:lnTo>
                    <a:pt x="19667" y="4053"/>
                  </a:lnTo>
                  <a:lnTo>
                    <a:pt x="21674" y="60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h2323"/>
            <p:cNvSpPr/>
            <p:nvPr/>
          </p:nvSpPr>
          <p:spPr>
            <a:xfrm>
              <a:off x="3184126" y="3050772"/>
              <a:ext cx="24474" cy="40067"/>
            </a:xfrm>
            <a:custGeom>
              <a:avLst/>
              <a:pathLst>
                <a:path w="24474" h="40067">
                  <a:moveTo>
                    <a:pt x="23112" y="0"/>
                  </a:moveTo>
                  <a:lnTo>
                    <a:pt x="21635" y="10025"/>
                  </a:lnTo>
                  <a:lnTo>
                    <a:pt x="20004" y="10618"/>
                  </a:lnTo>
                  <a:lnTo>
                    <a:pt x="19694" y="15186"/>
                  </a:lnTo>
                  <a:lnTo>
                    <a:pt x="18417" y="19599"/>
                  </a:lnTo>
                  <a:lnTo>
                    <a:pt x="20936" y="29987"/>
                  </a:lnTo>
                  <a:lnTo>
                    <a:pt x="23582" y="32087"/>
                  </a:lnTo>
                  <a:lnTo>
                    <a:pt x="24474" y="35182"/>
                  </a:lnTo>
                  <a:lnTo>
                    <a:pt x="22479" y="40067"/>
                  </a:lnTo>
                  <a:lnTo>
                    <a:pt x="12107" y="38229"/>
                  </a:lnTo>
                  <a:lnTo>
                    <a:pt x="10473" y="35677"/>
                  </a:lnTo>
                  <a:lnTo>
                    <a:pt x="11277" y="33569"/>
                  </a:lnTo>
                  <a:lnTo>
                    <a:pt x="10842" y="32498"/>
                  </a:lnTo>
                  <a:lnTo>
                    <a:pt x="9152" y="31247"/>
                  </a:lnTo>
                  <a:lnTo>
                    <a:pt x="6573" y="30679"/>
                  </a:lnTo>
                  <a:lnTo>
                    <a:pt x="4693" y="31342"/>
                  </a:lnTo>
                  <a:lnTo>
                    <a:pt x="1771" y="31121"/>
                  </a:lnTo>
                  <a:lnTo>
                    <a:pt x="0" y="29434"/>
                  </a:lnTo>
                  <a:lnTo>
                    <a:pt x="4801" y="22291"/>
                  </a:lnTo>
                  <a:lnTo>
                    <a:pt x="6218" y="22170"/>
                  </a:lnTo>
                  <a:lnTo>
                    <a:pt x="5906" y="22961"/>
                  </a:lnTo>
                  <a:lnTo>
                    <a:pt x="9877" y="22707"/>
                  </a:lnTo>
                  <a:lnTo>
                    <a:pt x="11829" y="20692"/>
                  </a:lnTo>
                  <a:lnTo>
                    <a:pt x="13156" y="17502"/>
                  </a:lnTo>
                  <a:lnTo>
                    <a:pt x="11395" y="16044"/>
                  </a:lnTo>
                  <a:lnTo>
                    <a:pt x="13718" y="10320"/>
                  </a:lnTo>
                  <a:lnTo>
                    <a:pt x="12806" y="6650"/>
                  </a:lnTo>
                  <a:lnTo>
                    <a:pt x="13790" y="3946"/>
                  </a:lnTo>
                  <a:lnTo>
                    <a:pt x="15329" y="27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h2324"/>
            <p:cNvSpPr/>
            <p:nvPr/>
          </p:nvSpPr>
          <p:spPr>
            <a:xfrm>
              <a:off x="3280707" y="3038020"/>
              <a:ext cx="69898" cy="78400"/>
            </a:xfrm>
            <a:custGeom>
              <a:avLst/>
              <a:pathLst>
                <a:path w="69898" h="78400">
                  <a:moveTo>
                    <a:pt x="2966" y="18"/>
                  </a:moveTo>
                  <a:lnTo>
                    <a:pt x="4566" y="1148"/>
                  </a:lnTo>
                  <a:lnTo>
                    <a:pt x="19551" y="0"/>
                  </a:lnTo>
                  <a:lnTo>
                    <a:pt x="20086" y="9808"/>
                  </a:lnTo>
                  <a:lnTo>
                    <a:pt x="21069" y="14156"/>
                  </a:lnTo>
                  <a:lnTo>
                    <a:pt x="20745" y="22582"/>
                  </a:lnTo>
                  <a:lnTo>
                    <a:pt x="24670" y="29280"/>
                  </a:lnTo>
                  <a:lnTo>
                    <a:pt x="23525" y="31958"/>
                  </a:lnTo>
                  <a:lnTo>
                    <a:pt x="23758" y="35918"/>
                  </a:lnTo>
                  <a:lnTo>
                    <a:pt x="27952" y="41222"/>
                  </a:lnTo>
                  <a:lnTo>
                    <a:pt x="30040" y="42783"/>
                  </a:lnTo>
                  <a:lnTo>
                    <a:pt x="33201" y="43607"/>
                  </a:lnTo>
                  <a:lnTo>
                    <a:pt x="35467" y="41958"/>
                  </a:lnTo>
                  <a:lnTo>
                    <a:pt x="37999" y="41807"/>
                  </a:lnTo>
                  <a:lnTo>
                    <a:pt x="41280" y="47002"/>
                  </a:lnTo>
                  <a:lnTo>
                    <a:pt x="47015" y="50983"/>
                  </a:lnTo>
                  <a:lnTo>
                    <a:pt x="50639" y="51421"/>
                  </a:lnTo>
                  <a:lnTo>
                    <a:pt x="54609" y="50908"/>
                  </a:lnTo>
                  <a:lnTo>
                    <a:pt x="58628" y="54080"/>
                  </a:lnTo>
                  <a:lnTo>
                    <a:pt x="65846" y="54849"/>
                  </a:lnTo>
                  <a:lnTo>
                    <a:pt x="69898" y="57933"/>
                  </a:lnTo>
                  <a:lnTo>
                    <a:pt x="65333" y="63508"/>
                  </a:lnTo>
                  <a:lnTo>
                    <a:pt x="61472" y="65892"/>
                  </a:lnTo>
                  <a:lnTo>
                    <a:pt x="55287" y="64753"/>
                  </a:lnTo>
                  <a:lnTo>
                    <a:pt x="53014" y="66547"/>
                  </a:lnTo>
                  <a:lnTo>
                    <a:pt x="52637" y="67957"/>
                  </a:lnTo>
                  <a:lnTo>
                    <a:pt x="50380" y="69015"/>
                  </a:lnTo>
                  <a:lnTo>
                    <a:pt x="49330" y="68211"/>
                  </a:lnTo>
                  <a:lnTo>
                    <a:pt x="49280" y="67103"/>
                  </a:lnTo>
                  <a:lnTo>
                    <a:pt x="51087" y="64441"/>
                  </a:lnTo>
                  <a:lnTo>
                    <a:pt x="50935" y="63698"/>
                  </a:lnTo>
                  <a:lnTo>
                    <a:pt x="45021" y="62653"/>
                  </a:lnTo>
                  <a:lnTo>
                    <a:pt x="38584" y="69505"/>
                  </a:lnTo>
                  <a:lnTo>
                    <a:pt x="32964" y="71715"/>
                  </a:lnTo>
                  <a:lnTo>
                    <a:pt x="32877" y="76261"/>
                  </a:lnTo>
                  <a:lnTo>
                    <a:pt x="31311" y="78400"/>
                  </a:lnTo>
                  <a:lnTo>
                    <a:pt x="28985" y="76907"/>
                  </a:lnTo>
                  <a:lnTo>
                    <a:pt x="28197" y="74149"/>
                  </a:lnTo>
                  <a:lnTo>
                    <a:pt x="24143" y="70466"/>
                  </a:lnTo>
                  <a:lnTo>
                    <a:pt x="24745" y="66100"/>
                  </a:lnTo>
                  <a:lnTo>
                    <a:pt x="20996" y="66198"/>
                  </a:lnTo>
                  <a:lnTo>
                    <a:pt x="19357" y="68826"/>
                  </a:lnTo>
                  <a:lnTo>
                    <a:pt x="10348" y="65673"/>
                  </a:lnTo>
                  <a:lnTo>
                    <a:pt x="7500" y="63821"/>
                  </a:lnTo>
                  <a:lnTo>
                    <a:pt x="8672" y="53414"/>
                  </a:lnTo>
                  <a:lnTo>
                    <a:pt x="7971" y="50092"/>
                  </a:lnTo>
                  <a:lnTo>
                    <a:pt x="6090" y="48417"/>
                  </a:lnTo>
                  <a:lnTo>
                    <a:pt x="7299" y="44629"/>
                  </a:lnTo>
                  <a:lnTo>
                    <a:pt x="9207" y="41752"/>
                  </a:lnTo>
                  <a:lnTo>
                    <a:pt x="9113" y="39956"/>
                  </a:lnTo>
                  <a:lnTo>
                    <a:pt x="9789" y="38895"/>
                  </a:lnTo>
                  <a:lnTo>
                    <a:pt x="7957" y="37372"/>
                  </a:lnTo>
                  <a:lnTo>
                    <a:pt x="5872" y="37047"/>
                  </a:lnTo>
                  <a:lnTo>
                    <a:pt x="3846" y="29819"/>
                  </a:lnTo>
                  <a:lnTo>
                    <a:pt x="6312" y="24897"/>
                  </a:lnTo>
                  <a:lnTo>
                    <a:pt x="9113" y="22644"/>
                  </a:lnTo>
                  <a:lnTo>
                    <a:pt x="14401" y="23769"/>
                  </a:lnTo>
                  <a:lnTo>
                    <a:pt x="16574" y="23159"/>
                  </a:lnTo>
                  <a:lnTo>
                    <a:pt x="15617" y="20288"/>
                  </a:lnTo>
                  <a:lnTo>
                    <a:pt x="13861" y="19242"/>
                  </a:lnTo>
                  <a:lnTo>
                    <a:pt x="7127" y="18906"/>
                  </a:lnTo>
                  <a:lnTo>
                    <a:pt x="9689" y="16281"/>
                  </a:lnTo>
                  <a:lnTo>
                    <a:pt x="4597" y="11064"/>
                  </a:lnTo>
                  <a:lnTo>
                    <a:pt x="0" y="8936"/>
                  </a:lnTo>
                  <a:lnTo>
                    <a:pt x="2926" y="5589"/>
                  </a:lnTo>
                  <a:lnTo>
                    <a:pt x="3222" y="1923"/>
                  </a:lnTo>
                  <a:lnTo>
                    <a:pt x="1886" y="9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h2325"/>
            <p:cNvSpPr/>
            <p:nvPr/>
          </p:nvSpPr>
          <p:spPr>
            <a:xfrm>
              <a:off x="3202544" y="3056696"/>
              <a:ext cx="25121" cy="40901"/>
            </a:xfrm>
            <a:custGeom>
              <a:avLst/>
              <a:pathLst>
                <a:path w="25121" h="40901">
                  <a:moveTo>
                    <a:pt x="13682" y="177"/>
                  </a:moveTo>
                  <a:lnTo>
                    <a:pt x="18091" y="3170"/>
                  </a:lnTo>
                  <a:lnTo>
                    <a:pt x="23026" y="8366"/>
                  </a:lnTo>
                  <a:lnTo>
                    <a:pt x="25121" y="12537"/>
                  </a:lnTo>
                  <a:lnTo>
                    <a:pt x="20671" y="21120"/>
                  </a:lnTo>
                  <a:lnTo>
                    <a:pt x="18233" y="34070"/>
                  </a:lnTo>
                  <a:lnTo>
                    <a:pt x="18626" y="34980"/>
                  </a:lnTo>
                  <a:lnTo>
                    <a:pt x="15681" y="38045"/>
                  </a:lnTo>
                  <a:lnTo>
                    <a:pt x="10875" y="40901"/>
                  </a:lnTo>
                  <a:lnTo>
                    <a:pt x="9166" y="40626"/>
                  </a:lnTo>
                  <a:lnTo>
                    <a:pt x="8141" y="37874"/>
                  </a:lnTo>
                  <a:lnTo>
                    <a:pt x="8408" y="36780"/>
                  </a:lnTo>
                  <a:lnTo>
                    <a:pt x="7400" y="36223"/>
                  </a:lnTo>
                  <a:lnTo>
                    <a:pt x="4965" y="36426"/>
                  </a:lnTo>
                  <a:lnTo>
                    <a:pt x="4693" y="38171"/>
                  </a:lnTo>
                  <a:lnTo>
                    <a:pt x="4061" y="34143"/>
                  </a:lnTo>
                  <a:lnTo>
                    <a:pt x="6056" y="29258"/>
                  </a:lnTo>
                  <a:lnTo>
                    <a:pt x="5164" y="26163"/>
                  </a:lnTo>
                  <a:lnTo>
                    <a:pt x="2518" y="24063"/>
                  </a:lnTo>
                  <a:lnTo>
                    <a:pt x="0" y="13675"/>
                  </a:lnTo>
                  <a:lnTo>
                    <a:pt x="1276" y="9262"/>
                  </a:lnTo>
                  <a:lnTo>
                    <a:pt x="1586" y="4694"/>
                  </a:lnTo>
                  <a:lnTo>
                    <a:pt x="3218" y="4101"/>
                  </a:lnTo>
                  <a:lnTo>
                    <a:pt x="3037" y="5444"/>
                  </a:lnTo>
                  <a:lnTo>
                    <a:pt x="11110" y="5613"/>
                  </a:lnTo>
                  <a:lnTo>
                    <a:pt x="1171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h2326"/>
            <p:cNvSpPr/>
            <p:nvPr/>
          </p:nvSpPr>
          <p:spPr>
            <a:xfrm>
              <a:off x="3372241" y="3126699"/>
              <a:ext cx="74005" cy="49095"/>
            </a:xfrm>
            <a:custGeom>
              <a:avLst/>
              <a:pathLst>
                <a:path w="74005" h="49095">
                  <a:moveTo>
                    <a:pt x="15801" y="883"/>
                  </a:moveTo>
                  <a:lnTo>
                    <a:pt x="14418" y="2777"/>
                  </a:lnTo>
                  <a:lnTo>
                    <a:pt x="19046" y="5320"/>
                  </a:lnTo>
                  <a:lnTo>
                    <a:pt x="20987" y="5412"/>
                  </a:lnTo>
                  <a:lnTo>
                    <a:pt x="22247" y="4170"/>
                  </a:lnTo>
                  <a:lnTo>
                    <a:pt x="24331" y="4125"/>
                  </a:lnTo>
                  <a:lnTo>
                    <a:pt x="28227" y="5948"/>
                  </a:lnTo>
                  <a:lnTo>
                    <a:pt x="29029" y="7096"/>
                  </a:lnTo>
                  <a:lnTo>
                    <a:pt x="28650" y="10255"/>
                  </a:lnTo>
                  <a:lnTo>
                    <a:pt x="29569" y="11625"/>
                  </a:lnTo>
                  <a:lnTo>
                    <a:pt x="31951" y="11618"/>
                  </a:lnTo>
                  <a:lnTo>
                    <a:pt x="34370" y="8009"/>
                  </a:lnTo>
                  <a:lnTo>
                    <a:pt x="39774" y="8077"/>
                  </a:lnTo>
                  <a:lnTo>
                    <a:pt x="42445" y="11202"/>
                  </a:lnTo>
                  <a:lnTo>
                    <a:pt x="45739" y="9568"/>
                  </a:lnTo>
                  <a:lnTo>
                    <a:pt x="49941" y="9858"/>
                  </a:lnTo>
                  <a:lnTo>
                    <a:pt x="50299" y="13809"/>
                  </a:lnTo>
                  <a:lnTo>
                    <a:pt x="54642" y="19490"/>
                  </a:lnTo>
                  <a:lnTo>
                    <a:pt x="63823" y="18168"/>
                  </a:lnTo>
                  <a:lnTo>
                    <a:pt x="66961" y="19813"/>
                  </a:lnTo>
                  <a:lnTo>
                    <a:pt x="67322" y="25181"/>
                  </a:lnTo>
                  <a:lnTo>
                    <a:pt x="72383" y="24692"/>
                  </a:lnTo>
                  <a:lnTo>
                    <a:pt x="74005" y="45187"/>
                  </a:lnTo>
                  <a:lnTo>
                    <a:pt x="22227" y="49095"/>
                  </a:lnTo>
                  <a:lnTo>
                    <a:pt x="23398" y="45939"/>
                  </a:lnTo>
                  <a:lnTo>
                    <a:pt x="23437" y="42855"/>
                  </a:lnTo>
                  <a:lnTo>
                    <a:pt x="24832" y="42124"/>
                  </a:lnTo>
                  <a:lnTo>
                    <a:pt x="27454" y="42912"/>
                  </a:lnTo>
                  <a:lnTo>
                    <a:pt x="28111" y="41445"/>
                  </a:lnTo>
                  <a:lnTo>
                    <a:pt x="23417" y="34259"/>
                  </a:lnTo>
                  <a:lnTo>
                    <a:pt x="21101" y="33206"/>
                  </a:lnTo>
                  <a:lnTo>
                    <a:pt x="19208" y="34372"/>
                  </a:lnTo>
                  <a:lnTo>
                    <a:pt x="12951" y="32857"/>
                  </a:lnTo>
                  <a:lnTo>
                    <a:pt x="9740" y="31276"/>
                  </a:lnTo>
                  <a:lnTo>
                    <a:pt x="7289" y="32274"/>
                  </a:lnTo>
                  <a:lnTo>
                    <a:pt x="1645" y="30724"/>
                  </a:lnTo>
                  <a:lnTo>
                    <a:pt x="0" y="29075"/>
                  </a:lnTo>
                  <a:lnTo>
                    <a:pt x="2005" y="28758"/>
                  </a:lnTo>
                  <a:lnTo>
                    <a:pt x="2632" y="28009"/>
                  </a:lnTo>
                  <a:lnTo>
                    <a:pt x="3241" y="23546"/>
                  </a:lnTo>
                  <a:lnTo>
                    <a:pt x="5357" y="20527"/>
                  </a:lnTo>
                  <a:lnTo>
                    <a:pt x="2874" y="12502"/>
                  </a:lnTo>
                  <a:lnTo>
                    <a:pt x="3826" y="9261"/>
                  </a:lnTo>
                  <a:lnTo>
                    <a:pt x="5152" y="9059"/>
                  </a:lnTo>
                  <a:lnTo>
                    <a:pt x="5933" y="6258"/>
                  </a:lnTo>
                  <a:lnTo>
                    <a:pt x="6319" y="6824"/>
                  </a:lnTo>
                  <a:lnTo>
                    <a:pt x="7357" y="6420"/>
                  </a:lnTo>
                  <a:lnTo>
                    <a:pt x="8542" y="3307"/>
                  </a:lnTo>
                  <a:lnTo>
                    <a:pt x="10194" y="1353"/>
                  </a:lnTo>
                  <a:lnTo>
                    <a:pt x="15427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h2327"/>
            <p:cNvSpPr/>
            <p:nvPr/>
          </p:nvSpPr>
          <p:spPr>
            <a:xfrm>
              <a:off x="2586706" y="2553171"/>
              <a:ext cx="58638" cy="56753"/>
            </a:xfrm>
            <a:custGeom>
              <a:avLst/>
              <a:pathLst>
                <a:path w="58638" h="56753">
                  <a:moveTo>
                    <a:pt x="31671" y="432"/>
                  </a:moveTo>
                  <a:lnTo>
                    <a:pt x="30989" y="6134"/>
                  </a:lnTo>
                  <a:lnTo>
                    <a:pt x="33830" y="19217"/>
                  </a:lnTo>
                  <a:lnTo>
                    <a:pt x="36429" y="19874"/>
                  </a:lnTo>
                  <a:lnTo>
                    <a:pt x="37680" y="18011"/>
                  </a:lnTo>
                  <a:lnTo>
                    <a:pt x="37626" y="16809"/>
                  </a:lnTo>
                  <a:lnTo>
                    <a:pt x="39377" y="15759"/>
                  </a:lnTo>
                  <a:lnTo>
                    <a:pt x="46329" y="17546"/>
                  </a:lnTo>
                  <a:lnTo>
                    <a:pt x="47782" y="22201"/>
                  </a:lnTo>
                  <a:lnTo>
                    <a:pt x="47794" y="26235"/>
                  </a:lnTo>
                  <a:lnTo>
                    <a:pt x="53458" y="29644"/>
                  </a:lnTo>
                  <a:lnTo>
                    <a:pt x="54037" y="40865"/>
                  </a:lnTo>
                  <a:lnTo>
                    <a:pt x="58638" y="56042"/>
                  </a:lnTo>
                  <a:lnTo>
                    <a:pt x="54663" y="56619"/>
                  </a:lnTo>
                  <a:lnTo>
                    <a:pt x="49500" y="56217"/>
                  </a:lnTo>
                  <a:lnTo>
                    <a:pt x="44226" y="56753"/>
                  </a:lnTo>
                  <a:lnTo>
                    <a:pt x="41941" y="55674"/>
                  </a:lnTo>
                  <a:lnTo>
                    <a:pt x="35869" y="52997"/>
                  </a:lnTo>
                  <a:lnTo>
                    <a:pt x="32629" y="53240"/>
                  </a:lnTo>
                  <a:lnTo>
                    <a:pt x="32052" y="54346"/>
                  </a:lnTo>
                  <a:lnTo>
                    <a:pt x="30576" y="54293"/>
                  </a:lnTo>
                  <a:lnTo>
                    <a:pt x="25916" y="48695"/>
                  </a:lnTo>
                  <a:lnTo>
                    <a:pt x="21658" y="46712"/>
                  </a:lnTo>
                  <a:lnTo>
                    <a:pt x="20371" y="47098"/>
                  </a:lnTo>
                  <a:lnTo>
                    <a:pt x="17483" y="45349"/>
                  </a:lnTo>
                  <a:lnTo>
                    <a:pt x="16204" y="42565"/>
                  </a:lnTo>
                  <a:lnTo>
                    <a:pt x="16680" y="40112"/>
                  </a:lnTo>
                  <a:lnTo>
                    <a:pt x="11675" y="40225"/>
                  </a:lnTo>
                  <a:lnTo>
                    <a:pt x="9922" y="42211"/>
                  </a:lnTo>
                  <a:lnTo>
                    <a:pt x="8140" y="42984"/>
                  </a:lnTo>
                  <a:lnTo>
                    <a:pt x="6008" y="40601"/>
                  </a:lnTo>
                  <a:lnTo>
                    <a:pt x="1747" y="35357"/>
                  </a:lnTo>
                  <a:lnTo>
                    <a:pt x="2365" y="29768"/>
                  </a:lnTo>
                  <a:lnTo>
                    <a:pt x="0" y="29564"/>
                  </a:lnTo>
                  <a:lnTo>
                    <a:pt x="973" y="18596"/>
                  </a:lnTo>
                  <a:lnTo>
                    <a:pt x="3498" y="18813"/>
                  </a:lnTo>
                  <a:lnTo>
                    <a:pt x="4119" y="6954"/>
                  </a:lnTo>
                  <a:lnTo>
                    <a:pt x="5098" y="7059"/>
                  </a:lnTo>
                  <a:lnTo>
                    <a:pt x="5343" y="4573"/>
                  </a:lnTo>
                  <a:lnTo>
                    <a:pt x="6896" y="6035"/>
                  </a:lnTo>
                  <a:lnTo>
                    <a:pt x="8174" y="9565"/>
                  </a:lnTo>
                  <a:lnTo>
                    <a:pt x="8721" y="15224"/>
                  </a:lnTo>
                  <a:lnTo>
                    <a:pt x="9779" y="16281"/>
                  </a:lnTo>
                  <a:lnTo>
                    <a:pt x="10715" y="16155"/>
                  </a:lnTo>
                  <a:lnTo>
                    <a:pt x="13522" y="15272"/>
                  </a:lnTo>
                  <a:lnTo>
                    <a:pt x="14340" y="7008"/>
                  </a:lnTo>
                  <a:lnTo>
                    <a:pt x="19447" y="7505"/>
                  </a:lnTo>
                  <a:lnTo>
                    <a:pt x="24459" y="5539"/>
                  </a:lnTo>
                  <a:lnTo>
                    <a:pt x="24981" y="877"/>
                  </a:lnTo>
                  <a:lnTo>
                    <a:pt x="2737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h2328"/>
            <p:cNvSpPr/>
            <p:nvPr/>
          </p:nvSpPr>
          <p:spPr>
            <a:xfrm>
              <a:off x="2470196" y="2415986"/>
              <a:ext cx="47717" cy="69571"/>
            </a:xfrm>
            <a:custGeom>
              <a:avLst/>
              <a:pathLst>
                <a:path w="47717" h="69571">
                  <a:moveTo>
                    <a:pt x="19079" y="374"/>
                  </a:moveTo>
                  <a:lnTo>
                    <a:pt x="30211" y="15706"/>
                  </a:lnTo>
                  <a:lnTo>
                    <a:pt x="47717" y="34557"/>
                  </a:lnTo>
                  <a:lnTo>
                    <a:pt x="47223" y="34546"/>
                  </a:lnTo>
                  <a:lnTo>
                    <a:pt x="47556" y="39089"/>
                  </a:lnTo>
                  <a:lnTo>
                    <a:pt x="38357" y="47453"/>
                  </a:lnTo>
                  <a:lnTo>
                    <a:pt x="37028" y="49360"/>
                  </a:lnTo>
                  <a:lnTo>
                    <a:pt x="37637" y="51990"/>
                  </a:lnTo>
                  <a:lnTo>
                    <a:pt x="34743" y="54835"/>
                  </a:lnTo>
                  <a:lnTo>
                    <a:pt x="31252" y="55050"/>
                  </a:lnTo>
                  <a:lnTo>
                    <a:pt x="29229" y="61347"/>
                  </a:lnTo>
                  <a:lnTo>
                    <a:pt x="25557" y="65766"/>
                  </a:lnTo>
                  <a:lnTo>
                    <a:pt x="25619" y="68078"/>
                  </a:lnTo>
                  <a:lnTo>
                    <a:pt x="27611" y="68344"/>
                  </a:lnTo>
                  <a:lnTo>
                    <a:pt x="28058" y="69571"/>
                  </a:lnTo>
                  <a:lnTo>
                    <a:pt x="24819" y="69467"/>
                  </a:lnTo>
                  <a:lnTo>
                    <a:pt x="20818" y="65993"/>
                  </a:lnTo>
                  <a:lnTo>
                    <a:pt x="18058" y="65204"/>
                  </a:lnTo>
                  <a:lnTo>
                    <a:pt x="14558" y="66134"/>
                  </a:lnTo>
                  <a:lnTo>
                    <a:pt x="13378" y="59333"/>
                  </a:lnTo>
                  <a:lnTo>
                    <a:pt x="11076" y="53383"/>
                  </a:lnTo>
                  <a:lnTo>
                    <a:pt x="9956" y="43654"/>
                  </a:lnTo>
                  <a:lnTo>
                    <a:pt x="12826" y="44024"/>
                  </a:lnTo>
                  <a:lnTo>
                    <a:pt x="13528" y="41895"/>
                  </a:lnTo>
                  <a:lnTo>
                    <a:pt x="13042" y="40226"/>
                  </a:lnTo>
                  <a:lnTo>
                    <a:pt x="9880" y="38926"/>
                  </a:lnTo>
                  <a:lnTo>
                    <a:pt x="5390" y="26022"/>
                  </a:lnTo>
                  <a:lnTo>
                    <a:pt x="9957" y="23342"/>
                  </a:lnTo>
                  <a:lnTo>
                    <a:pt x="7480" y="19342"/>
                  </a:lnTo>
                  <a:lnTo>
                    <a:pt x="2611" y="19498"/>
                  </a:lnTo>
                  <a:lnTo>
                    <a:pt x="2338" y="18939"/>
                  </a:lnTo>
                  <a:lnTo>
                    <a:pt x="1614" y="15021"/>
                  </a:lnTo>
                  <a:lnTo>
                    <a:pt x="0" y="12390"/>
                  </a:lnTo>
                  <a:lnTo>
                    <a:pt x="1983" y="11076"/>
                  </a:lnTo>
                  <a:lnTo>
                    <a:pt x="6247" y="10323"/>
                  </a:lnTo>
                  <a:lnTo>
                    <a:pt x="8750" y="9017"/>
                  </a:lnTo>
                  <a:lnTo>
                    <a:pt x="7661" y="8535"/>
                  </a:lnTo>
                  <a:lnTo>
                    <a:pt x="11084" y="3940"/>
                  </a:lnTo>
                  <a:lnTo>
                    <a:pt x="1662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h2329"/>
            <p:cNvSpPr/>
            <p:nvPr/>
          </p:nvSpPr>
          <p:spPr>
            <a:xfrm>
              <a:off x="2541086" y="2305291"/>
              <a:ext cx="66235" cy="57380"/>
            </a:xfrm>
            <a:custGeom>
              <a:avLst/>
              <a:pathLst>
                <a:path w="66235" h="57380">
                  <a:moveTo>
                    <a:pt x="31525" y="3123"/>
                  </a:moveTo>
                  <a:lnTo>
                    <a:pt x="34919" y="4636"/>
                  </a:lnTo>
                  <a:lnTo>
                    <a:pt x="39946" y="9610"/>
                  </a:lnTo>
                  <a:lnTo>
                    <a:pt x="45052" y="25773"/>
                  </a:lnTo>
                  <a:lnTo>
                    <a:pt x="41664" y="31262"/>
                  </a:lnTo>
                  <a:lnTo>
                    <a:pt x="46284" y="36327"/>
                  </a:lnTo>
                  <a:lnTo>
                    <a:pt x="49493" y="35038"/>
                  </a:lnTo>
                  <a:lnTo>
                    <a:pt x="51214" y="32730"/>
                  </a:lnTo>
                  <a:lnTo>
                    <a:pt x="52720" y="32021"/>
                  </a:lnTo>
                  <a:lnTo>
                    <a:pt x="57337" y="37018"/>
                  </a:lnTo>
                  <a:lnTo>
                    <a:pt x="60602" y="38835"/>
                  </a:lnTo>
                  <a:lnTo>
                    <a:pt x="61792" y="37782"/>
                  </a:lnTo>
                  <a:lnTo>
                    <a:pt x="66235" y="45937"/>
                  </a:lnTo>
                  <a:lnTo>
                    <a:pt x="61448" y="49841"/>
                  </a:lnTo>
                  <a:lnTo>
                    <a:pt x="57071" y="49081"/>
                  </a:lnTo>
                  <a:lnTo>
                    <a:pt x="57144" y="51113"/>
                  </a:lnTo>
                  <a:lnTo>
                    <a:pt x="51560" y="55959"/>
                  </a:lnTo>
                  <a:lnTo>
                    <a:pt x="51615" y="57380"/>
                  </a:lnTo>
                  <a:lnTo>
                    <a:pt x="47123" y="56730"/>
                  </a:lnTo>
                  <a:lnTo>
                    <a:pt x="31996" y="54452"/>
                  </a:lnTo>
                  <a:lnTo>
                    <a:pt x="32291" y="52450"/>
                  </a:lnTo>
                  <a:lnTo>
                    <a:pt x="21288" y="50943"/>
                  </a:lnTo>
                  <a:lnTo>
                    <a:pt x="21033" y="52818"/>
                  </a:lnTo>
                  <a:lnTo>
                    <a:pt x="13227" y="51647"/>
                  </a:lnTo>
                  <a:lnTo>
                    <a:pt x="6853" y="52143"/>
                  </a:lnTo>
                  <a:lnTo>
                    <a:pt x="5634" y="47669"/>
                  </a:lnTo>
                  <a:lnTo>
                    <a:pt x="6464" y="39947"/>
                  </a:lnTo>
                  <a:lnTo>
                    <a:pt x="1636" y="38609"/>
                  </a:lnTo>
                  <a:lnTo>
                    <a:pt x="1369" y="36013"/>
                  </a:lnTo>
                  <a:lnTo>
                    <a:pt x="1488" y="32098"/>
                  </a:lnTo>
                  <a:lnTo>
                    <a:pt x="4678" y="26845"/>
                  </a:lnTo>
                  <a:lnTo>
                    <a:pt x="4739" y="20329"/>
                  </a:lnTo>
                  <a:lnTo>
                    <a:pt x="3637" y="21624"/>
                  </a:lnTo>
                  <a:lnTo>
                    <a:pt x="0" y="19119"/>
                  </a:lnTo>
                  <a:lnTo>
                    <a:pt x="8146" y="11429"/>
                  </a:lnTo>
                  <a:lnTo>
                    <a:pt x="11413" y="7451"/>
                  </a:lnTo>
                  <a:lnTo>
                    <a:pt x="18099" y="4507"/>
                  </a:lnTo>
                  <a:lnTo>
                    <a:pt x="18511" y="6071"/>
                  </a:lnTo>
                  <a:lnTo>
                    <a:pt x="23230" y="6657"/>
                  </a:lnTo>
                  <a:lnTo>
                    <a:pt x="23216" y="4181"/>
                  </a:lnTo>
                  <a:lnTo>
                    <a:pt x="2949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h2330"/>
            <p:cNvSpPr/>
            <p:nvPr/>
          </p:nvSpPr>
          <p:spPr>
            <a:xfrm>
              <a:off x="2458597" y="2107512"/>
              <a:ext cx="36052" cy="38629"/>
            </a:xfrm>
            <a:custGeom>
              <a:avLst/>
              <a:pathLst>
                <a:path w="36052" h="38629">
                  <a:moveTo>
                    <a:pt x="19076" y="0"/>
                  </a:moveTo>
                  <a:lnTo>
                    <a:pt x="19208" y="1165"/>
                  </a:lnTo>
                  <a:lnTo>
                    <a:pt x="27773" y="1909"/>
                  </a:lnTo>
                  <a:lnTo>
                    <a:pt x="27337" y="3619"/>
                  </a:lnTo>
                  <a:lnTo>
                    <a:pt x="27775" y="4616"/>
                  </a:lnTo>
                  <a:lnTo>
                    <a:pt x="32101" y="5913"/>
                  </a:lnTo>
                  <a:lnTo>
                    <a:pt x="36052" y="11559"/>
                  </a:lnTo>
                  <a:lnTo>
                    <a:pt x="34961" y="15830"/>
                  </a:lnTo>
                  <a:lnTo>
                    <a:pt x="33823" y="16728"/>
                  </a:lnTo>
                  <a:lnTo>
                    <a:pt x="35728" y="19309"/>
                  </a:lnTo>
                  <a:lnTo>
                    <a:pt x="34237" y="19912"/>
                  </a:lnTo>
                  <a:lnTo>
                    <a:pt x="33515" y="23584"/>
                  </a:lnTo>
                  <a:lnTo>
                    <a:pt x="33949" y="37101"/>
                  </a:lnTo>
                  <a:lnTo>
                    <a:pt x="26816" y="37039"/>
                  </a:lnTo>
                  <a:lnTo>
                    <a:pt x="25220" y="37829"/>
                  </a:lnTo>
                  <a:lnTo>
                    <a:pt x="18557" y="38629"/>
                  </a:lnTo>
                  <a:lnTo>
                    <a:pt x="10532" y="32409"/>
                  </a:lnTo>
                  <a:lnTo>
                    <a:pt x="7212" y="29742"/>
                  </a:lnTo>
                  <a:lnTo>
                    <a:pt x="3937" y="32554"/>
                  </a:lnTo>
                  <a:lnTo>
                    <a:pt x="3286" y="32727"/>
                  </a:lnTo>
                  <a:lnTo>
                    <a:pt x="2349" y="31294"/>
                  </a:lnTo>
                  <a:lnTo>
                    <a:pt x="0" y="27249"/>
                  </a:lnTo>
                  <a:lnTo>
                    <a:pt x="1449" y="16878"/>
                  </a:lnTo>
                  <a:lnTo>
                    <a:pt x="2067" y="16311"/>
                  </a:lnTo>
                  <a:lnTo>
                    <a:pt x="2848" y="3524"/>
                  </a:lnTo>
                  <a:lnTo>
                    <a:pt x="9182" y="3612"/>
                  </a:lnTo>
                  <a:lnTo>
                    <a:pt x="9414" y="226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h2331"/>
            <p:cNvSpPr/>
            <p:nvPr/>
          </p:nvSpPr>
          <p:spPr>
            <a:xfrm>
              <a:off x="2530888" y="2143867"/>
              <a:ext cx="25449" cy="28677"/>
            </a:xfrm>
            <a:custGeom>
              <a:avLst/>
              <a:pathLst>
                <a:path w="25449" h="28677">
                  <a:moveTo>
                    <a:pt x="17331" y="131"/>
                  </a:moveTo>
                  <a:lnTo>
                    <a:pt x="23192" y="1736"/>
                  </a:lnTo>
                  <a:lnTo>
                    <a:pt x="25449" y="4414"/>
                  </a:lnTo>
                  <a:lnTo>
                    <a:pt x="23887" y="5792"/>
                  </a:lnTo>
                  <a:lnTo>
                    <a:pt x="22595" y="16790"/>
                  </a:lnTo>
                  <a:lnTo>
                    <a:pt x="21601" y="17549"/>
                  </a:lnTo>
                  <a:lnTo>
                    <a:pt x="21783" y="26120"/>
                  </a:lnTo>
                  <a:lnTo>
                    <a:pt x="19266" y="26177"/>
                  </a:lnTo>
                  <a:lnTo>
                    <a:pt x="19362" y="28677"/>
                  </a:lnTo>
                  <a:lnTo>
                    <a:pt x="3042" y="26813"/>
                  </a:lnTo>
                  <a:lnTo>
                    <a:pt x="3448" y="25368"/>
                  </a:lnTo>
                  <a:lnTo>
                    <a:pt x="2458" y="23168"/>
                  </a:lnTo>
                  <a:lnTo>
                    <a:pt x="1133" y="23174"/>
                  </a:lnTo>
                  <a:lnTo>
                    <a:pt x="30" y="22134"/>
                  </a:lnTo>
                  <a:lnTo>
                    <a:pt x="0" y="20017"/>
                  </a:lnTo>
                  <a:lnTo>
                    <a:pt x="2401" y="18233"/>
                  </a:lnTo>
                  <a:lnTo>
                    <a:pt x="4031" y="18193"/>
                  </a:lnTo>
                  <a:lnTo>
                    <a:pt x="3966" y="15215"/>
                  </a:lnTo>
                  <a:lnTo>
                    <a:pt x="2043" y="10921"/>
                  </a:lnTo>
                  <a:lnTo>
                    <a:pt x="4527" y="7373"/>
                  </a:lnTo>
                  <a:lnTo>
                    <a:pt x="5448" y="7052"/>
                  </a:lnTo>
                  <a:lnTo>
                    <a:pt x="6715" y="965"/>
                  </a:lnTo>
                  <a:lnTo>
                    <a:pt x="7790" y="79"/>
                  </a:lnTo>
                  <a:lnTo>
                    <a:pt x="8571" y="1489"/>
                  </a:lnTo>
                  <a:lnTo>
                    <a:pt x="9401" y="2724"/>
                  </a:lnTo>
                  <a:lnTo>
                    <a:pt x="11088" y="2941"/>
                  </a:lnTo>
                  <a:lnTo>
                    <a:pt x="13487" y="2044"/>
                  </a:lnTo>
                  <a:lnTo>
                    <a:pt x="1446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h2332"/>
            <p:cNvSpPr/>
            <p:nvPr/>
          </p:nvSpPr>
          <p:spPr>
            <a:xfrm>
              <a:off x="2483817" y="2126535"/>
              <a:ext cx="27373" cy="43138"/>
            </a:xfrm>
            <a:custGeom>
              <a:avLst/>
              <a:pathLst>
                <a:path w="27373" h="43138">
                  <a:moveTo>
                    <a:pt x="26536" y="4898"/>
                  </a:moveTo>
                  <a:lnTo>
                    <a:pt x="27373" y="13519"/>
                  </a:lnTo>
                  <a:lnTo>
                    <a:pt x="19047" y="36804"/>
                  </a:lnTo>
                  <a:lnTo>
                    <a:pt x="17636" y="38099"/>
                  </a:lnTo>
                  <a:lnTo>
                    <a:pt x="14925" y="38482"/>
                  </a:lnTo>
                  <a:lnTo>
                    <a:pt x="11645" y="40007"/>
                  </a:lnTo>
                  <a:lnTo>
                    <a:pt x="8009" y="43037"/>
                  </a:lnTo>
                  <a:lnTo>
                    <a:pt x="6567" y="43138"/>
                  </a:lnTo>
                  <a:lnTo>
                    <a:pt x="3733" y="40523"/>
                  </a:lnTo>
                  <a:lnTo>
                    <a:pt x="0" y="18806"/>
                  </a:lnTo>
                  <a:lnTo>
                    <a:pt x="1596" y="18015"/>
                  </a:lnTo>
                  <a:lnTo>
                    <a:pt x="8729" y="18077"/>
                  </a:lnTo>
                  <a:lnTo>
                    <a:pt x="8295" y="4561"/>
                  </a:lnTo>
                  <a:lnTo>
                    <a:pt x="9017" y="889"/>
                  </a:lnTo>
                  <a:lnTo>
                    <a:pt x="10507" y="286"/>
                  </a:lnTo>
                  <a:lnTo>
                    <a:pt x="12144" y="2121"/>
                  </a:lnTo>
                  <a:lnTo>
                    <a:pt x="14254" y="1947"/>
                  </a:lnTo>
                  <a:lnTo>
                    <a:pt x="1684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h2333"/>
            <p:cNvSpPr/>
            <p:nvPr/>
          </p:nvSpPr>
          <p:spPr>
            <a:xfrm>
              <a:off x="2618247" y="2165504"/>
              <a:ext cx="25042" cy="66122"/>
            </a:xfrm>
            <a:custGeom>
              <a:avLst/>
              <a:pathLst>
                <a:path w="25042" h="66122">
                  <a:moveTo>
                    <a:pt x="4763" y="4093"/>
                  </a:moveTo>
                  <a:lnTo>
                    <a:pt x="5135" y="11562"/>
                  </a:lnTo>
                  <a:lnTo>
                    <a:pt x="4045" y="11602"/>
                  </a:lnTo>
                  <a:lnTo>
                    <a:pt x="4182" y="15148"/>
                  </a:lnTo>
                  <a:lnTo>
                    <a:pt x="10196" y="16951"/>
                  </a:lnTo>
                  <a:lnTo>
                    <a:pt x="16360" y="19777"/>
                  </a:lnTo>
                  <a:lnTo>
                    <a:pt x="24039" y="29011"/>
                  </a:lnTo>
                  <a:lnTo>
                    <a:pt x="25042" y="65727"/>
                  </a:lnTo>
                  <a:lnTo>
                    <a:pt x="10756" y="66122"/>
                  </a:lnTo>
                  <a:lnTo>
                    <a:pt x="3130" y="65945"/>
                  </a:lnTo>
                  <a:lnTo>
                    <a:pt x="2770" y="53073"/>
                  </a:lnTo>
                  <a:lnTo>
                    <a:pt x="629" y="53138"/>
                  </a:lnTo>
                  <a:lnTo>
                    <a:pt x="364" y="50739"/>
                  </a:lnTo>
                  <a:lnTo>
                    <a:pt x="0" y="40909"/>
                  </a:lnTo>
                  <a:lnTo>
                    <a:pt x="1225" y="36239"/>
                  </a:lnTo>
                  <a:lnTo>
                    <a:pt x="2878" y="36202"/>
                  </a:lnTo>
                  <a:lnTo>
                    <a:pt x="4283" y="30437"/>
                  </a:lnTo>
                  <a:lnTo>
                    <a:pt x="4139" y="23826"/>
                  </a:lnTo>
                  <a:lnTo>
                    <a:pt x="2955" y="21041"/>
                  </a:lnTo>
                  <a:lnTo>
                    <a:pt x="2780" y="15483"/>
                  </a:lnTo>
                  <a:lnTo>
                    <a:pt x="4398" y="8338"/>
                  </a:lnTo>
                  <a:lnTo>
                    <a:pt x="4148" y="944"/>
                  </a:lnTo>
                  <a:lnTo>
                    <a:pt x="4633" y="426"/>
                  </a:lnTo>
                  <a:lnTo>
                    <a:pt x="528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h2334"/>
            <p:cNvSpPr/>
            <p:nvPr/>
          </p:nvSpPr>
          <p:spPr>
            <a:xfrm>
              <a:off x="2522601" y="2232770"/>
              <a:ext cx="86448" cy="70920"/>
            </a:xfrm>
            <a:custGeom>
              <a:avLst/>
              <a:pathLst>
                <a:path w="86448" h="70920">
                  <a:moveTo>
                    <a:pt x="66621" y="3372"/>
                  </a:moveTo>
                  <a:lnTo>
                    <a:pt x="66596" y="6881"/>
                  </a:lnTo>
                  <a:lnTo>
                    <a:pt x="76070" y="6612"/>
                  </a:lnTo>
                  <a:lnTo>
                    <a:pt x="86113" y="6300"/>
                  </a:lnTo>
                  <a:lnTo>
                    <a:pt x="86183" y="8739"/>
                  </a:lnTo>
                  <a:lnTo>
                    <a:pt x="86448" y="18402"/>
                  </a:lnTo>
                  <a:lnTo>
                    <a:pt x="84417" y="23368"/>
                  </a:lnTo>
                  <a:lnTo>
                    <a:pt x="81176" y="22842"/>
                  </a:lnTo>
                  <a:lnTo>
                    <a:pt x="81353" y="29283"/>
                  </a:lnTo>
                  <a:lnTo>
                    <a:pt x="74194" y="28844"/>
                  </a:lnTo>
                  <a:lnTo>
                    <a:pt x="73908" y="33516"/>
                  </a:lnTo>
                  <a:lnTo>
                    <a:pt x="70693" y="33314"/>
                  </a:lnTo>
                  <a:lnTo>
                    <a:pt x="69557" y="34320"/>
                  </a:lnTo>
                  <a:lnTo>
                    <a:pt x="67272" y="37610"/>
                  </a:lnTo>
                  <a:lnTo>
                    <a:pt x="66292" y="41311"/>
                  </a:lnTo>
                  <a:lnTo>
                    <a:pt x="59245" y="41348"/>
                  </a:lnTo>
                  <a:lnTo>
                    <a:pt x="58517" y="47748"/>
                  </a:lnTo>
                  <a:lnTo>
                    <a:pt x="56012" y="50645"/>
                  </a:lnTo>
                  <a:lnTo>
                    <a:pt x="52195" y="51556"/>
                  </a:lnTo>
                  <a:lnTo>
                    <a:pt x="49671" y="63384"/>
                  </a:lnTo>
                  <a:lnTo>
                    <a:pt x="47677" y="67842"/>
                  </a:lnTo>
                  <a:lnTo>
                    <a:pt x="47388" y="68664"/>
                  </a:lnTo>
                  <a:lnTo>
                    <a:pt x="33847" y="70920"/>
                  </a:lnTo>
                  <a:lnTo>
                    <a:pt x="33223" y="66580"/>
                  </a:lnTo>
                  <a:lnTo>
                    <a:pt x="29327" y="64230"/>
                  </a:lnTo>
                  <a:lnTo>
                    <a:pt x="29833" y="57076"/>
                  </a:lnTo>
                  <a:lnTo>
                    <a:pt x="21054" y="55791"/>
                  </a:lnTo>
                  <a:lnTo>
                    <a:pt x="16107" y="59444"/>
                  </a:lnTo>
                  <a:lnTo>
                    <a:pt x="11371" y="58038"/>
                  </a:lnTo>
                  <a:lnTo>
                    <a:pt x="12174" y="54493"/>
                  </a:lnTo>
                  <a:lnTo>
                    <a:pt x="13552" y="55251"/>
                  </a:lnTo>
                  <a:lnTo>
                    <a:pt x="13672" y="51781"/>
                  </a:lnTo>
                  <a:lnTo>
                    <a:pt x="122" y="49694"/>
                  </a:lnTo>
                  <a:lnTo>
                    <a:pt x="0" y="46421"/>
                  </a:lnTo>
                  <a:lnTo>
                    <a:pt x="46757" y="7206"/>
                  </a:lnTo>
                  <a:lnTo>
                    <a:pt x="46801" y="2223"/>
                  </a:lnTo>
                  <a:lnTo>
                    <a:pt x="45532" y="2250"/>
                  </a:lnTo>
                  <a:lnTo>
                    <a:pt x="45627" y="1368"/>
                  </a:lnTo>
                  <a:lnTo>
                    <a:pt x="51552" y="2053"/>
                  </a:lnTo>
                  <a:lnTo>
                    <a:pt x="51963" y="5768"/>
                  </a:lnTo>
                  <a:lnTo>
                    <a:pt x="56988" y="5425"/>
                  </a:lnTo>
                  <a:lnTo>
                    <a:pt x="60237" y="4604"/>
                  </a:lnTo>
                  <a:lnTo>
                    <a:pt x="60406" y="3069"/>
                  </a:lnTo>
                  <a:lnTo>
                    <a:pt x="6391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h2335"/>
            <p:cNvSpPr/>
            <p:nvPr/>
          </p:nvSpPr>
          <p:spPr>
            <a:xfrm>
              <a:off x="2440508" y="2479304"/>
              <a:ext cx="20471" cy="44750"/>
            </a:xfrm>
            <a:custGeom>
              <a:avLst/>
              <a:pathLst>
                <a:path w="20471" h="44750">
                  <a:moveTo>
                    <a:pt x="16609" y="4672"/>
                  </a:moveTo>
                  <a:lnTo>
                    <a:pt x="16867" y="11703"/>
                  </a:lnTo>
                  <a:lnTo>
                    <a:pt x="15372" y="11457"/>
                  </a:lnTo>
                  <a:lnTo>
                    <a:pt x="15090" y="12546"/>
                  </a:lnTo>
                  <a:lnTo>
                    <a:pt x="17974" y="22287"/>
                  </a:lnTo>
                  <a:lnTo>
                    <a:pt x="17456" y="23115"/>
                  </a:lnTo>
                  <a:lnTo>
                    <a:pt x="13126" y="21706"/>
                  </a:lnTo>
                  <a:lnTo>
                    <a:pt x="13294" y="24612"/>
                  </a:lnTo>
                  <a:lnTo>
                    <a:pt x="17047" y="24537"/>
                  </a:lnTo>
                  <a:lnTo>
                    <a:pt x="18221" y="40032"/>
                  </a:lnTo>
                  <a:lnTo>
                    <a:pt x="20325" y="42327"/>
                  </a:lnTo>
                  <a:lnTo>
                    <a:pt x="20471" y="44750"/>
                  </a:lnTo>
                  <a:lnTo>
                    <a:pt x="17513" y="43935"/>
                  </a:lnTo>
                  <a:lnTo>
                    <a:pt x="12809" y="40547"/>
                  </a:lnTo>
                  <a:lnTo>
                    <a:pt x="6697" y="40776"/>
                  </a:lnTo>
                  <a:lnTo>
                    <a:pt x="6418" y="34010"/>
                  </a:lnTo>
                  <a:lnTo>
                    <a:pt x="2712" y="34257"/>
                  </a:lnTo>
                  <a:lnTo>
                    <a:pt x="1032" y="28205"/>
                  </a:lnTo>
                  <a:lnTo>
                    <a:pt x="4330" y="27315"/>
                  </a:lnTo>
                  <a:lnTo>
                    <a:pt x="3882" y="25453"/>
                  </a:lnTo>
                  <a:lnTo>
                    <a:pt x="676" y="21421"/>
                  </a:lnTo>
                  <a:lnTo>
                    <a:pt x="0" y="18307"/>
                  </a:lnTo>
                  <a:lnTo>
                    <a:pt x="281" y="12006"/>
                  </a:lnTo>
                  <a:lnTo>
                    <a:pt x="1361" y="11899"/>
                  </a:lnTo>
                  <a:lnTo>
                    <a:pt x="2326" y="7027"/>
                  </a:lnTo>
                  <a:lnTo>
                    <a:pt x="3675" y="3551"/>
                  </a:lnTo>
                  <a:lnTo>
                    <a:pt x="7826" y="3874"/>
                  </a:lnTo>
                  <a:lnTo>
                    <a:pt x="11096" y="3828"/>
                  </a:lnTo>
                  <a:lnTo>
                    <a:pt x="10864" y="15"/>
                  </a:lnTo>
                  <a:lnTo>
                    <a:pt x="1201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h2336"/>
            <p:cNvSpPr/>
            <p:nvPr/>
          </p:nvSpPr>
          <p:spPr>
            <a:xfrm>
              <a:off x="2390963" y="2500725"/>
              <a:ext cx="70077" cy="78772"/>
            </a:xfrm>
            <a:custGeom>
              <a:avLst/>
              <a:pathLst>
                <a:path w="70077" h="78772">
                  <a:moveTo>
                    <a:pt x="50220" y="0"/>
                  </a:moveTo>
                  <a:lnTo>
                    <a:pt x="53427" y="4032"/>
                  </a:lnTo>
                  <a:lnTo>
                    <a:pt x="53875" y="5894"/>
                  </a:lnTo>
                  <a:lnTo>
                    <a:pt x="50577" y="6784"/>
                  </a:lnTo>
                  <a:lnTo>
                    <a:pt x="52257" y="12836"/>
                  </a:lnTo>
                  <a:lnTo>
                    <a:pt x="55962" y="12588"/>
                  </a:lnTo>
                  <a:lnTo>
                    <a:pt x="56242" y="19355"/>
                  </a:lnTo>
                  <a:lnTo>
                    <a:pt x="62354" y="19125"/>
                  </a:lnTo>
                  <a:lnTo>
                    <a:pt x="67058" y="22514"/>
                  </a:lnTo>
                  <a:lnTo>
                    <a:pt x="66317" y="25572"/>
                  </a:lnTo>
                  <a:lnTo>
                    <a:pt x="69422" y="31236"/>
                  </a:lnTo>
                  <a:lnTo>
                    <a:pt x="70077" y="36177"/>
                  </a:lnTo>
                  <a:lnTo>
                    <a:pt x="63858" y="42263"/>
                  </a:lnTo>
                  <a:lnTo>
                    <a:pt x="66041" y="45537"/>
                  </a:lnTo>
                  <a:lnTo>
                    <a:pt x="65401" y="55362"/>
                  </a:lnTo>
                  <a:lnTo>
                    <a:pt x="60612" y="62738"/>
                  </a:lnTo>
                  <a:lnTo>
                    <a:pt x="63409" y="64949"/>
                  </a:lnTo>
                  <a:lnTo>
                    <a:pt x="68563" y="77732"/>
                  </a:lnTo>
                  <a:lnTo>
                    <a:pt x="66466" y="78459"/>
                  </a:lnTo>
                  <a:lnTo>
                    <a:pt x="64149" y="78772"/>
                  </a:lnTo>
                  <a:lnTo>
                    <a:pt x="61228" y="75439"/>
                  </a:lnTo>
                  <a:lnTo>
                    <a:pt x="47703" y="70919"/>
                  </a:lnTo>
                  <a:lnTo>
                    <a:pt x="43161" y="73550"/>
                  </a:lnTo>
                  <a:lnTo>
                    <a:pt x="33236" y="73566"/>
                  </a:lnTo>
                  <a:lnTo>
                    <a:pt x="29466" y="71523"/>
                  </a:lnTo>
                  <a:lnTo>
                    <a:pt x="29936" y="65319"/>
                  </a:lnTo>
                  <a:lnTo>
                    <a:pt x="25538" y="63090"/>
                  </a:lnTo>
                  <a:lnTo>
                    <a:pt x="17315" y="62994"/>
                  </a:lnTo>
                  <a:lnTo>
                    <a:pt x="10149" y="66155"/>
                  </a:lnTo>
                  <a:lnTo>
                    <a:pt x="2202" y="63250"/>
                  </a:lnTo>
                  <a:lnTo>
                    <a:pt x="1317" y="61891"/>
                  </a:lnTo>
                  <a:lnTo>
                    <a:pt x="9212" y="54462"/>
                  </a:lnTo>
                  <a:lnTo>
                    <a:pt x="7424" y="43371"/>
                  </a:lnTo>
                  <a:lnTo>
                    <a:pt x="143" y="43608"/>
                  </a:lnTo>
                  <a:lnTo>
                    <a:pt x="0" y="36596"/>
                  </a:lnTo>
                  <a:lnTo>
                    <a:pt x="1414" y="32134"/>
                  </a:lnTo>
                  <a:lnTo>
                    <a:pt x="2535" y="32372"/>
                  </a:lnTo>
                  <a:lnTo>
                    <a:pt x="10799" y="26049"/>
                  </a:lnTo>
                  <a:lnTo>
                    <a:pt x="4369" y="22137"/>
                  </a:lnTo>
                  <a:lnTo>
                    <a:pt x="10168" y="20642"/>
                  </a:lnTo>
                  <a:lnTo>
                    <a:pt x="11428" y="18847"/>
                  </a:lnTo>
                  <a:lnTo>
                    <a:pt x="13131" y="13664"/>
                  </a:lnTo>
                  <a:lnTo>
                    <a:pt x="11593" y="11351"/>
                  </a:lnTo>
                  <a:lnTo>
                    <a:pt x="9829" y="11737"/>
                  </a:lnTo>
                  <a:lnTo>
                    <a:pt x="9571" y="8889"/>
                  </a:lnTo>
                  <a:lnTo>
                    <a:pt x="15629" y="8326"/>
                  </a:lnTo>
                  <a:lnTo>
                    <a:pt x="15518" y="4613"/>
                  </a:lnTo>
                  <a:lnTo>
                    <a:pt x="17536" y="4768"/>
                  </a:lnTo>
                  <a:lnTo>
                    <a:pt x="20752" y="9694"/>
                  </a:lnTo>
                  <a:lnTo>
                    <a:pt x="23242" y="16544"/>
                  </a:lnTo>
                  <a:lnTo>
                    <a:pt x="27598" y="13467"/>
                  </a:lnTo>
                  <a:lnTo>
                    <a:pt x="26584" y="7520"/>
                  </a:lnTo>
                  <a:lnTo>
                    <a:pt x="33718" y="6403"/>
                  </a:lnTo>
                  <a:lnTo>
                    <a:pt x="33661" y="11868"/>
                  </a:lnTo>
                  <a:lnTo>
                    <a:pt x="39418" y="12855"/>
                  </a:lnTo>
                  <a:lnTo>
                    <a:pt x="41548" y="11977"/>
                  </a:lnTo>
                  <a:lnTo>
                    <a:pt x="43095" y="13952"/>
                  </a:lnTo>
                  <a:lnTo>
                    <a:pt x="43649" y="7860"/>
                  </a:lnTo>
                  <a:lnTo>
                    <a:pt x="45428" y="84"/>
                  </a:lnTo>
                  <a:lnTo>
                    <a:pt x="49511" y="51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h2337"/>
            <p:cNvSpPr/>
            <p:nvPr/>
          </p:nvSpPr>
          <p:spPr>
            <a:xfrm>
              <a:off x="2627388" y="2608845"/>
              <a:ext cx="16430" cy="14568"/>
            </a:xfrm>
            <a:custGeom>
              <a:avLst/>
              <a:pathLst>
                <a:path w="16430" h="14568">
                  <a:moveTo>
                    <a:pt x="3544" y="1078"/>
                  </a:moveTo>
                  <a:lnTo>
                    <a:pt x="8818" y="542"/>
                  </a:lnTo>
                  <a:lnTo>
                    <a:pt x="13981" y="944"/>
                  </a:lnTo>
                  <a:lnTo>
                    <a:pt x="14806" y="2780"/>
                  </a:lnTo>
                  <a:lnTo>
                    <a:pt x="14033" y="9911"/>
                  </a:lnTo>
                  <a:lnTo>
                    <a:pt x="16430" y="11787"/>
                  </a:lnTo>
                  <a:lnTo>
                    <a:pt x="16346" y="13896"/>
                  </a:lnTo>
                  <a:lnTo>
                    <a:pt x="15569" y="14568"/>
                  </a:lnTo>
                  <a:lnTo>
                    <a:pt x="9975" y="12896"/>
                  </a:lnTo>
                  <a:lnTo>
                    <a:pt x="5751" y="7229"/>
                  </a:lnTo>
                  <a:lnTo>
                    <a:pt x="2483" y="4595"/>
                  </a:lnTo>
                  <a:lnTo>
                    <a:pt x="0" y="3637"/>
                  </a:lnTo>
                  <a:lnTo>
                    <a:pt x="125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h2338"/>
            <p:cNvSpPr/>
            <p:nvPr/>
          </p:nvSpPr>
          <p:spPr>
            <a:xfrm>
              <a:off x="2564961" y="2352929"/>
              <a:ext cx="88031" cy="144258"/>
            </a:xfrm>
            <a:custGeom>
              <a:avLst/>
              <a:pathLst>
                <a:path w="88031" h="144258">
                  <a:moveTo>
                    <a:pt x="85791" y="19298"/>
                  </a:moveTo>
                  <a:lnTo>
                    <a:pt x="83803" y="59646"/>
                  </a:lnTo>
                  <a:lnTo>
                    <a:pt x="84445" y="81293"/>
                  </a:lnTo>
                  <a:lnTo>
                    <a:pt x="84207" y="97245"/>
                  </a:lnTo>
                  <a:lnTo>
                    <a:pt x="82340" y="131129"/>
                  </a:lnTo>
                  <a:lnTo>
                    <a:pt x="82662" y="143651"/>
                  </a:lnTo>
                  <a:lnTo>
                    <a:pt x="78537" y="141421"/>
                  </a:lnTo>
                  <a:lnTo>
                    <a:pt x="77832" y="139153"/>
                  </a:lnTo>
                  <a:lnTo>
                    <a:pt x="78137" y="136760"/>
                  </a:lnTo>
                  <a:lnTo>
                    <a:pt x="77151" y="135976"/>
                  </a:lnTo>
                  <a:lnTo>
                    <a:pt x="72943" y="137315"/>
                  </a:lnTo>
                  <a:lnTo>
                    <a:pt x="72294" y="140930"/>
                  </a:lnTo>
                  <a:lnTo>
                    <a:pt x="69261" y="140749"/>
                  </a:lnTo>
                  <a:lnTo>
                    <a:pt x="68465" y="139236"/>
                  </a:lnTo>
                  <a:lnTo>
                    <a:pt x="66748" y="139033"/>
                  </a:lnTo>
                  <a:lnTo>
                    <a:pt x="64838" y="139900"/>
                  </a:lnTo>
                  <a:lnTo>
                    <a:pt x="63182" y="142289"/>
                  </a:lnTo>
                  <a:lnTo>
                    <a:pt x="61474" y="142201"/>
                  </a:lnTo>
                  <a:lnTo>
                    <a:pt x="58623" y="140765"/>
                  </a:lnTo>
                  <a:lnTo>
                    <a:pt x="56366" y="136105"/>
                  </a:lnTo>
                  <a:lnTo>
                    <a:pt x="54462" y="136126"/>
                  </a:lnTo>
                  <a:lnTo>
                    <a:pt x="53393" y="137268"/>
                  </a:lnTo>
                  <a:lnTo>
                    <a:pt x="51760" y="137251"/>
                  </a:lnTo>
                  <a:lnTo>
                    <a:pt x="48308" y="135951"/>
                  </a:lnTo>
                  <a:lnTo>
                    <a:pt x="46208" y="133546"/>
                  </a:lnTo>
                  <a:lnTo>
                    <a:pt x="43766" y="133118"/>
                  </a:lnTo>
                  <a:lnTo>
                    <a:pt x="43111" y="133527"/>
                  </a:lnTo>
                  <a:lnTo>
                    <a:pt x="42809" y="135599"/>
                  </a:lnTo>
                  <a:lnTo>
                    <a:pt x="36976" y="134764"/>
                  </a:lnTo>
                  <a:lnTo>
                    <a:pt x="33913" y="136087"/>
                  </a:lnTo>
                  <a:lnTo>
                    <a:pt x="34539" y="138995"/>
                  </a:lnTo>
                  <a:lnTo>
                    <a:pt x="33876" y="142552"/>
                  </a:lnTo>
                  <a:lnTo>
                    <a:pt x="30869" y="143788"/>
                  </a:lnTo>
                  <a:lnTo>
                    <a:pt x="30754" y="142740"/>
                  </a:lnTo>
                  <a:lnTo>
                    <a:pt x="29576" y="142162"/>
                  </a:lnTo>
                  <a:lnTo>
                    <a:pt x="24447" y="144258"/>
                  </a:lnTo>
                  <a:lnTo>
                    <a:pt x="17067" y="137959"/>
                  </a:lnTo>
                  <a:lnTo>
                    <a:pt x="17987" y="132384"/>
                  </a:lnTo>
                  <a:lnTo>
                    <a:pt x="16610" y="129081"/>
                  </a:lnTo>
                  <a:lnTo>
                    <a:pt x="12407" y="128592"/>
                  </a:lnTo>
                  <a:lnTo>
                    <a:pt x="12279" y="129414"/>
                  </a:lnTo>
                  <a:lnTo>
                    <a:pt x="7780" y="128875"/>
                  </a:lnTo>
                  <a:lnTo>
                    <a:pt x="9018" y="124645"/>
                  </a:lnTo>
                  <a:lnTo>
                    <a:pt x="11120" y="121258"/>
                  </a:lnTo>
                  <a:lnTo>
                    <a:pt x="10329" y="117742"/>
                  </a:lnTo>
                  <a:lnTo>
                    <a:pt x="4971" y="110915"/>
                  </a:lnTo>
                  <a:lnTo>
                    <a:pt x="0" y="105945"/>
                  </a:lnTo>
                  <a:lnTo>
                    <a:pt x="1593" y="92039"/>
                  </a:lnTo>
                  <a:lnTo>
                    <a:pt x="5166" y="92383"/>
                  </a:lnTo>
                  <a:lnTo>
                    <a:pt x="5658" y="86156"/>
                  </a:lnTo>
                  <a:lnTo>
                    <a:pt x="2826" y="81039"/>
                  </a:lnTo>
                  <a:lnTo>
                    <a:pt x="26360" y="67532"/>
                  </a:lnTo>
                  <a:lnTo>
                    <a:pt x="31321" y="62624"/>
                  </a:lnTo>
                  <a:lnTo>
                    <a:pt x="29612" y="62739"/>
                  </a:lnTo>
                  <a:lnTo>
                    <a:pt x="29016" y="61731"/>
                  </a:lnTo>
                  <a:lnTo>
                    <a:pt x="30184" y="58796"/>
                  </a:lnTo>
                  <a:lnTo>
                    <a:pt x="31843" y="57637"/>
                  </a:lnTo>
                  <a:lnTo>
                    <a:pt x="33539" y="57535"/>
                  </a:lnTo>
                  <a:lnTo>
                    <a:pt x="34227" y="54115"/>
                  </a:lnTo>
                  <a:lnTo>
                    <a:pt x="32827" y="51791"/>
                  </a:lnTo>
                  <a:lnTo>
                    <a:pt x="39424" y="51568"/>
                  </a:lnTo>
                  <a:lnTo>
                    <a:pt x="40007" y="44632"/>
                  </a:lnTo>
                  <a:lnTo>
                    <a:pt x="49162" y="44422"/>
                  </a:lnTo>
                  <a:lnTo>
                    <a:pt x="54371" y="43350"/>
                  </a:lnTo>
                  <a:lnTo>
                    <a:pt x="46181" y="37915"/>
                  </a:lnTo>
                  <a:lnTo>
                    <a:pt x="51899" y="26716"/>
                  </a:lnTo>
                  <a:lnTo>
                    <a:pt x="51689" y="19671"/>
                  </a:lnTo>
                  <a:lnTo>
                    <a:pt x="70432" y="5850"/>
                  </a:lnTo>
                  <a:lnTo>
                    <a:pt x="71870" y="7887"/>
                  </a:lnTo>
                  <a:lnTo>
                    <a:pt x="75333" y="8062"/>
                  </a:lnTo>
                  <a:lnTo>
                    <a:pt x="78019" y="6742"/>
                  </a:lnTo>
                  <a:lnTo>
                    <a:pt x="80816" y="3512"/>
                  </a:lnTo>
                  <a:lnTo>
                    <a:pt x="81250" y="253"/>
                  </a:lnTo>
                  <a:lnTo>
                    <a:pt x="8803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h2339"/>
            <p:cNvSpPr/>
            <p:nvPr/>
          </p:nvSpPr>
          <p:spPr>
            <a:xfrm>
              <a:off x="2502865" y="2130412"/>
              <a:ext cx="36594" cy="48804"/>
            </a:xfrm>
            <a:custGeom>
              <a:avLst/>
              <a:pathLst>
                <a:path w="36594" h="48804">
                  <a:moveTo>
                    <a:pt x="10219" y="0"/>
                  </a:moveTo>
                  <a:lnTo>
                    <a:pt x="13803" y="2515"/>
                  </a:lnTo>
                  <a:lnTo>
                    <a:pt x="20749" y="715"/>
                  </a:lnTo>
                  <a:lnTo>
                    <a:pt x="22861" y="1056"/>
                  </a:lnTo>
                  <a:lnTo>
                    <a:pt x="26835" y="6041"/>
                  </a:lnTo>
                  <a:lnTo>
                    <a:pt x="33192" y="11370"/>
                  </a:lnTo>
                  <a:lnTo>
                    <a:pt x="36389" y="13216"/>
                  </a:lnTo>
                  <a:lnTo>
                    <a:pt x="36594" y="14943"/>
                  </a:lnTo>
                  <a:lnTo>
                    <a:pt x="35813" y="13534"/>
                  </a:lnTo>
                  <a:lnTo>
                    <a:pt x="34738" y="14419"/>
                  </a:lnTo>
                  <a:lnTo>
                    <a:pt x="33471" y="20506"/>
                  </a:lnTo>
                  <a:lnTo>
                    <a:pt x="32550" y="20827"/>
                  </a:lnTo>
                  <a:lnTo>
                    <a:pt x="30066" y="24376"/>
                  </a:lnTo>
                  <a:lnTo>
                    <a:pt x="31989" y="28669"/>
                  </a:lnTo>
                  <a:lnTo>
                    <a:pt x="32054" y="31647"/>
                  </a:lnTo>
                  <a:lnTo>
                    <a:pt x="30424" y="31687"/>
                  </a:lnTo>
                  <a:lnTo>
                    <a:pt x="28023" y="33472"/>
                  </a:lnTo>
                  <a:lnTo>
                    <a:pt x="28053" y="35588"/>
                  </a:lnTo>
                  <a:lnTo>
                    <a:pt x="29156" y="36629"/>
                  </a:lnTo>
                  <a:lnTo>
                    <a:pt x="30481" y="36622"/>
                  </a:lnTo>
                  <a:lnTo>
                    <a:pt x="31472" y="38822"/>
                  </a:lnTo>
                  <a:lnTo>
                    <a:pt x="31065" y="40268"/>
                  </a:lnTo>
                  <a:lnTo>
                    <a:pt x="21707" y="39182"/>
                  </a:lnTo>
                  <a:lnTo>
                    <a:pt x="19329" y="41987"/>
                  </a:lnTo>
                  <a:lnTo>
                    <a:pt x="13578" y="48804"/>
                  </a:lnTo>
                  <a:lnTo>
                    <a:pt x="0" y="32927"/>
                  </a:lnTo>
                  <a:lnTo>
                    <a:pt x="8325" y="9642"/>
                  </a:lnTo>
                  <a:lnTo>
                    <a:pt x="7488" y="102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h2340"/>
            <p:cNvSpPr/>
            <p:nvPr/>
          </p:nvSpPr>
          <p:spPr>
            <a:xfrm>
              <a:off x="2486283" y="2279191"/>
              <a:ext cx="85740" cy="47500"/>
            </a:xfrm>
            <a:custGeom>
              <a:avLst/>
              <a:pathLst>
                <a:path w="85740" h="47500">
                  <a:moveTo>
                    <a:pt x="36441" y="3273"/>
                  </a:moveTo>
                  <a:lnTo>
                    <a:pt x="49990" y="5360"/>
                  </a:lnTo>
                  <a:lnTo>
                    <a:pt x="49870" y="8830"/>
                  </a:lnTo>
                  <a:lnTo>
                    <a:pt x="48492" y="8071"/>
                  </a:lnTo>
                  <a:lnTo>
                    <a:pt x="47689" y="11616"/>
                  </a:lnTo>
                  <a:lnTo>
                    <a:pt x="52425" y="13023"/>
                  </a:lnTo>
                  <a:lnTo>
                    <a:pt x="57372" y="9370"/>
                  </a:lnTo>
                  <a:lnTo>
                    <a:pt x="66151" y="10655"/>
                  </a:lnTo>
                  <a:lnTo>
                    <a:pt x="65645" y="17809"/>
                  </a:lnTo>
                  <a:lnTo>
                    <a:pt x="69541" y="20159"/>
                  </a:lnTo>
                  <a:lnTo>
                    <a:pt x="70165" y="24499"/>
                  </a:lnTo>
                  <a:lnTo>
                    <a:pt x="83706" y="22243"/>
                  </a:lnTo>
                  <a:lnTo>
                    <a:pt x="83995" y="21421"/>
                  </a:lnTo>
                  <a:lnTo>
                    <a:pt x="85740" y="23615"/>
                  </a:lnTo>
                  <a:lnTo>
                    <a:pt x="83896" y="25368"/>
                  </a:lnTo>
                  <a:lnTo>
                    <a:pt x="84294" y="26099"/>
                  </a:lnTo>
                  <a:lnTo>
                    <a:pt x="78018" y="30281"/>
                  </a:lnTo>
                  <a:lnTo>
                    <a:pt x="78033" y="32756"/>
                  </a:lnTo>
                  <a:lnTo>
                    <a:pt x="73313" y="32170"/>
                  </a:lnTo>
                  <a:lnTo>
                    <a:pt x="72902" y="30607"/>
                  </a:lnTo>
                  <a:lnTo>
                    <a:pt x="66216" y="33550"/>
                  </a:lnTo>
                  <a:lnTo>
                    <a:pt x="62949" y="37529"/>
                  </a:lnTo>
                  <a:lnTo>
                    <a:pt x="54802" y="45218"/>
                  </a:lnTo>
                  <a:lnTo>
                    <a:pt x="54351" y="47500"/>
                  </a:lnTo>
                  <a:lnTo>
                    <a:pt x="43954" y="45483"/>
                  </a:lnTo>
                  <a:lnTo>
                    <a:pt x="39637" y="45914"/>
                  </a:lnTo>
                  <a:lnTo>
                    <a:pt x="40003" y="42626"/>
                  </a:lnTo>
                  <a:lnTo>
                    <a:pt x="30615" y="41370"/>
                  </a:lnTo>
                  <a:lnTo>
                    <a:pt x="30636" y="42658"/>
                  </a:lnTo>
                  <a:lnTo>
                    <a:pt x="27344" y="41830"/>
                  </a:lnTo>
                  <a:lnTo>
                    <a:pt x="27103" y="32759"/>
                  </a:lnTo>
                  <a:lnTo>
                    <a:pt x="22181" y="29743"/>
                  </a:lnTo>
                  <a:lnTo>
                    <a:pt x="22376" y="33679"/>
                  </a:lnTo>
                  <a:lnTo>
                    <a:pt x="20036" y="34293"/>
                  </a:lnTo>
                  <a:lnTo>
                    <a:pt x="19060" y="32883"/>
                  </a:lnTo>
                  <a:lnTo>
                    <a:pt x="14440" y="32332"/>
                  </a:lnTo>
                  <a:lnTo>
                    <a:pt x="9966" y="34667"/>
                  </a:lnTo>
                  <a:lnTo>
                    <a:pt x="5117" y="34176"/>
                  </a:lnTo>
                  <a:lnTo>
                    <a:pt x="4900" y="33358"/>
                  </a:lnTo>
                  <a:lnTo>
                    <a:pt x="0" y="32029"/>
                  </a:lnTo>
                  <a:lnTo>
                    <a:pt x="4868" y="25772"/>
                  </a:lnTo>
                  <a:lnTo>
                    <a:pt x="2258" y="14457"/>
                  </a:lnTo>
                  <a:lnTo>
                    <a:pt x="4573" y="12016"/>
                  </a:lnTo>
                  <a:lnTo>
                    <a:pt x="3698" y="10261"/>
                  </a:lnTo>
                  <a:lnTo>
                    <a:pt x="11164" y="8143"/>
                  </a:lnTo>
                  <a:lnTo>
                    <a:pt x="13171" y="6194"/>
                  </a:lnTo>
                  <a:lnTo>
                    <a:pt x="14463" y="1666"/>
                  </a:lnTo>
                  <a:lnTo>
                    <a:pt x="15464" y="1010"/>
                  </a:lnTo>
                  <a:lnTo>
                    <a:pt x="17692" y="1206"/>
                  </a:lnTo>
                  <a:lnTo>
                    <a:pt x="19346" y="6934"/>
                  </a:lnTo>
                  <a:lnTo>
                    <a:pt x="21199" y="7460"/>
                  </a:lnTo>
                  <a:lnTo>
                    <a:pt x="28843" y="6629"/>
                  </a:lnTo>
                  <a:lnTo>
                    <a:pt x="3631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h2341"/>
            <p:cNvSpPr/>
            <p:nvPr/>
          </p:nvSpPr>
          <p:spPr>
            <a:xfrm>
              <a:off x="2550154" y="2148001"/>
              <a:ext cx="48517" cy="91650"/>
            </a:xfrm>
            <a:custGeom>
              <a:avLst/>
              <a:pathLst>
                <a:path w="48517" h="91650">
                  <a:moveTo>
                    <a:pt x="15280" y="1071"/>
                  </a:moveTo>
                  <a:lnTo>
                    <a:pt x="18759" y="4409"/>
                  </a:lnTo>
                  <a:lnTo>
                    <a:pt x="34332" y="15644"/>
                  </a:lnTo>
                  <a:lnTo>
                    <a:pt x="36973" y="16812"/>
                  </a:lnTo>
                  <a:lnTo>
                    <a:pt x="46137" y="18818"/>
                  </a:lnTo>
                  <a:lnTo>
                    <a:pt x="45934" y="21450"/>
                  </a:lnTo>
                  <a:lnTo>
                    <a:pt x="47744" y="21983"/>
                  </a:lnTo>
                  <a:lnTo>
                    <a:pt x="46076" y="28277"/>
                  </a:lnTo>
                  <a:lnTo>
                    <a:pt x="48517" y="91381"/>
                  </a:lnTo>
                  <a:lnTo>
                    <a:pt x="39043" y="91650"/>
                  </a:lnTo>
                  <a:lnTo>
                    <a:pt x="39068" y="88142"/>
                  </a:lnTo>
                  <a:lnTo>
                    <a:pt x="36359" y="84769"/>
                  </a:lnTo>
                  <a:lnTo>
                    <a:pt x="32853" y="87838"/>
                  </a:lnTo>
                  <a:lnTo>
                    <a:pt x="32684" y="89373"/>
                  </a:lnTo>
                  <a:lnTo>
                    <a:pt x="29435" y="90194"/>
                  </a:lnTo>
                  <a:lnTo>
                    <a:pt x="24411" y="90537"/>
                  </a:lnTo>
                  <a:lnTo>
                    <a:pt x="23999" y="86822"/>
                  </a:lnTo>
                  <a:lnTo>
                    <a:pt x="18074" y="86137"/>
                  </a:lnTo>
                  <a:lnTo>
                    <a:pt x="17980" y="87019"/>
                  </a:lnTo>
                  <a:lnTo>
                    <a:pt x="1957" y="87413"/>
                  </a:lnTo>
                  <a:lnTo>
                    <a:pt x="1386" y="61649"/>
                  </a:lnTo>
                  <a:lnTo>
                    <a:pt x="96" y="24543"/>
                  </a:lnTo>
                  <a:lnTo>
                    <a:pt x="0" y="22043"/>
                  </a:lnTo>
                  <a:lnTo>
                    <a:pt x="2517" y="21986"/>
                  </a:lnTo>
                  <a:lnTo>
                    <a:pt x="2335" y="13415"/>
                  </a:lnTo>
                  <a:lnTo>
                    <a:pt x="3328" y="12656"/>
                  </a:lnTo>
                  <a:lnTo>
                    <a:pt x="4621" y="1658"/>
                  </a:lnTo>
                  <a:lnTo>
                    <a:pt x="6183" y="280"/>
                  </a:lnTo>
                  <a:lnTo>
                    <a:pt x="859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h2342"/>
            <p:cNvSpPr/>
            <p:nvPr/>
          </p:nvSpPr>
          <p:spPr>
            <a:xfrm>
              <a:off x="2596089" y="2165164"/>
              <a:ext cx="35026" cy="81320"/>
            </a:xfrm>
            <a:custGeom>
              <a:avLst/>
              <a:pathLst>
                <a:path w="35026" h="81320">
                  <a:moveTo>
                    <a:pt x="3819" y="652"/>
                  </a:moveTo>
                  <a:lnTo>
                    <a:pt x="6408" y="1004"/>
                  </a:lnTo>
                  <a:lnTo>
                    <a:pt x="9961" y="2741"/>
                  </a:lnTo>
                  <a:lnTo>
                    <a:pt x="12046" y="2752"/>
                  </a:lnTo>
                  <a:lnTo>
                    <a:pt x="13902" y="0"/>
                  </a:lnTo>
                  <a:lnTo>
                    <a:pt x="19094" y="353"/>
                  </a:lnTo>
                  <a:lnTo>
                    <a:pt x="20556" y="1635"/>
                  </a:lnTo>
                  <a:lnTo>
                    <a:pt x="26791" y="766"/>
                  </a:lnTo>
                  <a:lnTo>
                    <a:pt x="26306" y="1285"/>
                  </a:lnTo>
                  <a:lnTo>
                    <a:pt x="26556" y="8679"/>
                  </a:lnTo>
                  <a:lnTo>
                    <a:pt x="24938" y="15823"/>
                  </a:lnTo>
                  <a:lnTo>
                    <a:pt x="25113" y="21381"/>
                  </a:lnTo>
                  <a:lnTo>
                    <a:pt x="26297" y="24166"/>
                  </a:lnTo>
                  <a:lnTo>
                    <a:pt x="26441" y="30777"/>
                  </a:lnTo>
                  <a:lnTo>
                    <a:pt x="25035" y="36543"/>
                  </a:lnTo>
                  <a:lnTo>
                    <a:pt x="23383" y="36579"/>
                  </a:lnTo>
                  <a:lnTo>
                    <a:pt x="22157" y="41250"/>
                  </a:lnTo>
                  <a:lnTo>
                    <a:pt x="22522" y="51080"/>
                  </a:lnTo>
                  <a:lnTo>
                    <a:pt x="22787" y="53478"/>
                  </a:lnTo>
                  <a:lnTo>
                    <a:pt x="24928" y="53414"/>
                  </a:lnTo>
                  <a:lnTo>
                    <a:pt x="25288" y="66286"/>
                  </a:lnTo>
                  <a:lnTo>
                    <a:pt x="32914" y="66462"/>
                  </a:lnTo>
                  <a:lnTo>
                    <a:pt x="34987" y="67481"/>
                  </a:lnTo>
                  <a:lnTo>
                    <a:pt x="35026" y="69266"/>
                  </a:lnTo>
                  <a:lnTo>
                    <a:pt x="34021" y="71438"/>
                  </a:lnTo>
                  <a:lnTo>
                    <a:pt x="25364" y="80829"/>
                  </a:lnTo>
                  <a:lnTo>
                    <a:pt x="25538" y="81294"/>
                  </a:lnTo>
                  <a:lnTo>
                    <a:pt x="24646" y="81320"/>
                  </a:lnTo>
                  <a:lnTo>
                    <a:pt x="24488" y="76009"/>
                  </a:lnTo>
                  <a:lnTo>
                    <a:pt x="21209" y="73950"/>
                  </a:lnTo>
                  <a:lnTo>
                    <a:pt x="15838" y="74112"/>
                  </a:lnTo>
                  <a:lnTo>
                    <a:pt x="15905" y="76264"/>
                  </a:lnTo>
                  <a:lnTo>
                    <a:pt x="12695" y="76345"/>
                  </a:lnTo>
                  <a:lnTo>
                    <a:pt x="12625" y="73906"/>
                  </a:lnTo>
                  <a:lnTo>
                    <a:pt x="2583" y="74218"/>
                  </a:lnTo>
                  <a:lnTo>
                    <a:pt x="141" y="11114"/>
                  </a:lnTo>
                  <a:lnTo>
                    <a:pt x="1810" y="4820"/>
                  </a:lnTo>
                  <a:lnTo>
                    <a:pt x="0" y="4287"/>
                  </a:lnTo>
                  <a:lnTo>
                    <a:pt x="203" y="16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h2343"/>
            <p:cNvSpPr/>
            <p:nvPr/>
          </p:nvSpPr>
          <p:spPr>
            <a:xfrm>
              <a:off x="2451576" y="2521447"/>
              <a:ext cx="51663" cy="60466"/>
            </a:xfrm>
            <a:custGeom>
              <a:avLst/>
              <a:pathLst>
                <a:path w="51663" h="60466">
                  <a:moveTo>
                    <a:pt x="14971" y="898"/>
                  </a:moveTo>
                  <a:lnTo>
                    <a:pt x="16237" y="4566"/>
                  </a:lnTo>
                  <a:lnTo>
                    <a:pt x="21995" y="4500"/>
                  </a:lnTo>
                  <a:lnTo>
                    <a:pt x="22139" y="9736"/>
                  </a:lnTo>
                  <a:lnTo>
                    <a:pt x="25326" y="14144"/>
                  </a:lnTo>
                  <a:lnTo>
                    <a:pt x="39092" y="18220"/>
                  </a:lnTo>
                  <a:lnTo>
                    <a:pt x="43755" y="17334"/>
                  </a:lnTo>
                  <a:lnTo>
                    <a:pt x="46273" y="21583"/>
                  </a:lnTo>
                  <a:lnTo>
                    <a:pt x="47686" y="27162"/>
                  </a:lnTo>
                  <a:lnTo>
                    <a:pt x="46186" y="28649"/>
                  </a:lnTo>
                  <a:lnTo>
                    <a:pt x="46197" y="29957"/>
                  </a:lnTo>
                  <a:lnTo>
                    <a:pt x="48953" y="30324"/>
                  </a:lnTo>
                  <a:lnTo>
                    <a:pt x="51663" y="37799"/>
                  </a:lnTo>
                  <a:lnTo>
                    <a:pt x="48510" y="37149"/>
                  </a:lnTo>
                  <a:lnTo>
                    <a:pt x="48326" y="38975"/>
                  </a:lnTo>
                  <a:lnTo>
                    <a:pt x="46814" y="38895"/>
                  </a:lnTo>
                  <a:lnTo>
                    <a:pt x="43864" y="45245"/>
                  </a:lnTo>
                  <a:lnTo>
                    <a:pt x="42248" y="45932"/>
                  </a:lnTo>
                  <a:lnTo>
                    <a:pt x="40964" y="48505"/>
                  </a:lnTo>
                  <a:lnTo>
                    <a:pt x="39415" y="56029"/>
                  </a:lnTo>
                  <a:lnTo>
                    <a:pt x="28886" y="60466"/>
                  </a:lnTo>
                  <a:lnTo>
                    <a:pt x="26117" y="55015"/>
                  </a:lnTo>
                  <a:lnTo>
                    <a:pt x="21321" y="55795"/>
                  </a:lnTo>
                  <a:lnTo>
                    <a:pt x="19707" y="50953"/>
                  </a:lnTo>
                  <a:lnTo>
                    <a:pt x="16097" y="51971"/>
                  </a:lnTo>
                  <a:lnTo>
                    <a:pt x="13651" y="51827"/>
                  </a:lnTo>
                  <a:lnTo>
                    <a:pt x="9387" y="42577"/>
                  </a:lnTo>
                  <a:lnTo>
                    <a:pt x="7437" y="41845"/>
                  </a:lnTo>
                  <a:lnTo>
                    <a:pt x="2206" y="42453"/>
                  </a:lnTo>
                  <a:lnTo>
                    <a:pt x="2796" y="44227"/>
                  </a:lnTo>
                  <a:lnTo>
                    <a:pt x="0" y="42016"/>
                  </a:lnTo>
                  <a:lnTo>
                    <a:pt x="4788" y="34640"/>
                  </a:lnTo>
                  <a:lnTo>
                    <a:pt x="5428" y="24815"/>
                  </a:lnTo>
                  <a:lnTo>
                    <a:pt x="3245" y="21541"/>
                  </a:lnTo>
                  <a:lnTo>
                    <a:pt x="9465" y="15455"/>
                  </a:lnTo>
                  <a:lnTo>
                    <a:pt x="8809" y="10514"/>
                  </a:lnTo>
                  <a:lnTo>
                    <a:pt x="5704" y="4850"/>
                  </a:lnTo>
                  <a:lnTo>
                    <a:pt x="6446" y="1792"/>
                  </a:lnTo>
                  <a:lnTo>
                    <a:pt x="9403" y="2607"/>
                  </a:lnTo>
                  <a:lnTo>
                    <a:pt x="10605" y="3251"/>
                  </a:lnTo>
                  <a:lnTo>
                    <a:pt x="10748" y="176"/>
                  </a:lnTo>
                  <a:lnTo>
                    <a:pt x="1276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h2344"/>
            <p:cNvSpPr/>
            <p:nvPr/>
          </p:nvSpPr>
          <p:spPr>
            <a:xfrm>
              <a:off x="2494404" y="2390035"/>
              <a:ext cx="59514" cy="51070"/>
            </a:xfrm>
            <a:custGeom>
              <a:avLst/>
              <a:pathLst>
                <a:path w="59514" h="51070">
                  <a:moveTo>
                    <a:pt x="49712" y="3840"/>
                  </a:moveTo>
                  <a:lnTo>
                    <a:pt x="53534" y="10956"/>
                  </a:lnTo>
                  <a:lnTo>
                    <a:pt x="59514" y="9089"/>
                  </a:lnTo>
                  <a:lnTo>
                    <a:pt x="53041" y="14649"/>
                  </a:lnTo>
                  <a:lnTo>
                    <a:pt x="56131" y="17652"/>
                  </a:lnTo>
                  <a:lnTo>
                    <a:pt x="58061" y="24971"/>
                  </a:lnTo>
                  <a:lnTo>
                    <a:pt x="58327" y="25950"/>
                  </a:lnTo>
                  <a:lnTo>
                    <a:pt x="57684" y="26458"/>
                  </a:lnTo>
                  <a:lnTo>
                    <a:pt x="51765" y="27495"/>
                  </a:lnTo>
                  <a:lnTo>
                    <a:pt x="48304" y="36419"/>
                  </a:lnTo>
                  <a:lnTo>
                    <a:pt x="48258" y="40058"/>
                  </a:lnTo>
                  <a:lnTo>
                    <a:pt x="49266" y="43483"/>
                  </a:lnTo>
                  <a:lnTo>
                    <a:pt x="47040" y="40867"/>
                  </a:lnTo>
                  <a:lnTo>
                    <a:pt x="45649" y="42176"/>
                  </a:lnTo>
                  <a:lnTo>
                    <a:pt x="46855" y="46400"/>
                  </a:lnTo>
                  <a:lnTo>
                    <a:pt x="49445" y="47721"/>
                  </a:lnTo>
                  <a:lnTo>
                    <a:pt x="49948" y="48729"/>
                  </a:lnTo>
                  <a:lnTo>
                    <a:pt x="48283" y="51070"/>
                  </a:lnTo>
                  <a:lnTo>
                    <a:pt x="45669" y="50677"/>
                  </a:lnTo>
                  <a:lnTo>
                    <a:pt x="45367" y="49184"/>
                  </a:lnTo>
                  <a:lnTo>
                    <a:pt x="40504" y="47946"/>
                  </a:lnTo>
                  <a:lnTo>
                    <a:pt x="39188" y="49149"/>
                  </a:lnTo>
                  <a:lnTo>
                    <a:pt x="38520" y="48623"/>
                  </a:lnTo>
                  <a:lnTo>
                    <a:pt x="34406" y="44027"/>
                  </a:lnTo>
                  <a:lnTo>
                    <a:pt x="34403" y="43435"/>
                  </a:lnTo>
                  <a:lnTo>
                    <a:pt x="35261" y="43513"/>
                  </a:lnTo>
                  <a:lnTo>
                    <a:pt x="25237" y="30773"/>
                  </a:lnTo>
                  <a:lnTo>
                    <a:pt x="7922" y="21351"/>
                  </a:lnTo>
                  <a:lnTo>
                    <a:pt x="6664" y="15164"/>
                  </a:lnTo>
                  <a:lnTo>
                    <a:pt x="3906" y="14000"/>
                  </a:lnTo>
                  <a:lnTo>
                    <a:pt x="1812" y="14155"/>
                  </a:lnTo>
                  <a:lnTo>
                    <a:pt x="0" y="13457"/>
                  </a:lnTo>
                  <a:lnTo>
                    <a:pt x="703" y="13546"/>
                  </a:lnTo>
                  <a:lnTo>
                    <a:pt x="2678" y="2451"/>
                  </a:lnTo>
                  <a:lnTo>
                    <a:pt x="21375" y="9573"/>
                  </a:lnTo>
                  <a:lnTo>
                    <a:pt x="22053" y="4174"/>
                  </a:lnTo>
                  <a:lnTo>
                    <a:pt x="19895" y="1728"/>
                  </a:lnTo>
                  <a:lnTo>
                    <a:pt x="25592" y="223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h2345"/>
            <p:cNvSpPr/>
            <p:nvPr/>
          </p:nvSpPr>
          <p:spPr>
            <a:xfrm>
              <a:off x="2482936" y="2308934"/>
              <a:ext cx="65003" cy="90674"/>
            </a:xfrm>
            <a:custGeom>
              <a:avLst/>
              <a:pathLst>
                <a:path w="65003" h="90674">
                  <a:moveTo>
                    <a:pt x="30451" y="3016"/>
                  </a:moveTo>
                  <a:lnTo>
                    <a:pt x="30691" y="12087"/>
                  </a:lnTo>
                  <a:lnTo>
                    <a:pt x="33984" y="12915"/>
                  </a:lnTo>
                  <a:lnTo>
                    <a:pt x="36345" y="12933"/>
                  </a:lnTo>
                  <a:lnTo>
                    <a:pt x="35333" y="19126"/>
                  </a:lnTo>
                  <a:lnTo>
                    <a:pt x="39641" y="25006"/>
                  </a:lnTo>
                  <a:lnTo>
                    <a:pt x="38480" y="25548"/>
                  </a:lnTo>
                  <a:lnTo>
                    <a:pt x="42595" y="30957"/>
                  </a:lnTo>
                  <a:lnTo>
                    <a:pt x="44730" y="36460"/>
                  </a:lnTo>
                  <a:lnTo>
                    <a:pt x="46271" y="45073"/>
                  </a:lnTo>
                  <a:lnTo>
                    <a:pt x="56310" y="41984"/>
                  </a:lnTo>
                  <a:lnTo>
                    <a:pt x="56714" y="45744"/>
                  </a:lnTo>
                  <a:lnTo>
                    <a:pt x="63601" y="48561"/>
                  </a:lnTo>
                  <a:lnTo>
                    <a:pt x="65003" y="48499"/>
                  </a:lnTo>
                  <a:lnTo>
                    <a:pt x="61703" y="55170"/>
                  </a:lnTo>
                  <a:lnTo>
                    <a:pt x="57292" y="54617"/>
                  </a:lnTo>
                  <a:lnTo>
                    <a:pt x="57106" y="55207"/>
                  </a:lnTo>
                  <a:lnTo>
                    <a:pt x="56668" y="62411"/>
                  </a:lnTo>
                  <a:lnTo>
                    <a:pt x="61180" y="84941"/>
                  </a:lnTo>
                  <a:lnTo>
                    <a:pt x="36227" y="81100"/>
                  </a:lnTo>
                  <a:lnTo>
                    <a:pt x="37060" y="83340"/>
                  </a:lnTo>
                  <a:lnTo>
                    <a:pt x="31363" y="82828"/>
                  </a:lnTo>
                  <a:lnTo>
                    <a:pt x="33521" y="85275"/>
                  </a:lnTo>
                  <a:lnTo>
                    <a:pt x="32843" y="90674"/>
                  </a:lnTo>
                  <a:lnTo>
                    <a:pt x="14146" y="83552"/>
                  </a:lnTo>
                  <a:lnTo>
                    <a:pt x="12601" y="82971"/>
                  </a:lnTo>
                  <a:lnTo>
                    <a:pt x="13305" y="79191"/>
                  </a:lnTo>
                  <a:lnTo>
                    <a:pt x="22365" y="79250"/>
                  </a:lnTo>
                  <a:lnTo>
                    <a:pt x="17599" y="74396"/>
                  </a:lnTo>
                  <a:lnTo>
                    <a:pt x="17576" y="72726"/>
                  </a:lnTo>
                  <a:lnTo>
                    <a:pt x="8012" y="63917"/>
                  </a:lnTo>
                  <a:lnTo>
                    <a:pt x="5140" y="59289"/>
                  </a:lnTo>
                  <a:lnTo>
                    <a:pt x="2266" y="56806"/>
                  </a:lnTo>
                  <a:lnTo>
                    <a:pt x="0" y="56439"/>
                  </a:lnTo>
                  <a:lnTo>
                    <a:pt x="4192" y="49389"/>
                  </a:lnTo>
                  <a:lnTo>
                    <a:pt x="5136" y="49328"/>
                  </a:lnTo>
                  <a:lnTo>
                    <a:pt x="5404" y="39590"/>
                  </a:lnTo>
                  <a:lnTo>
                    <a:pt x="10218" y="33632"/>
                  </a:lnTo>
                  <a:lnTo>
                    <a:pt x="4766" y="33569"/>
                  </a:lnTo>
                  <a:lnTo>
                    <a:pt x="4968" y="30623"/>
                  </a:lnTo>
                  <a:lnTo>
                    <a:pt x="5523" y="30152"/>
                  </a:lnTo>
                  <a:lnTo>
                    <a:pt x="6098" y="17316"/>
                  </a:lnTo>
                  <a:lnTo>
                    <a:pt x="4443" y="18029"/>
                  </a:lnTo>
                  <a:lnTo>
                    <a:pt x="2700" y="13303"/>
                  </a:lnTo>
                  <a:lnTo>
                    <a:pt x="5309" y="12181"/>
                  </a:lnTo>
                  <a:lnTo>
                    <a:pt x="6045" y="12718"/>
                  </a:lnTo>
                  <a:lnTo>
                    <a:pt x="3347" y="2285"/>
                  </a:lnTo>
                  <a:lnTo>
                    <a:pt x="8247" y="3615"/>
                  </a:lnTo>
                  <a:lnTo>
                    <a:pt x="8465" y="4432"/>
                  </a:lnTo>
                  <a:lnTo>
                    <a:pt x="13314" y="4924"/>
                  </a:lnTo>
                  <a:lnTo>
                    <a:pt x="17787" y="2589"/>
                  </a:lnTo>
                  <a:lnTo>
                    <a:pt x="22407" y="3140"/>
                  </a:lnTo>
                  <a:lnTo>
                    <a:pt x="23383" y="4550"/>
                  </a:lnTo>
                  <a:lnTo>
                    <a:pt x="25723" y="3935"/>
                  </a:lnTo>
                  <a:lnTo>
                    <a:pt x="2552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h2346"/>
            <p:cNvSpPr/>
            <p:nvPr/>
          </p:nvSpPr>
          <p:spPr>
            <a:xfrm>
              <a:off x="2570180" y="2239114"/>
              <a:ext cx="98531" cy="136169"/>
            </a:xfrm>
            <a:custGeom>
              <a:avLst/>
              <a:pathLst>
                <a:path w="98531" h="136169">
                  <a:moveTo>
                    <a:pt x="50397" y="2059"/>
                  </a:moveTo>
                  <a:lnTo>
                    <a:pt x="50555" y="7370"/>
                  </a:lnTo>
                  <a:lnTo>
                    <a:pt x="51447" y="7344"/>
                  </a:lnTo>
                  <a:lnTo>
                    <a:pt x="55916" y="7274"/>
                  </a:lnTo>
                  <a:lnTo>
                    <a:pt x="58217" y="5369"/>
                  </a:lnTo>
                  <a:lnTo>
                    <a:pt x="60272" y="6554"/>
                  </a:lnTo>
                  <a:lnTo>
                    <a:pt x="75912" y="20882"/>
                  </a:lnTo>
                  <a:lnTo>
                    <a:pt x="75873" y="19660"/>
                  </a:lnTo>
                  <a:lnTo>
                    <a:pt x="81279" y="25133"/>
                  </a:lnTo>
                  <a:lnTo>
                    <a:pt x="98531" y="46448"/>
                  </a:lnTo>
                  <a:lnTo>
                    <a:pt x="91285" y="72416"/>
                  </a:lnTo>
                  <a:lnTo>
                    <a:pt x="85860" y="96494"/>
                  </a:lnTo>
                  <a:lnTo>
                    <a:pt x="82811" y="113815"/>
                  </a:lnTo>
                  <a:lnTo>
                    <a:pt x="76030" y="114068"/>
                  </a:lnTo>
                  <a:lnTo>
                    <a:pt x="75596" y="117327"/>
                  </a:lnTo>
                  <a:lnTo>
                    <a:pt x="72799" y="120557"/>
                  </a:lnTo>
                  <a:lnTo>
                    <a:pt x="70114" y="121877"/>
                  </a:lnTo>
                  <a:lnTo>
                    <a:pt x="66650" y="121702"/>
                  </a:lnTo>
                  <a:lnTo>
                    <a:pt x="65212" y="119666"/>
                  </a:lnTo>
                  <a:lnTo>
                    <a:pt x="46470" y="133486"/>
                  </a:lnTo>
                  <a:lnTo>
                    <a:pt x="42827" y="136169"/>
                  </a:lnTo>
                  <a:lnTo>
                    <a:pt x="41118" y="133357"/>
                  </a:lnTo>
                  <a:lnTo>
                    <a:pt x="47182" y="128422"/>
                  </a:lnTo>
                  <a:lnTo>
                    <a:pt x="46234" y="123748"/>
                  </a:lnTo>
                  <a:lnTo>
                    <a:pt x="36256" y="124225"/>
                  </a:lnTo>
                  <a:lnTo>
                    <a:pt x="36148" y="122345"/>
                  </a:lnTo>
                  <a:lnTo>
                    <a:pt x="28191" y="122017"/>
                  </a:lnTo>
                  <a:lnTo>
                    <a:pt x="28050" y="117290"/>
                  </a:lnTo>
                  <a:lnTo>
                    <a:pt x="27977" y="115257"/>
                  </a:lnTo>
                  <a:lnTo>
                    <a:pt x="32354" y="116018"/>
                  </a:lnTo>
                  <a:lnTo>
                    <a:pt x="37141" y="112114"/>
                  </a:lnTo>
                  <a:lnTo>
                    <a:pt x="32698" y="103959"/>
                  </a:lnTo>
                  <a:lnTo>
                    <a:pt x="31508" y="105012"/>
                  </a:lnTo>
                  <a:lnTo>
                    <a:pt x="28243" y="103195"/>
                  </a:lnTo>
                  <a:lnTo>
                    <a:pt x="23626" y="98198"/>
                  </a:lnTo>
                  <a:lnTo>
                    <a:pt x="22120" y="98907"/>
                  </a:lnTo>
                  <a:lnTo>
                    <a:pt x="20399" y="101215"/>
                  </a:lnTo>
                  <a:lnTo>
                    <a:pt x="17190" y="102504"/>
                  </a:lnTo>
                  <a:lnTo>
                    <a:pt x="12570" y="97439"/>
                  </a:lnTo>
                  <a:lnTo>
                    <a:pt x="15958" y="91950"/>
                  </a:lnTo>
                  <a:lnTo>
                    <a:pt x="10852" y="75787"/>
                  </a:lnTo>
                  <a:lnTo>
                    <a:pt x="5825" y="70812"/>
                  </a:lnTo>
                  <a:lnTo>
                    <a:pt x="2431" y="69300"/>
                  </a:lnTo>
                  <a:lnTo>
                    <a:pt x="398" y="66176"/>
                  </a:lnTo>
                  <a:lnTo>
                    <a:pt x="0" y="65446"/>
                  </a:lnTo>
                  <a:lnTo>
                    <a:pt x="1844" y="63692"/>
                  </a:lnTo>
                  <a:lnTo>
                    <a:pt x="98" y="61498"/>
                  </a:lnTo>
                  <a:lnTo>
                    <a:pt x="2092" y="57040"/>
                  </a:lnTo>
                  <a:lnTo>
                    <a:pt x="4617" y="45212"/>
                  </a:lnTo>
                  <a:lnTo>
                    <a:pt x="8433" y="44301"/>
                  </a:lnTo>
                  <a:lnTo>
                    <a:pt x="10939" y="41404"/>
                  </a:lnTo>
                  <a:lnTo>
                    <a:pt x="11666" y="35004"/>
                  </a:lnTo>
                  <a:lnTo>
                    <a:pt x="18714" y="34967"/>
                  </a:lnTo>
                  <a:lnTo>
                    <a:pt x="19693" y="31266"/>
                  </a:lnTo>
                  <a:lnTo>
                    <a:pt x="21978" y="27976"/>
                  </a:lnTo>
                  <a:lnTo>
                    <a:pt x="23114" y="26970"/>
                  </a:lnTo>
                  <a:lnTo>
                    <a:pt x="26330" y="27172"/>
                  </a:lnTo>
                  <a:lnTo>
                    <a:pt x="26616" y="22500"/>
                  </a:lnTo>
                  <a:lnTo>
                    <a:pt x="33775" y="22938"/>
                  </a:lnTo>
                  <a:lnTo>
                    <a:pt x="33597" y="16498"/>
                  </a:lnTo>
                  <a:lnTo>
                    <a:pt x="36838" y="17024"/>
                  </a:lnTo>
                  <a:lnTo>
                    <a:pt x="38870" y="12058"/>
                  </a:lnTo>
                  <a:lnTo>
                    <a:pt x="38604" y="2395"/>
                  </a:lnTo>
                  <a:lnTo>
                    <a:pt x="41814" y="2314"/>
                  </a:lnTo>
                  <a:lnTo>
                    <a:pt x="41747" y="162"/>
                  </a:lnTo>
                  <a:lnTo>
                    <a:pt x="4711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h2347"/>
            <p:cNvSpPr/>
            <p:nvPr/>
          </p:nvSpPr>
          <p:spPr>
            <a:xfrm>
              <a:off x="2621454" y="2165504"/>
              <a:ext cx="84140" cy="120058"/>
            </a:xfrm>
            <a:custGeom>
              <a:avLst/>
              <a:pathLst>
                <a:path w="84140" h="120058">
                  <a:moveTo>
                    <a:pt x="18658" y="3161"/>
                  </a:moveTo>
                  <a:lnTo>
                    <a:pt x="26539" y="3461"/>
                  </a:lnTo>
                  <a:lnTo>
                    <a:pt x="30655" y="4773"/>
                  </a:lnTo>
                  <a:lnTo>
                    <a:pt x="34696" y="11366"/>
                  </a:lnTo>
                  <a:lnTo>
                    <a:pt x="40795" y="13932"/>
                  </a:lnTo>
                  <a:lnTo>
                    <a:pt x="42282" y="15507"/>
                  </a:lnTo>
                  <a:lnTo>
                    <a:pt x="43652" y="19546"/>
                  </a:lnTo>
                  <a:lnTo>
                    <a:pt x="47642" y="20314"/>
                  </a:lnTo>
                  <a:lnTo>
                    <a:pt x="49350" y="19648"/>
                  </a:lnTo>
                  <a:lnTo>
                    <a:pt x="50825" y="20256"/>
                  </a:lnTo>
                  <a:lnTo>
                    <a:pt x="52104" y="23770"/>
                  </a:lnTo>
                  <a:lnTo>
                    <a:pt x="56290" y="24943"/>
                  </a:lnTo>
                  <a:lnTo>
                    <a:pt x="59924" y="24316"/>
                  </a:lnTo>
                  <a:lnTo>
                    <a:pt x="60913" y="21003"/>
                  </a:lnTo>
                  <a:lnTo>
                    <a:pt x="59284" y="16500"/>
                  </a:lnTo>
                  <a:lnTo>
                    <a:pt x="61879" y="14398"/>
                  </a:lnTo>
                  <a:lnTo>
                    <a:pt x="65821" y="13516"/>
                  </a:lnTo>
                  <a:lnTo>
                    <a:pt x="69738" y="10869"/>
                  </a:lnTo>
                  <a:lnTo>
                    <a:pt x="80333" y="9373"/>
                  </a:lnTo>
                  <a:lnTo>
                    <a:pt x="82377" y="9306"/>
                  </a:lnTo>
                  <a:lnTo>
                    <a:pt x="83713" y="10078"/>
                  </a:lnTo>
                  <a:lnTo>
                    <a:pt x="84140" y="17481"/>
                  </a:lnTo>
                  <a:lnTo>
                    <a:pt x="83352" y="28723"/>
                  </a:lnTo>
                  <a:lnTo>
                    <a:pt x="82217" y="37735"/>
                  </a:lnTo>
                  <a:lnTo>
                    <a:pt x="79844" y="46499"/>
                  </a:lnTo>
                  <a:lnTo>
                    <a:pt x="54733" y="99736"/>
                  </a:lnTo>
                  <a:lnTo>
                    <a:pt x="47258" y="120058"/>
                  </a:lnTo>
                  <a:lnTo>
                    <a:pt x="30005" y="98743"/>
                  </a:lnTo>
                  <a:lnTo>
                    <a:pt x="24599" y="93269"/>
                  </a:lnTo>
                  <a:lnTo>
                    <a:pt x="24638" y="94492"/>
                  </a:lnTo>
                  <a:lnTo>
                    <a:pt x="8999" y="80164"/>
                  </a:lnTo>
                  <a:lnTo>
                    <a:pt x="6943" y="78979"/>
                  </a:lnTo>
                  <a:lnTo>
                    <a:pt x="4643" y="80884"/>
                  </a:lnTo>
                  <a:lnTo>
                    <a:pt x="173" y="80954"/>
                  </a:lnTo>
                  <a:lnTo>
                    <a:pt x="0" y="80489"/>
                  </a:lnTo>
                  <a:lnTo>
                    <a:pt x="8656" y="71098"/>
                  </a:lnTo>
                  <a:lnTo>
                    <a:pt x="9661" y="68925"/>
                  </a:lnTo>
                  <a:lnTo>
                    <a:pt x="9622" y="67141"/>
                  </a:lnTo>
                  <a:lnTo>
                    <a:pt x="7549" y="66122"/>
                  </a:lnTo>
                  <a:lnTo>
                    <a:pt x="21835" y="65727"/>
                  </a:lnTo>
                  <a:lnTo>
                    <a:pt x="20832" y="29011"/>
                  </a:lnTo>
                  <a:lnTo>
                    <a:pt x="13153" y="19777"/>
                  </a:lnTo>
                  <a:lnTo>
                    <a:pt x="6990" y="16951"/>
                  </a:lnTo>
                  <a:lnTo>
                    <a:pt x="975" y="15148"/>
                  </a:lnTo>
                  <a:lnTo>
                    <a:pt x="838" y="11602"/>
                  </a:lnTo>
                  <a:lnTo>
                    <a:pt x="1928" y="11562"/>
                  </a:lnTo>
                  <a:lnTo>
                    <a:pt x="1556" y="4093"/>
                  </a:lnTo>
                  <a:lnTo>
                    <a:pt x="207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h2348"/>
            <p:cNvSpPr/>
            <p:nvPr/>
          </p:nvSpPr>
          <p:spPr>
            <a:xfrm>
              <a:off x="2516899" y="2320562"/>
              <a:ext cx="31040" cy="36934"/>
            </a:xfrm>
            <a:custGeom>
              <a:avLst/>
              <a:pathLst>
                <a:path w="31040" h="36934">
                  <a:moveTo>
                    <a:pt x="9387" y="1255"/>
                  </a:moveTo>
                  <a:lnTo>
                    <a:pt x="9021" y="4543"/>
                  </a:lnTo>
                  <a:lnTo>
                    <a:pt x="13338" y="4112"/>
                  </a:lnTo>
                  <a:lnTo>
                    <a:pt x="23735" y="6130"/>
                  </a:lnTo>
                  <a:lnTo>
                    <a:pt x="24186" y="3848"/>
                  </a:lnTo>
                  <a:lnTo>
                    <a:pt x="27823" y="6353"/>
                  </a:lnTo>
                  <a:lnTo>
                    <a:pt x="28926" y="5058"/>
                  </a:lnTo>
                  <a:lnTo>
                    <a:pt x="28865" y="11574"/>
                  </a:lnTo>
                  <a:lnTo>
                    <a:pt x="25675" y="16827"/>
                  </a:lnTo>
                  <a:lnTo>
                    <a:pt x="25556" y="20742"/>
                  </a:lnTo>
                  <a:lnTo>
                    <a:pt x="25823" y="23338"/>
                  </a:lnTo>
                  <a:lnTo>
                    <a:pt x="30651" y="24676"/>
                  </a:lnTo>
                  <a:lnTo>
                    <a:pt x="29821" y="32398"/>
                  </a:lnTo>
                  <a:lnTo>
                    <a:pt x="31040" y="36872"/>
                  </a:lnTo>
                  <a:lnTo>
                    <a:pt x="29638" y="36934"/>
                  </a:lnTo>
                  <a:lnTo>
                    <a:pt x="22751" y="34117"/>
                  </a:lnTo>
                  <a:lnTo>
                    <a:pt x="22346" y="30357"/>
                  </a:lnTo>
                  <a:lnTo>
                    <a:pt x="12308" y="33446"/>
                  </a:lnTo>
                  <a:lnTo>
                    <a:pt x="10767" y="24832"/>
                  </a:lnTo>
                  <a:lnTo>
                    <a:pt x="8631" y="19329"/>
                  </a:lnTo>
                  <a:lnTo>
                    <a:pt x="4517" y="13921"/>
                  </a:lnTo>
                  <a:lnTo>
                    <a:pt x="5678" y="13378"/>
                  </a:lnTo>
                  <a:lnTo>
                    <a:pt x="1370" y="7498"/>
                  </a:lnTo>
                  <a:lnTo>
                    <a:pt x="2382" y="1306"/>
                  </a:lnTo>
                  <a:lnTo>
                    <a:pt x="20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h2349"/>
            <p:cNvSpPr/>
            <p:nvPr/>
          </p:nvSpPr>
          <p:spPr>
            <a:xfrm>
              <a:off x="2480463" y="2577476"/>
              <a:ext cx="21933" cy="25644"/>
            </a:xfrm>
            <a:custGeom>
              <a:avLst/>
              <a:pathLst>
                <a:path w="21933" h="25644">
                  <a:moveTo>
                    <a:pt x="17506" y="9605"/>
                  </a:moveTo>
                  <a:lnTo>
                    <a:pt x="19739" y="14290"/>
                  </a:lnTo>
                  <a:lnTo>
                    <a:pt x="21933" y="21440"/>
                  </a:lnTo>
                  <a:lnTo>
                    <a:pt x="21495" y="25644"/>
                  </a:lnTo>
                  <a:lnTo>
                    <a:pt x="8480" y="25200"/>
                  </a:lnTo>
                  <a:lnTo>
                    <a:pt x="7975" y="25181"/>
                  </a:lnTo>
                  <a:lnTo>
                    <a:pt x="4938" y="18471"/>
                  </a:lnTo>
                  <a:lnTo>
                    <a:pt x="3815" y="13323"/>
                  </a:lnTo>
                  <a:lnTo>
                    <a:pt x="0" y="4437"/>
                  </a:lnTo>
                  <a:lnTo>
                    <a:pt x="1052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h2350"/>
            <p:cNvSpPr/>
            <p:nvPr/>
          </p:nvSpPr>
          <p:spPr>
            <a:xfrm>
              <a:off x="2499902" y="2549203"/>
              <a:ext cx="70952" cy="58971"/>
            </a:xfrm>
            <a:custGeom>
              <a:avLst/>
              <a:pathLst>
                <a:path w="70952" h="58971">
                  <a:moveTo>
                    <a:pt x="3675" y="755"/>
                  </a:moveTo>
                  <a:lnTo>
                    <a:pt x="5861" y="3048"/>
                  </a:lnTo>
                  <a:lnTo>
                    <a:pt x="10076" y="2483"/>
                  </a:lnTo>
                  <a:lnTo>
                    <a:pt x="11875" y="2944"/>
                  </a:lnTo>
                  <a:lnTo>
                    <a:pt x="16877" y="4371"/>
                  </a:lnTo>
                  <a:lnTo>
                    <a:pt x="19500" y="6264"/>
                  </a:lnTo>
                  <a:lnTo>
                    <a:pt x="24209" y="6167"/>
                  </a:lnTo>
                  <a:lnTo>
                    <a:pt x="24044" y="7562"/>
                  </a:lnTo>
                  <a:lnTo>
                    <a:pt x="25928" y="8888"/>
                  </a:lnTo>
                  <a:lnTo>
                    <a:pt x="28173" y="8463"/>
                  </a:lnTo>
                  <a:lnTo>
                    <a:pt x="27874" y="7185"/>
                  </a:lnTo>
                  <a:lnTo>
                    <a:pt x="28788" y="6684"/>
                  </a:lnTo>
                  <a:lnTo>
                    <a:pt x="30615" y="8260"/>
                  </a:lnTo>
                  <a:lnTo>
                    <a:pt x="30909" y="16785"/>
                  </a:lnTo>
                  <a:lnTo>
                    <a:pt x="29793" y="16595"/>
                  </a:lnTo>
                  <a:lnTo>
                    <a:pt x="28157" y="29071"/>
                  </a:lnTo>
                  <a:lnTo>
                    <a:pt x="33234" y="32346"/>
                  </a:lnTo>
                  <a:lnTo>
                    <a:pt x="34787" y="32038"/>
                  </a:lnTo>
                  <a:lnTo>
                    <a:pt x="38619" y="28840"/>
                  </a:lnTo>
                  <a:lnTo>
                    <a:pt x="40494" y="29841"/>
                  </a:lnTo>
                  <a:lnTo>
                    <a:pt x="48836" y="30025"/>
                  </a:lnTo>
                  <a:lnTo>
                    <a:pt x="49259" y="26837"/>
                  </a:lnTo>
                  <a:lnTo>
                    <a:pt x="54999" y="29904"/>
                  </a:lnTo>
                  <a:lnTo>
                    <a:pt x="64951" y="31856"/>
                  </a:lnTo>
                  <a:lnTo>
                    <a:pt x="65968" y="33579"/>
                  </a:lnTo>
                  <a:lnTo>
                    <a:pt x="65397" y="38934"/>
                  </a:lnTo>
                  <a:lnTo>
                    <a:pt x="64529" y="39683"/>
                  </a:lnTo>
                  <a:lnTo>
                    <a:pt x="65577" y="45667"/>
                  </a:lnTo>
                  <a:lnTo>
                    <a:pt x="67804" y="47139"/>
                  </a:lnTo>
                  <a:lnTo>
                    <a:pt x="68991" y="46832"/>
                  </a:lnTo>
                  <a:lnTo>
                    <a:pt x="70952" y="49914"/>
                  </a:lnTo>
                  <a:lnTo>
                    <a:pt x="67346" y="52325"/>
                  </a:lnTo>
                  <a:lnTo>
                    <a:pt x="61321" y="54037"/>
                  </a:lnTo>
                  <a:lnTo>
                    <a:pt x="51097" y="52980"/>
                  </a:lnTo>
                  <a:lnTo>
                    <a:pt x="47797" y="53425"/>
                  </a:lnTo>
                  <a:lnTo>
                    <a:pt x="41669" y="57816"/>
                  </a:lnTo>
                  <a:lnTo>
                    <a:pt x="35351" y="58971"/>
                  </a:lnTo>
                  <a:lnTo>
                    <a:pt x="26023" y="58328"/>
                  </a:lnTo>
                  <a:lnTo>
                    <a:pt x="24757" y="57608"/>
                  </a:lnTo>
                  <a:lnTo>
                    <a:pt x="23060" y="57502"/>
                  </a:lnTo>
                  <a:lnTo>
                    <a:pt x="21367" y="47681"/>
                  </a:lnTo>
                  <a:lnTo>
                    <a:pt x="19120" y="47625"/>
                  </a:lnTo>
                  <a:lnTo>
                    <a:pt x="17937" y="42154"/>
                  </a:lnTo>
                  <a:lnTo>
                    <a:pt x="11478" y="30936"/>
                  </a:lnTo>
                  <a:lnTo>
                    <a:pt x="12923" y="30220"/>
                  </a:lnTo>
                  <a:lnTo>
                    <a:pt x="12632" y="29524"/>
                  </a:lnTo>
                  <a:lnTo>
                    <a:pt x="10147" y="26479"/>
                  </a:lnTo>
                  <a:lnTo>
                    <a:pt x="8462" y="26498"/>
                  </a:lnTo>
                  <a:lnTo>
                    <a:pt x="7124" y="27428"/>
                  </a:lnTo>
                  <a:lnTo>
                    <a:pt x="4984" y="16942"/>
                  </a:lnTo>
                  <a:lnTo>
                    <a:pt x="5623" y="16903"/>
                  </a:lnTo>
                  <a:lnTo>
                    <a:pt x="4342" y="13422"/>
                  </a:lnTo>
                  <a:lnTo>
                    <a:pt x="950" y="12194"/>
                  </a:lnTo>
                  <a:lnTo>
                    <a:pt x="0" y="11219"/>
                  </a:lnTo>
                  <a:lnTo>
                    <a:pt x="184" y="9393"/>
                  </a:lnTo>
                  <a:lnTo>
                    <a:pt x="3337" y="10043"/>
                  </a:lnTo>
                  <a:lnTo>
                    <a:pt x="627" y="2568"/>
                  </a:lnTo>
                  <a:lnTo>
                    <a:pt x="256" y="799"/>
                  </a:lnTo>
                  <a:lnTo>
                    <a:pt x="1778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h2351"/>
            <p:cNvSpPr/>
            <p:nvPr/>
          </p:nvSpPr>
          <p:spPr>
            <a:xfrm>
              <a:off x="2473572" y="2514848"/>
              <a:ext cx="40305" cy="37403"/>
            </a:xfrm>
            <a:custGeom>
              <a:avLst/>
              <a:pathLst>
                <a:path w="40305" h="37403">
                  <a:moveTo>
                    <a:pt x="23478" y="2271"/>
                  </a:moveTo>
                  <a:lnTo>
                    <a:pt x="23022" y="2681"/>
                  </a:lnTo>
                  <a:lnTo>
                    <a:pt x="24027" y="6271"/>
                  </a:lnTo>
                  <a:lnTo>
                    <a:pt x="27741" y="12098"/>
                  </a:lnTo>
                  <a:lnTo>
                    <a:pt x="31875" y="16244"/>
                  </a:lnTo>
                  <a:lnTo>
                    <a:pt x="35752" y="17490"/>
                  </a:lnTo>
                  <a:lnTo>
                    <a:pt x="38200" y="17433"/>
                  </a:lnTo>
                  <a:lnTo>
                    <a:pt x="40169" y="19128"/>
                  </a:lnTo>
                  <a:lnTo>
                    <a:pt x="40305" y="24332"/>
                  </a:lnTo>
                  <a:lnTo>
                    <a:pt x="38974" y="27141"/>
                  </a:lnTo>
                  <a:lnTo>
                    <a:pt x="37589" y="36133"/>
                  </a:lnTo>
                  <a:lnTo>
                    <a:pt x="38206" y="37299"/>
                  </a:lnTo>
                  <a:lnTo>
                    <a:pt x="36406" y="36838"/>
                  </a:lnTo>
                  <a:lnTo>
                    <a:pt x="32192" y="37403"/>
                  </a:lnTo>
                  <a:lnTo>
                    <a:pt x="30006" y="35110"/>
                  </a:lnTo>
                  <a:lnTo>
                    <a:pt x="28109" y="34355"/>
                  </a:lnTo>
                  <a:lnTo>
                    <a:pt x="26587" y="35154"/>
                  </a:lnTo>
                  <a:lnTo>
                    <a:pt x="26958" y="36923"/>
                  </a:lnTo>
                  <a:lnTo>
                    <a:pt x="24201" y="36555"/>
                  </a:lnTo>
                  <a:lnTo>
                    <a:pt x="24190" y="35247"/>
                  </a:lnTo>
                  <a:lnTo>
                    <a:pt x="25690" y="33760"/>
                  </a:lnTo>
                  <a:lnTo>
                    <a:pt x="24278" y="28181"/>
                  </a:lnTo>
                  <a:lnTo>
                    <a:pt x="21759" y="23932"/>
                  </a:lnTo>
                  <a:lnTo>
                    <a:pt x="17097" y="24819"/>
                  </a:lnTo>
                  <a:lnTo>
                    <a:pt x="3331" y="20742"/>
                  </a:lnTo>
                  <a:lnTo>
                    <a:pt x="143" y="16334"/>
                  </a:lnTo>
                  <a:lnTo>
                    <a:pt x="0" y="11099"/>
                  </a:lnTo>
                  <a:lnTo>
                    <a:pt x="1149" y="1130"/>
                  </a:lnTo>
                  <a:lnTo>
                    <a:pt x="5324" y="594"/>
                  </a:lnTo>
                  <a:lnTo>
                    <a:pt x="9704" y="2461"/>
                  </a:lnTo>
                  <a:lnTo>
                    <a:pt x="9860" y="1061"/>
                  </a:lnTo>
                  <a:lnTo>
                    <a:pt x="1877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h2352"/>
            <p:cNvSpPr/>
            <p:nvPr/>
          </p:nvSpPr>
          <p:spPr>
            <a:xfrm>
              <a:off x="2523947" y="2507960"/>
              <a:ext cx="68767" cy="95337"/>
            </a:xfrm>
            <a:custGeom>
              <a:avLst/>
              <a:pathLst>
                <a:path w="68767" h="95337">
                  <a:moveTo>
                    <a:pt x="58129" y="3477"/>
                  </a:moveTo>
                  <a:lnTo>
                    <a:pt x="56096" y="11243"/>
                  </a:lnTo>
                  <a:lnTo>
                    <a:pt x="58609" y="12039"/>
                  </a:lnTo>
                  <a:lnTo>
                    <a:pt x="59518" y="8486"/>
                  </a:lnTo>
                  <a:lnTo>
                    <a:pt x="61717" y="8808"/>
                  </a:lnTo>
                  <a:lnTo>
                    <a:pt x="62486" y="9791"/>
                  </a:lnTo>
                  <a:lnTo>
                    <a:pt x="62615" y="12485"/>
                  </a:lnTo>
                  <a:lnTo>
                    <a:pt x="58579" y="15388"/>
                  </a:lnTo>
                  <a:lnTo>
                    <a:pt x="61059" y="17224"/>
                  </a:lnTo>
                  <a:lnTo>
                    <a:pt x="63109" y="19911"/>
                  </a:lnTo>
                  <a:lnTo>
                    <a:pt x="61873" y="32498"/>
                  </a:lnTo>
                  <a:lnTo>
                    <a:pt x="63553" y="36099"/>
                  </a:lnTo>
                  <a:lnTo>
                    <a:pt x="62441" y="41392"/>
                  </a:lnTo>
                  <a:lnTo>
                    <a:pt x="64570" y="46463"/>
                  </a:lnTo>
                  <a:lnTo>
                    <a:pt x="68102" y="49784"/>
                  </a:lnTo>
                  <a:lnTo>
                    <a:pt x="67857" y="52270"/>
                  </a:lnTo>
                  <a:lnTo>
                    <a:pt x="66877" y="52165"/>
                  </a:lnTo>
                  <a:lnTo>
                    <a:pt x="66257" y="64024"/>
                  </a:lnTo>
                  <a:lnTo>
                    <a:pt x="63732" y="63806"/>
                  </a:lnTo>
                  <a:lnTo>
                    <a:pt x="62758" y="74775"/>
                  </a:lnTo>
                  <a:lnTo>
                    <a:pt x="65124" y="74978"/>
                  </a:lnTo>
                  <a:lnTo>
                    <a:pt x="64505" y="80567"/>
                  </a:lnTo>
                  <a:lnTo>
                    <a:pt x="68767" y="85811"/>
                  </a:lnTo>
                  <a:lnTo>
                    <a:pt x="66379" y="87254"/>
                  </a:lnTo>
                  <a:lnTo>
                    <a:pt x="64950" y="90824"/>
                  </a:lnTo>
                  <a:lnTo>
                    <a:pt x="66606" y="92232"/>
                  </a:lnTo>
                  <a:lnTo>
                    <a:pt x="66139" y="95015"/>
                  </a:lnTo>
                  <a:lnTo>
                    <a:pt x="59844" y="95337"/>
                  </a:lnTo>
                  <a:lnTo>
                    <a:pt x="53494" y="91266"/>
                  </a:lnTo>
                  <a:lnTo>
                    <a:pt x="46907" y="91157"/>
                  </a:lnTo>
                  <a:lnTo>
                    <a:pt x="44946" y="88075"/>
                  </a:lnTo>
                  <a:lnTo>
                    <a:pt x="43759" y="88382"/>
                  </a:lnTo>
                  <a:lnTo>
                    <a:pt x="41532" y="86910"/>
                  </a:lnTo>
                  <a:lnTo>
                    <a:pt x="40484" y="80926"/>
                  </a:lnTo>
                  <a:lnTo>
                    <a:pt x="41352" y="80177"/>
                  </a:lnTo>
                  <a:lnTo>
                    <a:pt x="41923" y="74822"/>
                  </a:lnTo>
                  <a:lnTo>
                    <a:pt x="40906" y="73099"/>
                  </a:lnTo>
                  <a:lnTo>
                    <a:pt x="30954" y="71147"/>
                  </a:lnTo>
                  <a:lnTo>
                    <a:pt x="25214" y="68080"/>
                  </a:lnTo>
                  <a:lnTo>
                    <a:pt x="24791" y="71268"/>
                  </a:lnTo>
                  <a:lnTo>
                    <a:pt x="16450" y="71084"/>
                  </a:lnTo>
                  <a:lnTo>
                    <a:pt x="14574" y="70083"/>
                  </a:lnTo>
                  <a:lnTo>
                    <a:pt x="10742" y="73281"/>
                  </a:lnTo>
                  <a:lnTo>
                    <a:pt x="9190" y="73589"/>
                  </a:lnTo>
                  <a:lnTo>
                    <a:pt x="4112" y="70314"/>
                  </a:lnTo>
                  <a:lnTo>
                    <a:pt x="5748" y="57838"/>
                  </a:lnTo>
                  <a:lnTo>
                    <a:pt x="6864" y="58028"/>
                  </a:lnTo>
                  <a:lnTo>
                    <a:pt x="6570" y="49503"/>
                  </a:lnTo>
                  <a:lnTo>
                    <a:pt x="4743" y="47927"/>
                  </a:lnTo>
                  <a:lnTo>
                    <a:pt x="3829" y="48428"/>
                  </a:lnTo>
                  <a:lnTo>
                    <a:pt x="4128" y="49706"/>
                  </a:lnTo>
                  <a:lnTo>
                    <a:pt x="1883" y="50131"/>
                  </a:lnTo>
                  <a:lnTo>
                    <a:pt x="0" y="48805"/>
                  </a:lnTo>
                  <a:lnTo>
                    <a:pt x="164" y="47410"/>
                  </a:lnTo>
                  <a:lnTo>
                    <a:pt x="3515" y="46331"/>
                  </a:lnTo>
                  <a:lnTo>
                    <a:pt x="3997" y="42591"/>
                  </a:lnTo>
                  <a:lnTo>
                    <a:pt x="1755" y="41551"/>
                  </a:lnTo>
                  <a:lnTo>
                    <a:pt x="1446" y="43963"/>
                  </a:lnTo>
                  <a:lnTo>
                    <a:pt x="785" y="43875"/>
                  </a:lnTo>
                  <a:lnTo>
                    <a:pt x="1806" y="37572"/>
                  </a:lnTo>
                  <a:lnTo>
                    <a:pt x="6483" y="33635"/>
                  </a:lnTo>
                  <a:lnTo>
                    <a:pt x="12665" y="34527"/>
                  </a:lnTo>
                  <a:lnTo>
                    <a:pt x="15161" y="19352"/>
                  </a:lnTo>
                  <a:lnTo>
                    <a:pt x="13343" y="19438"/>
                  </a:lnTo>
                  <a:lnTo>
                    <a:pt x="14931" y="12621"/>
                  </a:lnTo>
                  <a:lnTo>
                    <a:pt x="15976" y="16814"/>
                  </a:lnTo>
                  <a:lnTo>
                    <a:pt x="19125" y="17023"/>
                  </a:lnTo>
                  <a:lnTo>
                    <a:pt x="18935" y="15968"/>
                  </a:lnTo>
                  <a:lnTo>
                    <a:pt x="23171" y="16053"/>
                  </a:lnTo>
                  <a:lnTo>
                    <a:pt x="22754" y="19100"/>
                  </a:lnTo>
                  <a:lnTo>
                    <a:pt x="25816" y="20577"/>
                  </a:lnTo>
                  <a:lnTo>
                    <a:pt x="30199" y="21084"/>
                  </a:lnTo>
                  <a:lnTo>
                    <a:pt x="30577" y="17856"/>
                  </a:lnTo>
                  <a:lnTo>
                    <a:pt x="38068" y="17545"/>
                  </a:lnTo>
                  <a:lnTo>
                    <a:pt x="38681" y="11970"/>
                  </a:lnTo>
                  <a:lnTo>
                    <a:pt x="44186" y="11478"/>
                  </a:lnTo>
                  <a:lnTo>
                    <a:pt x="48651" y="12708"/>
                  </a:lnTo>
                  <a:lnTo>
                    <a:pt x="53077" y="2632"/>
                  </a:lnTo>
                  <a:lnTo>
                    <a:pt x="52801" y="517"/>
                  </a:lnTo>
                  <a:lnTo>
                    <a:pt x="5420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h2353"/>
            <p:cNvSpPr/>
            <p:nvPr/>
          </p:nvSpPr>
          <p:spPr>
            <a:xfrm>
              <a:off x="2403393" y="1977108"/>
              <a:ext cx="47712" cy="48200"/>
            </a:xfrm>
            <a:custGeom>
              <a:avLst/>
              <a:pathLst>
                <a:path w="47712" h="48200">
                  <a:moveTo>
                    <a:pt x="21434" y="1389"/>
                  </a:moveTo>
                  <a:lnTo>
                    <a:pt x="23272" y="2808"/>
                  </a:lnTo>
                  <a:lnTo>
                    <a:pt x="31598" y="4574"/>
                  </a:lnTo>
                  <a:lnTo>
                    <a:pt x="39351" y="7413"/>
                  </a:lnTo>
                  <a:lnTo>
                    <a:pt x="40920" y="8585"/>
                  </a:lnTo>
                  <a:lnTo>
                    <a:pt x="43315" y="14654"/>
                  </a:lnTo>
                  <a:lnTo>
                    <a:pt x="42420" y="21224"/>
                  </a:lnTo>
                  <a:lnTo>
                    <a:pt x="46116" y="21222"/>
                  </a:lnTo>
                  <a:lnTo>
                    <a:pt x="47418" y="22217"/>
                  </a:lnTo>
                  <a:lnTo>
                    <a:pt x="47712" y="23355"/>
                  </a:lnTo>
                  <a:lnTo>
                    <a:pt x="46019" y="27311"/>
                  </a:lnTo>
                  <a:lnTo>
                    <a:pt x="46914" y="31532"/>
                  </a:lnTo>
                  <a:lnTo>
                    <a:pt x="46520" y="34790"/>
                  </a:lnTo>
                  <a:lnTo>
                    <a:pt x="45268" y="40176"/>
                  </a:lnTo>
                  <a:lnTo>
                    <a:pt x="43471" y="41893"/>
                  </a:lnTo>
                  <a:lnTo>
                    <a:pt x="46394" y="44331"/>
                  </a:lnTo>
                  <a:lnTo>
                    <a:pt x="47182" y="45864"/>
                  </a:lnTo>
                  <a:lnTo>
                    <a:pt x="46264" y="48200"/>
                  </a:lnTo>
                  <a:lnTo>
                    <a:pt x="33910" y="47579"/>
                  </a:lnTo>
                  <a:lnTo>
                    <a:pt x="31125" y="46481"/>
                  </a:lnTo>
                  <a:lnTo>
                    <a:pt x="21171" y="45861"/>
                  </a:lnTo>
                  <a:lnTo>
                    <a:pt x="19359" y="46539"/>
                  </a:lnTo>
                  <a:lnTo>
                    <a:pt x="17852" y="28924"/>
                  </a:lnTo>
                  <a:lnTo>
                    <a:pt x="871" y="22675"/>
                  </a:lnTo>
                  <a:lnTo>
                    <a:pt x="0" y="15814"/>
                  </a:lnTo>
                  <a:lnTo>
                    <a:pt x="2082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h2354"/>
            <p:cNvSpPr/>
            <p:nvPr/>
          </p:nvSpPr>
          <p:spPr>
            <a:xfrm>
              <a:off x="2457575" y="2402380"/>
              <a:ext cx="82498" cy="49259"/>
            </a:xfrm>
            <a:custGeom>
              <a:avLst/>
              <a:pathLst>
                <a:path w="82498" h="49259">
                  <a:moveTo>
                    <a:pt x="36828" y="1113"/>
                  </a:moveTo>
                  <a:lnTo>
                    <a:pt x="38640" y="1810"/>
                  </a:lnTo>
                  <a:lnTo>
                    <a:pt x="40734" y="1655"/>
                  </a:lnTo>
                  <a:lnTo>
                    <a:pt x="43493" y="2819"/>
                  </a:lnTo>
                  <a:lnTo>
                    <a:pt x="44751" y="9006"/>
                  </a:lnTo>
                  <a:lnTo>
                    <a:pt x="62066" y="18428"/>
                  </a:lnTo>
                  <a:lnTo>
                    <a:pt x="72090" y="31168"/>
                  </a:lnTo>
                  <a:lnTo>
                    <a:pt x="71232" y="31090"/>
                  </a:lnTo>
                  <a:lnTo>
                    <a:pt x="71235" y="31683"/>
                  </a:lnTo>
                  <a:lnTo>
                    <a:pt x="75349" y="36278"/>
                  </a:lnTo>
                  <a:lnTo>
                    <a:pt x="76017" y="36804"/>
                  </a:lnTo>
                  <a:lnTo>
                    <a:pt x="77333" y="35602"/>
                  </a:lnTo>
                  <a:lnTo>
                    <a:pt x="82196" y="36839"/>
                  </a:lnTo>
                  <a:lnTo>
                    <a:pt x="82498" y="38332"/>
                  </a:lnTo>
                  <a:lnTo>
                    <a:pt x="82324" y="39804"/>
                  </a:lnTo>
                  <a:lnTo>
                    <a:pt x="78199" y="41052"/>
                  </a:lnTo>
                  <a:lnTo>
                    <a:pt x="65866" y="49034"/>
                  </a:lnTo>
                  <a:lnTo>
                    <a:pt x="63547" y="49259"/>
                  </a:lnTo>
                  <a:lnTo>
                    <a:pt x="60339" y="48163"/>
                  </a:lnTo>
                  <a:lnTo>
                    <a:pt x="42832" y="29312"/>
                  </a:lnTo>
                  <a:lnTo>
                    <a:pt x="31701" y="13981"/>
                  </a:lnTo>
                  <a:lnTo>
                    <a:pt x="29249" y="13606"/>
                  </a:lnTo>
                  <a:lnTo>
                    <a:pt x="23706" y="17546"/>
                  </a:lnTo>
                  <a:lnTo>
                    <a:pt x="20283" y="22141"/>
                  </a:lnTo>
                  <a:lnTo>
                    <a:pt x="21371" y="22623"/>
                  </a:lnTo>
                  <a:lnTo>
                    <a:pt x="18868" y="23929"/>
                  </a:lnTo>
                  <a:lnTo>
                    <a:pt x="14605" y="24682"/>
                  </a:lnTo>
                  <a:lnTo>
                    <a:pt x="12621" y="25996"/>
                  </a:lnTo>
                  <a:lnTo>
                    <a:pt x="14235" y="28627"/>
                  </a:lnTo>
                  <a:lnTo>
                    <a:pt x="14959" y="32545"/>
                  </a:lnTo>
                  <a:lnTo>
                    <a:pt x="12394" y="33885"/>
                  </a:lnTo>
                  <a:lnTo>
                    <a:pt x="4336" y="33897"/>
                  </a:lnTo>
                  <a:lnTo>
                    <a:pt x="2323" y="27618"/>
                  </a:lnTo>
                  <a:lnTo>
                    <a:pt x="3483" y="28007"/>
                  </a:lnTo>
                  <a:lnTo>
                    <a:pt x="0" y="16840"/>
                  </a:lnTo>
                  <a:lnTo>
                    <a:pt x="4531" y="18682"/>
                  </a:lnTo>
                  <a:lnTo>
                    <a:pt x="15646" y="11102"/>
                  </a:lnTo>
                  <a:lnTo>
                    <a:pt x="24121" y="9210"/>
                  </a:lnTo>
                  <a:lnTo>
                    <a:pt x="29286" y="9076"/>
                  </a:lnTo>
                  <a:lnTo>
                    <a:pt x="30175" y="10057"/>
                  </a:lnTo>
                  <a:lnTo>
                    <a:pt x="33195" y="10064"/>
                  </a:lnTo>
                  <a:lnTo>
                    <a:pt x="33389" y="5895"/>
                  </a:lnTo>
                  <a:lnTo>
                    <a:pt x="31408" y="5640"/>
                  </a:lnTo>
                  <a:lnTo>
                    <a:pt x="31573" y="2321"/>
                  </a:lnTo>
                  <a:lnTo>
                    <a:pt x="3326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h2355"/>
            <p:cNvSpPr/>
            <p:nvPr/>
          </p:nvSpPr>
          <p:spPr>
            <a:xfrm>
              <a:off x="2490992" y="2560343"/>
              <a:ext cx="33667" cy="46524"/>
            </a:xfrm>
            <a:custGeom>
              <a:avLst/>
              <a:pathLst>
                <a:path w="33667" h="46524">
                  <a:moveTo>
                    <a:pt x="8910" y="79"/>
                  </a:moveTo>
                  <a:lnTo>
                    <a:pt x="9860" y="1054"/>
                  </a:lnTo>
                  <a:lnTo>
                    <a:pt x="13252" y="2283"/>
                  </a:lnTo>
                  <a:lnTo>
                    <a:pt x="14534" y="5763"/>
                  </a:lnTo>
                  <a:lnTo>
                    <a:pt x="13894" y="5803"/>
                  </a:lnTo>
                  <a:lnTo>
                    <a:pt x="16035" y="16288"/>
                  </a:lnTo>
                  <a:lnTo>
                    <a:pt x="17373" y="15358"/>
                  </a:lnTo>
                  <a:lnTo>
                    <a:pt x="19058" y="15340"/>
                  </a:lnTo>
                  <a:lnTo>
                    <a:pt x="21543" y="18384"/>
                  </a:lnTo>
                  <a:lnTo>
                    <a:pt x="21834" y="19080"/>
                  </a:lnTo>
                  <a:lnTo>
                    <a:pt x="20389" y="19797"/>
                  </a:lnTo>
                  <a:lnTo>
                    <a:pt x="26848" y="31015"/>
                  </a:lnTo>
                  <a:lnTo>
                    <a:pt x="28030" y="36486"/>
                  </a:lnTo>
                  <a:lnTo>
                    <a:pt x="30278" y="36542"/>
                  </a:lnTo>
                  <a:lnTo>
                    <a:pt x="31970" y="46363"/>
                  </a:lnTo>
                  <a:lnTo>
                    <a:pt x="33667" y="46469"/>
                  </a:lnTo>
                  <a:lnTo>
                    <a:pt x="32696" y="46524"/>
                  </a:lnTo>
                  <a:lnTo>
                    <a:pt x="31951" y="46501"/>
                  </a:lnTo>
                  <a:lnTo>
                    <a:pt x="31187" y="44017"/>
                  </a:lnTo>
                  <a:lnTo>
                    <a:pt x="16938" y="41641"/>
                  </a:lnTo>
                  <a:lnTo>
                    <a:pt x="10966" y="42777"/>
                  </a:lnTo>
                  <a:lnTo>
                    <a:pt x="11404" y="38574"/>
                  </a:lnTo>
                  <a:lnTo>
                    <a:pt x="9210" y="31423"/>
                  </a:lnTo>
                  <a:lnTo>
                    <a:pt x="6978" y="26738"/>
                  </a:lnTo>
                  <a:lnTo>
                    <a:pt x="0" y="17133"/>
                  </a:lnTo>
                  <a:lnTo>
                    <a:pt x="1549" y="9609"/>
                  </a:lnTo>
                  <a:lnTo>
                    <a:pt x="2832" y="7036"/>
                  </a:lnTo>
                  <a:lnTo>
                    <a:pt x="4448" y="6350"/>
                  </a:lnTo>
                  <a:lnTo>
                    <a:pt x="739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h2356"/>
            <p:cNvSpPr/>
            <p:nvPr/>
          </p:nvSpPr>
          <p:spPr>
            <a:xfrm>
              <a:off x="2386651" y="2468574"/>
              <a:ext cx="56183" cy="54288"/>
            </a:xfrm>
            <a:custGeom>
              <a:avLst/>
              <a:pathLst>
                <a:path w="56183" h="54288">
                  <a:moveTo>
                    <a:pt x="28619" y="5026"/>
                  </a:moveTo>
                  <a:lnTo>
                    <a:pt x="32400" y="6487"/>
                  </a:lnTo>
                  <a:lnTo>
                    <a:pt x="35658" y="2922"/>
                  </a:lnTo>
                  <a:lnTo>
                    <a:pt x="38100" y="7658"/>
                  </a:lnTo>
                  <a:lnTo>
                    <a:pt x="41006" y="7939"/>
                  </a:lnTo>
                  <a:lnTo>
                    <a:pt x="41142" y="4586"/>
                  </a:lnTo>
                  <a:lnTo>
                    <a:pt x="47076" y="1352"/>
                  </a:lnTo>
                  <a:lnTo>
                    <a:pt x="50767" y="4728"/>
                  </a:lnTo>
                  <a:lnTo>
                    <a:pt x="52852" y="8162"/>
                  </a:lnTo>
                  <a:lnTo>
                    <a:pt x="55025" y="17827"/>
                  </a:lnTo>
                  <a:lnTo>
                    <a:pt x="56183" y="17757"/>
                  </a:lnTo>
                  <a:lnTo>
                    <a:pt x="55218" y="22628"/>
                  </a:lnTo>
                  <a:lnTo>
                    <a:pt x="54138" y="22736"/>
                  </a:lnTo>
                  <a:lnTo>
                    <a:pt x="53857" y="29037"/>
                  </a:lnTo>
                  <a:lnTo>
                    <a:pt x="54533" y="32151"/>
                  </a:lnTo>
                  <a:lnTo>
                    <a:pt x="53824" y="32662"/>
                  </a:lnTo>
                  <a:lnTo>
                    <a:pt x="49741" y="32235"/>
                  </a:lnTo>
                  <a:lnTo>
                    <a:pt x="47962" y="40011"/>
                  </a:lnTo>
                  <a:lnTo>
                    <a:pt x="47407" y="46103"/>
                  </a:lnTo>
                  <a:lnTo>
                    <a:pt x="45861" y="44128"/>
                  </a:lnTo>
                  <a:lnTo>
                    <a:pt x="43731" y="45006"/>
                  </a:lnTo>
                  <a:lnTo>
                    <a:pt x="37974" y="44019"/>
                  </a:lnTo>
                  <a:lnTo>
                    <a:pt x="38031" y="38554"/>
                  </a:lnTo>
                  <a:lnTo>
                    <a:pt x="30896" y="39671"/>
                  </a:lnTo>
                  <a:lnTo>
                    <a:pt x="31911" y="45618"/>
                  </a:lnTo>
                  <a:lnTo>
                    <a:pt x="27554" y="48695"/>
                  </a:lnTo>
                  <a:lnTo>
                    <a:pt x="25065" y="41845"/>
                  </a:lnTo>
                  <a:lnTo>
                    <a:pt x="21848" y="36919"/>
                  </a:lnTo>
                  <a:lnTo>
                    <a:pt x="19830" y="36764"/>
                  </a:lnTo>
                  <a:lnTo>
                    <a:pt x="19942" y="40477"/>
                  </a:lnTo>
                  <a:lnTo>
                    <a:pt x="13883" y="41040"/>
                  </a:lnTo>
                  <a:lnTo>
                    <a:pt x="14141" y="43888"/>
                  </a:lnTo>
                  <a:lnTo>
                    <a:pt x="15905" y="43502"/>
                  </a:lnTo>
                  <a:lnTo>
                    <a:pt x="17444" y="45815"/>
                  </a:lnTo>
                  <a:lnTo>
                    <a:pt x="15741" y="50998"/>
                  </a:lnTo>
                  <a:lnTo>
                    <a:pt x="14481" y="52793"/>
                  </a:lnTo>
                  <a:lnTo>
                    <a:pt x="8682" y="54288"/>
                  </a:lnTo>
                  <a:lnTo>
                    <a:pt x="8713" y="51399"/>
                  </a:lnTo>
                  <a:lnTo>
                    <a:pt x="3555" y="50893"/>
                  </a:lnTo>
                  <a:lnTo>
                    <a:pt x="3143" y="42035"/>
                  </a:lnTo>
                  <a:lnTo>
                    <a:pt x="4083" y="42121"/>
                  </a:lnTo>
                  <a:lnTo>
                    <a:pt x="4684" y="38330"/>
                  </a:lnTo>
                  <a:lnTo>
                    <a:pt x="7397" y="29444"/>
                  </a:lnTo>
                  <a:lnTo>
                    <a:pt x="0" y="25555"/>
                  </a:lnTo>
                  <a:lnTo>
                    <a:pt x="7010" y="18778"/>
                  </a:lnTo>
                  <a:lnTo>
                    <a:pt x="17740" y="19032"/>
                  </a:lnTo>
                  <a:lnTo>
                    <a:pt x="24483" y="20502"/>
                  </a:lnTo>
                  <a:lnTo>
                    <a:pt x="21381" y="6521"/>
                  </a:lnTo>
                  <a:lnTo>
                    <a:pt x="23903" y="7092"/>
                  </a:lnTo>
                  <a:lnTo>
                    <a:pt x="25603" y="2534"/>
                  </a:lnTo>
                  <a:lnTo>
                    <a:pt x="2969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h2357"/>
            <p:cNvSpPr/>
            <p:nvPr/>
          </p:nvSpPr>
          <p:spPr>
            <a:xfrm>
              <a:off x="2438684" y="2365374"/>
              <a:ext cx="66616" cy="55688"/>
            </a:xfrm>
            <a:custGeom>
              <a:avLst/>
              <a:pathLst>
                <a:path w="66616" h="55688">
                  <a:moveTo>
                    <a:pt x="46518" y="366"/>
                  </a:moveTo>
                  <a:lnTo>
                    <a:pt x="49392" y="2850"/>
                  </a:lnTo>
                  <a:lnTo>
                    <a:pt x="52264" y="7478"/>
                  </a:lnTo>
                  <a:lnTo>
                    <a:pt x="61828" y="16287"/>
                  </a:lnTo>
                  <a:lnTo>
                    <a:pt x="61851" y="17957"/>
                  </a:lnTo>
                  <a:lnTo>
                    <a:pt x="66616" y="22811"/>
                  </a:lnTo>
                  <a:lnTo>
                    <a:pt x="57557" y="22752"/>
                  </a:lnTo>
                  <a:lnTo>
                    <a:pt x="56852" y="26531"/>
                  </a:lnTo>
                  <a:lnTo>
                    <a:pt x="58398" y="27113"/>
                  </a:lnTo>
                  <a:lnTo>
                    <a:pt x="56423" y="38208"/>
                  </a:lnTo>
                  <a:lnTo>
                    <a:pt x="55719" y="38119"/>
                  </a:lnTo>
                  <a:lnTo>
                    <a:pt x="52157" y="37006"/>
                  </a:lnTo>
                  <a:lnTo>
                    <a:pt x="50464" y="39328"/>
                  </a:lnTo>
                  <a:lnTo>
                    <a:pt x="50299" y="42647"/>
                  </a:lnTo>
                  <a:lnTo>
                    <a:pt x="52280" y="42902"/>
                  </a:lnTo>
                  <a:lnTo>
                    <a:pt x="52087" y="47070"/>
                  </a:lnTo>
                  <a:lnTo>
                    <a:pt x="49066" y="47063"/>
                  </a:lnTo>
                  <a:lnTo>
                    <a:pt x="48177" y="46082"/>
                  </a:lnTo>
                  <a:lnTo>
                    <a:pt x="43012" y="46216"/>
                  </a:lnTo>
                  <a:lnTo>
                    <a:pt x="34537" y="48108"/>
                  </a:lnTo>
                  <a:lnTo>
                    <a:pt x="23422" y="55688"/>
                  </a:lnTo>
                  <a:lnTo>
                    <a:pt x="18891" y="53846"/>
                  </a:lnTo>
                  <a:lnTo>
                    <a:pt x="15215" y="50334"/>
                  </a:lnTo>
                  <a:lnTo>
                    <a:pt x="12739" y="45256"/>
                  </a:lnTo>
                  <a:lnTo>
                    <a:pt x="9560" y="44630"/>
                  </a:lnTo>
                  <a:lnTo>
                    <a:pt x="0" y="35440"/>
                  </a:lnTo>
                  <a:lnTo>
                    <a:pt x="815" y="23524"/>
                  </a:lnTo>
                  <a:lnTo>
                    <a:pt x="6426" y="10016"/>
                  </a:lnTo>
                  <a:lnTo>
                    <a:pt x="6770" y="2253"/>
                  </a:lnTo>
                  <a:lnTo>
                    <a:pt x="24049" y="3800"/>
                  </a:lnTo>
                  <a:lnTo>
                    <a:pt x="26532" y="796"/>
                  </a:lnTo>
                  <a:lnTo>
                    <a:pt x="34500" y="1259"/>
                  </a:lnTo>
                  <a:lnTo>
                    <a:pt x="4425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h2358"/>
            <p:cNvSpPr/>
            <p:nvPr/>
          </p:nvSpPr>
          <p:spPr>
            <a:xfrm>
              <a:off x="2483432" y="2465713"/>
              <a:ext cx="94247" cy="63331"/>
            </a:xfrm>
            <a:custGeom>
              <a:avLst/>
              <a:pathLst>
                <a:path w="94247" h="63331">
                  <a:moveTo>
                    <a:pt x="36529" y="0"/>
                  </a:moveTo>
                  <a:lnTo>
                    <a:pt x="41361" y="433"/>
                  </a:lnTo>
                  <a:lnTo>
                    <a:pt x="42525" y="3614"/>
                  </a:lnTo>
                  <a:lnTo>
                    <a:pt x="47136" y="6227"/>
                  </a:lnTo>
                  <a:lnTo>
                    <a:pt x="45621" y="19616"/>
                  </a:lnTo>
                  <a:lnTo>
                    <a:pt x="55965" y="19015"/>
                  </a:lnTo>
                  <a:lnTo>
                    <a:pt x="58242" y="20046"/>
                  </a:lnTo>
                  <a:lnTo>
                    <a:pt x="58949" y="32021"/>
                  </a:lnTo>
                  <a:lnTo>
                    <a:pt x="56743" y="32152"/>
                  </a:lnTo>
                  <a:lnTo>
                    <a:pt x="57004" y="36710"/>
                  </a:lnTo>
                  <a:lnTo>
                    <a:pt x="59207" y="36554"/>
                  </a:lnTo>
                  <a:lnTo>
                    <a:pt x="59516" y="44105"/>
                  </a:lnTo>
                  <a:lnTo>
                    <a:pt x="61696" y="44411"/>
                  </a:lnTo>
                  <a:lnTo>
                    <a:pt x="65272" y="41120"/>
                  </a:lnTo>
                  <a:lnTo>
                    <a:pt x="66711" y="32459"/>
                  </a:lnTo>
                  <a:lnTo>
                    <a:pt x="71896" y="30138"/>
                  </a:lnTo>
                  <a:lnTo>
                    <a:pt x="72533" y="31504"/>
                  </a:lnTo>
                  <a:lnTo>
                    <a:pt x="75611" y="29780"/>
                  </a:lnTo>
                  <a:lnTo>
                    <a:pt x="76944" y="26800"/>
                  </a:lnTo>
                  <a:lnTo>
                    <a:pt x="83250" y="25823"/>
                  </a:lnTo>
                  <a:lnTo>
                    <a:pt x="82142" y="29914"/>
                  </a:lnTo>
                  <a:lnTo>
                    <a:pt x="87276" y="31352"/>
                  </a:lnTo>
                  <a:lnTo>
                    <a:pt x="87930" y="37209"/>
                  </a:lnTo>
                  <a:lnTo>
                    <a:pt x="94247" y="40653"/>
                  </a:lnTo>
                  <a:lnTo>
                    <a:pt x="93317" y="42764"/>
                  </a:lnTo>
                  <a:lnTo>
                    <a:pt x="93593" y="44879"/>
                  </a:lnTo>
                  <a:lnTo>
                    <a:pt x="89167" y="54955"/>
                  </a:lnTo>
                  <a:lnTo>
                    <a:pt x="84702" y="53725"/>
                  </a:lnTo>
                  <a:lnTo>
                    <a:pt x="79196" y="54217"/>
                  </a:lnTo>
                  <a:lnTo>
                    <a:pt x="78583" y="59792"/>
                  </a:lnTo>
                  <a:lnTo>
                    <a:pt x="71093" y="60103"/>
                  </a:lnTo>
                  <a:lnTo>
                    <a:pt x="70714" y="63331"/>
                  </a:lnTo>
                  <a:lnTo>
                    <a:pt x="66332" y="62824"/>
                  </a:lnTo>
                  <a:lnTo>
                    <a:pt x="63269" y="61347"/>
                  </a:lnTo>
                  <a:lnTo>
                    <a:pt x="63687" y="58300"/>
                  </a:lnTo>
                  <a:lnTo>
                    <a:pt x="59450" y="58215"/>
                  </a:lnTo>
                  <a:lnTo>
                    <a:pt x="59641" y="59270"/>
                  </a:lnTo>
                  <a:lnTo>
                    <a:pt x="56491" y="59061"/>
                  </a:lnTo>
                  <a:lnTo>
                    <a:pt x="55446" y="54868"/>
                  </a:lnTo>
                  <a:lnTo>
                    <a:pt x="55343" y="53308"/>
                  </a:lnTo>
                  <a:lnTo>
                    <a:pt x="38697" y="50839"/>
                  </a:lnTo>
                  <a:lnTo>
                    <a:pt x="32001" y="48244"/>
                  </a:lnTo>
                  <a:lnTo>
                    <a:pt x="29945" y="48555"/>
                  </a:lnTo>
                  <a:lnTo>
                    <a:pt x="29126" y="50067"/>
                  </a:lnTo>
                  <a:lnTo>
                    <a:pt x="25026" y="52737"/>
                  </a:lnTo>
                  <a:lnTo>
                    <a:pt x="20019" y="51494"/>
                  </a:lnTo>
                  <a:lnTo>
                    <a:pt x="13162" y="51816"/>
                  </a:lnTo>
                  <a:lnTo>
                    <a:pt x="13618" y="51406"/>
                  </a:lnTo>
                  <a:lnTo>
                    <a:pt x="8914" y="49134"/>
                  </a:lnTo>
                  <a:lnTo>
                    <a:pt x="0" y="50196"/>
                  </a:lnTo>
                  <a:lnTo>
                    <a:pt x="6276" y="47327"/>
                  </a:lnTo>
                  <a:lnTo>
                    <a:pt x="8741" y="38770"/>
                  </a:lnTo>
                  <a:lnTo>
                    <a:pt x="11778" y="35798"/>
                  </a:lnTo>
                  <a:lnTo>
                    <a:pt x="13178" y="35333"/>
                  </a:lnTo>
                  <a:lnTo>
                    <a:pt x="8414" y="29923"/>
                  </a:lnTo>
                  <a:lnTo>
                    <a:pt x="7320" y="22813"/>
                  </a:lnTo>
                  <a:lnTo>
                    <a:pt x="7636" y="19595"/>
                  </a:lnTo>
                  <a:lnTo>
                    <a:pt x="11584" y="19740"/>
                  </a:lnTo>
                  <a:lnTo>
                    <a:pt x="14823" y="19844"/>
                  </a:lnTo>
                  <a:lnTo>
                    <a:pt x="14375" y="18617"/>
                  </a:lnTo>
                  <a:lnTo>
                    <a:pt x="12384" y="18351"/>
                  </a:lnTo>
                  <a:lnTo>
                    <a:pt x="12322" y="16039"/>
                  </a:lnTo>
                  <a:lnTo>
                    <a:pt x="15993" y="11620"/>
                  </a:lnTo>
                  <a:lnTo>
                    <a:pt x="18016" y="5323"/>
                  </a:lnTo>
                  <a:lnTo>
                    <a:pt x="21507" y="5108"/>
                  </a:lnTo>
                  <a:lnTo>
                    <a:pt x="24402" y="2263"/>
                  </a:lnTo>
                  <a:lnTo>
                    <a:pt x="26271" y="42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h2359"/>
            <p:cNvSpPr/>
            <p:nvPr/>
          </p:nvSpPr>
          <p:spPr>
            <a:xfrm>
              <a:off x="2437006" y="2428958"/>
              <a:ext cx="59603" cy="97055"/>
            </a:xfrm>
            <a:custGeom>
              <a:avLst/>
              <a:pathLst>
                <a:path w="59603" h="97055">
                  <a:moveTo>
                    <a:pt x="22892" y="1040"/>
                  </a:moveTo>
                  <a:lnTo>
                    <a:pt x="24904" y="7319"/>
                  </a:lnTo>
                  <a:lnTo>
                    <a:pt x="32962" y="7307"/>
                  </a:lnTo>
                  <a:lnTo>
                    <a:pt x="35528" y="5968"/>
                  </a:lnTo>
                  <a:lnTo>
                    <a:pt x="35801" y="6527"/>
                  </a:lnTo>
                  <a:lnTo>
                    <a:pt x="40670" y="6370"/>
                  </a:lnTo>
                  <a:lnTo>
                    <a:pt x="43147" y="10371"/>
                  </a:lnTo>
                  <a:lnTo>
                    <a:pt x="38580" y="13050"/>
                  </a:lnTo>
                  <a:lnTo>
                    <a:pt x="43070" y="25955"/>
                  </a:lnTo>
                  <a:lnTo>
                    <a:pt x="46232" y="27255"/>
                  </a:lnTo>
                  <a:lnTo>
                    <a:pt x="46718" y="28924"/>
                  </a:lnTo>
                  <a:lnTo>
                    <a:pt x="46016" y="31053"/>
                  </a:lnTo>
                  <a:lnTo>
                    <a:pt x="43145" y="30683"/>
                  </a:lnTo>
                  <a:lnTo>
                    <a:pt x="44266" y="40412"/>
                  </a:lnTo>
                  <a:lnTo>
                    <a:pt x="46568" y="46361"/>
                  </a:lnTo>
                  <a:lnTo>
                    <a:pt x="47748" y="53163"/>
                  </a:lnTo>
                  <a:lnTo>
                    <a:pt x="51248" y="52233"/>
                  </a:lnTo>
                  <a:lnTo>
                    <a:pt x="54008" y="53021"/>
                  </a:lnTo>
                  <a:lnTo>
                    <a:pt x="58009" y="56496"/>
                  </a:lnTo>
                  <a:lnTo>
                    <a:pt x="54062" y="56350"/>
                  </a:lnTo>
                  <a:lnTo>
                    <a:pt x="53745" y="59568"/>
                  </a:lnTo>
                  <a:lnTo>
                    <a:pt x="54839" y="66678"/>
                  </a:lnTo>
                  <a:lnTo>
                    <a:pt x="59603" y="72089"/>
                  </a:lnTo>
                  <a:lnTo>
                    <a:pt x="58204" y="72553"/>
                  </a:lnTo>
                  <a:lnTo>
                    <a:pt x="55166" y="75526"/>
                  </a:lnTo>
                  <a:lnTo>
                    <a:pt x="52702" y="84082"/>
                  </a:lnTo>
                  <a:lnTo>
                    <a:pt x="46425" y="86951"/>
                  </a:lnTo>
                  <a:lnTo>
                    <a:pt x="46270" y="88351"/>
                  </a:lnTo>
                  <a:lnTo>
                    <a:pt x="41890" y="86485"/>
                  </a:lnTo>
                  <a:lnTo>
                    <a:pt x="37714" y="87021"/>
                  </a:lnTo>
                  <a:lnTo>
                    <a:pt x="36565" y="96990"/>
                  </a:lnTo>
                  <a:lnTo>
                    <a:pt x="30807" y="97055"/>
                  </a:lnTo>
                  <a:lnTo>
                    <a:pt x="29541" y="93388"/>
                  </a:lnTo>
                  <a:lnTo>
                    <a:pt x="27337" y="92489"/>
                  </a:lnTo>
                  <a:lnTo>
                    <a:pt x="25318" y="92665"/>
                  </a:lnTo>
                  <a:lnTo>
                    <a:pt x="25175" y="95740"/>
                  </a:lnTo>
                  <a:lnTo>
                    <a:pt x="23973" y="95096"/>
                  </a:lnTo>
                  <a:lnTo>
                    <a:pt x="23826" y="92673"/>
                  </a:lnTo>
                  <a:lnTo>
                    <a:pt x="21722" y="90378"/>
                  </a:lnTo>
                  <a:lnTo>
                    <a:pt x="20548" y="74883"/>
                  </a:lnTo>
                  <a:lnTo>
                    <a:pt x="16795" y="74958"/>
                  </a:lnTo>
                  <a:lnTo>
                    <a:pt x="16628" y="72052"/>
                  </a:lnTo>
                  <a:lnTo>
                    <a:pt x="20957" y="73461"/>
                  </a:lnTo>
                  <a:lnTo>
                    <a:pt x="21476" y="72633"/>
                  </a:lnTo>
                  <a:lnTo>
                    <a:pt x="18592" y="62892"/>
                  </a:lnTo>
                  <a:lnTo>
                    <a:pt x="18874" y="61803"/>
                  </a:lnTo>
                  <a:lnTo>
                    <a:pt x="20369" y="62049"/>
                  </a:lnTo>
                  <a:lnTo>
                    <a:pt x="20111" y="55018"/>
                  </a:lnTo>
                  <a:lnTo>
                    <a:pt x="15514" y="50346"/>
                  </a:lnTo>
                  <a:lnTo>
                    <a:pt x="14366" y="50361"/>
                  </a:lnTo>
                  <a:lnTo>
                    <a:pt x="14598" y="54174"/>
                  </a:lnTo>
                  <a:lnTo>
                    <a:pt x="11328" y="54221"/>
                  </a:lnTo>
                  <a:lnTo>
                    <a:pt x="4321" y="33631"/>
                  </a:lnTo>
                  <a:lnTo>
                    <a:pt x="0" y="24551"/>
                  </a:lnTo>
                  <a:lnTo>
                    <a:pt x="2471" y="24199"/>
                  </a:lnTo>
                  <a:lnTo>
                    <a:pt x="3776" y="21552"/>
                  </a:lnTo>
                  <a:lnTo>
                    <a:pt x="1405" y="15660"/>
                  </a:lnTo>
                  <a:lnTo>
                    <a:pt x="2038" y="13142"/>
                  </a:lnTo>
                  <a:lnTo>
                    <a:pt x="6486" y="14382"/>
                  </a:lnTo>
                  <a:lnTo>
                    <a:pt x="11137" y="12425"/>
                  </a:lnTo>
                  <a:lnTo>
                    <a:pt x="1999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h2360"/>
            <p:cNvSpPr/>
            <p:nvPr/>
          </p:nvSpPr>
          <p:spPr>
            <a:xfrm>
              <a:off x="2429584" y="2326979"/>
              <a:ext cx="35285" cy="32631"/>
            </a:xfrm>
            <a:custGeom>
              <a:avLst/>
              <a:pathLst>
                <a:path w="35285" h="32631">
                  <a:moveTo>
                    <a:pt x="35285" y="0"/>
                  </a:moveTo>
                  <a:lnTo>
                    <a:pt x="30137" y="18553"/>
                  </a:lnTo>
                  <a:lnTo>
                    <a:pt x="30072" y="24117"/>
                  </a:lnTo>
                  <a:lnTo>
                    <a:pt x="28648" y="24768"/>
                  </a:lnTo>
                  <a:lnTo>
                    <a:pt x="27870" y="24399"/>
                  </a:lnTo>
                  <a:lnTo>
                    <a:pt x="25425" y="21709"/>
                  </a:lnTo>
                  <a:lnTo>
                    <a:pt x="17802" y="24223"/>
                  </a:lnTo>
                  <a:lnTo>
                    <a:pt x="13667" y="26625"/>
                  </a:lnTo>
                  <a:lnTo>
                    <a:pt x="12758" y="32631"/>
                  </a:lnTo>
                  <a:lnTo>
                    <a:pt x="10597" y="27592"/>
                  </a:lnTo>
                  <a:lnTo>
                    <a:pt x="1565" y="30468"/>
                  </a:lnTo>
                  <a:lnTo>
                    <a:pt x="0" y="22135"/>
                  </a:lnTo>
                  <a:lnTo>
                    <a:pt x="3034" y="19485"/>
                  </a:lnTo>
                  <a:lnTo>
                    <a:pt x="13297" y="13773"/>
                  </a:lnTo>
                  <a:lnTo>
                    <a:pt x="16984" y="13767"/>
                  </a:lnTo>
                  <a:lnTo>
                    <a:pt x="19300" y="15157"/>
                  </a:lnTo>
                  <a:lnTo>
                    <a:pt x="20188" y="14777"/>
                  </a:lnTo>
                  <a:lnTo>
                    <a:pt x="25213" y="11338"/>
                  </a:lnTo>
                  <a:lnTo>
                    <a:pt x="25026" y="6811"/>
                  </a:lnTo>
                  <a:lnTo>
                    <a:pt x="26923" y="3418"/>
                  </a:lnTo>
                  <a:lnTo>
                    <a:pt x="30712" y="62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h2361"/>
            <p:cNvSpPr/>
            <p:nvPr/>
          </p:nvSpPr>
          <p:spPr>
            <a:xfrm>
              <a:off x="2507225" y="2413007"/>
              <a:ext cx="92059" cy="106992"/>
            </a:xfrm>
            <a:custGeom>
              <a:avLst/>
              <a:pathLst>
                <a:path w="92059" h="106992">
                  <a:moveTo>
                    <a:pt x="46693" y="0"/>
                  </a:moveTo>
                  <a:lnTo>
                    <a:pt x="46954" y="2996"/>
                  </a:lnTo>
                  <a:lnTo>
                    <a:pt x="48740" y="5809"/>
                  </a:lnTo>
                  <a:lnTo>
                    <a:pt x="52508" y="6221"/>
                  </a:lnTo>
                  <a:lnTo>
                    <a:pt x="54677" y="2115"/>
                  </a:lnTo>
                  <a:lnTo>
                    <a:pt x="55930" y="4578"/>
                  </a:lnTo>
                  <a:lnTo>
                    <a:pt x="56392" y="6133"/>
                  </a:lnTo>
                  <a:lnTo>
                    <a:pt x="58595" y="7468"/>
                  </a:lnTo>
                  <a:lnTo>
                    <a:pt x="59860" y="9442"/>
                  </a:lnTo>
                  <a:lnTo>
                    <a:pt x="59713" y="10341"/>
                  </a:lnTo>
                  <a:lnTo>
                    <a:pt x="53977" y="13911"/>
                  </a:lnTo>
                  <a:lnTo>
                    <a:pt x="54102" y="20572"/>
                  </a:lnTo>
                  <a:lnTo>
                    <a:pt x="55643" y="23867"/>
                  </a:lnTo>
                  <a:lnTo>
                    <a:pt x="60562" y="20961"/>
                  </a:lnTo>
                  <a:lnTo>
                    <a:pt x="63394" y="26078"/>
                  </a:lnTo>
                  <a:lnTo>
                    <a:pt x="62901" y="32305"/>
                  </a:lnTo>
                  <a:lnTo>
                    <a:pt x="59329" y="31961"/>
                  </a:lnTo>
                  <a:lnTo>
                    <a:pt x="57735" y="45867"/>
                  </a:lnTo>
                  <a:lnTo>
                    <a:pt x="62707" y="50837"/>
                  </a:lnTo>
                  <a:lnTo>
                    <a:pt x="68064" y="57664"/>
                  </a:lnTo>
                  <a:lnTo>
                    <a:pt x="68856" y="61180"/>
                  </a:lnTo>
                  <a:lnTo>
                    <a:pt x="66754" y="64567"/>
                  </a:lnTo>
                  <a:lnTo>
                    <a:pt x="65516" y="68797"/>
                  </a:lnTo>
                  <a:lnTo>
                    <a:pt x="70015" y="69336"/>
                  </a:lnTo>
                  <a:lnTo>
                    <a:pt x="70143" y="68514"/>
                  </a:lnTo>
                  <a:lnTo>
                    <a:pt x="74345" y="69003"/>
                  </a:lnTo>
                  <a:lnTo>
                    <a:pt x="75722" y="72306"/>
                  </a:lnTo>
                  <a:lnTo>
                    <a:pt x="74803" y="77881"/>
                  </a:lnTo>
                  <a:lnTo>
                    <a:pt x="82183" y="84180"/>
                  </a:lnTo>
                  <a:lnTo>
                    <a:pt x="87312" y="82084"/>
                  </a:lnTo>
                  <a:lnTo>
                    <a:pt x="88490" y="82662"/>
                  </a:lnTo>
                  <a:lnTo>
                    <a:pt x="88605" y="83710"/>
                  </a:lnTo>
                  <a:lnTo>
                    <a:pt x="91612" y="82474"/>
                  </a:lnTo>
                  <a:lnTo>
                    <a:pt x="92059" y="87192"/>
                  </a:lnTo>
                  <a:lnTo>
                    <a:pt x="89678" y="90463"/>
                  </a:lnTo>
                  <a:lnTo>
                    <a:pt x="86492" y="89521"/>
                  </a:lnTo>
                  <a:lnTo>
                    <a:pt x="82050" y="100190"/>
                  </a:lnTo>
                  <a:lnTo>
                    <a:pt x="79297" y="97890"/>
                  </a:lnTo>
                  <a:lnTo>
                    <a:pt x="78142" y="100429"/>
                  </a:lnTo>
                  <a:lnTo>
                    <a:pt x="81185" y="102759"/>
                  </a:lnTo>
                  <a:lnTo>
                    <a:pt x="80684" y="104166"/>
                  </a:lnTo>
                  <a:lnTo>
                    <a:pt x="79208" y="104744"/>
                  </a:lnTo>
                  <a:lnTo>
                    <a:pt x="78439" y="103761"/>
                  </a:lnTo>
                  <a:lnTo>
                    <a:pt x="76241" y="103439"/>
                  </a:lnTo>
                  <a:lnTo>
                    <a:pt x="75331" y="106992"/>
                  </a:lnTo>
                  <a:lnTo>
                    <a:pt x="72818" y="106196"/>
                  </a:lnTo>
                  <a:lnTo>
                    <a:pt x="74852" y="98430"/>
                  </a:lnTo>
                  <a:lnTo>
                    <a:pt x="70931" y="94952"/>
                  </a:lnTo>
                  <a:lnTo>
                    <a:pt x="69523" y="95470"/>
                  </a:lnTo>
                  <a:lnTo>
                    <a:pt x="70454" y="93359"/>
                  </a:lnTo>
                  <a:lnTo>
                    <a:pt x="64137" y="89915"/>
                  </a:lnTo>
                  <a:lnTo>
                    <a:pt x="63483" y="84058"/>
                  </a:lnTo>
                  <a:lnTo>
                    <a:pt x="58349" y="82620"/>
                  </a:lnTo>
                  <a:lnTo>
                    <a:pt x="59457" y="78529"/>
                  </a:lnTo>
                  <a:lnTo>
                    <a:pt x="53151" y="79506"/>
                  </a:lnTo>
                  <a:lnTo>
                    <a:pt x="51818" y="82486"/>
                  </a:lnTo>
                  <a:lnTo>
                    <a:pt x="48740" y="84210"/>
                  </a:lnTo>
                  <a:lnTo>
                    <a:pt x="48103" y="82844"/>
                  </a:lnTo>
                  <a:lnTo>
                    <a:pt x="42918" y="85165"/>
                  </a:lnTo>
                  <a:lnTo>
                    <a:pt x="41479" y="93826"/>
                  </a:lnTo>
                  <a:lnTo>
                    <a:pt x="37903" y="97117"/>
                  </a:lnTo>
                  <a:lnTo>
                    <a:pt x="35722" y="96811"/>
                  </a:lnTo>
                  <a:lnTo>
                    <a:pt x="35414" y="89260"/>
                  </a:lnTo>
                  <a:lnTo>
                    <a:pt x="33211" y="89416"/>
                  </a:lnTo>
                  <a:lnTo>
                    <a:pt x="32950" y="84858"/>
                  </a:lnTo>
                  <a:lnTo>
                    <a:pt x="35156" y="84727"/>
                  </a:lnTo>
                  <a:lnTo>
                    <a:pt x="34449" y="72752"/>
                  </a:lnTo>
                  <a:lnTo>
                    <a:pt x="32172" y="71721"/>
                  </a:lnTo>
                  <a:lnTo>
                    <a:pt x="21828" y="72322"/>
                  </a:lnTo>
                  <a:lnTo>
                    <a:pt x="23342" y="58933"/>
                  </a:lnTo>
                  <a:lnTo>
                    <a:pt x="18732" y="56320"/>
                  </a:lnTo>
                  <a:lnTo>
                    <a:pt x="17568" y="53139"/>
                  </a:lnTo>
                  <a:lnTo>
                    <a:pt x="12736" y="52705"/>
                  </a:lnTo>
                  <a:lnTo>
                    <a:pt x="2477" y="53133"/>
                  </a:lnTo>
                  <a:lnTo>
                    <a:pt x="609" y="54969"/>
                  </a:lnTo>
                  <a:lnTo>
                    <a:pt x="0" y="52339"/>
                  </a:lnTo>
                  <a:lnTo>
                    <a:pt x="1328" y="50432"/>
                  </a:lnTo>
                  <a:lnTo>
                    <a:pt x="10527" y="42068"/>
                  </a:lnTo>
                  <a:lnTo>
                    <a:pt x="10194" y="37525"/>
                  </a:lnTo>
                  <a:lnTo>
                    <a:pt x="10689" y="37536"/>
                  </a:lnTo>
                  <a:lnTo>
                    <a:pt x="13897" y="38631"/>
                  </a:lnTo>
                  <a:lnTo>
                    <a:pt x="16216" y="38407"/>
                  </a:lnTo>
                  <a:lnTo>
                    <a:pt x="28548" y="30425"/>
                  </a:lnTo>
                  <a:lnTo>
                    <a:pt x="32674" y="29176"/>
                  </a:lnTo>
                  <a:lnTo>
                    <a:pt x="32848" y="27705"/>
                  </a:lnTo>
                  <a:lnTo>
                    <a:pt x="35461" y="28097"/>
                  </a:lnTo>
                  <a:lnTo>
                    <a:pt x="37127" y="25757"/>
                  </a:lnTo>
                  <a:lnTo>
                    <a:pt x="36624" y="24749"/>
                  </a:lnTo>
                  <a:lnTo>
                    <a:pt x="34034" y="23428"/>
                  </a:lnTo>
                  <a:lnTo>
                    <a:pt x="32828" y="19204"/>
                  </a:lnTo>
                  <a:lnTo>
                    <a:pt x="34219" y="17895"/>
                  </a:lnTo>
                  <a:lnTo>
                    <a:pt x="36444" y="20511"/>
                  </a:lnTo>
                  <a:lnTo>
                    <a:pt x="35437" y="17086"/>
                  </a:lnTo>
                  <a:lnTo>
                    <a:pt x="35482" y="13446"/>
                  </a:lnTo>
                  <a:lnTo>
                    <a:pt x="38944" y="4523"/>
                  </a:lnTo>
                  <a:lnTo>
                    <a:pt x="44862" y="3486"/>
                  </a:lnTo>
                  <a:lnTo>
                    <a:pt x="45506" y="2978"/>
                  </a:lnTo>
                  <a:lnTo>
                    <a:pt x="45240" y="1999"/>
                  </a:lnTo>
                  <a:lnTo>
                    <a:pt x="45561" y="43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h2362"/>
            <p:cNvSpPr/>
            <p:nvPr/>
          </p:nvSpPr>
          <p:spPr>
            <a:xfrm>
              <a:off x="2496594" y="2513957"/>
              <a:ext cx="42514" cy="41509"/>
            </a:xfrm>
            <a:custGeom>
              <a:avLst/>
              <a:pathLst>
                <a:path w="42514" h="41509">
                  <a:moveTo>
                    <a:pt x="18839" y="0"/>
                  </a:moveTo>
                  <a:lnTo>
                    <a:pt x="25535" y="2595"/>
                  </a:lnTo>
                  <a:lnTo>
                    <a:pt x="42180" y="5064"/>
                  </a:lnTo>
                  <a:lnTo>
                    <a:pt x="42284" y="6624"/>
                  </a:lnTo>
                  <a:lnTo>
                    <a:pt x="40696" y="13441"/>
                  </a:lnTo>
                  <a:lnTo>
                    <a:pt x="42514" y="13355"/>
                  </a:lnTo>
                  <a:lnTo>
                    <a:pt x="40018" y="28530"/>
                  </a:lnTo>
                  <a:lnTo>
                    <a:pt x="33836" y="27638"/>
                  </a:lnTo>
                  <a:lnTo>
                    <a:pt x="29159" y="31575"/>
                  </a:lnTo>
                  <a:lnTo>
                    <a:pt x="28139" y="37878"/>
                  </a:lnTo>
                  <a:lnTo>
                    <a:pt x="28800" y="37965"/>
                  </a:lnTo>
                  <a:lnTo>
                    <a:pt x="29108" y="35554"/>
                  </a:lnTo>
                  <a:lnTo>
                    <a:pt x="31350" y="36594"/>
                  </a:lnTo>
                  <a:lnTo>
                    <a:pt x="30868" y="40334"/>
                  </a:lnTo>
                  <a:lnTo>
                    <a:pt x="27518" y="41413"/>
                  </a:lnTo>
                  <a:lnTo>
                    <a:pt x="22808" y="41509"/>
                  </a:lnTo>
                  <a:lnTo>
                    <a:pt x="20185" y="39617"/>
                  </a:lnTo>
                  <a:lnTo>
                    <a:pt x="15184" y="38190"/>
                  </a:lnTo>
                  <a:lnTo>
                    <a:pt x="14567" y="37024"/>
                  </a:lnTo>
                  <a:lnTo>
                    <a:pt x="15952" y="28032"/>
                  </a:lnTo>
                  <a:lnTo>
                    <a:pt x="17282" y="25223"/>
                  </a:lnTo>
                  <a:lnTo>
                    <a:pt x="17147" y="20019"/>
                  </a:lnTo>
                  <a:lnTo>
                    <a:pt x="15178" y="18324"/>
                  </a:lnTo>
                  <a:lnTo>
                    <a:pt x="12729" y="18380"/>
                  </a:lnTo>
                  <a:lnTo>
                    <a:pt x="8853" y="17135"/>
                  </a:lnTo>
                  <a:lnTo>
                    <a:pt x="4719" y="12989"/>
                  </a:lnTo>
                  <a:lnTo>
                    <a:pt x="1005" y="7162"/>
                  </a:lnTo>
                  <a:lnTo>
                    <a:pt x="0" y="3572"/>
                  </a:lnTo>
                  <a:lnTo>
                    <a:pt x="6856" y="3250"/>
                  </a:lnTo>
                  <a:lnTo>
                    <a:pt x="11864" y="4493"/>
                  </a:lnTo>
                  <a:lnTo>
                    <a:pt x="15963" y="1823"/>
                  </a:lnTo>
                  <a:lnTo>
                    <a:pt x="16783" y="31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h2363"/>
            <p:cNvSpPr/>
            <p:nvPr/>
          </p:nvSpPr>
          <p:spPr>
            <a:xfrm>
              <a:off x="2442342" y="2318548"/>
              <a:ext cx="50811" cy="50626"/>
            </a:xfrm>
            <a:custGeom>
              <a:avLst/>
              <a:pathLst>
                <a:path w="50811" h="50626">
                  <a:moveTo>
                    <a:pt x="43293" y="3689"/>
                  </a:moveTo>
                  <a:lnTo>
                    <a:pt x="45037" y="8416"/>
                  </a:lnTo>
                  <a:lnTo>
                    <a:pt x="46692" y="7703"/>
                  </a:lnTo>
                  <a:lnTo>
                    <a:pt x="46117" y="20538"/>
                  </a:lnTo>
                  <a:lnTo>
                    <a:pt x="45561" y="21010"/>
                  </a:lnTo>
                  <a:lnTo>
                    <a:pt x="45359" y="23955"/>
                  </a:lnTo>
                  <a:lnTo>
                    <a:pt x="50811" y="24019"/>
                  </a:lnTo>
                  <a:lnTo>
                    <a:pt x="45997" y="29977"/>
                  </a:lnTo>
                  <a:lnTo>
                    <a:pt x="45730" y="39714"/>
                  </a:lnTo>
                  <a:lnTo>
                    <a:pt x="44785" y="39776"/>
                  </a:lnTo>
                  <a:lnTo>
                    <a:pt x="40593" y="46826"/>
                  </a:lnTo>
                  <a:lnTo>
                    <a:pt x="30842" y="48085"/>
                  </a:lnTo>
                  <a:lnTo>
                    <a:pt x="22874" y="47622"/>
                  </a:lnTo>
                  <a:lnTo>
                    <a:pt x="20391" y="50626"/>
                  </a:lnTo>
                  <a:lnTo>
                    <a:pt x="3112" y="49079"/>
                  </a:lnTo>
                  <a:lnTo>
                    <a:pt x="0" y="41062"/>
                  </a:lnTo>
                  <a:lnTo>
                    <a:pt x="909" y="35056"/>
                  </a:lnTo>
                  <a:lnTo>
                    <a:pt x="5044" y="32654"/>
                  </a:lnTo>
                  <a:lnTo>
                    <a:pt x="12666" y="30140"/>
                  </a:lnTo>
                  <a:lnTo>
                    <a:pt x="15112" y="32830"/>
                  </a:lnTo>
                  <a:lnTo>
                    <a:pt x="15890" y="33199"/>
                  </a:lnTo>
                  <a:lnTo>
                    <a:pt x="17314" y="32548"/>
                  </a:lnTo>
                  <a:lnTo>
                    <a:pt x="17379" y="26985"/>
                  </a:lnTo>
                  <a:lnTo>
                    <a:pt x="22527" y="8431"/>
                  </a:lnTo>
                  <a:lnTo>
                    <a:pt x="26848" y="3991"/>
                  </a:lnTo>
                  <a:lnTo>
                    <a:pt x="31119" y="2370"/>
                  </a:lnTo>
                  <a:lnTo>
                    <a:pt x="3431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h2364"/>
            <p:cNvSpPr/>
            <p:nvPr/>
          </p:nvSpPr>
          <p:spPr>
            <a:xfrm>
              <a:off x="2421150" y="2022970"/>
              <a:ext cx="65219" cy="88154"/>
            </a:xfrm>
            <a:custGeom>
              <a:avLst/>
              <a:pathLst>
                <a:path w="65219" h="88154">
                  <a:moveTo>
                    <a:pt x="13368" y="619"/>
                  </a:moveTo>
                  <a:lnTo>
                    <a:pt x="16153" y="1717"/>
                  </a:lnTo>
                  <a:lnTo>
                    <a:pt x="28507" y="2338"/>
                  </a:lnTo>
                  <a:lnTo>
                    <a:pt x="29784" y="3736"/>
                  </a:lnTo>
                  <a:lnTo>
                    <a:pt x="31916" y="2643"/>
                  </a:lnTo>
                  <a:lnTo>
                    <a:pt x="33149" y="3074"/>
                  </a:lnTo>
                  <a:lnTo>
                    <a:pt x="34395" y="4778"/>
                  </a:lnTo>
                  <a:lnTo>
                    <a:pt x="35437" y="9535"/>
                  </a:lnTo>
                  <a:lnTo>
                    <a:pt x="36190" y="13550"/>
                  </a:lnTo>
                  <a:lnTo>
                    <a:pt x="36115" y="23551"/>
                  </a:lnTo>
                  <a:lnTo>
                    <a:pt x="33605" y="26952"/>
                  </a:lnTo>
                  <a:lnTo>
                    <a:pt x="34510" y="32155"/>
                  </a:lnTo>
                  <a:lnTo>
                    <a:pt x="36157" y="33287"/>
                  </a:lnTo>
                  <a:lnTo>
                    <a:pt x="37683" y="32443"/>
                  </a:lnTo>
                  <a:lnTo>
                    <a:pt x="40776" y="36596"/>
                  </a:lnTo>
                  <a:lnTo>
                    <a:pt x="40117" y="39209"/>
                  </a:lnTo>
                  <a:lnTo>
                    <a:pt x="41094" y="41649"/>
                  </a:lnTo>
                  <a:lnTo>
                    <a:pt x="47638" y="44347"/>
                  </a:lnTo>
                  <a:lnTo>
                    <a:pt x="47320" y="48900"/>
                  </a:lnTo>
                  <a:lnTo>
                    <a:pt x="48506" y="50346"/>
                  </a:lnTo>
                  <a:lnTo>
                    <a:pt x="50918" y="50358"/>
                  </a:lnTo>
                  <a:lnTo>
                    <a:pt x="52437" y="51150"/>
                  </a:lnTo>
                  <a:lnTo>
                    <a:pt x="53805" y="52966"/>
                  </a:lnTo>
                  <a:lnTo>
                    <a:pt x="56659" y="59502"/>
                  </a:lnTo>
                  <a:lnTo>
                    <a:pt x="57063" y="64504"/>
                  </a:lnTo>
                  <a:lnTo>
                    <a:pt x="60427" y="66918"/>
                  </a:lnTo>
                  <a:lnTo>
                    <a:pt x="60389" y="70595"/>
                  </a:lnTo>
                  <a:lnTo>
                    <a:pt x="61509" y="75076"/>
                  </a:lnTo>
                  <a:lnTo>
                    <a:pt x="63925" y="79186"/>
                  </a:lnTo>
                  <a:lnTo>
                    <a:pt x="65219" y="86451"/>
                  </a:lnTo>
                  <a:lnTo>
                    <a:pt x="56655" y="85707"/>
                  </a:lnTo>
                  <a:lnTo>
                    <a:pt x="56523" y="84542"/>
                  </a:lnTo>
                  <a:lnTo>
                    <a:pt x="46861" y="86804"/>
                  </a:lnTo>
                  <a:lnTo>
                    <a:pt x="46629" y="88154"/>
                  </a:lnTo>
                  <a:lnTo>
                    <a:pt x="40295" y="88067"/>
                  </a:lnTo>
                  <a:lnTo>
                    <a:pt x="40576" y="82525"/>
                  </a:lnTo>
                  <a:lnTo>
                    <a:pt x="25288" y="74692"/>
                  </a:lnTo>
                  <a:lnTo>
                    <a:pt x="12350" y="74221"/>
                  </a:lnTo>
                  <a:lnTo>
                    <a:pt x="11894" y="72734"/>
                  </a:lnTo>
                  <a:lnTo>
                    <a:pt x="12512" y="71270"/>
                  </a:lnTo>
                  <a:lnTo>
                    <a:pt x="16580" y="67468"/>
                  </a:lnTo>
                  <a:lnTo>
                    <a:pt x="17064" y="59698"/>
                  </a:lnTo>
                  <a:lnTo>
                    <a:pt x="20381" y="54990"/>
                  </a:lnTo>
                  <a:lnTo>
                    <a:pt x="19164" y="51150"/>
                  </a:lnTo>
                  <a:lnTo>
                    <a:pt x="11618" y="46765"/>
                  </a:lnTo>
                  <a:lnTo>
                    <a:pt x="9808" y="47408"/>
                  </a:lnTo>
                  <a:lnTo>
                    <a:pt x="6106" y="46564"/>
                  </a:lnTo>
                  <a:lnTo>
                    <a:pt x="1975" y="47025"/>
                  </a:lnTo>
                  <a:lnTo>
                    <a:pt x="441" y="48265"/>
                  </a:lnTo>
                  <a:lnTo>
                    <a:pt x="0" y="43675"/>
                  </a:lnTo>
                  <a:lnTo>
                    <a:pt x="3854" y="44545"/>
                  </a:lnTo>
                  <a:lnTo>
                    <a:pt x="12552" y="27098"/>
                  </a:lnTo>
                  <a:lnTo>
                    <a:pt x="11564" y="24452"/>
                  </a:lnTo>
                  <a:lnTo>
                    <a:pt x="9403" y="22788"/>
                  </a:lnTo>
                  <a:lnTo>
                    <a:pt x="1602" y="677"/>
                  </a:lnTo>
                  <a:lnTo>
                    <a:pt x="341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h2365"/>
            <p:cNvSpPr/>
            <p:nvPr/>
          </p:nvSpPr>
          <p:spPr>
            <a:xfrm>
              <a:off x="2641369" y="2609213"/>
              <a:ext cx="8065" cy="11420"/>
            </a:xfrm>
            <a:custGeom>
              <a:avLst/>
              <a:pathLst>
                <a:path w="8065" h="11420">
                  <a:moveTo>
                    <a:pt x="8065" y="7424"/>
                  </a:moveTo>
                  <a:lnTo>
                    <a:pt x="3680" y="9718"/>
                  </a:lnTo>
                  <a:lnTo>
                    <a:pt x="2449" y="11420"/>
                  </a:lnTo>
                  <a:lnTo>
                    <a:pt x="52" y="9543"/>
                  </a:lnTo>
                  <a:lnTo>
                    <a:pt x="824" y="2413"/>
                  </a:lnTo>
                  <a:lnTo>
                    <a:pt x="0" y="577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h2366"/>
            <p:cNvSpPr/>
            <p:nvPr/>
          </p:nvSpPr>
          <p:spPr>
            <a:xfrm>
              <a:off x="2406452" y="2440652"/>
              <a:ext cx="41882" cy="45748"/>
            </a:xfrm>
            <a:custGeom>
              <a:avLst/>
              <a:pathLst>
                <a:path w="41882" h="45748">
                  <a:moveTo>
                    <a:pt x="32593" y="1447"/>
                  </a:moveTo>
                  <a:lnTo>
                    <a:pt x="31959" y="3965"/>
                  </a:lnTo>
                  <a:lnTo>
                    <a:pt x="34330" y="9858"/>
                  </a:lnTo>
                  <a:lnTo>
                    <a:pt x="33025" y="12505"/>
                  </a:lnTo>
                  <a:lnTo>
                    <a:pt x="30554" y="12857"/>
                  </a:lnTo>
                  <a:lnTo>
                    <a:pt x="34875" y="21936"/>
                  </a:lnTo>
                  <a:lnTo>
                    <a:pt x="41882" y="42526"/>
                  </a:lnTo>
                  <a:lnTo>
                    <a:pt x="37731" y="42203"/>
                  </a:lnTo>
                  <a:lnTo>
                    <a:pt x="36382" y="45679"/>
                  </a:lnTo>
                  <a:lnTo>
                    <a:pt x="35224" y="45748"/>
                  </a:lnTo>
                  <a:lnTo>
                    <a:pt x="33050" y="36084"/>
                  </a:lnTo>
                  <a:lnTo>
                    <a:pt x="30966" y="32650"/>
                  </a:lnTo>
                  <a:lnTo>
                    <a:pt x="27275" y="29273"/>
                  </a:lnTo>
                  <a:lnTo>
                    <a:pt x="21341" y="32508"/>
                  </a:lnTo>
                  <a:lnTo>
                    <a:pt x="21204" y="35860"/>
                  </a:lnTo>
                  <a:lnTo>
                    <a:pt x="18298" y="35579"/>
                  </a:lnTo>
                  <a:lnTo>
                    <a:pt x="15857" y="30844"/>
                  </a:lnTo>
                  <a:lnTo>
                    <a:pt x="12599" y="34408"/>
                  </a:lnTo>
                  <a:lnTo>
                    <a:pt x="8818" y="32947"/>
                  </a:lnTo>
                  <a:lnTo>
                    <a:pt x="9893" y="27921"/>
                  </a:lnTo>
                  <a:lnTo>
                    <a:pt x="5802" y="30455"/>
                  </a:lnTo>
                  <a:lnTo>
                    <a:pt x="4101" y="35014"/>
                  </a:lnTo>
                  <a:lnTo>
                    <a:pt x="1579" y="34443"/>
                  </a:lnTo>
                  <a:lnTo>
                    <a:pt x="0" y="27366"/>
                  </a:lnTo>
                  <a:lnTo>
                    <a:pt x="4786" y="14435"/>
                  </a:lnTo>
                  <a:lnTo>
                    <a:pt x="8291" y="7428"/>
                  </a:lnTo>
                  <a:lnTo>
                    <a:pt x="10629" y="1344"/>
                  </a:lnTo>
                  <a:lnTo>
                    <a:pt x="16643" y="84"/>
                  </a:lnTo>
                  <a:lnTo>
                    <a:pt x="2063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h2367"/>
            <p:cNvSpPr/>
            <p:nvPr/>
          </p:nvSpPr>
          <p:spPr>
            <a:xfrm>
              <a:off x="2561203" y="2356405"/>
              <a:ext cx="58129" cy="80470"/>
            </a:xfrm>
            <a:custGeom>
              <a:avLst/>
              <a:pathLst>
                <a:path w="58129" h="80470">
                  <a:moveTo>
                    <a:pt x="37168" y="4727"/>
                  </a:moveTo>
                  <a:lnTo>
                    <a:pt x="45126" y="5054"/>
                  </a:lnTo>
                  <a:lnTo>
                    <a:pt x="45233" y="6934"/>
                  </a:lnTo>
                  <a:lnTo>
                    <a:pt x="55212" y="6457"/>
                  </a:lnTo>
                  <a:lnTo>
                    <a:pt x="56160" y="11132"/>
                  </a:lnTo>
                  <a:lnTo>
                    <a:pt x="50096" y="16067"/>
                  </a:lnTo>
                  <a:lnTo>
                    <a:pt x="51805" y="18878"/>
                  </a:lnTo>
                  <a:lnTo>
                    <a:pt x="55447" y="16195"/>
                  </a:lnTo>
                  <a:lnTo>
                    <a:pt x="55657" y="23240"/>
                  </a:lnTo>
                  <a:lnTo>
                    <a:pt x="49939" y="34439"/>
                  </a:lnTo>
                  <a:lnTo>
                    <a:pt x="58129" y="39874"/>
                  </a:lnTo>
                  <a:lnTo>
                    <a:pt x="52920" y="40947"/>
                  </a:lnTo>
                  <a:lnTo>
                    <a:pt x="43765" y="41157"/>
                  </a:lnTo>
                  <a:lnTo>
                    <a:pt x="43182" y="48093"/>
                  </a:lnTo>
                  <a:lnTo>
                    <a:pt x="36585" y="48316"/>
                  </a:lnTo>
                  <a:lnTo>
                    <a:pt x="37985" y="50639"/>
                  </a:lnTo>
                  <a:lnTo>
                    <a:pt x="37297" y="54060"/>
                  </a:lnTo>
                  <a:lnTo>
                    <a:pt x="35601" y="54161"/>
                  </a:lnTo>
                  <a:lnTo>
                    <a:pt x="33942" y="55321"/>
                  </a:lnTo>
                  <a:lnTo>
                    <a:pt x="32774" y="58255"/>
                  </a:lnTo>
                  <a:lnTo>
                    <a:pt x="33370" y="59264"/>
                  </a:lnTo>
                  <a:lnTo>
                    <a:pt x="35079" y="59149"/>
                  </a:lnTo>
                  <a:lnTo>
                    <a:pt x="30118" y="64057"/>
                  </a:lnTo>
                  <a:lnTo>
                    <a:pt x="6584" y="77564"/>
                  </a:lnTo>
                  <a:lnTo>
                    <a:pt x="1665" y="80470"/>
                  </a:lnTo>
                  <a:lnTo>
                    <a:pt x="124" y="77174"/>
                  </a:lnTo>
                  <a:lnTo>
                    <a:pt x="0" y="70514"/>
                  </a:lnTo>
                  <a:lnTo>
                    <a:pt x="5736" y="66944"/>
                  </a:lnTo>
                  <a:lnTo>
                    <a:pt x="5882" y="66044"/>
                  </a:lnTo>
                  <a:lnTo>
                    <a:pt x="4617" y="64071"/>
                  </a:lnTo>
                  <a:lnTo>
                    <a:pt x="2415" y="62735"/>
                  </a:lnTo>
                  <a:lnTo>
                    <a:pt x="1952" y="61181"/>
                  </a:lnTo>
                  <a:lnTo>
                    <a:pt x="3537" y="47772"/>
                  </a:lnTo>
                  <a:lnTo>
                    <a:pt x="4692" y="45205"/>
                  </a:lnTo>
                  <a:lnTo>
                    <a:pt x="10178" y="39261"/>
                  </a:lnTo>
                  <a:lnTo>
                    <a:pt x="16927" y="35643"/>
                  </a:lnTo>
                  <a:lnTo>
                    <a:pt x="19981" y="36240"/>
                  </a:lnTo>
                  <a:lnTo>
                    <a:pt x="23197" y="27874"/>
                  </a:lnTo>
                  <a:lnTo>
                    <a:pt x="26542" y="15686"/>
                  </a:lnTo>
                  <a:lnTo>
                    <a:pt x="25924" y="14421"/>
                  </a:lnTo>
                  <a:lnTo>
                    <a:pt x="27007" y="5617"/>
                  </a:lnTo>
                  <a:lnTo>
                    <a:pt x="31499" y="6266"/>
                  </a:lnTo>
                  <a:lnTo>
                    <a:pt x="31444" y="4845"/>
                  </a:lnTo>
                  <a:lnTo>
                    <a:pt x="3702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h2368"/>
            <p:cNvSpPr/>
            <p:nvPr/>
          </p:nvSpPr>
          <p:spPr>
            <a:xfrm>
              <a:off x="2582527" y="2486048"/>
              <a:ext cx="66898" cy="96767"/>
            </a:xfrm>
            <a:custGeom>
              <a:avLst/>
              <a:pathLst>
                <a:path w="66898" h="96767">
                  <a:moveTo>
                    <a:pt x="28642" y="428"/>
                  </a:moveTo>
                  <a:lnTo>
                    <a:pt x="30741" y="2832"/>
                  </a:lnTo>
                  <a:lnTo>
                    <a:pt x="34194" y="4133"/>
                  </a:lnTo>
                  <a:lnTo>
                    <a:pt x="35827" y="4149"/>
                  </a:lnTo>
                  <a:lnTo>
                    <a:pt x="36895" y="3007"/>
                  </a:lnTo>
                  <a:lnTo>
                    <a:pt x="38799" y="2986"/>
                  </a:lnTo>
                  <a:lnTo>
                    <a:pt x="41056" y="7646"/>
                  </a:lnTo>
                  <a:lnTo>
                    <a:pt x="43908" y="9083"/>
                  </a:lnTo>
                  <a:lnTo>
                    <a:pt x="45616" y="9171"/>
                  </a:lnTo>
                  <a:lnTo>
                    <a:pt x="47271" y="6782"/>
                  </a:lnTo>
                  <a:lnTo>
                    <a:pt x="49181" y="5915"/>
                  </a:lnTo>
                  <a:lnTo>
                    <a:pt x="50899" y="6118"/>
                  </a:lnTo>
                  <a:lnTo>
                    <a:pt x="51694" y="7631"/>
                  </a:lnTo>
                  <a:lnTo>
                    <a:pt x="54727" y="7812"/>
                  </a:lnTo>
                  <a:lnTo>
                    <a:pt x="55377" y="4197"/>
                  </a:lnTo>
                  <a:lnTo>
                    <a:pt x="59584" y="2858"/>
                  </a:lnTo>
                  <a:lnTo>
                    <a:pt x="60571" y="3642"/>
                  </a:lnTo>
                  <a:lnTo>
                    <a:pt x="60265" y="6034"/>
                  </a:lnTo>
                  <a:lnTo>
                    <a:pt x="60970" y="8302"/>
                  </a:lnTo>
                  <a:lnTo>
                    <a:pt x="65096" y="10533"/>
                  </a:lnTo>
                  <a:lnTo>
                    <a:pt x="66898" y="40414"/>
                  </a:lnTo>
                  <a:lnTo>
                    <a:pt x="66743" y="55634"/>
                  </a:lnTo>
                  <a:lnTo>
                    <a:pt x="64593" y="67833"/>
                  </a:lnTo>
                  <a:lnTo>
                    <a:pt x="58859" y="83502"/>
                  </a:lnTo>
                  <a:lnTo>
                    <a:pt x="57637" y="96767"/>
                  </a:lnTo>
                  <a:lnTo>
                    <a:pt x="51972" y="93358"/>
                  </a:lnTo>
                  <a:lnTo>
                    <a:pt x="51961" y="89324"/>
                  </a:lnTo>
                  <a:lnTo>
                    <a:pt x="50508" y="84669"/>
                  </a:lnTo>
                  <a:lnTo>
                    <a:pt x="43555" y="82882"/>
                  </a:lnTo>
                  <a:lnTo>
                    <a:pt x="41804" y="83932"/>
                  </a:lnTo>
                  <a:lnTo>
                    <a:pt x="41859" y="85134"/>
                  </a:lnTo>
                  <a:lnTo>
                    <a:pt x="40608" y="86998"/>
                  </a:lnTo>
                  <a:lnTo>
                    <a:pt x="38009" y="86340"/>
                  </a:lnTo>
                  <a:lnTo>
                    <a:pt x="35167" y="73257"/>
                  </a:lnTo>
                  <a:lnTo>
                    <a:pt x="35850" y="67555"/>
                  </a:lnTo>
                  <a:lnTo>
                    <a:pt x="31553" y="67123"/>
                  </a:lnTo>
                  <a:lnTo>
                    <a:pt x="29160" y="68001"/>
                  </a:lnTo>
                  <a:lnTo>
                    <a:pt x="28638" y="72662"/>
                  </a:lnTo>
                  <a:lnTo>
                    <a:pt x="23626" y="74628"/>
                  </a:lnTo>
                  <a:lnTo>
                    <a:pt x="18519" y="74131"/>
                  </a:lnTo>
                  <a:lnTo>
                    <a:pt x="17701" y="82395"/>
                  </a:lnTo>
                  <a:lnTo>
                    <a:pt x="14894" y="83278"/>
                  </a:lnTo>
                  <a:lnTo>
                    <a:pt x="13958" y="83404"/>
                  </a:lnTo>
                  <a:lnTo>
                    <a:pt x="12900" y="82347"/>
                  </a:lnTo>
                  <a:lnTo>
                    <a:pt x="12353" y="76689"/>
                  </a:lnTo>
                  <a:lnTo>
                    <a:pt x="11075" y="73158"/>
                  </a:lnTo>
                  <a:lnTo>
                    <a:pt x="9522" y="71696"/>
                  </a:lnTo>
                  <a:lnTo>
                    <a:pt x="5990" y="68375"/>
                  </a:lnTo>
                  <a:lnTo>
                    <a:pt x="3861" y="63304"/>
                  </a:lnTo>
                  <a:lnTo>
                    <a:pt x="4973" y="58011"/>
                  </a:lnTo>
                  <a:lnTo>
                    <a:pt x="3294" y="54410"/>
                  </a:lnTo>
                  <a:lnTo>
                    <a:pt x="4529" y="41823"/>
                  </a:lnTo>
                  <a:lnTo>
                    <a:pt x="2479" y="39137"/>
                  </a:lnTo>
                  <a:lnTo>
                    <a:pt x="0" y="37301"/>
                  </a:lnTo>
                  <a:lnTo>
                    <a:pt x="4035" y="34397"/>
                  </a:lnTo>
                  <a:lnTo>
                    <a:pt x="3906" y="31704"/>
                  </a:lnTo>
                  <a:lnTo>
                    <a:pt x="5382" y="31126"/>
                  </a:lnTo>
                  <a:lnTo>
                    <a:pt x="5883" y="29719"/>
                  </a:lnTo>
                  <a:lnTo>
                    <a:pt x="2840" y="27389"/>
                  </a:lnTo>
                  <a:lnTo>
                    <a:pt x="3995" y="24850"/>
                  </a:lnTo>
                  <a:lnTo>
                    <a:pt x="6748" y="27150"/>
                  </a:lnTo>
                  <a:lnTo>
                    <a:pt x="11190" y="16481"/>
                  </a:lnTo>
                  <a:lnTo>
                    <a:pt x="14376" y="17422"/>
                  </a:lnTo>
                  <a:lnTo>
                    <a:pt x="16757" y="14152"/>
                  </a:lnTo>
                  <a:lnTo>
                    <a:pt x="16310" y="9433"/>
                  </a:lnTo>
                  <a:lnTo>
                    <a:pt x="16972" y="5876"/>
                  </a:lnTo>
                  <a:lnTo>
                    <a:pt x="16347" y="2968"/>
                  </a:lnTo>
                  <a:lnTo>
                    <a:pt x="19410" y="1645"/>
                  </a:lnTo>
                  <a:lnTo>
                    <a:pt x="25243" y="2481"/>
                  </a:lnTo>
                  <a:lnTo>
                    <a:pt x="25544" y="409"/>
                  </a:lnTo>
                  <a:lnTo>
                    <a:pt x="2620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h2369"/>
            <p:cNvSpPr/>
            <p:nvPr/>
          </p:nvSpPr>
          <p:spPr>
            <a:xfrm>
              <a:off x="2539604" y="2356234"/>
              <a:ext cx="48606" cy="62994"/>
            </a:xfrm>
            <a:custGeom>
              <a:avLst/>
              <a:pathLst>
                <a:path w="48606" h="62994">
                  <a:moveTo>
                    <a:pt x="33773" y="1506"/>
                  </a:moveTo>
                  <a:lnTo>
                    <a:pt x="33478" y="3509"/>
                  </a:lnTo>
                  <a:lnTo>
                    <a:pt x="48606" y="5787"/>
                  </a:lnTo>
                  <a:lnTo>
                    <a:pt x="47523" y="14592"/>
                  </a:lnTo>
                  <a:lnTo>
                    <a:pt x="48141" y="15856"/>
                  </a:lnTo>
                  <a:lnTo>
                    <a:pt x="44795" y="28045"/>
                  </a:lnTo>
                  <a:lnTo>
                    <a:pt x="41580" y="36410"/>
                  </a:lnTo>
                  <a:lnTo>
                    <a:pt x="38525" y="35814"/>
                  </a:lnTo>
                  <a:lnTo>
                    <a:pt x="31777" y="39431"/>
                  </a:lnTo>
                  <a:lnTo>
                    <a:pt x="26290" y="45375"/>
                  </a:lnTo>
                  <a:lnTo>
                    <a:pt x="25136" y="47942"/>
                  </a:lnTo>
                  <a:lnTo>
                    <a:pt x="23551" y="61351"/>
                  </a:lnTo>
                  <a:lnTo>
                    <a:pt x="22298" y="58888"/>
                  </a:lnTo>
                  <a:lnTo>
                    <a:pt x="20129" y="62994"/>
                  </a:lnTo>
                  <a:lnTo>
                    <a:pt x="16361" y="62582"/>
                  </a:lnTo>
                  <a:lnTo>
                    <a:pt x="14575" y="59769"/>
                  </a:lnTo>
                  <a:lnTo>
                    <a:pt x="14314" y="56773"/>
                  </a:lnTo>
                  <a:lnTo>
                    <a:pt x="13182" y="57204"/>
                  </a:lnTo>
                  <a:lnTo>
                    <a:pt x="12861" y="58772"/>
                  </a:lnTo>
                  <a:lnTo>
                    <a:pt x="10931" y="51453"/>
                  </a:lnTo>
                  <a:lnTo>
                    <a:pt x="7841" y="48450"/>
                  </a:lnTo>
                  <a:lnTo>
                    <a:pt x="14314" y="42890"/>
                  </a:lnTo>
                  <a:lnTo>
                    <a:pt x="8333" y="44757"/>
                  </a:lnTo>
                  <a:lnTo>
                    <a:pt x="4511" y="37641"/>
                  </a:lnTo>
                  <a:lnTo>
                    <a:pt x="0" y="15111"/>
                  </a:lnTo>
                  <a:lnTo>
                    <a:pt x="437" y="7908"/>
                  </a:lnTo>
                  <a:lnTo>
                    <a:pt x="624" y="7317"/>
                  </a:lnTo>
                  <a:lnTo>
                    <a:pt x="5035" y="7870"/>
                  </a:lnTo>
                  <a:lnTo>
                    <a:pt x="8335" y="1200"/>
                  </a:lnTo>
                  <a:lnTo>
                    <a:pt x="14710" y="704"/>
                  </a:lnTo>
                  <a:lnTo>
                    <a:pt x="22516" y="1875"/>
                  </a:lnTo>
                  <a:lnTo>
                    <a:pt x="2277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h2370"/>
            <p:cNvSpPr/>
            <p:nvPr/>
          </p:nvSpPr>
          <p:spPr>
            <a:xfrm>
              <a:off x="2589093" y="2968976"/>
              <a:ext cx="6888" cy="7222"/>
            </a:xfrm>
            <a:custGeom>
              <a:avLst/>
              <a:pathLst>
                <a:path w="6888" h="7222">
                  <a:moveTo>
                    <a:pt x="6575" y="3484"/>
                  </a:moveTo>
                  <a:lnTo>
                    <a:pt x="6888" y="5279"/>
                  </a:lnTo>
                  <a:lnTo>
                    <a:pt x="3735" y="7222"/>
                  </a:lnTo>
                  <a:lnTo>
                    <a:pt x="0" y="2935"/>
                  </a:lnTo>
                  <a:lnTo>
                    <a:pt x="1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h2371"/>
            <p:cNvSpPr/>
            <p:nvPr/>
          </p:nvSpPr>
          <p:spPr>
            <a:xfrm>
              <a:off x="2582683" y="2933169"/>
              <a:ext cx="9843" cy="4777"/>
            </a:xfrm>
            <a:custGeom>
              <a:avLst/>
              <a:pathLst>
                <a:path w="9843" h="4777">
                  <a:moveTo>
                    <a:pt x="8665" y="793"/>
                  </a:moveTo>
                  <a:lnTo>
                    <a:pt x="9843" y="4260"/>
                  </a:lnTo>
                  <a:lnTo>
                    <a:pt x="8377" y="4777"/>
                  </a:lnTo>
                  <a:lnTo>
                    <a:pt x="5018" y="4352"/>
                  </a:lnTo>
                  <a:lnTo>
                    <a:pt x="0" y="2506"/>
                  </a:lnTo>
                  <a:lnTo>
                    <a:pt x="1296" y="780"/>
                  </a:lnTo>
                  <a:lnTo>
                    <a:pt x="5286" y="1417"/>
                  </a:lnTo>
                  <a:lnTo>
                    <a:pt x="549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h2372"/>
            <p:cNvSpPr/>
            <p:nvPr/>
          </p:nvSpPr>
          <p:spPr>
            <a:xfrm>
              <a:off x="2631597" y="2937209"/>
              <a:ext cx="8846" cy="8379"/>
            </a:xfrm>
            <a:custGeom>
              <a:avLst/>
              <a:pathLst>
                <a:path w="8846" h="8379">
                  <a:moveTo>
                    <a:pt x="8846" y="3426"/>
                  </a:moveTo>
                  <a:lnTo>
                    <a:pt x="6231" y="3532"/>
                  </a:lnTo>
                  <a:lnTo>
                    <a:pt x="5194" y="5972"/>
                  </a:lnTo>
                  <a:lnTo>
                    <a:pt x="5283" y="7756"/>
                  </a:lnTo>
                  <a:lnTo>
                    <a:pt x="4500" y="8379"/>
                  </a:lnTo>
                  <a:lnTo>
                    <a:pt x="1114" y="7994"/>
                  </a:lnTo>
                  <a:lnTo>
                    <a:pt x="0" y="7455"/>
                  </a:lnTo>
                  <a:lnTo>
                    <a:pt x="607" y="6968"/>
                  </a:lnTo>
                  <a:lnTo>
                    <a:pt x="2438" y="3880"/>
                  </a:lnTo>
                  <a:lnTo>
                    <a:pt x="481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h2373"/>
            <p:cNvSpPr/>
            <p:nvPr/>
          </p:nvSpPr>
          <p:spPr>
            <a:xfrm>
              <a:off x="2602175" y="2961916"/>
              <a:ext cx="11242" cy="13115"/>
            </a:xfrm>
            <a:custGeom>
              <a:avLst/>
              <a:pathLst>
                <a:path w="11242" h="13115">
                  <a:moveTo>
                    <a:pt x="8322" y="5"/>
                  </a:moveTo>
                  <a:lnTo>
                    <a:pt x="11242" y="5289"/>
                  </a:lnTo>
                  <a:lnTo>
                    <a:pt x="9563" y="9659"/>
                  </a:lnTo>
                  <a:lnTo>
                    <a:pt x="8991" y="10974"/>
                  </a:lnTo>
                  <a:lnTo>
                    <a:pt x="8204" y="11119"/>
                  </a:lnTo>
                  <a:lnTo>
                    <a:pt x="4723" y="13115"/>
                  </a:lnTo>
                  <a:lnTo>
                    <a:pt x="4274" y="12851"/>
                  </a:lnTo>
                  <a:lnTo>
                    <a:pt x="2337" y="11080"/>
                  </a:lnTo>
                  <a:lnTo>
                    <a:pt x="0" y="9865"/>
                  </a:lnTo>
                  <a:lnTo>
                    <a:pt x="4074" y="6548"/>
                  </a:lnTo>
                  <a:lnTo>
                    <a:pt x="7921" y="4644"/>
                  </a:lnTo>
                  <a:lnTo>
                    <a:pt x="6296" y="1689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h2374"/>
            <p:cNvSpPr/>
            <p:nvPr/>
          </p:nvSpPr>
          <p:spPr>
            <a:xfrm>
              <a:off x="2609490" y="2979749"/>
              <a:ext cx="6744" cy="1938"/>
            </a:xfrm>
            <a:custGeom>
              <a:avLst/>
              <a:pathLst>
                <a:path w="6744" h="1938">
                  <a:moveTo>
                    <a:pt x="2103" y="507"/>
                  </a:moveTo>
                  <a:lnTo>
                    <a:pt x="6744" y="697"/>
                  </a:lnTo>
                  <a:lnTo>
                    <a:pt x="6405" y="1938"/>
                  </a:lnTo>
                  <a:lnTo>
                    <a:pt x="4151" y="1891"/>
                  </a:lnTo>
                  <a:lnTo>
                    <a:pt x="165" y="1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h2375"/>
            <p:cNvSpPr/>
            <p:nvPr/>
          </p:nvSpPr>
          <p:spPr>
            <a:xfrm>
              <a:off x="2647506" y="2945368"/>
              <a:ext cx="21072" cy="20294"/>
            </a:xfrm>
            <a:custGeom>
              <a:avLst/>
              <a:pathLst>
                <a:path w="21072" h="20294">
                  <a:moveTo>
                    <a:pt x="10299" y="3095"/>
                  </a:moveTo>
                  <a:lnTo>
                    <a:pt x="15100" y="4729"/>
                  </a:lnTo>
                  <a:lnTo>
                    <a:pt x="21072" y="12247"/>
                  </a:lnTo>
                  <a:lnTo>
                    <a:pt x="20493" y="15202"/>
                  </a:lnTo>
                  <a:lnTo>
                    <a:pt x="17496" y="16734"/>
                  </a:lnTo>
                  <a:lnTo>
                    <a:pt x="19156" y="18574"/>
                  </a:lnTo>
                  <a:lnTo>
                    <a:pt x="18470" y="20294"/>
                  </a:lnTo>
                  <a:lnTo>
                    <a:pt x="15333" y="19375"/>
                  </a:lnTo>
                  <a:lnTo>
                    <a:pt x="15208" y="16745"/>
                  </a:lnTo>
                  <a:lnTo>
                    <a:pt x="10701" y="17350"/>
                  </a:lnTo>
                  <a:lnTo>
                    <a:pt x="9062" y="16778"/>
                  </a:lnTo>
                  <a:lnTo>
                    <a:pt x="4026" y="12597"/>
                  </a:lnTo>
                  <a:lnTo>
                    <a:pt x="2758" y="14583"/>
                  </a:lnTo>
                  <a:lnTo>
                    <a:pt x="1098" y="6642"/>
                  </a:lnTo>
                  <a:lnTo>
                    <a:pt x="0" y="6166"/>
                  </a:lnTo>
                  <a:lnTo>
                    <a:pt x="2968" y="5246"/>
                  </a:lnTo>
                  <a:lnTo>
                    <a:pt x="1047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h2376"/>
            <p:cNvSpPr/>
            <p:nvPr/>
          </p:nvSpPr>
          <p:spPr>
            <a:xfrm>
              <a:off x="2604778" y="2978588"/>
              <a:ext cx="3467" cy="2422"/>
            </a:xfrm>
            <a:custGeom>
              <a:avLst/>
              <a:pathLst>
                <a:path w="3467" h="2422">
                  <a:moveTo>
                    <a:pt x="0" y="2422"/>
                  </a:moveTo>
                  <a:lnTo>
                    <a:pt x="245" y="936"/>
                  </a:lnTo>
                  <a:lnTo>
                    <a:pt x="34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h2377"/>
            <p:cNvSpPr/>
            <p:nvPr/>
          </p:nvSpPr>
          <p:spPr>
            <a:xfrm>
              <a:off x="2606220" y="2983865"/>
              <a:ext cx="4048" cy="3514"/>
            </a:xfrm>
            <a:custGeom>
              <a:avLst/>
              <a:pathLst>
                <a:path w="4048" h="3514">
                  <a:moveTo>
                    <a:pt x="3501" y="0"/>
                  </a:moveTo>
                  <a:lnTo>
                    <a:pt x="4048" y="1416"/>
                  </a:lnTo>
                  <a:lnTo>
                    <a:pt x="2897" y="3514"/>
                  </a:lnTo>
                  <a:lnTo>
                    <a:pt x="0" y="317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h2378"/>
            <p:cNvSpPr/>
            <p:nvPr/>
          </p:nvSpPr>
          <p:spPr>
            <a:xfrm>
              <a:off x="2601144" y="2978403"/>
              <a:ext cx="8577" cy="8634"/>
            </a:xfrm>
            <a:custGeom>
              <a:avLst/>
              <a:pathLst>
                <a:path w="8577" h="8634">
                  <a:moveTo>
                    <a:pt x="8345" y="1345"/>
                  </a:moveTo>
                  <a:lnTo>
                    <a:pt x="8511" y="2989"/>
                  </a:lnTo>
                  <a:lnTo>
                    <a:pt x="8577" y="5461"/>
                  </a:lnTo>
                  <a:lnTo>
                    <a:pt x="5076" y="8634"/>
                  </a:lnTo>
                  <a:lnTo>
                    <a:pt x="2131" y="7120"/>
                  </a:lnTo>
                  <a:lnTo>
                    <a:pt x="0" y="5428"/>
                  </a:lnTo>
                  <a:lnTo>
                    <a:pt x="3633" y="2606"/>
                  </a:lnTo>
                  <a:lnTo>
                    <a:pt x="7101" y="184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h2379"/>
            <p:cNvSpPr/>
            <p:nvPr/>
          </p:nvSpPr>
          <p:spPr>
            <a:xfrm>
              <a:off x="2605023" y="2976063"/>
              <a:ext cx="3395" cy="3461"/>
            </a:xfrm>
            <a:custGeom>
              <a:avLst/>
              <a:pathLst>
                <a:path w="3395" h="3461">
                  <a:moveTo>
                    <a:pt x="3395" y="2340"/>
                  </a:moveTo>
                  <a:lnTo>
                    <a:pt x="3222" y="2525"/>
                  </a:lnTo>
                  <a:lnTo>
                    <a:pt x="0" y="3461"/>
                  </a:lnTo>
                  <a:lnTo>
                    <a:pt x="140" y="3120"/>
                  </a:lnTo>
                  <a:lnTo>
                    <a:pt x="1835" y="1141"/>
                  </a:lnTo>
                  <a:lnTo>
                    <a:pt x="2017" y="1056"/>
                  </a:lnTo>
                  <a:lnTo>
                    <a:pt x="24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h2380"/>
            <p:cNvSpPr/>
            <p:nvPr/>
          </p:nvSpPr>
          <p:spPr>
            <a:xfrm>
              <a:off x="2650265" y="2957965"/>
              <a:ext cx="19797" cy="12489"/>
            </a:xfrm>
            <a:custGeom>
              <a:avLst/>
              <a:pathLst>
                <a:path w="19797" h="12489">
                  <a:moveTo>
                    <a:pt x="6303" y="4180"/>
                  </a:moveTo>
                  <a:lnTo>
                    <a:pt x="7942" y="4753"/>
                  </a:lnTo>
                  <a:lnTo>
                    <a:pt x="12449" y="4148"/>
                  </a:lnTo>
                  <a:lnTo>
                    <a:pt x="12575" y="6777"/>
                  </a:lnTo>
                  <a:lnTo>
                    <a:pt x="15711" y="7697"/>
                  </a:lnTo>
                  <a:lnTo>
                    <a:pt x="16398" y="5977"/>
                  </a:lnTo>
                  <a:lnTo>
                    <a:pt x="14737" y="4137"/>
                  </a:lnTo>
                  <a:lnTo>
                    <a:pt x="17734" y="2604"/>
                  </a:lnTo>
                  <a:lnTo>
                    <a:pt x="19797" y="3539"/>
                  </a:lnTo>
                  <a:lnTo>
                    <a:pt x="19466" y="8534"/>
                  </a:lnTo>
                  <a:lnTo>
                    <a:pt x="16855" y="10206"/>
                  </a:lnTo>
                  <a:lnTo>
                    <a:pt x="14805" y="12371"/>
                  </a:lnTo>
                  <a:lnTo>
                    <a:pt x="11781" y="12489"/>
                  </a:lnTo>
                  <a:lnTo>
                    <a:pt x="5412" y="10546"/>
                  </a:lnTo>
                  <a:lnTo>
                    <a:pt x="7461" y="5777"/>
                  </a:lnTo>
                  <a:lnTo>
                    <a:pt x="4897" y="3433"/>
                  </a:lnTo>
                  <a:lnTo>
                    <a:pt x="2248" y="3406"/>
                  </a:lnTo>
                  <a:lnTo>
                    <a:pt x="0" y="1986"/>
                  </a:lnTo>
                  <a:lnTo>
                    <a:pt x="126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h2381"/>
            <p:cNvSpPr/>
            <p:nvPr/>
          </p:nvSpPr>
          <p:spPr>
            <a:xfrm>
              <a:off x="2606899" y="2973036"/>
              <a:ext cx="5315" cy="7220"/>
            </a:xfrm>
            <a:custGeom>
              <a:avLst/>
              <a:pathLst>
                <a:path w="5315" h="7220">
                  <a:moveTo>
                    <a:pt x="5315" y="3315"/>
                  </a:moveTo>
                  <a:lnTo>
                    <a:pt x="4869" y="6111"/>
                  </a:lnTo>
                  <a:lnTo>
                    <a:pt x="4694" y="7220"/>
                  </a:lnTo>
                  <a:lnTo>
                    <a:pt x="2590" y="6713"/>
                  </a:lnTo>
                  <a:lnTo>
                    <a:pt x="1519" y="5367"/>
                  </a:lnTo>
                  <a:lnTo>
                    <a:pt x="612" y="3027"/>
                  </a:lnTo>
                  <a:lnTo>
                    <a:pt x="0" y="1996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h2382"/>
            <p:cNvSpPr/>
            <p:nvPr/>
          </p:nvSpPr>
          <p:spPr>
            <a:xfrm>
              <a:off x="2636415" y="2933417"/>
              <a:ext cx="12948" cy="8066"/>
            </a:xfrm>
            <a:custGeom>
              <a:avLst/>
              <a:pathLst>
                <a:path w="12948" h="8066">
                  <a:moveTo>
                    <a:pt x="4112" y="2068"/>
                  </a:moveTo>
                  <a:lnTo>
                    <a:pt x="6561" y="1512"/>
                  </a:lnTo>
                  <a:lnTo>
                    <a:pt x="11508" y="3516"/>
                  </a:lnTo>
                  <a:lnTo>
                    <a:pt x="12914" y="5084"/>
                  </a:lnTo>
                  <a:lnTo>
                    <a:pt x="12948" y="6961"/>
                  </a:lnTo>
                  <a:lnTo>
                    <a:pt x="7687" y="7163"/>
                  </a:lnTo>
                  <a:lnTo>
                    <a:pt x="6976" y="8066"/>
                  </a:lnTo>
                  <a:lnTo>
                    <a:pt x="4027" y="7218"/>
                  </a:lnTo>
                  <a:lnTo>
                    <a:pt x="0" y="3791"/>
                  </a:lnTo>
                  <a:lnTo>
                    <a:pt x="302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h2383"/>
            <p:cNvSpPr/>
            <p:nvPr/>
          </p:nvSpPr>
          <p:spPr>
            <a:xfrm>
              <a:off x="2613692" y="2979971"/>
              <a:ext cx="10845" cy="13363"/>
            </a:xfrm>
            <a:custGeom>
              <a:avLst/>
              <a:pathLst>
                <a:path w="10845" h="13363">
                  <a:moveTo>
                    <a:pt x="9550" y="0"/>
                  </a:moveTo>
                  <a:lnTo>
                    <a:pt x="10845" y="6267"/>
                  </a:lnTo>
                  <a:lnTo>
                    <a:pt x="9797" y="8698"/>
                  </a:lnTo>
                  <a:lnTo>
                    <a:pt x="3738" y="13363"/>
                  </a:lnTo>
                  <a:lnTo>
                    <a:pt x="274" y="12121"/>
                  </a:lnTo>
                  <a:lnTo>
                    <a:pt x="0" y="10834"/>
                  </a:lnTo>
                  <a:lnTo>
                    <a:pt x="988" y="9852"/>
                  </a:lnTo>
                  <a:lnTo>
                    <a:pt x="4648" y="5871"/>
                  </a:lnTo>
                  <a:lnTo>
                    <a:pt x="5916" y="3513"/>
                  </a:lnTo>
                  <a:lnTo>
                    <a:pt x="7468" y="605"/>
                  </a:lnTo>
                  <a:lnTo>
                    <a:pt x="7660" y="23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h2384"/>
            <p:cNvSpPr/>
            <p:nvPr/>
          </p:nvSpPr>
          <p:spPr>
            <a:xfrm>
              <a:off x="2609655" y="2981393"/>
              <a:ext cx="3986" cy="3887"/>
            </a:xfrm>
            <a:custGeom>
              <a:avLst/>
              <a:pathLst>
                <a:path w="3986" h="3887">
                  <a:moveTo>
                    <a:pt x="3986" y="247"/>
                  </a:moveTo>
                  <a:lnTo>
                    <a:pt x="3400" y="2620"/>
                  </a:lnTo>
                  <a:lnTo>
                    <a:pt x="1846" y="3880"/>
                  </a:lnTo>
                  <a:lnTo>
                    <a:pt x="613" y="3887"/>
                  </a:lnTo>
                  <a:lnTo>
                    <a:pt x="66" y="2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h2385"/>
            <p:cNvSpPr/>
            <p:nvPr/>
          </p:nvSpPr>
          <p:spPr>
            <a:xfrm>
              <a:off x="2587288" y="2937429"/>
              <a:ext cx="15613" cy="23903"/>
            </a:xfrm>
            <a:custGeom>
              <a:avLst/>
              <a:pathLst>
                <a:path w="15613" h="23903">
                  <a:moveTo>
                    <a:pt x="5238" y="0"/>
                  </a:moveTo>
                  <a:lnTo>
                    <a:pt x="5684" y="768"/>
                  </a:lnTo>
                  <a:lnTo>
                    <a:pt x="10896" y="1442"/>
                  </a:lnTo>
                  <a:lnTo>
                    <a:pt x="10929" y="4269"/>
                  </a:lnTo>
                  <a:lnTo>
                    <a:pt x="13649" y="4813"/>
                  </a:lnTo>
                  <a:lnTo>
                    <a:pt x="12985" y="7955"/>
                  </a:lnTo>
                  <a:lnTo>
                    <a:pt x="13622" y="8406"/>
                  </a:lnTo>
                  <a:lnTo>
                    <a:pt x="15111" y="7796"/>
                  </a:lnTo>
                  <a:lnTo>
                    <a:pt x="15120" y="11278"/>
                  </a:lnTo>
                  <a:lnTo>
                    <a:pt x="15613" y="12652"/>
                  </a:lnTo>
                  <a:lnTo>
                    <a:pt x="14673" y="14254"/>
                  </a:lnTo>
                  <a:lnTo>
                    <a:pt x="13880" y="18968"/>
                  </a:lnTo>
                  <a:lnTo>
                    <a:pt x="14421" y="20806"/>
                  </a:lnTo>
                  <a:lnTo>
                    <a:pt x="12880" y="22733"/>
                  </a:lnTo>
                  <a:lnTo>
                    <a:pt x="9198" y="23903"/>
                  </a:lnTo>
                  <a:lnTo>
                    <a:pt x="6354" y="20249"/>
                  </a:lnTo>
                  <a:lnTo>
                    <a:pt x="6461" y="18627"/>
                  </a:lnTo>
                  <a:lnTo>
                    <a:pt x="8214" y="17604"/>
                  </a:lnTo>
                  <a:lnTo>
                    <a:pt x="8254" y="15736"/>
                  </a:lnTo>
                  <a:lnTo>
                    <a:pt x="4718" y="11878"/>
                  </a:lnTo>
                  <a:lnTo>
                    <a:pt x="2832" y="10823"/>
                  </a:lnTo>
                  <a:lnTo>
                    <a:pt x="3051" y="9199"/>
                  </a:lnTo>
                  <a:lnTo>
                    <a:pt x="1168" y="9065"/>
                  </a:lnTo>
                  <a:lnTo>
                    <a:pt x="0" y="6148"/>
                  </a:lnTo>
                  <a:lnTo>
                    <a:pt x="3772" y="5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h2386"/>
            <p:cNvSpPr/>
            <p:nvPr/>
          </p:nvSpPr>
          <p:spPr>
            <a:xfrm>
              <a:off x="2611769" y="2975229"/>
              <a:ext cx="20314" cy="11009"/>
            </a:xfrm>
            <a:custGeom>
              <a:avLst/>
              <a:pathLst>
                <a:path w="20314" h="11009">
                  <a:moveTo>
                    <a:pt x="20067" y="2660"/>
                  </a:moveTo>
                  <a:lnTo>
                    <a:pt x="20314" y="2747"/>
                  </a:lnTo>
                  <a:lnTo>
                    <a:pt x="19268" y="5244"/>
                  </a:lnTo>
                  <a:lnTo>
                    <a:pt x="12768" y="11009"/>
                  </a:lnTo>
                  <a:lnTo>
                    <a:pt x="11473" y="4741"/>
                  </a:lnTo>
                  <a:lnTo>
                    <a:pt x="9583" y="4980"/>
                  </a:lnTo>
                  <a:lnTo>
                    <a:pt x="4045" y="3179"/>
                  </a:lnTo>
                  <a:lnTo>
                    <a:pt x="0" y="3917"/>
                  </a:lnTo>
                  <a:lnTo>
                    <a:pt x="445" y="1121"/>
                  </a:lnTo>
                  <a:lnTo>
                    <a:pt x="2448" y="0"/>
                  </a:lnTo>
                  <a:lnTo>
                    <a:pt x="3011" y="2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h2387"/>
            <p:cNvSpPr/>
            <p:nvPr/>
          </p:nvSpPr>
          <p:spPr>
            <a:xfrm>
              <a:off x="2601168" y="2948465"/>
              <a:ext cx="13685" cy="15214"/>
            </a:xfrm>
            <a:custGeom>
              <a:avLst/>
              <a:pathLst>
                <a:path w="13685" h="15214">
                  <a:moveTo>
                    <a:pt x="13580" y="2235"/>
                  </a:moveTo>
                  <a:lnTo>
                    <a:pt x="13685" y="5585"/>
                  </a:lnTo>
                  <a:lnTo>
                    <a:pt x="10398" y="8354"/>
                  </a:lnTo>
                  <a:lnTo>
                    <a:pt x="9980" y="10134"/>
                  </a:lnTo>
                  <a:lnTo>
                    <a:pt x="11165" y="12695"/>
                  </a:lnTo>
                  <a:lnTo>
                    <a:pt x="8015" y="13451"/>
                  </a:lnTo>
                  <a:lnTo>
                    <a:pt x="7303" y="15140"/>
                  </a:lnTo>
                  <a:lnTo>
                    <a:pt x="5520" y="15214"/>
                  </a:lnTo>
                  <a:lnTo>
                    <a:pt x="5861" y="12357"/>
                  </a:lnTo>
                  <a:lnTo>
                    <a:pt x="5205" y="11261"/>
                  </a:lnTo>
                  <a:lnTo>
                    <a:pt x="1992" y="8427"/>
                  </a:lnTo>
                  <a:lnTo>
                    <a:pt x="540" y="9770"/>
                  </a:lnTo>
                  <a:lnTo>
                    <a:pt x="0" y="7932"/>
                  </a:lnTo>
                  <a:lnTo>
                    <a:pt x="792" y="3218"/>
                  </a:lnTo>
                  <a:lnTo>
                    <a:pt x="1732" y="1616"/>
                  </a:lnTo>
                  <a:lnTo>
                    <a:pt x="1239" y="242"/>
                  </a:lnTo>
                  <a:lnTo>
                    <a:pt x="3280" y="941"/>
                  </a:lnTo>
                  <a:lnTo>
                    <a:pt x="6068" y="3930"/>
                  </a:lnTo>
                  <a:lnTo>
                    <a:pt x="903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h2388"/>
            <p:cNvSpPr/>
            <p:nvPr/>
          </p:nvSpPr>
          <p:spPr>
            <a:xfrm>
              <a:off x="2610380" y="2972891"/>
              <a:ext cx="3836" cy="3459"/>
            </a:xfrm>
            <a:custGeom>
              <a:avLst/>
              <a:pathLst>
                <a:path w="3836" h="3459">
                  <a:moveTo>
                    <a:pt x="786" y="0"/>
                  </a:moveTo>
                  <a:lnTo>
                    <a:pt x="3836" y="2338"/>
                  </a:lnTo>
                  <a:lnTo>
                    <a:pt x="1834" y="3459"/>
                  </a:lnTo>
                  <a:lnTo>
                    <a:pt x="0" y="14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h2389"/>
            <p:cNvSpPr/>
            <p:nvPr/>
          </p:nvSpPr>
          <p:spPr>
            <a:xfrm>
              <a:off x="2580079" y="2956056"/>
              <a:ext cx="21075" cy="18199"/>
            </a:xfrm>
            <a:custGeom>
              <a:avLst/>
              <a:pathLst>
                <a:path w="21075" h="18199">
                  <a:moveTo>
                    <a:pt x="13563" y="1622"/>
                  </a:moveTo>
                  <a:lnTo>
                    <a:pt x="16407" y="5276"/>
                  </a:lnTo>
                  <a:lnTo>
                    <a:pt x="20089" y="4106"/>
                  </a:lnTo>
                  <a:lnTo>
                    <a:pt x="21075" y="9530"/>
                  </a:lnTo>
                  <a:lnTo>
                    <a:pt x="19061" y="12552"/>
                  </a:lnTo>
                  <a:lnTo>
                    <a:pt x="15059" y="14271"/>
                  </a:lnTo>
                  <a:lnTo>
                    <a:pt x="16443" y="14225"/>
                  </a:lnTo>
                  <a:lnTo>
                    <a:pt x="17402" y="15674"/>
                  </a:lnTo>
                  <a:lnTo>
                    <a:pt x="17467" y="16491"/>
                  </a:lnTo>
                  <a:lnTo>
                    <a:pt x="15903" y="18199"/>
                  </a:lnTo>
                  <a:lnTo>
                    <a:pt x="15589" y="16404"/>
                  </a:lnTo>
                  <a:lnTo>
                    <a:pt x="9209" y="12919"/>
                  </a:lnTo>
                  <a:lnTo>
                    <a:pt x="5287" y="11627"/>
                  </a:lnTo>
                  <a:lnTo>
                    <a:pt x="3785" y="9531"/>
                  </a:lnTo>
                  <a:lnTo>
                    <a:pt x="35" y="4364"/>
                  </a:lnTo>
                  <a:lnTo>
                    <a:pt x="0" y="4055"/>
                  </a:lnTo>
                  <a:lnTo>
                    <a:pt x="2335" y="5194"/>
                  </a:lnTo>
                  <a:lnTo>
                    <a:pt x="5808" y="4796"/>
                  </a:lnTo>
                  <a:lnTo>
                    <a:pt x="10023" y="1158"/>
                  </a:lnTo>
                  <a:lnTo>
                    <a:pt x="12501" y="1169"/>
                  </a:lnTo>
                  <a:lnTo>
                    <a:pt x="1367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h2390"/>
            <p:cNvSpPr/>
            <p:nvPr/>
          </p:nvSpPr>
          <p:spPr>
            <a:xfrm>
              <a:off x="2597978" y="2974964"/>
              <a:ext cx="3922" cy="5053"/>
            </a:xfrm>
            <a:custGeom>
              <a:avLst/>
              <a:pathLst>
                <a:path w="3922" h="5053">
                  <a:moveTo>
                    <a:pt x="3397" y="0"/>
                  </a:moveTo>
                  <a:lnTo>
                    <a:pt x="3067" y="1354"/>
                  </a:lnTo>
                  <a:lnTo>
                    <a:pt x="3922" y="5053"/>
                  </a:lnTo>
                  <a:lnTo>
                    <a:pt x="0" y="228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h2391"/>
            <p:cNvSpPr/>
            <p:nvPr/>
          </p:nvSpPr>
          <p:spPr>
            <a:xfrm>
              <a:off x="2595138" y="2968609"/>
              <a:ext cx="4053" cy="5576"/>
            </a:xfrm>
            <a:custGeom>
              <a:avLst/>
              <a:pathLst>
                <a:path w="4053" h="5576">
                  <a:moveTo>
                    <a:pt x="4047" y="1957"/>
                  </a:moveTo>
                  <a:lnTo>
                    <a:pt x="4053" y="2915"/>
                  </a:lnTo>
                  <a:lnTo>
                    <a:pt x="924" y="5576"/>
                  </a:lnTo>
                  <a:lnTo>
                    <a:pt x="2407" y="3938"/>
                  </a:lnTo>
                  <a:lnTo>
                    <a:pt x="2343" y="3122"/>
                  </a:lnTo>
                  <a:lnTo>
                    <a:pt x="1383" y="1672"/>
                  </a:lnTo>
                  <a:lnTo>
                    <a:pt x="0" y="1718"/>
                  </a:lnTo>
                  <a:lnTo>
                    <a:pt x="400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h2392"/>
            <p:cNvSpPr/>
            <p:nvPr/>
          </p:nvSpPr>
          <p:spPr>
            <a:xfrm>
              <a:off x="2605163" y="2974768"/>
              <a:ext cx="2348" cy="4415"/>
            </a:xfrm>
            <a:custGeom>
              <a:avLst/>
              <a:pathLst>
                <a:path w="2348" h="4415">
                  <a:moveTo>
                    <a:pt x="1286" y="0"/>
                  </a:moveTo>
                  <a:lnTo>
                    <a:pt x="1736" y="264"/>
                  </a:lnTo>
                  <a:lnTo>
                    <a:pt x="2348" y="1295"/>
                  </a:lnTo>
                  <a:lnTo>
                    <a:pt x="1877" y="2352"/>
                  </a:lnTo>
                  <a:lnTo>
                    <a:pt x="1590" y="2448"/>
                  </a:lnTo>
                  <a:lnTo>
                    <a:pt x="1449" y="2537"/>
                  </a:lnTo>
                  <a:lnTo>
                    <a:pt x="0" y="441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h2393"/>
            <p:cNvSpPr/>
            <p:nvPr/>
          </p:nvSpPr>
          <p:spPr>
            <a:xfrm>
              <a:off x="2609118" y="2981641"/>
              <a:ext cx="10490" cy="7988"/>
            </a:xfrm>
            <a:custGeom>
              <a:avLst/>
              <a:pathLst>
                <a:path w="10490" h="7988">
                  <a:moveTo>
                    <a:pt x="4523" y="0"/>
                  </a:moveTo>
                  <a:lnTo>
                    <a:pt x="6776" y="46"/>
                  </a:lnTo>
                  <a:lnTo>
                    <a:pt x="6729" y="258"/>
                  </a:lnTo>
                  <a:lnTo>
                    <a:pt x="5012" y="1352"/>
                  </a:lnTo>
                  <a:lnTo>
                    <a:pt x="4682" y="2942"/>
                  </a:lnTo>
                  <a:lnTo>
                    <a:pt x="5378" y="3611"/>
                  </a:lnTo>
                  <a:lnTo>
                    <a:pt x="10490" y="1843"/>
                  </a:lnTo>
                  <a:lnTo>
                    <a:pt x="9221" y="4201"/>
                  </a:lnTo>
                  <a:lnTo>
                    <a:pt x="3293" y="6249"/>
                  </a:lnTo>
                  <a:lnTo>
                    <a:pt x="1435" y="7988"/>
                  </a:lnTo>
                  <a:lnTo>
                    <a:pt x="0" y="5738"/>
                  </a:lnTo>
                  <a:lnTo>
                    <a:pt x="1150" y="3640"/>
                  </a:lnTo>
                  <a:lnTo>
                    <a:pt x="2383" y="3633"/>
                  </a:lnTo>
                  <a:lnTo>
                    <a:pt x="3937" y="23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h2394"/>
            <p:cNvSpPr/>
            <p:nvPr/>
          </p:nvSpPr>
          <p:spPr>
            <a:xfrm>
              <a:off x="2620611" y="2957533"/>
              <a:ext cx="11400" cy="5617"/>
            </a:xfrm>
            <a:custGeom>
              <a:avLst/>
              <a:pathLst>
                <a:path w="11400" h="5617">
                  <a:moveTo>
                    <a:pt x="5038" y="0"/>
                  </a:moveTo>
                  <a:lnTo>
                    <a:pt x="10559" y="3066"/>
                  </a:lnTo>
                  <a:lnTo>
                    <a:pt x="11400" y="3675"/>
                  </a:lnTo>
                  <a:lnTo>
                    <a:pt x="10835" y="5617"/>
                  </a:lnTo>
                  <a:lnTo>
                    <a:pt x="7664" y="5234"/>
                  </a:lnTo>
                  <a:lnTo>
                    <a:pt x="774" y="4983"/>
                  </a:lnTo>
                  <a:lnTo>
                    <a:pt x="0" y="3839"/>
                  </a:lnTo>
                  <a:lnTo>
                    <a:pt x="772" y="1047"/>
                  </a:lnTo>
                  <a:lnTo>
                    <a:pt x="382" y="6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h2395"/>
            <p:cNvSpPr/>
            <p:nvPr/>
          </p:nvSpPr>
          <p:spPr>
            <a:xfrm>
              <a:off x="2592828" y="2971525"/>
              <a:ext cx="9071" cy="14732"/>
            </a:xfrm>
            <a:custGeom>
              <a:avLst/>
              <a:pathLst>
                <a:path w="9071" h="14732">
                  <a:moveTo>
                    <a:pt x="8547" y="3438"/>
                  </a:moveTo>
                  <a:lnTo>
                    <a:pt x="5149" y="5722"/>
                  </a:lnTo>
                  <a:lnTo>
                    <a:pt x="9071" y="8492"/>
                  </a:lnTo>
                  <a:lnTo>
                    <a:pt x="7647" y="12128"/>
                  </a:lnTo>
                  <a:lnTo>
                    <a:pt x="6397" y="14732"/>
                  </a:lnTo>
                  <a:lnTo>
                    <a:pt x="4528" y="12718"/>
                  </a:lnTo>
                  <a:lnTo>
                    <a:pt x="1117" y="8037"/>
                  </a:lnTo>
                  <a:lnTo>
                    <a:pt x="0" y="4673"/>
                  </a:lnTo>
                  <a:lnTo>
                    <a:pt x="3234" y="2660"/>
                  </a:lnTo>
                  <a:lnTo>
                    <a:pt x="636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h2396"/>
            <p:cNvSpPr/>
            <p:nvPr/>
          </p:nvSpPr>
          <p:spPr>
            <a:xfrm>
              <a:off x="2573746" y="2948009"/>
              <a:ext cx="5565" cy="8032"/>
            </a:xfrm>
            <a:custGeom>
              <a:avLst/>
              <a:pathLst>
                <a:path w="5565" h="8032">
                  <a:moveTo>
                    <a:pt x="5565" y="7511"/>
                  </a:moveTo>
                  <a:lnTo>
                    <a:pt x="3852" y="8032"/>
                  </a:lnTo>
                  <a:lnTo>
                    <a:pt x="2067" y="4028"/>
                  </a:lnTo>
                  <a:lnTo>
                    <a:pt x="0" y="4084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h2397"/>
            <p:cNvSpPr/>
            <p:nvPr/>
          </p:nvSpPr>
          <p:spPr>
            <a:xfrm>
              <a:off x="2577997" y="2933169"/>
              <a:ext cx="13063" cy="15918"/>
            </a:xfrm>
            <a:custGeom>
              <a:avLst/>
              <a:pathLst>
                <a:path w="13063" h="15918">
                  <a:moveTo>
                    <a:pt x="9972" y="1417"/>
                  </a:moveTo>
                  <a:lnTo>
                    <a:pt x="5982" y="780"/>
                  </a:lnTo>
                  <a:lnTo>
                    <a:pt x="4686" y="2506"/>
                  </a:lnTo>
                  <a:lnTo>
                    <a:pt x="9704" y="4352"/>
                  </a:lnTo>
                  <a:lnTo>
                    <a:pt x="13063" y="4777"/>
                  </a:lnTo>
                  <a:lnTo>
                    <a:pt x="9291" y="10409"/>
                  </a:lnTo>
                  <a:lnTo>
                    <a:pt x="10459" y="13326"/>
                  </a:lnTo>
                  <a:lnTo>
                    <a:pt x="12342" y="13459"/>
                  </a:lnTo>
                  <a:lnTo>
                    <a:pt x="12123" y="15084"/>
                  </a:lnTo>
                  <a:lnTo>
                    <a:pt x="3646" y="15918"/>
                  </a:lnTo>
                  <a:lnTo>
                    <a:pt x="2001" y="14360"/>
                  </a:lnTo>
                  <a:lnTo>
                    <a:pt x="0" y="14179"/>
                  </a:lnTo>
                  <a:lnTo>
                    <a:pt x="6062" y="9331"/>
                  </a:lnTo>
                  <a:lnTo>
                    <a:pt x="7130" y="9370"/>
                  </a:lnTo>
                  <a:lnTo>
                    <a:pt x="7358" y="5957"/>
                  </a:lnTo>
                  <a:lnTo>
                    <a:pt x="3145" y="5117"/>
                  </a:lnTo>
                  <a:lnTo>
                    <a:pt x="956" y="1338"/>
                  </a:lnTo>
                  <a:lnTo>
                    <a:pt x="1088" y="125"/>
                  </a:lnTo>
                  <a:lnTo>
                    <a:pt x="1018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h2398"/>
            <p:cNvSpPr/>
            <p:nvPr/>
          </p:nvSpPr>
          <p:spPr>
            <a:xfrm>
              <a:off x="2613801" y="2980576"/>
              <a:ext cx="7359" cy="4675"/>
            </a:xfrm>
            <a:custGeom>
              <a:avLst/>
              <a:pathLst>
                <a:path w="7359" h="4675">
                  <a:moveTo>
                    <a:pt x="7359" y="0"/>
                  </a:moveTo>
                  <a:lnTo>
                    <a:pt x="5807" y="2908"/>
                  </a:lnTo>
                  <a:lnTo>
                    <a:pt x="695" y="4675"/>
                  </a:lnTo>
                  <a:lnTo>
                    <a:pt x="0" y="4006"/>
                  </a:lnTo>
                  <a:lnTo>
                    <a:pt x="329" y="2417"/>
                  </a:lnTo>
                  <a:lnTo>
                    <a:pt x="2046" y="132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h2399"/>
            <p:cNvSpPr/>
            <p:nvPr/>
          </p:nvSpPr>
          <p:spPr>
            <a:xfrm>
              <a:off x="2611593" y="2978408"/>
              <a:ext cx="9759" cy="3490"/>
            </a:xfrm>
            <a:custGeom>
              <a:avLst/>
              <a:pathLst>
                <a:path w="9759" h="3490">
                  <a:moveTo>
                    <a:pt x="9759" y="1801"/>
                  </a:moveTo>
                  <a:lnTo>
                    <a:pt x="9567" y="2167"/>
                  </a:lnTo>
                  <a:lnTo>
                    <a:pt x="4254" y="3490"/>
                  </a:lnTo>
                  <a:lnTo>
                    <a:pt x="4301" y="3278"/>
                  </a:lnTo>
                  <a:lnTo>
                    <a:pt x="4640" y="2038"/>
                  </a:lnTo>
                  <a:lnTo>
                    <a:pt x="0" y="1847"/>
                  </a:lnTo>
                  <a:lnTo>
                    <a:pt x="175" y="738"/>
                  </a:lnTo>
                  <a:lnTo>
                    <a:pt x="422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h2400"/>
            <p:cNvSpPr/>
            <p:nvPr/>
          </p:nvSpPr>
          <p:spPr>
            <a:xfrm>
              <a:off x="2614435" y="2961305"/>
              <a:ext cx="3866" cy="4244"/>
            </a:xfrm>
            <a:custGeom>
              <a:avLst/>
              <a:pathLst>
                <a:path w="3866" h="4244">
                  <a:moveTo>
                    <a:pt x="726" y="3753"/>
                  </a:moveTo>
                  <a:lnTo>
                    <a:pt x="0" y="1213"/>
                  </a:lnTo>
                  <a:lnTo>
                    <a:pt x="3679" y="0"/>
                  </a:lnTo>
                  <a:lnTo>
                    <a:pt x="3866" y="165"/>
                  </a:lnTo>
                  <a:lnTo>
                    <a:pt x="3531" y="424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h2401"/>
            <p:cNvSpPr/>
            <p:nvPr/>
          </p:nvSpPr>
          <p:spPr>
            <a:xfrm>
              <a:off x="2609184" y="2961160"/>
              <a:ext cx="3150" cy="761"/>
            </a:xfrm>
            <a:custGeom>
              <a:avLst/>
              <a:pathLst>
                <a:path w="3150" h="761">
                  <a:moveTo>
                    <a:pt x="1314" y="761"/>
                  </a:moveTo>
                  <a:lnTo>
                    <a:pt x="0" y="756"/>
                  </a:lnTo>
                  <a:lnTo>
                    <a:pt x="315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h2402"/>
            <p:cNvSpPr/>
            <p:nvPr/>
          </p:nvSpPr>
          <p:spPr>
            <a:xfrm>
              <a:off x="2554657" y="2931099"/>
              <a:ext cx="30698" cy="20678"/>
            </a:xfrm>
            <a:custGeom>
              <a:avLst/>
              <a:pathLst>
                <a:path w="30698" h="20678">
                  <a:moveTo>
                    <a:pt x="16339" y="0"/>
                  </a:moveTo>
                  <a:lnTo>
                    <a:pt x="17631" y="2234"/>
                  </a:lnTo>
                  <a:lnTo>
                    <a:pt x="19258" y="308"/>
                  </a:lnTo>
                  <a:lnTo>
                    <a:pt x="21193" y="4075"/>
                  </a:lnTo>
                  <a:lnTo>
                    <a:pt x="24295" y="3408"/>
                  </a:lnTo>
                  <a:lnTo>
                    <a:pt x="26484" y="7187"/>
                  </a:lnTo>
                  <a:lnTo>
                    <a:pt x="30698" y="8026"/>
                  </a:lnTo>
                  <a:lnTo>
                    <a:pt x="30469" y="11440"/>
                  </a:lnTo>
                  <a:lnTo>
                    <a:pt x="29402" y="11401"/>
                  </a:lnTo>
                  <a:lnTo>
                    <a:pt x="23224" y="10907"/>
                  </a:lnTo>
                  <a:lnTo>
                    <a:pt x="21591" y="10104"/>
                  </a:lnTo>
                  <a:lnTo>
                    <a:pt x="15132" y="14297"/>
                  </a:lnTo>
                  <a:lnTo>
                    <a:pt x="11118" y="14663"/>
                  </a:lnTo>
                  <a:lnTo>
                    <a:pt x="8304" y="17750"/>
                  </a:lnTo>
                  <a:lnTo>
                    <a:pt x="8607" y="20406"/>
                  </a:lnTo>
                  <a:lnTo>
                    <a:pt x="6454" y="20678"/>
                  </a:lnTo>
                  <a:lnTo>
                    <a:pt x="3071" y="14558"/>
                  </a:lnTo>
                  <a:lnTo>
                    <a:pt x="990" y="13022"/>
                  </a:lnTo>
                  <a:lnTo>
                    <a:pt x="0" y="11104"/>
                  </a:lnTo>
                  <a:lnTo>
                    <a:pt x="2910" y="4999"/>
                  </a:lnTo>
                  <a:lnTo>
                    <a:pt x="4671" y="4021"/>
                  </a:lnTo>
                  <a:lnTo>
                    <a:pt x="6886" y="3805"/>
                  </a:lnTo>
                  <a:lnTo>
                    <a:pt x="8180" y="4939"/>
                  </a:lnTo>
                  <a:lnTo>
                    <a:pt x="10576" y="4488"/>
                  </a:lnTo>
                  <a:lnTo>
                    <a:pt x="13122" y="2248"/>
                  </a:lnTo>
                  <a:lnTo>
                    <a:pt x="14289" y="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h2403"/>
            <p:cNvSpPr/>
            <p:nvPr/>
          </p:nvSpPr>
          <p:spPr>
            <a:xfrm>
              <a:off x="2637345" y="2970309"/>
              <a:ext cx="13500" cy="7688"/>
            </a:xfrm>
            <a:custGeom>
              <a:avLst/>
              <a:pathLst>
                <a:path w="13500" h="7688">
                  <a:moveTo>
                    <a:pt x="12861" y="2431"/>
                  </a:moveTo>
                  <a:lnTo>
                    <a:pt x="13500" y="4395"/>
                  </a:lnTo>
                  <a:lnTo>
                    <a:pt x="12109" y="5914"/>
                  </a:lnTo>
                  <a:lnTo>
                    <a:pt x="8359" y="7688"/>
                  </a:lnTo>
                  <a:lnTo>
                    <a:pt x="6621" y="6166"/>
                  </a:lnTo>
                  <a:lnTo>
                    <a:pt x="1195" y="6580"/>
                  </a:lnTo>
                  <a:lnTo>
                    <a:pt x="0" y="6087"/>
                  </a:lnTo>
                  <a:lnTo>
                    <a:pt x="1917" y="5483"/>
                  </a:lnTo>
                  <a:lnTo>
                    <a:pt x="978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h2404"/>
            <p:cNvSpPr/>
            <p:nvPr/>
          </p:nvSpPr>
          <p:spPr>
            <a:xfrm>
              <a:off x="2599186" y="2970567"/>
              <a:ext cx="5326" cy="4396"/>
            </a:xfrm>
            <a:custGeom>
              <a:avLst/>
              <a:pathLst>
                <a:path w="5326" h="4396">
                  <a:moveTo>
                    <a:pt x="2989" y="1215"/>
                  </a:moveTo>
                  <a:lnTo>
                    <a:pt x="5326" y="2430"/>
                  </a:lnTo>
                  <a:lnTo>
                    <a:pt x="2190" y="4396"/>
                  </a:lnTo>
                  <a:lnTo>
                    <a:pt x="6" y="9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h2405"/>
            <p:cNvSpPr/>
            <p:nvPr/>
          </p:nvSpPr>
          <p:spPr>
            <a:xfrm>
              <a:off x="2611149" y="2952997"/>
              <a:ext cx="7151" cy="9521"/>
            </a:xfrm>
            <a:custGeom>
              <a:avLst/>
              <a:pathLst>
                <a:path w="7151" h="9521">
                  <a:moveTo>
                    <a:pt x="7151" y="1246"/>
                  </a:moveTo>
                  <a:lnTo>
                    <a:pt x="5842" y="5821"/>
                  </a:lnTo>
                  <a:lnTo>
                    <a:pt x="6965" y="8308"/>
                  </a:lnTo>
                  <a:lnTo>
                    <a:pt x="3285" y="9521"/>
                  </a:lnTo>
                  <a:lnTo>
                    <a:pt x="1184" y="8163"/>
                  </a:lnTo>
                  <a:lnTo>
                    <a:pt x="0" y="5603"/>
                  </a:lnTo>
                  <a:lnTo>
                    <a:pt x="417" y="3822"/>
                  </a:lnTo>
                  <a:lnTo>
                    <a:pt x="3704" y="1054"/>
                  </a:lnTo>
                  <a:lnTo>
                    <a:pt x="4214" y="250"/>
                  </a:lnTo>
                  <a:lnTo>
                    <a:pt x="550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h2406"/>
            <p:cNvSpPr/>
            <p:nvPr/>
          </p:nvSpPr>
          <p:spPr>
            <a:xfrm>
              <a:off x="2631017" y="2951535"/>
              <a:ext cx="26709" cy="30846"/>
            </a:xfrm>
            <a:custGeom>
              <a:avLst/>
              <a:pathLst>
                <a:path w="26709" h="30846">
                  <a:moveTo>
                    <a:pt x="16489" y="0"/>
                  </a:moveTo>
                  <a:lnTo>
                    <a:pt x="17588" y="475"/>
                  </a:lnTo>
                  <a:lnTo>
                    <a:pt x="19248" y="8416"/>
                  </a:lnTo>
                  <a:lnTo>
                    <a:pt x="21497" y="9836"/>
                  </a:lnTo>
                  <a:lnTo>
                    <a:pt x="24145" y="9864"/>
                  </a:lnTo>
                  <a:lnTo>
                    <a:pt x="26709" y="12208"/>
                  </a:lnTo>
                  <a:lnTo>
                    <a:pt x="24660" y="16977"/>
                  </a:lnTo>
                  <a:lnTo>
                    <a:pt x="22734" y="19115"/>
                  </a:lnTo>
                  <a:lnTo>
                    <a:pt x="19189" y="21205"/>
                  </a:lnTo>
                  <a:lnTo>
                    <a:pt x="16113" y="18774"/>
                  </a:lnTo>
                  <a:lnTo>
                    <a:pt x="8245" y="24257"/>
                  </a:lnTo>
                  <a:lnTo>
                    <a:pt x="6328" y="24861"/>
                  </a:lnTo>
                  <a:lnTo>
                    <a:pt x="4893" y="26188"/>
                  </a:lnTo>
                  <a:lnTo>
                    <a:pt x="6277" y="26674"/>
                  </a:lnTo>
                  <a:lnTo>
                    <a:pt x="7160" y="30846"/>
                  </a:lnTo>
                  <a:lnTo>
                    <a:pt x="5669" y="30499"/>
                  </a:lnTo>
                  <a:lnTo>
                    <a:pt x="1066" y="26442"/>
                  </a:lnTo>
                  <a:lnTo>
                    <a:pt x="819" y="26355"/>
                  </a:lnTo>
                  <a:lnTo>
                    <a:pt x="0" y="19907"/>
                  </a:lnTo>
                  <a:lnTo>
                    <a:pt x="2784" y="19078"/>
                  </a:lnTo>
                  <a:lnTo>
                    <a:pt x="3479" y="15914"/>
                  </a:lnTo>
                  <a:lnTo>
                    <a:pt x="2738" y="14339"/>
                  </a:lnTo>
                  <a:lnTo>
                    <a:pt x="2625" y="14837"/>
                  </a:lnTo>
                  <a:lnTo>
                    <a:pt x="355" y="14550"/>
                  </a:lnTo>
                  <a:lnTo>
                    <a:pt x="429" y="11616"/>
                  </a:lnTo>
                  <a:lnTo>
                    <a:pt x="994" y="9674"/>
                  </a:lnTo>
                  <a:lnTo>
                    <a:pt x="4749" y="6364"/>
                  </a:lnTo>
                  <a:lnTo>
                    <a:pt x="7336" y="433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h2407"/>
            <p:cNvSpPr/>
            <p:nvPr/>
          </p:nvSpPr>
          <p:spPr>
            <a:xfrm>
              <a:off x="2610498" y="2961160"/>
              <a:ext cx="4663" cy="6045"/>
            </a:xfrm>
            <a:custGeom>
              <a:avLst/>
              <a:pathLst>
                <a:path w="4663" h="6045">
                  <a:moveTo>
                    <a:pt x="3937" y="1357"/>
                  </a:moveTo>
                  <a:lnTo>
                    <a:pt x="4663" y="3898"/>
                  </a:lnTo>
                  <a:lnTo>
                    <a:pt x="3795" y="5598"/>
                  </a:lnTo>
                  <a:lnTo>
                    <a:pt x="2920" y="6045"/>
                  </a:lnTo>
                  <a:lnTo>
                    <a:pt x="0" y="761"/>
                  </a:lnTo>
                  <a:lnTo>
                    <a:pt x="1836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h2408"/>
            <p:cNvSpPr/>
            <p:nvPr/>
          </p:nvSpPr>
          <p:spPr>
            <a:xfrm>
              <a:off x="2614626" y="2949449"/>
              <a:ext cx="13684" cy="12021"/>
            </a:xfrm>
            <a:custGeom>
              <a:avLst/>
              <a:pathLst>
                <a:path w="13684" h="12021">
                  <a:moveTo>
                    <a:pt x="2418" y="307"/>
                  </a:moveTo>
                  <a:lnTo>
                    <a:pt x="3644" y="1918"/>
                  </a:lnTo>
                  <a:lnTo>
                    <a:pt x="3946" y="5225"/>
                  </a:lnTo>
                  <a:lnTo>
                    <a:pt x="4775" y="5799"/>
                  </a:lnTo>
                  <a:lnTo>
                    <a:pt x="10068" y="5093"/>
                  </a:lnTo>
                  <a:lnTo>
                    <a:pt x="11629" y="3638"/>
                  </a:lnTo>
                  <a:lnTo>
                    <a:pt x="13684" y="3873"/>
                  </a:lnTo>
                  <a:lnTo>
                    <a:pt x="11022" y="8083"/>
                  </a:lnTo>
                  <a:lnTo>
                    <a:pt x="6366" y="8153"/>
                  </a:lnTo>
                  <a:lnTo>
                    <a:pt x="3675" y="12021"/>
                  </a:lnTo>
                  <a:lnTo>
                    <a:pt x="3488" y="11856"/>
                  </a:lnTo>
                  <a:lnTo>
                    <a:pt x="2365" y="9368"/>
                  </a:lnTo>
                  <a:lnTo>
                    <a:pt x="3674" y="4794"/>
                  </a:lnTo>
                  <a:lnTo>
                    <a:pt x="2029" y="3547"/>
                  </a:lnTo>
                  <a:lnTo>
                    <a:pt x="737" y="3798"/>
                  </a:lnTo>
                  <a:lnTo>
                    <a:pt x="227" y="4601"/>
                  </a:lnTo>
                  <a:lnTo>
                    <a:pt x="122" y="1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h2409"/>
            <p:cNvSpPr/>
            <p:nvPr/>
          </p:nvSpPr>
          <p:spPr>
            <a:xfrm>
              <a:off x="2614293" y="2965059"/>
              <a:ext cx="12928" cy="5325"/>
            </a:xfrm>
            <a:custGeom>
              <a:avLst/>
              <a:pathLst>
                <a:path w="12928" h="5325">
                  <a:moveTo>
                    <a:pt x="3673" y="491"/>
                  </a:moveTo>
                  <a:lnTo>
                    <a:pt x="8018" y="2839"/>
                  </a:lnTo>
                  <a:lnTo>
                    <a:pt x="10611" y="2055"/>
                  </a:lnTo>
                  <a:lnTo>
                    <a:pt x="11424" y="2608"/>
                  </a:lnTo>
                  <a:lnTo>
                    <a:pt x="12120" y="3339"/>
                  </a:lnTo>
                  <a:lnTo>
                    <a:pt x="12928" y="4440"/>
                  </a:lnTo>
                  <a:lnTo>
                    <a:pt x="12514" y="5325"/>
                  </a:lnTo>
                  <a:lnTo>
                    <a:pt x="9137" y="5249"/>
                  </a:lnTo>
                  <a:lnTo>
                    <a:pt x="0" y="1700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h2410"/>
            <p:cNvSpPr/>
            <p:nvPr/>
          </p:nvSpPr>
          <p:spPr>
            <a:xfrm>
              <a:off x="2606536" y="2934414"/>
              <a:ext cx="16732" cy="13245"/>
            </a:xfrm>
            <a:custGeom>
              <a:avLst/>
              <a:pathLst>
                <a:path w="16732" h="13245">
                  <a:moveTo>
                    <a:pt x="7886" y="0"/>
                  </a:moveTo>
                  <a:lnTo>
                    <a:pt x="10179" y="1537"/>
                  </a:lnTo>
                  <a:lnTo>
                    <a:pt x="9381" y="3613"/>
                  </a:lnTo>
                  <a:lnTo>
                    <a:pt x="9756" y="4634"/>
                  </a:lnTo>
                  <a:lnTo>
                    <a:pt x="15002" y="7536"/>
                  </a:lnTo>
                  <a:lnTo>
                    <a:pt x="16732" y="9362"/>
                  </a:lnTo>
                  <a:lnTo>
                    <a:pt x="7785" y="13245"/>
                  </a:lnTo>
                  <a:lnTo>
                    <a:pt x="7241" y="11460"/>
                  </a:lnTo>
                  <a:lnTo>
                    <a:pt x="5347" y="11370"/>
                  </a:lnTo>
                  <a:lnTo>
                    <a:pt x="826" y="7594"/>
                  </a:lnTo>
                  <a:lnTo>
                    <a:pt x="0" y="2503"/>
                  </a:lnTo>
                  <a:lnTo>
                    <a:pt x="608" y="1522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h2411"/>
            <p:cNvSpPr/>
            <p:nvPr/>
          </p:nvSpPr>
          <p:spPr>
            <a:xfrm>
              <a:off x="2600273" y="2942009"/>
              <a:ext cx="14475" cy="8691"/>
            </a:xfrm>
            <a:custGeom>
              <a:avLst/>
              <a:pathLst>
                <a:path w="14475" h="8691">
                  <a:moveTo>
                    <a:pt x="11610" y="3775"/>
                  </a:moveTo>
                  <a:lnTo>
                    <a:pt x="13503" y="3866"/>
                  </a:lnTo>
                  <a:lnTo>
                    <a:pt x="14048" y="5650"/>
                  </a:lnTo>
                  <a:lnTo>
                    <a:pt x="14352" y="7440"/>
                  </a:lnTo>
                  <a:lnTo>
                    <a:pt x="14475" y="8691"/>
                  </a:lnTo>
                  <a:lnTo>
                    <a:pt x="9929" y="6456"/>
                  </a:lnTo>
                  <a:lnTo>
                    <a:pt x="6064" y="3013"/>
                  </a:lnTo>
                  <a:lnTo>
                    <a:pt x="2183" y="1822"/>
                  </a:lnTo>
                  <a:lnTo>
                    <a:pt x="1571" y="2989"/>
                  </a:lnTo>
                  <a:lnTo>
                    <a:pt x="2125" y="3217"/>
                  </a:lnTo>
                  <a:lnTo>
                    <a:pt x="636" y="3826"/>
                  </a:lnTo>
                  <a:lnTo>
                    <a:pt x="0" y="3375"/>
                  </a:lnTo>
                  <a:lnTo>
                    <a:pt x="663" y="233"/>
                  </a:lnTo>
                  <a:lnTo>
                    <a:pt x="708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h2412"/>
            <p:cNvSpPr/>
            <p:nvPr/>
          </p:nvSpPr>
          <p:spPr>
            <a:xfrm>
              <a:off x="2621385" y="2962516"/>
              <a:ext cx="7561" cy="5140"/>
            </a:xfrm>
            <a:custGeom>
              <a:avLst/>
              <a:pathLst>
                <a:path w="7561" h="5140">
                  <a:moveTo>
                    <a:pt x="6890" y="251"/>
                  </a:moveTo>
                  <a:lnTo>
                    <a:pt x="7561" y="2033"/>
                  </a:lnTo>
                  <a:lnTo>
                    <a:pt x="7044" y="2458"/>
                  </a:lnTo>
                  <a:lnTo>
                    <a:pt x="5263" y="1281"/>
                  </a:lnTo>
                  <a:lnTo>
                    <a:pt x="4773" y="1608"/>
                  </a:lnTo>
                  <a:lnTo>
                    <a:pt x="4117" y="3059"/>
                  </a:lnTo>
                  <a:lnTo>
                    <a:pt x="4313" y="5140"/>
                  </a:lnTo>
                  <a:lnTo>
                    <a:pt x="3519" y="4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h2413"/>
            <p:cNvSpPr/>
            <p:nvPr/>
          </p:nvSpPr>
          <p:spPr>
            <a:xfrm>
              <a:off x="2611739" y="2966759"/>
              <a:ext cx="18702" cy="9176"/>
            </a:xfrm>
            <a:custGeom>
              <a:avLst/>
              <a:pathLst>
                <a:path w="18702" h="9176">
                  <a:moveTo>
                    <a:pt x="11691" y="3549"/>
                  </a:moveTo>
                  <a:lnTo>
                    <a:pt x="15068" y="3625"/>
                  </a:lnTo>
                  <a:lnTo>
                    <a:pt x="15482" y="2740"/>
                  </a:lnTo>
                  <a:lnTo>
                    <a:pt x="14674" y="1638"/>
                  </a:lnTo>
                  <a:lnTo>
                    <a:pt x="18702" y="4178"/>
                  </a:lnTo>
                  <a:lnTo>
                    <a:pt x="15516" y="5635"/>
                  </a:lnTo>
                  <a:lnTo>
                    <a:pt x="13305" y="9176"/>
                  </a:lnTo>
                  <a:lnTo>
                    <a:pt x="5472" y="7109"/>
                  </a:lnTo>
                  <a:lnTo>
                    <a:pt x="5544" y="6554"/>
                  </a:lnTo>
                  <a:lnTo>
                    <a:pt x="0" y="4816"/>
                  </a:lnTo>
                  <a:lnTo>
                    <a:pt x="1679" y="447"/>
                  </a:lnTo>
                  <a:lnTo>
                    <a:pt x="2554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h2414"/>
            <p:cNvSpPr/>
            <p:nvPr/>
          </p:nvSpPr>
          <p:spPr>
            <a:xfrm>
              <a:off x="2667121" y="2957280"/>
              <a:ext cx="10562" cy="13041"/>
            </a:xfrm>
            <a:custGeom>
              <a:avLst/>
              <a:pathLst>
                <a:path w="10562" h="13041">
                  <a:moveTo>
                    <a:pt x="4035" y="813"/>
                  </a:moveTo>
                  <a:lnTo>
                    <a:pt x="4829" y="3117"/>
                  </a:lnTo>
                  <a:lnTo>
                    <a:pt x="6049" y="3516"/>
                  </a:lnTo>
                  <a:lnTo>
                    <a:pt x="9787" y="4560"/>
                  </a:lnTo>
                  <a:lnTo>
                    <a:pt x="10562" y="7995"/>
                  </a:lnTo>
                  <a:lnTo>
                    <a:pt x="8309" y="10444"/>
                  </a:lnTo>
                  <a:lnTo>
                    <a:pt x="6942" y="9978"/>
                  </a:lnTo>
                  <a:lnTo>
                    <a:pt x="5712" y="12224"/>
                  </a:lnTo>
                  <a:lnTo>
                    <a:pt x="3313" y="13041"/>
                  </a:lnTo>
                  <a:lnTo>
                    <a:pt x="0" y="10891"/>
                  </a:lnTo>
                  <a:lnTo>
                    <a:pt x="2610" y="9219"/>
                  </a:lnTo>
                  <a:lnTo>
                    <a:pt x="2941" y="4224"/>
                  </a:lnTo>
                  <a:lnTo>
                    <a:pt x="878" y="3290"/>
                  </a:lnTo>
                  <a:lnTo>
                    <a:pt x="1457" y="335"/>
                  </a:lnTo>
                  <a:lnTo>
                    <a:pt x="210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h2415"/>
            <p:cNvSpPr/>
            <p:nvPr/>
          </p:nvSpPr>
          <p:spPr>
            <a:xfrm>
              <a:off x="2562962" y="2941204"/>
              <a:ext cx="21097" cy="12406"/>
            </a:xfrm>
            <a:custGeom>
              <a:avLst/>
              <a:pathLst>
                <a:path w="21097" h="12406">
                  <a:moveTo>
                    <a:pt x="14919" y="802"/>
                  </a:moveTo>
                  <a:lnTo>
                    <a:pt x="21097" y="1296"/>
                  </a:lnTo>
                  <a:lnTo>
                    <a:pt x="15034" y="6144"/>
                  </a:lnTo>
                  <a:lnTo>
                    <a:pt x="14824" y="6805"/>
                  </a:lnTo>
                  <a:lnTo>
                    <a:pt x="10783" y="10889"/>
                  </a:lnTo>
                  <a:lnTo>
                    <a:pt x="7516" y="10259"/>
                  </a:lnTo>
                  <a:lnTo>
                    <a:pt x="5194" y="12406"/>
                  </a:lnTo>
                  <a:lnTo>
                    <a:pt x="865" y="11579"/>
                  </a:lnTo>
                  <a:lnTo>
                    <a:pt x="303" y="10301"/>
                  </a:lnTo>
                  <a:lnTo>
                    <a:pt x="0" y="7646"/>
                  </a:lnTo>
                  <a:lnTo>
                    <a:pt x="2813" y="4559"/>
                  </a:lnTo>
                  <a:lnTo>
                    <a:pt x="6828" y="4193"/>
                  </a:lnTo>
                  <a:lnTo>
                    <a:pt x="1328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h2416"/>
            <p:cNvSpPr/>
            <p:nvPr/>
          </p:nvSpPr>
          <p:spPr>
            <a:xfrm>
              <a:off x="2577598" y="2947348"/>
              <a:ext cx="17943" cy="13902"/>
            </a:xfrm>
            <a:custGeom>
              <a:avLst/>
              <a:pathLst>
                <a:path w="17943" h="13902">
                  <a:moveTo>
                    <a:pt x="12521" y="904"/>
                  </a:moveTo>
                  <a:lnTo>
                    <a:pt x="14408" y="1959"/>
                  </a:lnTo>
                  <a:lnTo>
                    <a:pt x="17943" y="5817"/>
                  </a:lnTo>
                  <a:lnTo>
                    <a:pt x="17904" y="7685"/>
                  </a:lnTo>
                  <a:lnTo>
                    <a:pt x="16151" y="8708"/>
                  </a:lnTo>
                  <a:lnTo>
                    <a:pt x="14982" y="9878"/>
                  </a:lnTo>
                  <a:lnTo>
                    <a:pt x="12504" y="9866"/>
                  </a:lnTo>
                  <a:lnTo>
                    <a:pt x="8288" y="13504"/>
                  </a:lnTo>
                  <a:lnTo>
                    <a:pt x="4815" y="13902"/>
                  </a:lnTo>
                  <a:lnTo>
                    <a:pt x="2480" y="12764"/>
                  </a:lnTo>
                  <a:lnTo>
                    <a:pt x="0" y="8693"/>
                  </a:lnTo>
                  <a:lnTo>
                    <a:pt x="1713" y="8172"/>
                  </a:lnTo>
                  <a:lnTo>
                    <a:pt x="187" y="660"/>
                  </a:lnTo>
                  <a:lnTo>
                    <a:pt x="398" y="0"/>
                  </a:lnTo>
                  <a:lnTo>
                    <a:pt x="2399" y="180"/>
                  </a:lnTo>
                  <a:lnTo>
                    <a:pt x="4045" y="173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h2417"/>
            <p:cNvSpPr/>
            <p:nvPr/>
          </p:nvSpPr>
          <p:spPr>
            <a:xfrm>
              <a:off x="2614321" y="2937447"/>
              <a:ext cx="22478" cy="17802"/>
            </a:xfrm>
            <a:custGeom>
              <a:avLst/>
              <a:pathLst>
                <a:path w="22478" h="17802">
                  <a:moveTo>
                    <a:pt x="17557" y="2970"/>
                  </a:moveTo>
                  <a:lnTo>
                    <a:pt x="19714" y="3642"/>
                  </a:lnTo>
                  <a:lnTo>
                    <a:pt x="17883" y="6730"/>
                  </a:lnTo>
                  <a:lnTo>
                    <a:pt x="16070" y="7776"/>
                  </a:lnTo>
                  <a:lnTo>
                    <a:pt x="16490" y="8610"/>
                  </a:lnTo>
                  <a:lnTo>
                    <a:pt x="22478" y="10672"/>
                  </a:lnTo>
                  <a:lnTo>
                    <a:pt x="21935" y="13316"/>
                  </a:lnTo>
                  <a:lnTo>
                    <a:pt x="19850" y="15800"/>
                  </a:lnTo>
                  <a:lnTo>
                    <a:pt x="13989" y="15875"/>
                  </a:lnTo>
                  <a:lnTo>
                    <a:pt x="11934" y="15641"/>
                  </a:lnTo>
                  <a:lnTo>
                    <a:pt x="10373" y="17095"/>
                  </a:lnTo>
                  <a:lnTo>
                    <a:pt x="5080" y="17802"/>
                  </a:lnTo>
                  <a:lnTo>
                    <a:pt x="4251" y="17228"/>
                  </a:lnTo>
                  <a:lnTo>
                    <a:pt x="3949" y="13921"/>
                  </a:lnTo>
                  <a:lnTo>
                    <a:pt x="2723" y="12309"/>
                  </a:lnTo>
                  <a:lnTo>
                    <a:pt x="304" y="12002"/>
                  </a:lnTo>
                  <a:lnTo>
                    <a:pt x="0" y="10212"/>
                  </a:lnTo>
                  <a:lnTo>
                    <a:pt x="8946" y="6330"/>
                  </a:lnTo>
                  <a:lnTo>
                    <a:pt x="10964" y="5743"/>
                  </a:lnTo>
                  <a:lnTo>
                    <a:pt x="12381" y="7275"/>
                  </a:lnTo>
                  <a:lnTo>
                    <a:pt x="13755" y="807"/>
                  </a:lnTo>
                  <a:lnTo>
                    <a:pt x="1453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h2418"/>
            <p:cNvSpPr/>
            <p:nvPr/>
          </p:nvSpPr>
          <p:spPr>
            <a:xfrm>
              <a:off x="2600475" y="2972997"/>
              <a:ext cx="5974" cy="10834"/>
            </a:xfrm>
            <a:custGeom>
              <a:avLst/>
              <a:pathLst>
                <a:path w="5974" h="10834">
                  <a:moveTo>
                    <a:pt x="5974" y="1770"/>
                  </a:moveTo>
                  <a:lnTo>
                    <a:pt x="4687" y="6186"/>
                  </a:lnTo>
                  <a:lnTo>
                    <a:pt x="4547" y="6526"/>
                  </a:lnTo>
                  <a:lnTo>
                    <a:pt x="4302" y="8012"/>
                  </a:lnTo>
                  <a:lnTo>
                    <a:pt x="668" y="10834"/>
                  </a:lnTo>
                  <a:lnTo>
                    <a:pt x="0" y="10655"/>
                  </a:lnTo>
                  <a:lnTo>
                    <a:pt x="1424" y="7020"/>
                  </a:lnTo>
                  <a:lnTo>
                    <a:pt x="570" y="3321"/>
                  </a:lnTo>
                  <a:lnTo>
                    <a:pt x="900" y="1966"/>
                  </a:lnTo>
                  <a:lnTo>
                    <a:pt x="403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h2419"/>
            <p:cNvSpPr/>
            <p:nvPr/>
          </p:nvSpPr>
          <p:spPr>
            <a:xfrm>
              <a:off x="2591349" y="2919668"/>
              <a:ext cx="48094" cy="25054"/>
            </a:xfrm>
            <a:custGeom>
              <a:avLst/>
              <a:pathLst>
                <a:path w="48094" h="25054">
                  <a:moveTo>
                    <a:pt x="38245" y="2534"/>
                  </a:moveTo>
                  <a:lnTo>
                    <a:pt x="38659" y="8612"/>
                  </a:lnTo>
                  <a:lnTo>
                    <a:pt x="45167" y="10801"/>
                  </a:lnTo>
                  <a:lnTo>
                    <a:pt x="48094" y="13749"/>
                  </a:lnTo>
                  <a:lnTo>
                    <a:pt x="45066" y="17540"/>
                  </a:lnTo>
                  <a:lnTo>
                    <a:pt x="42687" y="21420"/>
                  </a:lnTo>
                  <a:lnTo>
                    <a:pt x="40530" y="20749"/>
                  </a:lnTo>
                  <a:lnTo>
                    <a:pt x="37510" y="17778"/>
                  </a:lnTo>
                  <a:lnTo>
                    <a:pt x="36727" y="18586"/>
                  </a:lnTo>
                  <a:lnTo>
                    <a:pt x="35354" y="25054"/>
                  </a:lnTo>
                  <a:lnTo>
                    <a:pt x="33937" y="23522"/>
                  </a:lnTo>
                  <a:lnTo>
                    <a:pt x="31919" y="24108"/>
                  </a:lnTo>
                  <a:lnTo>
                    <a:pt x="30190" y="22282"/>
                  </a:lnTo>
                  <a:lnTo>
                    <a:pt x="24943" y="19380"/>
                  </a:lnTo>
                  <a:lnTo>
                    <a:pt x="24568" y="18359"/>
                  </a:lnTo>
                  <a:lnTo>
                    <a:pt x="25366" y="16283"/>
                  </a:lnTo>
                  <a:lnTo>
                    <a:pt x="23073" y="14746"/>
                  </a:lnTo>
                  <a:lnTo>
                    <a:pt x="15796" y="16268"/>
                  </a:lnTo>
                  <a:lnTo>
                    <a:pt x="15187" y="17249"/>
                  </a:lnTo>
                  <a:lnTo>
                    <a:pt x="16013" y="22340"/>
                  </a:lnTo>
                  <a:lnTo>
                    <a:pt x="9588" y="22574"/>
                  </a:lnTo>
                  <a:lnTo>
                    <a:pt x="6868" y="22030"/>
                  </a:lnTo>
                  <a:lnTo>
                    <a:pt x="6836" y="19203"/>
                  </a:lnTo>
                  <a:lnTo>
                    <a:pt x="1623" y="18529"/>
                  </a:lnTo>
                  <a:lnTo>
                    <a:pt x="1177" y="17761"/>
                  </a:lnTo>
                  <a:lnTo>
                    <a:pt x="0" y="14293"/>
                  </a:lnTo>
                  <a:lnTo>
                    <a:pt x="1600" y="12008"/>
                  </a:lnTo>
                  <a:lnTo>
                    <a:pt x="6299" y="5087"/>
                  </a:lnTo>
                  <a:lnTo>
                    <a:pt x="6573" y="3208"/>
                  </a:lnTo>
                  <a:lnTo>
                    <a:pt x="5549" y="3191"/>
                  </a:lnTo>
                  <a:lnTo>
                    <a:pt x="5300" y="703"/>
                  </a:lnTo>
                  <a:lnTo>
                    <a:pt x="7603" y="0"/>
                  </a:lnTo>
                  <a:lnTo>
                    <a:pt x="13917" y="896"/>
                  </a:lnTo>
                  <a:lnTo>
                    <a:pt x="14325" y="3947"/>
                  </a:lnTo>
                  <a:lnTo>
                    <a:pt x="15658" y="5972"/>
                  </a:lnTo>
                  <a:lnTo>
                    <a:pt x="24316" y="6620"/>
                  </a:lnTo>
                  <a:lnTo>
                    <a:pt x="32598" y="3896"/>
                  </a:lnTo>
                  <a:lnTo>
                    <a:pt x="35118" y="28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h2420"/>
            <p:cNvSpPr/>
            <p:nvPr/>
          </p:nvSpPr>
          <p:spPr>
            <a:xfrm>
              <a:off x="2630366" y="2956760"/>
              <a:ext cx="5399" cy="4448"/>
            </a:xfrm>
            <a:custGeom>
              <a:avLst/>
              <a:pathLst>
                <a:path w="5399" h="4448">
                  <a:moveTo>
                    <a:pt x="5399" y="1139"/>
                  </a:moveTo>
                  <a:lnTo>
                    <a:pt x="1645" y="4448"/>
                  </a:lnTo>
                  <a:lnTo>
                    <a:pt x="804" y="3839"/>
                  </a:lnTo>
                  <a:lnTo>
                    <a:pt x="0" y="2265"/>
                  </a:lnTo>
                  <a:lnTo>
                    <a:pt x="2877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h2421"/>
            <p:cNvSpPr/>
            <p:nvPr/>
          </p:nvSpPr>
          <p:spPr>
            <a:xfrm>
              <a:off x="2630392" y="2940379"/>
              <a:ext cx="21705" cy="15488"/>
            </a:xfrm>
            <a:custGeom>
              <a:avLst/>
              <a:pathLst>
                <a:path w="21705" h="15488">
                  <a:moveTo>
                    <a:pt x="10051" y="256"/>
                  </a:moveTo>
                  <a:lnTo>
                    <a:pt x="12999" y="1104"/>
                  </a:lnTo>
                  <a:lnTo>
                    <a:pt x="13710" y="201"/>
                  </a:lnTo>
                  <a:lnTo>
                    <a:pt x="18971" y="0"/>
                  </a:lnTo>
                  <a:lnTo>
                    <a:pt x="18599" y="4707"/>
                  </a:lnTo>
                  <a:lnTo>
                    <a:pt x="21519" y="7023"/>
                  </a:lnTo>
                  <a:lnTo>
                    <a:pt x="21705" y="8064"/>
                  </a:lnTo>
                  <a:lnTo>
                    <a:pt x="20082" y="10235"/>
                  </a:lnTo>
                  <a:lnTo>
                    <a:pt x="17114" y="11155"/>
                  </a:lnTo>
                  <a:lnTo>
                    <a:pt x="7961" y="15488"/>
                  </a:lnTo>
                  <a:lnTo>
                    <a:pt x="3780" y="12868"/>
                  </a:lnTo>
                  <a:lnTo>
                    <a:pt x="5864" y="10384"/>
                  </a:lnTo>
                  <a:lnTo>
                    <a:pt x="6407" y="7740"/>
                  </a:lnTo>
                  <a:lnTo>
                    <a:pt x="419" y="5678"/>
                  </a:lnTo>
                  <a:lnTo>
                    <a:pt x="0" y="4844"/>
                  </a:lnTo>
                  <a:lnTo>
                    <a:pt x="1812" y="3798"/>
                  </a:lnTo>
                  <a:lnTo>
                    <a:pt x="1205" y="4285"/>
                  </a:lnTo>
                  <a:lnTo>
                    <a:pt x="2320" y="4824"/>
                  </a:lnTo>
                  <a:lnTo>
                    <a:pt x="5705" y="5209"/>
                  </a:lnTo>
                  <a:lnTo>
                    <a:pt x="6488" y="4586"/>
                  </a:lnTo>
                  <a:lnTo>
                    <a:pt x="6399" y="2802"/>
                  </a:lnTo>
                  <a:lnTo>
                    <a:pt x="7437" y="36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h2422"/>
            <p:cNvSpPr/>
            <p:nvPr/>
          </p:nvSpPr>
          <p:spPr>
            <a:xfrm>
              <a:off x="2617967" y="2957602"/>
              <a:ext cx="6937" cy="10295"/>
            </a:xfrm>
            <a:custGeom>
              <a:avLst/>
              <a:pathLst>
                <a:path w="6937" h="10295">
                  <a:moveTo>
                    <a:pt x="3416" y="977"/>
                  </a:moveTo>
                  <a:lnTo>
                    <a:pt x="2643" y="3770"/>
                  </a:lnTo>
                  <a:lnTo>
                    <a:pt x="3418" y="4913"/>
                  </a:lnTo>
                  <a:lnTo>
                    <a:pt x="6937" y="9512"/>
                  </a:lnTo>
                  <a:lnTo>
                    <a:pt x="4344" y="10295"/>
                  </a:lnTo>
                  <a:lnTo>
                    <a:pt x="0" y="7947"/>
                  </a:lnTo>
                  <a:lnTo>
                    <a:pt x="334" y="3868"/>
                  </a:lnTo>
                  <a:lnTo>
                    <a:pt x="302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h2423"/>
            <p:cNvSpPr/>
            <p:nvPr/>
          </p:nvSpPr>
          <p:spPr>
            <a:xfrm>
              <a:off x="2614780" y="2970938"/>
              <a:ext cx="17056" cy="6952"/>
            </a:xfrm>
            <a:custGeom>
              <a:avLst/>
              <a:pathLst>
                <a:path w="17056" h="6952">
                  <a:moveTo>
                    <a:pt x="16236" y="504"/>
                  </a:moveTo>
                  <a:lnTo>
                    <a:pt x="17056" y="6952"/>
                  </a:lnTo>
                  <a:lnTo>
                    <a:pt x="0" y="4317"/>
                  </a:lnTo>
                  <a:lnTo>
                    <a:pt x="2502" y="2375"/>
                  </a:lnTo>
                  <a:lnTo>
                    <a:pt x="2430" y="2930"/>
                  </a:lnTo>
                  <a:lnTo>
                    <a:pt x="10263" y="4997"/>
                  </a:lnTo>
                  <a:lnTo>
                    <a:pt x="12474" y="1456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h2424"/>
            <p:cNvSpPr/>
            <p:nvPr/>
          </p:nvSpPr>
          <p:spPr>
            <a:xfrm>
              <a:off x="2625502" y="2962768"/>
              <a:ext cx="8993" cy="8674"/>
            </a:xfrm>
            <a:custGeom>
              <a:avLst/>
              <a:pathLst>
                <a:path w="8993" h="8674">
                  <a:moveTo>
                    <a:pt x="5943" y="383"/>
                  </a:moveTo>
                  <a:lnTo>
                    <a:pt x="5869" y="3317"/>
                  </a:lnTo>
                  <a:lnTo>
                    <a:pt x="8139" y="3604"/>
                  </a:lnTo>
                  <a:lnTo>
                    <a:pt x="8252" y="3106"/>
                  </a:lnTo>
                  <a:lnTo>
                    <a:pt x="8993" y="4681"/>
                  </a:lnTo>
                  <a:lnTo>
                    <a:pt x="8299" y="7845"/>
                  </a:lnTo>
                  <a:lnTo>
                    <a:pt x="5514" y="8674"/>
                  </a:lnTo>
                  <a:lnTo>
                    <a:pt x="4938" y="8170"/>
                  </a:lnTo>
                  <a:lnTo>
                    <a:pt x="910" y="5630"/>
                  </a:lnTo>
                  <a:lnTo>
                    <a:pt x="209" y="4896"/>
                  </a:lnTo>
                  <a:lnTo>
                    <a:pt x="0" y="2807"/>
                  </a:lnTo>
                  <a:lnTo>
                    <a:pt x="655" y="1357"/>
                  </a:lnTo>
                  <a:lnTo>
                    <a:pt x="1146" y="1030"/>
                  </a:lnTo>
                  <a:lnTo>
                    <a:pt x="2927" y="2207"/>
                  </a:lnTo>
                  <a:lnTo>
                    <a:pt x="3444" y="1782"/>
                  </a:lnTo>
                  <a:lnTo>
                    <a:pt x="277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h2425"/>
            <p:cNvSpPr/>
            <p:nvPr/>
          </p:nvSpPr>
          <p:spPr>
            <a:xfrm>
              <a:off x="2610554" y="2985842"/>
              <a:ext cx="7785" cy="3980"/>
            </a:xfrm>
            <a:custGeom>
              <a:avLst/>
              <a:pathLst>
                <a:path w="7785" h="3980">
                  <a:moveTo>
                    <a:pt x="4126" y="3980"/>
                  </a:moveTo>
                  <a:lnTo>
                    <a:pt x="0" y="3786"/>
                  </a:lnTo>
                  <a:lnTo>
                    <a:pt x="1857" y="2048"/>
                  </a:lnTo>
                  <a:lnTo>
                    <a:pt x="7785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h2426"/>
            <p:cNvSpPr/>
            <p:nvPr/>
          </p:nvSpPr>
          <p:spPr>
            <a:xfrm>
              <a:off x="2601844" y="2943831"/>
              <a:ext cx="8358" cy="8564"/>
            </a:xfrm>
            <a:custGeom>
              <a:avLst/>
              <a:pathLst>
                <a:path w="8358" h="8564">
                  <a:moveTo>
                    <a:pt x="4493" y="1191"/>
                  </a:moveTo>
                  <a:lnTo>
                    <a:pt x="8358" y="4634"/>
                  </a:lnTo>
                  <a:lnTo>
                    <a:pt x="5392" y="8564"/>
                  </a:lnTo>
                  <a:lnTo>
                    <a:pt x="2604" y="5575"/>
                  </a:lnTo>
                  <a:lnTo>
                    <a:pt x="563" y="4876"/>
                  </a:lnTo>
                  <a:lnTo>
                    <a:pt x="554" y="1395"/>
                  </a:lnTo>
                  <a:lnTo>
                    <a:pt x="0" y="1166"/>
                  </a:lnTo>
                  <a:lnTo>
                    <a:pt x="61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h2427"/>
            <p:cNvSpPr/>
            <p:nvPr/>
          </p:nvSpPr>
          <p:spPr>
            <a:xfrm>
              <a:off x="2599140" y="2956893"/>
              <a:ext cx="7890" cy="14889"/>
            </a:xfrm>
            <a:custGeom>
              <a:avLst/>
              <a:pathLst>
                <a:path w="7890" h="14889">
                  <a:moveTo>
                    <a:pt x="4021" y="0"/>
                  </a:moveTo>
                  <a:lnTo>
                    <a:pt x="7234" y="2833"/>
                  </a:lnTo>
                  <a:lnTo>
                    <a:pt x="7890" y="3930"/>
                  </a:lnTo>
                  <a:lnTo>
                    <a:pt x="7548" y="6786"/>
                  </a:lnTo>
                  <a:lnTo>
                    <a:pt x="7824" y="8099"/>
                  </a:lnTo>
                  <a:lnTo>
                    <a:pt x="6516" y="10003"/>
                  </a:lnTo>
                  <a:lnTo>
                    <a:pt x="4959" y="10899"/>
                  </a:lnTo>
                  <a:lnTo>
                    <a:pt x="3472" y="10689"/>
                  </a:lnTo>
                  <a:lnTo>
                    <a:pt x="3481" y="11181"/>
                  </a:lnTo>
                  <a:lnTo>
                    <a:pt x="7110" y="11572"/>
                  </a:lnTo>
                  <a:lnTo>
                    <a:pt x="3035" y="14889"/>
                  </a:lnTo>
                  <a:lnTo>
                    <a:pt x="45" y="13673"/>
                  </a:lnTo>
                  <a:lnTo>
                    <a:pt x="0" y="11716"/>
                  </a:lnTo>
                  <a:lnTo>
                    <a:pt x="2014" y="8693"/>
                  </a:lnTo>
                  <a:lnTo>
                    <a:pt x="1028" y="3269"/>
                  </a:lnTo>
                  <a:lnTo>
                    <a:pt x="2569" y="134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h2428"/>
            <p:cNvSpPr/>
            <p:nvPr/>
          </p:nvSpPr>
          <p:spPr>
            <a:xfrm>
              <a:off x="2635910" y="2974704"/>
              <a:ext cx="16642" cy="10643"/>
            </a:xfrm>
            <a:custGeom>
              <a:avLst/>
              <a:pathLst>
                <a:path w="16642" h="10643">
                  <a:moveTo>
                    <a:pt x="16642" y="3647"/>
                  </a:moveTo>
                  <a:lnTo>
                    <a:pt x="11684" y="6819"/>
                  </a:lnTo>
                  <a:lnTo>
                    <a:pt x="9561" y="9762"/>
                  </a:lnTo>
                  <a:lnTo>
                    <a:pt x="8258" y="10643"/>
                  </a:lnTo>
                  <a:lnTo>
                    <a:pt x="2267" y="7676"/>
                  </a:lnTo>
                  <a:lnTo>
                    <a:pt x="1384" y="3504"/>
                  </a:lnTo>
                  <a:lnTo>
                    <a:pt x="0" y="3018"/>
                  </a:lnTo>
                  <a:lnTo>
                    <a:pt x="1434" y="1691"/>
                  </a:lnTo>
                  <a:lnTo>
                    <a:pt x="2630" y="2184"/>
                  </a:lnTo>
                  <a:lnTo>
                    <a:pt x="8056" y="1770"/>
                  </a:lnTo>
                  <a:lnTo>
                    <a:pt x="9793" y="3292"/>
                  </a:lnTo>
                  <a:lnTo>
                    <a:pt x="13544" y="1518"/>
                  </a:lnTo>
                  <a:lnTo>
                    <a:pt x="1493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h2429"/>
            <p:cNvSpPr/>
            <p:nvPr/>
          </p:nvSpPr>
          <p:spPr>
            <a:xfrm>
              <a:off x="2611167" y="2971576"/>
              <a:ext cx="6116" cy="3679"/>
            </a:xfrm>
            <a:custGeom>
              <a:avLst/>
              <a:pathLst>
                <a:path w="6116" h="3679">
                  <a:moveTo>
                    <a:pt x="6116" y="1737"/>
                  </a:moveTo>
                  <a:lnTo>
                    <a:pt x="3613" y="3679"/>
                  </a:lnTo>
                  <a:lnTo>
                    <a:pt x="3050" y="3653"/>
                  </a:lnTo>
                  <a:lnTo>
                    <a:pt x="0" y="1315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h2430"/>
            <p:cNvSpPr/>
            <p:nvPr/>
          </p:nvSpPr>
          <p:spPr>
            <a:xfrm>
              <a:off x="2625649" y="2953248"/>
              <a:ext cx="12704" cy="7351"/>
            </a:xfrm>
            <a:custGeom>
              <a:avLst/>
              <a:pathLst>
                <a:path w="12704" h="7351">
                  <a:moveTo>
                    <a:pt x="8523" y="0"/>
                  </a:moveTo>
                  <a:lnTo>
                    <a:pt x="12704" y="2619"/>
                  </a:lnTo>
                  <a:lnTo>
                    <a:pt x="10116" y="4651"/>
                  </a:lnTo>
                  <a:lnTo>
                    <a:pt x="7593" y="3512"/>
                  </a:lnTo>
                  <a:lnTo>
                    <a:pt x="4716" y="5777"/>
                  </a:lnTo>
                  <a:lnTo>
                    <a:pt x="5521" y="7351"/>
                  </a:lnTo>
                  <a:lnTo>
                    <a:pt x="0" y="4285"/>
                  </a:lnTo>
                  <a:lnTo>
                    <a:pt x="2662" y="7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h2431"/>
            <p:cNvSpPr/>
            <p:nvPr/>
          </p:nvSpPr>
          <p:spPr>
            <a:xfrm>
              <a:off x="2602612" y="2963606"/>
              <a:ext cx="7484" cy="4859"/>
            </a:xfrm>
            <a:custGeom>
              <a:avLst/>
              <a:pathLst>
                <a:path w="7484" h="4859">
                  <a:moveTo>
                    <a:pt x="5859" y="0"/>
                  </a:moveTo>
                  <a:lnTo>
                    <a:pt x="7484" y="2954"/>
                  </a:lnTo>
                  <a:lnTo>
                    <a:pt x="3637" y="4859"/>
                  </a:lnTo>
                  <a:lnTo>
                    <a:pt x="8" y="4468"/>
                  </a:lnTo>
                  <a:lnTo>
                    <a:pt x="0" y="3976"/>
                  </a:lnTo>
                  <a:lnTo>
                    <a:pt x="1487" y="4186"/>
                  </a:lnTo>
                  <a:lnTo>
                    <a:pt x="3043" y="3289"/>
                  </a:lnTo>
                  <a:lnTo>
                    <a:pt x="4351" y="1386"/>
                  </a:lnTo>
                  <a:lnTo>
                    <a:pt x="4076" y="7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h2432"/>
            <p:cNvSpPr/>
            <p:nvPr/>
          </p:nvSpPr>
          <p:spPr>
            <a:xfrm>
              <a:off x="2758171" y="2965439"/>
              <a:ext cx="18255" cy="9953"/>
            </a:xfrm>
            <a:custGeom>
              <a:avLst/>
              <a:pathLst>
                <a:path w="18255" h="9953">
                  <a:moveTo>
                    <a:pt x="10403" y="0"/>
                  </a:moveTo>
                  <a:lnTo>
                    <a:pt x="16377" y="1174"/>
                  </a:lnTo>
                  <a:lnTo>
                    <a:pt x="18255" y="2847"/>
                  </a:lnTo>
                  <a:lnTo>
                    <a:pt x="15494" y="3464"/>
                  </a:lnTo>
                  <a:lnTo>
                    <a:pt x="10248" y="6311"/>
                  </a:lnTo>
                  <a:lnTo>
                    <a:pt x="4140" y="9953"/>
                  </a:lnTo>
                  <a:lnTo>
                    <a:pt x="0" y="8760"/>
                  </a:lnTo>
                  <a:lnTo>
                    <a:pt x="6945" y="145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h2433"/>
            <p:cNvSpPr/>
            <p:nvPr/>
          </p:nvSpPr>
          <p:spPr>
            <a:xfrm>
              <a:off x="2887648" y="3072388"/>
              <a:ext cx="29202" cy="52427"/>
            </a:xfrm>
            <a:custGeom>
              <a:avLst/>
              <a:pathLst>
                <a:path w="29202" h="52427">
                  <a:moveTo>
                    <a:pt x="24786" y="0"/>
                  </a:moveTo>
                  <a:lnTo>
                    <a:pt x="24635" y="5219"/>
                  </a:lnTo>
                  <a:lnTo>
                    <a:pt x="26888" y="7489"/>
                  </a:lnTo>
                  <a:lnTo>
                    <a:pt x="28755" y="8259"/>
                  </a:lnTo>
                  <a:lnTo>
                    <a:pt x="29202" y="9567"/>
                  </a:lnTo>
                  <a:lnTo>
                    <a:pt x="23798" y="15895"/>
                  </a:lnTo>
                  <a:lnTo>
                    <a:pt x="21065" y="16259"/>
                  </a:lnTo>
                  <a:lnTo>
                    <a:pt x="19631" y="19371"/>
                  </a:lnTo>
                  <a:lnTo>
                    <a:pt x="19743" y="27031"/>
                  </a:lnTo>
                  <a:lnTo>
                    <a:pt x="18942" y="28216"/>
                  </a:lnTo>
                  <a:lnTo>
                    <a:pt x="20715" y="31572"/>
                  </a:lnTo>
                  <a:lnTo>
                    <a:pt x="22642" y="32206"/>
                  </a:lnTo>
                  <a:lnTo>
                    <a:pt x="19170" y="43496"/>
                  </a:lnTo>
                  <a:lnTo>
                    <a:pt x="16400" y="43153"/>
                  </a:lnTo>
                  <a:lnTo>
                    <a:pt x="15480" y="43665"/>
                  </a:lnTo>
                  <a:lnTo>
                    <a:pt x="11705" y="52427"/>
                  </a:lnTo>
                  <a:lnTo>
                    <a:pt x="4068" y="51917"/>
                  </a:lnTo>
                  <a:lnTo>
                    <a:pt x="3438" y="49260"/>
                  </a:lnTo>
                  <a:lnTo>
                    <a:pt x="0" y="33739"/>
                  </a:lnTo>
                  <a:lnTo>
                    <a:pt x="4880" y="32094"/>
                  </a:lnTo>
                  <a:lnTo>
                    <a:pt x="5463" y="30921"/>
                  </a:lnTo>
                  <a:lnTo>
                    <a:pt x="5162" y="27916"/>
                  </a:lnTo>
                  <a:lnTo>
                    <a:pt x="6344" y="25146"/>
                  </a:lnTo>
                  <a:lnTo>
                    <a:pt x="10471" y="23370"/>
                  </a:lnTo>
                  <a:lnTo>
                    <a:pt x="11645" y="18480"/>
                  </a:lnTo>
                  <a:lnTo>
                    <a:pt x="11375" y="17267"/>
                  </a:lnTo>
                  <a:lnTo>
                    <a:pt x="18460" y="11315"/>
                  </a:lnTo>
                  <a:lnTo>
                    <a:pt x="19423" y="9130"/>
                  </a:lnTo>
                  <a:lnTo>
                    <a:pt x="19558" y="6198"/>
                  </a:lnTo>
                  <a:lnTo>
                    <a:pt x="17356" y="5819"/>
                  </a:lnTo>
                  <a:lnTo>
                    <a:pt x="17088" y="4955"/>
                  </a:lnTo>
                  <a:lnTo>
                    <a:pt x="17984" y="699"/>
                  </a:lnTo>
                  <a:lnTo>
                    <a:pt x="19584" y="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h2434"/>
            <p:cNvSpPr/>
            <p:nvPr/>
          </p:nvSpPr>
          <p:spPr>
            <a:xfrm>
              <a:off x="2738017" y="3024571"/>
              <a:ext cx="7922" cy="4050"/>
            </a:xfrm>
            <a:custGeom>
              <a:avLst/>
              <a:pathLst>
                <a:path w="7922" h="4050">
                  <a:moveTo>
                    <a:pt x="4030" y="342"/>
                  </a:moveTo>
                  <a:lnTo>
                    <a:pt x="5335" y="2766"/>
                  </a:lnTo>
                  <a:lnTo>
                    <a:pt x="7279" y="1437"/>
                  </a:lnTo>
                  <a:lnTo>
                    <a:pt x="7922" y="2464"/>
                  </a:lnTo>
                  <a:lnTo>
                    <a:pt x="4647" y="4050"/>
                  </a:lnTo>
                  <a:lnTo>
                    <a:pt x="0" y="2619"/>
                  </a:lnTo>
                  <a:lnTo>
                    <a:pt x="60" y="1409"/>
                  </a:lnTo>
                  <a:lnTo>
                    <a:pt x="166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h2435"/>
            <p:cNvSpPr/>
            <p:nvPr/>
          </p:nvSpPr>
          <p:spPr>
            <a:xfrm>
              <a:off x="2750428" y="2908748"/>
              <a:ext cx="10278" cy="13777"/>
            </a:xfrm>
            <a:custGeom>
              <a:avLst/>
              <a:pathLst>
                <a:path w="10278" h="13777">
                  <a:moveTo>
                    <a:pt x="10051" y="853"/>
                  </a:moveTo>
                  <a:lnTo>
                    <a:pt x="9382" y="702"/>
                  </a:lnTo>
                  <a:lnTo>
                    <a:pt x="5854" y="6940"/>
                  </a:lnTo>
                  <a:lnTo>
                    <a:pt x="6002" y="9231"/>
                  </a:lnTo>
                  <a:lnTo>
                    <a:pt x="6574" y="8466"/>
                  </a:lnTo>
                  <a:lnTo>
                    <a:pt x="8668" y="13181"/>
                  </a:lnTo>
                  <a:lnTo>
                    <a:pt x="6249" y="13777"/>
                  </a:lnTo>
                  <a:lnTo>
                    <a:pt x="2834" y="8303"/>
                  </a:lnTo>
                  <a:lnTo>
                    <a:pt x="867" y="6915"/>
                  </a:lnTo>
                  <a:lnTo>
                    <a:pt x="0" y="5843"/>
                  </a:lnTo>
                  <a:lnTo>
                    <a:pt x="205" y="4117"/>
                  </a:lnTo>
                  <a:lnTo>
                    <a:pt x="1991" y="4360"/>
                  </a:lnTo>
                  <a:lnTo>
                    <a:pt x="3809" y="2910"/>
                  </a:lnTo>
                  <a:lnTo>
                    <a:pt x="7889" y="1286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h2436"/>
            <p:cNvSpPr/>
            <p:nvPr/>
          </p:nvSpPr>
          <p:spPr>
            <a:xfrm>
              <a:off x="2752020" y="2966879"/>
              <a:ext cx="18605" cy="13481"/>
            </a:xfrm>
            <a:custGeom>
              <a:avLst/>
              <a:pathLst>
                <a:path w="18605" h="13481">
                  <a:moveTo>
                    <a:pt x="13095" y="17"/>
                  </a:moveTo>
                  <a:lnTo>
                    <a:pt x="6150" y="7321"/>
                  </a:lnTo>
                  <a:lnTo>
                    <a:pt x="10291" y="8514"/>
                  </a:lnTo>
                  <a:lnTo>
                    <a:pt x="16399" y="4871"/>
                  </a:lnTo>
                  <a:lnTo>
                    <a:pt x="15894" y="6064"/>
                  </a:lnTo>
                  <a:lnTo>
                    <a:pt x="18605" y="8027"/>
                  </a:lnTo>
                  <a:lnTo>
                    <a:pt x="17364" y="10076"/>
                  </a:lnTo>
                  <a:lnTo>
                    <a:pt x="14185" y="10354"/>
                  </a:lnTo>
                  <a:lnTo>
                    <a:pt x="12417" y="11239"/>
                  </a:lnTo>
                  <a:lnTo>
                    <a:pt x="12784" y="13481"/>
                  </a:lnTo>
                  <a:lnTo>
                    <a:pt x="10767" y="13095"/>
                  </a:lnTo>
                  <a:lnTo>
                    <a:pt x="6663" y="10829"/>
                  </a:lnTo>
                  <a:lnTo>
                    <a:pt x="5547" y="11616"/>
                  </a:lnTo>
                  <a:lnTo>
                    <a:pt x="1565" y="12719"/>
                  </a:lnTo>
                  <a:lnTo>
                    <a:pt x="664" y="11514"/>
                  </a:lnTo>
                  <a:lnTo>
                    <a:pt x="0" y="8286"/>
                  </a:lnTo>
                  <a:lnTo>
                    <a:pt x="6326" y="1585"/>
                  </a:lnTo>
                  <a:lnTo>
                    <a:pt x="1079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h2437"/>
            <p:cNvSpPr/>
            <p:nvPr/>
          </p:nvSpPr>
          <p:spPr>
            <a:xfrm>
              <a:off x="2674497" y="2749029"/>
              <a:ext cx="43408" cy="48705"/>
            </a:xfrm>
            <a:custGeom>
              <a:avLst/>
              <a:pathLst>
                <a:path w="43408" h="48705">
                  <a:moveTo>
                    <a:pt x="16060" y="280"/>
                  </a:moveTo>
                  <a:lnTo>
                    <a:pt x="18208" y="2675"/>
                  </a:lnTo>
                  <a:lnTo>
                    <a:pt x="20802" y="2922"/>
                  </a:lnTo>
                  <a:lnTo>
                    <a:pt x="21570" y="1720"/>
                  </a:lnTo>
                  <a:lnTo>
                    <a:pt x="23764" y="2400"/>
                  </a:lnTo>
                  <a:lnTo>
                    <a:pt x="25819" y="4601"/>
                  </a:lnTo>
                  <a:lnTo>
                    <a:pt x="35930" y="26138"/>
                  </a:lnTo>
                  <a:lnTo>
                    <a:pt x="42121" y="35886"/>
                  </a:lnTo>
                  <a:lnTo>
                    <a:pt x="43408" y="39933"/>
                  </a:lnTo>
                  <a:lnTo>
                    <a:pt x="41509" y="41930"/>
                  </a:lnTo>
                  <a:lnTo>
                    <a:pt x="39218" y="42207"/>
                  </a:lnTo>
                  <a:lnTo>
                    <a:pt x="37589" y="39769"/>
                  </a:lnTo>
                  <a:lnTo>
                    <a:pt x="33704" y="39629"/>
                  </a:lnTo>
                  <a:lnTo>
                    <a:pt x="32331" y="40769"/>
                  </a:lnTo>
                  <a:lnTo>
                    <a:pt x="31745" y="43019"/>
                  </a:lnTo>
                  <a:lnTo>
                    <a:pt x="29367" y="46740"/>
                  </a:lnTo>
                  <a:lnTo>
                    <a:pt x="27172" y="47780"/>
                  </a:lnTo>
                  <a:lnTo>
                    <a:pt x="24365" y="47484"/>
                  </a:lnTo>
                  <a:lnTo>
                    <a:pt x="22665" y="48705"/>
                  </a:lnTo>
                  <a:lnTo>
                    <a:pt x="22320" y="47370"/>
                  </a:lnTo>
                  <a:lnTo>
                    <a:pt x="18515" y="46777"/>
                  </a:lnTo>
                  <a:lnTo>
                    <a:pt x="16621" y="45094"/>
                  </a:lnTo>
                  <a:lnTo>
                    <a:pt x="12065" y="38127"/>
                  </a:lnTo>
                  <a:lnTo>
                    <a:pt x="12301" y="36661"/>
                  </a:lnTo>
                  <a:lnTo>
                    <a:pt x="14095" y="35538"/>
                  </a:lnTo>
                  <a:lnTo>
                    <a:pt x="16116" y="36862"/>
                  </a:lnTo>
                  <a:lnTo>
                    <a:pt x="16399" y="34443"/>
                  </a:lnTo>
                  <a:lnTo>
                    <a:pt x="14995" y="32912"/>
                  </a:lnTo>
                  <a:lnTo>
                    <a:pt x="12793" y="32403"/>
                  </a:lnTo>
                  <a:lnTo>
                    <a:pt x="12376" y="35525"/>
                  </a:lnTo>
                  <a:lnTo>
                    <a:pt x="10834" y="34365"/>
                  </a:lnTo>
                  <a:lnTo>
                    <a:pt x="11399" y="24652"/>
                  </a:lnTo>
                  <a:lnTo>
                    <a:pt x="8087" y="22197"/>
                  </a:lnTo>
                  <a:lnTo>
                    <a:pt x="3308" y="22868"/>
                  </a:lnTo>
                  <a:lnTo>
                    <a:pt x="883" y="20369"/>
                  </a:lnTo>
                  <a:lnTo>
                    <a:pt x="0" y="17586"/>
                  </a:lnTo>
                  <a:lnTo>
                    <a:pt x="5967" y="10588"/>
                  </a:lnTo>
                  <a:lnTo>
                    <a:pt x="6565" y="8496"/>
                  </a:lnTo>
                  <a:lnTo>
                    <a:pt x="10056" y="7907"/>
                  </a:lnTo>
                  <a:lnTo>
                    <a:pt x="9232" y="4562"/>
                  </a:lnTo>
                  <a:lnTo>
                    <a:pt x="8305" y="3847"/>
                  </a:lnTo>
                  <a:lnTo>
                    <a:pt x="7181" y="4506"/>
                  </a:lnTo>
                  <a:lnTo>
                    <a:pt x="4415" y="4356"/>
                  </a:lnTo>
                  <a:lnTo>
                    <a:pt x="4603" y="3423"/>
                  </a:lnTo>
                  <a:lnTo>
                    <a:pt x="6350" y="2175"/>
                  </a:lnTo>
                  <a:lnTo>
                    <a:pt x="1418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h2438"/>
            <p:cNvSpPr/>
            <p:nvPr/>
          </p:nvSpPr>
          <p:spPr>
            <a:xfrm>
              <a:off x="2875920" y="3086219"/>
              <a:ext cx="9251" cy="14107"/>
            </a:xfrm>
            <a:custGeom>
              <a:avLst/>
              <a:pathLst>
                <a:path w="9251" h="14107">
                  <a:moveTo>
                    <a:pt x="3545" y="0"/>
                  </a:moveTo>
                  <a:lnTo>
                    <a:pt x="8782" y="5217"/>
                  </a:lnTo>
                  <a:lnTo>
                    <a:pt x="9251" y="7807"/>
                  </a:lnTo>
                  <a:lnTo>
                    <a:pt x="6944" y="8604"/>
                  </a:lnTo>
                  <a:lnTo>
                    <a:pt x="8502" y="12863"/>
                  </a:lnTo>
                  <a:lnTo>
                    <a:pt x="8360" y="14107"/>
                  </a:lnTo>
                  <a:lnTo>
                    <a:pt x="2499" y="13772"/>
                  </a:lnTo>
                  <a:lnTo>
                    <a:pt x="1074" y="9610"/>
                  </a:lnTo>
                  <a:lnTo>
                    <a:pt x="1329" y="7939"/>
                  </a:lnTo>
                  <a:lnTo>
                    <a:pt x="3684" y="7432"/>
                  </a:lnTo>
                  <a:lnTo>
                    <a:pt x="4903" y="6256"/>
                  </a:lnTo>
                  <a:lnTo>
                    <a:pt x="3068" y="3245"/>
                  </a:lnTo>
                  <a:lnTo>
                    <a:pt x="0" y="612"/>
                  </a:lnTo>
                  <a:lnTo>
                    <a:pt x="861" y="120"/>
                  </a:lnTo>
                  <a:lnTo>
                    <a:pt x="2109" y="137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h2439"/>
            <p:cNvSpPr/>
            <p:nvPr/>
          </p:nvSpPr>
          <p:spPr>
            <a:xfrm>
              <a:off x="2616003" y="2726053"/>
              <a:ext cx="20994" cy="23636"/>
            </a:xfrm>
            <a:custGeom>
              <a:avLst/>
              <a:pathLst>
                <a:path w="20994" h="23636">
                  <a:moveTo>
                    <a:pt x="5543" y="0"/>
                  </a:moveTo>
                  <a:lnTo>
                    <a:pt x="7456" y="1098"/>
                  </a:lnTo>
                  <a:lnTo>
                    <a:pt x="8158" y="2708"/>
                  </a:lnTo>
                  <a:lnTo>
                    <a:pt x="10090" y="2188"/>
                  </a:lnTo>
                  <a:lnTo>
                    <a:pt x="11670" y="3601"/>
                  </a:lnTo>
                  <a:lnTo>
                    <a:pt x="13037" y="11756"/>
                  </a:lnTo>
                  <a:lnTo>
                    <a:pt x="16054" y="11888"/>
                  </a:lnTo>
                  <a:lnTo>
                    <a:pt x="20013" y="13379"/>
                  </a:lnTo>
                  <a:lnTo>
                    <a:pt x="20994" y="15321"/>
                  </a:lnTo>
                  <a:lnTo>
                    <a:pt x="20798" y="16417"/>
                  </a:lnTo>
                  <a:lnTo>
                    <a:pt x="19878" y="16888"/>
                  </a:lnTo>
                  <a:lnTo>
                    <a:pt x="17414" y="16110"/>
                  </a:lnTo>
                  <a:lnTo>
                    <a:pt x="17498" y="19031"/>
                  </a:lnTo>
                  <a:lnTo>
                    <a:pt x="17219" y="19700"/>
                  </a:lnTo>
                  <a:lnTo>
                    <a:pt x="17074" y="20905"/>
                  </a:lnTo>
                  <a:lnTo>
                    <a:pt x="11945" y="23636"/>
                  </a:lnTo>
                  <a:lnTo>
                    <a:pt x="8428" y="22720"/>
                  </a:lnTo>
                  <a:lnTo>
                    <a:pt x="9270" y="21041"/>
                  </a:lnTo>
                  <a:lnTo>
                    <a:pt x="9099" y="19837"/>
                  </a:lnTo>
                  <a:lnTo>
                    <a:pt x="4157" y="13131"/>
                  </a:lnTo>
                  <a:lnTo>
                    <a:pt x="0" y="12491"/>
                  </a:lnTo>
                  <a:lnTo>
                    <a:pt x="2734" y="9027"/>
                  </a:lnTo>
                  <a:lnTo>
                    <a:pt x="5424" y="8852"/>
                  </a:lnTo>
                  <a:lnTo>
                    <a:pt x="5757" y="6978"/>
                  </a:lnTo>
                  <a:lnTo>
                    <a:pt x="4769" y="133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h2440"/>
            <p:cNvSpPr/>
            <p:nvPr/>
          </p:nvSpPr>
          <p:spPr>
            <a:xfrm>
              <a:off x="2806557" y="2939773"/>
              <a:ext cx="19317" cy="12635"/>
            </a:xfrm>
            <a:custGeom>
              <a:avLst/>
              <a:pathLst>
                <a:path w="19317" h="12635">
                  <a:moveTo>
                    <a:pt x="18702" y="1904"/>
                  </a:moveTo>
                  <a:lnTo>
                    <a:pt x="19317" y="4041"/>
                  </a:lnTo>
                  <a:lnTo>
                    <a:pt x="18157" y="5278"/>
                  </a:lnTo>
                  <a:lnTo>
                    <a:pt x="18069" y="9865"/>
                  </a:lnTo>
                  <a:lnTo>
                    <a:pt x="16948" y="11799"/>
                  </a:lnTo>
                  <a:lnTo>
                    <a:pt x="14588" y="12250"/>
                  </a:lnTo>
                  <a:lnTo>
                    <a:pt x="11881" y="11734"/>
                  </a:lnTo>
                  <a:lnTo>
                    <a:pt x="2065" y="12635"/>
                  </a:lnTo>
                  <a:lnTo>
                    <a:pt x="0" y="7718"/>
                  </a:lnTo>
                  <a:lnTo>
                    <a:pt x="2197" y="5327"/>
                  </a:lnTo>
                  <a:lnTo>
                    <a:pt x="10817" y="3645"/>
                  </a:lnTo>
                  <a:lnTo>
                    <a:pt x="1673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h2441"/>
            <p:cNvSpPr/>
            <p:nvPr/>
          </p:nvSpPr>
          <p:spPr>
            <a:xfrm>
              <a:off x="2728226" y="2947047"/>
              <a:ext cx="23540" cy="21376"/>
            </a:xfrm>
            <a:custGeom>
              <a:avLst/>
              <a:pathLst>
                <a:path w="23540" h="21376">
                  <a:moveTo>
                    <a:pt x="2962" y="2028"/>
                  </a:moveTo>
                  <a:lnTo>
                    <a:pt x="4612" y="5007"/>
                  </a:lnTo>
                  <a:lnTo>
                    <a:pt x="9149" y="4790"/>
                  </a:lnTo>
                  <a:lnTo>
                    <a:pt x="13398" y="7982"/>
                  </a:lnTo>
                  <a:lnTo>
                    <a:pt x="16434" y="8271"/>
                  </a:lnTo>
                  <a:lnTo>
                    <a:pt x="16776" y="8959"/>
                  </a:lnTo>
                  <a:lnTo>
                    <a:pt x="16045" y="12912"/>
                  </a:lnTo>
                  <a:lnTo>
                    <a:pt x="16220" y="14892"/>
                  </a:lnTo>
                  <a:lnTo>
                    <a:pt x="17457" y="16906"/>
                  </a:lnTo>
                  <a:lnTo>
                    <a:pt x="23540" y="20157"/>
                  </a:lnTo>
                  <a:lnTo>
                    <a:pt x="21969" y="21376"/>
                  </a:lnTo>
                  <a:lnTo>
                    <a:pt x="21301" y="20715"/>
                  </a:lnTo>
                  <a:lnTo>
                    <a:pt x="18510" y="19915"/>
                  </a:lnTo>
                  <a:lnTo>
                    <a:pt x="15038" y="16701"/>
                  </a:lnTo>
                  <a:lnTo>
                    <a:pt x="11996" y="17191"/>
                  </a:lnTo>
                  <a:lnTo>
                    <a:pt x="8586" y="18954"/>
                  </a:lnTo>
                  <a:lnTo>
                    <a:pt x="5611" y="18501"/>
                  </a:lnTo>
                  <a:lnTo>
                    <a:pt x="4719" y="16885"/>
                  </a:lnTo>
                  <a:lnTo>
                    <a:pt x="3406" y="17222"/>
                  </a:lnTo>
                  <a:lnTo>
                    <a:pt x="5678" y="10548"/>
                  </a:lnTo>
                  <a:lnTo>
                    <a:pt x="2910" y="7646"/>
                  </a:lnTo>
                  <a:lnTo>
                    <a:pt x="923" y="7288"/>
                  </a:lnTo>
                  <a:lnTo>
                    <a:pt x="0" y="5041"/>
                  </a:lnTo>
                  <a:lnTo>
                    <a:pt x="973" y="845"/>
                  </a:lnTo>
                  <a:lnTo>
                    <a:pt x="215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h2442"/>
            <p:cNvSpPr/>
            <p:nvPr/>
          </p:nvSpPr>
          <p:spPr>
            <a:xfrm>
              <a:off x="2770856" y="2862933"/>
              <a:ext cx="28350" cy="38458"/>
            </a:xfrm>
            <a:custGeom>
              <a:avLst/>
              <a:pathLst>
                <a:path w="28350" h="38458">
                  <a:moveTo>
                    <a:pt x="22622" y="17648"/>
                  </a:moveTo>
                  <a:lnTo>
                    <a:pt x="23882" y="21457"/>
                  </a:lnTo>
                  <a:lnTo>
                    <a:pt x="28350" y="26862"/>
                  </a:lnTo>
                  <a:lnTo>
                    <a:pt x="27460" y="33881"/>
                  </a:lnTo>
                  <a:lnTo>
                    <a:pt x="25241" y="38458"/>
                  </a:lnTo>
                  <a:lnTo>
                    <a:pt x="17665" y="34498"/>
                  </a:lnTo>
                  <a:lnTo>
                    <a:pt x="14584" y="31242"/>
                  </a:lnTo>
                  <a:lnTo>
                    <a:pt x="14491" y="30016"/>
                  </a:lnTo>
                  <a:lnTo>
                    <a:pt x="15748" y="25296"/>
                  </a:lnTo>
                  <a:lnTo>
                    <a:pt x="14690" y="19515"/>
                  </a:lnTo>
                  <a:lnTo>
                    <a:pt x="12768" y="18699"/>
                  </a:lnTo>
                  <a:lnTo>
                    <a:pt x="8422" y="22212"/>
                  </a:lnTo>
                  <a:lnTo>
                    <a:pt x="5773" y="21692"/>
                  </a:lnTo>
                  <a:lnTo>
                    <a:pt x="5263" y="21029"/>
                  </a:lnTo>
                  <a:lnTo>
                    <a:pt x="2952" y="22822"/>
                  </a:lnTo>
                  <a:lnTo>
                    <a:pt x="0" y="20891"/>
                  </a:lnTo>
                  <a:lnTo>
                    <a:pt x="1466" y="18972"/>
                  </a:lnTo>
                  <a:lnTo>
                    <a:pt x="1724" y="17454"/>
                  </a:lnTo>
                  <a:lnTo>
                    <a:pt x="1193" y="16682"/>
                  </a:lnTo>
                  <a:lnTo>
                    <a:pt x="4210" y="15918"/>
                  </a:lnTo>
                  <a:lnTo>
                    <a:pt x="10277" y="8769"/>
                  </a:lnTo>
                  <a:lnTo>
                    <a:pt x="6061" y="1025"/>
                  </a:lnTo>
                  <a:lnTo>
                    <a:pt x="716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h2443"/>
            <p:cNvSpPr/>
            <p:nvPr/>
          </p:nvSpPr>
          <p:spPr>
            <a:xfrm>
              <a:off x="2717706" y="2920887"/>
              <a:ext cx="12329" cy="8255"/>
            </a:xfrm>
            <a:custGeom>
              <a:avLst/>
              <a:pathLst>
                <a:path w="12329" h="8255">
                  <a:moveTo>
                    <a:pt x="7153" y="940"/>
                  </a:moveTo>
                  <a:lnTo>
                    <a:pt x="12329" y="4575"/>
                  </a:lnTo>
                  <a:lnTo>
                    <a:pt x="10637" y="8255"/>
                  </a:lnTo>
                  <a:lnTo>
                    <a:pt x="10210" y="6328"/>
                  </a:lnTo>
                  <a:lnTo>
                    <a:pt x="8942" y="6717"/>
                  </a:lnTo>
                  <a:lnTo>
                    <a:pt x="2549" y="6039"/>
                  </a:lnTo>
                  <a:lnTo>
                    <a:pt x="2658" y="3626"/>
                  </a:lnTo>
                  <a:lnTo>
                    <a:pt x="1371" y="3005"/>
                  </a:lnTo>
                  <a:lnTo>
                    <a:pt x="0" y="961"/>
                  </a:lnTo>
                  <a:lnTo>
                    <a:pt x="29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h2444"/>
            <p:cNvSpPr/>
            <p:nvPr/>
          </p:nvSpPr>
          <p:spPr>
            <a:xfrm>
              <a:off x="2785624" y="3013665"/>
              <a:ext cx="25749" cy="15408"/>
            </a:xfrm>
            <a:custGeom>
              <a:avLst/>
              <a:pathLst>
                <a:path w="25749" h="15408">
                  <a:moveTo>
                    <a:pt x="15264" y="424"/>
                  </a:moveTo>
                  <a:lnTo>
                    <a:pt x="18194" y="2340"/>
                  </a:lnTo>
                  <a:lnTo>
                    <a:pt x="22922" y="5441"/>
                  </a:lnTo>
                  <a:lnTo>
                    <a:pt x="24685" y="7751"/>
                  </a:lnTo>
                  <a:lnTo>
                    <a:pt x="25749" y="10827"/>
                  </a:lnTo>
                  <a:lnTo>
                    <a:pt x="24754" y="12521"/>
                  </a:lnTo>
                  <a:lnTo>
                    <a:pt x="21975" y="12908"/>
                  </a:lnTo>
                  <a:lnTo>
                    <a:pt x="21255" y="14233"/>
                  </a:lnTo>
                  <a:lnTo>
                    <a:pt x="19058" y="15408"/>
                  </a:lnTo>
                  <a:lnTo>
                    <a:pt x="3996" y="14361"/>
                  </a:lnTo>
                  <a:lnTo>
                    <a:pt x="978" y="13352"/>
                  </a:lnTo>
                  <a:lnTo>
                    <a:pt x="0" y="4360"/>
                  </a:lnTo>
                  <a:lnTo>
                    <a:pt x="5318" y="4729"/>
                  </a:lnTo>
                  <a:lnTo>
                    <a:pt x="5575" y="2672"/>
                  </a:lnTo>
                  <a:lnTo>
                    <a:pt x="4938" y="1732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h2445"/>
            <p:cNvSpPr/>
            <p:nvPr/>
          </p:nvSpPr>
          <p:spPr>
            <a:xfrm>
              <a:off x="2725505" y="3042450"/>
              <a:ext cx="11362" cy="8383"/>
            </a:xfrm>
            <a:custGeom>
              <a:avLst/>
              <a:pathLst>
                <a:path w="11362" h="8383">
                  <a:moveTo>
                    <a:pt x="10457" y="1827"/>
                  </a:moveTo>
                  <a:lnTo>
                    <a:pt x="11362" y="3475"/>
                  </a:lnTo>
                  <a:lnTo>
                    <a:pt x="9746" y="8383"/>
                  </a:lnTo>
                  <a:lnTo>
                    <a:pt x="6002" y="6133"/>
                  </a:lnTo>
                  <a:lnTo>
                    <a:pt x="1340" y="4823"/>
                  </a:lnTo>
                  <a:lnTo>
                    <a:pt x="0" y="3283"/>
                  </a:lnTo>
                  <a:lnTo>
                    <a:pt x="2046" y="3812"/>
                  </a:lnTo>
                  <a:lnTo>
                    <a:pt x="6981" y="1261"/>
                  </a:lnTo>
                  <a:lnTo>
                    <a:pt x="7947" y="333"/>
                  </a:lnTo>
                  <a:lnTo>
                    <a:pt x="758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h2446"/>
            <p:cNvSpPr/>
            <p:nvPr/>
          </p:nvSpPr>
          <p:spPr>
            <a:xfrm>
              <a:off x="3019236" y="3112865"/>
              <a:ext cx="8028" cy="5573"/>
            </a:xfrm>
            <a:custGeom>
              <a:avLst/>
              <a:pathLst>
                <a:path w="8028" h="5573">
                  <a:moveTo>
                    <a:pt x="6413" y="506"/>
                  </a:moveTo>
                  <a:lnTo>
                    <a:pt x="6559" y="526"/>
                  </a:lnTo>
                  <a:lnTo>
                    <a:pt x="6702" y="545"/>
                  </a:lnTo>
                  <a:lnTo>
                    <a:pt x="7276" y="2784"/>
                  </a:lnTo>
                  <a:lnTo>
                    <a:pt x="8028" y="3748"/>
                  </a:lnTo>
                  <a:lnTo>
                    <a:pt x="6419" y="5573"/>
                  </a:lnTo>
                  <a:lnTo>
                    <a:pt x="598" y="2010"/>
                  </a:lnTo>
                  <a:lnTo>
                    <a:pt x="0" y="1250"/>
                  </a:lnTo>
                  <a:lnTo>
                    <a:pt x="245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h2447"/>
            <p:cNvSpPr/>
            <p:nvPr/>
          </p:nvSpPr>
          <p:spPr>
            <a:xfrm>
              <a:off x="3047154" y="3096440"/>
              <a:ext cx="9301" cy="7606"/>
            </a:xfrm>
            <a:custGeom>
              <a:avLst/>
              <a:pathLst>
                <a:path w="9301" h="7606">
                  <a:moveTo>
                    <a:pt x="6746" y="1527"/>
                  </a:moveTo>
                  <a:lnTo>
                    <a:pt x="9301" y="3934"/>
                  </a:lnTo>
                  <a:lnTo>
                    <a:pt x="2066" y="7606"/>
                  </a:lnTo>
                  <a:lnTo>
                    <a:pt x="508" y="5421"/>
                  </a:lnTo>
                  <a:lnTo>
                    <a:pt x="1302" y="37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h2448"/>
            <p:cNvSpPr/>
            <p:nvPr/>
          </p:nvSpPr>
          <p:spPr>
            <a:xfrm>
              <a:off x="3014542" y="3171803"/>
              <a:ext cx="94899" cy="35671"/>
            </a:xfrm>
            <a:custGeom>
              <a:avLst/>
              <a:pathLst>
                <a:path w="94899" h="35671">
                  <a:moveTo>
                    <a:pt x="22089" y="984"/>
                  </a:moveTo>
                  <a:lnTo>
                    <a:pt x="35784" y="1712"/>
                  </a:lnTo>
                  <a:lnTo>
                    <a:pt x="35702" y="4762"/>
                  </a:lnTo>
                  <a:lnTo>
                    <a:pt x="44426" y="1329"/>
                  </a:lnTo>
                  <a:lnTo>
                    <a:pt x="45172" y="3064"/>
                  </a:lnTo>
                  <a:lnTo>
                    <a:pt x="42690" y="4450"/>
                  </a:lnTo>
                  <a:lnTo>
                    <a:pt x="44332" y="7081"/>
                  </a:lnTo>
                  <a:lnTo>
                    <a:pt x="45576" y="7727"/>
                  </a:lnTo>
                  <a:lnTo>
                    <a:pt x="56293" y="6687"/>
                  </a:lnTo>
                  <a:lnTo>
                    <a:pt x="61351" y="16508"/>
                  </a:lnTo>
                  <a:lnTo>
                    <a:pt x="62228" y="15618"/>
                  </a:lnTo>
                  <a:lnTo>
                    <a:pt x="65556" y="13559"/>
                  </a:lnTo>
                  <a:lnTo>
                    <a:pt x="71288" y="12482"/>
                  </a:lnTo>
                  <a:lnTo>
                    <a:pt x="80883" y="12570"/>
                  </a:lnTo>
                  <a:lnTo>
                    <a:pt x="82159" y="14386"/>
                  </a:lnTo>
                  <a:lnTo>
                    <a:pt x="88626" y="14049"/>
                  </a:lnTo>
                  <a:lnTo>
                    <a:pt x="94899" y="16583"/>
                  </a:lnTo>
                  <a:lnTo>
                    <a:pt x="94278" y="18907"/>
                  </a:lnTo>
                  <a:lnTo>
                    <a:pt x="94741" y="28626"/>
                  </a:lnTo>
                  <a:lnTo>
                    <a:pt x="86699" y="29135"/>
                  </a:lnTo>
                  <a:lnTo>
                    <a:pt x="86832" y="30984"/>
                  </a:lnTo>
                  <a:lnTo>
                    <a:pt x="76684" y="31495"/>
                  </a:lnTo>
                  <a:lnTo>
                    <a:pt x="77234" y="32133"/>
                  </a:lnTo>
                  <a:lnTo>
                    <a:pt x="77211" y="35671"/>
                  </a:lnTo>
                  <a:lnTo>
                    <a:pt x="1717" y="35451"/>
                  </a:lnTo>
                  <a:lnTo>
                    <a:pt x="179" y="32571"/>
                  </a:lnTo>
                  <a:lnTo>
                    <a:pt x="0" y="24104"/>
                  </a:lnTo>
                  <a:lnTo>
                    <a:pt x="2938" y="22464"/>
                  </a:lnTo>
                  <a:lnTo>
                    <a:pt x="6077" y="22045"/>
                  </a:lnTo>
                  <a:lnTo>
                    <a:pt x="6207" y="17100"/>
                  </a:lnTo>
                  <a:lnTo>
                    <a:pt x="11076" y="17386"/>
                  </a:lnTo>
                  <a:lnTo>
                    <a:pt x="12866" y="18690"/>
                  </a:lnTo>
                  <a:lnTo>
                    <a:pt x="12795" y="11715"/>
                  </a:lnTo>
                  <a:lnTo>
                    <a:pt x="16122" y="12507"/>
                  </a:lnTo>
                  <a:lnTo>
                    <a:pt x="18250" y="3093"/>
                  </a:lnTo>
                  <a:lnTo>
                    <a:pt x="1987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h2449"/>
            <p:cNvSpPr/>
            <p:nvPr/>
          </p:nvSpPr>
          <p:spPr>
            <a:xfrm>
              <a:off x="2742514" y="2847749"/>
              <a:ext cx="27273" cy="19214"/>
            </a:xfrm>
            <a:custGeom>
              <a:avLst/>
              <a:pathLst>
                <a:path w="27273" h="19214">
                  <a:moveTo>
                    <a:pt x="12491" y="327"/>
                  </a:moveTo>
                  <a:lnTo>
                    <a:pt x="16198" y="1230"/>
                  </a:lnTo>
                  <a:lnTo>
                    <a:pt x="23131" y="5337"/>
                  </a:lnTo>
                  <a:lnTo>
                    <a:pt x="26169" y="5418"/>
                  </a:lnTo>
                  <a:lnTo>
                    <a:pt x="27273" y="7657"/>
                  </a:lnTo>
                  <a:lnTo>
                    <a:pt x="26540" y="9526"/>
                  </a:lnTo>
                  <a:lnTo>
                    <a:pt x="19192" y="13456"/>
                  </a:lnTo>
                  <a:lnTo>
                    <a:pt x="15569" y="18460"/>
                  </a:lnTo>
                  <a:lnTo>
                    <a:pt x="15576" y="17761"/>
                  </a:lnTo>
                  <a:lnTo>
                    <a:pt x="14071" y="16605"/>
                  </a:lnTo>
                  <a:lnTo>
                    <a:pt x="11469" y="17373"/>
                  </a:lnTo>
                  <a:lnTo>
                    <a:pt x="10076" y="19214"/>
                  </a:lnTo>
                  <a:lnTo>
                    <a:pt x="8910" y="18770"/>
                  </a:lnTo>
                  <a:lnTo>
                    <a:pt x="8489" y="17592"/>
                  </a:lnTo>
                  <a:lnTo>
                    <a:pt x="7369" y="17143"/>
                  </a:lnTo>
                  <a:lnTo>
                    <a:pt x="4072" y="17597"/>
                  </a:lnTo>
                  <a:lnTo>
                    <a:pt x="662" y="12859"/>
                  </a:lnTo>
                  <a:lnTo>
                    <a:pt x="0" y="9469"/>
                  </a:lnTo>
                  <a:lnTo>
                    <a:pt x="1940" y="5232"/>
                  </a:lnTo>
                  <a:lnTo>
                    <a:pt x="817" y="2318"/>
                  </a:lnTo>
                  <a:lnTo>
                    <a:pt x="919" y="627"/>
                  </a:lnTo>
                  <a:lnTo>
                    <a:pt x="2063" y="0"/>
                  </a:lnTo>
                  <a:lnTo>
                    <a:pt x="4500" y="114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h2450"/>
            <p:cNvSpPr/>
            <p:nvPr/>
          </p:nvSpPr>
          <p:spPr>
            <a:xfrm>
              <a:off x="2894966" y="3144839"/>
              <a:ext cx="30819" cy="26844"/>
            </a:xfrm>
            <a:custGeom>
              <a:avLst/>
              <a:pathLst>
                <a:path w="30819" h="26844">
                  <a:moveTo>
                    <a:pt x="17344" y="7662"/>
                  </a:moveTo>
                  <a:lnTo>
                    <a:pt x="23372" y="11483"/>
                  </a:lnTo>
                  <a:lnTo>
                    <a:pt x="26704" y="12151"/>
                  </a:lnTo>
                  <a:lnTo>
                    <a:pt x="29321" y="11408"/>
                  </a:lnTo>
                  <a:lnTo>
                    <a:pt x="30819" y="13693"/>
                  </a:lnTo>
                  <a:lnTo>
                    <a:pt x="24637" y="17666"/>
                  </a:lnTo>
                  <a:lnTo>
                    <a:pt x="26264" y="21212"/>
                  </a:lnTo>
                  <a:lnTo>
                    <a:pt x="28967" y="20631"/>
                  </a:lnTo>
                  <a:lnTo>
                    <a:pt x="24216" y="23517"/>
                  </a:lnTo>
                  <a:lnTo>
                    <a:pt x="22680" y="25229"/>
                  </a:lnTo>
                  <a:lnTo>
                    <a:pt x="16831" y="23823"/>
                  </a:lnTo>
                  <a:lnTo>
                    <a:pt x="15583" y="24948"/>
                  </a:lnTo>
                  <a:lnTo>
                    <a:pt x="9018" y="26844"/>
                  </a:lnTo>
                  <a:lnTo>
                    <a:pt x="7196" y="25347"/>
                  </a:lnTo>
                  <a:lnTo>
                    <a:pt x="6712" y="22596"/>
                  </a:lnTo>
                  <a:lnTo>
                    <a:pt x="5174" y="20557"/>
                  </a:lnTo>
                  <a:lnTo>
                    <a:pt x="0" y="18083"/>
                  </a:lnTo>
                  <a:lnTo>
                    <a:pt x="851" y="15560"/>
                  </a:lnTo>
                  <a:lnTo>
                    <a:pt x="1391" y="9655"/>
                  </a:lnTo>
                  <a:lnTo>
                    <a:pt x="2898" y="6732"/>
                  </a:lnTo>
                  <a:lnTo>
                    <a:pt x="4716" y="4228"/>
                  </a:lnTo>
                  <a:lnTo>
                    <a:pt x="1011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h2451"/>
            <p:cNvSpPr/>
            <p:nvPr/>
          </p:nvSpPr>
          <p:spPr>
            <a:xfrm>
              <a:off x="2666005" y="2856270"/>
              <a:ext cx="11068" cy="8058"/>
            </a:xfrm>
            <a:custGeom>
              <a:avLst/>
              <a:pathLst>
                <a:path w="11068" h="8058">
                  <a:moveTo>
                    <a:pt x="7366" y="3990"/>
                  </a:moveTo>
                  <a:lnTo>
                    <a:pt x="8647" y="3950"/>
                  </a:lnTo>
                  <a:lnTo>
                    <a:pt x="10008" y="2560"/>
                  </a:lnTo>
                  <a:lnTo>
                    <a:pt x="11068" y="5573"/>
                  </a:lnTo>
                  <a:lnTo>
                    <a:pt x="8999" y="8058"/>
                  </a:lnTo>
                  <a:lnTo>
                    <a:pt x="7457" y="7137"/>
                  </a:lnTo>
                  <a:lnTo>
                    <a:pt x="3822" y="7347"/>
                  </a:lnTo>
                  <a:lnTo>
                    <a:pt x="1984" y="6242"/>
                  </a:lnTo>
                  <a:lnTo>
                    <a:pt x="521" y="4061"/>
                  </a:lnTo>
                  <a:lnTo>
                    <a:pt x="0" y="2794"/>
                  </a:lnTo>
                  <a:lnTo>
                    <a:pt x="3232" y="492"/>
                  </a:lnTo>
                  <a:lnTo>
                    <a:pt x="3086" y="0"/>
                  </a:lnTo>
                  <a:lnTo>
                    <a:pt x="5088" y="20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h2452"/>
            <p:cNvSpPr/>
            <p:nvPr/>
          </p:nvSpPr>
          <p:spPr>
            <a:xfrm>
              <a:off x="2930034" y="3027809"/>
              <a:ext cx="42946" cy="59907"/>
            </a:xfrm>
            <a:custGeom>
              <a:avLst/>
              <a:pathLst>
                <a:path w="42946" h="59907">
                  <a:moveTo>
                    <a:pt x="19608" y="1156"/>
                  </a:moveTo>
                  <a:lnTo>
                    <a:pt x="27143" y="972"/>
                  </a:lnTo>
                  <a:lnTo>
                    <a:pt x="31477" y="3346"/>
                  </a:lnTo>
                  <a:lnTo>
                    <a:pt x="42946" y="12468"/>
                  </a:lnTo>
                  <a:lnTo>
                    <a:pt x="33848" y="19863"/>
                  </a:lnTo>
                  <a:lnTo>
                    <a:pt x="34047" y="20955"/>
                  </a:lnTo>
                  <a:lnTo>
                    <a:pt x="37044" y="20599"/>
                  </a:lnTo>
                  <a:lnTo>
                    <a:pt x="38981" y="21218"/>
                  </a:lnTo>
                  <a:lnTo>
                    <a:pt x="40606" y="23617"/>
                  </a:lnTo>
                  <a:lnTo>
                    <a:pt x="40089" y="25017"/>
                  </a:lnTo>
                  <a:lnTo>
                    <a:pt x="37586" y="25956"/>
                  </a:lnTo>
                  <a:lnTo>
                    <a:pt x="35420" y="25247"/>
                  </a:lnTo>
                  <a:lnTo>
                    <a:pt x="31987" y="25871"/>
                  </a:lnTo>
                  <a:lnTo>
                    <a:pt x="32321" y="27353"/>
                  </a:lnTo>
                  <a:lnTo>
                    <a:pt x="33725" y="28301"/>
                  </a:lnTo>
                  <a:lnTo>
                    <a:pt x="34679" y="31197"/>
                  </a:lnTo>
                  <a:lnTo>
                    <a:pt x="32279" y="38220"/>
                  </a:lnTo>
                  <a:lnTo>
                    <a:pt x="33269" y="46506"/>
                  </a:lnTo>
                  <a:lnTo>
                    <a:pt x="31916" y="48329"/>
                  </a:lnTo>
                  <a:lnTo>
                    <a:pt x="25174" y="54053"/>
                  </a:lnTo>
                  <a:lnTo>
                    <a:pt x="26985" y="54793"/>
                  </a:lnTo>
                  <a:lnTo>
                    <a:pt x="26149" y="56445"/>
                  </a:lnTo>
                  <a:lnTo>
                    <a:pt x="24365" y="57560"/>
                  </a:lnTo>
                  <a:lnTo>
                    <a:pt x="20695" y="56174"/>
                  </a:lnTo>
                  <a:lnTo>
                    <a:pt x="17523" y="56067"/>
                  </a:lnTo>
                  <a:lnTo>
                    <a:pt x="18462" y="59330"/>
                  </a:lnTo>
                  <a:lnTo>
                    <a:pt x="17902" y="59907"/>
                  </a:lnTo>
                  <a:lnTo>
                    <a:pt x="14365" y="59271"/>
                  </a:lnTo>
                  <a:lnTo>
                    <a:pt x="14901" y="57912"/>
                  </a:lnTo>
                  <a:lnTo>
                    <a:pt x="13020" y="57007"/>
                  </a:lnTo>
                  <a:lnTo>
                    <a:pt x="10777" y="56877"/>
                  </a:lnTo>
                  <a:lnTo>
                    <a:pt x="9701" y="58141"/>
                  </a:lnTo>
                  <a:lnTo>
                    <a:pt x="7267" y="58733"/>
                  </a:lnTo>
                  <a:lnTo>
                    <a:pt x="308" y="59762"/>
                  </a:lnTo>
                  <a:lnTo>
                    <a:pt x="0" y="57262"/>
                  </a:lnTo>
                  <a:lnTo>
                    <a:pt x="1181" y="56808"/>
                  </a:lnTo>
                  <a:lnTo>
                    <a:pt x="1708" y="55263"/>
                  </a:lnTo>
                  <a:lnTo>
                    <a:pt x="5551" y="55255"/>
                  </a:lnTo>
                  <a:lnTo>
                    <a:pt x="9924" y="52462"/>
                  </a:lnTo>
                  <a:lnTo>
                    <a:pt x="11408" y="49614"/>
                  </a:lnTo>
                  <a:lnTo>
                    <a:pt x="11946" y="39571"/>
                  </a:lnTo>
                  <a:lnTo>
                    <a:pt x="17709" y="36698"/>
                  </a:lnTo>
                  <a:lnTo>
                    <a:pt x="18450" y="35732"/>
                  </a:lnTo>
                  <a:lnTo>
                    <a:pt x="19122" y="26953"/>
                  </a:lnTo>
                  <a:lnTo>
                    <a:pt x="22669" y="24629"/>
                  </a:lnTo>
                  <a:lnTo>
                    <a:pt x="22407" y="23268"/>
                  </a:lnTo>
                  <a:lnTo>
                    <a:pt x="17494" y="20892"/>
                  </a:lnTo>
                  <a:lnTo>
                    <a:pt x="14466" y="17631"/>
                  </a:lnTo>
                  <a:lnTo>
                    <a:pt x="11883" y="17142"/>
                  </a:lnTo>
                  <a:lnTo>
                    <a:pt x="12077" y="15847"/>
                  </a:lnTo>
                  <a:lnTo>
                    <a:pt x="13716" y="14248"/>
                  </a:lnTo>
                  <a:lnTo>
                    <a:pt x="16047" y="13130"/>
                  </a:lnTo>
                  <a:lnTo>
                    <a:pt x="14836" y="5346"/>
                  </a:lnTo>
                  <a:lnTo>
                    <a:pt x="13710" y="2884"/>
                  </a:lnTo>
                  <a:lnTo>
                    <a:pt x="15291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h2453"/>
            <p:cNvSpPr/>
            <p:nvPr/>
          </p:nvSpPr>
          <p:spPr>
            <a:xfrm>
              <a:off x="2738017" y="3027190"/>
              <a:ext cx="5157" cy="4032"/>
            </a:xfrm>
            <a:custGeom>
              <a:avLst/>
              <a:pathLst>
                <a:path w="5157" h="4032">
                  <a:moveTo>
                    <a:pt x="4647" y="1431"/>
                  </a:moveTo>
                  <a:lnTo>
                    <a:pt x="5157" y="3594"/>
                  </a:lnTo>
                  <a:lnTo>
                    <a:pt x="66" y="40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h2454"/>
            <p:cNvSpPr/>
            <p:nvPr/>
          </p:nvSpPr>
          <p:spPr>
            <a:xfrm>
              <a:off x="2729862" y="3018452"/>
              <a:ext cx="8080" cy="4759"/>
            </a:xfrm>
            <a:custGeom>
              <a:avLst/>
              <a:pathLst>
                <a:path w="8080" h="4759">
                  <a:moveTo>
                    <a:pt x="3470" y="1193"/>
                  </a:moveTo>
                  <a:lnTo>
                    <a:pt x="5537" y="1323"/>
                  </a:lnTo>
                  <a:lnTo>
                    <a:pt x="8080" y="3818"/>
                  </a:lnTo>
                  <a:lnTo>
                    <a:pt x="3271" y="4759"/>
                  </a:lnTo>
                  <a:lnTo>
                    <a:pt x="0" y="1125"/>
                  </a:lnTo>
                  <a:lnTo>
                    <a:pt x="256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h2455"/>
            <p:cNvSpPr/>
            <p:nvPr/>
          </p:nvSpPr>
          <p:spPr>
            <a:xfrm>
              <a:off x="2746894" y="2927882"/>
              <a:ext cx="3934" cy="5075"/>
            </a:xfrm>
            <a:custGeom>
              <a:avLst/>
              <a:pathLst>
                <a:path w="3934" h="5075">
                  <a:moveTo>
                    <a:pt x="3934" y="2780"/>
                  </a:moveTo>
                  <a:lnTo>
                    <a:pt x="1710" y="4957"/>
                  </a:lnTo>
                  <a:lnTo>
                    <a:pt x="898" y="5075"/>
                  </a:lnTo>
                  <a:lnTo>
                    <a:pt x="0" y="494"/>
                  </a:lnTo>
                  <a:lnTo>
                    <a:pt x="167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h2456"/>
            <p:cNvSpPr/>
            <p:nvPr/>
          </p:nvSpPr>
          <p:spPr>
            <a:xfrm>
              <a:off x="2688792" y="2814244"/>
              <a:ext cx="9899" cy="12056"/>
            </a:xfrm>
            <a:custGeom>
              <a:avLst/>
              <a:pathLst>
                <a:path w="9899" h="12056">
                  <a:moveTo>
                    <a:pt x="6812" y="717"/>
                  </a:moveTo>
                  <a:lnTo>
                    <a:pt x="8148" y="2648"/>
                  </a:lnTo>
                  <a:lnTo>
                    <a:pt x="9899" y="10061"/>
                  </a:lnTo>
                  <a:lnTo>
                    <a:pt x="9498" y="12056"/>
                  </a:lnTo>
                  <a:lnTo>
                    <a:pt x="4516" y="11793"/>
                  </a:lnTo>
                  <a:lnTo>
                    <a:pt x="0" y="9992"/>
                  </a:lnTo>
                  <a:lnTo>
                    <a:pt x="551" y="6361"/>
                  </a:lnTo>
                  <a:lnTo>
                    <a:pt x="4212" y="3595"/>
                  </a:lnTo>
                  <a:lnTo>
                    <a:pt x="5216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h2457"/>
            <p:cNvSpPr/>
            <p:nvPr/>
          </p:nvSpPr>
          <p:spPr>
            <a:xfrm>
              <a:off x="2988449" y="3115999"/>
              <a:ext cx="11599" cy="14312"/>
            </a:xfrm>
            <a:custGeom>
              <a:avLst/>
              <a:pathLst>
                <a:path w="11599" h="14312">
                  <a:moveTo>
                    <a:pt x="11599" y="3604"/>
                  </a:moveTo>
                  <a:lnTo>
                    <a:pt x="11146" y="9225"/>
                  </a:lnTo>
                  <a:lnTo>
                    <a:pt x="9776" y="10650"/>
                  </a:lnTo>
                  <a:lnTo>
                    <a:pt x="6557" y="11770"/>
                  </a:lnTo>
                  <a:lnTo>
                    <a:pt x="6778" y="14312"/>
                  </a:lnTo>
                  <a:lnTo>
                    <a:pt x="6455" y="13063"/>
                  </a:lnTo>
                  <a:lnTo>
                    <a:pt x="2420" y="10550"/>
                  </a:lnTo>
                  <a:lnTo>
                    <a:pt x="0" y="7526"/>
                  </a:lnTo>
                  <a:lnTo>
                    <a:pt x="2051" y="4438"/>
                  </a:lnTo>
                  <a:lnTo>
                    <a:pt x="6406" y="514"/>
                  </a:lnTo>
                  <a:lnTo>
                    <a:pt x="102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h2458"/>
            <p:cNvSpPr/>
            <p:nvPr/>
          </p:nvSpPr>
          <p:spPr>
            <a:xfrm>
              <a:off x="2746611" y="2864355"/>
              <a:ext cx="27197" cy="45680"/>
            </a:xfrm>
            <a:custGeom>
              <a:avLst/>
              <a:pathLst>
                <a:path w="27197" h="45680">
                  <a:moveTo>
                    <a:pt x="11479" y="1155"/>
                  </a:moveTo>
                  <a:lnTo>
                    <a:pt x="11472" y="1855"/>
                  </a:lnTo>
                  <a:lnTo>
                    <a:pt x="9046" y="3823"/>
                  </a:lnTo>
                  <a:lnTo>
                    <a:pt x="8307" y="6170"/>
                  </a:lnTo>
                  <a:lnTo>
                    <a:pt x="11946" y="8712"/>
                  </a:lnTo>
                  <a:lnTo>
                    <a:pt x="14076" y="14382"/>
                  </a:lnTo>
                  <a:lnTo>
                    <a:pt x="19342" y="17439"/>
                  </a:lnTo>
                  <a:lnTo>
                    <a:pt x="25117" y="16146"/>
                  </a:lnTo>
                  <a:lnTo>
                    <a:pt x="25439" y="15261"/>
                  </a:lnTo>
                  <a:lnTo>
                    <a:pt x="25969" y="16033"/>
                  </a:lnTo>
                  <a:lnTo>
                    <a:pt x="25711" y="17551"/>
                  </a:lnTo>
                  <a:lnTo>
                    <a:pt x="24245" y="19469"/>
                  </a:lnTo>
                  <a:lnTo>
                    <a:pt x="27197" y="21400"/>
                  </a:lnTo>
                  <a:lnTo>
                    <a:pt x="24548" y="24850"/>
                  </a:lnTo>
                  <a:lnTo>
                    <a:pt x="22439" y="24545"/>
                  </a:lnTo>
                  <a:lnTo>
                    <a:pt x="22450" y="25777"/>
                  </a:lnTo>
                  <a:lnTo>
                    <a:pt x="25153" y="28846"/>
                  </a:lnTo>
                  <a:lnTo>
                    <a:pt x="22118" y="30303"/>
                  </a:lnTo>
                  <a:lnTo>
                    <a:pt x="18140" y="37620"/>
                  </a:lnTo>
                  <a:lnTo>
                    <a:pt x="18203" y="39463"/>
                  </a:lnTo>
                  <a:lnTo>
                    <a:pt x="16733" y="39537"/>
                  </a:lnTo>
                  <a:lnTo>
                    <a:pt x="18157" y="43010"/>
                  </a:lnTo>
                  <a:lnTo>
                    <a:pt x="17937" y="44266"/>
                  </a:lnTo>
                  <a:lnTo>
                    <a:pt x="15562" y="44421"/>
                  </a:lnTo>
                  <a:lnTo>
                    <a:pt x="14319" y="45365"/>
                  </a:lnTo>
                  <a:lnTo>
                    <a:pt x="13868" y="45246"/>
                  </a:lnTo>
                  <a:lnTo>
                    <a:pt x="14095" y="44393"/>
                  </a:lnTo>
                  <a:lnTo>
                    <a:pt x="11706" y="45680"/>
                  </a:lnTo>
                  <a:lnTo>
                    <a:pt x="11024" y="44032"/>
                  </a:lnTo>
                  <a:lnTo>
                    <a:pt x="11567" y="41686"/>
                  </a:lnTo>
                  <a:lnTo>
                    <a:pt x="9511" y="36178"/>
                  </a:lnTo>
                  <a:lnTo>
                    <a:pt x="7297" y="32863"/>
                  </a:lnTo>
                  <a:lnTo>
                    <a:pt x="5118" y="30725"/>
                  </a:lnTo>
                  <a:lnTo>
                    <a:pt x="4333" y="30733"/>
                  </a:lnTo>
                  <a:lnTo>
                    <a:pt x="3744" y="23431"/>
                  </a:lnTo>
                  <a:lnTo>
                    <a:pt x="2991" y="21801"/>
                  </a:lnTo>
                  <a:lnTo>
                    <a:pt x="414" y="20621"/>
                  </a:lnTo>
                  <a:lnTo>
                    <a:pt x="1198" y="19407"/>
                  </a:lnTo>
                  <a:lnTo>
                    <a:pt x="0" y="8155"/>
                  </a:lnTo>
                  <a:lnTo>
                    <a:pt x="1278" y="3494"/>
                  </a:lnTo>
                  <a:lnTo>
                    <a:pt x="4813" y="2164"/>
                  </a:lnTo>
                  <a:lnTo>
                    <a:pt x="5979" y="2608"/>
                  </a:lnTo>
                  <a:lnTo>
                    <a:pt x="7372" y="768"/>
                  </a:lnTo>
                  <a:lnTo>
                    <a:pt x="997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h2459"/>
            <p:cNvSpPr/>
            <p:nvPr/>
          </p:nvSpPr>
          <p:spPr>
            <a:xfrm>
              <a:off x="2724859" y="2911813"/>
              <a:ext cx="10283" cy="13649"/>
            </a:xfrm>
            <a:custGeom>
              <a:avLst/>
              <a:pathLst>
                <a:path w="10283" h="13649">
                  <a:moveTo>
                    <a:pt x="9269" y="2338"/>
                  </a:moveTo>
                  <a:lnTo>
                    <a:pt x="10283" y="3968"/>
                  </a:lnTo>
                  <a:lnTo>
                    <a:pt x="7145" y="6734"/>
                  </a:lnTo>
                  <a:lnTo>
                    <a:pt x="5176" y="13649"/>
                  </a:lnTo>
                  <a:lnTo>
                    <a:pt x="0" y="10014"/>
                  </a:lnTo>
                  <a:lnTo>
                    <a:pt x="685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h2460"/>
            <p:cNvSpPr/>
            <p:nvPr/>
          </p:nvSpPr>
          <p:spPr>
            <a:xfrm>
              <a:off x="2676975" y="2864476"/>
              <a:ext cx="12420" cy="11041"/>
            </a:xfrm>
            <a:custGeom>
              <a:avLst/>
              <a:pathLst>
                <a:path w="12420" h="11041">
                  <a:moveTo>
                    <a:pt x="10106" y="0"/>
                  </a:moveTo>
                  <a:lnTo>
                    <a:pt x="11433" y="2507"/>
                  </a:lnTo>
                  <a:lnTo>
                    <a:pt x="12420" y="2767"/>
                  </a:lnTo>
                  <a:lnTo>
                    <a:pt x="12071" y="4290"/>
                  </a:lnTo>
                  <a:lnTo>
                    <a:pt x="7951" y="6408"/>
                  </a:lnTo>
                  <a:lnTo>
                    <a:pt x="5169" y="10159"/>
                  </a:lnTo>
                  <a:lnTo>
                    <a:pt x="2414" y="11041"/>
                  </a:lnTo>
                  <a:lnTo>
                    <a:pt x="1261" y="8985"/>
                  </a:lnTo>
                  <a:lnTo>
                    <a:pt x="2559" y="9199"/>
                  </a:lnTo>
                  <a:lnTo>
                    <a:pt x="3158" y="8256"/>
                  </a:lnTo>
                  <a:lnTo>
                    <a:pt x="390" y="6341"/>
                  </a:lnTo>
                  <a:lnTo>
                    <a:pt x="0" y="1769"/>
                  </a:lnTo>
                  <a:lnTo>
                    <a:pt x="2210" y="87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h2461"/>
            <p:cNvSpPr/>
            <p:nvPr/>
          </p:nvSpPr>
          <p:spPr>
            <a:xfrm>
              <a:off x="2565385" y="2662767"/>
              <a:ext cx="27783" cy="29562"/>
            </a:xfrm>
            <a:custGeom>
              <a:avLst/>
              <a:pathLst>
                <a:path w="27783" h="29562">
                  <a:moveTo>
                    <a:pt x="16116" y="1589"/>
                  </a:moveTo>
                  <a:lnTo>
                    <a:pt x="16595" y="5797"/>
                  </a:lnTo>
                  <a:lnTo>
                    <a:pt x="18329" y="8335"/>
                  </a:lnTo>
                  <a:lnTo>
                    <a:pt x="27783" y="7431"/>
                  </a:lnTo>
                  <a:lnTo>
                    <a:pt x="26326" y="21368"/>
                  </a:lnTo>
                  <a:lnTo>
                    <a:pt x="27570" y="21558"/>
                  </a:lnTo>
                  <a:lnTo>
                    <a:pt x="27354" y="23579"/>
                  </a:lnTo>
                  <a:lnTo>
                    <a:pt x="25990" y="25695"/>
                  </a:lnTo>
                  <a:lnTo>
                    <a:pt x="15232" y="27827"/>
                  </a:lnTo>
                  <a:lnTo>
                    <a:pt x="15299" y="26918"/>
                  </a:lnTo>
                  <a:lnTo>
                    <a:pt x="12168" y="25396"/>
                  </a:lnTo>
                  <a:lnTo>
                    <a:pt x="8745" y="26356"/>
                  </a:lnTo>
                  <a:lnTo>
                    <a:pt x="7848" y="27729"/>
                  </a:lnTo>
                  <a:lnTo>
                    <a:pt x="4914" y="29562"/>
                  </a:lnTo>
                  <a:lnTo>
                    <a:pt x="2647" y="29319"/>
                  </a:lnTo>
                  <a:lnTo>
                    <a:pt x="976" y="24037"/>
                  </a:lnTo>
                  <a:lnTo>
                    <a:pt x="109" y="24463"/>
                  </a:lnTo>
                  <a:lnTo>
                    <a:pt x="0" y="22578"/>
                  </a:lnTo>
                  <a:lnTo>
                    <a:pt x="4184" y="20999"/>
                  </a:lnTo>
                  <a:lnTo>
                    <a:pt x="8977" y="17402"/>
                  </a:lnTo>
                  <a:lnTo>
                    <a:pt x="11187" y="14395"/>
                  </a:lnTo>
                  <a:lnTo>
                    <a:pt x="10203" y="11566"/>
                  </a:lnTo>
                  <a:lnTo>
                    <a:pt x="6979" y="9278"/>
                  </a:lnTo>
                  <a:lnTo>
                    <a:pt x="7455" y="6456"/>
                  </a:lnTo>
                  <a:lnTo>
                    <a:pt x="8397" y="4146"/>
                  </a:lnTo>
                  <a:lnTo>
                    <a:pt x="1363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h2462"/>
            <p:cNvSpPr/>
            <p:nvPr/>
          </p:nvSpPr>
          <p:spPr>
            <a:xfrm>
              <a:off x="2742569" y="2975982"/>
              <a:ext cx="42582" cy="15957"/>
            </a:xfrm>
            <a:custGeom>
              <a:avLst/>
              <a:pathLst>
                <a:path w="42582" h="15957">
                  <a:moveTo>
                    <a:pt x="2924" y="0"/>
                  </a:moveTo>
                  <a:lnTo>
                    <a:pt x="3326" y="1403"/>
                  </a:lnTo>
                  <a:lnTo>
                    <a:pt x="10115" y="2411"/>
                  </a:lnTo>
                  <a:lnTo>
                    <a:pt x="11016" y="3616"/>
                  </a:lnTo>
                  <a:lnTo>
                    <a:pt x="12493" y="3688"/>
                  </a:lnTo>
                  <a:lnTo>
                    <a:pt x="14903" y="6572"/>
                  </a:lnTo>
                  <a:lnTo>
                    <a:pt x="19399" y="8754"/>
                  </a:lnTo>
                  <a:lnTo>
                    <a:pt x="19415" y="6554"/>
                  </a:lnTo>
                  <a:lnTo>
                    <a:pt x="26607" y="8423"/>
                  </a:lnTo>
                  <a:lnTo>
                    <a:pt x="29072" y="11240"/>
                  </a:lnTo>
                  <a:lnTo>
                    <a:pt x="33225" y="13250"/>
                  </a:lnTo>
                  <a:lnTo>
                    <a:pt x="42298" y="14497"/>
                  </a:lnTo>
                  <a:lnTo>
                    <a:pt x="42582" y="15278"/>
                  </a:lnTo>
                  <a:lnTo>
                    <a:pt x="41758" y="15957"/>
                  </a:lnTo>
                  <a:lnTo>
                    <a:pt x="38208" y="15819"/>
                  </a:lnTo>
                  <a:lnTo>
                    <a:pt x="33837" y="14925"/>
                  </a:lnTo>
                  <a:lnTo>
                    <a:pt x="25259" y="10229"/>
                  </a:lnTo>
                  <a:lnTo>
                    <a:pt x="21773" y="9207"/>
                  </a:lnTo>
                  <a:lnTo>
                    <a:pt x="19758" y="10494"/>
                  </a:lnTo>
                  <a:lnTo>
                    <a:pt x="21343" y="13591"/>
                  </a:lnTo>
                  <a:lnTo>
                    <a:pt x="24332" y="15848"/>
                  </a:lnTo>
                  <a:lnTo>
                    <a:pt x="19282" y="14560"/>
                  </a:lnTo>
                  <a:lnTo>
                    <a:pt x="18026" y="14052"/>
                  </a:lnTo>
                  <a:lnTo>
                    <a:pt x="15817" y="15179"/>
                  </a:lnTo>
                  <a:lnTo>
                    <a:pt x="10807" y="15666"/>
                  </a:lnTo>
                  <a:lnTo>
                    <a:pt x="8771" y="14348"/>
                  </a:lnTo>
                  <a:lnTo>
                    <a:pt x="6847" y="15594"/>
                  </a:lnTo>
                  <a:lnTo>
                    <a:pt x="2300" y="10007"/>
                  </a:lnTo>
                  <a:lnTo>
                    <a:pt x="2702" y="9587"/>
                  </a:lnTo>
                  <a:lnTo>
                    <a:pt x="1766" y="5238"/>
                  </a:lnTo>
                  <a:lnTo>
                    <a:pt x="0" y="2527"/>
                  </a:lnTo>
                  <a:lnTo>
                    <a:pt x="482" y="142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h2463"/>
            <p:cNvSpPr/>
            <p:nvPr/>
          </p:nvSpPr>
          <p:spPr>
            <a:xfrm>
              <a:off x="2722279" y="2820072"/>
              <a:ext cx="19838" cy="18523"/>
            </a:xfrm>
            <a:custGeom>
              <a:avLst/>
              <a:pathLst>
                <a:path w="19838" h="18523">
                  <a:moveTo>
                    <a:pt x="14101" y="4294"/>
                  </a:moveTo>
                  <a:lnTo>
                    <a:pt x="12190" y="5604"/>
                  </a:lnTo>
                  <a:lnTo>
                    <a:pt x="15460" y="7333"/>
                  </a:lnTo>
                  <a:lnTo>
                    <a:pt x="19838" y="6604"/>
                  </a:lnTo>
                  <a:lnTo>
                    <a:pt x="18132" y="8134"/>
                  </a:lnTo>
                  <a:lnTo>
                    <a:pt x="18024" y="9329"/>
                  </a:lnTo>
                  <a:lnTo>
                    <a:pt x="18955" y="10347"/>
                  </a:lnTo>
                  <a:lnTo>
                    <a:pt x="17552" y="13780"/>
                  </a:lnTo>
                  <a:lnTo>
                    <a:pt x="9941" y="17816"/>
                  </a:lnTo>
                  <a:lnTo>
                    <a:pt x="5856" y="18523"/>
                  </a:lnTo>
                  <a:lnTo>
                    <a:pt x="684" y="14104"/>
                  </a:lnTo>
                  <a:lnTo>
                    <a:pt x="0" y="10477"/>
                  </a:lnTo>
                  <a:lnTo>
                    <a:pt x="3491" y="7789"/>
                  </a:lnTo>
                  <a:lnTo>
                    <a:pt x="4936" y="4222"/>
                  </a:lnTo>
                  <a:lnTo>
                    <a:pt x="4252" y="3000"/>
                  </a:lnTo>
                  <a:lnTo>
                    <a:pt x="6143" y="2386"/>
                  </a:lnTo>
                  <a:lnTo>
                    <a:pt x="7328" y="667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h2464"/>
            <p:cNvSpPr/>
            <p:nvPr/>
          </p:nvSpPr>
          <p:spPr>
            <a:xfrm>
              <a:off x="2742665" y="3027035"/>
              <a:ext cx="5557" cy="3749"/>
            </a:xfrm>
            <a:custGeom>
              <a:avLst/>
              <a:pathLst>
                <a:path w="5557" h="3749">
                  <a:moveTo>
                    <a:pt x="5557" y="3158"/>
                  </a:moveTo>
                  <a:lnTo>
                    <a:pt x="509" y="3749"/>
                  </a:lnTo>
                  <a:lnTo>
                    <a:pt x="0" y="1586"/>
                  </a:lnTo>
                  <a:lnTo>
                    <a:pt x="327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h2465"/>
            <p:cNvSpPr/>
            <p:nvPr/>
          </p:nvSpPr>
          <p:spPr>
            <a:xfrm>
              <a:off x="2859214" y="3021665"/>
              <a:ext cx="18711" cy="33160"/>
            </a:xfrm>
            <a:custGeom>
              <a:avLst/>
              <a:pathLst>
                <a:path w="18711" h="33160">
                  <a:moveTo>
                    <a:pt x="11960" y="0"/>
                  </a:moveTo>
                  <a:lnTo>
                    <a:pt x="18711" y="4039"/>
                  </a:lnTo>
                  <a:lnTo>
                    <a:pt x="17832" y="20283"/>
                  </a:lnTo>
                  <a:lnTo>
                    <a:pt x="17049" y="23747"/>
                  </a:lnTo>
                  <a:lnTo>
                    <a:pt x="17549" y="25705"/>
                  </a:lnTo>
                  <a:lnTo>
                    <a:pt x="8850" y="33160"/>
                  </a:lnTo>
                  <a:lnTo>
                    <a:pt x="1626" y="26002"/>
                  </a:lnTo>
                  <a:lnTo>
                    <a:pt x="1740" y="24184"/>
                  </a:lnTo>
                  <a:lnTo>
                    <a:pt x="2379" y="21688"/>
                  </a:lnTo>
                  <a:lnTo>
                    <a:pt x="767" y="19002"/>
                  </a:lnTo>
                  <a:lnTo>
                    <a:pt x="0" y="15033"/>
                  </a:lnTo>
                  <a:lnTo>
                    <a:pt x="945" y="7141"/>
                  </a:lnTo>
                  <a:lnTo>
                    <a:pt x="1848" y="5328"/>
                  </a:lnTo>
                  <a:lnTo>
                    <a:pt x="7481" y="34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h2466"/>
            <p:cNvSpPr/>
            <p:nvPr/>
          </p:nvSpPr>
          <p:spPr>
            <a:xfrm>
              <a:off x="2731626" y="3022102"/>
              <a:ext cx="7822" cy="4492"/>
            </a:xfrm>
            <a:custGeom>
              <a:avLst/>
              <a:pathLst>
                <a:path w="7822" h="4492">
                  <a:moveTo>
                    <a:pt x="6316" y="168"/>
                  </a:moveTo>
                  <a:lnTo>
                    <a:pt x="7640" y="0"/>
                  </a:lnTo>
                  <a:lnTo>
                    <a:pt x="7822" y="1218"/>
                  </a:lnTo>
                  <a:lnTo>
                    <a:pt x="4011" y="4492"/>
                  </a:lnTo>
                  <a:lnTo>
                    <a:pt x="0" y="3052"/>
                  </a:lnTo>
                  <a:lnTo>
                    <a:pt x="1506" y="111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h2467"/>
            <p:cNvSpPr/>
            <p:nvPr/>
          </p:nvSpPr>
          <p:spPr>
            <a:xfrm>
              <a:off x="2933955" y="3072509"/>
              <a:ext cx="51574" cy="31471"/>
            </a:xfrm>
            <a:custGeom>
              <a:avLst/>
              <a:pathLst>
                <a:path w="51574" h="31471">
                  <a:moveTo>
                    <a:pt x="47774" y="1753"/>
                  </a:moveTo>
                  <a:lnTo>
                    <a:pt x="46670" y="3886"/>
                  </a:lnTo>
                  <a:lnTo>
                    <a:pt x="47212" y="6319"/>
                  </a:lnTo>
                  <a:lnTo>
                    <a:pt x="48848" y="11204"/>
                  </a:lnTo>
                  <a:lnTo>
                    <a:pt x="49516" y="11919"/>
                  </a:lnTo>
                  <a:lnTo>
                    <a:pt x="51064" y="11730"/>
                  </a:lnTo>
                  <a:lnTo>
                    <a:pt x="51574" y="19740"/>
                  </a:lnTo>
                  <a:lnTo>
                    <a:pt x="48316" y="23724"/>
                  </a:lnTo>
                  <a:lnTo>
                    <a:pt x="44909" y="23950"/>
                  </a:lnTo>
                  <a:lnTo>
                    <a:pt x="40218" y="22217"/>
                  </a:lnTo>
                  <a:lnTo>
                    <a:pt x="33631" y="23721"/>
                  </a:lnTo>
                  <a:lnTo>
                    <a:pt x="29204" y="30437"/>
                  </a:lnTo>
                  <a:lnTo>
                    <a:pt x="25717" y="31471"/>
                  </a:lnTo>
                  <a:lnTo>
                    <a:pt x="20940" y="26779"/>
                  </a:lnTo>
                  <a:lnTo>
                    <a:pt x="17793" y="25656"/>
                  </a:lnTo>
                  <a:lnTo>
                    <a:pt x="15099" y="26535"/>
                  </a:lnTo>
                  <a:lnTo>
                    <a:pt x="12040" y="25600"/>
                  </a:lnTo>
                  <a:lnTo>
                    <a:pt x="6415" y="20621"/>
                  </a:lnTo>
                  <a:lnTo>
                    <a:pt x="2813" y="19858"/>
                  </a:lnTo>
                  <a:lnTo>
                    <a:pt x="1181" y="19349"/>
                  </a:lnTo>
                  <a:lnTo>
                    <a:pt x="0" y="17514"/>
                  </a:lnTo>
                  <a:lnTo>
                    <a:pt x="662" y="15852"/>
                  </a:lnTo>
                  <a:lnTo>
                    <a:pt x="2692" y="15610"/>
                  </a:lnTo>
                  <a:lnTo>
                    <a:pt x="3346" y="14033"/>
                  </a:lnTo>
                  <a:lnTo>
                    <a:pt x="5780" y="13441"/>
                  </a:lnTo>
                  <a:lnTo>
                    <a:pt x="6855" y="12177"/>
                  </a:lnTo>
                  <a:lnTo>
                    <a:pt x="9099" y="12307"/>
                  </a:lnTo>
                  <a:lnTo>
                    <a:pt x="10979" y="13212"/>
                  </a:lnTo>
                  <a:lnTo>
                    <a:pt x="10444" y="14571"/>
                  </a:lnTo>
                  <a:lnTo>
                    <a:pt x="13980" y="15207"/>
                  </a:lnTo>
                  <a:lnTo>
                    <a:pt x="14541" y="14630"/>
                  </a:lnTo>
                  <a:lnTo>
                    <a:pt x="13601" y="11367"/>
                  </a:lnTo>
                  <a:lnTo>
                    <a:pt x="16774" y="11474"/>
                  </a:lnTo>
                  <a:lnTo>
                    <a:pt x="20443" y="12860"/>
                  </a:lnTo>
                  <a:lnTo>
                    <a:pt x="22228" y="11744"/>
                  </a:lnTo>
                  <a:lnTo>
                    <a:pt x="23064" y="10092"/>
                  </a:lnTo>
                  <a:lnTo>
                    <a:pt x="21253" y="9353"/>
                  </a:lnTo>
                  <a:lnTo>
                    <a:pt x="27995" y="3629"/>
                  </a:lnTo>
                  <a:lnTo>
                    <a:pt x="29586" y="4546"/>
                  </a:lnTo>
                  <a:lnTo>
                    <a:pt x="37378" y="2515"/>
                  </a:lnTo>
                  <a:lnTo>
                    <a:pt x="39328" y="6295"/>
                  </a:lnTo>
                  <a:lnTo>
                    <a:pt x="41868" y="6869"/>
                  </a:lnTo>
                  <a:lnTo>
                    <a:pt x="44083" y="5179"/>
                  </a:lnTo>
                  <a:lnTo>
                    <a:pt x="42845" y="2521"/>
                  </a:lnTo>
                  <a:lnTo>
                    <a:pt x="44237" y="923"/>
                  </a:lnTo>
                  <a:lnTo>
                    <a:pt x="4649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h2468"/>
            <p:cNvSpPr/>
            <p:nvPr/>
          </p:nvSpPr>
          <p:spPr>
            <a:xfrm>
              <a:off x="2564522" y="2802364"/>
              <a:ext cx="28717" cy="45613"/>
            </a:xfrm>
            <a:custGeom>
              <a:avLst/>
              <a:pathLst>
                <a:path w="28717" h="45613">
                  <a:moveTo>
                    <a:pt x="25192" y="3369"/>
                  </a:moveTo>
                  <a:lnTo>
                    <a:pt x="28717" y="3473"/>
                  </a:lnTo>
                  <a:lnTo>
                    <a:pt x="26646" y="5556"/>
                  </a:lnTo>
                  <a:lnTo>
                    <a:pt x="27030" y="8156"/>
                  </a:lnTo>
                  <a:lnTo>
                    <a:pt x="22673" y="12997"/>
                  </a:lnTo>
                  <a:lnTo>
                    <a:pt x="21037" y="18574"/>
                  </a:lnTo>
                  <a:lnTo>
                    <a:pt x="21384" y="20385"/>
                  </a:lnTo>
                  <a:lnTo>
                    <a:pt x="22127" y="20693"/>
                  </a:lnTo>
                  <a:lnTo>
                    <a:pt x="19292" y="21460"/>
                  </a:lnTo>
                  <a:lnTo>
                    <a:pt x="18683" y="22927"/>
                  </a:lnTo>
                  <a:lnTo>
                    <a:pt x="18642" y="24179"/>
                  </a:lnTo>
                  <a:lnTo>
                    <a:pt x="21728" y="27783"/>
                  </a:lnTo>
                  <a:lnTo>
                    <a:pt x="20911" y="30217"/>
                  </a:lnTo>
                  <a:lnTo>
                    <a:pt x="17632" y="34173"/>
                  </a:lnTo>
                  <a:lnTo>
                    <a:pt x="17400" y="37701"/>
                  </a:lnTo>
                  <a:lnTo>
                    <a:pt x="18608" y="37899"/>
                  </a:lnTo>
                  <a:lnTo>
                    <a:pt x="22462" y="36321"/>
                  </a:lnTo>
                  <a:lnTo>
                    <a:pt x="23937" y="37199"/>
                  </a:lnTo>
                  <a:lnTo>
                    <a:pt x="20406" y="39981"/>
                  </a:lnTo>
                  <a:lnTo>
                    <a:pt x="16027" y="45613"/>
                  </a:lnTo>
                  <a:lnTo>
                    <a:pt x="14783" y="45475"/>
                  </a:lnTo>
                  <a:lnTo>
                    <a:pt x="7466" y="44230"/>
                  </a:lnTo>
                  <a:lnTo>
                    <a:pt x="5566" y="38481"/>
                  </a:lnTo>
                  <a:lnTo>
                    <a:pt x="5431" y="34101"/>
                  </a:lnTo>
                  <a:lnTo>
                    <a:pt x="4954" y="32385"/>
                  </a:lnTo>
                  <a:lnTo>
                    <a:pt x="0" y="26703"/>
                  </a:lnTo>
                  <a:lnTo>
                    <a:pt x="4174" y="24973"/>
                  </a:lnTo>
                  <a:lnTo>
                    <a:pt x="6706" y="22657"/>
                  </a:lnTo>
                  <a:lnTo>
                    <a:pt x="7979" y="20209"/>
                  </a:lnTo>
                  <a:lnTo>
                    <a:pt x="8090" y="16243"/>
                  </a:lnTo>
                  <a:lnTo>
                    <a:pt x="9956" y="14505"/>
                  </a:lnTo>
                  <a:lnTo>
                    <a:pt x="12854" y="15296"/>
                  </a:lnTo>
                  <a:lnTo>
                    <a:pt x="11050" y="8753"/>
                  </a:lnTo>
                  <a:lnTo>
                    <a:pt x="1818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h2469"/>
            <p:cNvSpPr/>
            <p:nvPr/>
          </p:nvSpPr>
          <p:spPr>
            <a:xfrm>
              <a:off x="2976584" y="3062471"/>
              <a:ext cx="27990" cy="41940"/>
            </a:xfrm>
            <a:custGeom>
              <a:avLst/>
              <a:pathLst>
                <a:path w="27990" h="41940">
                  <a:moveTo>
                    <a:pt x="22704" y="1462"/>
                  </a:moveTo>
                  <a:lnTo>
                    <a:pt x="23565" y="4254"/>
                  </a:lnTo>
                  <a:lnTo>
                    <a:pt x="22371" y="6416"/>
                  </a:lnTo>
                  <a:lnTo>
                    <a:pt x="22383" y="9430"/>
                  </a:lnTo>
                  <a:lnTo>
                    <a:pt x="22509" y="11468"/>
                  </a:lnTo>
                  <a:lnTo>
                    <a:pt x="24736" y="15519"/>
                  </a:lnTo>
                  <a:lnTo>
                    <a:pt x="24521" y="16401"/>
                  </a:lnTo>
                  <a:lnTo>
                    <a:pt x="21776" y="16829"/>
                  </a:lnTo>
                  <a:lnTo>
                    <a:pt x="20644" y="17737"/>
                  </a:lnTo>
                  <a:lnTo>
                    <a:pt x="20610" y="22870"/>
                  </a:lnTo>
                  <a:lnTo>
                    <a:pt x="22429" y="29100"/>
                  </a:lnTo>
                  <a:lnTo>
                    <a:pt x="27200" y="29443"/>
                  </a:lnTo>
                  <a:lnTo>
                    <a:pt x="27840" y="30164"/>
                  </a:lnTo>
                  <a:lnTo>
                    <a:pt x="27990" y="32746"/>
                  </a:lnTo>
                  <a:lnTo>
                    <a:pt x="25792" y="32551"/>
                  </a:lnTo>
                  <a:lnTo>
                    <a:pt x="23788" y="33278"/>
                  </a:lnTo>
                  <a:lnTo>
                    <a:pt x="21445" y="37091"/>
                  </a:lnTo>
                  <a:lnTo>
                    <a:pt x="22370" y="37958"/>
                  </a:lnTo>
                  <a:lnTo>
                    <a:pt x="27320" y="37576"/>
                  </a:lnTo>
                  <a:lnTo>
                    <a:pt x="27797" y="38085"/>
                  </a:lnTo>
                  <a:lnTo>
                    <a:pt x="26618" y="41868"/>
                  </a:lnTo>
                  <a:lnTo>
                    <a:pt x="21178" y="41940"/>
                  </a:lnTo>
                  <a:lnTo>
                    <a:pt x="19450" y="40485"/>
                  </a:lnTo>
                  <a:lnTo>
                    <a:pt x="16379" y="34822"/>
                  </a:lnTo>
                  <a:lnTo>
                    <a:pt x="13494" y="32512"/>
                  </a:lnTo>
                  <a:lnTo>
                    <a:pt x="11793" y="31826"/>
                  </a:lnTo>
                  <a:lnTo>
                    <a:pt x="6076" y="36252"/>
                  </a:lnTo>
                  <a:lnTo>
                    <a:pt x="5687" y="33761"/>
                  </a:lnTo>
                  <a:lnTo>
                    <a:pt x="8945" y="29778"/>
                  </a:lnTo>
                  <a:lnTo>
                    <a:pt x="8435" y="21768"/>
                  </a:lnTo>
                  <a:lnTo>
                    <a:pt x="6887" y="21957"/>
                  </a:lnTo>
                  <a:lnTo>
                    <a:pt x="6219" y="21241"/>
                  </a:lnTo>
                  <a:lnTo>
                    <a:pt x="4583" y="16357"/>
                  </a:lnTo>
                  <a:lnTo>
                    <a:pt x="4041" y="13924"/>
                  </a:lnTo>
                  <a:lnTo>
                    <a:pt x="5145" y="11790"/>
                  </a:lnTo>
                  <a:lnTo>
                    <a:pt x="3868" y="10037"/>
                  </a:lnTo>
                  <a:lnTo>
                    <a:pt x="1608" y="10961"/>
                  </a:lnTo>
                  <a:lnTo>
                    <a:pt x="0" y="10252"/>
                  </a:lnTo>
                  <a:lnTo>
                    <a:pt x="587" y="8914"/>
                  </a:lnTo>
                  <a:lnTo>
                    <a:pt x="6457" y="5479"/>
                  </a:lnTo>
                  <a:lnTo>
                    <a:pt x="12956" y="6336"/>
                  </a:lnTo>
                  <a:lnTo>
                    <a:pt x="15008" y="5401"/>
                  </a:lnTo>
                  <a:lnTo>
                    <a:pt x="18125" y="1819"/>
                  </a:lnTo>
                  <a:lnTo>
                    <a:pt x="2135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h2470"/>
            <p:cNvSpPr/>
            <p:nvPr/>
          </p:nvSpPr>
          <p:spPr>
            <a:xfrm>
              <a:off x="2648593" y="2723096"/>
              <a:ext cx="5093" cy="5562"/>
            </a:xfrm>
            <a:custGeom>
              <a:avLst/>
              <a:pathLst>
                <a:path w="5093" h="5562">
                  <a:moveTo>
                    <a:pt x="1474" y="5562"/>
                  </a:moveTo>
                  <a:lnTo>
                    <a:pt x="26" y="5003"/>
                  </a:lnTo>
                  <a:lnTo>
                    <a:pt x="0" y="2290"/>
                  </a:lnTo>
                  <a:lnTo>
                    <a:pt x="2708" y="0"/>
                  </a:lnTo>
                  <a:lnTo>
                    <a:pt x="5093" y="493"/>
                  </a:lnTo>
                  <a:lnTo>
                    <a:pt x="3489" y="410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h2471"/>
            <p:cNvSpPr/>
            <p:nvPr/>
          </p:nvSpPr>
          <p:spPr>
            <a:xfrm>
              <a:off x="2650433" y="2714370"/>
              <a:ext cx="5588" cy="3917"/>
            </a:xfrm>
            <a:custGeom>
              <a:avLst/>
              <a:pathLst>
                <a:path w="5588" h="3917">
                  <a:moveTo>
                    <a:pt x="4494" y="3917"/>
                  </a:moveTo>
                  <a:lnTo>
                    <a:pt x="0" y="2599"/>
                  </a:lnTo>
                  <a:lnTo>
                    <a:pt x="906" y="1302"/>
                  </a:lnTo>
                  <a:lnTo>
                    <a:pt x="3248" y="0"/>
                  </a:lnTo>
                  <a:lnTo>
                    <a:pt x="5149" y="188"/>
                  </a:lnTo>
                  <a:lnTo>
                    <a:pt x="5588" y="2897"/>
                  </a:lnTo>
                  <a:lnTo>
                    <a:pt x="5308" y="325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h2472"/>
            <p:cNvSpPr/>
            <p:nvPr/>
          </p:nvSpPr>
          <p:spPr>
            <a:xfrm>
              <a:off x="2655092" y="2691608"/>
              <a:ext cx="27193" cy="28692"/>
            </a:xfrm>
            <a:custGeom>
              <a:avLst/>
              <a:pathLst>
                <a:path w="27193" h="28692">
                  <a:moveTo>
                    <a:pt x="25713" y="24336"/>
                  </a:moveTo>
                  <a:lnTo>
                    <a:pt x="23301" y="26791"/>
                  </a:lnTo>
                  <a:lnTo>
                    <a:pt x="22409" y="28692"/>
                  </a:lnTo>
                  <a:lnTo>
                    <a:pt x="18289" y="25327"/>
                  </a:lnTo>
                  <a:lnTo>
                    <a:pt x="20001" y="26296"/>
                  </a:lnTo>
                  <a:lnTo>
                    <a:pt x="22076" y="25241"/>
                  </a:lnTo>
                  <a:lnTo>
                    <a:pt x="21727" y="21701"/>
                  </a:lnTo>
                  <a:lnTo>
                    <a:pt x="19321" y="16974"/>
                  </a:lnTo>
                  <a:lnTo>
                    <a:pt x="16831" y="15129"/>
                  </a:lnTo>
                  <a:lnTo>
                    <a:pt x="11852" y="17754"/>
                  </a:lnTo>
                  <a:lnTo>
                    <a:pt x="2038" y="21512"/>
                  </a:lnTo>
                  <a:lnTo>
                    <a:pt x="0" y="21636"/>
                  </a:lnTo>
                  <a:lnTo>
                    <a:pt x="338" y="15496"/>
                  </a:lnTo>
                  <a:lnTo>
                    <a:pt x="1335" y="14648"/>
                  </a:lnTo>
                  <a:lnTo>
                    <a:pt x="722" y="12090"/>
                  </a:lnTo>
                  <a:lnTo>
                    <a:pt x="1022" y="11000"/>
                  </a:lnTo>
                  <a:lnTo>
                    <a:pt x="3361" y="9684"/>
                  </a:lnTo>
                  <a:lnTo>
                    <a:pt x="4721" y="7620"/>
                  </a:lnTo>
                  <a:lnTo>
                    <a:pt x="3252" y="6233"/>
                  </a:lnTo>
                  <a:lnTo>
                    <a:pt x="3763" y="2926"/>
                  </a:lnTo>
                  <a:lnTo>
                    <a:pt x="6755" y="1365"/>
                  </a:lnTo>
                  <a:lnTo>
                    <a:pt x="12047" y="0"/>
                  </a:lnTo>
                  <a:lnTo>
                    <a:pt x="24969" y="5167"/>
                  </a:lnTo>
                  <a:lnTo>
                    <a:pt x="27193" y="1904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h2473"/>
            <p:cNvSpPr/>
            <p:nvPr/>
          </p:nvSpPr>
          <p:spPr>
            <a:xfrm>
              <a:off x="2796520" y="2977332"/>
              <a:ext cx="30994" cy="29968"/>
            </a:xfrm>
            <a:custGeom>
              <a:avLst/>
              <a:pathLst>
                <a:path w="30994" h="29968">
                  <a:moveTo>
                    <a:pt x="15292" y="0"/>
                  </a:moveTo>
                  <a:lnTo>
                    <a:pt x="14938" y="1737"/>
                  </a:lnTo>
                  <a:lnTo>
                    <a:pt x="17409" y="2062"/>
                  </a:lnTo>
                  <a:lnTo>
                    <a:pt x="18954" y="3399"/>
                  </a:lnTo>
                  <a:lnTo>
                    <a:pt x="23123" y="11059"/>
                  </a:lnTo>
                  <a:lnTo>
                    <a:pt x="23441" y="13409"/>
                  </a:lnTo>
                  <a:lnTo>
                    <a:pt x="22032" y="16258"/>
                  </a:lnTo>
                  <a:lnTo>
                    <a:pt x="19758" y="17300"/>
                  </a:lnTo>
                  <a:lnTo>
                    <a:pt x="22227" y="18953"/>
                  </a:lnTo>
                  <a:lnTo>
                    <a:pt x="27721" y="19739"/>
                  </a:lnTo>
                  <a:lnTo>
                    <a:pt x="30272" y="21698"/>
                  </a:lnTo>
                  <a:lnTo>
                    <a:pt x="29841" y="24265"/>
                  </a:lnTo>
                  <a:lnTo>
                    <a:pt x="30994" y="24199"/>
                  </a:lnTo>
                  <a:lnTo>
                    <a:pt x="29738" y="25765"/>
                  </a:lnTo>
                  <a:lnTo>
                    <a:pt x="21941" y="29623"/>
                  </a:lnTo>
                  <a:lnTo>
                    <a:pt x="17354" y="29194"/>
                  </a:lnTo>
                  <a:lnTo>
                    <a:pt x="15762" y="28244"/>
                  </a:lnTo>
                  <a:lnTo>
                    <a:pt x="13926" y="29478"/>
                  </a:lnTo>
                  <a:lnTo>
                    <a:pt x="10788" y="29968"/>
                  </a:lnTo>
                  <a:lnTo>
                    <a:pt x="5535" y="27617"/>
                  </a:lnTo>
                  <a:lnTo>
                    <a:pt x="3435" y="26625"/>
                  </a:lnTo>
                  <a:lnTo>
                    <a:pt x="3292" y="25491"/>
                  </a:lnTo>
                  <a:lnTo>
                    <a:pt x="9100" y="22863"/>
                  </a:lnTo>
                  <a:lnTo>
                    <a:pt x="11097" y="23722"/>
                  </a:lnTo>
                  <a:lnTo>
                    <a:pt x="11711" y="18804"/>
                  </a:lnTo>
                  <a:lnTo>
                    <a:pt x="11096" y="16639"/>
                  </a:lnTo>
                  <a:lnTo>
                    <a:pt x="6341" y="17333"/>
                  </a:lnTo>
                  <a:lnTo>
                    <a:pt x="0" y="14262"/>
                  </a:lnTo>
                  <a:lnTo>
                    <a:pt x="1574" y="14463"/>
                  </a:lnTo>
                  <a:lnTo>
                    <a:pt x="2360" y="13908"/>
                  </a:lnTo>
                  <a:lnTo>
                    <a:pt x="2982" y="13366"/>
                  </a:lnTo>
                  <a:lnTo>
                    <a:pt x="2077" y="12650"/>
                  </a:lnTo>
                  <a:lnTo>
                    <a:pt x="1369" y="8565"/>
                  </a:lnTo>
                  <a:lnTo>
                    <a:pt x="4237" y="7069"/>
                  </a:lnTo>
                  <a:lnTo>
                    <a:pt x="9872" y="6125"/>
                  </a:lnTo>
                  <a:lnTo>
                    <a:pt x="9942" y="5116"/>
                  </a:lnTo>
                  <a:lnTo>
                    <a:pt x="9147" y="4481"/>
                  </a:lnTo>
                  <a:lnTo>
                    <a:pt x="10295" y="110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h2474"/>
            <p:cNvSpPr/>
            <p:nvPr/>
          </p:nvSpPr>
          <p:spPr>
            <a:xfrm>
              <a:off x="2723603" y="3028784"/>
              <a:ext cx="12274" cy="17477"/>
            </a:xfrm>
            <a:custGeom>
              <a:avLst/>
              <a:pathLst>
                <a:path w="12274" h="17477">
                  <a:moveTo>
                    <a:pt x="5009" y="1067"/>
                  </a:moveTo>
                  <a:lnTo>
                    <a:pt x="4939" y="2559"/>
                  </a:lnTo>
                  <a:lnTo>
                    <a:pt x="8765" y="1823"/>
                  </a:lnTo>
                  <a:lnTo>
                    <a:pt x="11162" y="1313"/>
                  </a:lnTo>
                  <a:lnTo>
                    <a:pt x="12274" y="1400"/>
                  </a:lnTo>
                  <a:lnTo>
                    <a:pt x="12249" y="5687"/>
                  </a:lnTo>
                  <a:lnTo>
                    <a:pt x="11740" y="9417"/>
                  </a:lnTo>
                  <a:lnTo>
                    <a:pt x="6421" y="12864"/>
                  </a:lnTo>
                  <a:lnTo>
                    <a:pt x="7288" y="14262"/>
                  </a:lnTo>
                  <a:lnTo>
                    <a:pt x="9490" y="13665"/>
                  </a:lnTo>
                  <a:lnTo>
                    <a:pt x="9849" y="13998"/>
                  </a:lnTo>
                  <a:lnTo>
                    <a:pt x="8883" y="14927"/>
                  </a:lnTo>
                  <a:lnTo>
                    <a:pt x="3948" y="17477"/>
                  </a:lnTo>
                  <a:lnTo>
                    <a:pt x="1901" y="16948"/>
                  </a:lnTo>
                  <a:lnTo>
                    <a:pt x="877" y="16418"/>
                  </a:lnTo>
                  <a:lnTo>
                    <a:pt x="0" y="15791"/>
                  </a:lnTo>
                  <a:lnTo>
                    <a:pt x="235" y="13732"/>
                  </a:lnTo>
                  <a:lnTo>
                    <a:pt x="2805" y="7197"/>
                  </a:lnTo>
                  <a:lnTo>
                    <a:pt x="2383" y="3507"/>
                  </a:lnTo>
                  <a:lnTo>
                    <a:pt x="1567" y="2710"/>
                  </a:lnTo>
                  <a:lnTo>
                    <a:pt x="361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h2475"/>
            <p:cNvSpPr/>
            <p:nvPr/>
          </p:nvSpPr>
          <p:spPr>
            <a:xfrm>
              <a:off x="2753586" y="2978496"/>
              <a:ext cx="8399" cy="6240"/>
            </a:xfrm>
            <a:custGeom>
              <a:avLst/>
              <a:pathLst>
                <a:path w="8399" h="6240">
                  <a:moveTo>
                    <a:pt x="3982" y="0"/>
                  </a:moveTo>
                  <a:lnTo>
                    <a:pt x="8399" y="4040"/>
                  </a:lnTo>
                  <a:lnTo>
                    <a:pt x="8383" y="6240"/>
                  </a:lnTo>
                  <a:lnTo>
                    <a:pt x="3887" y="4058"/>
                  </a:lnTo>
                  <a:lnTo>
                    <a:pt x="1477" y="1174"/>
                  </a:lnTo>
                  <a:lnTo>
                    <a:pt x="0" y="110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h2476"/>
            <p:cNvSpPr/>
            <p:nvPr/>
          </p:nvSpPr>
          <p:spPr>
            <a:xfrm>
              <a:off x="2992310" y="3104340"/>
              <a:ext cx="16884" cy="12174"/>
            </a:xfrm>
            <a:custGeom>
              <a:avLst/>
              <a:pathLst>
                <a:path w="16884" h="12174">
                  <a:moveTo>
                    <a:pt x="10893" y="0"/>
                  </a:moveTo>
                  <a:lnTo>
                    <a:pt x="15905" y="2664"/>
                  </a:lnTo>
                  <a:lnTo>
                    <a:pt x="16884" y="5922"/>
                  </a:lnTo>
                  <a:lnTo>
                    <a:pt x="13696" y="8317"/>
                  </a:lnTo>
                  <a:lnTo>
                    <a:pt x="10331" y="9301"/>
                  </a:lnTo>
                  <a:lnTo>
                    <a:pt x="6407" y="11659"/>
                  </a:lnTo>
                  <a:lnTo>
                    <a:pt x="2545" y="12174"/>
                  </a:lnTo>
                  <a:lnTo>
                    <a:pt x="671" y="11440"/>
                  </a:lnTo>
                  <a:lnTo>
                    <a:pt x="0" y="10052"/>
                  </a:lnTo>
                  <a:lnTo>
                    <a:pt x="1794" y="7184"/>
                  </a:lnTo>
                  <a:lnTo>
                    <a:pt x="6934" y="7027"/>
                  </a:lnTo>
                  <a:lnTo>
                    <a:pt x="4167" y="2232"/>
                  </a:lnTo>
                  <a:lnTo>
                    <a:pt x="5452" y="7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h2477"/>
            <p:cNvSpPr/>
            <p:nvPr/>
          </p:nvSpPr>
          <p:spPr>
            <a:xfrm>
              <a:off x="2770723" y="2912970"/>
              <a:ext cx="52572" cy="39627"/>
            </a:xfrm>
            <a:custGeom>
              <a:avLst/>
              <a:pathLst>
                <a:path w="52572" h="39627">
                  <a:moveTo>
                    <a:pt x="42933" y="2437"/>
                  </a:moveTo>
                  <a:lnTo>
                    <a:pt x="47108" y="18805"/>
                  </a:lnTo>
                  <a:lnTo>
                    <a:pt x="48939" y="22257"/>
                  </a:lnTo>
                  <a:lnTo>
                    <a:pt x="52572" y="26802"/>
                  </a:lnTo>
                  <a:lnTo>
                    <a:pt x="46652" y="30447"/>
                  </a:lnTo>
                  <a:lnTo>
                    <a:pt x="38031" y="32129"/>
                  </a:lnTo>
                  <a:lnTo>
                    <a:pt x="35834" y="34521"/>
                  </a:lnTo>
                  <a:lnTo>
                    <a:pt x="34275" y="36918"/>
                  </a:lnTo>
                  <a:lnTo>
                    <a:pt x="29255" y="39627"/>
                  </a:lnTo>
                  <a:lnTo>
                    <a:pt x="26257" y="37580"/>
                  </a:lnTo>
                  <a:lnTo>
                    <a:pt x="21348" y="37066"/>
                  </a:lnTo>
                  <a:lnTo>
                    <a:pt x="17055" y="35227"/>
                  </a:lnTo>
                  <a:lnTo>
                    <a:pt x="9818" y="30636"/>
                  </a:lnTo>
                  <a:lnTo>
                    <a:pt x="7422" y="26248"/>
                  </a:lnTo>
                  <a:lnTo>
                    <a:pt x="4785" y="25781"/>
                  </a:lnTo>
                  <a:lnTo>
                    <a:pt x="0" y="23086"/>
                  </a:lnTo>
                  <a:lnTo>
                    <a:pt x="383" y="22070"/>
                  </a:lnTo>
                  <a:lnTo>
                    <a:pt x="2870" y="20616"/>
                  </a:lnTo>
                  <a:lnTo>
                    <a:pt x="3956" y="19383"/>
                  </a:lnTo>
                  <a:lnTo>
                    <a:pt x="9795" y="20441"/>
                  </a:lnTo>
                  <a:lnTo>
                    <a:pt x="11152" y="22452"/>
                  </a:lnTo>
                  <a:lnTo>
                    <a:pt x="13339" y="24070"/>
                  </a:lnTo>
                  <a:lnTo>
                    <a:pt x="14558" y="23371"/>
                  </a:lnTo>
                  <a:lnTo>
                    <a:pt x="12269" y="20946"/>
                  </a:lnTo>
                  <a:lnTo>
                    <a:pt x="12643" y="18503"/>
                  </a:lnTo>
                  <a:lnTo>
                    <a:pt x="14953" y="17278"/>
                  </a:lnTo>
                  <a:lnTo>
                    <a:pt x="16782" y="17914"/>
                  </a:lnTo>
                  <a:lnTo>
                    <a:pt x="19090" y="15795"/>
                  </a:lnTo>
                  <a:lnTo>
                    <a:pt x="19409" y="13587"/>
                  </a:lnTo>
                  <a:lnTo>
                    <a:pt x="26120" y="13328"/>
                  </a:lnTo>
                  <a:lnTo>
                    <a:pt x="29619" y="8087"/>
                  </a:lnTo>
                  <a:lnTo>
                    <a:pt x="32023" y="2786"/>
                  </a:lnTo>
                  <a:lnTo>
                    <a:pt x="379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h2478"/>
            <p:cNvSpPr/>
            <p:nvPr/>
          </p:nvSpPr>
          <p:spPr>
            <a:xfrm>
              <a:off x="3002101" y="3127969"/>
              <a:ext cx="48225" cy="62524"/>
            </a:xfrm>
            <a:custGeom>
              <a:avLst/>
              <a:pathLst>
                <a:path w="48225" h="62524">
                  <a:moveTo>
                    <a:pt x="29547" y="4421"/>
                  </a:moveTo>
                  <a:lnTo>
                    <a:pt x="26109" y="10547"/>
                  </a:lnTo>
                  <a:lnTo>
                    <a:pt x="28484" y="15581"/>
                  </a:lnTo>
                  <a:lnTo>
                    <a:pt x="30349" y="23106"/>
                  </a:lnTo>
                  <a:lnTo>
                    <a:pt x="40660" y="21855"/>
                  </a:lnTo>
                  <a:lnTo>
                    <a:pt x="45763" y="25054"/>
                  </a:lnTo>
                  <a:lnTo>
                    <a:pt x="46926" y="28956"/>
                  </a:lnTo>
                  <a:lnTo>
                    <a:pt x="43953" y="31990"/>
                  </a:lnTo>
                  <a:lnTo>
                    <a:pt x="42439" y="34644"/>
                  </a:lnTo>
                  <a:lnTo>
                    <a:pt x="42614" y="36901"/>
                  </a:lnTo>
                  <a:lnTo>
                    <a:pt x="44351" y="41231"/>
                  </a:lnTo>
                  <a:lnTo>
                    <a:pt x="44980" y="42169"/>
                  </a:lnTo>
                  <a:lnTo>
                    <a:pt x="46741" y="42711"/>
                  </a:lnTo>
                  <a:lnTo>
                    <a:pt x="48225" y="45546"/>
                  </a:lnTo>
                  <a:lnTo>
                    <a:pt x="34530" y="44818"/>
                  </a:lnTo>
                  <a:lnTo>
                    <a:pt x="32317" y="43833"/>
                  </a:lnTo>
                  <a:lnTo>
                    <a:pt x="30691" y="46927"/>
                  </a:lnTo>
                  <a:lnTo>
                    <a:pt x="28563" y="56341"/>
                  </a:lnTo>
                  <a:lnTo>
                    <a:pt x="25236" y="55549"/>
                  </a:lnTo>
                  <a:lnTo>
                    <a:pt x="25307" y="62524"/>
                  </a:lnTo>
                  <a:lnTo>
                    <a:pt x="23516" y="61220"/>
                  </a:lnTo>
                  <a:lnTo>
                    <a:pt x="21578" y="57248"/>
                  </a:lnTo>
                  <a:lnTo>
                    <a:pt x="23145" y="57271"/>
                  </a:lnTo>
                  <a:lnTo>
                    <a:pt x="24089" y="58155"/>
                  </a:lnTo>
                  <a:lnTo>
                    <a:pt x="23472" y="55459"/>
                  </a:lnTo>
                  <a:lnTo>
                    <a:pt x="19173" y="55097"/>
                  </a:lnTo>
                  <a:lnTo>
                    <a:pt x="15365" y="57296"/>
                  </a:lnTo>
                  <a:lnTo>
                    <a:pt x="14019" y="56291"/>
                  </a:lnTo>
                  <a:lnTo>
                    <a:pt x="14416" y="50150"/>
                  </a:lnTo>
                  <a:lnTo>
                    <a:pt x="12491" y="47389"/>
                  </a:lnTo>
                  <a:lnTo>
                    <a:pt x="8014" y="47745"/>
                  </a:lnTo>
                  <a:lnTo>
                    <a:pt x="5077" y="50406"/>
                  </a:lnTo>
                  <a:lnTo>
                    <a:pt x="0" y="46514"/>
                  </a:lnTo>
                  <a:lnTo>
                    <a:pt x="71" y="43611"/>
                  </a:lnTo>
                  <a:lnTo>
                    <a:pt x="1751" y="41895"/>
                  </a:lnTo>
                  <a:lnTo>
                    <a:pt x="2848" y="41849"/>
                  </a:lnTo>
                  <a:lnTo>
                    <a:pt x="4445" y="43700"/>
                  </a:lnTo>
                  <a:lnTo>
                    <a:pt x="6537" y="44483"/>
                  </a:lnTo>
                  <a:lnTo>
                    <a:pt x="11308" y="43640"/>
                  </a:lnTo>
                  <a:lnTo>
                    <a:pt x="14278" y="41217"/>
                  </a:lnTo>
                  <a:lnTo>
                    <a:pt x="15824" y="36884"/>
                  </a:lnTo>
                  <a:lnTo>
                    <a:pt x="14531" y="35417"/>
                  </a:lnTo>
                  <a:lnTo>
                    <a:pt x="10848" y="33407"/>
                  </a:lnTo>
                  <a:lnTo>
                    <a:pt x="9749" y="31700"/>
                  </a:lnTo>
                  <a:lnTo>
                    <a:pt x="10230" y="30186"/>
                  </a:lnTo>
                  <a:lnTo>
                    <a:pt x="13486" y="28726"/>
                  </a:lnTo>
                  <a:lnTo>
                    <a:pt x="10588" y="25512"/>
                  </a:lnTo>
                  <a:lnTo>
                    <a:pt x="16116" y="16886"/>
                  </a:lnTo>
                  <a:lnTo>
                    <a:pt x="15505" y="15709"/>
                  </a:lnTo>
                  <a:lnTo>
                    <a:pt x="15137" y="14661"/>
                  </a:lnTo>
                  <a:lnTo>
                    <a:pt x="15885" y="14188"/>
                  </a:lnTo>
                  <a:lnTo>
                    <a:pt x="17717" y="15842"/>
                  </a:lnTo>
                  <a:lnTo>
                    <a:pt x="17119" y="17594"/>
                  </a:lnTo>
                  <a:lnTo>
                    <a:pt x="18495" y="17316"/>
                  </a:lnTo>
                  <a:lnTo>
                    <a:pt x="18310" y="9944"/>
                  </a:lnTo>
                  <a:lnTo>
                    <a:pt x="23729" y="2817"/>
                  </a:lnTo>
                  <a:lnTo>
                    <a:pt x="2271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h2479"/>
            <p:cNvSpPr/>
            <p:nvPr/>
          </p:nvSpPr>
          <p:spPr>
            <a:xfrm>
              <a:off x="2746161" y="3004288"/>
              <a:ext cx="12756" cy="20807"/>
            </a:xfrm>
            <a:custGeom>
              <a:avLst/>
              <a:pathLst>
                <a:path w="12756" h="20807">
                  <a:moveTo>
                    <a:pt x="4660" y="0"/>
                  </a:moveTo>
                  <a:lnTo>
                    <a:pt x="4337" y="1659"/>
                  </a:lnTo>
                  <a:lnTo>
                    <a:pt x="6805" y="6164"/>
                  </a:lnTo>
                  <a:lnTo>
                    <a:pt x="5868" y="9056"/>
                  </a:lnTo>
                  <a:lnTo>
                    <a:pt x="6145" y="11411"/>
                  </a:lnTo>
                  <a:lnTo>
                    <a:pt x="7662" y="16203"/>
                  </a:lnTo>
                  <a:lnTo>
                    <a:pt x="9174" y="16628"/>
                  </a:lnTo>
                  <a:lnTo>
                    <a:pt x="9201" y="18206"/>
                  </a:lnTo>
                  <a:lnTo>
                    <a:pt x="11813" y="19134"/>
                  </a:lnTo>
                  <a:lnTo>
                    <a:pt x="12756" y="20807"/>
                  </a:lnTo>
                  <a:lnTo>
                    <a:pt x="7524" y="18223"/>
                  </a:lnTo>
                  <a:lnTo>
                    <a:pt x="4618" y="13840"/>
                  </a:lnTo>
                  <a:lnTo>
                    <a:pt x="1382" y="5717"/>
                  </a:lnTo>
                  <a:lnTo>
                    <a:pt x="0" y="198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h2480"/>
            <p:cNvSpPr/>
            <p:nvPr/>
          </p:nvSpPr>
          <p:spPr>
            <a:xfrm>
              <a:off x="2661889" y="2853995"/>
              <a:ext cx="11573" cy="11146"/>
            </a:xfrm>
            <a:custGeom>
              <a:avLst/>
              <a:pathLst>
                <a:path w="11573" h="11146">
                  <a:moveTo>
                    <a:pt x="7201" y="2275"/>
                  </a:moveTo>
                  <a:lnTo>
                    <a:pt x="7348" y="2768"/>
                  </a:lnTo>
                  <a:lnTo>
                    <a:pt x="4115" y="5070"/>
                  </a:lnTo>
                  <a:lnTo>
                    <a:pt x="4636" y="6337"/>
                  </a:lnTo>
                  <a:lnTo>
                    <a:pt x="6100" y="8518"/>
                  </a:lnTo>
                  <a:lnTo>
                    <a:pt x="7937" y="9622"/>
                  </a:lnTo>
                  <a:lnTo>
                    <a:pt x="11573" y="9413"/>
                  </a:lnTo>
                  <a:lnTo>
                    <a:pt x="9004" y="11146"/>
                  </a:lnTo>
                  <a:lnTo>
                    <a:pt x="5045" y="10598"/>
                  </a:lnTo>
                  <a:lnTo>
                    <a:pt x="1502" y="8945"/>
                  </a:lnTo>
                  <a:lnTo>
                    <a:pt x="0" y="2433"/>
                  </a:lnTo>
                  <a:lnTo>
                    <a:pt x="4355" y="2422"/>
                  </a:lnTo>
                  <a:lnTo>
                    <a:pt x="630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h2481"/>
            <p:cNvSpPr/>
            <p:nvPr/>
          </p:nvSpPr>
          <p:spPr>
            <a:xfrm>
              <a:off x="2676108" y="2841043"/>
              <a:ext cx="25868" cy="25939"/>
            </a:xfrm>
            <a:custGeom>
              <a:avLst/>
              <a:pathLst>
                <a:path w="25868" h="25939">
                  <a:moveTo>
                    <a:pt x="9730" y="0"/>
                  </a:moveTo>
                  <a:lnTo>
                    <a:pt x="10198" y="3280"/>
                  </a:lnTo>
                  <a:lnTo>
                    <a:pt x="14112" y="4334"/>
                  </a:lnTo>
                  <a:lnTo>
                    <a:pt x="18139" y="4439"/>
                  </a:lnTo>
                  <a:lnTo>
                    <a:pt x="21723" y="6555"/>
                  </a:lnTo>
                  <a:lnTo>
                    <a:pt x="24112" y="11463"/>
                  </a:lnTo>
                  <a:lnTo>
                    <a:pt x="25868" y="13488"/>
                  </a:lnTo>
                  <a:lnTo>
                    <a:pt x="18145" y="14703"/>
                  </a:lnTo>
                  <a:lnTo>
                    <a:pt x="16917" y="15735"/>
                  </a:lnTo>
                  <a:lnTo>
                    <a:pt x="16365" y="17438"/>
                  </a:lnTo>
                  <a:lnTo>
                    <a:pt x="16735" y="21602"/>
                  </a:lnTo>
                  <a:lnTo>
                    <a:pt x="14051" y="23882"/>
                  </a:lnTo>
                  <a:lnTo>
                    <a:pt x="12300" y="25939"/>
                  </a:lnTo>
                  <a:lnTo>
                    <a:pt x="10973" y="23432"/>
                  </a:lnTo>
                  <a:lnTo>
                    <a:pt x="11973" y="22328"/>
                  </a:lnTo>
                  <a:lnTo>
                    <a:pt x="11391" y="19057"/>
                  </a:lnTo>
                  <a:lnTo>
                    <a:pt x="10402" y="18809"/>
                  </a:lnTo>
                  <a:lnTo>
                    <a:pt x="8950" y="20270"/>
                  </a:lnTo>
                  <a:lnTo>
                    <a:pt x="7068" y="20655"/>
                  </a:lnTo>
                  <a:lnTo>
                    <a:pt x="6662" y="19361"/>
                  </a:lnTo>
                  <a:lnTo>
                    <a:pt x="10350" y="15514"/>
                  </a:lnTo>
                  <a:lnTo>
                    <a:pt x="13477" y="14344"/>
                  </a:lnTo>
                  <a:lnTo>
                    <a:pt x="14209" y="12717"/>
                  </a:lnTo>
                  <a:lnTo>
                    <a:pt x="7431" y="11222"/>
                  </a:lnTo>
                  <a:lnTo>
                    <a:pt x="3057" y="12144"/>
                  </a:lnTo>
                  <a:lnTo>
                    <a:pt x="2373" y="12718"/>
                  </a:lnTo>
                  <a:lnTo>
                    <a:pt x="886" y="12472"/>
                  </a:lnTo>
                  <a:lnTo>
                    <a:pt x="0" y="11319"/>
                  </a:lnTo>
                  <a:lnTo>
                    <a:pt x="656" y="7481"/>
                  </a:lnTo>
                  <a:lnTo>
                    <a:pt x="3625" y="220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h2482"/>
            <p:cNvSpPr/>
            <p:nvPr/>
          </p:nvSpPr>
          <p:spPr>
            <a:xfrm>
              <a:off x="2758730" y="2932507"/>
              <a:ext cx="41248" cy="26806"/>
            </a:xfrm>
            <a:custGeom>
              <a:avLst/>
              <a:pathLst>
                <a:path w="41248" h="26806">
                  <a:moveTo>
                    <a:pt x="14863" y="1079"/>
                  </a:moveTo>
                  <a:lnTo>
                    <a:pt x="12376" y="2532"/>
                  </a:lnTo>
                  <a:lnTo>
                    <a:pt x="11993" y="3549"/>
                  </a:lnTo>
                  <a:lnTo>
                    <a:pt x="16778" y="6244"/>
                  </a:lnTo>
                  <a:lnTo>
                    <a:pt x="19415" y="6710"/>
                  </a:lnTo>
                  <a:lnTo>
                    <a:pt x="21811" y="11098"/>
                  </a:lnTo>
                  <a:lnTo>
                    <a:pt x="29048" y="15690"/>
                  </a:lnTo>
                  <a:lnTo>
                    <a:pt x="33341" y="17529"/>
                  </a:lnTo>
                  <a:lnTo>
                    <a:pt x="38250" y="18042"/>
                  </a:lnTo>
                  <a:lnTo>
                    <a:pt x="41248" y="20089"/>
                  </a:lnTo>
                  <a:lnTo>
                    <a:pt x="39039" y="26806"/>
                  </a:lnTo>
                  <a:lnTo>
                    <a:pt x="30102" y="26747"/>
                  </a:lnTo>
                  <a:lnTo>
                    <a:pt x="28103" y="26140"/>
                  </a:lnTo>
                  <a:lnTo>
                    <a:pt x="25467" y="23183"/>
                  </a:lnTo>
                  <a:lnTo>
                    <a:pt x="23131" y="24502"/>
                  </a:lnTo>
                  <a:lnTo>
                    <a:pt x="22607" y="25543"/>
                  </a:lnTo>
                  <a:lnTo>
                    <a:pt x="19167" y="23916"/>
                  </a:lnTo>
                  <a:lnTo>
                    <a:pt x="16743" y="21264"/>
                  </a:lnTo>
                  <a:lnTo>
                    <a:pt x="14043" y="21666"/>
                  </a:lnTo>
                  <a:lnTo>
                    <a:pt x="14395" y="24116"/>
                  </a:lnTo>
                  <a:lnTo>
                    <a:pt x="10100" y="21510"/>
                  </a:lnTo>
                  <a:lnTo>
                    <a:pt x="11995" y="19042"/>
                  </a:lnTo>
                  <a:lnTo>
                    <a:pt x="9532" y="17548"/>
                  </a:lnTo>
                  <a:lnTo>
                    <a:pt x="1960" y="15785"/>
                  </a:lnTo>
                  <a:lnTo>
                    <a:pt x="0" y="13783"/>
                  </a:lnTo>
                  <a:lnTo>
                    <a:pt x="292" y="11115"/>
                  </a:lnTo>
                  <a:lnTo>
                    <a:pt x="4945" y="7957"/>
                  </a:lnTo>
                  <a:lnTo>
                    <a:pt x="8735" y="7573"/>
                  </a:lnTo>
                  <a:lnTo>
                    <a:pt x="6593" y="2659"/>
                  </a:lnTo>
                  <a:lnTo>
                    <a:pt x="7776" y="1569"/>
                  </a:lnTo>
                  <a:lnTo>
                    <a:pt x="10128" y="1963"/>
                  </a:lnTo>
                  <a:lnTo>
                    <a:pt x="11332" y="938"/>
                  </a:lnTo>
                  <a:lnTo>
                    <a:pt x="1098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h2483"/>
            <p:cNvSpPr/>
            <p:nvPr/>
          </p:nvSpPr>
          <p:spPr>
            <a:xfrm>
              <a:off x="2676013" y="2855961"/>
              <a:ext cx="5993" cy="5883"/>
            </a:xfrm>
            <a:custGeom>
              <a:avLst/>
              <a:pathLst>
                <a:path w="5993" h="5883">
                  <a:moveTo>
                    <a:pt x="5993" y="673"/>
                  </a:moveTo>
                  <a:lnTo>
                    <a:pt x="4940" y="4279"/>
                  </a:lnTo>
                  <a:lnTo>
                    <a:pt x="3688" y="5438"/>
                  </a:lnTo>
                  <a:lnTo>
                    <a:pt x="1060" y="5883"/>
                  </a:lnTo>
                  <a:lnTo>
                    <a:pt x="0" y="2869"/>
                  </a:lnTo>
                  <a:lnTo>
                    <a:pt x="399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h2484"/>
            <p:cNvSpPr/>
            <p:nvPr/>
          </p:nvSpPr>
          <p:spPr>
            <a:xfrm>
              <a:off x="2763867" y="3030817"/>
              <a:ext cx="24841" cy="45450"/>
            </a:xfrm>
            <a:custGeom>
              <a:avLst/>
              <a:pathLst>
                <a:path w="24841" h="45450">
                  <a:moveTo>
                    <a:pt x="5398" y="226"/>
                  </a:moveTo>
                  <a:lnTo>
                    <a:pt x="8352" y="1300"/>
                  </a:lnTo>
                  <a:lnTo>
                    <a:pt x="13003" y="6550"/>
                  </a:lnTo>
                  <a:lnTo>
                    <a:pt x="15023" y="6260"/>
                  </a:lnTo>
                  <a:lnTo>
                    <a:pt x="17302" y="7103"/>
                  </a:lnTo>
                  <a:lnTo>
                    <a:pt x="20584" y="10644"/>
                  </a:lnTo>
                  <a:lnTo>
                    <a:pt x="23230" y="12101"/>
                  </a:lnTo>
                  <a:lnTo>
                    <a:pt x="22737" y="12772"/>
                  </a:lnTo>
                  <a:lnTo>
                    <a:pt x="23974" y="16426"/>
                  </a:lnTo>
                  <a:lnTo>
                    <a:pt x="22795" y="21220"/>
                  </a:lnTo>
                  <a:lnTo>
                    <a:pt x="21872" y="23000"/>
                  </a:lnTo>
                  <a:lnTo>
                    <a:pt x="19969" y="20696"/>
                  </a:lnTo>
                  <a:lnTo>
                    <a:pt x="19052" y="22430"/>
                  </a:lnTo>
                  <a:lnTo>
                    <a:pt x="20335" y="26134"/>
                  </a:lnTo>
                  <a:lnTo>
                    <a:pt x="24072" y="29324"/>
                  </a:lnTo>
                  <a:lnTo>
                    <a:pt x="23988" y="31106"/>
                  </a:lnTo>
                  <a:lnTo>
                    <a:pt x="21861" y="34694"/>
                  </a:lnTo>
                  <a:lnTo>
                    <a:pt x="21269" y="37747"/>
                  </a:lnTo>
                  <a:lnTo>
                    <a:pt x="21732" y="38573"/>
                  </a:lnTo>
                  <a:lnTo>
                    <a:pt x="24609" y="39742"/>
                  </a:lnTo>
                  <a:lnTo>
                    <a:pt x="24841" y="43217"/>
                  </a:lnTo>
                  <a:lnTo>
                    <a:pt x="23080" y="45450"/>
                  </a:lnTo>
                  <a:lnTo>
                    <a:pt x="22560" y="43312"/>
                  </a:lnTo>
                  <a:lnTo>
                    <a:pt x="18857" y="44500"/>
                  </a:lnTo>
                  <a:lnTo>
                    <a:pt x="17854" y="43375"/>
                  </a:lnTo>
                  <a:lnTo>
                    <a:pt x="19264" y="41905"/>
                  </a:lnTo>
                  <a:lnTo>
                    <a:pt x="19634" y="40407"/>
                  </a:lnTo>
                  <a:lnTo>
                    <a:pt x="15664" y="40362"/>
                  </a:lnTo>
                  <a:lnTo>
                    <a:pt x="13123" y="37976"/>
                  </a:lnTo>
                  <a:lnTo>
                    <a:pt x="11459" y="30506"/>
                  </a:lnTo>
                  <a:lnTo>
                    <a:pt x="7849" y="30103"/>
                  </a:lnTo>
                  <a:lnTo>
                    <a:pt x="5907" y="30737"/>
                  </a:lnTo>
                  <a:lnTo>
                    <a:pt x="5404" y="29324"/>
                  </a:lnTo>
                  <a:lnTo>
                    <a:pt x="2980" y="28311"/>
                  </a:lnTo>
                  <a:lnTo>
                    <a:pt x="3047" y="26964"/>
                  </a:lnTo>
                  <a:lnTo>
                    <a:pt x="5878" y="22840"/>
                  </a:lnTo>
                  <a:lnTo>
                    <a:pt x="6480" y="19427"/>
                  </a:lnTo>
                  <a:lnTo>
                    <a:pt x="1034" y="15186"/>
                  </a:lnTo>
                  <a:lnTo>
                    <a:pt x="836" y="13379"/>
                  </a:lnTo>
                  <a:lnTo>
                    <a:pt x="1942" y="12020"/>
                  </a:lnTo>
                  <a:lnTo>
                    <a:pt x="0" y="934"/>
                  </a:lnTo>
                  <a:lnTo>
                    <a:pt x="145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h2485"/>
            <p:cNvSpPr/>
            <p:nvPr/>
          </p:nvSpPr>
          <p:spPr>
            <a:xfrm>
              <a:off x="2991841" y="3049774"/>
              <a:ext cx="24242" cy="37816"/>
            </a:xfrm>
            <a:custGeom>
              <a:avLst/>
              <a:pathLst>
                <a:path w="24242" h="37816">
                  <a:moveTo>
                    <a:pt x="11258" y="0"/>
                  </a:moveTo>
                  <a:lnTo>
                    <a:pt x="13360" y="6883"/>
                  </a:lnTo>
                  <a:lnTo>
                    <a:pt x="17800" y="13112"/>
                  </a:lnTo>
                  <a:lnTo>
                    <a:pt x="24242" y="18047"/>
                  </a:lnTo>
                  <a:lnTo>
                    <a:pt x="18726" y="24230"/>
                  </a:lnTo>
                  <a:lnTo>
                    <a:pt x="18451" y="27913"/>
                  </a:lnTo>
                  <a:lnTo>
                    <a:pt x="20007" y="31313"/>
                  </a:lnTo>
                  <a:lnTo>
                    <a:pt x="16097" y="32469"/>
                  </a:lnTo>
                  <a:lnTo>
                    <a:pt x="15454" y="34321"/>
                  </a:lnTo>
                  <a:lnTo>
                    <a:pt x="15573" y="37688"/>
                  </a:lnTo>
                  <a:lnTo>
                    <a:pt x="13762" y="37816"/>
                  </a:lnTo>
                  <a:lnTo>
                    <a:pt x="13669" y="31642"/>
                  </a:lnTo>
                  <a:lnTo>
                    <a:pt x="14587" y="30446"/>
                  </a:lnTo>
                  <a:lnTo>
                    <a:pt x="10605" y="25158"/>
                  </a:lnTo>
                  <a:lnTo>
                    <a:pt x="8152" y="23668"/>
                  </a:lnTo>
                  <a:lnTo>
                    <a:pt x="7126" y="22127"/>
                  </a:lnTo>
                  <a:lnTo>
                    <a:pt x="7114" y="19113"/>
                  </a:lnTo>
                  <a:lnTo>
                    <a:pt x="8308" y="16951"/>
                  </a:lnTo>
                  <a:lnTo>
                    <a:pt x="7447" y="14158"/>
                  </a:lnTo>
                  <a:lnTo>
                    <a:pt x="6099" y="12696"/>
                  </a:lnTo>
                  <a:lnTo>
                    <a:pt x="2868" y="14515"/>
                  </a:lnTo>
                  <a:lnTo>
                    <a:pt x="255" y="12493"/>
                  </a:lnTo>
                  <a:lnTo>
                    <a:pt x="0" y="11551"/>
                  </a:lnTo>
                  <a:lnTo>
                    <a:pt x="1042" y="8127"/>
                  </a:lnTo>
                  <a:lnTo>
                    <a:pt x="3062" y="701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h2486"/>
            <p:cNvSpPr/>
            <p:nvPr/>
          </p:nvSpPr>
          <p:spPr>
            <a:xfrm>
              <a:off x="2961951" y="3040277"/>
              <a:ext cx="32952" cy="39101"/>
            </a:xfrm>
            <a:custGeom>
              <a:avLst/>
              <a:pathLst>
                <a:path w="32952" h="39101">
                  <a:moveTo>
                    <a:pt x="11141" y="2098"/>
                  </a:moveTo>
                  <a:lnTo>
                    <a:pt x="15583" y="4096"/>
                  </a:lnTo>
                  <a:lnTo>
                    <a:pt x="22486" y="5315"/>
                  </a:lnTo>
                  <a:lnTo>
                    <a:pt x="28461" y="5227"/>
                  </a:lnTo>
                  <a:lnTo>
                    <a:pt x="27234" y="13862"/>
                  </a:lnTo>
                  <a:lnTo>
                    <a:pt x="28096" y="16807"/>
                  </a:lnTo>
                  <a:lnTo>
                    <a:pt x="28447" y="17372"/>
                  </a:lnTo>
                  <a:lnTo>
                    <a:pt x="32952" y="16517"/>
                  </a:lnTo>
                  <a:lnTo>
                    <a:pt x="30932" y="17625"/>
                  </a:lnTo>
                  <a:lnTo>
                    <a:pt x="29890" y="21049"/>
                  </a:lnTo>
                  <a:lnTo>
                    <a:pt x="30146" y="21991"/>
                  </a:lnTo>
                  <a:lnTo>
                    <a:pt x="32758" y="24013"/>
                  </a:lnTo>
                  <a:lnTo>
                    <a:pt x="29641" y="27596"/>
                  </a:lnTo>
                  <a:lnTo>
                    <a:pt x="27589" y="28530"/>
                  </a:lnTo>
                  <a:lnTo>
                    <a:pt x="21091" y="27674"/>
                  </a:lnTo>
                  <a:lnTo>
                    <a:pt x="15220" y="31109"/>
                  </a:lnTo>
                  <a:lnTo>
                    <a:pt x="14633" y="32447"/>
                  </a:lnTo>
                  <a:lnTo>
                    <a:pt x="16242" y="33155"/>
                  </a:lnTo>
                  <a:lnTo>
                    <a:pt x="14850" y="34753"/>
                  </a:lnTo>
                  <a:lnTo>
                    <a:pt x="16088" y="37411"/>
                  </a:lnTo>
                  <a:lnTo>
                    <a:pt x="13873" y="39101"/>
                  </a:lnTo>
                  <a:lnTo>
                    <a:pt x="11333" y="38528"/>
                  </a:lnTo>
                  <a:lnTo>
                    <a:pt x="9383" y="34747"/>
                  </a:lnTo>
                  <a:lnTo>
                    <a:pt x="1590" y="36778"/>
                  </a:lnTo>
                  <a:lnTo>
                    <a:pt x="0" y="35861"/>
                  </a:lnTo>
                  <a:lnTo>
                    <a:pt x="1352" y="34038"/>
                  </a:lnTo>
                  <a:lnTo>
                    <a:pt x="363" y="25752"/>
                  </a:lnTo>
                  <a:lnTo>
                    <a:pt x="2762" y="18729"/>
                  </a:lnTo>
                  <a:lnTo>
                    <a:pt x="1808" y="15833"/>
                  </a:lnTo>
                  <a:lnTo>
                    <a:pt x="404" y="14885"/>
                  </a:lnTo>
                  <a:lnTo>
                    <a:pt x="70" y="13403"/>
                  </a:lnTo>
                  <a:lnTo>
                    <a:pt x="3503" y="12779"/>
                  </a:lnTo>
                  <a:lnTo>
                    <a:pt x="5669" y="13488"/>
                  </a:lnTo>
                  <a:lnTo>
                    <a:pt x="8172" y="12549"/>
                  </a:lnTo>
                  <a:lnTo>
                    <a:pt x="8690" y="11149"/>
                  </a:lnTo>
                  <a:lnTo>
                    <a:pt x="7064" y="8750"/>
                  </a:lnTo>
                  <a:lnTo>
                    <a:pt x="5127" y="8131"/>
                  </a:lnTo>
                  <a:lnTo>
                    <a:pt x="2130" y="8487"/>
                  </a:lnTo>
                  <a:lnTo>
                    <a:pt x="1931" y="7395"/>
                  </a:lnTo>
                  <a:lnTo>
                    <a:pt x="1103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h2487"/>
            <p:cNvSpPr/>
            <p:nvPr/>
          </p:nvSpPr>
          <p:spPr>
            <a:xfrm>
              <a:off x="2670528" y="2824236"/>
              <a:ext cx="28650" cy="19446"/>
            </a:xfrm>
            <a:custGeom>
              <a:avLst/>
              <a:pathLst>
                <a:path w="28650" h="19446">
                  <a:moveTo>
                    <a:pt x="22780" y="1800"/>
                  </a:moveTo>
                  <a:lnTo>
                    <a:pt x="27761" y="2063"/>
                  </a:lnTo>
                  <a:lnTo>
                    <a:pt x="28650" y="2967"/>
                  </a:lnTo>
                  <a:lnTo>
                    <a:pt x="28366" y="4191"/>
                  </a:lnTo>
                  <a:lnTo>
                    <a:pt x="22598" y="8206"/>
                  </a:lnTo>
                  <a:lnTo>
                    <a:pt x="20682" y="12181"/>
                  </a:lnTo>
                  <a:lnTo>
                    <a:pt x="20571" y="18136"/>
                  </a:lnTo>
                  <a:lnTo>
                    <a:pt x="17388" y="16339"/>
                  </a:lnTo>
                  <a:lnTo>
                    <a:pt x="15310" y="16807"/>
                  </a:lnTo>
                  <a:lnTo>
                    <a:pt x="9204" y="19007"/>
                  </a:lnTo>
                  <a:lnTo>
                    <a:pt x="6901" y="18639"/>
                  </a:lnTo>
                  <a:lnTo>
                    <a:pt x="5127" y="19446"/>
                  </a:lnTo>
                  <a:lnTo>
                    <a:pt x="3443" y="18658"/>
                  </a:lnTo>
                  <a:lnTo>
                    <a:pt x="0" y="14790"/>
                  </a:lnTo>
                  <a:lnTo>
                    <a:pt x="862" y="12306"/>
                  </a:lnTo>
                  <a:lnTo>
                    <a:pt x="2024" y="9453"/>
                  </a:lnTo>
                  <a:lnTo>
                    <a:pt x="7393" y="4508"/>
                  </a:lnTo>
                  <a:lnTo>
                    <a:pt x="8471" y="2285"/>
                  </a:lnTo>
                  <a:lnTo>
                    <a:pt x="12318" y="2450"/>
                  </a:lnTo>
                  <a:lnTo>
                    <a:pt x="1826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h2488"/>
            <p:cNvSpPr/>
            <p:nvPr/>
          </p:nvSpPr>
          <p:spPr>
            <a:xfrm>
              <a:off x="3022199" y="3084118"/>
              <a:ext cx="47572" cy="16255"/>
            </a:xfrm>
            <a:custGeom>
              <a:avLst/>
              <a:pathLst>
                <a:path w="47572" h="16255">
                  <a:moveTo>
                    <a:pt x="2480" y="0"/>
                  </a:moveTo>
                  <a:lnTo>
                    <a:pt x="4636" y="1981"/>
                  </a:lnTo>
                  <a:lnTo>
                    <a:pt x="11431" y="5495"/>
                  </a:lnTo>
                  <a:lnTo>
                    <a:pt x="18887" y="6346"/>
                  </a:lnTo>
                  <a:lnTo>
                    <a:pt x="32405" y="4047"/>
                  </a:lnTo>
                  <a:lnTo>
                    <a:pt x="45340" y="481"/>
                  </a:lnTo>
                  <a:lnTo>
                    <a:pt x="45346" y="1939"/>
                  </a:lnTo>
                  <a:lnTo>
                    <a:pt x="47572" y="6598"/>
                  </a:lnTo>
                  <a:lnTo>
                    <a:pt x="45983" y="12530"/>
                  </a:lnTo>
                  <a:lnTo>
                    <a:pt x="44136" y="14674"/>
                  </a:lnTo>
                  <a:lnTo>
                    <a:pt x="37868" y="11726"/>
                  </a:lnTo>
                  <a:lnTo>
                    <a:pt x="36762" y="14153"/>
                  </a:lnTo>
                  <a:lnTo>
                    <a:pt x="35043" y="15735"/>
                  </a:lnTo>
                  <a:lnTo>
                    <a:pt x="34257" y="16255"/>
                  </a:lnTo>
                  <a:lnTo>
                    <a:pt x="31702" y="13848"/>
                  </a:lnTo>
                  <a:lnTo>
                    <a:pt x="24955" y="12321"/>
                  </a:lnTo>
                  <a:lnTo>
                    <a:pt x="23739" y="13003"/>
                  </a:lnTo>
                  <a:lnTo>
                    <a:pt x="22649" y="11295"/>
                  </a:lnTo>
                  <a:lnTo>
                    <a:pt x="19625" y="10946"/>
                  </a:lnTo>
                  <a:lnTo>
                    <a:pt x="16820" y="11621"/>
                  </a:lnTo>
                  <a:lnTo>
                    <a:pt x="14408" y="11145"/>
                  </a:lnTo>
                  <a:lnTo>
                    <a:pt x="14224" y="9161"/>
                  </a:lnTo>
                  <a:lnTo>
                    <a:pt x="12559" y="8582"/>
                  </a:lnTo>
                  <a:lnTo>
                    <a:pt x="6485" y="10473"/>
                  </a:lnTo>
                  <a:lnTo>
                    <a:pt x="820" y="6289"/>
                  </a:lnTo>
                  <a:lnTo>
                    <a:pt x="0" y="4649"/>
                  </a:lnTo>
                  <a:lnTo>
                    <a:pt x="1229" y="25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h2489"/>
            <p:cNvSpPr/>
            <p:nvPr/>
          </p:nvSpPr>
          <p:spPr>
            <a:xfrm>
              <a:off x="2735629" y="2938857"/>
              <a:ext cx="35531" cy="19627"/>
            </a:xfrm>
            <a:custGeom>
              <a:avLst/>
              <a:pathLst>
                <a:path w="35531" h="19627">
                  <a:moveTo>
                    <a:pt x="1468" y="0"/>
                  </a:moveTo>
                  <a:lnTo>
                    <a:pt x="4302" y="1812"/>
                  </a:lnTo>
                  <a:lnTo>
                    <a:pt x="8380" y="2620"/>
                  </a:lnTo>
                  <a:lnTo>
                    <a:pt x="10345" y="893"/>
                  </a:lnTo>
                  <a:lnTo>
                    <a:pt x="12396" y="2175"/>
                  </a:lnTo>
                  <a:lnTo>
                    <a:pt x="15963" y="2542"/>
                  </a:lnTo>
                  <a:lnTo>
                    <a:pt x="17885" y="1542"/>
                  </a:lnTo>
                  <a:lnTo>
                    <a:pt x="23393" y="4765"/>
                  </a:lnTo>
                  <a:lnTo>
                    <a:pt x="23100" y="7433"/>
                  </a:lnTo>
                  <a:lnTo>
                    <a:pt x="25061" y="9434"/>
                  </a:lnTo>
                  <a:lnTo>
                    <a:pt x="32633" y="11198"/>
                  </a:lnTo>
                  <a:lnTo>
                    <a:pt x="35096" y="12691"/>
                  </a:lnTo>
                  <a:lnTo>
                    <a:pt x="33201" y="15160"/>
                  </a:lnTo>
                  <a:lnTo>
                    <a:pt x="32997" y="16501"/>
                  </a:lnTo>
                  <a:lnTo>
                    <a:pt x="35531" y="18694"/>
                  </a:lnTo>
                  <a:lnTo>
                    <a:pt x="35143" y="19627"/>
                  </a:lnTo>
                  <a:lnTo>
                    <a:pt x="34716" y="19422"/>
                  </a:lnTo>
                  <a:lnTo>
                    <a:pt x="30257" y="18117"/>
                  </a:lnTo>
                  <a:lnTo>
                    <a:pt x="24368" y="17825"/>
                  </a:lnTo>
                  <a:lnTo>
                    <a:pt x="22956" y="17513"/>
                  </a:lnTo>
                  <a:lnTo>
                    <a:pt x="18008" y="12468"/>
                  </a:lnTo>
                  <a:lnTo>
                    <a:pt x="12438" y="9417"/>
                  </a:lnTo>
                  <a:lnTo>
                    <a:pt x="5585" y="4030"/>
                  </a:lnTo>
                  <a:lnTo>
                    <a:pt x="2462" y="1933"/>
                  </a:lnTo>
                  <a:lnTo>
                    <a:pt x="0" y="1293"/>
                  </a:lnTo>
                  <a:lnTo>
                    <a:pt x="124" y="23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h2490"/>
            <p:cNvSpPr/>
            <p:nvPr/>
          </p:nvSpPr>
          <p:spPr>
            <a:xfrm>
              <a:off x="2659442" y="2848756"/>
              <a:ext cx="8923" cy="7672"/>
            </a:xfrm>
            <a:custGeom>
              <a:avLst/>
              <a:pathLst>
                <a:path w="8923" h="7672">
                  <a:moveTo>
                    <a:pt x="8755" y="5238"/>
                  </a:moveTo>
                  <a:lnTo>
                    <a:pt x="6802" y="7661"/>
                  </a:lnTo>
                  <a:lnTo>
                    <a:pt x="2446" y="7672"/>
                  </a:lnTo>
                  <a:lnTo>
                    <a:pt x="0" y="3558"/>
                  </a:lnTo>
                  <a:lnTo>
                    <a:pt x="5456" y="2674"/>
                  </a:lnTo>
                  <a:lnTo>
                    <a:pt x="892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h2491"/>
            <p:cNvSpPr/>
            <p:nvPr/>
          </p:nvSpPr>
          <p:spPr>
            <a:xfrm>
              <a:off x="2748578" y="2915663"/>
              <a:ext cx="8099" cy="10218"/>
            </a:xfrm>
            <a:custGeom>
              <a:avLst/>
              <a:pathLst>
                <a:path w="8099" h="10218">
                  <a:moveTo>
                    <a:pt x="2717" y="0"/>
                  </a:moveTo>
                  <a:lnTo>
                    <a:pt x="4684" y="1388"/>
                  </a:lnTo>
                  <a:lnTo>
                    <a:pt x="8099" y="6862"/>
                  </a:lnTo>
                  <a:lnTo>
                    <a:pt x="7874" y="10218"/>
                  </a:lnTo>
                  <a:lnTo>
                    <a:pt x="2039" y="9407"/>
                  </a:lnTo>
                  <a:lnTo>
                    <a:pt x="0" y="62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h2492"/>
            <p:cNvSpPr/>
            <p:nvPr/>
          </p:nvSpPr>
          <p:spPr>
            <a:xfrm>
              <a:off x="2633624" y="2716322"/>
              <a:ext cx="12578" cy="21381"/>
            </a:xfrm>
            <a:custGeom>
              <a:avLst/>
              <a:pathLst>
                <a:path w="12578" h="21381">
                  <a:moveTo>
                    <a:pt x="2659" y="1414"/>
                  </a:moveTo>
                  <a:lnTo>
                    <a:pt x="6211" y="5903"/>
                  </a:lnTo>
                  <a:lnTo>
                    <a:pt x="7231" y="4908"/>
                  </a:lnTo>
                  <a:lnTo>
                    <a:pt x="7045" y="2214"/>
                  </a:lnTo>
                  <a:lnTo>
                    <a:pt x="11413" y="5692"/>
                  </a:lnTo>
                  <a:lnTo>
                    <a:pt x="10139" y="9213"/>
                  </a:lnTo>
                  <a:lnTo>
                    <a:pt x="10936" y="12771"/>
                  </a:lnTo>
                  <a:lnTo>
                    <a:pt x="12578" y="13849"/>
                  </a:lnTo>
                  <a:lnTo>
                    <a:pt x="12531" y="15184"/>
                  </a:lnTo>
                  <a:lnTo>
                    <a:pt x="9620" y="21381"/>
                  </a:lnTo>
                  <a:lnTo>
                    <a:pt x="8813" y="20947"/>
                  </a:lnTo>
                  <a:lnTo>
                    <a:pt x="5561" y="13924"/>
                  </a:lnTo>
                  <a:lnTo>
                    <a:pt x="5631" y="6528"/>
                  </a:lnTo>
                  <a:lnTo>
                    <a:pt x="2080" y="5135"/>
                  </a:lnTo>
                  <a:lnTo>
                    <a:pt x="0" y="3106"/>
                  </a:lnTo>
                  <a:lnTo>
                    <a:pt x="23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h2493"/>
            <p:cNvSpPr/>
            <p:nvPr/>
          </p:nvSpPr>
          <p:spPr>
            <a:xfrm>
              <a:off x="2646583" y="2738219"/>
              <a:ext cx="15420" cy="12726"/>
            </a:xfrm>
            <a:custGeom>
              <a:avLst/>
              <a:pathLst>
                <a:path w="15420" h="12726">
                  <a:moveTo>
                    <a:pt x="10679" y="3485"/>
                  </a:moveTo>
                  <a:lnTo>
                    <a:pt x="14295" y="4552"/>
                  </a:lnTo>
                  <a:lnTo>
                    <a:pt x="14535" y="3984"/>
                  </a:lnTo>
                  <a:lnTo>
                    <a:pt x="15420" y="5438"/>
                  </a:lnTo>
                  <a:lnTo>
                    <a:pt x="15185" y="8693"/>
                  </a:lnTo>
                  <a:lnTo>
                    <a:pt x="13204" y="12726"/>
                  </a:lnTo>
                  <a:lnTo>
                    <a:pt x="10912" y="12649"/>
                  </a:lnTo>
                  <a:lnTo>
                    <a:pt x="10050" y="11788"/>
                  </a:lnTo>
                  <a:lnTo>
                    <a:pt x="7728" y="11380"/>
                  </a:lnTo>
                  <a:lnTo>
                    <a:pt x="7284" y="8922"/>
                  </a:lnTo>
                  <a:lnTo>
                    <a:pt x="4131" y="6532"/>
                  </a:lnTo>
                  <a:lnTo>
                    <a:pt x="1272" y="7196"/>
                  </a:lnTo>
                  <a:lnTo>
                    <a:pt x="0" y="6701"/>
                  </a:lnTo>
                  <a:lnTo>
                    <a:pt x="1510" y="2063"/>
                  </a:lnTo>
                  <a:lnTo>
                    <a:pt x="2515" y="2332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h2494"/>
            <p:cNvSpPr/>
            <p:nvPr/>
          </p:nvSpPr>
          <p:spPr>
            <a:xfrm>
              <a:off x="2697163" y="2788659"/>
              <a:ext cx="25428" cy="20085"/>
            </a:xfrm>
            <a:custGeom>
              <a:avLst/>
              <a:pathLst>
                <a:path w="25428" h="20085">
                  <a:moveTo>
                    <a:pt x="14923" y="139"/>
                  </a:moveTo>
                  <a:lnTo>
                    <a:pt x="16552" y="2578"/>
                  </a:lnTo>
                  <a:lnTo>
                    <a:pt x="18844" y="2301"/>
                  </a:lnTo>
                  <a:lnTo>
                    <a:pt x="20742" y="303"/>
                  </a:lnTo>
                  <a:lnTo>
                    <a:pt x="22265" y="2608"/>
                  </a:lnTo>
                  <a:lnTo>
                    <a:pt x="23550" y="7409"/>
                  </a:lnTo>
                  <a:lnTo>
                    <a:pt x="23785" y="11538"/>
                  </a:lnTo>
                  <a:lnTo>
                    <a:pt x="25428" y="15051"/>
                  </a:lnTo>
                  <a:lnTo>
                    <a:pt x="23185" y="14837"/>
                  </a:lnTo>
                  <a:lnTo>
                    <a:pt x="14515" y="20085"/>
                  </a:lnTo>
                  <a:lnTo>
                    <a:pt x="9392" y="17615"/>
                  </a:lnTo>
                  <a:lnTo>
                    <a:pt x="6445" y="18237"/>
                  </a:lnTo>
                  <a:lnTo>
                    <a:pt x="3223" y="17671"/>
                  </a:lnTo>
                  <a:lnTo>
                    <a:pt x="4619" y="14364"/>
                  </a:lnTo>
                  <a:lnTo>
                    <a:pt x="2897" y="12379"/>
                  </a:lnTo>
                  <a:lnTo>
                    <a:pt x="2510" y="13532"/>
                  </a:lnTo>
                  <a:lnTo>
                    <a:pt x="30" y="11154"/>
                  </a:lnTo>
                  <a:lnTo>
                    <a:pt x="0" y="9075"/>
                  </a:lnTo>
                  <a:lnTo>
                    <a:pt x="1700" y="7854"/>
                  </a:lnTo>
                  <a:lnTo>
                    <a:pt x="4507" y="8150"/>
                  </a:lnTo>
                  <a:lnTo>
                    <a:pt x="6702" y="7110"/>
                  </a:lnTo>
                  <a:lnTo>
                    <a:pt x="9080" y="3389"/>
                  </a:lnTo>
                  <a:lnTo>
                    <a:pt x="9666" y="1139"/>
                  </a:lnTo>
                  <a:lnTo>
                    <a:pt x="1103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h2495"/>
            <p:cNvSpPr/>
            <p:nvPr/>
          </p:nvSpPr>
          <p:spPr>
            <a:xfrm>
              <a:off x="2727826" y="3024585"/>
              <a:ext cx="7812" cy="6022"/>
            </a:xfrm>
            <a:custGeom>
              <a:avLst/>
              <a:pathLst>
                <a:path w="7812" h="6022">
                  <a:moveTo>
                    <a:pt x="1594" y="0"/>
                  </a:moveTo>
                  <a:lnTo>
                    <a:pt x="3800" y="570"/>
                  </a:lnTo>
                  <a:lnTo>
                    <a:pt x="7812" y="2009"/>
                  </a:lnTo>
                  <a:lnTo>
                    <a:pt x="6939" y="5513"/>
                  </a:lnTo>
                  <a:lnTo>
                    <a:pt x="4542" y="6022"/>
                  </a:lnTo>
                  <a:lnTo>
                    <a:pt x="4638" y="4271"/>
                  </a:lnTo>
                  <a:lnTo>
                    <a:pt x="334" y="2581"/>
                  </a:lnTo>
                  <a:lnTo>
                    <a:pt x="0" y="118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h2496"/>
            <p:cNvSpPr/>
            <p:nvPr/>
          </p:nvSpPr>
          <p:spPr>
            <a:xfrm>
              <a:off x="2718944" y="2982121"/>
              <a:ext cx="24264" cy="17123"/>
            </a:xfrm>
            <a:custGeom>
              <a:avLst/>
              <a:pathLst>
                <a:path w="24264" h="17123">
                  <a:moveTo>
                    <a:pt x="9258" y="1031"/>
                  </a:moveTo>
                  <a:lnTo>
                    <a:pt x="13801" y="748"/>
                  </a:lnTo>
                  <a:lnTo>
                    <a:pt x="17773" y="159"/>
                  </a:lnTo>
                  <a:lnTo>
                    <a:pt x="21644" y="1200"/>
                  </a:lnTo>
                  <a:lnTo>
                    <a:pt x="24264" y="4161"/>
                  </a:lnTo>
                  <a:lnTo>
                    <a:pt x="22806" y="6524"/>
                  </a:lnTo>
                  <a:lnTo>
                    <a:pt x="16882" y="3901"/>
                  </a:lnTo>
                  <a:lnTo>
                    <a:pt x="14186" y="5008"/>
                  </a:lnTo>
                  <a:lnTo>
                    <a:pt x="7569" y="8625"/>
                  </a:lnTo>
                  <a:lnTo>
                    <a:pt x="8164" y="11304"/>
                  </a:lnTo>
                  <a:lnTo>
                    <a:pt x="10767" y="12544"/>
                  </a:lnTo>
                  <a:lnTo>
                    <a:pt x="8513" y="14045"/>
                  </a:lnTo>
                  <a:lnTo>
                    <a:pt x="6341" y="15066"/>
                  </a:lnTo>
                  <a:lnTo>
                    <a:pt x="3320" y="15253"/>
                  </a:lnTo>
                  <a:lnTo>
                    <a:pt x="471" y="17123"/>
                  </a:lnTo>
                  <a:lnTo>
                    <a:pt x="0" y="13233"/>
                  </a:lnTo>
                  <a:lnTo>
                    <a:pt x="821" y="9177"/>
                  </a:lnTo>
                  <a:lnTo>
                    <a:pt x="3865" y="7167"/>
                  </a:lnTo>
                  <a:lnTo>
                    <a:pt x="7402" y="3565"/>
                  </a:lnTo>
                  <a:lnTo>
                    <a:pt x="7128" y="1264"/>
                  </a:lnTo>
                  <a:lnTo>
                    <a:pt x="806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h2497"/>
            <p:cNvSpPr/>
            <p:nvPr/>
          </p:nvSpPr>
          <p:spPr>
            <a:xfrm>
              <a:off x="2845540" y="2977594"/>
              <a:ext cx="6238" cy="13806"/>
            </a:xfrm>
            <a:custGeom>
              <a:avLst/>
              <a:pathLst>
                <a:path w="6238" h="13806">
                  <a:moveTo>
                    <a:pt x="6238" y="2283"/>
                  </a:moveTo>
                  <a:lnTo>
                    <a:pt x="4945" y="5176"/>
                  </a:lnTo>
                  <a:lnTo>
                    <a:pt x="5829" y="8171"/>
                  </a:lnTo>
                  <a:lnTo>
                    <a:pt x="3935" y="13806"/>
                  </a:lnTo>
                  <a:lnTo>
                    <a:pt x="1036" y="13679"/>
                  </a:lnTo>
                  <a:lnTo>
                    <a:pt x="707" y="10694"/>
                  </a:lnTo>
                  <a:lnTo>
                    <a:pt x="1123" y="9267"/>
                  </a:lnTo>
                  <a:lnTo>
                    <a:pt x="3695" y="9474"/>
                  </a:lnTo>
                  <a:lnTo>
                    <a:pt x="4452" y="8613"/>
                  </a:lnTo>
                  <a:lnTo>
                    <a:pt x="4131" y="7634"/>
                  </a:lnTo>
                  <a:lnTo>
                    <a:pt x="1799" y="6471"/>
                  </a:lnTo>
                  <a:lnTo>
                    <a:pt x="0" y="7550"/>
                  </a:lnTo>
                  <a:lnTo>
                    <a:pt x="1781" y="839"/>
                  </a:lnTo>
                  <a:lnTo>
                    <a:pt x="3243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h2498"/>
            <p:cNvSpPr/>
            <p:nvPr/>
          </p:nvSpPr>
          <p:spPr>
            <a:xfrm>
              <a:off x="2601129" y="2779157"/>
              <a:ext cx="19692" cy="20866"/>
            </a:xfrm>
            <a:custGeom>
              <a:avLst/>
              <a:pathLst>
                <a:path w="19692" h="20866">
                  <a:moveTo>
                    <a:pt x="6861" y="2420"/>
                  </a:moveTo>
                  <a:lnTo>
                    <a:pt x="7346" y="1750"/>
                  </a:lnTo>
                  <a:lnTo>
                    <a:pt x="10396" y="1260"/>
                  </a:lnTo>
                  <a:lnTo>
                    <a:pt x="14163" y="1407"/>
                  </a:lnTo>
                  <a:lnTo>
                    <a:pt x="15816" y="2750"/>
                  </a:lnTo>
                  <a:lnTo>
                    <a:pt x="16859" y="4822"/>
                  </a:lnTo>
                  <a:lnTo>
                    <a:pt x="15549" y="8854"/>
                  </a:lnTo>
                  <a:lnTo>
                    <a:pt x="19692" y="15619"/>
                  </a:lnTo>
                  <a:lnTo>
                    <a:pt x="17662" y="20656"/>
                  </a:lnTo>
                  <a:lnTo>
                    <a:pt x="15058" y="20866"/>
                  </a:lnTo>
                  <a:lnTo>
                    <a:pt x="8854" y="19788"/>
                  </a:lnTo>
                  <a:lnTo>
                    <a:pt x="7084" y="19585"/>
                  </a:lnTo>
                  <a:lnTo>
                    <a:pt x="4909" y="17983"/>
                  </a:lnTo>
                  <a:lnTo>
                    <a:pt x="3515" y="16598"/>
                  </a:lnTo>
                  <a:lnTo>
                    <a:pt x="3315" y="14671"/>
                  </a:lnTo>
                  <a:lnTo>
                    <a:pt x="2246" y="13651"/>
                  </a:lnTo>
                  <a:lnTo>
                    <a:pt x="1632" y="14008"/>
                  </a:lnTo>
                  <a:lnTo>
                    <a:pt x="3208" y="12996"/>
                  </a:lnTo>
                  <a:lnTo>
                    <a:pt x="3970" y="10560"/>
                  </a:lnTo>
                  <a:lnTo>
                    <a:pt x="884" y="10208"/>
                  </a:lnTo>
                  <a:lnTo>
                    <a:pt x="0" y="7587"/>
                  </a:lnTo>
                  <a:lnTo>
                    <a:pt x="135" y="3869"/>
                  </a:lnTo>
                  <a:lnTo>
                    <a:pt x="962" y="1184"/>
                  </a:lnTo>
                  <a:lnTo>
                    <a:pt x="384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h2499"/>
            <p:cNvSpPr/>
            <p:nvPr/>
          </p:nvSpPr>
          <p:spPr>
            <a:xfrm>
              <a:off x="2748604" y="2930662"/>
              <a:ext cx="10323" cy="3445"/>
            </a:xfrm>
            <a:custGeom>
              <a:avLst/>
              <a:pathLst>
                <a:path w="10323" h="3445">
                  <a:moveTo>
                    <a:pt x="7546" y="208"/>
                  </a:moveTo>
                  <a:lnTo>
                    <a:pt x="10323" y="1585"/>
                  </a:lnTo>
                  <a:lnTo>
                    <a:pt x="3885" y="3445"/>
                  </a:lnTo>
                  <a:lnTo>
                    <a:pt x="0" y="2177"/>
                  </a:lnTo>
                  <a:lnTo>
                    <a:pt x="22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h2500"/>
            <p:cNvSpPr/>
            <p:nvPr/>
          </p:nvSpPr>
          <p:spPr>
            <a:xfrm>
              <a:off x="2744272" y="2956007"/>
              <a:ext cx="2259" cy="3953"/>
            </a:xfrm>
            <a:custGeom>
              <a:avLst/>
              <a:pathLst>
                <a:path w="2259" h="3953">
                  <a:moveTo>
                    <a:pt x="0" y="3953"/>
                  </a:moveTo>
                  <a:lnTo>
                    <a:pt x="730" y="0"/>
                  </a:lnTo>
                  <a:lnTo>
                    <a:pt x="2259" y="314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h2501"/>
            <p:cNvSpPr/>
            <p:nvPr/>
          </p:nvSpPr>
          <p:spPr>
            <a:xfrm>
              <a:off x="2716860" y="2944309"/>
              <a:ext cx="17045" cy="21478"/>
            </a:xfrm>
            <a:custGeom>
              <a:avLst/>
              <a:pathLst>
                <a:path w="17045" h="21478">
                  <a:moveTo>
                    <a:pt x="14697" y="3374"/>
                  </a:moveTo>
                  <a:lnTo>
                    <a:pt x="14328" y="4767"/>
                  </a:lnTo>
                  <a:lnTo>
                    <a:pt x="13522" y="2738"/>
                  </a:lnTo>
                  <a:lnTo>
                    <a:pt x="12340" y="3583"/>
                  </a:lnTo>
                  <a:lnTo>
                    <a:pt x="11366" y="7779"/>
                  </a:lnTo>
                  <a:lnTo>
                    <a:pt x="12289" y="10026"/>
                  </a:lnTo>
                  <a:lnTo>
                    <a:pt x="14277" y="10385"/>
                  </a:lnTo>
                  <a:lnTo>
                    <a:pt x="17045" y="13286"/>
                  </a:lnTo>
                  <a:lnTo>
                    <a:pt x="14773" y="19960"/>
                  </a:lnTo>
                  <a:lnTo>
                    <a:pt x="11693" y="19149"/>
                  </a:lnTo>
                  <a:lnTo>
                    <a:pt x="9104" y="21478"/>
                  </a:lnTo>
                  <a:lnTo>
                    <a:pt x="7175" y="19870"/>
                  </a:lnTo>
                  <a:lnTo>
                    <a:pt x="7955" y="19280"/>
                  </a:lnTo>
                  <a:lnTo>
                    <a:pt x="7645" y="15660"/>
                  </a:lnTo>
                  <a:lnTo>
                    <a:pt x="3288" y="13380"/>
                  </a:lnTo>
                  <a:lnTo>
                    <a:pt x="1161" y="12997"/>
                  </a:lnTo>
                  <a:lnTo>
                    <a:pt x="5554" y="12664"/>
                  </a:lnTo>
                  <a:lnTo>
                    <a:pt x="2945" y="7450"/>
                  </a:lnTo>
                  <a:lnTo>
                    <a:pt x="0" y="4671"/>
                  </a:lnTo>
                  <a:lnTo>
                    <a:pt x="1623" y="2422"/>
                  </a:lnTo>
                  <a:lnTo>
                    <a:pt x="8609" y="1491"/>
                  </a:lnTo>
                  <a:lnTo>
                    <a:pt x="13943" y="0"/>
                  </a:lnTo>
                  <a:lnTo>
                    <a:pt x="13779" y="129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h2502"/>
            <p:cNvSpPr/>
            <p:nvPr/>
          </p:nvSpPr>
          <p:spPr>
            <a:xfrm>
              <a:off x="2745494" y="2956975"/>
              <a:ext cx="48396" cy="21418"/>
            </a:xfrm>
            <a:custGeom>
              <a:avLst/>
              <a:pathLst>
                <a:path w="48396" h="21418">
                  <a:moveTo>
                    <a:pt x="20392" y="0"/>
                  </a:moveTo>
                  <a:lnTo>
                    <a:pt x="24852" y="1304"/>
                  </a:lnTo>
                  <a:lnTo>
                    <a:pt x="25819" y="4160"/>
                  </a:lnTo>
                  <a:lnTo>
                    <a:pt x="30088" y="6760"/>
                  </a:lnTo>
                  <a:lnTo>
                    <a:pt x="31792" y="6484"/>
                  </a:lnTo>
                  <a:lnTo>
                    <a:pt x="34320" y="11823"/>
                  </a:lnTo>
                  <a:lnTo>
                    <a:pt x="37250" y="11255"/>
                  </a:lnTo>
                  <a:lnTo>
                    <a:pt x="36534" y="6522"/>
                  </a:lnTo>
                  <a:lnTo>
                    <a:pt x="39607" y="7375"/>
                  </a:lnTo>
                  <a:lnTo>
                    <a:pt x="44895" y="5165"/>
                  </a:lnTo>
                  <a:lnTo>
                    <a:pt x="46733" y="3186"/>
                  </a:lnTo>
                  <a:lnTo>
                    <a:pt x="47794" y="3582"/>
                  </a:lnTo>
                  <a:lnTo>
                    <a:pt x="48396" y="4971"/>
                  </a:lnTo>
                  <a:lnTo>
                    <a:pt x="46609" y="8439"/>
                  </a:lnTo>
                  <a:lnTo>
                    <a:pt x="44334" y="10300"/>
                  </a:lnTo>
                  <a:lnTo>
                    <a:pt x="25131" y="17931"/>
                  </a:lnTo>
                  <a:lnTo>
                    <a:pt x="22420" y="15968"/>
                  </a:lnTo>
                  <a:lnTo>
                    <a:pt x="22926" y="14775"/>
                  </a:lnTo>
                  <a:lnTo>
                    <a:pt x="28172" y="11929"/>
                  </a:lnTo>
                  <a:lnTo>
                    <a:pt x="30932" y="11312"/>
                  </a:lnTo>
                  <a:lnTo>
                    <a:pt x="29054" y="9639"/>
                  </a:lnTo>
                  <a:lnTo>
                    <a:pt x="23081" y="8464"/>
                  </a:lnTo>
                  <a:lnTo>
                    <a:pt x="19622" y="9921"/>
                  </a:lnTo>
                  <a:lnTo>
                    <a:pt x="17325" y="9903"/>
                  </a:lnTo>
                  <a:lnTo>
                    <a:pt x="12853" y="11489"/>
                  </a:lnTo>
                  <a:lnTo>
                    <a:pt x="6526" y="18190"/>
                  </a:lnTo>
                  <a:lnTo>
                    <a:pt x="7191" y="21418"/>
                  </a:lnTo>
                  <a:lnTo>
                    <a:pt x="402" y="20410"/>
                  </a:lnTo>
                  <a:lnTo>
                    <a:pt x="0" y="19006"/>
                  </a:lnTo>
                  <a:lnTo>
                    <a:pt x="3127" y="16689"/>
                  </a:lnTo>
                  <a:lnTo>
                    <a:pt x="2710" y="14405"/>
                  </a:lnTo>
                  <a:lnTo>
                    <a:pt x="4701" y="11448"/>
                  </a:lnTo>
                  <a:lnTo>
                    <a:pt x="6272" y="10230"/>
                  </a:lnTo>
                  <a:lnTo>
                    <a:pt x="9059" y="9179"/>
                  </a:lnTo>
                  <a:lnTo>
                    <a:pt x="14640" y="4428"/>
                  </a:lnTo>
                  <a:lnTo>
                    <a:pt x="14694" y="345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h2503"/>
            <p:cNvSpPr/>
            <p:nvPr/>
          </p:nvSpPr>
          <p:spPr>
            <a:xfrm>
              <a:off x="2717140" y="2876971"/>
              <a:ext cx="33814" cy="33516"/>
            </a:xfrm>
            <a:custGeom>
              <a:avLst/>
              <a:pathLst>
                <a:path w="33814" h="33516">
                  <a:moveTo>
                    <a:pt x="23610" y="254"/>
                  </a:moveTo>
                  <a:lnTo>
                    <a:pt x="23779" y="1968"/>
                  </a:lnTo>
                  <a:lnTo>
                    <a:pt x="22679" y="2336"/>
                  </a:lnTo>
                  <a:lnTo>
                    <a:pt x="22032" y="860"/>
                  </a:lnTo>
                  <a:lnTo>
                    <a:pt x="21365" y="2072"/>
                  </a:lnTo>
                  <a:lnTo>
                    <a:pt x="22542" y="7100"/>
                  </a:lnTo>
                  <a:lnTo>
                    <a:pt x="28472" y="10728"/>
                  </a:lnTo>
                  <a:lnTo>
                    <a:pt x="29345" y="10399"/>
                  </a:lnTo>
                  <a:lnTo>
                    <a:pt x="29886" y="8004"/>
                  </a:lnTo>
                  <a:lnTo>
                    <a:pt x="32462" y="9185"/>
                  </a:lnTo>
                  <a:lnTo>
                    <a:pt x="33215" y="10815"/>
                  </a:lnTo>
                  <a:lnTo>
                    <a:pt x="33805" y="18117"/>
                  </a:lnTo>
                  <a:lnTo>
                    <a:pt x="33814" y="18380"/>
                  </a:lnTo>
                  <a:lnTo>
                    <a:pt x="27891" y="21641"/>
                  </a:lnTo>
                  <a:lnTo>
                    <a:pt x="16141" y="24698"/>
                  </a:lnTo>
                  <a:lnTo>
                    <a:pt x="13661" y="28423"/>
                  </a:lnTo>
                  <a:lnTo>
                    <a:pt x="8889" y="32796"/>
                  </a:lnTo>
                  <a:lnTo>
                    <a:pt x="6305" y="33516"/>
                  </a:lnTo>
                  <a:lnTo>
                    <a:pt x="1173" y="33111"/>
                  </a:lnTo>
                  <a:lnTo>
                    <a:pt x="0" y="31908"/>
                  </a:lnTo>
                  <a:lnTo>
                    <a:pt x="2371" y="27998"/>
                  </a:lnTo>
                  <a:lnTo>
                    <a:pt x="1079" y="24679"/>
                  </a:lnTo>
                  <a:lnTo>
                    <a:pt x="561" y="20557"/>
                  </a:lnTo>
                  <a:lnTo>
                    <a:pt x="3702" y="15882"/>
                  </a:lnTo>
                  <a:lnTo>
                    <a:pt x="5388" y="14277"/>
                  </a:lnTo>
                  <a:lnTo>
                    <a:pt x="9204" y="8162"/>
                  </a:lnTo>
                  <a:lnTo>
                    <a:pt x="13071" y="4161"/>
                  </a:lnTo>
                  <a:lnTo>
                    <a:pt x="189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h2504"/>
            <p:cNvSpPr/>
            <p:nvPr/>
          </p:nvSpPr>
          <p:spPr>
            <a:xfrm>
              <a:off x="2735394" y="3003029"/>
              <a:ext cx="12149" cy="13363"/>
            </a:xfrm>
            <a:custGeom>
              <a:avLst/>
              <a:pathLst>
                <a:path w="12149" h="13363">
                  <a:moveTo>
                    <a:pt x="9145" y="0"/>
                  </a:moveTo>
                  <a:lnTo>
                    <a:pt x="10766" y="3247"/>
                  </a:lnTo>
                  <a:lnTo>
                    <a:pt x="12149" y="6976"/>
                  </a:lnTo>
                  <a:lnTo>
                    <a:pt x="9500" y="5494"/>
                  </a:lnTo>
                  <a:lnTo>
                    <a:pt x="7802" y="5504"/>
                  </a:lnTo>
                  <a:lnTo>
                    <a:pt x="5272" y="13363"/>
                  </a:lnTo>
                  <a:lnTo>
                    <a:pt x="2832" y="12773"/>
                  </a:lnTo>
                  <a:lnTo>
                    <a:pt x="2669" y="9843"/>
                  </a:lnTo>
                  <a:lnTo>
                    <a:pt x="4740" y="8784"/>
                  </a:lnTo>
                  <a:lnTo>
                    <a:pt x="4686" y="8249"/>
                  </a:lnTo>
                  <a:lnTo>
                    <a:pt x="3927" y="6675"/>
                  </a:lnTo>
                  <a:lnTo>
                    <a:pt x="818" y="5349"/>
                  </a:lnTo>
                  <a:lnTo>
                    <a:pt x="0" y="2770"/>
                  </a:lnTo>
                  <a:lnTo>
                    <a:pt x="2626" y="414"/>
                  </a:lnTo>
                  <a:lnTo>
                    <a:pt x="3994" y="1085"/>
                  </a:lnTo>
                  <a:lnTo>
                    <a:pt x="4891" y="2068"/>
                  </a:lnTo>
                  <a:lnTo>
                    <a:pt x="6283" y="204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h2505"/>
            <p:cNvSpPr/>
            <p:nvPr/>
          </p:nvSpPr>
          <p:spPr>
            <a:xfrm>
              <a:off x="2735853" y="3025697"/>
              <a:ext cx="20256" cy="11762"/>
            </a:xfrm>
            <a:custGeom>
              <a:avLst/>
              <a:pathLst>
                <a:path w="20256" h="11762">
                  <a:moveTo>
                    <a:pt x="19063" y="3301"/>
                  </a:moveTo>
                  <a:lnTo>
                    <a:pt x="20256" y="5414"/>
                  </a:lnTo>
                  <a:lnTo>
                    <a:pt x="15901" y="11377"/>
                  </a:lnTo>
                  <a:lnTo>
                    <a:pt x="13542" y="11542"/>
                  </a:lnTo>
                  <a:lnTo>
                    <a:pt x="7214" y="11762"/>
                  </a:lnTo>
                  <a:lnTo>
                    <a:pt x="6556" y="11136"/>
                  </a:lnTo>
                  <a:lnTo>
                    <a:pt x="1103" y="11250"/>
                  </a:lnTo>
                  <a:lnTo>
                    <a:pt x="0" y="8775"/>
                  </a:lnTo>
                  <a:lnTo>
                    <a:pt x="24" y="4487"/>
                  </a:lnTo>
                  <a:lnTo>
                    <a:pt x="2230" y="5525"/>
                  </a:lnTo>
                  <a:lnTo>
                    <a:pt x="7321" y="5087"/>
                  </a:lnTo>
                  <a:lnTo>
                    <a:pt x="12368" y="4496"/>
                  </a:lnTo>
                  <a:lnTo>
                    <a:pt x="13468" y="5198"/>
                  </a:lnTo>
                  <a:lnTo>
                    <a:pt x="16617" y="2431"/>
                  </a:lnTo>
                  <a:lnTo>
                    <a:pt x="16156" y="613"/>
                  </a:lnTo>
                  <a:lnTo>
                    <a:pt x="1759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h2506"/>
            <p:cNvSpPr/>
            <p:nvPr/>
          </p:nvSpPr>
          <p:spPr>
            <a:xfrm>
              <a:off x="2766003" y="2915067"/>
              <a:ext cx="12918" cy="14167"/>
            </a:xfrm>
            <a:custGeom>
              <a:avLst/>
              <a:pathLst>
                <a:path w="12918" h="14167">
                  <a:moveTo>
                    <a:pt x="8967" y="621"/>
                  </a:moveTo>
                  <a:lnTo>
                    <a:pt x="11184" y="70"/>
                  </a:lnTo>
                  <a:lnTo>
                    <a:pt x="12918" y="2870"/>
                  </a:lnTo>
                  <a:lnTo>
                    <a:pt x="10602" y="6748"/>
                  </a:lnTo>
                  <a:lnTo>
                    <a:pt x="8295" y="12980"/>
                  </a:lnTo>
                  <a:lnTo>
                    <a:pt x="6690" y="14167"/>
                  </a:lnTo>
                  <a:lnTo>
                    <a:pt x="4078" y="12045"/>
                  </a:lnTo>
                  <a:lnTo>
                    <a:pt x="3848" y="9172"/>
                  </a:lnTo>
                  <a:lnTo>
                    <a:pt x="0" y="5969"/>
                  </a:lnTo>
                  <a:lnTo>
                    <a:pt x="1852" y="2808"/>
                  </a:lnTo>
                  <a:lnTo>
                    <a:pt x="3934" y="2623"/>
                  </a:lnTo>
                  <a:lnTo>
                    <a:pt x="541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h2507"/>
            <p:cNvSpPr/>
            <p:nvPr/>
          </p:nvSpPr>
          <p:spPr>
            <a:xfrm>
              <a:off x="2761088" y="2990542"/>
              <a:ext cx="10703" cy="9536"/>
            </a:xfrm>
            <a:custGeom>
              <a:avLst/>
              <a:pathLst>
                <a:path w="10703" h="9536">
                  <a:moveTo>
                    <a:pt x="5813" y="1287"/>
                  </a:moveTo>
                  <a:lnTo>
                    <a:pt x="10703" y="7241"/>
                  </a:lnTo>
                  <a:lnTo>
                    <a:pt x="9588" y="9483"/>
                  </a:lnTo>
                  <a:lnTo>
                    <a:pt x="4696" y="9432"/>
                  </a:lnTo>
                  <a:lnTo>
                    <a:pt x="3073" y="9536"/>
                  </a:lnTo>
                  <a:lnTo>
                    <a:pt x="2224" y="8829"/>
                  </a:lnTo>
                  <a:lnTo>
                    <a:pt x="215" y="2644"/>
                  </a:lnTo>
                  <a:lnTo>
                    <a:pt x="0" y="549"/>
                  </a:lnTo>
                  <a:lnTo>
                    <a:pt x="76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h2508"/>
            <p:cNvSpPr/>
            <p:nvPr/>
          </p:nvSpPr>
          <p:spPr>
            <a:xfrm>
              <a:off x="2744660" y="2953810"/>
              <a:ext cx="21226" cy="6616"/>
            </a:xfrm>
            <a:custGeom>
              <a:avLst/>
              <a:pathLst>
                <a:path w="21226" h="6616">
                  <a:moveTo>
                    <a:pt x="4874" y="0"/>
                  </a:moveTo>
                  <a:lnTo>
                    <a:pt x="11443" y="1432"/>
                  </a:lnTo>
                  <a:lnTo>
                    <a:pt x="14107" y="3073"/>
                  </a:lnTo>
                  <a:lnTo>
                    <a:pt x="15337" y="2872"/>
                  </a:lnTo>
                  <a:lnTo>
                    <a:pt x="21226" y="3164"/>
                  </a:lnTo>
                  <a:lnTo>
                    <a:pt x="15527" y="6616"/>
                  </a:lnTo>
                  <a:lnTo>
                    <a:pt x="12928" y="6007"/>
                  </a:lnTo>
                  <a:lnTo>
                    <a:pt x="11275" y="3701"/>
                  </a:lnTo>
                  <a:lnTo>
                    <a:pt x="6830" y="5521"/>
                  </a:lnTo>
                  <a:lnTo>
                    <a:pt x="2319" y="5820"/>
                  </a:lnTo>
                  <a:lnTo>
                    <a:pt x="1871" y="5340"/>
                  </a:lnTo>
                  <a:lnTo>
                    <a:pt x="342" y="2196"/>
                  </a:lnTo>
                  <a:lnTo>
                    <a:pt x="0" y="150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h2509"/>
            <p:cNvSpPr/>
            <p:nvPr/>
          </p:nvSpPr>
          <p:spPr>
            <a:xfrm>
              <a:off x="2791410" y="2955729"/>
              <a:ext cx="33401" cy="26084"/>
            </a:xfrm>
            <a:custGeom>
              <a:avLst/>
              <a:pathLst>
                <a:path w="33401" h="26084">
                  <a:moveTo>
                    <a:pt x="27828" y="355"/>
                  </a:moveTo>
                  <a:lnTo>
                    <a:pt x="33401" y="7970"/>
                  </a:lnTo>
                  <a:lnTo>
                    <a:pt x="32033" y="14521"/>
                  </a:lnTo>
                  <a:lnTo>
                    <a:pt x="33035" y="19617"/>
                  </a:lnTo>
                  <a:lnTo>
                    <a:pt x="30001" y="20920"/>
                  </a:lnTo>
                  <a:lnTo>
                    <a:pt x="20402" y="21603"/>
                  </a:lnTo>
                  <a:lnTo>
                    <a:pt x="15405" y="22704"/>
                  </a:lnTo>
                  <a:lnTo>
                    <a:pt x="14257" y="26084"/>
                  </a:lnTo>
                  <a:lnTo>
                    <a:pt x="8885" y="25110"/>
                  </a:lnTo>
                  <a:lnTo>
                    <a:pt x="3475" y="22738"/>
                  </a:lnTo>
                  <a:lnTo>
                    <a:pt x="0" y="20282"/>
                  </a:lnTo>
                  <a:lnTo>
                    <a:pt x="14531" y="9613"/>
                  </a:lnTo>
                  <a:lnTo>
                    <a:pt x="19000" y="5883"/>
                  </a:lnTo>
                  <a:lnTo>
                    <a:pt x="21834" y="2401"/>
                  </a:lnTo>
                  <a:lnTo>
                    <a:pt x="26345" y="589"/>
                  </a:lnTo>
                  <a:lnTo>
                    <a:pt x="2709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h2510"/>
            <p:cNvSpPr/>
            <p:nvPr/>
          </p:nvSpPr>
          <p:spPr>
            <a:xfrm>
              <a:off x="2675004" y="2852266"/>
              <a:ext cx="15312" cy="13979"/>
            </a:xfrm>
            <a:custGeom>
              <a:avLst/>
              <a:pathLst>
                <a:path w="15312" h="13979">
                  <a:moveTo>
                    <a:pt x="15312" y="1495"/>
                  </a:moveTo>
                  <a:lnTo>
                    <a:pt x="14580" y="3122"/>
                  </a:lnTo>
                  <a:lnTo>
                    <a:pt x="11454" y="4292"/>
                  </a:lnTo>
                  <a:lnTo>
                    <a:pt x="7765" y="8139"/>
                  </a:lnTo>
                  <a:lnTo>
                    <a:pt x="8172" y="9433"/>
                  </a:lnTo>
                  <a:lnTo>
                    <a:pt x="10053" y="9048"/>
                  </a:lnTo>
                  <a:lnTo>
                    <a:pt x="11505" y="7587"/>
                  </a:lnTo>
                  <a:lnTo>
                    <a:pt x="12494" y="7835"/>
                  </a:lnTo>
                  <a:lnTo>
                    <a:pt x="13077" y="11106"/>
                  </a:lnTo>
                  <a:lnTo>
                    <a:pt x="12076" y="12210"/>
                  </a:lnTo>
                  <a:lnTo>
                    <a:pt x="4180" y="13082"/>
                  </a:lnTo>
                  <a:lnTo>
                    <a:pt x="1970" y="13979"/>
                  </a:lnTo>
                  <a:lnTo>
                    <a:pt x="85" y="12331"/>
                  </a:lnTo>
                  <a:lnTo>
                    <a:pt x="0" y="12063"/>
                  </a:lnTo>
                  <a:lnTo>
                    <a:pt x="2068" y="9578"/>
                  </a:lnTo>
                  <a:lnTo>
                    <a:pt x="4696" y="9133"/>
                  </a:lnTo>
                  <a:lnTo>
                    <a:pt x="5948" y="7975"/>
                  </a:lnTo>
                  <a:lnTo>
                    <a:pt x="7001" y="4369"/>
                  </a:lnTo>
                  <a:lnTo>
                    <a:pt x="5008" y="3695"/>
                  </a:lnTo>
                  <a:lnTo>
                    <a:pt x="4161" y="922"/>
                  </a:lnTo>
                  <a:lnTo>
                    <a:pt x="853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h2511"/>
            <p:cNvSpPr/>
            <p:nvPr/>
          </p:nvSpPr>
          <p:spPr>
            <a:xfrm>
              <a:off x="2744272" y="2957511"/>
              <a:ext cx="15915" cy="9693"/>
            </a:xfrm>
            <a:custGeom>
              <a:avLst/>
              <a:pathLst>
                <a:path w="15915" h="9693">
                  <a:moveTo>
                    <a:pt x="13316" y="2306"/>
                  </a:moveTo>
                  <a:lnTo>
                    <a:pt x="15915" y="2915"/>
                  </a:lnTo>
                  <a:lnTo>
                    <a:pt x="15862" y="3892"/>
                  </a:lnTo>
                  <a:lnTo>
                    <a:pt x="10281" y="8642"/>
                  </a:lnTo>
                  <a:lnTo>
                    <a:pt x="7494" y="9693"/>
                  </a:lnTo>
                  <a:lnTo>
                    <a:pt x="1411" y="6442"/>
                  </a:lnTo>
                  <a:lnTo>
                    <a:pt x="174" y="4429"/>
                  </a:lnTo>
                  <a:lnTo>
                    <a:pt x="0" y="2448"/>
                  </a:lnTo>
                  <a:lnTo>
                    <a:pt x="2259" y="1638"/>
                  </a:lnTo>
                  <a:lnTo>
                    <a:pt x="2707" y="2118"/>
                  </a:lnTo>
                  <a:lnTo>
                    <a:pt x="7218" y="1819"/>
                  </a:lnTo>
                  <a:lnTo>
                    <a:pt x="1166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h2512"/>
            <p:cNvSpPr/>
            <p:nvPr/>
          </p:nvSpPr>
          <p:spPr>
            <a:xfrm>
              <a:off x="2765785" y="2999974"/>
              <a:ext cx="17290" cy="19216"/>
            </a:xfrm>
            <a:custGeom>
              <a:avLst/>
              <a:pathLst>
                <a:path w="17290" h="19216">
                  <a:moveTo>
                    <a:pt x="4891" y="51"/>
                  </a:moveTo>
                  <a:lnTo>
                    <a:pt x="8808" y="5541"/>
                  </a:lnTo>
                  <a:lnTo>
                    <a:pt x="14483" y="16054"/>
                  </a:lnTo>
                  <a:lnTo>
                    <a:pt x="17290" y="18731"/>
                  </a:lnTo>
                  <a:lnTo>
                    <a:pt x="13216" y="19216"/>
                  </a:lnTo>
                  <a:lnTo>
                    <a:pt x="9332" y="15995"/>
                  </a:lnTo>
                  <a:lnTo>
                    <a:pt x="4318" y="15179"/>
                  </a:lnTo>
                  <a:lnTo>
                    <a:pt x="3497" y="8023"/>
                  </a:lnTo>
                  <a:lnTo>
                    <a:pt x="701" y="59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h2513"/>
            <p:cNvSpPr/>
            <p:nvPr/>
          </p:nvSpPr>
          <p:spPr>
            <a:xfrm>
              <a:off x="2698437" y="2926893"/>
              <a:ext cx="37699" cy="31529"/>
            </a:xfrm>
            <a:custGeom>
              <a:avLst/>
              <a:pathLst>
                <a:path w="37699" h="31529">
                  <a:moveTo>
                    <a:pt x="21817" y="32"/>
                  </a:moveTo>
                  <a:lnTo>
                    <a:pt x="28210" y="711"/>
                  </a:lnTo>
                  <a:lnTo>
                    <a:pt x="29479" y="321"/>
                  </a:lnTo>
                  <a:lnTo>
                    <a:pt x="29906" y="2249"/>
                  </a:lnTo>
                  <a:lnTo>
                    <a:pt x="32457" y="4094"/>
                  </a:lnTo>
                  <a:lnTo>
                    <a:pt x="37699" y="10093"/>
                  </a:lnTo>
                  <a:lnTo>
                    <a:pt x="37315" y="12200"/>
                  </a:lnTo>
                  <a:lnTo>
                    <a:pt x="37191" y="13257"/>
                  </a:lnTo>
                  <a:lnTo>
                    <a:pt x="32365" y="17415"/>
                  </a:lnTo>
                  <a:lnTo>
                    <a:pt x="27031" y="18907"/>
                  </a:lnTo>
                  <a:lnTo>
                    <a:pt x="20045" y="19837"/>
                  </a:lnTo>
                  <a:lnTo>
                    <a:pt x="18422" y="22087"/>
                  </a:lnTo>
                  <a:lnTo>
                    <a:pt x="21367" y="24866"/>
                  </a:lnTo>
                  <a:lnTo>
                    <a:pt x="23976" y="30080"/>
                  </a:lnTo>
                  <a:lnTo>
                    <a:pt x="19584" y="30413"/>
                  </a:lnTo>
                  <a:lnTo>
                    <a:pt x="17862" y="29891"/>
                  </a:lnTo>
                  <a:lnTo>
                    <a:pt x="11518" y="29480"/>
                  </a:lnTo>
                  <a:lnTo>
                    <a:pt x="10344" y="31191"/>
                  </a:lnTo>
                  <a:lnTo>
                    <a:pt x="9028" y="31529"/>
                  </a:lnTo>
                  <a:lnTo>
                    <a:pt x="7642" y="28351"/>
                  </a:lnTo>
                  <a:lnTo>
                    <a:pt x="5095" y="27928"/>
                  </a:lnTo>
                  <a:lnTo>
                    <a:pt x="4951" y="26903"/>
                  </a:lnTo>
                  <a:lnTo>
                    <a:pt x="5483" y="25338"/>
                  </a:lnTo>
                  <a:lnTo>
                    <a:pt x="9159" y="24808"/>
                  </a:lnTo>
                  <a:lnTo>
                    <a:pt x="10259" y="22553"/>
                  </a:lnTo>
                  <a:lnTo>
                    <a:pt x="9975" y="18554"/>
                  </a:lnTo>
                  <a:lnTo>
                    <a:pt x="9100" y="17596"/>
                  </a:lnTo>
                  <a:lnTo>
                    <a:pt x="3411" y="16837"/>
                  </a:lnTo>
                  <a:lnTo>
                    <a:pt x="908" y="12048"/>
                  </a:lnTo>
                  <a:lnTo>
                    <a:pt x="0" y="6126"/>
                  </a:lnTo>
                  <a:lnTo>
                    <a:pt x="1353" y="2217"/>
                  </a:lnTo>
                  <a:lnTo>
                    <a:pt x="5771" y="892"/>
                  </a:lnTo>
                  <a:lnTo>
                    <a:pt x="9462" y="3323"/>
                  </a:lnTo>
                  <a:lnTo>
                    <a:pt x="13626" y="739"/>
                  </a:lnTo>
                  <a:lnTo>
                    <a:pt x="14295" y="1844"/>
                  </a:lnTo>
                  <a:lnTo>
                    <a:pt x="13858" y="3536"/>
                  </a:lnTo>
                  <a:lnTo>
                    <a:pt x="16587" y="2610"/>
                  </a:lnTo>
                  <a:lnTo>
                    <a:pt x="1845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h2514"/>
            <p:cNvSpPr/>
            <p:nvPr/>
          </p:nvSpPr>
          <p:spPr>
            <a:xfrm>
              <a:off x="2730025" y="3034472"/>
              <a:ext cx="14731" cy="10432"/>
            </a:xfrm>
            <a:custGeom>
              <a:avLst/>
              <a:pathLst>
                <a:path w="14731" h="10432">
                  <a:moveTo>
                    <a:pt x="6931" y="2475"/>
                  </a:moveTo>
                  <a:lnTo>
                    <a:pt x="12384" y="2361"/>
                  </a:lnTo>
                  <a:lnTo>
                    <a:pt x="13043" y="2987"/>
                  </a:lnTo>
                  <a:lnTo>
                    <a:pt x="14731" y="5055"/>
                  </a:lnTo>
                  <a:lnTo>
                    <a:pt x="14654" y="7493"/>
                  </a:lnTo>
                  <a:lnTo>
                    <a:pt x="12293" y="10390"/>
                  </a:lnTo>
                  <a:lnTo>
                    <a:pt x="11586" y="10432"/>
                  </a:lnTo>
                  <a:lnTo>
                    <a:pt x="5938" y="9805"/>
                  </a:lnTo>
                  <a:lnTo>
                    <a:pt x="3068" y="7977"/>
                  </a:lnTo>
                  <a:lnTo>
                    <a:pt x="867" y="8574"/>
                  </a:lnTo>
                  <a:lnTo>
                    <a:pt x="0" y="7176"/>
                  </a:lnTo>
                  <a:lnTo>
                    <a:pt x="5318" y="3729"/>
                  </a:lnTo>
                  <a:lnTo>
                    <a:pt x="582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h2515"/>
            <p:cNvSpPr/>
            <p:nvPr/>
          </p:nvSpPr>
          <p:spPr>
            <a:xfrm>
              <a:off x="2721078" y="3006569"/>
              <a:ext cx="17147" cy="11018"/>
            </a:xfrm>
            <a:custGeom>
              <a:avLst/>
              <a:pathLst>
                <a:path w="17147" h="11018">
                  <a:moveTo>
                    <a:pt x="5130" y="0"/>
                  </a:moveTo>
                  <a:lnTo>
                    <a:pt x="9421" y="1118"/>
                  </a:lnTo>
                  <a:lnTo>
                    <a:pt x="15960" y="4024"/>
                  </a:lnTo>
                  <a:lnTo>
                    <a:pt x="16984" y="6303"/>
                  </a:lnTo>
                  <a:lnTo>
                    <a:pt x="17147" y="9233"/>
                  </a:lnTo>
                  <a:lnTo>
                    <a:pt x="16638" y="11018"/>
                  </a:lnTo>
                  <a:lnTo>
                    <a:pt x="14133" y="7005"/>
                  </a:lnTo>
                  <a:lnTo>
                    <a:pt x="9080" y="5090"/>
                  </a:lnTo>
                  <a:lnTo>
                    <a:pt x="4282" y="6702"/>
                  </a:lnTo>
                  <a:lnTo>
                    <a:pt x="975" y="5870"/>
                  </a:lnTo>
                  <a:lnTo>
                    <a:pt x="0" y="293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h2516"/>
            <p:cNvSpPr/>
            <p:nvPr/>
          </p:nvSpPr>
          <p:spPr>
            <a:xfrm>
              <a:off x="2711095" y="3025353"/>
              <a:ext cx="6378" cy="5865"/>
            </a:xfrm>
            <a:custGeom>
              <a:avLst/>
              <a:pathLst>
                <a:path w="6378" h="5865">
                  <a:moveTo>
                    <a:pt x="4039" y="224"/>
                  </a:moveTo>
                  <a:lnTo>
                    <a:pt x="6378" y="3043"/>
                  </a:lnTo>
                  <a:lnTo>
                    <a:pt x="5533" y="4307"/>
                  </a:lnTo>
                  <a:lnTo>
                    <a:pt x="2690" y="5535"/>
                  </a:lnTo>
                  <a:lnTo>
                    <a:pt x="2086" y="5865"/>
                  </a:lnTo>
                  <a:lnTo>
                    <a:pt x="0" y="4295"/>
                  </a:lnTo>
                  <a:lnTo>
                    <a:pt x="2406" y="172"/>
                  </a:lnTo>
                  <a:lnTo>
                    <a:pt x="246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h2517"/>
            <p:cNvSpPr/>
            <p:nvPr/>
          </p:nvSpPr>
          <p:spPr>
            <a:xfrm>
              <a:off x="2774299" y="2889796"/>
              <a:ext cx="39523" cy="47244"/>
            </a:xfrm>
            <a:custGeom>
              <a:avLst/>
              <a:pathLst>
                <a:path w="39523" h="47244">
                  <a:moveTo>
                    <a:pt x="34259" y="10906"/>
                  </a:moveTo>
                  <a:lnTo>
                    <a:pt x="38757" y="20394"/>
                  </a:lnTo>
                  <a:lnTo>
                    <a:pt x="39523" y="22857"/>
                  </a:lnTo>
                  <a:lnTo>
                    <a:pt x="39357" y="25611"/>
                  </a:lnTo>
                  <a:lnTo>
                    <a:pt x="34379" y="23174"/>
                  </a:lnTo>
                  <a:lnTo>
                    <a:pt x="28447" y="25960"/>
                  </a:lnTo>
                  <a:lnTo>
                    <a:pt x="26043" y="31262"/>
                  </a:lnTo>
                  <a:lnTo>
                    <a:pt x="22544" y="36502"/>
                  </a:lnTo>
                  <a:lnTo>
                    <a:pt x="15833" y="36761"/>
                  </a:lnTo>
                  <a:lnTo>
                    <a:pt x="15514" y="38969"/>
                  </a:lnTo>
                  <a:lnTo>
                    <a:pt x="13206" y="41088"/>
                  </a:lnTo>
                  <a:lnTo>
                    <a:pt x="11377" y="40452"/>
                  </a:lnTo>
                  <a:lnTo>
                    <a:pt x="9067" y="41677"/>
                  </a:lnTo>
                  <a:lnTo>
                    <a:pt x="8693" y="44120"/>
                  </a:lnTo>
                  <a:lnTo>
                    <a:pt x="10982" y="46545"/>
                  </a:lnTo>
                  <a:lnTo>
                    <a:pt x="9763" y="47244"/>
                  </a:lnTo>
                  <a:lnTo>
                    <a:pt x="7576" y="45626"/>
                  </a:lnTo>
                  <a:lnTo>
                    <a:pt x="6219" y="43615"/>
                  </a:lnTo>
                  <a:lnTo>
                    <a:pt x="380" y="42557"/>
                  </a:lnTo>
                  <a:lnTo>
                    <a:pt x="0" y="38251"/>
                  </a:lnTo>
                  <a:lnTo>
                    <a:pt x="2307" y="32019"/>
                  </a:lnTo>
                  <a:lnTo>
                    <a:pt x="4623" y="28141"/>
                  </a:lnTo>
                  <a:lnTo>
                    <a:pt x="2888" y="25341"/>
                  </a:lnTo>
                  <a:lnTo>
                    <a:pt x="4361" y="25372"/>
                  </a:lnTo>
                  <a:lnTo>
                    <a:pt x="9427" y="23185"/>
                  </a:lnTo>
                  <a:lnTo>
                    <a:pt x="9671" y="22593"/>
                  </a:lnTo>
                  <a:lnTo>
                    <a:pt x="8886" y="21748"/>
                  </a:lnTo>
                  <a:lnTo>
                    <a:pt x="11650" y="20879"/>
                  </a:lnTo>
                  <a:lnTo>
                    <a:pt x="15532" y="17455"/>
                  </a:lnTo>
                  <a:lnTo>
                    <a:pt x="19209" y="16043"/>
                  </a:lnTo>
                  <a:lnTo>
                    <a:pt x="21799" y="11596"/>
                  </a:lnTo>
                  <a:lnTo>
                    <a:pt x="24018" y="7019"/>
                  </a:lnTo>
                  <a:lnTo>
                    <a:pt x="2490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h2518"/>
            <p:cNvSpPr/>
            <p:nvPr/>
          </p:nvSpPr>
          <p:spPr>
            <a:xfrm>
              <a:off x="2756452" y="2917214"/>
              <a:ext cx="18226" cy="16372"/>
            </a:xfrm>
            <a:custGeom>
              <a:avLst/>
              <a:pathLst>
                <a:path w="18226" h="16372">
                  <a:moveTo>
                    <a:pt x="5709" y="1922"/>
                  </a:moveTo>
                  <a:lnTo>
                    <a:pt x="9550" y="3821"/>
                  </a:lnTo>
                  <a:lnTo>
                    <a:pt x="13399" y="7025"/>
                  </a:lnTo>
                  <a:lnTo>
                    <a:pt x="13628" y="9898"/>
                  </a:lnTo>
                  <a:lnTo>
                    <a:pt x="16241" y="12019"/>
                  </a:lnTo>
                  <a:lnTo>
                    <a:pt x="17846" y="10832"/>
                  </a:lnTo>
                  <a:lnTo>
                    <a:pt x="18226" y="15138"/>
                  </a:lnTo>
                  <a:lnTo>
                    <a:pt x="17140" y="16372"/>
                  </a:lnTo>
                  <a:lnTo>
                    <a:pt x="13258" y="15292"/>
                  </a:lnTo>
                  <a:lnTo>
                    <a:pt x="8526" y="12613"/>
                  </a:lnTo>
                  <a:lnTo>
                    <a:pt x="8313" y="11807"/>
                  </a:lnTo>
                  <a:lnTo>
                    <a:pt x="0" y="8667"/>
                  </a:lnTo>
                  <a:lnTo>
                    <a:pt x="224" y="5311"/>
                  </a:lnTo>
                  <a:lnTo>
                    <a:pt x="2643" y="4714"/>
                  </a:lnTo>
                  <a:lnTo>
                    <a:pt x="54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h2519"/>
            <p:cNvSpPr/>
            <p:nvPr/>
          </p:nvSpPr>
          <p:spPr>
            <a:xfrm>
              <a:off x="2726513" y="2986023"/>
              <a:ext cx="15237" cy="8642"/>
            </a:xfrm>
            <a:custGeom>
              <a:avLst/>
              <a:pathLst>
                <a:path w="15237" h="8642">
                  <a:moveTo>
                    <a:pt x="9313" y="0"/>
                  </a:moveTo>
                  <a:lnTo>
                    <a:pt x="15237" y="2622"/>
                  </a:lnTo>
                  <a:lnTo>
                    <a:pt x="14079" y="4793"/>
                  </a:lnTo>
                  <a:lnTo>
                    <a:pt x="9978" y="7167"/>
                  </a:lnTo>
                  <a:lnTo>
                    <a:pt x="9917" y="8150"/>
                  </a:lnTo>
                  <a:lnTo>
                    <a:pt x="3198" y="8642"/>
                  </a:lnTo>
                  <a:lnTo>
                    <a:pt x="595" y="7402"/>
                  </a:lnTo>
                  <a:lnTo>
                    <a:pt x="0" y="4723"/>
                  </a:lnTo>
                  <a:lnTo>
                    <a:pt x="6617" y="1106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h2520"/>
            <p:cNvSpPr/>
            <p:nvPr/>
          </p:nvSpPr>
          <p:spPr>
            <a:xfrm>
              <a:off x="2789676" y="2993727"/>
              <a:ext cx="18555" cy="12429"/>
            </a:xfrm>
            <a:custGeom>
              <a:avLst/>
              <a:pathLst>
                <a:path w="18555" h="12429">
                  <a:moveTo>
                    <a:pt x="10371" y="163"/>
                  </a:moveTo>
                  <a:lnTo>
                    <a:pt x="11737" y="1557"/>
                  </a:lnTo>
                  <a:lnTo>
                    <a:pt x="13186" y="938"/>
                  </a:lnTo>
                  <a:lnTo>
                    <a:pt x="17940" y="243"/>
                  </a:lnTo>
                  <a:lnTo>
                    <a:pt x="18555" y="2408"/>
                  </a:lnTo>
                  <a:lnTo>
                    <a:pt x="17941" y="7327"/>
                  </a:lnTo>
                  <a:lnTo>
                    <a:pt x="15944" y="6468"/>
                  </a:lnTo>
                  <a:lnTo>
                    <a:pt x="10136" y="9095"/>
                  </a:lnTo>
                  <a:lnTo>
                    <a:pt x="10279" y="10230"/>
                  </a:lnTo>
                  <a:lnTo>
                    <a:pt x="12379" y="11222"/>
                  </a:lnTo>
                  <a:lnTo>
                    <a:pt x="4094" y="12429"/>
                  </a:lnTo>
                  <a:lnTo>
                    <a:pt x="3579" y="9132"/>
                  </a:lnTo>
                  <a:lnTo>
                    <a:pt x="4261" y="7979"/>
                  </a:lnTo>
                  <a:lnTo>
                    <a:pt x="3947" y="4572"/>
                  </a:lnTo>
                  <a:lnTo>
                    <a:pt x="3033" y="3933"/>
                  </a:lnTo>
                  <a:lnTo>
                    <a:pt x="1257" y="4357"/>
                  </a:lnTo>
                  <a:lnTo>
                    <a:pt x="0" y="2220"/>
                  </a:lnTo>
                  <a:lnTo>
                    <a:pt x="298" y="931"/>
                  </a:lnTo>
                  <a:lnTo>
                    <a:pt x="852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h2521"/>
            <p:cNvSpPr/>
            <p:nvPr/>
          </p:nvSpPr>
          <p:spPr>
            <a:xfrm>
              <a:off x="2711297" y="3027515"/>
              <a:ext cx="15922" cy="19078"/>
            </a:xfrm>
            <a:custGeom>
              <a:avLst/>
              <a:pathLst>
                <a:path w="15922" h="19078">
                  <a:moveTo>
                    <a:pt x="15922" y="1269"/>
                  </a:moveTo>
                  <a:lnTo>
                    <a:pt x="13873" y="3980"/>
                  </a:lnTo>
                  <a:lnTo>
                    <a:pt x="14689" y="4776"/>
                  </a:lnTo>
                  <a:lnTo>
                    <a:pt x="15111" y="8466"/>
                  </a:lnTo>
                  <a:lnTo>
                    <a:pt x="12541" y="15001"/>
                  </a:lnTo>
                  <a:lnTo>
                    <a:pt x="12306" y="17060"/>
                  </a:lnTo>
                  <a:lnTo>
                    <a:pt x="13183" y="17687"/>
                  </a:lnTo>
                  <a:lnTo>
                    <a:pt x="8883" y="19078"/>
                  </a:lnTo>
                  <a:lnTo>
                    <a:pt x="7849" y="16829"/>
                  </a:lnTo>
                  <a:lnTo>
                    <a:pt x="5364" y="14281"/>
                  </a:lnTo>
                  <a:lnTo>
                    <a:pt x="2279" y="14518"/>
                  </a:lnTo>
                  <a:lnTo>
                    <a:pt x="689" y="13065"/>
                  </a:lnTo>
                  <a:lnTo>
                    <a:pt x="0" y="9464"/>
                  </a:lnTo>
                  <a:lnTo>
                    <a:pt x="1883" y="3703"/>
                  </a:lnTo>
                  <a:lnTo>
                    <a:pt x="2487" y="3373"/>
                  </a:lnTo>
                  <a:lnTo>
                    <a:pt x="8304" y="2280"/>
                  </a:lnTo>
                  <a:lnTo>
                    <a:pt x="1383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h2522"/>
            <p:cNvSpPr/>
            <p:nvPr/>
          </p:nvSpPr>
          <p:spPr>
            <a:xfrm>
              <a:off x="3053681" y="3095845"/>
              <a:ext cx="20015" cy="24693"/>
            </a:xfrm>
            <a:custGeom>
              <a:avLst/>
              <a:pathLst>
                <a:path w="20015" h="24693">
                  <a:moveTo>
                    <a:pt x="12653" y="2947"/>
                  </a:moveTo>
                  <a:lnTo>
                    <a:pt x="9845" y="4030"/>
                  </a:lnTo>
                  <a:lnTo>
                    <a:pt x="11109" y="5467"/>
                  </a:lnTo>
                  <a:lnTo>
                    <a:pt x="14507" y="4979"/>
                  </a:lnTo>
                  <a:lnTo>
                    <a:pt x="17339" y="6202"/>
                  </a:lnTo>
                  <a:lnTo>
                    <a:pt x="17306" y="10626"/>
                  </a:lnTo>
                  <a:lnTo>
                    <a:pt x="20015" y="12119"/>
                  </a:lnTo>
                  <a:lnTo>
                    <a:pt x="17825" y="17883"/>
                  </a:lnTo>
                  <a:lnTo>
                    <a:pt x="14517" y="23440"/>
                  </a:lnTo>
                  <a:lnTo>
                    <a:pt x="12697" y="24693"/>
                  </a:lnTo>
                  <a:lnTo>
                    <a:pt x="2791" y="22173"/>
                  </a:lnTo>
                  <a:lnTo>
                    <a:pt x="2961" y="20523"/>
                  </a:lnTo>
                  <a:lnTo>
                    <a:pt x="0" y="13634"/>
                  </a:lnTo>
                  <a:lnTo>
                    <a:pt x="3567" y="10638"/>
                  </a:lnTo>
                  <a:lnTo>
                    <a:pt x="5742" y="5617"/>
                  </a:lnTo>
                  <a:lnTo>
                    <a:pt x="5768" y="4776"/>
                  </a:lnTo>
                  <a:lnTo>
                    <a:pt x="3560" y="4009"/>
                  </a:lnTo>
                  <a:lnTo>
                    <a:pt x="5279" y="2427"/>
                  </a:lnTo>
                  <a:lnTo>
                    <a:pt x="638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h2523"/>
            <p:cNvSpPr/>
            <p:nvPr/>
          </p:nvSpPr>
          <p:spPr>
            <a:xfrm>
              <a:off x="2746746" y="3043374"/>
              <a:ext cx="12453" cy="11555"/>
            </a:xfrm>
            <a:custGeom>
              <a:avLst/>
              <a:pathLst>
                <a:path w="12453" h="11555">
                  <a:moveTo>
                    <a:pt x="10228" y="368"/>
                  </a:moveTo>
                  <a:lnTo>
                    <a:pt x="11793" y="4353"/>
                  </a:lnTo>
                  <a:lnTo>
                    <a:pt x="12453" y="8938"/>
                  </a:lnTo>
                  <a:lnTo>
                    <a:pt x="11754" y="10361"/>
                  </a:lnTo>
                  <a:lnTo>
                    <a:pt x="7758" y="11555"/>
                  </a:lnTo>
                  <a:lnTo>
                    <a:pt x="2113" y="9983"/>
                  </a:lnTo>
                  <a:lnTo>
                    <a:pt x="0" y="7999"/>
                  </a:lnTo>
                  <a:lnTo>
                    <a:pt x="5755" y="4493"/>
                  </a:lnTo>
                  <a:lnTo>
                    <a:pt x="7517" y="2523"/>
                  </a:lnTo>
                  <a:lnTo>
                    <a:pt x="9529" y="2068"/>
                  </a:lnTo>
                  <a:lnTo>
                    <a:pt x="7099" y="668"/>
                  </a:lnTo>
                  <a:lnTo>
                    <a:pt x="915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h2524"/>
            <p:cNvSpPr/>
            <p:nvPr/>
          </p:nvSpPr>
          <p:spPr>
            <a:xfrm>
              <a:off x="2877595" y="3037357"/>
              <a:ext cx="21537" cy="22565"/>
            </a:xfrm>
            <a:custGeom>
              <a:avLst/>
              <a:pathLst>
                <a:path w="21537" h="22565">
                  <a:moveTo>
                    <a:pt x="6478" y="0"/>
                  </a:moveTo>
                  <a:lnTo>
                    <a:pt x="7136" y="281"/>
                  </a:lnTo>
                  <a:lnTo>
                    <a:pt x="9649" y="2094"/>
                  </a:lnTo>
                  <a:lnTo>
                    <a:pt x="11805" y="8903"/>
                  </a:lnTo>
                  <a:lnTo>
                    <a:pt x="15115" y="11951"/>
                  </a:lnTo>
                  <a:lnTo>
                    <a:pt x="14331" y="13034"/>
                  </a:lnTo>
                  <a:lnTo>
                    <a:pt x="15199" y="14110"/>
                  </a:lnTo>
                  <a:lnTo>
                    <a:pt x="19034" y="14258"/>
                  </a:lnTo>
                  <a:lnTo>
                    <a:pt x="20008" y="15488"/>
                  </a:lnTo>
                  <a:lnTo>
                    <a:pt x="21537" y="18082"/>
                  </a:lnTo>
                  <a:lnTo>
                    <a:pt x="20949" y="19518"/>
                  </a:lnTo>
                  <a:lnTo>
                    <a:pt x="19764" y="20543"/>
                  </a:lnTo>
                  <a:lnTo>
                    <a:pt x="16851" y="20048"/>
                  </a:lnTo>
                  <a:lnTo>
                    <a:pt x="13305" y="22565"/>
                  </a:lnTo>
                  <a:lnTo>
                    <a:pt x="10876" y="22521"/>
                  </a:lnTo>
                  <a:lnTo>
                    <a:pt x="7672" y="20751"/>
                  </a:lnTo>
                  <a:lnTo>
                    <a:pt x="6841" y="18432"/>
                  </a:lnTo>
                  <a:lnTo>
                    <a:pt x="7479" y="14341"/>
                  </a:lnTo>
                  <a:lnTo>
                    <a:pt x="0" y="6842"/>
                  </a:lnTo>
                  <a:lnTo>
                    <a:pt x="1053" y="3670"/>
                  </a:lnTo>
                  <a:lnTo>
                    <a:pt x="2469" y="179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h2525"/>
            <p:cNvSpPr/>
            <p:nvPr/>
          </p:nvSpPr>
          <p:spPr>
            <a:xfrm>
              <a:off x="2658163" y="2830917"/>
              <a:ext cx="21849" cy="29343"/>
            </a:xfrm>
            <a:custGeom>
              <a:avLst/>
              <a:pathLst>
                <a:path w="21849" h="29343">
                  <a:moveTo>
                    <a:pt x="6190" y="530"/>
                  </a:moveTo>
                  <a:lnTo>
                    <a:pt x="7408" y="2964"/>
                  </a:lnTo>
                  <a:lnTo>
                    <a:pt x="13227" y="5625"/>
                  </a:lnTo>
                  <a:lnTo>
                    <a:pt x="12364" y="8109"/>
                  </a:lnTo>
                  <a:lnTo>
                    <a:pt x="15808" y="11977"/>
                  </a:lnTo>
                  <a:lnTo>
                    <a:pt x="17492" y="12765"/>
                  </a:lnTo>
                  <a:lnTo>
                    <a:pt x="19266" y="11958"/>
                  </a:lnTo>
                  <a:lnTo>
                    <a:pt x="21569" y="12326"/>
                  </a:lnTo>
                  <a:lnTo>
                    <a:pt x="18600" y="17607"/>
                  </a:lnTo>
                  <a:lnTo>
                    <a:pt x="17944" y="21445"/>
                  </a:lnTo>
                  <a:lnTo>
                    <a:pt x="18830" y="22598"/>
                  </a:lnTo>
                  <a:lnTo>
                    <a:pt x="20317" y="22844"/>
                  </a:lnTo>
                  <a:lnTo>
                    <a:pt x="21002" y="22270"/>
                  </a:lnTo>
                  <a:lnTo>
                    <a:pt x="21849" y="25043"/>
                  </a:lnTo>
                  <a:lnTo>
                    <a:pt x="17849" y="27913"/>
                  </a:lnTo>
                  <a:lnTo>
                    <a:pt x="16488" y="29303"/>
                  </a:lnTo>
                  <a:lnTo>
                    <a:pt x="15207" y="29343"/>
                  </a:lnTo>
                  <a:lnTo>
                    <a:pt x="12929" y="25559"/>
                  </a:lnTo>
                  <a:lnTo>
                    <a:pt x="10927" y="25352"/>
                  </a:lnTo>
                  <a:lnTo>
                    <a:pt x="10034" y="23077"/>
                  </a:lnTo>
                  <a:lnTo>
                    <a:pt x="10202" y="17838"/>
                  </a:lnTo>
                  <a:lnTo>
                    <a:pt x="9369" y="15872"/>
                  </a:lnTo>
                  <a:lnTo>
                    <a:pt x="6092" y="15333"/>
                  </a:lnTo>
                  <a:lnTo>
                    <a:pt x="2589" y="12004"/>
                  </a:lnTo>
                  <a:lnTo>
                    <a:pt x="2187" y="9510"/>
                  </a:lnTo>
                  <a:lnTo>
                    <a:pt x="0" y="9310"/>
                  </a:lnTo>
                  <a:lnTo>
                    <a:pt x="1753" y="4421"/>
                  </a:lnTo>
                  <a:lnTo>
                    <a:pt x="3298" y="756"/>
                  </a:lnTo>
                  <a:lnTo>
                    <a:pt x="416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h2526"/>
            <p:cNvSpPr/>
            <p:nvPr/>
          </p:nvSpPr>
          <p:spPr>
            <a:xfrm>
              <a:off x="2845797" y="3064850"/>
              <a:ext cx="47224" cy="36728"/>
            </a:xfrm>
            <a:custGeom>
              <a:avLst/>
              <a:pathLst>
                <a:path w="47224" h="36728">
                  <a:moveTo>
                    <a:pt x="30737" y="358"/>
                  </a:moveTo>
                  <a:lnTo>
                    <a:pt x="32853" y="2731"/>
                  </a:lnTo>
                  <a:lnTo>
                    <a:pt x="31745" y="6333"/>
                  </a:lnTo>
                  <a:lnTo>
                    <a:pt x="33609" y="6696"/>
                  </a:lnTo>
                  <a:lnTo>
                    <a:pt x="36783" y="6896"/>
                  </a:lnTo>
                  <a:lnTo>
                    <a:pt x="44338" y="5033"/>
                  </a:lnTo>
                  <a:lnTo>
                    <a:pt x="45410" y="3045"/>
                  </a:lnTo>
                  <a:lnTo>
                    <a:pt x="45613" y="9974"/>
                  </a:lnTo>
                  <a:lnTo>
                    <a:pt x="47224" y="13131"/>
                  </a:lnTo>
                  <a:lnTo>
                    <a:pt x="44943" y="11579"/>
                  </a:lnTo>
                  <a:lnTo>
                    <a:pt x="38807" y="11291"/>
                  </a:lnTo>
                  <a:lnTo>
                    <a:pt x="37641" y="12968"/>
                  </a:lnTo>
                  <a:lnTo>
                    <a:pt x="38340" y="15401"/>
                  </a:lnTo>
                  <a:lnTo>
                    <a:pt x="37943" y="16803"/>
                  </a:lnTo>
                  <a:lnTo>
                    <a:pt x="34386" y="18423"/>
                  </a:lnTo>
                  <a:lnTo>
                    <a:pt x="31928" y="18264"/>
                  </a:lnTo>
                  <a:lnTo>
                    <a:pt x="30718" y="18889"/>
                  </a:lnTo>
                  <a:lnTo>
                    <a:pt x="30270" y="19645"/>
                  </a:lnTo>
                  <a:lnTo>
                    <a:pt x="30984" y="21489"/>
                  </a:lnTo>
                  <a:lnTo>
                    <a:pt x="30123" y="21981"/>
                  </a:lnTo>
                  <a:lnTo>
                    <a:pt x="26923" y="21548"/>
                  </a:lnTo>
                  <a:lnTo>
                    <a:pt x="25855" y="22659"/>
                  </a:lnTo>
                  <a:lnTo>
                    <a:pt x="22133" y="21731"/>
                  </a:lnTo>
                  <a:lnTo>
                    <a:pt x="21803" y="23254"/>
                  </a:lnTo>
                  <a:lnTo>
                    <a:pt x="23492" y="28096"/>
                  </a:lnTo>
                  <a:lnTo>
                    <a:pt x="23260" y="29131"/>
                  </a:lnTo>
                  <a:lnTo>
                    <a:pt x="20499" y="29793"/>
                  </a:lnTo>
                  <a:lnTo>
                    <a:pt x="19874" y="26818"/>
                  </a:lnTo>
                  <a:lnTo>
                    <a:pt x="18515" y="26008"/>
                  </a:lnTo>
                  <a:lnTo>
                    <a:pt x="17148" y="26165"/>
                  </a:lnTo>
                  <a:lnTo>
                    <a:pt x="16202" y="27482"/>
                  </a:lnTo>
                  <a:lnTo>
                    <a:pt x="16085" y="30931"/>
                  </a:lnTo>
                  <a:lnTo>
                    <a:pt x="11843" y="32897"/>
                  </a:lnTo>
                  <a:lnTo>
                    <a:pt x="8616" y="32552"/>
                  </a:lnTo>
                  <a:lnTo>
                    <a:pt x="7573" y="33888"/>
                  </a:lnTo>
                  <a:lnTo>
                    <a:pt x="7365" y="35636"/>
                  </a:lnTo>
                  <a:lnTo>
                    <a:pt x="3583" y="36728"/>
                  </a:lnTo>
                  <a:lnTo>
                    <a:pt x="1033" y="35872"/>
                  </a:lnTo>
                  <a:lnTo>
                    <a:pt x="0" y="34632"/>
                  </a:lnTo>
                  <a:lnTo>
                    <a:pt x="49" y="32785"/>
                  </a:lnTo>
                  <a:lnTo>
                    <a:pt x="1967" y="32343"/>
                  </a:lnTo>
                  <a:lnTo>
                    <a:pt x="1754" y="30368"/>
                  </a:lnTo>
                  <a:lnTo>
                    <a:pt x="1513" y="29899"/>
                  </a:lnTo>
                  <a:lnTo>
                    <a:pt x="3768" y="29437"/>
                  </a:lnTo>
                  <a:lnTo>
                    <a:pt x="5524" y="30411"/>
                  </a:lnTo>
                  <a:lnTo>
                    <a:pt x="11019" y="28969"/>
                  </a:lnTo>
                  <a:lnTo>
                    <a:pt x="13278" y="26584"/>
                  </a:lnTo>
                  <a:lnTo>
                    <a:pt x="14608" y="21685"/>
                  </a:lnTo>
                  <a:lnTo>
                    <a:pt x="10331" y="13258"/>
                  </a:lnTo>
                  <a:lnTo>
                    <a:pt x="16144" y="7345"/>
                  </a:lnTo>
                  <a:lnTo>
                    <a:pt x="18452" y="7114"/>
                  </a:lnTo>
                  <a:lnTo>
                    <a:pt x="18470" y="5619"/>
                  </a:lnTo>
                  <a:lnTo>
                    <a:pt x="21779" y="831"/>
                  </a:lnTo>
                  <a:lnTo>
                    <a:pt x="27470" y="570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h2527"/>
            <p:cNvSpPr/>
            <p:nvPr/>
          </p:nvSpPr>
          <p:spPr>
            <a:xfrm>
              <a:off x="2652082" y="2723306"/>
              <a:ext cx="22842" cy="13056"/>
            </a:xfrm>
            <a:custGeom>
              <a:avLst/>
              <a:pathLst>
                <a:path w="22842" h="13056">
                  <a:moveTo>
                    <a:pt x="20820" y="3880"/>
                  </a:moveTo>
                  <a:lnTo>
                    <a:pt x="22704" y="895"/>
                  </a:lnTo>
                  <a:lnTo>
                    <a:pt x="22842" y="7590"/>
                  </a:lnTo>
                  <a:lnTo>
                    <a:pt x="19556" y="9159"/>
                  </a:lnTo>
                  <a:lnTo>
                    <a:pt x="16307" y="8870"/>
                  </a:lnTo>
                  <a:lnTo>
                    <a:pt x="14714" y="9667"/>
                  </a:lnTo>
                  <a:lnTo>
                    <a:pt x="13369" y="6619"/>
                  </a:lnTo>
                  <a:lnTo>
                    <a:pt x="11850" y="8325"/>
                  </a:lnTo>
                  <a:lnTo>
                    <a:pt x="13254" y="9219"/>
                  </a:lnTo>
                  <a:lnTo>
                    <a:pt x="12804" y="11161"/>
                  </a:lnTo>
                  <a:lnTo>
                    <a:pt x="8543" y="13056"/>
                  </a:lnTo>
                  <a:lnTo>
                    <a:pt x="5068" y="9879"/>
                  </a:lnTo>
                  <a:lnTo>
                    <a:pt x="1738" y="3989"/>
                  </a:lnTo>
                  <a:lnTo>
                    <a:pt x="0" y="3894"/>
                  </a:lnTo>
                  <a:lnTo>
                    <a:pt x="1604" y="283"/>
                  </a:lnTo>
                  <a:lnTo>
                    <a:pt x="2412" y="2044"/>
                  </a:lnTo>
                  <a:lnTo>
                    <a:pt x="6643" y="3266"/>
                  </a:lnTo>
                  <a:lnTo>
                    <a:pt x="10180" y="2235"/>
                  </a:lnTo>
                  <a:lnTo>
                    <a:pt x="10226" y="591"/>
                  </a:lnTo>
                  <a:lnTo>
                    <a:pt x="1160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h2528"/>
            <p:cNvSpPr/>
            <p:nvPr/>
          </p:nvSpPr>
          <p:spPr>
            <a:xfrm>
              <a:off x="2755335" y="3005940"/>
              <a:ext cx="15532" cy="20988"/>
            </a:xfrm>
            <a:custGeom>
              <a:avLst/>
              <a:pathLst>
                <a:path w="15532" h="20988">
                  <a:moveTo>
                    <a:pt x="11150" y="0"/>
                  </a:moveTo>
                  <a:lnTo>
                    <a:pt x="13947" y="2057"/>
                  </a:lnTo>
                  <a:lnTo>
                    <a:pt x="14768" y="9213"/>
                  </a:lnTo>
                  <a:lnTo>
                    <a:pt x="11648" y="11227"/>
                  </a:lnTo>
                  <a:lnTo>
                    <a:pt x="15259" y="13950"/>
                  </a:lnTo>
                  <a:lnTo>
                    <a:pt x="15532" y="16882"/>
                  </a:lnTo>
                  <a:lnTo>
                    <a:pt x="14224" y="16131"/>
                  </a:lnTo>
                  <a:lnTo>
                    <a:pt x="12362" y="18192"/>
                  </a:lnTo>
                  <a:lnTo>
                    <a:pt x="13715" y="20741"/>
                  </a:lnTo>
                  <a:lnTo>
                    <a:pt x="11091" y="20760"/>
                  </a:lnTo>
                  <a:lnTo>
                    <a:pt x="7869" y="19176"/>
                  </a:lnTo>
                  <a:lnTo>
                    <a:pt x="6153" y="20988"/>
                  </a:lnTo>
                  <a:lnTo>
                    <a:pt x="3864" y="20020"/>
                  </a:lnTo>
                  <a:lnTo>
                    <a:pt x="3582" y="19155"/>
                  </a:lnTo>
                  <a:lnTo>
                    <a:pt x="2639" y="17482"/>
                  </a:lnTo>
                  <a:lnTo>
                    <a:pt x="26" y="16554"/>
                  </a:lnTo>
                  <a:lnTo>
                    <a:pt x="0" y="14976"/>
                  </a:lnTo>
                  <a:lnTo>
                    <a:pt x="1221" y="12978"/>
                  </a:lnTo>
                  <a:lnTo>
                    <a:pt x="7924" y="10302"/>
                  </a:lnTo>
                  <a:lnTo>
                    <a:pt x="8319" y="9029"/>
                  </a:lnTo>
                  <a:lnTo>
                    <a:pt x="5860" y="6141"/>
                  </a:lnTo>
                  <a:lnTo>
                    <a:pt x="8938" y="46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h2529"/>
            <p:cNvSpPr/>
            <p:nvPr/>
          </p:nvSpPr>
          <p:spPr>
            <a:xfrm>
              <a:off x="2762162" y="2916094"/>
              <a:ext cx="5692" cy="4941"/>
            </a:xfrm>
            <a:custGeom>
              <a:avLst/>
              <a:pathLst>
                <a:path w="5692" h="4941">
                  <a:moveTo>
                    <a:pt x="3266" y="0"/>
                  </a:moveTo>
                  <a:lnTo>
                    <a:pt x="5692" y="1781"/>
                  </a:lnTo>
                  <a:lnTo>
                    <a:pt x="3840" y="4941"/>
                  </a:lnTo>
                  <a:lnTo>
                    <a:pt x="0" y="3041"/>
                  </a:lnTo>
                  <a:lnTo>
                    <a:pt x="892" y="77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h2530"/>
            <p:cNvSpPr/>
            <p:nvPr/>
          </p:nvSpPr>
          <p:spPr>
            <a:xfrm>
              <a:off x="2735753" y="2927485"/>
              <a:ext cx="12039" cy="13992"/>
            </a:xfrm>
            <a:custGeom>
              <a:avLst/>
              <a:pathLst>
                <a:path w="12039" h="13992">
                  <a:moveTo>
                    <a:pt x="7529" y="0"/>
                  </a:moveTo>
                  <a:lnTo>
                    <a:pt x="11141" y="891"/>
                  </a:lnTo>
                  <a:lnTo>
                    <a:pt x="12039" y="5472"/>
                  </a:lnTo>
                  <a:lnTo>
                    <a:pt x="10221" y="12265"/>
                  </a:lnTo>
                  <a:lnTo>
                    <a:pt x="8256" y="13992"/>
                  </a:lnTo>
                  <a:lnTo>
                    <a:pt x="4178" y="13184"/>
                  </a:lnTo>
                  <a:lnTo>
                    <a:pt x="1344" y="11372"/>
                  </a:lnTo>
                  <a:lnTo>
                    <a:pt x="0" y="11609"/>
                  </a:lnTo>
                  <a:lnTo>
                    <a:pt x="384" y="9501"/>
                  </a:lnTo>
                  <a:lnTo>
                    <a:pt x="1405" y="9004"/>
                  </a:lnTo>
                  <a:lnTo>
                    <a:pt x="1299" y="504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h2531"/>
            <p:cNvSpPr/>
            <p:nvPr/>
          </p:nvSpPr>
          <p:spPr>
            <a:xfrm>
              <a:off x="2951749" y="3094297"/>
              <a:ext cx="47495" cy="26139"/>
            </a:xfrm>
            <a:custGeom>
              <a:avLst/>
              <a:pathLst>
                <a:path w="47495" h="26139">
                  <a:moveTo>
                    <a:pt x="30522" y="1935"/>
                  </a:moveTo>
                  <a:lnTo>
                    <a:pt x="30911" y="4425"/>
                  </a:lnTo>
                  <a:lnTo>
                    <a:pt x="36628" y="0"/>
                  </a:lnTo>
                  <a:lnTo>
                    <a:pt x="38329" y="686"/>
                  </a:lnTo>
                  <a:lnTo>
                    <a:pt x="41214" y="2996"/>
                  </a:lnTo>
                  <a:lnTo>
                    <a:pt x="44285" y="8658"/>
                  </a:lnTo>
                  <a:lnTo>
                    <a:pt x="46013" y="10113"/>
                  </a:lnTo>
                  <a:lnTo>
                    <a:pt x="44728" y="12274"/>
                  </a:lnTo>
                  <a:lnTo>
                    <a:pt x="47495" y="17069"/>
                  </a:lnTo>
                  <a:lnTo>
                    <a:pt x="42355" y="17226"/>
                  </a:lnTo>
                  <a:lnTo>
                    <a:pt x="40560" y="20095"/>
                  </a:lnTo>
                  <a:lnTo>
                    <a:pt x="41232" y="21483"/>
                  </a:lnTo>
                  <a:lnTo>
                    <a:pt x="43106" y="22216"/>
                  </a:lnTo>
                  <a:lnTo>
                    <a:pt x="38751" y="26139"/>
                  </a:lnTo>
                  <a:lnTo>
                    <a:pt x="29891" y="25562"/>
                  </a:lnTo>
                  <a:lnTo>
                    <a:pt x="29492" y="23855"/>
                  </a:lnTo>
                  <a:lnTo>
                    <a:pt x="23842" y="20550"/>
                  </a:lnTo>
                  <a:lnTo>
                    <a:pt x="19436" y="20950"/>
                  </a:lnTo>
                  <a:lnTo>
                    <a:pt x="17525" y="22822"/>
                  </a:lnTo>
                  <a:lnTo>
                    <a:pt x="14079" y="24697"/>
                  </a:lnTo>
                  <a:lnTo>
                    <a:pt x="11366" y="23079"/>
                  </a:lnTo>
                  <a:lnTo>
                    <a:pt x="11242" y="20324"/>
                  </a:lnTo>
                  <a:lnTo>
                    <a:pt x="8077" y="19985"/>
                  </a:lnTo>
                  <a:lnTo>
                    <a:pt x="0" y="3867"/>
                  </a:lnTo>
                  <a:lnTo>
                    <a:pt x="3146" y="4991"/>
                  </a:lnTo>
                  <a:lnTo>
                    <a:pt x="7924" y="9683"/>
                  </a:lnTo>
                  <a:lnTo>
                    <a:pt x="11410" y="8648"/>
                  </a:lnTo>
                  <a:lnTo>
                    <a:pt x="15837" y="1932"/>
                  </a:lnTo>
                  <a:lnTo>
                    <a:pt x="22425" y="429"/>
                  </a:lnTo>
                  <a:lnTo>
                    <a:pt x="27115" y="216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h2532"/>
            <p:cNvSpPr/>
            <p:nvPr/>
          </p:nvSpPr>
          <p:spPr>
            <a:xfrm>
              <a:off x="3017085" y="3107384"/>
              <a:ext cx="4704" cy="6731"/>
            </a:xfrm>
            <a:custGeom>
              <a:avLst/>
              <a:pathLst>
                <a:path w="4704" h="6731">
                  <a:moveTo>
                    <a:pt x="4605" y="5480"/>
                  </a:moveTo>
                  <a:lnTo>
                    <a:pt x="2151" y="6731"/>
                  </a:lnTo>
                  <a:lnTo>
                    <a:pt x="246" y="4376"/>
                  </a:lnTo>
                  <a:lnTo>
                    <a:pt x="0" y="2008"/>
                  </a:lnTo>
                  <a:lnTo>
                    <a:pt x="54" y="1732"/>
                  </a:lnTo>
                  <a:lnTo>
                    <a:pt x="66" y="1547"/>
                  </a:lnTo>
                  <a:lnTo>
                    <a:pt x="470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h2533"/>
            <p:cNvSpPr/>
            <p:nvPr/>
          </p:nvSpPr>
          <p:spPr>
            <a:xfrm>
              <a:off x="2718154" y="2996167"/>
              <a:ext cx="21979" cy="16706"/>
            </a:xfrm>
            <a:custGeom>
              <a:avLst/>
              <a:pathLst>
                <a:path w="21979" h="16706">
                  <a:moveTo>
                    <a:pt x="13049" y="4947"/>
                  </a:moveTo>
                  <a:lnTo>
                    <a:pt x="19865" y="7276"/>
                  </a:lnTo>
                  <a:lnTo>
                    <a:pt x="17239" y="9633"/>
                  </a:lnTo>
                  <a:lnTo>
                    <a:pt x="18057" y="12211"/>
                  </a:lnTo>
                  <a:lnTo>
                    <a:pt x="21167" y="13538"/>
                  </a:lnTo>
                  <a:lnTo>
                    <a:pt x="21925" y="15111"/>
                  </a:lnTo>
                  <a:lnTo>
                    <a:pt x="21979" y="15646"/>
                  </a:lnTo>
                  <a:lnTo>
                    <a:pt x="19908" y="16706"/>
                  </a:lnTo>
                  <a:lnTo>
                    <a:pt x="18884" y="14427"/>
                  </a:lnTo>
                  <a:lnTo>
                    <a:pt x="12345" y="11520"/>
                  </a:lnTo>
                  <a:lnTo>
                    <a:pt x="8053" y="10402"/>
                  </a:lnTo>
                  <a:lnTo>
                    <a:pt x="2923" y="13338"/>
                  </a:lnTo>
                  <a:lnTo>
                    <a:pt x="0" y="7121"/>
                  </a:lnTo>
                  <a:lnTo>
                    <a:pt x="1012" y="3329"/>
                  </a:lnTo>
                  <a:lnTo>
                    <a:pt x="1199" y="3139"/>
                  </a:lnTo>
                  <a:lnTo>
                    <a:pt x="4110" y="1207"/>
                  </a:lnTo>
                  <a:lnTo>
                    <a:pt x="7131" y="1021"/>
                  </a:lnTo>
                  <a:lnTo>
                    <a:pt x="930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h2534"/>
            <p:cNvSpPr/>
            <p:nvPr/>
          </p:nvSpPr>
          <p:spPr>
            <a:xfrm>
              <a:off x="3017962" y="3092812"/>
              <a:ext cx="30410" cy="32138"/>
            </a:xfrm>
            <a:custGeom>
              <a:avLst/>
              <a:pathLst>
                <a:path w="30410" h="32138">
                  <a:moveTo>
                    <a:pt x="17025" y="0"/>
                  </a:moveTo>
                  <a:lnTo>
                    <a:pt x="18461" y="467"/>
                  </a:lnTo>
                  <a:lnTo>
                    <a:pt x="18644" y="2451"/>
                  </a:lnTo>
                  <a:lnTo>
                    <a:pt x="21056" y="2927"/>
                  </a:lnTo>
                  <a:lnTo>
                    <a:pt x="23862" y="2252"/>
                  </a:lnTo>
                  <a:lnTo>
                    <a:pt x="26886" y="2601"/>
                  </a:lnTo>
                  <a:lnTo>
                    <a:pt x="27976" y="4309"/>
                  </a:lnTo>
                  <a:lnTo>
                    <a:pt x="29192" y="3627"/>
                  </a:lnTo>
                  <a:lnTo>
                    <a:pt x="30410" y="7460"/>
                  </a:lnTo>
                  <a:lnTo>
                    <a:pt x="29701" y="9048"/>
                  </a:lnTo>
                  <a:lnTo>
                    <a:pt x="25523" y="12134"/>
                  </a:lnTo>
                  <a:lnTo>
                    <a:pt x="22605" y="13280"/>
                  </a:lnTo>
                  <a:lnTo>
                    <a:pt x="21256" y="12678"/>
                  </a:lnTo>
                  <a:lnTo>
                    <a:pt x="20557" y="10837"/>
                  </a:lnTo>
                  <a:lnTo>
                    <a:pt x="21345" y="9414"/>
                  </a:lnTo>
                  <a:lnTo>
                    <a:pt x="18899" y="7670"/>
                  </a:lnTo>
                  <a:lnTo>
                    <a:pt x="14895" y="7637"/>
                  </a:lnTo>
                  <a:lnTo>
                    <a:pt x="12633" y="4959"/>
                  </a:lnTo>
                  <a:lnTo>
                    <a:pt x="11537" y="6590"/>
                  </a:lnTo>
                  <a:lnTo>
                    <a:pt x="12671" y="9839"/>
                  </a:lnTo>
                  <a:lnTo>
                    <a:pt x="12432" y="10042"/>
                  </a:lnTo>
                  <a:lnTo>
                    <a:pt x="12906" y="12108"/>
                  </a:lnTo>
                  <a:lnTo>
                    <a:pt x="15583" y="12937"/>
                  </a:lnTo>
                  <a:lnTo>
                    <a:pt x="11448" y="15370"/>
                  </a:lnTo>
                  <a:lnTo>
                    <a:pt x="10159" y="18383"/>
                  </a:lnTo>
                  <a:lnTo>
                    <a:pt x="12307" y="20269"/>
                  </a:lnTo>
                  <a:lnTo>
                    <a:pt x="14058" y="20804"/>
                  </a:lnTo>
                  <a:lnTo>
                    <a:pt x="14035" y="23155"/>
                  </a:lnTo>
                  <a:lnTo>
                    <a:pt x="12002" y="28414"/>
                  </a:lnTo>
                  <a:lnTo>
                    <a:pt x="7814" y="29656"/>
                  </a:lnTo>
                  <a:lnTo>
                    <a:pt x="5224" y="32138"/>
                  </a:lnTo>
                  <a:lnTo>
                    <a:pt x="2495" y="31891"/>
                  </a:lnTo>
                  <a:lnTo>
                    <a:pt x="194" y="30362"/>
                  </a:lnTo>
                  <a:lnTo>
                    <a:pt x="0" y="26642"/>
                  </a:lnTo>
                  <a:lnTo>
                    <a:pt x="1872" y="22063"/>
                  </a:lnTo>
                  <a:lnTo>
                    <a:pt x="7693" y="25626"/>
                  </a:lnTo>
                  <a:lnTo>
                    <a:pt x="9302" y="23801"/>
                  </a:lnTo>
                  <a:lnTo>
                    <a:pt x="8464" y="22674"/>
                  </a:lnTo>
                  <a:lnTo>
                    <a:pt x="7968" y="20597"/>
                  </a:lnTo>
                  <a:lnTo>
                    <a:pt x="7833" y="20579"/>
                  </a:lnTo>
                  <a:lnTo>
                    <a:pt x="7674" y="20557"/>
                  </a:lnTo>
                  <a:lnTo>
                    <a:pt x="3727" y="20052"/>
                  </a:lnTo>
                  <a:lnTo>
                    <a:pt x="3827" y="14572"/>
                  </a:lnTo>
                  <a:lnTo>
                    <a:pt x="7350" y="11861"/>
                  </a:lnTo>
                  <a:lnTo>
                    <a:pt x="10323" y="6342"/>
                  </a:lnTo>
                  <a:lnTo>
                    <a:pt x="10572" y="5476"/>
                  </a:lnTo>
                  <a:lnTo>
                    <a:pt x="9820" y="4843"/>
                  </a:lnTo>
                  <a:lnTo>
                    <a:pt x="10721" y="1779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h2535"/>
            <p:cNvSpPr/>
            <p:nvPr/>
          </p:nvSpPr>
          <p:spPr>
            <a:xfrm>
              <a:off x="3003203" y="3095858"/>
              <a:ext cx="25331" cy="13073"/>
            </a:xfrm>
            <a:custGeom>
              <a:avLst/>
              <a:pathLst>
                <a:path w="25331" h="13073">
                  <a:moveTo>
                    <a:pt x="15234" y="2585"/>
                  </a:moveTo>
                  <a:lnTo>
                    <a:pt x="19840" y="2428"/>
                  </a:lnTo>
                  <a:lnTo>
                    <a:pt x="22740" y="803"/>
                  </a:lnTo>
                  <a:lnTo>
                    <a:pt x="24579" y="1796"/>
                  </a:lnTo>
                  <a:lnTo>
                    <a:pt x="25331" y="2430"/>
                  </a:lnTo>
                  <a:lnTo>
                    <a:pt x="25082" y="3296"/>
                  </a:lnTo>
                  <a:lnTo>
                    <a:pt x="22109" y="8814"/>
                  </a:lnTo>
                  <a:lnTo>
                    <a:pt x="18586" y="11525"/>
                  </a:lnTo>
                  <a:lnTo>
                    <a:pt x="13948" y="13073"/>
                  </a:lnTo>
                  <a:lnTo>
                    <a:pt x="12394" y="11905"/>
                  </a:lnTo>
                  <a:lnTo>
                    <a:pt x="5012" y="11146"/>
                  </a:lnTo>
                  <a:lnTo>
                    <a:pt x="0" y="8481"/>
                  </a:lnTo>
                  <a:lnTo>
                    <a:pt x="1178" y="4698"/>
                  </a:lnTo>
                  <a:lnTo>
                    <a:pt x="1153" y="4157"/>
                  </a:lnTo>
                  <a:lnTo>
                    <a:pt x="2674" y="3890"/>
                  </a:lnTo>
                  <a:lnTo>
                    <a:pt x="7472" y="4303"/>
                  </a:lnTo>
                  <a:lnTo>
                    <a:pt x="8038" y="2728"/>
                  </a:lnTo>
                  <a:lnTo>
                    <a:pt x="782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h2536"/>
            <p:cNvSpPr/>
            <p:nvPr/>
          </p:nvSpPr>
          <p:spPr>
            <a:xfrm>
              <a:off x="2811458" y="2975297"/>
              <a:ext cx="21313" cy="26680"/>
            </a:xfrm>
            <a:custGeom>
              <a:avLst/>
              <a:pathLst>
                <a:path w="21313" h="26680">
                  <a:moveTo>
                    <a:pt x="16405" y="1390"/>
                  </a:moveTo>
                  <a:lnTo>
                    <a:pt x="17122" y="4617"/>
                  </a:lnTo>
                  <a:lnTo>
                    <a:pt x="21077" y="7538"/>
                  </a:lnTo>
                  <a:lnTo>
                    <a:pt x="21313" y="15772"/>
                  </a:lnTo>
                  <a:lnTo>
                    <a:pt x="19246" y="16258"/>
                  </a:lnTo>
                  <a:lnTo>
                    <a:pt x="17035" y="20154"/>
                  </a:lnTo>
                  <a:lnTo>
                    <a:pt x="17119" y="26680"/>
                  </a:lnTo>
                  <a:lnTo>
                    <a:pt x="16056" y="26233"/>
                  </a:lnTo>
                  <a:lnTo>
                    <a:pt x="14903" y="26300"/>
                  </a:lnTo>
                  <a:lnTo>
                    <a:pt x="15334" y="23733"/>
                  </a:lnTo>
                  <a:lnTo>
                    <a:pt x="12782" y="21774"/>
                  </a:lnTo>
                  <a:lnTo>
                    <a:pt x="7288" y="20988"/>
                  </a:lnTo>
                  <a:lnTo>
                    <a:pt x="4820" y="19335"/>
                  </a:lnTo>
                  <a:lnTo>
                    <a:pt x="7094" y="18293"/>
                  </a:lnTo>
                  <a:lnTo>
                    <a:pt x="8503" y="15443"/>
                  </a:lnTo>
                  <a:lnTo>
                    <a:pt x="8185" y="13093"/>
                  </a:lnTo>
                  <a:lnTo>
                    <a:pt x="4016" y="5434"/>
                  </a:lnTo>
                  <a:lnTo>
                    <a:pt x="2470" y="4097"/>
                  </a:lnTo>
                  <a:lnTo>
                    <a:pt x="0" y="3772"/>
                  </a:lnTo>
                  <a:lnTo>
                    <a:pt x="354" y="2034"/>
                  </a:lnTo>
                  <a:lnTo>
                    <a:pt x="9952" y="1352"/>
                  </a:lnTo>
                  <a:lnTo>
                    <a:pt x="12987" y="48"/>
                  </a:lnTo>
                  <a:lnTo>
                    <a:pt x="1441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h2537"/>
            <p:cNvSpPr/>
            <p:nvPr/>
          </p:nvSpPr>
          <p:spPr>
            <a:xfrm>
              <a:off x="2752298" y="2929827"/>
              <a:ext cx="17763" cy="13795"/>
            </a:xfrm>
            <a:custGeom>
              <a:avLst/>
              <a:pathLst>
                <a:path w="17763" h="13795">
                  <a:moveTo>
                    <a:pt x="17412" y="2679"/>
                  </a:moveTo>
                  <a:lnTo>
                    <a:pt x="17763" y="3618"/>
                  </a:lnTo>
                  <a:lnTo>
                    <a:pt x="16559" y="4643"/>
                  </a:lnTo>
                  <a:lnTo>
                    <a:pt x="14208" y="4249"/>
                  </a:lnTo>
                  <a:lnTo>
                    <a:pt x="13024" y="5339"/>
                  </a:lnTo>
                  <a:lnTo>
                    <a:pt x="15166" y="10253"/>
                  </a:lnTo>
                  <a:lnTo>
                    <a:pt x="11376" y="10636"/>
                  </a:lnTo>
                  <a:lnTo>
                    <a:pt x="6724" y="13795"/>
                  </a:lnTo>
                  <a:lnTo>
                    <a:pt x="1216" y="10572"/>
                  </a:lnTo>
                  <a:lnTo>
                    <a:pt x="0" y="8317"/>
                  </a:lnTo>
                  <a:lnTo>
                    <a:pt x="191" y="4281"/>
                  </a:lnTo>
                  <a:lnTo>
                    <a:pt x="6629" y="2420"/>
                  </a:lnTo>
                  <a:lnTo>
                    <a:pt x="1268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h2538"/>
            <p:cNvSpPr/>
            <p:nvPr/>
          </p:nvSpPr>
          <p:spPr>
            <a:xfrm>
              <a:off x="2915778" y="3029102"/>
              <a:ext cx="12577" cy="12920"/>
            </a:xfrm>
            <a:custGeom>
              <a:avLst/>
              <a:pathLst>
                <a:path w="12577" h="12920">
                  <a:moveTo>
                    <a:pt x="12577" y="14"/>
                  </a:moveTo>
                  <a:lnTo>
                    <a:pt x="8392" y="3458"/>
                  </a:lnTo>
                  <a:lnTo>
                    <a:pt x="9635" y="12920"/>
                  </a:lnTo>
                  <a:lnTo>
                    <a:pt x="6784" y="12162"/>
                  </a:lnTo>
                  <a:lnTo>
                    <a:pt x="907" y="12772"/>
                  </a:lnTo>
                  <a:lnTo>
                    <a:pt x="108" y="11257"/>
                  </a:lnTo>
                  <a:lnTo>
                    <a:pt x="0" y="7496"/>
                  </a:lnTo>
                  <a:lnTo>
                    <a:pt x="4334" y="5881"/>
                  </a:lnTo>
                  <a:lnTo>
                    <a:pt x="4425" y="3000"/>
                  </a:lnTo>
                  <a:lnTo>
                    <a:pt x="254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h2539"/>
            <p:cNvSpPr/>
            <p:nvPr/>
          </p:nvSpPr>
          <p:spPr>
            <a:xfrm>
              <a:off x="2714835" y="2895351"/>
              <a:ext cx="36958" cy="31574"/>
            </a:xfrm>
            <a:custGeom>
              <a:avLst/>
              <a:pathLst>
                <a:path w="36958" h="31574">
                  <a:moveTo>
                    <a:pt x="36958" y="3263"/>
                  </a:moveTo>
                  <a:lnTo>
                    <a:pt x="32312" y="13000"/>
                  </a:lnTo>
                  <a:lnTo>
                    <a:pt x="28746" y="13721"/>
                  </a:lnTo>
                  <a:lnTo>
                    <a:pt x="27545" y="13616"/>
                  </a:lnTo>
                  <a:lnTo>
                    <a:pt x="23713" y="15544"/>
                  </a:lnTo>
                  <a:lnTo>
                    <a:pt x="22826" y="16778"/>
                  </a:lnTo>
                  <a:lnTo>
                    <a:pt x="23036" y="17940"/>
                  </a:lnTo>
                  <a:lnTo>
                    <a:pt x="19293" y="18799"/>
                  </a:lnTo>
                  <a:lnTo>
                    <a:pt x="16882" y="16461"/>
                  </a:lnTo>
                  <a:lnTo>
                    <a:pt x="10024" y="26476"/>
                  </a:lnTo>
                  <a:lnTo>
                    <a:pt x="3170" y="25535"/>
                  </a:lnTo>
                  <a:lnTo>
                    <a:pt x="2870" y="26497"/>
                  </a:lnTo>
                  <a:lnTo>
                    <a:pt x="4242" y="28540"/>
                  </a:lnTo>
                  <a:lnTo>
                    <a:pt x="5528" y="29161"/>
                  </a:lnTo>
                  <a:lnTo>
                    <a:pt x="5419" y="31574"/>
                  </a:lnTo>
                  <a:lnTo>
                    <a:pt x="2052" y="31541"/>
                  </a:lnTo>
                  <a:lnTo>
                    <a:pt x="387" y="25866"/>
                  </a:lnTo>
                  <a:lnTo>
                    <a:pt x="0" y="19604"/>
                  </a:lnTo>
                  <a:lnTo>
                    <a:pt x="186" y="17869"/>
                  </a:lnTo>
                  <a:lnTo>
                    <a:pt x="2304" y="13527"/>
                  </a:lnTo>
                  <a:lnTo>
                    <a:pt x="3477" y="14730"/>
                  </a:lnTo>
                  <a:lnTo>
                    <a:pt x="8609" y="15136"/>
                  </a:lnTo>
                  <a:lnTo>
                    <a:pt x="11193" y="14416"/>
                  </a:lnTo>
                  <a:lnTo>
                    <a:pt x="15966" y="10043"/>
                  </a:lnTo>
                  <a:lnTo>
                    <a:pt x="18445" y="6318"/>
                  </a:lnTo>
                  <a:lnTo>
                    <a:pt x="30196" y="3260"/>
                  </a:lnTo>
                  <a:lnTo>
                    <a:pt x="3611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h2540"/>
            <p:cNvSpPr/>
            <p:nvPr/>
          </p:nvSpPr>
          <p:spPr>
            <a:xfrm>
              <a:off x="3023186" y="3097771"/>
              <a:ext cx="61636" cy="90539"/>
            </a:xfrm>
            <a:custGeom>
              <a:avLst/>
              <a:pathLst>
                <a:path w="61636" h="90539">
                  <a:moveTo>
                    <a:pt x="9671" y="2678"/>
                  </a:moveTo>
                  <a:lnTo>
                    <a:pt x="13675" y="2711"/>
                  </a:lnTo>
                  <a:lnTo>
                    <a:pt x="16121" y="4455"/>
                  </a:lnTo>
                  <a:lnTo>
                    <a:pt x="15333" y="5877"/>
                  </a:lnTo>
                  <a:lnTo>
                    <a:pt x="16032" y="7719"/>
                  </a:lnTo>
                  <a:lnTo>
                    <a:pt x="17381" y="8320"/>
                  </a:lnTo>
                  <a:lnTo>
                    <a:pt x="20299" y="7175"/>
                  </a:lnTo>
                  <a:lnTo>
                    <a:pt x="24340" y="12294"/>
                  </a:lnTo>
                  <a:lnTo>
                    <a:pt x="21955" y="16316"/>
                  </a:lnTo>
                  <a:lnTo>
                    <a:pt x="23667" y="21099"/>
                  </a:lnTo>
                  <a:lnTo>
                    <a:pt x="31843" y="21398"/>
                  </a:lnTo>
                  <a:lnTo>
                    <a:pt x="33287" y="20247"/>
                  </a:lnTo>
                  <a:lnTo>
                    <a:pt x="43192" y="22766"/>
                  </a:lnTo>
                  <a:lnTo>
                    <a:pt x="42725" y="25819"/>
                  </a:lnTo>
                  <a:lnTo>
                    <a:pt x="40767" y="26715"/>
                  </a:lnTo>
                  <a:lnTo>
                    <a:pt x="40206" y="25793"/>
                  </a:lnTo>
                  <a:lnTo>
                    <a:pt x="41441" y="25395"/>
                  </a:lnTo>
                  <a:lnTo>
                    <a:pt x="40415" y="24908"/>
                  </a:lnTo>
                  <a:lnTo>
                    <a:pt x="38023" y="28789"/>
                  </a:lnTo>
                  <a:lnTo>
                    <a:pt x="46204" y="28232"/>
                  </a:lnTo>
                  <a:lnTo>
                    <a:pt x="49560" y="25904"/>
                  </a:lnTo>
                  <a:lnTo>
                    <a:pt x="50881" y="26258"/>
                  </a:lnTo>
                  <a:lnTo>
                    <a:pt x="51191" y="27819"/>
                  </a:lnTo>
                  <a:lnTo>
                    <a:pt x="48775" y="37548"/>
                  </a:lnTo>
                  <a:lnTo>
                    <a:pt x="49536" y="40080"/>
                  </a:lnTo>
                  <a:lnTo>
                    <a:pt x="54123" y="43306"/>
                  </a:lnTo>
                  <a:lnTo>
                    <a:pt x="53787" y="47911"/>
                  </a:lnTo>
                  <a:lnTo>
                    <a:pt x="57513" y="53019"/>
                  </a:lnTo>
                  <a:lnTo>
                    <a:pt x="58339" y="55547"/>
                  </a:lnTo>
                  <a:lnTo>
                    <a:pt x="61636" y="57288"/>
                  </a:lnTo>
                  <a:lnTo>
                    <a:pt x="59346" y="59315"/>
                  </a:lnTo>
                  <a:lnTo>
                    <a:pt x="55187" y="59985"/>
                  </a:lnTo>
                  <a:lnTo>
                    <a:pt x="53175" y="58293"/>
                  </a:lnTo>
                  <a:lnTo>
                    <a:pt x="50692" y="58913"/>
                  </a:lnTo>
                  <a:lnTo>
                    <a:pt x="50110" y="62040"/>
                  </a:lnTo>
                  <a:lnTo>
                    <a:pt x="48710" y="64349"/>
                  </a:lnTo>
                  <a:lnTo>
                    <a:pt x="50178" y="67696"/>
                  </a:lnTo>
                  <a:lnTo>
                    <a:pt x="51398" y="67628"/>
                  </a:lnTo>
                  <a:lnTo>
                    <a:pt x="51428" y="68891"/>
                  </a:lnTo>
                  <a:lnTo>
                    <a:pt x="50226" y="69844"/>
                  </a:lnTo>
                  <a:lnTo>
                    <a:pt x="49993" y="72318"/>
                  </a:lnTo>
                  <a:lnTo>
                    <a:pt x="50806" y="74917"/>
                  </a:lnTo>
                  <a:lnTo>
                    <a:pt x="54158" y="79330"/>
                  </a:lnTo>
                  <a:lnTo>
                    <a:pt x="54400" y="82803"/>
                  </a:lnTo>
                  <a:lnTo>
                    <a:pt x="52455" y="85837"/>
                  </a:lnTo>
                  <a:lnTo>
                    <a:pt x="53584" y="89650"/>
                  </a:lnTo>
                  <a:lnTo>
                    <a:pt x="52707" y="90539"/>
                  </a:lnTo>
                  <a:lnTo>
                    <a:pt x="47649" y="80719"/>
                  </a:lnTo>
                  <a:lnTo>
                    <a:pt x="36932" y="81759"/>
                  </a:lnTo>
                  <a:lnTo>
                    <a:pt x="35688" y="81113"/>
                  </a:lnTo>
                  <a:lnTo>
                    <a:pt x="34046" y="78482"/>
                  </a:lnTo>
                  <a:lnTo>
                    <a:pt x="36528" y="77096"/>
                  </a:lnTo>
                  <a:lnTo>
                    <a:pt x="35782" y="75361"/>
                  </a:lnTo>
                  <a:lnTo>
                    <a:pt x="27057" y="78793"/>
                  </a:lnTo>
                  <a:lnTo>
                    <a:pt x="27140" y="75744"/>
                  </a:lnTo>
                  <a:lnTo>
                    <a:pt x="25657" y="72909"/>
                  </a:lnTo>
                  <a:lnTo>
                    <a:pt x="23896" y="72367"/>
                  </a:lnTo>
                  <a:lnTo>
                    <a:pt x="23266" y="71429"/>
                  </a:lnTo>
                  <a:lnTo>
                    <a:pt x="21530" y="67098"/>
                  </a:lnTo>
                  <a:lnTo>
                    <a:pt x="21354" y="64841"/>
                  </a:lnTo>
                  <a:lnTo>
                    <a:pt x="22868" y="62188"/>
                  </a:lnTo>
                  <a:lnTo>
                    <a:pt x="25841" y="59153"/>
                  </a:lnTo>
                  <a:lnTo>
                    <a:pt x="24678" y="55252"/>
                  </a:lnTo>
                  <a:lnTo>
                    <a:pt x="19575" y="52053"/>
                  </a:lnTo>
                  <a:lnTo>
                    <a:pt x="9265" y="53304"/>
                  </a:lnTo>
                  <a:lnTo>
                    <a:pt x="7399" y="45779"/>
                  </a:lnTo>
                  <a:lnTo>
                    <a:pt x="5024" y="40744"/>
                  </a:lnTo>
                  <a:lnTo>
                    <a:pt x="8462" y="34619"/>
                  </a:lnTo>
                  <a:lnTo>
                    <a:pt x="1634" y="30197"/>
                  </a:lnTo>
                  <a:lnTo>
                    <a:pt x="0" y="27179"/>
                  </a:lnTo>
                  <a:lnTo>
                    <a:pt x="2589" y="24696"/>
                  </a:lnTo>
                  <a:lnTo>
                    <a:pt x="6778" y="23455"/>
                  </a:lnTo>
                  <a:lnTo>
                    <a:pt x="8811" y="18196"/>
                  </a:lnTo>
                  <a:lnTo>
                    <a:pt x="8834" y="15844"/>
                  </a:lnTo>
                  <a:lnTo>
                    <a:pt x="7083" y="15310"/>
                  </a:lnTo>
                  <a:lnTo>
                    <a:pt x="4935" y="13424"/>
                  </a:lnTo>
                  <a:lnTo>
                    <a:pt x="6224" y="10411"/>
                  </a:lnTo>
                  <a:lnTo>
                    <a:pt x="10359" y="7978"/>
                  </a:lnTo>
                  <a:lnTo>
                    <a:pt x="7682" y="7149"/>
                  </a:lnTo>
                  <a:lnTo>
                    <a:pt x="7208" y="5083"/>
                  </a:lnTo>
                  <a:lnTo>
                    <a:pt x="7447" y="4880"/>
                  </a:lnTo>
                  <a:lnTo>
                    <a:pt x="6313" y="1631"/>
                  </a:lnTo>
                  <a:lnTo>
                    <a:pt x="740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h2541"/>
            <p:cNvSpPr/>
            <p:nvPr/>
          </p:nvSpPr>
          <p:spPr>
            <a:xfrm>
              <a:off x="2849476" y="2985765"/>
              <a:ext cx="70728" cy="63544"/>
            </a:xfrm>
            <a:custGeom>
              <a:avLst/>
              <a:pathLst>
                <a:path w="70728" h="63544">
                  <a:moveTo>
                    <a:pt x="3142" y="2269"/>
                  </a:moveTo>
                  <a:lnTo>
                    <a:pt x="6978" y="4530"/>
                  </a:lnTo>
                  <a:lnTo>
                    <a:pt x="11338" y="5114"/>
                  </a:lnTo>
                  <a:lnTo>
                    <a:pt x="15201" y="4017"/>
                  </a:lnTo>
                  <a:lnTo>
                    <a:pt x="16444" y="4953"/>
                  </a:lnTo>
                  <a:lnTo>
                    <a:pt x="18275" y="15954"/>
                  </a:lnTo>
                  <a:lnTo>
                    <a:pt x="20734" y="22736"/>
                  </a:lnTo>
                  <a:lnTo>
                    <a:pt x="24314" y="26884"/>
                  </a:lnTo>
                  <a:lnTo>
                    <a:pt x="28799" y="30290"/>
                  </a:lnTo>
                  <a:lnTo>
                    <a:pt x="36553" y="33641"/>
                  </a:lnTo>
                  <a:lnTo>
                    <a:pt x="43796" y="35634"/>
                  </a:lnTo>
                  <a:lnTo>
                    <a:pt x="46438" y="37888"/>
                  </a:lnTo>
                  <a:lnTo>
                    <a:pt x="52523" y="40629"/>
                  </a:lnTo>
                  <a:lnTo>
                    <a:pt x="60036" y="42529"/>
                  </a:lnTo>
                  <a:lnTo>
                    <a:pt x="68844" y="43337"/>
                  </a:lnTo>
                  <a:lnTo>
                    <a:pt x="70728" y="46337"/>
                  </a:lnTo>
                  <a:lnTo>
                    <a:pt x="70637" y="49218"/>
                  </a:lnTo>
                  <a:lnTo>
                    <a:pt x="66302" y="50833"/>
                  </a:lnTo>
                  <a:lnTo>
                    <a:pt x="61133" y="46401"/>
                  </a:lnTo>
                  <a:lnTo>
                    <a:pt x="59240" y="46026"/>
                  </a:lnTo>
                  <a:lnTo>
                    <a:pt x="55146" y="46208"/>
                  </a:lnTo>
                  <a:lnTo>
                    <a:pt x="54137" y="47324"/>
                  </a:lnTo>
                  <a:lnTo>
                    <a:pt x="49683" y="49055"/>
                  </a:lnTo>
                  <a:lnTo>
                    <a:pt x="47507" y="48945"/>
                  </a:lnTo>
                  <a:lnTo>
                    <a:pt x="46301" y="50224"/>
                  </a:lnTo>
                  <a:lnTo>
                    <a:pt x="46560" y="53623"/>
                  </a:lnTo>
                  <a:lnTo>
                    <a:pt x="44158" y="59365"/>
                  </a:lnTo>
                  <a:lnTo>
                    <a:pt x="43235" y="63544"/>
                  </a:lnTo>
                  <a:lnTo>
                    <a:pt x="39925" y="60495"/>
                  </a:lnTo>
                  <a:lnTo>
                    <a:pt x="37769" y="53686"/>
                  </a:lnTo>
                  <a:lnTo>
                    <a:pt x="35255" y="51873"/>
                  </a:lnTo>
                  <a:lnTo>
                    <a:pt x="34598" y="51592"/>
                  </a:lnTo>
                  <a:lnTo>
                    <a:pt x="30588" y="53384"/>
                  </a:lnTo>
                  <a:lnTo>
                    <a:pt x="29172" y="55263"/>
                  </a:lnTo>
                  <a:lnTo>
                    <a:pt x="27570" y="56182"/>
                  </a:lnTo>
                  <a:lnTo>
                    <a:pt x="28450" y="39938"/>
                  </a:lnTo>
                  <a:lnTo>
                    <a:pt x="21698" y="35899"/>
                  </a:lnTo>
                  <a:lnTo>
                    <a:pt x="17219" y="36248"/>
                  </a:lnTo>
                  <a:lnTo>
                    <a:pt x="17272" y="35285"/>
                  </a:lnTo>
                  <a:lnTo>
                    <a:pt x="14982" y="35238"/>
                  </a:lnTo>
                  <a:lnTo>
                    <a:pt x="14584" y="32330"/>
                  </a:lnTo>
                  <a:lnTo>
                    <a:pt x="16062" y="31122"/>
                  </a:lnTo>
                  <a:lnTo>
                    <a:pt x="16340" y="28691"/>
                  </a:lnTo>
                  <a:lnTo>
                    <a:pt x="15676" y="25336"/>
                  </a:lnTo>
                  <a:lnTo>
                    <a:pt x="11560" y="25448"/>
                  </a:lnTo>
                  <a:lnTo>
                    <a:pt x="10315" y="23779"/>
                  </a:lnTo>
                  <a:lnTo>
                    <a:pt x="11353" y="18899"/>
                  </a:lnTo>
                  <a:lnTo>
                    <a:pt x="8642" y="13518"/>
                  </a:lnTo>
                  <a:lnTo>
                    <a:pt x="3683" y="12190"/>
                  </a:lnTo>
                  <a:lnTo>
                    <a:pt x="1988" y="8698"/>
                  </a:lnTo>
                  <a:lnTo>
                    <a:pt x="2543" y="7868"/>
                  </a:lnTo>
                  <a:lnTo>
                    <a:pt x="2158" y="6672"/>
                  </a:lnTo>
                  <a:lnTo>
                    <a:pt x="826" y="5327"/>
                  </a:lnTo>
                  <a:lnTo>
                    <a:pt x="0" y="5635"/>
                  </a:lnTo>
                  <a:lnTo>
                    <a:pt x="189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h2542"/>
            <p:cNvSpPr/>
            <p:nvPr/>
          </p:nvSpPr>
          <p:spPr>
            <a:xfrm>
              <a:off x="2890900" y="3052846"/>
              <a:ext cx="21539" cy="19544"/>
            </a:xfrm>
            <a:custGeom>
              <a:avLst/>
              <a:pathLst>
                <a:path w="21539" h="19544">
                  <a:moveTo>
                    <a:pt x="10668" y="3212"/>
                  </a:moveTo>
                  <a:lnTo>
                    <a:pt x="15919" y="9818"/>
                  </a:lnTo>
                  <a:lnTo>
                    <a:pt x="17524" y="13322"/>
                  </a:lnTo>
                  <a:lnTo>
                    <a:pt x="17018" y="16326"/>
                  </a:lnTo>
                  <a:lnTo>
                    <a:pt x="21539" y="19479"/>
                  </a:lnTo>
                  <a:lnTo>
                    <a:pt x="16332" y="19544"/>
                  </a:lnTo>
                  <a:lnTo>
                    <a:pt x="13905" y="17168"/>
                  </a:lnTo>
                  <a:lnTo>
                    <a:pt x="4524" y="12547"/>
                  </a:lnTo>
                  <a:lnTo>
                    <a:pt x="4223" y="11553"/>
                  </a:lnTo>
                  <a:lnTo>
                    <a:pt x="2536" y="10310"/>
                  </a:lnTo>
                  <a:lnTo>
                    <a:pt x="1162" y="10352"/>
                  </a:lnTo>
                  <a:lnTo>
                    <a:pt x="0" y="7077"/>
                  </a:lnTo>
                  <a:lnTo>
                    <a:pt x="3546" y="4559"/>
                  </a:lnTo>
                  <a:lnTo>
                    <a:pt x="6459" y="5054"/>
                  </a:lnTo>
                  <a:lnTo>
                    <a:pt x="7644" y="4029"/>
                  </a:lnTo>
                  <a:lnTo>
                    <a:pt x="8232" y="2593"/>
                  </a:lnTo>
                  <a:lnTo>
                    <a:pt x="670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h2543"/>
            <p:cNvSpPr/>
            <p:nvPr/>
          </p:nvSpPr>
          <p:spPr>
            <a:xfrm>
              <a:off x="2922123" y="3027809"/>
              <a:ext cx="23958" cy="30287"/>
            </a:xfrm>
            <a:custGeom>
              <a:avLst/>
              <a:pathLst>
                <a:path w="23958" h="30287">
                  <a:moveTo>
                    <a:pt x="23203" y="0"/>
                  </a:moveTo>
                  <a:lnTo>
                    <a:pt x="21621" y="2884"/>
                  </a:lnTo>
                  <a:lnTo>
                    <a:pt x="22748" y="5346"/>
                  </a:lnTo>
                  <a:lnTo>
                    <a:pt x="23958" y="13130"/>
                  </a:lnTo>
                  <a:lnTo>
                    <a:pt x="21627" y="14248"/>
                  </a:lnTo>
                  <a:lnTo>
                    <a:pt x="19988" y="15847"/>
                  </a:lnTo>
                  <a:lnTo>
                    <a:pt x="19794" y="17142"/>
                  </a:lnTo>
                  <a:lnTo>
                    <a:pt x="21105" y="19324"/>
                  </a:lnTo>
                  <a:lnTo>
                    <a:pt x="19478" y="22843"/>
                  </a:lnTo>
                  <a:lnTo>
                    <a:pt x="12916" y="27348"/>
                  </a:lnTo>
                  <a:lnTo>
                    <a:pt x="6471" y="27645"/>
                  </a:lnTo>
                  <a:lnTo>
                    <a:pt x="3215" y="30287"/>
                  </a:lnTo>
                  <a:lnTo>
                    <a:pt x="0" y="29579"/>
                  </a:lnTo>
                  <a:lnTo>
                    <a:pt x="463" y="22145"/>
                  </a:lnTo>
                  <a:lnTo>
                    <a:pt x="1427" y="20407"/>
                  </a:lnTo>
                  <a:lnTo>
                    <a:pt x="3380" y="20219"/>
                  </a:lnTo>
                  <a:lnTo>
                    <a:pt x="4150" y="17473"/>
                  </a:lnTo>
                  <a:lnTo>
                    <a:pt x="3291" y="14214"/>
                  </a:lnTo>
                  <a:lnTo>
                    <a:pt x="2048" y="4752"/>
                  </a:lnTo>
                  <a:lnTo>
                    <a:pt x="6233" y="130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h2544"/>
            <p:cNvSpPr/>
            <p:nvPr/>
          </p:nvSpPr>
          <p:spPr>
            <a:xfrm>
              <a:off x="2817756" y="2949638"/>
              <a:ext cx="18898" cy="22606"/>
            </a:xfrm>
            <a:custGeom>
              <a:avLst/>
              <a:pathLst>
                <a:path w="18898" h="22606">
                  <a:moveTo>
                    <a:pt x="8772" y="4838"/>
                  </a:moveTo>
                  <a:lnTo>
                    <a:pt x="8381" y="6804"/>
                  </a:lnTo>
                  <a:lnTo>
                    <a:pt x="9677" y="9838"/>
                  </a:lnTo>
                  <a:lnTo>
                    <a:pt x="13986" y="14394"/>
                  </a:lnTo>
                  <a:lnTo>
                    <a:pt x="18898" y="17279"/>
                  </a:lnTo>
                  <a:lnTo>
                    <a:pt x="18560" y="22606"/>
                  </a:lnTo>
                  <a:lnTo>
                    <a:pt x="16843" y="22117"/>
                  </a:lnTo>
                  <a:lnTo>
                    <a:pt x="13086" y="17581"/>
                  </a:lnTo>
                  <a:lnTo>
                    <a:pt x="11545" y="18228"/>
                  </a:lnTo>
                  <a:lnTo>
                    <a:pt x="11138" y="20199"/>
                  </a:lnTo>
                  <a:lnTo>
                    <a:pt x="9100" y="21570"/>
                  </a:lnTo>
                  <a:lnTo>
                    <a:pt x="5687" y="20612"/>
                  </a:lnTo>
                  <a:lnTo>
                    <a:pt x="7055" y="14061"/>
                  </a:lnTo>
                  <a:lnTo>
                    <a:pt x="1482" y="6446"/>
                  </a:lnTo>
                  <a:lnTo>
                    <a:pt x="751" y="6090"/>
                  </a:lnTo>
                  <a:lnTo>
                    <a:pt x="0" y="6679"/>
                  </a:lnTo>
                  <a:lnTo>
                    <a:pt x="682" y="1868"/>
                  </a:lnTo>
                  <a:lnTo>
                    <a:pt x="3389" y="2385"/>
                  </a:lnTo>
                  <a:lnTo>
                    <a:pt x="5749" y="1934"/>
                  </a:lnTo>
                  <a:lnTo>
                    <a:pt x="687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h2545"/>
            <p:cNvSpPr/>
            <p:nvPr/>
          </p:nvSpPr>
          <p:spPr>
            <a:xfrm>
              <a:off x="2777897" y="2955691"/>
              <a:ext cx="19872" cy="8659"/>
            </a:xfrm>
            <a:custGeom>
              <a:avLst/>
              <a:pathLst>
                <a:path w="19872" h="8659">
                  <a:moveTo>
                    <a:pt x="8936" y="2956"/>
                  </a:moveTo>
                  <a:lnTo>
                    <a:pt x="10935" y="3563"/>
                  </a:lnTo>
                  <a:lnTo>
                    <a:pt x="19872" y="3622"/>
                  </a:lnTo>
                  <a:lnTo>
                    <a:pt x="15993" y="6255"/>
                  </a:lnTo>
                  <a:lnTo>
                    <a:pt x="15391" y="4866"/>
                  </a:lnTo>
                  <a:lnTo>
                    <a:pt x="14330" y="4470"/>
                  </a:lnTo>
                  <a:lnTo>
                    <a:pt x="12491" y="6449"/>
                  </a:lnTo>
                  <a:lnTo>
                    <a:pt x="7204" y="8659"/>
                  </a:lnTo>
                  <a:lnTo>
                    <a:pt x="4131" y="7806"/>
                  </a:lnTo>
                  <a:lnTo>
                    <a:pt x="2577" y="7421"/>
                  </a:lnTo>
                  <a:lnTo>
                    <a:pt x="1349" y="6071"/>
                  </a:lnTo>
                  <a:lnTo>
                    <a:pt x="0" y="732"/>
                  </a:lnTo>
                  <a:lnTo>
                    <a:pt x="3440" y="2360"/>
                  </a:lnTo>
                  <a:lnTo>
                    <a:pt x="3964" y="1319"/>
                  </a:lnTo>
                  <a:lnTo>
                    <a:pt x="630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h2546"/>
            <p:cNvSpPr/>
            <p:nvPr/>
          </p:nvSpPr>
          <p:spPr>
            <a:xfrm>
              <a:off x="2760344" y="3026928"/>
              <a:ext cx="38519" cy="17222"/>
            </a:xfrm>
            <a:custGeom>
              <a:avLst/>
              <a:pathLst>
                <a:path w="38519" h="17222">
                  <a:moveTo>
                    <a:pt x="13198" y="3804"/>
                  </a:moveTo>
                  <a:lnTo>
                    <a:pt x="20744" y="4844"/>
                  </a:lnTo>
                  <a:lnTo>
                    <a:pt x="21530" y="4255"/>
                  </a:lnTo>
                  <a:lnTo>
                    <a:pt x="28429" y="3387"/>
                  </a:lnTo>
                  <a:lnTo>
                    <a:pt x="38519" y="4267"/>
                  </a:lnTo>
                  <a:lnTo>
                    <a:pt x="37404" y="4516"/>
                  </a:lnTo>
                  <a:lnTo>
                    <a:pt x="38081" y="8485"/>
                  </a:lnTo>
                  <a:lnTo>
                    <a:pt x="36607" y="10111"/>
                  </a:lnTo>
                  <a:lnTo>
                    <a:pt x="33162" y="17222"/>
                  </a:lnTo>
                  <a:lnTo>
                    <a:pt x="26769" y="12956"/>
                  </a:lnTo>
                  <a:lnTo>
                    <a:pt x="26754" y="15990"/>
                  </a:lnTo>
                  <a:lnTo>
                    <a:pt x="24107" y="14533"/>
                  </a:lnTo>
                  <a:lnTo>
                    <a:pt x="20825" y="10992"/>
                  </a:lnTo>
                  <a:lnTo>
                    <a:pt x="18546" y="10149"/>
                  </a:lnTo>
                  <a:lnTo>
                    <a:pt x="16527" y="10439"/>
                  </a:lnTo>
                  <a:lnTo>
                    <a:pt x="11875" y="5189"/>
                  </a:lnTo>
                  <a:lnTo>
                    <a:pt x="8921" y="4115"/>
                  </a:lnTo>
                  <a:lnTo>
                    <a:pt x="4977" y="3888"/>
                  </a:lnTo>
                  <a:lnTo>
                    <a:pt x="3523" y="4823"/>
                  </a:lnTo>
                  <a:lnTo>
                    <a:pt x="0" y="3037"/>
                  </a:lnTo>
                  <a:lnTo>
                    <a:pt x="11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h2547"/>
            <p:cNvSpPr/>
            <p:nvPr/>
          </p:nvSpPr>
          <p:spPr>
            <a:xfrm>
              <a:off x="2753444" y="3022512"/>
              <a:ext cx="5755" cy="6486"/>
            </a:xfrm>
            <a:custGeom>
              <a:avLst/>
              <a:pathLst>
                <a:path w="5755" h="6486">
                  <a:moveTo>
                    <a:pt x="5473" y="2584"/>
                  </a:moveTo>
                  <a:lnTo>
                    <a:pt x="5755" y="3449"/>
                  </a:lnTo>
                  <a:lnTo>
                    <a:pt x="4354" y="5084"/>
                  </a:lnTo>
                  <a:lnTo>
                    <a:pt x="1473" y="6486"/>
                  </a:lnTo>
                  <a:lnTo>
                    <a:pt x="0" y="3184"/>
                  </a:lnTo>
                  <a:lnTo>
                    <a:pt x="24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h2548"/>
            <p:cNvSpPr/>
            <p:nvPr/>
          </p:nvSpPr>
          <p:spPr>
            <a:xfrm>
              <a:off x="2754918" y="2852963"/>
              <a:ext cx="26215" cy="28830"/>
            </a:xfrm>
            <a:custGeom>
              <a:avLst/>
              <a:pathLst>
                <a:path w="26215" h="28830">
                  <a:moveTo>
                    <a:pt x="23101" y="9970"/>
                  </a:moveTo>
                  <a:lnTo>
                    <a:pt x="21999" y="10995"/>
                  </a:lnTo>
                  <a:lnTo>
                    <a:pt x="26215" y="18740"/>
                  </a:lnTo>
                  <a:lnTo>
                    <a:pt x="20148" y="25889"/>
                  </a:lnTo>
                  <a:lnTo>
                    <a:pt x="17131" y="26653"/>
                  </a:lnTo>
                  <a:lnTo>
                    <a:pt x="16810" y="27538"/>
                  </a:lnTo>
                  <a:lnTo>
                    <a:pt x="11035" y="28830"/>
                  </a:lnTo>
                  <a:lnTo>
                    <a:pt x="5769" y="25774"/>
                  </a:lnTo>
                  <a:lnTo>
                    <a:pt x="3639" y="20104"/>
                  </a:lnTo>
                  <a:lnTo>
                    <a:pt x="0" y="17562"/>
                  </a:lnTo>
                  <a:lnTo>
                    <a:pt x="739" y="15214"/>
                  </a:lnTo>
                  <a:lnTo>
                    <a:pt x="3165" y="13247"/>
                  </a:lnTo>
                  <a:lnTo>
                    <a:pt x="6788" y="8242"/>
                  </a:lnTo>
                  <a:lnTo>
                    <a:pt x="14136" y="4312"/>
                  </a:lnTo>
                  <a:lnTo>
                    <a:pt x="14870" y="2443"/>
                  </a:lnTo>
                  <a:lnTo>
                    <a:pt x="13765" y="204"/>
                  </a:lnTo>
                  <a:lnTo>
                    <a:pt x="1385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h2549"/>
            <p:cNvSpPr/>
            <p:nvPr/>
          </p:nvSpPr>
          <p:spPr>
            <a:xfrm>
              <a:off x="2723635" y="3013266"/>
              <a:ext cx="9498" cy="18078"/>
            </a:xfrm>
            <a:custGeom>
              <a:avLst/>
              <a:pathLst>
                <a:path w="9498" h="18078">
                  <a:moveTo>
                    <a:pt x="1768" y="0"/>
                  </a:moveTo>
                  <a:lnTo>
                    <a:pt x="3614" y="4041"/>
                  </a:lnTo>
                  <a:lnTo>
                    <a:pt x="6226" y="6312"/>
                  </a:lnTo>
                  <a:lnTo>
                    <a:pt x="9498" y="9946"/>
                  </a:lnTo>
                  <a:lnTo>
                    <a:pt x="7991" y="11889"/>
                  </a:lnTo>
                  <a:lnTo>
                    <a:pt x="5785" y="11319"/>
                  </a:lnTo>
                  <a:lnTo>
                    <a:pt x="4190" y="12503"/>
                  </a:lnTo>
                  <a:lnTo>
                    <a:pt x="4525" y="13900"/>
                  </a:lnTo>
                  <a:lnTo>
                    <a:pt x="8829" y="15591"/>
                  </a:lnTo>
                  <a:lnTo>
                    <a:pt x="8733" y="17342"/>
                  </a:lnTo>
                  <a:lnTo>
                    <a:pt x="4907" y="18078"/>
                  </a:lnTo>
                  <a:lnTo>
                    <a:pt x="4977" y="16586"/>
                  </a:lnTo>
                  <a:lnTo>
                    <a:pt x="3584" y="15518"/>
                  </a:lnTo>
                  <a:lnTo>
                    <a:pt x="1501" y="14249"/>
                  </a:lnTo>
                  <a:lnTo>
                    <a:pt x="0" y="10904"/>
                  </a:lnTo>
                  <a:lnTo>
                    <a:pt x="1248" y="2726"/>
                  </a:lnTo>
                  <a:lnTo>
                    <a:pt x="188" y="94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h2550"/>
            <p:cNvSpPr/>
            <p:nvPr/>
          </p:nvSpPr>
          <p:spPr>
            <a:xfrm>
              <a:off x="2747148" y="2895080"/>
              <a:ext cx="11169" cy="16577"/>
            </a:xfrm>
            <a:custGeom>
              <a:avLst/>
              <a:pathLst>
                <a:path w="11169" h="16577">
                  <a:moveTo>
                    <a:pt x="6760" y="2137"/>
                  </a:moveTo>
                  <a:lnTo>
                    <a:pt x="8974" y="5453"/>
                  </a:lnTo>
                  <a:lnTo>
                    <a:pt x="11030" y="10960"/>
                  </a:lnTo>
                  <a:lnTo>
                    <a:pt x="10487" y="13306"/>
                  </a:lnTo>
                  <a:lnTo>
                    <a:pt x="11169" y="14954"/>
                  </a:lnTo>
                  <a:lnTo>
                    <a:pt x="7088" y="16577"/>
                  </a:lnTo>
                  <a:lnTo>
                    <a:pt x="0" y="13271"/>
                  </a:lnTo>
                  <a:lnTo>
                    <a:pt x="4646" y="3534"/>
                  </a:lnTo>
                  <a:lnTo>
                    <a:pt x="3806" y="270"/>
                  </a:lnTo>
                  <a:lnTo>
                    <a:pt x="3796" y="7"/>
                  </a:lnTo>
                  <a:lnTo>
                    <a:pt x="458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h2551"/>
            <p:cNvSpPr/>
            <p:nvPr/>
          </p:nvSpPr>
          <p:spPr>
            <a:xfrm>
              <a:off x="2735096" y="3051060"/>
              <a:ext cx="10923" cy="8243"/>
            </a:xfrm>
            <a:custGeom>
              <a:avLst/>
              <a:pathLst>
                <a:path w="10923" h="8243">
                  <a:moveTo>
                    <a:pt x="10923" y="825"/>
                  </a:moveTo>
                  <a:lnTo>
                    <a:pt x="7603" y="3626"/>
                  </a:lnTo>
                  <a:lnTo>
                    <a:pt x="3823" y="8243"/>
                  </a:lnTo>
                  <a:lnTo>
                    <a:pt x="0" y="2453"/>
                  </a:lnTo>
                  <a:lnTo>
                    <a:pt x="1080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h2552"/>
            <p:cNvSpPr/>
            <p:nvPr/>
          </p:nvSpPr>
          <p:spPr>
            <a:xfrm>
              <a:off x="2769050" y="2881633"/>
              <a:ext cx="17554" cy="15072"/>
            </a:xfrm>
            <a:custGeom>
              <a:avLst/>
              <a:pathLst>
                <a:path w="17554" h="15072">
                  <a:moveTo>
                    <a:pt x="14573" y="0"/>
                  </a:moveTo>
                  <a:lnTo>
                    <a:pt x="16496" y="815"/>
                  </a:lnTo>
                  <a:lnTo>
                    <a:pt x="17554" y="6596"/>
                  </a:lnTo>
                  <a:lnTo>
                    <a:pt x="16296" y="11316"/>
                  </a:lnTo>
                  <a:lnTo>
                    <a:pt x="13736" y="15058"/>
                  </a:lnTo>
                  <a:lnTo>
                    <a:pt x="11442" y="15072"/>
                  </a:lnTo>
                  <a:lnTo>
                    <a:pt x="10560" y="13747"/>
                  </a:lnTo>
                  <a:lnTo>
                    <a:pt x="9085" y="14528"/>
                  </a:lnTo>
                  <a:lnTo>
                    <a:pt x="8725" y="13533"/>
                  </a:lnTo>
                  <a:lnTo>
                    <a:pt x="9716" y="12837"/>
                  </a:lnTo>
                  <a:lnTo>
                    <a:pt x="8279" y="11292"/>
                  </a:lnTo>
                  <a:lnTo>
                    <a:pt x="6236" y="11006"/>
                  </a:lnTo>
                  <a:lnTo>
                    <a:pt x="4500" y="13391"/>
                  </a:lnTo>
                  <a:lnTo>
                    <a:pt x="2713" y="11568"/>
                  </a:lnTo>
                  <a:lnTo>
                    <a:pt x="11" y="8498"/>
                  </a:lnTo>
                  <a:lnTo>
                    <a:pt x="0" y="7267"/>
                  </a:lnTo>
                  <a:lnTo>
                    <a:pt x="2108" y="7572"/>
                  </a:lnTo>
                  <a:lnTo>
                    <a:pt x="4758" y="4122"/>
                  </a:lnTo>
                  <a:lnTo>
                    <a:pt x="7069" y="2329"/>
                  </a:lnTo>
                  <a:lnTo>
                    <a:pt x="7578" y="2992"/>
                  </a:lnTo>
                  <a:lnTo>
                    <a:pt x="10228" y="351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h2553"/>
            <p:cNvSpPr/>
            <p:nvPr/>
          </p:nvSpPr>
          <p:spPr>
            <a:xfrm>
              <a:off x="2757568" y="2975699"/>
              <a:ext cx="48894" cy="15867"/>
            </a:xfrm>
            <a:custGeom>
              <a:avLst/>
              <a:pathLst>
                <a:path w="48894" h="15867">
                  <a:moveTo>
                    <a:pt x="30916" y="1096"/>
                  </a:moveTo>
                  <a:lnTo>
                    <a:pt x="33842" y="312"/>
                  </a:lnTo>
                  <a:lnTo>
                    <a:pt x="37318" y="2767"/>
                  </a:lnTo>
                  <a:lnTo>
                    <a:pt x="42728" y="5140"/>
                  </a:lnTo>
                  <a:lnTo>
                    <a:pt x="48099" y="6114"/>
                  </a:lnTo>
                  <a:lnTo>
                    <a:pt x="48894" y="6748"/>
                  </a:lnTo>
                  <a:lnTo>
                    <a:pt x="48824" y="7758"/>
                  </a:lnTo>
                  <a:lnTo>
                    <a:pt x="43190" y="8702"/>
                  </a:lnTo>
                  <a:lnTo>
                    <a:pt x="40321" y="10198"/>
                  </a:lnTo>
                  <a:lnTo>
                    <a:pt x="41029" y="14283"/>
                  </a:lnTo>
                  <a:lnTo>
                    <a:pt x="33921" y="14665"/>
                  </a:lnTo>
                  <a:lnTo>
                    <a:pt x="31628" y="15867"/>
                  </a:lnTo>
                  <a:lnTo>
                    <a:pt x="27584" y="15560"/>
                  </a:lnTo>
                  <a:lnTo>
                    <a:pt x="27299" y="14779"/>
                  </a:lnTo>
                  <a:lnTo>
                    <a:pt x="18226" y="13532"/>
                  </a:lnTo>
                  <a:lnTo>
                    <a:pt x="14073" y="11522"/>
                  </a:lnTo>
                  <a:lnTo>
                    <a:pt x="11609" y="8705"/>
                  </a:lnTo>
                  <a:lnTo>
                    <a:pt x="4416" y="6836"/>
                  </a:lnTo>
                  <a:lnTo>
                    <a:pt x="0" y="2796"/>
                  </a:lnTo>
                  <a:lnTo>
                    <a:pt x="1116" y="2009"/>
                  </a:lnTo>
                  <a:lnTo>
                    <a:pt x="5220" y="4275"/>
                  </a:lnTo>
                  <a:lnTo>
                    <a:pt x="7237" y="4661"/>
                  </a:lnTo>
                  <a:lnTo>
                    <a:pt x="7662" y="5336"/>
                  </a:lnTo>
                  <a:lnTo>
                    <a:pt x="11987" y="6304"/>
                  </a:lnTo>
                  <a:lnTo>
                    <a:pt x="22047" y="5449"/>
                  </a:lnTo>
                  <a:lnTo>
                    <a:pt x="23942" y="4710"/>
                  </a:lnTo>
                  <a:lnTo>
                    <a:pt x="26998" y="1836"/>
                  </a:lnTo>
                  <a:lnTo>
                    <a:pt x="3031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h2554"/>
            <p:cNvSpPr/>
            <p:nvPr/>
          </p:nvSpPr>
          <p:spPr>
            <a:xfrm>
              <a:off x="2750498" y="3000651"/>
              <a:ext cx="13775" cy="20265"/>
            </a:xfrm>
            <a:custGeom>
              <a:avLst/>
              <a:pathLst>
                <a:path w="13775" h="20265">
                  <a:moveTo>
                    <a:pt x="8991" y="46"/>
                  </a:moveTo>
                  <a:lnTo>
                    <a:pt x="10785" y="1722"/>
                  </a:lnTo>
                  <a:lnTo>
                    <a:pt x="10226" y="5111"/>
                  </a:lnTo>
                  <a:lnTo>
                    <a:pt x="13775" y="5752"/>
                  </a:lnTo>
                  <a:lnTo>
                    <a:pt x="10697" y="11430"/>
                  </a:lnTo>
                  <a:lnTo>
                    <a:pt x="13156" y="14319"/>
                  </a:lnTo>
                  <a:lnTo>
                    <a:pt x="12761" y="15591"/>
                  </a:lnTo>
                  <a:lnTo>
                    <a:pt x="6058" y="18268"/>
                  </a:lnTo>
                  <a:lnTo>
                    <a:pt x="4836" y="20265"/>
                  </a:lnTo>
                  <a:lnTo>
                    <a:pt x="3324" y="19840"/>
                  </a:lnTo>
                  <a:lnTo>
                    <a:pt x="1808" y="15048"/>
                  </a:lnTo>
                  <a:lnTo>
                    <a:pt x="1531" y="12693"/>
                  </a:lnTo>
                  <a:lnTo>
                    <a:pt x="2468" y="9801"/>
                  </a:lnTo>
                  <a:lnTo>
                    <a:pt x="0" y="5296"/>
                  </a:lnTo>
                  <a:lnTo>
                    <a:pt x="323" y="3637"/>
                  </a:lnTo>
                  <a:lnTo>
                    <a:pt x="485" y="2265"/>
                  </a:lnTo>
                  <a:lnTo>
                    <a:pt x="3258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h2555"/>
            <p:cNvSpPr/>
            <p:nvPr/>
          </p:nvSpPr>
          <p:spPr>
            <a:xfrm>
              <a:off x="2727458" y="2985989"/>
              <a:ext cx="21958" cy="18125"/>
            </a:xfrm>
            <a:custGeom>
              <a:avLst/>
              <a:pathLst>
                <a:path w="21958" h="18125">
                  <a:moveTo>
                    <a:pt x="21958" y="5586"/>
                  </a:moveTo>
                  <a:lnTo>
                    <a:pt x="21395" y="9755"/>
                  </a:lnTo>
                  <a:lnTo>
                    <a:pt x="19006" y="11960"/>
                  </a:lnTo>
                  <a:lnTo>
                    <a:pt x="18507" y="11554"/>
                  </a:lnTo>
                  <a:lnTo>
                    <a:pt x="14640" y="12801"/>
                  </a:lnTo>
                  <a:lnTo>
                    <a:pt x="11930" y="18125"/>
                  </a:lnTo>
                  <a:lnTo>
                    <a:pt x="10562" y="17454"/>
                  </a:lnTo>
                  <a:lnTo>
                    <a:pt x="3746" y="15124"/>
                  </a:lnTo>
                  <a:lnTo>
                    <a:pt x="0" y="10177"/>
                  </a:lnTo>
                  <a:lnTo>
                    <a:pt x="2253" y="8675"/>
                  </a:lnTo>
                  <a:lnTo>
                    <a:pt x="8973" y="8184"/>
                  </a:lnTo>
                  <a:lnTo>
                    <a:pt x="9033" y="7201"/>
                  </a:lnTo>
                  <a:lnTo>
                    <a:pt x="13134" y="4827"/>
                  </a:lnTo>
                  <a:lnTo>
                    <a:pt x="14292" y="2655"/>
                  </a:lnTo>
                  <a:lnTo>
                    <a:pt x="15750" y="292"/>
                  </a:lnTo>
                  <a:lnTo>
                    <a:pt x="1741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h2556"/>
            <p:cNvSpPr/>
            <p:nvPr/>
          </p:nvSpPr>
          <p:spPr>
            <a:xfrm>
              <a:off x="2803756" y="3001531"/>
              <a:ext cx="39197" cy="29511"/>
            </a:xfrm>
            <a:custGeom>
              <a:avLst/>
              <a:pathLst>
                <a:path w="39197" h="29511">
                  <a:moveTo>
                    <a:pt x="24821" y="447"/>
                  </a:moveTo>
                  <a:lnTo>
                    <a:pt x="27132" y="3909"/>
                  </a:lnTo>
                  <a:lnTo>
                    <a:pt x="28013" y="6866"/>
                  </a:lnTo>
                  <a:lnTo>
                    <a:pt x="29817" y="7021"/>
                  </a:lnTo>
                  <a:lnTo>
                    <a:pt x="30681" y="8754"/>
                  </a:lnTo>
                  <a:lnTo>
                    <a:pt x="35536" y="7020"/>
                  </a:lnTo>
                  <a:lnTo>
                    <a:pt x="37830" y="8483"/>
                  </a:lnTo>
                  <a:lnTo>
                    <a:pt x="39197" y="15570"/>
                  </a:lnTo>
                  <a:lnTo>
                    <a:pt x="32508" y="17641"/>
                  </a:lnTo>
                  <a:lnTo>
                    <a:pt x="29633" y="19851"/>
                  </a:lnTo>
                  <a:lnTo>
                    <a:pt x="29932" y="21439"/>
                  </a:lnTo>
                  <a:lnTo>
                    <a:pt x="28694" y="23154"/>
                  </a:lnTo>
                  <a:lnTo>
                    <a:pt x="21831" y="21807"/>
                  </a:lnTo>
                  <a:lnTo>
                    <a:pt x="15257" y="23711"/>
                  </a:lnTo>
                  <a:lnTo>
                    <a:pt x="12548" y="25181"/>
                  </a:lnTo>
                  <a:lnTo>
                    <a:pt x="14488" y="28058"/>
                  </a:lnTo>
                  <a:lnTo>
                    <a:pt x="12893" y="29263"/>
                  </a:lnTo>
                  <a:lnTo>
                    <a:pt x="11236" y="29294"/>
                  </a:lnTo>
                  <a:lnTo>
                    <a:pt x="6620" y="29511"/>
                  </a:lnTo>
                  <a:lnTo>
                    <a:pt x="6622" y="24656"/>
                  </a:lnTo>
                  <a:lnTo>
                    <a:pt x="7617" y="22961"/>
                  </a:lnTo>
                  <a:lnTo>
                    <a:pt x="6554" y="19886"/>
                  </a:lnTo>
                  <a:lnTo>
                    <a:pt x="4790" y="17575"/>
                  </a:lnTo>
                  <a:lnTo>
                    <a:pt x="63" y="14475"/>
                  </a:lnTo>
                  <a:lnTo>
                    <a:pt x="1628" y="13036"/>
                  </a:lnTo>
                  <a:lnTo>
                    <a:pt x="0" y="9372"/>
                  </a:lnTo>
                  <a:lnTo>
                    <a:pt x="6609" y="6423"/>
                  </a:lnTo>
                  <a:lnTo>
                    <a:pt x="6690" y="5279"/>
                  </a:lnTo>
                  <a:lnTo>
                    <a:pt x="8527" y="4045"/>
                  </a:lnTo>
                  <a:lnTo>
                    <a:pt x="10119" y="4995"/>
                  </a:lnTo>
                  <a:lnTo>
                    <a:pt x="14705" y="5424"/>
                  </a:lnTo>
                  <a:lnTo>
                    <a:pt x="22502" y="1566"/>
                  </a:lnTo>
                  <a:lnTo>
                    <a:pt x="2375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h2557"/>
            <p:cNvSpPr/>
            <p:nvPr/>
          </p:nvSpPr>
          <p:spPr>
            <a:xfrm>
              <a:off x="2761488" y="3025117"/>
              <a:ext cx="20386" cy="6656"/>
            </a:xfrm>
            <a:custGeom>
              <a:avLst/>
              <a:pathLst>
                <a:path w="20386" h="6656">
                  <a:moveTo>
                    <a:pt x="4937" y="1584"/>
                  </a:moveTo>
                  <a:lnTo>
                    <a:pt x="7562" y="1565"/>
                  </a:lnTo>
                  <a:lnTo>
                    <a:pt x="14477" y="3371"/>
                  </a:lnTo>
                  <a:lnTo>
                    <a:pt x="20386" y="6066"/>
                  </a:lnTo>
                  <a:lnTo>
                    <a:pt x="19600" y="6656"/>
                  </a:lnTo>
                  <a:lnTo>
                    <a:pt x="12054" y="5616"/>
                  </a:lnTo>
                  <a:lnTo>
                    <a:pt x="0" y="1811"/>
                  </a:lnTo>
                  <a:lnTo>
                    <a:pt x="171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h2558"/>
            <p:cNvSpPr/>
            <p:nvPr/>
          </p:nvSpPr>
          <p:spPr>
            <a:xfrm>
              <a:off x="2713560" y="3012440"/>
              <a:ext cx="11800" cy="18448"/>
            </a:xfrm>
            <a:custGeom>
              <a:avLst/>
              <a:pathLst>
                <a:path w="11800" h="18448">
                  <a:moveTo>
                    <a:pt x="11800" y="832"/>
                  </a:moveTo>
                  <a:lnTo>
                    <a:pt x="10263" y="1769"/>
                  </a:lnTo>
                  <a:lnTo>
                    <a:pt x="11323" y="3552"/>
                  </a:lnTo>
                  <a:lnTo>
                    <a:pt x="10075" y="11730"/>
                  </a:lnTo>
                  <a:lnTo>
                    <a:pt x="11576" y="15075"/>
                  </a:lnTo>
                  <a:lnTo>
                    <a:pt x="6042" y="17355"/>
                  </a:lnTo>
                  <a:lnTo>
                    <a:pt x="224" y="18448"/>
                  </a:lnTo>
                  <a:lnTo>
                    <a:pt x="3068" y="17221"/>
                  </a:lnTo>
                  <a:lnTo>
                    <a:pt x="3913" y="15957"/>
                  </a:lnTo>
                  <a:lnTo>
                    <a:pt x="1573" y="13137"/>
                  </a:lnTo>
                  <a:lnTo>
                    <a:pt x="0" y="12913"/>
                  </a:lnTo>
                  <a:lnTo>
                    <a:pt x="266" y="10271"/>
                  </a:lnTo>
                  <a:lnTo>
                    <a:pt x="2010" y="9035"/>
                  </a:lnTo>
                  <a:lnTo>
                    <a:pt x="2920" y="7153"/>
                  </a:lnTo>
                  <a:lnTo>
                    <a:pt x="3016" y="6336"/>
                  </a:lnTo>
                  <a:lnTo>
                    <a:pt x="5865" y="3439"/>
                  </a:lnTo>
                  <a:lnTo>
                    <a:pt x="8831" y="2954"/>
                  </a:lnTo>
                  <a:lnTo>
                    <a:pt x="9065" y="1085"/>
                  </a:lnTo>
                  <a:lnTo>
                    <a:pt x="849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h2559"/>
            <p:cNvSpPr/>
            <p:nvPr/>
          </p:nvSpPr>
          <p:spPr>
            <a:xfrm>
              <a:off x="2832536" y="2981362"/>
              <a:ext cx="28294" cy="35953"/>
            </a:xfrm>
            <a:custGeom>
              <a:avLst/>
              <a:pathLst>
                <a:path w="28294" h="35953">
                  <a:moveTo>
                    <a:pt x="6649" y="4284"/>
                  </a:moveTo>
                  <a:lnTo>
                    <a:pt x="8480" y="4672"/>
                  </a:lnTo>
                  <a:lnTo>
                    <a:pt x="13004" y="3782"/>
                  </a:lnTo>
                  <a:lnTo>
                    <a:pt x="14804" y="2703"/>
                  </a:lnTo>
                  <a:lnTo>
                    <a:pt x="17136" y="3865"/>
                  </a:lnTo>
                  <a:lnTo>
                    <a:pt x="17457" y="4845"/>
                  </a:lnTo>
                  <a:lnTo>
                    <a:pt x="16699" y="5705"/>
                  </a:lnTo>
                  <a:lnTo>
                    <a:pt x="14127" y="5499"/>
                  </a:lnTo>
                  <a:lnTo>
                    <a:pt x="13711" y="6925"/>
                  </a:lnTo>
                  <a:lnTo>
                    <a:pt x="14040" y="9911"/>
                  </a:lnTo>
                  <a:lnTo>
                    <a:pt x="16940" y="10038"/>
                  </a:lnTo>
                  <a:lnTo>
                    <a:pt x="17766" y="9730"/>
                  </a:lnTo>
                  <a:lnTo>
                    <a:pt x="19098" y="11075"/>
                  </a:lnTo>
                  <a:lnTo>
                    <a:pt x="19483" y="12271"/>
                  </a:lnTo>
                  <a:lnTo>
                    <a:pt x="18928" y="13101"/>
                  </a:lnTo>
                  <a:lnTo>
                    <a:pt x="20623" y="16593"/>
                  </a:lnTo>
                  <a:lnTo>
                    <a:pt x="25582" y="17921"/>
                  </a:lnTo>
                  <a:lnTo>
                    <a:pt x="28294" y="23302"/>
                  </a:lnTo>
                  <a:lnTo>
                    <a:pt x="24650" y="23567"/>
                  </a:lnTo>
                  <a:lnTo>
                    <a:pt x="21066" y="24826"/>
                  </a:lnTo>
                  <a:lnTo>
                    <a:pt x="17358" y="28952"/>
                  </a:lnTo>
                  <a:lnTo>
                    <a:pt x="16180" y="33468"/>
                  </a:lnTo>
                  <a:lnTo>
                    <a:pt x="14696" y="35641"/>
                  </a:lnTo>
                  <a:lnTo>
                    <a:pt x="13513" y="35953"/>
                  </a:lnTo>
                  <a:lnTo>
                    <a:pt x="11785" y="35119"/>
                  </a:lnTo>
                  <a:lnTo>
                    <a:pt x="10417" y="35739"/>
                  </a:lnTo>
                  <a:lnTo>
                    <a:pt x="9050" y="28652"/>
                  </a:lnTo>
                  <a:lnTo>
                    <a:pt x="6756" y="27190"/>
                  </a:lnTo>
                  <a:lnTo>
                    <a:pt x="1901" y="28923"/>
                  </a:lnTo>
                  <a:lnTo>
                    <a:pt x="1037" y="27190"/>
                  </a:lnTo>
                  <a:lnTo>
                    <a:pt x="2842" y="23660"/>
                  </a:lnTo>
                  <a:lnTo>
                    <a:pt x="9227" y="16587"/>
                  </a:lnTo>
                  <a:lnTo>
                    <a:pt x="10608" y="11907"/>
                  </a:lnTo>
                  <a:lnTo>
                    <a:pt x="9473" y="10844"/>
                  </a:lnTo>
                  <a:lnTo>
                    <a:pt x="6569" y="11331"/>
                  </a:lnTo>
                  <a:lnTo>
                    <a:pt x="5671" y="12277"/>
                  </a:lnTo>
                  <a:lnTo>
                    <a:pt x="2008" y="11751"/>
                  </a:lnTo>
                  <a:lnTo>
                    <a:pt x="236" y="9707"/>
                  </a:lnTo>
                  <a:lnTo>
                    <a:pt x="0" y="1474"/>
                  </a:lnTo>
                  <a:lnTo>
                    <a:pt x="21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h2560"/>
            <p:cNvSpPr/>
            <p:nvPr/>
          </p:nvSpPr>
          <p:spPr>
            <a:xfrm>
              <a:off x="2735096" y="3044277"/>
              <a:ext cx="10804" cy="9236"/>
            </a:xfrm>
            <a:custGeom>
              <a:avLst/>
              <a:pathLst>
                <a:path w="10804" h="9236">
                  <a:moveTo>
                    <a:pt x="6515" y="627"/>
                  </a:moveTo>
                  <a:lnTo>
                    <a:pt x="7285" y="2014"/>
                  </a:lnTo>
                  <a:lnTo>
                    <a:pt x="10804" y="6782"/>
                  </a:lnTo>
                  <a:lnTo>
                    <a:pt x="0" y="9236"/>
                  </a:lnTo>
                  <a:lnTo>
                    <a:pt x="155" y="6556"/>
                  </a:lnTo>
                  <a:lnTo>
                    <a:pt x="1771" y="1648"/>
                  </a:lnTo>
                  <a:lnTo>
                    <a:pt x="8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h2561"/>
            <p:cNvSpPr/>
            <p:nvPr/>
          </p:nvSpPr>
          <p:spPr>
            <a:xfrm>
              <a:off x="2663096" y="2781432"/>
              <a:ext cx="38686" cy="45255"/>
            </a:xfrm>
            <a:custGeom>
              <a:avLst/>
              <a:pathLst>
                <a:path w="38686" h="45255">
                  <a:moveTo>
                    <a:pt x="26396" y="509"/>
                  </a:moveTo>
                  <a:lnTo>
                    <a:pt x="27800" y="2040"/>
                  </a:lnTo>
                  <a:lnTo>
                    <a:pt x="27518" y="4458"/>
                  </a:lnTo>
                  <a:lnTo>
                    <a:pt x="25496" y="3135"/>
                  </a:lnTo>
                  <a:lnTo>
                    <a:pt x="23702" y="4257"/>
                  </a:lnTo>
                  <a:lnTo>
                    <a:pt x="23466" y="5724"/>
                  </a:lnTo>
                  <a:lnTo>
                    <a:pt x="28022" y="12691"/>
                  </a:lnTo>
                  <a:lnTo>
                    <a:pt x="29916" y="14373"/>
                  </a:lnTo>
                  <a:lnTo>
                    <a:pt x="33722" y="14967"/>
                  </a:lnTo>
                  <a:lnTo>
                    <a:pt x="34066" y="16302"/>
                  </a:lnTo>
                  <a:lnTo>
                    <a:pt x="34097" y="18381"/>
                  </a:lnTo>
                  <a:lnTo>
                    <a:pt x="36577" y="20759"/>
                  </a:lnTo>
                  <a:lnTo>
                    <a:pt x="36963" y="19606"/>
                  </a:lnTo>
                  <a:lnTo>
                    <a:pt x="38686" y="21590"/>
                  </a:lnTo>
                  <a:lnTo>
                    <a:pt x="37290" y="24897"/>
                  </a:lnTo>
                  <a:lnTo>
                    <a:pt x="30990" y="31543"/>
                  </a:lnTo>
                  <a:lnTo>
                    <a:pt x="30912" y="32811"/>
                  </a:lnTo>
                  <a:lnTo>
                    <a:pt x="29907" y="36407"/>
                  </a:lnTo>
                  <a:lnTo>
                    <a:pt x="26246" y="39173"/>
                  </a:lnTo>
                  <a:lnTo>
                    <a:pt x="25695" y="42804"/>
                  </a:lnTo>
                  <a:lnTo>
                    <a:pt x="19750" y="45255"/>
                  </a:lnTo>
                  <a:lnTo>
                    <a:pt x="14106" y="37377"/>
                  </a:lnTo>
                  <a:lnTo>
                    <a:pt x="11824" y="36524"/>
                  </a:lnTo>
                  <a:lnTo>
                    <a:pt x="7812" y="36646"/>
                  </a:lnTo>
                  <a:lnTo>
                    <a:pt x="6415" y="38925"/>
                  </a:lnTo>
                  <a:lnTo>
                    <a:pt x="1579" y="35606"/>
                  </a:lnTo>
                  <a:lnTo>
                    <a:pt x="1963" y="32932"/>
                  </a:lnTo>
                  <a:lnTo>
                    <a:pt x="0" y="31160"/>
                  </a:lnTo>
                  <a:lnTo>
                    <a:pt x="976" y="29035"/>
                  </a:lnTo>
                  <a:lnTo>
                    <a:pt x="1218" y="27654"/>
                  </a:lnTo>
                  <a:lnTo>
                    <a:pt x="5361" y="27501"/>
                  </a:lnTo>
                  <a:lnTo>
                    <a:pt x="10734" y="24283"/>
                  </a:lnTo>
                  <a:lnTo>
                    <a:pt x="12177" y="19173"/>
                  </a:lnTo>
                  <a:lnTo>
                    <a:pt x="12266" y="16013"/>
                  </a:lnTo>
                  <a:lnTo>
                    <a:pt x="14406" y="9654"/>
                  </a:lnTo>
                  <a:lnTo>
                    <a:pt x="13423" y="6946"/>
                  </a:lnTo>
                  <a:lnTo>
                    <a:pt x="17022" y="5830"/>
                  </a:lnTo>
                  <a:lnTo>
                    <a:pt x="19800" y="2632"/>
                  </a:lnTo>
                  <a:lnTo>
                    <a:pt x="19883" y="1309"/>
                  </a:lnTo>
                  <a:lnTo>
                    <a:pt x="21508" y="1056"/>
                  </a:lnTo>
                  <a:lnTo>
                    <a:pt x="22236" y="1961"/>
                  </a:lnTo>
                  <a:lnTo>
                    <a:pt x="23777" y="3122"/>
                  </a:lnTo>
                  <a:lnTo>
                    <a:pt x="2419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h2562"/>
            <p:cNvSpPr/>
            <p:nvPr/>
          </p:nvSpPr>
          <p:spPr>
            <a:xfrm>
              <a:off x="2891927" y="3031791"/>
              <a:ext cx="29654" cy="42453"/>
            </a:xfrm>
            <a:custGeom>
              <a:avLst/>
              <a:pathLst>
                <a:path w="29654" h="42453">
                  <a:moveTo>
                    <a:pt x="16789" y="0"/>
                  </a:moveTo>
                  <a:lnTo>
                    <a:pt x="18682" y="375"/>
                  </a:lnTo>
                  <a:lnTo>
                    <a:pt x="23851" y="4807"/>
                  </a:lnTo>
                  <a:lnTo>
                    <a:pt x="23959" y="8568"/>
                  </a:lnTo>
                  <a:lnTo>
                    <a:pt x="20571" y="10674"/>
                  </a:lnTo>
                  <a:lnTo>
                    <a:pt x="20796" y="12314"/>
                  </a:lnTo>
                  <a:lnTo>
                    <a:pt x="22998" y="17011"/>
                  </a:lnTo>
                  <a:lnTo>
                    <a:pt x="25232" y="18958"/>
                  </a:lnTo>
                  <a:lnTo>
                    <a:pt x="26621" y="21490"/>
                  </a:lnTo>
                  <a:lnTo>
                    <a:pt x="26603" y="24466"/>
                  </a:lnTo>
                  <a:lnTo>
                    <a:pt x="25956" y="25048"/>
                  </a:lnTo>
                  <a:lnTo>
                    <a:pt x="28615" y="27826"/>
                  </a:lnTo>
                  <a:lnTo>
                    <a:pt x="29654" y="37822"/>
                  </a:lnTo>
                  <a:lnTo>
                    <a:pt x="28527" y="42397"/>
                  </a:lnTo>
                  <a:lnTo>
                    <a:pt x="26659" y="42453"/>
                  </a:lnTo>
                  <a:lnTo>
                    <a:pt x="25212" y="39235"/>
                  </a:lnTo>
                  <a:lnTo>
                    <a:pt x="22370" y="39464"/>
                  </a:lnTo>
                  <a:lnTo>
                    <a:pt x="20512" y="40534"/>
                  </a:lnTo>
                  <a:lnTo>
                    <a:pt x="15991" y="37381"/>
                  </a:lnTo>
                  <a:lnTo>
                    <a:pt x="16497" y="34377"/>
                  </a:lnTo>
                  <a:lnTo>
                    <a:pt x="14893" y="30872"/>
                  </a:lnTo>
                  <a:lnTo>
                    <a:pt x="9641" y="24267"/>
                  </a:lnTo>
                  <a:lnTo>
                    <a:pt x="5677" y="21054"/>
                  </a:lnTo>
                  <a:lnTo>
                    <a:pt x="4702" y="19825"/>
                  </a:lnTo>
                  <a:lnTo>
                    <a:pt x="867" y="19676"/>
                  </a:lnTo>
                  <a:lnTo>
                    <a:pt x="0" y="18600"/>
                  </a:lnTo>
                  <a:lnTo>
                    <a:pt x="783" y="17517"/>
                  </a:lnTo>
                  <a:lnTo>
                    <a:pt x="1706" y="13339"/>
                  </a:lnTo>
                  <a:lnTo>
                    <a:pt x="4108" y="7597"/>
                  </a:lnTo>
                  <a:lnTo>
                    <a:pt x="3849" y="4198"/>
                  </a:lnTo>
                  <a:lnTo>
                    <a:pt x="5056" y="2919"/>
                  </a:lnTo>
                  <a:lnTo>
                    <a:pt x="7231" y="3029"/>
                  </a:lnTo>
                  <a:lnTo>
                    <a:pt x="11685" y="1298"/>
                  </a:lnTo>
                  <a:lnTo>
                    <a:pt x="12695" y="18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h2563"/>
            <p:cNvSpPr/>
            <p:nvPr/>
          </p:nvSpPr>
          <p:spPr>
            <a:xfrm>
              <a:off x="2599165" y="2798946"/>
              <a:ext cx="19819" cy="29713"/>
            </a:xfrm>
            <a:custGeom>
              <a:avLst/>
              <a:pathLst>
                <a:path w="19819" h="29713">
                  <a:moveTo>
                    <a:pt x="17021" y="1077"/>
                  </a:moveTo>
                  <a:lnTo>
                    <a:pt x="16043" y="1654"/>
                  </a:lnTo>
                  <a:lnTo>
                    <a:pt x="15040" y="4719"/>
                  </a:lnTo>
                  <a:lnTo>
                    <a:pt x="18430" y="6189"/>
                  </a:lnTo>
                  <a:lnTo>
                    <a:pt x="18768" y="7176"/>
                  </a:lnTo>
                  <a:lnTo>
                    <a:pt x="17185" y="11224"/>
                  </a:lnTo>
                  <a:lnTo>
                    <a:pt x="18491" y="13960"/>
                  </a:lnTo>
                  <a:lnTo>
                    <a:pt x="19447" y="14414"/>
                  </a:lnTo>
                  <a:lnTo>
                    <a:pt x="19819" y="14973"/>
                  </a:lnTo>
                  <a:lnTo>
                    <a:pt x="18602" y="17201"/>
                  </a:lnTo>
                  <a:lnTo>
                    <a:pt x="12817" y="24883"/>
                  </a:lnTo>
                  <a:lnTo>
                    <a:pt x="10700" y="25474"/>
                  </a:lnTo>
                  <a:lnTo>
                    <a:pt x="8453" y="25128"/>
                  </a:lnTo>
                  <a:lnTo>
                    <a:pt x="2766" y="29713"/>
                  </a:lnTo>
                  <a:lnTo>
                    <a:pt x="1088" y="29226"/>
                  </a:lnTo>
                  <a:lnTo>
                    <a:pt x="24" y="27800"/>
                  </a:lnTo>
                  <a:lnTo>
                    <a:pt x="0" y="26562"/>
                  </a:lnTo>
                  <a:lnTo>
                    <a:pt x="3666" y="24421"/>
                  </a:lnTo>
                  <a:lnTo>
                    <a:pt x="5074" y="21188"/>
                  </a:lnTo>
                  <a:lnTo>
                    <a:pt x="5999" y="15292"/>
                  </a:lnTo>
                  <a:lnTo>
                    <a:pt x="9827" y="8177"/>
                  </a:lnTo>
                  <a:lnTo>
                    <a:pt x="9186" y="6901"/>
                  </a:lnTo>
                  <a:lnTo>
                    <a:pt x="8184" y="6810"/>
                  </a:lnTo>
                  <a:lnTo>
                    <a:pt x="11309" y="2695"/>
                  </a:lnTo>
                  <a:lnTo>
                    <a:pt x="1081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h2564"/>
            <p:cNvSpPr/>
            <p:nvPr/>
          </p:nvSpPr>
          <p:spPr>
            <a:xfrm>
              <a:off x="2741611" y="3037239"/>
              <a:ext cx="8528" cy="9052"/>
            </a:xfrm>
            <a:custGeom>
              <a:avLst/>
              <a:pathLst>
                <a:path w="8528" h="9052">
                  <a:moveTo>
                    <a:pt x="7784" y="0"/>
                  </a:moveTo>
                  <a:lnTo>
                    <a:pt x="8528" y="1991"/>
                  </a:lnTo>
                  <a:lnTo>
                    <a:pt x="6357" y="3885"/>
                  </a:lnTo>
                  <a:lnTo>
                    <a:pt x="7287" y="6262"/>
                  </a:lnTo>
                  <a:lnTo>
                    <a:pt x="770" y="9052"/>
                  </a:lnTo>
                  <a:lnTo>
                    <a:pt x="0" y="7665"/>
                  </a:lnTo>
                  <a:lnTo>
                    <a:pt x="707" y="7623"/>
                  </a:lnTo>
                  <a:lnTo>
                    <a:pt x="3068" y="4726"/>
                  </a:lnTo>
                  <a:lnTo>
                    <a:pt x="3144" y="2288"/>
                  </a:lnTo>
                  <a:lnTo>
                    <a:pt x="1457" y="22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h2565"/>
            <p:cNvSpPr/>
            <p:nvPr/>
          </p:nvSpPr>
          <p:spPr>
            <a:xfrm>
              <a:off x="2766983" y="3015154"/>
              <a:ext cx="12017" cy="13333"/>
            </a:xfrm>
            <a:custGeom>
              <a:avLst/>
              <a:pathLst>
                <a:path w="12017" h="13333">
                  <a:moveTo>
                    <a:pt x="8133" y="816"/>
                  </a:moveTo>
                  <a:lnTo>
                    <a:pt x="12017" y="4036"/>
                  </a:lnTo>
                  <a:lnTo>
                    <a:pt x="9792" y="10427"/>
                  </a:lnTo>
                  <a:lnTo>
                    <a:pt x="8602" y="12127"/>
                  </a:lnTo>
                  <a:lnTo>
                    <a:pt x="8981" y="13333"/>
                  </a:lnTo>
                  <a:lnTo>
                    <a:pt x="2066" y="11528"/>
                  </a:lnTo>
                  <a:lnTo>
                    <a:pt x="714" y="8978"/>
                  </a:lnTo>
                  <a:lnTo>
                    <a:pt x="2575" y="6917"/>
                  </a:lnTo>
                  <a:lnTo>
                    <a:pt x="3883" y="7668"/>
                  </a:lnTo>
                  <a:lnTo>
                    <a:pt x="3611" y="4736"/>
                  </a:lnTo>
                  <a:lnTo>
                    <a:pt x="0" y="2013"/>
                  </a:lnTo>
                  <a:lnTo>
                    <a:pt x="3119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h2566"/>
            <p:cNvSpPr/>
            <p:nvPr/>
          </p:nvSpPr>
          <p:spPr>
            <a:xfrm>
              <a:off x="2764751" y="2892639"/>
              <a:ext cx="14859" cy="14431"/>
            </a:xfrm>
            <a:custGeom>
              <a:avLst/>
              <a:pathLst>
                <a:path w="14859" h="14431">
                  <a:moveTo>
                    <a:pt x="12578" y="286"/>
                  </a:moveTo>
                  <a:lnTo>
                    <a:pt x="14015" y="1831"/>
                  </a:lnTo>
                  <a:lnTo>
                    <a:pt x="13024" y="2527"/>
                  </a:lnTo>
                  <a:lnTo>
                    <a:pt x="13384" y="3522"/>
                  </a:lnTo>
                  <a:lnTo>
                    <a:pt x="14859" y="2741"/>
                  </a:lnTo>
                  <a:lnTo>
                    <a:pt x="10742" y="9653"/>
                  </a:lnTo>
                  <a:lnTo>
                    <a:pt x="10761" y="10920"/>
                  </a:lnTo>
                  <a:lnTo>
                    <a:pt x="9298" y="13994"/>
                  </a:lnTo>
                  <a:lnTo>
                    <a:pt x="7923" y="14431"/>
                  </a:lnTo>
                  <a:lnTo>
                    <a:pt x="1664" y="13860"/>
                  </a:lnTo>
                  <a:lnTo>
                    <a:pt x="62" y="11178"/>
                  </a:lnTo>
                  <a:lnTo>
                    <a:pt x="0" y="9336"/>
                  </a:lnTo>
                  <a:lnTo>
                    <a:pt x="3977" y="2019"/>
                  </a:lnTo>
                  <a:lnTo>
                    <a:pt x="7012" y="562"/>
                  </a:lnTo>
                  <a:lnTo>
                    <a:pt x="8799" y="2385"/>
                  </a:lnTo>
                  <a:lnTo>
                    <a:pt x="1053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h2567"/>
            <p:cNvSpPr/>
            <p:nvPr/>
          </p:nvSpPr>
          <p:spPr>
            <a:xfrm>
              <a:off x="2581923" y="2814238"/>
              <a:ext cx="23242" cy="26025"/>
            </a:xfrm>
            <a:custGeom>
              <a:avLst/>
              <a:pathLst>
                <a:path w="23242" h="26025">
                  <a:moveTo>
                    <a:pt x="23242" y="0"/>
                  </a:moveTo>
                  <a:lnTo>
                    <a:pt x="22317" y="5895"/>
                  </a:lnTo>
                  <a:lnTo>
                    <a:pt x="20908" y="9129"/>
                  </a:lnTo>
                  <a:lnTo>
                    <a:pt x="17242" y="11269"/>
                  </a:lnTo>
                  <a:lnTo>
                    <a:pt x="17267" y="12507"/>
                  </a:lnTo>
                  <a:lnTo>
                    <a:pt x="18331" y="13934"/>
                  </a:lnTo>
                  <a:lnTo>
                    <a:pt x="20008" y="14421"/>
                  </a:lnTo>
                  <a:lnTo>
                    <a:pt x="14313" y="20006"/>
                  </a:lnTo>
                  <a:lnTo>
                    <a:pt x="14189" y="22022"/>
                  </a:lnTo>
                  <a:lnTo>
                    <a:pt x="13472" y="23237"/>
                  </a:lnTo>
                  <a:lnTo>
                    <a:pt x="9505" y="25590"/>
                  </a:lnTo>
                  <a:lnTo>
                    <a:pt x="6537" y="25325"/>
                  </a:lnTo>
                  <a:lnTo>
                    <a:pt x="5061" y="24447"/>
                  </a:lnTo>
                  <a:lnTo>
                    <a:pt x="1207" y="26025"/>
                  </a:lnTo>
                  <a:lnTo>
                    <a:pt x="0" y="25827"/>
                  </a:lnTo>
                  <a:lnTo>
                    <a:pt x="231" y="22299"/>
                  </a:lnTo>
                  <a:lnTo>
                    <a:pt x="3510" y="18342"/>
                  </a:lnTo>
                  <a:lnTo>
                    <a:pt x="4327" y="15908"/>
                  </a:lnTo>
                  <a:lnTo>
                    <a:pt x="1241" y="12305"/>
                  </a:lnTo>
                  <a:lnTo>
                    <a:pt x="1282" y="11053"/>
                  </a:lnTo>
                  <a:lnTo>
                    <a:pt x="1891" y="9586"/>
                  </a:lnTo>
                  <a:lnTo>
                    <a:pt x="4727" y="8818"/>
                  </a:lnTo>
                  <a:lnTo>
                    <a:pt x="11545" y="746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h2568"/>
            <p:cNvSpPr/>
            <p:nvPr/>
          </p:nvSpPr>
          <p:spPr>
            <a:xfrm>
              <a:off x="2912499" y="3040360"/>
              <a:ext cx="13774" cy="17028"/>
            </a:xfrm>
            <a:custGeom>
              <a:avLst/>
              <a:pathLst>
                <a:path w="13774" h="17028">
                  <a:moveTo>
                    <a:pt x="4187" y="1514"/>
                  </a:moveTo>
                  <a:lnTo>
                    <a:pt x="10063" y="905"/>
                  </a:lnTo>
                  <a:lnTo>
                    <a:pt x="12915" y="1663"/>
                  </a:lnTo>
                  <a:lnTo>
                    <a:pt x="13774" y="4922"/>
                  </a:lnTo>
                  <a:lnTo>
                    <a:pt x="13004" y="7667"/>
                  </a:lnTo>
                  <a:lnTo>
                    <a:pt x="11050" y="7856"/>
                  </a:lnTo>
                  <a:lnTo>
                    <a:pt x="10087" y="9594"/>
                  </a:lnTo>
                  <a:lnTo>
                    <a:pt x="9623" y="17028"/>
                  </a:lnTo>
                  <a:lnTo>
                    <a:pt x="6031" y="15897"/>
                  </a:lnTo>
                  <a:lnTo>
                    <a:pt x="6049" y="12922"/>
                  </a:lnTo>
                  <a:lnTo>
                    <a:pt x="4661" y="10389"/>
                  </a:lnTo>
                  <a:lnTo>
                    <a:pt x="2427" y="8443"/>
                  </a:lnTo>
                  <a:lnTo>
                    <a:pt x="224" y="3745"/>
                  </a:lnTo>
                  <a:lnTo>
                    <a:pt x="0" y="2105"/>
                  </a:lnTo>
                  <a:lnTo>
                    <a:pt x="338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h2569"/>
            <p:cNvSpPr/>
            <p:nvPr/>
          </p:nvSpPr>
          <p:spPr>
            <a:xfrm>
              <a:off x="2746465" y="2995745"/>
              <a:ext cx="7291" cy="7171"/>
            </a:xfrm>
            <a:custGeom>
              <a:avLst/>
              <a:pathLst>
                <a:path w="7291" h="7171">
                  <a:moveTo>
                    <a:pt x="3362" y="2956"/>
                  </a:moveTo>
                  <a:lnTo>
                    <a:pt x="5925" y="2129"/>
                  </a:lnTo>
                  <a:lnTo>
                    <a:pt x="7291" y="4905"/>
                  </a:lnTo>
                  <a:lnTo>
                    <a:pt x="4518" y="7171"/>
                  </a:lnTo>
                  <a:lnTo>
                    <a:pt x="2965" y="4601"/>
                  </a:lnTo>
                  <a:lnTo>
                    <a:pt x="419" y="3102"/>
                  </a:lnTo>
                  <a:lnTo>
                    <a:pt x="0" y="2204"/>
                  </a:lnTo>
                  <a:lnTo>
                    <a:pt x="23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h2570"/>
            <p:cNvSpPr/>
            <p:nvPr/>
          </p:nvSpPr>
          <p:spPr>
            <a:xfrm>
              <a:off x="2762328" y="2985190"/>
              <a:ext cx="40533" cy="13196"/>
            </a:xfrm>
            <a:custGeom>
              <a:avLst/>
              <a:pathLst>
                <a:path w="40533" h="13196">
                  <a:moveTo>
                    <a:pt x="5501" y="1021"/>
                  </a:moveTo>
                  <a:lnTo>
                    <a:pt x="14079" y="5717"/>
                  </a:lnTo>
                  <a:lnTo>
                    <a:pt x="18450" y="6611"/>
                  </a:lnTo>
                  <a:lnTo>
                    <a:pt x="21999" y="6749"/>
                  </a:lnTo>
                  <a:lnTo>
                    <a:pt x="22824" y="6070"/>
                  </a:lnTo>
                  <a:lnTo>
                    <a:pt x="26868" y="6377"/>
                  </a:lnTo>
                  <a:lnTo>
                    <a:pt x="29161" y="5174"/>
                  </a:lnTo>
                  <a:lnTo>
                    <a:pt x="36269" y="4793"/>
                  </a:lnTo>
                  <a:lnTo>
                    <a:pt x="37174" y="5509"/>
                  </a:lnTo>
                  <a:lnTo>
                    <a:pt x="36553" y="6051"/>
                  </a:lnTo>
                  <a:lnTo>
                    <a:pt x="35766" y="6605"/>
                  </a:lnTo>
                  <a:lnTo>
                    <a:pt x="34192" y="6405"/>
                  </a:lnTo>
                  <a:lnTo>
                    <a:pt x="40533" y="9476"/>
                  </a:lnTo>
                  <a:lnTo>
                    <a:pt x="39085" y="10095"/>
                  </a:lnTo>
                  <a:lnTo>
                    <a:pt x="37719" y="8701"/>
                  </a:lnTo>
                  <a:lnTo>
                    <a:pt x="35873" y="8537"/>
                  </a:lnTo>
                  <a:lnTo>
                    <a:pt x="27646" y="9469"/>
                  </a:lnTo>
                  <a:lnTo>
                    <a:pt x="20432" y="12928"/>
                  </a:lnTo>
                  <a:lnTo>
                    <a:pt x="13406" y="13196"/>
                  </a:lnTo>
                  <a:lnTo>
                    <a:pt x="9463" y="12593"/>
                  </a:lnTo>
                  <a:lnTo>
                    <a:pt x="4573" y="6640"/>
                  </a:lnTo>
                  <a:lnTo>
                    <a:pt x="1585" y="4383"/>
                  </a:lnTo>
                  <a:lnTo>
                    <a:pt x="0" y="1286"/>
                  </a:lnTo>
                  <a:lnTo>
                    <a:pt x="20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h2571"/>
            <p:cNvSpPr/>
            <p:nvPr/>
          </p:nvSpPr>
          <p:spPr>
            <a:xfrm>
              <a:off x="2582708" y="2792426"/>
              <a:ext cx="27766" cy="14891"/>
            </a:xfrm>
            <a:custGeom>
              <a:avLst/>
              <a:pathLst>
                <a:path w="27766" h="14891">
                  <a:moveTo>
                    <a:pt x="19030" y="358"/>
                  </a:moveTo>
                  <a:lnTo>
                    <a:pt x="20053" y="739"/>
                  </a:lnTo>
                  <a:lnTo>
                    <a:pt x="20667" y="383"/>
                  </a:lnTo>
                  <a:lnTo>
                    <a:pt x="21735" y="1402"/>
                  </a:lnTo>
                  <a:lnTo>
                    <a:pt x="21936" y="3329"/>
                  </a:lnTo>
                  <a:lnTo>
                    <a:pt x="23329" y="4714"/>
                  </a:lnTo>
                  <a:lnTo>
                    <a:pt x="25504" y="6316"/>
                  </a:lnTo>
                  <a:lnTo>
                    <a:pt x="27274" y="6519"/>
                  </a:lnTo>
                  <a:lnTo>
                    <a:pt x="27766" y="9215"/>
                  </a:lnTo>
                  <a:lnTo>
                    <a:pt x="24641" y="13330"/>
                  </a:lnTo>
                  <a:lnTo>
                    <a:pt x="16265" y="14891"/>
                  </a:lnTo>
                  <a:lnTo>
                    <a:pt x="14097" y="13017"/>
                  </a:lnTo>
                  <a:lnTo>
                    <a:pt x="15101" y="12050"/>
                  </a:lnTo>
                  <a:lnTo>
                    <a:pt x="14798" y="11213"/>
                  </a:lnTo>
                  <a:lnTo>
                    <a:pt x="12625" y="11806"/>
                  </a:lnTo>
                  <a:lnTo>
                    <a:pt x="10531" y="13411"/>
                  </a:lnTo>
                  <a:lnTo>
                    <a:pt x="7005" y="13307"/>
                  </a:lnTo>
                  <a:lnTo>
                    <a:pt x="0" y="9937"/>
                  </a:lnTo>
                  <a:lnTo>
                    <a:pt x="316" y="6059"/>
                  </a:lnTo>
                  <a:lnTo>
                    <a:pt x="9339" y="0"/>
                  </a:lnTo>
                  <a:lnTo>
                    <a:pt x="11102" y="161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h2572"/>
            <p:cNvSpPr/>
            <p:nvPr/>
          </p:nvSpPr>
          <p:spPr>
            <a:xfrm>
              <a:off x="3063527" y="3080955"/>
              <a:ext cx="25678" cy="29137"/>
            </a:xfrm>
            <a:custGeom>
              <a:avLst/>
              <a:pathLst>
                <a:path w="25678" h="29137">
                  <a:moveTo>
                    <a:pt x="16382" y="0"/>
                  </a:moveTo>
                  <a:lnTo>
                    <a:pt x="16505" y="1679"/>
                  </a:lnTo>
                  <a:lnTo>
                    <a:pt x="17184" y="5471"/>
                  </a:lnTo>
                  <a:lnTo>
                    <a:pt x="19523" y="4475"/>
                  </a:lnTo>
                  <a:lnTo>
                    <a:pt x="20749" y="5994"/>
                  </a:lnTo>
                  <a:lnTo>
                    <a:pt x="20851" y="11742"/>
                  </a:lnTo>
                  <a:lnTo>
                    <a:pt x="24241" y="23791"/>
                  </a:lnTo>
                  <a:lnTo>
                    <a:pt x="24954" y="23841"/>
                  </a:lnTo>
                  <a:lnTo>
                    <a:pt x="25678" y="26343"/>
                  </a:lnTo>
                  <a:lnTo>
                    <a:pt x="22530" y="28892"/>
                  </a:lnTo>
                  <a:lnTo>
                    <a:pt x="20974" y="29137"/>
                  </a:lnTo>
                  <a:lnTo>
                    <a:pt x="15059" y="27430"/>
                  </a:lnTo>
                  <a:lnTo>
                    <a:pt x="10169" y="27008"/>
                  </a:lnTo>
                  <a:lnTo>
                    <a:pt x="7461" y="25515"/>
                  </a:lnTo>
                  <a:lnTo>
                    <a:pt x="7493" y="21091"/>
                  </a:lnTo>
                  <a:lnTo>
                    <a:pt x="4661" y="19868"/>
                  </a:lnTo>
                  <a:lnTo>
                    <a:pt x="1263" y="20357"/>
                  </a:lnTo>
                  <a:lnTo>
                    <a:pt x="0" y="18920"/>
                  </a:lnTo>
                  <a:lnTo>
                    <a:pt x="2808" y="17837"/>
                  </a:lnTo>
                  <a:lnTo>
                    <a:pt x="4655" y="15693"/>
                  </a:lnTo>
                  <a:lnTo>
                    <a:pt x="6243" y="9761"/>
                  </a:lnTo>
                  <a:lnTo>
                    <a:pt x="4018" y="5102"/>
                  </a:lnTo>
                  <a:lnTo>
                    <a:pt x="4011" y="364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h2573"/>
            <p:cNvSpPr/>
            <p:nvPr/>
          </p:nvSpPr>
          <p:spPr>
            <a:xfrm>
              <a:off x="2832124" y="3066786"/>
              <a:ext cx="32143" cy="29954"/>
            </a:xfrm>
            <a:custGeom>
              <a:avLst/>
              <a:pathLst>
                <a:path w="32143" h="29954">
                  <a:moveTo>
                    <a:pt x="28161" y="1523"/>
                  </a:moveTo>
                  <a:lnTo>
                    <a:pt x="32143" y="3683"/>
                  </a:lnTo>
                  <a:lnTo>
                    <a:pt x="32125" y="5178"/>
                  </a:lnTo>
                  <a:lnTo>
                    <a:pt x="29816" y="5409"/>
                  </a:lnTo>
                  <a:lnTo>
                    <a:pt x="24003" y="11322"/>
                  </a:lnTo>
                  <a:lnTo>
                    <a:pt x="28281" y="19749"/>
                  </a:lnTo>
                  <a:lnTo>
                    <a:pt x="26951" y="24648"/>
                  </a:lnTo>
                  <a:lnTo>
                    <a:pt x="24692" y="27033"/>
                  </a:lnTo>
                  <a:lnTo>
                    <a:pt x="19197" y="28475"/>
                  </a:lnTo>
                  <a:lnTo>
                    <a:pt x="17441" y="27501"/>
                  </a:lnTo>
                  <a:lnTo>
                    <a:pt x="15186" y="27963"/>
                  </a:lnTo>
                  <a:lnTo>
                    <a:pt x="15427" y="28431"/>
                  </a:lnTo>
                  <a:lnTo>
                    <a:pt x="11866" y="29954"/>
                  </a:lnTo>
                  <a:lnTo>
                    <a:pt x="8619" y="28312"/>
                  </a:lnTo>
                  <a:lnTo>
                    <a:pt x="4238" y="24341"/>
                  </a:lnTo>
                  <a:lnTo>
                    <a:pt x="2943" y="15946"/>
                  </a:lnTo>
                  <a:lnTo>
                    <a:pt x="1695" y="14114"/>
                  </a:lnTo>
                  <a:lnTo>
                    <a:pt x="807" y="13974"/>
                  </a:lnTo>
                  <a:lnTo>
                    <a:pt x="0" y="7768"/>
                  </a:lnTo>
                  <a:lnTo>
                    <a:pt x="4129" y="2404"/>
                  </a:lnTo>
                  <a:lnTo>
                    <a:pt x="14006" y="4586"/>
                  </a:lnTo>
                  <a:lnTo>
                    <a:pt x="15418" y="4160"/>
                  </a:lnTo>
                  <a:lnTo>
                    <a:pt x="16702" y="1586"/>
                  </a:lnTo>
                  <a:lnTo>
                    <a:pt x="2008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h2574"/>
            <p:cNvSpPr/>
            <p:nvPr/>
          </p:nvSpPr>
          <p:spPr>
            <a:xfrm>
              <a:off x="2890584" y="3063156"/>
              <a:ext cx="16648" cy="26499"/>
            </a:xfrm>
            <a:custGeom>
              <a:avLst/>
              <a:pathLst>
                <a:path w="16648" h="26499">
                  <a:moveTo>
                    <a:pt x="2853" y="0"/>
                  </a:moveTo>
                  <a:lnTo>
                    <a:pt x="4539" y="1243"/>
                  </a:lnTo>
                  <a:lnTo>
                    <a:pt x="4841" y="2236"/>
                  </a:lnTo>
                  <a:lnTo>
                    <a:pt x="14222" y="6858"/>
                  </a:lnTo>
                  <a:lnTo>
                    <a:pt x="16648" y="9234"/>
                  </a:lnTo>
                  <a:lnTo>
                    <a:pt x="15048" y="9931"/>
                  </a:lnTo>
                  <a:lnTo>
                    <a:pt x="14152" y="14187"/>
                  </a:lnTo>
                  <a:lnTo>
                    <a:pt x="14420" y="15051"/>
                  </a:lnTo>
                  <a:lnTo>
                    <a:pt x="16622" y="15430"/>
                  </a:lnTo>
                  <a:lnTo>
                    <a:pt x="16487" y="18362"/>
                  </a:lnTo>
                  <a:lnTo>
                    <a:pt x="15524" y="20548"/>
                  </a:lnTo>
                  <a:lnTo>
                    <a:pt x="8439" y="26499"/>
                  </a:lnTo>
                  <a:lnTo>
                    <a:pt x="5541" y="24719"/>
                  </a:lnTo>
                  <a:lnTo>
                    <a:pt x="3659" y="20800"/>
                  </a:lnTo>
                  <a:lnTo>
                    <a:pt x="1256" y="20366"/>
                  </a:lnTo>
                  <a:lnTo>
                    <a:pt x="0" y="18602"/>
                  </a:lnTo>
                  <a:lnTo>
                    <a:pt x="2437" y="14825"/>
                  </a:lnTo>
                  <a:lnTo>
                    <a:pt x="826" y="11668"/>
                  </a:lnTo>
                  <a:lnTo>
                    <a:pt x="623" y="4739"/>
                  </a:lnTo>
                  <a:lnTo>
                    <a:pt x="1479" y="4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h2575"/>
            <p:cNvSpPr/>
            <p:nvPr/>
          </p:nvSpPr>
          <p:spPr>
            <a:xfrm>
              <a:off x="2747969" y="3027596"/>
              <a:ext cx="22378" cy="30528"/>
            </a:xfrm>
            <a:custGeom>
              <a:avLst/>
              <a:pathLst>
                <a:path w="22378" h="30528">
                  <a:moveTo>
                    <a:pt x="9829" y="0"/>
                  </a:moveTo>
                  <a:lnTo>
                    <a:pt x="10847" y="66"/>
                  </a:lnTo>
                  <a:lnTo>
                    <a:pt x="10908" y="881"/>
                  </a:lnTo>
                  <a:lnTo>
                    <a:pt x="10554" y="1836"/>
                  </a:lnTo>
                  <a:lnTo>
                    <a:pt x="9851" y="1769"/>
                  </a:lnTo>
                  <a:lnTo>
                    <a:pt x="9882" y="3156"/>
                  </a:lnTo>
                  <a:lnTo>
                    <a:pt x="12375" y="2369"/>
                  </a:lnTo>
                  <a:lnTo>
                    <a:pt x="15898" y="4155"/>
                  </a:lnTo>
                  <a:lnTo>
                    <a:pt x="17840" y="15240"/>
                  </a:lnTo>
                  <a:lnTo>
                    <a:pt x="16734" y="16599"/>
                  </a:lnTo>
                  <a:lnTo>
                    <a:pt x="16933" y="18407"/>
                  </a:lnTo>
                  <a:lnTo>
                    <a:pt x="22378" y="22648"/>
                  </a:lnTo>
                  <a:lnTo>
                    <a:pt x="21777" y="26061"/>
                  </a:lnTo>
                  <a:lnTo>
                    <a:pt x="18945" y="30185"/>
                  </a:lnTo>
                  <a:lnTo>
                    <a:pt x="18135" y="30528"/>
                  </a:lnTo>
                  <a:lnTo>
                    <a:pt x="8974" y="27194"/>
                  </a:lnTo>
                  <a:lnTo>
                    <a:pt x="4160" y="30392"/>
                  </a:lnTo>
                  <a:lnTo>
                    <a:pt x="3842" y="29997"/>
                  </a:lnTo>
                  <a:lnTo>
                    <a:pt x="6536" y="27333"/>
                  </a:lnTo>
                  <a:lnTo>
                    <a:pt x="10531" y="26139"/>
                  </a:lnTo>
                  <a:lnTo>
                    <a:pt x="11231" y="24716"/>
                  </a:lnTo>
                  <a:lnTo>
                    <a:pt x="10571" y="20131"/>
                  </a:lnTo>
                  <a:lnTo>
                    <a:pt x="9005" y="16146"/>
                  </a:lnTo>
                  <a:lnTo>
                    <a:pt x="7931" y="15777"/>
                  </a:lnTo>
                  <a:lnTo>
                    <a:pt x="5876" y="16446"/>
                  </a:lnTo>
                  <a:lnTo>
                    <a:pt x="8307" y="17846"/>
                  </a:lnTo>
                  <a:lnTo>
                    <a:pt x="6295" y="18301"/>
                  </a:lnTo>
                  <a:lnTo>
                    <a:pt x="5531" y="17430"/>
                  </a:lnTo>
                  <a:lnTo>
                    <a:pt x="3725" y="18753"/>
                  </a:lnTo>
                  <a:lnTo>
                    <a:pt x="2126" y="17937"/>
                  </a:lnTo>
                  <a:lnTo>
                    <a:pt x="929" y="15904"/>
                  </a:lnTo>
                  <a:lnTo>
                    <a:pt x="0" y="13528"/>
                  </a:lnTo>
                  <a:lnTo>
                    <a:pt x="2170" y="11634"/>
                  </a:lnTo>
                  <a:lnTo>
                    <a:pt x="1427" y="9642"/>
                  </a:lnTo>
                  <a:lnTo>
                    <a:pt x="3785" y="9478"/>
                  </a:lnTo>
                  <a:lnTo>
                    <a:pt x="8140" y="3514"/>
                  </a:lnTo>
                  <a:lnTo>
                    <a:pt x="6948" y="14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h2576"/>
            <p:cNvSpPr/>
            <p:nvPr/>
          </p:nvSpPr>
          <p:spPr>
            <a:xfrm>
              <a:off x="2814992" y="3004664"/>
              <a:ext cx="51756" cy="41185"/>
            </a:xfrm>
            <a:custGeom>
              <a:avLst/>
              <a:pathLst>
                <a:path w="51756" h="41185">
                  <a:moveTo>
                    <a:pt x="42194" y="265"/>
                  </a:moveTo>
                  <a:lnTo>
                    <a:pt x="45837" y="0"/>
                  </a:lnTo>
                  <a:lnTo>
                    <a:pt x="44799" y="4880"/>
                  </a:lnTo>
                  <a:lnTo>
                    <a:pt x="46044" y="6549"/>
                  </a:lnTo>
                  <a:lnTo>
                    <a:pt x="50160" y="6437"/>
                  </a:lnTo>
                  <a:lnTo>
                    <a:pt x="50824" y="9792"/>
                  </a:lnTo>
                  <a:lnTo>
                    <a:pt x="50546" y="12223"/>
                  </a:lnTo>
                  <a:lnTo>
                    <a:pt x="49068" y="13431"/>
                  </a:lnTo>
                  <a:lnTo>
                    <a:pt x="49466" y="16339"/>
                  </a:lnTo>
                  <a:lnTo>
                    <a:pt x="51756" y="16386"/>
                  </a:lnTo>
                  <a:lnTo>
                    <a:pt x="51703" y="17349"/>
                  </a:lnTo>
                  <a:lnTo>
                    <a:pt x="46070" y="22328"/>
                  </a:lnTo>
                  <a:lnTo>
                    <a:pt x="45167" y="24142"/>
                  </a:lnTo>
                  <a:lnTo>
                    <a:pt x="44221" y="32033"/>
                  </a:lnTo>
                  <a:lnTo>
                    <a:pt x="44989" y="36002"/>
                  </a:lnTo>
                  <a:lnTo>
                    <a:pt x="46601" y="38688"/>
                  </a:lnTo>
                  <a:lnTo>
                    <a:pt x="45961" y="41185"/>
                  </a:lnTo>
                  <a:lnTo>
                    <a:pt x="34757" y="39497"/>
                  </a:lnTo>
                  <a:lnTo>
                    <a:pt x="31633" y="35954"/>
                  </a:lnTo>
                  <a:lnTo>
                    <a:pt x="29607" y="34973"/>
                  </a:lnTo>
                  <a:lnTo>
                    <a:pt x="23772" y="35920"/>
                  </a:lnTo>
                  <a:lnTo>
                    <a:pt x="18027" y="33645"/>
                  </a:lnTo>
                  <a:lnTo>
                    <a:pt x="12373" y="33971"/>
                  </a:lnTo>
                  <a:lnTo>
                    <a:pt x="8524" y="30782"/>
                  </a:lnTo>
                  <a:lnTo>
                    <a:pt x="730" y="32127"/>
                  </a:lnTo>
                  <a:lnTo>
                    <a:pt x="48" y="31162"/>
                  </a:lnTo>
                  <a:lnTo>
                    <a:pt x="0" y="26161"/>
                  </a:lnTo>
                  <a:lnTo>
                    <a:pt x="1656" y="26131"/>
                  </a:lnTo>
                  <a:lnTo>
                    <a:pt x="3252" y="24925"/>
                  </a:lnTo>
                  <a:lnTo>
                    <a:pt x="1312" y="22049"/>
                  </a:lnTo>
                  <a:lnTo>
                    <a:pt x="4021" y="20578"/>
                  </a:lnTo>
                  <a:lnTo>
                    <a:pt x="10594" y="18674"/>
                  </a:lnTo>
                  <a:lnTo>
                    <a:pt x="17457" y="20021"/>
                  </a:lnTo>
                  <a:lnTo>
                    <a:pt x="18695" y="18306"/>
                  </a:lnTo>
                  <a:lnTo>
                    <a:pt x="18396" y="16718"/>
                  </a:lnTo>
                  <a:lnTo>
                    <a:pt x="21271" y="14508"/>
                  </a:lnTo>
                  <a:lnTo>
                    <a:pt x="27960" y="12437"/>
                  </a:lnTo>
                  <a:lnTo>
                    <a:pt x="29328" y="11817"/>
                  </a:lnTo>
                  <a:lnTo>
                    <a:pt x="31056" y="12651"/>
                  </a:lnTo>
                  <a:lnTo>
                    <a:pt x="32240" y="12339"/>
                  </a:lnTo>
                  <a:lnTo>
                    <a:pt x="33723" y="10166"/>
                  </a:lnTo>
                  <a:lnTo>
                    <a:pt x="34902" y="5650"/>
                  </a:lnTo>
                  <a:lnTo>
                    <a:pt x="38610" y="152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h2577"/>
            <p:cNvSpPr/>
            <p:nvPr/>
          </p:nvSpPr>
          <p:spPr>
            <a:xfrm>
              <a:off x="2745974" y="2932840"/>
              <a:ext cx="7540" cy="8560"/>
            </a:xfrm>
            <a:custGeom>
              <a:avLst/>
              <a:pathLst>
                <a:path w="7540" h="8560">
                  <a:moveTo>
                    <a:pt x="6515" y="1268"/>
                  </a:moveTo>
                  <a:lnTo>
                    <a:pt x="6324" y="5304"/>
                  </a:lnTo>
                  <a:lnTo>
                    <a:pt x="7540" y="7560"/>
                  </a:lnTo>
                  <a:lnTo>
                    <a:pt x="5618" y="8560"/>
                  </a:lnTo>
                  <a:lnTo>
                    <a:pt x="2051" y="8192"/>
                  </a:lnTo>
                  <a:lnTo>
                    <a:pt x="0" y="6910"/>
                  </a:lnTo>
                  <a:lnTo>
                    <a:pt x="1818" y="117"/>
                  </a:lnTo>
                  <a:lnTo>
                    <a:pt x="262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h2578"/>
            <p:cNvSpPr/>
            <p:nvPr/>
          </p:nvSpPr>
          <p:spPr>
            <a:xfrm>
              <a:off x="2715528" y="2868824"/>
              <a:ext cx="20517" cy="24029"/>
            </a:xfrm>
            <a:custGeom>
              <a:avLst/>
              <a:pathLst>
                <a:path w="20517" h="24029">
                  <a:moveTo>
                    <a:pt x="16508" y="0"/>
                  </a:moveTo>
                  <a:lnTo>
                    <a:pt x="16929" y="1890"/>
                  </a:lnTo>
                  <a:lnTo>
                    <a:pt x="20517" y="8146"/>
                  </a:lnTo>
                  <a:lnTo>
                    <a:pt x="14684" y="12307"/>
                  </a:lnTo>
                  <a:lnTo>
                    <a:pt x="10816" y="16309"/>
                  </a:lnTo>
                  <a:lnTo>
                    <a:pt x="7000" y="22424"/>
                  </a:lnTo>
                  <a:lnTo>
                    <a:pt x="5314" y="24029"/>
                  </a:lnTo>
                  <a:lnTo>
                    <a:pt x="1559" y="22982"/>
                  </a:lnTo>
                  <a:lnTo>
                    <a:pt x="63" y="21099"/>
                  </a:lnTo>
                  <a:lnTo>
                    <a:pt x="0" y="19848"/>
                  </a:lnTo>
                  <a:lnTo>
                    <a:pt x="836" y="17670"/>
                  </a:lnTo>
                  <a:lnTo>
                    <a:pt x="6732" y="13017"/>
                  </a:lnTo>
                  <a:lnTo>
                    <a:pt x="7066" y="11738"/>
                  </a:lnTo>
                  <a:lnTo>
                    <a:pt x="6205" y="9877"/>
                  </a:lnTo>
                  <a:lnTo>
                    <a:pt x="9299" y="4797"/>
                  </a:lnTo>
                  <a:lnTo>
                    <a:pt x="13772" y="25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h2579"/>
            <p:cNvSpPr/>
            <p:nvPr/>
          </p:nvSpPr>
          <p:spPr>
            <a:xfrm>
              <a:off x="2570376" y="2784473"/>
              <a:ext cx="24844" cy="22266"/>
            </a:xfrm>
            <a:custGeom>
              <a:avLst/>
              <a:pathLst>
                <a:path w="24844" h="22266">
                  <a:moveTo>
                    <a:pt x="21288" y="0"/>
                  </a:moveTo>
                  <a:lnTo>
                    <a:pt x="20512" y="3452"/>
                  </a:lnTo>
                  <a:lnTo>
                    <a:pt x="23402" y="4160"/>
                  </a:lnTo>
                  <a:lnTo>
                    <a:pt x="24844" y="6458"/>
                  </a:lnTo>
                  <a:lnTo>
                    <a:pt x="21671" y="7953"/>
                  </a:lnTo>
                  <a:lnTo>
                    <a:pt x="12648" y="14013"/>
                  </a:lnTo>
                  <a:lnTo>
                    <a:pt x="8180" y="18725"/>
                  </a:lnTo>
                  <a:lnTo>
                    <a:pt x="1705" y="22266"/>
                  </a:lnTo>
                  <a:lnTo>
                    <a:pt x="0" y="20919"/>
                  </a:lnTo>
                  <a:lnTo>
                    <a:pt x="838" y="18545"/>
                  </a:lnTo>
                  <a:lnTo>
                    <a:pt x="3531" y="15532"/>
                  </a:lnTo>
                  <a:lnTo>
                    <a:pt x="3959" y="16215"/>
                  </a:lnTo>
                  <a:lnTo>
                    <a:pt x="9932" y="13793"/>
                  </a:lnTo>
                  <a:lnTo>
                    <a:pt x="8236" y="11385"/>
                  </a:lnTo>
                  <a:lnTo>
                    <a:pt x="8322" y="9806"/>
                  </a:lnTo>
                  <a:lnTo>
                    <a:pt x="10364" y="3907"/>
                  </a:lnTo>
                  <a:lnTo>
                    <a:pt x="12392" y="2038"/>
                  </a:lnTo>
                  <a:lnTo>
                    <a:pt x="15573" y="1046"/>
                  </a:lnTo>
                  <a:lnTo>
                    <a:pt x="19727" y="99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h2580"/>
            <p:cNvSpPr/>
            <p:nvPr/>
          </p:nvSpPr>
          <p:spPr>
            <a:xfrm>
              <a:off x="2899353" y="3071027"/>
              <a:ext cx="37948" cy="58259"/>
            </a:xfrm>
            <a:custGeom>
              <a:avLst/>
              <a:pathLst>
                <a:path w="37948" h="58259">
                  <a:moveTo>
                    <a:pt x="17786" y="0"/>
                  </a:moveTo>
                  <a:lnTo>
                    <a:pt x="19234" y="3217"/>
                  </a:lnTo>
                  <a:lnTo>
                    <a:pt x="19109" y="3750"/>
                  </a:lnTo>
                  <a:lnTo>
                    <a:pt x="22186" y="5408"/>
                  </a:lnTo>
                  <a:lnTo>
                    <a:pt x="24431" y="9927"/>
                  </a:lnTo>
                  <a:lnTo>
                    <a:pt x="22638" y="12218"/>
                  </a:lnTo>
                  <a:lnTo>
                    <a:pt x="22787" y="13308"/>
                  </a:lnTo>
                  <a:lnTo>
                    <a:pt x="24445" y="14326"/>
                  </a:lnTo>
                  <a:lnTo>
                    <a:pt x="29077" y="12899"/>
                  </a:lnTo>
                  <a:lnTo>
                    <a:pt x="31862" y="13590"/>
                  </a:lnTo>
                  <a:lnTo>
                    <a:pt x="30680" y="14044"/>
                  </a:lnTo>
                  <a:lnTo>
                    <a:pt x="30988" y="16544"/>
                  </a:lnTo>
                  <a:lnTo>
                    <a:pt x="37948" y="15515"/>
                  </a:lnTo>
                  <a:lnTo>
                    <a:pt x="37294" y="17093"/>
                  </a:lnTo>
                  <a:lnTo>
                    <a:pt x="35264" y="17335"/>
                  </a:lnTo>
                  <a:lnTo>
                    <a:pt x="34602" y="18996"/>
                  </a:lnTo>
                  <a:lnTo>
                    <a:pt x="35783" y="20831"/>
                  </a:lnTo>
                  <a:lnTo>
                    <a:pt x="37416" y="21341"/>
                  </a:lnTo>
                  <a:lnTo>
                    <a:pt x="30384" y="23461"/>
                  </a:lnTo>
                  <a:lnTo>
                    <a:pt x="26930" y="19976"/>
                  </a:lnTo>
                  <a:lnTo>
                    <a:pt x="23653" y="25227"/>
                  </a:lnTo>
                  <a:lnTo>
                    <a:pt x="22992" y="29124"/>
                  </a:lnTo>
                  <a:lnTo>
                    <a:pt x="32998" y="41171"/>
                  </a:lnTo>
                  <a:lnTo>
                    <a:pt x="33498" y="47571"/>
                  </a:lnTo>
                  <a:lnTo>
                    <a:pt x="30794" y="52269"/>
                  </a:lnTo>
                  <a:lnTo>
                    <a:pt x="23636" y="55355"/>
                  </a:lnTo>
                  <a:lnTo>
                    <a:pt x="22353" y="54500"/>
                  </a:lnTo>
                  <a:lnTo>
                    <a:pt x="19788" y="55181"/>
                  </a:lnTo>
                  <a:lnTo>
                    <a:pt x="19194" y="56387"/>
                  </a:lnTo>
                  <a:lnTo>
                    <a:pt x="19584" y="56943"/>
                  </a:lnTo>
                  <a:lnTo>
                    <a:pt x="18446" y="57341"/>
                  </a:lnTo>
                  <a:lnTo>
                    <a:pt x="8344" y="56784"/>
                  </a:lnTo>
                  <a:lnTo>
                    <a:pt x="3873" y="58259"/>
                  </a:lnTo>
                  <a:lnTo>
                    <a:pt x="3257" y="55014"/>
                  </a:lnTo>
                  <a:lnTo>
                    <a:pt x="0" y="53789"/>
                  </a:lnTo>
                  <a:lnTo>
                    <a:pt x="3775" y="45027"/>
                  </a:lnTo>
                  <a:lnTo>
                    <a:pt x="4695" y="44515"/>
                  </a:lnTo>
                  <a:lnTo>
                    <a:pt x="7465" y="44858"/>
                  </a:lnTo>
                  <a:lnTo>
                    <a:pt x="10937" y="33568"/>
                  </a:lnTo>
                  <a:lnTo>
                    <a:pt x="9010" y="32934"/>
                  </a:lnTo>
                  <a:lnTo>
                    <a:pt x="7237" y="29578"/>
                  </a:lnTo>
                  <a:lnTo>
                    <a:pt x="8038" y="28393"/>
                  </a:lnTo>
                  <a:lnTo>
                    <a:pt x="7926" y="20733"/>
                  </a:lnTo>
                  <a:lnTo>
                    <a:pt x="9360" y="17621"/>
                  </a:lnTo>
                  <a:lnTo>
                    <a:pt x="12092" y="17257"/>
                  </a:lnTo>
                  <a:lnTo>
                    <a:pt x="17497" y="10929"/>
                  </a:lnTo>
                  <a:lnTo>
                    <a:pt x="17049" y="9621"/>
                  </a:lnTo>
                  <a:lnTo>
                    <a:pt x="15182" y="8851"/>
                  </a:lnTo>
                  <a:lnTo>
                    <a:pt x="12929" y="6581"/>
                  </a:lnTo>
                  <a:lnTo>
                    <a:pt x="13081" y="1361"/>
                  </a:lnTo>
                  <a:lnTo>
                    <a:pt x="14944" y="22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h2581"/>
            <p:cNvSpPr/>
            <p:nvPr/>
          </p:nvSpPr>
          <p:spPr>
            <a:xfrm>
              <a:off x="2748853" y="2990034"/>
              <a:ext cx="17632" cy="16369"/>
            </a:xfrm>
            <a:custGeom>
              <a:avLst/>
              <a:pathLst>
                <a:path w="17632" h="16369">
                  <a:moveTo>
                    <a:pt x="12998" y="507"/>
                  </a:moveTo>
                  <a:lnTo>
                    <a:pt x="12234" y="1057"/>
                  </a:lnTo>
                  <a:lnTo>
                    <a:pt x="12450" y="3152"/>
                  </a:lnTo>
                  <a:lnTo>
                    <a:pt x="14458" y="9337"/>
                  </a:lnTo>
                  <a:lnTo>
                    <a:pt x="15307" y="10044"/>
                  </a:lnTo>
                  <a:lnTo>
                    <a:pt x="16931" y="9940"/>
                  </a:lnTo>
                  <a:lnTo>
                    <a:pt x="17632" y="15906"/>
                  </a:lnTo>
                  <a:lnTo>
                    <a:pt x="15420" y="16369"/>
                  </a:lnTo>
                  <a:lnTo>
                    <a:pt x="11870" y="15728"/>
                  </a:lnTo>
                  <a:lnTo>
                    <a:pt x="12430" y="12339"/>
                  </a:lnTo>
                  <a:lnTo>
                    <a:pt x="10635" y="10663"/>
                  </a:lnTo>
                  <a:lnTo>
                    <a:pt x="4902" y="10617"/>
                  </a:lnTo>
                  <a:lnTo>
                    <a:pt x="3536" y="7840"/>
                  </a:lnTo>
                  <a:lnTo>
                    <a:pt x="974" y="8667"/>
                  </a:lnTo>
                  <a:lnTo>
                    <a:pt x="0" y="5711"/>
                  </a:lnTo>
                  <a:lnTo>
                    <a:pt x="563" y="1541"/>
                  </a:lnTo>
                  <a:lnTo>
                    <a:pt x="2487" y="296"/>
                  </a:lnTo>
                  <a:lnTo>
                    <a:pt x="4523" y="1614"/>
                  </a:lnTo>
                  <a:lnTo>
                    <a:pt x="9533" y="1127"/>
                  </a:lnTo>
                  <a:lnTo>
                    <a:pt x="1174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h2582"/>
            <p:cNvSpPr/>
            <p:nvPr/>
          </p:nvSpPr>
          <p:spPr>
            <a:xfrm>
              <a:off x="2725404" y="3011660"/>
              <a:ext cx="12312" cy="7918"/>
            </a:xfrm>
            <a:custGeom>
              <a:avLst/>
              <a:pathLst>
                <a:path w="12312" h="7918">
                  <a:moveTo>
                    <a:pt x="4755" y="0"/>
                  </a:moveTo>
                  <a:lnTo>
                    <a:pt x="9807" y="1914"/>
                  </a:lnTo>
                  <a:lnTo>
                    <a:pt x="12312" y="5927"/>
                  </a:lnTo>
                  <a:lnTo>
                    <a:pt x="7024" y="6792"/>
                  </a:lnTo>
                  <a:lnTo>
                    <a:pt x="4458" y="7918"/>
                  </a:lnTo>
                  <a:lnTo>
                    <a:pt x="1846" y="5647"/>
                  </a:lnTo>
                  <a:lnTo>
                    <a:pt x="0" y="1605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h2583"/>
            <p:cNvSpPr/>
            <p:nvPr/>
          </p:nvSpPr>
          <p:spPr>
            <a:xfrm>
              <a:off x="3043486" y="3099854"/>
              <a:ext cx="15964" cy="19315"/>
            </a:xfrm>
            <a:custGeom>
              <a:avLst/>
              <a:pathLst>
                <a:path w="15964" h="19315">
                  <a:moveTo>
                    <a:pt x="13756" y="0"/>
                  </a:moveTo>
                  <a:lnTo>
                    <a:pt x="15964" y="766"/>
                  </a:lnTo>
                  <a:lnTo>
                    <a:pt x="15938" y="1607"/>
                  </a:lnTo>
                  <a:lnTo>
                    <a:pt x="13763" y="6628"/>
                  </a:lnTo>
                  <a:lnTo>
                    <a:pt x="10195" y="9625"/>
                  </a:lnTo>
                  <a:lnTo>
                    <a:pt x="13157" y="16514"/>
                  </a:lnTo>
                  <a:lnTo>
                    <a:pt x="12987" y="18164"/>
                  </a:lnTo>
                  <a:lnTo>
                    <a:pt x="11543" y="19315"/>
                  </a:lnTo>
                  <a:lnTo>
                    <a:pt x="3367" y="19016"/>
                  </a:lnTo>
                  <a:lnTo>
                    <a:pt x="1656" y="14233"/>
                  </a:lnTo>
                  <a:lnTo>
                    <a:pt x="4040" y="10211"/>
                  </a:lnTo>
                  <a:lnTo>
                    <a:pt x="0" y="5092"/>
                  </a:lnTo>
                  <a:lnTo>
                    <a:pt x="4177" y="2006"/>
                  </a:lnTo>
                  <a:lnTo>
                    <a:pt x="5735" y="4192"/>
                  </a:lnTo>
                  <a:lnTo>
                    <a:pt x="12970" y="51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h2584"/>
            <p:cNvSpPr/>
            <p:nvPr/>
          </p:nvSpPr>
          <p:spPr>
            <a:xfrm>
              <a:off x="2614206" y="2779943"/>
              <a:ext cx="28597" cy="44818"/>
            </a:xfrm>
            <a:custGeom>
              <a:avLst/>
              <a:pathLst>
                <a:path w="28597" h="44818">
                  <a:moveTo>
                    <a:pt x="17023" y="1956"/>
                  </a:moveTo>
                  <a:lnTo>
                    <a:pt x="20389" y="5076"/>
                  </a:lnTo>
                  <a:lnTo>
                    <a:pt x="20297" y="6335"/>
                  </a:lnTo>
                  <a:lnTo>
                    <a:pt x="21232" y="7282"/>
                  </a:lnTo>
                  <a:lnTo>
                    <a:pt x="24809" y="4660"/>
                  </a:lnTo>
                  <a:lnTo>
                    <a:pt x="25402" y="2045"/>
                  </a:lnTo>
                  <a:lnTo>
                    <a:pt x="26797" y="2471"/>
                  </a:lnTo>
                  <a:lnTo>
                    <a:pt x="27838" y="4986"/>
                  </a:lnTo>
                  <a:lnTo>
                    <a:pt x="25059" y="6889"/>
                  </a:lnTo>
                  <a:lnTo>
                    <a:pt x="24285" y="12268"/>
                  </a:lnTo>
                  <a:lnTo>
                    <a:pt x="25960" y="12852"/>
                  </a:lnTo>
                  <a:lnTo>
                    <a:pt x="28024" y="11144"/>
                  </a:lnTo>
                  <a:lnTo>
                    <a:pt x="25207" y="20895"/>
                  </a:lnTo>
                  <a:lnTo>
                    <a:pt x="26378" y="26164"/>
                  </a:lnTo>
                  <a:lnTo>
                    <a:pt x="28597" y="31822"/>
                  </a:lnTo>
                  <a:lnTo>
                    <a:pt x="27266" y="35339"/>
                  </a:lnTo>
                  <a:lnTo>
                    <a:pt x="24482" y="38529"/>
                  </a:lnTo>
                  <a:lnTo>
                    <a:pt x="19262" y="41989"/>
                  </a:lnTo>
                  <a:lnTo>
                    <a:pt x="18868" y="44818"/>
                  </a:lnTo>
                  <a:lnTo>
                    <a:pt x="16209" y="43029"/>
                  </a:lnTo>
                  <a:lnTo>
                    <a:pt x="13733" y="36310"/>
                  </a:lnTo>
                  <a:lnTo>
                    <a:pt x="14927" y="34850"/>
                  </a:lnTo>
                  <a:lnTo>
                    <a:pt x="14475" y="31877"/>
                  </a:lnTo>
                  <a:lnTo>
                    <a:pt x="8829" y="27177"/>
                  </a:lnTo>
                  <a:lnTo>
                    <a:pt x="5613" y="33639"/>
                  </a:lnTo>
                  <a:lnTo>
                    <a:pt x="4406" y="33417"/>
                  </a:lnTo>
                  <a:lnTo>
                    <a:pt x="3451" y="32962"/>
                  </a:lnTo>
                  <a:lnTo>
                    <a:pt x="2145" y="30227"/>
                  </a:lnTo>
                  <a:lnTo>
                    <a:pt x="3728" y="26178"/>
                  </a:lnTo>
                  <a:lnTo>
                    <a:pt x="3389" y="25191"/>
                  </a:lnTo>
                  <a:lnTo>
                    <a:pt x="0" y="23722"/>
                  </a:lnTo>
                  <a:lnTo>
                    <a:pt x="1003" y="20657"/>
                  </a:lnTo>
                  <a:lnTo>
                    <a:pt x="1981" y="20079"/>
                  </a:lnTo>
                  <a:lnTo>
                    <a:pt x="4585" y="19869"/>
                  </a:lnTo>
                  <a:lnTo>
                    <a:pt x="6616" y="14833"/>
                  </a:lnTo>
                  <a:lnTo>
                    <a:pt x="2473" y="8068"/>
                  </a:lnTo>
                  <a:lnTo>
                    <a:pt x="3782" y="4035"/>
                  </a:lnTo>
                  <a:lnTo>
                    <a:pt x="4843" y="2846"/>
                  </a:lnTo>
                  <a:lnTo>
                    <a:pt x="7340" y="3832"/>
                  </a:lnTo>
                  <a:lnTo>
                    <a:pt x="1128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h2585"/>
            <p:cNvSpPr/>
            <p:nvPr/>
          </p:nvSpPr>
          <p:spPr>
            <a:xfrm>
              <a:off x="2864019" y="3041028"/>
              <a:ext cx="28044" cy="30718"/>
            </a:xfrm>
            <a:custGeom>
              <a:avLst/>
              <a:pathLst>
                <a:path w="28044" h="30718">
                  <a:moveTo>
                    <a:pt x="13576" y="3171"/>
                  </a:moveTo>
                  <a:lnTo>
                    <a:pt x="21056" y="10671"/>
                  </a:lnTo>
                  <a:lnTo>
                    <a:pt x="20417" y="14761"/>
                  </a:lnTo>
                  <a:lnTo>
                    <a:pt x="21248" y="17081"/>
                  </a:lnTo>
                  <a:lnTo>
                    <a:pt x="24452" y="18850"/>
                  </a:lnTo>
                  <a:lnTo>
                    <a:pt x="26881" y="18894"/>
                  </a:lnTo>
                  <a:lnTo>
                    <a:pt x="28044" y="22169"/>
                  </a:lnTo>
                  <a:lnTo>
                    <a:pt x="27188" y="26867"/>
                  </a:lnTo>
                  <a:lnTo>
                    <a:pt x="26116" y="28855"/>
                  </a:lnTo>
                  <a:lnTo>
                    <a:pt x="18561" y="30718"/>
                  </a:lnTo>
                  <a:lnTo>
                    <a:pt x="15387" y="30518"/>
                  </a:lnTo>
                  <a:lnTo>
                    <a:pt x="13523" y="30154"/>
                  </a:lnTo>
                  <a:lnTo>
                    <a:pt x="14631" y="26553"/>
                  </a:lnTo>
                  <a:lnTo>
                    <a:pt x="12515" y="24179"/>
                  </a:lnTo>
                  <a:lnTo>
                    <a:pt x="9490" y="23821"/>
                  </a:lnTo>
                  <a:lnTo>
                    <a:pt x="9248" y="24392"/>
                  </a:lnTo>
                  <a:lnTo>
                    <a:pt x="3557" y="24653"/>
                  </a:lnTo>
                  <a:lnTo>
                    <a:pt x="1643" y="23645"/>
                  </a:lnTo>
                  <a:lnTo>
                    <a:pt x="1810" y="21023"/>
                  </a:lnTo>
                  <a:lnTo>
                    <a:pt x="1100" y="18574"/>
                  </a:lnTo>
                  <a:lnTo>
                    <a:pt x="0" y="17660"/>
                  </a:lnTo>
                  <a:lnTo>
                    <a:pt x="4045" y="13796"/>
                  </a:lnTo>
                  <a:lnTo>
                    <a:pt x="12744" y="6342"/>
                  </a:lnTo>
                  <a:lnTo>
                    <a:pt x="12244" y="4383"/>
                  </a:lnTo>
                  <a:lnTo>
                    <a:pt x="13027" y="919"/>
                  </a:lnTo>
                  <a:lnTo>
                    <a:pt x="1462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h2586"/>
            <p:cNvSpPr/>
            <p:nvPr/>
          </p:nvSpPr>
          <p:spPr>
            <a:xfrm>
              <a:off x="2740554" y="3008524"/>
              <a:ext cx="13131" cy="22371"/>
            </a:xfrm>
            <a:custGeom>
              <a:avLst/>
              <a:pathLst>
                <a:path w="13131" h="22371">
                  <a:moveTo>
                    <a:pt x="4339" y="0"/>
                  </a:moveTo>
                  <a:lnTo>
                    <a:pt x="6988" y="1481"/>
                  </a:lnTo>
                  <a:lnTo>
                    <a:pt x="10224" y="9604"/>
                  </a:lnTo>
                  <a:lnTo>
                    <a:pt x="13131" y="13988"/>
                  </a:lnTo>
                  <a:lnTo>
                    <a:pt x="12889" y="17173"/>
                  </a:lnTo>
                  <a:lnTo>
                    <a:pt x="11455" y="17786"/>
                  </a:lnTo>
                  <a:lnTo>
                    <a:pt x="11916" y="19604"/>
                  </a:lnTo>
                  <a:lnTo>
                    <a:pt x="8767" y="22371"/>
                  </a:lnTo>
                  <a:lnTo>
                    <a:pt x="7667" y="21669"/>
                  </a:lnTo>
                  <a:lnTo>
                    <a:pt x="5385" y="18511"/>
                  </a:lnTo>
                  <a:lnTo>
                    <a:pt x="4741" y="17484"/>
                  </a:lnTo>
                  <a:lnTo>
                    <a:pt x="0" y="13554"/>
                  </a:lnTo>
                  <a:lnTo>
                    <a:pt x="1852" y="11368"/>
                  </a:lnTo>
                  <a:lnTo>
                    <a:pt x="1954" y="10191"/>
                  </a:lnTo>
                  <a:lnTo>
                    <a:pt x="112" y="7868"/>
                  </a:lnTo>
                  <a:lnTo>
                    <a:pt x="2641" y="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h2587"/>
            <p:cNvSpPr/>
            <p:nvPr/>
          </p:nvSpPr>
          <p:spPr>
            <a:xfrm>
              <a:off x="2704209" y="2891806"/>
              <a:ext cx="16633" cy="38623"/>
            </a:xfrm>
            <a:custGeom>
              <a:avLst/>
              <a:pathLst>
                <a:path w="16633" h="38623">
                  <a:moveTo>
                    <a:pt x="16633" y="1047"/>
                  </a:moveTo>
                  <a:lnTo>
                    <a:pt x="13491" y="5722"/>
                  </a:lnTo>
                  <a:lnTo>
                    <a:pt x="14009" y="9843"/>
                  </a:lnTo>
                  <a:lnTo>
                    <a:pt x="15302" y="13162"/>
                  </a:lnTo>
                  <a:lnTo>
                    <a:pt x="12930" y="17072"/>
                  </a:lnTo>
                  <a:lnTo>
                    <a:pt x="10812" y="21414"/>
                  </a:lnTo>
                  <a:lnTo>
                    <a:pt x="10626" y="23149"/>
                  </a:lnTo>
                  <a:lnTo>
                    <a:pt x="11014" y="29411"/>
                  </a:lnTo>
                  <a:lnTo>
                    <a:pt x="12679" y="35086"/>
                  </a:lnTo>
                  <a:lnTo>
                    <a:pt x="10815" y="37697"/>
                  </a:lnTo>
                  <a:lnTo>
                    <a:pt x="8086" y="38623"/>
                  </a:lnTo>
                  <a:lnTo>
                    <a:pt x="8523" y="36931"/>
                  </a:lnTo>
                  <a:lnTo>
                    <a:pt x="7854" y="35826"/>
                  </a:lnTo>
                  <a:lnTo>
                    <a:pt x="3691" y="38410"/>
                  </a:lnTo>
                  <a:lnTo>
                    <a:pt x="0" y="35979"/>
                  </a:lnTo>
                  <a:lnTo>
                    <a:pt x="3614" y="32360"/>
                  </a:lnTo>
                  <a:lnTo>
                    <a:pt x="8481" y="31275"/>
                  </a:lnTo>
                  <a:lnTo>
                    <a:pt x="8035" y="29695"/>
                  </a:lnTo>
                  <a:lnTo>
                    <a:pt x="5011" y="25952"/>
                  </a:lnTo>
                  <a:lnTo>
                    <a:pt x="6249" y="22212"/>
                  </a:lnTo>
                  <a:lnTo>
                    <a:pt x="6525" y="15169"/>
                  </a:lnTo>
                  <a:lnTo>
                    <a:pt x="7910" y="6807"/>
                  </a:lnTo>
                  <a:lnTo>
                    <a:pt x="10125" y="2486"/>
                  </a:lnTo>
                  <a:lnTo>
                    <a:pt x="1287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h2588"/>
            <p:cNvSpPr/>
            <p:nvPr/>
          </p:nvSpPr>
          <p:spPr>
            <a:xfrm>
              <a:off x="2768626" y="2953771"/>
              <a:ext cx="14117" cy="15027"/>
            </a:xfrm>
            <a:custGeom>
              <a:avLst/>
              <a:pathLst>
                <a:path w="14117" h="15027">
                  <a:moveTo>
                    <a:pt x="6846" y="0"/>
                  </a:moveTo>
                  <a:lnTo>
                    <a:pt x="9270" y="2651"/>
                  </a:lnTo>
                  <a:lnTo>
                    <a:pt x="10619" y="7991"/>
                  </a:lnTo>
                  <a:lnTo>
                    <a:pt x="11847" y="9341"/>
                  </a:lnTo>
                  <a:lnTo>
                    <a:pt x="13401" y="9725"/>
                  </a:lnTo>
                  <a:lnTo>
                    <a:pt x="14117" y="14458"/>
                  </a:lnTo>
                  <a:lnTo>
                    <a:pt x="11187" y="15027"/>
                  </a:lnTo>
                  <a:lnTo>
                    <a:pt x="8659" y="9687"/>
                  </a:lnTo>
                  <a:lnTo>
                    <a:pt x="6956" y="9963"/>
                  </a:lnTo>
                  <a:lnTo>
                    <a:pt x="2686" y="7363"/>
                  </a:lnTo>
                  <a:lnTo>
                    <a:pt x="1719" y="4508"/>
                  </a:lnTo>
                  <a:lnTo>
                    <a:pt x="2145" y="4713"/>
                  </a:lnTo>
                  <a:lnTo>
                    <a:pt x="2533" y="3780"/>
                  </a:lnTo>
                  <a:lnTo>
                    <a:pt x="0" y="1587"/>
                  </a:lnTo>
                  <a:lnTo>
                    <a:pt x="203" y="246"/>
                  </a:lnTo>
                  <a:lnTo>
                    <a:pt x="4499" y="2852"/>
                  </a:lnTo>
                  <a:lnTo>
                    <a:pt x="4146" y="40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h2589"/>
            <p:cNvSpPr/>
            <p:nvPr/>
          </p:nvSpPr>
          <p:spPr>
            <a:xfrm>
              <a:off x="3006006" y="3107004"/>
              <a:ext cx="19824" cy="38559"/>
            </a:xfrm>
            <a:custGeom>
              <a:avLst/>
              <a:pathLst>
                <a:path w="19824" h="38559">
                  <a:moveTo>
                    <a:pt x="9591" y="759"/>
                  </a:moveTo>
                  <a:lnTo>
                    <a:pt x="11144" y="1927"/>
                  </a:lnTo>
                  <a:lnTo>
                    <a:pt x="11088" y="2186"/>
                  </a:lnTo>
                  <a:lnTo>
                    <a:pt x="11088" y="2443"/>
                  </a:lnTo>
                  <a:lnTo>
                    <a:pt x="11334" y="4812"/>
                  </a:lnTo>
                  <a:lnTo>
                    <a:pt x="13229" y="7111"/>
                  </a:lnTo>
                  <a:lnTo>
                    <a:pt x="13828" y="7870"/>
                  </a:lnTo>
                  <a:lnTo>
                    <a:pt x="11955" y="12450"/>
                  </a:lnTo>
                  <a:lnTo>
                    <a:pt x="12150" y="16170"/>
                  </a:lnTo>
                  <a:lnTo>
                    <a:pt x="14451" y="17699"/>
                  </a:lnTo>
                  <a:lnTo>
                    <a:pt x="17179" y="17945"/>
                  </a:lnTo>
                  <a:lnTo>
                    <a:pt x="18813" y="20964"/>
                  </a:lnTo>
                  <a:lnTo>
                    <a:pt x="19824" y="23782"/>
                  </a:lnTo>
                  <a:lnTo>
                    <a:pt x="14405" y="30909"/>
                  </a:lnTo>
                  <a:lnTo>
                    <a:pt x="14590" y="38281"/>
                  </a:lnTo>
                  <a:lnTo>
                    <a:pt x="13214" y="38559"/>
                  </a:lnTo>
                  <a:lnTo>
                    <a:pt x="13812" y="36806"/>
                  </a:lnTo>
                  <a:lnTo>
                    <a:pt x="11980" y="35153"/>
                  </a:lnTo>
                  <a:lnTo>
                    <a:pt x="11232" y="35625"/>
                  </a:lnTo>
                  <a:lnTo>
                    <a:pt x="11600" y="36674"/>
                  </a:lnTo>
                  <a:lnTo>
                    <a:pt x="10133" y="36347"/>
                  </a:lnTo>
                  <a:lnTo>
                    <a:pt x="2613" y="29306"/>
                  </a:lnTo>
                  <a:lnTo>
                    <a:pt x="3093" y="24794"/>
                  </a:lnTo>
                  <a:lnTo>
                    <a:pt x="5699" y="22674"/>
                  </a:lnTo>
                  <a:lnTo>
                    <a:pt x="7057" y="22557"/>
                  </a:lnTo>
                  <a:lnTo>
                    <a:pt x="9615" y="19225"/>
                  </a:lnTo>
                  <a:lnTo>
                    <a:pt x="9079" y="17506"/>
                  </a:lnTo>
                  <a:lnTo>
                    <a:pt x="3421" y="16834"/>
                  </a:lnTo>
                  <a:lnTo>
                    <a:pt x="804" y="10169"/>
                  </a:lnTo>
                  <a:lnTo>
                    <a:pt x="0" y="5652"/>
                  </a:lnTo>
                  <a:lnTo>
                    <a:pt x="3187" y="3257"/>
                  </a:lnTo>
                  <a:lnTo>
                    <a:pt x="220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h2590"/>
            <p:cNvSpPr/>
            <p:nvPr/>
          </p:nvSpPr>
          <p:spPr>
            <a:xfrm>
              <a:off x="2828494" y="2991070"/>
              <a:ext cx="14650" cy="17482"/>
            </a:xfrm>
            <a:custGeom>
              <a:avLst/>
              <a:pathLst>
                <a:path w="14650" h="17482">
                  <a:moveTo>
                    <a:pt x="4278" y="0"/>
                  </a:moveTo>
                  <a:lnTo>
                    <a:pt x="6050" y="2043"/>
                  </a:lnTo>
                  <a:lnTo>
                    <a:pt x="9713" y="2570"/>
                  </a:lnTo>
                  <a:lnTo>
                    <a:pt x="10611" y="1624"/>
                  </a:lnTo>
                  <a:lnTo>
                    <a:pt x="13514" y="1136"/>
                  </a:lnTo>
                  <a:lnTo>
                    <a:pt x="14650" y="2199"/>
                  </a:lnTo>
                  <a:lnTo>
                    <a:pt x="13269" y="6879"/>
                  </a:lnTo>
                  <a:lnTo>
                    <a:pt x="6884" y="13952"/>
                  </a:lnTo>
                  <a:lnTo>
                    <a:pt x="5079" y="17482"/>
                  </a:lnTo>
                  <a:lnTo>
                    <a:pt x="3275" y="17327"/>
                  </a:lnTo>
                  <a:lnTo>
                    <a:pt x="2394" y="14370"/>
                  </a:lnTo>
                  <a:lnTo>
                    <a:pt x="83" y="10908"/>
                  </a:lnTo>
                  <a:lnTo>
                    <a:pt x="0" y="4381"/>
                  </a:lnTo>
                  <a:lnTo>
                    <a:pt x="2210" y="48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h2591"/>
            <p:cNvSpPr/>
            <p:nvPr/>
          </p:nvSpPr>
          <p:spPr>
            <a:xfrm>
              <a:off x="2961361" y="3159400"/>
              <a:ext cx="64830" cy="47854"/>
            </a:xfrm>
            <a:custGeom>
              <a:avLst/>
              <a:pathLst>
                <a:path w="64830" h="47854">
                  <a:moveTo>
                    <a:pt x="44687" y="41"/>
                  </a:moveTo>
                  <a:lnTo>
                    <a:pt x="45471" y="634"/>
                  </a:lnTo>
                  <a:lnTo>
                    <a:pt x="50489" y="269"/>
                  </a:lnTo>
                  <a:lnTo>
                    <a:pt x="51589" y="1976"/>
                  </a:lnTo>
                  <a:lnTo>
                    <a:pt x="55271" y="3986"/>
                  </a:lnTo>
                  <a:lnTo>
                    <a:pt x="56564" y="5453"/>
                  </a:lnTo>
                  <a:lnTo>
                    <a:pt x="55018" y="9786"/>
                  </a:lnTo>
                  <a:lnTo>
                    <a:pt x="52048" y="12209"/>
                  </a:lnTo>
                  <a:lnTo>
                    <a:pt x="47278" y="13052"/>
                  </a:lnTo>
                  <a:lnTo>
                    <a:pt x="45186" y="12269"/>
                  </a:lnTo>
                  <a:lnTo>
                    <a:pt x="43588" y="10418"/>
                  </a:lnTo>
                  <a:lnTo>
                    <a:pt x="42492" y="10464"/>
                  </a:lnTo>
                  <a:lnTo>
                    <a:pt x="40811" y="12179"/>
                  </a:lnTo>
                  <a:lnTo>
                    <a:pt x="40740" y="15083"/>
                  </a:lnTo>
                  <a:lnTo>
                    <a:pt x="45818" y="18975"/>
                  </a:lnTo>
                  <a:lnTo>
                    <a:pt x="48754" y="16314"/>
                  </a:lnTo>
                  <a:lnTo>
                    <a:pt x="53231" y="15958"/>
                  </a:lnTo>
                  <a:lnTo>
                    <a:pt x="55156" y="18719"/>
                  </a:lnTo>
                  <a:lnTo>
                    <a:pt x="54759" y="24860"/>
                  </a:lnTo>
                  <a:lnTo>
                    <a:pt x="56105" y="25865"/>
                  </a:lnTo>
                  <a:lnTo>
                    <a:pt x="59914" y="23666"/>
                  </a:lnTo>
                  <a:lnTo>
                    <a:pt x="64212" y="24028"/>
                  </a:lnTo>
                  <a:lnTo>
                    <a:pt x="64830" y="26724"/>
                  </a:lnTo>
                  <a:lnTo>
                    <a:pt x="63885" y="25840"/>
                  </a:lnTo>
                  <a:lnTo>
                    <a:pt x="62319" y="25817"/>
                  </a:lnTo>
                  <a:lnTo>
                    <a:pt x="64257" y="29789"/>
                  </a:lnTo>
                  <a:lnTo>
                    <a:pt x="59388" y="29503"/>
                  </a:lnTo>
                  <a:lnTo>
                    <a:pt x="59258" y="34448"/>
                  </a:lnTo>
                  <a:lnTo>
                    <a:pt x="56119" y="34867"/>
                  </a:lnTo>
                  <a:lnTo>
                    <a:pt x="53181" y="36507"/>
                  </a:lnTo>
                  <a:lnTo>
                    <a:pt x="53361" y="44974"/>
                  </a:lnTo>
                  <a:lnTo>
                    <a:pt x="54899" y="47854"/>
                  </a:lnTo>
                  <a:lnTo>
                    <a:pt x="45695" y="47827"/>
                  </a:lnTo>
                  <a:lnTo>
                    <a:pt x="34281" y="47793"/>
                  </a:lnTo>
                  <a:lnTo>
                    <a:pt x="34196" y="46560"/>
                  </a:lnTo>
                  <a:lnTo>
                    <a:pt x="35494" y="45350"/>
                  </a:lnTo>
                  <a:lnTo>
                    <a:pt x="36781" y="40732"/>
                  </a:lnTo>
                  <a:lnTo>
                    <a:pt x="35617" y="37478"/>
                  </a:lnTo>
                  <a:lnTo>
                    <a:pt x="37530" y="34916"/>
                  </a:lnTo>
                  <a:lnTo>
                    <a:pt x="37261" y="33616"/>
                  </a:lnTo>
                  <a:lnTo>
                    <a:pt x="27927" y="31694"/>
                  </a:lnTo>
                  <a:lnTo>
                    <a:pt x="15608" y="27275"/>
                  </a:lnTo>
                  <a:lnTo>
                    <a:pt x="10047" y="20480"/>
                  </a:lnTo>
                  <a:lnTo>
                    <a:pt x="0" y="8201"/>
                  </a:lnTo>
                  <a:lnTo>
                    <a:pt x="738" y="7297"/>
                  </a:lnTo>
                  <a:lnTo>
                    <a:pt x="5901" y="5045"/>
                  </a:lnTo>
                  <a:lnTo>
                    <a:pt x="16314" y="3470"/>
                  </a:lnTo>
                  <a:lnTo>
                    <a:pt x="18353" y="3756"/>
                  </a:lnTo>
                  <a:lnTo>
                    <a:pt x="4121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h2592"/>
            <p:cNvSpPr/>
            <p:nvPr/>
          </p:nvSpPr>
          <p:spPr>
            <a:xfrm>
              <a:off x="2730639" y="2940151"/>
              <a:ext cx="29358" cy="16732"/>
            </a:xfrm>
            <a:custGeom>
              <a:avLst/>
              <a:pathLst>
                <a:path w="29358" h="16732">
                  <a:moveTo>
                    <a:pt x="4989" y="0"/>
                  </a:moveTo>
                  <a:lnTo>
                    <a:pt x="7452" y="639"/>
                  </a:lnTo>
                  <a:lnTo>
                    <a:pt x="10575" y="2737"/>
                  </a:lnTo>
                  <a:lnTo>
                    <a:pt x="17428" y="8124"/>
                  </a:lnTo>
                  <a:lnTo>
                    <a:pt x="22998" y="11174"/>
                  </a:lnTo>
                  <a:lnTo>
                    <a:pt x="27946" y="16219"/>
                  </a:lnTo>
                  <a:lnTo>
                    <a:pt x="29358" y="16531"/>
                  </a:lnTo>
                  <a:lnTo>
                    <a:pt x="28129" y="16732"/>
                  </a:lnTo>
                  <a:lnTo>
                    <a:pt x="25464" y="15091"/>
                  </a:lnTo>
                  <a:lnTo>
                    <a:pt x="18896" y="13659"/>
                  </a:lnTo>
                  <a:lnTo>
                    <a:pt x="14021" y="15167"/>
                  </a:lnTo>
                  <a:lnTo>
                    <a:pt x="10985" y="14879"/>
                  </a:lnTo>
                  <a:lnTo>
                    <a:pt x="6736" y="11687"/>
                  </a:lnTo>
                  <a:lnTo>
                    <a:pt x="2199" y="11903"/>
                  </a:lnTo>
                  <a:lnTo>
                    <a:pt x="549" y="8925"/>
                  </a:lnTo>
                  <a:lnTo>
                    <a:pt x="918" y="7533"/>
                  </a:lnTo>
                  <a:lnTo>
                    <a:pt x="0" y="5449"/>
                  </a:lnTo>
                  <a:lnTo>
                    <a:pt x="164" y="415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h2593"/>
            <p:cNvSpPr/>
            <p:nvPr/>
          </p:nvSpPr>
          <p:spPr>
            <a:xfrm>
              <a:off x="2757798" y="3025961"/>
              <a:ext cx="3689" cy="4791"/>
            </a:xfrm>
            <a:custGeom>
              <a:avLst/>
              <a:pathLst>
                <a:path w="3689" h="4791">
                  <a:moveTo>
                    <a:pt x="3689" y="967"/>
                  </a:moveTo>
                  <a:lnTo>
                    <a:pt x="2545" y="4004"/>
                  </a:lnTo>
                  <a:lnTo>
                    <a:pt x="52" y="4791"/>
                  </a:lnTo>
                  <a:lnTo>
                    <a:pt x="21" y="3404"/>
                  </a:lnTo>
                  <a:lnTo>
                    <a:pt x="725" y="3471"/>
                  </a:lnTo>
                  <a:lnTo>
                    <a:pt x="1078" y="2516"/>
                  </a:lnTo>
                  <a:lnTo>
                    <a:pt x="1018" y="1702"/>
                  </a:lnTo>
                  <a:lnTo>
                    <a:pt x="0" y="1635"/>
                  </a:lnTo>
                  <a:lnTo>
                    <a:pt x="140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h2594"/>
            <p:cNvSpPr/>
            <p:nvPr/>
          </p:nvSpPr>
          <p:spPr>
            <a:xfrm>
              <a:off x="2775586" y="3018026"/>
              <a:ext cx="34792" cy="14443"/>
            </a:xfrm>
            <a:custGeom>
              <a:avLst/>
              <a:pathLst>
                <a:path w="34792" h="14443">
                  <a:moveTo>
                    <a:pt x="10038" y="0"/>
                  </a:moveTo>
                  <a:lnTo>
                    <a:pt x="11016" y="8992"/>
                  </a:lnTo>
                  <a:lnTo>
                    <a:pt x="14034" y="10000"/>
                  </a:lnTo>
                  <a:lnTo>
                    <a:pt x="29096" y="11047"/>
                  </a:lnTo>
                  <a:lnTo>
                    <a:pt x="31293" y="9872"/>
                  </a:lnTo>
                  <a:lnTo>
                    <a:pt x="32013" y="8547"/>
                  </a:lnTo>
                  <a:lnTo>
                    <a:pt x="34792" y="8161"/>
                  </a:lnTo>
                  <a:lnTo>
                    <a:pt x="34790" y="13017"/>
                  </a:lnTo>
                  <a:lnTo>
                    <a:pt x="33737" y="12580"/>
                  </a:lnTo>
                  <a:lnTo>
                    <a:pt x="29885" y="14443"/>
                  </a:lnTo>
                  <a:lnTo>
                    <a:pt x="23278" y="13170"/>
                  </a:lnTo>
                  <a:lnTo>
                    <a:pt x="13188" y="12289"/>
                  </a:lnTo>
                  <a:lnTo>
                    <a:pt x="6289" y="13157"/>
                  </a:lnTo>
                  <a:lnTo>
                    <a:pt x="379" y="10462"/>
                  </a:lnTo>
                  <a:lnTo>
                    <a:pt x="0" y="9255"/>
                  </a:lnTo>
                  <a:lnTo>
                    <a:pt x="1190" y="7556"/>
                  </a:lnTo>
                  <a:lnTo>
                    <a:pt x="3415" y="1164"/>
                  </a:lnTo>
                  <a:lnTo>
                    <a:pt x="7489" y="67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h2595"/>
            <p:cNvSpPr/>
            <p:nvPr/>
          </p:nvSpPr>
          <p:spPr>
            <a:xfrm>
              <a:off x="2876067" y="3076142"/>
              <a:ext cx="23226" cy="29986"/>
            </a:xfrm>
            <a:custGeom>
              <a:avLst/>
              <a:pathLst>
                <a:path w="23226" h="29986">
                  <a:moveTo>
                    <a:pt x="14673" y="288"/>
                  </a:moveTo>
                  <a:lnTo>
                    <a:pt x="16954" y="1839"/>
                  </a:lnTo>
                  <a:lnTo>
                    <a:pt x="14516" y="5616"/>
                  </a:lnTo>
                  <a:lnTo>
                    <a:pt x="15773" y="7381"/>
                  </a:lnTo>
                  <a:lnTo>
                    <a:pt x="18176" y="7815"/>
                  </a:lnTo>
                  <a:lnTo>
                    <a:pt x="20058" y="11734"/>
                  </a:lnTo>
                  <a:lnTo>
                    <a:pt x="22956" y="13514"/>
                  </a:lnTo>
                  <a:lnTo>
                    <a:pt x="23226" y="14727"/>
                  </a:lnTo>
                  <a:lnTo>
                    <a:pt x="22052" y="19617"/>
                  </a:lnTo>
                  <a:lnTo>
                    <a:pt x="17925" y="21393"/>
                  </a:lnTo>
                  <a:lnTo>
                    <a:pt x="16742" y="24163"/>
                  </a:lnTo>
                  <a:lnTo>
                    <a:pt x="17044" y="27168"/>
                  </a:lnTo>
                  <a:lnTo>
                    <a:pt x="16461" y="28341"/>
                  </a:lnTo>
                  <a:lnTo>
                    <a:pt x="11580" y="29986"/>
                  </a:lnTo>
                  <a:lnTo>
                    <a:pt x="10316" y="24304"/>
                  </a:lnTo>
                  <a:lnTo>
                    <a:pt x="8214" y="24184"/>
                  </a:lnTo>
                  <a:lnTo>
                    <a:pt x="8356" y="22940"/>
                  </a:lnTo>
                  <a:lnTo>
                    <a:pt x="6797" y="18681"/>
                  </a:lnTo>
                  <a:lnTo>
                    <a:pt x="9104" y="17884"/>
                  </a:lnTo>
                  <a:lnTo>
                    <a:pt x="8636" y="15294"/>
                  </a:lnTo>
                  <a:lnTo>
                    <a:pt x="3398" y="10077"/>
                  </a:lnTo>
                  <a:lnTo>
                    <a:pt x="1962" y="11453"/>
                  </a:lnTo>
                  <a:lnTo>
                    <a:pt x="714" y="10197"/>
                  </a:lnTo>
                  <a:lnTo>
                    <a:pt x="0" y="8353"/>
                  </a:lnTo>
                  <a:lnTo>
                    <a:pt x="448" y="7597"/>
                  </a:lnTo>
                  <a:lnTo>
                    <a:pt x="1658" y="6972"/>
                  </a:lnTo>
                  <a:lnTo>
                    <a:pt x="4116" y="7131"/>
                  </a:lnTo>
                  <a:lnTo>
                    <a:pt x="7673" y="5511"/>
                  </a:lnTo>
                  <a:lnTo>
                    <a:pt x="8070" y="4109"/>
                  </a:lnTo>
                  <a:lnTo>
                    <a:pt x="7371" y="1677"/>
                  </a:lnTo>
                  <a:lnTo>
                    <a:pt x="853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h2596"/>
            <p:cNvSpPr/>
            <p:nvPr/>
          </p:nvSpPr>
          <p:spPr>
            <a:xfrm>
              <a:off x="2596149" y="2740672"/>
              <a:ext cx="8574" cy="12064"/>
            </a:xfrm>
            <a:custGeom>
              <a:avLst/>
              <a:pathLst>
                <a:path w="8574" h="12064">
                  <a:moveTo>
                    <a:pt x="8574" y="8576"/>
                  </a:moveTo>
                  <a:lnTo>
                    <a:pt x="7796" y="9504"/>
                  </a:lnTo>
                  <a:lnTo>
                    <a:pt x="5427" y="12064"/>
                  </a:lnTo>
                  <a:lnTo>
                    <a:pt x="3236" y="10912"/>
                  </a:lnTo>
                  <a:lnTo>
                    <a:pt x="1717" y="11326"/>
                  </a:lnTo>
                  <a:lnTo>
                    <a:pt x="1169" y="8369"/>
                  </a:lnTo>
                  <a:lnTo>
                    <a:pt x="2285" y="5074"/>
                  </a:lnTo>
                  <a:lnTo>
                    <a:pt x="1092" y="4524"/>
                  </a:lnTo>
                  <a:lnTo>
                    <a:pt x="0" y="5238"/>
                  </a:lnTo>
                  <a:lnTo>
                    <a:pt x="4414" y="0"/>
                  </a:lnTo>
                  <a:lnTo>
                    <a:pt x="8112" y="524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h2597"/>
            <p:cNvSpPr/>
            <p:nvPr/>
          </p:nvSpPr>
          <p:spPr>
            <a:xfrm>
              <a:off x="2578590" y="2736986"/>
              <a:ext cx="16086" cy="13345"/>
            </a:xfrm>
            <a:custGeom>
              <a:avLst/>
              <a:pathLst>
                <a:path w="16086" h="13345">
                  <a:moveTo>
                    <a:pt x="15583" y="8049"/>
                  </a:moveTo>
                  <a:lnTo>
                    <a:pt x="16086" y="9315"/>
                  </a:lnTo>
                  <a:lnTo>
                    <a:pt x="12642" y="11212"/>
                  </a:lnTo>
                  <a:lnTo>
                    <a:pt x="9133" y="9625"/>
                  </a:lnTo>
                  <a:lnTo>
                    <a:pt x="9964" y="12239"/>
                  </a:lnTo>
                  <a:lnTo>
                    <a:pt x="5544" y="13345"/>
                  </a:lnTo>
                  <a:lnTo>
                    <a:pt x="4361" y="13191"/>
                  </a:lnTo>
                  <a:lnTo>
                    <a:pt x="3362" y="11748"/>
                  </a:lnTo>
                  <a:lnTo>
                    <a:pt x="2641" y="6120"/>
                  </a:lnTo>
                  <a:lnTo>
                    <a:pt x="0" y="3261"/>
                  </a:lnTo>
                  <a:lnTo>
                    <a:pt x="2135" y="1215"/>
                  </a:lnTo>
                  <a:lnTo>
                    <a:pt x="4765" y="0"/>
                  </a:lnTo>
                  <a:lnTo>
                    <a:pt x="6084" y="18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h2598"/>
            <p:cNvSpPr/>
            <p:nvPr/>
          </p:nvSpPr>
          <p:spPr>
            <a:xfrm>
              <a:off x="2587723" y="2746611"/>
              <a:ext cx="3509" cy="3120"/>
            </a:xfrm>
            <a:custGeom>
              <a:avLst/>
              <a:pathLst>
                <a:path w="3509" h="3120">
                  <a:moveTo>
                    <a:pt x="2429" y="3120"/>
                  </a:moveTo>
                  <a:lnTo>
                    <a:pt x="830" y="2614"/>
                  </a:lnTo>
                  <a:lnTo>
                    <a:pt x="0" y="0"/>
                  </a:lnTo>
                  <a:lnTo>
                    <a:pt x="3509" y="158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h2599"/>
            <p:cNvSpPr/>
            <p:nvPr/>
          </p:nvSpPr>
          <p:spPr>
            <a:xfrm>
              <a:off x="2568302" y="2729839"/>
              <a:ext cx="13650" cy="18895"/>
            </a:xfrm>
            <a:custGeom>
              <a:avLst/>
              <a:pathLst>
                <a:path w="13650" h="18895">
                  <a:moveTo>
                    <a:pt x="12423" y="8361"/>
                  </a:moveTo>
                  <a:lnTo>
                    <a:pt x="10288" y="10407"/>
                  </a:lnTo>
                  <a:lnTo>
                    <a:pt x="12929" y="13266"/>
                  </a:lnTo>
                  <a:lnTo>
                    <a:pt x="13650" y="18895"/>
                  </a:lnTo>
                  <a:lnTo>
                    <a:pt x="11118" y="17477"/>
                  </a:lnTo>
                  <a:lnTo>
                    <a:pt x="8853" y="12791"/>
                  </a:lnTo>
                  <a:lnTo>
                    <a:pt x="8366" y="9241"/>
                  </a:lnTo>
                  <a:lnTo>
                    <a:pt x="5415" y="9103"/>
                  </a:lnTo>
                  <a:lnTo>
                    <a:pt x="3107" y="9992"/>
                  </a:lnTo>
                  <a:lnTo>
                    <a:pt x="0" y="7575"/>
                  </a:lnTo>
                  <a:lnTo>
                    <a:pt x="4949" y="0"/>
                  </a:lnTo>
                  <a:lnTo>
                    <a:pt x="11055" y="497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h2600"/>
            <p:cNvSpPr/>
            <p:nvPr/>
          </p:nvSpPr>
          <p:spPr>
            <a:xfrm>
              <a:off x="2762174" y="2903559"/>
              <a:ext cx="21796" cy="14316"/>
            </a:xfrm>
            <a:custGeom>
              <a:avLst/>
              <a:pathLst>
                <a:path w="21796" h="14316">
                  <a:moveTo>
                    <a:pt x="13339" y="0"/>
                  </a:moveTo>
                  <a:lnTo>
                    <a:pt x="13406" y="1945"/>
                  </a:lnTo>
                  <a:lnTo>
                    <a:pt x="17405" y="7131"/>
                  </a:lnTo>
                  <a:lnTo>
                    <a:pt x="19985" y="8217"/>
                  </a:lnTo>
                  <a:lnTo>
                    <a:pt x="21011" y="7984"/>
                  </a:lnTo>
                  <a:lnTo>
                    <a:pt x="21796" y="8829"/>
                  </a:lnTo>
                  <a:lnTo>
                    <a:pt x="21552" y="9421"/>
                  </a:lnTo>
                  <a:lnTo>
                    <a:pt x="16486" y="11609"/>
                  </a:lnTo>
                  <a:lnTo>
                    <a:pt x="15013" y="11577"/>
                  </a:lnTo>
                  <a:lnTo>
                    <a:pt x="12796" y="12129"/>
                  </a:lnTo>
                  <a:lnTo>
                    <a:pt x="9241" y="11507"/>
                  </a:lnTo>
                  <a:lnTo>
                    <a:pt x="7763" y="14130"/>
                  </a:lnTo>
                  <a:lnTo>
                    <a:pt x="5681" y="14316"/>
                  </a:lnTo>
                  <a:lnTo>
                    <a:pt x="3255" y="12535"/>
                  </a:lnTo>
                  <a:lnTo>
                    <a:pt x="0" y="5216"/>
                  </a:lnTo>
                  <a:lnTo>
                    <a:pt x="2375" y="5062"/>
                  </a:lnTo>
                  <a:lnTo>
                    <a:pt x="2594" y="3806"/>
                  </a:lnTo>
                  <a:lnTo>
                    <a:pt x="1170" y="332"/>
                  </a:lnTo>
                  <a:lnTo>
                    <a:pt x="2640" y="258"/>
                  </a:lnTo>
                  <a:lnTo>
                    <a:pt x="4242" y="2940"/>
                  </a:lnTo>
                  <a:lnTo>
                    <a:pt x="10501" y="3511"/>
                  </a:lnTo>
                  <a:lnTo>
                    <a:pt x="11876" y="307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h2601"/>
            <p:cNvSpPr/>
            <p:nvPr/>
          </p:nvSpPr>
          <p:spPr>
            <a:xfrm>
              <a:off x="2603513" y="2745753"/>
              <a:ext cx="41190" cy="41473"/>
            </a:xfrm>
            <a:custGeom>
              <a:avLst/>
              <a:pathLst>
                <a:path w="41190" h="41473">
                  <a:moveTo>
                    <a:pt x="32029" y="1570"/>
                  </a:moveTo>
                  <a:lnTo>
                    <a:pt x="32358" y="3549"/>
                  </a:lnTo>
                  <a:lnTo>
                    <a:pt x="31319" y="5753"/>
                  </a:lnTo>
                  <a:lnTo>
                    <a:pt x="32280" y="8954"/>
                  </a:lnTo>
                  <a:lnTo>
                    <a:pt x="34874" y="8739"/>
                  </a:lnTo>
                  <a:lnTo>
                    <a:pt x="40052" y="13520"/>
                  </a:lnTo>
                  <a:lnTo>
                    <a:pt x="39295" y="15623"/>
                  </a:lnTo>
                  <a:lnTo>
                    <a:pt x="36718" y="14959"/>
                  </a:lnTo>
                  <a:lnTo>
                    <a:pt x="35877" y="15319"/>
                  </a:lnTo>
                  <a:lnTo>
                    <a:pt x="34534" y="20045"/>
                  </a:lnTo>
                  <a:lnTo>
                    <a:pt x="34600" y="21623"/>
                  </a:lnTo>
                  <a:lnTo>
                    <a:pt x="38890" y="23400"/>
                  </a:lnTo>
                  <a:lnTo>
                    <a:pt x="40107" y="23310"/>
                  </a:lnTo>
                  <a:lnTo>
                    <a:pt x="41190" y="26853"/>
                  </a:lnTo>
                  <a:lnTo>
                    <a:pt x="40231" y="31423"/>
                  </a:lnTo>
                  <a:lnTo>
                    <a:pt x="34517" y="35745"/>
                  </a:lnTo>
                  <a:lnTo>
                    <a:pt x="36094" y="36235"/>
                  </a:lnTo>
                  <a:lnTo>
                    <a:pt x="35501" y="38851"/>
                  </a:lnTo>
                  <a:lnTo>
                    <a:pt x="31924" y="41473"/>
                  </a:lnTo>
                  <a:lnTo>
                    <a:pt x="30989" y="40526"/>
                  </a:lnTo>
                  <a:lnTo>
                    <a:pt x="31081" y="39267"/>
                  </a:lnTo>
                  <a:lnTo>
                    <a:pt x="27715" y="36147"/>
                  </a:lnTo>
                  <a:lnTo>
                    <a:pt x="21974" y="34190"/>
                  </a:lnTo>
                  <a:lnTo>
                    <a:pt x="18032" y="38023"/>
                  </a:lnTo>
                  <a:lnTo>
                    <a:pt x="15535" y="37037"/>
                  </a:lnTo>
                  <a:lnTo>
                    <a:pt x="14474" y="38226"/>
                  </a:lnTo>
                  <a:lnTo>
                    <a:pt x="13431" y="36154"/>
                  </a:lnTo>
                  <a:lnTo>
                    <a:pt x="11779" y="34811"/>
                  </a:lnTo>
                  <a:lnTo>
                    <a:pt x="8012" y="34664"/>
                  </a:lnTo>
                  <a:lnTo>
                    <a:pt x="4961" y="35155"/>
                  </a:lnTo>
                  <a:lnTo>
                    <a:pt x="4476" y="35824"/>
                  </a:lnTo>
                  <a:lnTo>
                    <a:pt x="1464" y="33404"/>
                  </a:lnTo>
                  <a:lnTo>
                    <a:pt x="0" y="30546"/>
                  </a:lnTo>
                  <a:lnTo>
                    <a:pt x="4232" y="20245"/>
                  </a:lnTo>
                  <a:lnTo>
                    <a:pt x="7826" y="19950"/>
                  </a:lnTo>
                  <a:lnTo>
                    <a:pt x="9295" y="16465"/>
                  </a:lnTo>
                  <a:lnTo>
                    <a:pt x="9395" y="13589"/>
                  </a:lnTo>
                  <a:lnTo>
                    <a:pt x="8259" y="11321"/>
                  </a:lnTo>
                  <a:lnTo>
                    <a:pt x="4987" y="9013"/>
                  </a:lnTo>
                  <a:lnTo>
                    <a:pt x="6265" y="8970"/>
                  </a:lnTo>
                  <a:lnTo>
                    <a:pt x="8249" y="6124"/>
                  </a:lnTo>
                  <a:lnTo>
                    <a:pt x="15734" y="2842"/>
                  </a:lnTo>
                  <a:lnTo>
                    <a:pt x="20090" y="2104"/>
                  </a:lnTo>
                  <a:lnTo>
                    <a:pt x="20917" y="3019"/>
                  </a:lnTo>
                  <a:lnTo>
                    <a:pt x="24435" y="3936"/>
                  </a:lnTo>
                  <a:lnTo>
                    <a:pt x="29564" y="1205"/>
                  </a:lnTo>
                  <a:lnTo>
                    <a:pt x="2970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h2602"/>
            <p:cNvSpPr/>
            <p:nvPr/>
          </p:nvSpPr>
          <p:spPr>
            <a:xfrm>
              <a:off x="2653686" y="2716058"/>
              <a:ext cx="23815" cy="11128"/>
            </a:xfrm>
            <a:custGeom>
              <a:avLst/>
              <a:pathLst>
                <a:path w="23815" h="11128">
                  <a:moveTo>
                    <a:pt x="15799" y="0"/>
                  </a:moveTo>
                  <a:lnTo>
                    <a:pt x="19695" y="877"/>
                  </a:lnTo>
                  <a:lnTo>
                    <a:pt x="23815" y="4242"/>
                  </a:lnTo>
                  <a:lnTo>
                    <a:pt x="21100" y="8142"/>
                  </a:lnTo>
                  <a:lnTo>
                    <a:pt x="19216" y="11128"/>
                  </a:lnTo>
                  <a:lnTo>
                    <a:pt x="9999" y="7247"/>
                  </a:lnTo>
                  <a:lnTo>
                    <a:pt x="8621" y="7839"/>
                  </a:lnTo>
                  <a:lnTo>
                    <a:pt x="8576" y="9483"/>
                  </a:lnTo>
                  <a:lnTo>
                    <a:pt x="5039" y="10514"/>
                  </a:lnTo>
                  <a:lnTo>
                    <a:pt x="807" y="9292"/>
                  </a:lnTo>
                  <a:lnTo>
                    <a:pt x="0" y="7531"/>
                  </a:lnTo>
                  <a:lnTo>
                    <a:pt x="1240" y="2229"/>
                  </a:lnTo>
                  <a:lnTo>
                    <a:pt x="2054" y="1563"/>
                  </a:lnTo>
                  <a:lnTo>
                    <a:pt x="2334" y="1209"/>
                  </a:lnTo>
                  <a:lnTo>
                    <a:pt x="4677" y="1215"/>
                  </a:lnTo>
                  <a:lnTo>
                    <a:pt x="8507" y="3965"/>
                  </a:lnTo>
                  <a:lnTo>
                    <a:pt x="9723" y="3825"/>
                  </a:lnTo>
                  <a:lnTo>
                    <a:pt x="10604" y="229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h2603"/>
            <p:cNvSpPr/>
            <p:nvPr/>
          </p:nvSpPr>
          <p:spPr>
            <a:xfrm>
              <a:off x="3061210" y="3107964"/>
              <a:ext cx="84401" cy="99585"/>
            </a:xfrm>
            <a:custGeom>
              <a:avLst/>
              <a:pathLst>
                <a:path w="84401" h="99585">
                  <a:moveTo>
                    <a:pt x="17377" y="422"/>
                  </a:moveTo>
                  <a:lnTo>
                    <a:pt x="23291" y="2129"/>
                  </a:lnTo>
                  <a:lnTo>
                    <a:pt x="24848" y="1884"/>
                  </a:lnTo>
                  <a:lnTo>
                    <a:pt x="26263" y="13567"/>
                  </a:lnTo>
                  <a:lnTo>
                    <a:pt x="31682" y="14202"/>
                  </a:lnTo>
                  <a:lnTo>
                    <a:pt x="33841" y="16754"/>
                  </a:lnTo>
                  <a:lnTo>
                    <a:pt x="38659" y="15208"/>
                  </a:lnTo>
                  <a:lnTo>
                    <a:pt x="40383" y="16922"/>
                  </a:lnTo>
                  <a:lnTo>
                    <a:pt x="41714" y="21238"/>
                  </a:lnTo>
                  <a:lnTo>
                    <a:pt x="41384" y="23264"/>
                  </a:lnTo>
                  <a:lnTo>
                    <a:pt x="43402" y="26565"/>
                  </a:lnTo>
                  <a:lnTo>
                    <a:pt x="48687" y="26556"/>
                  </a:lnTo>
                  <a:lnTo>
                    <a:pt x="50163" y="28473"/>
                  </a:lnTo>
                  <a:lnTo>
                    <a:pt x="53891" y="30249"/>
                  </a:lnTo>
                  <a:lnTo>
                    <a:pt x="65113" y="33823"/>
                  </a:lnTo>
                  <a:lnTo>
                    <a:pt x="66459" y="34717"/>
                  </a:lnTo>
                  <a:lnTo>
                    <a:pt x="67248" y="37342"/>
                  </a:lnTo>
                  <a:lnTo>
                    <a:pt x="71904" y="43603"/>
                  </a:lnTo>
                  <a:lnTo>
                    <a:pt x="76806" y="47868"/>
                  </a:lnTo>
                  <a:lnTo>
                    <a:pt x="81408" y="48171"/>
                  </a:lnTo>
                  <a:lnTo>
                    <a:pt x="79616" y="62020"/>
                  </a:lnTo>
                  <a:lnTo>
                    <a:pt x="78005" y="64808"/>
                  </a:lnTo>
                  <a:lnTo>
                    <a:pt x="76219" y="64551"/>
                  </a:lnTo>
                  <a:lnTo>
                    <a:pt x="74306" y="68817"/>
                  </a:lnTo>
                  <a:lnTo>
                    <a:pt x="75089" y="70307"/>
                  </a:lnTo>
                  <a:lnTo>
                    <a:pt x="82464" y="75847"/>
                  </a:lnTo>
                  <a:lnTo>
                    <a:pt x="84401" y="76638"/>
                  </a:lnTo>
                  <a:lnTo>
                    <a:pt x="81109" y="79701"/>
                  </a:lnTo>
                  <a:lnTo>
                    <a:pt x="78535" y="84001"/>
                  </a:lnTo>
                  <a:lnTo>
                    <a:pt x="63923" y="87098"/>
                  </a:lnTo>
                  <a:lnTo>
                    <a:pt x="62381" y="88511"/>
                  </a:lnTo>
                  <a:lnTo>
                    <a:pt x="61051" y="91329"/>
                  </a:lnTo>
                  <a:lnTo>
                    <a:pt x="60256" y="95081"/>
                  </a:lnTo>
                  <a:lnTo>
                    <a:pt x="56441" y="96347"/>
                  </a:lnTo>
                  <a:lnTo>
                    <a:pt x="55500" y="98447"/>
                  </a:lnTo>
                  <a:lnTo>
                    <a:pt x="55875" y="99585"/>
                  </a:lnTo>
                  <a:lnTo>
                    <a:pt x="30543" y="99511"/>
                  </a:lnTo>
                  <a:lnTo>
                    <a:pt x="30567" y="95972"/>
                  </a:lnTo>
                  <a:lnTo>
                    <a:pt x="30016" y="95335"/>
                  </a:lnTo>
                  <a:lnTo>
                    <a:pt x="40164" y="94824"/>
                  </a:lnTo>
                  <a:lnTo>
                    <a:pt x="40032" y="92974"/>
                  </a:lnTo>
                  <a:lnTo>
                    <a:pt x="48073" y="92466"/>
                  </a:lnTo>
                  <a:lnTo>
                    <a:pt x="47611" y="82747"/>
                  </a:lnTo>
                  <a:lnTo>
                    <a:pt x="48231" y="80423"/>
                  </a:lnTo>
                  <a:lnTo>
                    <a:pt x="41958" y="77889"/>
                  </a:lnTo>
                  <a:lnTo>
                    <a:pt x="35491" y="78225"/>
                  </a:lnTo>
                  <a:lnTo>
                    <a:pt x="34216" y="76410"/>
                  </a:lnTo>
                  <a:lnTo>
                    <a:pt x="24621" y="76322"/>
                  </a:lnTo>
                  <a:lnTo>
                    <a:pt x="18888" y="77399"/>
                  </a:lnTo>
                  <a:lnTo>
                    <a:pt x="15561" y="79457"/>
                  </a:lnTo>
                  <a:lnTo>
                    <a:pt x="14432" y="75644"/>
                  </a:lnTo>
                  <a:lnTo>
                    <a:pt x="16377" y="72611"/>
                  </a:lnTo>
                  <a:lnTo>
                    <a:pt x="16135" y="69137"/>
                  </a:lnTo>
                  <a:lnTo>
                    <a:pt x="12783" y="64725"/>
                  </a:lnTo>
                  <a:lnTo>
                    <a:pt x="11969" y="62125"/>
                  </a:lnTo>
                  <a:lnTo>
                    <a:pt x="12202" y="59651"/>
                  </a:lnTo>
                  <a:lnTo>
                    <a:pt x="13404" y="58698"/>
                  </a:lnTo>
                  <a:lnTo>
                    <a:pt x="13374" y="57436"/>
                  </a:lnTo>
                  <a:lnTo>
                    <a:pt x="12154" y="57503"/>
                  </a:lnTo>
                  <a:lnTo>
                    <a:pt x="10686" y="54157"/>
                  </a:lnTo>
                  <a:lnTo>
                    <a:pt x="12087" y="51848"/>
                  </a:lnTo>
                  <a:lnTo>
                    <a:pt x="12669" y="48721"/>
                  </a:lnTo>
                  <a:lnTo>
                    <a:pt x="15152" y="48100"/>
                  </a:lnTo>
                  <a:lnTo>
                    <a:pt x="17163" y="49792"/>
                  </a:lnTo>
                  <a:lnTo>
                    <a:pt x="21322" y="49123"/>
                  </a:lnTo>
                  <a:lnTo>
                    <a:pt x="23612" y="47096"/>
                  </a:lnTo>
                  <a:lnTo>
                    <a:pt x="20315" y="45355"/>
                  </a:lnTo>
                  <a:lnTo>
                    <a:pt x="19490" y="42826"/>
                  </a:lnTo>
                  <a:lnTo>
                    <a:pt x="15764" y="37719"/>
                  </a:lnTo>
                  <a:lnTo>
                    <a:pt x="16100" y="33114"/>
                  </a:lnTo>
                  <a:lnTo>
                    <a:pt x="11513" y="29888"/>
                  </a:lnTo>
                  <a:lnTo>
                    <a:pt x="10752" y="27356"/>
                  </a:lnTo>
                  <a:lnTo>
                    <a:pt x="13167" y="17627"/>
                  </a:lnTo>
                  <a:lnTo>
                    <a:pt x="12858" y="16065"/>
                  </a:lnTo>
                  <a:lnTo>
                    <a:pt x="11537" y="15711"/>
                  </a:lnTo>
                  <a:lnTo>
                    <a:pt x="8181" y="18039"/>
                  </a:lnTo>
                  <a:lnTo>
                    <a:pt x="0" y="18597"/>
                  </a:lnTo>
                  <a:lnTo>
                    <a:pt x="2391" y="14716"/>
                  </a:lnTo>
                  <a:lnTo>
                    <a:pt x="3418" y="15202"/>
                  </a:lnTo>
                  <a:lnTo>
                    <a:pt x="2182" y="15600"/>
                  </a:lnTo>
                  <a:lnTo>
                    <a:pt x="2743" y="16523"/>
                  </a:lnTo>
                  <a:lnTo>
                    <a:pt x="4702" y="15626"/>
                  </a:lnTo>
                  <a:lnTo>
                    <a:pt x="5168" y="12574"/>
                  </a:lnTo>
                  <a:lnTo>
                    <a:pt x="6989" y="11321"/>
                  </a:lnTo>
                  <a:lnTo>
                    <a:pt x="10296" y="5764"/>
                  </a:lnTo>
                  <a:lnTo>
                    <a:pt x="1248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h2604"/>
            <p:cNvSpPr/>
            <p:nvPr/>
          </p:nvSpPr>
          <p:spPr>
            <a:xfrm>
              <a:off x="2739388" y="2997544"/>
              <a:ext cx="11595" cy="8732"/>
            </a:xfrm>
            <a:custGeom>
              <a:avLst/>
              <a:pathLst>
                <a:path w="11595" h="8732">
                  <a:moveTo>
                    <a:pt x="7076" y="405"/>
                  </a:moveTo>
                  <a:lnTo>
                    <a:pt x="7495" y="1303"/>
                  </a:lnTo>
                  <a:lnTo>
                    <a:pt x="10041" y="2802"/>
                  </a:lnTo>
                  <a:lnTo>
                    <a:pt x="11595" y="5372"/>
                  </a:lnTo>
                  <a:lnTo>
                    <a:pt x="11433" y="6744"/>
                  </a:lnTo>
                  <a:lnTo>
                    <a:pt x="6772" y="8732"/>
                  </a:lnTo>
                  <a:lnTo>
                    <a:pt x="5150" y="5485"/>
                  </a:lnTo>
                  <a:lnTo>
                    <a:pt x="2289" y="7534"/>
                  </a:lnTo>
                  <a:lnTo>
                    <a:pt x="896" y="7553"/>
                  </a:lnTo>
                  <a:lnTo>
                    <a:pt x="0" y="6571"/>
                  </a:lnTo>
                  <a:lnTo>
                    <a:pt x="2709" y="1247"/>
                  </a:lnTo>
                  <a:lnTo>
                    <a:pt x="657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h2605"/>
            <p:cNvSpPr/>
            <p:nvPr/>
          </p:nvSpPr>
          <p:spPr>
            <a:xfrm>
              <a:off x="2620879" y="2687958"/>
              <a:ext cx="22517" cy="57125"/>
            </a:xfrm>
            <a:custGeom>
              <a:avLst/>
              <a:pathLst>
                <a:path w="22517" h="57125">
                  <a:moveTo>
                    <a:pt x="7174" y="229"/>
                  </a:moveTo>
                  <a:lnTo>
                    <a:pt x="10404" y="8550"/>
                  </a:lnTo>
                  <a:lnTo>
                    <a:pt x="8361" y="22319"/>
                  </a:lnTo>
                  <a:lnTo>
                    <a:pt x="12745" y="31470"/>
                  </a:lnTo>
                  <a:lnTo>
                    <a:pt x="14826" y="33498"/>
                  </a:lnTo>
                  <a:lnTo>
                    <a:pt x="18376" y="34892"/>
                  </a:lnTo>
                  <a:lnTo>
                    <a:pt x="18306" y="42288"/>
                  </a:lnTo>
                  <a:lnTo>
                    <a:pt x="21559" y="49311"/>
                  </a:lnTo>
                  <a:lnTo>
                    <a:pt x="22366" y="49745"/>
                  </a:lnTo>
                  <a:lnTo>
                    <a:pt x="22517" y="50692"/>
                  </a:lnTo>
                  <a:lnTo>
                    <a:pt x="20679" y="51499"/>
                  </a:lnTo>
                  <a:lnTo>
                    <a:pt x="17702" y="55616"/>
                  </a:lnTo>
                  <a:lnTo>
                    <a:pt x="12622" y="57125"/>
                  </a:lnTo>
                  <a:lnTo>
                    <a:pt x="12538" y="54204"/>
                  </a:lnTo>
                  <a:lnTo>
                    <a:pt x="15002" y="54982"/>
                  </a:lnTo>
                  <a:lnTo>
                    <a:pt x="15922" y="54512"/>
                  </a:lnTo>
                  <a:lnTo>
                    <a:pt x="16119" y="53415"/>
                  </a:lnTo>
                  <a:lnTo>
                    <a:pt x="15137" y="51473"/>
                  </a:lnTo>
                  <a:lnTo>
                    <a:pt x="11178" y="49982"/>
                  </a:lnTo>
                  <a:lnTo>
                    <a:pt x="8161" y="49850"/>
                  </a:lnTo>
                  <a:lnTo>
                    <a:pt x="6794" y="41696"/>
                  </a:lnTo>
                  <a:lnTo>
                    <a:pt x="5214" y="40282"/>
                  </a:lnTo>
                  <a:lnTo>
                    <a:pt x="3282" y="40803"/>
                  </a:lnTo>
                  <a:lnTo>
                    <a:pt x="2580" y="39192"/>
                  </a:lnTo>
                  <a:lnTo>
                    <a:pt x="3640" y="37634"/>
                  </a:lnTo>
                  <a:lnTo>
                    <a:pt x="3172" y="33048"/>
                  </a:lnTo>
                  <a:lnTo>
                    <a:pt x="358" y="28003"/>
                  </a:lnTo>
                  <a:lnTo>
                    <a:pt x="0" y="25653"/>
                  </a:lnTo>
                  <a:lnTo>
                    <a:pt x="1915" y="22103"/>
                  </a:lnTo>
                  <a:lnTo>
                    <a:pt x="4442" y="20716"/>
                  </a:lnTo>
                  <a:lnTo>
                    <a:pt x="4661" y="15605"/>
                  </a:lnTo>
                  <a:lnTo>
                    <a:pt x="5941" y="10979"/>
                  </a:lnTo>
                  <a:lnTo>
                    <a:pt x="8373" y="6857"/>
                  </a:lnTo>
                  <a:lnTo>
                    <a:pt x="8248" y="6028"/>
                  </a:lnTo>
                  <a:lnTo>
                    <a:pt x="1795" y="1139"/>
                  </a:lnTo>
                  <a:lnTo>
                    <a:pt x="1725" y="488"/>
                  </a:lnTo>
                  <a:lnTo>
                    <a:pt x="196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h2606"/>
            <p:cNvSpPr/>
            <p:nvPr/>
          </p:nvSpPr>
          <p:spPr>
            <a:xfrm>
              <a:off x="2748573" y="2925070"/>
              <a:ext cx="16405" cy="7177"/>
            </a:xfrm>
            <a:custGeom>
              <a:avLst/>
              <a:pathLst>
                <a:path w="16405" h="7177">
                  <a:moveTo>
                    <a:pt x="7879" y="810"/>
                  </a:moveTo>
                  <a:lnTo>
                    <a:pt x="16193" y="3951"/>
                  </a:lnTo>
                  <a:lnTo>
                    <a:pt x="16405" y="4756"/>
                  </a:lnTo>
                  <a:lnTo>
                    <a:pt x="10354" y="7177"/>
                  </a:lnTo>
                  <a:lnTo>
                    <a:pt x="7577" y="5800"/>
                  </a:lnTo>
                  <a:lnTo>
                    <a:pt x="2255" y="5592"/>
                  </a:lnTo>
                  <a:lnTo>
                    <a:pt x="0" y="2811"/>
                  </a:lnTo>
                  <a:lnTo>
                    <a:pt x="20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h2607"/>
            <p:cNvSpPr/>
            <p:nvPr/>
          </p:nvSpPr>
          <p:spPr>
            <a:xfrm>
              <a:off x="2922346" y="3091004"/>
              <a:ext cx="37480" cy="52244"/>
            </a:xfrm>
            <a:custGeom>
              <a:avLst/>
              <a:pathLst>
                <a:path w="37480" h="52244">
                  <a:moveTo>
                    <a:pt x="7391" y="3484"/>
                  </a:moveTo>
                  <a:lnTo>
                    <a:pt x="14423" y="1364"/>
                  </a:lnTo>
                  <a:lnTo>
                    <a:pt x="18024" y="2126"/>
                  </a:lnTo>
                  <a:lnTo>
                    <a:pt x="23650" y="7106"/>
                  </a:lnTo>
                  <a:lnTo>
                    <a:pt x="26708" y="8040"/>
                  </a:lnTo>
                  <a:lnTo>
                    <a:pt x="29403" y="7161"/>
                  </a:lnTo>
                  <a:lnTo>
                    <a:pt x="37480" y="23279"/>
                  </a:lnTo>
                  <a:lnTo>
                    <a:pt x="32600" y="25518"/>
                  </a:lnTo>
                  <a:lnTo>
                    <a:pt x="32229" y="33567"/>
                  </a:lnTo>
                  <a:lnTo>
                    <a:pt x="32820" y="34339"/>
                  </a:lnTo>
                  <a:lnTo>
                    <a:pt x="31251" y="36511"/>
                  </a:lnTo>
                  <a:lnTo>
                    <a:pt x="28336" y="38005"/>
                  </a:lnTo>
                  <a:lnTo>
                    <a:pt x="29067" y="44957"/>
                  </a:lnTo>
                  <a:lnTo>
                    <a:pt x="26476" y="46383"/>
                  </a:lnTo>
                  <a:lnTo>
                    <a:pt x="26327" y="45386"/>
                  </a:lnTo>
                  <a:lnTo>
                    <a:pt x="23278" y="44042"/>
                  </a:lnTo>
                  <a:lnTo>
                    <a:pt x="21091" y="44171"/>
                  </a:lnTo>
                  <a:lnTo>
                    <a:pt x="13023" y="49173"/>
                  </a:lnTo>
                  <a:lnTo>
                    <a:pt x="11539" y="52244"/>
                  </a:lnTo>
                  <a:lnTo>
                    <a:pt x="7523" y="49977"/>
                  </a:lnTo>
                  <a:lnTo>
                    <a:pt x="5841" y="39857"/>
                  </a:lnTo>
                  <a:lnTo>
                    <a:pt x="4270" y="38107"/>
                  </a:lnTo>
                  <a:lnTo>
                    <a:pt x="1803" y="37784"/>
                  </a:lnTo>
                  <a:lnTo>
                    <a:pt x="643" y="35378"/>
                  </a:lnTo>
                  <a:lnTo>
                    <a:pt x="7801" y="32292"/>
                  </a:lnTo>
                  <a:lnTo>
                    <a:pt x="10505" y="27594"/>
                  </a:lnTo>
                  <a:lnTo>
                    <a:pt x="10005" y="21194"/>
                  </a:lnTo>
                  <a:lnTo>
                    <a:pt x="0" y="9147"/>
                  </a:lnTo>
                  <a:lnTo>
                    <a:pt x="660" y="5250"/>
                  </a:lnTo>
                  <a:lnTo>
                    <a:pt x="393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h2608"/>
            <p:cNvSpPr/>
            <p:nvPr/>
          </p:nvSpPr>
          <p:spPr>
            <a:xfrm>
              <a:off x="2775493" y="2892950"/>
              <a:ext cx="20604" cy="18827"/>
            </a:xfrm>
            <a:custGeom>
              <a:avLst/>
              <a:pathLst>
                <a:path w="20604" h="18827">
                  <a:moveTo>
                    <a:pt x="9947" y="1225"/>
                  </a:moveTo>
                  <a:lnTo>
                    <a:pt x="13028" y="4481"/>
                  </a:lnTo>
                  <a:lnTo>
                    <a:pt x="20604" y="8441"/>
                  </a:lnTo>
                  <a:lnTo>
                    <a:pt x="18015" y="12889"/>
                  </a:lnTo>
                  <a:lnTo>
                    <a:pt x="14337" y="14301"/>
                  </a:lnTo>
                  <a:lnTo>
                    <a:pt x="10455" y="17725"/>
                  </a:lnTo>
                  <a:lnTo>
                    <a:pt x="7692" y="18593"/>
                  </a:lnTo>
                  <a:lnTo>
                    <a:pt x="6665" y="18827"/>
                  </a:lnTo>
                  <a:lnTo>
                    <a:pt x="4085" y="17740"/>
                  </a:lnTo>
                  <a:lnTo>
                    <a:pt x="86" y="12554"/>
                  </a:lnTo>
                  <a:lnTo>
                    <a:pt x="19" y="10609"/>
                  </a:lnTo>
                  <a:lnTo>
                    <a:pt x="0" y="9342"/>
                  </a:lnTo>
                  <a:lnTo>
                    <a:pt x="4117" y="2430"/>
                  </a:lnTo>
                  <a:lnTo>
                    <a:pt x="4999" y="3755"/>
                  </a:lnTo>
                  <a:lnTo>
                    <a:pt x="7293" y="3741"/>
                  </a:lnTo>
                  <a:lnTo>
                    <a:pt x="985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h2609"/>
            <p:cNvSpPr/>
            <p:nvPr/>
          </p:nvSpPr>
          <p:spPr>
            <a:xfrm>
              <a:off x="2760887" y="2908776"/>
              <a:ext cx="4542" cy="8095"/>
            </a:xfrm>
            <a:custGeom>
              <a:avLst/>
              <a:pathLst>
                <a:path w="4542" h="8095">
                  <a:moveTo>
                    <a:pt x="4542" y="7318"/>
                  </a:moveTo>
                  <a:lnTo>
                    <a:pt x="2168" y="8095"/>
                  </a:lnTo>
                  <a:lnTo>
                    <a:pt x="0" y="3547"/>
                  </a:lnTo>
                  <a:lnTo>
                    <a:pt x="43" y="944"/>
                  </a:lnTo>
                  <a:lnTo>
                    <a:pt x="128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h2610"/>
            <p:cNvSpPr/>
            <p:nvPr/>
          </p:nvSpPr>
          <p:spPr>
            <a:xfrm>
              <a:off x="2997195" y="3071902"/>
              <a:ext cx="16068" cy="28655"/>
            </a:xfrm>
            <a:custGeom>
              <a:avLst/>
              <a:pathLst>
                <a:path w="16068" h="28655">
                  <a:moveTo>
                    <a:pt x="9233" y="8318"/>
                  </a:moveTo>
                  <a:lnTo>
                    <a:pt x="8315" y="9514"/>
                  </a:lnTo>
                  <a:lnTo>
                    <a:pt x="8407" y="15688"/>
                  </a:lnTo>
                  <a:lnTo>
                    <a:pt x="10218" y="15560"/>
                  </a:lnTo>
                  <a:lnTo>
                    <a:pt x="10100" y="12194"/>
                  </a:lnTo>
                  <a:lnTo>
                    <a:pt x="10743" y="10341"/>
                  </a:lnTo>
                  <a:lnTo>
                    <a:pt x="14653" y="9185"/>
                  </a:lnTo>
                  <a:lnTo>
                    <a:pt x="16068" y="11797"/>
                  </a:lnTo>
                  <a:lnTo>
                    <a:pt x="15863" y="13814"/>
                  </a:lnTo>
                  <a:lnTo>
                    <a:pt x="14320" y="15034"/>
                  </a:lnTo>
                  <a:lnTo>
                    <a:pt x="12236" y="15348"/>
                  </a:lnTo>
                  <a:lnTo>
                    <a:pt x="10781" y="20897"/>
                  </a:lnTo>
                  <a:lnTo>
                    <a:pt x="10784" y="21747"/>
                  </a:lnTo>
                  <a:lnTo>
                    <a:pt x="13837" y="23956"/>
                  </a:lnTo>
                  <a:lnTo>
                    <a:pt x="14046" y="26684"/>
                  </a:lnTo>
                  <a:lnTo>
                    <a:pt x="13480" y="28259"/>
                  </a:lnTo>
                  <a:lnTo>
                    <a:pt x="8683" y="27846"/>
                  </a:lnTo>
                  <a:lnTo>
                    <a:pt x="7161" y="28114"/>
                  </a:lnTo>
                  <a:lnTo>
                    <a:pt x="7186" y="28655"/>
                  </a:lnTo>
                  <a:lnTo>
                    <a:pt x="6710" y="28146"/>
                  </a:lnTo>
                  <a:lnTo>
                    <a:pt x="1759" y="28527"/>
                  </a:lnTo>
                  <a:lnTo>
                    <a:pt x="835" y="27660"/>
                  </a:lnTo>
                  <a:lnTo>
                    <a:pt x="3178" y="23847"/>
                  </a:lnTo>
                  <a:lnTo>
                    <a:pt x="5181" y="23121"/>
                  </a:lnTo>
                  <a:lnTo>
                    <a:pt x="7380" y="23315"/>
                  </a:lnTo>
                  <a:lnTo>
                    <a:pt x="7229" y="20733"/>
                  </a:lnTo>
                  <a:lnTo>
                    <a:pt x="6590" y="20012"/>
                  </a:lnTo>
                  <a:lnTo>
                    <a:pt x="1818" y="19669"/>
                  </a:lnTo>
                  <a:lnTo>
                    <a:pt x="0" y="13439"/>
                  </a:lnTo>
                  <a:lnTo>
                    <a:pt x="33" y="8306"/>
                  </a:lnTo>
                  <a:lnTo>
                    <a:pt x="1165" y="7398"/>
                  </a:lnTo>
                  <a:lnTo>
                    <a:pt x="3910" y="6970"/>
                  </a:lnTo>
                  <a:lnTo>
                    <a:pt x="4126" y="6088"/>
                  </a:lnTo>
                  <a:lnTo>
                    <a:pt x="1899" y="2037"/>
                  </a:lnTo>
                  <a:lnTo>
                    <a:pt x="1772" y="0"/>
                  </a:lnTo>
                  <a:lnTo>
                    <a:pt x="2797" y="1541"/>
                  </a:lnTo>
                  <a:lnTo>
                    <a:pt x="5251" y="303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h2611"/>
            <p:cNvSpPr/>
            <p:nvPr/>
          </p:nvSpPr>
          <p:spPr>
            <a:xfrm>
              <a:off x="2989185" y="3045504"/>
              <a:ext cx="13913" cy="12145"/>
            </a:xfrm>
            <a:custGeom>
              <a:avLst/>
              <a:pathLst>
                <a:path w="13913" h="12145">
                  <a:moveTo>
                    <a:pt x="13913" y="4270"/>
                  </a:moveTo>
                  <a:lnTo>
                    <a:pt x="5718" y="11290"/>
                  </a:lnTo>
                  <a:lnTo>
                    <a:pt x="1213" y="12145"/>
                  </a:lnTo>
                  <a:lnTo>
                    <a:pt x="861" y="11579"/>
                  </a:lnTo>
                  <a:lnTo>
                    <a:pt x="0" y="8635"/>
                  </a:lnTo>
                  <a:lnTo>
                    <a:pt x="1227" y="0"/>
                  </a:lnTo>
                  <a:lnTo>
                    <a:pt x="10608" y="75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h2612"/>
            <p:cNvSpPr/>
            <p:nvPr/>
          </p:nvSpPr>
          <p:spPr>
            <a:xfrm>
              <a:off x="2732428" y="3015803"/>
              <a:ext cx="10080" cy="6468"/>
            </a:xfrm>
            <a:custGeom>
              <a:avLst/>
              <a:pathLst>
                <a:path w="10080" h="6468">
                  <a:moveTo>
                    <a:pt x="8238" y="590"/>
                  </a:moveTo>
                  <a:lnTo>
                    <a:pt x="10080" y="2912"/>
                  </a:lnTo>
                  <a:lnTo>
                    <a:pt x="9978" y="4089"/>
                  </a:lnTo>
                  <a:lnTo>
                    <a:pt x="8125" y="6275"/>
                  </a:lnTo>
                  <a:lnTo>
                    <a:pt x="6838" y="6299"/>
                  </a:lnTo>
                  <a:lnTo>
                    <a:pt x="5514" y="6468"/>
                  </a:lnTo>
                  <a:lnTo>
                    <a:pt x="2970" y="3973"/>
                  </a:lnTo>
                  <a:lnTo>
                    <a:pt x="904" y="3843"/>
                  </a:lnTo>
                  <a:lnTo>
                    <a:pt x="0" y="2649"/>
                  </a:lnTo>
                  <a:lnTo>
                    <a:pt x="5288" y="1784"/>
                  </a:lnTo>
                  <a:lnTo>
                    <a:pt x="5797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h2613"/>
            <p:cNvSpPr/>
            <p:nvPr/>
          </p:nvSpPr>
          <p:spPr>
            <a:xfrm>
              <a:off x="2857641" y="3090858"/>
              <a:ext cx="10689" cy="10792"/>
            </a:xfrm>
            <a:custGeom>
              <a:avLst/>
              <a:pathLst>
                <a:path w="10689" h="10792">
                  <a:moveTo>
                    <a:pt x="6671" y="0"/>
                  </a:moveTo>
                  <a:lnTo>
                    <a:pt x="8030" y="810"/>
                  </a:lnTo>
                  <a:lnTo>
                    <a:pt x="8656" y="3784"/>
                  </a:lnTo>
                  <a:lnTo>
                    <a:pt x="10689" y="7709"/>
                  </a:lnTo>
                  <a:lnTo>
                    <a:pt x="6776" y="9988"/>
                  </a:lnTo>
                  <a:lnTo>
                    <a:pt x="3680" y="10792"/>
                  </a:lnTo>
                  <a:lnTo>
                    <a:pt x="563" y="8296"/>
                  </a:lnTo>
                  <a:lnTo>
                    <a:pt x="0" y="6889"/>
                  </a:lnTo>
                  <a:lnTo>
                    <a:pt x="4241" y="4923"/>
                  </a:lnTo>
                  <a:lnTo>
                    <a:pt x="4358" y="1474"/>
                  </a:lnTo>
                  <a:lnTo>
                    <a:pt x="5304" y="15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h2614"/>
            <p:cNvSpPr/>
            <p:nvPr/>
          </p:nvSpPr>
          <p:spPr>
            <a:xfrm>
              <a:off x="2609717" y="2649278"/>
              <a:ext cx="86423" cy="70150"/>
            </a:xfrm>
            <a:custGeom>
              <a:avLst/>
              <a:pathLst>
                <a:path w="86423" h="70150">
                  <a:moveTo>
                    <a:pt x="11876" y="2926"/>
                  </a:moveTo>
                  <a:lnTo>
                    <a:pt x="11799" y="4232"/>
                  </a:lnTo>
                  <a:lnTo>
                    <a:pt x="13098" y="5397"/>
                  </a:lnTo>
                  <a:lnTo>
                    <a:pt x="25116" y="6256"/>
                  </a:lnTo>
                  <a:lnTo>
                    <a:pt x="25869" y="6648"/>
                  </a:lnTo>
                  <a:lnTo>
                    <a:pt x="25180" y="8099"/>
                  </a:lnTo>
                  <a:lnTo>
                    <a:pt x="26176" y="9149"/>
                  </a:lnTo>
                  <a:lnTo>
                    <a:pt x="30678" y="9731"/>
                  </a:lnTo>
                  <a:lnTo>
                    <a:pt x="32701" y="7149"/>
                  </a:lnTo>
                  <a:lnTo>
                    <a:pt x="35772" y="6279"/>
                  </a:lnTo>
                  <a:lnTo>
                    <a:pt x="48089" y="8345"/>
                  </a:lnTo>
                  <a:lnTo>
                    <a:pt x="52741" y="7515"/>
                  </a:lnTo>
                  <a:lnTo>
                    <a:pt x="59679" y="23643"/>
                  </a:lnTo>
                  <a:lnTo>
                    <a:pt x="68863" y="33897"/>
                  </a:lnTo>
                  <a:lnTo>
                    <a:pt x="72880" y="37320"/>
                  </a:lnTo>
                  <a:lnTo>
                    <a:pt x="74251" y="40482"/>
                  </a:lnTo>
                  <a:lnTo>
                    <a:pt x="78078" y="45299"/>
                  </a:lnTo>
                  <a:lnTo>
                    <a:pt x="86423" y="52260"/>
                  </a:lnTo>
                  <a:lnTo>
                    <a:pt x="70344" y="47497"/>
                  </a:lnTo>
                  <a:lnTo>
                    <a:pt x="57421" y="42329"/>
                  </a:lnTo>
                  <a:lnTo>
                    <a:pt x="52130" y="43694"/>
                  </a:lnTo>
                  <a:lnTo>
                    <a:pt x="49138" y="45256"/>
                  </a:lnTo>
                  <a:lnTo>
                    <a:pt x="48626" y="48563"/>
                  </a:lnTo>
                  <a:lnTo>
                    <a:pt x="50096" y="49949"/>
                  </a:lnTo>
                  <a:lnTo>
                    <a:pt x="48736" y="52014"/>
                  </a:lnTo>
                  <a:lnTo>
                    <a:pt x="46396" y="53329"/>
                  </a:lnTo>
                  <a:lnTo>
                    <a:pt x="46097" y="54420"/>
                  </a:lnTo>
                  <a:lnTo>
                    <a:pt x="44031" y="54228"/>
                  </a:lnTo>
                  <a:lnTo>
                    <a:pt x="41038" y="55333"/>
                  </a:lnTo>
                  <a:lnTo>
                    <a:pt x="35942" y="66238"/>
                  </a:lnTo>
                  <a:lnTo>
                    <a:pt x="28798" y="65202"/>
                  </a:lnTo>
                  <a:lnTo>
                    <a:pt x="26214" y="67044"/>
                  </a:lnTo>
                  <a:lnTo>
                    <a:pt x="23906" y="70150"/>
                  </a:lnTo>
                  <a:lnTo>
                    <a:pt x="19522" y="61000"/>
                  </a:lnTo>
                  <a:lnTo>
                    <a:pt x="21565" y="47230"/>
                  </a:lnTo>
                  <a:lnTo>
                    <a:pt x="18335" y="38910"/>
                  </a:lnTo>
                  <a:lnTo>
                    <a:pt x="13124" y="38680"/>
                  </a:lnTo>
                  <a:lnTo>
                    <a:pt x="12886" y="39168"/>
                  </a:lnTo>
                  <a:lnTo>
                    <a:pt x="10057" y="38245"/>
                  </a:lnTo>
                  <a:lnTo>
                    <a:pt x="7626" y="39181"/>
                  </a:lnTo>
                  <a:lnTo>
                    <a:pt x="6876" y="41537"/>
                  </a:lnTo>
                  <a:lnTo>
                    <a:pt x="2720" y="39204"/>
                  </a:lnTo>
                  <a:lnTo>
                    <a:pt x="35" y="35486"/>
                  </a:lnTo>
                  <a:lnTo>
                    <a:pt x="0" y="33996"/>
                  </a:lnTo>
                  <a:lnTo>
                    <a:pt x="788" y="33980"/>
                  </a:lnTo>
                  <a:lnTo>
                    <a:pt x="1438" y="29343"/>
                  </a:lnTo>
                  <a:lnTo>
                    <a:pt x="3385" y="25315"/>
                  </a:lnTo>
                  <a:lnTo>
                    <a:pt x="2855" y="19995"/>
                  </a:lnTo>
                  <a:lnTo>
                    <a:pt x="3348" y="18506"/>
                  </a:lnTo>
                  <a:lnTo>
                    <a:pt x="7660" y="16482"/>
                  </a:lnTo>
                  <a:lnTo>
                    <a:pt x="6296" y="12225"/>
                  </a:lnTo>
                  <a:lnTo>
                    <a:pt x="4753" y="10084"/>
                  </a:lnTo>
                  <a:lnTo>
                    <a:pt x="4674" y="6374"/>
                  </a:lnTo>
                  <a:lnTo>
                    <a:pt x="7305" y="1371"/>
                  </a:lnTo>
                  <a:lnTo>
                    <a:pt x="877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h2615"/>
            <p:cNvSpPr/>
            <p:nvPr/>
          </p:nvSpPr>
          <p:spPr>
            <a:xfrm>
              <a:off x="2549915" y="2593283"/>
              <a:ext cx="87448" cy="93062"/>
            </a:xfrm>
            <a:custGeom>
              <a:avLst/>
              <a:pathLst>
                <a:path w="87448" h="93062">
                  <a:moveTo>
                    <a:pt x="53470" y="0"/>
                  </a:moveTo>
                  <a:lnTo>
                    <a:pt x="52995" y="2453"/>
                  </a:lnTo>
                  <a:lnTo>
                    <a:pt x="54273" y="5237"/>
                  </a:lnTo>
                  <a:lnTo>
                    <a:pt x="57162" y="6986"/>
                  </a:lnTo>
                  <a:lnTo>
                    <a:pt x="58448" y="6599"/>
                  </a:lnTo>
                  <a:lnTo>
                    <a:pt x="62706" y="8582"/>
                  </a:lnTo>
                  <a:lnTo>
                    <a:pt x="67367" y="14181"/>
                  </a:lnTo>
                  <a:lnTo>
                    <a:pt x="68843" y="14233"/>
                  </a:lnTo>
                  <a:lnTo>
                    <a:pt x="69420" y="13128"/>
                  </a:lnTo>
                  <a:lnTo>
                    <a:pt x="72659" y="12884"/>
                  </a:lnTo>
                  <a:lnTo>
                    <a:pt x="78731" y="15562"/>
                  </a:lnTo>
                  <a:lnTo>
                    <a:pt x="77472" y="19199"/>
                  </a:lnTo>
                  <a:lnTo>
                    <a:pt x="79956" y="20157"/>
                  </a:lnTo>
                  <a:lnTo>
                    <a:pt x="83223" y="22791"/>
                  </a:lnTo>
                  <a:lnTo>
                    <a:pt x="87448" y="28459"/>
                  </a:lnTo>
                  <a:lnTo>
                    <a:pt x="85455" y="28711"/>
                  </a:lnTo>
                  <a:lnTo>
                    <a:pt x="81998" y="30537"/>
                  </a:lnTo>
                  <a:lnTo>
                    <a:pt x="77824" y="29861"/>
                  </a:lnTo>
                  <a:lnTo>
                    <a:pt x="75457" y="31413"/>
                  </a:lnTo>
                  <a:lnTo>
                    <a:pt x="74194" y="33582"/>
                  </a:lnTo>
                  <a:lnTo>
                    <a:pt x="76102" y="37169"/>
                  </a:lnTo>
                  <a:lnTo>
                    <a:pt x="71800" y="39973"/>
                  </a:lnTo>
                  <a:lnTo>
                    <a:pt x="70476" y="43346"/>
                  </a:lnTo>
                  <a:lnTo>
                    <a:pt x="68937" y="44540"/>
                  </a:lnTo>
                  <a:lnTo>
                    <a:pt x="72909" y="47282"/>
                  </a:lnTo>
                  <a:lnTo>
                    <a:pt x="75606" y="46937"/>
                  </a:lnTo>
                  <a:lnTo>
                    <a:pt x="73475" y="52046"/>
                  </a:lnTo>
                  <a:lnTo>
                    <a:pt x="70659" y="53354"/>
                  </a:lnTo>
                  <a:lnTo>
                    <a:pt x="69140" y="52640"/>
                  </a:lnTo>
                  <a:lnTo>
                    <a:pt x="67893" y="53596"/>
                  </a:lnTo>
                  <a:lnTo>
                    <a:pt x="67576" y="54616"/>
                  </a:lnTo>
                  <a:lnTo>
                    <a:pt x="68577" y="55994"/>
                  </a:lnTo>
                  <a:lnTo>
                    <a:pt x="67107" y="57366"/>
                  </a:lnTo>
                  <a:lnTo>
                    <a:pt x="64476" y="62369"/>
                  </a:lnTo>
                  <a:lnTo>
                    <a:pt x="64555" y="66079"/>
                  </a:lnTo>
                  <a:lnTo>
                    <a:pt x="66098" y="68220"/>
                  </a:lnTo>
                  <a:lnTo>
                    <a:pt x="67462" y="72477"/>
                  </a:lnTo>
                  <a:lnTo>
                    <a:pt x="63150" y="74501"/>
                  </a:lnTo>
                  <a:lnTo>
                    <a:pt x="62657" y="75990"/>
                  </a:lnTo>
                  <a:lnTo>
                    <a:pt x="63187" y="81310"/>
                  </a:lnTo>
                  <a:lnTo>
                    <a:pt x="61240" y="85338"/>
                  </a:lnTo>
                  <a:lnTo>
                    <a:pt x="60590" y="89975"/>
                  </a:lnTo>
                  <a:lnTo>
                    <a:pt x="59802" y="89991"/>
                  </a:lnTo>
                  <a:lnTo>
                    <a:pt x="54171" y="89423"/>
                  </a:lnTo>
                  <a:lnTo>
                    <a:pt x="42824" y="93062"/>
                  </a:lnTo>
                  <a:lnTo>
                    <a:pt x="43039" y="91041"/>
                  </a:lnTo>
                  <a:lnTo>
                    <a:pt x="41795" y="90852"/>
                  </a:lnTo>
                  <a:lnTo>
                    <a:pt x="43252" y="76915"/>
                  </a:lnTo>
                  <a:lnTo>
                    <a:pt x="33798" y="77818"/>
                  </a:lnTo>
                  <a:lnTo>
                    <a:pt x="32065" y="75280"/>
                  </a:lnTo>
                  <a:lnTo>
                    <a:pt x="31585" y="71073"/>
                  </a:lnTo>
                  <a:lnTo>
                    <a:pt x="29100" y="69483"/>
                  </a:lnTo>
                  <a:lnTo>
                    <a:pt x="23866" y="73629"/>
                  </a:lnTo>
                  <a:lnTo>
                    <a:pt x="22924" y="75939"/>
                  </a:lnTo>
                  <a:lnTo>
                    <a:pt x="20048" y="77636"/>
                  </a:lnTo>
                  <a:lnTo>
                    <a:pt x="16446" y="70094"/>
                  </a:lnTo>
                  <a:lnTo>
                    <a:pt x="17181" y="67963"/>
                  </a:lnTo>
                  <a:lnTo>
                    <a:pt x="16297" y="66612"/>
                  </a:lnTo>
                  <a:lnTo>
                    <a:pt x="16449" y="64915"/>
                  </a:lnTo>
                  <a:lnTo>
                    <a:pt x="17889" y="64542"/>
                  </a:lnTo>
                  <a:lnTo>
                    <a:pt x="21318" y="65800"/>
                  </a:lnTo>
                  <a:lnTo>
                    <a:pt x="20238" y="63093"/>
                  </a:lnTo>
                  <a:lnTo>
                    <a:pt x="19557" y="62499"/>
                  </a:lnTo>
                  <a:lnTo>
                    <a:pt x="17895" y="62652"/>
                  </a:lnTo>
                  <a:lnTo>
                    <a:pt x="16820" y="64143"/>
                  </a:lnTo>
                  <a:lnTo>
                    <a:pt x="15348" y="64716"/>
                  </a:lnTo>
                  <a:lnTo>
                    <a:pt x="13153" y="63632"/>
                  </a:lnTo>
                  <a:lnTo>
                    <a:pt x="12499" y="61642"/>
                  </a:lnTo>
                  <a:lnTo>
                    <a:pt x="14346" y="60688"/>
                  </a:lnTo>
                  <a:lnTo>
                    <a:pt x="15641" y="61466"/>
                  </a:lnTo>
                  <a:lnTo>
                    <a:pt x="18765" y="59169"/>
                  </a:lnTo>
                  <a:lnTo>
                    <a:pt x="22013" y="61352"/>
                  </a:lnTo>
                  <a:lnTo>
                    <a:pt x="24706" y="60787"/>
                  </a:lnTo>
                  <a:lnTo>
                    <a:pt x="27329" y="52097"/>
                  </a:lnTo>
                  <a:lnTo>
                    <a:pt x="28396" y="41566"/>
                  </a:lnTo>
                  <a:lnTo>
                    <a:pt x="36641" y="34837"/>
                  </a:lnTo>
                  <a:lnTo>
                    <a:pt x="38692" y="33904"/>
                  </a:lnTo>
                  <a:lnTo>
                    <a:pt x="38771" y="31248"/>
                  </a:lnTo>
                  <a:lnTo>
                    <a:pt x="37695" y="29839"/>
                  </a:lnTo>
                  <a:lnTo>
                    <a:pt x="39694" y="27295"/>
                  </a:lnTo>
                  <a:lnTo>
                    <a:pt x="34340" y="28261"/>
                  </a:lnTo>
                  <a:lnTo>
                    <a:pt x="24045" y="20919"/>
                  </a:lnTo>
                  <a:lnTo>
                    <a:pt x="11368" y="15441"/>
                  </a:lnTo>
                  <a:lnTo>
                    <a:pt x="10904" y="12548"/>
                  </a:lnTo>
                  <a:lnTo>
                    <a:pt x="0" y="12980"/>
                  </a:lnTo>
                  <a:lnTo>
                    <a:pt x="1084" y="8900"/>
                  </a:lnTo>
                  <a:lnTo>
                    <a:pt x="11308" y="9957"/>
                  </a:lnTo>
                  <a:lnTo>
                    <a:pt x="17333" y="8245"/>
                  </a:lnTo>
                  <a:lnTo>
                    <a:pt x="20939" y="5834"/>
                  </a:lnTo>
                  <a:lnTo>
                    <a:pt x="27526" y="5943"/>
                  </a:lnTo>
                  <a:lnTo>
                    <a:pt x="33876" y="10014"/>
                  </a:lnTo>
                  <a:lnTo>
                    <a:pt x="40171" y="9692"/>
                  </a:lnTo>
                  <a:lnTo>
                    <a:pt x="40638" y="6909"/>
                  </a:lnTo>
                  <a:lnTo>
                    <a:pt x="38982" y="5501"/>
                  </a:lnTo>
                  <a:lnTo>
                    <a:pt x="40410" y="1931"/>
                  </a:lnTo>
                  <a:lnTo>
                    <a:pt x="42799" y="488"/>
                  </a:lnTo>
                  <a:lnTo>
                    <a:pt x="44931" y="2872"/>
                  </a:lnTo>
                  <a:lnTo>
                    <a:pt x="46712" y="2098"/>
                  </a:lnTo>
                  <a:lnTo>
                    <a:pt x="48465" y="11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h2616"/>
            <p:cNvSpPr/>
            <p:nvPr/>
          </p:nvSpPr>
          <p:spPr>
            <a:xfrm>
              <a:off x="2685838" y="2803496"/>
              <a:ext cx="47050" cy="61867"/>
            </a:xfrm>
            <a:custGeom>
              <a:avLst/>
              <a:pathLst>
                <a:path w="47050" h="61867">
                  <a:moveTo>
                    <a:pt x="36753" y="214"/>
                  </a:moveTo>
                  <a:lnTo>
                    <a:pt x="38614" y="3635"/>
                  </a:lnTo>
                  <a:lnTo>
                    <a:pt x="42534" y="8458"/>
                  </a:lnTo>
                  <a:lnTo>
                    <a:pt x="36353" y="11937"/>
                  </a:lnTo>
                  <a:lnTo>
                    <a:pt x="34788" y="16019"/>
                  </a:lnTo>
                  <a:lnTo>
                    <a:pt x="38060" y="19784"/>
                  </a:lnTo>
                  <a:lnTo>
                    <a:pt x="40692" y="19577"/>
                  </a:lnTo>
                  <a:lnTo>
                    <a:pt x="41377" y="20799"/>
                  </a:lnTo>
                  <a:lnTo>
                    <a:pt x="39932" y="24366"/>
                  </a:lnTo>
                  <a:lnTo>
                    <a:pt x="36440" y="27054"/>
                  </a:lnTo>
                  <a:lnTo>
                    <a:pt x="37125" y="30681"/>
                  </a:lnTo>
                  <a:lnTo>
                    <a:pt x="42297" y="35099"/>
                  </a:lnTo>
                  <a:lnTo>
                    <a:pt x="40827" y="41260"/>
                  </a:lnTo>
                  <a:lnTo>
                    <a:pt x="44176" y="43717"/>
                  </a:lnTo>
                  <a:lnTo>
                    <a:pt x="46215" y="43864"/>
                  </a:lnTo>
                  <a:lnTo>
                    <a:pt x="47050" y="45577"/>
                  </a:lnTo>
                  <a:lnTo>
                    <a:pt x="47041" y="49217"/>
                  </a:lnTo>
                  <a:lnTo>
                    <a:pt x="44682" y="50438"/>
                  </a:lnTo>
                  <a:lnTo>
                    <a:pt x="42237" y="60767"/>
                  </a:lnTo>
                  <a:lnTo>
                    <a:pt x="40652" y="61867"/>
                  </a:lnTo>
                  <a:lnTo>
                    <a:pt x="27971" y="58584"/>
                  </a:lnTo>
                  <a:lnTo>
                    <a:pt x="26753" y="57641"/>
                  </a:lnTo>
                  <a:lnTo>
                    <a:pt x="23488" y="56632"/>
                  </a:lnTo>
                  <a:lnTo>
                    <a:pt x="16415" y="54203"/>
                  </a:lnTo>
                  <a:lnTo>
                    <a:pt x="16138" y="51036"/>
                  </a:lnTo>
                  <a:lnTo>
                    <a:pt x="14381" y="49010"/>
                  </a:lnTo>
                  <a:lnTo>
                    <a:pt x="11993" y="44103"/>
                  </a:lnTo>
                  <a:lnTo>
                    <a:pt x="8409" y="41987"/>
                  </a:lnTo>
                  <a:lnTo>
                    <a:pt x="4381" y="41882"/>
                  </a:lnTo>
                  <a:lnTo>
                    <a:pt x="468" y="40828"/>
                  </a:lnTo>
                  <a:lnTo>
                    <a:pt x="0" y="37547"/>
                  </a:lnTo>
                  <a:lnTo>
                    <a:pt x="2078" y="37079"/>
                  </a:lnTo>
                  <a:lnTo>
                    <a:pt x="5261" y="38877"/>
                  </a:lnTo>
                  <a:lnTo>
                    <a:pt x="5371" y="32921"/>
                  </a:lnTo>
                  <a:lnTo>
                    <a:pt x="7287" y="28947"/>
                  </a:lnTo>
                  <a:lnTo>
                    <a:pt x="13056" y="24932"/>
                  </a:lnTo>
                  <a:lnTo>
                    <a:pt x="13340" y="23708"/>
                  </a:lnTo>
                  <a:lnTo>
                    <a:pt x="12451" y="22804"/>
                  </a:lnTo>
                  <a:lnTo>
                    <a:pt x="12852" y="20808"/>
                  </a:lnTo>
                  <a:lnTo>
                    <a:pt x="11101" y="13396"/>
                  </a:lnTo>
                  <a:lnTo>
                    <a:pt x="9765" y="11465"/>
                  </a:lnTo>
                  <a:lnTo>
                    <a:pt x="8170" y="10747"/>
                  </a:lnTo>
                  <a:lnTo>
                    <a:pt x="8247" y="9480"/>
                  </a:lnTo>
                  <a:lnTo>
                    <a:pt x="14548" y="2834"/>
                  </a:lnTo>
                  <a:lnTo>
                    <a:pt x="17770" y="3400"/>
                  </a:lnTo>
                  <a:lnTo>
                    <a:pt x="20716" y="2778"/>
                  </a:lnTo>
                  <a:lnTo>
                    <a:pt x="25840" y="5247"/>
                  </a:lnTo>
                  <a:lnTo>
                    <a:pt x="3451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h2617"/>
            <p:cNvSpPr/>
            <p:nvPr/>
          </p:nvSpPr>
          <p:spPr>
            <a:xfrm>
              <a:off x="2770676" y="2994659"/>
              <a:ext cx="39770" cy="24047"/>
            </a:xfrm>
            <a:custGeom>
              <a:avLst/>
              <a:pathLst>
                <a:path w="39770" h="24047">
                  <a:moveTo>
                    <a:pt x="18999" y="1288"/>
                  </a:moveTo>
                  <a:lnTo>
                    <a:pt x="20257" y="3426"/>
                  </a:lnTo>
                  <a:lnTo>
                    <a:pt x="22033" y="3001"/>
                  </a:lnTo>
                  <a:lnTo>
                    <a:pt x="22947" y="3641"/>
                  </a:lnTo>
                  <a:lnTo>
                    <a:pt x="23261" y="7047"/>
                  </a:lnTo>
                  <a:lnTo>
                    <a:pt x="22578" y="8201"/>
                  </a:lnTo>
                  <a:lnTo>
                    <a:pt x="23093" y="11497"/>
                  </a:lnTo>
                  <a:lnTo>
                    <a:pt x="31379" y="10291"/>
                  </a:lnTo>
                  <a:lnTo>
                    <a:pt x="36632" y="12642"/>
                  </a:lnTo>
                  <a:lnTo>
                    <a:pt x="39770" y="12151"/>
                  </a:lnTo>
                  <a:lnTo>
                    <a:pt x="39688" y="13295"/>
                  </a:lnTo>
                  <a:lnTo>
                    <a:pt x="33079" y="16244"/>
                  </a:lnTo>
                  <a:lnTo>
                    <a:pt x="34707" y="19909"/>
                  </a:lnTo>
                  <a:lnTo>
                    <a:pt x="33142" y="21347"/>
                  </a:lnTo>
                  <a:lnTo>
                    <a:pt x="30211" y="19431"/>
                  </a:lnTo>
                  <a:lnTo>
                    <a:pt x="22917" y="19006"/>
                  </a:lnTo>
                  <a:lnTo>
                    <a:pt x="19886" y="20738"/>
                  </a:lnTo>
                  <a:lnTo>
                    <a:pt x="20522" y="21679"/>
                  </a:lnTo>
                  <a:lnTo>
                    <a:pt x="20265" y="23735"/>
                  </a:lnTo>
                  <a:lnTo>
                    <a:pt x="14947" y="23367"/>
                  </a:lnTo>
                  <a:lnTo>
                    <a:pt x="12398" y="24047"/>
                  </a:lnTo>
                  <a:lnTo>
                    <a:pt x="9592" y="21370"/>
                  </a:lnTo>
                  <a:lnTo>
                    <a:pt x="3917" y="10857"/>
                  </a:lnTo>
                  <a:lnTo>
                    <a:pt x="0" y="5367"/>
                  </a:lnTo>
                  <a:lnTo>
                    <a:pt x="1115" y="3124"/>
                  </a:lnTo>
                  <a:lnTo>
                    <a:pt x="5057" y="3726"/>
                  </a:lnTo>
                  <a:lnTo>
                    <a:pt x="12084" y="3458"/>
                  </a:lnTo>
                  <a:lnTo>
                    <a:pt x="1929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h2618"/>
            <p:cNvSpPr/>
            <p:nvPr/>
          </p:nvSpPr>
          <p:spPr>
            <a:xfrm>
              <a:off x="2573251" y="2719125"/>
              <a:ext cx="27989" cy="27176"/>
            </a:xfrm>
            <a:custGeom>
              <a:avLst/>
              <a:pathLst>
                <a:path w="27989" h="27176">
                  <a:moveTo>
                    <a:pt x="13258" y="765"/>
                  </a:moveTo>
                  <a:lnTo>
                    <a:pt x="10896" y="4018"/>
                  </a:lnTo>
                  <a:lnTo>
                    <a:pt x="14940" y="7043"/>
                  </a:lnTo>
                  <a:lnTo>
                    <a:pt x="14803" y="9489"/>
                  </a:lnTo>
                  <a:lnTo>
                    <a:pt x="12897" y="14067"/>
                  </a:lnTo>
                  <a:lnTo>
                    <a:pt x="13241" y="15438"/>
                  </a:lnTo>
                  <a:lnTo>
                    <a:pt x="23362" y="14910"/>
                  </a:lnTo>
                  <a:lnTo>
                    <a:pt x="25251" y="15539"/>
                  </a:lnTo>
                  <a:lnTo>
                    <a:pt x="26586" y="16185"/>
                  </a:lnTo>
                  <a:lnTo>
                    <a:pt x="27748" y="17922"/>
                  </a:lnTo>
                  <a:lnTo>
                    <a:pt x="27989" y="19973"/>
                  </a:lnTo>
                  <a:lnTo>
                    <a:pt x="27312" y="21547"/>
                  </a:lnTo>
                  <a:lnTo>
                    <a:pt x="22897" y="26785"/>
                  </a:lnTo>
                  <a:lnTo>
                    <a:pt x="21424" y="27176"/>
                  </a:lnTo>
                  <a:lnTo>
                    <a:pt x="20922" y="25909"/>
                  </a:lnTo>
                  <a:lnTo>
                    <a:pt x="11422" y="18048"/>
                  </a:lnTo>
                  <a:lnTo>
                    <a:pt x="10104" y="17860"/>
                  </a:lnTo>
                  <a:lnTo>
                    <a:pt x="7474" y="19075"/>
                  </a:lnTo>
                  <a:lnTo>
                    <a:pt x="6105" y="15688"/>
                  </a:lnTo>
                  <a:lnTo>
                    <a:pt x="0" y="10713"/>
                  </a:lnTo>
                  <a:lnTo>
                    <a:pt x="211" y="9217"/>
                  </a:lnTo>
                  <a:lnTo>
                    <a:pt x="1345" y="8032"/>
                  </a:lnTo>
                  <a:lnTo>
                    <a:pt x="2123" y="8338"/>
                  </a:lnTo>
                  <a:lnTo>
                    <a:pt x="3247" y="4599"/>
                  </a:lnTo>
                  <a:lnTo>
                    <a:pt x="4667" y="2077"/>
                  </a:lnTo>
                  <a:lnTo>
                    <a:pt x="9962" y="2120"/>
                  </a:lnTo>
                  <a:lnTo>
                    <a:pt x="111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h2619"/>
            <p:cNvSpPr/>
            <p:nvPr/>
          </p:nvSpPr>
          <p:spPr>
            <a:xfrm>
              <a:off x="2880578" y="3121649"/>
              <a:ext cx="63230" cy="44402"/>
            </a:xfrm>
            <a:custGeom>
              <a:avLst/>
              <a:pathLst>
                <a:path w="63230" h="44402">
                  <a:moveTo>
                    <a:pt x="11137" y="2657"/>
                  </a:moveTo>
                  <a:lnTo>
                    <a:pt x="18774" y="3167"/>
                  </a:lnTo>
                  <a:lnTo>
                    <a:pt x="22032" y="4391"/>
                  </a:lnTo>
                  <a:lnTo>
                    <a:pt x="22648" y="7637"/>
                  </a:lnTo>
                  <a:lnTo>
                    <a:pt x="27119" y="6162"/>
                  </a:lnTo>
                  <a:lnTo>
                    <a:pt x="37221" y="6718"/>
                  </a:lnTo>
                  <a:lnTo>
                    <a:pt x="38358" y="6321"/>
                  </a:lnTo>
                  <a:lnTo>
                    <a:pt x="37969" y="5764"/>
                  </a:lnTo>
                  <a:lnTo>
                    <a:pt x="38563" y="4558"/>
                  </a:lnTo>
                  <a:lnTo>
                    <a:pt x="41128" y="3877"/>
                  </a:lnTo>
                  <a:lnTo>
                    <a:pt x="42411" y="4733"/>
                  </a:lnTo>
                  <a:lnTo>
                    <a:pt x="43571" y="7138"/>
                  </a:lnTo>
                  <a:lnTo>
                    <a:pt x="46038" y="7461"/>
                  </a:lnTo>
                  <a:lnTo>
                    <a:pt x="47609" y="9211"/>
                  </a:lnTo>
                  <a:lnTo>
                    <a:pt x="49291" y="19332"/>
                  </a:lnTo>
                  <a:lnTo>
                    <a:pt x="53307" y="21598"/>
                  </a:lnTo>
                  <a:lnTo>
                    <a:pt x="55893" y="28199"/>
                  </a:lnTo>
                  <a:lnTo>
                    <a:pt x="61978" y="30552"/>
                  </a:lnTo>
                  <a:lnTo>
                    <a:pt x="63230" y="30100"/>
                  </a:lnTo>
                  <a:lnTo>
                    <a:pt x="63204" y="30857"/>
                  </a:lnTo>
                  <a:lnTo>
                    <a:pt x="59238" y="31994"/>
                  </a:lnTo>
                  <a:lnTo>
                    <a:pt x="55235" y="34163"/>
                  </a:lnTo>
                  <a:lnTo>
                    <a:pt x="50874" y="38976"/>
                  </a:lnTo>
                  <a:lnTo>
                    <a:pt x="43354" y="43821"/>
                  </a:lnTo>
                  <a:lnTo>
                    <a:pt x="40652" y="44402"/>
                  </a:lnTo>
                  <a:lnTo>
                    <a:pt x="39024" y="40856"/>
                  </a:lnTo>
                  <a:lnTo>
                    <a:pt x="45206" y="36883"/>
                  </a:lnTo>
                  <a:lnTo>
                    <a:pt x="43709" y="34598"/>
                  </a:lnTo>
                  <a:lnTo>
                    <a:pt x="41092" y="35341"/>
                  </a:lnTo>
                  <a:lnTo>
                    <a:pt x="37760" y="34673"/>
                  </a:lnTo>
                  <a:lnTo>
                    <a:pt x="31731" y="30852"/>
                  </a:lnTo>
                  <a:lnTo>
                    <a:pt x="24503" y="23190"/>
                  </a:lnTo>
                  <a:lnTo>
                    <a:pt x="19103" y="27418"/>
                  </a:lnTo>
                  <a:lnTo>
                    <a:pt x="17286" y="29922"/>
                  </a:lnTo>
                  <a:lnTo>
                    <a:pt x="15778" y="32845"/>
                  </a:lnTo>
                  <a:lnTo>
                    <a:pt x="15238" y="38750"/>
                  </a:lnTo>
                  <a:lnTo>
                    <a:pt x="11151" y="37145"/>
                  </a:lnTo>
                  <a:lnTo>
                    <a:pt x="4157" y="31936"/>
                  </a:lnTo>
                  <a:lnTo>
                    <a:pt x="3667" y="29886"/>
                  </a:lnTo>
                  <a:lnTo>
                    <a:pt x="881" y="29725"/>
                  </a:lnTo>
                  <a:lnTo>
                    <a:pt x="2239" y="28172"/>
                  </a:lnTo>
                  <a:lnTo>
                    <a:pt x="0" y="26769"/>
                  </a:lnTo>
                  <a:lnTo>
                    <a:pt x="178" y="23882"/>
                  </a:lnTo>
                  <a:lnTo>
                    <a:pt x="1041" y="22273"/>
                  </a:lnTo>
                  <a:lnTo>
                    <a:pt x="3858" y="20291"/>
                  </a:lnTo>
                  <a:lnTo>
                    <a:pt x="4880" y="17479"/>
                  </a:lnTo>
                  <a:lnTo>
                    <a:pt x="5513" y="15027"/>
                  </a:lnTo>
                  <a:lnTo>
                    <a:pt x="4326" y="12846"/>
                  </a:lnTo>
                  <a:lnTo>
                    <a:pt x="5495" y="12366"/>
                  </a:lnTo>
                  <a:lnTo>
                    <a:pt x="1050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h2620"/>
            <p:cNvSpPr/>
            <p:nvPr/>
          </p:nvSpPr>
          <p:spPr>
            <a:xfrm>
              <a:off x="3007976" y="3067822"/>
              <a:ext cx="20707" cy="30622"/>
            </a:xfrm>
            <a:custGeom>
              <a:avLst/>
              <a:pathLst>
                <a:path w="20707" h="30622">
                  <a:moveTo>
                    <a:pt x="14965" y="8805"/>
                  </a:moveTo>
                  <a:lnTo>
                    <a:pt x="17605" y="16971"/>
                  </a:lnTo>
                  <a:lnTo>
                    <a:pt x="18858" y="18277"/>
                  </a:lnTo>
                  <a:lnTo>
                    <a:pt x="16703" y="16296"/>
                  </a:lnTo>
                  <a:lnTo>
                    <a:pt x="15452" y="16321"/>
                  </a:lnTo>
                  <a:lnTo>
                    <a:pt x="14222" y="20945"/>
                  </a:lnTo>
                  <a:lnTo>
                    <a:pt x="15043" y="22585"/>
                  </a:lnTo>
                  <a:lnTo>
                    <a:pt x="20707" y="26769"/>
                  </a:lnTo>
                  <a:lnTo>
                    <a:pt x="19806" y="29833"/>
                  </a:lnTo>
                  <a:lnTo>
                    <a:pt x="17967" y="28839"/>
                  </a:lnTo>
                  <a:lnTo>
                    <a:pt x="15067" y="30465"/>
                  </a:lnTo>
                  <a:lnTo>
                    <a:pt x="10460" y="30622"/>
                  </a:lnTo>
                  <a:lnTo>
                    <a:pt x="3056" y="28036"/>
                  </a:lnTo>
                  <a:lnTo>
                    <a:pt x="3" y="25827"/>
                  </a:lnTo>
                  <a:lnTo>
                    <a:pt x="0" y="24977"/>
                  </a:lnTo>
                  <a:lnTo>
                    <a:pt x="1455" y="19428"/>
                  </a:lnTo>
                  <a:lnTo>
                    <a:pt x="3538" y="19114"/>
                  </a:lnTo>
                  <a:lnTo>
                    <a:pt x="5081" y="17894"/>
                  </a:lnTo>
                  <a:lnTo>
                    <a:pt x="5286" y="15877"/>
                  </a:lnTo>
                  <a:lnTo>
                    <a:pt x="3872" y="13265"/>
                  </a:lnTo>
                  <a:lnTo>
                    <a:pt x="2315" y="9865"/>
                  </a:lnTo>
                  <a:lnTo>
                    <a:pt x="2591" y="6182"/>
                  </a:lnTo>
                  <a:lnTo>
                    <a:pt x="810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h2621"/>
            <p:cNvSpPr/>
            <p:nvPr/>
          </p:nvSpPr>
          <p:spPr>
            <a:xfrm>
              <a:off x="2728343" y="2920538"/>
              <a:ext cx="14939" cy="16448"/>
            </a:xfrm>
            <a:custGeom>
              <a:avLst/>
              <a:pathLst>
                <a:path w="14939" h="16448">
                  <a:moveTo>
                    <a:pt x="10852" y="0"/>
                  </a:moveTo>
                  <a:lnTo>
                    <a:pt x="13238" y="3089"/>
                  </a:lnTo>
                  <a:lnTo>
                    <a:pt x="14939" y="6946"/>
                  </a:lnTo>
                  <a:lnTo>
                    <a:pt x="8708" y="11995"/>
                  </a:lnTo>
                  <a:lnTo>
                    <a:pt x="8815" y="15951"/>
                  </a:lnTo>
                  <a:lnTo>
                    <a:pt x="7793" y="16448"/>
                  </a:lnTo>
                  <a:lnTo>
                    <a:pt x="2551" y="10449"/>
                  </a:lnTo>
                  <a:lnTo>
                    <a:pt x="0" y="8604"/>
                  </a:lnTo>
                  <a:lnTo>
                    <a:pt x="1692" y="4924"/>
                  </a:lnTo>
                  <a:lnTo>
                    <a:pt x="8404" y="345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h2622"/>
            <p:cNvSpPr/>
            <p:nvPr/>
          </p:nvSpPr>
          <p:spPr>
            <a:xfrm>
              <a:off x="2618853" y="2616637"/>
              <a:ext cx="30846" cy="23928"/>
            </a:xfrm>
            <a:custGeom>
              <a:avLst/>
              <a:pathLst>
                <a:path w="30846" h="23928">
                  <a:moveTo>
                    <a:pt x="29618" y="1533"/>
                  </a:moveTo>
                  <a:lnTo>
                    <a:pt x="30846" y="11419"/>
                  </a:lnTo>
                  <a:lnTo>
                    <a:pt x="28446" y="13029"/>
                  </a:lnTo>
                  <a:lnTo>
                    <a:pt x="22631" y="13832"/>
                  </a:lnTo>
                  <a:lnTo>
                    <a:pt x="20261" y="15172"/>
                  </a:lnTo>
                  <a:lnTo>
                    <a:pt x="18667" y="16712"/>
                  </a:lnTo>
                  <a:lnTo>
                    <a:pt x="18963" y="19720"/>
                  </a:lnTo>
                  <a:lnTo>
                    <a:pt x="16106" y="23180"/>
                  </a:lnTo>
                  <a:lnTo>
                    <a:pt x="12584" y="22534"/>
                  </a:lnTo>
                  <a:lnTo>
                    <a:pt x="14489" y="19069"/>
                  </a:lnTo>
                  <a:lnTo>
                    <a:pt x="14209" y="17245"/>
                  </a:lnTo>
                  <a:lnTo>
                    <a:pt x="10177" y="17049"/>
                  </a:lnTo>
                  <a:lnTo>
                    <a:pt x="9178" y="20123"/>
                  </a:lnTo>
                  <a:lnTo>
                    <a:pt x="9785" y="22343"/>
                  </a:lnTo>
                  <a:lnTo>
                    <a:pt x="6668" y="23583"/>
                  </a:lnTo>
                  <a:lnTo>
                    <a:pt x="3972" y="23928"/>
                  </a:lnTo>
                  <a:lnTo>
                    <a:pt x="0" y="21186"/>
                  </a:lnTo>
                  <a:lnTo>
                    <a:pt x="1538" y="19992"/>
                  </a:lnTo>
                  <a:lnTo>
                    <a:pt x="2862" y="16620"/>
                  </a:lnTo>
                  <a:lnTo>
                    <a:pt x="7164" y="13815"/>
                  </a:lnTo>
                  <a:lnTo>
                    <a:pt x="5256" y="10228"/>
                  </a:lnTo>
                  <a:lnTo>
                    <a:pt x="6520" y="8059"/>
                  </a:lnTo>
                  <a:lnTo>
                    <a:pt x="8887" y="6507"/>
                  </a:lnTo>
                  <a:lnTo>
                    <a:pt x="13060" y="7183"/>
                  </a:lnTo>
                  <a:lnTo>
                    <a:pt x="16517" y="5357"/>
                  </a:lnTo>
                  <a:lnTo>
                    <a:pt x="18510" y="5105"/>
                  </a:lnTo>
                  <a:lnTo>
                    <a:pt x="24103" y="6777"/>
                  </a:lnTo>
                  <a:lnTo>
                    <a:pt x="24881" y="6104"/>
                  </a:lnTo>
                  <a:lnTo>
                    <a:pt x="24965" y="3995"/>
                  </a:lnTo>
                  <a:lnTo>
                    <a:pt x="26196" y="2294"/>
                  </a:lnTo>
                  <a:lnTo>
                    <a:pt x="3058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h2623"/>
            <p:cNvSpPr/>
            <p:nvPr/>
          </p:nvSpPr>
          <p:spPr>
            <a:xfrm>
              <a:off x="2769384" y="2947491"/>
              <a:ext cx="49053" cy="30718"/>
            </a:xfrm>
            <a:custGeom>
              <a:avLst/>
              <a:pathLst>
                <a:path w="49053" h="30718">
                  <a:moveTo>
                    <a:pt x="39238" y="4917"/>
                  </a:moveTo>
                  <a:lnTo>
                    <a:pt x="49053" y="4015"/>
                  </a:lnTo>
                  <a:lnTo>
                    <a:pt x="48371" y="8827"/>
                  </a:lnTo>
                  <a:lnTo>
                    <a:pt x="43860" y="10639"/>
                  </a:lnTo>
                  <a:lnTo>
                    <a:pt x="41026" y="14121"/>
                  </a:lnTo>
                  <a:lnTo>
                    <a:pt x="36557" y="17851"/>
                  </a:lnTo>
                  <a:lnTo>
                    <a:pt x="22025" y="28520"/>
                  </a:lnTo>
                  <a:lnTo>
                    <a:pt x="19100" y="29304"/>
                  </a:lnTo>
                  <a:lnTo>
                    <a:pt x="18502" y="28208"/>
                  </a:lnTo>
                  <a:lnTo>
                    <a:pt x="15182" y="30045"/>
                  </a:lnTo>
                  <a:lnTo>
                    <a:pt x="11201" y="30718"/>
                  </a:lnTo>
                  <a:lnTo>
                    <a:pt x="11608" y="30054"/>
                  </a:lnTo>
                  <a:lnTo>
                    <a:pt x="0" y="29464"/>
                  </a:lnTo>
                  <a:lnTo>
                    <a:pt x="1240" y="27415"/>
                  </a:lnTo>
                  <a:lnTo>
                    <a:pt x="20443" y="19784"/>
                  </a:lnTo>
                  <a:lnTo>
                    <a:pt x="22718" y="17923"/>
                  </a:lnTo>
                  <a:lnTo>
                    <a:pt x="24505" y="14455"/>
                  </a:lnTo>
                  <a:lnTo>
                    <a:pt x="28384" y="11822"/>
                  </a:lnTo>
                  <a:lnTo>
                    <a:pt x="30593" y="5106"/>
                  </a:lnTo>
                  <a:lnTo>
                    <a:pt x="35613" y="2397"/>
                  </a:lnTo>
                  <a:lnTo>
                    <a:pt x="371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h2624"/>
            <p:cNvSpPr/>
            <p:nvPr/>
          </p:nvSpPr>
          <p:spPr>
            <a:xfrm>
              <a:off x="2734766" y="3022078"/>
              <a:ext cx="10530" cy="9144"/>
            </a:xfrm>
            <a:custGeom>
              <a:avLst/>
              <a:pathLst>
                <a:path w="10530" h="9144">
                  <a:moveTo>
                    <a:pt x="5788" y="0"/>
                  </a:moveTo>
                  <a:lnTo>
                    <a:pt x="10530" y="3929"/>
                  </a:lnTo>
                  <a:lnTo>
                    <a:pt x="8587" y="5258"/>
                  </a:lnTo>
                  <a:lnTo>
                    <a:pt x="7282" y="2835"/>
                  </a:lnTo>
                  <a:lnTo>
                    <a:pt x="4915" y="2492"/>
                  </a:lnTo>
                  <a:lnTo>
                    <a:pt x="3311" y="3902"/>
                  </a:lnTo>
                  <a:lnTo>
                    <a:pt x="3251" y="5111"/>
                  </a:lnTo>
                  <a:lnTo>
                    <a:pt x="3318" y="9144"/>
                  </a:lnTo>
                  <a:lnTo>
                    <a:pt x="1111" y="8106"/>
                  </a:lnTo>
                  <a:lnTo>
                    <a:pt x="0" y="8019"/>
                  </a:lnTo>
                  <a:lnTo>
                    <a:pt x="872" y="4516"/>
                  </a:lnTo>
                  <a:lnTo>
                    <a:pt x="4683" y="1242"/>
                  </a:lnTo>
                  <a:lnTo>
                    <a:pt x="4501" y="2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h2625"/>
            <p:cNvSpPr/>
            <p:nvPr/>
          </p:nvSpPr>
          <p:spPr>
            <a:xfrm>
              <a:off x="2756283" y="2909450"/>
              <a:ext cx="6772" cy="9686"/>
            </a:xfrm>
            <a:custGeom>
              <a:avLst/>
              <a:pathLst>
                <a:path w="6772" h="9686">
                  <a:moveTo>
                    <a:pt x="4196" y="150"/>
                  </a:moveTo>
                  <a:lnTo>
                    <a:pt x="4648" y="270"/>
                  </a:lnTo>
                  <a:lnTo>
                    <a:pt x="4604" y="2873"/>
                  </a:lnTo>
                  <a:lnTo>
                    <a:pt x="6772" y="7421"/>
                  </a:lnTo>
                  <a:lnTo>
                    <a:pt x="5879" y="9686"/>
                  </a:lnTo>
                  <a:lnTo>
                    <a:pt x="719" y="7764"/>
                  </a:lnTo>
                  <a:lnTo>
                    <a:pt x="147" y="8529"/>
                  </a:lnTo>
                  <a:lnTo>
                    <a:pt x="0" y="6238"/>
                  </a:lnTo>
                  <a:lnTo>
                    <a:pt x="352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h2626"/>
            <p:cNvSpPr/>
            <p:nvPr/>
          </p:nvSpPr>
          <p:spPr>
            <a:xfrm>
              <a:off x="2727274" y="2849967"/>
              <a:ext cx="24151" cy="37731"/>
            </a:xfrm>
            <a:custGeom>
              <a:avLst/>
              <a:pathLst>
                <a:path w="24151" h="37731">
                  <a:moveTo>
                    <a:pt x="16058" y="99"/>
                  </a:moveTo>
                  <a:lnTo>
                    <a:pt x="17181" y="3014"/>
                  </a:lnTo>
                  <a:lnTo>
                    <a:pt x="15240" y="7250"/>
                  </a:lnTo>
                  <a:lnTo>
                    <a:pt x="15903" y="10641"/>
                  </a:lnTo>
                  <a:lnTo>
                    <a:pt x="19313" y="15378"/>
                  </a:lnTo>
                  <a:lnTo>
                    <a:pt x="22610" y="14925"/>
                  </a:lnTo>
                  <a:lnTo>
                    <a:pt x="23730" y="15374"/>
                  </a:lnTo>
                  <a:lnTo>
                    <a:pt x="24151" y="16551"/>
                  </a:lnTo>
                  <a:lnTo>
                    <a:pt x="20615" y="17882"/>
                  </a:lnTo>
                  <a:lnTo>
                    <a:pt x="19337" y="22543"/>
                  </a:lnTo>
                  <a:lnTo>
                    <a:pt x="20535" y="33794"/>
                  </a:lnTo>
                  <a:lnTo>
                    <a:pt x="19752" y="35008"/>
                  </a:lnTo>
                  <a:lnTo>
                    <a:pt x="19212" y="37403"/>
                  </a:lnTo>
                  <a:lnTo>
                    <a:pt x="18338" y="37731"/>
                  </a:lnTo>
                  <a:lnTo>
                    <a:pt x="12408" y="34103"/>
                  </a:lnTo>
                  <a:lnTo>
                    <a:pt x="11232" y="29076"/>
                  </a:lnTo>
                  <a:lnTo>
                    <a:pt x="11898" y="27863"/>
                  </a:lnTo>
                  <a:lnTo>
                    <a:pt x="12545" y="29340"/>
                  </a:lnTo>
                  <a:lnTo>
                    <a:pt x="13645" y="28971"/>
                  </a:lnTo>
                  <a:lnTo>
                    <a:pt x="13477" y="27258"/>
                  </a:lnTo>
                  <a:lnTo>
                    <a:pt x="8771" y="27003"/>
                  </a:lnTo>
                  <a:lnTo>
                    <a:pt x="5182" y="20747"/>
                  </a:lnTo>
                  <a:lnTo>
                    <a:pt x="4762" y="18856"/>
                  </a:lnTo>
                  <a:lnTo>
                    <a:pt x="2026" y="19111"/>
                  </a:lnTo>
                  <a:lnTo>
                    <a:pt x="3997" y="17033"/>
                  </a:lnTo>
                  <a:lnTo>
                    <a:pt x="741" y="17046"/>
                  </a:lnTo>
                  <a:lnTo>
                    <a:pt x="0" y="15638"/>
                  </a:lnTo>
                  <a:lnTo>
                    <a:pt x="802" y="14296"/>
                  </a:lnTo>
                  <a:lnTo>
                    <a:pt x="3246" y="3967"/>
                  </a:lnTo>
                  <a:lnTo>
                    <a:pt x="5606" y="2746"/>
                  </a:lnTo>
                  <a:lnTo>
                    <a:pt x="7207" y="533"/>
                  </a:lnTo>
                  <a:lnTo>
                    <a:pt x="8953" y="1102"/>
                  </a:lnTo>
                  <a:lnTo>
                    <a:pt x="11817" y="842"/>
                  </a:lnTo>
                  <a:lnTo>
                    <a:pt x="1233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h2627"/>
            <p:cNvSpPr/>
            <p:nvPr/>
          </p:nvSpPr>
          <p:spPr>
            <a:xfrm>
              <a:off x="2585560" y="2803640"/>
              <a:ext cx="23433" cy="19416"/>
            </a:xfrm>
            <a:custGeom>
              <a:avLst/>
              <a:pathLst>
                <a:path w="23433" h="19416">
                  <a:moveTo>
                    <a:pt x="12250" y="836"/>
                  </a:moveTo>
                  <a:lnTo>
                    <a:pt x="11246" y="1803"/>
                  </a:lnTo>
                  <a:lnTo>
                    <a:pt x="13413" y="3677"/>
                  </a:lnTo>
                  <a:lnTo>
                    <a:pt x="21790" y="2116"/>
                  </a:lnTo>
                  <a:lnTo>
                    <a:pt x="22792" y="2207"/>
                  </a:lnTo>
                  <a:lnTo>
                    <a:pt x="23433" y="3483"/>
                  </a:lnTo>
                  <a:lnTo>
                    <a:pt x="19605" y="10598"/>
                  </a:lnTo>
                  <a:lnTo>
                    <a:pt x="7908" y="18066"/>
                  </a:lnTo>
                  <a:lnTo>
                    <a:pt x="1090" y="19416"/>
                  </a:lnTo>
                  <a:lnTo>
                    <a:pt x="346" y="19109"/>
                  </a:lnTo>
                  <a:lnTo>
                    <a:pt x="0" y="17298"/>
                  </a:lnTo>
                  <a:lnTo>
                    <a:pt x="1635" y="11721"/>
                  </a:lnTo>
                  <a:lnTo>
                    <a:pt x="5992" y="6880"/>
                  </a:lnTo>
                  <a:lnTo>
                    <a:pt x="5608" y="4280"/>
                  </a:lnTo>
                  <a:lnTo>
                    <a:pt x="7679" y="2197"/>
                  </a:lnTo>
                  <a:lnTo>
                    <a:pt x="9773" y="592"/>
                  </a:lnTo>
                  <a:lnTo>
                    <a:pt x="1194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h2628"/>
            <p:cNvSpPr/>
            <p:nvPr/>
          </p:nvSpPr>
          <p:spPr>
            <a:xfrm>
              <a:off x="2742382" y="3043501"/>
              <a:ext cx="11882" cy="8384"/>
            </a:xfrm>
            <a:custGeom>
              <a:avLst/>
              <a:pathLst>
                <a:path w="11882" h="8384">
                  <a:moveTo>
                    <a:pt x="6516" y="0"/>
                  </a:moveTo>
                  <a:lnTo>
                    <a:pt x="7713" y="2032"/>
                  </a:lnTo>
                  <a:lnTo>
                    <a:pt x="9312" y="2848"/>
                  </a:lnTo>
                  <a:lnTo>
                    <a:pt x="11118" y="1525"/>
                  </a:lnTo>
                  <a:lnTo>
                    <a:pt x="11882" y="2396"/>
                  </a:lnTo>
                  <a:lnTo>
                    <a:pt x="10119" y="4366"/>
                  </a:lnTo>
                  <a:lnTo>
                    <a:pt x="4364" y="7872"/>
                  </a:lnTo>
                  <a:lnTo>
                    <a:pt x="3637" y="8384"/>
                  </a:lnTo>
                  <a:lnTo>
                    <a:pt x="3519" y="7558"/>
                  </a:lnTo>
                  <a:lnTo>
                    <a:pt x="0" y="279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h2629"/>
            <p:cNvSpPr/>
            <p:nvPr/>
          </p:nvSpPr>
          <p:spPr>
            <a:xfrm>
              <a:off x="2995007" y="3112657"/>
              <a:ext cx="23210" cy="47377"/>
            </a:xfrm>
            <a:custGeom>
              <a:avLst/>
              <a:pathLst>
                <a:path w="23210" h="47377">
                  <a:moveTo>
                    <a:pt x="11803" y="4516"/>
                  </a:moveTo>
                  <a:lnTo>
                    <a:pt x="14421" y="11181"/>
                  </a:lnTo>
                  <a:lnTo>
                    <a:pt x="20079" y="11853"/>
                  </a:lnTo>
                  <a:lnTo>
                    <a:pt x="20615" y="13572"/>
                  </a:lnTo>
                  <a:lnTo>
                    <a:pt x="18057" y="16904"/>
                  </a:lnTo>
                  <a:lnTo>
                    <a:pt x="16698" y="17021"/>
                  </a:lnTo>
                  <a:lnTo>
                    <a:pt x="14093" y="19142"/>
                  </a:lnTo>
                  <a:lnTo>
                    <a:pt x="13612" y="23653"/>
                  </a:lnTo>
                  <a:lnTo>
                    <a:pt x="21133" y="30694"/>
                  </a:lnTo>
                  <a:lnTo>
                    <a:pt x="22600" y="31021"/>
                  </a:lnTo>
                  <a:lnTo>
                    <a:pt x="23210" y="32198"/>
                  </a:lnTo>
                  <a:lnTo>
                    <a:pt x="17682" y="40824"/>
                  </a:lnTo>
                  <a:lnTo>
                    <a:pt x="20581" y="44037"/>
                  </a:lnTo>
                  <a:lnTo>
                    <a:pt x="17324" y="45497"/>
                  </a:lnTo>
                  <a:lnTo>
                    <a:pt x="16844" y="47012"/>
                  </a:lnTo>
                  <a:lnTo>
                    <a:pt x="11826" y="47377"/>
                  </a:lnTo>
                  <a:lnTo>
                    <a:pt x="12131" y="43221"/>
                  </a:lnTo>
                  <a:lnTo>
                    <a:pt x="10649" y="35229"/>
                  </a:lnTo>
                  <a:lnTo>
                    <a:pt x="8572" y="30783"/>
                  </a:lnTo>
                  <a:lnTo>
                    <a:pt x="703" y="22274"/>
                  </a:lnTo>
                  <a:lnTo>
                    <a:pt x="428" y="20129"/>
                  </a:lnTo>
                  <a:lnTo>
                    <a:pt x="1311" y="18336"/>
                  </a:lnTo>
                  <a:lnTo>
                    <a:pt x="221" y="17654"/>
                  </a:lnTo>
                  <a:lnTo>
                    <a:pt x="0" y="15112"/>
                  </a:lnTo>
                  <a:lnTo>
                    <a:pt x="3218" y="13992"/>
                  </a:lnTo>
                  <a:lnTo>
                    <a:pt x="4588" y="12567"/>
                  </a:lnTo>
                  <a:lnTo>
                    <a:pt x="5042" y="6945"/>
                  </a:lnTo>
                  <a:lnTo>
                    <a:pt x="3711" y="3341"/>
                  </a:lnTo>
                  <a:lnTo>
                    <a:pt x="7634" y="983"/>
                  </a:lnTo>
                  <a:lnTo>
                    <a:pt x="1099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h2630"/>
            <p:cNvSpPr/>
            <p:nvPr/>
          </p:nvSpPr>
          <p:spPr>
            <a:xfrm>
              <a:off x="2793506" y="3030606"/>
              <a:ext cx="74557" cy="50154"/>
            </a:xfrm>
            <a:custGeom>
              <a:avLst/>
              <a:pathLst>
                <a:path w="74557" h="50154">
                  <a:moveTo>
                    <a:pt x="21485" y="219"/>
                  </a:moveTo>
                  <a:lnTo>
                    <a:pt x="21534" y="5219"/>
                  </a:lnTo>
                  <a:lnTo>
                    <a:pt x="22216" y="6185"/>
                  </a:lnTo>
                  <a:lnTo>
                    <a:pt x="30010" y="4840"/>
                  </a:lnTo>
                  <a:lnTo>
                    <a:pt x="33859" y="8028"/>
                  </a:lnTo>
                  <a:lnTo>
                    <a:pt x="39513" y="7703"/>
                  </a:lnTo>
                  <a:lnTo>
                    <a:pt x="45258" y="9978"/>
                  </a:lnTo>
                  <a:lnTo>
                    <a:pt x="51092" y="9030"/>
                  </a:lnTo>
                  <a:lnTo>
                    <a:pt x="53119" y="10012"/>
                  </a:lnTo>
                  <a:lnTo>
                    <a:pt x="56243" y="13554"/>
                  </a:lnTo>
                  <a:lnTo>
                    <a:pt x="67447" y="15242"/>
                  </a:lnTo>
                  <a:lnTo>
                    <a:pt x="67334" y="17060"/>
                  </a:lnTo>
                  <a:lnTo>
                    <a:pt x="74557" y="24218"/>
                  </a:lnTo>
                  <a:lnTo>
                    <a:pt x="70512" y="28082"/>
                  </a:lnTo>
                  <a:lnTo>
                    <a:pt x="71613" y="28996"/>
                  </a:lnTo>
                  <a:lnTo>
                    <a:pt x="72323" y="31445"/>
                  </a:lnTo>
                  <a:lnTo>
                    <a:pt x="72156" y="34067"/>
                  </a:lnTo>
                  <a:lnTo>
                    <a:pt x="74070" y="35075"/>
                  </a:lnTo>
                  <a:lnTo>
                    <a:pt x="70761" y="39862"/>
                  </a:lnTo>
                  <a:lnTo>
                    <a:pt x="66779" y="37702"/>
                  </a:lnTo>
                  <a:lnTo>
                    <a:pt x="58707" y="36179"/>
                  </a:lnTo>
                  <a:lnTo>
                    <a:pt x="55320" y="37765"/>
                  </a:lnTo>
                  <a:lnTo>
                    <a:pt x="54036" y="40340"/>
                  </a:lnTo>
                  <a:lnTo>
                    <a:pt x="52624" y="40765"/>
                  </a:lnTo>
                  <a:lnTo>
                    <a:pt x="42747" y="38584"/>
                  </a:lnTo>
                  <a:lnTo>
                    <a:pt x="38617" y="43947"/>
                  </a:lnTo>
                  <a:lnTo>
                    <a:pt x="39425" y="50154"/>
                  </a:lnTo>
                  <a:lnTo>
                    <a:pt x="38564" y="49520"/>
                  </a:lnTo>
                  <a:lnTo>
                    <a:pt x="36351" y="44805"/>
                  </a:lnTo>
                  <a:lnTo>
                    <a:pt x="36526" y="44173"/>
                  </a:lnTo>
                  <a:lnTo>
                    <a:pt x="31913" y="38604"/>
                  </a:lnTo>
                  <a:lnTo>
                    <a:pt x="28727" y="37245"/>
                  </a:lnTo>
                  <a:lnTo>
                    <a:pt x="27028" y="35409"/>
                  </a:lnTo>
                  <a:lnTo>
                    <a:pt x="24126" y="27118"/>
                  </a:lnTo>
                  <a:lnTo>
                    <a:pt x="19695" y="20132"/>
                  </a:lnTo>
                  <a:lnTo>
                    <a:pt x="15729" y="18830"/>
                  </a:lnTo>
                  <a:lnTo>
                    <a:pt x="7840" y="18527"/>
                  </a:lnTo>
                  <a:lnTo>
                    <a:pt x="5136" y="16916"/>
                  </a:lnTo>
                  <a:lnTo>
                    <a:pt x="0" y="13544"/>
                  </a:lnTo>
                  <a:lnTo>
                    <a:pt x="3445" y="6433"/>
                  </a:lnTo>
                  <a:lnTo>
                    <a:pt x="4919" y="4807"/>
                  </a:lnTo>
                  <a:lnTo>
                    <a:pt x="4242" y="838"/>
                  </a:lnTo>
                  <a:lnTo>
                    <a:pt x="5357" y="589"/>
                  </a:lnTo>
                  <a:lnTo>
                    <a:pt x="11964" y="1863"/>
                  </a:lnTo>
                  <a:lnTo>
                    <a:pt x="15816" y="0"/>
                  </a:lnTo>
                  <a:lnTo>
                    <a:pt x="16869" y="43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h2631"/>
            <p:cNvSpPr/>
            <p:nvPr/>
          </p:nvSpPr>
          <p:spPr>
            <a:xfrm>
              <a:off x="2866297" y="3086398"/>
              <a:ext cx="14527" cy="13592"/>
            </a:xfrm>
            <a:custGeom>
              <a:avLst/>
              <a:pathLst>
                <a:path w="14527" h="13592">
                  <a:moveTo>
                    <a:pt x="9623" y="432"/>
                  </a:moveTo>
                  <a:lnTo>
                    <a:pt x="12691" y="3066"/>
                  </a:lnTo>
                  <a:lnTo>
                    <a:pt x="14527" y="6077"/>
                  </a:lnTo>
                  <a:lnTo>
                    <a:pt x="13307" y="7253"/>
                  </a:lnTo>
                  <a:lnTo>
                    <a:pt x="10953" y="7760"/>
                  </a:lnTo>
                  <a:lnTo>
                    <a:pt x="10698" y="9430"/>
                  </a:lnTo>
                  <a:lnTo>
                    <a:pt x="12122" y="13592"/>
                  </a:lnTo>
                  <a:lnTo>
                    <a:pt x="9878" y="13047"/>
                  </a:lnTo>
                  <a:lnTo>
                    <a:pt x="7705" y="11085"/>
                  </a:lnTo>
                  <a:lnTo>
                    <a:pt x="6106" y="10980"/>
                  </a:lnTo>
                  <a:lnTo>
                    <a:pt x="3345" y="12645"/>
                  </a:lnTo>
                  <a:lnTo>
                    <a:pt x="2033" y="12170"/>
                  </a:lnTo>
                  <a:lnTo>
                    <a:pt x="0" y="8244"/>
                  </a:lnTo>
                  <a:lnTo>
                    <a:pt x="2760" y="7583"/>
                  </a:lnTo>
                  <a:lnTo>
                    <a:pt x="2992" y="6547"/>
                  </a:lnTo>
                  <a:lnTo>
                    <a:pt x="1303" y="1706"/>
                  </a:lnTo>
                  <a:lnTo>
                    <a:pt x="1634" y="182"/>
                  </a:lnTo>
                  <a:lnTo>
                    <a:pt x="5355" y="1110"/>
                  </a:lnTo>
                  <a:lnTo>
                    <a:pt x="642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h2632"/>
            <p:cNvSpPr/>
            <p:nvPr/>
          </p:nvSpPr>
          <p:spPr>
            <a:xfrm>
              <a:off x="2764438" y="2976955"/>
              <a:ext cx="20129" cy="5048"/>
            </a:xfrm>
            <a:custGeom>
              <a:avLst/>
              <a:pathLst>
                <a:path w="20129" h="5048">
                  <a:moveTo>
                    <a:pt x="16555" y="590"/>
                  </a:moveTo>
                  <a:lnTo>
                    <a:pt x="16148" y="1253"/>
                  </a:lnTo>
                  <a:lnTo>
                    <a:pt x="20129" y="580"/>
                  </a:lnTo>
                  <a:lnTo>
                    <a:pt x="17072" y="3454"/>
                  </a:lnTo>
                  <a:lnTo>
                    <a:pt x="15177" y="4194"/>
                  </a:lnTo>
                  <a:lnTo>
                    <a:pt x="5118" y="5048"/>
                  </a:lnTo>
                  <a:lnTo>
                    <a:pt x="793" y="4080"/>
                  </a:lnTo>
                  <a:lnTo>
                    <a:pt x="367" y="3405"/>
                  </a:lnTo>
                  <a:lnTo>
                    <a:pt x="0" y="1162"/>
                  </a:lnTo>
                  <a:lnTo>
                    <a:pt x="1767" y="278"/>
                  </a:lnTo>
                  <a:lnTo>
                    <a:pt x="494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h2633"/>
            <p:cNvSpPr/>
            <p:nvPr/>
          </p:nvSpPr>
          <p:spPr>
            <a:xfrm>
              <a:off x="2739196" y="2908352"/>
              <a:ext cx="15041" cy="20024"/>
            </a:xfrm>
            <a:custGeom>
              <a:avLst/>
              <a:pathLst>
                <a:path w="15041" h="20024">
                  <a:moveTo>
                    <a:pt x="7952" y="0"/>
                  </a:moveTo>
                  <a:lnTo>
                    <a:pt x="15041" y="3306"/>
                  </a:lnTo>
                  <a:lnTo>
                    <a:pt x="13223" y="4756"/>
                  </a:lnTo>
                  <a:lnTo>
                    <a:pt x="11437" y="4513"/>
                  </a:lnTo>
                  <a:lnTo>
                    <a:pt x="11232" y="6239"/>
                  </a:lnTo>
                  <a:lnTo>
                    <a:pt x="12099" y="7311"/>
                  </a:lnTo>
                  <a:lnTo>
                    <a:pt x="9382" y="7933"/>
                  </a:lnTo>
                  <a:lnTo>
                    <a:pt x="11421" y="16718"/>
                  </a:lnTo>
                  <a:lnTo>
                    <a:pt x="9377" y="19530"/>
                  </a:lnTo>
                  <a:lnTo>
                    <a:pt x="7698" y="20024"/>
                  </a:lnTo>
                  <a:lnTo>
                    <a:pt x="4087" y="19133"/>
                  </a:lnTo>
                  <a:lnTo>
                    <a:pt x="2386" y="15276"/>
                  </a:lnTo>
                  <a:lnTo>
                    <a:pt x="0" y="12186"/>
                  </a:lnTo>
                  <a:lnTo>
                    <a:pt x="4150" y="7816"/>
                  </a:lnTo>
                  <a:lnTo>
                    <a:pt x="4386" y="7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h2634"/>
            <p:cNvSpPr/>
            <p:nvPr/>
          </p:nvSpPr>
          <p:spPr>
            <a:xfrm>
              <a:off x="2851718" y="2976813"/>
              <a:ext cx="139" cy="416"/>
            </a:xfrm>
            <a:custGeom>
              <a:avLst/>
              <a:pathLst>
                <a:path w="139" h="416">
                  <a:moveTo>
                    <a:pt x="1" y="0"/>
                  </a:moveTo>
                  <a:lnTo>
                    <a:pt x="139" y="207"/>
                  </a:lnTo>
                  <a:lnTo>
                    <a:pt x="0" y="4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h2635"/>
            <p:cNvSpPr/>
            <p:nvPr/>
          </p:nvSpPr>
          <p:spPr>
            <a:xfrm>
              <a:off x="2823443" y="2966918"/>
              <a:ext cx="25340" cy="19117"/>
            </a:xfrm>
            <a:custGeom>
              <a:avLst/>
              <a:pathLst>
                <a:path w="25340" h="19117">
                  <a:moveTo>
                    <a:pt x="23731" y="6387"/>
                  </a:moveTo>
                  <a:lnTo>
                    <a:pt x="23255" y="7200"/>
                  </a:lnTo>
                  <a:lnTo>
                    <a:pt x="25340" y="10676"/>
                  </a:lnTo>
                  <a:lnTo>
                    <a:pt x="23878" y="11515"/>
                  </a:lnTo>
                  <a:lnTo>
                    <a:pt x="22096" y="18226"/>
                  </a:lnTo>
                  <a:lnTo>
                    <a:pt x="17572" y="19117"/>
                  </a:lnTo>
                  <a:lnTo>
                    <a:pt x="15742" y="18729"/>
                  </a:lnTo>
                  <a:lnTo>
                    <a:pt x="11250" y="14444"/>
                  </a:lnTo>
                  <a:lnTo>
                    <a:pt x="9092" y="15918"/>
                  </a:lnTo>
                  <a:lnTo>
                    <a:pt x="5138" y="12996"/>
                  </a:lnTo>
                  <a:lnTo>
                    <a:pt x="4420" y="9770"/>
                  </a:lnTo>
                  <a:lnTo>
                    <a:pt x="2431" y="8379"/>
                  </a:lnTo>
                  <a:lnTo>
                    <a:pt x="1002" y="8428"/>
                  </a:lnTo>
                  <a:lnTo>
                    <a:pt x="0" y="3332"/>
                  </a:lnTo>
                  <a:lnTo>
                    <a:pt x="3413" y="4290"/>
                  </a:lnTo>
                  <a:lnTo>
                    <a:pt x="5451" y="2920"/>
                  </a:lnTo>
                  <a:lnTo>
                    <a:pt x="5858" y="948"/>
                  </a:lnTo>
                  <a:lnTo>
                    <a:pt x="7399" y="302"/>
                  </a:lnTo>
                  <a:lnTo>
                    <a:pt x="11156" y="4838"/>
                  </a:lnTo>
                  <a:lnTo>
                    <a:pt x="12873" y="5327"/>
                  </a:lnTo>
                  <a:lnTo>
                    <a:pt x="13210" y="0"/>
                  </a:lnTo>
                  <a:lnTo>
                    <a:pt x="17025" y="15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h2636"/>
            <p:cNvSpPr/>
            <p:nvPr/>
          </p:nvSpPr>
          <p:spPr>
            <a:xfrm>
              <a:off x="2917883" y="3044951"/>
              <a:ext cx="34819" cy="40402"/>
            </a:xfrm>
            <a:custGeom>
              <a:avLst/>
              <a:pathLst>
                <a:path w="34819" h="40402">
                  <a:moveTo>
                    <a:pt x="24033" y="0"/>
                  </a:moveTo>
                  <a:lnTo>
                    <a:pt x="26616" y="489"/>
                  </a:lnTo>
                  <a:lnTo>
                    <a:pt x="29644" y="3749"/>
                  </a:lnTo>
                  <a:lnTo>
                    <a:pt x="34557" y="6126"/>
                  </a:lnTo>
                  <a:lnTo>
                    <a:pt x="34819" y="7486"/>
                  </a:lnTo>
                  <a:lnTo>
                    <a:pt x="31272" y="9811"/>
                  </a:lnTo>
                  <a:lnTo>
                    <a:pt x="30600" y="18589"/>
                  </a:lnTo>
                  <a:lnTo>
                    <a:pt x="29859" y="19556"/>
                  </a:lnTo>
                  <a:lnTo>
                    <a:pt x="24097" y="22429"/>
                  </a:lnTo>
                  <a:lnTo>
                    <a:pt x="23559" y="32471"/>
                  </a:lnTo>
                  <a:lnTo>
                    <a:pt x="22074" y="35320"/>
                  </a:lnTo>
                  <a:lnTo>
                    <a:pt x="17701" y="38113"/>
                  </a:lnTo>
                  <a:lnTo>
                    <a:pt x="13858" y="38121"/>
                  </a:lnTo>
                  <a:lnTo>
                    <a:pt x="13332" y="39666"/>
                  </a:lnTo>
                  <a:lnTo>
                    <a:pt x="10547" y="38974"/>
                  </a:lnTo>
                  <a:lnTo>
                    <a:pt x="5915" y="40402"/>
                  </a:lnTo>
                  <a:lnTo>
                    <a:pt x="4256" y="39384"/>
                  </a:lnTo>
                  <a:lnTo>
                    <a:pt x="4108" y="38293"/>
                  </a:lnTo>
                  <a:lnTo>
                    <a:pt x="5900" y="36002"/>
                  </a:lnTo>
                  <a:lnTo>
                    <a:pt x="3655" y="31484"/>
                  </a:lnTo>
                  <a:lnTo>
                    <a:pt x="579" y="29826"/>
                  </a:lnTo>
                  <a:lnTo>
                    <a:pt x="703" y="29293"/>
                  </a:lnTo>
                  <a:lnTo>
                    <a:pt x="2571" y="29237"/>
                  </a:lnTo>
                  <a:lnTo>
                    <a:pt x="3698" y="24662"/>
                  </a:lnTo>
                  <a:lnTo>
                    <a:pt x="2659" y="14666"/>
                  </a:lnTo>
                  <a:lnTo>
                    <a:pt x="0" y="11888"/>
                  </a:lnTo>
                  <a:lnTo>
                    <a:pt x="646" y="11306"/>
                  </a:lnTo>
                  <a:lnTo>
                    <a:pt x="4239" y="12437"/>
                  </a:lnTo>
                  <a:lnTo>
                    <a:pt x="7454" y="13145"/>
                  </a:lnTo>
                  <a:lnTo>
                    <a:pt x="10710" y="10502"/>
                  </a:lnTo>
                  <a:lnTo>
                    <a:pt x="17155" y="10206"/>
                  </a:lnTo>
                  <a:lnTo>
                    <a:pt x="23717" y="5700"/>
                  </a:lnTo>
                  <a:lnTo>
                    <a:pt x="25344" y="218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h2637"/>
            <p:cNvSpPr/>
            <p:nvPr/>
          </p:nvSpPr>
          <p:spPr>
            <a:xfrm>
              <a:off x="2975840" y="3119860"/>
              <a:ext cx="31297" cy="43296"/>
            </a:xfrm>
            <a:custGeom>
              <a:avLst/>
              <a:pathLst>
                <a:path w="31297" h="43296">
                  <a:moveTo>
                    <a:pt x="14660" y="576"/>
                  </a:moveTo>
                  <a:lnTo>
                    <a:pt x="12609" y="3665"/>
                  </a:lnTo>
                  <a:lnTo>
                    <a:pt x="15029" y="6689"/>
                  </a:lnTo>
                  <a:lnTo>
                    <a:pt x="19064" y="9202"/>
                  </a:lnTo>
                  <a:lnTo>
                    <a:pt x="19387" y="10451"/>
                  </a:lnTo>
                  <a:lnTo>
                    <a:pt x="20478" y="11133"/>
                  </a:lnTo>
                  <a:lnTo>
                    <a:pt x="19595" y="12926"/>
                  </a:lnTo>
                  <a:lnTo>
                    <a:pt x="19870" y="15071"/>
                  </a:lnTo>
                  <a:lnTo>
                    <a:pt x="27738" y="23580"/>
                  </a:lnTo>
                  <a:lnTo>
                    <a:pt x="29816" y="28026"/>
                  </a:lnTo>
                  <a:lnTo>
                    <a:pt x="31297" y="36018"/>
                  </a:lnTo>
                  <a:lnTo>
                    <a:pt x="30992" y="40174"/>
                  </a:lnTo>
                  <a:lnTo>
                    <a:pt x="30208" y="39581"/>
                  </a:lnTo>
                  <a:lnTo>
                    <a:pt x="26737" y="39539"/>
                  </a:lnTo>
                  <a:lnTo>
                    <a:pt x="3874" y="43296"/>
                  </a:lnTo>
                  <a:lnTo>
                    <a:pt x="1835" y="43010"/>
                  </a:lnTo>
                  <a:lnTo>
                    <a:pt x="0" y="42289"/>
                  </a:lnTo>
                  <a:lnTo>
                    <a:pt x="657" y="34183"/>
                  </a:lnTo>
                  <a:lnTo>
                    <a:pt x="3553" y="33463"/>
                  </a:lnTo>
                  <a:lnTo>
                    <a:pt x="7376" y="35439"/>
                  </a:lnTo>
                  <a:lnTo>
                    <a:pt x="7686" y="34865"/>
                  </a:lnTo>
                  <a:lnTo>
                    <a:pt x="7520" y="33158"/>
                  </a:lnTo>
                  <a:lnTo>
                    <a:pt x="3997" y="31976"/>
                  </a:lnTo>
                  <a:lnTo>
                    <a:pt x="596" y="27580"/>
                  </a:lnTo>
                  <a:lnTo>
                    <a:pt x="1209" y="25331"/>
                  </a:lnTo>
                  <a:lnTo>
                    <a:pt x="4606" y="25647"/>
                  </a:lnTo>
                  <a:lnTo>
                    <a:pt x="6481" y="30274"/>
                  </a:lnTo>
                  <a:lnTo>
                    <a:pt x="8476" y="32342"/>
                  </a:lnTo>
                  <a:lnTo>
                    <a:pt x="15883" y="35211"/>
                  </a:lnTo>
                  <a:lnTo>
                    <a:pt x="19123" y="38112"/>
                  </a:lnTo>
                  <a:lnTo>
                    <a:pt x="20351" y="35919"/>
                  </a:lnTo>
                  <a:lnTo>
                    <a:pt x="18794" y="33073"/>
                  </a:lnTo>
                  <a:lnTo>
                    <a:pt x="17651" y="28150"/>
                  </a:lnTo>
                  <a:lnTo>
                    <a:pt x="3320" y="21439"/>
                  </a:lnTo>
                  <a:lnTo>
                    <a:pt x="1203" y="16309"/>
                  </a:lnTo>
                  <a:lnTo>
                    <a:pt x="3822" y="9237"/>
                  </a:lnTo>
                  <a:lnTo>
                    <a:pt x="580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h2638"/>
            <p:cNvSpPr/>
            <p:nvPr/>
          </p:nvSpPr>
          <p:spPr>
            <a:xfrm>
              <a:off x="2933886" y="3114283"/>
              <a:ext cx="62305" cy="53319"/>
            </a:xfrm>
            <a:custGeom>
              <a:avLst/>
              <a:pathLst>
                <a:path w="62305" h="53319">
                  <a:moveTo>
                    <a:pt x="29106" y="338"/>
                  </a:moveTo>
                  <a:lnTo>
                    <a:pt x="29230" y="3094"/>
                  </a:lnTo>
                  <a:lnTo>
                    <a:pt x="31942" y="4711"/>
                  </a:lnTo>
                  <a:lnTo>
                    <a:pt x="35388" y="2837"/>
                  </a:lnTo>
                  <a:lnTo>
                    <a:pt x="37300" y="965"/>
                  </a:lnTo>
                  <a:lnTo>
                    <a:pt x="41706" y="565"/>
                  </a:lnTo>
                  <a:lnTo>
                    <a:pt x="47356" y="3870"/>
                  </a:lnTo>
                  <a:lnTo>
                    <a:pt x="47755" y="5577"/>
                  </a:lnTo>
                  <a:lnTo>
                    <a:pt x="45777" y="14814"/>
                  </a:lnTo>
                  <a:lnTo>
                    <a:pt x="43157" y="21886"/>
                  </a:lnTo>
                  <a:lnTo>
                    <a:pt x="45275" y="27017"/>
                  </a:lnTo>
                  <a:lnTo>
                    <a:pt x="59606" y="33728"/>
                  </a:lnTo>
                  <a:lnTo>
                    <a:pt x="60749" y="38651"/>
                  </a:lnTo>
                  <a:lnTo>
                    <a:pt x="62305" y="41497"/>
                  </a:lnTo>
                  <a:lnTo>
                    <a:pt x="61077" y="43689"/>
                  </a:lnTo>
                  <a:lnTo>
                    <a:pt x="57837" y="40789"/>
                  </a:lnTo>
                  <a:lnTo>
                    <a:pt x="50431" y="37919"/>
                  </a:lnTo>
                  <a:lnTo>
                    <a:pt x="48436" y="35852"/>
                  </a:lnTo>
                  <a:lnTo>
                    <a:pt x="46561" y="31225"/>
                  </a:lnTo>
                  <a:lnTo>
                    <a:pt x="43164" y="30908"/>
                  </a:lnTo>
                  <a:lnTo>
                    <a:pt x="42551" y="33157"/>
                  </a:lnTo>
                  <a:lnTo>
                    <a:pt x="45951" y="37553"/>
                  </a:lnTo>
                  <a:lnTo>
                    <a:pt x="49475" y="38735"/>
                  </a:lnTo>
                  <a:lnTo>
                    <a:pt x="49641" y="40442"/>
                  </a:lnTo>
                  <a:lnTo>
                    <a:pt x="49330" y="41016"/>
                  </a:lnTo>
                  <a:lnTo>
                    <a:pt x="45508" y="39041"/>
                  </a:lnTo>
                  <a:lnTo>
                    <a:pt x="42611" y="39761"/>
                  </a:lnTo>
                  <a:lnTo>
                    <a:pt x="41954" y="47867"/>
                  </a:lnTo>
                  <a:lnTo>
                    <a:pt x="43790" y="48587"/>
                  </a:lnTo>
                  <a:lnTo>
                    <a:pt x="33377" y="50162"/>
                  </a:lnTo>
                  <a:lnTo>
                    <a:pt x="28213" y="52415"/>
                  </a:lnTo>
                  <a:lnTo>
                    <a:pt x="27475" y="53319"/>
                  </a:lnTo>
                  <a:lnTo>
                    <a:pt x="21554" y="46082"/>
                  </a:lnTo>
                  <a:lnTo>
                    <a:pt x="19099" y="45272"/>
                  </a:lnTo>
                  <a:lnTo>
                    <a:pt x="19363" y="43412"/>
                  </a:lnTo>
                  <a:lnTo>
                    <a:pt x="28660" y="39997"/>
                  </a:lnTo>
                  <a:lnTo>
                    <a:pt x="28804" y="39271"/>
                  </a:lnTo>
                  <a:lnTo>
                    <a:pt x="28874" y="35806"/>
                  </a:lnTo>
                  <a:lnTo>
                    <a:pt x="22418" y="29578"/>
                  </a:lnTo>
                  <a:lnTo>
                    <a:pt x="16597" y="32667"/>
                  </a:lnTo>
                  <a:lnTo>
                    <a:pt x="13295" y="36415"/>
                  </a:lnTo>
                  <a:lnTo>
                    <a:pt x="9923" y="37467"/>
                  </a:lnTo>
                  <a:lnTo>
                    <a:pt x="8671" y="37918"/>
                  </a:lnTo>
                  <a:lnTo>
                    <a:pt x="2586" y="35565"/>
                  </a:lnTo>
                  <a:lnTo>
                    <a:pt x="0" y="28964"/>
                  </a:lnTo>
                  <a:lnTo>
                    <a:pt x="1484" y="25894"/>
                  </a:lnTo>
                  <a:lnTo>
                    <a:pt x="9552" y="20892"/>
                  </a:lnTo>
                  <a:lnTo>
                    <a:pt x="11738" y="20763"/>
                  </a:lnTo>
                  <a:lnTo>
                    <a:pt x="14787" y="22106"/>
                  </a:lnTo>
                  <a:lnTo>
                    <a:pt x="14936" y="23104"/>
                  </a:lnTo>
                  <a:lnTo>
                    <a:pt x="17527" y="21678"/>
                  </a:lnTo>
                  <a:lnTo>
                    <a:pt x="16797" y="14725"/>
                  </a:lnTo>
                  <a:lnTo>
                    <a:pt x="19711" y="13232"/>
                  </a:lnTo>
                  <a:lnTo>
                    <a:pt x="21280" y="11060"/>
                  </a:lnTo>
                  <a:lnTo>
                    <a:pt x="20689" y="10288"/>
                  </a:lnTo>
                  <a:lnTo>
                    <a:pt x="21060" y="2238"/>
                  </a:lnTo>
                  <a:lnTo>
                    <a:pt x="2594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h2639"/>
            <p:cNvSpPr/>
            <p:nvPr/>
          </p:nvSpPr>
          <p:spPr>
            <a:xfrm>
              <a:off x="2661119" y="2696776"/>
              <a:ext cx="41304" cy="56854"/>
            </a:xfrm>
            <a:custGeom>
              <a:avLst/>
              <a:pathLst>
                <a:path w="41304" h="56854">
                  <a:moveTo>
                    <a:pt x="41297" y="1954"/>
                  </a:moveTo>
                  <a:lnTo>
                    <a:pt x="41304" y="7703"/>
                  </a:lnTo>
                  <a:lnTo>
                    <a:pt x="36896" y="21041"/>
                  </a:lnTo>
                  <a:lnTo>
                    <a:pt x="33199" y="28463"/>
                  </a:lnTo>
                  <a:lnTo>
                    <a:pt x="32275" y="33716"/>
                  </a:lnTo>
                  <a:lnTo>
                    <a:pt x="32245" y="39371"/>
                  </a:lnTo>
                  <a:lnTo>
                    <a:pt x="33298" y="44042"/>
                  </a:lnTo>
                  <a:lnTo>
                    <a:pt x="39198" y="56854"/>
                  </a:lnTo>
                  <a:lnTo>
                    <a:pt x="37142" y="54653"/>
                  </a:lnTo>
                  <a:lnTo>
                    <a:pt x="34948" y="53973"/>
                  </a:lnTo>
                  <a:lnTo>
                    <a:pt x="34181" y="55175"/>
                  </a:lnTo>
                  <a:lnTo>
                    <a:pt x="31586" y="54928"/>
                  </a:lnTo>
                  <a:lnTo>
                    <a:pt x="29438" y="52533"/>
                  </a:lnTo>
                  <a:lnTo>
                    <a:pt x="27562" y="52253"/>
                  </a:lnTo>
                  <a:lnTo>
                    <a:pt x="19728" y="54429"/>
                  </a:lnTo>
                  <a:lnTo>
                    <a:pt x="17981" y="55676"/>
                  </a:lnTo>
                  <a:lnTo>
                    <a:pt x="17793" y="56609"/>
                  </a:lnTo>
                  <a:lnTo>
                    <a:pt x="15997" y="56383"/>
                  </a:lnTo>
                  <a:lnTo>
                    <a:pt x="11505" y="52610"/>
                  </a:lnTo>
                  <a:lnTo>
                    <a:pt x="8537" y="47574"/>
                  </a:lnTo>
                  <a:lnTo>
                    <a:pt x="3061" y="45951"/>
                  </a:lnTo>
                  <a:lnTo>
                    <a:pt x="884" y="46881"/>
                  </a:lnTo>
                  <a:lnTo>
                    <a:pt x="0" y="45427"/>
                  </a:lnTo>
                  <a:lnTo>
                    <a:pt x="1911" y="43354"/>
                  </a:lnTo>
                  <a:lnTo>
                    <a:pt x="789" y="42033"/>
                  </a:lnTo>
                  <a:lnTo>
                    <a:pt x="884" y="40750"/>
                  </a:lnTo>
                  <a:lnTo>
                    <a:pt x="1934" y="39477"/>
                  </a:lnTo>
                  <a:lnTo>
                    <a:pt x="5090" y="38728"/>
                  </a:lnTo>
                  <a:lnTo>
                    <a:pt x="5677" y="36197"/>
                  </a:lnTo>
                  <a:lnTo>
                    <a:pt x="7270" y="35400"/>
                  </a:lnTo>
                  <a:lnTo>
                    <a:pt x="10519" y="35689"/>
                  </a:lnTo>
                  <a:lnTo>
                    <a:pt x="13806" y="34120"/>
                  </a:lnTo>
                  <a:lnTo>
                    <a:pt x="13667" y="27425"/>
                  </a:lnTo>
                  <a:lnTo>
                    <a:pt x="16383" y="23524"/>
                  </a:lnTo>
                  <a:lnTo>
                    <a:pt x="17274" y="21624"/>
                  </a:lnTo>
                  <a:lnTo>
                    <a:pt x="19687" y="19168"/>
                  </a:lnTo>
                  <a:lnTo>
                    <a:pt x="21166" y="13872"/>
                  </a:lnTo>
                  <a:lnTo>
                    <a:pt x="18942" y="0"/>
                  </a:lnTo>
                  <a:lnTo>
                    <a:pt x="35021" y="476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h2640"/>
            <p:cNvSpPr/>
            <p:nvPr/>
          </p:nvSpPr>
          <p:spPr>
            <a:xfrm>
              <a:off x="2713887" y="2708057"/>
              <a:ext cx="961" cy="972"/>
            </a:xfrm>
            <a:custGeom>
              <a:avLst/>
              <a:pathLst>
                <a:path w="961" h="972">
                  <a:moveTo>
                    <a:pt x="578" y="949"/>
                  </a:moveTo>
                  <a:lnTo>
                    <a:pt x="0" y="972"/>
                  </a:lnTo>
                  <a:lnTo>
                    <a:pt x="96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h2641"/>
            <p:cNvSpPr/>
            <p:nvPr/>
          </p:nvSpPr>
          <p:spPr>
            <a:xfrm>
              <a:off x="2617492" y="2628057"/>
              <a:ext cx="85147" cy="73481"/>
            </a:xfrm>
            <a:custGeom>
              <a:avLst/>
              <a:pathLst>
                <a:path w="85147" h="73481">
                  <a:moveTo>
                    <a:pt x="35400" y="10132"/>
                  </a:moveTo>
                  <a:lnTo>
                    <a:pt x="38757" y="17760"/>
                  </a:lnTo>
                  <a:lnTo>
                    <a:pt x="42604" y="24644"/>
                  </a:lnTo>
                  <a:lnTo>
                    <a:pt x="52465" y="39287"/>
                  </a:lnTo>
                  <a:lnTo>
                    <a:pt x="60421" y="48650"/>
                  </a:lnTo>
                  <a:lnTo>
                    <a:pt x="73228" y="60049"/>
                  </a:lnTo>
                  <a:lnTo>
                    <a:pt x="82773" y="67012"/>
                  </a:lnTo>
                  <a:lnTo>
                    <a:pt x="85147" y="69627"/>
                  </a:lnTo>
                  <a:lnTo>
                    <a:pt x="84923" y="70672"/>
                  </a:lnTo>
                  <a:lnTo>
                    <a:pt x="78648" y="73481"/>
                  </a:lnTo>
                  <a:lnTo>
                    <a:pt x="70303" y="66520"/>
                  </a:lnTo>
                  <a:lnTo>
                    <a:pt x="66476" y="61703"/>
                  </a:lnTo>
                  <a:lnTo>
                    <a:pt x="65105" y="58541"/>
                  </a:lnTo>
                  <a:lnTo>
                    <a:pt x="61088" y="55118"/>
                  </a:lnTo>
                  <a:lnTo>
                    <a:pt x="51905" y="44864"/>
                  </a:lnTo>
                  <a:lnTo>
                    <a:pt x="44967" y="28736"/>
                  </a:lnTo>
                  <a:lnTo>
                    <a:pt x="40314" y="29566"/>
                  </a:lnTo>
                  <a:lnTo>
                    <a:pt x="27997" y="27500"/>
                  </a:lnTo>
                  <a:lnTo>
                    <a:pt x="24926" y="28371"/>
                  </a:lnTo>
                  <a:lnTo>
                    <a:pt x="22903" y="30953"/>
                  </a:lnTo>
                  <a:lnTo>
                    <a:pt x="18402" y="30370"/>
                  </a:lnTo>
                  <a:lnTo>
                    <a:pt x="17405" y="29320"/>
                  </a:lnTo>
                  <a:lnTo>
                    <a:pt x="18094" y="27869"/>
                  </a:lnTo>
                  <a:lnTo>
                    <a:pt x="17341" y="27478"/>
                  </a:lnTo>
                  <a:lnTo>
                    <a:pt x="5324" y="26618"/>
                  </a:lnTo>
                  <a:lnTo>
                    <a:pt x="4025" y="25453"/>
                  </a:lnTo>
                  <a:lnTo>
                    <a:pt x="4101" y="24147"/>
                  </a:lnTo>
                  <a:lnTo>
                    <a:pt x="1000" y="21221"/>
                  </a:lnTo>
                  <a:lnTo>
                    <a:pt x="0" y="19842"/>
                  </a:lnTo>
                  <a:lnTo>
                    <a:pt x="317" y="18822"/>
                  </a:lnTo>
                  <a:lnTo>
                    <a:pt x="1563" y="17867"/>
                  </a:lnTo>
                  <a:lnTo>
                    <a:pt x="3082" y="18580"/>
                  </a:lnTo>
                  <a:lnTo>
                    <a:pt x="5898" y="17272"/>
                  </a:lnTo>
                  <a:lnTo>
                    <a:pt x="8029" y="12163"/>
                  </a:lnTo>
                  <a:lnTo>
                    <a:pt x="11146" y="10923"/>
                  </a:lnTo>
                  <a:lnTo>
                    <a:pt x="10539" y="8703"/>
                  </a:lnTo>
                  <a:lnTo>
                    <a:pt x="11538" y="5629"/>
                  </a:lnTo>
                  <a:lnTo>
                    <a:pt x="15570" y="5825"/>
                  </a:lnTo>
                  <a:lnTo>
                    <a:pt x="15850" y="7649"/>
                  </a:lnTo>
                  <a:lnTo>
                    <a:pt x="13945" y="11114"/>
                  </a:lnTo>
                  <a:lnTo>
                    <a:pt x="17467" y="11760"/>
                  </a:lnTo>
                  <a:lnTo>
                    <a:pt x="20324" y="8300"/>
                  </a:lnTo>
                  <a:lnTo>
                    <a:pt x="20028" y="5292"/>
                  </a:lnTo>
                  <a:lnTo>
                    <a:pt x="21622" y="3753"/>
                  </a:lnTo>
                  <a:lnTo>
                    <a:pt x="23992" y="2412"/>
                  </a:lnTo>
                  <a:lnTo>
                    <a:pt x="29807" y="1610"/>
                  </a:lnTo>
                  <a:lnTo>
                    <a:pt x="3220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h2642"/>
            <p:cNvSpPr/>
            <p:nvPr/>
          </p:nvSpPr>
          <p:spPr>
            <a:xfrm>
              <a:off x="2643245" y="2727200"/>
              <a:ext cx="23551" cy="15571"/>
            </a:xfrm>
            <a:custGeom>
              <a:avLst/>
              <a:pathLst>
                <a:path w="23551" h="15571">
                  <a:moveTo>
                    <a:pt x="10575" y="94"/>
                  </a:moveTo>
                  <a:lnTo>
                    <a:pt x="13905" y="5984"/>
                  </a:lnTo>
                  <a:lnTo>
                    <a:pt x="17380" y="9161"/>
                  </a:lnTo>
                  <a:lnTo>
                    <a:pt x="21641" y="7266"/>
                  </a:lnTo>
                  <a:lnTo>
                    <a:pt x="22092" y="5325"/>
                  </a:lnTo>
                  <a:lnTo>
                    <a:pt x="20687" y="4430"/>
                  </a:lnTo>
                  <a:lnTo>
                    <a:pt x="22207" y="2725"/>
                  </a:lnTo>
                  <a:lnTo>
                    <a:pt x="23551" y="5773"/>
                  </a:lnTo>
                  <a:lnTo>
                    <a:pt x="22964" y="8304"/>
                  </a:lnTo>
                  <a:lnTo>
                    <a:pt x="19808" y="9052"/>
                  </a:lnTo>
                  <a:lnTo>
                    <a:pt x="18758" y="10325"/>
                  </a:lnTo>
                  <a:lnTo>
                    <a:pt x="18663" y="11608"/>
                  </a:lnTo>
                  <a:lnTo>
                    <a:pt x="19785" y="12929"/>
                  </a:lnTo>
                  <a:lnTo>
                    <a:pt x="17873" y="15003"/>
                  </a:lnTo>
                  <a:lnTo>
                    <a:pt x="17633" y="15571"/>
                  </a:lnTo>
                  <a:lnTo>
                    <a:pt x="14017" y="14504"/>
                  </a:lnTo>
                  <a:lnTo>
                    <a:pt x="8825" y="11018"/>
                  </a:lnTo>
                  <a:lnTo>
                    <a:pt x="5853" y="13351"/>
                  </a:lnTo>
                  <a:lnTo>
                    <a:pt x="4848" y="13082"/>
                  </a:lnTo>
                  <a:lnTo>
                    <a:pt x="4374" y="12190"/>
                  </a:lnTo>
                  <a:lnTo>
                    <a:pt x="1921" y="13186"/>
                  </a:lnTo>
                  <a:lnTo>
                    <a:pt x="151" y="11450"/>
                  </a:lnTo>
                  <a:lnTo>
                    <a:pt x="0" y="10503"/>
                  </a:lnTo>
                  <a:lnTo>
                    <a:pt x="2910" y="4306"/>
                  </a:lnTo>
                  <a:lnTo>
                    <a:pt x="6822" y="1458"/>
                  </a:lnTo>
                  <a:lnTo>
                    <a:pt x="883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h2643"/>
            <p:cNvSpPr/>
            <p:nvPr/>
          </p:nvSpPr>
          <p:spPr>
            <a:xfrm>
              <a:off x="2635932" y="2703506"/>
              <a:ext cx="41237" cy="28000"/>
            </a:xfrm>
            <a:custGeom>
              <a:avLst/>
              <a:pathLst>
                <a:path w="41237" h="28000">
                  <a:moveTo>
                    <a:pt x="19883" y="192"/>
                  </a:moveTo>
                  <a:lnTo>
                    <a:pt x="20496" y="2749"/>
                  </a:lnTo>
                  <a:lnTo>
                    <a:pt x="19498" y="3597"/>
                  </a:lnTo>
                  <a:lnTo>
                    <a:pt x="19160" y="9737"/>
                  </a:lnTo>
                  <a:lnTo>
                    <a:pt x="21199" y="9614"/>
                  </a:lnTo>
                  <a:lnTo>
                    <a:pt x="31012" y="5855"/>
                  </a:lnTo>
                  <a:lnTo>
                    <a:pt x="35992" y="3230"/>
                  </a:lnTo>
                  <a:lnTo>
                    <a:pt x="38482" y="5076"/>
                  </a:lnTo>
                  <a:lnTo>
                    <a:pt x="40888" y="9802"/>
                  </a:lnTo>
                  <a:lnTo>
                    <a:pt x="41237" y="13343"/>
                  </a:lnTo>
                  <a:lnTo>
                    <a:pt x="39161" y="14397"/>
                  </a:lnTo>
                  <a:lnTo>
                    <a:pt x="37449" y="13428"/>
                  </a:lnTo>
                  <a:lnTo>
                    <a:pt x="33554" y="12551"/>
                  </a:lnTo>
                  <a:lnTo>
                    <a:pt x="28358" y="14849"/>
                  </a:lnTo>
                  <a:lnTo>
                    <a:pt x="27477" y="16376"/>
                  </a:lnTo>
                  <a:lnTo>
                    <a:pt x="26261" y="16516"/>
                  </a:lnTo>
                  <a:lnTo>
                    <a:pt x="22431" y="13766"/>
                  </a:lnTo>
                  <a:lnTo>
                    <a:pt x="20089" y="13761"/>
                  </a:lnTo>
                  <a:lnTo>
                    <a:pt x="19650" y="11052"/>
                  </a:lnTo>
                  <a:lnTo>
                    <a:pt x="17749" y="10863"/>
                  </a:lnTo>
                  <a:lnTo>
                    <a:pt x="15407" y="12166"/>
                  </a:lnTo>
                  <a:lnTo>
                    <a:pt x="14500" y="13462"/>
                  </a:lnTo>
                  <a:lnTo>
                    <a:pt x="18995" y="14780"/>
                  </a:lnTo>
                  <a:lnTo>
                    <a:pt x="17754" y="20082"/>
                  </a:lnTo>
                  <a:lnTo>
                    <a:pt x="15369" y="19589"/>
                  </a:lnTo>
                  <a:lnTo>
                    <a:pt x="12661" y="21880"/>
                  </a:lnTo>
                  <a:lnTo>
                    <a:pt x="12687" y="24593"/>
                  </a:lnTo>
                  <a:lnTo>
                    <a:pt x="14135" y="25152"/>
                  </a:lnTo>
                  <a:lnTo>
                    <a:pt x="10224" y="28000"/>
                  </a:lnTo>
                  <a:lnTo>
                    <a:pt x="10270" y="26665"/>
                  </a:lnTo>
                  <a:lnTo>
                    <a:pt x="8628" y="25587"/>
                  </a:lnTo>
                  <a:lnTo>
                    <a:pt x="7831" y="22029"/>
                  </a:lnTo>
                  <a:lnTo>
                    <a:pt x="9106" y="18508"/>
                  </a:lnTo>
                  <a:lnTo>
                    <a:pt x="4738" y="15030"/>
                  </a:lnTo>
                  <a:lnTo>
                    <a:pt x="4924" y="17723"/>
                  </a:lnTo>
                  <a:lnTo>
                    <a:pt x="3903" y="18719"/>
                  </a:lnTo>
                  <a:lnTo>
                    <a:pt x="351" y="14230"/>
                  </a:lnTo>
                  <a:lnTo>
                    <a:pt x="0" y="12815"/>
                  </a:lnTo>
                  <a:lnTo>
                    <a:pt x="2584" y="10974"/>
                  </a:lnTo>
                  <a:lnTo>
                    <a:pt x="9728" y="12010"/>
                  </a:lnTo>
                  <a:lnTo>
                    <a:pt x="14823" y="1105"/>
                  </a:lnTo>
                  <a:lnTo>
                    <a:pt x="1781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h2644"/>
            <p:cNvSpPr/>
            <p:nvPr/>
          </p:nvSpPr>
          <p:spPr>
            <a:xfrm>
              <a:off x="2584148" y="2687524"/>
              <a:ext cx="45104" cy="67242"/>
            </a:xfrm>
            <a:custGeom>
              <a:avLst/>
              <a:pathLst>
                <a:path w="45104" h="67242">
                  <a:moveTo>
                    <a:pt x="38456" y="923"/>
                  </a:moveTo>
                  <a:lnTo>
                    <a:pt x="38525" y="1574"/>
                  </a:lnTo>
                  <a:lnTo>
                    <a:pt x="44979" y="6463"/>
                  </a:lnTo>
                  <a:lnTo>
                    <a:pt x="45104" y="7291"/>
                  </a:lnTo>
                  <a:lnTo>
                    <a:pt x="42671" y="11414"/>
                  </a:lnTo>
                  <a:lnTo>
                    <a:pt x="41391" y="16040"/>
                  </a:lnTo>
                  <a:lnTo>
                    <a:pt x="41173" y="21151"/>
                  </a:lnTo>
                  <a:lnTo>
                    <a:pt x="38646" y="22538"/>
                  </a:lnTo>
                  <a:lnTo>
                    <a:pt x="36730" y="26088"/>
                  </a:lnTo>
                  <a:lnTo>
                    <a:pt x="37089" y="28437"/>
                  </a:lnTo>
                  <a:lnTo>
                    <a:pt x="39902" y="33483"/>
                  </a:lnTo>
                  <a:lnTo>
                    <a:pt x="40371" y="38069"/>
                  </a:lnTo>
                  <a:lnTo>
                    <a:pt x="39311" y="39627"/>
                  </a:lnTo>
                  <a:lnTo>
                    <a:pt x="37398" y="38529"/>
                  </a:lnTo>
                  <a:lnTo>
                    <a:pt x="36624" y="39865"/>
                  </a:lnTo>
                  <a:lnTo>
                    <a:pt x="37612" y="45507"/>
                  </a:lnTo>
                  <a:lnTo>
                    <a:pt x="37279" y="47381"/>
                  </a:lnTo>
                  <a:lnTo>
                    <a:pt x="34589" y="47556"/>
                  </a:lnTo>
                  <a:lnTo>
                    <a:pt x="31854" y="51020"/>
                  </a:lnTo>
                  <a:lnTo>
                    <a:pt x="36012" y="51660"/>
                  </a:lnTo>
                  <a:lnTo>
                    <a:pt x="40954" y="58366"/>
                  </a:lnTo>
                  <a:lnTo>
                    <a:pt x="41125" y="59570"/>
                  </a:lnTo>
                  <a:lnTo>
                    <a:pt x="40283" y="61249"/>
                  </a:lnTo>
                  <a:lnTo>
                    <a:pt x="39456" y="60333"/>
                  </a:lnTo>
                  <a:lnTo>
                    <a:pt x="35100" y="61071"/>
                  </a:lnTo>
                  <a:lnTo>
                    <a:pt x="27615" y="64354"/>
                  </a:lnTo>
                  <a:lnTo>
                    <a:pt x="25630" y="67199"/>
                  </a:lnTo>
                  <a:lnTo>
                    <a:pt x="24353" y="67242"/>
                  </a:lnTo>
                  <a:lnTo>
                    <a:pt x="23120" y="66563"/>
                  </a:lnTo>
                  <a:lnTo>
                    <a:pt x="22315" y="64051"/>
                  </a:lnTo>
                  <a:lnTo>
                    <a:pt x="21070" y="62741"/>
                  </a:lnTo>
                  <a:lnTo>
                    <a:pt x="19797" y="62653"/>
                  </a:lnTo>
                  <a:lnTo>
                    <a:pt x="20575" y="61725"/>
                  </a:lnTo>
                  <a:lnTo>
                    <a:pt x="20113" y="58394"/>
                  </a:lnTo>
                  <a:lnTo>
                    <a:pt x="16415" y="53148"/>
                  </a:lnTo>
                  <a:lnTo>
                    <a:pt x="17092" y="51575"/>
                  </a:lnTo>
                  <a:lnTo>
                    <a:pt x="16851" y="49524"/>
                  </a:lnTo>
                  <a:lnTo>
                    <a:pt x="15689" y="47787"/>
                  </a:lnTo>
                  <a:lnTo>
                    <a:pt x="14354" y="47141"/>
                  </a:lnTo>
                  <a:lnTo>
                    <a:pt x="12465" y="46512"/>
                  </a:lnTo>
                  <a:lnTo>
                    <a:pt x="2344" y="47039"/>
                  </a:lnTo>
                  <a:lnTo>
                    <a:pt x="2000" y="45669"/>
                  </a:lnTo>
                  <a:lnTo>
                    <a:pt x="3906" y="41091"/>
                  </a:lnTo>
                  <a:lnTo>
                    <a:pt x="4044" y="38645"/>
                  </a:lnTo>
                  <a:lnTo>
                    <a:pt x="0" y="35619"/>
                  </a:lnTo>
                  <a:lnTo>
                    <a:pt x="2361" y="32366"/>
                  </a:lnTo>
                  <a:lnTo>
                    <a:pt x="4328" y="34504"/>
                  </a:lnTo>
                  <a:lnTo>
                    <a:pt x="5232" y="34218"/>
                  </a:lnTo>
                  <a:lnTo>
                    <a:pt x="7540" y="30127"/>
                  </a:lnTo>
                  <a:lnTo>
                    <a:pt x="6726" y="28171"/>
                  </a:lnTo>
                  <a:lnTo>
                    <a:pt x="8631" y="25348"/>
                  </a:lnTo>
                  <a:lnTo>
                    <a:pt x="13391" y="21018"/>
                  </a:lnTo>
                  <a:lnTo>
                    <a:pt x="14366" y="20951"/>
                  </a:lnTo>
                  <a:lnTo>
                    <a:pt x="15161" y="22665"/>
                  </a:lnTo>
                  <a:lnTo>
                    <a:pt x="14397" y="23789"/>
                  </a:lnTo>
                  <a:lnTo>
                    <a:pt x="14380" y="26332"/>
                  </a:lnTo>
                  <a:lnTo>
                    <a:pt x="16903" y="26114"/>
                  </a:lnTo>
                  <a:lnTo>
                    <a:pt x="17604" y="23208"/>
                  </a:lnTo>
                  <a:lnTo>
                    <a:pt x="15813" y="17311"/>
                  </a:lnTo>
                  <a:lnTo>
                    <a:pt x="17970" y="13521"/>
                  </a:lnTo>
                  <a:lnTo>
                    <a:pt x="22712" y="11221"/>
                  </a:lnTo>
                  <a:lnTo>
                    <a:pt x="23847" y="12546"/>
                  </a:lnTo>
                  <a:lnTo>
                    <a:pt x="26073" y="12668"/>
                  </a:lnTo>
                  <a:lnTo>
                    <a:pt x="31521" y="9555"/>
                  </a:lnTo>
                  <a:lnTo>
                    <a:pt x="34542" y="4690"/>
                  </a:lnTo>
                  <a:lnTo>
                    <a:pt x="32445" y="3292"/>
                  </a:lnTo>
                  <a:lnTo>
                    <a:pt x="33195" y="935"/>
                  </a:lnTo>
                  <a:lnTo>
                    <a:pt x="356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h2645"/>
            <p:cNvSpPr/>
            <p:nvPr/>
          </p:nvSpPr>
          <p:spPr>
            <a:xfrm>
              <a:off x="2730036" y="2908968"/>
              <a:ext cx="13546" cy="16494"/>
            </a:xfrm>
            <a:custGeom>
              <a:avLst/>
              <a:pathLst>
                <a:path w="13546" h="16494">
                  <a:moveTo>
                    <a:pt x="13546" y="104"/>
                  </a:moveTo>
                  <a:lnTo>
                    <a:pt x="13310" y="7200"/>
                  </a:lnTo>
                  <a:lnTo>
                    <a:pt x="9159" y="11570"/>
                  </a:lnTo>
                  <a:lnTo>
                    <a:pt x="6712" y="15021"/>
                  </a:lnTo>
                  <a:lnTo>
                    <a:pt x="0" y="16494"/>
                  </a:lnTo>
                  <a:lnTo>
                    <a:pt x="1969" y="9579"/>
                  </a:lnTo>
                  <a:lnTo>
                    <a:pt x="5107" y="6813"/>
                  </a:lnTo>
                  <a:lnTo>
                    <a:pt x="4093" y="5183"/>
                  </a:lnTo>
                  <a:lnTo>
                    <a:pt x="7836" y="4324"/>
                  </a:lnTo>
                  <a:lnTo>
                    <a:pt x="7625" y="3161"/>
                  </a:lnTo>
                  <a:lnTo>
                    <a:pt x="8513" y="1927"/>
                  </a:lnTo>
                  <a:lnTo>
                    <a:pt x="1234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h2646"/>
            <p:cNvSpPr/>
            <p:nvPr/>
          </p:nvSpPr>
          <p:spPr>
            <a:xfrm>
              <a:off x="2658323" y="2787917"/>
              <a:ext cx="19178" cy="22551"/>
            </a:xfrm>
            <a:custGeom>
              <a:avLst/>
              <a:pathLst>
                <a:path w="19178" h="22551">
                  <a:moveTo>
                    <a:pt x="18196" y="462"/>
                  </a:moveTo>
                  <a:lnTo>
                    <a:pt x="19178" y="3170"/>
                  </a:lnTo>
                  <a:lnTo>
                    <a:pt x="17038" y="9529"/>
                  </a:lnTo>
                  <a:lnTo>
                    <a:pt x="16949" y="12688"/>
                  </a:lnTo>
                  <a:lnTo>
                    <a:pt x="15506" y="17799"/>
                  </a:lnTo>
                  <a:lnTo>
                    <a:pt x="10133" y="21017"/>
                  </a:lnTo>
                  <a:lnTo>
                    <a:pt x="5991" y="21170"/>
                  </a:lnTo>
                  <a:lnTo>
                    <a:pt x="5748" y="22551"/>
                  </a:lnTo>
                  <a:lnTo>
                    <a:pt x="1046" y="19430"/>
                  </a:lnTo>
                  <a:lnTo>
                    <a:pt x="339" y="11463"/>
                  </a:lnTo>
                  <a:lnTo>
                    <a:pt x="2872" y="9093"/>
                  </a:lnTo>
                  <a:lnTo>
                    <a:pt x="4257" y="2342"/>
                  </a:lnTo>
                  <a:lnTo>
                    <a:pt x="1325" y="2214"/>
                  </a:lnTo>
                  <a:lnTo>
                    <a:pt x="0" y="676"/>
                  </a:lnTo>
                  <a:lnTo>
                    <a:pt x="6789" y="1562"/>
                  </a:lnTo>
                  <a:lnTo>
                    <a:pt x="11658" y="854"/>
                  </a:lnTo>
                  <a:lnTo>
                    <a:pt x="1288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h2647"/>
            <p:cNvSpPr/>
            <p:nvPr/>
          </p:nvSpPr>
          <p:spPr>
            <a:xfrm>
              <a:off x="2720626" y="2811954"/>
              <a:ext cx="48148" cy="41213"/>
            </a:xfrm>
            <a:custGeom>
              <a:avLst/>
              <a:pathLst>
                <a:path w="48148" h="41213">
                  <a:moveTo>
                    <a:pt x="16352" y="8764"/>
                  </a:moveTo>
                  <a:lnTo>
                    <a:pt x="24640" y="15611"/>
                  </a:lnTo>
                  <a:lnTo>
                    <a:pt x="31891" y="25100"/>
                  </a:lnTo>
                  <a:lnTo>
                    <a:pt x="48148" y="41008"/>
                  </a:lnTo>
                  <a:lnTo>
                    <a:pt x="48057" y="41213"/>
                  </a:lnTo>
                  <a:lnTo>
                    <a:pt x="45019" y="41132"/>
                  </a:lnTo>
                  <a:lnTo>
                    <a:pt x="38086" y="37024"/>
                  </a:lnTo>
                  <a:lnTo>
                    <a:pt x="34379" y="36122"/>
                  </a:lnTo>
                  <a:lnTo>
                    <a:pt x="26388" y="36941"/>
                  </a:lnTo>
                  <a:lnTo>
                    <a:pt x="23951" y="35794"/>
                  </a:lnTo>
                  <a:lnTo>
                    <a:pt x="22807" y="36421"/>
                  </a:lnTo>
                  <a:lnTo>
                    <a:pt x="22705" y="38113"/>
                  </a:lnTo>
                  <a:lnTo>
                    <a:pt x="18986" y="38013"/>
                  </a:lnTo>
                  <a:lnTo>
                    <a:pt x="18464" y="38856"/>
                  </a:lnTo>
                  <a:lnTo>
                    <a:pt x="15600" y="39115"/>
                  </a:lnTo>
                  <a:lnTo>
                    <a:pt x="13854" y="38546"/>
                  </a:lnTo>
                  <a:lnTo>
                    <a:pt x="12253" y="40759"/>
                  </a:lnTo>
                  <a:lnTo>
                    <a:pt x="12262" y="37119"/>
                  </a:lnTo>
                  <a:lnTo>
                    <a:pt x="11426" y="35406"/>
                  </a:lnTo>
                  <a:lnTo>
                    <a:pt x="9388" y="35259"/>
                  </a:lnTo>
                  <a:lnTo>
                    <a:pt x="6039" y="32802"/>
                  </a:lnTo>
                  <a:lnTo>
                    <a:pt x="7509" y="26641"/>
                  </a:lnTo>
                  <a:lnTo>
                    <a:pt x="11594" y="25935"/>
                  </a:lnTo>
                  <a:lnTo>
                    <a:pt x="19205" y="21898"/>
                  </a:lnTo>
                  <a:lnTo>
                    <a:pt x="20608" y="18465"/>
                  </a:lnTo>
                  <a:lnTo>
                    <a:pt x="19677" y="17448"/>
                  </a:lnTo>
                  <a:lnTo>
                    <a:pt x="19784" y="16252"/>
                  </a:lnTo>
                  <a:lnTo>
                    <a:pt x="21491" y="14722"/>
                  </a:lnTo>
                  <a:lnTo>
                    <a:pt x="17113" y="15451"/>
                  </a:lnTo>
                  <a:lnTo>
                    <a:pt x="13843" y="13722"/>
                  </a:lnTo>
                  <a:lnTo>
                    <a:pt x="15754" y="12412"/>
                  </a:lnTo>
                  <a:lnTo>
                    <a:pt x="11094" y="8118"/>
                  </a:lnTo>
                  <a:lnTo>
                    <a:pt x="8981" y="8785"/>
                  </a:lnTo>
                  <a:lnTo>
                    <a:pt x="7796" y="10504"/>
                  </a:lnTo>
                  <a:lnTo>
                    <a:pt x="5904" y="11118"/>
                  </a:lnTo>
                  <a:lnTo>
                    <a:pt x="3272" y="11326"/>
                  </a:lnTo>
                  <a:lnTo>
                    <a:pt x="0" y="7561"/>
                  </a:lnTo>
                  <a:lnTo>
                    <a:pt x="1565" y="3479"/>
                  </a:lnTo>
                  <a:lnTo>
                    <a:pt x="774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h2648"/>
            <p:cNvSpPr/>
            <p:nvPr/>
          </p:nvSpPr>
          <p:spPr>
            <a:xfrm>
              <a:off x="2738919" y="3051373"/>
              <a:ext cx="15586" cy="15765"/>
            </a:xfrm>
            <a:custGeom>
              <a:avLst/>
              <a:pathLst>
                <a:path w="15586" h="15765">
                  <a:moveTo>
                    <a:pt x="9940" y="1984"/>
                  </a:moveTo>
                  <a:lnTo>
                    <a:pt x="15586" y="3556"/>
                  </a:lnTo>
                  <a:lnTo>
                    <a:pt x="12892" y="6220"/>
                  </a:lnTo>
                  <a:lnTo>
                    <a:pt x="3994" y="15765"/>
                  </a:lnTo>
                  <a:lnTo>
                    <a:pt x="3831" y="14665"/>
                  </a:lnTo>
                  <a:lnTo>
                    <a:pt x="0" y="7929"/>
                  </a:lnTo>
                  <a:lnTo>
                    <a:pt x="3780" y="3312"/>
                  </a:lnTo>
                  <a:lnTo>
                    <a:pt x="7099" y="512"/>
                  </a:lnTo>
                  <a:lnTo>
                    <a:pt x="7827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h2649"/>
            <p:cNvSpPr/>
            <p:nvPr/>
          </p:nvSpPr>
          <p:spPr>
            <a:xfrm>
              <a:off x="2638031" y="2742727"/>
              <a:ext cx="47865" cy="50069"/>
            </a:xfrm>
            <a:custGeom>
              <a:avLst/>
              <a:pathLst>
                <a:path w="47865" h="50069">
                  <a:moveTo>
                    <a:pt x="31625" y="1623"/>
                  </a:moveTo>
                  <a:lnTo>
                    <a:pt x="34593" y="6659"/>
                  </a:lnTo>
                  <a:lnTo>
                    <a:pt x="39085" y="10432"/>
                  </a:lnTo>
                  <a:lnTo>
                    <a:pt x="40881" y="10658"/>
                  </a:lnTo>
                  <a:lnTo>
                    <a:pt x="43646" y="10808"/>
                  </a:lnTo>
                  <a:lnTo>
                    <a:pt x="44771" y="10149"/>
                  </a:lnTo>
                  <a:lnTo>
                    <a:pt x="45698" y="10864"/>
                  </a:lnTo>
                  <a:lnTo>
                    <a:pt x="46522" y="14209"/>
                  </a:lnTo>
                  <a:lnTo>
                    <a:pt x="43031" y="14798"/>
                  </a:lnTo>
                  <a:lnTo>
                    <a:pt x="42433" y="16890"/>
                  </a:lnTo>
                  <a:lnTo>
                    <a:pt x="36465" y="23888"/>
                  </a:lnTo>
                  <a:lnTo>
                    <a:pt x="37349" y="26671"/>
                  </a:lnTo>
                  <a:lnTo>
                    <a:pt x="39774" y="29170"/>
                  </a:lnTo>
                  <a:lnTo>
                    <a:pt x="44552" y="28499"/>
                  </a:lnTo>
                  <a:lnTo>
                    <a:pt x="47865" y="30954"/>
                  </a:lnTo>
                  <a:lnTo>
                    <a:pt x="47300" y="40667"/>
                  </a:lnTo>
                  <a:lnTo>
                    <a:pt x="46572" y="39761"/>
                  </a:lnTo>
                  <a:lnTo>
                    <a:pt x="44948" y="40014"/>
                  </a:lnTo>
                  <a:lnTo>
                    <a:pt x="44864" y="41337"/>
                  </a:lnTo>
                  <a:lnTo>
                    <a:pt x="42087" y="44535"/>
                  </a:lnTo>
                  <a:lnTo>
                    <a:pt x="38488" y="45651"/>
                  </a:lnTo>
                  <a:lnTo>
                    <a:pt x="33176" y="45189"/>
                  </a:lnTo>
                  <a:lnTo>
                    <a:pt x="31950" y="46043"/>
                  </a:lnTo>
                  <a:lnTo>
                    <a:pt x="27081" y="46752"/>
                  </a:lnTo>
                  <a:lnTo>
                    <a:pt x="20292" y="45866"/>
                  </a:lnTo>
                  <a:lnTo>
                    <a:pt x="17274" y="44820"/>
                  </a:lnTo>
                  <a:lnTo>
                    <a:pt x="11331" y="46937"/>
                  </a:lnTo>
                  <a:lnTo>
                    <a:pt x="9129" y="45939"/>
                  </a:lnTo>
                  <a:lnTo>
                    <a:pt x="10314" y="43575"/>
                  </a:lnTo>
                  <a:lnTo>
                    <a:pt x="9584" y="43207"/>
                  </a:lnTo>
                  <a:lnTo>
                    <a:pt x="5827" y="43969"/>
                  </a:lnTo>
                  <a:lnTo>
                    <a:pt x="4198" y="48361"/>
                  </a:lnTo>
                  <a:lnTo>
                    <a:pt x="2134" y="50069"/>
                  </a:lnTo>
                  <a:lnTo>
                    <a:pt x="459" y="49484"/>
                  </a:lnTo>
                  <a:lnTo>
                    <a:pt x="1234" y="44106"/>
                  </a:lnTo>
                  <a:lnTo>
                    <a:pt x="4012" y="42203"/>
                  </a:lnTo>
                  <a:lnTo>
                    <a:pt x="2972" y="39688"/>
                  </a:lnTo>
                  <a:lnTo>
                    <a:pt x="1576" y="39261"/>
                  </a:lnTo>
                  <a:lnTo>
                    <a:pt x="0" y="38771"/>
                  </a:lnTo>
                  <a:lnTo>
                    <a:pt x="5713" y="34449"/>
                  </a:lnTo>
                  <a:lnTo>
                    <a:pt x="6672" y="29879"/>
                  </a:lnTo>
                  <a:lnTo>
                    <a:pt x="5589" y="26335"/>
                  </a:lnTo>
                  <a:lnTo>
                    <a:pt x="4372" y="26426"/>
                  </a:lnTo>
                  <a:lnTo>
                    <a:pt x="82" y="24649"/>
                  </a:lnTo>
                  <a:lnTo>
                    <a:pt x="16" y="23071"/>
                  </a:lnTo>
                  <a:lnTo>
                    <a:pt x="1359" y="18345"/>
                  </a:lnTo>
                  <a:lnTo>
                    <a:pt x="2200" y="17985"/>
                  </a:lnTo>
                  <a:lnTo>
                    <a:pt x="4777" y="18649"/>
                  </a:lnTo>
                  <a:lnTo>
                    <a:pt x="5534" y="16546"/>
                  </a:lnTo>
                  <a:lnTo>
                    <a:pt x="7398" y="15814"/>
                  </a:lnTo>
                  <a:lnTo>
                    <a:pt x="7757" y="13866"/>
                  </a:lnTo>
                  <a:lnTo>
                    <a:pt x="11530" y="11428"/>
                  </a:lnTo>
                  <a:lnTo>
                    <a:pt x="13856" y="11601"/>
                  </a:lnTo>
                  <a:lnTo>
                    <a:pt x="18066" y="13437"/>
                  </a:lnTo>
                  <a:lnTo>
                    <a:pt x="19307" y="12606"/>
                  </a:lnTo>
                  <a:lnTo>
                    <a:pt x="19604" y="11826"/>
                  </a:lnTo>
                  <a:lnTo>
                    <a:pt x="18380" y="9017"/>
                  </a:lnTo>
                  <a:lnTo>
                    <a:pt x="18602" y="7281"/>
                  </a:lnTo>
                  <a:lnTo>
                    <a:pt x="19463" y="8142"/>
                  </a:lnTo>
                  <a:lnTo>
                    <a:pt x="21755" y="8218"/>
                  </a:lnTo>
                  <a:lnTo>
                    <a:pt x="23737" y="4185"/>
                  </a:lnTo>
                  <a:lnTo>
                    <a:pt x="23972" y="930"/>
                  </a:lnTo>
                  <a:lnTo>
                    <a:pt x="2614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h2650"/>
            <p:cNvSpPr/>
            <p:nvPr/>
          </p:nvSpPr>
          <p:spPr>
            <a:xfrm>
              <a:off x="2558012" y="2682706"/>
              <a:ext cx="60677" cy="41018"/>
            </a:xfrm>
            <a:custGeom>
              <a:avLst/>
              <a:pathLst>
                <a:path w="60677" h="41018">
                  <a:moveTo>
                    <a:pt x="51704" y="568"/>
                  </a:moveTo>
                  <a:lnTo>
                    <a:pt x="51740" y="2058"/>
                  </a:lnTo>
                  <a:lnTo>
                    <a:pt x="54425" y="5776"/>
                  </a:lnTo>
                  <a:lnTo>
                    <a:pt x="58581" y="8109"/>
                  </a:lnTo>
                  <a:lnTo>
                    <a:pt x="60677" y="9507"/>
                  </a:lnTo>
                  <a:lnTo>
                    <a:pt x="57656" y="14372"/>
                  </a:lnTo>
                  <a:lnTo>
                    <a:pt x="52209" y="17485"/>
                  </a:lnTo>
                  <a:lnTo>
                    <a:pt x="49983" y="17364"/>
                  </a:lnTo>
                  <a:lnTo>
                    <a:pt x="48847" y="16038"/>
                  </a:lnTo>
                  <a:lnTo>
                    <a:pt x="44105" y="18338"/>
                  </a:lnTo>
                  <a:lnTo>
                    <a:pt x="41948" y="22128"/>
                  </a:lnTo>
                  <a:lnTo>
                    <a:pt x="43740" y="28025"/>
                  </a:lnTo>
                  <a:lnTo>
                    <a:pt x="43038" y="30931"/>
                  </a:lnTo>
                  <a:lnTo>
                    <a:pt x="40515" y="31150"/>
                  </a:lnTo>
                  <a:lnTo>
                    <a:pt x="40533" y="28606"/>
                  </a:lnTo>
                  <a:lnTo>
                    <a:pt x="41297" y="27482"/>
                  </a:lnTo>
                  <a:lnTo>
                    <a:pt x="40501" y="25768"/>
                  </a:lnTo>
                  <a:lnTo>
                    <a:pt x="39527" y="25835"/>
                  </a:lnTo>
                  <a:lnTo>
                    <a:pt x="34766" y="30165"/>
                  </a:lnTo>
                  <a:lnTo>
                    <a:pt x="32862" y="32988"/>
                  </a:lnTo>
                  <a:lnTo>
                    <a:pt x="33676" y="34944"/>
                  </a:lnTo>
                  <a:lnTo>
                    <a:pt x="31368" y="39035"/>
                  </a:lnTo>
                  <a:lnTo>
                    <a:pt x="30464" y="39321"/>
                  </a:lnTo>
                  <a:lnTo>
                    <a:pt x="28497" y="37184"/>
                  </a:lnTo>
                  <a:lnTo>
                    <a:pt x="26407" y="36418"/>
                  </a:lnTo>
                  <a:lnTo>
                    <a:pt x="25201" y="38539"/>
                  </a:lnTo>
                  <a:lnTo>
                    <a:pt x="19906" y="38496"/>
                  </a:lnTo>
                  <a:lnTo>
                    <a:pt x="18485" y="41018"/>
                  </a:lnTo>
                  <a:lnTo>
                    <a:pt x="14335" y="39841"/>
                  </a:lnTo>
                  <a:lnTo>
                    <a:pt x="12366" y="38059"/>
                  </a:lnTo>
                  <a:lnTo>
                    <a:pt x="12042" y="33772"/>
                  </a:lnTo>
                  <a:lnTo>
                    <a:pt x="12730" y="31394"/>
                  </a:lnTo>
                  <a:lnTo>
                    <a:pt x="10370" y="26078"/>
                  </a:lnTo>
                  <a:lnTo>
                    <a:pt x="9672" y="25148"/>
                  </a:lnTo>
                  <a:lnTo>
                    <a:pt x="6685" y="24237"/>
                  </a:lnTo>
                  <a:lnTo>
                    <a:pt x="3033" y="21786"/>
                  </a:lnTo>
                  <a:lnTo>
                    <a:pt x="3362" y="20945"/>
                  </a:lnTo>
                  <a:lnTo>
                    <a:pt x="932" y="14814"/>
                  </a:lnTo>
                  <a:lnTo>
                    <a:pt x="656" y="8800"/>
                  </a:lnTo>
                  <a:lnTo>
                    <a:pt x="1849" y="7088"/>
                  </a:lnTo>
                  <a:lnTo>
                    <a:pt x="755" y="6625"/>
                  </a:lnTo>
                  <a:lnTo>
                    <a:pt x="0" y="6179"/>
                  </a:lnTo>
                  <a:lnTo>
                    <a:pt x="738" y="5135"/>
                  </a:lnTo>
                  <a:lnTo>
                    <a:pt x="3056" y="6829"/>
                  </a:lnTo>
                  <a:lnTo>
                    <a:pt x="3992" y="6819"/>
                  </a:lnTo>
                  <a:lnTo>
                    <a:pt x="7482" y="4523"/>
                  </a:lnTo>
                  <a:lnTo>
                    <a:pt x="8348" y="4097"/>
                  </a:lnTo>
                  <a:lnTo>
                    <a:pt x="10019" y="9379"/>
                  </a:lnTo>
                  <a:lnTo>
                    <a:pt x="12286" y="9623"/>
                  </a:lnTo>
                  <a:lnTo>
                    <a:pt x="15220" y="7789"/>
                  </a:lnTo>
                  <a:lnTo>
                    <a:pt x="16118" y="6417"/>
                  </a:lnTo>
                  <a:lnTo>
                    <a:pt x="19540" y="5456"/>
                  </a:lnTo>
                  <a:lnTo>
                    <a:pt x="22671" y="6978"/>
                  </a:lnTo>
                  <a:lnTo>
                    <a:pt x="22604" y="7887"/>
                  </a:lnTo>
                  <a:lnTo>
                    <a:pt x="33362" y="5755"/>
                  </a:lnTo>
                  <a:lnTo>
                    <a:pt x="34727" y="3639"/>
                  </a:lnTo>
                  <a:lnTo>
                    <a:pt x="4607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h2651"/>
            <p:cNvSpPr/>
            <p:nvPr/>
          </p:nvSpPr>
          <p:spPr>
            <a:xfrm>
              <a:off x="2633223" y="2738651"/>
              <a:ext cx="24412" cy="20622"/>
            </a:xfrm>
            <a:custGeom>
              <a:avLst/>
              <a:pathLst>
                <a:path w="24412" h="20622">
                  <a:moveTo>
                    <a:pt x="11943" y="1735"/>
                  </a:moveTo>
                  <a:lnTo>
                    <a:pt x="14396" y="739"/>
                  </a:lnTo>
                  <a:lnTo>
                    <a:pt x="14871" y="1632"/>
                  </a:lnTo>
                  <a:lnTo>
                    <a:pt x="13360" y="6270"/>
                  </a:lnTo>
                  <a:lnTo>
                    <a:pt x="14632" y="6765"/>
                  </a:lnTo>
                  <a:lnTo>
                    <a:pt x="17492" y="6100"/>
                  </a:lnTo>
                  <a:lnTo>
                    <a:pt x="20645" y="8491"/>
                  </a:lnTo>
                  <a:lnTo>
                    <a:pt x="21089" y="10949"/>
                  </a:lnTo>
                  <a:lnTo>
                    <a:pt x="23410" y="11357"/>
                  </a:lnTo>
                  <a:lnTo>
                    <a:pt x="23189" y="13093"/>
                  </a:lnTo>
                  <a:lnTo>
                    <a:pt x="24412" y="15902"/>
                  </a:lnTo>
                  <a:lnTo>
                    <a:pt x="24115" y="16682"/>
                  </a:lnTo>
                  <a:lnTo>
                    <a:pt x="22875" y="17514"/>
                  </a:lnTo>
                  <a:lnTo>
                    <a:pt x="18665" y="15677"/>
                  </a:lnTo>
                  <a:lnTo>
                    <a:pt x="16339" y="15504"/>
                  </a:lnTo>
                  <a:lnTo>
                    <a:pt x="12566" y="17942"/>
                  </a:lnTo>
                  <a:lnTo>
                    <a:pt x="12207" y="19890"/>
                  </a:lnTo>
                  <a:lnTo>
                    <a:pt x="10343" y="20622"/>
                  </a:lnTo>
                  <a:lnTo>
                    <a:pt x="5164" y="15841"/>
                  </a:lnTo>
                  <a:lnTo>
                    <a:pt x="2571" y="16056"/>
                  </a:lnTo>
                  <a:lnTo>
                    <a:pt x="1610" y="12855"/>
                  </a:lnTo>
                  <a:lnTo>
                    <a:pt x="2649" y="10651"/>
                  </a:lnTo>
                  <a:lnTo>
                    <a:pt x="2320" y="8672"/>
                  </a:lnTo>
                  <a:lnTo>
                    <a:pt x="0" y="7101"/>
                  </a:lnTo>
                  <a:lnTo>
                    <a:pt x="278" y="6433"/>
                  </a:lnTo>
                  <a:lnTo>
                    <a:pt x="5358" y="4924"/>
                  </a:lnTo>
                  <a:lnTo>
                    <a:pt x="8335" y="807"/>
                  </a:lnTo>
                  <a:lnTo>
                    <a:pt x="1017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h2652"/>
            <p:cNvSpPr/>
            <p:nvPr/>
          </p:nvSpPr>
          <p:spPr>
            <a:xfrm>
              <a:off x="3615121" y="2682859"/>
              <a:ext cx="17285" cy="12458"/>
            </a:xfrm>
            <a:custGeom>
              <a:avLst/>
              <a:pathLst>
                <a:path w="17285" h="12458">
                  <a:moveTo>
                    <a:pt x="6818" y="0"/>
                  </a:moveTo>
                  <a:lnTo>
                    <a:pt x="12090" y="2209"/>
                  </a:lnTo>
                  <a:lnTo>
                    <a:pt x="15916" y="1384"/>
                  </a:lnTo>
                  <a:lnTo>
                    <a:pt x="17285" y="8257"/>
                  </a:lnTo>
                  <a:lnTo>
                    <a:pt x="14681" y="9029"/>
                  </a:lnTo>
                  <a:lnTo>
                    <a:pt x="15347" y="10659"/>
                  </a:lnTo>
                  <a:lnTo>
                    <a:pt x="14845" y="12458"/>
                  </a:lnTo>
                  <a:lnTo>
                    <a:pt x="13075" y="12446"/>
                  </a:lnTo>
                  <a:lnTo>
                    <a:pt x="13059" y="10964"/>
                  </a:lnTo>
                  <a:lnTo>
                    <a:pt x="11946" y="10351"/>
                  </a:lnTo>
                  <a:lnTo>
                    <a:pt x="8293" y="10803"/>
                  </a:lnTo>
                  <a:lnTo>
                    <a:pt x="8286" y="11345"/>
                  </a:lnTo>
                  <a:lnTo>
                    <a:pt x="6325" y="11916"/>
                  </a:lnTo>
                  <a:lnTo>
                    <a:pt x="4254" y="11050"/>
                  </a:lnTo>
                  <a:lnTo>
                    <a:pt x="1837" y="8957"/>
                  </a:lnTo>
                  <a:lnTo>
                    <a:pt x="3205" y="8044"/>
                  </a:lnTo>
                  <a:lnTo>
                    <a:pt x="3157" y="7151"/>
                  </a:lnTo>
                  <a:lnTo>
                    <a:pt x="1707" y="5783"/>
                  </a:lnTo>
                  <a:lnTo>
                    <a:pt x="0" y="196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h2653"/>
            <p:cNvSpPr/>
            <p:nvPr/>
          </p:nvSpPr>
          <p:spPr>
            <a:xfrm>
              <a:off x="3596960" y="2705167"/>
              <a:ext cx="16293" cy="14418"/>
            </a:xfrm>
            <a:custGeom>
              <a:avLst/>
              <a:pathLst>
                <a:path w="16293" h="14418">
                  <a:moveTo>
                    <a:pt x="12661" y="562"/>
                  </a:moveTo>
                  <a:lnTo>
                    <a:pt x="11666" y="1700"/>
                  </a:lnTo>
                  <a:lnTo>
                    <a:pt x="11626" y="3974"/>
                  </a:lnTo>
                  <a:lnTo>
                    <a:pt x="16293" y="8179"/>
                  </a:lnTo>
                  <a:lnTo>
                    <a:pt x="16165" y="9016"/>
                  </a:lnTo>
                  <a:lnTo>
                    <a:pt x="14161" y="10567"/>
                  </a:lnTo>
                  <a:lnTo>
                    <a:pt x="9918" y="13057"/>
                  </a:lnTo>
                  <a:lnTo>
                    <a:pt x="7677" y="12343"/>
                  </a:lnTo>
                  <a:lnTo>
                    <a:pt x="5695" y="12749"/>
                  </a:lnTo>
                  <a:lnTo>
                    <a:pt x="3691" y="14418"/>
                  </a:lnTo>
                  <a:lnTo>
                    <a:pt x="3120" y="12488"/>
                  </a:lnTo>
                  <a:lnTo>
                    <a:pt x="4859" y="9884"/>
                  </a:lnTo>
                  <a:lnTo>
                    <a:pt x="2719" y="6661"/>
                  </a:lnTo>
                  <a:lnTo>
                    <a:pt x="0" y="5179"/>
                  </a:lnTo>
                  <a:lnTo>
                    <a:pt x="1185" y="5486"/>
                  </a:lnTo>
                  <a:lnTo>
                    <a:pt x="2682" y="4742"/>
                  </a:lnTo>
                  <a:lnTo>
                    <a:pt x="4652" y="3103"/>
                  </a:lnTo>
                  <a:lnTo>
                    <a:pt x="4694" y="1276"/>
                  </a:lnTo>
                  <a:lnTo>
                    <a:pt x="7581" y="1563"/>
                  </a:lnTo>
                  <a:lnTo>
                    <a:pt x="9000" y="2383"/>
                  </a:lnTo>
                  <a:lnTo>
                    <a:pt x="1191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h2654"/>
            <p:cNvSpPr/>
            <p:nvPr/>
          </p:nvSpPr>
          <p:spPr>
            <a:xfrm>
              <a:off x="3742664" y="2694256"/>
              <a:ext cx="49500" cy="65132"/>
            </a:xfrm>
            <a:custGeom>
              <a:avLst/>
              <a:pathLst>
                <a:path w="49500" h="65132">
                  <a:moveTo>
                    <a:pt x="48422" y="1360"/>
                  </a:moveTo>
                  <a:lnTo>
                    <a:pt x="49500" y="7208"/>
                  </a:lnTo>
                  <a:lnTo>
                    <a:pt x="34315" y="41128"/>
                  </a:lnTo>
                  <a:lnTo>
                    <a:pt x="14806" y="65132"/>
                  </a:lnTo>
                  <a:lnTo>
                    <a:pt x="13542" y="65108"/>
                  </a:lnTo>
                  <a:lnTo>
                    <a:pt x="13590" y="59933"/>
                  </a:lnTo>
                  <a:lnTo>
                    <a:pt x="5825" y="59856"/>
                  </a:lnTo>
                  <a:lnTo>
                    <a:pt x="5288" y="59034"/>
                  </a:lnTo>
                  <a:lnTo>
                    <a:pt x="5529" y="58435"/>
                  </a:lnTo>
                  <a:lnTo>
                    <a:pt x="9695" y="58640"/>
                  </a:lnTo>
                  <a:lnTo>
                    <a:pt x="8875" y="51455"/>
                  </a:lnTo>
                  <a:lnTo>
                    <a:pt x="5522" y="48019"/>
                  </a:lnTo>
                  <a:lnTo>
                    <a:pt x="3224" y="43810"/>
                  </a:lnTo>
                  <a:lnTo>
                    <a:pt x="2564" y="38192"/>
                  </a:lnTo>
                  <a:lnTo>
                    <a:pt x="192" y="37366"/>
                  </a:lnTo>
                  <a:lnTo>
                    <a:pt x="0" y="36747"/>
                  </a:lnTo>
                  <a:lnTo>
                    <a:pt x="1374" y="35016"/>
                  </a:lnTo>
                  <a:lnTo>
                    <a:pt x="6581" y="34643"/>
                  </a:lnTo>
                  <a:lnTo>
                    <a:pt x="4834" y="33180"/>
                  </a:lnTo>
                  <a:lnTo>
                    <a:pt x="2133" y="32735"/>
                  </a:lnTo>
                  <a:lnTo>
                    <a:pt x="4514" y="27539"/>
                  </a:lnTo>
                  <a:lnTo>
                    <a:pt x="9357" y="24837"/>
                  </a:lnTo>
                  <a:lnTo>
                    <a:pt x="9618" y="23877"/>
                  </a:lnTo>
                  <a:lnTo>
                    <a:pt x="8269" y="20651"/>
                  </a:lnTo>
                  <a:lnTo>
                    <a:pt x="10919" y="21248"/>
                  </a:lnTo>
                  <a:lnTo>
                    <a:pt x="11380" y="17274"/>
                  </a:lnTo>
                  <a:lnTo>
                    <a:pt x="14995" y="16042"/>
                  </a:lnTo>
                  <a:lnTo>
                    <a:pt x="16900" y="13490"/>
                  </a:lnTo>
                  <a:lnTo>
                    <a:pt x="21518" y="12731"/>
                  </a:lnTo>
                  <a:lnTo>
                    <a:pt x="22023" y="6293"/>
                  </a:lnTo>
                  <a:lnTo>
                    <a:pt x="21291" y="3340"/>
                  </a:lnTo>
                  <a:lnTo>
                    <a:pt x="26938" y="5325"/>
                  </a:lnTo>
                  <a:lnTo>
                    <a:pt x="29891" y="5026"/>
                  </a:lnTo>
                  <a:lnTo>
                    <a:pt x="29394" y="3235"/>
                  </a:lnTo>
                  <a:lnTo>
                    <a:pt x="36651" y="3106"/>
                  </a:lnTo>
                  <a:lnTo>
                    <a:pt x="37059" y="4389"/>
                  </a:lnTo>
                  <a:lnTo>
                    <a:pt x="39336" y="4338"/>
                  </a:lnTo>
                  <a:lnTo>
                    <a:pt x="39250" y="93"/>
                  </a:lnTo>
                  <a:lnTo>
                    <a:pt x="4352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h2655"/>
            <p:cNvSpPr/>
            <p:nvPr/>
          </p:nvSpPr>
          <p:spPr>
            <a:xfrm>
              <a:off x="3536223" y="2718405"/>
              <a:ext cx="25517" cy="29827"/>
            </a:xfrm>
            <a:custGeom>
              <a:avLst/>
              <a:pathLst>
                <a:path w="25517" h="29827">
                  <a:moveTo>
                    <a:pt x="13932" y="236"/>
                  </a:moveTo>
                  <a:lnTo>
                    <a:pt x="14082" y="2348"/>
                  </a:lnTo>
                  <a:lnTo>
                    <a:pt x="18097" y="5142"/>
                  </a:lnTo>
                  <a:lnTo>
                    <a:pt x="20569" y="5517"/>
                  </a:lnTo>
                  <a:lnTo>
                    <a:pt x="25296" y="12548"/>
                  </a:lnTo>
                  <a:lnTo>
                    <a:pt x="25517" y="13458"/>
                  </a:lnTo>
                  <a:lnTo>
                    <a:pt x="22048" y="18639"/>
                  </a:lnTo>
                  <a:lnTo>
                    <a:pt x="22425" y="26084"/>
                  </a:lnTo>
                  <a:lnTo>
                    <a:pt x="20353" y="29827"/>
                  </a:lnTo>
                  <a:lnTo>
                    <a:pt x="18339" y="29770"/>
                  </a:lnTo>
                  <a:lnTo>
                    <a:pt x="16462" y="26490"/>
                  </a:lnTo>
                  <a:lnTo>
                    <a:pt x="17035" y="23845"/>
                  </a:lnTo>
                  <a:lnTo>
                    <a:pt x="18082" y="24004"/>
                  </a:lnTo>
                  <a:lnTo>
                    <a:pt x="18142" y="23226"/>
                  </a:lnTo>
                  <a:lnTo>
                    <a:pt x="15629" y="22600"/>
                  </a:lnTo>
                  <a:lnTo>
                    <a:pt x="10565" y="23680"/>
                  </a:lnTo>
                  <a:lnTo>
                    <a:pt x="4465" y="21588"/>
                  </a:lnTo>
                  <a:lnTo>
                    <a:pt x="4088" y="18522"/>
                  </a:lnTo>
                  <a:lnTo>
                    <a:pt x="1682" y="18815"/>
                  </a:lnTo>
                  <a:lnTo>
                    <a:pt x="0" y="17889"/>
                  </a:lnTo>
                  <a:lnTo>
                    <a:pt x="87" y="11862"/>
                  </a:lnTo>
                  <a:lnTo>
                    <a:pt x="6728" y="11542"/>
                  </a:lnTo>
                  <a:lnTo>
                    <a:pt x="7845" y="7972"/>
                  </a:lnTo>
                  <a:lnTo>
                    <a:pt x="6895" y="6939"/>
                  </a:lnTo>
                  <a:lnTo>
                    <a:pt x="7655" y="4227"/>
                  </a:lnTo>
                  <a:lnTo>
                    <a:pt x="6708" y="2990"/>
                  </a:lnTo>
                  <a:lnTo>
                    <a:pt x="8459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h2656"/>
            <p:cNvSpPr/>
            <p:nvPr/>
          </p:nvSpPr>
          <p:spPr>
            <a:xfrm>
              <a:off x="3611548" y="2664983"/>
              <a:ext cx="10391" cy="19835"/>
            </a:xfrm>
            <a:custGeom>
              <a:avLst/>
              <a:pathLst>
                <a:path w="10391" h="19835">
                  <a:moveTo>
                    <a:pt x="9854" y="2814"/>
                  </a:moveTo>
                  <a:lnTo>
                    <a:pt x="8463" y="2981"/>
                  </a:lnTo>
                  <a:lnTo>
                    <a:pt x="7370" y="6714"/>
                  </a:lnTo>
                  <a:lnTo>
                    <a:pt x="9441" y="6757"/>
                  </a:lnTo>
                  <a:lnTo>
                    <a:pt x="10391" y="17875"/>
                  </a:lnTo>
                  <a:lnTo>
                    <a:pt x="3573" y="19835"/>
                  </a:lnTo>
                  <a:lnTo>
                    <a:pt x="2565" y="15780"/>
                  </a:lnTo>
                  <a:lnTo>
                    <a:pt x="0" y="9203"/>
                  </a:lnTo>
                  <a:lnTo>
                    <a:pt x="294" y="2390"/>
                  </a:lnTo>
                  <a:lnTo>
                    <a:pt x="6034" y="1443"/>
                  </a:lnTo>
                  <a:lnTo>
                    <a:pt x="1010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h2657"/>
            <p:cNvSpPr/>
            <p:nvPr/>
          </p:nvSpPr>
          <p:spPr>
            <a:xfrm>
              <a:off x="3577391" y="2701494"/>
              <a:ext cx="12034" cy="8278"/>
            </a:xfrm>
            <a:custGeom>
              <a:avLst/>
              <a:pathLst>
                <a:path w="12034" h="8278">
                  <a:moveTo>
                    <a:pt x="6865" y="0"/>
                  </a:moveTo>
                  <a:lnTo>
                    <a:pt x="8382" y="124"/>
                  </a:lnTo>
                  <a:lnTo>
                    <a:pt x="12034" y="2144"/>
                  </a:lnTo>
                  <a:lnTo>
                    <a:pt x="12005" y="4421"/>
                  </a:lnTo>
                  <a:lnTo>
                    <a:pt x="10979" y="6292"/>
                  </a:lnTo>
                  <a:lnTo>
                    <a:pt x="5919" y="6060"/>
                  </a:lnTo>
                  <a:lnTo>
                    <a:pt x="3670" y="8278"/>
                  </a:lnTo>
                  <a:lnTo>
                    <a:pt x="0" y="6700"/>
                  </a:lnTo>
                  <a:lnTo>
                    <a:pt x="651" y="5178"/>
                  </a:lnTo>
                  <a:lnTo>
                    <a:pt x="6160" y="64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h2658"/>
            <p:cNvSpPr/>
            <p:nvPr/>
          </p:nvSpPr>
          <p:spPr>
            <a:xfrm>
              <a:off x="3610740" y="2726366"/>
              <a:ext cx="20728" cy="12876"/>
            </a:xfrm>
            <a:custGeom>
              <a:avLst/>
              <a:pathLst>
                <a:path w="20728" h="12876">
                  <a:moveTo>
                    <a:pt x="15879" y="1567"/>
                  </a:moveTo>
                  <a:lnTo>
                    <a:pt x="15909" y="3163"/>
                  </a:lnTo>
                  <a:lnTo>
                    <a:pt x="15171" y="5609"/>
                  </a:lnTo>
                  <a:lnTo>
                    <a:pt x="16953" y="6099"/>
                  </a:lnTo>
                  <a:lnTo>
                    <a:pt x="20728" y="12263"/>
                  </a:lnTo>
                  <a:lnTo>
                    <a:pt x="20504" y="12876"/>
                  </a:lnTo>
                  <a:lnTo>
                    <a:pt x="17209" y="12721"/>
                  </a:lnTo>
                  <a:lnTo>
                    <a:pt x="15930" y="10731"/>
                  </a:lnTo>
                  <a:lnTo>
                    <a:pt x="8493" y="9811"/>
                  </a:lnTo>
                  <a:lnTo>
                    <a:pt x="8356" y="7985"/>
                  </a:lnTo>
                  <a:lnTo>
                    <a:pt x="7518" y="7259"/>
                  </a:lnTo>
                  <a:lnTo>
                    <a:pt x="6288" y="7646"/>
                  </a:lnTo>
                  <a:lnTo>
                    <a:pt x="4070" y="6814"/>
                  </a:lnTo>
                  <a:lnTo>
                    <a:pt x="1840" y="3926"/>
                  </a:lnTo>
                  <a:lnTo>
                    <a:pt x="0" y="3116"/>
                  </a:lnTo>
                  <a:lnTo>
                    <a:pt x="1496" y="1529"/>
                  </a:lnTo>
                  <a:lnTo>
                    <a:pt x="3922" y="744"/>
                  </a:lnTo>
                  <a:lnTo>
                    <a:pt x="8858" y="877"/>
                  </a:lnTo>
                  <a:lnTo>
                    <a:pt x="1408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h2659"/>
            <p:cNvSpPr/>
            <p:nvPr/>
          </p:nvSpPr>
          <p:spPr>
            <a:xfrm>
              <a:off x="3650402" y="2700209"/>
              <a:ext cx="22174" cy="33832"/>
            </a:xfrm>
            <a:custGeom>
              <a:avLst/>
              <a:pathLst>
                <a:path w="22174" h="33832">
                  <a:moveTo>
                    <a:pt x="15587" y="1684"/>
                  </a:moveTo>
                  <a:lnTo>
                    <a:pt x="15943" y="6048"/>
                  </a:lnTo>
                  <a:lnTo>
                    <a:pt x="20761" y="6144"/>
                  </a:lnTo>
                  <a:lnTo>
                    <a:pt x="21517" y="14374"/>
                  </a:lnTo>
                  <a:lnTo>
                    <a:pt x="22174" y="24535"/>
                  </a:lnTo>
                  <a:lnTo>
                    <a:pt x="20430" y="29249"/>
                  </a:lnTo>
                  <a:lnTo>
                    <a:pt x="20078" y="32434"/>
                  </a:lnTo>
                  <a:lnTo>
                    <a:pt x="19667" y="33824"/>
                  </a:lnTo>
                  <a:lnTo>
                    <a:pt x="17730" y="33832"/>
                  </a:lnTo>
                  <a:lnTo>
                    <a:pt x="15002" y="32032"/>
                  </a:lnTo>
                  <a:lnTo>
                    <a:pt x="12921" y="33586"/>
                  </a:lnTo>
                  <a:lnTo>
                    <a:pt x="12757" y="31263"/>
                  </a:lnTo>
                  <a:lnTo>
                    <a:pt x="8469" y="30955"/>
                  </a:lnTo>
                  <a:lnTo>
                    <a:pt x="8095" y="27924"/>
                  </a:lnTo>
                  <a:lnTo>
                    <a:pt x="4174" y="27892"/>
                  </a:lnTo>
                  <a:lnTo>
                    <a:pt x="4001" y="30396"/>
                  </a:lnTo>
                  <a:lnTo>
                    <a:pt x="1128" y="30068"/>
                  </a:lnTo>
                  <a:lnTo>
                    <a:pt x="1035" y="25990"/>
                  </a:lnTo>
                  <a:lnTo>
                    <a:pt x="1926" y="24437"/>
                  </a:lnTo>
                  <a:lnTo>
                    <a:pt x="3337" y="23255"/>
                  </a:lnTo>
                  <a:lnTo>
                    <a:pt x="3949" y="20732"/>
                  </a:lnTo>
                  <a:lnTo>
                    <a:pt x="2747" y="17802"/>
                  </a:lnTo>
                  <a:lnTo>
                    <a:pt x="0" y="17253"/>
                  </a:lnTo>
                  <a:lnTo>
                    <a:pt x="626" y="12374"/>
                  </a:lnTo>
                  <a:lnTo>
                    <a:pt x="2912" y="12445"/>
                  </a:lnTo>
                  <a:lnTo>
                    <a:pt x="4580" y="10405"/>
                  </a:lnTo>
                  <a:lnTo>
                    <a:pt x="4751" y="9053"/>
                  </a:lnTo>
                  <a:lnTo>
                    <a:pt x="8154" y="9101"/>
                  </a:lnTo>
                  <a:lnTo>
                    <a:pt x="9495" y="8153"/>
                  </a:lnTo>
                  <a:lnTo>
                    <a:pt x="11049" y="5800"/>
                  </a:lnTo>
                  <a:lnTo>
                    <a:pt x="11105" y="4623"/>
                  </a:lnTo>
                  <a:lnTo>
                    <a:pt x="14093" y="2042"/>
                  </a:lnTo>
                  <a:lnTo>
                    <a:pt x="1426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h2660"/>
            <p:cNvSpPr/>
            <p:nvPr/>
          </p:nvSpPr>
          <p:spPr>
            <a:xfrm>
              <a:off x="3573503" y="2711319"/>
              <a:ext cx="14734" cy="11364"/>
            </a:xfrm>
            <a:custGeom>
              <a:avLst/>
              <a:pathLst>
                <a:path w="14734" h="11364">
                  <a:moveTo>
                    <a:pt x="6933" y="1234"/>
                  </a:moveTo>
                  <a:lnTo>
                    <a:pt x="10688" y="509"/>
                  </a:lnTo>
                  <a:lnTo>
                    <a:pt x="12505" y="887"/>
                  </a:lnTo>
                  <a:lnTo>
                    <a:pt x="12764" y="5135"/>
                  </a:lnTo>
                  <a:lnTo>
                    <a:pt x="14359" y="6748"/>
                  </a:lnTo>
                  <a:lnTo>
                    <a:pt x="14734" y="8610"/>
                  </a:lnTo>
                  <a:lnTo>
                    <a:pt x="12040" y="8593"/>
                  </a:lnTo>
                  <a:lnTo>
                    <a:pt x="12107" y="9210"/>
                  </a:lnTo>
                  <a:lnTo>
                    <a:pt x="9894" y="11323"/>
                  </a:lnTo>
                  <a:lnTo>
                    <a:pt x="6928" y="11364"/>
                  </a:lnTo>
                  <a:lnTo>
                    <a:pt x="3685" y="5587"/>
                  </a:lnTo>
                  <a:lnTo>
                    <a:pt x="0" y="6544"/>
                  </a:lnTo>
                  <a:lnTo>
                    <a:pt x="406" y="4068"/>
                  </a:lnTo>
                  <a:lnTo>
                    <a:pt x="3809" y="3656"/>
                  </a:lnTo>
                  <a:lnTo>
                    <a:pt x="4380" y="4854"/>
                  </a:lnTo>
                  <a:lnTo>
                    <a:pt x="6079" y="6050"/>
                  </a:lnTo>
                  <a:lnTo>
                    <a:pt x="6353" y="6040"/>
                  </a:lnTo>
                  <a:lnTo>
                    <a:pt x="6351" y="6269"/>
                  </a:lnTo>
                  <a:lnTo>
                    <a:pt x="6868" y="7216"/>
                  </a:lnTo>
                  <a:lnTo>
                    <a:pt x="9234" y="6789"/>
                  </a:lnTo>
                  <a:lnTo>
                    <a:pt x="9880" y="5522"/>
                  </a:lnTo>
                  <a:lnTo>
                    <a:pt x="4411" y="4586"/>
                  </a:lnTo>
                  <a:lnTo>
                    <a:pt x="492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h2661"/>
            <p:cNvSpPr/>
            <p:nvPr/>
          </p:nvSpPr>
          <p:spPr>
            <a:xfrm>
              <a:off x="3692272" y="2744143"/>
              <a:ext cx="30001" cy="31645"/>
            </a:xfrm>
            <a:custGeom>
              <a:avLst/>
              <a:pathLst>
                <a:path w="30001" h="31645">
                  <a:moveTo>
                    <a:pt x="30001" y="5848"/>
                  </a:moveTo>
                  <a:lnTo>
                    <a:pt x="28996" y="7877"/>
                  </a:lnTo>
                  <a:lnTo>
                    <a:pt x="26172" y="7565"/>
                  </a:lnTo>
                  <a:lnTo>
                    <a:pt x="20486" y="8430"/>
                  </a:lnTo>
                  <a:lnTo>
                    <a:pt x="20848" y="10467"/>
                  </a:lnTo>
                  <a:lnTo>
                    <a:pt x="22001" y="10603"/>
                  </a:lnTo>
                  <a:lnTo>
                    <a:pt x="20748" y="15748"/>
                  </a:lnTo>
                  <a:lnTo>
                    <a:pt x="18803" y="17731"/>
                  </a:lnTo>
                  <a:lnTo>
                    <a:pt x="16880" y="17737"/>
                  </a:lnTo>
                  <a:lnTo>
                    <a:pt x="16370" y="18357"/>
                  </a:lnTo>
                  <a:lnTo>
                    <a:pt x="16279" y="27346"/>
                  </a:lnTo>
                  <a:lnTo>
                    <a:pt x="14384" y="31645"/>
                  </a:lnTo>
                  <a:lnTo>
                    <a:pt x="11141" y="29287"/>
                  </a:lnTo>
                  <a:lnTo>
                    <a:pt x="8840" y="28607"/>
                  </a:lnTo>
                  <a:lnTo>
                    <a:pt x="1073" y="27872"/>
                  </a:lnTo>
                  <a:lnTo>
                    <a:pt x="0" y="29329"/>
                  </a:lnTo>
                  <a:lnTo>
                    <a:pt x="502" y="21550"/>
                  </a:lnTo>
                  <a:lnTo>
                    <a:pt x="5372" y="18186"/>
                  </a:lnTo>
                  <a:lnTo>
                    <a:pt x="6818" y="14642"/>
                  </a:lnTo>
                  <a:lnTo>
                    <a:pt x="8237" y="13069"/>
                  </a:lnTo>
                  <a:lnTo>
                    <a:pt x="10299" y="13155"/>
                  </a:lnTo>
                  <a:lnTo>
                    <a:pt x="13143" y="12855"/>
                  </a:lnTo>
                  <a:lnTo>
                    <a:pt x="16956" y="10782"/>
                  </a:lnTo>
                  <a:lnTo>
                    <a:pt x="16827" y="8469"/>
                  </a:lnTo>
                  <a:lnTo>
                    <a:pt x="18670" y="5669"/>
                  </a:lnTo>
                  <a:lnTo>
                    <a:pt x="20317" y="4292"/>
                  </a:lnTo>
                  <a:lnTo>
                    <a:pt x="24420" y="3911"/>
                  </a:lnTo>
                  <a:lnTo>
                    <a:pt x="26413" y="370"/>
                  </a:lnTo>
                  <a:lnTo>
                    <a:pt x="2922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h2662"/>
            <p:cNvSpPr/>
            <p:nvPr/>
          </p:nvSpPr>
          <p:spPr>
            <a:xfrm>
              <a:off x="3569765" y="2726810"/>
              <a:ext cx="12115" cy="33419"/>
            </a:xfrm>
            <a:custGeom>
              <a:avLst/>
              <a:pathLst>
                <a:path w="12115" h="33419">
                  <a:moveTo>
                    <a:pt x="8395" y="473"/>
                  </a:moveTo>
                  <a:lnTo>
                    <a:pt x="10268" y="2680"/>
                  </a:lnTo>
                  <a:lnTo>
                    <a:pt x="9896" y="6713"/>
                  </a:lnTo>
                  <a:lnTo>
                    <a:pt x="12115" y="11107"/>
                  </a:lnTo>
                  <a:lnTo>
                    <a:pt x="12068" y="11784"/>
                  </a:lnTo>
                  <a:lnTo>
                    <a:pt x="10142" y="12363"/>
                  </a:lnTo>
                  <a:lnTo>
                    <a:pt x="9332" y="13120"/>
                  </a:lnTo>
                  <a:lnTo>
                    <a:pt x="9828" y="15575"/>
                  </a:lnTo>
                  <a:lnTo>
                    <a:pt x="4078" y="14735"/>
                  </a:lnTo>
                  <a:lnTo>
                    <a:pt x="3902" y="13278"/>
                  </a:lnTo>
                  <a:lnTo>
                    <a:pt x="2938" y="13092"/>
                  </a:lnTo>
                  <a:lnTo>
                    <a:pt x="1865" y="14664"/>
                  </a:lnTo>
                  <a:lnTo>
                    <a:pt x="2615" y="16872"/>
                  </a:lnTo>
                  <a:lnTo>
                    <a:pt x="4597" y="19469"/>
                  </a:lnTo>
                  <a:lnTo>
                    <a:pt x="8641" y="22167"/>
                  </a:lnTo>
                  <a:lnTo>
                    <a:pt x="9109" y="24309"/>
                  </a:lnTo>
                  <a:lnTo>
                    <a:pt x="8485" y="30147"/>
                  </a:lnTo>
                  <a:lnTo>
                    <a:pt x="9231" y="33419"/>
                  </a:lnTo>
                  <a:lnTo>
                    <a:pt x="8363" y="31673"/>
                  </a:lnTo>
                  <a:lnTo>
                    <a:pt x="901" y="19041"/>
                  </a:lnTo>
                  <a:lnTo>
                    <a:pt x="1988" y="17423"/>
                  </a:lnTo>
                  <a:lnTo>
                    <a:pt x="1734" y="17187"/>
                  </a:lnTo>
                  <a:lnTo>
                    <a:pt x="1536" y="17219"/>
                  </a:lnTo>
                  <a:lnTo>
                    <a:pt x="873" y="17023"/>
                  </a:lnTo>
                  <a:lnTo>
                    <a:pt x="2787" y="11838"/>
                  </a:lnTo>
                  <a:lnTo>
                    <a:pt x="29" y="8277"/>
                  </a:lnTo>
                  <a:lnTo>
                    <a:pt x="0" y="5922"/>
                  </a:lnTo>
                  <a:lnTo>
                    <a:pt x="5242" y="5613"/>
                  </a:lnTo>
                  <a:lnTo>
                    <a:pt x="4480" y="4076"/>
                  </a:lnTo>
                  <a:lnTo>
                    <a:pt x="64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h2663"/>
            <p:cNvSpPr/>
            <p:nvPr/>
          </p:nvSpPr>
          <p:spPr>
            <a:xfrm>
              <a:off x="3619098" y="2693210"/>
              <a:ext cx="14702" cy="16185"/>
            </a:xfrm>
            <a:custGeom>
              <a:avLst/>
              <a:pathLst>
                <a:path w="14702" h="16185">
                  <a:moveTo>
                    <a:pt x="9082" y="613"/>
                  </a:moveTo>
                  <a:lnTo>
                    <a:pt x="9098" y="2095"/>
                  </a:lnTo>
                  <a:lnTo>
                    <a:pt x="9725" y="2106"/>
                  </a:lnTo>
                  <a:lnTo>
                    <a:pt x="9783" y="2829"/>
                  </a:lnTo>
                  <a:lnTo>
                    <a:pt x="7301" y="7287"/>
                  </a:lnTo>
                  <a:lnTo>
                    <a:pt x="7416" y="10421"/>
                  </a:lnTo>
                  <a:lnTo>
                    <a:pt x="9125" y="13432"/>
                  </a:lnTo>
                  <a:lnTo>
                    <a:pt x="11402" y="13354"/>
                  </a:lnTo>
                  <a:lnTo>
                    <a:pt x="14351" y="14445"/>
                  </a:lnTo>
                  <a:lnTo>
                    <a:pt x="14702" y="16185"/>
                  </a:lnTo>
                  <a:lnTo>
                    <a:pt x="10884" y="15501"/>
                  </a:lnTo>
                  <a:lnTo>
                    <a:pt x="9435" y="16042"/>
                  </a:lnTo>
                  <a:lnTo>
                    <a:pt x="8249" y="15663"/>
                  </a:lnTo>
                  <a:lnTo>
                    <a:pt x="5298" y="11796"/>
                  </a:lnTo>
                  <a:lnTo>
                    <a:pt x="2191" y="10768"/>
                  </a:lnTo>
                  <a:lnTo>
                    <a:pt x="2020" y="9179"/>
                  </a:lnTo>
                  <a:lnTo>
                    <a:pt x="1403" y="3261"/>
                  </a:lnTo>
                  <a:lnTo>
                    <a:pt x="0" y="2380"/>
                  </a:lnTo>
                  <a:lnTo>
                    <a:pt x="277" y="698"/>
                  </a:lnTo>
                  <a:lnTo>
                    <a:pt x="2348" y="1565"/>
                  </a:lnTo>
                  <a:lnTo>
                    <a:pt x="4310" y="994"/>
                  </a:lnTo>
                  <a:lnTo>
                    <a:pt x="4317" y="451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h2664"/>
            <p:cNvSpPr/>
            <p:nvPr/>
          </p:nvSpPr>
          <p:spPr>
            <a:xfrm>
              <a:off x="3496120" y="2714000"/>
              <a:ext cx="39969" cy="17669"/>
            </a:xfrm>
            <a:custGeom>
              <a:avLst/>
              <a:pathLst>
                <a:path w="39969" h="17669">
                  <a:moveTo>
                    <a:pt x="33503" y="2249"/>
                  </a:moveTo>
                  <a:lnTo>
                    <a:pt x="33288" y="4510"/>
                  </a:lnTo>
                  <a:lnTo>
                    <a:pt x="35964" y="4623"/>
                  </a:lnTo>
                  <a:lnTo>
                    <a:pt x="37662" y="2823"/>
                  </a:lnTo>
                  <a:lnTo>
                    <a:pt x="38477" y="3083"/>
                  </a:lnTo>
                  <a:lnTo>
                    <a:pt x="39792" y="4072"/>
                  </a:lnTo>
                  <a:lnTo>
                    <a:pt x="39969" y="6637"/>
                  </a:lnTo>
                  <a:lnTo>
                    <a:pt x="38262" y="9132"/>
                  </a:lnTo>
                  <a:lnTo>
                    <a:pt x="36869" y="11720"/>
                  </a:lnTo>
                  <a:lnTo>
                    <a:pt x="37399" y="10429"/>
                  </a:lnTo>
                  <a:lnTo>
                    <a:pt x="29663" y="9186"/>
                  </a:lnTo>
                  <a:lnTo>
                    <a:pt x="27269" y="10478"/>
                  </a:lnTo>
                  <a:lnTo>
                    <a:pt x="26932" y="11322"/>
                  </a:lnTo>
                  <a:lnTo>
                    <a:pt x="29022" y="11787"/>
                  </a:lnTo>
                  <a:lnTo>
                    <a:pt x="29384" y="14225"/>
                  </a:lnTo>
                  <a:lnTo>
                    <a:pt x="24462" y="17669"/>
                  </a:lnTo>
                  <a:lnTo>
                    <a:pt x="23633" y="17621"/>
                  </a:lnTo>
                  <a:lnTo>
                    <a:pt x="24056" y="13208"/>
                  </a:lnTo>
                  <a:lnTo>
                    <a:pt x="16688" y="14875"/>
                  </a:lnTo>
                  <a:lnTo>
                    <a:pt x="16712" y="17065"/>
                  </a:lnTo>
                  <a:lnTo>
                    <a:pt x="3439" y="16778"/>
                  </a:lnTo>
                  <a:lnTo>
                    <a:pt x="1340" y="16643"/>
                  </a:lnTo>
                  <a:lnTo>
                    <a:pt x="2531" y="14123"/>
                  </a:lnTo>
                  <a:lnTo>
                    <a:pt x="0" y="13964"/>
                  </a:lnTo>
                  <a:lnTo>
                    <a:pt x="2454" y="9279"/>
                  </a:lnTo>
                  <a:lnTo>
                    <a:pt x="6209" y="6521"/>
                  </a:lnTo>
                  <a:lnTo>
                    <a:pt x="13192" y="6284"/>
                  </a:lnTo>
                  <a:lnTo>
                    <a:pt x="14034" y="3335"/>
                  </a:lnTo>
                  <a:lnTo>
                    <a:pt x="17044" y="3193"/>
                  </a:lnTo>
                  <a:lnTo>
                    <a:pt x="17406" y="4839"/>
                  </a:lnTo>
                  <a:lnTo>
                    <a:pt x="20779" y="4112"/>
                  </a:lnTo>
                  <a:lnTo>
                    <a:pt x="21652" y="3566"/>
                  </a:lnTo>
                  <a:lnTo>
                    <a:pt x="22246" y="565"/>
                  </a:lnTo>
                  <a:lnTo>
                    <a:pt x="2558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h2665"/>
            <p:cNvSpPr/>
            <p:nvPr/>
          </p:nvSpPr>
          <p:spPr>
            <a:xfrm>
              <a:off x="3539136" y="2788835"/>
              <a:ext cx="37824" cy="29197"/>
            </a:xfrm>
            <a:custGeom>
              <a:avLst/>
              <a:pathLst>
                <a:path w="37824" h="29197">
                  <a:moveTo>
                    <a:pt x="33959" y="4925"/>
                  </a:moveTo>
                  <a:lnTo>
                    <a:pt x="34867" y="9367"/>
                  </a:lnTo>
                  <a:lnTo>
                    <a:pt x="34604" y="11104"/>
                  </a:lnTo>
                  <a:lnTo>
                    <a:pt x="35583" y="13882"/>
                  </a:lnTo>
                  <a:lnTo>
                    <a:pt x="36589" y="15113"/>
                  </a:lnTo>
                  <a:lnTo>
                    <a:pt x="37824" y="15048"/>
                  </a:lnTo>
                  <a:lnTo>
                    <a:pt x="37739" y="16282"/>
                  </a:lnTo>
                  <a:lnTo>
                    <a:pt x="33039" y="25600"/>
                  </a:lnTo>
                  <a:lnTo>
                    <a:pt x="29091" y="24306"/>
                  </a:lnTo>
                  <a:lnTo>
                    <a:pt x="31039" y="20749"/>
                  </a:lnTo>
                  <a:lnTo>
                    <a:pt x="28328" y="19480"/>
                  </a:lnTo>
                  <a:lnTo>
                    <a:pt x="19111" y="23650"/>
                  </a:lnTo>
                  <a:lnTo>
                    <a:pt x="14452" y="29197"/>
                  </a:lnTo>
                  <a:lnTo>
                    <a:pt x="13165" y="25874"/>
                  </a:lnTo>
                  <a:lnTo>
                    <a:pt x="12835" y="21518"/>
                  </a:lnTo>
                  <a:lnTo>
                    <a:pt x="8173" y="20999"/>
                  </a:lnTo>
                  <a:lnTo>
                    <a:pt x="8063" y="16021"/>
                  </a:lnTo>
                  <a:lnTo>
                    <a:pt x="4127" y="16107"/>
                  </a:lnTo>
                  <a:lnTo>
                    <a:pt x="4132" y="15014"/>
                  </a:lnTo>
                  <a:lnTo>
                    <a:pt x="4147" y="11982"/>
                  </a:lnTo>
                  <a:lnTo>
                    <a:pt x="8003" y="11708"/>
                  </a:lnTo>
                  <a:lnTo>
                    <a:pt x="5" y="3111"/>
                  </a:lnTo>
                  <a:lnTo>
                    <a:pt x="0" y="2467"/>
                  </a:lnTo>
                  <a:lnTo>
                    <a:pt x="1795" y="2175"/>
                  </a:lnTo>
                  <a:lnTo>
                    <a:pt x="1114" y="4260"/>
                  </a:lnTo>
                  <a:lnTo>
                    <a:pt x="3686" y="4321"/>
                  </a:lnTo>
                  <a:lnTo>
                    <a:pt x="9312" y="5069"/>
                  </a:lnTo>
                  <a:lnTo>
                    <a:pt x="12909" y="2996"/>
                  </a:lnTo>
                  <a:lnTo>
                    <a:pt x="19635" y="3363"/>
                  </a:lnTo>
                  <a:lnTo>
                    <a:pt x="27404" y="0"/>
                  </a:lnTo>
                  <a:lnTo>
                    <a:pt x="3136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h2666"/>
            <p:cNvSpPr/>
            <p:nvPr/>
          </p:nvSpPr>
          <p:spPr>
            <a:xfrm>
              <a:off x="3626399" y="2690687"/>
              <a:ext cx="12456" cy="18707"/>
            </a:xfrm>
            <a:custGeom>
              <a:avLst/>
              <a:pathLst>
                <a:path w="12456" h="18707">
                  <a:moveTo>
                    <a:pt x="12456" y="4708"/>
                  </a:moveTo>
                  <a:lnTo>
                    <a:pt x="8151" y="7531"/>
                  </a:lnTo>
                  <a:lnTo>
                    <a:pt x="8890" y="10229"/>
                  </a:lnTo>
                  <a:lnTo>
                    <a:pt x="10688" y="10665"/>
                  </a:lnTo>
                  <a:lnTo>
                    <a:pt x="9175" y="15093"/>
                  </a:lnTo>
                  <a:lnTo>
                    <a:pt x="9064" y="18571"/>
                  </a:lnTo>
                  <a:lnTo>
                    <a:pt x="7401" y="18707"/>
                  </a:lnTo>
                  <a:lnTo>
                    <a:pt x="7049" y="16968"/>
                  </a:lnTo>
                  <a:lnTo>
                    <a:pt x="4101" y="15877"/>
                  </a:lnTo>
                  <a:lnTo>
                    <a:pt x="1824" y="15955"/>
                  </a:lnTo>
                  <a:lnTo>
                    <a:pt x="115" y="12944"/>
                  </a:lnTo>
                  <a:lnTo>
                    <a:pt x="0" y="9809"/>
                  </a:lnTo>
                  <a:lnTo>
                    <a:pt x="2482" y="5351"/>
                  </a:lnTo>
                  <a:lnTo>
                    <a:pt x="2424" y="4629"/>
                  </a:lnTo>
                  <a:lnTo>
                    <a:pt x="1797" y="4617"/>
                  </a:lnTo>
                  <a:lnTo>
                    <a:pt x="3567" y="4629"/>
                  </a:lnTo>
                  <a:lnTo>
                    <a:pt x="4069" y="2830"/>
                  </a:lnTo>
                  <a:lnTo>
                    <a:pt x="3403" y="1201"/>
                  </a:lnTo>
                  <a:lnTo>
                    <a:pt x="6007" y="428"/>
                  </a:lnTo>
                  <a:lnTo>
                    <a:pt x="6310" y="1890"/>
                  </a:lnTo>
                  <a:lnTo>
                    <a:pt x="7035" y="45"/>
                  </a:lnTo>
                  <a:lnTo>
                    <a:pt x="82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h2667"/>
            <p:cNvSpPr/>
            <p:nvPr/>
          </p:nvSpPr>
          <p:spPr>
            <a:xfrm>
              <a:off x="3593220" y="2668848"/>
              <a:ext cx="11164" cy="9131"/>
            </a:xfrm>
            <a:custGeom>
              <a:avLst/>
              <a:pathLst>
                <a:path w="11164" h="9131">
                  <a:moveTo>
                    <a:pt x="11080" y="4262"/>
                  </a:moveTo>
                  <a:lnTo>
                    <a:pt x="7442" y="6065"/>
                  </a:lnTo>
                  <a:lnTo>
                    <a:pt x="7466" y="8098"/>
                  </a:lnTo>
                  <a:lnTo>
                    <a:pt x="9558" y="8762"/>
                  </a:lnTo>
                  <a:lnTo>
                    <a:pt x="7471" y="9128"/>
                  </a:lnTo>
                  <a:lnTo>
                    <a:pt x="1359" y="9131"/>
                  </a:lnTo>
                  <a:lnTo>
                    <a:pt x="0" y="2213"/>
                  </a:lnTo>
                  <a:lnTo>
                    <a:pt x="513" y="2091"/>
                  </a:lnTo>
                  <a:lnTo>
                    <a:pt x="111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h2668"/>
            <p:cNvSpPr/>
            <p:nvPr/>
          </p:nvSpPr>
          <p:spPr>
            <a:xfrm>
              <a:off x="3598483" y="2677611"/>
              <a:ext cx="8591" cy="13225"/>
            </a:xfrm>
            <a:custGeom>
              <a:avLst/>
              <a:pathLst>
                <a:path w="8591" h="13225">
                  <a:moveTo>
                    <a:pt x="4294" y="0"/>
                  </a:moveTo>
                  <a:lnTo>
                    <a:pt x="6507" y="480"/>
                  </a:lnTo>
                  <a:lnTo>
                    <a:pt x="4758" y="3870"/>
                  </a:lnTo>
                  <a:lnTo>
                    <a:pt x="4926" y="5572"/>
                  </a:lnTo>
                  <a:lnTo>
                    <a:pt x="6979" y="9823"/>
                  </a:lnTo>
                  <a:lnTo>
                    <a:pt x="8382" y="10565"/>
                  </a:lnTo>
                  <a:lnTo>
                    <a:pt x="8591" y="13225"/>
                  </a:lnTo>
                  <a:lnTo>
                    <a:pt x="393" y="12769"/>
                  </a:lnTo>
                  <a:lnTo>
                    <a:pt x="0" y="11868"/>
                  </a:lnTo>
                  <a:lnTo>
                    <a:pt x="2208" y="36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h2669"/>
            <p:cNvSpPr/>
            <p:nvPr/>
          </p:nvSpPr>
          <p:spPr>
            <a:xfrm>
              <a:off x="3593496" y="2752134"/>
              <a:ext cx="28151" cy="19707"/>
            </a:xfrm>
            <a:custGeom>
              <a:avLst/>
              <a:pathLst>
                <a:path w="28151" h="19707">
                  <a:moveTo>
                    <a:pt x="20126" y="659"/>
                  </a:moveTo>
                  <a:lnTo>
                    <a:pt x="22521" y="4299"/>
                  </a:lnTo>
                  <a:lnTo>
                    <a:pt x="26389" y="3999"/>
                  </a:lnTo>
                  <a:lnTo>
                    <a:pt x="28151" y="7280"/>
                  </a:lnTo>
                  <a:lnTo>
                    <a:pt x="27148" y="8307"/>
                  </a:lnTo>
                  <a:lnTo>
                    <a:pt x="27977" y="9817"/>
                  </a:lnTo>
                  <a:lnTo>
                    <a:pt x="25278" y="9577"/>
                  </a:lnTo>
                  <a:lnTo>
                    <a:pt x="24199" y="11571"/>
                  </a:lnTo>
                  <a:lnTo>
                    <a:pt x="24759" y="13616"/>
                  </a:lnTo>
                  <a:lnTo>
                    <a:pt x="24181" y="14980"/>
                  </a:lnTo>
                  <a:lnTo>
                    <a:pt x="19262" y="16629"/>
                  </a:lnTo>
                  <a:lnTo>
                    <a:pt x="19758" y="15133"/>
                  </a:lnTo>
                  <a:lnTo>
                    <a:pt x="12529" y="14299"/>
                  </a:lnTo>
                  <a:lnTo>
                    <a:pt x="11206" y="16567"/>
                  </a:lnTo>
                  <a:lnTo>
                    <a:pt x="10850" y="19707"/>
                  </a:lnTo>
                  <a:lnTo>
                    <a:pt x="8237" y="19672"/>
                  </a:lnTo>
                  <a:lnTo>
                    <a:pt x="6943" y="16256"/>
                  </a:lnTo>
                  <a:lnTo>
                    <a:pt x="2672" y="16281"/>
                  </a:lnTo>
                  <a:lnTo>
                    <a:pt x="778" y="13213"/>
                  </a:lnTo>
                  <a:lnTo>
                    <a:pt x="0" y="10359"/>
                  </a:lnTo>
                  <a:lnTo>
                    <a:pt x="322" y="9006"/>
                  </a:lnTo>
                  <a:lnTo>
                    <a:pt x="2312" y="7914"/>
                  </a:lnTo>
                  <a:lnTo>
                    <a:pt x="4379" y="4971"/>
                  </a:lnTo>
                  <a:lnTo>
                    <a:pt x="7886" y="5347"/>
                  </a:lnTo>
                  <a:lnTo>
                    <a:pt x="11148" y="1972"/>
                  </a:lnTo>
                  <a:lnTo>
                    <a:pt x="1085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h2670"/>
            <p:cNvSpPr/>
            <p:nvPr/>
          </p:nvSpPr>
          <p:spPr>
            <a:xfrm>
              <a:off x="3710072" y="2711285"/>
              <a:ext cx="47397" cy="63782"/>
            </a:xfrm>
            <a:custGeom>
              <a:avLst/>
              <a:pathLst>
                <a:path w="47397" h="63782">
                  <a:moveTo>
                    <a:pt x="41706" y="2043"/>
                  </a:moveTo>
                  <a:lnTo>
                    <a:pt x="40861" y="3622"/>
                  </a:lnTo>
                  <a:lnTo>
                    <a:pt x="42210" y="6848"/>
                  </a:lnTo>
                  <a:lnTo>
                    <a:pt x="41949" y="7809"/>
                  </a:lnTo>
                  <a:lnTo>
                    <a:pt x="37106" y="10511"/>
                  </a:lnTo>
                  <a:lnTo>
                    <a:pt x="34725" y="15706"/>
                  </a:lnTo>
                  <a:lnTo>
                    <a:pt x="37426" y="16151"/>
                  </a:lnTo>
                  <a:lnTo>
                    <a:pt x="39173" y="17614"/>
                  </a:lnTo>
                  <a:lnTo>
                    <a:pt x="33966" y="17987"/>
                  </a:lnTo>
                  <a:lnTo>
                    <a:pt x="32591" y="19718"/>
                  </a:lnTo>
                  <a:lnTo>
                    <a:pt x="32784" y="20337"/>
                  </a:lnTo>
                  <a:lnTo>
                    <a:pt x="35156" y="21164"/>
                  </a:lnTo>
                  <a:lnTo>
                    <a:pt x="35816" y="26781"/>
                  </a:lnTo>
                  <a:lnTo>
                    <a:pt x="38114" y="30990"/>
                  </a:lnTo>
                  <a:lnTo>
                    <a:pt x="41467" y="34426"/>
                  </a:lnTo>
                  <a:lnTo>
                    <a:pt x="42287" y="41612"/>
                  </a:lnTo>
                  <a:lnTo>
                    <a:pt x="38121" y="41407"/>
                  </a:lnTo>
                  <a:lnTo>
                    <a:pt x="37880" y="42005"/>
                  </a:lnTo>
                  <a:lnTo>
                    <a:pt x="38417" y="42828"/>
                  </a:lnTo>
                  <a:lnTo>
                    <a:pt x="46182" y="42905"/>
                  </a:lnTo>
                  <a:lnTo>
                    <a:pt x="46133" y="48080"/>
                  </a:lnTo>
                  <a:lnTo>
                    <a:pt x="47397" y="48104"/>
                  </a:lnTo>
                  <a:lnTo>
                    <a:pt x="44910" y="51157"/>
                  </a:lnTo>
                  <a:lnTo>
                    <a:pt x="41800" y="54169"/>
                  </a:lnTo>
                  <a:lnTo>
                    <a:pt x="41870" y="54888"/>
                  </a:lnTo>
                  <a:lnTo>
                    <a:pt x="34625" y="63782"/>
                  </a:lnTo>
                  <a:lnTo>
                    <a:pt x="33247" y="60761"/>
                  </a:lnTo>
                  <a:lnTo>
                    <a:pt x="33122" y="58589"/>
                  </a:lnTo>
                  <a:lnTo>
                    <a:pt x="28163" y="58357"/>
                  </a:lnTo>
                  <a:lnTo>
                    <a:pt x="25823" y="54540"/>
                  </a:lnTo>
                  <a:lnTo>
                    <a:pt x="25394" y="52164"/>
                  </a:lnTo>
                  <a:lnTo>
                    <a:pt x="25648" y="50585"/>
                  </a:lnTo>
                  <a:lnTo>
                    <a:pt x="26429" y="50694"/>
                  </a:lnTo>
                  <a:lnTo>
                    <a:pt x="26847" y="45811"/>
                  </a:lnTo>
                  <a:lnTo>
                    <a:pt x="22008" y="45726"/>
                  </a:lnTo>
                  <a:lnTo>
                    <a:pt x="20390" y="42413"/>
                  </a:lnTo>
                  <a:lnTo>
                    <a:pt x="21460" y="40308"/>
                  </a:lnTo>
                  <a:lnTo>
                    <a:pt x="17916" y="29304"/>
                  </a:lnTo>
                  <a:lnTo>
                    <a:pt x="12511" y="30219"/>
                  </a:lnTo>
                  <a:lnTo>
                    <a:pt x="11423" y="32858"/>
                  </a:lnTo>
                  <a:lnTo>
                    <a:pt x="8613" y="33228"/>
                  </a:lnTo>
                  <a:lnTo>
                    <a:pt x="5551" y="27404"/>
                  </a:lnTo>
                  <a:lnTo>
                    <a:pt x="4309" y="27045"/>
                  </a:lnTo>
                  <a:lnTo>
                    <a:pt x="4028" y="24583"/>
                  </a:lnTo>
                  <a:lnTo>
                    <a:pt x="5215" y="22454"/>
                  </a:lnTo>
                  <a:lnTo>
                    <a:pt x="1251" y="9475"/>
                  </a:lnTo>
                  <a:lnTo>
                    <a:pt x="9" y="8379"/>
                  </a:lnTo>
                  <a:lnTo>
                    <a:pt x="0" y="6788"/>
                  </a:lnTo>
                  <a:lnTo>
                    <a:pt x="5148" y="7645"/>
                  </a:lnTo>
                  <a:lnTo>
                    <a:pt x="6106" y="7692"/>
                  </a:lnTo>
                  <a:lnTo>
                    <a:pt x="8182" y="12760"/>
                  </a:lnTo>
                  <a:lnTo>
                    <a:pt x="9968" y="14467"/>
                  </a:lnTo>
                  <a:lnTo>
                    <a:pt x="11549" y="14607"/>
                  </a:lnTo>
                  <a:lnTo>
                    <a:pt x="22738" y="13011"/>
                  </a:lnTo>
                  <a:lnTo>
                    <a:pt x="25425" y="10608"/>
                  </a:lnTo>
                  <a:lnTo>
                    <a:pt x="27407" y="6062"/>
                  </a:lnTo>
                  <a:lnTo>
                    <a:pt x="30008" y="8266"/>
                  </a:lnTo>
                  <a:lnTo>
                    <a:pt x="33947" y="6306"/>
                  </a:lnTo>
                  <a:lnTo>
                    <a:pt x="34012" y="1830"/>
                  </a:lnTo>
                  <a:lnTo>
                    <a:pt x="34809" y="374"/>
                  </a:lnTo>
                  <a:lnTo>
                    <a:pt x="387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h2671"/>
            <p:cNvSpPr/>
            <p:nvPr/>
          </p:nvSpPr>
          <p:spPr>
            <a:xfrm>
              <a:off x="3629004" y="2719090"/>
              <a:ext cx="34319" cy="25524"/>
            </a:xfrm>
            <a:custGeom>
              <a:avLst/>
              <a:pathLst>
                <a:path w="34319" h="25524">
                  <a:moveTo>
                    <a:pt x="18038" y="3786"/>
                  </a:moveTo>
                  <a:lnTo>
                    <a:pt x="18365" y="8170"/>
                  </a:lnTo>
                  <a:lnTo>
                    <a:pt x="23323" y="5556"/>
                  </a:lnTo>
                  <a:lnTo>
                    <a:pt x="22432" y="7109"/>
                  </a:lnTo>
                  <a:lnTo>
                    <a:pt x="22526" y="11187"/>
                  </a:lnTo>
                  <a:lnTo>
                    <a:pt x="25398" y="11515"/>
                  </a:lnTo>
                  <a:lnTo>
                    <a:pt x="25571" y="9011"/>
                  </a:lnTo>
                  <a:lnTo>
                    <a:pt x="29492" y="9043"/>
                  </a:lnTo>
                  <a:lnTo>
                    <a:pt x="29866" y="12074"/>
                  </a:lnTo>
                  <a:lnTo>
                    <a:pt x="34154" y="12382"/>
                  </a:lnTo>
                  <a:lnTo>
                    <a:pt x="34319" y="14705"/>
                  </a:lnTo>
                  <a:lnTo>
                    <a:pt x="31280" y="13885"/>
                  </a:lnTo>
                  <a:lnTo>
                    <a:pt x="31265" y="16260"/>
                  </a:lnTo>
                  <a:lnTo>
                    <a:pt x="26211" y="17729"/>
                  </a:lnTo>
                  <a:lnTo>
                    <a:pt x="24470" y="25524"/>
                  </a:lnTo>
                  <a:lnTo>
                    <a:pt x="23593" y="24034"/>
                  </a:lnTo>
                  <a:lnTo>
                    <a:pt x="21947" y="23621"/>
                  </a:lnTo>
                  <a:lnTo>
                    <a:pt x="20044" y="20335"/>
                  </a:lnTo>
                  <a:lnTo>
                    <a:pt x="20125" y="13571"/>
                  </a:lnTo>
                  <a:lnTo>
                    <a:pt x="12224" y="8011"/>
                  </a:lnTo>
                  <a:lnTo>
                    <a:pt x="11297" y="9341"/>
                  </a:lnTo>
                  <a:lnTo>
                    <a:pt x="7388" y="6086"/>
                  </a:lnTo>
                  <a:lnTo>
                    <a:pt x="0" y="5226"/>
                  </a:lnTo>
                  <a:lnTo>
                    <a:pt x="213" y="2363"/>
                  </a:lnTo>
                  <a:lnTo>
                    <a:pt x="3936" y="1075"/>
                  </a:lnTo>
                  <a:lnTo>
                    <a:pt x="1195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h2672"/>
            <p:cNvSpPr/>
            <p:nvPr/>
          </p:nvSpPr>
          <p:spPr>
            <a:xfrm>
              <a:off x="3616240" y="2737210"/>
              <a:ext cx="40895" cy="31191"/>
            </a:xfrm>
            <a:custGeom>
              <a:avLst/>
              <a:pathLst>
                <a:path w="40895" h="31191">
                  <a:moveTo>
                    <a:pt x="31865" y="1058"/>
                  </a:moveTo>
                  <a:lnTo>
                    <a:pt x="32809" y="2216"/>
                  </a:lnTo>
                  <a:lnTo>
                    <a:pt x="34712" y="5502"/>
                  </a:lnTo>
                  <a:lnTo>
                    <a:pt x="32444" y="10324"/>
                  </a:lnTo>
                  <a:lnTo>
                    <a:pt x="33910" y="10336"/>
                  </a:lnTo>
                  <a:lnTo>
                    <a:pt x="34390" y="9495"/>
                  </a:lnTo>
                  <a:lnTo>
                    <a:pt x="38591" y="9968"/>
                  </a:lnTo>
                  <a:lnTo>
                    <a:pt x="40895" y="14682"/>
                  </a:lnTo>
                  <a:lnTo>
                    <a:pt x="40652" y="16119"/>
                  </a:lnTo>
                  <a:lnTo>
                    <a:pt x="37908" y="16608"/>
                  </a:lnTo>
                  <a:lnTo>
                    <a:pt x="34686" y="20272"/>
                  </a:lnTo>
                  <a:lnTo>
                    <a:pt x="34800" y="25457"/>
                  </a:lnTo>
                  <a:lnTo>
                    <a:pt x="32263" y="23054"/>
                  </a:lnTo>
                  <a:lnTo>
                    <a:pt x="30002" y="22807"/>
                  </a:lnTo>
                  <a:lnTo>
                    <a:pt x="28642" y="25564"/>
                  </a:lnTo>
                  <a:lnTo>
                    <a:pt x="28499" y="29585"/>
                  </a:lnTo>
                  <a:lnTo>
                    <a:pt x="25946" y="29638"/>
                  </a:lnTo>
                  <a:lnTo>
                    <a:pt x="25530" y="27632"/>
                  </a:lnTo>
                  <a:lnTo>
                    <a:pt x="24962" y="30357"/>
                  </a:lnTo>
                  <a:lnTo>
                    <a:pt x="16909" y="31191"/>
                  </a:lnTo>
                  <a:lnTo>
                    <a:pt x="16992" y="28843"/>
                  </a:lnTo>
                  <a:lnTo>
                    <a:pt x="14974" y="29443"/>
                  </a:lnTo>
                  <a:lnTo>
                    <a:pt x="14243" y="30431"/>
                  </a:lnTo>
                  <a:lnTo>
                    <a:pt x="9861" y="29058"/>
                  </a:lnTo>
                  <a:lnTo>
                    <a:pt x="8241" y="27213"/>
                  </a:lnTo>
                  <a:lnTo>
                    <a:pt x="5742" y="24963"/>
                  </a:lnTo>
                  <a:lnTo>
                    <a:pt x="6472" y="21056"/>
                  </a:lnTo>
                  <a:lnTo>
                    <a:pt x="0" y="15056"/>
                  </a:lnTo>
                  <a:lnTo>
                    <a:pt x="3201" y="16548"/>
                  </a:lnTo>
                  <a:lnTo>
                    <a:pt x="4651" y="18135"/>
                  </a:lnTo>
                  <a:lnTo>
                    <a:pt x="9947" y="17286"/>
                  </a:lnTo>
                  <a:lnTo>
                    <a:pt x="13884" y="11357"/>
                  </a:lnTo>
                  <a:lnTo>
                    <a:pt x="12885" y="8733"/>
                  </a:lnTo>
                  <a:lnTo>
                    <a:pt x="13416" y="6308"/>
                  </a:lnTo>
                  <a:lnTo>
                    <a:pt x="18398" y="7789"/>
                  </a:lnTo>
                  <a:lnTo>
                    <a:pt x="19044" y="8136"/>
                  </a:lnTo>
                  <a:lnTo>
                    <a:pt x="19262" y="9765"/>
                  </a:lnTo>
                  <a:lnTo>
                    <a:pt x="20397" y="9660"/>
                  </a:lnTo>
                  <a:lnTo>
                    <a:pt x="20230" y="6979"/>
                  </a:lnTo>
                  <a:lnTo>
                    <a:pt x="16373" y="5778"/>
                  </a:lnTo>
                  <a:lnTo>
                    <a:pt x="16348" y="4773"/>
                  </a:lnTo>
                  <a:lnTo>
                    <a:pt x="17913" y="3688"/>
                  </a:lnTo>
                  <a:lnTo>
                    <a:pt x="21115" y="3651"/>
                  </a:lnTo>
                  <a:lnTo>
                    <a:pt x="21059" y="6838"/>
                  </a:lnTo>
                  <a:lnTo>
                    <a:pt x="28464" y="4050"/>
                  </a:lnTo>
                  <a:lnTo>
                    <a:pt x="27418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h2673"/>
            <p:cNvSpPr/>
            <p:nvPr/>
          </p:nvSpPr>
          <p:spPr>
            <a:xfrm>
              <a:off x="3614964" y="2702389"/>
              <a:ext cx="15514" cy="10787"/>
            </a:xfrm>
            <a:custGeom>
              <a:avLst/>
              <a:pathLst>
                <a:path w="15514" h="10787">
                  <a:moveTo>
                    <a:pt x="6325" y="1589"/>
                  </a:moveTo>
                  <a:lnTo>
                    <a:pt x="9433" y="2617"/>
                  </a:lnTo>
                  <a:lnTo>
                    <a:pt x="12383" y="6484"/>
                  </a:lnTo>
                  <a:lnTo>
                    <a:pt x="13569" y="6863"/>
                  </a:lnTo>
                  <a:lnTo>
                    <a:pt x="15018" y="6321"/>
                  </a:lnTo>
                  <a:lnTo>
                    <a:pt x="15514" y="9341"/>
                  </a:lnTo>
                  <a:lnTo>
                    <a:pt x="4737" y="9960"/>
                  </a:lnTo>
                  <a:lnTo>
                    <a:pt x="2378" y="10787"/>
                  </a:lnTo>
                  <a:lnTo>
                    <a:pt x="1472" y="10712"/>
                  </a:lnTo>
                  <a:lnTo>
                    <a:pt x="1431" y="6930"/>
                  </a:lnTo>
                  <a:lnTo>
                    <a:pt x="2892" y="6775"/>
                  </a:lnTo>
                  <a:lnTo>
                    <a:pt x="3241" y="3595"/>
                  </a:lnTo>
                  <a:lnTo>
                    <a:pt x="600" y="2693"/>
                  </a:lnTo>
                  <a:lnTo>
                    <a:pt x="0" y="628"/>
                  </a:lnTo>
                  <a:lnTo>
                    <a:pt x="615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h2674"/>
            <p:cNvSpPr/>
            <p:nvPr/>
          </p:nvSpPr>
          <p:spPr>
            <a:xfrm>
              <a:off x="3611821" y="2736177"/>
              <a:ext cx="18303" cy="19167"/>
            </a:xfrm>
            <a:custGeom>
              <a:avLst/>
              <a:pathLst>
                <a:path w="18303" h="19167">
                  <a:moveTo>
                    <a:pt x="14850" y="920"/>
                  </a:moveTo>
                  <a:lnTo>
                    <a:pt x="16128" y="2909"/>
                  </a:lnTo>
                  <a:lnTo>
                    <a:pt x="17835" y="7340"/>
                  </a:lnTo>
                  <a:lnTo>
                    <a:pt x="17303" y="9765"/>
                  </a:lnTo>
                  <a:lnTo>
                    <a:pt x="18303" y="12389"/>
                  </a:lnTo>
                  <a:lnTo>
                    <a:pt x="14366" y="18318"/>
                  </a:lnTo>
                  <a:lnTo>
                    <a:pt x="9069" y="19167"/>
                  </a:lnTo>
                  <a:lnTo>
                    <a:pt x="7619" y="17580"/>
                  </a:lnTo>
                  <a:lnTo>
                    <a:pt x="7820" y="15185"/>
                  </a:lnTo>
                  <a:lnTo>
                    <a:pt x="6742" y="12985"/>
                  </a:lnTo>
                  <a:lnTo>
                    <a:pt x="2229" y="9979"/>
                  </a:lnTo>
                  <a:lnTo>
                    <a:pt x="0" y="6770"/>
                  </a:lnTo>
                  <a:lnTo>
                    <a:pt x="1122" y="5548"/>
                  </a:lnTo>
                  <a:lnTo>
                    <a:pt x="2868" y="3098"/>
                  </a:lnTo>
                  <a:lnTo>
                    <a:pt x="5342" y="1167"/>
                  </a:lnTo>
                  <a:lnTo>
                    <a:pt x="741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h2675"/>
            <p:cNvSpPr/>
            <p:nvPr/>
          </p:nvSpPr>
          <p:spPr>
            <a:xfrm>
              <a:off x="3618918" y="2662311"/>
              <a:ext cx="16662" cy="22756"/>
            </a:xfrm>
            <a:custGeom>
              <a:avLst/>
              <a:pathLst>
                <a:path w="16662" h="22756">
                  <a:moveTo>
                    <a:pt x="16278" y="2453"/>
                  </a:moveTo>
                  <a:lnTo>
                    <a:pt x="15595" y="2367"/>
                  </a:lnTo>
                  <a:lnTo>
                    <a:pt x="13630" y="5449"/>
                  </a:lnTo>
                  <a:lnTo>
                    <a:pt x="11312" y="10623"/>
                  </a:lnTo>
                  <a:lnTo>
                    <a:pt x="11516" y="14572"/>
                  </a:lnTo>
                  <a:lnTo>
                    <a:pt x="14249" y="19632"/>
                  </a:lnTo>
                  <a:lnTo>
                    <a:pt x="16662" y="19190"/>
                  </a:lnTo>
                  <a:lnTo>
                    <a:pt x="16549" y="21760"/>
                  </a:lnTo>
                  <a:lnTo>
                    <a:pt x="12119" y="21932"/>
                  </a:lnTo>
                  <a:lnTo>
                    <a:pt x="8293" y="22756"/>
                  </a:lnTo>
                  <a:lnTo>
                    <a:pt x="3021" y="20547"/>
                  </a:lnTo>
                  <a:lnTo>
                    <a:pt x="2071" y="9430"/>
                  </a:lnTo>
                  <a:lnTo>
                    <a:pt x="0" y="9386"/>
                  </a:lnTo>
                  <a:lnTo>
                    <a:pt x="1092" y="5654"/>
                  </a:lnTo>
                  <a:lnTo>
                    <a:pt x="2484" y="5486"/>
                  </a:lnTo>
                  <a:lnTo>
                    <a:pt x="2738" y="2672"/>
                  </a:lnTo>
                  <a:lnTo>
                    <a:pt x="1333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h2676"/>
            <p:cNvSpPr/>
            <p:nvPr/>
          </p:nvSpPr>
          <p:spPr>
            <a:xfrm>
              <a:off x="3642520" y="2786982"/>
              <a:ext cx="42669" cy="63471"/>
            </a:xfrm>
            <a:custGeom>
              <a:avLst/>
              <a:pathLst>
                <a:path w="42669" h="63471">
                  <a:moveTo>
                    <a:pt x="28145" y="2947"/>
                  </a:moveTo>
                  <a:lnTo>
                    <a:pt x="36091" y="6387"/>
                  </a:lnTo>
                  <a:lnTo>
                    <a:pt x="36127" y="10958"/>
                  </a:lnTo>
                  <a:lnTo>
                    <a:pt x="42669" y="12006"/>
                  </a:lnTo>
                  <a:lnTo>
                    <a:pt x="42631" y="14065"/>
                  </a:lnTo>
                  <a:lnTo>
                    <a:pt x="39667" y="13855"/>
                  </a:lnTo>
                  <a:lnTo>
                    <a:pt x="39810" y="21351"/>
                  </a:lnTo>
                  <a:lnTo>
                    <a:pt x="36517" y="20963"/>
                  </a:lnTo>
                  <a:lnTo>
                    <a:pt x="35022" y="23728"/>
                  </a:lnTo>
                  <a:lnTo>
                    <a:pt x="35130" y="25520"/>
                  </a:lnTo>
                  <a:lnTo>
                    <a:pt x="35907" y="26935"/>
                  </a:lnTo>
                  <a:lnTo>
                    <a:pt x="35666" y="32720"/>
                  </a:lnTo>
                  <a:lnTo>
                    <a:pt x="34935" y="35043"/>
                  </a:lnTo>
                  <a:lnTo>
                    <a:pt x="30144" y="34922"/>
                  </a:lnTo>
                  <a:lnTo>
                    <a:pt x="25622" y="36166"/>
                  </a:lnTo>
                  <a:lnTo>
                    <a:pt x="22269" y="51810"/>
                  </a:lnTo>
                  <a:lnTo>
                    <a:pt x="16203" y="52583"/>
                  </a:lnTo>
                  <a:lnTo>
                    <a:pt x="14111" y="54808"/>
                  </a:lnTo>
                  <a:lnTo>
                    <a:pt x="14700" y="57654"/>
                  </a:lnTo>
                  <a:lnTo>
                    <a:pt x="13573" y="62053"/>
                  </a:lnTo>
                  <a:lnTo>
                    <a:pt x="11615" y="63426"/>
                  </a:lnTo>
                  <a:lnTo>
                    <a:pt x="9817" y="63471"/>
                  </a:lnTo>
                  <a:lnTo>
                    <a:pt x="8198" y="61404"/>
                  </a:lnTo>
                  <a:lnTo>
                    <a:pt x="8319" y="60633"/>
                  </a:lnTo>
                  <a:lnTo>
                    <a:pt x="8464" y="59894"/>
                  </a:lnTo>
                  <a:lnTo>
                    <a:pt x="3733" y="60633"/>
                  </a:lnTo>
                  <a:lnTo>
                    <a:pt x="4292" y="51844"/>
                  </a:lnTo>
                  <a:lnTo>
                    <a:pt x="7268" y="51949"/>
                  </a:lnTo>
                  <a:lnTo>
                    <a:pt x="6865" y="55253"/>
                  </a:lnTo>
                  <a:lnTo>
                    <a:pt x="10304" y="55544"/>
                  </a:lnTo>
                  <a:lnTo>
                    <a:pt x="11915" y="54320"/>
                  </a:lnTo>
                  <a:lnTo>
                    <a:pt x="12555" y="52446"/>
                  </a:lnTo>
                  <a:lnTo>
                    <a:pt x="12240" y="45328"/>
                  </a:lnTo>
                  <a:lnTo>
                    <a:pt x="11148" y="43236"/>
                  </a:lnTo>
                  <a:lnTo>
                    <a:pt x="9278" y="43320"/>
                  </a:lnTo>
                  <a:lnTo>
                    <a:pt x="7918" y="42480"/>
                  </a:lnTo>
                  <a:lnTo>
                    <a:pt x="1131" y="35475"/>
                  </a:lnTo>
                  <a:lnTo>
                    <a:pt x="1426" y="34483"/>
                  </a:lnTo>
                  <a:lnTo>
                    <a:pt x="3648" y="34635"/>
                  </a:lnTo>
                  <a:lnTo>
                    <a:pt x="4510" y="32672"/>
                  </a:lnTo>
                  <a:lnTo>
                    <a:pt x="4350" y="31012"/>
                  </a:lnTo>
                  <a:lnTo>
                    <a:pt x="1796" y="28038"/>
                  </a:lnTo>
                  <a:lnTo>
                    <a:pt x="1831" y="24531"/>
                  </a:lnTo>
                  <a:lnTo>
                    <a:pt x="892" y="24503"/>
                  </a:lnTo>
                  <a:lnTo>
                    <a:pt x="794" y="21949"/>
                  </a:lnTo>
                  <a:lnTo>
                    <a:pt x="0" y="21956"/>
                  </a:lnTo>
                  <a:lnTo>
                    <a:pt x="37" y="19143"/>
                  </a:lnTo>
                  <a:lnTo>
                    <a:pt x="3181" y="19252"/>
                  </a:lnTo>
                  <a:lnTo>
                    <a:pt x="10240" y="19073"/>
                  </a:lnTo>
                  <a:lnTo>
                    <a:pt x="10482" y="14492"/>
                  </a:lnTo>
                  <a:lnTo>
                    <a:pt x="18190" y="14680"/>
                  </a:lnTo>
                  <a:lnTo>
                    <a:pt x="19281" y="12061"/>
                  </a:lnTo>
                  <a:lnTo>
                    <a:pt x="21880" y="9465"/>
                  </a:lnTo>
                  <a:lnTo>
                    <a:pt x="21243" y="5588"/>
                  </a:lnTo>
                  <a:lnTo>
                    <a:pt x="21283" y="3179"/>
                  </a:lnTo>
                  <a:lnTo>
                    <a:pt x="23738" y="174"/>
                  </a:lnTo>
                  <a:lnTo>
                    <a:pt x="2544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h2677"/>
            <p:cNvSpPr/>
            <p:nvPr/>
          </p:nvSpPr>
          <p:spPr>
            <a:xfrm>
              <a:off x="3530425" y="2759049"/>
              <a:ext cx="23627" cy="20399"/>
            </a:xfrm>
            <a:custGeom>
              <a:avLst/>
              <a:pathLst>
                <a:path w="23627" h="20399">
                  <a:moveTo>
                    <a:pt x="18261" y="34"/>
                  </a:moveTo>
                  <a:lnTo>
                    <a:pt x="23627" y="237"/>
                  </a:lnTo>
                  <a:lnTo>
                    <a:pt x="22779" y="2765"/>
                  </a:lnTo>
                  <a:lnTo>
                    <a:pt x="22838" y="4619"/>
                  </a:lnTo>
                  <a:lnTo>
                    <a:pt x="23202" y="10483"/>
                  </a:lnTo>
                  <a:lnTo>
                    <a:pt x="22601" y="11447"/>
                  </a:lnTo>
                  <a:lnTo>
                    <a:pt x="20162" y="11634"/>
                  </a:lnTo>
                  <a:lnTo>
                    <a:pt x="19885" y="19166"/>
                  </a:lnTo>
                  <a:lnTo>
                    <a:pt x="16508" y="19031"/>
                  </a:lnTo>
                  <a:lnTo>
                    <a:pt x="16355" y="20399"/>
                  </a:lnTo>
                  <a:lnTo>
                    <a:pt x="9440" y="20348"/>
                  </a:lnTo>
                  <a:lnTo>
                    <a:pt x="6421" y="15508"/>
                  </a:lnTo>
                  <a:lnTo>
                    <a:pt x="2155" y="14700"/>
                  </a:lnTo>
                  <a:lnTo>
                    <a:pt x="4160" y="10274"/>
                  </a:lnTo>
                  <a:lnTo>
                    <a:pt x="0" y="9076"/>
                  </a:lnTo>
                  <a:lnTo>
                    <a:pt x="108" y="5894"/>
                  </a:lnTo>
                  <a:lnTo>
                    <a:pt x="3187" y="5851"/>
                  </a:lnTo>
                  <a:lnTo>
                    <a:pt x="3150" y="2183"/>
                  </a:lnTo>
                  <a:lnTo>
                    <a:pt x="7138" y="5625"/>
                  </a:lnTo>
                  <a:lnTo>
                    <a:pt x="11738" y="5195"/>
                  </a:lnTo>
                  <a:lnTo>
                    <a:pt x="16699" y="2038"/>
                  </a:lnTo>
                  <a:lnTo>
                    <a:pt x="1606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h2678"/>
            <p:cNvSpPr/>
            <p:nvPr/>
          </p:nvSpPr>
          <p:spPr>
            <a:xfrm>
              <a:off x="3597875" y="2737313"/>
              <a:ext cx="24837" cy="24860"/>
            </a:xfrm>
            <a:custGeom>
              <a:avLst/>
              <a:pathLst>
                <a:path w="24837" h="24860">
                  <a:moveTo>
                    <a:pt x="12225" y="4330"/>
                  </a:moveTo>
                  <a:lnTo>
                    <a:pt x="15727" y="3355"/>
                  </a:lnTo>
                  <a:lnTo>
                    <a:pt x="16813" y="1962"/>
                  </a:lnTo>
                  <a:lnTo>
                    <a:pt x="15067" y="4412"/>
                  </a:lnTo>
                  <a:lnTo>
                    <a:pt x="13945" y="5634"/>
                  </a:lnTo>
                  <a:lnTo>
                    <a:pt x="16174" y="8844"/>
                  </a:lnTo>
                  <a:lnTo>
                    <a:pt x="20687" y="11850"/>
                  </a:lnTo>
                  <a:lnTo>
                    <a:pt x="21765" y="14050"/>
                  </a:lnTo>
                  <a:lnTo>
                    <a:pt x="21565" y="16444"/>
                  </a:lnTo>
                  <a:lnTo>
                    <a:pt x="18364" y="14953"/>
                  </a:lnTo>
                  <a:lnTo>
                    <a:pt x="24837" y="20952"/>
                  </a:lnTo>
                  <a:lnTo>
                    <a:pt x="24107" y="24860"/>
                  </a:lnTo>
                  <a:lnTo>
                    <a:pt x="23598" y="24639"/>
                  </a:lnTo>
                  <a:lnTo>
                    <a:pt x="22769" y="23128"/>
                  </a:lnTo>
                  <a:lnTo>
                    <a:pt x="23772" y="22101"/>
                  </a:lnTo>
                  <a:lnTo>
                    <a:pt x="22010" y="18820"/>
                  </a:lnTo>
                  <a:lnTo>
                    <a:pt x="18142" y="19120"/>
                  </a:lnTo>
                  <a:lnTo>
                    <a:pt x="15746" y="15481"/>
                  </a:lnTo>
                  <a:lnTo>
                    <a:pt x="6477" y="14821"/>
                  </a:lnTo>
                  <a:lnTo>
                    <a:pt x="6769" y="16794"/>
                  </a:lnTo>
                  <a:lnTo>
                    <a:pt x="3506" y="20168"/>
                  </a:lnTo>
                  <a:lnTo>
                    <a:pt x="0" y="19793"/>
                  </a:lnTo>
                  <a:lnTo>
                    <a:pt x="1205" y="14008"/>
                  </a:lnTo>
                  <a:lnTo>
                    <a:pt x="3459" y="12447"/>
                  </a:lnTo>
                  <a:lnTo>
                    <a:pt x="4837" y="4977"/>
                  </a:lnTo>
                  <a:lnTo>
                    <a:pt x="4198" y="1396"/>
                  </a:lnTo>
                  <a:lnTo>
                    <a:pt x="5281" y="1584"/>
                  </a:lnTo>
                  <a:lnTo>
                    <a:pt x="9036" y="0"/>
                  </a:lnTo>
                  <a:lnTo>
                    <a:pt x="11564" y="36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h2679"/>
            <p:cNvSpPr/>
            <p:nvPr/>
          </p:nvSpPr>
          <p:spPr>
            <a:xfrm>
              <a:off x="3685633" y="2680319"/>
              <a:ext cx="39207" cy="38611"/>
            </a:xfrm>
            <a:custGeom>
              <a:avLst/>
              <a:pathLst>
                <a:path w="39207" h="38611">
                  <a:moveTo>
                    <a:pt x="5878" y="7"/>
                  </a:moveTo>
                  <a:lnTo>
                    <a:pt x="6485" y="3869"/>
                  </a:lnTo>
                  <a:lnTo>
                    <a:pt x="10608" y="4809"/>
                  </a:lnTo>
                  <a:lnTo>
                    <a:pt x="13438" y="3913"/>
                  </a:lnTo>
                  <a:lnTo>
                    <a:pt x="12927" y="3100"/>
                  </a:lnTo>
                  <a:lnTo>
                    <a:pt x="19024" y="4214"/>
                  </a:lnTo>
                  <a:lnTo>
                    <a:pt x="20940" y="5701"/>
                  </a:lnTo>
                  <a:lnTo>
                    <a:pt x="26025" y="5898"/>
                  </a:lnTo>
                  <a:lnTo>
                    <a:pt x="27528" y="2855"/>
                  </a:lnTo>
                  <a:lnTo>
                    <a:pt x="29314" y="2880"/>
                  </a:lnTo>
                  <a:lnTo>
                    <a:pt x="31889" y="5002"/>
                  </a:lnTo>
                  <a:lnTo>
                    <a:pt x="32107" y="6673"/>
                  </a:lnTo>
                  <a:lnTo>
                    <a:pt x="31088" y="9575"/>
                  </a:lnTo>
                  <a:lnTo>
                    <a:pt x="32976" y="11014"/>
                  </a:lnTo>
                  <a:lnTo>
                    <a:pt x="33983" y="10051"/>
                  </a:lnTo>
                  <a:lnTo>
                    <a:pt x="31128" y="16364"/>
                  </a:lnTo>
                  <a:lnTo>
                    <a:pt x="31307" y="17319"/>
                  </a:lnTo>
                  <a:lnTo>
                    <a:pt x="33261" y="22735"/>
                  </a:lnTo>
                  <a:lnTo>
                    <a:pt x="36912" y="22067"/>
                  </a:lnTo>
                  <a:lnTo>
                    <a:pt x="37042" y="23389"/>
                  </a:lnTo>
                  <a:lnTo>
                    <a:pt x="39207" y="27192"/>
                  </a:lnTo>
                  <a:lnTo>
                    <a:pt x="35379" y="28560"/>
                  </a:lnTo>
                  <a:lnTo>
                    <a:pt x="33534" y="25509"/>
                  </a:lnTo>
                  <a:lnTo>
                    <a:pt x="32823" y="24881"/>
                  </a:lnTo>
                  <a:lnTo>
                    <a:pt x="32457" y="25266"/>
                  </a:lnTo>
                  <a:lnTo>
                    <a:pt x="30612" y="28816"/>
                  </a:lnTo>
                  <a:lnTo>
                    <a:pt x="30445" y="34469"/>
                  </a:lnTo>
                  <a:lnTo>
                    <a:pt x="26827" y="36474"/>
                  </a:lnTo>
                  <a:lnTo>
                    <a:pt x="27226" y="37805"/>
                  </a:lnTo>
                  <a:lnTo>
                    <a:pt x="29587" y="38611"/>
                  </a:lnTo>
                  <a:lnTo>
                    <a:pt x="24439" y="37755"/>
                  </a:lnTo>
                  <a:lnTo>
                    <a:pt x="22637" y="37692"/>
                  </a:lnTo>
                  <a:lnTo>
                    <a:pt x="20609" y="32371"/>
                  </a:lnTo>
                  <a:lnTo>
                    <a:pt x="18011" y="30181"/>
                  </a:lnTo>
                  <a:lnTo>
                    <a:pt x="13973" y="34521"/>
                  </a:lnTo>
                  <a:lnTo>
                    <a:pt x="12198" y="33125"/>
                  </a:lnTo>
                  <a:lnTo>
                    <a:pt x="10676" y="30220"/>
                  </a:lnTo>
                  <a:lnTo>
                    <a:pt x="5293" y="30066"/>
                  </a:lnTo>
                  <a:lnTo>
                    <a:pt x="8023" y="26652"/>
                  </a:lnTo>
                  <a:lnTo>
                    <a:pt x="7048" y="22719"/>
                  </a:lnTo>
                  <a:lnTo>
                    <a:pt x="5335" y="22894"/>
                  </a:lnTo>
                  <a:lnTo>
                    <a:pt x="4361" y="19435"/>
                  </a:lnTo>
                  <a:lnTo>
                    <a:pt x="4627" y="13963"/>
                  </a:lnTo>
                  <a:lnTo>
                    <a:pt x="0" y="4655"/>
                  </a:lnTo>
                  <a:lnTo>
                    <a:pt x="251" y="2100"/>
                  </a:lnTo>
                  <a:lnTo>
                    <a:pt x="352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h2680"/>
            <p:cNvSpPr/>
            <p:nvPr/>
          </p:nvSpPr>
          <p:spPr>
            <a:xfrm>
              <a:off x="3635464" y="2696349"/>
              <a:ext cx="29209" cy="14265"/>
            </a:xfrm>
            <a:custGeom>
              <a:avLst/>
              <a:pathLst>
                <a:path w="29209" h="14265">
                  <a:moveTo>
                    <a:pt x="29209" y="0"/>
                  </a:moveTo>
                  <a:lnTo>
                    <a:pt x="29200" y="3859"/>
                  </a:lnTo>
                  <a:lnTo>
                    <a:pt x="29031" y="5902"/>
                  </a:lnTo>
                  <a:lnTo>
                    <a:pt x="26043" y="8482"/>
                  </a:lnTo>
                  <a:lnTo>
                    <a:pt x="25986" y="9660"/>
                  </a:lnTo>
                  <a:lnTo>
                    <a:pt x="24433" y="12013"/>
                  </a:lnTo>
                  <a:lnTo>
                    <a:pt x="23092" y="12960"/>
                  </a:lnTo>
                  <a:lnTo>
                    <a:pt x="19689" y="12913"/>
                  </a:lnTo>
                  <a:lnTo>
                    <a:pt x="19518" y="14265"/>
                  </a:lnTo>
                  <a:lnTo>
                    <a:pt x="11320" y="11897"/>
                  </a:lnTo>
                  <a:lnTo>
                    <a:pt x="10093" y="10200"/>
                  </a:lnTo>
                  <a:lnTo>
                    <a:pt x="5823" y="10176"/>
                  </a:lnTo>
                  <a:lnTo>
                    <a:pt x="0" y="12909"/>
                  </a:lnTo>
                  <a:lnTo>
                    <a:pt x="110" y="9431"/>
                  </a:lnTo>
                  <a:lnTo>
                    <a:pt x="1623" y="5003"/>
                  </a:lnTo>
                  <a:lnTo>
                    <a:pt x="1620" y="1691"/>
                  </a:lnTo>
                  <a:lnTo>
                    <a:pt x="8918" y="1120"/>
                  </a:lnTo>
                  <a:lnTo>
                    <a:pt x="13113" y="955"/>
                  </a:lnTo>
                  <a:lnTo>
                    <a:pt x="12941" y="4605"/>
                  </a:lnTo>
                  <a:lnTo>
                    <a:pt x="10806" y="2677"/>
                  </a:lnTo>
                  <a:lnTo>
                    <a:pt x="8016" y="3087"/>
                  </a:lnTo>
                  <a:lnTo>
                    <a:pt x="6925" y="6733"/>
                  </a:lnTo>
                  <a:lnTo>
                    <a:pt x="19034" y="5820"/>
                  </a:lnTo>
                  <a:lnTo>
                    <a:pt x="19066" y="3697"/>
                  </a:lnTo>
                  <a:lnTo>
                    <a:pt x="21809" y="2651"/>
                  </a:lnTo>
                  <a:lnTo>
                    <a:pt x="24966" y="2488"/>
                  </a:lnTo>
                  <a:lnTo>
                    <a:pt x="25526" y="8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h2681"/>
            <p:cNvSpPr/>
            <p:nvPr/>
          </p:nvSpPr>
          <p:spPr>
            <a:xfrm>
              <a:off x="3595828" y="2716121"/>
              <a:ext cx="14535" cy="13428"/>
            </a:xfrm>
            <a:custGeom>
              <a:avLst/>
              <a:pathLst>
                <a:path w="14535" h="13428">
                  <a:moveTo>
                    <a:pt x="1782" y="0"/>
                  </a:moveTo>
                  <a:lnTo>
                    <a:pt x="4253" y="1534"/>
                  </a:lnTo>
                  <a:lnTo>
                    <a:pt x="4823" y="3464"/>
                  </a:lnTo>
                  <a:lnTo>
                    <a:pt x="6828" y="1795"/>
                  </a:lnTo>
                  <a:lnTo>
                    <a:pt x="8809" y="1389"/>
                  </a:lnTo>
                  <a:lnTo>
                    <a:pt x="11051" y="2103"/>
                  </a:lnTo>
                  <a:lnTo>
                    <a:pt x="14535" y="5891"/>
                  </a:lnTo>
                  <a:lnTo>
                    <a:pt x="14204" y="7434"/>
                  </a:lnTo>
                  <a:lnTo>
                    <a:pt x="12085" y="9251"/>
                  </a:lnTo>
                  <a:lnTo>
                    <a:pt x="12292" y="11040"/>
                  </a:lnTo>
                  <a:lnTo>
                    <a:pt x="9127" y="11282"/>
                  </a:lnTo>
                  <a:lnTo>
                    <a:pt x="7631" y="13428"/>
                  </a:lnTo>
                  <a:lnTo>
                    <a:pt x="0" y="9926"/>
                  </a:lnTo>
                  <a:lnTo>
                    <a:pt x="71" y="7313"/>
                  </a:lnTo>
                  <a:lnTo>
                    <a:pt x="2092" y="743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h2682"/>
            <p:cNvSpPr/>
            <p:nvPr/>
          </p:nvSpPr>
          <p:spPr>
            <a:xfrm>
              <a:off x="3579413" y="2670940"/>
              <a:ext cx="21278" cy="20375"/>
            </a:xfrm>
            <a:custGeom>
              <a:avLst/>
              <a:pathLst>
                <a:path w="21278" h="20375">
                  <a:moveTo>
                    <a:pt x="13806" y="122"/>
                  </a:moveTo>
                  <a:lnTo>
                    <a:pt x="15165" y="7040"/>
                  </a:lnTo>
                  <a:lnTo>
                    <a:pt x="21278" y="7036"/>
                  </a:lnTo>
                  <a:lnTo>
                    <a:pt x="19070" y="18539"/>
                  </a:lnTo>
                  <a:lnTo>
                    <a:pt x="19463" y="19440"/>
                  </a:lnTo>
                  <a:lnTo>
                    <a:pt x="18987" y="20375"/>
                  </a:lnTo>
                  <a:lnTo>
                    <a:pt x="15637" y="20265"/>
                  </a:lnTo>
                  <a:lnTo>
                    <a:pt x="12024" y="16399"/>
                  </a:lnTo>
                  <a:lnTo>
                    <a:pt x="6970" y="17523"/>
                  </a:lnTo>
                  <a:lnTo>
                    <a:pt x="7135" y="13380"/>
                  </a:lnTo>
                  <a:lnTo>
                    <a:pt x="10219" y="10585"/>
                  </a:lnTo>
                  <a:lnTo>
                    <a:pt x="9781" y="9666"/>
                  </a:lnTo>
                  <a:lnTo>
                    <a:pt x="6898" y="9623"/>
                  </a:lnTo>
                  <a:lnTo>
                    <a:pt x="5619" y="7998"/>
                  </a:lnTo>
                  <a:lnTo>
                    <a:pt x="5776" y="4251"/>
                  </a:lnTo>
                  <a:lnTo>
                    <a:pt x="4407" y="4242"/>
                  </a:lnTo>
                  <a:lnTo>
                    <a:pt x="4381" y="2706"/>
                  </a:lnTo>
                  <a:lnTo>
                    <a:pt x="0" y="3220"/>
                  </a:lnTo>
                  <a:lnTo>
                    <a:pt x="1432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h2683"/>
            <p:cNvSpPr/>
            <p:nvPr/>
          </p:nvSpPr>
          <p:spPr>
            <a:xfrm>
              <a:off x="3582723" y="2776370"/>
              <a:ext cx="15015" cy="13145"/>
            </a:xfrm>
            <a:custGeom>
              <a:avLst/>
              <a:pathLst>
                <a:path w="15015" h="13145">
                  <a:moveTo>
                    <a:pt x="13902" y="790"/>
                  </a:moveTo>
                  <a:lnTo>
                    <a:pt x="15015" y="2201"/>
                  </a:lnTo>
                  <a:lnTo>
                    <a:pt x="13736" y="5772"/>
                  </a:lnTo>
                  <a:lnTo>
                    <a:pt x="11752" y="6244"/>
                  </a:lnTo>
                  <a:lnTo>
                    <a:pt x="8655" y="5782"/>
                  </a:lnTo>
                  <a:lnTo>
                    <a:pt x="7728" y="7377"/>
                  </a:lnTo>
                  <a:lnTo>
                    <a:pt x="9489" y="12351"/>
                  </a:lnTo>
                  <a:lnTo>
                    <a:pt x="8306" y="13145"/>
                  </a:lnTo>
                  <a:lnTo>
                    <a:pt x="6368" y="12067"/>
                  </a:lnTo>
                  <a:lnTo>
                    <a:pt x="2487" y="11507"/>
                  </a:lnTo>
                  <a:lnTo>
                    <a:pt x="0" y="7829"/>
                  </a:lnTo>
                  <a:lnTo>
                    <a:pt x="322" y="4731"/>
                  </a:lnTo>
                  <a:lnTo>
                    <a:pt x="1405" y="3755"/>
                  </a:lnTo>
                  <a:lnTo>
                    <a:pt x="4272" y="4286"/>
                  </a:lnTo>
                  <a:lnTo>
                    <a:pt x="9013" y="3305"/>
                  </a:lnTo>
                  <a:lnTo>
                    <a:pt x="10092" y="1927"/>
                  </a:lnTo>
                  <a:lnTo>
                    <a:pt x="1022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h2684"/>
            <p:cNvSpPr/>
            <p:nvPr/>
          </p:nvSpPr>
          <p:spPr>
            <a:xfrm>
              <a:off x="3549951" y="2744490"/>
              <a:ext cx="28292" cy="20456"/>
            </a:xfrm>
            <a:custGeom>
              <a:avLst/>
              <a:pathLst>
                <a:path w="28292" h="20456">
                  <a:moveTo>
                    <a:pt x="13246" y="3998"/>
                  </a:moveTo>
                  <a:lnTo>
                    <a:pt x="18406" y="3138"/>
                  </a:lnTo>
                  <a:lnTo>
                    <a:pt x="20716" y="1361"/>
                  </a:lnTo>
                  <a:lnTo>
                    <a:pt x="28177" y="13993"/>
                  </a:lnTo>
                  <a:lnTo>
                    <a:pt x="27167" y="15075"/>
                  </a:lnTo>
                  <a:lnTo>
                    <a:pt x="28292" y="16543"/>
                  </a:lnTo>
                  <a:lnTo>
                    <a:pt x="27023" y="18324"/>
                  </a:lnTo>
                  <a:lnTo>
                    <a:pt x="17397" y="17073"/>
                  </a:lnTo>
                  <a:lnTo>
                    <a:pt x="18990" y="19843"/>
                  </a:lnTo>
                  <a:lnTo>
                    <a:pt x="15273" y="20456"/>
                  </a:lnTo>
                  <a:lnTo>
                    <a:pt x="13414" y="19391"/>
                  </a:lnTo>
                  <a:lnTo>
                    <a:pt x="13012" y="18198"/>
                  </a:lnTo>
                  <a:lnTo>
                    <a:pt x="10462" y="17473"/>
                  </a:lnTo>
                  <a:lnTo>
                    <a:pt x="6936" y="16832"/>
                  </a:lnTo>
                  <a:lnTo>
                    <a:pt x="3254" y="17325"/>
                  </a:lnTo>
                  <a:lnTo>
                    <a:pt x="4102" y="14797"/>
                  </a:lnTo>
                  <a:lnTo>
                    <a:pt x="2430" y="14255"/>
                  </a:lnTo>
                  <a:lnTo>
                    <a:pt x="2332" y="11731"/>
                  </a:lnTo>
                  <a:lnTo>
                    <a:pt x="961" y="8293"/>
                  </a:lnTo>
                  <a:lnTo>
                    <a:pt x="1043" y="9315"/>
                  </a:lnTo>
                  <a:lnTo>
                    <a:pt x="0" y="9402"/>
                  </a:lnTo>
                  <a:lnTo>
                    <a:pt x="239" y="4204"/>
                  </a:lnTo>
                  <a:lnTo>
                    <a:pt x="4511" y="6100"/>
                  </a:lnTo>
                  <a:lnTo>
                    <a:pt x="5908" y="5750"/>
                  </a:lnTo>
                  <a:lnTo>
                    <a:pt x="6626" y="3742"/>
                  </a:lnTo>
                  <a:lnTo>
                    <a:pt x="869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h2685"/>
            <p:cNvSpPr/>
            <p:nvPr/>
          </p:nvSpPr>
          <p:spPr>
            <a:xfrm>
              <a:off x="3542540" y="2693083"/>
              <a:ext cx="40843" cy="55404"/>
            </a:xfrm>
            <a:custGeom>
              <a:avLst/>
              <a:pathLst>
                <a:path w="40843" h="55404">
                  <a:moveTo>
                    <a:pt x="27162" y="5112"/>
                  </a:moveTo>
                  <a:lnTo>
                    <a:pt x="29715" y="5854"/>
                  </a:lnTo>
                  <a:lnTo>
                    <a:pt x="28217" y="8770"/>
                  </a:lnTo>
                  <a:lnTo>
                    <a:pt x="28208" y="9078"/>
                  </a:lnTo>
                  <a:lnTo>
                    <a:pt x="28201" y="9375"/>
                  </a:lnTo>
                  <a:lnTo>
                    <a:pt x="28196" y="9916"/>
                  </a:lnTo>
                  <a:lnTo>
                    <a:pt x="27006" y="10055"/>
                  </a:lnTo>
                  <a:lnTo>
                    <a:pt x="27566" y="12713"/>
                  </a:lnTo>
                  <a:lnTo>
                    <a:pt x="33471" y="14576"/>
                  </a:lnTo>
                  <a:lnTo>
                    <a:pt x="33552" y="15707"/>
                  </a:lnTo>
                  <a:lnTo>
                    <a:pt x="33577" y="16060"/>
                  </a:lnTo>
                  <a:lnTo>
                    <a:pt x="34166" y="16694"/>
                  </a:lnTo>
                  <a:lnTo>
                    <a:pt x="34338" y="16674"/>
                  </a:lnTo>
                  <a:lnTo>
                    <a:pt x="34671" y="15544"/>
                  </a:lnTo>
                  <a:lnTo>
                    <a:pt x="34850" y="15110"/>
                  </a:lnTo>
                  <a:lnTo>
                    <a:pt x="38520" y="16688"/>
                  </a:lnTo>
                  <a:lnTo>
                    <a:pt x="35885" y="18235"/>
                  </a:lnTo>
                  <a:lnTo>
                    <a:pt x="35374" y="22822"/>
                  </a:lnTo>
                  <a:lnTo>
                    <a:pt x="40843" y="23758"/>
                  </a:lnTo>
                  <a:lnTo>
                    <a:pt x="40197" y="25025"/>
                  </a:lnTo>
                  <a:lnTo>
                    <a:pt x="37831" y="25452"/>
                  </a:lnTo>
                  <a:lnTo>
                    <a:pt x="37314" y="24505"/>
                  </a:lnTo>
                  <a:lnTo>
                    <a:pt x="36972" y="24289"/>
                  </a:lnTo>
                  <a:lnTo>
                    <a:pt x="35343" y="23090"/>
                  </a:lnTo>
                  <a:lnTo>
                    <a:pt x="34772" y="21892"/>
                  </a:lnTo>
                  <a:lnTo>
                    <a:pt x="31370" y="22304"/>
                  </a:lnTo>
                  <a:lnTo>
                    <a:pt x="28145" y="22484"/>
                  </a:lnTo>
                  <a:lnTo>
                    <a:pt x="27767" y="26496"/>
                  </a:lnTo>
                  <a:lnTo>
                    <a:pt x="24071" y="29968"/>
                  </a:lnTo>
                  <a:lnTo>
                    <a:pt x="25085" y="32980"/>
                  </a:lnTo>
                  <a:lnTo>
                    <a:pt x="29801" y="35558"/>
                  </a:lnTo>
                  <a:lnTo>
                    <a:pt x="31705" y="37802"/>
                  </a:lnTo>
                  <a:lnTo>
                    <a:pt x="32467" y="39339"/>
                  </a:lnTo>
                  <a:lnTo>
                    <a:pt x="27224" y="39648"/>
                  </a:lnTo>
                  <a:lnTo>
                    <a:pt x="27254" y="42003"/>
                  </a:lnTo>
                  <a:lnTo>
                    <a:pt x="30012" y="45564"/>
                  </a:lnTo>
                  <a:lnTo>
                    <a:pt x="28097" y="50749"/>
                  </a:lnTo>
                  <a:lnTo>
                    <a:pt x="28812" y="50937"/>
                  </a:lnTo>
                  <a:lnTo>
                    <a:pt x="29217" y="50932"/>
                  </a:lnTo>
                  <a:lnTo>
                    <a:pt x="29210" y="51291"/>
                  </a:lnTo>
                  <a:lnTo>
                    <a:pt x="28126" y="52767"/>
                  </a:lnTo>
                  <a:lnTo>
                    <a:pt x="25816" y="54545"/>
                  </a:lnTo>
                  <a:lnTo>
                    <a:pt x="20656" y="55404"/>
                  </a:lnTo>
                  <a:lnTo>
                    <a:pt x="16108" y="51406"/>
                  </a:lnTo>
                  <a:lnTo>
                    <a:pt x="15731" y="43961"/>
                  </a:lnTo>
                  <a:lnTo>
                    <a:pt x="19200" y="38780"/>
                  </a:lnTo>
                  <a:lnTo>
                    <a:pt x="18979" y="37870"/>
                  </a:lnTo>
                  <a:lnTo>
                    <a:pt x="14252" y="30839"/>
                  </a:lnTo>
                  <a:lnTo>
                    <a:pt x="11780" y="30464"/>
                  </a:lnTo>
                  <a:lnTo>
                    <a:pt x="7765" y="27670"/>
                  </a:lnTo>
                  <a:lnTo>
                    <a:pt x="7615" y="25558"/>
                  </a:lnTo>
                  <a:lnTo>
                    <a:pt x="9749" y="17369"/>
                  </a:lnTo>
                  <a:lnTo>
                    <a:pt x="7862" y="13710"/>
                  </a:lnTo>
                  <a:lnTo>
                    <a:pt x="4220" y="11503"/>
                  </a:lnTo>
                  <a:lnTo>
                    <a:pt x="1710" y="6038"/>
                  </a:lnTo>
                  <a:lnTo>
                    <a:pt x="0" y="4926"/>
                  </a:lnTo>
                  <a:lnTo>
                    <a:pt x="1645" y="1835"/>
                  </a:lnTo>
                  <a:lnTo>
                    <a:pt x="4483" y="154"/>
                  </a:lnTo>
                  <a:lnTo>
                    <a:pt x="7761" y="194"/>
                  </a:lnTo>
                  <a:lnTo>
                    <a:pt x="13229" y="3611"/>
                  </a:lnTo>
                  <a:lnTo>
                    <a:pt x="20197" y="1382"/>
                  </a:lnTo>
                  <a:lnTo>
                    <a:pt x="22481" y="1854"/>
                  </a:lnTo>
                  <a:lnTo>
                    <a:pt x="2557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h2686"/>
            <p:cNvSpPr/>
            <p:nvPr/>
          </p:nvSpPr>
          <p:spPr>
            <a:xfrm>
              <a:off x="3522477" y="2736928"/>
              <a:ext cx="34099" cy="22358"/>
            </a:xfrm>
            <a:custGeom>
              <a:avLst/>
              <a:pathLst>
                <a:path w="34099" h="22358">
                  <a:moveTo>
                    <a:pt x="17834" y="0"/>
                  </a:moveTo>
                  <a:lnTo>
                    <a:pt x="18211" y="3065"/>
                  </a:lnTo>
                  <a:lnTo>
                    <a:pt x="24311" y="5157"/>
                  </a:lnTo>
                  <a:lnTo>
                    <a:pt x="29375" y="4077"/>
                  </a:lnTo>
                  <a:lnTo>
                    <a:pt x="31888" y="4704"/>
                  </a:lnTo>
                  <a:lnTo>
                    <a:pt x="31828" y="5481"/>
                  </a:lnTo>
                  <a:lnTo>
                    <a:pt x="30782" y="5322"/>
                  </a:lnTo>
                  <a:lnTo>
                    <a:pt x="30208" y="7967"/>
                  </a:lnTo>
                  <a:lnTo>
                    <a:pt x="32085" y="11248"/>
                  </a:lnTo>
                  <a:lnTo>
                    <a:pt x="34099" y="11304"/>
                  </a:lnTo>
                  <a:lnTo>
                    <a:pt x="33382" y="13311"/>
                  </a:lnTo>
                  <a:lnTo>
                    <a:pt x="31984" y="13662"/>
                  </a:lnTo>
                  <a:lnTo>
                    <a:pt x="27712" y="11765"/>
                  </a:lnTo>
                  <a:lnTo>
                    <a:pt x="27473" y="16963"/>
                  </a:lnTo>
                  <a:lnTo>
                    <a:pt x="28516" y="16877"/>
                  </a:lnTo>
                  <a:lnTo>
                    <a:pt x="28434" y="15854"/>
                  </a:lnTo>
                  <a:lnTo>
                    <a:pt x="29806" y="19293"/>
                  </a:lnTo>
                  <a:lnTo>
                    <a:pt x="29904" y="21816"/>
                  </a:lnTo>
                  <a:lnTo>
                    <a:pt x="31575" y="22358"/>
                  </a:lnTo>
                  <a:lnTo>
                    <a:pt x="26210" y="22156"/>
                  </a:lnTo>
                  <a:lnTo>
                    <a:pt x="22661" y="18168"/>
                  </a:lnTo>
                  <a:lnTo>
                    <a:pt x="20271" y="17177"/>
                  </a:lnTo>
                  <a:lnTo>
                    <a:pt x="16805" y="15955"/>
                  </a:lnTo>
                  <a:lnTo>
                    <a:pt x="11224" y="15726"/>
                  </a:lnTo>
                  <a:lnTo>
                    <a:pt x="11216" y="16543"/>
                  </a:lnTo>
                  <a:lnTo>
                    <a:pt x="7962" y="16367"/>
                  </a:lnTo>
                  <a:lnTo>
                    <a:pt x="9054" y="13182"/>
                  </a:lnTo>
                  <a:lnTo>
                    <a:pt x="0" y="12093"/>
                  </a:lnTo>
                  <a:lnTo>
                    <a:pt x="2221" y="8349"/>
                  </a:lnTo>
                  <a:lnTo>
                    <a:pt x="4651" y="8789"/>
                  </a:lnTo>
                  <a:lnTo>
                    <a:pt x="8008" y="8355"/>
                  </a:lnTo>
                  <a:lnTo>
                    <a:pt x="9472" y="4692"/>
                  </a:lnTo>
                  <a:lnTo>
                    <a:pt x="11408" y="4235"/>
                  </a:lnTo>
                  <a:lnTo>
                    <a:pt x="11439" y="8880"/>
                  </a:lnTo>
                  <a:lnTo>
                    <a:pt x="13615" y="9114"/>
                  </a:lnTo>
                  <a:lnTo>
                    <a:pt x="15428" y="29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h2687"/>
            <p:cNvSpPr/>
            <p:nvPr/>
          </p:nvSpPr>
          <p:spPr>
            <a:xfrm>
              <a:off x="3606879" y="2715735"/>
              <a:ext cx="22998" cy="13794"/>
            </a:xfrm>
            <a:custGeom>
              <a:avLst/>
              <a:pathLst>
                <a:path w="22998" h="13794">
                  <a:moveTo>
                    <a:pt x="5302" y="434"/>
                  </a:moveTo>
                  <a:lnTo>
                    <a:pt x="8108" y="5393"/>
                  </a:lnTo>
                  <a:lnTo>
                    <a:pt x="20619" y="7751"/>
                  </a:lnTo>
                  <a:lnTo>
                    <a:pt x="22415" y="9252"/>
                  </a:lnTo>
                  <a:lnTo>
                    <a:pt x="22998" y="11330"/>
                  </a:lnTo>
                  <a:lnTo>
                    <a:pt x="22275" y="13563"/>
                  </a:lnTo>
                  <a:lnTo>
                    <a:pt x="19770" y="13794"/>
                  </a:lnTo>
                  <a:lnTo>
                    <a:pt x="19740" y="12198"/>
                  </a:lnTo>
                  <a:lnTo>
                    <a:pt x="17948" y="10630"/>
                  </a:lnTo>
                  <a:lnTo>
                    <a:pt x="12720" y="11508"/>
                  </a:lnTo>
                  <a:lnTo>
                    <a:pt x="7783" y="11375"/>
                  </a:lnTo>
                  <a:lnTo>
                    <a:pt x="5357" y="12160"/>
                  </a:lnTo>
                  <a:lnTo>
                    <a:pt x="3861" y="13747"/>
                  </a:lnTo>
                  <a:lnTo>
                    <a:pt x="1241" y="11426"/>
                  </a:lnTo>
                  <a:lnTo>
                    <a:pt x="1034" y="9637"/>
                  </a:lnTo>
                  <a:lnTo>
                    <a:pt x="3153" y="7821"/>
                  </a:lnTo>
                  <a:lnTo>
                    <a:pt x="3483" y="6277"/>
                  </a:lnTo>
                  <a:lnTo>
                    <a:pt x="0" y="2489"/>
                  </a:lnTo>
                  <a:lnTo>
                    <a:pt x="424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h2688"/>
            <p:cNvSpPr/>
            <p:nvPr/>
          </p:nvSpPr>
          <p:spPr>
            <a:xfrm>
              <a:off x="3599098" y="2727162"/>
              <a:ext cx="20135" cy="11735"/>
            </a:xfrm>
            <a:custGeom>
              <a:avLst/>
              <a:pathLst>
                <a:path w="20135" h="11735">
                  <a:moveTo>
                    <a:pt x="9022" y="0"/>
                  </a:moveTo>
                  <a:lnTo>
                    <a:pt x="11642" y="2320"/>
                  </a:lnTo>
                  <a:lnTo>
                    <a:pt x="13482" y="3130"/>
                  </a:lnTo>
                  <a:lnTo>
                    <a:pt x="15712" y="6018"/>
                  </a:lnTo>
                  <a:lnTo>
                    <a:pt x="17930" y="6850"/>
                  </a:lnTo>
                  <a:lnTo>
                    <a:pt x="19160" y="6463"/>
                  </a:lnTo>
                  <a:lnTo>
                    <a:pt x="19998" y="7189"/>
                  </a:lnTo>
                  <a:lnTo>
                    <a:pt x="20135" y="9015"/>
                  </a:lnTo>
                  <a:lnTo>
                    <a:pt x="18065" y="10182"/>
                  </a:lnTo>
                  <a:lnTo>
                    <a:pt x="14930" y="7954"/>
                  </a:lnTo>
                  <a:lnTo>
                    <a:pt x="12223" y="7914"/>
                  </a:lnTo>
                  <a:lnTo>
                    <a:pt x="8031" y="9176"/>
                  </a:lnTo>
                  <a:lnTo>
                    <a:pt x="7813" y="10151"/>
                  </a:lnTo>
                  <a:lnTo>
                    <a:pt x="4059" y="11735"/>
                  </a:lnTo>
                  <a:lnTo>
                    <a:pt x="4598" y="9035"/>
                  </a:lnTo>
                  <a:lnTo>
                    <a:pt x="2215" y="6734"/>
                  </a:lnTo>
                  <a:lnTo>
                    <a:pt x="0" y="6397"/>
                  </a:lnTo>
                  <a:lnTo>
                    <a:pt x="4361" y="2388"/>
                  </a:lnTo>
                  <a:lnTo>
                    <a:pt x="5857" y="24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h2689"/>
            <p:cNvSpPr/>
            <p:nvPr/>
          </p:nvSpPr>
          <p:spPr>
            <a:xfrm>
              <a:off x="3632507" y="2791851"/>
              <a:ext cx="13193" cy="19634"/>
            </a:xfrm>
            <a:custGeom>
              <a:avLst/>
              <a:pathLst>
                <a:path w="13193" h="19634">
                  <a:moveTo>
                    <a:pt x="10324" y="38"/>
                  </a:moveTo>
                  <a:lnTo>
                    <a:pt x="9865" y="3022"/>
                  </a:lnTo>
                  <a:lnTo>
                    <a:pt x="11631" y="9840"/>
                  </a:lnTo>
                  <a:lnTo>
                    <a:pt x="12944" y="10922"/>
                  </a:lnTo>
                  <a:lnTo>
                    <a:pt x="13193" y="14383"/>
                  </a:lnTo>
                  <a:lnTo>
                    <a:pt x="10050" y="14274"/>
                  </a:lnTo>
                  <a:lnTo>
                    <a:pt x="10012" y="17087"/>
                  </a:lnTo>
                  <a:lnTo>
                    <a:pt x="10806" y="17081"/>
                  </a:lnTo>
                  <a:lnTo>
                    <a:pt x="10904" y="19634"/>
                  </a:lnTo>
                  <a:lnTo>
                    <a:pt x="1785" y="18371"/>
                  </a:lnTo>
                  <a:lnTo>
                    <a:pt x="0" y="17632"/>
                  </a:lnTo>
                  <a:lnTo>
                    <a:pt x="47" y="16642"/>
                  </a:lnTo>
                  <a:lnTo>
                    <a:pt x="1064" y="16670"/>
                  </a:lnTo>
                  <a:lnTo>
                    <a:pt x="4861" y="6750"/>
                  </a:lnTo>
                  <a:lnTo>
                    <a:pt x="7244" y="5111"/>
                  </a:lnTo>
                  <a:lnTo>
                    <a:pt x="796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h2690"/>
            <p:cNvSpPr/>
            <p:nvPr/>
          </p:nvSpPr>
          <p:spPr>
            <a:xfrm>
              <a:off x="3590812" y="2737329"/>
              <a:ext cx="11901" cy="13992"/>
            </a:xfrm>
            <a:custGeom>
              <a:avLst/>
              <a:pathLst>
                <a:path w="11901" h="13992">
                  <a:moveTo>
                    <a:pt x="9173" y="152"/>
                  </a:moveTo>
                  <a:lnTo>
                    <a:pt x="11262" y="1380"/>
                  </a:lnTo>
                  <a:lnTo>
                    <a:pt x="11901" y="4960"/>
                  </a:lnTo>
                  <a:lnTo>
                    <a:pt x="10522" y="12431"/>
                  </a:lnTo>
                  <a:lnTo>
                    <a:pt x="8269" y="13992"/>
                  </a:lnTo>
                  <a:lnTo>
                    <a:pt x="0" y="10359"/>
                  </a:lnTo>
                  <a:lnTo>
                    <a:pt x="2454" y="7252"/>
                  </a:lnTo>
                  <a:lnTo>
                    <a:pt x="4623" y="7249"/>
                  </a:lnTo>
                  <a:lnTo>
                    <a:pt x="2546" y="4825"/>
                  </a:lnTo>
                  <a:lnTo>
                    <a:pt x="3227" y="1590"/>
                  </a:lnTo>
                  <a:lnTo>
                    <a:pt x="5321" y="1722"/>
                  </a:lnTo>
                  <a:lnTo>
                    <a:pt x="580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h2691"/>
            <p:cNvSpPr/>
            <p:nvPr/>
          </p:nvSpPr>
          <p:spPr>
            <a:xfrm>
              <a:off x="3569547" y="2698245"/>
              <a:ext cx="14004" cy="11533"/>
            </a:xfrm>
            <a:custGeom>
              <a:avLst/>
              <a:pathLst>
                <a:path w="14004" h="11533">
                  <a:moveTo>
                    <a:pt x="7156" y="0"/>
                  </a:moveTo>
                  <a:lnTo>
                    <a:pt x="8270" y="3195"/>
                  </a:lnTo>
                  <a:lnTo>
                    <a:pt x="13212" y="2867"/>
                  </a:lnTo>
                  <a:lnTo>
                    <a:pt x="14004" y="3893"/>
                  </a:lnTo>
                  <a:lnTo>
                    <a:pt x="8495" y="8427"/>
                  </a:lnTo>
                  <a:lnTo>
                    <a:pt x="7844" y="9949"/>
                  </a:lnTo>
                  <a:lnTo>
                    <a:pt x="7664" y="10391"/>
                  </a:lnTo>
                  <a:lnTo>
                    <a:pt x="7332" y="11513"/>
                  </a:lnTo>
                  <a:lnTo>
                    <a:pt x="7160" y="11533"/>
                  </a:lnTo>
                  <a:lnTo>
                    <a:pt x="6571" y="10899"/>
                  </a:lnTo>
                  <a:lnTo>
                    <a:pt x="6546" y="10546"/>
                  </a:lnTo>
                  <a:lnTo>
                    <a:pt x="6465" y="9414"/>
                  </a:lnTo>
                  <a:lnTo>
                    <a:pt x="560" y="7552"/>
                  </a:lnTo>
                  <a:lnTo>
                    <a:pt x="0" y="4894"/>
                  </a:lnTo>
                  <a:lnTo>
                    <a:pt x="1190" y="4742"/>
                  </a:lnTo>
                  <a:lnTo>
                    <a:pt x="1194" y="4214"/>
                  </a:lnTo>
                  <a:lnTo>
                    <a:pt x="1210" y="3609"/>
                  </a:lnTo>
                  <a:lnTo>
                    <a:pt x="2709" y="69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h2692"/>
            <p:cNvSpPr/>
            <p:nvPr/>
          </p:nvSpPr>
          <p:spPr>
            <a:xfrm>
              <a:off x="3611771" y="2761712"/>
              <a:ext cx="12710" cy="16293"/>
            </a:xfrm>
            <a:custGeom>
              <a:avLst/>
              <a:pathLst>
                <a:path w="12710" h="16293">
                  <a:moveTo>
                    <a:pt x="9702" y="239"/>
                  </a:moveTo>
                  <a:lnTo>
                    <a:pt x="10211" y="461"/>
                  </a:lnTo>
                  <a:lnTo>
                    <a:pt x="12710" y="2710"/>
                  </a:lnTo>
                  <a:lnTo>
                    <a:pt x="11005" y="2062"/>
                  </a:lnTo>
                  <a:lnTo>
                    <a:pt x="10421" y="8305"/>
                  </a:lnTo>
                  <a:lnTo>
                    <a:pt x="12020" y="7397"/>
                  </a:lnTo>
                  <a:lnTo>
                    <a:pt x="11801" y="10053"/>
                  </a:lnTo>
                  <a:lnTo>
                    <a:pt x="7374" y="10803"/>
                  </a:lnTo>
                  <a:lnTo>
                    <a:pt x="7017" y="12545"/>
                  </a:lnTo>
                  <a:lnTo>
                    <a:pt x="6056" y="15936"/>
                  </a:lnTo>
                  <a:lnTo>
                    <a:pt x="5262" y="16293"/>
                  </a:lnTo>
                  <a:lnTo>
                    <a:pt x="1061" y="14672"/>
                  </a:lnTo>
                  <a:lnTo>
                    <a:pt x="0" y="13573"/>
                  </a:lnTo>
                  <a:lnTo>
                    <a:pt x="988" y="7051"/>
                  </a:lnTo>
                  <a:lnTo>
                    <a:pt x="5907" y="5402"/>
                  </a:lnTo>
                  <a:lnTo>
                    <a:pt x="6485" y="4038"/>
                  </a:lnTo>
                  <a:lnTo>
                    <a:pt x="5924" y="1993"/>
                  </a:lnTo>
                  <a:lnTo>
                    <a:pt x="700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h2693"/>
            <p:cNvSpPr/>
            <p:nvPr/>
          </p:nvSpPr>
          <p:spPr>
            <a:xfrm>
              <a:off x="3682698" y="2627905"/>
              <a:ext cx="38332" cy="26088"/>
            </a:xfrm>
            <a:custGeom>
              <a:avLst/>
              <a:pathLst>
                <a:path w="38332" h="26088">
                  <a:moveTo>
                    <a:pt x="35641" y="9041"/>
                  </a:moveTo>
                  <a:lnTo>
                    <a:pt x="35673" y="12991"/>
                  </a:lnTo>
                  <a:lnTo>
                    <a:pt x="35585" y="14585"/>
                  </a:lnTo>
                  <a:lnTo>
                    <a:pt x="33204" y="14571"/>
                  </a:lnTo>
                  <a:lnTo>
                    <a:pt x="33272" y="17682"/>
                  </a:lnTo>
                  <a:lnTo>
                    <a:pt x="37989" y="17642"/>
                  </a:lnTo>
                  <a:lnTo>
                    <a:pt x="38332" y="19802"/>
                  </a:lnTo>
                  <a:lnTo>
                    <a:pt x="34467" y="23454"/>
                  </a:lnTo>
                  <a:lnTo>
                    <a:pt x="33762" y="26088"/>
                  </a:lnTo>
                  <a:lnTo>
                    <a:pt x="28599" y="26012"/>
                  </a:lnTo>
                  <a:lnTo>
                    <a:pt x="25975" y="21929"/>
                  </a:lnTo>
                  <a:lnTo>
                    <a:pt x="22152" y="21455"/>
                  </a:lnTo>
                  <a:lnTo>
                    <a:pt x="11731" y="21267"/>
                  </a:lnTo>
                  <a:lnTo>
                    <a:pt x="11654" y="22821"/>
                  </a:lnTo>
                  <a:lnTo>
                    <a:pt x="4827" y="23214"/>
                  </a:lnTo>
                  <a:lnTo>
                    <a:pt x="3893" y="18550"/>
                  </a:lnTo>
                  <a:lnTo>
                    <a:pt x="3675" y="17132"/>
                  </a:lnTo>
                  <a:lnTo>
                    <a:pt x="10276" y="15958"/>
                  </a:lnTo>
                  <a:lnTo>
                    <a:pt x="10135" y="12512"/>
                  </a:lnTo>
                  <a:lnTo>
                    <a:pt x="6056" y="12445"/>
                  </a:lnTo>
                  <a:lnTo>
                    <a:pt x="3933" y="13928"/>
                  </a:lnTo>
                  <a:lnTo>
                    <a:pt x="3938" y="15748"/>
                  </a:lnTo>
                  <a:lnTo>
                    <a:pt x="330" y="14120"/>
                  </a:lnTo>
                  <a:lnTo>
                    <a:pt x="0" y="10578"/>
                  </a:lnTo>
                  <a:lnTo>
                    <a:pt x="11425" y="6705"/>
                  </a:lnTo>
                  <a:lnTo>
                    <a:pt x="15466" y="6513"/>
                  </a:lnTo>
                  <a:lnTo>
                    <a:pt x="20157" y="7619"/>
                  </a:lnTo>
                  <a:lnTo>
                    <a:pt x="25335" y="6502"/>
                  </a:lnTo>
                  <a:lnTo>
                    <a:pt x="28081" y="5414"/>
                  </a:lnTo>
                  <a:lnTo>
                    <a:pt x="28686" y="4013"/>
                  </a:lnTo>
                  <a:lnTo>
                    <a:pt x="33810" y="0"/>
                  </a:lnTo>
                  <a:lnTo>
                    <a:pt x="34332" y="508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h2694"/>
            <p:cNvSpPr/>
            <p:nvPr/>
          </p:nvSpPr>
          <p:spPr>
            <a:xfrm>
              <a:off x="3706300" y="2633564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h2695"/>
            <p:cNvSpPr/>
            <p:nvPr/>
          </p:nvSpPr>
          <p:spPr>
            <a:xfrm>
              <a:off x="3606912" y="2735076"/>
              <a:ext cx="10251" cy="6566"/>
            </a:xfrm>
            <a:custGeom>
              <a:avLst/>
              <a:pathLst>
                <a:path w="10251" h="6566">
                  <a:moveTo>
                    <a:pt x="7117" y="40"/>
                  </a:moveTo>
                  <a:lnTo>
                    <a:pt x="10251" y="2268"/>
                  </a:lnTo>
                  <a:lnTo>
                    <a:pt x="7777" y="4199"/>
                  </a:lnTo>
                  <a:lnTo>
                    <a:pt x="6691" y="5592"/>
                  </a:lnTo>
                  <a:lnTo>
                    <a:pt x="3189" y="6566"/>
                  </a:lnTo>
                  <a:lnTo>
                    <a:pt x="2528" y="2598"/>
                  </a:lnTo>
                  <a:lnTo>
                    <a:pt x="0" y="2236"/>
                  </a:lnTo>
                  <a:lnTo>
                    <a:pt x="218" y="1262"/>
                  </a:lnTo>
                  <a:lnTo>
                    <a:pt x="44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h2696"/>
            <p:cNvSpPr/>
            <p:nvPr/>
          </p:nvSpPr>
          <p:spPr>
            <a:xfrm>
              <a:off x="3642373" y="2786948"/>
              <a:ext cx="22027" cy="19285"/>
            </a:xfrm>
            <a:custGeom>
              <a:avLst/>
              <a:pathLst>
                <a:path w="22027" h="19285">
                  <a:moveTo>
                    <a:pt x="9675" y="228"/>
                  </a:moveTo>
                  <a:lnTo>
                    <a:pt x="16127" y="2663"/>
                  </a:lnTo>
                  <a:lnTo>
                    <a:pt x="18348" y="4737"/>
                  </a:lnTo>
                  <a:lnTo>
                    <a:pt x="18284" y="5653"/>
                  </a:lnTo>
                  <a:lnTo>
                    <a:pt x="21390" y="5621"/>
                  </a:lnTo>
                  <a:lnTo>
                    <a:pt x="22027" y="9498"/>
                  </a:lnTo>
                  <a:lnTo>
                    <a:pt x="19428" y="12094"/>
                  </a:lnTo>
                  <a:lnTo>
                    <a:pt x="18337" y="14713"/>
                  </a:lnTo>
                  <a:lnTo>
                    <a:pt x="10629" y="14526"/>
                  </a:lnTo>
                  <a:lnTo>
                    <a:pt x="10386" y="19107"/>
                  </a:lnTo>
                  <a:lnTo>
                    <a:pt x="3328" y="19285"/>
                  </a:lnTo>
                  <a:lnTo>
                    <a:pt x="3079" y="15824"/>
                  </a:lnTo>
                  <a:lnTo>
                    <a:pt x="1766" y="14742"/>
                  </a:lnTo>
                  <a:lnTo>
                    <a:pt x="0" y="7925"/>
                  </a:lnTo>
                  <a:lnTo>
                    <a:pt x="459" y="4940"/>
                  </a:lnTo>
                  <a:lnTo>
                    <a:pt x="1001" y="4950"/>
                  </a:lnTo>
                  <a:lnTo>
                    <a:pt x="786" y="1121"/>
                  </a:lnTo>
                  <a:lnTo>
                    <a:pt x="4553" y="1202"/>
                  </a:lnTo>
                  <a:lnTo>
                    <a:pt x="452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h2697"/>
            <p:cNvSpPr/>
            <p:nvPr/>
          </p:nvSpPr>
          <p:spPr>
            <a:xfrm>
              <a:off x="3607872" y="2689746"/>
              <a:ext cx="13246" cy="13272"/>
            </a:xfrm>
            <a:custGeom>
              <a:avLst/>
              <a:pathLst>
                <a:path w="13246" h="13272">
                  <a:moveTo>
                    <a:pt x="7672" y="0"/>
                  </a:moveTo>
                  <a:lnTo>
                    <a:pt x="9086" y="2069"/>
                  </a:lnTo>
                  <a:lnTo>
                    <a:pt x="11503" y="4162"/>
                  </a:lnTo>
                  <a:lnTo>
                    <a:pt x="11225" y="5844"/>
                  </a:lnTo>
                  <a:lnTo>
                    <a:pt x="12629" y="6725"/>
                  </a:lnTo>
                  <a:lnTo>
                    <a:pt x="13246" y="12643"/>
                  </a:lnTo>
                  <a:lnTo>
                    <a:pt x="7091" y="13272"/>
                  </a:lnTo>
                  <a:lnTo>
                    <a:pt x="4867" y="13103"/>
                  </a:lnTo>
                  <a:lnTo>
                    <a:pt x="5236" y="9165"/>
                  </a:lnTo>
                  <a:lnTo>
                    <a:pt x="4130" y="8232"/>
                  </a:lnTo>
                  <a:lnTo>
                    <a:pt x="0" y="7805"/>
                  </a:lnTo>
                  <a:lnTo>
                    <a:pt x="28" y="6755"/>
                  </a:lnTo>
                  <a:lnTo>
                    <a:pt x="5762" y="7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h2698"/>
            <p:cNvSpPr/>
            <p:nvPr/>
          </p:nvSpPr>
          <p:spPr>
            <a:xfrm>
              <a:off x="3578425" y="2704511"/>
              <a:ext cx="23394" cy="19048"/>
            </a:xfrm>
            <a:custGeom>
              <a:avLst/>
              <a:pathLst>
                <a:path w="23394" h="19048">
                  <a:moveTo>
                    <a:pt x="14798" y="192"/>
                  </a:moveTo>
                  <a:lnTo>
                    <a:pt x="15621" y="7056"/>
                  </a:lnTo>
                  <a:lnTo>
                    <a:pt x="18534" y="5835"/>
                  </a:lnTo>
                  <a:lnTo>
                    <a:pt x="21253" y="7316"/>
                  </a:lnTo>
                  <a:lnTo>
                    <a:pt x="23394" y="10540"/>
                  </a:lnTo>
                  <a:lnTo>
                    <a:pt x="21655" y="13144"/>
                  </a:lnTo>
                  <a:lnTo>
                    <a:pt x="19184" y="11610"/>
                  </a:lnTo>
                  <a:lnTo>
                    <a:pt x="19494" y="19048"/>
                  </a:lnTo>
                  <a:lnTo>
                    <a:pt x="17474" y="18923"/>
                  </a:lnTo>
                  <a:lnTo>
                    <a:pt x="15312" y="18778"/>
                  </a:lnTo>
                  <a:lnTo>
                    <a:pt x="13177" y="17158"/>
                  </a:lnTo>
                  <a:lnTo>
                    <a:pt x="7185" y="16018"/>
                  </a:lnTo>
                  <a:lnTo>
                    <a:pt x="7118" y="15400"/>
                  </a:lnTo>
                  <a:lnTo>
                    <a:pt x="9812" y="15417"/>
                  </a:lnTo>
                  <a:lnTo>
                    <a:pt x="9437" y="13556"/>
                  </a:lnTo>
                  <a:lnTo>
                    <a:pt x="7842" y="11943"/>
                  </a:lnTo>
                  <a:lnTo>
                    <a:pt x="7583" y="7695"/>
                  </a:lnTo>
                  <a:lnTo>
                    <a:pt x="5766" y="7317"/>
                  </a:lnTo>
                  <a:lnTo>
                    <a:pt x="2011" y="8041"/>
                  </a:lnTo>
                  <a:lnTo>
                    <a:pt x="0" y="6807"/>
                  </a:lnTo>
                  <a:lnTo>
                    <a:pt x="2635" y="5260"/>
                  </a:lnTo>
                  <a:lnTo>
                    <a:pt x="4884" y="3043"/>
                  </a:lnTo>
                  <a:lnTo>
                    <a:pt x="9945" y="3274"/>
                  </a:lnTo>
                  <a:lnTo>
                    <a:pt x="1359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h2699"/>
            <p:cNvSpPr/>
            <p:nvPr/>
          </p:nvSpPr>
          <p:spPr>
            <a:xfrm>
              <a:off x="3715903" y="2624747"/>
              <a:ext cx="37198" cy="24931"/>
            </a:xfrm>
            <a:custGeom>
              <a:avLst/>
              <a:pathLst>
                <a:path w="37198" h="24931">
                  <a:moveTo>
                    <a:pt x="25529" y="0"/>
                  </a:moveTo>
                  <a:lnTo>
                    <a:pt x="37198" y="3385"/>
                  </a:lnTo>
                  <a:lnTo>
                    <a:pt x="35370" y="4251"/>
                  </a:lnTo>
                  <a:lnTo>
                    <a:pt x="24826" y="5374"/>
                  </a:lnTo>
                  <a:lnTo>
                    <a:pt x="22378" y="9512"/>
                  </a:lnTo>
                  <a:lnTo>
                    <a:pt x="11348" y="10648"/>
                  </a:lnTo>
                  <a:lnTo>
                    <a:pt x="11706" y="11636"/>
                  </a:lnTo>
                  <a:lnTo>
                    <a:pt x="13252" y="11327"/>
                  </a:lnTo>
                  <a:lnTo>
                    <a:pt x="15489" y="22869"/>
                  </a:lnTo>
                  <a:lnTo>
                    <a:pt x="15487" y="24881"/>
                  </a:lnTo>
                  <a:lnTo>
                    <a:pt x="12819" y="24931"/>
                  </a:lnTo>
                  <a:lnTo>
                    <a:pt x="12837" y="23200"/>
                  </a:lnTo>
                  <a:lnTo>
                    <a:pt x="8688" y="21235"/>
                  </a:lnTo>
                  <a:lnTo>
                    <a:pt x="8496" y="17758"/>
                  </a:lnTo>
                  <a:lnTo>
                    <a:pt x="4838" y="17769"/>
                  </a:lnTo>
                  <a:lnTo>
                    <a:pt x="4785" y="20800"/>
                  </a:lnTo>
                  <a:lnTo>
                    <a:pt x="67" y="20840"/>
                  </a:lnTo>
                  <a:lnTo>
                    <a:pt x="0" y="17729"/>
                  </a:lnTo>
                  <a:lnTo>
                    <a:pt x="2380" y="17744"/>
                  </a:lnTo>
                  <a:lnTo>
                    <a:pt x="2469" y="16150"/>
                  </a:lnTo>
                  <a:lnTo>
                    <a:pt x="2437" y="12200"/>
                  </a:lnTo>
                  <a:lnTo>
                    <a:pt x="1127" y="8246"/>
                  </a:lnTo>
                  <a:lnTo>
                    <a:pt x="605" y="3158"/>
                  </a:lnTo>
                  <a:lnTo>
                    <a:pt x="3569" y="968"/>
                  </a:lnTo>
                  <a:lnTo>
                    <a:pt x="6451" y="63"/>
                  </a:lnTo>
                  <a:lnTo>
                    <a:pt x="16402" y="74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h2700"/>
            <p:cNvSpPr/>
            <p:nvPr/>
          </p:nvSpPr>
          <p:spPr>
            <a:xfrm>
              <a:off x="3701445" y="2736446"/>
              <a:ext cx="17240" cy="20852"/>
            </a:xfrm>
            <a:custGeom>
              <a:avLst/>
              <a:pathLst>
                <a:path w="17240" h="20852">
                  <a:moveTo>
                    <a:pt x="6104" y="0"/>
                  </a:moveTo>
                  <a:lnTo>
                    <a:pt x="12005" y="2096"/>
                  </a:lnTo>
                  <a:lnTo>
                    <a:pt x="12936" y="1884"/>
                  </a:lnTo>
                  <a:lnTo>
                    <a:pt x="14178" y="2243"/>
                  </a:lnTo>
                  <a:lnTo>
                    <a:pt x="17240" y="8067"/>
                  </a:lnTo>
                  <a:lnTo>
                    <a:pt x="15247" y="11608"/>
                  </a:lnTo>
                  <a:lnTo>
                    <a:pt x="11144" y="11989"/>
                  </a:lnTo>
                  <a:lnTo>
                    <a:pt x="9497" y="13366"/>
                  </a:lnTo>
                  <a:lnTo>
                    <a:pt x="7654" y="16166"/>
                  </a:lnTo>
                  <a:lnTo>
                    <a:pt x="7783" y="18479"/>
                  </a:lnTo>
                  <a:lnTo>
                    <a:pt x="3971" y="20552"/>
                  </a:lnTo>
                  <a:lnTo>
                    <a:pt x="1126" y="20852"/>
                  </a:lnTo>
                  <a:lnTo>
                    <a:pt x="0" y="20087"/>
                  </a:lnTo>
                  <a:lnTo>
                    <a:pt x="2150" y="15328"/>
                  </a:lnTo>
                  <a:lnTo>
                    <a:pt x="8317" y="12259"/>
                  </a:lnTo>
                  <a:lnTo>
                    <a:pt x="8996" y="11130"/>
                  </a:lnTo>
                  <a:lnTo>
                    <a:pt x="8700" y="9913"/>
                  </a:lnTo>
                  <a:lnTo>
                    <a:pt x="4393" y="9675"/>
                  </a:lnTo>
                  <a:lnTo>
                    <a:pt x="2645" y="6264"/>
                  </a:lnTo>
                  <a:lnTo>
                    <a:pt x="4400" y="3750"/>
                  </a:lnTo>
                  <a:lnTo>
                    <a:pt x="4728" y="198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h2701"/>
            <p:cNvSpPr/>
            <p:nvPr/>
          </p:nvSpPr>
          <p:spPr>
            <a:xfrm>
              <a:off x="3558772" y="2774289"/>
              <a:ext cx="32258" cy="27888"/>
            </a:xfrm>
            <a:custGeom>
              <a:avLst/>
              <a:pathLst>
                <a:path w="32258" h="27888">
                  <a:moveTo>
                    <a:pt x="24475" y="1663"/>
                  </a:moveTo>
                  <a:lnTo>
                    <a:pt x="25357" y="5836"/>
                  </a:lnTo>
                  <a:lnTo>
                    <a:pt x="24274" y="6813"/>
                  </a:lnTo>
                  <a:lnTo>
                    <a:pt x="23951" y="9911"/>
                  </a:lnTo>
                  <a:lnTo>
                    <a:pt x="26439" y="13589"/>
                  </a:lnTo>
                  <a:lnTo>
                    <a:pt x="30320" y="14148"/>
                  </a:lnTo>
                  <a:lnTo>
                    <a:pt x="32258" y="15227"/>
                  </a:lnTo>
                  <a:lnTo>
                    <a:pt x="32257" y="18893"/>
                  </a:lnTo>
                  <a:lnTo>
                    <a:pt x="29533" y="20869"/>
                  </a:lnTo>
                  <a:lnTo>
                    <a:pt x="27577" y="20429"/>
                  </a:lnTo>
                  <a:lnTo>
                    <a:pt x="27813" y="19127"/>
                  </a:lnTo>
                  <a:lnTo>
                    <a:pt x="22859" y="16645"/>
                  </a:lnTo>
                  <a:lnTo>
                    <a:pt x="23720" y="20235"/>
                  </a:lnTo>
                  <a:lnTo>
                    <a:pt x="29222" y="22346"/>
                  </a:lnTo>
                  <a:lnTo>
                    <a:pt x="28759" y="26355"/>
                  </a:lnTo>
                  <a:lnTo>
                    <a:pt x="25790" y="27888"/>
                  </a:lnTo>
                  <a:lnTo>
                    <a:pt x="21906" y="27847"/>
                  </a:lnTo>
                  <a:lnTo>
                    <a:pt x="14968" y="25650"/>
                  </a:lnTo>
                  <a:lnTo>
                    <a:pt x="15231" y="23914"/>
                  </a:lnTo>
                  <a:lnTo>
                    <a:pt x="14324" y="19472"/>
                  </a:lnTo>
                  <a:lnTo>
                    <a:pt x="11732" y="14546"/>
                  </a:lnTo>
                  <a:lnTo>
                    <a:pt x="7768" y="14546"/>
                  </a:lnTo>
                  <a:lnTo>
                    <a:pt x="0" y="17910"/>
                  </a:lnTo>
                  <a:lnTo>
                    <a:pt x="430" y="12533"/>
                  </a:lnTo>
                  <a:lnTo>
                    <a:pt x="4996" y="9692"/>
                  </a:lnTo>
                  <a:lnTo>
                    <a:pt x="9876" y="9383"/>
                  </a:lnTo>
                  <a:lnTo>
                    <a:pt x="10308" y="7915"/>
                  </a:lnTo>
                  <a:lnTo>
                    <a:pt x="11976" y="7216"/>
                  </a:lnTo>
                  <a:lnTo>
                    <a:pt x="13708" y="8006"/>
                  </a:lnTo>
                  <a:lnTo>
                    <a:pt x="15255" y="6606"/>
                  </a:lnTo>
                  <a:lnTo>
                    <a:pt x="14791" y="5137"/>
                  </a:lnTo>
                  <a:lnTo>
                    <a:pt x="15564" y="3246"/>
                  </a:lnTo>
                  <a:lnTo>
                    <a:pt x="21212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h2702"/>
            <p:cNvSpPr/>
            <p:nvPr/>
          </p:nvSpPr>
          <p:spPr>
            <a:xfrm>
              <a:off x="3688481" y="2665622"/>
              <a:ext cx="26568" cy="20595"/>
            </a:xfrm>
            <a:custGeom>
              <a:avLst/>
              <a:pathLst>
                <a:path w="26568" h="20595">
                  <a:moveTo>
                    <a:pt x="18098" y="758"/>
                  </a:moveTo>
                  <a:lnTo>
                    <a:pt x="18151" y="1843"/>
                  </a:lnTo>
                  <a:lnTo>
                    <a:pt x="15146" y="2307"/>
                  </a:lnTo>
                  <a:lnTo>
                    <a:pt x="15641" y="4975"/>
                  </a:lnTo>
                  <a:lnTo>
                    <a:pt x="18183" y="8243"/>
                  </a:lnTo>
                  <a:lnTo>
                    <a:pt x="22083" y="10843"/>
                  </a:lnTo>
                  <a:lnTo>
                    <a:pt x="23648" y="13107"/>
                  </a:lnTo>
                  <a:lnTo>
                    <a:pt x="26462" y="12497"/>
                  </a:lnTo>
                  <a:lnTo>
                    <a:pt x="26568" y="15656"/>
                  </a:lnTo>
                  <a:lnTo>
                    <a:pt x="24569" y="16255"/>
                  </a:lnTo>
                  <a:lnTo>
                    <a:pt x="24681" y="17552"/>
                  </a:lnTo>
                  <a:lnTo>
                    <a:pt x="23178" y="20595"/>
                  </a:lnTo>
                  <a:lnTo>
                    <a:pt x="18093" y="20397"/>
                  </a:lnTo>
                  <a:lnTo>
                    <a:pt x="16176" y="18910"/>
                  </a:lnTo>
                  <a:lnTo>
                    <a:pt x="10080" y="17796"/>
                  </a:lnTo>
                  <a:lnTo>
                    <a:pt x="10590" y="18609"/>
                  </a:lnTo>
                  <a:lnTo>
                    <a:pt x="7761" y="19505"/>
                  </a:lnTo>
                  <a:lnTo>
                    <a:pt x="3638" y="18565"/>
                  </a:lnTo>
                  <a:lnTo>
                    <a:pt x="3031" y="14703"/>
                  </a:lnTo>
                  <a:lnTo>
                    <a:pt x="675" y="14696"/>
                  </a:lnTo>
                  <a:lnTo>
                    <a:pt x="0" y="13618"/>
                  </a:lnTo>
                  <a:lnTo>
                    <a:pt x="219" y="11994"/>
                  </a:lnTo>
                  <a:lnTo>
                    <a:pt x="895" y="12062"/>
                  </a:lnTo>
                  <a:lnTo>
                    <a:pt x="973" y="7264"/>
                  </a:lnTo>
                  <a:lnTo>
                    <a:pt x="1213" y="4449"/>
                  </a:lnTo>
                  <a:lnTo>
                    <a:pt x="4911" y="880"/>
                  </a:lnTo>
                  <a:lnTo>
                    <a:pt x="150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h2703"/>
            <p:cNvSpPr/>
            <p:nvPr/>
          </p:nvSpPr>
          <p:spPr>
            <a:xfrm>
              <a:off x="3600663" y="2667374"/>
              <a:ext cx="13450" cy="20802"/>
            </a:xfrm>
            <a:custGeom>
              <a:avLst/>
              <a:pathLst>
                <a:path w="13450" h="20802">
                  <a:moveTo>
                    <a:pt x="10885" y="6813"/>
                  </a:moveTo>
                  <a:lnTo>
                    <a:pt x="13450" y="13390"/>
                  </a:lnTo>
                  <a:lnTo>
                    <a:pt x="12524" y="14951"/>
                  </a:lnTo>
                  <a:lnTo>
                    <a:pt x="12927" y="17796"/>
                  </a:lnTo>
                  <a:lnTo>
                    <a:pt x="10937" y="20478"/>
                  </a:lnTo>
                  <a:lnTo>
                    <a:pt x="10242" y="20505"/>
                  </a:lnTo>
                  <a:lnTo>
                    <a:pt x="8081" y="18302"/>
                  </a:lnTo>
                  <a:lnTo>
                    <a:pt x="6317" y="18239"/>
                  </a:lnTo>
                  <a:lnTo>
                    <a:pt x="6203" y="20802"/>
                  </a:lnTo>
                  <a:lnTo>
                    <a:pt x="4799" y="20060"/>
                  </a:lnTo>
                  <a:lnTo>
                    <a:pt x="2747" y="15809"/>
                  </a:lnTo>
                  <a:lnTo>
                    <a:pt x="2579" y="14107"/>
                  </a:lnTo>
                  <a:lnTo>
                    <a:pt x="4327" y="10717"/>
                  </a:lnTo>
                  <a:lnTo>
                    <a:pt x="2115" y="10237"/>
                  </a:lnTo>
                  <a:lnTo>
                    <a:pt x="23" y="9573"/>
                  </a:lnTo>
                  <a:lnTo>
                    <a:pt x="0" y="7540"/>
                  </a:lnTo>
                  <a:lnTo>
                    <a:pt x="3637" y="5736"/>
                  </a:lnTo>
                  <a:lnTo>
                    <a:pt x="3721" y="1474"/>
                  </a:lnTo>
                  <a:lnTo>
                    <a:pt x="111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h2704"/>
            <p:cNvSpPr/>
            <p:nvPr/>
          </p:nvSpPr>
          <p:spPr>
            <a:xfrm>
              <a:off x="3664664" y="2681627"/>
              <a:ext cx="28992" cy="36553"/>
            </a:xfrm>
            <a:custGeom>
              <a:avLst/>
              <a:pathLst>
                <a:path w="28992" h="36553">
                  <a:moveTo>
                    <a:pt x="19683" y="0"/>
                  </a:moveTo>
                  <a:lnTo>
                    <a:pt x="21220" y="791"/>
                  </a:lnTo>
                  <a:lnTo>
                    <a:pt x="20969" y="3347"/>
                  </a:lnTo>
                  <a:lnTo>
                    <a:pt x="25596" y="12654"/>
                  </a:lnTo>
                  <a:lnTo>
                    <a:pt x="25330" y="18127"/>
                  </a:lnTo>
                  <a:lnTo>
                    <a:pt x="26304" y="21585"/>
                  </a:lnTo>
                  <a:lnTo>
                    <a:pt x="28017" y="21410"/>
                  </a:lnTo>
                  <a:lnTo>
                    <a:pt x="28992" y="25344"/>
                  </a:lnTo>
                  <a:lnTo>
                    <a:pt x="26262" y="28757"/>
                  </a:lnTo>
                  <a:lnTo>
                    <a:pt x="22662" y="28653"/>
                  </a:lnTo>
                  <a:lnTo>
                    <a:pt x="21631" y="32894"/>
                  </a:lnTo>
                  <a:lnTo>
                    <a:pt x="18757" y="33152"/>
                  </a:lnTo>
                  <a:lnTo>
                    <a:pt x="17912" y="32776"/>
                  </a:lnTo>
                  <a:lnTo>
                    <a:pt x="17960" y="31996"/>
                  </a:lnTo>
                  <a:lnTo>
                    <a:pt x="15908" y="31582"/>
                  </a:lnTo>
                  <a:lnTo>
                    <a:pt x="14034" y="33295"/>
                  </a:lnTo>
                  <a:lnTo>
                    <a:pt x="14305" y="36553"/>
                  </a:lnTo>
                  <a:lnTo>
                    <a:pt x="12179" y="34874"/>
                  </a:lnTo>
                  <a:lnTo>
                    <a:pt x="12255" y="32859"/>
                  </a:lnTo>
                  <a:lnTo>
                    <a:pt x="9749" y="32333"/>
                  </a:lnTo>
                  <a:lnTo>
                    <a:pt x="7255" y="32956"/>
                  </a:lnTo>
                  <a:lnTo>
                    <a:pt x="6499" y="24725"/>
                  </a:lnTo>
                  <a:lnTo>
                    <a:pt x="1681" y="24630"/>
                  </a:lnTo>
                  <a:lnTo>
                    <a:pt x="1325" y="20266"/>
                  </a:lnTo>
                  <a:lnTo>
                    <a:pt x="0" y="18581"/>
                  </a:lnTo>
                  <a:lnTo>
                    <a:pt x="9" y="14722"/>
                  </a:lnTo>
                  <a:lnTo>
                    <a:pt x="335" y="13610"/>
                  </a:lnTo>
                  <a:lnTo>
                    <a:pt x="5622" y="12699"/>
                  </a:lnTo>
                  <a:lnTo>
                    <a:pt x="9049" y="7838"/>
                  </a:lnTo>
                  <a:lnTo>
                    <a:pt x="9349" y="4107"/>
                  </a:lnTo>
                  <a:lnTo>
                    <a:pt x="15550" y="70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h2705"/>
            <p:cNvSpPr/>
            <p:nvPr/>
          </p:nvSpPr>
          <p:spPr>
            <a:xfrm>
              <a:off x="3618789" y="2763774"/>
              <a:ext cx="28137" cy="28124"/>
            </a:xfrm>
            <a:custGeom>
              <a:avLst/>
              <a:pathLst>
                <a:path w="28137" h="28124">
                  <a:moveTo>
                    <a:pt x="5692" y="648"/>
                  </a:moveTo>
                  <a:lnTo>
                    <a:pt x="7312" y="2493"/>
                  </a:lnTo>
                  <a:lnTo>
                    <a:pt x="11694" y="3866"/>
                  </a:lnTo>
                  <a:lnTo>
                    <a:pt x="12425" y="2878"/>
                  </a:lnTo>
                  <a:lnTo>
                    <a:pt x="14443" y="2278"/>
                  </a:lnTo>
                  <a:lnTo>
                    <a:pt x="14360" y="4626"/>
                  </a:lnTo>
                  <a:lnTo>
                    <a:pt x="22413" y="3792"/>
                  </a:lnTo>
                  <a:lnTo>
                    <a:pt x="23992" y="3888"/>
                  </a:lnTo>
                  <a:lnTo>
                    <a:pt x="24893" y="6930"/>
                  </a:lnTo>
                  <a:lnTo>
                    <a:pt x="22231" y="10946"/>
                  </a:lnTo>
                  <a:lnTo>
                    <a:pt x="26116" y="12061"/>
                  </a:lnTo>
                  <a:lnTo>
                    <a:pt x="26204" y="22125"/>
                  </a:lnTo>
                  <a:lnTo>
                    <a:pt x="28105" y="23173"/>
                  </a:lnTo>
                  <a:lnTo>
                    <a:pt x="28137" y="24376"/>
                  </a:lnTo>
                  <a:lnTo>
                    <a:pt x="24370" y="24295"/>
                  </a:lnTo>
                  <a:lnTo>
                    <a:pt x="24585" y="28124"/>
                  </a:lnTo>
                  <a:lnTo>
                    <a:pt x="24043" y="28114"/>
                  </a:lnTo>
                  <a:lnTo>
                    <a:pt x="21687" y="28076"/>
                  </a:lnTo>
                  <a:lnTo>
                    <a:pt x="21393" y="22854"/>
                  </a:lnTo>
                  <a:lnTo>
                    <a:pt x="17753" y="23353"/>
                  </a:lnTo>
                  <a:lnTo>
                    <a:pt x="12831" y="21089"/>
                  </a:lnTo>
                  <a:lnTo>
                    <a:pt x="10827" y="19791"/>
                  </a:lnTo>
                  <a:lnTo>
                    <a:pt x="10566" y="17421"/>
                  </a:lnTo>
                  <a:lnTo>
                    <a:pt x="8814" y="15759"/>
                  </a:lnTo>
                  <a:lnTo>
                    <a:pt x="2346" y="16192"/>
                  </a:lnTo>
                  <a:lnTo>
                    <a:pt x="0" y="10482"/>
                  </a:lnTo>
                  <a:lnTo>
                    <a:pt x="356" y="8741"/>
                  </a:lnTo>
                  <a:lnTo>
                    <a:pt x="4783" y="7991"/>
                  </a:lnTo>
                  <a:lnTo>
                    <a:pt x="5002" y="5335"/>
                  </a:lnTo>
                  <a:lnTo>
                    <a:pt x="3403" y="6243"/>
                  </a:lnTo>
                  <a:lnTo>
                    <a:pt x="398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h2706"/>
            <p:cNvSpPr/>
            <p:nvPr/>
          </p:nvSpPr>
          <p:spPr>
            <a:xfrm>
              <a:off x="3578161" y="2722643"/>
              <a:ext cx="17273" cy="21938"/>
            </a:xfrm>
            <a:custGeom>
              <a:avLst/>
              <a:pathLst>
                <a:path w="17273" h="21938">
                  <a:moveTo>
                    <a:pt x="7824" y="2636"/>
                  </a:moveTo>
                  <a:lnTo>
                    <a:pt x="10327" y="1760"/>
                  </a:lnTo>
                  <a:lnTo>
                    <a:pt x="10794" y="16801"/>
                  </a:lnTo>
                  <a:lnTo>
                    <a:pt x="15878" y="16276"/>
                  </a:lnTo>
                  <a:lnTo>
                    <a:pt x="15197" y="19511"/>
                  </a:lnTo>
                  <a:lnTo>
                    <a:pt x="17273" y="21935"/>
                  </a:lnTo>
                  <a:lnTo>
                    <a:pt x="15104" y="21938"/>
                  </a:lnTo>
                  <a:lnTo>
                    <a:pt x="12693" y="21916"/>
                  </a:lnTo>
                  <a:lnTo>
                    <a:pt x="12454" y="19362"/>
                  </a:lnTo>
                  <a:lnTo>
                    <a:pt x="7163" y="16996"/>
                  </a:lnTo>
                  <a:lnTo>
                    <a:pt x="1746" y="16530"/>
                  </a:lnTo>
                  <a:lnTo>
                    <a:pt x="3673" y="15951"/>
                  </a:lnTo>
                  <a:lnTo>
                    <a:pt x="3719" y="15274"/>
                  </a:lnTo>
                  <a:lnTo>
                    <a:pt x="1500" y="10880"/>
                  </a:lnTo>
                  <a:lnTo>
                    <a:pt x="1872" y="6848"/>
                  </a:lnTo>
                  <a:lnTo>
                    <a:pt x="0" y="4640"/>
                  </a:lnTo>
                  <a:lnTo>
                    <a:pt x="2271" y="40"/>
                  </a:lnTo>
                  <a:lnTo>
                    <a:pt x="523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h2707"/>
            <p:cNvSpPr/>
            <p:nvPr/>
          </p:nvSpPr>
          <p:spPr>
            <a:xfrm>
              <a:off x="3522849" y="2723133"/>
              <a:ext cx="21219" cy="22910"/>
            </a:xfrm>
            <a:custGeom>
              <a:avLst/>
              <a:pathLst>
                <a:path w="21219" h="22910">
                  <a:moveTo>
                    <a:pt x="13806" y="17"/>
                  </a:moveTo>
                  <a:lnTo>
                    <a:pt x="15305" y="4563"/>
                  </a:lnTo>
                  <a:lnTo>
                    <a:pt x="20270" y="2211"/>
                  </a:lnTo>
                  <a:lnTo>
                    <a:pt x="21219" y="3244"/>
                  </a:lnTo>
                  <a:lnTo>
                    <a:pt x="20102" y="6814"/>
                  </a:lnTo>
                  <a:lnTo>
                    <a:pt x="13461" y="7135"/>
                  </a:lnTo>
                  <a:lnTo>
                    <a:pt x="13374" y="13161"/>
                  </a:lnTo>
                  <a:lnTo>
                    <a:pt x="15056" y="14087"/>
                  </a:lnTo>
                  <a:lnTo>
                    <a:pt x="13243" y="22910"/>
                  </a:lnTo>
                  <a:lnTo>
                    <a:pt x="11067" y="22676"/>
                  </a:lnTo>
                  <a:lnTo>
                    <a:pt x="11036" y="18031"/>
                  </a:lnTo>
                  <a:lnTo>
                    <a:pt x="9100" y="18487"/>
                  </a:lnTo>
                  <a:lnTo>
                    <a:pt x="7636" y="22150"/>
                  </a:lnTo>
                  <a:lnTo>
                    <a:pt x="4279" y="22584"/>
                  </a:lnTo>
                  <a:lnTo>
                    <a:pt x="1849" y="22144"/>
                  </a:lnTo>
                  <a:lnTo>
                    <a:pt x="3255" y="18290"/>
                  </a:lnTo>
                  <a:lnTo>
                    <a:pt x="3360" y="14646"/>
                  </a:lnTo>
                  <a:lnTo>
                    <a:pt x="2959" y="13225"/>
                  </a:lnTo>
                  <a:lnTo>
                    <a:pt x="440" y="12874"/>
                  </a:lnTo>
                  <a:lnTo>
                    <a:pt x="0" y="9596"/>
                  </a:lnTo>
                  <a:lnTo>
                    <a:pt x="896" y="8920"/>
                  </a:lnTo>
                  <a:lnTo>
                    <a:pt x="6066" y="10577"/>
                  </a:lnTo>
                  <a:lnTo>
                    <a:pt x="8531" y="12199"/>
                  </a:lnTo>
                  <a:lnTo>
                    <a:pt x="10140" y="2587"/>
                  </a:lnTo>
                  <a:lnTo>
                    <a:pt x="1153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h2708"/>
            <p:cNvSpPr/>
            <p:nvPr/>
          </p:nvSpPr>
          <p:spPr>
            <a:xfrm>
              <a:off x="3670481" y="2713960"/>
              <a:ext cx="12623" cy="18683"/>
            </a:xfrm>
            <a:custGeom>
              <a:avLst/>
              <a:pathLst>
                <a:path w="12623" h="18683">
                  <a:moveTo>
                    <a:pt x="6439" y="526"/>
                  </a:moveTo>
                  <a:lnTo>
                    <a:pt x="6363" y="2540"/>
                  </a:lnTo>
                  <a:lnTo>
                    <a:pt x="8488" y="4219"/>
                  </a:lnTo>
                  <a:lnTo>
                    <a:pt x="10117" y="6193"/>
                  </a:lnTo>
                  <a:lnTo>
                    <a:pt x="12623" y="6376"/>
                  </a:lnTo>
                  <a:lnTo>
                    <a:pt x="12266" y="8820"/>
                  </a:lnTo>
                  <a:lnTo>
                    <a:pt x="10185" y="12055"/>
                  </a:lnTo>
                  <a:lnTo>
                    <a:pt x="6870" y="10958"/>
                  </a:lnTo>
                  <a:lnTo>
                    <a:pt x="5002" y="12964"/>
                  </a:lnTo>
                  <a:lnTo>
                    <a:pt x="4585" y="16997"/>
                  </a:lnTo>
                  <a:lnTo>
                    <a:pt x="2825" y="18579"/>
                  </a:lnTo>
                  <a:lnTo>
                    <a:pt x="0" y="18683"/>
                  </a:lnTo>
                  <a:lnTo>
                    <a:pt x="352" y="15497"/>
                  </a:lnTo>
                  <a:lnTo>
                    <a:pt x="2096" y="10783"/>
                  </a:lnTo>
                  <a:lnTo>
                    <a:pt x="1438" y="623"/>
                  </a:lnTo>
                  <a:lnTo>
                    <a:pt x="393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h2709"/>
            <p:cNvSpPr/>
            <p:nvPr/>
          </p:nvSpPr>
          <p:spPr>
            <a:xfrm>
              <a:off x="3590662" y="2697721"/>
              <a:ext cx="13879" cy="13846"/>
            </a:xfrm>
            <a:custGeom>
              <a:avLst/>
              <a:pathLst>
                <a:path w="13879" h="13846">
                  <a:moveTo>
                    <a:pt x="4684" y="376"/>
                  </a:moveTo>
                  <a:lnTo>
                    <a:pt x="9377" y="7935"/>
                  </a:lnTo>
                  <a:lnTo>
                    <a:pt x="13321" y="8294"/>
                  </a:lnTo>
                  <a:lnTo>
                    <a:pt x="13879" y="9009"/>
                  </a:lnTo>
                  <a:lnTo>
                    <a:pt x="10992" y="8723"/>
                  </a:lnTo>
                  <a:lnTo>
                    <a:pt x="10950" y="10549"/>
                  </a:lnTo>
                  <a:lnTo>
                    <a:pt x="8980" y="12188"/>
                  </a:lnTo>
                  <a:lnTo>
                    <a:pt x="7483" y="12932"/>
                  </a:lnTo>
                  <a:lnTo>
                    <a:pt x="6297" y="12625"/>
                  </a:lnTo>
                  <a:lnTo>
                    <a:pt x="3384" y="13846"/>
                  </a:lnTo>
                  <a:lnTo>
                    <a:pt x="2561" y="6982"/>
                  </a:lnTo>
                  <a:lnTo>
                    <a:pt x="1357" y="6790"/>
                  </a:lnTo>
                  <a:lnTo>
                    <a:pt x="0" y="4668"/>
                  </a:lnTo>
                  <a:lnTo>
                    <a:pt x="350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h2710"/>
            <p:cNvSpPr/>
            <p:nvPr/>
          </p:nvSpPr>
          <p:spPr>
            <a:xfrm>
              <a:off x="3542642" y="2763073"/>
              <a:ext cx="28105" cy="30831"/>
            </a:xfrm>
            <a:custGeom>
              <a:avLst/>
              <a:pathLst>
                <a:path w="28105" h="30831">
                  <a:moveTo>
                    <a:pt x="11761" y="322"/>
                  </a:moveTo>
                  <a:lnTo>
                    <a:pt x="16101" y="3684"/>
                  </a:lnTo>
                  <a:lnTo>
                    <a:pt x="16640" y="6302"/>
                  </a:lnTo>
                  <a:lnTo>
                    <a:pt x="18440" y="8044"/>
                  </a:lnTo>
                  <a:lnTo>
                    <a:pt x="19339" y="7903"/>
                  </a:lnTo>
                  <a:lnTo>
                    <a:pt x="19130" y="3754"/>
                  </a:lnTo>
                  <a:lnTo>
                    <a:pt x="24543" y="3189"/>
                  </a:lnTo>
                  <a:lnTo>
                    <a:pt x="25143" y="8945"/>
                  </a:lnTo>
                  <a:lnTo>
                    <a:pt x="24330" y="11729"/>
                  </a:lnTo>
                  <a:lnTo>
                    <a:pt x="25221" y="17128"/>
                  </a:lnTo>
                  <a:lnTo>
                    <a:pt x="28105" y="18431"/>
                  </a:lnTo>
                  <a:lnTo>
                    <a:pt x="26437" y="19130"/>
                  </a:lnTo>
                  <a:lnTo>
                    <a:pt x="26005" y="20598"/>
                  </a:lnTo>
                  <a:lnTo>
                    <a:pt x="21125" y="20908"/>
                  </a:lnTo>
                  <a:lnTo>
                    <a:pt x="16559" y="23748"/>
                  </a:lnTo>
                  <a:lnTo>
                    <a:pt x="16129" y="29125"/>
                  </a:lnTo>
                  <a:lnTo>
                    <a:pt x="9402" y="28758"/>
                  </a:lnTo>
                  <a:lnTo>
                    <a:pt x="5806" y="30831"/>
                  </a:lnTo>
                  <a:lnTo>
                    <a:pt x="179" y="30083"/>
                  </a:lnTo>
                  <a:lnTo>
                    <a:pt x="0" y="26863"/>
                  </a:lnTo>
                  <a:lnTo>
                    <a:pt x="2144" y="26238"/>
                  </a:lnTo>
                  <a:lnTo>
                    <a:pt x="3691" y="21573"/>
                  </a:lnTo>
                  <a:lnTo>
                    <a:pt x="4138" y="16375"/>
                  </a:lnTo>
                  <a:lnTo>
                    <a:pt x="4291" y="15007"/>
                  </a:lnTo>
                  <a:lnTo>
                    <a:pt x="7668" y="15142"/>
                  </a:lnTo>
                  <a:lnTo>
                    <a:pt x="7945" y="7610"/>
                  </a:lnTo>
                  <a:lnTo>
                    <a:pt x="10384" y="7423"/>
                  </a:lnTo>
                  <a:lnTo>
                    <a:pt x="10985" y="6459"/>
                  </a:lnTo>
                  <a:lnTo>
                    <a:pt x="10621" y="595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h2711"/>
            <p:cNvSpPr/>
            <p:nvPr/>
          </p:nvSpPr>
          <p:spPr>
            <a:xfrm>
              <a:off x="3571631" y="2739173"/>
              <a:ext cx="27450" cy="26621"/>
            </a:xfrm>
            <a:custGeom>
              <a:avLst/>
              <a:pathLst>
                <a:path w="27450" h="26621">
                  <a:moveTo>
                    <a:pt x="8276" y="0"/>
                  </a:moveTo>
                  <a:lnTo>
                    <a:pt x="13693" y="465"/>
                  </a:lnTo>
                  <a:lnTo>
                    <a:pt x="18984" y="2832"/>
                  </a:lnTo>
                  <a:lnTo>
                    <a:pt x="19223" y="5386"/>
                  </a:lnTo>
                  <a:lnTo>
                    <a:pt x="21635" y="5408"/>
                  </a:lnTo>
                  <a:lnTo>
                    <a:pt x="19180" y="8515"/>
                  </a:lnTo>
                  <a:lnTo>
                    <a:pt x="27450" y="12148"/>
                  </a:lnTo>
                  <a:lnTo>
                    <a:pt x="26244" y="17932"/>
                  </a:lnTo>
                  <a:lnTo>
                    <a:pt x="24177" y="20875"/>
                  </a:lnTo>
                  <a:lnTo>
                    <a:pt x="22187" y="21967"/>
                  </a:lnTo>
                  <a:lnTo>
                    <a:pt x="21865" y="23320"/>
                  </a:lnTo>
                  <a:lnTo>
                    <a:pt x="20043" y="23212"/>
                  </a:lnTo>
                  <a:lnTo>
                    <a:pt x="20744" y="25596"/>
                  </a:lnTo>
                  <a:lnTo>
                    <a:pt x="15767" y="25792"/>
                  </a:lnTo>
                  <a:lnTo>
                    <a:pt x="15659" y="26465"/>
                  </a:lnTo>
                  <a:lnTo>
                    <a:pt x="14791" y="26621"/>
                  </a:lnTo>
                  <a:lnTo>
                    <a:pt x="5441" y="24193"/>
                  </a:lnTo>
                  <a:lnTo>
                    <a:pt x="5343" y="23641"/>
                  </a:lnTo>
                  <a:lnTo>
                    <a:pt x="6612" y="21860"/>
                  </a:lnTo>
                  <a:lnTo>
                    <a:pt x="5487" y="20391"/>
                  </a:lnTo>
                  <a:lnTo>
                    <a:pt x="6497" y="19310"/>
                  </a:lnTo>
                  <a:lnTo>
                    <a:pt x="7365" y="21056"/>
                  </a:lnTo>
                  <a:lnTo>
                    <a:pt x="6619" y="17784"/>
                  </a:lnTo>
                  <a:lnTo>
                    <a:pt x="7243" y="11946"/>
                  </a:lnTo>
                  <a:lnTo>
                    <a:pt x="6775" y="9804"/>
                  </a:lnTo>
                  <a:lnTo>
                    <a:pt x="2732" y="7106"/>
                  </a:lnTo>
                  <a:lnTo>
                    <a:pt x="749" y="4508"/>
                  </a:lnTo>
                  <a:lnTo>
                    <a:pt x="0" y="2301"/>
                  </a:lnTo>
                  <a:lnTo>
                    <a:pt x="1072" y="729"/>
                  </a:lnTo>
                  <a:lnTo>
                    <a:pt x="2036" y="915"/>
                  </a:lnTo>
                  <a:lnTo>
                    <a:pt x="2212" y="2372"/>
                  </a:lnTo>
                  <a:lnTo>
                    <a:pt x="7962" y="3212"/>
                  </a:lnTo>
                  <a:lnTo>
                    <a:pt x="7466" y="75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h2712"/>
            <p:cNvSpPr/>
            <p:nvPr/>
          </p:nvSpPr>
          <p:spPr>
            <a:xfrm>
              <a:off x="3624924" y="2807866"/>
              <a:ext cx="30151" cy="57022"/>
            </a:xfrm>
            <a:custGeom>
              <a:avLst/>
              <a:pathLst>
                <a:path w="30151" h="57022">
                  <a:moveTo>
                    <a:pt x="7631" y="627"/>
                  </a:moveTo>
                  <a:lnTo>
                    <a:pt x="7583" y="1616"/>
                  </a:lnTo>
                  <a:lnTo>
                    <a:pt x="9369" y="2356"/>
                  </a:lnTo>
                  <a:lnTo>
                    <a:pt x="18487" y="3619"/>
                  </a:lnTo>
                  <a:lnTo>
                    <a:pt x="19427" y="3647"/>
                  </a:lnTo>
                  <a:lnTo>
                    <a:pt x="19392" y="7154"/>
                  </a:lnTo>
                  <a:lnTo>
                    <a:pt x="21946" y="10128"/>
                  </a:lnTo>
                  <a:lnTo>
                    <a:pt x="22105" y="11788"/>
                  </a:lnTo>
                  <a:lnTo>
                    <a:pt x="21243" y="13751"/>
                  </a:lnTo>
                  <a:lnTo>
                    <a:pt x="19021" y="13599"/>
                  </a:lnTo>
                  <a:lnTo>
                    <a:pt x="18726" y="14591"/>
                  </a:lnTo>
                  <a:lnTo>
                    <a:pt x="25513" y="21596"/>
                  </a:lnTo>
                  <a:lnTo>
                    <a:pt x="26874" y="22436"/>
                  </a:lnTo>
                  <a:lnTo>
                    <a:pt x="28743" y="22352"/>
                  </a:lnTo>
                  <a:lnTo>
                    <a:pt x="29836" y="24444"/>
                  </a:lnTo>
                  <a:lnTo>
                    <a:pt x="30151" y="31562"/>
                  </a:lnTo>
                  <a:lnTo>
                    <a:pt x="29510" y="33436"/>
                  </a:lnTo>
                  <a:lnTo>
                    <a:pt x="27899" y="34660"/>
                  </a:lnTo>
                  <a:lnTo>
                    <a:pt x="24460" y="34369"/>
                  </a:lnTo>
                  <a:lnTo>
                    <a:pt x="24863" y="31065"/>
                  </a:lnTo>
                  <a:lnTo>
                    <a:pt x="21887" y="30960"/>
                  </a:lnTo>
                  <a:lnTo>
                    <a:pt x="21329" y="39749"/>
                  </a:lnTo>
                  <a:lnTo>
                    <a:pt x="26059" y="39010"/>
                  </a:lnTo>
                  <a:lnTo>
                    <a:pt x="25914" y="39749"/>
                  </a:lnTo>
                  <a:lnTo>
                    <a:pt x="23873" y="39782"/>
                  </a:lnTo>
                  <a:lnTo>
                    <a:pt x="18628" y="45208"/>
                  </a:lnTo>
                  <a:lnTo>
                    <a:pt x="16564" y="51997"/>
                  </a:lnTo>
                  <a:lnTo>
                    <a:pt x="22574" y="50740"/>
                  </a:lnTo>
                  <a:lnTo>
                    <a:pt x="22504" y="53444"/>
                  </a:lnTo>
                  <a:lnTo>
                    <a:pt x="18756" y="53312"/>
                  </a:lnTo>
                  <a:lnTo>
                    <a:pt x="18449" y="57022"/>
                  </a:lnTo>
                  <a:lnTo>
                    <a:pt x="13895" y="56550"/>
                  </a:lnTo>
                  <a:lnTo>
                    <a:pt x="14006" y="55492"/>
                  </a:lnTo>
                  <a:lnTo>
                    <a:pt x="12948" y="51185"/>
                  </a:lnTo>
                  <a:lnTo>
                    <a:pt x="4991" y="45870"/>
                  </a:lnTo>
                  <a:lnTo>
                    <a:pt x="4389" y="37645"/>
                  </a:lnTo>
                  <a:lnTo>
                    <a:pt x="6996" y="37786"/>
                  </a:lnTo>
                  <a:lnTo>
                    <a:pt x="8059" y="26818"/>
                  </a:lnTo>
                  <a:lnTo>
                    <a:pt x="4785" y="19919"/>
                  </a:lnTo>
                  <a:lnTo>
                    <a:pt x="1985" y="8816"/>
                  </a:lnTo>
                  <a:lnTo>
                    <a:pt x="0" y="6814"/>
                  </a:lnTo>
                  <a:lnTo>
                    <a:pt x="1632" y="2940"/>
                  </a:lnTo>
                  <a:lnTo>
                    <a:pt x="5634" y="3066"/>
                  </a:lnTo>
                  <a:lnTo>
                    <a:pt x="578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h2713"/>
            <p:cNvSpPr/>
            <p:nvPr/>
          </p:nvSpPr>
          <p:spPr>
            <a:xfrm>
              <a:off x="3625911" y="2727102"/>
              <a:ext cx="23218" cy="19873"/>
            </a:xfrm>
            <a:custGeom>
              <a:avLst/>
              <a:pathLst>
                <a:path w="23218" h="19873">
                  <a:moveTo>
                    <a:pt x="23218" y="5560"/>
                  </a:moveTo>
                  <a:lnTo>
                    <a:pt x="23137" y="12324"/>
                  </a:lnTo>
                  <a:lnTo>
                    <a:pt x="22193" y="11166"/>
                  </a:lnTo>
                  <a:lnTo>
                    <a:pt x="17746" y="10108"/>
                  </a:lnTo>
                  <a:lnTo>
                    <a:pt x="18792" y="14158"/>
                  </a:lnTo>
                  <a:lnTo>
                    <a:pt x="11387" y="16946"/>
                  </a:lnTo>
                  <a:lnTo>
                    <a:pt x="11444" y="13759"/>
                  </a:lnTo>
                  <a:lnTo>
                    <a:pt x="8241" y="13796"/>
                  </a:lnTo>
                  <a:lnTo>
                    <a:pt x="6676" y="14881"/>
                  </a:lnTo>
                  <a:lnTo>
                    <a:pt x="6701" y="15886"/>
                  </a:lnTo>
                  <a:lnTo>
                    <a:pt x="10558" y="17087"/>
                  </a:lnTo>
                  <a:lnTo>
                    <a:pt x="10726" y="19768"/>
                  </a:lnTo>
                  <a:lnTo>
                    <a:pt x="9591" y="19873"/>
                  </a:lnTo>
                  <a:lnTo>
                    <a:pt x="9372" y="18244"/>
                  </a:lnTo>
                  <a:lnTo>
                    <a:pt x="8726" y="17897"/>
                  </a:lnTo>
                  <a:lnTo>
                    <a:pt x="3744" y="16416"/>
                  </a:lnTo>
                  <a:lnTo>
                    <a:pt x="2038" y="11985"/>
                  </a:lnTo>
                  <a:lnTo>
                    <a:pt x="5333" y="12140"/>
                  </a:lnTo>
                  <a:lnTo>
                    <a:pt x="5557" y="11528"/>
                  </a:lnTo>
                  <a:lnTo>
                    <a:pt x="1782" y="5363"/>
                  </a:lnTo>
                  <a:lnTo>
                    <a:pt x="0" y="4873"/>
                  </a:lnTo>
                  <a:lnTo>
                    <a:pt x="738" y="2427"/>
                  </a:lnTo>
                  <a:lnTo>
                    <a:pt x="3242" y="2197"/>
                  </a:lnTo>
                  <a:lnTo>
                    <a:pt x="4796" y="2253"/>
                  </a:lnTo>
                  <a:lnTo>
                    <a:pt x="11000" y="4862"/>
                  </a:lnTo>
                  <a:lnTo>
                    <a:pt x="11930" y="5556"/>
                  </a:lnTo>
                  <a:lnTo>
                    <a:pt x="12527" y="8362"/>
                  </a:lnTo>
                  <a:lnTo>
                    <a:pt x="15168" y="8461"/>
                  </a:lnTo>
                  <a:lnTo>
                    <a:pt x="15378" y="5914"/>
                  </a:lnTo>
                  <a:lnTo>
                    <a:pt x="14390" y="1329"/>
                  </a:lnTo>
                  <a:lnTo>
                    <a:pt x="1531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h2714"/>
            <p:cNvSpPr/>
            <p:nvPr/>
          </p:nvSpPr>
          <p:spPr>
            <a:xfrm>
              <a:off x="3581528" y="2675114"/>
              <a:ext cx="36798" cy="32436"/>
            </a:xfrm>
            <a:custGeom>
              <a:avLst/>
              <a:pathLst>
                <a:path w="36798" h="32436">
                  <a:moveTo>
                    <a:pt x="2292" y="68"/>
                  </a:moveTo>
                  <a:lnTo>
                    <a:pt x="3661" y="77"/>
                  </a:lnTo>
                  <a:lnTo>
                    <a:pt x="3504" y="3824"/>
                  </a:lnTo>
                  <a:lnTo>
                    <a:pt x="4783" y="5449"/>
                  </a:lnTo>
                  <a:lnTo>
                    <a:pt x="7666" y="5492"/>
                  </a:lnTo>
                  <a:lnTo>
                    <a:pt x="8104" y="6411"/>
                  </a:lnTo>
                  <a:lnTo>
                    <a:pt x="5020" y="9205"/>
                  </a:lnTo>
                  <a:lnTo>
                    <a:pt x="4855" y="13349"/>
                  </a:lnTo>
                  <a:lnTo>
                    <a:pt x="9909" y="12225"/>
                  </a:lnTo>
                  <a:lnTo>
                    <a:pt x="13522" y="16091"/>
                  </a:lnTo>
                  <a:lnTo>
                    <a:pt x="16872" y="16201"/>
                  </a:lnTo>
                  <a:lnTo>
                    <a:pt x="17348" y="15266"/>
                  </a:lnTo>
                  <a:lnTo>
                    <a:pt x="25546" y="15722"/>
                  </a:lnTo>
                  <a:lnTo>
                    <a:pt x="25337" y="13062"/>
                  </a:lnTo>
                  <a:lnTo>
                    <a:pt x="25451" y="10499"/>
                  </a:lnTo>
                  <a:lnTo>
                    <a:pt x="27216" y="10562"/>
                  </a:lnTo>
                  <a:lnTo>
                    <a:pt x="29377" y="12764"/>
                  </a:lnTo>
                  <a:lnTo>
                    <a:pt x="30072" y="12738"/>
                  </a:lnTo>
                  <a:lnTo>
                    <a:pt x="32062" y="10055"/>
                  </a:lnTo>
                  <a:lnTo>
                    <a:pt x="31659" y="7211"/>
                  </a:lnTo>
                  <a:lnTo>
                    <a:pt x="32585" y="5649"/>
                  </a:lnTo>
                  <a:lnTo>
                    <a:pt x="33593" y="9705"/>
                  </a:lnTo>
                  <a:lnTo>
                    <a:pt x="35301" y="13528"/>
                  </a:lnTo>
                  <a:lnTo>
                    <a:pt x="36750" y="14895"/>
                  </a:lnTo>
                  <a:lnTo>
                    <a:pt x="36798" y="15789"/>
                  </a:lnTo>
                  <a:lnTo>
                    <a:pt x="35430" y="16702"/>
                  </a:lnTo>
                  <a:lnTo>
                    <a:pt x="34016" y="14632"/>
                  </a:lnTo>
                  <a:lnTo>
                    <a:pt x="32106" y="14707"/>
                  </a:lnTo>
                  <a:lnTo>
                    <a:pt x="26372" y="21387"/>
                  </a:lnTo>
                  <a:lnTo>
                    <a:pt x="26343" y="22437"/>
                  </a:lnTo>
                  <a:lnTo>
                    <a:pt x="30474" y="22864"/>
                  </a:lnTo>
                  <a:lnTo>
                    <a:pt x="31580" y="23797"/>
                  </a:lnTo>
                  <a:lnTo>
                    <a:pt x="31211" y="27735"/>
                  </a:lnTo>
                  <a:lnTo>
                    <a:pt x="28093" y="30616"/>
                  </a:lnTo>
                  <a:lnTo>
                    <a:pt x="27351" y="30053"/>
                  </a:lnTo>
                  <a:lnTo>
                    <a:pt x="24432" y="32436"/>
                  </a:lnTo>
                  <a:lnTo>
                    <a:pt x="23013" y="31616"/>
                  </a:lnTo>
                  <a:lnTo>
                    <a:pt x="22455" y="30901"/>
                  </a:lnTo>
                  <a:lnTo>
                    <a:pt x="18511" y="30543"/>
                  </a:lnTo>
                  <a:lnTo>
                    <a:pt x="13818" y="22984"/>
                  </a:lnTo>
                  <a:lnTo>
                    <a:pt x="12637" y="22607"/>
                  </a:lnTo>
                  <a:lnTo>
                    <a:pt x="10231" y="22096"/>
                  </a:lnTo>
                  <a:lnTo>
                    <a:pt x="10361" y="18974"/>
                  </a:lnTo>
                  <a:lnTo>
                    <a:pt x="9685" y="17210"/>
                  </a:lnTo>
                  <a:lnTo>
                    <a:pt x="7990" y="16051"/>
                  </a:lnTo>
                  <a:lnTo>
                    <a:pt x="4273" y="15282"/>
                  </a:lnTo>
                  <a:lnTo>
                    <a:pt x="3876" y="10058"/>
                  </a:lnTo>
                  <a:lnTo>
                    <a:pt x="578" y="9267"/>
                  </a:lnTo>
                  <a:lnTo>
                    <a:pt x="1141" y="3802"/>
                  </a:lnTo>
                  <a:lnTo>
                    <a:pt x="0" y="3791"/>
                  </a:lnTo>
                  <a:lnTo>
                    <a:pt x="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h2715"/>
            <p:cNvSpPr/>
            <p:nvPr/>
          </p:nvSpPr>
          <p:spPr>
            <a:xfrm>
              <a:off x="3647142" y="2663263"/>
              <a:ext cx="42311" cy="31973"/>
            </a:xfrm>
            <a:custGeom>
              <a:avLst/>
              <a:pathLst>
                <a:path w="42311" h="31973">
                  <a:moveTo>
                    <a:pt x="28738" y="1968"/>
                  </a:moveTo>
                  <a:lnTo>
                    <a:pt x="40818" y="2207"/>
                  </a:lnTo>
                  <a:lnTo>
                    <a:pt x="40729" y="9434"/>
                  </a:lnTo>
                  <a:lnTo>
                    <a:pt x="42311" y="9623"/>
                  </a:lnTo>
                  <a:lnTo>
                    <a:pt x="42234" y="14421"/>
                  </a:lnTo>
                  <a:lnTo>
                    <a:pt x="41557" y="14353"/>
                  </a:lnTo>
                  <a:lnTo>
                    <a:pt x="41338" y="15977"/>
                  </a:lnTo>
                  <a:lnTo>
                    <a:pt x="42013" y="17055"/>
                  </a:lnTo>
                  <a:lnTo>
                    <a:pt x="38742" y="19155"/>
                  </a:lnTo>
                  <a:lnTo>
                    <a:pt x="37205" y="18363"/>
                  </a:lnTo>
                  <a:lnTo>
                    <a:pt x="33072" y="19068"/>
                  </a:lnTo>
                  <a:lnTo>
                    <a:pt x="26871" y="22471"/>
                  </a:lnTo>
                  <a:lnTo>
                    <a:pt x="26570" y="26201"/>
                  </a:lnTo>
                  <a:lnTo>
                    <a:pt x="23144" y="31063"/>
                  </a:lnTo>
                  <a:lnTo>
                    <a:pt x="17856" y="31973"/>
                  </a:lnTo>
                  <a:lnTo>
                    <a:pt x="18454" y="28221"/>
                  </a:lnTo>
                  <a:lnTo>
                    <a:pt x="11695" y="27764"/>
                  </a:lnTo>
                  <a:lnTo>
                    <a:pt x="11773" y="25045"/>
                  </a:lnTo>
                  <a:lnTo>
                    <a:pt x="7014" y="25967"/>
                  </a:lnTo>
                  <a:lnTo>
                    <a:pt x="6856" y="23508"/>
                  </a:lnTo>
                  <a:lnTo>
                    <a:pt x="8813" y="23188"/>
                  </a:lnTo>
                  <a:lnTo>
                    <a:pt x="8884" y="20705"/>
                  </a:lnTo>
                  <a:lnTo>
                    <a:pt x="4454" y="20833"/>
                  </a:lnTo>
                  <a:lnTo>
                    <a:pt x="3771" y="17146"/>
                  </a:lnTo>
                  <a:lnTo>
                    <a:pt x="2205" y="15519"/>
                  </a:lnTo>
                  <a:lnTo>
                    <a:pt x="0" y="14585"/>
                  </a:lnTo>
                  <a:lnTo>
                    <a:pt x="129" y="13471"/>
                  </a:lnTo>
                  <a:lnTo>
                    <a:pt x="5018" y="13053"/>
                  </a:lnTo>
                  <a:lnTo>
                    <a:pt x="4879" y="8091"/>
                  </a:lnTo>
                  <a:lnTo>
                    <a:pt x="23170" y="4753"/>
                  </a:lnTo>
                  <a:lnTo>
                    <a:pt x="24638" y="2866"/>
                  </a:lnTo>
                  <a:lnTo>
                    <a:pt x="24718" y="1675"/>
                  </a:lnTo>
                  <a:lnTo>
                    <a:pt x="20256" y="1426"/>
                  </a:lnTo>
                  <a:lnTo>
                    <a:pt x="20379" y="554"/>
                  </a:lnTo>
                  <a:lnTo>
                    <a:pt x="21857" y="18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h2716"/>
            <p:cNvSpPr/>
            <p:nvPr/>
          </p:nvSpPr>
          <p:spPr>
            <a:xfrm>
              <a:off x="3558248" y="2787875"/>
              <a:ext cx="43834" cy="53769"/>
            </a:xfrm>
            <a:custGeom>
              <a:avLst/>
              <a:pathLst>
                <a:path w="43834" h="53769">
                  <a:moveTo>
                    <a:pt x="36210" y="2334"/>
                  </a:moveTo>
                  <a:lnTo>
                    <a:pt x="37162" y="4673"/>
                  </a:lnTo>
                  <a:lnTo>
                    <a:pt x="39874" y="2827"/>
                  </a:lnTo>
                  <a:lnTo>
                    <a:pt x="41931" y="2913"/>
                  </a:lnTo>
                  <a:lnTo>
                    <a:pt x="41898" y="3643"/>
                  </a:lnTo>
                  <a:lnTo>
                    <a:pt x="40107" y="12850"/>
                  </a:lnTo>
                  <a:lnTo>
                    <a:pt x="39735" y="18717"/>
                  </a:lnTo>
                  <a:lnTo>
                    <a:pt x="42050" y="18845"/>
                  </a:lnTo>
                  <a:lnTo>
                    <a:pt x="41977" y="20805"/>
                  </a:lnTo>
                  <a:lnTo>
                    <a:pt x="38806" y="20775"/>
                  </a:lnTo>
                  <a:lnTo>
                    <a:pt x="37361" y="21965"/>
                  </a:lnTo>
                  <a:lnTo>
                    <a:pt x="36782" y="23745"/>
                  </a:lnTo>
                  <a:lnTo>
                    <a:pt x="38968" y="25425"/>
                  </a:lnTo>
                  <a:lnTo>
                    <a:pt x="43151" y="26143"/>
                  </a:lnTo>
                  <a:lnTo>
                    <a:pt x="43629" y="29070"/>
                  </a:lnTo>
                  <a:lnTo>
                    <a:pt x="42402" y="29908"/>
                  </a:lnTo>
                  <a:lnTo>
                    <a:pt x="40009" y="29657"/>
                  </a:lnTo>
                  <a:lnTo>
                    <a:pt x="38585" y="26359"/>
                  </a:lnTo>
                  <a:lnTo>
                    <a:pt x="37428" y="26244"/>
                  </a:lnTo>
                  <a:lnTo>
                    <a:pt x="36938" y="27575"/>
                  </a:lnTo>
                  <a:lnTo>
                    <a:pt x="37194" y="32532"/>
                  </a:lnTo>
                  <a:lnTo>
                    <a:pt x="40677" y="33298"/>
                  </a:lnTo>
                  <a:lnTo>
                    <a:pt x="43728" y="35365"/>
                  </a:lnTo>
                  <a:lnTo>
                    <a:pt x="43834" y="38733"/>
                  </a:lnTo>
                  <a:lnTo>
                    <a:pt x="42228" y="39473"/>
                  </a:lnTo>
                  <a:lnTo>
                    <a:pt x="28809" y="38932"/>
                  </a:lnTo>
                  <a:lnTo>
                    <a:pt x="25515" y="43768"/>
                  </a:lnTo>
                  <a:lnTo>
                    <a:pt x="20764" y="53744"/>
                  </a:lnTo>
                  <a:lnTo>
                    <a:pt x="19564" y="53769"/>
                  </a:lnTo>
                  <a:lnTo>
                    <a:pt x="18577" y="51804"/>
                  </a:lnTo>
                  <a:lnTo>
                    <a:pt x="18631" y="44640"/>
                  </a:lnTo>
                  <a:lnTo>
                    <a:pt x="0" y="24611"/>
                  </a:lnTo>
                  <a:lnTo>
                    <a:pt x="9216" y="20440"/>
                  </a:lnTo>
                  <a:lnTo>
                    <a:pt x="11927" y="21709"/>
                  </a:lnTo>
                  <a:lnTo>
                    <a:pt x="9979" y="25267"/>
                  </a:lnTo>
                  <a:lnTo>
                    <a:pt x="13927" y="26560"/>
                  </a:lnTo>
                  <a:lnTo>
                    <a:pt x="18628" y="17243"/>
                  </a:lnTo>
                  <a:lnTo>
                    <a:pt x="18712" y="16008"/>
                  </a:lnTo>
                  <a:lnTo>
                    <a:pt x="17477" y="16074"/>
                  </a:lnTo>
                  <a:lnTo>
                    <a:pt x="16471" y="14842"/>
                  </a:lnTo>
                  <a:lnTo>
                    <a:pt x="15492" y="12064"/>
                  </a:lnTo>
                  <a:lnTo>
                    <a:pt x="22430" y="14261"/>
                  </a:lnTo>
                  <a:lnTo>
                    <a:pt x="26313" y="14302"/>
                  </a:lnTo>
                  <a:lnTo>
                    <a:pt x="29283" y="12769"/>
                  </a:lnTo>
                  <a:lnTo>
                    <a:pt x="29745" y="8760"/>
                  </a:lnTo>
                  <a:lnTo>
                    <a:pt x="24243" y="6649"/>
                  </a:lnTo>
                  <a:lnTo>
                    <a:pt x="23383" y="3059"/>
                  </a:lnTo>
                  <a:lnTo>
                    <a:pt x="28336" y="5541"/>
                  </a:lnTo>
                  <a:lnTo>
                    <a:pt x="28101" y="6843"/>
                  </a:lnTo>
                  <a:lnTo>
                    <a:pt x="30056" y="7283"/>
                  </a:lnTo>
                  <a:lnTo>
                    <a:pt x="32781" y="5307"/>
                  </a:lnTo>
                  <a:lnTo>
                    <a:pt x="32781" y="1641"/>
                  </a:lnTo>
                  <a:lnTo>
                    <a:pt x="33964" y="846"/>
                  </a:lnTo>
                  <a:lnTo>
                    <a:pt x="3630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h2717"/>
            <p:cNvSpPr/>
            <p:nvPr/>
          </p:nvSpPr>
          <p:spPr>
            <a:xfrm>
              <a:off x="3679955" y="2642506"/>
              <a:ext cx="48785" cy="33960"/>
            </a:xfrm>
            <a:custGeom>
              <a:avLst/>
              <a:pathLst>
                <a:path w="48785" h="33960">
                  <a:moveTo>
                    <a:pt x="44635" y="3476"/>
                  </a:moveTo>
                  <a:lnTo>
                    <a:pt x="48785" y="5441"/>
                  </a:lnTo>
                  <a:lnTo>
                    <a:pt x="48767" y="7172"/>
                  </a:lnTo>
                  <a:lnTo>
                    <a:pt x="48609" y="8048"/>
                  </a:lnTo>
                  <a:lnTo>
                    <a:pt x="45878" y="8012"/>
                  </a:lnTo>
                  <a:lnTo>
                    <a:pt x="45860" y="11999"/>
                  </a:lnTo>
                  <a:lnTo>
                    <a:pt x="47237" y="10891"/>
                  </a:lnTo>
                  <a:lnTo>
                    <a:pt x="48186" y="11429"/>
                  </a:lnTo>
                  <a:lnTo>
                    <a:pt x="45861" y="16294"/>
                  </a:lnTo>
                  <a:lnTo>
                    <a:pt x="40700" y="20135"/>
                  </a:lnTo>
                  <a:lnTo>
                    <a:pt x="37854" y="23829"/>
                  </a:lnTo>
                  <a:lnTo>
                    <a:pt x="35764" y="28376"/>
                  </a:lnTo>
                  <a:lnTo>
                    <a:pt x="30608" y="33960"/>
                  </a:lnTo>
                  <a:lnTo>
                    <a:pt x="26708" y="31359"/>
                  </a:lnTo>
                  <a:lnTo>
                    <a:pt x="24166" y="28091"/>
                  </a:lnTo>
                  <a:lnTo>
                    <a:pt x="23671" y="25423"/>
                  </a:lnTo>
                  <a:lnTo>
                    <a:pt x="26676" y="24959"/>
                  </a:lnTo>
                  <a:lnTo>
                    <a:pt x="26623" y="23874"/>
                  </a:lnTo>
                  <a:lnTo>
                    <a:pt x="23588" y="23116"/>
                  </a:lnTo>
                  <a:lnTo>
                    <a:pt x="13436" y="23996"/>
                  </a:lnTo>
                  <a:lnTo>
                    <a:pt x="9738" y="27565"/>
                  </a:lnTo>
                  <a:lnTo>
                    <a:pt x="9498" y="30380"/>
                  </a:lnTo>
                  <a:lnTo>
                    <a:pt x="7916" y="30192"/>
                  </a:lnTo>
                  <a:lnTo>
                    <a:pt x="8005" y="22965"/>
                  </a:lnTo>
                  <a:lnTo>
                    <a:pt x="7300" y="17531"/>
                  </a:lnTo>
                  <a:lnTo>
                    <a:pt x="7603" y="13822"/>
                  </a:lnTo>
                  <a:lnTo>
                    <a:pt x="6168" y="11455"/>
                  </a:lnTo>
                  <a:lnTo>
                    <a:pt x="832" y="10159"/>
                  </a:lnTo>
                  <a:lnTo>
                    <a:pt x="0" y="8140"/>
                  </a:lnTo>
                  <a:lnTo>
                    <a:pt x="2527" y="7400"/>
                  </a:lnTo>
                  <a:lnTo>
                    <a:pt x="1936" y="10049"/>
                  </a:lnTo>
                  <a:lnTo>
                    <a:pt x="4060" y="9933"/>
                  </a:lnTo>
                  <a:lnTo>
                    <a:pt x="5379" y="8195"/>
                  </a:lnTo>
                  <a:lnTo>
                    <a:pt x="5255" y="3981"/>
                  </a:lnTo>
                  <a:lnTo>
                    <a:pt x="6636" y="3949"/>
                  </a:lnTo>
                  <a:lnTo>
                    <a:pt x="7570" y="8614"/>
                  </a:lnTo>
                  <a:lnTo>
                    <a:pt x="14397" y="8220"/>
                  </a:lnTo>
                  <a:lnTo>
                    <a:pt x="14474" y="6667"/>
                  </a:lnTo>
                  <a:lnTo>
                    <a:pt x="24895" y="6854"/>
                  </a:lnTo>
                  <a:lnTo>
                    <a:pt x="28718" y="7329"/>
                  </a:lnTo>
                  <a:lnTo>
                    <a:pt x="31342" y="11412"/>
                  </a:lnTo>
                  <a:lnTo>
                    <a:pt x="36505" y="11487"/>
                  </a:lnTo>
                  <a:lnTo>
                    <a:pt x="37210" y="8854"/>
                  </a:lnTo>
                  <a:lnTo>
                    <a:pt x="41074" y="5202"/>
                  </a:lnTo>
                  <a:lnTo>
                    <a:pt x="40732" y="3041"/>
                  </a:lnTo>
                  <a:lnTo>
                    <a:pt x="40786" y="10"/>
                  </a:lnTo>
                  <a:lnTo>
                    <a:pt x="4444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h2718"/>
            <p:cNvSpPr/>
            <p:nvPr/>
          </p:nvSpPr>
          <p:spPr>
            <a:xfrm>
              <a:off x="3632255" y="2638484"/>
              <a:ext cx="60720" cy="28420"/>
            </a:xfrm>
            <a:custGeom>
              <a:avLst/>
              <a:pathLst>
                <a:path w="60720" h="28420">
                  <a:moveTo>
                    <a:pt x="50773" y="3542"/>
                  </a:moveTo>
                  <a:lnTo>
                    <a:pt x="54382" y="5170"/>
                  </a:lnTo>
                  <a:lnTo>
                    <a:pt x="54377" y="3349"/>
                  </a:lnTo>
                  <a:lnTo>
                    <a:pt x="56499" y="1866"/>
                  </a:lnTo>
                  <a:lnTo>
                    <a:pt x="60578" y="1933"/>
                  </a:lnTo>
                  <a:lnTo>
                    <a:pt x="60720" y="5379"/>
                  </a:lnTo>
                  <a:lnTo>
                    <a:pt x="54118" y="6554"/>
                  </a:lnTo>
                  <a:lnTo>
                    <a:pt x="54336" y="7972"/>
                  </a:lnTo>
                  <a:lnTo>
                    <a:pt x="52956" y="8003"/>
                  </a:lnTo>
                  <a:lnTo>
                    <a:pt x="53080" y="12217"/>
                  </a:lnTo>
                  <a:lnTo>
                    <a:pt x="51760" y="13956"/>
                  </a:lnTo>
                  <a:lnTo>
                    <a:pt x="49636" y="14072"/>
                  </a:lnTo>
                  <a:lnTo>
                    <a:pt x="50228" y="11422"/>
                  </a:lnTo>
                  <a:lnTo>
                    <a:pt x="47700" y="12163"/>
                  </a:lnTo>
                  <a:lnTo>
                    <a:pt x="48532" y="14181"/>
                  </a:lnTo>
                  <a:lnTo>
                    <a:pt x="48722" y="14641"/>
                  </a:lnTo>
                  <a:lnTo>
                    <a:pt x="45243" y="15415"/>
                  </a:lnTo>
                  <a:lnTo>
                    <a:pt x="38751" y="15215"/>
                  </a:lnTo>
                  <a:lnTo>
                    <a:pt x="34903" y="17572"/>
                  </a:lnTo>
                  <a:lnTo>
                    <a:pt x="34736" y="20334"/>
                  </a:lnTo>
                  <a:lnTo>
                    <a:pt x="35763" y="23355"/>
                  </a:lnTo>
                  <a:lnTo>
                    <a:pt x="31864" y="26024"/>
                  </a:lnTo>
                  <a:lnTo>
                    <a:pt x="31666" y="24558"/>
                  </a:lnTo>
                  <a:lnTo>
                    <a:pt x="32622" y="24148"/>
                  </a:lnTo>
                  <a:lnTo>
                    <a:pt x="32719" y="23253"/>
                  </a:lnTo>
                  <a:lnTo>
                    <a:pt x="31871" y="18837"/>
                  </a:lnTo>
                  <a:lnTo>
                    <a:pt x="24419" y="19299"/>
                  </a:lnTo>
                  <a:lnTo>
                    <a:pt x="23208" y="22381"/>
                  </a:lnTo>
                  <a:lnTo>
                    <a:pt x="23239" y="24533"/>
                  </a:lnTo>
                  <a:lnTo>
                    <a:pt x="28554" y="24151"/>
                  </a:lnTo>
                  <a:lnTo>
                    <a:pt x="28502" y="25951"/>
                  </a:lnTo>
                  <a:lnTo>
                    <a:pt x="20540" y="25816"/>
                  </a:lnTo>
                  <a:lnTo>
                    <a:pt x="8252" y="28095"/>
                  </a:lnTo>
                  <a:lnTo>
                    <a:pt x="2838" y="28420"/>
                  </a:lnTo>
                  <a:lnTo>
                    <a:pt x="2942" y="26281"/>
                  </a:lnTo>
                  <a:lnTo>
                    <a:pt x="0" y="23827"/>
                  </a:lnTo>
                  <a:lnTo>
                    <a:pt x="14469" y="20467"/>
                  </a:lnTo>
                  <a:lnTo>
                    <a:pt x="18985" y="17535"/>
                  </a:lnTo>
                  <a:lnTo>
                    <a:pt x="25410" y="15610"/>
                  </a:lnTo>
                  <a:lnTo>
                    <a:pt x="29562" y="12892"/>
                  </a:lnTo>
                  <a:lnTo>
                    <a:pt x="37677" y="3689"/>
                  </a:lnTo>
                  <a:lnTo>
                    <a:pt x="45593" y="1299"/>
                  </a:lnTo>
                  <a:lnTo>
                    <a:pt x="47173" y="1399"/>
                  </a:lnTo>
                  <a:lnTo>
                    <a:pt x="5044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h2719"/>
            <p:cNvSpPr/>
            <p:nvPr/>
          </p:nvSpPr>
          <p:spPr>
            <a:xfrm>
              <a:off x="3553205" y="2761322"/>
              <a:ext cx="26779" cy="20972"/>
            </a:xfrm>
            <a:custGeom>
              <a:avLst/>
              <a:pathLst>
                <a:path w="26779" h="20972">
                  <a:moveTo>
                    <a:pt x="14143" y="240"/>
                  </a:moveTo>
                  <a:lnTo>
                    <a:pt x="23769" y="1492"/>
                  </a:lnTo>
                  <a:lnTo>
                    <a:pt x="23867" y="2044"/>
                  </a:lnTo>
                  <a:lnTo>
                    <a:pt x="24818" y="6026"/>
                  </a:lnTo>
                  <a:lnTo>
                    <a:pt x="20569" y="8941"/>
                  </a:lnTo>
                  <a:lnTo>
                    <a:pt x="20014" y="10720"/>
                  </a:lnTo>
                  <a:lnTo>
                    <a:pt x="20525" y="11976"/>
                  </a:lnTo>
                  <a:lnTo>
                    <a:pt x="22630" y="12781"/>
                  </a:lnTo>
                  <a:lnTo>
                    <a:pt x="24041" y="12299"/>
                  </a:lnTo>
                  <a:lnTo>
                    <a:pt x="26779" y="12966"/>
                  </a:lnTo>
                  <a:lnTo>
                    <a:pt x="21131" y="16213"/>
                  </a:lnTo>
                  <a:lnTo>
                    <a:pt x="20358" y="18104"/>
                  </a:lnTo>
                  <a:lnTo>
                    <a:pt x="20822" y="19573"/>
                  </a:lnTo>
                  <a:lnTo>
                    <a:pt x="19275" y="20972"/>
                  </a:lnTo>
                  <a:lnTo>
                    <a:pt x="17543" y="20182"/>
                  </a:lnTo>
                  <a:lnTo>
                    <a:pt x="14659" y="18879"/>
                  </a:lnTo>
                  <a:lnTo>
                    <a:pt x="13768" y="13480"/>
                  </a:lnTo>
                  <a:lnTo>
                    <a:pt x="14581" y="10697"/>
                  </a:lnTo>
                  <a:lnTo>
                    <a:pt x="13981" y="4940"/>
                  </a:lnTo>
                  <a:lnTo>
                    <a:pt x="8568" y="5505"/>
                  </a:lnTo>
                  <a:lnTo>
                    <a:pt x="8777" y="9655"/>
                  </a:lnTo>
                  <a:lnTo>
                    <a:pt x="7878" y="9796"/>
                  </a:lnTo>
                  <a:lnTo>
                    <a:pt x="6078" y="8053"/>
                  </a:lnTo>
                  <a:lnTo>
                    <a:pt x="5539" y="5435"/>
                  </a:lnTo>
                  <a:lnTo>
                    <a:pt x="1199" y="2074"/>
                  </a:lnTo>
                  <a:lnTo>
                    <a:pt x="553" y="1751"/>
                  </a:lnTo>
                  <a:lnTo>
                    <a:pt x="59" y="2346"/>
                  </a:lnTo>
                  <a:lnTo>
                    <a:pt x="0" y="492"/>
                  </a:lnTo>
                  <a:lnTo>
                    <a:pt x="3682" y="0"/>
                  </a:lnTo>
                  <a:lnTo>
                    <a:pt x="7208" y="641"/>
                  </a:lnTo>
                  <a:lnTo>
                    <a:pt x="9758" y="1366"/>
                  </a:lnTo>
                  <a:lnTo>
                    <a:pt x="10160" y="2559"/>
                  </a:lnTo>
                  <a:lnTo>
                    <a:pt x="12019" y="3624"/>
                  </a:lnTo>
                  <a:lnTo>
                    <a:pt x="15736" y="301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h2720"/>
            <p:cNvSpPr/>
            <p:nvPr/>
          </p:nvSpPr>
          <p:spPr>
            <a:xfrm>
              <a:off x="3576703" y="2688069"/>
              <a:ext cx="7552" cy="14069"/>
            </a:xfrm>
            <a:custGeom>
              <a:avLst/>
              <a:pathLst>
                <a:path w="7552" h="14069">
                  <a:moveTo>
                    <a:pt x="6732" y="3735"/>
                  </a:moveTo>
                  <a:lnTo>
                    <a:pt x="7552" y="13424"/>
                  </a:lnTo>
                  <a:lnTo>
                    <a:pt x="6847" y="14069"/>
                  </a:lnTo>
                  <a:lnTo>
                    <a:pt x="6055" y="13043"/>
                  </a:lnTo>
                  <a:lnTo>
                    <a:pt x="1113" y="13371"/>
                  </a:lnTo>
                  <a:lnTo>
                    <a:pt x="0" y="10175"/>
                  </a:lnTo>
                  <a:lnTo>
                    <a:pt x="2344" y="8193"/>
                  </a:lnTo>
                  <a:lnTo>
                    <a:pt x="4686" y="6299"/>
                  </a:lnTo>
                  <a:lnTo>
                    <a:pt x="3241" y="5090"/>
                  </a:lnTo>
                  <a:lnTo>
                    <a:pt x="4017" y="608"/>
                  </a:lnTo>
                  <a:lnTo>
                    <a:pt x="517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h2721"/>
            <p:cNvSpPr/>
            <p:nvPr/>
          </p:nvSpPr>
          <p:spPr>
            <a:xfrm>
              <a:off x="3612182" y="2706526"/>
              <a:ext cx="42800" cy="29037"/>
            </a:xfrm>
            <a:custGeom>
              <a:avLst/>
              <a:pathLst>
                <a:path w="42800" h="29037">
                  <a:moveTo>
                    <a:pt x="33375" y="24"/>
                  </a:moveTo>
                  <a:lnTo>
                    <a:pt x="34602" y="1720"/>
                  </a:lnTo>
                  <a:lnTo>
                    <a:pt x="42800" y="4088"/>
                  </a:lnTo>
                  <a:lnTo>
                    <a:pt x="41132" y="6128"/>
                  </a:lnTo>
                  <a:lnTo>
                    <a:pt x="38846" y="6058"/>
                  </a:lnTo>
                  <a:lnTo>
                    <a:pt x="38220" y="10937"/>
                  </a:lnTo>
                  <a:lnTo>
                    <a:pt x="40968" y="11485"/>
                  </a:lnTo>
                  <a:lnTo>
                    <a:pt x="42170" y="14416"/>
                  </a:lnTo>
                  <a:lnTo>
                    <a:pt x="41558" y="16938"/>
                  </a:lnTo>
                  <a:lnTo>
                    <a:pt x="40146" y="18120"/>
                  </a:lnTo>
                  <a:lnTo>
                    <a:pt x="35187" y="20734"/>
                  </a:lnTo>
                  <a:lnTo>
                    <a:pt x="34860" y="16350"/>
                  </a:lnTo>
                  <a:lnTo>
                    <a:pt x="28775" y="12564"/>
                  </a:lnTo>
                  <a:lnTo>
                    <a:pt x="20759" y="13639"/>
                  </a:lnTo>
                  <a:lnTo>
                    <a:pt x="17036" y="14928"/>
                  </a:lnTo>
                  <a:lnTo>
                    <a:pt x="16822" y="17790"/>
                  </a:lnTo>
                  <a:lnTo>
                    <a:pt x="24210" y="18650"/>
                  </a:lnTo>
                  <a:lnTo>
                    <a:pt x="28119" y="21905"/>
                  </a:lnTo>
                  <a:lnTo>
                    <a:pt x="29107" y="26490"/>
                  </a:lnTo>
                  <a:lnTo>
                    <a:pt x="28898" y="29037"/>
                  </a:lnTo>
                  <a:lnTo>
                    <a:pt x="26256" y="28938"/>
                  </a:lnTo>
                  <a:lnTo>
                    <a:pt x="25660" y="26132"/>
                  </a:lnTo>
                  <a:lnTo>
                    <a:pt x="24729" y="25438"/>
                  </a:lnTo>
                  <a:lnTo>
                    <a:pt x="18525" y="22829"/>
                  </a:lnTo>
                  <a:lnTo>
                    <a:pt x="16972" y="22773"/>
                  </a:lnTo>
                  <a:lnTo>
                    <a:pt x="17696" y="20540"/>
                  </a:lnTo>
                  <a:lnTo>
                    <a:pt x="17112" y="18461"/>
                  </a:lnTo>
                  <a:lnTo>
                    <a:pt x="15316" y="16961"/>
                  </a:lnTo>
                  <a:lnTo>
                    <a:pt x="2805" y="14602"/>
                  </a:lnTo>
                  <a:lnTo>
                    <a:pt x="0" y="9644"/>
                  </a:lnTo>
                  <a:lnTo>
                    <a:pt x="487" y="10312"/>
                  </a:lnTo>
                  <a:lnTo>
                    <a:pt x="3157" y="10821"/>
                  </a:lnTo>
                  <a:lnTo>
                    <a:pt x="4881" y="8990"/>
                  </a:lnTo>
                  <a:lnTo>
                    <a:pt x="5160" y="6651"/>
                  </a:lnTo>
                  <a:lnTo>
                    <a:pt x="7518" y="5824"/>
                  </a:lnTo>
                  <a:lnTo>
                    <a:pt x="18296" y="5204"/>
                  </a:lnTo>
                  <a:lnTo>
                    <a:pt x="17800" y="2185"/>
                  </a:lnTo>
                  <a:lnTo>
                    <a:pt x="21618" y="2869"/>
                  </a:lnTo>
                  <a:lnTo>
                    <a:pt x="23282" y="2732"/>
                  </a:lnTo>
                  <a:lnTo>
                    <a:pt x="2910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h2722"/>
            <p:cNvSpPr/>
            <p:nvPr/>
          </p:nvSpPr>
          <p:spPr>
            <a:xfrm>
              <a:off x="3712460" y="2695894"/>
              <a:ext cx="52227" cy="29997"/>
            </a:xfrm>
            <a:custGeom>
              <a:avLst/>
              <a:pathLst>
                <a:path w="52227" h="29997">
                  <a:moveTo>
                    <a:pt x="44797" y="273"/>
                  </a:moveTo>
                  <a:lnTo>
                    <a:pt x="51495" y="1702"/>
                  </a:lnTo>
                  <a:lnTo>
                    <a:pt x="52227" y="4655"/>
                  </a:lnTo>
                  <a:lnTo>
                    <a:pt x="51722" y="11093"/>
                  </a:lnTo>
                  <a:lnTo>
                    <a:pt x="47104" y="11851"/>
                  </a:lnTo>
                  <a:lnTo>
                    <a:pt x="45199" y="14404"/>
                  </a:lnTo>
                  <a:lnTo>
                    <a:pt x="41584" y="15636"/>
                  </a:lnTo>
                  <a:lnTo>
                    <a:pt x="41123" y="19610"/>
                  </a:lnTo>
                  <a:lnTo>
                    <a:pt x="38473" y="19013"/>
                  </a:lnTo>
                  <a:lnTo>
                    <a:pt x="39318" y="17433"/>
                  </a:lnTo>
                  <a:lnTo>
                    <a:pt x="36372" y="15390"/>
                  </a:lnTo>
                  <a:lnTo>
                    <a:pt x="32421" y="15764"/>
                  </a:lnTo>
                  <a:lnTo>
                    <a:pt x="31624" y="17221"/>
                  </a:lnTo>
                  <a:lnTo>
                    <a:pt x="31559" y="21697"/>
                  </a:lnTo>
                  <a:lnTo>
                    <a:pt x="27620" y="23656"/>
                  </a:lnTo>
                  <a:lnTo>
                    <a:pt x="25020" y="21453"/>
                  </a:lnTo>
                  <a:lnTo>
                    <a:pt x="23037" y="25998"/>
                  </a:lnTo>
                  <a:lnTo>
                    <a:pt x="20350" y="28401"/>
                  </a:lnTo>
                  <a:lnTo>
                    <a:pt x="9161" y="29997"/>
                  </a:lnTo>
                  <a:lnTo>
                    <a:pt x="7580" y="29857"/>
                  </a:lnTo>
                  <a:lnTo>
                    <a:pt x="5794" y="28150"/>
                  </a:lnTo>
                  <a:lnTo>
                    <a:pt x="3718" y="23083"/>
                  </a:lnTo>
                  <a:lnTo>
                    <a:pt x="2760" y="23035"/>
                  </a:lnTo>
                  <a:lnTo>
                    <a:pt x="399" y="22229"/>
                  </a:lnTo>
                  <a:lnTo>
                    <a:pt x="0" y="20898"/>
                  </a:lnTo>
                  <a:lnTo>
                    <a:pt x="3617" y="18893"/>
                  </a:lnTo>
                  <a:lnTo>
                    <a:pt x="3785" y="13240"/>
                  </a:lnTo>
                  <a:lnTo>
                    <a:pt x="5630" y="9690"/>
                  </a:lnTo>
                  <a:lnTo>
                    <a:pt x="5996" y="9305"/>
                  </a:lnTo>
                  <a:lnTo>
                    <a:pt x="6707" y="9933"/>
                  </a:lnTo>
                  <a:lnTo>
                    <a:pt x="8551" y="12984"/>
                  </a:lnTo>
                  <a:lnTo>
                    <a:pt x="12380" y="11616"/>
                  </a:lnTo>
                  <a:lnTo>
                    <a:pt x="10215" y="7813"/>
                  </a:lnTo>
                  <a:lnTo>
                    <a:pt x="18519" y="8630"/>
                  </a:lnTo>
                  <a:lnTo>
                    <a:pt x="22947" y="10836"/>
                  </a:lnTo>
                  <a:lnTo>
                    <a:pt x="25914" y="11009"/>
                  </a:lnTo>
                  <a:lnTo>
                    <a:pt x="27102" y="7444"/>
                  </a:lnTo>
                  <a:lnTo>
                    <a:pt x="27202" y="4156"/>
                  </a:lnTo>
                  <a:lnTo>
                    <a:pt x="30059" y="2742"/>
                  </a:lnTo>
                  <a:lnTo>
                    <a:pt x="32219" y="3226"/>
                  </a:lnTo>
                  <a:lnTo>
                    <a:pt x="30729" y="352"/>
                  </a:lnTo>
                  <a:lnTo>
                    <a:pt x="31617" y="0"/>
                  </a:lnTo>
                  <a:lnTo>
                    <a:pt x="39747" y="138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h2723"/>
            <p:cNvSpPr/>
            <p:nvPr/>
          </p:nvSpPr>
          <p:spPr>
            <a:xfrm>
              <a:off x="3641020" y="2732241"/>
              <a:ext cx="47351" cy="66747"/>
            </a:xfrm>
            <a:custGeom>
              <a:avLst/>
              <a:pathLst>
                <a:path w="47351" h="66747">
                  <a:moveTo>
                    <a:pt x="27113" y="1799"/>
                  </a:moveTo>
                  <a:lnTo>
                    <a:pt x="29050" y="1791"/>
                  </a:lnTo>
                  <a:lnTo>
                    <a:pt x="31827" y="2330"/>
                  </a:lnTo>
                  <a:lnTo>
                    <a:pt x="30209" y="7544"/>
                  </a:lnTo>
                  <a:lnTo>
                    <a:pt x="32158" y="8485"/>
                  </a:lnTo>
                  <a:lnTo>
                    <a:pt x="32546" y="13779"/>
                  </a:lnTo>
                  <a:lnTo>
                    <a:pt x="34772" y="14355"/>
                  </a:lnTo>
                  <a:lnTo>
                    <a:pt x="34642" y="16385"/>
                  </a:lnTo>
                  <a:lnTo>
                    <a:pt x="37268" y="18968"/>
                  </a:lnTo>
                  <a:lnTo>
                    <a:pt x="40157" y="24358"/>
                  </a:lnTo>
                  <a:lnTo>
                    <a:pt x="41212" y="32840"/>
                  </a:lnTo>
                  <a:lnTo>
                    <a:pt x="36283" y="36991"/>
                  </a:lnTo>
                  <a:lnTo>
                    <a:pt x="37618" y="42334"/>
                  </a:lnTo>
                  <a:lnTo>
                    <a:pt x="38328" y="55852"/>
                  </a:lnTo>
                  <a:lnTo>
                    <a:pt x="39548" y="56844"/>
                  </a:lnTo>
                  <a:lnTo>
                    <a:pt x="42747" y="57000"/>
                  </a:lnTo>
                  <a:lnTo>
                    <a:pt x="42989" y="52659"/>
                  </a:lnTo>
                  <a:lnTo>
                    <a:pt x="44531" y="52458"/>
                  </a:lnTo>
                  <a:lnTo>
                    <a:pt x="47351" y="52897"/>
                  </a:lnTo>
                  <a:lnTo>
                    <a:pt x="47320" y="55830"/>
                  </a:lnTo>
                  <a:lnTo>
                    <a:pt x="47077" y="60178"/>
                  </a:lnTo>
                  <a:lnTo>
                    <a:pt x="44669" y="60489"/>
                  </a:lnTo>
                  <a:lnTo>
                    <a:pt x="45330" y="65759"/>
                  </a:lnTo>
                  <a:lnTo>
                    <a:pt x="44169" y="66747"/>
                  </a:lnTo>
                  <a:lnTo>
                    <a:pt x="37626" y="65698"/>
                  </a:lnTo>
                  <a:lnTo>
                    <a:pt x="37590" y="61128"/>
                  </a:lnTo>
                  <a:lnTo>
                    <a:pt x="29645" y="57687"/>
                  </a:lnTo>
                  <a:lnTo>
                    <a:pt x="26943" y="54740"/>
                  </a:lnTo>
                  <a:lnTo>
                    <a:pt x="25237" y="54914"/>
                  </a:lnTo>
                  <a:lnTo>
                    <a:pt x="22783" y="57920"/>
                  </a:lnTo>
                  <a:lnTo>
                    <a:pt x="22743" y="60328"/>
                  </a:lnTo>
                  <a:lnTo>
                    <a:pt x="19637" y="60360"/>
                  </a:lnTo>
                  <a:lnTo>
                    <a:pt x="19701" y="59444"/>
                  </a:lnTo>
                  <a:lnTo>
                    <a:pt x="17480" y="57370"/>
                  </a:lnTo>
                  <a:lnTo>
                    <a:pt x="11028" y="54935"/>
                  </a:lnTo>
                  <a:lnTo>
                    <a:pt x="5874" y="54706"/>
                  </a:lnTo>
                  <a:lnTo>
                    <a:pt x="3973" y="53658"/>
                  </a:lnTo>
                  <a:lnTo>
                    <a:pt x="3884" y="43594"/>
                  </a:lnTo>
                  <a:lnTo>
                    <a:pt x="0" y="42479"/>
                  </a:lnTo>
                  <a:lnTo>
                    <a:pt x="2662" y="38463"/>
                  </a:lnTo>
                  <a:lnTo>
                    <a:pt x="1761" y="35421"/>
                  </a:lnTo>
                  <a:lnTo>
                    <a:pt x="182" y="35325"/>
                  </a:lnTo>
                  <a:lnTo>
                    <a:pt x="750" y="32600"/>
                  </a:lnTo>
                  <a:lnTo>
                    <a:pt x="1166" y="34606"/>
                  </a:lnTo>
                  <a:lnTo>
                    <a:pt x="3719" y="34553"/>
                  </a:lnTo>
                  <a:lnTo>
                    <a:pt x="3862" y="30533"/>
                  </a:lnTo>
                  <a:lnTo>
                    <a:pt x="5222" y="27775"/>
                  </a:lnTo>
                  <a:lnTo>
                    <a:pt x="7483" y="28022"/>
                  </a:lnTo>
                  <a:lnTo>
                    <a:pt x="10020" y="30425"/>
                  </a:lnTo>
                  <a:lnTo>
                    <a:pt x="9906" y="25240"/>
                  </a:lnTo>
                  <a:lnTo>
                    <a:pt x="13128" y="21576"/>
                  </a:lnTo>
                  <a:lnTo>
                    <a:pt x="15872" y="21087"/>
                  </a:lnTo>
                  <a:lnTo>
                    <a:pt x="16115" y="19650"/>
                  </a:lnTo>
                  <a:lnTo>
                    <a:pt x="13811" y="14936"/>
                  </a:lnTo>
                  <a:lnTo>
                    <a:pt x="9610" y="14463"/>
                  </a:lnTo>
                  <a:lnTo>
                    <a:pt x="9130" y="15305"/>
                  </a:lnTo>
                  <a:lnTo>
                    <a:pt x="7664" y="15292"/>
                  </a:lnTo>
                  <a:lnTo>
                    <a:pt x="9932" y="10470"/>
                  </a:lnTo>
                  <a:lnTo>
                    <a:pt x="11578" y="10883"/>
                  </a:lnTo>
                  <a:lnTo>
                    <a:pt x="12455" y="12373"/>
                  </a:lnTo>
                  <a:lnTo>
                    <a:pt x="14195" y="4578"/>
                  </a:lnTo>
                  <a:lnTo>
                    <a:pt x="19250" y="3109"/>
                  </a:lnTo>
                  <a:lnTo>
                    <a:pt x="19264" y="733"/>
                  </a:lnTo>
                  <a:lnTo>
                    <a:pt x="22304" y="1553"/>
                  </a:lnTo>
                  <a:lnTo>
                    <a:pt x="243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h2724"/>
            <p:cNvSpPr/>
            <p:nvPr/>
          </p:nvSpPr>
          <p:spPr>
            <a:xfrm>
              <a:off x="3671229" y="2718313"/>
              <a:ext cx="40477" cy="30314"/>
            </a:xfrm>
            <a:custGeom>
              <a:avLst/>
              <a:pathLst>
                <a:path w="40477" h="30314">
                  <a:moveTo>
                    <a:pt x="27648" y="989"/>
                  </a:moveTo>
                  <a:lnTo>
                    <a:pt x="29123" y="0"/>
                  </a:lnTo>
                  <a:lnTo>
                    <a:pt x="32127" y="8364"/>
                  </a:lnTo>
                  <a:lnTo>
                    <a:pt x="34873" y="7537"/>
                  </a:lnTo>
                  <a:lnTo>
                    <a:pt x="33917" y="6470"/>
                  </a:lnTo>
                  <a:lnTo>
                    <a:pt x="34093" y="2678"/>
                  </a:lnTo>
                  <a:lnTo>
                    <a:pt x="35301" y="2040"/>
                  </a:lnTo>
                  <a:lnTo>
                    <a:pt x="36503" y="2140"/>
                  </a:lnTo>
                  <a:lnTo>
                    <a:pt x="40477" y="4648"/>
                  </a:lnTo>
                  <a:lnTo>
                    <a:pt x="38818" y="9247"/>
                  </a:lnTo>
                  <a:lnTo>
                    <a:pt x="37253" y="11292"/>
                  </a:lnTo>
                  <a:lnTo>
                    <a:pt x="33278" y="11502"/>
                  </a:lnTo>
                  <a:lnTo>
                    <a:pt x="33544" y="14757"/>
                  </a:lnTo>
                  <a:lnTo>
                    <a:pt x="32734" y="18452"/>
                  </a:lnTo>
                  <a:lnTo>
                    <a:pt x="28037" y="17037"/>
                  </a:lnTo>
                  <a:lnTo>
                    <a:pt x="27200" y="19260"/>
                  </a:lnTo>
                  <a:lnTo>
                    <a:pt x="27911" y="24568"/>
                  </a:lnTo>
                  <a:lnTo>
                    <a:pt x="29384" y="24628"/>
                  </a:lnTo>
                  <a:lnTo>
                    <a:pt x="29582" y="26115"/>
                  </a:lnTo>
                  <a:lnTo>
                    <a:pt x="23816" y="24515"/>
                  </a:lnTo>
                  <a:lnTo>
                    <a:pt x="22411" y="25003"/>
                  </a:lnTo>
                  <a:lnTo>
                    <a:pt x="22187" y="29107"/>
                  </a:lnTo>
                  <a:lnTo>
                    <a:pt x="12224" y="27633"/>
                  </a:lnTo>
                  <a:lnTo>
                    <a:pt x="7796" y="29964"/>
                  </a:lnTo>
                  <a:lnTo>
                    <a:pt x="4433" y="30314"/>
                  </a:lnTo>
                  <a:lnTo>
                    <a:pt x="4563" y="28284"/>
                  </a:lnTo>
                  <a:lnTo>
                    <a:pt x="2337" y="27707"/>
                  </a:lnTo>
                  <a:lnTo>
                    <a:pt x="1949" y="22414"/>
                  </a:lnTo>
                  <a:lnTo>
                    <a:pt x="0" y="21472"/>
                  </a:lnTo>
                  <a:lnTo>
                    <a:pt x="1618" y="16259"/>
                  </a:lnTo>
                  <a:lnTo>
                    <a:pt x="4857" y="11930"/>
                  </a:lnTo>
                  <a:lnTo>
                    <a:pt x="6485" y="12017"/>
                  </a:lnTo>
                  <a:lnTo>
                    <a:pt x="6371" y="15927"/>
                  </a:lnTo>
                  <a:lnTo>
                    <a:pt x="10245" y="15409"/>
                  </a:lnTo>
                  <a:lnTo>
                    <a:pt x="12510" y="17324"/>
                  </a:lnTo>
                  <a:lnTo>
                    <a:pt x="17293" y="14918"/>
                  </a:lnTo>
                  <a:lnTo>
                    <a:pt x="21437" y="9376"/>
                  </a:lnTo>
                  <a:lnTo>
                    <a:pt x="20549" y="7315"/>
                  </a:lnTo>
                  <a:lnTo>
                    <a:pt x="21682" y="1038"/>
                  </a:lnTo>
                  <a:lnTo>
                    <a:pt x="23297" y="1056"/>
                  </a:lnTo>
                  <a:lnTo>
                    <a:pt x="24699" y="3745"/>
                  </a:lnTo>
                  <a:lnTo>
                    <a:pt x="27603" y="508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h2725"/>
            <p:cNvSpPr/>
            <p:nvPr/>
          </p:nvSpPr>
          <p:spPr>
            <a:xfrm>
              <a:off x="3481825" y="2737832"/>
              <a:ext cx="64956" cy="55324"/>
            </a:xfrm>
            <a:custGeom>
              <a:avLst/>
              <a:pathLst>
                <a:path w="64956" h="55324">
                  <a:moveTo>
                    <a:pt x="25699" y="112"/>
                  </a:moveTo>
                  <a:lnTo>
                    <a:pt x="32901" y="7185"/>
                  </a:lnTo>
                  <a:lnTo>
                    <a:pt x="33843" y="10582"/>
                  </a:lnTo>
                  <a:lnTo>
                    <a:pt x="40652" y="11189"/>
                  </a:lnTo>
                  <a:lnTo>
                    <a:pt x="49707" y="12278"/>
                  </a:lnTo>
                  <a:lnTo>
                    <a:pt x="48614" y="15463"/>
                  </a:lnTo>
                  <a:lnTo>
                    <a:pt x="51868" y="15639"/>
                  </a:lnTo>
                  <a:lnTo>
                    <a:pt x="51750" y="18841"/>
                  </a:lnTo>
                  <a:lnTo>
                    <a:pt x="46151" y="20935"/>
                  </a:lnTo>
                  <a:lnTo>
                    <a:pt x="45009" y="19886"/>
                  </a:lnTo>
                  <a:lnTo>
                    <a:pt x="45026" y="18724"/>
                  </a:lnTo>
                  <a:lnTo>
                    <a:pt x="40891" y="18332"/>
                  </a:lnTo>
                  <a:lnTo>
                    <a:pt x="40665" y="20857"/>
                  </a:lnTo>
                  <a:lnTo>
                    <a:pt x="43546" y="22383"/>
                  </a:lnTo>
                  <a:lnTo>
                    <a:pt x="47515" y="27216"/>
                  </a:lnTo>
                  <a:lnTo>
                    <a:pt x="48709" y="27112"/>
                  </a:lnTo>
                  <a:lnTo>
                    <a:pt x="48600" y="30294"/>
                  </a:lnTo>
                  <a:lnTo>
                    <a:pt x="52761" y="31492"/>
                  </a:lnTo>
                  <a:lnTo>
                    <a:pt x="50756" y="35917"/>
                  </a:lnTo>
                  <a:lnTo>
                    <a:pt x="55022" y="36726"/>
                  </a:lnTo>
                  <a:lnTo>
                    <a:pt x="58041" y="41565"/>
                  </a:lnTo>
                  <a:lnTo>
                    <a:pt x="64956" y="41617"/>
                  </a:lnTo>
                  <a:lnTo>
                    <a:pt x="64509" y="46814"/>
                  </a:lnTo>
                  <a:lnTo>
                    <a:pt x="62962" y="51480"/>
                  </a:lnTo>
                  <a:lnTo>
                    <a:pt x="60817" y="52104"/>
                  </a:lnTo>
                  <a:lnTo>
                    <a:pt x="60997" y="55324"/>
                  </a:lnTo>
                  <a:lnTo>
                    <a:pt x="58426" y="55263"/>
                  </a:lnTo>
                  <a:lnTo>
                    <a:pt x="59106" y="53178"/>
                  </a:lnTo>
                  <a:lnTo>
                    <a:pt x="57311" y="53470"/>
                  </a:lnTo>
                  <a:lnTo>
                    <a:pt x="57317" y="54114"/>
                  </a:lnTo>
                  <a:lnTo>
                    <a:pt x="44729" y="40582"/>
                  </a:lnTo>
                  <a:lnTo>
                    <a:pt x="45328" y="37708"/>
                  </a:lnTo>
                  <a:lnTo>
                    <a:pt x="42260" y="35206"/>
                  </a:lnTo>
                  <a:lnTo>
                    <a:pt x="40964" y="35050"/>
                  </a:lnTo>
                  <a:lnTo>
                    <a:pt x="40863" y="39395"/>
                  </a:lnTo>
                  <a:lnTo>
                    <a:pt x="37313" y="37680"/>
                  </a:lnTo>
                  <a:lnTo>
                    <a:pt x="38483" y="33023"/>
                  </a:lnTo>
                  <a:lnTo>
                    <a:pt x="32055" y="33000"/>
                  </a:lnTo>
                  <a:lnTo>
                    <a:pt x="32064" y="30130"/>
                  </a:lnTo>
                  <a:lnTo>
                    <a:pt x="30839" y="29213"/>
                  </a:lnTo>
                  <a:lnTo>
                    <a:pt x="26949" y="29564"/>
                  </a:lnTo>
                  <a:lnTo>
                    <a:pt x="25744" y="30875"/>
                  </a:lnTo>
                  <a:lnTo>
                    <a:pt x="22645" y="30079"/>
                  </a:lnTo>
                  <a:lnTo>
                    <a:pt x="21927" y="27788"/>
                  </a:lnTo>
                  <a:lnTo>
                    <a:pt x="18410" y="23312"/>
                  </a:lnTo>
                  <a:lnTo>
                    <a:pt x="6772" y="17065"/>
                  </a:lnTo>
                  <a:lnTo>
                    <a:pt x="7241" y="24288"/>
                  </a:lnTo>
                  <a:lnTo>
                    <a:pt x="8235" y="24440"/>
                  </a:lnTo>
                  <a:lnTo>
                    <a:pt x="7886" y="26976"/>
                  </a:lnTo>
                  <a:lnTo>
                    <a:pt x="6190" y="27206"/>
                  </a:lnTo>
                  <a:lnTo>
                    <a:pt x="5121" y="12782"/>
                  </a:lnTo>
                  <a:lnTo>
                    <a:pt x="15" y="13196"/>
                  </a:lnTo>
                  <a:lnTo>
                    <a:pt x="0" y="12933"/>
                  </a:lnTo>
                  <a:lnTo>
                    <a:pt x="11510" y="11867"/>
                  </a:lnTo>
                  <a:lnTo>
                    <a:pt x="13808" y="13633"/>
                  </a:lnTo>
                  <a:lnTo>
                    <a:pt x="16712" y="9818"/>
                  </a:lnTo>
                  <a:lnTo>
                    <a:pt x="20916" y="10099"/>
                  </a:lnTo>
                  <a:lnTo>
                    <a:pt x="23535" y="6824"/>
                  </a:lnTo>
                  <a:lnTo>
                    <a:pt x="28493" y="7194"/>
                  </a:lnTo>
                  <a:lnTo>
                    <a:pt x="238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h2726"/>
            <p:cNvSpPr/>
            <p:nvPr/>
          </p:nvSpPr>
          <p:spPr>
            <a:xfrm>
              <a:off x="3710564" y="2628133"/>
              <a:ext cx="85742" cy="73332"/>
            </a:xfrm>
            <a:custGeom>
              <a:avLst/>
              <a:pathLst>
                <a:path w="85742" h="73332">
                  <a:moveTo>
                    <a:pt x="57864" y="3769"/>
                  </a:moveTo>
                  <a:lnTo>
                    <a:pt x="79670" y="6047"/>
                  </a:lnTo>
                  <a:lnTo>
                    <a:pt x="85742" y="64082"/>
                  </a:lnTo>
                  <a:lnTo>
                    <a:pt x="81601" y="73332"/>
                  </a:lnTo>
                  <a:lnTo>
                    <a:pt x="80523" y="67484"/>
                  </a:lnTo>
                  <a:lnTo>
                    <a:pt x="75628" y="66123"/>
                  </a:lnTo>
                  <a:lnTo>
                    <a:pt x="71351" y="66217"/>
                  </a:lnTo>
                  <a:lnTo>
                    <a:pt x="71436" y="70461"/>
                  </a:lnTo>
                  <a:lnTo>
                    <a:pt x="69160" y="70513"/>
                  </a:lnTo>
                  <a:lnTo>
                    <a:pt x="68751" y="69229"/>
                  </a:lnTo>
                  <a:lnTo>
                    <a:pt x="61494" y="69359"/>
                  </a:lnTo>
                  <a:lnTo>
                    <a:pt x="61992" y="71150"/>
                  </a:lnTo>
                  <a:lnTo>
                    <a:pt x="59039" y="71448"/>
                  </a:lnTo>
                  <a:lnTo>
                    <a:pt x="53391" y="69464"/>
                  </a:lnTo>
                  <a:lnTo>
                    <a:pt x="46693" y="68035"/>
                  </a:lnTo>
                  <a:lnTo>
                    <a:pt x="41644" y="69145"/>
                  </a:lnTo>
                  <a:lnTo>
                    <a:pt x="33513" y="67761"/>
                  </a:lnTo>
                  <a:lnTo>
                    <a:pt x="32625" y="68114"/>
                  </a:lnTo>
                  <a:lnTo>
                    <a:pt x="32584" y="66092"/>
                  </a:lnTo>
                  <a:lnTo>
                    <a:pt x="34872" y="62948"/>
                  </a:lnTo>
                  <a:lnTo>
                    <a:pt x="34958" y="60172"/>
                  </a:lnTo>
                  <a:lnTo>
                    <a:pt x="32569" y="60443"/>
                  </a:lnTo>
                  <a:lnTo>
                    <a:pt x="31530" y="64368"/>
                  </a:lnTo>
                  <a:lnTo>
                    <a:pt x="27607" y="64888"/>
                  </a:lnTo>
                  <a:lnTo>
                    <a:pt x="25064" y="62584"/>
                  </a:lnTo>
                  <a:lnTo>
                    <a:pt x="20496" y="61107"/>
                  </a:lnTo>
                  <a:lnTo>
                    <a:pt x="12489" y="60892"/>
                  </a:lnTo>
                  <a:lnTo>
                    <a:pt x="9052" y="62237"/>
                  </a:lnTo>
                  <a:lnTo>
                    <a:pt x="8045" y="63200"/>
                  </a:lnTo>
                  <a:lnTo>
                    <a:pt x="6158" y="61761"/>
                  </a:lnTo>
                  <a:lnTo>
                    <a:pt x="7176" y="58859"/>
                  </a:lnTo>
                  <a:lnTo>
                    <a:pt x="6958" y="57188"/>
                  </a:lnTo>
                  <a:lnTo>
                    <a:pt x="4383" y="55066"/>
                  </a:lnTo>
                  <a:lnTo>
                    <a:pt x="2597" y="55041"/>
                  </a:lnTo>
                  <a:lnTo>
                    <a:pt x="2486" y="53744"/>
                  </a:lnTo>
                  <a:lnTo>
                    <a:pt x="4485" y="53146"/>
                  </a:lnTo>
                  <a:lnTo>
                    <a:pt x="4379" y="49986"/>
                  </a:lnTo>
                  <a:lnTo>
                    <a:pt x="1565" y="50597"/>
                  </a:lnTo>
                  <a:lnTo>
                    <a:pt x="0" y="48333"/>
                  </a:lnTo>
                  <a:lnTo>
                    <a:pt x="5156" y="42749"/>
                  </a:lnTo>
                  <a:lnTo>
                    <a:pt x="7246" y="38202"/>
                  </a:lnTo>
                  <a:lnTo>
                    <a:pt x="10092" y="34508"/>
                  </a:lnTo>
                  <a:lnTo>
                    <a:pt x="15253" y="30668"/>
                  </a:lnTo>
                  <a:lnTo>
                    <a:pt x="17577" y="25802"/>
                  </a:lnTo>
                  <a:lnTo>
                    <a:pt x="16629" y="25264"/>
                  </a:lnTo>
                  <a:lnTo>
                    <a:pt x="15252" y="26372"/>
                  </a:lnTo>
                  <a:lnTo>
                    <a:pt x="15270" y="22385"/>
                  </a:lnTo>
                  <a:lnTo>
                    <a:pt x="18001" y="22421"/>
                  </a:lnTo>
                  <a:lnTo>
                    <a:pt x="18158" y="21546"/>
                  </a:lnTo>
                  <a:lnTo>
                    <a:pt x="20826" y="21496"/>
                  </a:lnTo>
                  <a:lnTo>
                    <a:pt x="20829" y="19483"/>
                  </a:lnTo>
                  <a:lnTo>
                    <a:pt x="18591" y="7942"/>
                  </a:lnTo>
                  <a:lnTo>
                    <a:pt x="17046" y="8250"/>
                  </a:lnTo>
                  <a:lnTo>
                    <a:pt x="16688" y="7262"/>
                  </a:lnTo>
                  <a:lnTo>
                    <a:pt x="27717" y="6126"/>
                  </a:lnTo>
                  <a:lnTo>
                    <a:pt x="30165" y="1988"/>
                  </a:lnTo>
                  <a:lnTo>
                    <a:pt x="40709" y="865"/>
                  </a:lnTo>
                  <a:lnTo>
                    <a:pt x="42537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h2727"/>
            <p:cNvSpPr/>
            <p:nvPr/>
          </p:nvSpPr>
          <p:spPr>
            <a:xfrm>
              <a:off x="3698430" y="2710500"/>
              <a:ext cx="16858" cy="32440"/>
            </a:xfrm>
            <a:custGeom>
              <a:avLst/>
              <a:pathLst>
                <a:path w="16858" h="32440">
                  <a:moveTo>
                    <a:pt x="7812" y="2189"/>
                  </a:moveTo>
                  <a:lnTo>
                    <a:pt x="9840" y="7510"/>
                  </a:lnTo>
                  <a:lnTo>
                    <a:pt x="11642" y="7573"/>
                  </a:lnTo>
                  <a:lnTo>
                    <a:pt x="11652" y="9164"/>
                  </a:lnTo>
                  <a:lnTo>
                    <a:pt x="12893" y="10260"/>
                  </a:lnTo>
                  <a:lnTo>
                    <a:pt x="16858" y="23239"/>
                  </a:lnTo>
                  <a:lnTo>
                    <a:pt x="15671" y="25367"/>
                  </a:lnTo>
                  <a:lnTo>
                    <a:pt x="15952" y="27829"/>
                  </a:lnTo>
                  <a:lnTo>
                    <a:pt x="15020" y="28042"/>
                  </a:lnTo>
                  <a:lnTo>
                    <a:pt x="9119" y="25945"/>
                  </a:lnTo>
                  <a:lnTo>
                    <a:pt x="7744" y="27928"/>
                  </a:lnTo>
                  <a:lnTo>
                    <a:pt x="7416" y="29696"/>
                  </a:lnTo>
                  <a:lnTo>
                    <a:pt x="4450" y="29552"/>
                  </a:lnTo>
                  <a:lnTo>
                    <a:pt x="1852" y="31521"/>
                  </a:lnTo>
                  <a:lnTo>
                    <a:pt x="2184" y="32440"/>
                  </a:lnTo>
                  <a:lnTo>
                    <a:pt x="711" y="32381"/>
                  </a:lnTo>
                  <a:lnTo>
                    <a:pt x="0" y="27072"/>
                  </a:lnTo>
                  <a:lnTo>
                    <a:pt x="836" y="24849"/>
                  </a:lnTo>
                  <a:lnTo>
                    <a:pt x="5533" y="26264"/>
                  </a:lnTo>
                  <a:lnTo>
                    <a:pt x="6343" y="22569"/>
                  </a:lnTo>
                  <a:lnTo>
                    <a:pt x="6077" y="19314"/>
                  </a:lnTo>
                  <a:lnTo>
                    <a:pt x="10052" y="19105"/>
                  </a:lnTo>
                  <a:lnTo>
                    <a:pt x="11617" y="17059"/>
                  </a:lnTo>
                  <a:lnTo>
                    <a:pt x="13277" y="12460"/>
                  </a:lnTo>
                  <a:lnTo>
                    <a:pt x="9302" y="9953"/>
                  </a:lnTo>
                  <a:lnTo>
                    <a:pt x="8100" y="9852"/>
                  </a:lnTo>
                  <a:lnTo>
                    <a:pt x="6893" y="10490"/>
                  </a:lnTo>
                  <a:lnTo>
                    <a:pt x="6717" y="14283"/>
                  </a:lnTo>
                  <a:lnTo>
                    <a:pt x="7672" y="15350"/>
                  </a:lnTo>
                  <a:lnTo>
                    <a:pt x="4926" y="16176"/>
                  </a:lnTo>
                  <a:lnTo>
                    <a:pt x="1922" y="7812"/>
                  </a:lnTo>
                  <a:lnTo>
                    <a:pt x="1177" y="4339"/>
                  </a:lnTo>
                  <a:lnTo>
                    <a:pt x="521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h2728"/>
            <p:cNvSpPr/>
            <p:nvPr/>
          </p:nvSpPr>
          <p:spPr>
            <a:xfrm>
              <a:off x="3608587" y="2702849"/>
              <a:ext cx="9618" cy="14497"/>
            </a:xfrm>
            <a:custGeom>
              <a:avLst/>
              <a:pathLst>
                <a:path w="9618" h="14497">
                  <a:moveTo>
                    <a:pt x="6376" y="169"/>
                  </a:moveTo>
                  <a:lnTo>
                    <a:pt x="6977" y="2234"/>
                  </a:lnTo>
                  <a:lnTo>
                    <a:pt x="9618" y="3135"/>
                  </a:lnTo>
                  <a:lnTo>
                    <a:pt x="9268" y="6315"/>
                  </a:lnTo>
                  <a:lnTo>
                    <a:pt x="7807" y="6470"/>
                  </a:lnTo>
                  <a:lnTo>
                    <a:pt x="7848" y="10253"/>
                  </a:lnTo>
                  <a:lnTo>
                    <a:pt x="8755" y="10328"/>
                  </a:lnTo>
                  <a:lnTo>
                    <a:pt x="8476" y="12667"/>
                  </a:lnTo>
                  <a:lnTo>
                    <a:pt x="6752" y="14497"/>
                  </a:lnTo>
                  <a:lnTo>
                    <a:pt x="4082" y="13989"/>
                  </a:lnTo>
                  <a:lnTo>
                    <a:pt x="3594" y="13321"/>
                  </a:lnTo>
                  <a:lnTo>
                    <a:pt x="2534" y="12886"/>
                  </a:lnTo>
                  <a:lnTo>
                    <a:pt x="4539" y="11334"/>
                  </a:lnTo>
                  <a:lnTo>
                    <a:pt x="4666" y="10497"/>
                  </a:lnTo>
                  <a:lnTo>
                    <a:pt x="0" y="6292"/>
                  </a:lnTo>
                  <a:lnTo>
                    <a:pt x="39" y="4018"/>
                  </a:lnTo>
                  <a:lnTo>
                    <a:pt x="1034" y="2881"/>
                  </a:lnTo>
                  <a:lnTo>
                    <a:pt x="415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h2729"/>
            <p:cNvSpPr/>
            <p:nvPr/>
          </p:nvSpPr>
          <p:spPr>
            <a:xfrm>
              <a:off x="3590451" y="2775938"/>
              <a:ext cx="14063" cy="16609"/>
            </a:xfrm>
            <a:custGeom>
              <a:avLst/>
              <a:pathLst>
                <a:path w="14063" h="16609">
                  <a:moveTo>
                    <a:pt x="11084" y="779"/>
                  </a:moveTo>
                  <a:lnTo>
                    <a:pt x="13755" y="4080"/>
                  </a:lnTo>
                  <a:lnTo>
                    <a:pt x="14063" y="10850"/>
                  </a:lnTo>
                  <a:lnTo>
                    <a:pt x="12917" y="12770"/>
                  </a:lnTo>
                  <a:lnTo>
                    <a:pt x="13406" y="14008"/>
                  </a:lnTo>
                  <a:lnTo>
                    <a:pt x="10540" y="15531"/>
                  </a:lnTo>
                  <a:lnTo>
                    <a:pt x="9695" y="15580"/>
                  </a:lnTo>
                  <a:lnTo>
                    <a:pt x="9727" y="14849"/>
                  </a:lnTo>
                  <a:lnTo>
                    <a:pt x="7670" y="14763"/>
                  </a:lnTo>
                  <a:lnTo>
                    <a:pt x="4958" y="16609"/>
                  </a:lnTo>
                  <a:lnTo>
                    <a:pt x="4006" y="14271"/>
                  </a:lnTo>
                  <a:lnTo>
                    <a:pt x="4103" y="11936"/>
                  </a:lnTo>
                  <a:lnTo>
                    <a:pt x="1761" y="12782"/>
                  </a:lnTo>
                  <a:lnTo>
                    <a:pt x="0" y="7809"/>
                  </a:lnTo>
                  <a:lnTo>
                    <a:pt x="927" y="6214"/>
                  </a:lnTo>
                  <a:lnTo>
                    <a:pt x="4024" y="6676"/>
                  </a:lnTo>
                  <a:lnTo>
                    <a:pt x="6008" y="6204"/>
                  </a:lnTo>
                  <a:lnTo>
                    <a:pt x="7287" y="2633"/>
                  </a:lnTo>
                  <a:lnTo>
                    <a:pt x="6174" y="1222"/>
                  </a:lnTo>
                  <a:lnTo>
                    <a:pt x="983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h2730"/>
            <p:cNvSpPr/>
            <p:nvPr/>
          </p:nvSpPr>
          <p:spPr>
            <a:xfrm>
              <a:off x="3587398" y="2762386"/>
              <a:ext cx="16948" cy="14775"/>
            </a:xfrm>
            <a:custGeom>
              <a:avLst/>
              <a:pathLst>
                <a:path w="16948" h="14775">
                  <a:moveTo>
                    <a:pt x="6098" y="108"/>
                  </a:moveTo>
                  <a:lnTo>
                    <a:pt x="6877" y="2962"/>
                  </a:lnTo>
                  <a:lnTo>
                    <a:pt x="8770" y="6030"/>
                  </a:lnTo>
                  <a:lnTo>
                    <a:pt x="13041" y="6005"/>
                  </a:lnTo>
                  <a:lnTo>
                    <a:pt x="14335" y="9421"/>
                  </a:lnTo>
                  <a:lnTo>
                    <a:pt x="16948" y="9456"/>
                  </a:lnTo>
                  <a:lnTo>
                    <a:pt x="14137" y="14331"/>
                  </a:lnTo>
                  <a:lnTo>
                    <a:pt x="12887" y="13552"/>
                  </a:lnTo>
                  <a:lnTo>
                    <a:pt x="9227" y="14775"/>
                  </a:lnTo>
                  <a:lnTo>
                    <a:pt x="5554" y="13984"/>
                  </a:lnTo>
                  <a:lnTo>
                    <a:pt x="5771" y="10193"/>
                  </a:lnTo>
                  <a:lnTo>
                    <a:pt x="2841" y="7869"/>
                  </a:lnTo>
                  <a:lnTo>
                    <a:pt x="0" y="2580"/>
                  </a:lnTo>
                  <a:lnTo>
                    <a:pt x="4977" y="2384"/>
                  </a:lnTo>
                  <a:lnTo>
                    <a:pt x="427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h2731"/>
            <p:cNvSpPr/>
            <p:nvPr/>
          </p:nvSpPr>
          <p:spPr>
            <a:xfrm>
              <a:off x="3522490" y="2752654"/>
              <a:ext cx="26197" cy="12393"/>
            </a:xfrm>
            <a:custGeom>
              <a:avLst/>
              <a:pathLst>
                <a:path w="26197" h="12393">
                  <a:moveTo>
                    <a:pt x="16793" y="229"/>
                  </a:moveTo>
                  <a:lnTo>
                    <a:pt x="20258" y="1450"/>
                  </a:lnTo>
                  <a:lnTo>
                    <a:pt x="22648" y="2442"/>
                  </a:lnTo>
                  <a:lnTo>
                    <a:pt x="26197" y="6429"/>
                  </a:lnTo>
                  <a:lnTo>
                    <a:pt x="24005" y="6394"/>
                  </a:lnTo>
                  <a:lnTo>
                    <a:pt x="24634" y="8433"/>
                  </a:lnTo>
                  <a:lnTo>
                    <a:pt x="19673" y="11590"/>
                  </a:lnTo>
                  <a:lnTo>
                    <a:pt x="15073" y="12020"/>
                  </a:lnTo>
                  <a:lnTo>
                    <a:pt x="11086" y="8578"/>
                  </a:lnTo>
                  <a:lnTo>
                    <a:pt x="11122" y="12246"/>
                  </a:lnTo>
                  <a:lnTo>
                    <a:pt x="8043" y="12289"/>
                  </a:lnTo>
                  <a:lnTo>
                    <a:pt x="6850" y="12393"/>
                  </a:lnTo>
                  <a:lnTo>
                    <a:pt x="2880" y="7560"/>
                  </a:lnTo>
                  <a:lnTo>
                    <a:pt x="0" y="6034"/>
                  </a:lnTo>
                  <a:lnTo>
                    <a:pt x="226" y="3509"/>
                  </a:lnTo>
                  <a:lnTo>
                    <a:pt x="4360" y="3902"/>
                  </a:lnTo>
                  <a:lnTo>
                    <a:pt x="4344" y="5064"/>
                  </a:lnTo>
                  <a:lnTo>
                    <a:pt x="5485" y="6113"/>
                  </a:lnTo>
                  <a:lnTo>
                    <a:pt x="11084" y="4018"/>
                  </a:lnTo>
                  <a:lnTo>
                    <a:pt x="11203" y="817"/>
                  </a:lnTo>
                  <a:lnTo>
                    <a:pt x="1121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h2732"/>
            <p:cNvSpPr/>
            <p:nvPr/>
          </p:nvSpPr>
          <p:spPr>
            <a:xfrm>
              <a:off x="3499371" y="2723187"/>
              <a:ext cx="34148" cy="25834"/>
            </a:xfrm>
            <a:custGeom>
              <a:avLst/>
              <a:pathLst>
                <a:path w="34148" h="25834">
                  <a:moveTo>
                    <a:pt x="34148" y="1242"/>
                  </a:moveTo>
                  <a:lnTo>
                    <a:pt x="33618" y="2533"/>
                  </a:lnTo>
                  <a:lnTo>
                    <a:pt x="32009" y="12145"/>
                  </a:lnTo>
                  <a:lnTo>
                    <a:pt x="29544" y="10523"/>
                  </a:lnTo>
                  <a:lnTo>
                    <a:pt x="24374" y="8866"/>
                  </a:lnTo>
                  <a:lnTo>
                    <a:pt x="23477" y="9542"/>
                  </a:lnTo>
                  <a:lnTo>
                    <a:pt x="23918" y="12820"/>
                  </a:lnTo>
                  <a:lnTo>
                    <a:pt x="26437" y="13171"/>
                  </a:lnTo>
                  <a:lnTo>
                    <a:pt x="26838" y="14592"/>
                  </a:lnTo>
                  <a:lnTo>
                    <a:pt x="26732" y="18236"/>
                  </a:lnTo>
                  <a:lnTo>
                    <a:pt x="25327" y="22090"/>
                  </a:lnTo>
                  <a:lnTo>
                    <a:pt x="23106" y="25834"/>
                  </a:lnTo>
                  <a:lnTo>
                    <a:pt x="16296" y="25227"/>
                  </a:lnTo>
                  <a:lnTo>
                    <a:pt x="15354" y="21830"/>
                  </a:lnTo>
                  <a:lnTo>
                    <a:pt x="8152" y="14757"/>
                  </a:lnTo>
                  <a:lnTo>
                    <a:pt x="6309" y="14644"/>
                  </a:lnTo>
                  <a:lnTo>
                    <a:pt x="4647" y="15374"/>
                  </a:lnTo>
                  <a:lnTo>
                    <a:pt x="0" y="15186"/>
                  </a:lnTo>
                  <a:lnTo>
                    <a:pt x="188" y="7592"/>
                  </a:lnTo>
                  <a:lnTo>
                    <a:pt x="13461" y="7878"/>
                  </a:lnTo>
                  <a:lnTo>
                    <a:pt x="13437" y="5688"/>
                  </a:lnTo>
                  <a:lnTo>
                    <a:pt x="20805" y="4022"/>
                  </a:lnTo>
                  <a:lnTo>
                    <a:pt x="20382" y="8434"/>
                  </a:lnTo>
                  <a:lnTo>
                    <a:pt x="21211" y="8482"/>
                  </a:lnTo>
                  <a:lnTo>
                    <a:pt x="26133" y="5039"/>
                  </a:lnTo>
                  <a:lnTo>
                    <a:pt x="25771" y="2600"/>
                  </a:lnTo>
                  <a:lnTo>
                    <a:pt x="23681" y="2136"/>
                  </a:lnTo>
                  <a:lnTo>
                    <a:pt x="24018" y="1291"/>
                  </a:lnTo>
                  <a:lnTo>
                    <a:pt x="2641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h2733"/>
            <p:cNvSpPr/>
            <p:nvPr/>
          </p:nvSpPr>
          <p:spPr>
            <a:xfrm>
              <a:off x="3538512" y="2692115"/>
              <a:ext cx="13777" cy="26527"/>
            </a:xfrm>
            <a:custGeom>
              <a:avLst/>
              <a:pathLst>
                <a:path w="13777" h="26527">
                  <a:moveTo>
                    <a:pt x="1048" y="0"/>
                  </a:moveTo>
                  <a:lnTo>
                    <a:pt x="4027" y="5895"/>
                  </a:lnTo>
                  <a:lnTo>
                    <a:pt x="5738" y="7007"/>
                  </a:lnTo>
                  <a:lnTo>
                    <a:pt x="8248" y="12472"/>
                  </a:lnTo>
                  <a:lnTo>
                    <a:pt x="11890" y="14678"/>
                  </a:lnTo>
                  <a:lnTo>
                    <a:pt x="13777" y="18338"/>
                  </a:lnTo>
                  <a:lnTo>
                    <a:pt x="11643" y="26527"/>
                  </a:lnTo>
                  <a:lnTo>
                    <a:pt x="6170" y="26290"/>
                  </a:lnTo>
                  <a:lnTo>
                    <a:pt x="5247" y="25081"/>
                  </a:lnTo>
                  <a:lnTo>
                    <a:pt x="3514" y="10622"/>
                  </a:lnTo>
                  <a:lnTo>
                    <a:pt x="1771" y="9689"/>
                  </a:lnTo>
                  <a:lnTo>
                    <a:pt x="0" y="464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h2734"/>
            <p:cNvSpPr/>
            <p:nvPr/>
          </p:nvSpPr>
          <p:spPr>
            <a:xfrm>
              <a:off x="3688730" y="2740053"/>
              <a:ext cx="21711" cy="19668"/>
            </a:xfrm>
            <a:custGeom>
              <a:avLst/>
              <a:pathLst>
                <a:path w="21711" h="19668">
                  <a:moveTo>
                    <a:pt x="17115" y="144"/>
                  </a:moveTo>
                  <a:lnTo>
                    <a:pt x="15360" y="2657"/>
                  </a:lnTo>
                  <a:lnTo>
                    <a:pt x="17108" y="6069"/>
                  </a:lnTo>
                  <a:lnTo>
                    <a:pt x="21416" y="6307"/>
                  </a:lnTo>
                  <a:lnTo>
                    <a:pt x="21711" y="7523"/>
                  </a:lnTo>
                  <a:lnTo>
                    <a:pt x="21032" y="8653"/>
                  </a:lnTo>
                  <a:lnTo>
                    <a:pt x="14865" y="11722"/>
                  </a:lnTo>
                  <a:lnTo>
                    <a:pt x="12715" y="16481"/>
                  </a:lnTo>
                  <a:lnTo>
                    <a:pt x="2341" y="19668"/>
                  </a:lnTo>
                  <a:lnTo>
                    <a:pt x="0" y="19215"/>
                  </a:lnTo>
                  <a:lnTo>
                    <a:pt x="64" y="18035"/>
                  </a:lnTo>
                  <a:lnTo>
                    <a:pt x="9735" y="13213"/>
                  </a:lnTo>
                  <a:lnTo>
                    <a:pt x="10396" y="8506"/>
                  </a:lnTo>
                  <a:lnTo>
                    <a:pt x="5174" y="9503"/>
                  </a:lnTo>
                  <a:lnTo>
                    <a:pt x="4686" y="7367"/>
                  </a:lnTo>
                  <a:lnTo>
                    <a:pt x="4909" y="3263"/>
                  </a:lnTo>
                  <a:lnTo>
                    <a:pt x="6315" y="2775"/>
                  </a:lnTo>
                  <a:lnTo>
                    <a:pt x="12080" y="4375"/>
                  </a:lnTo>
                  <a:lnTo>
                    <a:pt x="11883" y="2888"/>
                  </a:lnTo>
                  <a:lnTo>
                    <a:pt x="11551" y="1969"/>
                  </a:lnTo>
                  <a:lnTo>
                    <a:pt x="1414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h2735"/>
            <p:cNvSpPr/>
            <p:nvPr/>
          </p:nvSpPr>
          <p:spPr>
            <a:xfrm>
              <a:off x="3568115" y="2691349"/>
              <a:ext cx="10932" cy="7588"/>
            </a:xfrm>
            <a:custGeom>
              <a:avLst/>
              <a:pathLst>
                <a:path w="10932" h="7588">
                  <a:moveTo>
                    <a:pt x="6221" y="1136"/>
                  </a:moveTo>
                  <a:lnTo>
                    <a:pt x="7793" y="1170"/>
                  </a:lnTo>
                  <a:lnTo>
                    <a:pt x="8225" y="3471"/>
                  </a:lnTo>
                  <a:lnTo>
                    <a:pt x="9868" y="5148"/>
                  </a:lnTo>
                  <a:lnTo>
                    <a:pt x="10932" y="4913"/>
                  </a:lnTo>
                  <a:lnTo>
                    <a:pt x="8588" y="6895"/>
                  </a:lnTo>
                  <a:lnTo>
                    <a:pt x="4140" y="7588"/>
                  </a:lnTo>
                  <a:lnTo>
                    <a:pt x="1588" y="6846"/>
                  </a:lnTo>
                  <a:lnTo>
                    <a:pt x="0" y="1733"/>
                  </a:lnTo>
                  <a:lnTo>
                    <a:pt x="83" y="0"/>
                  </a:lnTo>
                  <a:lnTo>
                    <a:pt x="5037" y="43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h2736"/>
            <p:cNvSpPr/>
            <p:nvPr/>
          </p:nvSpPr>
          <p:spPr>
            <a:xfrm>
              <a:off x="3583398" y="2720530"/>
              <a:ext cx="20298" cy="18913"/>
            </a:xfrm>
            <a:custGeom>
              <a:avLst/>
              <a:pathLst>
                <a:path w="20298" h="18913">
                  <a:moveTo>
                    <a:pt x="10339" y="2759"/>
                  </a:moveTo>
                  <a:lnTo>
                    <a:pt x="12501" y="2904"/>
                  </a:lnTo>
                  <a:lnTo>
                    <a:pt x="12429" y="5517"/>
                  </a:lnTo>
                  <a:lnTo>
                    <a:pt x="20061" y="9020"/>
                  </a:lnTo>
                  <a:lnTo>
                    <a:pt x="15699" y="13029"/>
                  </a:lnTo>
                  <a:lnTo>
                    <a:pt x="17915" y="13365"/>
                  </a:lnTo>
                  <a:lnTo>
                    <a:pt x="20298" y="15667"/>
                  </a:lnTo>
                  <a:lnTo>
                    <a:pt x="19759" y="18367"/>
                  </a:lnTo>
                  <a:lnTo>
                    <a:pt x="18675" y="18179"/>
                  </a:lnTo>
                  <a:lnTo>
                    <a:pt x="16586" y="16951"/>
                  </a:lnTo>
                  <a:lnTo>
                    <a:pt x="13221" y="16798"/>
                  </a:lnTo>
                  <a:lnTo>
                    <a:pt x="12734" y="18521"/>
                  </a:lnTo>
                  <a:lnTo>
                    <a:pt x="10641" y="18389"/>
                  </a:lnTo>
                  <a:lnTo>
                    <a:pt x="5557" y="18913"/>
                  </a:lnTo>
                  <a:lnTo>
                    <a:pt x="5090" y="3873"/>
                  </a:lnTo>
                  <a:lnTo>
                    <a:pt x="2587" y="4749"/>
                  </a:lnTo>
                  <a:lnTo>
                    <a:pt x="0" y="2112"/>
                  </a:lnTo>
                  <a:lnTo>
                    <a:pt x="2212" y="0"/>
                  </a:lnTo>
                  <a:lnTo>
                    <a:pt x="8204" y="114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h2737"/>
            <p:cNvSpPr/>
            <p:nvPr/>
          </p:nvSpPr>
          <p:spPr>
            <a:xfrm>
              <a:off x="3603369" y="2774257"/>
              <a:ext cx="24234" cy="16851"/>
            </a:xfrm>
            <a:custGeom>
              <a:avLst/>
              <a:pathLst>
                <a:path w="24234" h="16851">
                  <a:moveTo>
                    <a:pt x="17766" y="5709"/>
                  </a:moveTo>
                  <a:lnTo>
                    <a:pt x="24234" y="5276"/>
                  </a:lnTo>
                  <a:lnTo>
                    <a:pt x="20477" y="16300"/>
                  </a:lnTo>
                  <a:lnTo>
                    <a:pt x="14471" y="16851"/>
                  </a:lnTo>
                  <a:lnTo>
                    <a:pt x="11488" y="16154"/>
                  </a:lnTo>
                  <a:lnTo>
                    <a:pt x="489" y="15689"/>
                  </a:lnTo>
                  <a:lnTo>
                    <a:pt x="0" y="14450"/>
                  </a:lnTo>
                  <a:lnTo>
                    <a:pt x="1145" y="12531"/>
                  </a:lnTo>
                  <a:lnTo>
                    <a:pt x="837" y="5761"/>
                  </a:lnTo>
                  <a:lnTo>
                    <a:pt x="3739" y="5844"/>
                  </a:lnTo>
                  <a:lnTo>
                    <a:pt x="7832" y="3108"/>
                  </a:lnTo>
                  <a:lnTo>
                    <a:pt x="8402" y="1027"/>
                  </a:lnTo>
                  <a:lnTo>
                    <a:pt x="9463" y="2127"/>
                  </a:lnTo>
                  <a:lnTo>
                    <a:pt x="13664" y="3748"/>
                  </a:lnTo>
                  <a:lnTo>
                    <a:pt x="14458" y="3390"/>
                  </a:lnTo>
                  <a:lnTo>
                    <a:pt x="1542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h2738"/>
            <p:cNvSpPr/>
            <p:nvPr/>
          </p:nvSpPr>
          <p:spPr>
            <a:xfrm>
              <a:off x="3581876" y="2684381"/>
              <a:ext cx="12289" cy="23404"/>
            </a:xfrm>
            <a:custGeom>
              <a:avLst/>
              <a:pathLst>
                <a:path w="12289" h="23404">
                  <a:moveTo>
                    <a:pt x="3527" y="790"/>
                  </a:moveTo>
                  <a:lnTo>
                    <a:pt x="3925" y="6015"/>
                  </a:lnTo>
                  <a:lnTo>
                    <a:pt x="7642" y="6784"/>
                  </a:lnTo>
                  <a:lnTo>
                    <a:pt x="9336" y="7942"/>
                  </a:lnTo>
                  <a:lnTo>
                    <a:pt x="10013" y="9707"/>
                  </a:lnTo>
                  <a:lnTo>
                    <a:pt x="9883" y="12828"/>
                  </a:lnTo>
                  <a:lnTo>
                    <a:pt x="12289" y="13339"/>
                  </a:lnTo>
                  <a:lnTo>
                    <a:pt x="8785" y="18008"/>
                  </a:lnTo>
                  <a:lnTo>
                    <a:pt x="10143" y="20130"/>
                  </a:lnTo>
                  <a:lnTo>
                    <a:pt x="6494" y="23404"/>
                  </a:lnTo>
                  <a:lnTo>
                    <a:pt x="7519" y="21534"/>
                  </a:lnTo>
                  <a:lnTo>
                    <a:pt x="7548" y="19256"/>
                  </a:lnTo>
                  <a:lnTo>
                    <a:pt x="3896" y="17237"/>
                  </a:lnTo>
                  <a:lnTo>
                    <a:pt x="2379" y="17112"/>
                  </a:lnTo>
                  <a:lnTo>
                    <a:pt x="1559" y="7423"/>
                  </a:lnTo>
                  <a:lnTo>
                    <a:pt x="0" y="368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h2739"/>
            <p:cNvSpPr/>
            <p:nvPr/>
          </p:nvSpPr>
          <p:spPr>
            <a:xfrm>
              <a:off x="3597983" y="2791469"/>
              <a:ext cx="9725" cy="15344"/>
            </a:xfrm>
            <a:custGeom>
              <a:avLst/>
              <a:pathLst>
                <a:path w="9725" h="15344">
                  <a:moveTo>
                    <a:pt x="3008" y="0"/>
                  </a:moveTo>
                  <a:lnTo>
                    <a:pt x="4733" y="1659"/>
                  </a:lnTo>
                  <a:lnTo>
                    <a:pt x="5978" y="1692"/>
                  </a:lnTo>
                  <a:lnTo>
                    <a:pt x="8128" y="3033"/>
                  </a:lnTo>
                  <a:lnTo>
                    <a:pt x="9612" y="4772"/>
                  </a:lnTo>
                  <a:lnTo>
                    <a:pt x="9725" y="7059"/>
                  </a:lnTo>
                  <a:lnTo>
                    <a:pt x="2896" y="15344"/>
                  </a:lnTo>
                  <a:lnTo>
                    <a:pt x="2314" y="15251"/>
                  </a:lnTo>
                  <a:lnTo>
                    <a:pt x="0" y="15123"/>
                  </a:lnTo>
                  <a:lnTo>
                    <a:pt x="372" y="9256"/>
                  </a:lnTo>
                  <a:lnTo>
                    <a:pt x="2163" y="4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h2740"/>
            <p:cNvSpPr/>
            <p:nvPr/>
          </p:nvSpPr>
          <p:spPr>
            <a:xfrm>
              <a:off x="3677542" y="2772016"/>
              <a:ext cx="30636" cy="40486"/>
            </a:xfrm>
            <a:custGeom>
              <a:avLst/>
              <a:pathLst>
                <a:path w="30636" h="40486">
                  <a:moveTo>
                    <a:pt x="23570" y="735"/>
                  </a:moveTo>
                  <a:lnTo>
                    <a:pt x="23172" y="8151"/>
                  </a:lnTo>
                  <a:lnTo>
                    <a:pt x="26430" y="7903"/>
                  </a:lnTo>
                  <a:lnTo>
                    <a:pt x="28278" y="8470"/>
                  </a:lnTo>
                  <a:lnTo>
                    <a:pt x="29496" y="11785"/>
                  </a:lnTo>
                  <a:lnTo>
                    <a:pt x="29796" y="18297"/>
                  </a:lnTo>
                  <a:lnTo>
                    <a:pt x="30636" y="19725"/>
                  </a:lnTo>
                  <a:lnTo>
                    <a:pt x="29342" y="20627"/>
                  </a:lnTo>
                  <a:lnTo>
                    <a:pt x="26118" y="20314"/>
                  </a:lnTo>
                  <a:lnTo>
                    <a:pt x="18074" y="26552"/>
                  </a:lnTo>
                  <a:lnTo>
                    <a:pt x="20066" y="26633"/>
                  </a:lnTo>
                  <a:lnTo>
                    <a:pt x="19998" y="32222"/>
                  </a:lnTo>
                  <a:lnTo>
                    <a:pt x="12216" y="32394"/>
                  </a:lnTo>
                  <a:lnTo>
                    <a:pt x="5452" y="36341"/>
                  </a:lnTo>
                  <a:lnTo>
                    <a:pt x="108" y="40486"/>
                  </a:lnTo>
                  <a:lnTo>
                    <a:pt x="0" y="38693"/>
                  </a:lnTo>
                  <a:lnTo>
                    <a:pt x="1495" y="35929"/>
                  </a:lnTo>
                  <a:lnTo>
                    <a:pt x="4788" y="36316"/>
                  </a:lnTo>
                  <a:lnTo>
                    <a:pt x="4645" y="28821"/>
                  </a:lnTo>
                  <a:lnTo>
                    <a:pt x="7609" y="29031"/>
                  </a:lnTo>
                  <a:lnTo>
                    <a:pt x="7647" y="26972"/>
                  </a:lnTo>
                  <a:lnTo>
                    <a:pt x="8808" y="25984"/>
                  </a:lnTo>
                  <a:lnTo>
                    <a:pt x="8147" y="20714"/>
                  </a:lnTo>
                  <a:lnTo>
                    <a:pt x="10555" y="20403"/>
                  </a:lnTo>
                  <a:lnTo>
                    <a:pt x="10798" y="16055"/>
                  </a:lnTo>
                  <a:lnTo>
                    <a:pt x="10829" y="13122"/>
                  </a:lnTo>
                  <a:lnTo>
                    <a:pt x="8009" y="12684"/>
                  </a:lnTo>
                  <a:lnTo>
                    <a:pt x="8030" y="1271"/>
                  </a:lnTo>
                  <a:lnTo>
                    <a:pt x="14730" y="1456"/>
                  </a:lnTo>
                  <a:lnTo>
                    <a:pt x="1580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h2741"/>
            <p:cNvSpPr/>
            <p:nvPr/>
          </p:nvSpPr>
          <p:spPr>
            <a:xfrm>
              <a:off x="3481840" y="2750614"/>
              <a:ext cx="45313" cy="36028"/>
            </a:xfrm>
            <a:custGeom>
              <a:avLst/>
              <a:pathLst>
                <a:path w="45313" h="36028">
                  <a:moveTo>
                    <a:pt x="6175" y="14424"/>
                  </a:moveTo>
                  <a:lnTo>
                    <a:pt x="7871" y="14194"/>
                  </a:lnTo>
                  <a:lnTo>
                    <a:pt x="8220" y="11657"/>
                  </a:lnTo>
                  <a:lnTo>
                    <a:pt x="7226" y="11506"/>
                  </a:lnTo>
                  <a:lnTo>
                    <a:pt x="6757" y="4282"/>
                  </a:lnTo>
                  <a:lnTo>
                    <a:pt x="18395" y="10530"/>
                  </a:lnTo>
                  <a:lnTo>
                    <a:pt x="21912" y="15006"/>
                  </a:lnTo>
                  <a:lnTo>
                    <a:pt x="22630" y="17297"/>
                  </a:lnTo>
                  <a:lnTo>
                    <a:pt x="25729" y="18093"/>
                  </a:lnTo>
                  <a:lnTo>
                    <a:pt x="26934" y="16782"/>
                  </a:lnTo>
                  <a:lnTo>
                    <a:pt x="30824" y="16431"/>
                  </a:lnTo>
                  <a:lnTo>
                    <a:pt x="32048" y="17348"/>
                  </a:lnTo>
                  <a:lnTo>
                    <a:pt x="32040" y="20218"/>
                  </a:lnTo>
                  <a:lnTo>
                    <a:pt x="38468" y="20240"/>
                  </a:lnTo>
                  <a:lnTo>
                    <a:pt x="37298" y="24898"/>
                  </a:lnTo>
                  <a:lnTo>
                    <a:pt x="40848" y="26613"/>
                  </a:lnTo>
                  <a:lnTo>
                    <a:pt x="40949" y="22268"/>
                  </a:lnTo>
                  <a:lnTo>
                    <a:pt x="42245" y="22424"/>
                  </a:lnTo>
                  <a:lnTo>
                    <a:pt x="45313" y="24926"/>
                  </a:lnTo>
                  <a:lnTo>
                    <a:pt x="44714" y="27799"/>
                  </a:lnTo>
                  <a:lnTo>
                    <a:pt x="43006" y="29129"/>
                  </a:lnTo>
                  <a:lnTo>
                    <a:pt x="38281" y="35717"/>
                  </a:lnTo>
                  <a:lnTo>
                    <a:pt x="34506" y="36028"/>
                  </a:lnTo>
                  <a:lnTo>
                    <a:pt x="19170" y="31897"/>
                  </a:lnTo>
                  <a:lnTo>
                    <a:pt x="19862" y="26026"/>
                  </a:lnTo>
                  <a:lnTo>
                    <a:pt x="19012" y="23183"/>
                  </a:lnTo>
                  <a:lnTo>
                    <a:pt x="7193" y="24419"/>
                  </a:lnTo>
                  <a:lnTo>
                    <a:pt x="6414" y="23004"/>
                  </a:lnTo>
                  <a:lnTo>
                    <a:pt x="1312" y="23193"/>
                  </a:lnTo>
                  <a:lnTo>
                    <a:pt x="0" y="414"/>
                  </a:lnTo>
                  <a:lnTo>
                    <a:pt x="510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h2742"/>
            <p:cNvSpPr/>
            <p:nvPr/>
          </p:nvSpPr>
          <p:spPr>
            <a:xfrm>
              <a:off x="3579012" y="2779534"/>
              <a:ext cx="59917" cy="103029"/>
            </a:xfrm>
            <a:custGeom>
              <a:avLst/>
              <a:pathLst>
                <a:path w="59917" h="103029">
                  <a:moveTo>
                    <a:pt x="50342" y="1662"/>
                  </a:moveTo>
                  <a:lnTo>
                    <a:pt x="50603" y="4032"/>
                  </a:lnTo>
                  <a:lnTo>
                    <a:pt x="52607" y="5330"/>
                  </a:lnTo>
                  <a:lnTo>
                    <a:pt x="51955" y="11459"/>
                  </a:lnTo>
                  <a:lnTo>
                    <a:pt x="52761" y="17552"/>
                  </a:lnTo>
                  <a:lnTo>
                    <a:pt x="51436" y="17582"/>
                  </a:lnTo>
                  <a:lnTo>
                    <a:pt x="51555" y="14209"/>
                  </a:lnTo>
                  <a:lnTo>
                    <a:pt x="47227" y="13930"/>
                  </a:lnTo>
                  <a:lnTo>
                    <a:pt x="45403" y="15707"/>
                  </a:lnTo>
                  <a:lnTo>
                    <a:pt x="43871" y="21968"/>
                  </a:lnTo>
                  <a:lnTo>
                    <a:pt x="41686" y="22991"/>
                  </a:lnTo>
                  <a:lnTo>
                    <a:pt x="41641" y="25001"/>
                  </a:lnTo>
                  <a:lnTo>
                    <a:pt x="44403" y="26518"/>
                  </a:lnTo>
                  <a:lnTo>
                    <a:pt x="45241" y="24048"/>
                  </a:lnTo>
                  <a:lnTo>
                    <a:pt x="46114" y="24129"/>
                  </a:lnTo>
                  <a:lnTo>
                    <a:pt x="47568" y="27229"/>
                  </a:lnTo>
                  <a:lnTo>
                    <a:pt x="47543" y="31273"/>
                  </a:lnTo>
                  <a:lnTo>
                    <a:pt x="45911" y="35147"/>
                  </a:lnTo>
                  <a:lnTo>
                    <a:pt x="47897" y="37149"/>
                  </a:lnTo>
                  <a:lnTo>
                    <a:pt x="50697" y="48252"/>
                  </a:lnTo>
                  <a:lnTo>
                    <a:pt x="53971" y="55150"/>
                  </a:lnTo>
                  <a:lnTo>
                    <a:pt x="52908" y="66119"/>
                  </a:lnTo>
                  <a:lnTo>
                    <a:pt x="50301" y="65978"/>
                  </a:lnTo>
                  <a:lnTo>
                    <a:pt x="50903" y="74202"/>
                  </a:lnTo>
                  <a:lnTo>
                    <a:pt x="58860" y="79518"/>
                  </a:lnTo>
                  <a:lnTo>
                    <a:pt x="59917" y="83825"/>
                  </a:lnTo>
                  <a:lnTo>
                    <a:pt x="54294" y="83229"/>
                  </a:lnTo>
                  <a:lnTo>
                    <a:pt x="54091" y="93864"/>
                  </a:lnTo>
                  <a:lnTo>
                    <a:pt x="56953" y="93880"/>
                  </a:lnTo>
                  <a:lnTo>
                    <a:pt x="57203" y="97444"/>
                  </a:lnTo>
                  <a:lnTo>
                    <a:pt x="52662" y="97984"/>
                  </a:lnTo>
                  <a:lnTo>
                    <a:pt x="52587" y="91277"/>
                  </a:lnTo>
                  <a:lnTo>
                    <a:pt x="47533" y="90940"/>
                  </a:lnTo>
                  <a:lnTo>
                    <a:pt x="43828" y="92150"/>
                  </a:lnTo>
                  <a:lnTo>
                    <a:pt x="44504" y="95514"/>
                  </a:lnTo>
                  <a:lnTo>
                    <a:pt x="36446" y="103029"/>
                  </a:lnTo>
                  <a:lnTo>
                    <a:pt x="22384" y="92531"/>
                  </a:lnTo>
                  <a:lnTo>
                    <a:pt x="17869" y="87072"/>
                  </a:lnTo>
                  <a:lnTo>
                    <a:pt x="15583" y="87057"/>
                  </a:lnTo>
                  <a:lnTo>
                    <a:pt x="14467" y="85852"/>
                  </a:lnTo>
                  <a:lnTo>
                    <a:pt x="12521" y="82296"/>
                  </a:lnTo>
                  <a:lnTo>
                    <a:pt x="13943" y="82361"/>
                  </a:lnTo>
                  <a:lnTo>
                    <a:pt x="13989" y="78702"/>
                  </a:lnTo>
                  <a:lnTo>
                    <a:pt x="8356" y="78677"/>
                  </a:lnTo>
                  <a:lnTo>
                    <a:pt x="396" y="67553"/>
                  </a:lnTo>
                  <a:lnTo>
                    <a:pt x="0" y="62085"/>
                  </a:lnTo>
                  <a:lnTo>
                    <a:pt x="4751" y="52109"/>
                  </a:lnTo>
                  <a:lnTo>
                    <a:pt x="8044" y="47273"/>
                  </a:lnTo>
                  <a:lnTo>
                    <a:pt x="21464" y="47814"/>
                  </a:lnTo>
                  <a:lnTo>
                    <a:pt x="23069" y="47074"/>
                  </a:lnTo>
                  <a:lnTo>
                    <a:pt x="22963" y="43706"/>
                  </a:lnTo>
                  <a:lnTo>
                    <a:pt x="19912" y="41639"/>
                  </a:lnTo>
                  <a:lnTo>
                    <a:pt x="16429" y="40873"/>
                  </a:lnTo>
                  <a:lnTo>
                    <a:pt x="16174" y="35916"/>
                  </a:lnTo>
                  <a:lnTo>
                    <a:pt x="16663" y="34585"/>
                  </a:lnTo>
                  <a:lnTo>
                    <a:pt x="17820" y="34700"/>
                  </a:lnTo>
                  <a:lnTo>
                    <a:pt x="19244" y="37998"/>
                  </a:lnTo>
                  <a:lnTo>
                    <a:pt x="21637" y="38249"/>
                  </a:lnTo>
                  <a:lnTo>
                    <a:pt x="22865" y="37411"/>
                  </a:lnTo>
                  <a:lnTo>
                    <a:pt x="22386" y="34484"/>
                  </a:lnTo>
                  <a:lnTo>
                    <a:pt x="18204" y="33766"/>
                  </a:lnTo>
                  <a:lnTo>
                    <a:pt x="16017" y="32086"/>
                  </a:lnTo>
                  <a:lnTo>
                    <a:pt x="16596" y="30306"/>
                  </a:lnTo>
                  <a:lnTo>
                    <a:pt x="18042" y="29116"/>
                  </a:lnTo>
                  <a:lnTo>
                    <a:pt x="21212" y="29146"/>
                  </a:lnTo>
                  <a:lnTo>
                    <a:pt x="21285" y="27186"/>
                  </a:lnTo>
                  <a:lnTo>
                    <a:pt x="21867" y="27280"/>
                  </a:lnTo>
                  <a:lnTo>
                    <a:pt x="28695" y="18994"/>
                  </a:lnTo>
                  <a:lnTo>
                    <a:pt x="28583" y="16708"/>
                  </a:lnTo>
                  <a:lnTo>
                    <a:pt x="27099" y="14968"/>
                  </a:lnTo>
                  <a:lnTo>
                    <a:pt x="24949" y="13628"/>
                  </a:lnTo>
                  <a:lnTo>
                    <a:pt x="23703" y="13594"/>
                  </a:lnTo>
                  <a:lnTo>
                    <a:pt x="21978" y="11935"/>
                  </a:lnTo>
                  <a:lnTo>
                    <a:pt x="24845" y="10413"/>
                  </a:lnTo>
                  <a:lnTo>
                    <a:pt x="35844" y="10878"/>
                  </a:lnTo>
                  <a:lnTo>
                    <a:pt x="38827" y="11575"/>
                  </a:lnTo>
                  <a:lnTo>
                    <a:pt x="44834" y="11024"/>
                  </a:lnTo>
                  <a:lnTo>
                    <a:pt x="485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h2743"/>
            <p:cNvSpPr/>
            <p:nvPr/>
          </p:nvSpPr>
          <p:spPr>
            <a:xfrm>
              <a:off x="3283188" y="2635607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h2744"/>
            <p:cNvSpPr/>
            <p:nvPr/>
          </p:nvSpPr>
          <p:spPr>
            <a:xfrm>
              <a:off x="3357640" y="2597842"/>
              <a:ext cx="159" cy="95"/>
            </a:xfrm>
            <a:custGeom>
              <a:avLst/>
              <a:pathLst>
                <a:path w="159" h="95">
                  <a:moveTo>
                    <a:pt x="0" y="95"/>
                  </a:moveTo>
                  <a:lnTo>
                    <a:pt x="15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h2745"/>
            <p:cNvSpPr/>
            <p:nvPr/>
          </p:nvSpPr>
          <p:spPr>
            <a:xfrm>
              <a:off x="3358024" y="2597207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h2746"/>
            <p:cNvSpPr/>
            <p:nvPr/>
          </p:nvSpPr>
          <p:spPr>
            <a:xfrm>
              <a:off x="3355177" y="2597225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h2747"/>
            <p:cNvSpPr/>
            <p:nvPr/>
          </p:nvSpPr>
          <p:spPr>
            <a:xfrm>
              <a:off x="3355585" y="2597183"/>
              <a:ext cx="1" cy="166"/>
            </a:xfrm>
            <a:custGeom>
              <a:avLst/>
              <a:pathLst>
                <a:path w="1" h="166">
                  <a:moveTo>
                    <a:pt x="0" y="0"/>
                  </a:moveTo>
                  <a:lnTo>
                    <a:pt x="1" y="16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h2748"/>
            <p:cNvSpPr/>
            <p:nvPr/>
          </p:nvSpPr>
          <p:spPr>
            <a:xfrm>
              <a:off x="3357303" y="2596531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h2749"/>
            <p:cNvSpPr/>
            <p:nvPr/>
          </p:nvSpPr>
          <p:spPr>
            <a:xfrm>
              <a:off x="3530679" y="2536282"/>
              <a:ext cx="2812" cy="2875"/>
            </a:xfrm>
            <a:custGeom>
              <a:avLst/>
              <a:pathLst>
                <a:path w="2812" h="2875">
                  <a:moveTo>
                    <a:pt x="2812" y="2875"/>
                  </a:moveTo>
                  <a:lnTo>
                    <a:pt x="0" y="883"/>
                  </a:lnTo>
                  <a:lnTo>
                    <a:pt x="1081" y="0"/>
                  </a:lnTo>
                  <a:lnTo>
                    <a:pt x="1533" y="130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h2750"/>
            <p:cNvSpPr/>
            <p:nvPr/>
          </p:nvSpPr>
          <p:spPr>
            <a:xfrm>
              <a:off x="3533266" y="2536435"/>
              <a:ext cx="342" cy="471"/>
            </a:xfrm>
            <a:custGeom>
              <a:avLst/>
              <a:pathLst>
                <a:path w="342" h="471">
                  <a:moveTo>
                    <a:pt x="342" y="471"/>
                  </a:moveTo>
                  <a:lnTo>
                    <a:pt x="0" y="442"/>
                  </a:lnTo>
                  <a:lnTo>
                    <a:pt x="9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h2751"/>
            <p:cNvSpPr/>
            <p:nvPr/>
          </p:nvSpPr>
          <p:spPr>
            <a:xfrm>
              <a:off x="3533876" y="2534822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h2752"/>
            <p:cNvSpPr/>
            <p:nvPr/>
          </p:nvSpPr>
          <p:spPr>
            <a:xfrm>
              <a:off x="3530808" y="2530188"/>
              <a:ext cx="1525" cy="356"/>
            </a:xfrm>
            <a:custGeom>
              <a:avLst/>
              <a:pathLst>
                <a:path w="1525" h="356">
                  <a:moveTo>
                    <a:pt x="0" y="146"/>
                  </a:moveTo>
                  <a:lnTo>
                    <a:pt x="1525" y="0"/>
                  </a:lnTo>
                  <a:lnTo>
                    <a:pt x="215" y="35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h2753"/>
            <p:cNvSpPr/>
            <p:nvPr/>
          </p:nvSpPr>
          <p:spPr>
            <a:xfrm>
              <a:off x="3530523" y="2529877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h2754"/>
            <p:cNvSpPr/>
            <p:nvPr/>
          </p:nvSpPr>
          <p:spPr>
            <a:xfrm>
              <a:off x="3532427" y="2530158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h2755"/>
            <p:cNvSpPr/>
            <p:nvPr/>
          </p:nvSpPr>
          <p:spPr>
            <a:xfrm>
              <a:off x="3530834" y="2529595"/>
              <a:ext cx="209" cy="445"/>
            </a:xfrm>
            <a:custGeom>
              <a:avLst/>
              <a:pathLst>
                <a:path w="209" h="445">
                  <a:moveTo>
                    <a:pt x="69" y="0"/>
                  </a:moveTo>
                  <a:lnTo>
                    <a:pt x="209" y="445"/>
                  </a:lnTo>
                  <a:lnTo>
                    <a:pt x="0" y="21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h2756"/>
            <p:cNvSpPr/>
            <p:nvPr/>
          </p:nvSpPr>
          <p:spPr>
            <a:xfrm>
              <a:off x="3531178" y="2529160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h2757"/>
            <p:cNvSpPr/>
            <p:nvPr/>
          </p:nvSpPr>
          <p:spPr>
            <a:xfrm>
              <a:off x="3532991" y="2527746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h2758"/>
            <p:cNvSpPr/>
            <p:nvPr/>
          </p:nvSpPr>
          <p:spPr>
            <a:xfrm>
              <a:off x="3532119" y="2527996"/>
              <a:ext cx="205" cy="505"/>
            </a:xfrm>
            <a:custGeom>
              <a:avLst/>
              <a:pathLst>
                <a:path w="205" h="505">
                  <a:moveTo>
                    <a:pt x="205" y="0"/>
                  </a:moveTo>
                  <a:lnTo>
                    <a:pt x="124" y="286"/>
                  </a:lnTo>
                  <a:lnTo>
                    <a:pt x="0" y="50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h2759"/>
            <p:cNvSpPr/>
            <p:nvPr/>
          </p:nvSpPr>
          <p:spPr>
            <a:xfrm>
              <a:off x="3532552" y="2527829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h2760"/>
            <p:cNvSpPr/>
            <p:nvPr/>
          </p:nvSpPr>
          <p:spPr>
            <a:xfrm>
              <a:off x="3536487" y="2545122"/>
              <a:ext cx="868" cy="1112"/>
            </a:xfrm>
            <a:custGeom>
              <a:avLst/>
              <a:pathLst>
                <a:path w="868" h="1112">
                  <a:moveTo>
                    <a:pt x="868" y="11"/>
                  </a:moveTo>
                  <a:lnTo>
                    <a:pt x="821" y="11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h2761"/>
            <p:cNvSpPr/>
            <p:nvPr/>
          </p:nvSpPr>
          <p:spPr>
            <a:xfrm>
              <a:off x="3535870" y="2544739"/>
              <a:ext cx="885" cy="585"/>
            </a:xfrm>
            <a:custGeom>
              <a:avLst/>
              <a:pathLst>
                <a:path w="885" h="585">
                  <a:moveTo>
                    <a:pt x="485" y="585"/>
                  </a:moveTo>
                  <a:lnTo>
                    <a:pt x="0" y="385"/>
                  </a:lnTo>
                  <a:lnTo>
                    <a:pt x="885" y="0"/>
                  </a:lnTo>
                  <a:lnTo>
                    <a:pt x="513" y="18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h2762"/>
            <p:cNvSpPr/>
            <p:nvPr/>
          </p:nvSpPr>
          <p:spPr>
            <a:xfrm>
              <a:off x="3536957" y="2544321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h2763"/>
            <p:cNvSpPr/>
            <p:nvPr/>
          </p:nvSpPr>
          <p:spPr>
            <a:xfrm>
              <a:off x="3533813" y="2539416"/>
              <a:ext cx="1666" cy="3464"/>
            </a:xfrm>
            <a:custGeom>
              <a:avLst/>
              <a:pathLst>
                <a:path w="1666" h="3464">
                  <a:moveTo>
                    <a:pt x="1165" y="2204"/>
                  </a:moveTo>
                  <a:lnTo>
                    <a:pt x="1666" y="3464"/>
                  </a:lnTo>
                  <a:lnTo>
                    <a:pt x="0" y="1690"/>
                  </a:lnTo>
                  <a:lnTo>
                    <a:pt x="266" y="0"/>
                  </a:lnTo>
                  <a:lnTo>
                    <a:pt x="1194" y="96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h2764"/>
            <p:cNvSpPr/>
            <p:nvPr/>
          </p:nvSpPr>
          <p:spPr>
            <a:xfrm>
              <a:off x="3535435" y="2540288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h2765"/>
            <p:cNvSpPr/>
            <p:nvPr/>
          </p:nvSpPr>
          <p:spPr>
            <a:xfrm>
              <a:off x="3534490" y="2539041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h2766"/>
            <p:cNvSpPr/>
            <p:nvPr/>
          </p:nvSpPr>
          <p:spPr>
            <a:xfrm>
              <a:off x="3534147" y="2538142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h2767"/>
            <p:cNvSpPr/>
            <p:nvPr/>
          </p:nvSpPr>
          <p:spPr>
            <a:xfrm>
              <a:off x="3536062" y="2537191"/>
              <a:ext cx="1260" cy="1215"/>
            </a:xfrm>
            <a:custGeom>
              <a:avLst/>
              <a:pathLst>
                <a:path w="1260" h="1215">
                  <a:moveTo>
                    <a:pt x="1260" y="44"/>
                  </a:moveTo>
                  <a:lnTo>
                    <a:pt x="927" y="1215"/>
                  </a:ln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h2768"/>
            <p:cNvSpPr/>
            <p:nvPr/>
          </p:nvSpPr>
          <p:spPr>
            <a:xfrm>
              <a:off x="3535618" y="2535956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h2769"/>
            <p:cNvSpPr/>
            <p:nvPr/>
          </p:nvSpPr>
          <p:spPr>
            <a:xfrm>
              <a:off x="3534412" y="2535289"/>
              <a:ext cx="778" cy="1477"/>
            </a:xfrm>
            <a:custGeom>
              <a:avLst/>
              <a:pathLst>
                <a:path w="778" h="1477">
                  <a:moveTo>
                    <a:pt x="0" y="1477"/>
                  </a:moveTo>
                  <a:lnTo>
                    <a:pt x="685" y="0"/>
                  </a:lnTo>
                  <a:lnTo>
                    <a:pt x="778" y="53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h2770"/>
            <p:cNvSpPr/>
            <p:nvPr/>
          </p:nvSpPr>
          <p:spPr>
            <a:xfrm>
              <a:off x="3535928" y="2535266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h2771"/>
            <p:cNvSpPr/>
            <p:nvPr/>
          </p:nvSpPr>
          <p:spPr>
            <a:xfrm>
              <a:off x="3535271" y="2534057"/>
              <a:ext cx="468" cy="743"/>
            </a:xfrm>
            <a:custGeom>
              <a:avLst/>
              <a:pathLst>
                <a:path w="468" h="743">
                  <a:moveTo>
                    <a:pt x="0" y="0"/>
                  </a:moveTo>
                  <a:lnTo>
                    <a:pt x="468" y="743"/>
                  </a:lnTo>
                  <a:lnTo>
                    <a:pt x="101" y="67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h2772"/>
            <p:cNvSpPr/>
            <p:nvPr/>
          </p:nvSpPr>
          <p:spPr>
            <a:xfrm>
              <a:off x="3534023" y="2534138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h2773"/>
            <p:cNvSpPr/>
            <p:nvPr/>
          </p:nvSpPr>
          <p:spPr>
            <a:xfrm>
              <a:off x="3535271" y="2533620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h2774"/>
            <p:cNvSpPr/>
            <p:nvPr/>
          </p:nvSpPr>
          <p:spPr>
            <a:xfrm>
              <a:off x="3534903" y="2532809"/>
              <a:ext cx="324" cy="464"/>
            </a:xfrm>
            <a:custGeom>
              <a:avLst/>
              <a:pathLst>
                <a:path w="324" h="464">
                  <a:moveTo>
                    <a:pt x="324" y="224"/>
                  </a:moveTo>
                  <a:lnTo>
                    <a:pt x="99" y="4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h2775"/>
            <p:cNvSpPr/>
            <p:nvPr/>
          </p:nvSpPr>
          <p:spPr>
            <a:xfrm>
              <a:off x="3535092" y="2532548"/>
              <a:ext cx="531" cy="501"/>
            </a:xfrm>
            <a:custGeom>
              <a:avLst/>
              <a:pathLst>
                <a:path w="531" h="501">
                  <a:moveTo>
                    <a:pt x="0" y="0"/>
                  </a:moveTo>
                  <a:lnTo>
                    <a:pt x="531" y="175"/>
                  </a:lnTo>
                  <a:lnTo>
                    <a:pt x="454" y="50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h2776"/>
            <p:cNvSpPr/>
            <p:nvPr/>
          </p:nvSpPr>
          <p:spPr>
            <a:xfrm>
              <a:off x="3534574" y="2675041"/>
              <a:ext cx="41080" cy="22969"/>
            </a:xfrm>
            <a:custGeom>
              <a:avLst/>
              <a:pathLst>
                <a:path w="41080" h="22969">
                  <a:moveTo>
                    <a:pt x="33540" y="18042"/>
                  </a:moveTo>
                  <a:lnTo>
                    <a:pt x="30447" y="19897"/>
                  </a:lnTo>
                  <a:lnTo>
                    <a:pt x="28163" y="19425"/>
                  </a:lnTo>
                  <a:lnTo>
                    <a:pt x="21195" y="21654"/>
                  </a:lnTo>
                  <a:lnTo>
                    <a:pt x="15727" y="18237"/>
                  </a:lnTo>
                  <a:lnTo>
                    <a:pt x="12449" y="18197"/>
                  </a:lnTo>
                  <a:lnTo>
                    <a:pt x="9611" y="19878"/>
                  </a:lnTo>
                  <a:lnTo>
                    <a:pt x="7966" y="22969"/>
                  </a:lnTo>
                  <a:lnTo>
                    <a:pt x="4986" y="17074"/>
                  </a:lnTo>
                  <a:lnTo>
                    <a:pt x="3938" y="21716"/>
                  </a:lnTo>
                  <a:lnTo>
                    <a:pt x="562" y="20628"/>
                  </a:lnTo>
                  <a:lnTo>
                    <a:pt x="0" y="12542"/>
                  </a:lnTo>
                  <a:lnTo>
                    <a:pt x="21688" y="5151"/>
                  </a:lnTo>
                  <a:lnTo>
                    <a:pt x="41080" y="0"/>
                  </a:lnTo>
                  <a:lnTo>
                    <a:pt x="39554" y="563"/>
                  </a:lnTo>
                  <a:lnTo>
                    <a:pt x="38781" y="9508"/>
                  </a:lnTo>
                  <a:lnTo>
                    <a:pt x="39762" y="17445"/>
                  </a:lnTo>
                  <a:lnTo>
                    <a:pt x="38577" y="16744"/>
                  </a:lnTo>
                  <a:lnTo>
                    <a:pt x="33624" y="1630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h2777"/>
            <p:cNvSpPr/>
            <p:nvPr/>
          </p:nvSpPr>
          <p:spPr>
            <a:xfrm>
              <a:off x="3544241" y="2551762"/>
              <a:ext cx="866" cy="646"/>
            </a:xfrm>
            <a:custGeom>
              <a:avLst/>
              <a:pathLst>
                <a:path w="866" h="646">
                  <a:moveTo>
                    <a:pt x="654" y="462"/>
                  </a:moveTo>
                  <a:lnTo>
                    <a:pt x="0" y="646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h2778"/>
            <p:cNvSpPr/>
            <p:nvPr/>
          </p:nvSpPr>
          <p:spPr>
            <a:xfrm>
              <a:off x="3545280" y="2551877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h2779"/>
            <p:cNvSpPr/>
            <p:nvPr/>
          </p:nvSpPr>
          <p:spPr>
            <a:xfrm>
              <a:off x="3543438" y="2550903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h2780"/>
            <p:cNvSpPr/>
            <p:nvPr/>
          </p:nvSpPr>
          <p:spPr>
            <a:xfrm>
              <a:off x="3544853" y="2550869"/>
              <a:ext cx="39" cy="137"/>
            </a:xfrm>
            <a:custGeom>
              <a:avLst/>
              <a:pathLst>
                <a:path w="39" h="137">
                  <a:moveTo>
                    <a:pt x="0" y="137"/>
                  </a:moveTo>
                  <a:lnTo>
                    <a:pt x="3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h2781"/>
            <p:cNvSpPr/>
            <p:nvPr/>
          </p:nvSpPr>
          <p:spPr>
            <a:xfrm>
              <a:off x="3543348" y="2550600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h2782"/>
            <p:cNvSpPr/>
            <p:nvPr/>
          </p:nvSpPr>
          <p:spPr>
            <a:xfrm>
              <a:off x="3543394" y="2549837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h2783"/>
            <p:cNvSpPr/>
            <p:nvPr/>
          </p:nvSpPr>
          <p:spPr>
            <a:xfrm>
              <a:off x="3543820" y="2549767"/>
              <a:ext cx="152" cy="241"/>
            </a:xfrm>
            <a:custGeom>
              <a:avLst/>
              <a:pathLst>
                <a:path w="152" h="241">
                  <a:moveTo>
                    <a:pt x="152" y="241"/>
                  </a:moveTo>
                  <a:lnTo>
                    <a:pt x="0" y="198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h2784"/>
            <p:cNvSpPr/>
            <p:nvPr/>
          </p:nvSpPr>
          <p:spPr>
            <a:xfrm>
              <a:off x="3537576" y="2545755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h2785"/>
            <p:cNvSpPr/>
            <p:nvPr/>
          </p:nvSpPr>
          <p:spPr>
            <a:xfrm>
              <a:off x="3538597" y="254579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h2786"/>
            <p:cNvSpPr/>
            <p:nvPr/>
          </p:nvSpPr>
          <p:spPr>
            <a:xfrm>
              <a:off x="3538512" y="2545245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h2787"/>
            <p:cNvSpPr/>
            <p:nvPr/>
          </p:nvSpPr>
          <p:spPr>
            <a:xfrm>
              <a:off x="3537567" y="2544044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h2788"/>
            <p:cNvSpPr/>
            <p:nvPr/>
          </p:nvSpPr>
          <p:spPr>
            <a:xfrm>
              <a:off x="3537771" y="2543691"/>
              <a:ext cx="267" cy="253"/>
            </a:xfrm>
            <a:custGeom>
              <a:avLst/>
              <a:pathLst>
                <a:path w="267" h="253">
                  <a:moveTo>
                    <a:pt x="239" y="253"/>
                  </a:moveTo>
                  <a:lnTo>
                    <a:pt x="0" y="0"/>
                  </a:lnTo>
                  <a:lnTo>
                    <a:pt x="267" y="2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h2789"/>
            <p:cNvSpPr/>
            <p:nvPr/>
          </p:nvSpPr>
          <p:spPr>
            <a:xfrm>
              <a:off x="3529323" y="2527890"/>
              <a:ext cx="21191" cy="24684"/>
            </a:xfrm>
            <a:custGeom>
              <a:avLst/>
              <a:pathLst>
                <a:path w="21191" h="24684">
                  <a:moveTo>
                    <a:pt x="16463" y="24684"/>
                  </a:move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lnTo>
                    <a:pt x="3537" y="7382"/>
                  </a:ln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h2790"/>
            <p:cNvSpPr/>
            <p:nvPr/>
          </p:nvSpPr>
          <p:spPr>
            <a:xfrm>
              <a:off x="3537698" y="2535940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h2791"/>
            <p:cNvSpPr/>
            <p:nvPr/>
          </p:nvSpPr>
          <p:spPr>
            <a:xfrm>
              <a:off x="3620654" y="2784864"/>
              <a:ext cx="19821" cy="26068"/>
            </a:xfrm>
            <a:custGeom>
              <a:avLst/>
              <a:pathLst>
                <a:path w="19821" h="26068">
                  <a:moveTo>
                    <a:pt x="15887" y="2264"/>
                  </a:moveTo>
                  <a:lnTo>
                    <a:pt x="19527" y="1765"/>
                  </a:lnTo>
                  <a:lnTo>
                    <a:pt x="19821" y="6987"/>
                  </a:lnTo>
                  <a:lnTo>
                    <a:pt x="19097" y="12098"/>
                  </a:lnTo>
                  <a:lnTo>
                    <a:pt x="16714" y="13737"/>
                  </a:lnTo>
                  <a:lnTo>
                    <a:pt x="12917" y="23657"/>
                  </a:lnTo>
                  <a:lnTo>
                    <a:pt x="11900" y="23629"/>
                  </a:lnTo>
                  <a:lnTo>
                    <a:pt x="10050" y="23002"/>
                  </a:lnTo>
                  <a:lnTo>
                    <a:pt x="9904" y="26068"/>
                  </a:lnTo>
                  <a:lnTo>
                    <a:pt x="5901" y="25942"/>
                  </a:lnTo>
                  <a:lnTo>
                    <a:pt x="5926" y="21899"/>
                  </a:lnTo>
                  <a:lnTo>
                    <a:pt x="4472" y="18799"/>
                  </a:lnTo>
                  <a:lnTo>
                    <a:pt x="3599" y="18717"/>
                  </a:lnTo>
                  <a:lnTo>
                    <a:pt x="2761" y="21188"/>
                  </a:lnTo>
                  <a:lnTo>
                    <a:pt x="0" y="19671"/>
                  </a:lnTo>
                  <a:lnTo>
                    <a:pt x="45" y="17661"/>
                  </a:lnTo>
                  <a:lnTo>
                    <a:pt x="2230" y="16638"/>
                  </a:lnTo>
                  <a:lnTo>
                    <a:pt x="3761" y="10376"/>
                  </a:lnTo>
                  <a:lnTo>
                    <a:pt x="5585" y="8600"/>
                  </a:lnTo>
                  <a:lnTo>
                    <a:pt x="9913" y="8879"/>
                  </a:lnTo>
                  <a:lnTo>
                    <a:pt x="9794" y="12252"/>
                  </a:lnTo>
                  <a:lnTo>
                    <a:pt x="11120" y="12221"/>
                  </a:lnTo>
                  <a:lnTo>
                    <a:pt x="10313" y="6129"/>
                  </a:lnTo>
                  <a:lnTo>
                    <a:pt x="1096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h2792"/>
            <p:cNvSpPr/>
            <p:nvPr/>
          </p:nvSpPr>
          <p:spPr>
            <a:xfrm>
              <a:off x="3631038" y="2671354"/>
              <a:ext cx="34559" cy="29998"/>
            </a:xfrm>
            <a:custGeom>
              <a:avLst/>
              <a:pathLst>
                <a:path w="34559" h="29998">
                  <a:moveTo>
                    <a:pt x="20984" y="0"/>
                  </a:moveTo>
                  <a:lnTo>
                    <a:pt x="21122" y="4962"/>
                  </a:lnTo>
                  <a:lnTo>
                    <a:pt x="16233" y="5380"/>
                  </a:lnTo>
                  <a:lnTo>
                    <a:pt x="16104" y="6494"/>
                  </a:lnTo>
                  <a:lnTo>
                    <a:pt x="18310" y="7428"/>
                  </a:lnTo>
                  <a:lnTo>
                    <a:pt x="19875" y="9055"/>
                  </a:lnTo>
                  <a:lnTo>
                    <a:pt x="20558" y="12742"/>
                  </a:lnTo>
                  <a:lnTo>
                    <a:pt x="24988" y="12614"/>
                  </a:lnTo>
                  <a:lnTo>
                    <a:pt x="24918" y="15097"/>
                  </a:lnTo>
                  <a:lnTo>
                    <a:pt x="22960" y="15417"/>
                  </a:lnTo>
                  <a:lnTo>
                    <a:pt x="23118" y="17876"/>
                  </a:lnTo>
                  <a:lnTo>
                    <a:pt x="27878" y="16954"/>
                  </a:lnTo>
                  <a:lnTo>
                    <a:pt x="27799" y="19673"/>
                  </a:lnTo>
                  <a:lnTo>
                    <a:pt x="34559" y="20130"/>
                  </a:lnTo>
                  <a:lnTo>
                    <a:pt x="33961" y="23882"/>
                  </a:lnTo>
                  <a:lnTo>
                    <a:pt x="33635" y="24994"/>
                  </a:lnTo>
                  <a:lnTo>
                    <a:pt x="29952" y="25079"/>
                  </a:lnTo>
                  <a:lnTo>
                    <a:pt x="25504" y="21706"/>
                  </a:lnTo>
                  <a:lnTo>
                    <a:pt x="19338" y="20911"/>
                  </a:lnTo>
                  <a:lnTo>
                    <a:pt x="16355" y="16115"/>
                  </a:lnTo>
                  <a:lnTo>
                    <a:pt x="15720" y="16116"/>
                  </a:lnTo>
                  <a:lnTo>
                    <a:pt x="15705" y="18228"/>
                  </a:lnTo>
                  <a:lnTo>
                    <a:pt x="11747" y="18194"/>
                  </a:lnTo>
                  <a:lnTo>
                    <a:pt x="9820" y="20433"/>
                  </a:lnTo>
                  <a:lnTo>
                    <a:pt x="9494" y="22030"/>
                  </a:lnTo>
                  <a:lnTo>
                    <a:pt x="13108" y="23837"/>
                  </a:lnTo>
                  <a:lnTo>
                    <a:pt x="13344" y="26115"/>
                  </a:lnTo>
                  <a:lnTo>
                    <a:pt x="6045" y="26686"/>
                  </a:lnTo>
                  <a:lnTo>
                    <a:pt x="6049" y="29998"/>
                  </a:lnTo>
                  <a:lnTo>
                    <a:pt x="4251" y="29562"/>
                  </a:lnTo>
                  <a:lnTo>
                    <a:pt x="3513" y="26864"/>
                  </a:lnTo>
                  <a:lnTo>
                    <a:pt x="7817" y="24041"/>
                  </a:lnTo>
                  <a:lnTo>
                    <a:pt x="3616" y="19332"/>
                  </a:lnTo>
                  <a:lnTo>
                    <a:pt x="2397" y="19378"/>
                  </a:lnTo>
                  <a:lnTo>
                    <a:pt x="1672" y="21223"/>
                  </a:lnTo>
                  <a:lnTo>
                    <a:pt x="1368" y="19761"/>
                  </a:lnTo>
                  <a:lnTo>
                    <a:pt x="0" y="12889"/>
                  </a:lnTo>
                  <a:lnTo>
                    <a:pt x="4429" y="12717"/>
                  </a:lnTo>
                  <a:lnTo>
                    <a:pt x="4542" y="10147"/>
                  </a:lnTo>
                  <a:lnTo>
                    <a:pt x="10461" y="8485"/>
                  </a:lnTo>
                  <a:lnTo>
                    <a:pt x="12669" y="8908"/>
                  </a:lnTo>
                  <a:lnTo>
                    <a:pt x="13337" y="23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h2793"/>
            <p:cNvSpPr/>
            <p:nvPr/>
          </p:nvSpPr>
          <p:spPr>
            <a:xfrm>
              <a:off x="3630231" y="2652665"/>
              <a:ext cx="57729" cy="29278"/>
            </a:xfrm>
            <a:custGeom>
              <a:avLst/>
              <a:pathLst>
                <a:path w="57729" h="29278">
                  <a:moveTo>
                    <a:pt x="47267" y="1233"/>
                  </a:moveTo>
                  <a:lnTo>
                    <a:pt x="50745" y="460"/>
                  </a:lnTo>
                  <a:lnTo>
                    <a:pt x="50556" y="0"/>
                  </a:lnTo>
                  <a:lnTo>
                    <a:pt x="55892" y="1296"/>
                  </a:lnTo>
                  <a:lnTo>
                    <a:pt x="57327" y="3662"/>
                  </a:lnTo>
                  <a:lnTo>
                    <a:pt x="57024" y="7372"/>
                  </a:lnTo>
                  <a:lnTo>
                    <a:pt x="57729" y="12806"/>
                  </a:lnTo>
                  <a:lnTo>
                    <a:pt x="45649" y="12566"/>
                  </a:lnTo>
                  <a:lnTo>
                    <a:pt x="41670" y="10598"/>
                  </a:lnTo>
                  <a:lnTo>
                    <a:pt x="38768" y="10787"/>
                  </a:lnTo>
                  <a:lnTo>
                    <a:pt x="37290" y="11152"/>
                  </a:lnTo>
                  <a:lnTo>
                    <a:pt x="37167" y="12024"/>
                  </a:lnTo>
                  <a:lnTo>
                    <a:pt x="41629" y="12273"/>
                  </a:lnTo>
                  <a:lnTo>
                    <a:pt x="41549" y="13464"/>
                  </a:lnTo>
                  <a:lnTo>
                    <a:pt x="40081" y="15351"/>
                  </a:lnTo>
                  <a:lnTo>
                    <a:pt x="21790" y="18689"/>
                  </a:lnTo>
                  <a:lnTo>
                    <a:pt x="14144" y="18928"/>
                  </a:lnTo>
                  <a:lnTo>
                    <a:pt x="13475" y="27597"/>
                  </a:lnTo>
                  <a:lnTo>
                    <a:pt x="11268" y="27174"/>
                  </a:lnTo>
                  <a:lnTo>
                    <a:pt x="5349" y="28836"/>
                  </a:lnTo>
                  <a:lnTo>
                    <a:pt x="2937" y="29278"/>
                  </a:lnTo>
                  <a:lnTo>
                    <a:pt x="203" y="24218"/>
                  </a:lnTo>
                  <a:lnTo>
                    <a:pt x="0" y="20269"/>
                  </a:lnTo>
                  <a:lnTo>
                    <a:pt x="2317" y="15095"/>
                  </a:lnTo>
                  <a:lnTo>
                    <a:pt x="4283" y="12013"/>
                  </a:lnTo>
                  <a:lnTo>
                    <a:pt x="4965" y="12099"/>
                  </a:lnTo>
                  <a:lnTo>
                    <a:pt x="4862" y="14239"/>
                  </a:lnTo>
                  <a:lnTo>
                    <a:pt x="10276" y="13913"/>
                  </a:lnTo>
                  <a:lnTo>
                    <a:pt x="22564" y="11635"/>
                  </a:lnTo>
                  <a:lnTo>
                    <a:pt x="30525" y="11769"/>
                  </a:lnTo>
                  <a:lnTo>
                    <a:pt x="30578" y="9969"/>
                  </a:lnTo>
                  <a:lnTo>
                    <a:pt x="25263" y="10351"/>
                  </a:lnTo>
                  <a:lnTo>
                    <a:pt x="25232" y="8199"/>
                  </a:lnTo>
                  <a:lnTo>
                    <a:pt x="26443" y="5117"/>
                  </a:lnTo>
                  <a:lnTo>
                    <a:pt x="33895" y="4655"/>
                  </a:lnTo>
                  <a:lnTo>
                    <a:pt x="34743" y="9071"/>
                  </a:lnTo>
                  <a:lnTo>
                    <a:pt x="34646" y="9967"/>
                  </a:lnTo>
                  <a:lnTo>
                    <a:pt x="33690" y="10376"/>
                  </a:lnTo>
                  <a:lnTo>
                    <a:pt x="33888" y="11842"/>
                  </a:lnTo>
                  <a:lnTo>
                    <a:pt x="37787" y="9173"/>
                  </a:lnTo>
                  <a:lnTo>
                    <a:pt x="36760" y="6152"/>
                  </a:lnTo>
                  <a:lnTo>
                    <a:pt x="36927" y="3390"/>
                  </a:lnTo>
                  <a:lnTo>
                    <a:pt x="40775" y="10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h2794"/>
            <p:cNvSpPr/>
            <p:nvPr/>
          </p:nvSpPr>
          <p:spPr>
            <a:xfrm>
              <a:off x="3566612" y="2715388"/>
              <a:ext cx="13820" cy="15498"/>
            </a:xfrm>
            <a:custGeom>
              <a:avLst/>
              <a:pathLst>
                <a:path w="13820" h="15498">
                  <a:moveTo>
                    <a:pt x="7298" y="0"/>
                  </a:moveTo>
                  <a:lnTo>
                    <a:pt x="6891" y="2475"/>
                  </a:lnTo>
                  <a:lnTo>
                    <a:pt x="10576" y="1519"/>
                  </a:lnTo>
                  <a:lnTo>
                    <a:pt x="13820" y="7296"/>
                  </a:lnTo>
                  <a:lnTo>
                    <a:pt x="11548" y="11895"/>
                  </a:lnTo>
                  <a:lnTo>
                    <a:pt x="9563" y="11422"/>
                  </a:lnTo>
                  <a:lnTo>
                    <a:pt x="7633" y="15498"/>
                  </a:lnTo>
                  <a:lnTo>
                    <a:pt x="5729" y="13254"/>
                  </a:lnTo>
                  <a:lnTo>
                    <a:pt x="1013" y="10675"/>
                  </a:lnTo>
                  <a:lnTo>
                    <a:pt x="0" y="7664"/>
                  </a:lnTo>
                  <a:lnTo>
                    <a:pt x="3695" y="4191"/>
                  </a:lnTo>
                  <a:lnTo>
                    <a:pt x="4073" y="17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h2795"/>
            <p:cNvSpPr/>
            <p:nvPr/>
          </p:nvSpPr>
          <p:spPr>
            <a:xfrm>
              <a:off x="3492243" y="2687583"/>
              <a:ext cx="52439" cy="40382"/>
            </a:xfrm>
            <a:custGeom>
              <a:avLst/>
              <a:pathLst>
                <a:path w="52439" h="40382">
                  <a:moveTo>
                    <a:pt x="42893" y="8085"/>
                  </a:moveTo>
                  <a:lnTo>
                    <a:pt x="46269" y="9174"/>
                  </a:lnTo>
                  <a:lnTo>
                    <a:pt x="48040" y="14222"/>
                  </a:lnTo>
                  <a:lnTo>
                    <a:pt x="49784" y="15154"/>
                  </a:lnTo>
                  <a:lnTo>
                    <a:pt x="51516" y="29614"/>
                  </a:lnTo>
                  <a:lnTo>
                    <a:pt x="52439" y="30822"/>
                  </a:lnTo>
                  <a:lnTo>
                    <a:pt x="50689" y="33812"/>
                  </a:lnTo>
                  <a:lnTo>
                    <a:pt x="51635" y="35050"/>
                  </a:lnTo>
                  <a:lnTo>
                    <a:pt x="50876" y="37762"/>
                  </a:lnTo>
                  <a:lnTo>
                    <a:pt x="45911" y="40114"/>
                  </a:lnTo>
                  <a:lnTo>
                    <a:pt x="44412" y="35567"/>
                  </a:lnTo>
                  <a:lnTo>
                    <a:pt x="42139" y="35550"/>
                  </a:lnTo>
                  <a:lnTo>
                    <a:pt x="43846" y="33054"/>
                  </a:lnTo>
                  <a:lnTo>
                    <a:pt x="43669" y="30489"/>
                  </a:lnTo>
                  <a:lnTo>
                    <a:pt x="42354" y="29501"/>
                  </a:lnTo>
                  <a:lnTo>
                    <a:pt x="41539" y="29241"/>
                  </a:lnTo>
                  <a:lnTo>
                    <a:pt x="39841" y="31041"/>
                  </a:lnTo>
                  <a:lnTo>
                    <a:pt x="37165" y="30928"/>
                  </a:lnTo>
                  <a:lnTo>
                    <a:pt x="37380" y="28666"/>
                  </a:lnTo>
                  <a:lnTo>
                    <a:pt x="29465" y="26417"/>
                  </a:lnTo>
                  <a:lnTo>
                    <a:pt x="26123" y="26983"/>
                  </a:lnTo>
                  <a:lnTo>
                    <a:pt x="25528" y="29984"/>
                  </a:lnTo>
                  <a:lnTo>
                    <a:pt x="24655" y="30530"/>
                  </a:lnTo>
                  <a:lnTo>
                    <a:pt x="21283" y="31256"/>
                  </a:lnTo>
                  <a:lnTo>
                    <a:pt x="20921" y="29610"/>
                  </a:lnTo>
                  <a:lnTo>
                    <a:pt x="17911" y="29753"/>
                  </a:lnTo>
                  <a:lnTo>
                    <a:pt x="17069" y="32702"/>
                  </a:lnTo>
                  <a:lnTo>
                    <a:pt x="10086" y="32939"/>
                  </a:lnTo>
                  <a:lnTo>
                    <a:pt x="6331" y="35697"/>
                  </a:lnTo>
                  <a:lnTo>
                    <a:pt x="3876" y="40382"/>
                  </a:lnTo>
                  <a:lnTo>
                    <a:pt x="0" y="40200"/>
                  </a:lnTo>
                  <a:lnTo>
                    <a:pt x="3131" y="32431"/>
                  </a:lnTo>
                  <a:lnTo>
                    <a:pt x="10533" y="25735"/>
                  </a:lnTo>
                  <a:lnTo>
                    <a:pt x="9932" y="18586"/>
                  </a:lnTo>
                  <a:lnTo>
                    <a:pt x="6846" y="21222"/>
                  </a:lnTo>
                  <a:lnTo>
                    <a:pt x="6541" y="20852"/>
                  </a:lnTo>
                  <a:lnTo>
                    <a:pt x="17610" y="12416"/>
                  </a:lnTo>
                  <a:lnTo>
                    <a:pt x="28299" y="9053"/>
                  </a:lnTo>
                  <a:lnTo>
                    <a:pt x="38734" y="1497"/>
                  </a:lnTo>
                  <a:lnTo>
                    <a:pt x="42331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h2796"/>
            <p:cNvSpPr/>
            <p:nvPr/>
          </p:nvSpPr>
          <p:spPr>
            <a:xfrm>
              <a:off x="3670070" y="2710281"/>
              <a:ext cx="30282" cy="25356"/>
            </a:xfrm>
            <a:custGeom>
              <a:avLst/>
              <a:pathLst>
                <a:path w="30282" h="25356">
                  <a:moveTo>
                    <a:pt x="26239" y="258"/>
                  </a:moveTo>
                  <a:lnTo>
                    <a:pt x="27761" y="3163"/>
                  </a:lnTo>
                  <a:lnTo>
                    <a:pt x="29537" y="4559"/>
                  </a:lnTo>
                  <a:lnTo>
                    <a:pt x="30282" y="8032"/>
                  </a:lnTo>
                  <a:lnTo>
                    <a:pt x="28806" y="9021"/>
                  </a:lnTo>
                  <a:lnTo>
                    <a:pt x="28762" y="13118"/>
                  </a:lnTo>
                  <a:lnTo>
                    <a:pt x="25858" y="11777"/>
                  </a:lnTo>
                  <a:lnTo>
                    <a:pt x="24455" y="9088"/>
                  </a:lnTo>
                  <a:lnTo>
                    <a:pt x="22841" y="9070"/>
                  </a:lnTo>
                  <a:lnTo>
                    <a:pt x="21708" y="15347"/>
                  </a:lnTo>
                  <a:lnTo>
                    <a:pt x="22596" y="17408"/>
                  </a:lnTo>
                  <a:lnTo>
                    <a:pt x="18451" y="22950"/>
                  </a:lnTo>
                  <a:lnTo>
                    <a:pt x="13669" y="25356"/>
                  </a:lnTo>
                  <a:lnTo>
                    <a:pt x="11403" y="23441"/>
                  </a:lnTo>
                  <a:lnTo>
                    <a:pt x="7530" y="23959"/>
                  </a:lnTo>
                  <a:lnTo>
                    <a:pt x="7644" y="20049"/>
                  </a:lnTo>
                  <a:lnTo>
                    <a:pt x="6016" y="19962"/>
                  </a:lnTo>
                  <a:lnTo>
                    <a:pt x="2777" y="24291"/>
                  </a:lnTo>
                  <a:lnTo>
                    <a:pt x="0" y="23752"/>
                  </a:lnTo>
                  <a:lnTo>
                    <a:pt x="410" y="22362"/>
                  </a:lnTo>
                  <a:lnTo>
                    <a:pt x="3235" y="22259"/>
                  </a:lnTo>
                  <a:lnTo>
                    <a:pt x="4996" y="20676"/>
                  </a:lnTo>
                  <a:lnTo>
                    <a:pt x="5412" y="16644"/>
                  </a:lnTo>
                  <a:lnTo>
                    <a:pt x="7280" y="14638"/>
                  </a:lnTo>
                  <a:lnTo>
                    <a:pt x="10596" y="15734"/>
                  </a:lnTo>
                  <a:lnTo>
                    <a:pt x="12676" y="12499"/>
                  </a:lnTo>
                  <a:lnTo>
                    <a:pt x="13033" y="10056"/>
                  </a:lnTo>
                  <a:lnTo>
                    <a:pt x="10527" y="9872"/>
                  </a:lnTo>
                  <a:lnTo>
                    <a:pt x="8899" y="7899"/>
                  </a:lnTo>
                  <a:lnTo>
                    <a:pt x="8628" y="4642"/>
                  </a:lnTo>
                  <a:lnTo>
                    <a:pt x="10502" y="2928"/>
                  </a:lnTo>
                  <a:lnTo>
                    <a:pt x="12554" y="3342"/>
                  </a:lnTo>
                  <a:lnTo>
                    <a:pt x="12506" y="4122"/>
                  </a:lnTo>
                  <a:lnTo>
                    <a:pt x="13351" y="4498"/>
                  </a:lnTo>
                  <a:lnTo>
                    <a:pt x="16225" y="4240"/>
                  </a:lnTo>
                  <a:lnTo>
                    <a:pt x="17256" y="0"/>
                  </a:lnTo>
                  <a:lnTo>
                    <a:pt x="20856" y="10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h2797"/>
            <p:cNvSpPr/>
            <p:nvPr/>
          </p:nvSpPr>
          <p:spPr>
            <a:xfrm>
              <a:off x="3720314" y="2740589"/>
              <a:ext cx="24383" cy="43330"/>
            </a:xfrm>
            <a:custGeom>
              <a:avLst/>
              <a:pathLst>
                <a:path w="24383" h="43330">
                  <a:moveTo>
                    <a:pt x="11219" y="11004"/>
                  </a:moveTo>
                  <a:lnTo>
                    <a:pt x="10148" y="13109"/>
                  </a:lnTo>
                  <a:lnTo>
                    <a:pt x="11767" y="16422"/>
                  </a:lnTo>
                  <a:lnTo>
                    <a:pt x="16606" y="16507"/>
                  </a:lnTo>
                  <a:lnTo>
                    <a:pt x="16188" y="21390"/>
                  </a:lnTo>
                  <a:lnTo>
                    <a:pt x="15406" y="21281"/>
                  </a:lnTo>
                  <a:lnTo>
                    <a:pt x="15153" y="22860"/>
                  </a:lnTo>
                  <a:lnTo>
                    <a:pt x="15582" y="25236"/>
                  </a:lnTo>
                  <a:lnTo>
                    <a:pt x="17921" y="29053"/>
                  </a:lnTo>
                  <a:lnTo>
                    <a:pt x="22881" y="29285"/>
                  </a:lnTo>
                  <a:lnTo>
                    <a:pt x="23005" y="31457"/>
                  </a:lnTo>
                  <a:lnTo>
                    <a:pt x="24383" y="34478"/>
                  </a:lnTo>
                  <a:lnTo>
                    <a:pt x="17172" y="43330"/>
                  </a:lnTo>
                  <a:lnTo>
                    <a:pt x="6320" y="43325"/>
                  </a:lnTo>
                  <a:lnTo>
                    <a:pt x="5337" y="36600"/>
                  </a:lnTo>
                  <a:lnTo>
                    <a:pt x="4129" y="35472"/>
                  </a:lnTo>
                  <a:lnTo>
                    <a:pt x="1137" y="28393"/>
                  </a:lnTo>
                  <a:lnTo>
                    <a:pt x="0" y="23537"/>
                  </a:lnTo>
                  <a:lnTo>
                    <a:pt x="2129" y="22014"/>
                  </a:lnTo>
                  <a:lnTo>
                    <a:pt x="5273" y="23353"/>
                  </a:lnTo>
                  <a:lnTo>
                    <a:pt x="5037" y="16292"/>
                  </a:lnTo>
                  <a:lnTo>
                    <a:pt x="4740" y="15608"/>
                  </a:lnTo>
                  <a:lnTo>
                    <a:pt x="1966" y="15199"/>
                  </a:lnTo>
                  <a:lnTo>
                    <a:pt x="955" y="11431"/>
                  </a:lnTo>
                  <a:lnTo>
                    <a:pt x="1960" y="9402"/>
                  </a:lnTo>
                  <a:lnTo>
                    <a:pt x="1182" y="3554"/>
                  </a:lnTo>
                  <a:lnTo>
                    <a:pt x="2270" y="915"/>
                  </a:lnTo>
                  <a:lnTo>
                    <a:pt x="767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h2798"/>
            <p:cNvSpPr/>
            <p:nvPr/>
          </p:nvSpPr>
          <p:spPr>
            <a:xfrm>
              <a:off x="3573356" y="2673646"/>
              <a:ext cx="10465" cy="22852"/>
            </a:xfrm>
            <a:custGeom>
              <a:avLst/>
              <a:pathLst>
                <a:path w="10465" h="22852">
                  <a:moveTo>
                    <a:pt x="10465" y="1536"/>
                  </a:moveTo>
                  <a:lnTo>
                    <a:pt x="8230" y="1467"/>
                  </a:lnTo>
                  <a:lnTo>
                    <a:pt x="8172" y="5259"/>
                  </a:lnTo>
                  <a:lnTo>
                    <a:pt x="9313" y="5270"/>
                  </a:lnTo>
                  <a:lnTo>
                    <a:pt x="8750" y="10735"/>
                  </a:lnTo>
                  <a:lnTo>
                    <a:pt x="8520" y="14422"/>
                  </a:lnTo>
                  <a:lnTo>
                    <a:pt x="7364" y="15031"/>
                  </a:lnTo>
                  <a:lnTo>
                    <a:pt x="6589" y="19512"/>
                  </a:lnTo>
                  <a:lnTo>
                    <a:pt x="8034" y="20722"/>
                  </a:lnTo>
                  <a:lnTo>
                    <a:pt x="5692" y="22616"/>
                  </a:lnTo>
                  <a:lnTo>
                    <a:pt x="4628" y="22852"/>
                  </a:lnTo>
                  <a:lnTo>
                    <a:pt x="2984" y="21174"/>
                  </a:lnTo>
                  <a:lnTo>
                    <a:pt x="2552" y="18874"/>
                  </a:lnTo>
                  <a:lnTo>
                    <a:pt x="981" y="18839"/>
                  </a:lnTo>
                  <a:lnTo>
                    <a:pt x="0" y="10903"/>
                  </a:lnTo>
                  <a:lnTo>
                    <a:pt x="773" y="1958"/>
                  </a:lnTo>
                  <a:lnTo>
                    <a:pt x="2299" y="1394"/>
                  </a:lnTo>
                  <a:lnTo>
                    <a:pt x="6057" y="514"/>
                  </a:lnTo>
                  <a:lnTo>
                    <a:pt x="1043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h2799"/>
            <p:cNvSpPr/>
            <p:nvPr/>
          </p:nvSpPr>
          <p:spPr>
            <a:xfrm>
              <a:off x="3700715" y="2751708"/>
              <a:ext cx="25920" cy="38605"/>
            </a:xfrm>
            <a:custGeom>
              <a:avLst/>
              <a:pathLst>
                <a:path w="25920" h="38605">
                  <a:moveTo>
                    <a:pt x="17730" y="0"/>
                  </a:moveTo>
                  <a:lnTo>
                    <a:pt x="20554" y="311"/>
                  </a:lnTo>
                  <a:lnTo>
                    <a:pt x="21565" y="4080"/>
                  </a:lnTo>
                  <a:lnTo>
                    <a:pt x="24339" y="4488"/>
                  </a:lnTo>
                  <a:lnTo>
                    <a:pt x="24636" y="5173"/>
                  </a:lnTo>
                  <a:lnTo>
                    <a:pt x="24872" y="12234"/>
                  </a:lnTo>
                  <a:lnTo>
                    <a:pt x="21729" y="10894"/>
                  </a:lnTo>
                  <a:lnTo>
                    <a:pt x="19599" y="12417"/>
                  </a:lnTo>
                  <a:lnTo>
                    <a:pt x="20737" y="17273"/>
                  </a:lnTo>
                  <a:lnTo>
                    <a:pt x="23728" y="24352"/>
                  </a:lnTo>
                  <a:lnTo>
                    <a:pt x="24937" y="25480"/>
                  </a:lnTo>
                  <a:lnTo>
                    <a:pt x="25920" y="32206"/>
                  </a:lnTo>
                  <a:lnTo>
                    <a:pt x="22345" y="32530"/>
                  </a:lnTo>
                  <a:lnTo>
                    <a:pt x="21646" y="35038"/>
                  </a:lnTo>
                  <a:lnTo>
                    <a:pt x="17827" y="37367"/>
                  </a:lnTo>
                  <a:lnTo>
                    <a:pt x="12944" y="37175"/>
                  </a:lnTo>
                  <a:lnTo>
                    <a:pt x="6624" y="38605"/>
                  </a:lnTo>
                  <a:lnTo>
                    <a:pt x="6324" y="32092"/>
                  </a:lnTo>
                  <a:lnTo>
                    <a:pt x="5105" y="28778"/>
                  </a:lnTo>
                  <a:lnTo>
                    <a:pt x="3257" y="28211"/>
                  </a:lnTo>
                  <a:lnTo>
                    <a:pt x="0" y="28459"/>
                  </a:lnTo>
                  <a:lnTo>
                    <a:pt x="398" y="21042"/>
                  </a:lnTo>
                  <a:lnTo>
                    <a:pt x="2699" y="21722"/>
                  </a:lnTo>
                  <a:lnTo>
                    <a:pt x="5942" y="24080"/>
                  </a:lnTo>
                  <a:lnTo>
                    <a:pt x="7837" y="19781"/>
                  </a:lnTo>
                  <a:lnTo>
                    <a:pt x="7928" y="10792"/>
                  </a:lnTo>
                  <a:lnTo>
                    <a:pt x="8438" y="10172"/>
                  </a:lnTo>
                  <a:lnTo>
                    <a:pt x="10361" y="10166"/>
                  </a:lnTo>
                  <a:lnTo>
                    <a:pt x="12306" y="8182"/>
                  </a:lnTo>
                  <a:lnTo>
                    <a:pt x="13559" y="3038"/>
                  </a:lnTo>
                  <a:lnTo>
                    <a:pt x="12406" y="2902"/>
                  </a:lnTo>
                  <a:lnTo>
                    <a:pt x="12044" y="8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h2800"/>
            <p:cNvSpPr/>
            <p:nvPr/>
          </p:nvSpPr>
          <p:spPr>
            <a:xfrm>
              <a:off x="3573219" y="2763367"/>
              <a:ext cx="19950" cy="17289"/>
            </a:xfrm>
            <a:custGeom>
              <a:avLst/>
              <a:pathLst>
                <a:path w="19950" h="17289">
                  <a:moveTo>
                    <a:pt x="13202" y="2427"/>
                  </a:moveTo>
                  <a:lnTo>
                    <a:pt x="14071" y="2271"/>
                  </a:lnTo>
                  <a:lnTo>
                    <a:pt x="14179" y="1599"/>
                  </a:lnTo>
                  <a:lnTo>
                    <a:pt x="17020" y="6888"/>
                  </a:lnTo>
                  <a:lnTo>
                    <a:pt x="19950" y="9212"/>
                  </a:lnTo>
                  <a:lnTo>
                    <a:pt x="19734" y="13003"/>
                  </a:lnTo>
                  <a:lnTo>
                    <a:pt x="19597" y="14930"/>
                  </a:lnTo>
                  <a:lnTo>
                    <a:pt x="18517" y="16308"/>
                  </a:lnTo>
                  <a:lnTo>
                    <a:pt x="13776" y="17289"/>
                  </a:lnTo>
                  <a:lnTo>
                    <a:pt x="10909" y="16758"/>
                  </a:lnTo>
                  <a:lnTo>
                    <a:pt x="10028" y="12585"/>
                  </a:lnTo>
                  <a:lnTo>
                    <a:pt x="6765" y="10922"/>
                  </a:lnTo>
                  <a:lnTo>
                    <a:pt x="4026" y="10254"/>
                  </a:lnTo>
                  <a:lnTo>
                    <a:pt x="2616" y="10736"/>
                  </a:lnTo>
                  <a:lnTo>
                    <a:pt x="510" y="9931"/>
                  </a:lnTo>
                  <a:lnTo>
                    <a:pt x="0" y="8675"/>
                  </a:lnTo>
                  <a:lnTo>
                    <a:pt x="554" y="6897"/>
                  </a:lnTo>
                  <a:lnTo>
                    <a:pt x="4804" y="3981"/>
                  </a:lnTo>
                  <a:lnTo>
                    <a:pt x="385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h2801"/>
            <p:cNvSpPr/>
            <p:nvPr/>
          </p:nvSpPr>
          <p:spPr>
            <a:xfrm>
              <a:off x="3675662" y="2745946"/>
              <a:ext cx="26909" cy="43295"/>
            </a:xfrm>
            <a:custGeom>
              <a:avLst/>
              <a:pathLst>
                <a:path w="26909" h="43295">
                  <a:moveTo>
                    <a:pt x="7791" y="0"/>
                  </a:moveTo>
                  <a:lnTo>
                    <a:pt x="17754" y="1474"/>
                  </a:lnTo>
                  <a:lnTo>
                    <a:pt x="18242" y="3609"/>
                  </a:lnTo>
                  <a:lnTo>
                    <a:pt x="23464" y="2613"/>
                  </a:lnTo>
                  <a:lnTo>
                    <a:pt x="22803" y="7319"/>
                  </a:lnTo>
                  <a:lnTo>
                    <a:pt x="13131" y="12141"/>
                  </a:lnTo>
                  <a:lnTo>
                    <a:pt x="13067" y="13322"/>
                  </a:lnTo>
                  <a:lnTo>
                    <a:pt x="15409" y="13774"/>
                  </a:lnTo>
                  <a:lnTo>
                    <a:pt x="25783" y="10587"/>
                  </a:lnTo>
                  <a:lnTo>
                    <a:pt x="26909" y="11352"/>
                  </a:lnTo>
                  <a:lnTo>
                    <a:pt x="24847" y="11266"/>
                  </a:lnTo>
                  <a:lnTo>
                    <a:pt x="23428" y="12839"/>
                  </a:lnTo>
                  <a:lnTo>
                    <a:pt x="21982" y="16383"/>
                  </a:lnTo>
                  <a:lnTo>
                    <a:pt x="17112" y="19747"/>
                  </a:lnTo>
                  <a:lnTo>
                    <a:pt x="16610" y="27526"/>
                  </a:lnTo>
                  <a:lnTo>
                    <a:pt x="9910" y="27341"/>
                  </a:lnTo>
                  <a:lnTo>
                    <a:pt x="9888" y="38754"/>
                  </a:lnTo>
                  <a:lnTo>
                    <a:pt x="8347" y="38954"/>
                  </a:lnTo>
                  <a:lnTo>
                    <a:pt x="8104" y="43295"/>
                  </a:lnTo>
                  <a:lnTo>
                    <a:pt x="4905" y="43139"/>
                  </a:lnTo>
                  <a:lnTo>
                    <a:pt x="3686" y="42147"/>
                  </a:lnTo>
                  <a:lnTo>
                    <a:pt x="2976" y="28629"/>
                  </a:lnTo>
                  <a:lnTo>
                    <a:pt x="1640" y="23287"/>
                  </a:lnTo>
                  <a:lnTo>
                    <a:pt x="6569" y="19135"/>
                  </a:lnTo>
                  <a:lnTo>
                    <a:pt x="5515" y="10653"/>
                  </a:lnTo>
                  <a:lnTo>
                    <a:pt x="2625" y="5263"/>
                  </a:lnTo>
                  <a:lnTo>
                    <a:pt x="0" y="2681"/>
                  </a:lnTo>
                  <a:lnTo>
                    <a:pt x="3363" y="233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h2802"/>
            <p:cNvSpPr/>
            <p:nvPr/>
          </p:nvSpPr>
          <p:spPr>
            <a:xfrm>
              <a:off x="3601536" y="2766434"/>
              <a:ext cx="11719" cy="13667"/>
            </a:xfrm>
            <a:custGeom>
              <a:avLst/>
              <a:pathLst>
                <a:path w="11719" h="13667">
                  <a:moveTo>
                    <a:pt x="11719" y="833"/>
                  </a:moveTo>
                  <a:lnTo>
                    <a:pt x="11223" y="2329"/>
                  </a:lnTo>
                  <a:lnTo>
                    <a:pt x="10235" y="8851"/>
                  </a:lnTo>
                  <a:lnTo>
                    <a:pt x="9665" y="10931"/>
                  </a:lnTo>
                  <a:lnTo>
                    <a:pt x="5572" y="13667"/>
                  </a:lnTo>
                  <a:lnTo>
                    <a:pt x="2670" y="13584"/>
                  </a:lnTo>
                  <a:lnTo>
                    <a:pt x="0" y="10283"/>
                  </a:lnTo>
                  <a:lnTo>
                    <a:pt x="2810" y="5408"/>
                  </a:lnTo>
                  <a:lnTo>
                    <a:pt x="3166" y="2268"/>
                  </a:lnTo>
                  <a:lnTo>
                    <a:pt x="448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h2803"/>
            <p:cNvSpPr/>
            <p:nvPr/>
          </p:nvSpPr>
          <p:spPr>
            <a:xfrm>
              <a:off x="3640533" y="2687470"/>
              <a:ext cx="20457" cy="15612"/>
            </a:xfrm>
            <a:custGeom>
              <a:avLst/>
              <a:pathLst>
                <a:path w="20457" h="15612">
                  <a:moveTo>
                    <a:pt x="9843" y="4795"/>
                  </a:moveTo>
                  <a:lnTo>
                    <a:pt x="16009" y="5590"/>
                  </a:lnTo>
                  <a:lnTo>
                    <a:pt x="20457" y="8963"/>
                  </a:lnTo>
                  <a:lnTo>
                    <a:pt x="19897" y="11366"/>
                  </a:lnTo>
                  <a:lnTo>
                    <a:pt x="16740" y="11530"/>
                  </a:lnTo>
                  <a:lnTo>
                    <a:pt x="13997" y="12575"/>
                  </a:lnTo>
                  <a:lnTo>
                    <a:pt x="13965" y="14699"/>
                  </a:lnTo>
                  <a:lnTo>
                    <a:pt x="1856" y="15612"/>
                  </a:lnTo>
                  <a:lnTo>
                    <a:pt x="2947" y="11966"/>
                  </a:lnTo>
                  <a:lnTo>
                    <a:pt x="5737" y="11556"/>
                  </a:lnTo>
                  <a:lnTo>
                    <a:pt x="7872" y="13484"/>
                  </a:lnTo>
                  <a:lnTo>
                    <a:pt x="8044" y="9834"/>
                  </a:lnTo>
                  <a:lnTo>
                    <a:pt x="3849" y="9999"/>
                  </a:lnTo>
                  <a:lnTo>
                    <a:pt x="3613" y="7721"/>
                  </a:lnTo>
                  <a:lnTo>
                    <a:pt x="0" y="5914"/>
                  </a:lnTo>
                  <a:lnTo>
                    <a:pt x="325" y="4317"/>
                  </a:lnTo>
                  <a:lnTo>
                    <a:pt x="2252" y="2078"/>
                  </a:lnTo>
                  <a:lnTo>
                    <a:pt x="6210" y="2112"/>
                  </a:lnTo>
                  <a:lnTo>
                    <a:pt x="6225" y="0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h2804"/>
            <p:cNvSpPr/>
            <p:nvPr/>
          </p:nvSpPr>
          <p:spPr>
            <a:xfrm>
              <a:off x="3272629" y="2746647"/>
              <a:ext cx="2314" cy="1912"/>
            </a:xfrm>
            <a:custGeom>
              <a:avLst/>
              <a:pathLst>
                <a:path w="2314" h="1912">
                  <a:moveTo>
                    <a:pt x="0" y="1568"/>
                  </a:moveTo>
                  <a:lnTo>
                    <a:pt x="2201" y="0"/>
                  </a:lnTo>
                  <a:lnTo>
                    <a:pt x="2314" y="671"/>
                  </a:lnTo>
                  <a:lnTo>
                    <a:pt x="740" y="191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h2805"/>
            <p:cNvSpPr/>
            <p:nvPr/>
          </p:nvSpPr>
          <p:spPr>
            <a:xfrm>
              <a:off x="3275631" y="2743983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h2806"/>
            <p:cNvSpPr/>
            <p:nvPr/>
          </p:nvSpPr>
          <p:spPr>
            <a:xfrm>
              <a:off x="3277527" y="2744646"/>
              <a:ext cx="235" cy="362"/>
            </a:xfrm>
            <a:custGeom>
              <a:avLst/>
              <a:pathLst>
                <a:path w="235" h="362">
                  <a:moveTo>
                    <a:pt x="235" y="0"/>
                  </a:moveTo>
                  <a:lnTo>
                    <a:pt x="159" y="362"/>
                  </a:lnTo>
                  <a:lnTo>
                    <a:pt x="0" y="32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h2807"/>
            <p:cNvSpPr/>
            <p:nvPr/>
          </p:nvSpPr>
          <p:spPr>
            <a:xfrm>
              <a:off x="3263093" y="2738252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h2808"/>
            <p:cNvSpPr/>
            <p:nvPr/>
          </p:nvSpPr>
          <p:spPr>
            <a:xfrm>
              <a:off x="3478358" y="2706169"/>
              <a:ext cx="31959" cy="45297"/>
            </a:xfrm>
            <a:custGeom>
              <a:avLst/>
              <a:pathLst>
                <a:path w="31959" h="45297">
                  <a:moveTo>
                    <a:pt x="13885" y="21614"/>
                  </a:moveTo>
                  <a:lnTo>
                    <a:pt x="17762" y="21795"/>
                  </a:lnTo>
                  <a:lnTo>
                    <a:pt x="20293" y="21955"/>
                  </a:lnTo>
                  <a:lnTo>
                    <a:pt x="19102" y="24474"/>
                  </a:lnTo>
                  <a:lnTo>
                    <a:pt x="21201" y="24610"/>
                  </a:lnTo>
                  <a:lnTo>
                    <a:pt x="21013" y="32204"/>
                  </a:lnTo>
                  <a:lnTo>
                    <a:pt x="25660" y="32392"/>
                  </a:lnTo>
                  <a:lnTo>
                    <a:pt x="27322" y="31663"/>
                  </a:lnTo>
                  <a:lnTo>
                    <a:pt x="31959" y="38857"/>
                  </a:lnTo>
                  <a:lnTo>
                    <a:pt x="27002" y="38487"/>
                  </a:lnTo>
                  <a:lnTo>
                    <a:pt x="24383" y="41762"/>
                  </a:lnTo>
                  <a:lnTo>
                    <a:pt x="20179" y="41481"/>
                  </a:lnTo>
                  <a:lnTo>
                    <a:pt x="17274" y="45297"/>
                  </a:lnTo>
                  <a:lnTo>
                    <a:pt x="14976" y="43530"/>
                  </a:lnTo>
                  <a:lnTo>
                    <a:pt x="3466" y="44596"/>
                  </a:lnTo>
                  <a:lnTo>
                    <a:pt x="2790" y="32857"/>
                  </a:lnTo>
                  <a:lnTo>
                    <a:pt x="0" y="33270"/>
                  </a:lnTo>
                  <a:lnTo>
                    <a:pt x="2902" y="20228"/>
                  </a:lnTo>
                  <a:lnTo>
                    <a:pt x="5764" y="13965"/>
                  </a:lnTo>
                  <a:lnTo>
                    <a:pt x="8621" y="10928"/>
                  </a:lnTo>
                  <a:lnTo>
                    <a:pt x="20427" y="2265"/>
                  </a:lnTo>
                  <a:lnTo>
                    <a:pt x="20732" y="2636"/>
                  </a:lnTo>
                  <a:lnTo>
                    <a:pt x="23817" y="0"/>
                  </a:lnTo>
                  <a:lnTo>
                    <a:pt x="24418" y="7149"/>
                  </a:lnTo>
                  <a:lnTo>
                    <a:pt x="17016" y="1384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h2809"/>
            <p:cNvSpPr/>
            <p:nvPr/>
          </p:nvSpPr>
          <p:spPr>
            <a:xfrm>
              <a:off x="3716762" y="2688305"/>
              <a:ext cx="28760" cy="18599"/>
            </a:xfrm>
            <a:custGeom>
              <a:avLst/>
              <a:pathLst>
                <a:path w="28760" h="18599">
                  <a:moveTo>
                    <a:pt x="28673" y="2776"/>
                  </a:moveTo>
                  <a:lnTo>
                    <a:pt x="26386" y="5919"/>
                  </a:lnTo>
                  <a:lnTo>
                    <a:pt x="26427" y="7942"/>
                  </a:lnTo>
                  <a:lnTo>
                    <a:pt x="27917" y="10816"/>
                  </a:lnTo>
                  <a:lnTo>
                    <a:pt x="25757" y="10332"/>
                  </a:lnTo>
                  <a:lnTo>
                    <a:pt x="22900" y="11745"/>
                  </a:lnTo>
                  <a:lnTo>
                    <a:pt x="22800" y="15034"/>
                  </a:lnTo>
                  <a:lnTo>
                    <a:pt x="21613" y="18599"/>
                  </a:lnTo>
                  <a:lnTo>
                    <a:pt x="18645" y="18426"/>
                  </a:lnTo>
                  <a:lnTo>
                    <a:pt x="14217" y="16220"/>
                  </a:lnTo>
                  <a:lnTo>
                    <a:pt x="5914" y="15403"/>
                  </a:lnTo>
                  <a:lnTo>
                    <a:pt x="5783" y="14081"/>
                  </a:lnTo>
                  <a:lnTo>
                    <a:pt x="2132" y="14749"/>
                  </a:lnTo>
                  <a:lnTo>
                    <a:pt x="178" y="9333"/>
                  </a:lnTo>
                  <a:lnTo>
                    <a:pt x="0" y="8378"/>
                  </a:lnTo>
                  <a:lnTo>
                    <a:pt x="2854" y="2065"/>
                  </a:lnTo>
                  <a:lnTo>
                    <a:pt x="6291" y="720"/>
                  </a:lnTo>
                  <a:lnTo>
                    <a:pt x="14298" y="935"/>
                  </a:lnTo>
                  <a:lnTo>
                    <a:pt x="18866" y="2412"/>
                  </a:lnTo>
                  <a:lnTo>
                    <a:pt x="21409" y="4716"/>
                  </a:lnTo>
                  <a:lnTo>
                    <a:pt x="25332" y="4196"/>
                  </a:lnTo>
                  <a:lnTo>
                    <a:pt x="26371" y="271"/>
                  </a:lnTo>
                  <a:lnTo>
                    <a:pt x="2876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h2810"/>
            <p:cNvSpPr/>
            <p:nvPr/>
          </p:nvSpPr>
          <p:spPr>
            <a:xfrm>
              <a:off x="2132864" y="2283096"/>
              <a:ext cx="94362" cy="53540"/>
            </a:xfrm>
            <a:custGeom>
              <a:avLst/>
              <a:pathLst>
                <a:path w="94362" h="53540">
                  <a:moveTo>
                    <a:pt x="24442" y="817"/>
                  </a:moveTo>
                  <a:lnTo>
                    <a:pt x="41312" y="6516"/>
                  </a:lnTo>
                  <a:lnTo>
                    <a:pt x="66559" y="12823"/>
                  </a:lnTo>
                  <a:lnTo>
                    <a:pt x="68398" y="18227"/>
                  </a:lnTo>
                  <a:lnTo>
                    <a:pt x="74751" y="29711"/>
                  </a:lnTo>
                  <a:lnTo>
                    <a:pt x="84341" y="33917"/>
                  </a:lnTo>
                  <a:lnTo>
                    <a:pt x="87463" y="31439"/>
                  </a:lnTo>
                  <a:lnTo>
                    <a:pt x="93446" y="34424"/>
                  </a:lnTo>
                  <a:lnTo>
                    <a:pt x="92620" y="39885"/>
                  </a:lnTo>
                  <a:lnTo>
                    <a:pt x="89169" y="38581"/>
                  </a:lnTo>
                  <a:lnTo>
                    <a:pt x="91190" y="43537"/>
                  </a:lnTo>
                  <a:lnTo>
                    <a:pt x="93566" y="44076"/>
                  </a:lnTo>
                  <a:lnTo>
                    <a:pt x="93854" y="44122"/>
                  </a:lnTo>
                  <a:lnTo>
                    <a:pt x="94362" y="48852"/>
                  </a:lnTo>
                  <a:lnTo>
                    <a:pt x="91700" y="52220"/>
                  </a:lnTo>
                  <a:lnTo>
                    <a:pt x="89318" y="53540"/>
                  </a:lnTo>
                  <a:lnTo>
                    <a:pt x="85855" y="53017"/>
                  </a:lnTo>
                  <a:lnTo>
                    <a:pt x="85120" y="52118"/>
                  </a:lnTo>
                  <a:lnTo>
                    <a:pt x="85448" y="50954"/>
                  </a:lnTo>
                  <a:lnTo>
                    <a:pt x="84816" y="49316"/>
                  </a:lnTo>
                  <a:lnTo>
                    <a:pt x="80086" y="48435"/>
                  </a:lnTo>
                  <a:lnTo>
                    <a:pt x="72209" y="50890"/>
                  </a:lnTo>
                  <a:lnTo>
                    <a:pt x="64126" y="48194"/>
                  </a:lnTo>
                  <a:lnTo>
                    <a:pt x="53280" y="42162"/>
                  </a:lnTo>
                  <a:lnTo>
                    <a:pt x="39225" y="36408"/>
                  </a:lnTo>
                  <a:lnTo>
                    <a:pt x="36788" y="31518"/>
                  </a:lnTo>
                  <a:lnTo>
                    <a:pt x="30863" y="25052"/>
                  </a:lnTo>
                  <a:lnTo>
                    <a:pt x="27355" y="22291"/>
                  </a:lnTo>
                  <a:lnTo>
                    <a:pt x="23014" y="20720"/>
                  </a:lnTo>
                  <a:lnTo>
                    <a:pt x="19540" y="21864"/>
                  </a:lnTo>
                  <a:lnTo>
                    <a:pt x="16799" y="21597"/>
                  </a:lnTo>
                  <a:lnTo>
                    <a:pt x="16281" y="18170"/>
                  </a:lnTo>
                  <a:lnTo>
                    <a:pt x="9343" y="10522"/>
                  </a:lnTo>
                  <a:lnTo>
                    <a:pt x="2449" y="10269"/>
                  </a:lnTo>
                  <a:lnTo>
                    <a:pt x="1019" y="9125"/>
                  </a:lnTo>
                  <a:lnTo>
                    <a:pt x="0" y="1060"/>
                  </a:lnTo>
                  <a:lnTo>
                    <a:pt x="1817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h2811"/>
            <p:cNvSpPr/>
            <p:nvPr/>
          </p:nvSpPr>
          <p:spPr>
            <a:xfrm>
              <a:off x="2049354" y="2680704"/>
              <a:ext cx="44451" cy="35004"/>
            </a:xfrm>
            <a:custGeom>
              <a:avLst/>
              <a:pathLst>
                <a:path w="44451" h="35004">
                  <a:moveTo>
                    <a:pt x="16083" y="81"/>
                  </a:moveTo>
                  <a:lnTo>
                    <a:pt x="17241" y="845"/>
                  </a:lnTo>
                  <a:lnTo>
                    <a:pt x="22562" y="7413"/>
                  </a:lnTo>
                  <a:lnTo>
                    <a:pt x="31699" y="7970"/>
                  </a:lnTo>
                  <a:lnTo>
                    <a:pt x="34538" y="7110"/>
                  </a:lnTo>
                  <a:lnTo>
                    <a:pt x="37138" y="4710"/>
                  </a:lnTo>
                  <a:lnTo>
                    <a:pt x="39845" y="7071"/>
                  </a:lnTo>
                  <a:lnTo>
                    <a:pt x="39509" y="8180"/>
                  </a:lnTo>
                  <a:lnTo>
                    <a:pt x="44180" y="12845"/>
                  </a:lnTo>
                  <a:lnTo>
                    <a:pt x="44451" y="13258"/>
                  </a:lnTo>
                  <a:lnTo>
                    <a:pt x="43288" y="14166"/>
                  </a:lnTo>
                  <a:lnTo>
                    <a:pt x="42899" y="18827"/>
                  </a:lnTo>
                  <a:lnTo>
                    <a:pt x="38781" y="17637"/>
                  </a:lnTo>
                  <a:lnTo>
                    <a:pt x="36429" y="24535"/>
                  </a:lnTo>
                  <a:lnTo>
                    <a:pt x="29069" y="33277"/>
                  </a:lnTo>
                  <a:lnTo>
                    <a:pt x="28354" y="35004"/>
                  </a:lnTo>
                  <a:lnTo>
                    <a:pt x="25622" y="34534"/>
                  </a:lnTo>
                  <a:lnTo>
                    <a:pt x="24835" y="33467"/>
                  </a:lnTo>
                  <a:lnTo>
                    <a:pt x="21364" y="32234"/>
                  </a:lnTo>
                  <a:lnTo>
                    <a:pt x="8092" y="28836"/>
                  </a:lnTo>
                  <a:lnTo>
                    <a:pt x="2737" y="25383"/>
                  </a:lnTo>
                  <a:lnTo>
                    <a:pt x="475" y="22728"/>
                  </a:lnTo>
                  <a:lnTo>
                    <a:pt x="0" y="20752"/>
                  </a:lnTo>
                  <a:lnTo>
                    <a:pt x="4874" y="17082"/>
                  </a:lnTo>
                  <a:lnTo>
                    <a:pt x="7758" y="17059"/>
                  </a:lnTo>
                  <a:lnTo>
                    <a:pt x="8927" y="14027"/>
                  </a:lnTo>
                  <a:lnTo>
                    <a:pt x="13904" y="6705"/>
                  </a:lnTo>
                  <a:lnTo>
                    <a:pt x="14628" y="3761"/>
                  </a:lnTo>
                  <a:lnTo>
                    <a:pt x="14105" y="2340"/>
                  </a:lnTo>
                  <a:lnTo>
                    <a:pt x="12611" y="1252"/>
                  </a:lnTo>
                  <a:lnTo>
                    <a:pt x="134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h2812"/>
            <p:cNvSpPr/>
            <p:nvPr/>
          </p:nvSpPr>
          <p:spPr>
            <a:xfrm>
              <a:off x="2008421" y="2666251"/>
              <a:ext cx="29342" cy="29128"/>
            </a:xfrm>
            <a:custGeom>
              <a:avLst/>
              <a:pathLst>
                <a:path w="29342" h="29128">
                  <a:moveTo>
                    <a:pt x="17168" y="0"/>
                  </a:moveTo>
                  <a:lnTo>
                    <a:pt x="19088" y="2887"/>
                  </a:lnTo>
                  <a:lnTo>
                    <a:pt x="28618" y="4746"/>
                  </a:lnTo>
                  <a:lnTo>
                    <a:pt x="29342" y="7482"/>
                  </a:lnTo>
                  <a:lnTo>
                    <a:pt x="29128" y="8392"/>
                  </a:lnTo>
                  <a:lnTo>
                    <a:pt x="26416" y="10347"/>
                  </a:lnTo>
                  <a:lnTo>
                    <a:pt x="20332" y="12134"/>
                  </a:lnTo>
                  <a:lnTo>
                    <a:pt x="16364" y="18130"/>
                  </a:lnTo>
                  <a:lnTo>
                    <a:pt x="16076" y="19952"/>
                  </a:lnTo>
                  <a:lnTo>
                    <a:pt x="9470" y="24767"/>
                  </a:lnTo>
                  <a:lnTo>
                    <a:pt x="6210" y="28524"/>
                  </a:lnTo>
                  <a:lnTo>
                    <a:pt x="2458" y="29128"/>
                  </a:lnTo>
                  <a:lnTo>
                    <a:pt x="6660" y="21509"/>
                  </a:lnTo>
                  <a:lnTo>
                    <a:pt x="7043" y="18496"/>
                  </a:lnTo>
                  <a:lnTo>
                    <a:pt x="5129" y="14958"/>
                  </a:lnTo>
                  <a:lnTo>
                    <a:pt x="3219" y="14723"/>
                  </a:lnTo>
                  <a:lnTo>
                    <a:pt x="720" y="13067"/>
                  </a:lnTo>
                  <a:lnTo>
                    <a:pt x="0" y="10839"/>
                  </a:lnTo>
                  <a:lnTo>
                    <a:pt x="5172" y="10708"/>
                  </a:lnTo>
                  <a:lnTo>
                    <a:pt x="4592" y="9183"/>
                  </a:lnTo>
                  <a:lnTo>
                    <a:pt x="7017" y="8061"/>
                  </a:lnTo>
                  <a:lnTo>
                    <a:pt x="8073" y="7981"/>
                  </a:lnTo>
                  <a:lnTo>
                    <a:pt x="10185" y="9774"/>
                  </a:lnTo>
                  <a:lnTo>
                    <a:pt x="11348" y="976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h2813"/>
            <p:cNvSpPr/>
            <p:nvPr/>
          </p:nvSpPr>
          <p:spPr>
            <a:xfrm>
              <a:off x="2014918" y="2702264"/>
              <a:ext cx="37173" cy="19451"/>
            </a:xfrm>
            <a:custGeom>
              <a:avLst/>
              <a:pathLst>
                <a:path w="37173" h="19451">
                  <a:moveTo>
                    <a:pt x="14258" y="2460"/>
                  </a:moveTo>
                  <a:lnTo>
                    <a:pt x="29642" y="11156"/>
                  </a:lnTo>
                  <a:lnTo>
                    <a:pt x="30859" y="4862"/>
                  </a:lnTo>
                  <a:lnTo>
                    <a:pt x="34911" y="1167"/>
                  </a:lnTo>
                  <a:lnTo>
                    <a:pt x="37173" y="3823"/>
                  </a:lnTo>
                  <a:lnTo>
                    <a:pt x="32332" y="16668"/>
                  </a:lnTo>
                  <a:lnTo>
                    <a:pt x="30930" y="19451"/>
                  </a:lnTo>
                  <a:lnTo>
                    <a:pt x="25706" y="14675"/>
                  </a:lnTo>
                  <a:lnTo>
                    <a:pt x="21302" y="13536"/>
                  </a:lnTo>
                  <a:lnTo>
                    <a:pt x="9420" y="12787"/>
                  </a:lnTo>
                  <a:lnTo>
                    <a:pt x="2716" y="9897"/>
                  </a:lnTo>
                  <a:lnTo>
                    <a:pt x="1155" y="43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h2814"/>
            <p:cNvSpPr/>
            <p:nvPr/>
          </p:nvSpPr>
          <p:spPr>
            <a:xfrm>
              <a:off x="2135192" y="2566053"/>
              <a:ext cx="43335" cy="42747"/>
            </a:xfrm>
            <a:custGeom>
              <a:avLst/>
              <a:pathLst>
                <a:path w="43335" h="42747">
                  <a:moveTo>
                    <a:pt x="26090" y="0"/>
                  </a:moveTo>
                  <a:lnTo>
                    <a:pt x="30159" y="3224"/>
                  </a:lnTo>
                  <a:lnTo>
                    <a:pt x="30462" y="3922"/>
                  </a:lnTo>
                  <a:lnTo>
                    <a:pt x="27428" y="10035"/>
                  </a:lnTo>
                  <a:lnTo>
                    <a:pt x="27099" y="12361"/>
                  </a:lnTo>
                  <a:lnTo>
                    <a:pt x="30117" y="18872"/>
                  </a:lnTo>
                  <a:lnTo>
                    <a:pt x="32667" y="20772"/>
                  </a:lnTo>
                  <a:lnTo>
                    <a:pt x="33525" y="25598"/>
                  </a:lnTo>
                  <a:lnTo>
                    <a:pt x="38841" y="26324"/>
                  </a:lnTo>
                  <a:lnTo>
                    <a:pt x="38247" y="22614"/>
                  </a:lnTo>
                  <a:lnTo>
                    <a:pt x="41743" y="23992"/>
                  </a:lnTo>
                  <a:lnTo>
                    <a:pt x="43335" y="25371"/>
                  </a:lnTo>
                  <a:lnTo>
                    <a:pt x="42966" y="29038"/>
                  </a:lnTo>
                  <a:lnTo>
                    <a:pt x="40904" y="29666"/>
                  </a:lnTo>
                  <a:lnTo>
                    <a:pt x="39543" y="31041"/>
                  </a:lnTo>
                  <a:lnTo>
                    <a:pt x="42177" y="34796"/>
                  </a:lnTo>
                  <a:lnTo>
                    <a:pt x="42865" y="37760"/>
                  </a:lnTo>
                  <a:lnTo>
                    <a:pt x="37235" y="42688"/>
                  </a:lnTo>
                  <a:lnTo>
                    <a:pt x="35556" y="42747"/>
                  </a:lnTo>
                  <a:lnTo>
                    <a:pt x="35398" y="40881"/>
                  </a:lnTo>
                  <a:lnTo>
                    <a:pt x="23846" y="39222"/>
                  </a:lnTo>
                  <a:lnTo>
                    <a:pt x="24309" y="35934"/>
                  </a:lnTo>
                  <a:lnTo>
                    <a:pt x="26318" y="31865"/>
                  </a:lnTo>
                  <a:lnTo>
                    <a:pt x="26094" y="29605"/>
                  </a:lnTo>
                  <a:lnTo>
                    <a:pt x="22561" y="27099"/>
                  </a:lnTo>
                  <a:lnTo>
                    <a:pt x="20223" y="26882"/>
                  </a:lnTo>
                  <a:lnTo>
                    <a:pt x="20258" y="28196"/>
                  </a:lnTo>
                  <a:lnTo>
                    <a:pt x="17398" y="27693"/>
                  </a:lnTo>
                  <a:lnTo>
                    <a:pt x="18096" y="21647"/>
                  </a:lnTo>
                  <a:lnTo>
                    <a:pt x="12773" y="22667"/>
                  </a:lnTo>
                  <a:lnTo>
                    <a:pt x="7563" y="18896"/>
                  </a:lnTo>
                  <a:lnTo>
                    <a:pt x="5359" y="17425"/>
                  </a:lnTo>
                  <a:lnTo>
                    <a:pt x="558" y="17169"/>
                  </a:lnTo>
                  <a:lnTo>
                    <a:pt x="0" y="14481"/>
                  </a:lnTo>
                  <a:lnTo>
                    <a:pt x="590" y="13647"/>
                  </a:lnTo>
                  <a:lnTo>
                    <a:pt x="3709" y="9946"/>
                  </a:lnTo>
                  <a:lnTo>
                    <a:pt x="6847" y="7997"/>
                  </a:lnTo>
                  <a:lnTo>
                    <a:pt x="7996" y="8194"/>
                  </a:lnTo>
                  <a:lnTo>
                    <a:pt x="13326" y="6513"/>
                  </a:lnTo>
                  <a:lnTo>
                    <a:pt x="19670" y="6630"/>
                  </a:lnTo>
                  <a:lnTo>
                    <a:pt x="20618" y="4657"/>
                  </a:lnTo>
                  <a:lnTo>
                    <a:pt x="20710" y="1286"/>
                  </a:lnTo>
                  <a:lnTo>
                    <a:pt x="22645" y="1753"/>
                  </a:lnTo>
                  <a:lnTo>
                    <a:pt x="22779" y="36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h2815"/>
            <p:cNvSpPr/>
            <p:nvPr/>
          </p:nvSpPr>
          <p:spPr>
            <a:xfrm>
              <a:off x="2170619" y="2595021"/>
              <a:ext cx="39046" cy="24432"/>
            </a:xfrm>
            <a:custGeom>
              <a:avLst/>
              <a:pathLst>
                <a:path w="39046" h="24432">
                  <a:moveTo>
                    <a:pt x="32606" y="3198"/>
                  </a:moveTo>
                  <a:lnTo>
                    <a:pt x="34595" y="3703"/>
                  </a:lnTo>
                  <a:lnTo>
                    <a:pt x="34759" y="3759"/>
                  </a:lnTo>
                  <a:lnTo>
                    <a:pt x="32680" y="11225"/>
                  </a:lnTo>
                  <a:lnTo>
                    <a:pt x="34775" y="13188"/>
                  </a:lnTo>
                  <a:lnTo>
                    <a:pt x="34170" y="15400"/>
                  </a:lnTo>
                  <a:lnTo>
                    <a:pt x="30698" y="14999"/>
                  </a:lnTo>
                  <a:lnTo>
                    <a:pt x="29342" y="17593"/>
                  </a:lnTo>
                  <a:lnTo>
                    <a:pt x="39046" y="17694"/>
                  </a:lnTo>
                  <a:lnTo>
                    <a:pt x="36981" y="23938"/>
                  </a:lnTo>
                  <a:lnTo>
                    <a:pt x="35401" y="24051"/>
                  </a:lnTo>
                  <a:lnTo>
                    <a:pt x="29891" y="24432"/>
                  </a:lnTo>
                  <a:lnTo>
                    <a:pt x="28061" y="22461"/>
                  </a:lnTo>
                  <a:lnTo>
                    <a:pt x="19924" y="18399"/>
                  </a:lnTo>
                  <a:lnTo>
                    <a:pt x="17942" y="17752"/>
                  </a:lnTo>
                  <a:lnTo>
                    <a:pt x="3120" y="16755"/>
                  </a:lnTo>
                  <a:lnTo>
                    <a:pt x="0" y="14452"/>
                  </a:lnTo>
                  <a:lnTo>
                    <a:pt x="129" y="13779"/>
                  </a:lnTo>
                  <a:lnTo>
                    <a:pt x="1807" y="13720"/>
                  </a:lnTo>
                  <a:lnTo>
                    <a:pt x="7437" y="8792"/>
                  </a:lnTo>
                  <a:lnTo>
                    <a:pt x="10012" y="7596"/>
                  </a:lnTo>
                  <a:lnTo>
                    <a:pt x="11577" y="4888"/>
                  </a:lnTo>
                  <a:lnTo>
                    <a:pt x="14393" y="3174"/>
                  </a:lnTo>
                  <a:lnTo>
                    <a:pt x="22898" y="3944"/>
                  </a:lnTo>
                  <a:lnTo>
                    <a:pt x="25089" y="4828"/>
                  </a:lnTo>
                  <a:lnTo>
                    <a:pt x="27035" y="3355"/>
                  </a:lnTo>
                  <a:lnTo>
                    <a:pt x="2954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h2816"/>
            <p:cNvSpPr/>
            <p:nvPr/>
          </p:nvSpPr>
          <p:spPr>
            <a:xfrm>
              <a:off x="2110702" y="2522705"/>
              <a:ext cx="46643" cy="30575"/>
            </a:xfrm>
            <a:custGeom>
              <a:avLst/>
              <a:pathLst>
                <a:path w="46643" h="30575">
                  <a:moveTo>
                    <a:pt x="38672" y="1705"/>
                  </a:moveTo>
                  <a:lnTo>
                    <a:pt x="37370" y="2828"/>
                  </a:lnTo>
                  <a:lnTo>
                    <a:pt x="36772" y="2315"/>
                  </a:lnTo>
                  <a:lnTo>
                    <a:pt x="34040" y="4764"/>
                  </a:lnTo>
                  <a:lnTo>
                    <a:pt x="32809" y="8118"/>
                  </a:lnTo>
                  <a:lnTo>
                    <a:pt x="43729" y="7614"/>
                  </a:lnTo>
                  <a:lnTo>
                    <a:pt x="46643" y="10113"/>
                  </a:lnTo>
                  <a:lnTo>
                    <a:pt x="43549" y="12239"/>
                  </a:lnTo>
                  <a:lnTo>
                    <a:pt x="43558" y="14388"/>
                  </a:lnTo>
                  <a:lnTo>
                    <a:pt x="36999" y="14929"/>
                  </a:lnTo>
                  <a:lnTo>
                    <a:pt x="34691" y="16350"/>
                  </a:lnTo>
                  <a:lnTo>
                    <a:pt x="34609" y="18297"/>
                  </a:lnTo>
                  <a:lnTo>
                    <a:pt x="27189" y="18433"/>
                  </a:lnTo>
                  <a:lnTo>
                    <a:pt x="27177" y="16781"/>
                  </a:lnTo>
                  <a:lnTo>
                    <a:pt x="25090" y="17652"/>
                  </a:lnTo>
                  <a:lnTo>
                    <a:pt x="24465" y="23177"/>
                  </a:lnTo>
                  <a:lnTo>
                    <a:pt x="25283" y="25712"/>
                  </a:lnTo>
                  <a:lnTo>
                    <a:pt x="20765" y="28085"/>
                  </a:lnTo>
                  <a:lnTo>
                    <a:pt x="14515" y="28832"/>
                  </a:lnTo>
                  <a:lnTo>
                    <a:pt x="9472" y="30575"/>
                  </a:lnTo>
                  <a:lnTo>
                    <a:pt x="6022" y="25640"/>
                  </a:lnTo>
                  <a:lnTo>
                    <a:pt x="4707" y="27583"/>
                  </a:lnTo>
                  <a:lnTo>
                    <a:pt x="0" y="23996"/>
                  </a:lnTo>
                  <a:lnTo>
                    <a:pt x="407" y="20788"/>
                  </a:lnTo>
                  <a:lnTo>
                    <a:pt x="3584" y="21041"/>
                  </a:lnTo>
                  <a:lnTo>
                    <a:pt x="3553" y="10502"/>
                  </a:lnTo>
                  <a:lnTo>
                    <a:pt x="5470" y="8534"/>
                  </a:lnTo>
                  <a:lnTo>
                    <a:pt x="6034" y="6956"/>
                  </a:lnTo>
                  <a:lnTo>
                    <a:pt x="5259" y="4591"/>
                  </a:lnTo>
                  <a:lnTo>
                    <a:pt x="9037" y="3517"/>
                  </a:lnTo>
                  <a:lnTo>
                    <a:pt x="14613" y="4933"/>
                  </a:lnTo>
                  <a:lnTo>
                    <a:pt x="14665" y="1795"/>
                  </a:lnTo>
                  <a:lnTo>
                    <a:pt x="29398" y="1766"/>
                  </a:lnTo>
                  <a:lnTo>
                    <a:pt x="2939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h2817"/>
            <p:cNvSpPr/>
            <p:nvPr/>
          </p:nvSpPr>
          <p:spPr>
            <a:xfrm>
              <a:off x="2019495" y="2442303"/>
              <a:ext cx="58435" cy="44626"/>
            </a:xfrm>
            <a:custGeom>
              <a:avLst/>
              <a:pathLst>
                <a:path w="58435" h="44626">
                  <a:moveTo>
                    <a:pt x="30448" y="11794"/>
                  </a:moveTo>
                  <a:lnTo>
                    <a:pt x="33628" y="12505"/>
                  </a:lnTo>
                  <a:lnTo>
                    <a:pt x="35406" y="10293"/>
                  </a:lnTo>
                  <a:lnTo>
                    <a:pt x="43193" y="10872"/>
                  </a:lnTo>
                  <a:lnTo>
                    <a:pt x="41334" y="17748"/>
                  </a:lnTo>
                  <a:lnTo>
                    <a:pt x="42660" y="18444"/>
                  </a:lnTo>
                  <a:lnTo>
                    <a:pt x="47199" y="18405"/>
                  </a:lnTo>
                  <a:lnTo>
                    <a:pt x="51006" y="20174"/>
                  </a:lnTo>
                  <a:lnTo>
                    <a:pt x="52266" y="22889"/>
                  </a:lnTo>
                  <a:lnTo>
                    <a:pt x="58435" y="22430"/>
                  </a:lnTo>
                  <a:lnTo>
                    <a:pt x="58326" y="37674"/>
                  </a:lnTo>
                  <a:lnTo>
                    <a:pt x="52348" y="36568"/>
                  </a:lnTo>
                  <a:lnTo>
                    <a:pt x="48905" y="39110"/>
                  </a:lnTo>
                  <a:lnTo>
                    <a:pt x="42671" y="40800"/>
                  </a:lnTo>
                  <a:lnTo>
                    <a:pt x="33109" y="44626"/>
                  </a:lnTo>
                  <a:lnTo>
                    <a:pt x="28184" y="43759"/>
                  </a:lnTo>
                  <a:lnTo>
                    <a:pt x="28739" y="42052"/>
                  </a:lnTo>
                  <a:lnTo>
                    <a:pt x="28330" y="41187"/>
                  </a:lnTo>
                  <a:lnTo>
                    <a:pt x="26184" y="39873"/>
                  </a:lnTo>
                  <a:lnTo>
                    <a:pt x="21330" y="39683"/>
                  </a:lnTo>
                  <a:lnTo>
                    <a:pt x="19904" y="39682"/>
                  </a:lnTo>
                  <a:lnTo>
                    <a:pt x="18306" y="42641"/>
                  </a:lnTo>
                  <a:lnTo>
                    <a:pt x="15972" y="44498"/>
                  </a:lnTo>
                  <a:lnTo>
                    <a:pt x="10367" y="44369"/>
                  </a:lnTo>
                  <a:lnTo>
                    <a:pt x="9530" y="43340"/>
                  </a:lnTo>
                  <a:lnTo>
                    <a:pt x="563" y="43829"/>
                  </a:lnTo>
                  <a:lnTo>
                    <a:pt x="1306" y="39288"/>
                  </a:lnTo>
                  <a:lnTo>
                    <a:pt x="2329" y="37460"/>
                  </a:lnTo>
                  <a:lnTo>
                    <a:pt x="4815" y="35742"/>
                  </a:lnTo>
                  <a:lnTo>
                    <a:pt x="2343" y="29221"/>
                  </a:lnTo>
                  <a:lnTo>
                    <a:pt x="0" y="27063"/>
                  </a:lnTo>
                  <a:lnTo>
                    <a:pt x="1386" y="20547"/>
                  </a:lnTo>
                  <a:lnTo>
                    <a:pt x="8450" y="20739"/>
                  </a:lnTo>
                  <a:lnTo>
                    <a:pt x="12044" y="18837"/>
                  </a:lnTo>
                  <a:lnTo>
                    <a:pt x="12632" y="17614"/>
                  </a:lnTo>
                  <a:lnTo>
                    <a:pt x="10079" y="11137"/>
                  </a:lnTo>
                  <a:lnTo>
                    <a:pt x="10485" y="9255"/>
                  </a:lnTo>
                  <a:lnTo>
                    <a:pt x="14727" y="4104"/>
                  </a:lnTo>
                  <a:lnTo>
                    <a:pt x="22039" y="1363"/>
                  </a:lnTo>
                  <a:lnTo>
                    <a:pt x="3004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h2818"/>
            <p:cNvSpPr/>
            <p:nvPr/>
          </p:nvSpPr>
          <p:spPr>
            <a:xfrm>
              <a:off x="2038881" y="2732680"/>
              <a:ext cx="28997" cy="33904"/>
            </a:xfrm>
            <a:custGeom>
              <a:avLst/>
              <a:pathLst>
                <a:path w="28997" h="33904">
                  <a:moveTo>
                    <a:pt x="9034" y="0"/>
                  </a:moveTo>
                  <a:lnTo>
                    <a:pt x="20187" y="3237"/>
                  </a:lnTo>
                  <a:lnTo>
                    <a:pt x="21418" y="4187"/>
                  </a:lnTo>
                  <a:lnTo>
                    <a:pt x="28997" y="5262"/>
                  </a:lnTo>
                  <a:lnTo>
                    <a:pt x="27146" y="9170"/>
                  </a:lnTo>
                  <a:lnTo>
                    <a:pt x="25363" y="10054"/>
                  </a:lnTo>
                  <a:lnTo>
                    <a:pt x="23832" y="16407"/>
                  </a:lnTo>
                  <a:lnTo>
                    <a:pt x="24617" y="22284"/>
                  </a:lnTo>
                  <a:lnTo>
                    <a:pt x="23852" y="23816"/>
                  </a:lnTo>
                  <a:lnTo>
                    <a:pt x="21558" y="24850"/>
                  </a:lnTo>
                  <a:lnTo>
                    <a:pt x="22552" y="26572"/>
                  </a:lnTo>
                  <a:lnTo>
                    <a:pt x="26025" y="28773"/>
                  </a:lnTo>
                  <a:lnTo>
                    <a:pt x="22636" y="32641"/>
                  </a:lnTo>
                  <a:lnTo>
                    <a:pt x="18941" y="33009"/>
                  </a:lnTo>
                  <a:lnTo>
                    <a:pt x="18433" y="33904"/>
                  </a:lnTo>
                  <a:lnTo>
                    <a:pt x="9321" y="29294"/>
                  </a:lnTo>
                  <a:lnTo>
                    <a:pt x="6790" y="30749"/>
                  </a:lnTo>
                  <a:lnTo>
                    <a:pt x="3695" y="30425"/>
                  </a:lnTo>
                  <a:lnTo>
                    <a:pt x="5209" y="26366"/>
                  </a:lnTo>
                  <a:lnTo>
                    <a:pt x="673" y="24226"/>
                  </a:lnTo>
                  <a:lnTo>
                    <a:pt x="0" y="17221"/>
                  </a:lnTo>
                  <a:lnTo>
                    <a:pt x="5179" y="16057"/>
                  </a:lnTo>
                  <a:lnTo>
                    <a:pt x="6220" y="14962"/>
                  </a:lnTo>
                  <a:lnTo>
                    <a:pt x="6701" y="11068"/>
                  </a:lnTo>
                  <a:lnTo>
                    <a:pt x="4232" y="9344"/>
                  </a:lnTo>
                  <a:lnTo>
                    <a:pt x="3566" y="7531"/>
                  </a:lnTo>
                  <a:lnTo>
                    <a:pt x="4009" y="5350"/>
                  </a:lnTo>
                  <a:lnTo>
                    <a:pt x="6259" y="4305"/>
                  </a:lnTo>
                  <a:lnTo>
                    <a:pt x="6360" y="1510"/>
                  </a:lnTo>
                  <a:lnTo>
                    <a:pt x="7564" y="30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h2819"/>
            <p:cNvSpPr/>
            <p:nvPr/>
          </p:nvSpPr>
          <p:spPr>
            <a:xfrm>
              <a:off x="2045941" y="2544516"/>
              <a:ext cx="53556" cy="50828"/>
            </a:xfrm>
            <a:custGeom>
              <a:avLst/>
              <a:pathLst>
                <a:path w="53556" h="50828">
                  <a:moveTo>
                    <a:pt x="28959" y="3040"/>
                  </a:moveTo>
                  <a:lnTo>
                    <a:pt x="35791" y="1890"/>
                  </a:lnTo>
                  <a:lnTo>
                    <a:pt x="38293" y="2328"/>
                  </a:lnTo>
                  <a:lnTo>
                    <a:pt x="42554" y="4070"/>
                  </a:lnTo>
                  <a:lnTo>
                    <a:pt x="44396" y="8742"/>
                  </a:lnTo>
                  <a:lnTo>
                    <a:pt x="44190" y="10268"/>
                  </a:lnTo>
                  <a:lnTo>
                    <a:pt x="44473" y="12280"/>
                  </a:lnTo>
                  <a:lnTo>
                    <a:pt x="43455" y="13496"/>
                  </a:lnTo>
                  <a:lnTo>
                    <a:pt x="49701" y="15455"/>
                  </a:lnTo>
                  <a:lnTo>
                    <a:pt x="53556" y="17797"/>
                  </a:lnTo>
                  <a:lnTo>
                    <a:pt x="53324" y="18807"/>
                  </a:lnTo>
                  <a:lnTo>
                    <a:pt x="51179" y="18907"/>
                  </a:lnTo>
                  <a:lnTo>
                    <a:pt x="50624" y="19658"/>
                  </a:lnTo>
                  <a:lnTo>
                    <a:pt x="51268" y="23124"/>
                  </a:lnTo>
                  <a:lnTo>
                    <a:pt x="53073" y="24095"/>
                  </a:lnTo>
                  <a:lnTo>
                    <a:pt x="50238" y="29685"/>
                  </a:lnTo>
                  <a:lnTo>
                    <a:pt x="51092" y="37642"/>
                  </a:lnTo>
                  <a:lnTo>
                    <a:pt x="46490" y="42633"/>
                  </a:lnTo>
                  <a:lnTo>
                    <a:pt x="45483" y="44562"/>
                  </a:lnTo>
                  <a:lnTo>
                    <a:pt x="36374" y="43698"/>
                  </a:lnTo>
                  <a:lnTo>
                    <a:pt x="34462" y="45541"/>
                  </a:lnTo>
                  <a:lnTo>
                    <a:pt x="33159" y="49402"/>
                  </a:lnTo>
                  <a:lnTo>
                    <a:pt x="31538" y="50828"/>
                  </a:lnTo>
                  <a:lnTo>
                    <a:pt x="26120" y="46983"/>
                  </a:lnTo>
                  <a:lnTo>
                    <a:pt x="22213" y="48119"/>
                  </a:lnTo>
                  <a:lnTo>
                    <a:pt x="20557" y="45666"/>
                  </a:lnTo>
                  <a:lnTo>
                    <a:pt x="14630" y="41681"/>
                  </a:lnTo>
                  <a:lnTo>
                    <a:pt x="17776" y="37826"/>
                  </a:lnTo>
                  <a:lnTo>
                    <a:pt x="17083" y="33600"/>
                  </a:lnTo>
                  <a:lnTo>
                    <a:pt x="14251" y="32150"/>
                  </a:lnTo>
                  <a:lnTo>
                    <a:pt x="13574" y="34058"/>
                  </a:lnTo>
                  <a:lnTo>
                    <a:pt x="9470" y="29865"/>
                  </a:lnTo>
                  <a:lnTo>
                    <a:pt x="9755" y="29290"/>
                  </a:lnTo>
                  <a:lnTo>
                    <a:pt x="5968" y="28556"/>
                  </a:lnTo>
                  <a:lnTo>
                    <a:pt x="2959" y="26939"/>
                  </a:lnTo>
                  <a:lnTo>
                    <a:pt x="1228" y="26053"/>
                  </a:lnTo>
                  <a:lnTo>
                    <a:pt x="326" y="23979"/>
                  </a:lnTo>
                  <a:lnTo>
                    <a:pt x="0" y="19241"/>
                  </a:lnTo>
                  <a:lnTo>
                    <a:pt x="1192" y="13104"/>
                  </a:lnTo>
                  <a:lnTo>
                    <a:pt x="3716" y="10338"/>
                  </a:lnTo>
                  <a:lnTo>
                    <a:pt x="4583" y="4168"/>
                  </a:lnTo>
                  <a:lnTo>
                    <a:pt x="8387" y="5344"/>
                  </a:lnTo>
                  <a:lnTo>
                    <a:pt x="8638" y="7356"/>
                  </a:lnTo>
                  <a:lnTo>
                    <a:pt x="9572" y="8248"/>
                  </a:lnTo>
                  <a:lnTo>
                    <a:pt x="13007" y="6413"/>
                  </a:lnTo>
                  <a:lnTo>
                    <a:pt x="15109" y="1775"/>
                  </a:lnTo>
                  <a:lnTo>
                    <a:pt x="16897" y="599"/>
                  </a:lnTo>
                  <a:lnTo>
                    <a:pt x="21652" y="2482"/>
                  </a:lnTo>
                  <a:lnTo>
                    <a:pt x="22884" y="0"/>
                  </a:lnTo>
                  <a:lnTo>
                    <a:pt x="25983" y="16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h2820"/>
            <p:cNvSpPr/>
            <p:nvPr/>
          </p:nvSpPr>
          <p:spPr>
            <a:xfrm>
              <a:off x="2016241" y="2464733"/>
              <a:ext cx="113488" cy="88031"/>
            </a:xfrm>
            <a:custGeom>
              <a:avLst/>
              <a:pathLst>
                <a:path w="113488" h="88031">
                  <a:moveTo>
                    <a:pt x="64607" y="397"/>
                  </a:moveTo>
                  <a:lnTo>
                    <a:pt x="68503" y="3887"/>
                  </a:lnTo>
                  <a:lnTo>
                    <a:pt x="70676" y="4277"/>
                  </a:lnTo>
                  <a:lnTo>
                    <a:pt x="71932" y="6742"/>
                  </a:lnTo>
                  <a:lnTo>
                    <a:pt x="70501" y="12876"/>
                  </a:lnTo>
                  <a:lnTo>
                    <a:pt x="71394" y="14275"/>
                  </a:lnTo>
                  <a:lnTo>
                    <a:pt x="74611" y="15540"/>
                  </a:lnTo>
                  <a:lnTo>
                    <a:pt x="81281" y="13780"/>
                  </a:lnTo>
                  <a:lnTo>
                    <a:pt x="82891" y="8016"/>
                  </a:lnTo>
                  <a:lnTo>
                    <a:pt x="84934" y="6848"/>
                  </a:lnTo>
                  <a:lnTo>
                    <a:pt x="91967" y="9588"/>
                  </a:lnTo>
                  <a:lnTo>
                    <a:pt x="104571" y="9509"/>
                  </a:lnTo>
                  <a:lnTo>
                    <a:pt x="108202" y="11136"/>
                  </a:lnTo>
                  <a:lnTo>
                    <a:pt x="107382" y="14306"/>
                  </a:lnTo>
                  <a:lnTo>
                    <a:pt x="113488" y="16244"/>
                  </a:lnTo>
                  <a:lnTo>
                    <a:pt x="113250" y="18503"/>
                  </a:lnTo>
                  <a:lnTo>
                    <a:pt x="112104" y="20589"/>
                  </a:lnTo>
                  <a:lnTo>
                    <a:pt x="109403" y="24418"/>
                  </a:lnTo>
                  <a:lnTo>
                    <a:pt x="105483" y="27757"/>
                  </a:lnTo>
                  <a:lnTo>
                    <a:pt x="105202" y="30884"/>
                  </a:lnTo>
                  <a:lnTo>
                    <a:pt x="111391" y="34510"/>
                  </a:lnTo>
                  <a:lnTo>
                    <a:pt x="111691" y="36748"/>
                  </a:lnTo>
                  <a:lnTo>
                    <a:pt x="109937" y="41583"/>
                  </a:lnTo>
                  <a:lnTo>
                    <a:pt x="106933" y="45007"/>
                  </a:lnTo>
                  <a:lnTo>
                    <a:pt x="113347" y="49704"/>
                  </a:lnTo>
                  <a:lnTo>
                    <a:pt x="109835" y="50850"/>
                  </a:lnTo>
                  <a:lnTo>
                    <a:pt x="106326" y="58248"/>
                  </a:lnTo>
                  <a:lnTo>
                    <a:pt x="103497" y="61489"/>
                  </a:lnTo>
                  <a:lnTo>
                    <a:pt x="99720" y="62563"/>
                  </a:lnTo>
                  <a:lnTo>
                    <a:pt x="98900" y="60420"/>
                  </a:lnTo>
                  <a:lnTo>
                    <a:pt x="94594" y="56633"/>
                  </a:lnTo>
                  <a:lnTo>
                    <a:pt x="93556" y="56641"/>
                  </a:lnTo>
                  <a:lnTo>
                    <a:pt x="90999" y="61371"/>
                  </a:lnTo>
                  <a:lnTo>
                    <a:pt x="88551" y="64028"/>
                  </a:lnTo>
                  <a:lnTo>
                    <a:pt x="85522" y="64322"/>
                  </a:lnTo>
                  <a:lnTo>
                    <a:pt x="82457" y="62361"/>
                  </a:lnTo>
                  <a:lnTo>
                    <a:pt x="76830" y="62335"/>
                  </a:lnTo>
                  <a:lnTo>
                    <a:pt x="73331" y="63137"/>
                  </a:lnTo>
                  <a:lnTo>
                    <a:pt x="74497" y="64928"/>
                  </a:lnTo>
                  <a:lnTo>
                    <a:pt x="67597" y="68061"/>
                  </a:lnTo>
                  <a:lnTo>
                    <a:pt x="67264" y="73173"/>
                  </a:lnTo>
                  <a:lnTo>
                    <a:pt x="68329" y="73247"/>
                  </a:lnTo>
                  <a:lnTo>
                    <a:pt x="67614" y="80264"/>
                  </a:lnTo>
                  <a:lnTo>
                    <a:pt x="67992" y="82111"/>
                  </a:lnTo>
                  <a:lnTo>
                    <a:pt x="65491" y="81673"/>
                  </a:lnTo>
                  <a:lnTo>
                    <a:pt x="58659" y="82823"/>
                  </a:lnTo>
                  <a:lnTo>
                    <a:pt x="55683" y="79948"/>
                  </a:lnTo>
                  <a:lnTo>
                    <a:pt x="52583" y="79782"/>
                  </a:lnTo>
                  <a:lnTo>
                    <a:pt x="51352" y="82265"/>
                  </a:lnTo>
                  <a:lnTo>
                    <a:pt x="46597" y="80381"/>
                  </a:lnTo>
                  <a:lnTo>
                    <a:pt x="44809" y="81558"/>
                  </a:lnTo>
                  <a:lnTo>
                    <a:pt x="42707" y="86196"/>
                  </a:lnTo>
                  <a:lnTo>
                    <a:pt x="39271" y="88031"/>
                  </a:lnTo>
                  <a:lnTo>
                    <a:pt x="38337" y="87139"/>
                  </a:lnTo>
                  <a:lnTo>
                    <a:pt x="38087" y="85127"/>
                  </a:lnTo>
                  <a:lnTo>
                    <a:pt x="34283" y="83950"/>
                  </a:lnTo>
                  <a:lnTo>
                    <a:pt x="29792" y="81968"/>
                  </a:lnTo>
                  <a:lnTo>
                    <a:pt x="32404" y="76789"/>
                  </a:lnTo>
                  <a:lnTo>
                    <a:pt x="32038" y="75828"/>
                  </a:lnTo>
                  <a:lnTo>
                    <a:pt x="29406" y="74307"/>
                  </a:lnTo>
                  <a:lnTo>
                    <a:pt x="30204" y="69331"/>
                  </a:lnTo>
                  <a:lnTo>
                    <a:pt x="19623" y="65132"/>
                  </a:lnTo>
                  <a:lnTo>
                    <a:pt x="13217" y="63695"/>
                  </a:lnTo>
                  <a:lnTo>
                    <a:pt x="10974" y="60464"/>
                  </a:lnTo>
                  <a:lnTo>
                    <a:pt x="9330" y="55953"/>
                  </a:lnTo>
                  <a:lnTo>
                    <a:pt x="3972" y="55661"/>
                  </a:lnTo>
                  <a:lnTo>
                    <a:pt x="0" y="50857"/>
                  </a:lnTo>
                  <a:lnTo>
                    <a:pt x="5329" y="33949"/>
                  </a:lnTo>
                  <a:lnTo>
                    <a:pt x="2708" y="31018"/>
                  </a:lnTo>
                  <a:lnTo>
                    <a:pt x="1357" y="30926"/>
                  </a:lnTo>
                  <a:lnTo>
                    <a:pt x="27" y="29072"/>
                  </a:lnTo>
                  <a:lnTo>
                    <a:pt x="160" y="24868"/>
                  </a:lnTo>
                  <a:lnTo>
                    <a:pt x="1774" y="24713"/>
                  </a:lnTo>
                  <a:lnTo>
                    <a:pt x="3817" y="21399"/>
                  </a:lnTo>
                  <a:lnTo>
                    <a:pt x="12784" y="20910"/>
                  </a:lnTo>
                  <a:lnTo>
                    <a:pt x="13621" y="21939"/>
                  </a:lnTo>
                  <a:lnTo>
                    <a:pt x="19226" y="22068"/>
                  </a:lnTo>
                  <a:lnTo>
                    <a:pt x="21560" y="20210"/>
                  </a:lnTo>
                  <a:lnTo>
                    <a:pt x="23158" y="17252"/>
                  </a:lnTo>
                  <a:lnTo>
                    <a:pt x="24584" y="17253"/>
                  </a:lnTo>
                  <a:lnTo>
                    <a:pt x="29438" y="17443"/>
                  </a:lnTo>
                  <a:lnTo>
                    <a:pt x="31584" y="18757"/>
                  </a:lnTo>
                  <a:lnTo>
                    <a:pt x="31993" y="19621"/>
                  </a:lnTo>
                  <a:lnTo>
                    <a:pt x="31438" y="21328"/>
                  </a:lnTo>
                  <a:lnTo>
                    <a:pt x="36363" y="22195"/>
                  </a:lnTo>
                  <a:lnTo>
                    <a:pt x="45925" y="18369"/>
                  </a:lnTo>
                  <a:lnTo>
                    <a:pt x="52159" y="16680"/>
                  </a:lnTo>
                  <a:lnTo>
                    <a:pt x="55602" y="14137"/>
                  </a:lnTo>
                  <a:lnTo>
                    <a:pt x="61580" y="15244"/>
                  </a:lnTo>
                  <a:lnTo>
                    <a:pt x="6168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h2821"/>
            <p:cNvSpPr/>
            <p:nvPr/>
          </p:nvSpPr>
          <p:spPr>
            <a:xfrm>
              <a:off x="2066028" y="2693962"/>
              <a:ext cx="39970" cy="54333"/>
            </a:xfrm>
            <a:custGeom>
              <a:avLst/>
              <a:pathLst>
                <a:path w="39970" h="54333">
                  <a:moveTo>
                    <a:pt x="31040" y="1116"/>
                  </a:moveTo>
                  <a:lnTo>
                    <a:pt x="30800" y="5484"/>
                  </a:lnTo>
                  <a:lnTo>
                    <a:pt x="31964" y="8523"/>
                  </a:lnTo>
                  <a:lnTo>
                    <a:pt x="36554" y="10138"/>
                  </a:lnTo>
                  <a:lnTo>
                    <a:pt x="37204" y="11472"/>
                  </a:lnTo>
                  <a:lnTo>
                    <a:pt x="35640" y="11326"/>
                  </a:lnTo>
                  <a:lnTo>
                    <a:pt x="34011" y="13546"/>
                  </a:lnTo>
                  <a:lnTo>
                    <a:pt x="33583" y="14783"/>
                  </a:lnTo>
                  <a:lnTo>
                    <a:pt x="34034" y="16045"/>
                  </a:lnTo>
                  <a:lnTo>
                    <a:pt x="32166" y="20102"/>
                  </a:lnTo>
                  <a:lnTo>
                    <a:pt x="33456" y="24915"/>
                  </a:lnTo>
                  <a:lnTo>
                    <a:pt x="34220" y="25544"/>
                  </a:lnTo>
                  <a:lnTo>
                    <a:pt x="37231" y="24878"/>
                  </a:lnTo>
                  <a:lnTo>
                    <a:pt x="39970" y="30066"/>
                  </a:lnTo>
                  <a:lnTo>
                    <a:pt x="39102" y="30970"/>
                  </a:lnTo>
                  <a:lnTo>
                    <a:pt x="35036" y="31903"/>
                  </a:lnTo>
                  <a:lnTo>
                    <a:pt x="35798" y="33362"/>
                  </a:lnTo>
                  <a:lnTo>
                    <a:pt x="35910" y="36963"/>
                  </a:lnTo>
                  <a:lnTo>
                    <a:pt x="32845" y="40982"/>
                  </a:lnTo>
                  <a:lnTo>
                    <a:pt x="30998" y="41823"/>
                  </a:lnTo>
                  <a:lnTo>
                    <a:pt x="25897" y="41493"/>
                  </a:lnTo>
                  <a:lnTo>
                    <a:pt x="22405" y="44489"/>
                  </a:lnTo>
                  <a:lnTo>
                    <a:pt x="20729" y="49265"/>
                  </a:lnTo>
                  <a:lnTo>
                    <a:pt x="14240" y="54333"/>
                  </a:lnTo>
                  <a:lnTo>
                    <a:pt x="11305" y="53765"/>
                  </a:lnTo>
                  <a:lnTo>
                    <a:pt x="10857" y="51546"/>
                  </a:lnTo>
                  <a:lnTo>
                    <a:pt x="6690" y="48730"/>
                  </a:lnTo>
                  <a:lnTo>
                    <a:pt x="4405" y="48774"/>
                  </a:lnTo>
                  <a:lnTo>
                    <a:pt x="3837" y="50374"/>
                  </a:lnTo>
                  <a:lnTo>
                    <a:pt x="2623" y="50461"/>
                  </a:lnTo>
                  <a:lnTo>
                    <a:pt x="0" y="47888"/>
                  </a:lnTo>
                  <a:lnTo>
                    <a:pt x="1851" y="43980"/>
                  </a:lnTo>
                  <a:lnTo>
                    <a:pt x="1836" y="42372"/>
                  </a:lnTo>
                  <a:lnTo>
                    <a:pt x="3419" y="39533"/>
                  </a:lnTo>
                  <a:lnTo>
                    <a:pt x="8962" y="36735"/>
                  </a:lnTo>
                  <a:lnTo>
                    <a:pt x="7790" y="36236"/>
                  </a:lnTo>
                  <a:lnTo>
                    <a:pt x="11095" y="30259"/>
                  </a:lnTo>
                  <a:lnTo>
                    <a:pt x="11743" y="25462"/>
                  </a:lnTo>
                  <a:lnTo>
                    <a:pt x="11051" y="23460"/>
                  </a:lnTo>
                  <a:lnTo>
                    <a:pt x="11680" y="21746"/>
                  </a:lnTo>
                  <a:lnTo>
                    <a:pt x="12395" y="20018"/>
                  </a:lnTo>
                  <a:lnTo>
                    <a:pt x="19755" y="11276"/>
                  </a:lnTo>
                  <a:lnTo>
                    <a:pt x="22107" y="4378"/>
                  </a:lnTo>
                  <a:lnTo>
                    <a:pt x="26225" y="5569"/>
                  </a:lnTo>
                  <a:lnTo>
                    <a:pt x="26614" y="908"/>
                  </a:lnTo>
                  <a:lnTo>
                    <a:pt x="2777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h2822"/>
            <p:cNvSpPr/>
            <p:nvPr/>
          </p:nvSpPr>
          <p:spPr>
            <a:xfrm>
              <a:off x="2083855" y="2521366"/>
              <a:ext cx="32880" cy="33738"/>
            </a:xfrm>
            <a:custGeom>
              <a:avLst/>
              <a:pathLst>
                <a:path w="32880" h="33738">
                  <a:moveTo>
                    <a:pt x="26980" y="0"/>
                  </a:moveTo>
                  <a:lnTo>
                    <a:pt x="31286" y="3787"/>
                  </a:lnTo>
                  <a:lnTo>
                    <a:pt x="32106" y="5930"/>
                  </a:lnTo>
                  <a:lnTo>
                    <a:pt x="32880" y="8295"/>
                  </a:lnTo>
                  <a:lnTo>
                    <a:pt x="32317" y="9873"/>
                  </a:lnTo>
                  <a:lnTo>
                    <a:pt x="30399" y="11842"/>
                  </a:lnTo>
                  <a:lnTo>
                    <a:pt x="30430" y="22380"/>
                  </a:lnTo>
                  <a:lnTo>
                    <a:pt x="27254" y="22127"/>
                  </a:lnTo>
                  <a:lnTo>
                    <a:pt x="24812" y="23914"/>
                  </a:lnTo>
                  <a:lnTo>
                    <a:pt x="23422" y="26468"/>
                  </a:lnTo>
                  <a:lnTo>
                    <a:pt x="20762" y="28807"/>
                  </a:lnTo>
                  <a:lnTo>
                    <a:pt x="13341" y="28532"/>
                  </a:lnTo>
                  <a:lnTo>
                    <a:pt x="11594" y="33738"/>
                  </a:lnTo>
                  <a:lnTo>
                    <a:pt x="6276" y="33418"/>
                  </a:lnTo>
                  <a:lnTo>
                    <a:pt x="6481" y="31891"/>
                  </a:lnTo>
                  <a:lnTo>
                    <a:pt x="4640" y="27220"/>
                  </a:lnTo>
                  <a:lnTo>
                    <a:pt x="378" y="25478"/>
                  </a:lnTo>
                  <a:lnTo>
                    <a:pt x="0" y="23631"/>
                  </a:lnTo>
                  <a:lnTo>
                    <a:pt x="715" y="16614"/>
                  </a:lnTo>
                  <a:lnTo>
                    <a:pt x="9196" y="16380"/>
                  </a:lnTo>
                  <a:lnTo>
                    <a:pt x="9160" y="17778"/>
                  </a:lnTo>
                  <a:lnTo>
                    <a:pt x="14448" y="19358"/>
                  </a:lnTo>
                  <a:lnTo>
                    <a:pt x="22759" y="16417"/>
                  </a:lnTo>
                  <a:lnTo>
                    <a:pt x="24209" y="12233"/>
                  </a:lnTo>
                  <a:lnTo>
                    <a:pt x="22269" y="8542"/>
                  </a:lnTo>
                  <a:lnTo>
                    <a:pt x="20937" y="7395"/>
                  </a:lnTo>
                  <a:lnTo>
                    <a:pt x="23385" y="4738"/>
                  </a:lnTo>
                  <a:lnTo>
                    <a:pt x="25942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h2823"/>
            <p:cNvSpPr/>
            <p:nvPr/>
          </p:nvSpPr>
          <p:spPr>
            <a:xfrm>
              <a:off x="2010105" y="2686204"/>
              <a:ext cx="44122" cy="27217"/>
            </a:xfrm>
            <a:custGeom>
              <a:avLst/>
              <a:pathLst>
                <a:path w="44122" h="27217">
                  <a:moveTo>
                    <a:pt x="21735" y="1940"/>
                  </a:moveTo>
                  <a:lnTo>
                    <a:pt x="23107" y="2938"/>
                  </a:lnTo>
                  <a:lnTo>
                    <a:pt x="27930" y="2420"/>
                  </a:lnTo>
                  <a:lnTo>
                    <a:pt x="29767" y="3515"/>
                  </a:lnTo>
                  <a:lnTo>
                    <a:pt x="31019" y="5593"/>
                  </a:lnTo>
                  <a:lnTo>
                    <a:pt x="34152" y="7626"/>
                  </a:lnTo>
                  <a:lnTo>
                    <a:pt x="39585" y="8375"/>
                  </a:lnTo>
                  <a:lnTo>
                    <a:pt x="43420" y="9900"/>
                  </a:lnTo>
                  <a:lnTo>
                    <a:pt x="44122" y="11582"/>
                  </a:lnTo>
                  <a:lnTo>
                    <a:pt x="39248" y="15252"/>
                  </a:lnTo>
                  <a:lnTo>
                    <a:pt x="39723" y="17228"/>
                  </a:lnTo>
                  <a:lnTo>
                    <a:pt x="35672" y="20923"/>
                  </a:lnTo>
                  <a:lnTo>
                    <a:pt x="34454" y="27217"/>
                  </a:lnTo>
                  <a:lnTo>
                    <a:pt x="19070" y="18520"/>
                  </a:lnTo>
                  <a:lnTo>
                    <a:pt x="4812" y="16060"/>
                  </a:lnTo>
                  <a:lnTo>
                    <a:pt x="5967" y="20454"/>
                  </a:lnTo>
                  <a:lnTo>
                    <a:pt x="17" y="17881"/>
                  </a:lnTo>
                  <a:lnTo>
                    <a:pt x="599" y="14468"/>
                  </a:lnTo>
                  <a:lnTo>
                    <a:pt x="0" y="11049"/>
                  </a:lnTo>
                  <a:lnTo>
                    <a:pt x="774" y="9175"/>
                  </a:lnTo>
                  <a:lnTo>
                    <a:pt x="4526" y="8571"/>
                  </a:lnTo>
                  <a:lnTo>
                    <a:pt x="7786" y="4814"/>
                  </a:lnTo>
                  <a:lnTo>
                    <a:pt x="1439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h2824"/>
            <p:cNvSpPr/>
            <p:nvPr/>
          </p:nvSpPr>
          <p:spPr>
            <a:xfrm>
              <a:off x="2202667" y="2565664"/>
              <a:ext cx="59264" cy="112817"/>
            </a:xfrm>
            <a:custGeom>
              <a:avLst/>
              <a:pathLst>
                <a:path w="59264" h="112817">
                  <a:moveTo>
                    <a:pt x="52139" y="4238"/>
                  </a:moveTo>
                  <a:lnTo>
                    <a:pt x="50332" y="6595"/>
                  </a:lnTo>
                  <a:lnTo>
                    <a:pt x="48763" y="8526"/>
                  </a:lnTo>
                  <a:lnTo>
                    <a:pt x="51052" y="11167"/>
                  </a:lnTo>
                  <a:lnTo>
                    <a:pt x="53525" y="10534"/>
                  </a:lnTo>
                  <a:lnTo>
                    <a:pt x="58351" y="19337"/>
                  </a:lnTo>
                  <a:lnTo>
                    <a:pt x="59264" y="28446"/>
                  </a:lnTo>
                  <a:lnTo>
                    <a:pt x="56202" y="34923"/>
                  </a:lnTo>
                  <a:lnTo>
                    <a:pt x="49454" y="34601"/>
                  </a:lnTo>
                  <a:lnTo>
                    <a:pt x="48717" y="46371"/>
                  </a:lnTo>
                  <a:lnTo>
                    <a:pt x="43068" y="45705"/>
                  </a:lnTo>
                  <a:lnTo>
                    <a:pt x="42873" y="48635"/>
                  </a:lnTo>
                  <a:lnTo>
                    <a:pt x="48384" y="57356"/>
                  </a:lnTo>
                  <a:lnTo>
                    <a:pt x="50087" y="58753"/>
                  </a:lnTo>
                  <a:lnTo>
                    <a:pt x="51999" y="61607"/>
                  </a:lnTo>
                  <a:lnTo>
                    <a:pt x="55175" y="63888"/>
                  </a:lnTo>
                  <a:lnTo>
                    <a:pt x="52199" y="67841"/>
                  </a:lnTo>
                  <a:lnTo>
                    <a:pt x="53325" y="70763"/>
                  </a:lnTo>
                  <a:lnTo>
                    <a:pt x="54826" y="71710"/>
                  </a:lnTo>
                  <a:lnTo>
                    <a:pt x="52307" y="78421"/>
                  </a:lnTo>
                  <a:lnTo>
                    <a:pt x="51047" y="84877"/>
                  </a:lnTo>
                  <a:lnTo>
                    <a:pt x="52229" y="83649"/>
                  </a:lnTo>
                  <a:lnTo>
                    <a:pt x="54536" y="84646"/>
                  </a:lnTo>
                  <a:lnTo>
                    <a:pt x="54875" y="86886"/>
                  </a:lnTo>
                  <a:lnTo>
                    <a:pt x="47069" y="93021"/>
                  </a:lnTo>
                  <a:lnTo>
                    <a:pt x="43691" y="96696"/>
                  </a:lnTo>
                  <a:lnTo>
                    <a:pt x="45605" y="98556"/>
                  </a:lnTo>
                  <a:lnTo>
                    <a:pt x="45805" y="99739"/>
                  </a:lnTo>
                  <a:lnTo>
                    <a:pt x="37727" y="104647"/>
                  </a:lnTo>
                  <a:lnTo>
                    <a:pt x="35488" y="109120"/>
                  </a:lnTo>
                  <a:lnTo>
                    <a:pt x="36294" y="111518"/>
                  </a:lnTo>
                  <a:lnTo>
                    <a:pt x="34720" y="112817"/>
                  </a:lnTo>
                  <a:lnTo>
                    <a:pt x="33906" y="110953"/>
                  </a:lnTo>
                  <a:lnTo>
                    <a:pt x="33435" y="110566"/>
                  </a:lnTo>
                  <a:lnTo>
                    <a:pt x="32580" y="111153"/>
                  </a:lnTo>
                  <a:lnTo>
                    <a:pt x="28902" y="106138"/>
                  </a:lnTo>
                  <a:lnTo>
                    <a:pt x="28097" y="98805"/>
                  </a:lnTo>
                  <a:lnTo>
                    <a:pt x="19246" y="98447"/>
                  </a:lnTo>
                  <a:lnTo>
                    <a:pt x="18406" y="96195"/>
                  </a:lnTo>
                  <a:lnTo>
                    <a:pt x="15537" y="93392"/>
                  </a:lnTo>
                  <a:lnTo>
                    <a:pt x="10050" y="89577"/>
                  </a:lnTo>
                  <a:lnTo>
                    <a:pt x="2331" y="85696"/>
                  </a:lnTo>
                  <a:lnTo>
                    <a:pt x="4623" y="85067"/>
                  </a:lnTo>
                  <a:lnTo>
                    <a:pt x="5526" y="83277"/>
                  </a:lnTo>
                  <a:lnTo>
                    <a:pt x="5701" y="81297"/>
                  </a:lnTo>
                  <a:lnTo>
                    <a:pt x="2579" y="76863"/>
                  </a:lnTo>
                  <a:lnTo>
                    <a:pt x="4304" y="69260"/>
                  </a:lnTo>
                  <a:lnTo>
                    <a:pt x="4588" y="67821"/>
                  </a:lnTo>
                  <a:lnTo>
                    <a:pt x="2770" y="66818"/>
                  </a:lnTo>
                  <a:lnTo>
                    <a:pt x="1099" y="67019"/>
                  </a:lnTo>
                  <a:lnTo>
                    <a:pt x="458" y="66315"/>
                  </a:lnTo>
                  <a:lnTo>
                    <a:pt x="0" y="62164"/>
                  </a:lnTo>
                  <a:lnTo>
                    <a:pt x="2736" y="57555"/>
                  </a:lnTo>
                  <a:lnTo>
                    <a:pt x="3353" y="53408"/>
                  </a:lnTo>
                  <a:lnTo>
                    <a:pt x="4933" y="53295"/>
                  </a:lnTo>
                  <a:lnTo>
                    <a:pt x="9777" y="54163"/>
                  </a:lnTo>
                  <a:lnTo>
                    <a:pt x="12627" y="53331"/>
                  </a:lnTo>
                  <a:lnTo>
                    <a:pt x="15080" y="51048"/>
                  </a:lnTo>
                  <a:lnTo>
                    <a:pt x="19303" y="49942"/>
                  </a:lnTo>
                  <a:lnTo>
                    <a:pt x="21025" y="48243"/>
                  </a:lnTo>
                  <a:lnTo>
                    <a:pt x="19963" y="45922"/>
                  </a:lnTo>
                  <a:lnTo>
                    <a:pt x="20249" y="43627"/>
                  </a:lnTo>
                  <a:lnTo>
                    <a:pt x="26061" y="37965"/>
                  </a:lnTo>
                  <a:lnTo>
                    <a:pt x="22470" y="35759"/>
                  </a:lnTo>
                  <a:lnTo>
                    <a:pt x="18195" y="30599"/>
                  </a:lnTo>
                  <a:lnTo>
                    <a:pt x="18365" y="27888"/>
                  </a:lnTo>
                  <a:lnTo>
                    <a:pt x="25619" y="18927"/>
                  </a:lnTo>
                  <a:lnTo>
                    <a:pt x="25866" y="14459"/>
                  </a:lnTo>
                  <a:lnTo>
                    <a:pt x="28099" y="10867"/>
                  </a:lnTo>
                  <a:lnTo>
                    <a:pt x="35847" y="5520"/>
                  </a:lnTo>
                  <a:lnTo>
                    <a:pt x="36473" y="718"/>
                  </a:lnTo>
                  <a:lnTo>
                    <a:pt x="4530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h2825"/>
            <p:cNvSpPr/>
            <p:nvPr/>
          </p:nvSpPr>
          <p:spPr>
            <a:xfrm>
              <a:off x="2103155" y="2414993"/>
              <a:ext cx="138262" cy="115831"/>
            </a:xfrm>
            <a:custGeom>
              <a:avLst/>
              <a:pathLst>
                <a:path w="138262" h="115831">
                  <a:moveTo>
                    <a:pt x="26606" y="4926"/>
                  </a:moveTo>
                  <a:lnTo>
                    <a:pt x="27688" y="2181"/>
                  </a:lnTo>
                  <a:lnTo>
                    <a:pt x="26476" y="1790"/>
                  </a:lnTo>
                  <a:lnTo>
                    <a:pt x="28294" y="646"/>
                  </a:lnTo>
                  <a:lnTo>
                    <a:pt x="44365" y="4361"/>
                  </a:lnTo>
                  <a:lnTo>
                    <a:pt x="46615" y="4307"/>
                  </a:lnTo>
                  <a:lnTo>
                    <a:pt x="49336" y="871"/>
                  </a:lnTo>
                  <a:lnTo>
                    <a:pt x="50388" y="2790"/>
                  </a:lnTo>
                  <a:lnTo>
                    <a:pt x="62326" y="9308"/>
                  </a:lnTo>
                  <a:lnTo>
                    <a:pt x="64677" y="13496"/>
                  </a:lnTo>
                  <a:lnTo>
                    <a:pt x="69211" y="11825"/>
                  </a:lnTo>
                  <a:lnTo>
                    <a:pt x="70526" y="18429"/>
                  </a:lnTo>
                  <a:lnTo>
                    <a:pt x="75211" y="18107"/>
                  </a:lnTo>
                  <a:lnTo>
                    <a:pt x="77900" y="21677"/>
                  </a:lnTo>
                  <a:lnTo>
                    <a:pt x="78799" y="24174"/>
                  </a:lnTo>
                  <a:lnTo>
                    <a:pt x="87542" y="21522"/>
                  </a:lnTo>
                  <a:lnTo>
                    <a:pt x="98954" y="21808"/>
                  </a:lnTo>
                  <a:lnTo>
                    <a:pt x="104744" y="23450"/>
                  </a:lnTo>
                  <a:lnTo>
                    <a:pt x="109122" y="23483"/>
                  </a:lnTo>
                  <a:lnTo>
                    <a:pt x="112506" y="21773"/>
                  </a:lnTo>
                  <a:lnTo>
                    <a:pt x="115352" y="21236"/>
                  </a:lnTo>
                  <a:lnTo>
                    <a:pt x="121047" y="22012"/>
                  </a:lnTo>
                  <a:lnTo>
                    <a:pt x="125856" y="24566"/>
                  </a:lnTo>
                  <a:lnTo>
                    <a:pt x="132761" y="22890"/>
                  </a:lnTo>
                  <a:lnTo>
                    <a:pt x="132760" y="32890"/>
                  </a:lnTo>
                  <a:lnTo>
                    <a:pt x="138262" y="38246"/>
                  </a:lnTo>
                  <a:lnTo>
                    <a:pt x="104546" y="67582"/>
                  </a:lnTo>
                  <a:lnTo>
                    <a:pt x="78572" y="76502"/>
                  </a:lnTo>
                  <a:lnTo>
                    <a:pt x="66435" y="78742"/>
                  </a:lnTo>
                  <a:lnTo>
                    <a:pt x="61358" y="77885"/>
                  </a:lnTo>
                  <a:lnTo>
                    <a:pt x="58890" y="73084"/>
                  </a:lnTo>
                  <a:lnTo>
                    <a:pt x="58648" y="67590"/>
                  </a:lnTo>
                  <a:lnTo>
                    <a:pt x="53764" y="67666"/>
                  </a:lnTo>
                  <a:lnTo>
                    <a:pt x="52051" y="77404"/>
                  </a:lnTo>
                  <a:lnTo>
                    <a:pt x="50438" y="80097"/>
                  </a:lnTo>
                  <a:lnTo>
                    <a:pt x="47384" y="82680"/>
                  </a:lnTo>
                  <a:lnTo>
                    <a:pt x="50284" y="87510"/>
                  </a:lnTo>
                  <a:lnTo>
                    <a:pt x="51914" y="87404"/>
                  </a:lnTo>
                  <a:lnTo>
                    <a:pt x="53417" y="83347"/>
                  </a:lnTo>
                  <a:lnTo>
                    <a:pt x="54457" y="83333"/>
                  </a:lnTo>
                  <a:lnTo>
                    <a:pt x="53014" y="87889"/>
                  </a:lnTo>
                  <a:lnTo>
                    <a:pt x="52121" y="88545"/>
                  </a:lnTo>
                  <a:lnTo>
                    <a:pt x="48494" y="88290"/>
                  </a:lnTo>
                  <a:lnTo>
                    <a:pt x="48095" y="93238"/>
                  </a:lnTo>
                  <a:lnTo>
                    <a:pt x="53573" y="95887"/>
                  </a:lnTo>
                  <a:lnTo>
                    <a:pt x="53398" y="100655"/>
                  </a:lnTo>
                  <a:lnTo>
                    <a:pt x="56339" y="105184"/>
                  </a:lnTo>
                  <a:lnTo>
                    <a:pt x="52417" y="111818"/>
                  </a:lnTo>
                  <a:lnTo>
                    <a:pt x="51275" y="115327"/>
                  </a:lnTo>
                  <a:lnTo>
                    <a:pt x="40356" y="115831"/>
                  </a:lnTo>
                  <a:lnTo>
                    <a:pt x="41586" y="112477"/>
                  </a:lnTo>
                  <a:lnTo>
                    <a:pt x="44319" y="110028"/>
                  </a:lnTo>
                  <a:lnTo>
                    <a:pt x="44917" y="110541"/>
                  </a:lnTo>
                  <a:lnTo>
                    <a:pt x="46219" y="109418"/>
                  </a:lnTo>
                  <a:lnTo>
                    <a:pt x="36939" y="107712"/>
                  </a:lnTo>
                  <a:lnTo>
                    <a:pt x="36945" y="109479"/>
                  </a:lnTo>
                  <a:lnTo>
                    <a:pt x="22211" y="109508"/>
                  </a:lnTo>
                  <a:lnTo>
                    <a:pt x="22160" y="112646"/>
                  </a:lnTo>
                  <a:lnTo>
                    <a:pt x="16583" y="111229"/>
                  </a:lnTo>
                  <a:lnTo>
                    <a:pt x="19412" y="107989"/>
                  </a:lnTo>
                  <a:lnTo>
                    <a:pt x="22921" y="100591"/>
                  </a:lnTo>
                  <a:lnTo>
                    <a:pt x="26433" y="99445"/>
                  </a:lnTo>
                  <a:lnTo>
                    <a:pt x="20020" y="94747"/>
                  </a:lnTo>
                  <a:lnTo>
                    <a:pt x="23024" y="91323"/>
                  </a:lnTo>
                  <a:lnTo>
                    <a:pt x="24778" y="86488"/>
                  </a:lnTo>
                  <a:lnTo>
                    <a:pt x="24477" y="84250"/>
                  </a:lnTo>
                  <a:lnTo>
                    <a:pt x="18289" y="80624"/>
                  </a:lnTo>
                  <a:lnTo>
                    <a:pt x="18570" y="77497"/>
                  </a:lnTo>
                  <a:lnTo>
                    <a:pt x="22489" y="74159"/>
                  </a:lnTo>
                  <a:lnTo>
                    <a:pt x="25190" y="70329"/>
                  </a:lnTo>
                  <a:lnTo>
                    <a:pt x="26336" y="68244"/>
                  </a:lnTo>
                  <a:lnTo>
                    <a:pt x="26575" y="65984"/>
                  </a:lnTo>
                  <a:lnTo>
                    <a:pt x="20468" y="64047"/>
                  </a:lnTo>
                  <a:lnTo>
                    <a:pt x="21288" y="60876"/>
                  </a:lnTo>
                  <a:lnTo>
                    <a:pt x="17658" y="59250"/>
                  </a:lnTo>
                  <a:lnTo>
                    <a:pt x="19095" y="56231"/>
                  </a:lnTo>
                  <a:lnTo>
                    <a:pt x="17515" y="53949"/>
                  </a:lnTo>
                  <a:lnTo>
                    <a:pt x="13156" y="50296"/>
                  </a:lnTo>
                  <a:lnTo>
                    <a:pt x="9282" y="41151"/>
                  </a:lnTo>
                  <a:lnTo>
                    <a:pt x="3072" y="40620"/>
                  </a:lnTo>
                  <a:lnTo>
                    <a:pt x="4744" y="40044"/>
                  </a:lnTo>
                  <a:lnTo>
                    <a:pt x="5213" y="38219"/>
                  </a:lnTo>
                  <a:lnTo>
                    <a:pt x="3692" y="33360"/>
                  </a:lnTo>
                  <a:lnTo>
                    <a:pt x="562" y="31358"/>
                  </a:lnTo>
                  <a:lnTo>
                    <a:pt x="0" y="25730"/>
                  </a:lnTo>
                  <a:lnTo>
                    <a:pt x="6714" y="26011"/>
                  </a:lnTo>
                  <a:lnTo>
                    <a:pt x="6871" y="26733"/>
                  </a:lnTo>
                  <a:lnTo>
                    <a:pt x="12153" y="25634"/>
                  </a:lnTo>
                  <a:lnTo>
                    <a:pt x="20479" y="19142"/>
                  </a:lnTo>
                  <a:lnTo>
                    <a:pt x="21377" y="17749"/>
                  </a:lnTo>
                  <a:lnTo>
                    <a:pt x="22127" y="13561"/>
                  </a:lnTo>
                  <a:lnTo>
                    <a:pt x="20793" y="8246"/>
                  </a:lnTo>
                  <a:lnTo>
                    <a:pt x="16172" y="8165"/>
                  </a:lnTo>
                  <a:lnTo>
                    <a:pt x="13432" y="5820"/>
                  </a:lnTo>
                  <a:lnTo>
                    <a:pt x="13902" y="5110"/>
                  </a:lnTo>
                  <a:lnTo>
                    <a:pt x="15398" y="5001"/>
                  </a:lnTo>
                  <a:lnTo>
                    <a:pt x="15870" y="5610"/>
                  </a:lnTo>
                  <a:lnTo>
                    <a:pt x="16974" y="5093"/>
                  </a:lnTo>
                  <a:lnTo>
                    <a:pt x="18281" y="3396"/>
                  </a:lnTo>
                  <a:lnTo>
                    <a:pt x="190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h2826"/>
            <p:cNvSpPr/>
            <p:nvPr/>
          </p:nvSpPr>
          <p:spPr>
            <a:xfrm>
              <a:off x="2118524" y="2539487"/>
              <a:ext cx="21461" cy="23084"/>
            </a:xfrm>
            <a:custGeom>
              <a:avLst/>
              <a:pathLst>
                <a:path w="21461" h="23084">
                  <a:moveTo>
                    <a:pt x="19367" y="1652"/>
                  </a:moveTo>
                  <a:lnTo>
                    <a:pt x="18718" y="7647"/>
                  </a:lnTo>
                  <a:lnTo>
                    <a:pt x="19252" y="8308"/>
                  </a:lnTo>
                  <a:lnTo>
                    <a:pt x="21461" y="8129"/>
                  </a:lnTo>
                  <a:lnTo>
                    <a:pt x="19927" y="14351"/>
                  </a:lnTo>
                  <a:lnTo>
                    <a:pt x="14526" y="19702"/>
                  </a:lnTo>
                  <a:lnTo>
                    <a:pt x="11098" y="19865"/>
                  </a:lnTo>
                  <a:lnTo>
                    <a:pt x="6084" y="23084"/>
                  </a:lnTo>
                  <a:lnTo>
                    <a:pt x="5064" y="22783"/>
                  </a:lnTo>
                  <a:lnTo>
                    <a:pt x="0" y="18594"/>
                  </a:lnTo>
                  <a:lnTo>
                    <a:pt x="1650" y="13793"/>
                  </a:lnTo>
                  <a:lnTo>
                    <a:pt x="6692" y="12051"/>
                  </a:lnTo>
                  <a:lnTo>
                    <a:pt x="12942" y="11304"/>
                  </a:lnTo>
                  <a:lnTo>
                    <a:pt x="17461" y="8931"/>
                  </a:lnTo>
                  <a:lnTo>
                    <a:pt x="16643" y="6395"/>
                  </a:lnTo>
                  <a:lnTo>
                    <a:pt x="17267" y="871"/>
                  </a:lnTo>
                  <a:lnTo>
                    <a:pt x="1935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h2827"/>
            <p:cNvSpPr/>
            <p:nvPr/>
          </p:nvSpPr>
          <p:spPr>
            <a:xfrm>
              <a:off x="1922886" y="2515590"/>
              <a:ext cx="127638" cy="117912"/>
            </a:xfrm>
            <a:custGeom>
              <a:avLst/>
              <a:pathLst>
                <a:path w="127638" h="117912">
                  <a:moveTo>
                    <a:pt x="88795" y="1500"/>
                  </a:moveTo>
                  <a:lnTo>
                    <a:pt x="93355" y="0"/>
                  </a:lnTo>
                  <a:lnTo>
                    <a:pt x="97327" y="4803"/>
                  </a:lnTo>
                  <a:lnTo>
                    <a:pt x="102686" y="5096"/>
                  </a:lnTo>
                  <a:lnTo>
                    <a:pt x="104330" y="9607"/>
                  </a:lnTo>
                  <a:lnTo>
                    <a:pt x="106572" y="12838"/>
                  </a:lnTo>
                  <a:lnTo>
                    <a:pt x="112978" y="14275"/>
                  </a:lnTo>
                  <a:lnTo>
                    <a:pt x="123560" y="18474"/>
                  </a:lnTo>
                  <a:lnTo>
                    <a:pt x="122761" y="23450"/>
                  </a:lnTo>
                  <a:lnTo>
                    <a:pt x="125393" y="24971"/>
                  </a:lnTo>
                  <a:lnTo>
                    <a:pt x="125759" y="25932"/>
                  </a:lnTo>
                  <a:lnTo>
                    <a:pt x="123148" y="31111"/>
                  </a:lnTo>
                  <a:lnTo>
                    <a:pt x="127638" y="33093"/>
                  </a:lnTo>
                  <a:lnTo>
                    <a:pt x="126770" y="39264"/>
                  </a:lnTo>
                  <a:lnTo>
                    <a:pt x="124247" y="42030"/>
                  </a:lnTo>
                  <a:lnTo>
                    <a:pt x="123054" y="48166"/>
                  </a:lnTo>
                  <a:lnTo>
                    <a:pt x="123381" y="52904"/>
                  </a:lnTo>
                  <a:lnTo>
                    <a:pt x="124283" y="54979"/>
                  </a:lnTo>
                  <a:lnTo>
                    <a:pt x="126013" y="55865"/>
                  </a:lnTo>
                  <a:lnTo>
                    <a:pt x="123660" y="57727"/>
                  </a:lnTo>
                  <a:lnTo>
                    <a:pt x="118563" y="58167"/>
                  </a:lnTo>
                  <a:lnTo>
                    <a:pt x="116532" y="62437"/>
                  </a:lnTo>
                  <a:lnTo>
                    <a:pt x="106524" y="59557"/>
                  </a:lnTo>
                  <a:lnTo>
                    <a:pt x="100922" y="63494"/>
                  </a:lnTo>
                  <a:lnTo>
                    <a:pt x="98684" y="66260"/>
                  </a:lnTo>
                  <a:lnTo>
                    <a:pt x="98056" y="70857"/>
                  </a:lnTo>
                  <a:lnTo>
                    <a:pt x="94980" y="72596"/>
                  </a:lnTo>
                  <a:lnTo>
                    <a:pt x="91771" y="72141"/>
                  </a:lnTo>
                  <a:lnTo>
                    <a:pt x="88746" y="70798"/>
                  </a:lnTo>
                  <a:lnTo>
                    <a:pt x="82368" y="71577"/>
                  </a:lnTo>
                  <a:lnTo>
                    <a:pt x="81033" y="71080"/>
                  </a:lnTo>
                  <a:lnTo>
                    <a:pt x="76307" y="72298"/>
                  </a:lnTo>
                  <a:lnTo>
                    <a:pt x="69547" y="69689"/>
                  </a:lnTo>
                  <a:lnTo>
                    <a:pt x="64823" y="71813"/>
                  </a:lnTo>
                  <a:lnTo>
                    <a:pt x="63058" y="77224"/>
                  </a:lnTo>
                  <a:lnTo>
                    <a:pt x="62734" y="81063"/>
                  </a:lnTo>
                  <a:lnTo>
                    <a:pt x="60551" y="85308"/>
                  </a:lnTo>
                  <a:lnTo>
                    <a:pt x="59912" y="93038"/>
                  </a:lnTo>
                  <a:lnTo>
                    <a:pt x="58029" y="95689"/>
                  </a:lnTo>
                  <a:lnTo>
                    <a:pt x="56070" y="97030"/>
                  </a:lnTo>
                  <a:lnTo>
                    <a:pt x="55993" y="98504"/>
                  </a:lnTo>
                  <a:lnTo>
                    <a:pt x="57844" y="103728"/>
                  </a:lnTo>
                  <a:lnTo>
                    <a:pt x="53863" y="117912"/>
                  </a:lnTo>
                  <a:lnTo>
                    <a:pt x="49686" y="109511"/>
                  </a:lnTo>
                  <a:lnTo>
                    <a:pt x="47141" y="98237"/>
                  </a:lnTo>
                  <a:lnTo>
                    <a:pt x="53796" y="89080"/>
                  </a:lnTo>
                  <a:lnTo>
                    <a:pt x="53911" y="88386"/>
                  </a:lnTo>
                  <a:lnTo>
                    <a:pt x="51270" y="85192"/>
                  </a:lnTo>
                  <a:lnTo>
                    <a:pt x="53186" y="81654"/>
                  </a:lnTo>
                  <a:lnTo>
                    <a:pt x="53058" y="75731"/>
                  </a:lnTo>
                  <a:lnTo>
                    <a:pt x="55332" y="69415"/>
                  </a:lnTo>
                  <a:lnTo>
                    <a:pt x="59308" y="67014"/>
                  </a:lnTo>
                  <a:lnTo>
                    <a:pt x="64425" y="65186"/>
                  </a:lnTo>
                  <a:lnTo>
                    <a:pt x="65698" y="63562"/>
                  </a:lnTo>
                  <a:lnTo>
                    <a:pt x="65190" y="60758"/>
                  </a:lnTo>
                  <a:lnTo>
                    <a:pt x="66939" y="53311"/>
                  </a:lnTo>
                  <a:lnTo>
                    <a:pt x="64793" y="50711"/>
                  </a:lnTo>
                  <a:lnTo>
                    <a:pt x="50480" y="50331"/>
                  </a:lnTo>
                  <a:lnTo>
                    <a:pt x="49648" y="48515"/>
                  </a:lnTo>
                  <a:lnTo>
                    <a:pt x="38600" y="48686"/>
                  </a:lnTo>
                  <a:lnTo>
                    <a:pt x="36810" y="49153"/>
                  </a:lnTo>
                  <a:lnTo>
                    <a:pt x="33488" y="51857"/>
                  </a:lnTo>
                  <a:lnTo>
                    <a:pt x="32575" y="55563"/>
                  </a:lnTo>
                  <a:lnTo>
                    <a:pt x="37808" y="58008"/>
                  </a:lnTo>
                  <a:lnTo>
                    <a:pt x="35794" y="62340"/>
                  </a:lnTo>
                  <a:lnTo>
                    <a:pt x="36977" y="65972"/>
                  </a:lnTo>
                  <a:lnTo>
                    <a:pt x="39283" y="67168"/>
                  </a:lnTo>
                  <a:lnTo>
                    <a:pt x="39746" y="69833"/>
                  </a:lnTo>
                  <a:lnTo>
                    <a:pt x="39435" y="72929"/>
                  </a:lnTo>
                  <a:lnTo>
                    <a:pt x="38684" y="73751"/>
                  </a:lnTo>
                  <a:lnTo>
                    <a:pt x="45678" y="77938"/>
                  </a:lnTo>
                  <a:lnTo>
                    <a:pt x="46749" y="80939"/>
                  </a:lnTo>
                  <a:lnTo>
                    <a:pt x="46032" y="82631"/>
                  </a:lnTo>
                  <a:lnTo>
                    <a:pt x="40762" y="87630"/>
                  </a:lnTo>
                  <a:lnTo>
                    <a:pt x="37341" y="94156"/>
                  </a:lnTo>
                  <a:lnTo>
                    <a:pt x="36451" y="94181"/>
                  </a:lnTo>
                  <a:lnTo>
                    <a:pt x="33644" y="92720"/>
                  </a:lnTo>
                  <a:lnTo>
                    <a:pt x="31097" y="94425"/>
                  </a:lnTo>
                  <a:lnTo>
                    <a:pt x="28240" y="94856"/>
                  </a:lnTo>
                  <a:lnTo>
                    <a:pt x="28263" y="93311"/>
                  </a:lnTo>
                  <a:lnTo>
                    <a:pt x="30101" y="91084"/>
                  </a:lnTo>
                  <a:lnTo>
                    <a:pt x="33493" y="81906"/>
                  </a:lnTo>
                  <a:lnTo>
                    <a:pt x="31678" y="75387"/>
                  </a:lnTo>
                  <a:lnTo>
                    <a:pt x="30711" y="74148"/>
                  </a:lnTo>
                  <a:lnTo>
                    <a:pt x="29575" y="74005"/>
                  </a:lnTo>
                  <a:lnTo>
                    <a:pt x="27860" y="74250"/>
                  </a:lnTo>
                  <a:lnTo>
                    <a:pt x="25927" y="75892"/>
                  </a:lnTo>
                  <a:lnTo>
                    <a:pt x="26822" y="76834"/>
                  </a:lnTo>
                  <a:lnTo>
                    <a:pt x="26696" y="78333"/>
                  </a:lnTo>
                  <a:lnTo>
                    <a:pt x="23443" y="77329"/>
                  </a:lnTo>
                  <a:lnTo>
                    <a:pt x="21968" y="76051"/>
                  </a:lnTo>
                  <a:lnTo>
                    <a:pt x="18242" y="76898"/>
                  </a:lnTo>
                  <a:lnTo>
                    <a:pt x="16771" y="79419"/>
                  </a:lnTo>
                  <a:lnTo>
                    <a:pt x="17083" y="82980"/>
                  </a:lnTo>
                  <a:lnTo>
                    <a:pt x="19353" y="86448"/>
                  </a:lnTo>
                  <a:lnTo>
                    <a:pt x="20768" y="90000"/>
                  </a:lnTo>
                  <a:lnTo>
                    <a:pt x="20582" y="91199"/>
                  </a:lnTo>
                  <a:lnTo>
                    <a:pt x="17650" y="89566"/>
                  </a:lnTo>
                  <a:lnTo>
                    <a:pt x="16138" y="87020"/>
                  </a:lnTo>
                  <a:lnTo>
                    <a:pt x="14636" y="87157"/>
                  </a:lnTo>
                  <a:lnTo>
                    <a:pt x="12461" y="88084"/>
                  </a:lnTo>
                  <a:lnTo>
                    <a:pt x="10490" y="91396"/>
                  </a:lnTo>
                  <a:lnTo>
                    <a:pt x="10820" y="95666"/>
                  </a:lnTo>
                  <a:lnTo>
                    <a:pt x="9499" y="96304"/>
                  </a:lnTo>
                  <a:lnTo>
                    <a:pt x="6630" y="96131"/>
                  </a:lnTo>
                  <a:lnTo>
                    <a:pt x="7407" y="94711"/>
                  </a:lnTo>
                  <a:lnTo>
                    <a:pt x="6607" y="93656"/>
                  </a:lnTo>
                  <a:lnTo>
                    <a:pt x="356" y="91026"/>
                  </a:lnTo>
                  <a:lnTo>
                    <a:pt x="0" y="89247"/>
                  </a:lnTo>
                  <a:lnTo>
                    <a:pt x="534" y="88257"/>
                  </a:lnTo>
                  <a:lnTo>
                    <a:pt x="3837" y="85208"/>
                  </a:lnTo>
                  <a:lnTo>
                    <a:pt x="6481" y="80830"/>
                  </a:lnTo>
                  <a:lnTo>
                    <a:pt x="3985" y="75479"/>
                  </a:lnTo>
                  <a:lnTo>
                    <a:pt x="3846" y="73354"/>
                  </a:lnTo>
                  <a:lnTo>
                    <a:pt x="9520" y="67091"/>
                  </a:lnTo>
                  <a:lnTo>
                    <a:pt x="7860" y="57685"/>
                  </a:lnTo>
                  <a:lnTo>
                    <a:pt x="10266" y="49557"/>
                  </a:lnTo>
                  <a:lnTo>
                    <a:pt x="15340" y="44539"/>
                  </a:lnTo>
                  <a:lnTo>
                    <a:pt x="17653" y="44900"/>
                  </a:lnTo>
                  <a:lnTo>
                    <a:pt x="19682" y="47050"/>
                  </a:lnTo>
                  <a:lnTo>
                    <a:pt x="27179" y="46537"/>
                  </a:lnTo>
                  <a:lnTo>
                    <a:pt x="29356" y="44685"/>
                  </a:lnTo>
                  <a:lnTo>
                    <a:pt x="27657" y="39868"/>
                  </a:lnTo>
                  <a:lnTo>
                    <a:pt x="28037" y="32202"/>
                  </a:lnTo>
                  <a:lnTo>
                    <a:pt x="27118" y="30069"/>
                  </a:lnTo>
                  <a:lnTo>
                    <a:pt x="23427" y="27756"/>
                  </a:lnTo>
                  <a:lnTo>
                    <a:pt x="21775" y="25338"/>
                  </a:lnTo>
                  <a:lnTo>
                    <a:pt x="21492" y="22663"/>
                  </a:lnTo>
                  <a:lnTo>
                    <a:pt x="22109" y="21397"/>
                  </a:lnTo>
                  <a:lnTo>
                    <a:pt x="23080" y="21786"/>
                  </a:lnTo>
                  <a:lnTo>
                    <a:pt x="25695" y="21026"/>
                  </a:lnTo>
                  <a:lnTo>
                    <a:pt x="27108" y="19499"/>
                  </a:lnTo>
                  <a:lnTo>
                    <a:pt x="26179" y="15273"/>
                  </a:lnTo>
                  <a:lnTo>
                    <a:pt x="27029" y="14836"/>
                  </a:lnTo>
                  <a:lnTo>
                    <a:pt x="33829" y="14511"/>
                  </a:lnTo>
                  <a:lnTo>
                    <a:pt x="36299" y="12470"/>
                  </a:lnTo>
                  <a:lnTo>
                    <a:pt x="40061" y="11077"/>
                  </a:lnTo>
                  <a:lnTo>
                    <a:pt x="44298" y="10877"/>
                  </a:lnTo>
                  <a:lnTo>
                    <a:pt x="50353" y="11147"/>
                  </a:lnTo>
                  <a:lnTo>
                    <a:pt x="50356" y="13400"/>
                  </a:lnTo>
                  <a:lnTo>
                    <a:pt x="49252" y="14219"/>
                  </a:lnTo>
                  <a:lnTo>
                    <a:pt x="49542" y="14932"/>
                  </a:lnTo>
                  <a:lnTo>
                    <a:pt x="51602" y="14751"/>
                  </a:lnTo>
                  <a:lnTo>
                    <a:pt x="53526" y="11583"/>
                  </a:lnTo>
                  <a:lnTo>
                    <a:pt x="63859" y="9389"/>
                  </a:lnTo>
                  <a:lnTo>
                    <a:pt x="66753" y="7081"/>
                  </a:lnTo>
                  <a:lnTo>
                    <a:pt x="71900" y="5994"/>
                  </a:lnTo>
                  <a:lnTo>
                    <a:pt x="75868" y="5769"/>
                  </a:lnTo>
                  <a:lnTo>
                    <a:pt x="76220" y="6977"/>
                  </a:lnTo>
                  <a:lnTo>
                    <a:pt x="77455" y="7536"/>
                  </a:lnTo>
                  <a:lnTo>
                    <a:pt x="80628" y="5855"/>
                  </a:lnTo>
                  <a:lnTo>
                    <a:pt x="82988" y="1976"/>
                  </a:lnTo>
                  <a:lnTo>
                    <a:pt x="85528" y="115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h2828"/>
            <p:cNvSpPr/>
            <p:nvPr/>
          </p:nvSpPr>
          <p:spPr>
            <a:xfrm>
              <a:off x="2024498" y="2663942"/>
              <a:ext cx="39484" cy="33843"/>
            </a:xfrm>
            <a:custGeom>
              <a:avLst/>
              <a:pathLst>
                <a:path w="39484" h="33843">
                  <a:moveTo>
                    <a:pt x="30899" y="95"/>
                  </a:moveTo>
                  <a:lnTo>
                    <a:pt x="32543" y="3082"/>
                  </a:lnTo>
                  <a:lnTo>
                    <a:pt x="35304" y="5343"/>
                  </a:lnTo>
                  <a:lnTo>
                    <a:pt x="37858" y="6379"/>
                  </a:lnTo>
                  <a:lnTo>
                    <a:pt x="38669" y="9187"/>
                  </a:lnTo>
                  <a:lnTo>
                    <a:pt x="38064" y="11941"/>
                  </a:lnTo>
                  <a:lnTo>
                    <a:pt x="38263" y="16761"/>
                  </a:lnTo>
                  <a:lnTo>
                    <a:pt x="37466" y="18013"/>
                  </a:lnTo>
                  <a:lnTo>
                    <a:pt x="38961" y="19101"/>
                  </a:lnTo>
                  <a:lnTo>
                    <a:pt x="39484" y="20523"/>
                  </a:lnTo>
                  <a:lnTo>
                    <a:pt x="38759" y="23466"/>
                  </a:lnTo>
                  <a:lnTo>
                    <a:pt x="33783" y="30788"/>
                  </a:lnTo>
                  <a:lnTo>
                    <a:pt x="32613" y="33820"/>
                  </a:lnTo>
                  <a:lnTo>
                    <a:pt x="29729" y="33843"/>
                  </a:lnTo>
                  <a:lnTo>
                    <a:pt x="29027" y="32161"/>
                  </a:lnTo>
                  <a:lnTo>
                    <a:pt x="25192" y="30636"/>
                  </a:lnTo>
                  <a:lnTo>
                    <a:pt x="19759" y="29887"/>
                  </a:lnTo>
                  <a:lnTo>
                    <a:pt x="16626" y="27855"/>
                  </a:lnTo>
                  <a:lnTo>
                    <a:pt x="15374" y="25776"/>
                  </a:lnTo>
                  <a:lnTo>
                    <a:pt x="13537" y="24681"/>
                  </a:lnTo>
                  <a:lnTo>
                    <a:pt x="8714" y="25199"/>
                  </a:lnTo>
                  <a:lnTo>
                    <a:pt x="7342" y="24202"/>
                  </a:lnTo>
                  <a:lnTo>
                    <a:pt x="0" y="22261"/>
                  </a:lnTo>
                  <a:lnTo>
                    <a:pt x="287" y="20439"/>
                  </a:lnTo>
                  <a:lnTo>
                    <a:pt x="4255" y="14443"/>
                  </a:lnTo>
                  <a:lnTo>
                    <a:pt x="10339" y="12655"/>
                  </a:lnTo>
                  <a:lnTo>
                    <a:pt x="13051" y="10701"/>
                  </a:lnTo>
                  <a:lnTo>
                    <a:pt x="13265" y="9791"/>
                  </a:lnTo>
                  <a:lnTo>
                    <a:pt x="12541" y="7055"/>
                  </a:lnTo>
                  <a:lnTo>
                    <a:pt x="3011" y="5195"/>
                  </a:lnTo>
                  <a:lnTo>
                    <a:pt x="1091" y="2308"/>
                  </a:lnTo>
                  <a:lnTo>
                    <a:pt x="4404" y="2036"/>
                  </a:lnTo>
                  <a:lnTo>
                    <a:pt x="14292" y="2942"/>
                  </a:lnTo>
                  <a:lnTo>
                    <a:pt x="19324" y="0"/>
                  </a:lnTo>
                  <a:lnTo>
                    <a:pt x="26596" y="83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h2829"/>
            <p:cNvSpPr/>
            <p:nvPr/>
          </p:nvSpPr>
          <p:spPr>
            <a:xfrm>
              <a:off x="2038732" y="2581905"/>
              <a:ext cx="39691" cy="44067"/>
            </a:xfrm>
            <a:custGeom>
              <a:avLst/>
              <a:pathLst>
                <a:path w="39691" h="44067">
                  <a:moveTo>
                    <a:pt x="19195" y="2067"/>
                  </a:moveTo>
                  <a:lnTo>
                    <a:pt x="20086" y="3862"/>
                  </a:lnTo>
                  <a:lnTo>
                    <a:pt x="21839" y="4292"/>
                  </a:lnTo>
                  <a:lnTo>
                    <a:pt x="27766" y="8277"/>
                  </a:lnTo>
                  <a:lnTo>
                    <a:pt x="29422" y="10730"/>
                  </a:lnTo>
                  <a:lnTo>
                    <a:pt x="33329" y="9594"/>
                  </a:lnTo>
                  <a:lnTo>
                    <a:pt x="38747" y="13439"/>
                  </a:lnTo>
                  <a:lnTo>
                    <a:pt x="39691" y="14374"/>
                  </a:lnTo>
                  <a:lnTo>
                    <a:pt x="39187" y="18017"/>
                  </a:lnTo>
                  <a:lnTo>
                    <a:pt x="36807" y="19104"/>
                  </a:lnTo>
                  <a:lnTo>
                    <a:pt x="32155" y="18291"/>
                  </a:lnTo>
                  <a:lnTo>
                    <a:pt x="31133" y="23839"/>
                  </a:lnTo>
                  <a:lnTo>
                    <a:pt x="28509" y="27177"/>
                  </a:lnTo>
                  <a:lnTo>
                    <a:pt x="26068" y="27337"/>
                  </a:lnTo>
                  <a:lnTo>
                    <a:pt x="25403" y="28513"/>
                  </a:lnTo>
                  <a:lnTo>
                    <a:pt x="27397" y="34986"/>
                  </a:lnTo>
                  <a:lnTo>
                    <a:pt x="30058" y="39430"/>
                  </a:lnTo>
                  <a:lnTo>
                    <a:pt x="31017" y="39907"/>
                  </a:lnTo>
                  <a:lnTo>
                    <a:pt x="29535" y="42341"/>
                  </a:lnTo>
                  <a:lnTo>
                    <a:pt x="27255" y="44067"/>
                  </a:lnTo>
                  <a:lnTo>
                    <a:pt x="24939" y="41634"/>
                  </a:lnTo>
                  <a:lnTo>
                    <a:pt x="24483" y="39384"/>
                  </a:lnTo>
                  <a:lnTo>
                    <a:pt x="22504" y="37361"/>
                  </a:lnTo>
                  <a:lnTo>
                    <a:pt x="15417" y="37207"/>
                  </a:lnTo>
                  <a:lnTo>
                    <a:pt x="9938" y="39216"/>
                  </a:lnTo>
                  <a:lnTo>
                    <a:pt x="9084" y="38625"/>
                  </a:lnTo>
                  <a:lnTo>
                    <a:pt x="10505" y="34815"/>
                  </a:lnTo>
                  <a:lnTo>
                    <a:pt x="15084" y="30092"/>
                  </a:lnTo>
                  <a:lnTo>
                    <a:pt x="15115" y="26479"/>
                  </a:lnTo>
                  <a:lnTo>
                    <a:pt x="9353" y="23509"/>
                  </a:lnTo>
                  <a:lnTo>
                    <a:pt x="5009" y="23202"/>
                  </a:lnTo>
                  <a:lnTo>
                    <a:pt x="2219" y="23881"/>
                  </a:lnTo>
                  <a:lnTo>
                    <a:pt x="0" y="25708"/>
                  </a:lnTo>
                  <a:lnTo>
                    <a:pt x="1010" y="22138"/>
                  </a:lnTo>
                  <a:lnTo>
                    <a:pt x="897" y="16475"/>
                  </a:lnTo>
                  <a:lnTo>
                    <a:pt x="7089" y="4571"/>
                  </a:lnTo>
                  <a:lnTo>
                    <a:pt x="12276" y="4583"/>
                  </a:lnTo>
                  <a:lnTo>
                    <a:pt x="11616" y="2597"/>
                  </a:lnTo>
                  <a:lnTo>
                    <a:pt x="1330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h2830"/>
            <p:cNvSpPr/>
            <p:nvPr/>
          </p:nvSpPr>
          <p:spPr>
            <a:xfrm>
              <a:off x="2149133" y="2592936"/>
              <a:ext cx="21615" cy="20303"/>
            </a:xfrm>
            <a:custGeom>
              <a:avLst/>
              <a:pathLst>
                <a:path w="21615" h="20303">
                  <a:moveTo>
                    <a:pt x="8619" y="216"/>
                  </a:moveTo>
                  <a:lnTo>
                    <a:pt x="12153" y="2722"/>
                  </a:lnTo>
                  <a:lnTo>
                    <a:pt x="12377" y="4982"/>
                  </a:lnTo>
                  <a:lnTo>
                    <a:pt x="10368" y="9051"/>
                  </a:lnTo>
                  <a:lnTo>
                    <a:pt x="9905" y="12339"/>
                  </a:lnTo>
                  <a:lnTo>
                    <a:pt x="21456" y="13998"/>
                  </a:lnTo>
                  <a:lnTo>
                    <a:pt x="21615" y="15864"/>
                  </a:lnTo>
                  <a:lnTo>
                    <a:pt x="21486" y="16537"/>
                  </a:lnTo>
                  <a:lnTo>
                    <a:pt x="19216" y="16722"/>
                  </a:lnTo>
                  <a:lnTo>
                    <a:pt x="15975" y="20303"/>
                  </a:lnTo>
                  <a:lnTo>
                    <a:pt x="13004" y="18644"/>
                  </a:lnTo>
                  <a:lnTo>
                    <a:pt x="10465" y="18637"/>
                  </a:lnTo>
                  <a:lnTo>
                    <a:pt x="10466" y="17421"/>
                  </a:lnTo>
                  <a:lnTo>
                    <a:pt x="5909" y="17200"/>
                  </a:lnTo>
                  <a:lnTo>
                    <a:pt x="6233" y="15687"/>
                  </a:lnTo>
                  <a:lnTo>
                    <a:pt x="4347" y="13384"/>
                  </a:lnTo>
                  <a:lnTo>
                    <a:pt x="1859" y="11784"/>
                  </a:lnTo>
                  <a:lnTo>
                    <a:pt x="943" y="7074"/>
                  </a:lnTo>
                  <a:lnTo>
                    <a:pt x="0" y="2068"/>
                  </a:lnTo>
                  <a:lnTo>
                    <a:pt x="1658" y="536"/>
                  </a:lnTo>
                  <a:lnTo>
                    <a:pt x="3457" y="810"/>
                  </a:lnTo>
                  <a:lnTo>
                    <a:pt x="6317" y="1314"/>
                  </a:lnTo>
                  <a:lnTo>
                    <a:pt x="62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h2831"/>
            <p:cNvSpPr/>
            <p:nvPr/>
          </p:nvSpPr>
          <p:spPr>
            <a:xfrm>
              <a:off x="2062356" y="2646973"/>
              <a:ext cx="31374" cy="28990"/>
            </a:xfrm>
            <a:custGeom>
              <a:avLst/>
              <a:pathLst>
                <a:path w="31374" h="28990">
                  <a:moveTo>
                    <a:pt x="13243" y="1102"/>
                  </a:moveTo>
                  <a:lnTo>
                    <a:pt x="16156" y="0"/>
                  </a:lnTo>
                  <a:lnTo>
                    <a:pt x="18243" y="479"/>
                  </a:lnTo>
                  <a:lnTo>
                    <a:pt x="19139" y="3280"/>
                  </a:lnTo>
                  <a:lnTo>
                    <a:pt x="26816" y="7165"/>
                  </a:lnTo>
                  <a:lnTo>
                    <a:pt x="31374" y="7899"/>
                  </a:lnTo>
                  <a:lnTo>
                    <a:pt x="27699" y="14655"/>
                  </a:lnTo>
                  <a:lnTo>
                    <a:pt x="24293" y="23999"/>
                  </a:lnTo>
                  <a:lnTo>
                    <a:pt x="22788" y="24939"/>
                  </a:lnTo>
                  <a:lnTo>
                    <a:pt x="22388" y="27470"/>
                  </a:lnTo>
                  <a:lnTo>
                    <a:pt x="17052" y="28990"/>
                  </a:lnTo>
                  <a:lnTo>
                    <a:pt x="13625" y="28337"/>
                  </a:lnTo>
                  <a:lnTo>
                    <a:pt x="12812" y="26222"/>
                  </a:lnTo>
                  <a:lnTo>
                    <a:pt x="0" y="23348"/>
                  </a:lnTo>
                  <a:lnTo>
                    <a:pt x="710" y="22164"/>
                  </a:lnTo>
                  <a:lnTo>
                    <a:pt x="2115" y="21707"/>
                  </a:lnTo>
                  <a:lnTo>
                    <a:pt x="7544" y="21273"/>
                  </a:lnTo>
                  <a:lnTo>
                    <a:pt x="8232" y="19699"/>
                  </a:lnTo>
                  <a:lnTo>
                    <a:pt x="7315" y="15775"/>
                  </a:lnTo>
                  <a:lnTo>
                    <a:pt x="7980" y="1117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h2832"/>
            <p:cNvSpPr/>
            <p:nvPr/>
          </p:nvSpPr>
          <p:spPr>
            <a:xfrm>
              <a:off x="2039298" y="2571456"/>
              <a:ext cx="24419" cy="15032"/>
            </a:xfrm>
            <a:custGeom>
              <a:avLst/>
              <a:pathLst>
                <a:path w="24419" h="15032">
                  <a:moveTo>
                    <a:pt x="16398" y="2350"/>
                  </a:moveTo>
                  <a:lnTo>
                    <a:pt x="16112" y="2925"/>
                  </a:lnTo>
                  <a:lnTo>
                    <a:pt x="20217" y="7118"/>
                  </a:lnTo>
                  <a:lnTo>
                    <a:pt x="20893" y="5210"/>
                  </a:lnTo>
                  <a:lnTo>
                    <a:pt x="23726" y="6660"/>
                  </a:lnTo>
                  <a:lnTo>
                    <a:pt x="24419" y="10886"/>
                  </a:lnTo>
                  <a:lnTo>
                    <a:pt x="21272" y="14741"/>
                  </a:lnTo>
                  <a:lnTo>
                    <a:pt x="19519" y="14311"/>
                  </a:lnTo>
                  <a:lnTo>
                    <a:pt x="18628" y="12516"/>
                  </a:lnTo>
                  <a:lnTo>
                    <a:pt x="12740" y="10448"/>
                  </a:lnTo>
                  <a:lnTo>
                    <a:pt x="11050" y="13046"/>
                  </a:lnTo>
                  <a:lnTo>
                    <a:pt x="11709" y="15032"/>
                  </a:lnTo>
                  <a:lnTo>
                    <a:pt x="6523" y="15020"/>
                  </a:lnTo>
                  <a:lnTo>
                    <a:pt x="6726" y="11604"/>
                  </a:lnTo>
                  <a:lnTo>
                    <a:pt x="0" y="8386"/>
                  </a:lnTo>
                  <a:lnTo>
                    <a:pt x="120" y="6572"/>
                  </a:lnTo>
                  <a:lnTo>
                    <a:pt x="2150" y="2301"/>
                  </a:lnTo>
                  <a:lnTo>
                    <a:pt x="7248" y="1862"/>
                  </a:lnTo>
                  <a:lnTo>
                    <a:pt x="9601" y="0"/>
                  </a:lnTo>
                  <a:lnTo>
                    <a:pt x="12611" y="1617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h2833"/>
            <p:cNvSpPr/>
            <p:nvPr/>
          </p:nvSpPr>
          <p:spPr>
            <a:xfrm>
              <a:off x="2199962" y="2592777"/>
              <a:ext cx="28767" cy="27050"/>
            </a:xfrm>
            <a:custGeom>
              <a:avLst/>
              <a:pathLst>
                <a:path w="28767" h="27050">
                  <a:moveTo>
                    <a:pt x="19039" y="1653"/>
                  </a:moveTo>
                  <a:lnTo>
                    <a:pt x="20641" y="1786"/>
                  </a:lnTo>
                  <a:lnTo>
                    <a:pt x="21071" y="775"/>
                  </a:lnTo>
                  <a:lnTo>
                    <a:pt x="20901" y="3486"/>
                  </a:lnTo>
                  <a:lnTo>
                    <a:pt x="25176" y="8646"/>
                  </a:lnTo>
                  <a:lnTo>
                    <a:pt x="28767" y="10852"/>
                  </a:lnTo>
                  <a:lnTo>
                    <a:pt x="22955" y="16514"/>
                  </a:lnTo>
                  <a:lnTo>
                    <a:pt x="22668" y="18808"/>
                  </a:lnTo>
                  <a:lnTo>
                    <a:pt x="23731" y="21130"/>
                  </a:lnTo>
                  <a:lnTo>
                    <a:pt x="22009" y="22829"/>
                  </a:lnTo>
                  <a:lnTo>
                    <a:pt x="17786" y="23935"/>
                  </a:lnTo>
                  <a:lnTo>
                    <a:pt x="15333" y="26218"/>
                  </a:lnTo>
                  <a:lnTo>
                    <a:pt x="12483" y="27050"/>
                  </a:lnTo>
                  <a:lnTo>
                    <a:pt x="7639" y="26182"/>
                  </a:lnTo>
                  <a:lnTo>
                    <a:pt x="9704" y="19937"/>
                  </a:lnTo>
                  <a:lnTo>
                    <a:pt x="0" y="19837"/>
                  </a:lnTo>
                  <a:lnTo>
                    <a:pt x="1356" y="17243"/>
                  </a:lnTo>
                  <a:lnTo>
                    <a:pt x="4827" y="17644"/>
                  </a:lnTo>
                  <a:lnTo>
                    <a:pt x="5433" y="15432"/>
                  </a:lnTo>
                  <a:lnTo>
                    <a:pt x="3337" y="13468"/>
                  </a:lnTo>
                  <a:lnTo>
                    <a:pt x="5417" y="6003"/>
                  </a:lnTo>
                  <a:lnTo>
                    <a:pt x="7012" y="6601"/>
                  </a:lnTo>
                  <a:lnTo>
                    <a:pt x="8315" y="3850"/>
                  </a:lnTo>
                  <a:lnTo>
                    <a:pt x="11112" y="1405"/>
                  </a:lnTo>
                  <a:lnTo>
                    <a:pt x="1664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h2834"/>
            <p:cNvSpPr/>
            <p:nvPr/>
          </p:nvSpPr>
          <p:spPr>
            <a:xfrm>
              <a:off x="1976413" y="2405194"/>
              <a:ext cx="65111" cy="121979"/>
            </a:xfrm>
            <a:custGeom>
              <a:avLst/>
              <a:pathLst>
                <a:path w="65111" h="121979">
                  <a:moveTo>
                    <a:pt x="14724" y="1972"/>
                  </a:moveTo>
                  <a:lnTo>
                    <a:pt x="15810" y="4882"/>
                  </a:lnTo>
                  <a:lnTo>
                    <a:pt x="20717" y="9443"/>
                  </a:lnTo>
                  <a:lnTo>
                    <a:pt x="25574" y="12003"/>
                  </a:lnTo>
                  <a:lnTo>
                    <a:pt x="35454" y="12367"/>
                  </a:lnTo>
                  <a:lnTo>
                    <a:pt x="35042" y="9817"/>
                  </a:lnTo>
                  <a:lnTo>
                    <a:pt x="38769" y="9086"/>
                  </a:lnTo>
                  <a:lnTo>
                    <a:pt x="45538" y="11510"/>
                  </a:lnTo>
                  <a:lnTo>
                    <a:pt x="49389" y="10778"/>
                  </a:lnTo>
                  <a:lnTo>
                    <a:pt x="51808" y="12272"/>
                  </a:lnTo>
                  <a:lnTo>
                    <a:pt x="52240" y="14685"/>
                  </a:lnTo>
                  <a:lnTo>
                    <a:pt x="56147" y="14427"/>
                  </a:lnTo>
                  <a:lnTo>
                    <a:pt x="60377" y="9968"/>
                  </a:lnTo>
                  <a:lnTo>
                    <a:pt x="63563" y="12858"/>
                  </a:lnTo>
                  <a:lnTo>
                    <a:pt x="61560" y="16073"/>
                  </a:lnTo>
                  <a:lnTo>
                    <a:pt x="64723" y="17291"/>
                  </a:lnTo>
                  <a:lnTo>
                    <a:pt x="65111" y="19651"/>
                  </a:lnTo>
                  <a:lnTo>
                    <a:pt x="60899" y="20361"/>
                  </a:lnTo>
                  <a:lnTo>
                    <a:pt x="59332" y="26109"/>
                  </a:lnTo>
                  <a:lnTo>
                    <a:pt x="55160" y="30387"/>
                  </a:lnTo>
                  <a:lnTo>
                    <a:pt x="58003" y="34920"/>
                  </a:lnTo>
                  <a:lnTo>
                    <a:pt x="58561" y="38380"/>
                  </a:lnTo>
                  <a:lnTo>
                    <a:pt x="57810" y="41213"/>
                  </a:lnTo>
                  <a:lnTo>
                    <a:pt x="53567" y="46363"/>
                  </a:lnTo>
                  <a:lnTo>
                    <a:pt x="53161" y="48246"/>
                  </a:lnTo>
                  <a:lnTo>
                    <a:pt x="55714" y="54722"/>
                  </a:lnTo>
                  <a:lnTo>
                    <a:pt x="55126" y="55945"/>
                  </a:lnTo>
                  <a:lnTo>
                    <a:pt x="51533" y="57848"/>
                  </a:lnTo>
                  <a:lnTo>
                    <a:pt x="44469" y="57655"/>
                  </a:lnTo>
                  <a:lnTo>
                    <a:pt x="43082" y="64172"/>
                  </a:lnTo>
                  <a:lnTo>
                    <a:pt x="45426" y="66329"/>
                  </a:lnTo>
                  <a:lnTo>
                    <a:pt x="47898" y="72850"/>
                  </a:lnTo>
                  <a:lnTo>
                    <a:pt x="45411" y="74569"/>
                  </a:lnTo>
                  <a:lnTo>
                    <a:pt x="44388" y="76397"/>
                  </a:lnTo>
                  <a:lnTo>
                    <a:pt x="43645" y="80938"/>
                  </a:lnTo>
                  <a:lnTo>
                    <a:pt x="41602" y="84252"/>
                  </a:lnTo>
                  <a:lnTo>
                    <a:pt x="39989" y="84408"/>
                  </a:lnTo>
                  <a:lnTo>
                    <a:pt x="39855" y="88611"/>
                  </a:lnTo>
                  <a:lnTo>
                    <a:pt x="41185" y="90465"/>
                  </a:lnTo>
                  <a:lnTo>
                    <a:pt x="42537" y="90557"/>
                  </a:lnTo>
                  <a:lnTo>
                    <a:pt x="45158" y="93488"/>
                  </a:lnTo>
                  <a:lnTo>
                    <a:pt x="39828" y="110396"/>
                  </a:lnTo>
                  <a:lnTo>
                    <a:pt x="35268" y="111896"/>
                  </a:lnTo>
                  <a:lnTo>
                    <a:pt x="32002" y="111551"/>
                  </a:lnTo>
                  <a:lnTo>
                    <a:pt x="29461" y="112372"/>
                  </a:lnTo>
                  <a:lnTo>
                    <a:pt x="27101" y="116251"/>
                  </a:lnTo>
                  <a:lnTo>
                    <a:pt x="23928" y="117932"/>
                  </a:lnTo>
                  <a:lnTo>
                    <a:pt x="22694" y="117373"/>
                  </a:lnTo>
                  <a:lnTo>
                    <a:pt x="22341" y="116165"/>
                  </a:lnTo>
                  <a:lnTo>
                    <a:pt x="18373" y="116391"/>
                  </a:lnTo>
                  <a:lnTo>
                    <a:pt x="13226" y="117478"/>
                  </a:lnTo>
                  <a:lnTo>
                    <a:pt x="10332" y="119785"/>
                  </a:lnTo>
                  <a:lnTo>
                    <a:pt x="0" y="121979"/>
                  </a:lnTo>
                  <a:lnTo>
                    <a:pt x="3424" y="118866"/>
                  </a:lnTo>
                  <a:lnTo>
                    <a:pt x="10239" y="116619"/>
                  </a:lnTo>
                  <a:lnTo>
                    <a:pt x="10797" y="115737"/>
                  </a:lnTo>
                  <a:lnTo>
                    <a:pt x="10493" y="113536"/>
                  </a:lnTo>
                  <a:lnTo>
                    <a:pt x="12129" y="110531"/>
                  </a:lnTo>
                  <a:lnTo>
                    <a:pt x="13583" y="110105"/>
                  </a:lnTo>
                  <a:lnTo>
                    <a:pt x="15314" y="110736"/>
                  </a:lnTo>
                  <a:lnTo>
                    <a:pt x="19519" y="106929"/>
                  </a:lnTo>
                  <a:lnTo>
                    <a:pt x="21229" y="106157"/>
                  </a:lnTo>
                  <a:lnTo>
                    <a:pt x="24385" y="106854"/>
                  </a:lnTo>
                  <a:lnTo>
                    <a:pt x="25124" y="101898"/>
                  </a:lnTo>
                  <a:lnTo>
                    <a:pt x="18681" y="99667"/>
                  </a:lnTo>
                  <a:lnTo>
                    <a:pt x="16589" y="97341"/>
                  </a:lnTo>
                  <a:lnTo>
                    <a:pt x="17018" y="93980"/>
                  </a:lnTo>
                  <a:lnTo>
                    <a:pt x="17369" y="90585"/>
                  </a:lnTo>
                  <a:lnTo>
                    <a:pt x="15294" y="77266"/>
                  </a:lnTo>
                  <a:lnTo>
                    <a:pt x="11755" y="78662"/>
                  </a:lnTo>
                  <a:lnTo>
                    <a:pt x="9190" y="78960"/>
                  </a:lnTo>
                  <a:lnTo>
                    <a:pt x="8721" y="78443"/>
                  </a:lnTo>
                  <a:lnTo>
                    <a:pt x="8918" y="74507"/>
                  </a:lnTo>
                  <a:lnTo>
                    <a:pt x="11350" y="64596"/>
                  </a:lnTo>
                  <a:lnTo>
                    <a:pt x="4709" y="57644"/>
                  </a:lnTo>
                  <a:lnTo>
                    <a:pt x="799" y="56564"/>
                  </a:lnTo>
                  <a:lnTo>
                    <a:pt x="1007" y="54497"/>
                  </a:lnTo>
                  <a:lnTo>
                    <a:pt x="4118" y="53217"/>
                  </a:lnTo>
                  <a:lnTo>
                    <a:pt x="8226" y="56412"/>
                  </a:lnTo>
                  <a:lnTo>
                    <a:pt x="10197" y="54391"/>
                  </a:lnTo>
                  <a:lnTo>
                    <a:pt x="11188" y="48969"/>
                  </a:lnTo>
                  <a:lnTo>
                    <a:pt x="3970" y="48517"/>
                  </a:lnTo>
                  <a:lnTo>
                    <a:pt x="5104" y="45955"/>
                  </a:lnTo>
                  <a:lnTo>
                    <a:pt x="2848" y="39819"/>
                  </a:lnTo>
                  <a:lnTo>
                    <a:pt x="7483" y="34762"/>
                  </a:lnTo>
                  <a:lnTo>
                    <a:pt x="7996" y="33345"/>
                  </a:lnTo>
                  <a:lnTo>
                    <a:pt x="6248" y="28415"/>
                  </a:lnTo>
                  <a:lnTo>
                    <a:pt x="4612" y="26962"/>
                  </a:lnTo>
                  <a:lnTo>
                    <a:pt x="4047" y="25333"/>
                  </a:lnTo>
                  <a:lnTo>
                    <a:pt x="6537" y="21420"/>
                  </a:lnTo>
                  <a:lnTo>
                    <a:pt x="7425" y="16254"/>
                  </a:lnTo>
                  <a:lnTo>
                    <a:pt x="6287" y="14064"/>
                  </a:lnTo>
                  <a:lnTo>
                    <a:pt x="2146" y="9566"/>
                  </a:lnTo>
                  <a:lnTo>
                    <a:pt x="5371" y="7236"/>
                  </a:lnTo>
                  <a:lnTo>
                    <a:pt x="8623" y="7872"/>
                  </a:lnTo>
                  <a:lnTo>
                    <a:pt x="8977" y="5722"/>
                  </a:lnTo>
                  <a:lnTo>
                    <a:pt x="1610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h2835"/>
            <p:cNvSpPr/>
            <p:nvPr/>
          </p:nvSpPr>
          <p:spPr>
            <a:xfrm>
              <a:off x="2283012" y="2346320"/>
              <a:ext cx="36903" cy="36756"/>
            </a:xfrm>
            <a:custGeom>
              <a:avLst/>
              <a:pathLst>
                <a:path w="36903" h="36756">
                  <a:moveTo>
                    <a:pt x="13273" y="5676"/>
                  </a:moveTo>
                  <a:lnTo>
                    <a:pt x="19387" y="727"/>
                  </a:lnTo>
                  <a:lnTo>
                    <a:pt x="25332" y="4046"/>
                  </a:lnTo>
                  <a:lnTo>
                    <a:pt x="29403" y="4491"/>
                  </a:lnTo>
                  <a:lnTo>
                    <a:pt x="30538" y="3936"/>
                  </a:lnTo>
                  <a:lnTo>
                    <a:pt x="36903" y="15267"/>
                  </a:lnTo>
                  <a:lnTo>
                    <a:pt x="25254" y="29264"/>
                  </a:lnTo>
                  <a:lnTo>
                    <a:pt x="14971" y="36756"/>
                  </a:lnTo>
                  <a:lnTo>
                    <a:pt x="8236" y="30307"/>
                  </a:lnTo>
                  <a:lnTo>
                    <a:pt x="7848" y="24450"/>
                  </a:lnTo>
                  <a:lnTo>
                    <a:pt x="10210" y="20548"/>
                  </a:lnTo>
                  <a:lnTo>
                    <a:pt x="10262" y="187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h2836"/>
            <p:cNvSpPr/>
            <p:nvPr/>
          </p:nvSpPr>
          <p:spPr>
            <a:xfrm>
              <a:off x="2155902" y="2549740"/>
              <a:ext cx="32849" cy="42638"/>
            </a:xfrm>
            <a:custGeom>
              <a:avLst/>
              <a:pathLst>
                <a:path w="32849" h="42638">
                  <a:moveTo>
                    <a:pt x="5971" y="2109"/>
                  </a:moveTo>
                  <a:lnTo>
                    <a:pt x="13369" y="11859"/>
                  </a:lnTo>
                  <a:lnTo>
                    <a:pt x="32849" y="27430"/>
                  </a:lnTo>
                  <a:lnTo>
                    <a:pt x="27075" y="26369"/>
                  </a:lnTo>
                  <a:lnTo>
                    <a:pt x="23374" y="31987"/>
                  </a:lnTo>
                  <a:lnTo>
                    <a:pt x="17537" y="38927"/>
                  </a:lnTo>
                  <a:lnTo>
                    <a:pt x="18131" y="42638"/>
                  </a:lnTo>
                  <a:lnTo>
                    <a:pt x="12815" y="41912"/>
                  </a:lnTo>
                  <a:lnTo>
                    <a:pt x="11956" y="37085"/>
                  </a:lnTo>
                  <a:lnTo>
                    <a:pt x="9407" y="35185"/>
                  </a:lnTo>
                  <a:lnTo>
                    <a:pt x="6389" y="28675"/>
                  </a:lnTo>
                  <a:lnTo>
                    <a:pt x="6718" y="26349"/>
                  </a:lnTo>
                  <a:lnTo>
                    <a:pt x="9752" y="20235"/>
                  </a:lnTo>
                  <a:lnTo>
                    <a:pt x="9449" y="19537"/>
                  </a:lnTo>
                  <a:lnTo>
                    <a:pt x="5380" y="16313"/>
                  </a:lnTo>
                  <a:lnTo>
                    <a:pt x="2069" y="16681"/>
                  </a:lnTo>
                  <a:lnTo>
                    <a:pt x="1935" y="18066"/>
                  </a:lnTo>
                  <a:lnTo>
                    <a:pt x="0" y="17599"/>
                  </a:lnTo>
                  <a:lnTo>
                    <a:pt x="3191" y="5716"/>
                  </a:lnTo>
                  <a:lnTo>
                    <a:pt x="4273" y="5466"/>
                  </a:lnTo>
                  <a:lnTo>
                    <a:pt x="3721" y="3386"/>
                  </a:lnTo>
                  <a:lnTo>
                    <a:pt x="543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h2837"/>
            <p:cNvSpPr/>
            <p:nvPr/>
          </p:nvSpPr>
          <p:spPr>
            <a:xfrm>
              <a:off x="2045673" y="2361054"/>
              <a:ext cx="106817" cy="80672"/>
            </a:xfrm>
            <a:custGeom>
              <a:avLst/>
              <a:pathLst>
                <a:path w="106817" h="80672">
                  <a:moveTo>
                    <a:pt x="30296" y="3998"/>
                  </a:moveTo>
                  <a:lnTo>
                    <a:pt x="32072" y="1103"/>
                  </a:lnTo>
                  <a:lnTo>
                    <a:pt x="39378" y="4623"/>
                  </a:lnTo>
                  <a:lnTo>
                    <a:pt x="40341" y="783"/>
                  </a:lnTo>
                  <a:lnTo>
                    <a:pt x="43304" y="3704"/>
                  </a:lnTo>
                  <a:lnTo>
                    <a:pt x="45258" y="8276"/>
                  </a:lnTo>
                  <a:lnTo>
                    <a:pt x="46897" y="9812"/>
                  </a:lnTo>
                  <a:lnTo>
                    <a:pt x="52502" y="8588"/>
                  </a:lnTo>
                  <a:lnTo>
                    <a:pt x="55512" y="10979"/>
                  </a:lnTo>
                  <a:lnTo>
                    <a:pt x="63398" y="10527"/>
                  </a:lnTo>
                  <a:lnTo>
                    <a:pt x="70782" y="8136"/>
                  </a:lnTo>
                  <a:lnTo>
                    <a:pt x="74968" y="9463"/>
                  </a:lnTo>
                  <a:lnTo>
                    <a:pt x="75446" y="13669"/>
                  </a:lnTo>
                  <a:lnTo>
                    <a:pt x="78025" y="16333"/>
                  </a:lnTo>
                  <a:lnTo>
                    <a:pt x="81053" y="14746"/>
                  </a:lnTo>
                  <a:lnTo>
                    <a:pt x="82797" y="15971"/>
                  </a:lnTo>
                  <a:lnTo>
                    <a:pt x="85048" y="20143"/>
                  </a:lnTo>
                  <a:lnTo>
                    <a:pt x="88625" y="22861"/>
                  </a:lnTo>
                  <a:lnTo>
                    <a:pt x="91381" y="27183"/>
                  </a:lnTo>
                  <a:lnTo>
                    <a:pt x="95993" y="29613"/>
                  </a:lnTo>
                  <a:lnTo>
                    <a:pt x="98059" y="33409"/>
                  </a:lnTo>
                  <a:lnTo>
                    <a:pt x="98048" y="35910"/>
                  </a:lnTo>
                  <a:lnTo>
                    <a:pt x="98944" y="38047"/>
                  </a:lnTo>
                  <a:lnTo>
                    <a:pt x="101519" y="37939"/>
                  </a:lnTo>
                  <a:lnTo>
                    <a:pt x="106534" y="40053"/>
                  </a:lnTo>
                  <a:lnTo>
                    <a:pt x="106817" y="54810"/>
                  </a:lnTo>
                  <a:lnTo>
                    <a:pt x="104097" y="58246"/>
                  </a:lnTo>
                  <a:lnTo>
                    <a:pt x="101847" y="58300"/>
                  </a:lnTo>
                  <a:lnTo>
                    <a:pt x="85776" y="54585"/>
                  </a:lnTo>
                  <a:lnTo>
                    <a:pt x="83958" y="55729"/>
                  </a:lnTo>
                  <a:lnTo>
                    <a:pt x="85170" y="56120"/>
                  </a:lnTo>
                  <a:lnTo>
                    <a:pt x="84088" y="58865"/>
                  </a:lnTo>
                  <a:lnTo>
                    <a:pt x="76506" y="53938"/>
                  </a:lnTo>
                  <a:lnTo>
                    <a:pt x="75763" y="57335"/>
                  </a:lnTo>
                  <a:lnTo>
                    <a:pt x="74456" y="59032"/>
                  </a:lnTo>
                  <a:lnTo>
                    <a:pt x="73352" y="59549"/>
                  </a:lnTo>
                  <a:lnTo>
                    <a:pt x="72880" y="58940"/>
                  </a:lnTo>
                  <a:lnTo>
                    <a:pt x="71384" y="59049"/>
                  </a:lnTo>
                  <a:lnTo>
                    <a:pt x="70914" y="59759"/>
                  </a:lnTo>
                  <a:lnTo>
                    <a:pt x="73654" y="62104"/>
                  </a:lnTo>
                  <a:lnTo>
                    <a:pt x="78275" y="62185"/>
                  </a:lnTo>
                  <a:lnTo>
                    <a:pt x="79608" y="67500"/>
                  </a:lnTo>
                  <a:lnTo>
                    <a:pt x="78859" y="71688"/>
                  </a:lnTo>
                  <a:lnTo>
                    <a:pt x="77961" y="73081"/>
                  </a:lnTo>
                  <a:lnTo>
                    <a:pt x="69635" y="79573"/>
                  </a:lnTo>
                  <a:lnTo>
                    <a:pt x="64353" y="80672"/>
                  </a:lnTo>
                  <a:lnTo>
                    <a:pt x="64195" y="79950"/>
                  </a:lnTo>
                  <a:lnTo>
                    <a:pt x="57481" y="79669"/>
                  </a:lnTo>
                  <a:lnTo>
                    <a:pt x="56854" y="73068"/>
                  </a:lnTo>
                  <a:lnTo>
                    <a:pt x="54649" y="71304"/>
                  </a:lnTo>
                  <a:lnTo>
                    <a:pt x="51572" y="70139"/>
                  </a:lnTo>
                  <a:lnTo>
                    <a:pt x="48658" y="69528"/>
                  </a:lnTo>
                  <a:lnTo>
                    <a:pt x="31108" y="69081"/>
                  </a:lnTo>
                  <a:lnTo>
                    <a:pt x="30144" y="71362"/>
                  </a:lnTo>
                  <a:lnTo>
                    <a:pt x="29090" y="71598"/>
                  </a:lnTo>
                  <a:lnTo>
                    <a:pt x="26168" y="69498"/>
                  </a:lnTo>
                  <a:lnTo>
                    <a:pt x="24197" y="66945"/>
                  </a:lnTo>
                  <a:lnTo>
                    <a:pt x="17350" y="68244"/>
                  </a:lnTo>
                  <a:lnTo>
                    <a:pt x="12694" y="66496"/>
                  </a:lnTo>
                  <a:lnTo>
                    <a:pt x="11042" y="65115"/>
                  </a:lnTo>
                  <a:lnTo>
                    <a:pt x="0" y="47696"/>
                  </a:lnTo>
                  <a:lnTo>
                    <a:pt x="2116" y="47743"/>
                  </a:lnTo>
                  <a:lnTo>
                    <a:pt x="1836" y="31639"/>
                  </a:lnTo>
                  <a:lnTo>
                    <a:pt x="6242" y="29312"/>
                  </a:lnTo>
                  <a:lnTo>
                    <a:pt x="3405" y="22795"/>
                  </a:lnTo>
                  <a:lnTo>
                    <a:pt x="2190" y="17011"/>
                  </a:lnTo>
                  <a:lnTo>
                    <a:pt x="8217" y="17993"/>
                  </a:lnTo>
                  <a:lnTo>
                    <a:pt x="10632" y="16975"/>
                  </a:lnTo>
                  <a:lnTo>
                    <a:pt x="12574" y="14686"/>
                  </a:lnTo>
                  <a:lnTo>
                    <a:pt x="4504" y="12547"/>
                  </a:lnTo>
                  <a:lnTo>
                    <a:pt x="6064" y="9104"/>
                  </a:lnTo>
                  <a:lnTo>
                    <a:pt x="6463" y="5229"/>
                  </a:lnTo>
                  <a:lnTo>
                    <a:pt x="8111" y="5015"/>
                  </a:lnTo>
                  <a:lnTo>
                    <a:pt x="10593" y="3634"/>
                  </a:lnTo>
                  <a:lnTo>
                    <a:pt x="14163" y="4899"/>
                  </a:lnTo>
                  <a:lnTo>
                    <a:pt x="17754" y="7668"/>
                  </a:lnTo>
                  <a:lnTo>
                    <a:pt x="20325" y="5191"/>
                  </a:lnTo>
                  <a:lnTo>
                    <a:pt x="2384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h2838"/>
            <p:cNvSpPr/>
            <p:nvPr/>
          </p:nvSpPr>
          <p:spPr>
            <a:xfrm>
              <a:off x="2083505" y="2527069"/>
              <a:ext cx="24559" cy="13656"/>
            </a:xfrm>
            <a:custGeom>
              <a:avLst/>
              <a:pathLst>
                <a:path w="24559" h="13656">
                  <a:moveTo>
                    <a:pt x="15193" y="25"/>
                  </a:moveTo>
                  <a:lnTo>
                    <a:pt x="18258" y="1987"/>
                  </a:lnTo>
                  <a:lnTo>
                    <a:pt x="21287" y="1693"/>
                  </a:lnTo>
                  <a:lnTo>
                    <a:pt x="22618" y="2839"/>
                  </a:lnTo>
                  <a:lnTo>
                    <a:pt x="24559" y="6530"/>
                  </a:lnTo>
                  <a:lnTo>
                    <a:pt x="23109" y="10714"/>
                  </a:lnTo>
                  <a:lnTo>
                    <a:pt x="14798" y="13656"/>
                  </a:lnTo>
                  <a:lnTo>
                    <a:pt x="9509" y="12075"/>
                  </a:lnTo>
                  <a:lnTo>
                    <a:pt x="9546" y="10678"/>
                  </a:lnTo>
                  <a:lnTo>
                    <a:pt x="1064" y="10912"/>
                  </a:lnTo>
                  <a:lnTo>
                    <a:pt x="0" y="10837"/>
                  </a:lnTo>
                  <a:lnTo>
                    <a:pt x="333" y="5725"/>
                  </a:lnTo>
                  <a:lnTo>
                    <a:pt x="7232" y="2593"/>
                  </a:lnTo>
                  <a:lnTo>
                    <a:pt x="6067" y="801"/>
                  </a:lnTo>
                  <a:lnTo>
                    <a:pt x="956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h2839"/>
            <p:cNvSpPr/>
            <p:nvPr/>
          </p:nvSpPr>
          <p:spPr>
            <a:xfrm>
              <a:off x="1950923" y="2461758"/>
              <a:ext cx="42859" cy="39717"/>
            </a:xfrm>
            <a:custGeom>
              <a:avLst/>
              <a:pathLst>
                <a:path w="42859" h="39717">
                  <a:moveTo>
                    <a:pt x="30199" y="1080"/>
                  </a:moveTo>
                  <a:lnTo>
                    <a:pt x="36840" y="8031"/>
                  </a:lnTo>
                  <a:lnTo>
                    <a:pt x="34408" y="17943"/>
                  </a:lnTo>
                  <a:lnTo>
                    <a:pt x="34211" y="21879"/>
                  </a:lnTo>
                  <a:lnTo>
                    <a:pt x="34680" y="22396"/>
                  </a:lnTo>
                  <a:lnTo>
                    <a:pt x="37245" y="22097"/>
                  </a:lnTo>
                  <a:lnTo>
                    <a:pt x="40784" y="20702"/>
                  </a:lnTo>
                  <a:lnTo>
                    <a:pt x="42859" y="34021"/>
                  </a:lnTo>
                  <a:lnTo>
                    <a:pt x="42508" y="37416"/>
                  </a:lnTo>
                  <a:lnTo>
                    <a:pt x="39561" y="36802"/>
                  </a:lnTo>
                  <a:lnTo>
                    <a:pt x="36877" y="37692"/>
                  </a:lnTo>
                  <a:lnTo>
                    <a:pt x="36540" y="39452"/>
                  </a:lnTo>
                  <a:lnTo>
                    <a:pt x="34923" y="39265"/>
                  </a:lnTo>
                  <a:lnTo>
                    <a:pt x="33889" y="36226"/>
                  </a:lnTo>
                  <a:lnTo>
                    <a:pt x="34473" y="34375"/>
                  </a:lnTo>
                  <a:lnTo>
                    <a:pt x="26624" y="35639"/>
                  </a:lnTo>
                  <a:lnTo>
                    <a:pt x="23355" y="39717"/>
                  </a:lnTo>
                  <a:lnTo>
                    <a:pt x="18230" y="39673"/>
                  </a:lnTo>
                  <a:lnTo>
                    <a:pt x="16196" y="37905"/>
                  </a:lnTo>
                  <a:lnTo>
                    <a:pt x="15471" y="36123"/>
                  </a:lnTo>
                  <a:lnTo>
                    <a:pt x="13620" y="35153"/>
                  </a:lnTo>
                  <a:lnTo>
                    <a:pt x="4447" y="35521"/>
                  </a:lnTo>
                  <a:lnTo>
                    <a:pt x="0" y="34630"/>
                  </a:lnTo>
                  <a:lnTo>
                    <a:pt x="408" y="30592"/>
                  </a:lnTo>
                  <a:lnTo>
                    <a:pt x="5658" y="17314"/>
                  </a:lnTo>
                  <a:lnTo>
                    <a:pt x="25067" y="3150"/>
                  </a:lnTo>
                  <a:lnTo>
                    <a:pt x="25882" y="2288"/>
                  </a:lnTo>
                  <a:lnTo>
                    <a:pt x="2628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h2840"/>
            <p:cNvSpPr/>
            <p:nvPr/>
          </p:nvSpPr>
          <p:spPr>
            <a:xfrm>
              <a:off x="2110508" y="2532819"/>
              <a:ext cx="50834" cy="57585"/>
            </a:xfrm>
            <a:custGeom>
              <a:avLst/>
              <a:pathLst>
                <a:path w="50834" h="57585">
                  <a:moveTo>
                    <a:pt x="50834" y="16920"/>
                  </a:moveTo>
                  <a:lnTo>
                    <a:pt x="49115" y="20307"/>
                  </a:lnTo>
                  <a:lnTo>
                    <a:pt x="49667" y="22387"/>
                  </a:lnTo>
                  <a:lnTo>
                    <a:pt x="48585" y="22637"/>
                  </a:lnTo>
                  <a:lnTo>
                    <a:pt x="30259" y="27207"/>
                  </a:lnTo>
                  <a:lnTo>
                    <a:pt x="28111" y="31024"/>
                  </a:lnTo>
                  <a:lnTo>
                    <a:pt x="29247" y="35729"/>
                  </a:lnTo>
                  <a:lnTo>
                    <a:pt x="30558" y="38541"/>
                  </a:lnTo>
                  <a:lnTo>
                    <a:pt x="31736" y="38637"/>
                  </a:lnTo>
                  <a:lnTo>
                    <a:pt x="32680" y="41428"/>
                  </a:lnTo>
                  <a:lnTo>
                    <a:pt x="31531" y="41231"/>
                  </a:lnTo>
                  <a:lnTo>
                    <a:pt x="28393" y="43180"/>
                  </a:lnTo>
                  <a:lnTo>
                    <a:pt x="25274" y="46881"/>
                  </a:lnTo>
                  <a:lnTo>
                    <a:pt x="24684" y="47715"/>
                  </a:lnTo>
                  <a:lnTo>
                    <a:pt x="25242" y="50403"/>
                  </a:lnTo>
                  <a:lnTo>
                    <a:pt x="20374" y="47649"/>
                  </a:lnTo>
                  <a:lnTo>
                    <a:pt x="20984" y="50898"/>
                  </a:lnTo>
                  <a:lnTo>
                    <a:pt x="20178" y="53097"/>
                  </a:lnTo>
                  <a:lnTo>
                    <a:pt x="17458" y="55398"/>
                  </a:lnTo>
                  <a:lnTo>
                    <a:pt x="17537" y="57373"/>
                  </a:lnTo>
                  <a:lnTo>
                    <a:pt x="16089" y="57585"/>
                  </a:lnTo>
                  <a:lnTo>
                    <a:pt x="10422" y="55218"/>
                  </a:lnTo>
                  <a:lnTo>
                    <a:pt x="10477" y="52600"/>
                  </a:lnTo>
                  <a:lnTo>
                    <a:pt x="11882" y="49511"/>
                  </a:lnTo>
                  <a:lnTo>
                    <a:pt x="5178" y="49491"/>
                  </a:lnTo>
                  <a:lnTo>
                    <a:pt x="1057" y="50334"/>
                  </a:lnTo>
                  <a:lnTo>
                    <a:pt x="0" y="48317"/>
                  </a:lnTo>
                  <a:lnTo>
                    <a:pt x="1067" y="46853"/>
                  </a:lnTo>
                  <a:lnTo>
                    <a:pt x="4512" y="46606"/>
                  </a:lnTo>
                  <a:lnTo>
                    <a:pt x="6762" y="42182"/>
                  </a:lnTo>
                  <a:lnTo>
                    <a:pt x="9326" y="41868"/>
                  </a:lnTo>
                  <a:lnTo>
                    <a:pt x="13080" y="29451"/>
                  </a:lnTo>
                  <a:lnTo>
                    <a:pt x="14100" y="29751"/>
                  </a:lnTo>
                  <a:lnTo>
                    <a:pt x="19114" y="26532"/>
                  </a:lnTo>
                  <a:lnTo>
                    <a:pt x="22542" y="26369"/>
                  </a:lnTo>
                  <a:lnTo>
                    <a:pt x="27944" y="21019"/>
                  </a:lnTo>
                  <a:lnTo>
                    <a:pt x="29478" y="14797"/>
                  </a:lnTo>
                  <a:lnTo>
                    <a:pt x="27268" y="14976"/>
                  </a:lnTo>
                  <a:lnTo>
                    <a:pt x="26735" y="14315"/>
                  </a:lnTo>
                  <a:lnTo>
                    <a:pt x="27383" y="8319"/>
                  </a:lnTo>
                  <a:lnTo>
                    <a:pt x="34803" y="8183"/>
                  </a:lnTo>
                  <a:lnTo>
                    <a:pt x="34884" y="6236"/>
                  </a:lnTo>
                  <a:lnTo>
                    <a:pt x="37193" y="4815"/>
                  </a:lnTo>
                  <a:lnTo>
                    <a:pt x="43752" y="4275"/>
                  </a:lnTo>
                  <a:lnTo>
                    <a:pt x="43743" y="2125"/>
                  </a:lnTo>
                  <a:lnTo>
                    <a:pt x="4683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h2841"/>
            <p:cNvSpPr/>
            <p:nvPr/>
          </p:nvSpPr>
          <p:spPr>
            <a:xfrm>
              <a:off x="2138620" y="2555456"/>
              <a:ext cx="20473" cy="18791"/>
            </a:xfrm>
            <a:custGeom>
              <a:avLst/>
              <a:pathLst>
                <a:path w="20473" h="18791">
                  <a:moveTo>
                    <a:pt x="17282" y="11883"/>
                  </a:moveTo>
                  <a:lnTo>
                    <a:pt x="17190" y="15253"/>
                  </a:lnTo>
                  <a:lnTo>
                    <a:pt x="16243" y="17227"/>
                  </a:lnTo>
                  <a:lnTo>
                    <a:pt x="9898" y="17110"/>
                  </a:lnTo>
                  <a:lnTo>
                    <a:pt x="4568" y="18791"/>
                  </a:lnTo>
                  <a:lnTo>
                    <a:pt x="3624" y="16000"/>
                  </a:lnTo>
                  <a:lnTo>
                    <a:pt x="2447" y="15903"/>
                  </a:lnTo>
                  <a:lnTo>
                    <a:pt x="1135" y="13092"/>
                  </a:lnTo>
                  <a:lnTo>
                    <a:pt x="0" y="8387"/>
                  </a:lnTo>
                  <a:lnTo>
                    <a:pt x="2147" y="4570"/>
                  </a:lnTo>
                  <a:lnTo>
                    <a:pt x="2047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h2842"/>
            <p:cNvSpPr/>
            <p:nvPr/>
          </p:nvSpPr>
          <p:spPr>
            <a:xfrm>
              <a:off x="2028839" y="2654348"/>
              <a:ext cx="27795" cy="12537"/>
            </a:xfrm>
            <a:custGeom>
              <a:avLst/>
              <a:pathLst>
                <a:path w="27795" h="12537">
                  <a:moveTo>
                    <a:pt x="24193" y="205"/>
                  </a:moveTo>
                  <a:lnTo>
                    <a:pt x="26919" y="2910"/>
                  </a:lnTo>
                  <a:lnTo>
                    <a:pt x="27795" y="4903"/>
                  </a:lnTo>
                  <a:lnTo>
                    <a:pt x="26559" y="9689"/>
                  </a:lnTo>
                  <a:lnTo>
                    <a:pt x="22256" y="10425"/>
                  </a:lnTo>
                  <a:lnTo>
                    <a:pt x="14984" y="9594"/>
                  </a:lnTo>
                  <a:lnTo>
                    <a:pt x="9951" y="12537"/>
                  </a:lnTo>
                  <a:lnTo>
                    <a:pt x="63" y="11630"/>
                  </a:lnTo>
                  <a:lnTo>
                    <a:pt x="0" y="10827"/>
                  </a:lnTo>
                  <a:lnTo>
                    <a:pt x="5144" y="7876"/>
                  </a:lnTo>
                  <a:lnTo>
                    <a:pt x="5705" y="6502"/>
                  </a:lnTo>
                  <a:lnTo>
                    <a:pt x="12997" y="2195"/>
                  </a:lnTo>
                  <a:lnTo>
                    <a:pt x="16155" y="3706"/>
                  </a:lnTo>
                  <a:lnTo>
                    <a:pt x="21946" y="3364"/>
                  </a:lnTo>
                  <a:lnTo>
                    <a:pt x="2091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h2843"/>
            <p:cNvSpPr/>
            <p:nvPr/>
          </p:nvSpPr>
          <p:spPr>
            <a:xfrm>
              <a:off x="2095449" y="2543494"/>
              <a:ext cx="24725" cy="17326"/>
            </a:xfrm>
            <a:custGeom>
              <a:avLst/>
              <a:pathLst>
                <a:path w="24725" h="17326">
                  <a:moveTo>
                    <a:pt x="15660" y="0"/>
                  </a:moveTo>
                  <a:lnTo>
                    <a:pt x="15252" y="3207"/>
                  </a:lnTo>
                  <a:lnTo>
                    <a:pt x="19959" y="6794"/>
                  </a:lnTo>
                  <a:lnTo>
                    <a:pt x="21275" y="4851"/>
                  </a:lnTo>
                  <a:lnTo>
                    <a:pt x="24725" y="9786"/>
                  </a:lnTo>
                  <a:lnTo>
                    <a:pt x="23075" y="14587"/>
                  </a:lnTo>
                  <a:lnTo>
                    <a:pt x="20840" y="17186"/>
                  </a:lnTo>
                  <a:lnTo>
                    <a:pt x="19948" y="17326"/>
                  </a:lnTo>
                  <a:lnTo>
                    <a:pt x="18877" y="16880"/>
                  </a:lnTo>
                  <a:lnTo>
                    <a:pt x="18318" y="14115"/>
                  </a:lnTo>
                  <a:lnTo>
                    <a:pt x="17284" y="13729"/>
                  </a:lnTo>
                  <a:lnTo>
                    <a:pt x="12121" y="13872"/>
                  </a:lnTo>
                  <a:lnTo>
                    <a:pt x="5671" y="15211"/>
                  </a:lnTo>
                  <a:lnTo>
                    <a:pt x="5341" y="11694"/>
                  </a:lnTo>
                  <a:lnTo>
                    <a:pt x="3095" y="10928"/>
                  </a:lnTo>
                  <a:lnTo>
                    <a:pt x="0" y="11610"/>
                  </a:lnTo>
                  <a:lnTo>
                    <a:pt x="1747" y="6404"/>
                  </a:lnTo>
                  <a:lnTo>
                    <a:pt x="9168" y="6679"/>
                  </a:lnTo>
                  <a:lnTo>
                    <a:pt x="11828" y="4340"/>
                  </a:lnTo>
                  <a:lnTo>
                    <a:pt x="13218" y="178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h2844"/>
            <p:cNvSpPr/>
            <p:nvPr/>
          </p:nvSpPr>
          <p:spPr>
            <a:xfrm>
              <a:off x="2089396" y="2554423"/>
              <a:ext cx="34192" cy="26713"/>
            </a:xfrm>
            <a:custGeom>
              <a:avLst/>
              <a:pathLst>
                <a:path w="34192" h="26713">
                  <a:moveTo>
                    <a:pt x="11394" y="765"/>
                  </a:moveTo>
                  <a:lnTo>
                    <a:pt x="11724" y="4283"/>
                  </a:lnTo>
                  <a:lnTo>
                    <a:pt x="18174" y="2943"/>
                  </a:lnTo>
                  <a:lnTo>
                    <a:pt x="23337" y="2800"/>
                  </a:lnTo>
                  <a:lnTo>
                    <a:pt x="24371" y="3187"/>
                  </a:lnTo>
                  <a:lnTo>
                    <a:pt x="24930" y="5951"/>
                  </a:lnTo>
                  <a:lnTo>
                    <a:pt x="26001" y="6397"/>
                  </a:lnTo>
                  <a:lnTo>
                    <a:pt x="26893" y="6258"/>
                  </a:lnTo>
                  <a:lnTo>
                    <a:pt x="29128" y="3658"/>
                  </a:lnTo>
                  <a:lnTo>
                    <a:pt x="34192" y="7847"/>
                  </a:lnTo>
                  <a:lnTo>
                    <a:pt x="30437" y="20264"/>
                  </a:lnTo>
                  <a:lnTo>
                    <a:pt x="27873" y="20578"/>
                  </a:lnTo>
                  <a:lnTo>
                    <a:pt x="25624" y="25002"/>
                  </a:lnTo>
                  <a:lnTo>
                    <a:pt x="22179" y="25249"/>
                  </a:lnTo>
                  <a:lnTo>
                    <a:pt x="21111" y="26713"/>
                  </a:lnTo>
                  <a:lnTo>
                    <a:pt x="17022" y="26094"/>
                  </a:lnTo>
                  <a:lnTo>
                    <a:pt x="12616" y="21180"/>
                  </a:lnTo>
                  <a:lnTo>
                    <a:pt x="10546" y="20032"/>
                  </a:lnTo>
                  <a:lnTo>
                    <a:pt x="9331" y="20828"/>
                  </a:lnTo>
                  <a:lnTo>
                    <a:pt x="6783" y="19778"/>
                  </a:lnTo>
                  <a:lnTo>
                    <a:pt x="9617" y="14188"/>
                  </a:lnTo>
                  <a:lnTo>
                    <a:pt x="7812" y="13217"/>
                  </a:lnTo>
                  <a:lnTo>
                    <a:pt x="7169" y="9751"/>
                  </a:lnTo>
                  <a:lnTo>
                    <a:pt x="7724" y="9000"/>
                  </a:lnTo>
                  <a:lnTo>
                    <a:pt x="9868" y="8900"/>
                  </a:lnTo>
                  <a:lnTo>
                    <a:pt x="10100" y="7890"/>
                  </a:lnTo>
                  <a:lnTo>
                    <a:pt x="6245" y="5548"/>
                  </a:lnTo>
                  <a:lnTo>
                    <a:pt x="0" y="3589"/>
                  </a:lnTo>
                  <a:lnTo>
                    <a:pt x="1018" y="2373"/>
                  </a:lnTo>
                  <a:lnTo>
                    <a:pt x="735" y="361"/>
                  </a:lnTo>
                  <a:lnTo>
                    <a:pt x="6052" y="681"/>
                  </a:lnTo>
                  <a:lnTo>
                    <a:pt x="914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h2845"/>
            <p:cNvSpPr/>
            <p:nvPr/>
          </p:nvSpPr>
          <p:spPr>
            <a:xfrm>
              <a:off x="2062356" y="2670321"/>
              <a:ext cx="37874" cy="23227"/>
            </a:xfrm>
            <a:custGeom>
              <a:avLst/>
              <a:pathLst>
                <a:path w="37874" h="23227">
                  <a:moveTo>
                    <a:pt x="12812" y="2873"/>
                  </a:moveTo>
                  <a:lnTo>
                    <a:pt x="13625" y="4989"/>
                  </a:lnTo>
                  <a:lnTo>
                    <a:pt x="17052" y="5642"/>
                  </a:lnTo>
                  <a:lnTo>
                    <a:pt x="22388" y="4121"/>
                  </a:lnTo>
                  <a:lnTo>
                    <a:pt x="22788" y="1590"/>
                  </a:lnTo>
                  <a:lnTo>
                    <a:pt x="24293" y="651"/>
                  </a:lnTo>
                  <a:lnTo>
                    <a:pt x="23651" y="1570"/>
                  </a:lnTo>
                  <a:lnTo>
                    <a:pt x="24008" y="2360"/>
                  </a:lnTo>
                  <a:lnTo>
                    <a:pt x="26584" y="5611"/>
                  </a:lnTo>
                  <a:lnTo>
                    <a:pt x="29948" y="11868"/>
                  </a:lnTo>
                  <a:lnTo>
                    <a:pt x="32674" y="13249"/>
                  </a:lnTo>
                  <a:lnTo>
                    <a:pt x="37874" y="17432"/>
                  </a:lnTo>
                  <a:lnTo>
                    <a:pt x="37608" y="17914"/>
                  </a:lnTo>
                  <a:lnTo>
                    <a:pt x="35731" y="21019"/>
                  </a:lnTo>
                  <a:lnTo>
                    <a:pt x="33378" y="22712"/>
                  </a:lnTo>
                  <a:lnTo>
                    <a:pt x="31177" y="23227"/>
                  </a:lnTo>
                  <a:lnTo>
                    <a:pt x="26506" y="18562"/>
                  </a:lnTo>
                  <a:lnTo>
                    <a:pt x="26843" y="17453"/>
                  </a:lnTo>
                  <a:lnTo>
                    <a:pt x="24135" y="15092"/>
                  </a:lnTo>
                  <a:lnTo>
                    <a:pt x="21535" y="17492"/>
                  </a:lnTo>
                  <a:lnTo>
                    <a:pt x="18696" y="18352"/>
                  </a:lnTo>
                  <a:lnTo>
                    <a:pt x="9560" y="17795"/>
                  </a:lnTo>
                  <a:lnTo>
                    <a:pt x="4238" y="11227"/>
                  </a:lnTo>
                  <a:lnTo>
                    <a:pt x="3080" y="10463"/>
                  </a:lnTo>
                  <a:lnTo>
                    <a:pt x="405" y="10382"/>
                  </a:lnTo>
                  <a:lnTo>
                    <a:pt x="205" y="5562"/>
                  </a:lnTo>
                  <a:lnTo>
                    <a:pt x="811" y="28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h2846"/>
            <p:cNvSpPr/>
            <p:nvPr/>
          </p:nvSpPr>
          <p:spPr>
            <a:xfrm>
              <a:off x="2026943" y="2363159"/>
              <a:ext cx="31304" cy="45637"/>
            </a:xfrm>
            <a:custGeom>
              <a:avLst/>
              <a:pathLst>
                <a:path w="31304" h="45637">
                  <a:moveTo>
                    <a:pt x="20550" y="277"/>
                  </a:moveTo>
                  <a:lnTo>
                    <a:pt x="21780" y="2842"/>
                  </a:lnTo>
                  <a:lnTo>
                    <a:pt x="25193" y="3124"/>
                  </a:lnTo>
                  <a:lnTo>
                    <a:pt x="24794" y="6998"/>
                  </a:lnTo>
                  <a:lnTo>
                    <a:pt x="23234" y="10442"/>
                  </a:lnTo>
                  <a:lnTo>
                    <a:pt x="31304" y="12581"/>
                  </a:lnTo>
                  <a:lnTo>
                    <a:pt x="29362" y="14870"/>
                  </a:lnTo>
                  <a:lnTo>
                    <a:pt x="26946" y="15887"/>
                  </a:lnTo>
                  <a:lnTo>
                    <a:pt x="20920" y="14906"/>
                  </a:lnTo>
                  <a:lnTo>
                    <a:pt x="22135" y="20690"/>
                  </a:lnTo>
                  <a:lnTo>
                    <a:pt x="24972" y="27207"/>
                  </a:lnTo>
                  <a:lnTo>
                    <a:pt x="20566" y="29534"/>
                  </a:lnTo>
                  <a:lnTo>
                    <a:pt x="20846" y="45637"/>
                  </a:lnTo>
                  <a:lnTo>
                    <a:pt x="18729" y="45590"/>
                  </a:lnTo>
                  <a:lnTo>
                    <a:pt x="18497" y="45379"/>
                  </a:lnTo>
                  <a:lnTo>
                    <a:pt x="4803" y="24227"/>
                  </a:lnTo>
                  <a:lnTo>
                    <a:pt x="0" y="10378"/>
                  </a:lnTo>
                  <a:lnTo>
                    <a:pt x="800" y="7495"/>
                  </a:lnTo>
                  <a:lnTo>
                    <a:pt x="376" y="4379"/>
                  </a:lnTo>
                  <a:lnTo>
                    <a:pt x="1589" y="1825"/>
                  </a:lnTo>
                  <a:lnTo>
                    <a:pt x="4342" y="1660"/>
                  </a:lnTo>
                  <a:lnTo>
                    <a:pt x="5186" y="2754"/>
                  </a:lnTo>
                  <a:lnTo>
                    <a:pt x="14756" y="1986"/>
                  </a:lnTo>
                  <a:lnTo>
                    <a:pt x="1965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h2847"/>
            <p:cNvSpPr/>
            <p:nvPr/>
          </p:nvSpPr>
          <p:spPr>
            <a:xfrm>
              <a:off x="2098194" y="2705278"/>
              <a:ext cx="15307" cy="27805"/>
            </a:xfrm>
            <a:custGeom>
              <a:avLst/>
              <a:pathLst>
                <a:path w="15307" h="27805">
                  <a:moveTo>
                    <a:pt x="5038" y="156"/>
                  </a:moveTo>
                  <a:lnTo>
                    <a:pt x="7529" y="0"/>
                  </a:lnTo>
                  <a:lnTo>
                    <a:pt x="8914" y="3454"/>
                  </a:lnTo>
                  <a:lnTo>
                    <a:pt x="14611" y="5380"/>
                  </a:lnTo>
                  <a:lnTo>
                    <a:pt x="15307" y="8538"/>
                  </a:lnTo>
                  <a:lnTo>
                    <a:pt x="13818" y="10755"/>
                  </a:lnTo>
                  <a:lnTo>
                    <a:pt x="12283" y="15676"/>
                  </a:lnTo>
                  <a:lnTo>
                    <a:pt x="12296" y="24916"/>
                  </a:lnTo>
                  <a:lnTo>
                    <a:pt x="8871" y="27805"/>
                  </a:lnTo>
                  <a:lnTo>
                    <a:pt x="3632" y="22047"/>
                  </a:lnTo>
                  <a:lnTo>
                    <a:pt x="2870" y="20588"/>
                  </a:lnTo>
                  <a:lnTo>
                    <a:pt x="6936" y="19654"/>
                  </a:lnTo>
                  <a:lnTo>
                    <a:pt x="7804" y="18750"/>
                  </a:lnTo>
                  <a:lnTo>
                    <a:pt x="5064" y="13563"/>
                  </a:lnTo>
                  <a:lnTo>
                    <a:pt x="2054" y="14229"/>
                  </a:lnTo>
                  <a:lnTo>
                    <a:pt x="1290" y="13600"/>
                  </a:lnTo>
                  <a:lnTo>
                    <a:pt x="0" y="8786"/>
                  </a:lnTo>
                  <a:lnTo>
                    <a:pt x="1868" y="4730"/>
                  </a:lnTo>
                  <a:lnTo>
                    <a:pt x="1417" y="3467"/>
                  </a:lnTo>
                  <a:lnTo>
                    <a:pt x="1845" y="2230"/>
                  </a:lnTo>
                  <a:lnTo>
                    <a:pt x="3473" y="1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h2848"/>
            <p:cNvSpPr/>
            <p:nvPr/>
          </p:nvSpPr>
          <p:spPr>
            <a:xfrm>
              <a:off x="2047250" y="2706087"/>
              <a:ext cx="30520" cy="24111"/>
            </a:xfrm>
            <a:custGeom>
              <a:avLst/>
              <a:pathLst>
                <a:path w="30520" h="24111">
                  <a:moveTo>
                    <a:pt x="10195" y="3452"/>
                  </a:moveTo>
                  <a:lnTo>
                    <a:pt x="23468" y="6850"/>
                  </a:lnTo>
                  <a:lnTo>
                    <a:pt x="26938" y="8083"/>
                  </a:lnTo>
                  <a:lnTo>
                    <a:pt x="27725" y="9150"/>
                  </a:lnTo>
                  <a:lnTo>
                    <a:pt x="30458" y="9621"/>
                  </a:lnTo>
                  <a:lnTo>
                    <a:pt x="29828" y="11335"/>
                  </a:lnTo>
                  <a:lnTo>
                    <a:pt x="30520" y="13337"/>
                  </a:lnTo>
                  <a:lnTo>
                    <a:pt x="29872" y="18135"/>
                  </a:lnTo>
                  <a:lnTo>
                    <a:pt x="26568" y="24111"/>
                  </a:lnTo>
                  <a:lnTo>
                    <a:pt x="24927" y="22671"/>
                  </a:lnTo>
                  <a:lnTo>
                    <a:pt x="25325" y="20098"/>
                  </a:lnTo>
                  <a:lnTo>
                    <a:pt x="24398" y="18632"/>
                  </a:lnTo>
                  <a:lnTo>
                    <a:pt x="20093" y="16415"/>
                  </a:lnTo>
                  <a:lnTo>
                    <a:pt x="15140" y="16345"/>
                  </a:lnTo>
                  <a:lnTo>
                    <a:pt x="8354" y="13607"/>
                  </a:lnTo>
                  <a:lnTo>
                    <a:pt x="2930" y="14909"/>
                  </a:lnTo>
                  <a:lnTo>
                    <a:pt x="270" y="13613"/>
                  </a:lnTo>
                  <a:lnTo>
                    <a:pt x="0" y="12845"/>
                  </a:lnTo>
                  <a:lnTo>
                    <a:pt x="484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h2849"/>
            <p:cNvSpPr/>
            <p:nvPr/>
          </p:nvSpPr>
          <p:spPr>
            <a:xfrm>
              <a:off x="2053032" y="2637707"/>
              <a:ext cx="28637" cy="32614"/>
            </a:xfrm>
            <a:custGeom>
              <a:avLst/>
              <a:pathLst>
                <a:path w="28637" h="32614">
                  <a:moveTo>
                    <a:pt x="23594" y="1136"/>
                  </a:moveTo>
                  <a:lnTo>
                    <a:pt x="28043" y="6336"/>
                  </a:lnTo>
                  <a:lnTo>
                    <a:pt x="28637" y="7608"/>
                  </a:lnTo>
                  <a:lnTo>
                    <a:pt x="27567" y="9744"/>
                  </a:lnTo>
                  <a:lnTo>
                    <a:pt x="25481" y="9265"/>
                  </a:lnTo>
                  <a:lnTo>
                    <a:pt x="22568" y="10367"/>
                  </a:lnTo>
                  <a:lnTo>
                    <a:pt x="17305" y="20436"/>
                  </a:lnTo>
                  <a:lnTo>
                    <a:pt x="16640" y="25040"/>
                  </a:lnTo>
                  <a:lnTo>
                    <a:pt x="17556" y="28965"/>
                  </a:lnTo>
                  <a:lnTo>
                    <a:pt x="16868" y="30539"/>
                  </a:lnTo>
                  <a:lnTo>
                    <a:pt x="11439" y="30973"/>
                  </a:lnTo>
                  <a:lnTo>
                    <a:pt x="10034" y="31430"/>
                  </a:lnTo>
                  <a:lnTo>
                    <a:pt x="9324" y="32614"/>
                  </a:lnTo>
                  <a:lnTo>
                    <a:pt x="6770" y="31578"/>
                  </a:lnTo>
                  <a:lnTo>
                    <a:pt x="4009" y="29317"/>
                  </a:lnTo>
                  <a:lnTo>
                    <a:pt x="2366" y="26330"/>
                  </a:lnTo>
                  <a:lnTo>
                    <a:pt x="3601" y="21543"/>
                  </a:lnTo>
                  <a:lnTo>
                    <a:pt x="2725" y="19551"/>
                  </a:lnTo>
                  <a:lnTo>
                    <a:pt x="0" y="16846"/>
                  </a:lnTo>
                  <a:lnTo>
                    <a:pt x="4429" y="16044"/>
                  </a:lnTo>
                  <a:lnTo>
                    <a:pt x="6785" y="14802"/>
                  </a:lnTo>
                  <a:lnTo>
                    <a:pt x="7404" y="10913"/>
                  </a:lnTo>
                  <a:lnTo>
                    <a:pt x="13588" y="11594"/>
                  </a:lnTo>
                  <a:lnTo>
                    <a:pt x="13063" y="9936"/>
                  </a:lnTo>
                  <a:lnTo>
                    <a:pt x="14251" y="3340"/>
                  </a:lnTo>
                  <a:lnTo>
                    <a:pt x="18488" y="371"/>
                  </a:lnTo>
                  <a:lnTo>
                    <a:pt x="2073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h2850"/>
            <p:cNvSpPr/>
            <p:nvPr/>
          </p:nvSpPr>
          <p:spPr>
            <a:xfrm>
              <a:off x="2018560" y="2731801"/>
              <a:ext cx="27023" cy="35832"/>
            </a:xfrm>
            <a:custGeom>
              <a:avLst/>
              <a:pathLst>
                <a:path w="27023" h="35832">
                  <a:moveTo>
                    <a:pt x="24239" y="636"/>
                  </a:moveTo>
                  <a:lnTo>
                    <a:pt x="26682" y="2389"/>
                  </a:lnTo>
                  <a:lnTo>
                    <a:pt x="26581" y="5184"/>
                  </a:lnTo>
                  <a:lnTo>
                    <a:pt x="24330" y="6229"/>
                  </a:lnTo>
                  <a:lnTo>
                    <a:pt x="23888" y="8410"/>
                  </a:lnTo>
                  <a:lnTo>
                    <a:pt x="24554" y="10223"/>
                  </a:lnTo>
                  <a:lnTo>
                    <a:pt x="27023" y="11947"/>
                  </a:lnTo>
                  <a:lnTo>
                    <a:pt x="26542" y="15841"/>
                  </a:lnTo>
                  <a:lnTo>
                    <a:pt x="25501" y="16936"/>
                  </a:lnTo>
                  <a:lnTo>
                    <a:pt x="20321" y="18100"/>
                  </a:lnTo>
                  <a:lnTo>
                    <a:pt x="20995" y="25105"/>
                  </a:lnTo>
                  <a:lnTo>
                    <a:pt x="25531" y="27245"/>
                  </a:lnTo>
                  <a:lnTo>
                    <a:pt x="24017" y="31304"/>
                  </a:lnTo>
                  <a:lnTo>
                    <a:pt x="23632" y="33636"/>
                  </a:lnTo>
                  <a:lnTo>
                    <a:pt x="22030" y="35048"/>
                  </a:lnTo>
                  <a:lnTo>
                    <a:pt x="19719" y="33434"/>
                  </a:lnTo>
                  <a:lnTo>
                    <a:pt x="14065" y="35832"/>
                  </a:lnTo>
                  <a:lnTo>
                    <a:pt x="11686" y="34331"/>
                  </a:lnTo>
                  <a:lnTo>
                    <a:pt x="8587" y="30840"/>
                  </a:lnTo>
                  <a:lnTo>
                    <a:pt x="5649" y="26253"/>
                  </a:lnTo>
                  <a:lnTo>
                    <a:pt x="6440" y="24692"/>
                  </a:lnTo>
                  <a:lnTo>
                    <a:pt x="580" y="23897"/>
                  </a:lnTo>
                  <a:lnTo>
                    <a:pt x="0" y="23282"/>
                  </a:lnTo>
                  <a:lnTo>
                    <a:pt x="1342" y="21524"/>
                  </a:lnTo>
                  <a:lnTo>
                    <a:pt x="4169" y="19871"/>
                  </a:lnTo>
                  <a:lnTo>
                    <a:pt x="6457" y="16549"/>
                  </a:lnTo>
                  <a:lnTo>
                    <a:pt x="7925" y="10935"/>
                  </a:lnTo>
                  <a:lnTo>
                    <a:pt x="6865" y="7894"/>
                  </a:lnTo>
                  <a:lnTo>
                    <a:pt x="7901" y="5240"/>
                  </a:lnTo>
                  <a:lnTo>
                    <a:pt x="8628" y="5312"/>
                  </a:lnTo>
                  <a:lnTo>
                    <a:pt x="8355" y="6659"/>
                  </a:lnTo>
                  <a:lnTo>
                    <a:pt x="9724" y="8185"/>
                  </a:lnTo>
                  <a:lnTo>
                    <a:pt x="14127" y="4520"/>
                  </a:lnTo>
                  <a:lnTo>
                    <a:pt x="14924" y="753"/>
                  </a:lnTo>
                  <a:lnTo>
                    <a:pt x="15641" y="156"/>
                  </a:lnTo>
                  <a:lnTo>
                    <a:pt x="2099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h2851"/>
            <p:cNvSpPr/>
            <p:nvPr/>
          </p:nvSpPr>
          <p:spPr>
            <a:xfrm>
              <a:off x="2110055" y="2289929"/>
              <a:ext cx="161222" cy="163309"/>
            </a:xfrm>
            <a:custGeom>
              <a:avLst/>
              <a:pathLst>
                <a:path w="161222" h="163309">
                  <a:moveTo>
                    <a:pt x="24559" y="8077"/>
                  </a:moveTo>
                  <a:lnTo>
                    <a:pt x="23828" y="2291"/>
                  </a:lnTo>
                  <a:lnTo>
                    <a:pt x="25258" y="3436"/>
                  </a:lnTo>
                  <a:lnTo>
                    <a:pt x="32152" y="3689"/>
                  </a:lnTo>
                  <a:lnTo>
                    <a:pt x="39090" y="11336"/>
                  </a:lnTo>
                  <a:lnTo>
                    <a:pt x="39608" y="14764"/>
                  </a:lnTo>
                  <a:lnTo>
                    <a:pt x="42349" y="15031"/>
                  </a:lnTo>
                  <a:lnTo>
                    <a:pt x="45823" y="13887"/>
                  </a:lnTo>
                  <a:lnTo>
                    <a:pt x="50164" y="15458"/>
                  </a:lnTo>
                  <a:lnTo>
                    <a:pt x="53672" y="18219"/>
                  </a:lnTo>
                  <a:lnTo>
                    <a:pt x="59597" y="24685"/>
                  </a:lnTo>
                  <a:lnTo>
                    <a:pt x="62034" y="29574"/>
                  </a:lnTo>
                  <a:lnTo>
                    <a:pt x="76089" y="35328"/>
                  </a:lnTo>
                  <a:lnTo>
                    <a:pt x="86935" y="41361"/>
                  </a:lnTo>
                  <a:lnTo>
                    <a:pt x="95018" y="44057"/>
                  </a:lnTo>
                  <a:lnTo>
                    <a:pt x="102896" y="41602"/>
                  </a:lnTo>
                  <a:lnTo>
                    <a:pt x="107625" y="42483"/>
                  </a:lnTo>
                  <a:lnTo>
                    <a:pt x="108257" y="44120"/>
                  </a:lnTo>
                  <a:lnTo>
                    <a:pt x="107929" y="45285"/>
                  </a:lnTo>
                  <a:lnTo>
                    <a:pt x="108664" y="46184"/>
                  </a:lnTo>
                  <a:lnTo>
                    <a:pt x="112127" y="46706"/>
                  </a:lnTo>
                  <a:lnTo>
                    <a:pt x="114509" y="45387"/>
                  </a:lnTo>
                  <a:lnTo>
                    <a:pt x="117171" y="42019"/>
                  </a:lnTo>
                  <a:lnTo>
                    <a:pt x="116663" y="37288"/>
                  </a:lnTo>
                  <a:lnTo>
                    <a:pt x="131452" y="39291"/>
                  </a:lnTo>
                  <a:lnTo>
                    <a:pt x="132868" y="38164"/>
                  </a:lnTo>
                  <a:lnTo>
                    <a:pt x="135899" y="42187"/>
                  </a:lnTo>
                  <a:lnTo>
                    <a:pt x="135187" y="48056"/>
                  </a:lnTo>
                  <a:lnTo>
                    <a:pt x="132239" y="52171"/>
                  </a:lnTo>
                  <a:lnTo>
                    <a:pt x="130203" y="52616"/>
                  </a:lnTo>
                  <a:lnTo>
                    <a:pt x="130826" y="55801"/>
                  </a:lnTo>
                  <a:lnTo>
                    <a:pt x="133572" y="56505"/>
                  </a:lnTo>
                  <a:lnTo>
                    <a:pt x="136269" y="58911"/>
                  </a:lnTo>
                  <a:lnTo>
                    <a:pt x="134901" y="62074"/>
                  </a:lnTo>
                  <a:lnTo>
                    <a:pt x="135021" y="64075"/>
                  </a:lnTo>
                  <a:lnTo>
                    <a:pt x="137553" y="65721"/>
                  </a:lnTo>
                  <a:lnTo>
                    <a:pt x="139824" y="65153"/>
                  </a:lnTo>
                  <a:lnTo>
                    <a:pt x="141487" y="65881"/>
                  </a:lnTo>
                  <a:lnTo>
                    <a:pt x="139793" y="82407"/>
                  </a:lnTo>
                  <a:lnTo>
                    <a:pt x="134740" y="96973"/>
                  </a:lnTo>
                  <a:lnTo>
                    <a:pt x="138127" y="101683"/>
                  </a:lnTo>
                  <a:lnTo>
                    <a:pt x="146776" y="111276"/>
                  </a:lnTo>
                  <a:lnTo>
                    <a:pt x="159269" y="116436"/>
                  </a:lnTo>
                  <a:lnTo>
                    <a:pt x="161222" y="136433"/>
                  </a:lnTo>
                  <a:lnTo>
                    <a:pt x="145138" y="150949"/>
                  </a:lnTo>
                  <a:lnTo>
                    <a:pt x="131362" y="163309"/>
                  </a:lnTo>
                  <a:lnTo>
                    <a:pt x="125860" y="157953"/>
                  </a:lnTo>
                  <a:lnTo>
                    <a:pt x="125861" y="147953"/>
                  </a:lnTo>
                  <a:lnTo>
                    <a:pt x="118956" y="149630"/>
                  </a:lnTo>
                  <a:lnTo>
                    <a:pt x="114147" y="147075"/>
                  </a:lnTo>
                  <a:lnTo>
                    <a:pt x="108452" y="146299"/>
                  </a:lnTo>
                  <a:lnTo>
                    <a:pt x="105606" y="146836"/>
                  </a:lnTo>
                  <a:lnTo>
                    <a:pt x="102222" y="148546"/>
                  </a:lnTo>
                  <a:lnTo>
                    <a:pt x="97844" y="148513"/>
                  </a:lnTo>
                  <a:lnTo>
                    <a:pt x="92054" y="146871"/>
                  </a:lnTo>
                  <a:lnTo>
                    <a:pt x="80642" y="146585"/>
                  </a:lnTo>
                  <a:lnTo>
                    <a:pt x="71899" y="149238"/>
                  </a:lnTo>
                  <a:lnTo>
                    <a:pt x="71000" y="146741"/>
                  </a:lnTo>
                  <a:lnTo>
                    <a:pt x="68311" y="143171"/>
                  </a:lnTo>
                  <a:lnTo>
                    <a:pt x="63626" y="143493"/>
                  </a:lnTo>
                  <a:lnTo>
                    <a:pt x="62311" y="136889"/>
                  </a:lnTo>
                  <a:lnTo>
                    <a:pt x="57777" y="138559"/>
                  </a:lnTo>
                  <a:lnTo>
                    <a:pt x="55426" y="134371"/>
                  </a:lnTo>
                  <a:lnTo>
                    <a:pt x="43488" y="127854"/>
                  </a:lnTo>
                  <a:lnTo>
                    <a:pt x="42436" y="125934"/>
                  </a:lnTo>
                  <a:lnTo>
                    <a:pt x="42152" y="111178"/>
                  </a:lnTo>
                  <a:lnTo>
                    <a:pt x="37137" y="109063"/>
                  </a:lnTo>
                  <a:lnTo>
                    <a:pt x="34562" y="109171"/>
                  </a:lnTo>
                  <a:lnTo>
                    <a:pt x="33666" y="107034"/>
                  </a:lnTo>
                  <a:lnTo>
                    <a:pt x="33678" y="104533"/>
                  </a:lnTo>
                  <a:lnTo>
                    <a:pt x="31611" y="100738"/>
                  </a:lnTo>
                  <a:lnTo>
                    <a:pt x="27000" y="98308"/>
                  </a:lnTo>
                  <a:lnTo>
                    <a:pt x="24243" y="93985"/>
                  </a:lnTo>
                  <a:lnTo>
                    <a:pt x="20666" y="91267"/>
                  </a:lnTo>
                  <a:lnTo>
                    <a:pt x="18415" y="87096"/>
                  </a:lnTo>
                  <a:lnTo>
                    <a:pt x="16671" y="85871"/>
                  </a:lnTo>
                  <a:lnTo>
                    <a:pt x="13644" y="87458"/>
                  </a:lnTo>
                  <a:lnTo>
                    <a:pt x="11064" y="84793"/>
                  </a:lnTo>
                  <a:lnTo>
                    <a:pt x="10586" y="80588"/>
                  </a:lnTo>
                  <a:lnTo>
                    <a:pt x="6400" y="79260"/>
                  </a:lnTo>
                  <a:lnTo>
                    <a:pt x="6940" y="77976"/>
                  </a:lnTo>
                  <a:lnTo>
                    <a:pt x="14849" y="78418"/>
                  </a:lnTo>
                  <a:lnTo>
                    <a:pt x="20700" y="76026"/>
                  </a:lnTo>
                  <a:lnTo>
                    <a:pt x="21484" y="73983"/>
                  </a:lnTo>
                  <a:lnTo>
                    <a:pt x="17345" y="42516"/>
                  </a:lnTo>
                  <a:lnTo>
                    <a:pt x="11641" y="23868"/>
                  </a:lnTo>
                  <a:lnTo>
                    <a:pt x="11564" y="19602"/>
                  </a:lnTo>
                  <a:lnTo>
                    <a:pt x="0" y="14732"/>
                  </a:lnTo>
                  <a:lnTo>
                    <a:pt x="28" y="10442"/>
                  </a:lnTo>
                  <a:lnTo>
                    <a:pt x="3283" y="10478"/>
                  </a:lnTo>
                  <a:lnTo>
                    <a:pt x="4824" y="6955"/>
                  </a:lnTo>
                  <a:lnTo>
                    <a:pt x="43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h2852"/>
            <p:cNvSpPr/>
            <p:nvPr/>
          </p:nvSpPr>
          <p:spPr>
            <a:xfrm>
              <a:off x="2178030" y="2628568"/>
              <a:ext cx="30339" cy="22792"/>
            </a:xfrm>
            <a:custGeom>
              <a:avLst/>
              <a:pathLst>
                <a:path w="30339" h="22792">
                  <a:moveTo>
                    <a:pt x="16591" y="0"/>
                  </a:moveTo>
                  <a:lnTo>
                    <a:pt x="17392" y="2984"/>
                  </a:lnTo>
                  <a:lnTo>
                    <a:pt x="19266" y="5595"/>
                  </a:lnTo>
                  <a:lnTo>
                    <a:pt x="25647" y="5512"/>
                  </a:lnTo>
                  <a:lnTo>
                    <a:pt x="28942" y="6357"/>
                  </a:lnTo>
                  <a:lnTo>
                    <a:pt x="27217" y="13960"/>
                  </a:lnTo>
                  <a:lnTo>
                    <a:pt x="30339" y="18394"/>
                  </a:lnTo>
                  <a:lnTo>
                    <a:pt x="30164" y="20374"/>
                  </a:lnTo>
                  <a:lnTo>
                    <a:pt x="29260" y="22164"/>
                  </a:lnTo>
                  <a:lnTo>
                    <a:pt x="26969" y="22792"/>
                  </a:lnTo>
                  <a:lnTo>
                    <a:pt x="20342" y="22673"/>
                  </a:lnTo>
                  <a:lnTo>
                    <a:pt x="20984" y="20692"/>
                  </a:lnTo>
                  <a:lnTo>
                    <a:pt x="17959" y="19513"/>
                  </a:lnTo>
                  <a:lnTo>
                    <a:pt x="6555" y="11750"/>
                  </a:lnTo>
                  <a:lnTo>
                    <a:pt x="2137" y="10686"/>
                  </a:lnTo>
                  <a:lnTo>
                    <a:pt x="0" y="7837"/>
                  </a:lnTo>
                  <a:lnTo>
                    <a:pt x="1745" y="6062"/>
                  </a:lnTo>
                  <a:lnTo>
                    <a:pt x="4898" y="6128"/>
                  </a:lnTo>
                  <a:lnTo>
                    <a:pt x="5073" y="1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h2853"/>
            <p:cNvSpPr/>
            <p:nvPr/>
          </p:nvSpPr>
          <p:spPr>
            <a:xfrm>
              <a:off x="2165108" y="2609474"/>
              <a:ext cx="42147" cy="25451"/>
            </a:xfrm>
            <a:custGeom>
              <a:avLst/>
              <a:pathLst>
                <a:path w="42147" h="25451">
                  <a:moveTo>
                    <a:pt x="5510" y="0"/>
                  </a:moveTo>
                  <a:lnTo>
                    <a:pt x="8631" y="2302"/>
                  </a:lnTo>
                  <a:lnTo>
                    <a:pt x="23453" y="3300"/>
                  </a:lnTo>
                  <a:lnTo>
                    <a:pt x="25435" y="3946"/>
                  </a:lnTo>
                  <a:lnTo>
                    <a:pt x="33572" y="8009"/>
                  </a:lnTo>
                  <a:lnTo>
                    <a:pt x="35402" y="9980"/>
                  </a:lnTo>
                  <a:lnTo>
                    <a:pt x="40912" y="9599"/>
                  </a:lnTo>
                  <a:lnTo>
                    <a:pt x="40296" y="13746"/>
                  </a:lnTo>
                  <a:lnTo>
                    <a:pt x="37559" y="18355"/>
                  </a:lnTo>
                  <a:lnTo>
                    <a:pt x="38017" y="22506"/>
                  </a:lnTo>
                  <a:lnTo>
                    <a:pt x="38658" y="23210"/>
                  </a:lnTo>
                  <a:lnTo>
                    <a:pt x="40329" y="23009"/>
                  </a:lnTo>
                  <a:lnTo>
                    <a:pt x="42147" y="24011"/>
                  </a:lnTo>
                  <a:lnTo>
                    <a:pt x="41863" y="25451"/>
                  </a:lnTo>
                  <a:lnTo>
                    <a:pt x="38568" y="24606"/>
                  </a:lnTo>
                  <a:lnTo>
                    <a:pt x="32188" y="24689"/>
                  </a:lnTo>
                  <a:lnTo>
                    <a:pt x="30313" y="22078"/>
                  </a:lnTo>
                  <a:lnTo>
                    <a:pt x="29512" y="19094"/>
                  </a:lnTo>
                  <a:lnTo>
                    <a:pt x="17994" y="19112"/>
                  </a:lnTo>
                  <a:lnTo>
                    <a:pt x="17655" y="16504"/>
                  </a:lnTo>
                  <a:lnTo>
                    <a:pt x="13806" y="9664"/>
                  </a:lnTo>
                  <a:lnTo>
                    <a:pt x="9563" y="8818"/>
                  </a:lnTo>
                  <a:lnTo>
                    <a:pt x="6137" y="11278"/>
                  </a:lnTo>
                  <a:lnTo>
                    <a:pt x="4198" y="11087"/>
                  </a:lnTo>
                  <a:lnTo>
                    <a:pt x="977" y="10674"/>
                  </a:lnTo>
                  <a:lnTo>
                    <a:pt x="1358" y="3926"/>
                  </a:lnTo>
                  <a:lnTo>
                    <a:pt x="0" y="3765"/>
                  </a:lnTo>
                  <a:lnTo>
                    <a:pt x="3240" y="18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h2854"/>
            <p:cNvSpPr/>
            <p:nvPr/>
          </p:nvSpPr>
          <p:spPr>
            <a:xfrm>
              <a:off x="1994750" y="2703096"/>
              <a:ext cx="23959" cy="22862"/>
            </a:xfrm>
            <a:custGeom>
              <a:avLst/>
              <a:pathLst>
                <a:path w="23959" h="22862">
                  <a:moveTo>
                    <a:pt x="12850" y="0"/>
                  </a:moveTo>
                  <a:lnTo>
                    <a:pt x="15372" y="989"/>
                  </a:lnTo>
                  <a:lnTo>
                    <a:pt x="21322" y="3562"/>
                  </a:lnTo>
                  <a:lnTo>
                    <a:pt x="22883" y="9065"/>
                  </a:lnTo>
                  <a:lnTo>
                    <a:pt x="23959" y="14956"/>
                  </a:lnTo>
                  <a:lnTo>
                    <a:pt x="20895" y="21707"/>
                  </a:lnTo>
                  <a:lnTo>
                    <a:pt x="19588" y="22468"/>
                  </a:lnTo>
                  <a:lnTo>
                    <a:pt x="17518" y="19567"/>
                  </a:lnTo>
                  <a:lnTo>
                    <a:pt x="16747" y="16846"/>
                  </a:lnTo>
                  <a:lnTo>
                    <a:pt x="12829" y="17713"/>
                  </a:lnTo>
                  <a:lnTo>
                    <a:pt x="11601" y="22862"/>
                  </a:lnTo>
                  <a:lnTo>
                    <a:pt x="10569" y="22822"/>
                  </a:lnTo>
                  <a:lnTo>
                    <a:pt x="7412" y="19707"/>
                  </a:lnTo>
                  <a:lnTo>
                    <a:pt x="7188" y="17804"/>
                  </a:lnTo>
                  <a:lnTo>
                    <a:pt x="725" y="14270"/>
                  </a:lnTo>
                  <a:lnTo>
                    <a:pt x="0" y="10545"/>
                  </a:lnTo>
                  <a:lnTo>
                    <a:pt x="696" y="3220"/>
                  </a:lnTo>
                  <a:lnTo>
                    <a:pt x="3637" y="2266"/>
                  </a:lnTo>
                  <a:lnTo>
                    <a:pt x="8466" y="3259"/>
                  </a:lnTo>
                  <a:lnTo>
                    <a:pt x="10919" y="300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h2855"/>
            <p:cNvSpPr/>
            <p:nvPr/>
          </p:nvSpPr>
          <p:spPr>
            <a:xfrm>
              <a:off x="1991137" y="2373537"/>
              <a:ext cx="54303" cy="46342"/>
            </a:xfrm>
            <a:custGeom>
              <a:avLst/>
              <a:pathLst>
                <a:path w="54303" h="46342">
                  <a:moveTo>
                    <a:pt x="40609" y="13848"/>
                  </a:moveTo>
                  <a:lnTo>
                    <a:pt x="54303" y="35000"/>
                  </a:lnTo>
                  <a:lnTo>
                    <a:pt x="49843" y="45428"/>
                  </a:lnTo>
                  <a:lnTo>
                    <a:pt x="48839" y="44515"/>
                  </a:lnTo>
                  <a:lnTo>
                    <a:pt x="45653" y="41624"/>
                  </a:lnTo>
                  <a:lnTo>
                    <a:pt x="41423" y="46083"/>
                  </a:lnTo>
                  <a:lnTo>
                    <a:pt x="37516" y="46342"/>
                  </a:lnTo>
                  <a:lnTo>
                    <a:pt x="37084" y="43928"/>
                  </a:lnTo>
                  <a:lnTo>
                    <a:pt x="34665" y="42434"/>
                  </a:lnTo>
                  <a:lnTo>
                    <a:pt x="30813" y="43167"/>
                  </a:lnTo>
                  <a:lnTo>
                    <a:pt x="24045" y="40743"/>
                  </a:lnTo>
                  <a:lnTo>
                    <a:pt x="20318" y="41474"/>
                  </a:lnTo>
                  <a:lnTo>
                    <a:pt x="20730" y="44023"/>
                  </a:lnTo>
                  <a:lnTo>
                    <a:pt x="10849" y="43659"/>
                  </a:lnTo>
                  <a:lnTo>
                    <a:pt x="5992" y="41100"/>
                  </a:lnTo>
                  <a:lnTo>
                    <a:pt x="1086" y="36539"/>
                  </a:lnTo>
                  <a:lnTo>
                    <a:pt x="0" y="33629"/>
                  </a:lnTo>
                  <a:lnTo>
                    <a:pt x="1381" y="31656"/>
                  </a:lnTo>
                  <a:lnTo>
                    <a:pt x="6940" y="26809"/>
                  </a:lnTo>
                  <a:lnTo>
                    <a:pt x="10771" y="24591"/>
                  </a:lnTo>
                  <a:lnTo>
                    <a:pt x="13379" y="29262"/>
                  </a:lnTo>
                  <a:lnTo>
                    <a:pt x="14912" y="28426"/>
                  </a:lnTo>
                  <a:lnTo>
                    <a:pt x="19623" y="21227"/>
                  </a:lnTo>
                  <a:lnTo>
                    <a:pt x="21220" y="17423"/>
                  </a:lnTo>
                  <a:lnTo>
                    <a:pt x="22069" y="13845"/>
                  </a:lnTo>
                  <a:lnTo>
                    <a:pt x="21515" y="11890"/>
                  </a:lnTo>
                  <a:lnTo>
                    <a:pt x="20986" y="8411"/>
                  </a:lnTo>
                  <a:lnTo>
                    <a:pt x="27700" y="8294"/>
                  </a:lnTo>
                  <a:lnTo>
                    <a:pt x="32541" y="4479"/>
                  </a:lnTo>
                  <a:lnTo>
                    <a:pt x="3580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h2856"/>
            <p:cNvSpPr/>
            <p:nvPr/>
          </p:nvSpPr>
          <p:spPr>
            <a:xfrm>
              <a:off x="2173439" y="2576109"/>
              <a:ext cx="31776" cy="27704"/>
            </a:xfrm>
            <a:custGeom>
              <a:avLst/>
              <a:pathLst>
                <a:path w="31776" h="27704">
                  <a:moveTo>
                    <a:pt x="15312" y="1061"/>
                  </a:moveTo>
                  <a:lnTo>
                    <a:pt x="15550" y="1250"/>
                  </a:lnTo>
                  <a:lnTo>
                    <a:pt x="16246" y="1807"/>
                  </a:lnTo>
                  <a:lnTo>
                    <a:pt x="25786" y="575"/>
                  </a:lnTo>
                  <a:lnTo>
                    <a:pt x="23625" y="11627"/>
                  </a:lnTo>
                  <a:lnTo>
                    <a:pt x="29486" y="13021"/>
                  </a:lnTo>
                  <a:lnTo>
                    <a:pt x="27588" y="19158"/>
                  </a:lnTo>
                  <a:lnTo>
                    <a:pt x="31776" y="22616"/>
                  </a:lnTo>
                  <a:lnTo>
                    <a:pt x="29786" y="22110"/>
                  </a:lnTo>
                  <a:lnTo>
                    <a:pt x="26720" y="18912"/>
                  </a:lnTo>
                  <a:lnTo>
                    <a:pt x="24215" y="22268"/>
                  </a:lnTo>
                  <a:lnTo>
                    <a:pt x="22270" y="23740"/>
                  </a:lnTo>
                  <a:lnTo>
                    <a:pt x="20078" y="22856"/>
                  </a:lnTo>
                  <a:lnTo>
                    <a:pt x="11573" y="22086"/>
                  </a:lnTo>
                  <a:lnTo>
                    <a:pt x="8757" y="23800"/>
                  </a:lnTo>
                  <a:lnTo>
                    <a:pt x="7193" y="26508"/>
                  </a:lnTo>
                  <a:lnTo>
                    <a:pt x="4618" y="27704"/>
                  </a:lnTo>
                  <a:lnTo>
                    <a:pt x="3930" y="24740"/>
                  </a:lnTo>
                  <a:lnTo>
                    <a:pt x="1296" y="20985"/>
                  </a:lnTo>
                  <a:lnTo>
                    <a:pt x="2657" y="19611"/>
                  </a:lnTo>
                  <a:lnTo>
                    <a:pt x="4719" y="18982"/>
                  </a:lnTo>
                  <a:lnTo>
                    <a:pt x="5088" y="15315"/>
                  </a:lnTo>
                  <a:lnTo>
                    <a:pt x="3496" y="13936"/>
                  </a:lnTo>
                  <a:lnTo>
                    <a:pt x="0" y="12558"/>
                  </a:lnTo>
                  <a:lnTo>
                    <a:pt x="5837" y="5618"/>
                  </a:lnTo>
                  <a:lnTo>
                    <a:pt x="953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h2857"/>
            <p:cNvSpPr/>
            <p:nvPr/>
          </p:nvSpPr>
          <p:spPr>
            <a:xfrm>
              <a:off x="2042330" y="2718933"/>
              <a:ext cx="32661" cy="19010"/>
            </a:xfrm>
            <a:custGeom>
              <a:avLst/>
              <a:pathLst>
                <a:path w="32661" h="19010">
                  <a:moveTo>
                    <a:pt x="13275" y="761"/>
                  </a:moveTo>
                  <a:lnTo>
                    <a:pt x="20061" y="3499"/>
                  </a:lnTo>
                  <a:lnTo>
                    <a:pt x="25013" y="3569"/>
                  </a:lnTo>
                  <a:lnTo>
                    <a:pt x="29319" y="5786"/>
                  </a:lnTo>
                  <a:lnTo>
                    <a:pt x="30246" y="7252"/>
                  </a:lnTo>
                  <a:lnTo>
                    <a:pt x="29848" y="9825"/>
                  </a:lnTo>
                  <a:lnTo>
                    <a:pt x="31488" y="11266"/>
                  </a:lnTo>
                  <a:lnTo>
                    <a:pt x="32661" y="11764"/>
                  </a:lnTo>
                  <a:lnTo>
                    <a:pt x="27117" y="14562"/>
                  </a:lnTo>
                  <a:lnTo>
                    <a:pt x="25534" y="17401"/>
                  </a:lnTo>
                  <a:lnTo>
                    <a:pt x="25549" y="19010"/>
                  </a:lnTo>
                  <a:lnTo>
                    <a:pt x="17970" y="17935"/>
                  </a:lnTo>
                  <a:lnTo>
                    <a:pt x="16738" y="16984"/>
                  </a:lnTo>
                  <a:lnTo>
                    <a:pt x="5586" y="13747"/>
                  </a:lnTo>
                  <a:lnTo>
                    <a:pt x="4116" y="14056"/>
                  </a:lnTo>
                  <a:lnTo>
                    <a:pt x="2912" y="15258"/>
                  </a:lnTo>
                  <a:lnTo>
                    <a:pt x="469" y="13504"/>
                  </a:lnTo>
                  <a:lnTo>
                    <a:pt x="0" y="12444"/>
                  </a:lnTo>
                  <a:lnTo>
                    <a:pt x="484" y="6913"/>
                  </a:lnTo>
                  <a:lnTo>
                    <a:pt x="4596" y="4331"/>
                  </a:lnTo>
                  <a:lnTo>
                    <a:pt x="4721" y="3249"/>
                  </a:lnTo>
                  <a:lnTo>
                    <a:pt x="3518" y="2782"/>
                  </a:lnTo>
                  <a:lnTo>
                    <a:pt x="4920" y="0"/>
                  </a:lnTo>
                  <a:lnTo>
                    <a:pt x="5191" y="767"/>
                  </a:lnTo>
                  <a:lnTo>
                    <a:pt x="7851" y="20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h2858"/>
            <p:cNvSpPr/>
            <p:nvPr/>
          </p:nvSpPr>
          <p:spPr>
            <a:xfrm>
              <a:off x="2031573" y="2408538"/>
              <a:ext cx="76796" cy="60472"/>
            </a:xfrm>
            <a:custGeom>
              <a:avLst/>
              <a:pathLst>
                <a:path w="76796" h="60472">
                  <a:moveTo>
                    <a:pt x="14100" y="211"/>
                  </a:moveTo>
                  <a:lnTo>
                    <a:pt x="25142" y="17630"/>
                  </a:lnTo>
                  <a:lnTo>
                    <a:pt x="26794" y="19011"/>
                  </a:lnTo>
                  <a:lnTo>
                    <a:pt x="31450" y="20759"/>
                  </a:lnTo>
                  <a:lnTo>
                    <a:pt x="38298" y="19460"/>
                  </a:lnTo>
                  <a:lnTo>
                    <a:pt x="40268" y="22013"/>
                  </a:lnTo>
                  <a:lnTo>
                    <a:pt x="43191" y="24113"/>
                  </a:lnTo>
                  <a:lnTo>
                    <a:pt x="44244" y="23877"/>
                  </a:lnTo>
                  <a:lnTo>
                    <a:pt x="45209" y="21596"/>
                  </a:lnTo>
                  <a:lnTo>
                    <a:pt x="62758" y="22043"/>
                  </a:lnTo>
                  <a:lnTo>
                    <a:pt x="65672" y="22654"/>
                  </a:lnTo>
                  <a:lnTo>
                    <a:pt x="68749" y="23820"/>
                  </a:lnTo>
                  <a:lnTo>
                    <a:pt x="70954" y="25583"/>
                  </a:lnTo>
                  <a:lnTo>
                    <a:pt x="71582" y="32185"/>
                  </a:lnTo>
                  <a:lnTo>
                    <a:pt x="72144" y="37812"/>
                  </a:lnTo>
                  <a:lnTo>
                    <a:pt x="75274" y="39814"/>
                  </a:lnTo>
                  <a:lnTo>
                    <a:pt x="76796" y="44674"/>
                  </a:lnTo>
                  <a:lnTo>
                    <a:pt x="76326" y="46498"/>
                  </a:lnTo>
                  <a:lnTo>
                    <a:pt x="74654" y="47074"/>
                  </a:lnTo>
                  <a:lnTo>
                    <a:pt x="66004" y="45844"/>
                  </a:lnTo>
                  <a:lnTo>
                    <a:pt x="62620" y="49849"/>
                  </a:lnTo>
                  <a:lnTo>
                    <a:pt x="58966" y="58665"/>
                  </a:lnTo>
                  <a:lnTo>
                    <a:pt x="55344" y="60472"/>
                  </a:lnTo>
                  <a:lnTo>
                    <a:pt x="53172" y="60081"/>
                  </a:lnTo>
                  <a:lnTo>
                    <a:pt x="49275" y="56591"/>
                  </a:lnTo>
                  <a:lnTo>
                    <a:pt x="46357" y="56194"/>
                  </a:lnTo>
                  <a:lnTo>
                    <a:pt x="40188" y="56653"/>
                  </a:lnTo>
                  <a:lnTo>
                    <a:pt x="38928" y="53938"/>
                  </a:lnTo>
                  <a:lnTo>
                    <a:pt x="35121" y="52169"/>
                  </a:lnTo>
                  <a:lnTo>
                    <a:pt x="30582" y="52208"/>
                  </a:lnTo>
                  <a:lnTo>
                    <a:pt x="29257" y="51512"/>
                  </a:lnTo>
                  <a:lnTo>
                    <a:pt x="31116" y="44636"/>
                  </a:lnTo>
                  <a:lnTo>
                    <a:pt x="23328" y="44057"/>
                  </a:lnTo>
                  <a:lnTo>
                    <a:pt x="21551" y="46269"/>
                  </a:lnTo>
                  <a:lnTo>
                    <a:pt x="18370" y="45558"/>
                  </a:lnTo>
                  <a:lnTo>
                    <a:pt x="17967" y="33764"/>
                  </a:lnTo>
                  <a:lnTo>
                    <a:pt x="9961" y="35127"/>
                  </a:lnTo>
                  <a:lnTo>
                    <a:pt x="2650" y="37869"/>
                  </a:lnTo>
                  <a:lnTo>
                    <a:pt x="3400" y="35036"/>
                  </a:lnTo>
                  <a:lnTo>
                    <a:pt x="2843" y="31575"/>
                  </a:lnTo>
                  <a:lnTo>
                    <a:pt x="0" y="27042"/>
                  </a:lnTo>
                  <a:lnTo>
                    <a:pt x="4172" y="22765"/>
                  </a:lnTo>
                  <a:lnTo>
                    <a:pt x="5739" y="17016"/>
                  </a:lnTo>
                  <a:lnTo>
                    <a:pt x="9951" y="16306"/>
                  </a:lnTo>
                  <a:lnTo>
                    <a:pt x="9563" y="13946"/>
                  </a:lnTo>
                  <a:lnTo>
                    <a:pt x="6399" y="12729"/>
                  </a:lnTo>
                  <a:lnTo>
                    <a:pt x="8403" y="9514"/>
                  </a:lnTo>
                  <a:lnTo>
                    <a:pt x="9407" y="10427"/>
                  </a:lnTo>
                  <a:lnTo>
                    <a:pt x="1386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h2859"/>
            <p:cNvSpPr/>
            <p:nvPr/>
          </p:nvSpPr>
          <p:spPr>
            <a:xfrm>
              <a:off x="2055075" y="2574202"/>
              <a:ext cx="61472" cy="80670"/>
            </a:xfrm>
            <a:custGeom>
              <a:avLst/>
              <a:pathLst>
                <a:path w="61472" h="80670">
                  <a:moveTo>
                    <a:pt x="43652" y="1049"/>
                  </a:moveTo>
                  <a:lnTo>
                    <a:pt x="44867" y="253"/>
                  </a:lnTo>
                  <a:lnTo>
                    <a:pt x="46937" y="1401"/>
                  </a:lnTo>
                  <a:lnTo>
                    <a:pt x="51343" y="6315"/>
                  </a:lnTo>
                  <a:lnTo>
                    <a:pt x="49762" y="6458"/>
                  </a:lnTo>
                  <a:lnTo>
                    <a:pt x="48447" y="7545"/>
                  </a:lnTo>
                  <a:lnTo>
                    <a:pt x="46033" y="14939"/>
                  </a:lnTo>
                  <a:lnTo>
                    <a:pt x="49106" y="17457"/>
                  </a:lnTo>
                  <a:lnTo>
                    <a:pt x="54182" y="19590"/>
                  </a:lnTo>
                  <a:lnTo>
                    <a:pt x="54546" y="22338"/>
                  </a:lnTo>
                  <a:lnTo>
                    <a:pt x="53542" y="24821"/>
                  </a:lnTo>
                  <a:lnTo>
                    <a:pt x="52125" y="25668"/>
                  </a:lnTo>
                  <a:lnTo>
                    <a:pt x="50646" y="29477"/>
                  </a:lnTo>
                  <a:lnTo>
                    <a:pt x="55552" y="34045"/>
                  </a:lnTo>
                  <a:lnTo>
                    <a:pt x="56809" y="38572"/>
                  </a:lnTo>
                  <a:lnTo>
                    <a:pt x="60752" y="40892"/>
                  </a:lnTo>
                  <a:lnTo>
                    <a:pt x="61472" y="42978"/>
                  </a:lnTo>
                  <a:lnTo>
                    <a:pt x="60249" y="45680"/>
                  </a:lnTo>
                  <a:lnTo>
                    <a:pt x="53978" y="45608"/>
                  </a:lnTo>
                  <a:lnTo>
                    <a:pt x="53811" y="51096"/>
                  </a:lnTo>
                  <a:lnTo>
                    <a:pt x="57200" y="53450"/>
                  </a:lnTo>
                  <a:lnTo>
                    <a:pt x="55821" y="57355"/>
                  </a:lnTo>
                  <a:lnTo>
                    <a:pt x="54770" y="57616"/>
                  </a:lnTo>
                  <a:lnTo>
                    <a:pt x="53121" y="59431"/>
                  </a:lnTo>
                  <a:lnTo>
                    <a:pt x="51133" y="67844"/>
                  </a:lnTo>
                  <a:lnTo>
                    <a:pt x="44209" y="71502"/>
                  </a:lnTo>
                  <a:lnTo>
                    <a:pt x="42646" y="75442"/>
                  </a:lnTo>
                  <a:lnTo>
                    <a:pt x="38655" y="80670"/>
                  </a:lnTo>
                  <a:lnTo>
                    <a:pt x="34096" y="79936"/>
                  </a:lnTo>
                  <a:lnTo>
                    <a:pt x="26420" y="76051"/>
                  </a:lnTo>
                  <a:lnTo>
                    <a:pt x="25523" y="73250"/>
                  </a:lnTo>
                  <a:lnTo>
                    <a:pt x="26593" y="71113"/>
                  </a:lnTo>
                  <a:lnTo>
                    <a:pt x="26000" y="69842"/>
                  </a:lnTo>
                  <a:lnTo>
                    <a:pt x="21550" y="64641"/>
                  </a:lnTo>
                  <a:lnTo>
                    <a:pt x="18687" y="63505"/>
                  </a:lnTo>
                  <a:lnTo>
                    <a:pt x="16445" y="63876"/>
                  </a:lnTo>
                  <a:lnTo>
                    <a:pt x="12207" y="66845"/>
                  </a:lnTo>
                  <a:lnTo>
                    <a:pt x="11019" y="73441"/>
                  </a:lnTo>
                  <a:lnTo>
                    <a:pt x="11544" y="75099"/>
                  </a:lnTo>
                  <a:lnTo>
                    <a:pt x="5361" y="74419"/>
                  </a:lnTo>
                  <a:lnTo>
                    <a:pt x="5183" y="72469"/>
                  </a:lnTo>
                  <a:lnTo>
                    <a:pt x="0" y="71329"/>
                  </a:lnTo>
                  <a:lnTo>
                    <a:pt x="233" y="69550"/>
                  </a:lnTo>
                  <a:lnTo>
                    <a:pt x="3150" y="67622"/>
                  </a:lnTo>
                  <a:lnTo>
                    <a:pt x="5906" y="67909"/>
                  </a:lnTo>
                  <a:lnTo>
                    <a:pt x="8661" y="64871"/>
                  </a:lnTo>
                  <a:lnTo>
                    <a:pt x="8480" y="63737"/>
                  </a:lnTo>
                  <a:lnTo>
                    <a:pt x="7163" y="62960"/>
                  </a:lnTo>
                  <a:lnTo>
                    <a:pt x="5159" y="62845"/>
                  </a:lnTo>
                  <a:lnTo>
                    <a:pt x="5505" y="57258"/>
                  </a:lnTo>
                  <a:lnTo>
                    <a:pt x="10648" y="54222"/>
                  </a:lnTo>
                  <a:lnTo>
                    <a:pt x="10911" y="51770"/>
                  </a:lnTo>
                  <a:lnTo>
                    <a:pt x="13191" y="50044"/>
                  </a:lnTo>
                  <a:lnTo>
                    <a:pt x="14673" y="47610"/>
                  </a:lnTo>
                  <a:lnTo>
                    <a:pt x="13715" y="47133"/>
                  </a:lnTo>
                  <a:lnTo>
                    <a:pt x="11053" y="42689"/>
                  </a:lnTo>
                  <a:lnTo>
                    <a:pt x="9059" y="36216"/>
                  </a:lnTo>
                  <a:lnTo>
                    <a:pt x="9724" y="35040"/>
                  </a:lnTo>
                  <a:lnTo>
                    <a:pt x="12165" y="34880"/>
                  </a:lnTo>
                  <a:lnTo>
                    <a:pt x="14789" y="31542"/>
                  </a:lnTo>
                  <a:lnTo>
                    <a:pt x="15811" y="25994"/>
                  </a:lnTo>
                  <a:lnTo>
                    <a:pt x="20463" y="26806"/>
                  </a:lnTo>
                  <a:lnTo>
                    <a:pt x="22843" y="25719"/>
                  </a:lnTo>
                  <a:lnTo>
                    <a:pt x="23347" y="22077"/>
                  </a:lnTo>
                  <a:lnTo>
                    <a:pt x="22403" y="21142"/>
                  </a:lnTo>
                  <a:lnTo>
                    <a:pt x="24024" y="19716"/>
                  </a:lnTo>
                  <a:lnTo>
                    <a:pt x="25327" y="15855"/>
                  </a:lnTo>
                  <a:lnTo>
                    <a:pt x="27239" y="14012"/>
                  </a:lnTo>
                  <a:lnTo>
                    <a:pt x="36348" y="14876"/>
                  </a:lnTo>
                  <a:lnTo>
                    <a:pt x="37355" y="12947"/>
                  </a:lnTo>
                  <a:lnTo>
                    <a:pt x="41957" y="7956"/>
                  </a:lnTo>
                  <a:lnTo>
                    <a:pt x="4110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h2860"/>
            <p:cNvSpPr/>
            <p:nvPr/>
          </p:nvSpPr>
          <p:spPr>
            <a:xfrm>
              <a:off x="1995756" y="2575147"/>
              <a:ext cx="50269" cy="66988"/>
            </a:xfrm>
            <a:custGeom>
              <a:avLst/>
              <a:pathLst>
                <a:path w="50269" h="66988">
                  <a:moveTo>
                    <a:pt x="43662" y="2880"/>
                  </a:moveTo>
                  <a:lnTo>
                    <a:pt x="43542" y="4695"/>
                  </a:lnTo>
                  <a:lnTo>
                    <a:pt x="50269" y="7912"/>
                  </a:lnTo>
                  <a:lnTo>
                    <a:pt x="50065" y="11328"/>
                  </a:lnTo>
                  <a:lnTo>
                    <a:pt x="43873" y="23232"/>
                  </a:lnTo>
                  <a:lnTo>
                    <a:pt x="43986" y="28895"/>
                  </a:lnTo>
                  <a:lnTo>
                    <a:pt x="42975" y="32465"/>
                  </a:lnTo>
                  <a:lnTo>
                    <a:pt x="41903" y="30760"/>
                  </a:lnTo>
                  <a:lnTo>
                    <a:pt x="36390" y="34884"/>
                  </a:lnTo>
                  <a:lnTo>
                    <a:pt x="36151" y="37081"/>
                  </a:lnTo>
                  <a:lnTo>
                    <a:pt x="37937" y="42279"/>
                  </a:lnTo>
                  <a:lnTo>
                    <a:pt x="42716" y="42463"/>
                  </a:lnTo>
                  <a:lnTo>
                    <a:pt x="43713" y="43417"/>
                  </a:lnTo>
                  <a:lnTo>
                    <a:pt x="42583" y="45383"/>
                  </a:lnTo>
                  <a:lnTo>
                    <a:pt x="42683" y="48097"/>
                  </a:lnTo>
                  <a:lnTo>
                    <a:pt x="43519" y="49268"/>
                  </a:lnTo>
                  <a:lnTo>
                    <a:pt x="42077" y="51139"/>
                  </a:lnTo>
                  <a:lnTo>
                    <a:pt x="39239" y="49698"/>
                  </a:lnTo>
                  <a:lnTo>
                    <a:pt x="36562" y="50386"/>
                  </a:lnTo>
                  <a:lnTo>
                    <a:pt x="31318" y="53164"/>
                  </a:lnTo>
                  <a:lnTo>
                    <a:pt x="29462" y="57771"/>
                  </a:lnTo>
                  <a:lnTo>
                    <a:pt x="29238" y="62170"/>
                  </a:lnTo>
                  <a:lnTo>
                    <a:pt x="27909" y="64670"/>
                  </a:lnTo>
                  <a:lnTo>
                    <a:pt x="26704" y="65124"/>
                  </a:lnTo>
                  <a:lnTo>
                    <a:pt x="22796" y="65461"/>
                  </a:lnTo>
                  <a:lnTo>
                    <a:pt x="19522" y="63299"/>
                  </a:lnTo>
                  <a:lnTo>
                    <a:pt x="16894" y="64182"/>
                  </a:lnTo>
                  <a:lnTo>
                    <a:pt x="15391" y="62449"/>
                  </a:lnTo>
                  <a:lnTo>
                    <a:pt x="13736" y="62408"/>
                  </a:lnTo>
                  <a:lnTo>
                    <a:pt x="12275" y="63493"/>
                  </a:lnTo>
                  <a:lnTo>
                    <a:pt x="11664" y="65559"/>
                  </a:lnTo>
                  <a:lnTo>
                    <a:pt x="8810" y="66988"/>
                  </a:lnTo>
                  <a:lnTo>
                    <a:pt x="743" y="65457"/>
                  </a:lnTo>
                  <a:lnTo>
                    <a:pt x="0" y="63180"/>
                  </a:lnTo>
                  <a:lnTo>
                    <a:pt x="3353" y="58621"/>
                  </a:lnTo>
                  <a:lnTo>
                    <a:pt x="6784" y="50104"/>
                  </a:lnTo>
                  <a:lnTo>
                    <a:pt x="9934" y="46449"/>
                  </a:lnTo>
                  <a:lnTo>
                    <a:pt x="6098" y="43401"/>
                  </a:lnTo>
                  <a:lnTo>
                    <a:pt x="5355" y="41045"/>
                  </a:lnTo>
                  <a:lnTo>
                    <a:pt x="5681" y="37970"/>
                  </a:lnTo>
                  <a:lnTo>
                    <a:pt x="10050" y="35638"/>
                  </a:lnTo>
                  <a:lnTo>
                    <a:pt x="14336" y="26861"/>
                  </a:lnTo>
                  <a:lnTo>
                    <a:pt x="10384" y="12933"/>
                  </a:lnTo>
                  <a:lnTo>
                    <a:pt x="9498" y="12020"/>
                  </a:lnTo>
                  <a:lnTo>
                    <a:pt x="15876" y="11240"/>
                  </a:lnTo>
                  <a:lnTo>
                    <a:pt x="18901" y="12583"/>
                  </a:lnTo>
                  <a:lnTo>
                    <a:pt x="22110" y="13039"/>
                  </a:lnTo>
                  <a:lnTo>
                    <a:pt x="25187" y="11300"/>
                  </a:lnTo>
                  <a:lnTo>
                    <a:pt x="25814" y="6702"/>
                  </a:lnTo>
                  <a:lnTo>
                    <a:pt x="28052" y="3936"/>
                  </a:lnTo>
                  <a:lnTo>
                    <a:pt x="3365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h2861"/>
            <p:cNvSpPr/>
            <p:nvPr/>
          </p:nvSpPr>
          <p:spPr>
            <a:xfrm>
              <a:off x="1943819" y="2496134"/>
              <a:ext cx="57718" cy="41243"/>
            </a:xfrm>
            <a:custGeom>
              <a:avLst/>
              <a:pathLst>
                <a:path w="57718" h="41243">
                  <a:moveTo>
                    <a:pt x="41577" y="0"/>
                  </a:moveTo>
                  <a:lnTo>
                    <a:pt x="40993" y="1850"/>
                  </a:lnTo>
                  <a:lnTo>
                    <a:pt x="42027" y="4890"/>
                  </a:lnTo>
                  <a:lnTo>
                    <a:pt x="43644" y="5076"/>
                  </a:lnTo>
                  <a:lnTo>
                    <a:pt x="43981" y="3316"/>
                  </a:lnTo>
                  <a:lnTo>
                    <a:pt x="46665" y="2427"/>
                  </a:lnTo>
                  <a:lnTo>
                    <a:pt x="49611" y="3040"/>
                  </a:lnTo>
                  <a:lnTo>
                    <a:pt x="49182" y="6401"/>
                  </a:lnTo>
                  <a:lnTo>
                    <a:pt x="51275" y="8727"/>
                  </a:lnTo>
                  <a:lnTo>
                    <a:pt x="57718" y="10958"/>
                  </a:lnTo>
                  <a:lnTo>
                    <a:pt x="56979" y="15913"/>
                  </a:lnTo>
                  <a:lnTo>
                    <a:pt x="53822" y="15217"/>
                  </a:lnTo>
                  <a:lnTo>
                    <a:pt x="52112" y="15989"/>
                  </a:lnTo>
                  <a:lnTo>
                    <a:pt x="47908" y="19796"/>
                  </a:lnTo>
                  <a:lnTo>
                    <a:pt x="46176" y="19165"/>
                  </a:lnTo>
                  <a:lnTo>
                    <a:pt x="44723" y="19591"/>
                  </a:lnTo>
                  <a:lnTo>
                    <a:pt x="43086" y="22596"/>
                  </a:lnTo>
                  <a:lnTo>
                    <a:pt x="43391" y="24797"/>
                  </a:lnTo>
                  <a:lnTo>
                    <a:pt x="42832" y="25679"/>
                  </a:lnTo>
                  <a:lnTo>
                    <a:pt x="36018" y="27926"/>
                  </a:lnTo>
                  <a:lnTo>
                    <a:pt x="32593" y="31039"/>
                  </a:lnTo>
                  <a:lnTo>
                    <a:pt x="30669" y="34208"/>
                  </a:lnTo>
                  <a:lnTo>
                    <a:pt x="28609" y="34388"/>
                  </a:lnTo>
                  <a:lnTo>
                    <a:pt x="28319" y="33675"/>
                  </a:lnTo>
                  <a:lnTo>
                    <a:pt x="29423" y="32856"/>
                  </a:lnTo>
                  <a:lnTo>
                    <a:pt x="29420" y="30604"/>
                  </a:lnTo>
                  <a:lnTo>
                    <a:pt x="23365" y="30333"/>
                  </a:lnTo>
                  <a:lnTo>
                    <a:pt x="19128" y="30533"/>
                  </a:lnTo>
                  <a:lnTo>
                    <a:pt x="15366" y="31926"/>
                  </a:lnTo>
                  <a:lnTo>
                    <a:pt x="12896" y="33967"/>
                  </a:lnTo>
                  <a:lnTo>
                    <a:pt x="6096" y="34292"/>
                  </a:lnTo>
                  <a:lnTo>
                    <a:pt x="5246" y="34730"/>
                  </a:lnTo>
                  <a:lnTo>
                    <a:pt x="6175" y="38955"/>
                  </a:lnTo>
                  <a:lnTo>
                    <a:pt x="4762" y="40483"/>
                  </a:lnTo>
                  <a:lnTo>
                    <a:pt x="2147" y="41243"/>
                  </a:lnTo>
                  <a:lnTo>
                    <a:pt x="1176" y="40853"/>
                  </a:lnTo>
                  <a:lnTo>
                    <a:pt x="0" y="39944"/>
                  </a:lnTo>
                  <a:lnTo>
                    <a:pt x="425" y="22598"/>
                  </a:lnTo>
                  <a:lnTo>
                    <a:pt x="5259" y="16273"/>
                  </a:lnTo>
                  <a:lnTo>
                    <a:pt x="7103" y="254"/>
                  </a:lnTo>
                  <a:lnTo>
                    <a:pt x="11550" y="1145"/>
                  </a:lnTo>
                  <a:lnTo>
                    <a:pt x="20724" y="778"/>
                  </a:lnTo>
                  <a:lnTo>
                    <a:pt x="22575" y="1748"/>
                  </a:lnTo>
                  <a:lnTo>
                    <a:pt x="23300" y="3530"/>
                  </a:lnTo>
                  <a:lnTo>
                    <a:pt x="25334" y="5297"/>
                  </a:lnTo>
                  <a:lnTo>
                    <a:pt x="30458" y="5341"/>
                  </a:lnTo>
                  <a:lnTo>
                    <a:pt x="33728" y="126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h2862"/>
            <p:cNvSpPr/>
            <p:nvPr/>
          </p:nvSpPr>
          <p:spPr>
            <a:xfrm>
              <a:off x="2123353" y="2584949"/>
              <a:ext cx="29935" cy="29671"/>
            </a:xfrm>
            <a:custGeom>
              <a:avLst/>
              <a:pathLst>
                <a:path w="29935" h="29671">
                  <a:moveTo>
                    <a:pt x="24611" y="3770"/>
                  </a:moveTo>
                  <a:lnTo>
                    <a:pt x="29935" y="2751"/>
                  </a:lnTo>
                  <a:lnTo>
                    <a:pt x="29237" y="8797"/>
                  </a:lnTo>
                  <a:lnTo>
                    <a:pt x="27438" y="8523"/>
                  </a:lnTo>
                  <a:lnTo>
                    <a:pt x="25780" y="10054"/>
                  </a:lnTo>
                  <a:lnTo>
                    <a:pt x="26723" y="15061"/>
                  </a:lnTo>
                  <a:lnTo>
                    <a:pt x="25231" y="15375"/>
                  </a:lnTo>
                  <a:lnTo>
                    <a:pt x="24157" y="23502"/>
                  </a:lnTo>
                  <a:lnTo>
                    <a:pt x="19967" y="23918"/>
                  </a:lnTo>
                  <a:lnTo>
                    <a:pt x="17838" y="26774"/>
                  </a:lnTo>
                  <a:lnTo>
                    <a:pt x="16796" y="26384"/>
                  </a:lnTo>
                  <a:lnTo>
                    <a:pt x="8191" y="28016"/>
                  </a:lnTo>
                  <a:lnTo>
                    <a:pt x="7573" y="29671"/>
                  </a:lnTo>
                  <a:lnTo>
                    <a:pt x="3508" y="25702"/>
                  </a:lnTo>
                  <a:lnTo>
                    <a:pt x="0" y="25130"/>
                  </a:lnTo>
                  <a:lnTo>
                    <a:pt x="5031" y="17967"/>
                  </a:lnTo>
                  <a:lnTo>
                    <a:pt x="7027" y="13833"/>
                  </a:lnTo>
                  <a:lnTo>
                    <a:pt x="8137" y="14031"/>
                  </a:lnTo>
                  <a:lnTo>
                    <a:pt x="10773" y="16256"/>
                  </a:lnTo>
                  <a:lnTo>
                    <a:pt x="10712" y="17870"/>
                  </a:lnTo>
                  <a:lnTo>
                    <a:pt x="16266" y="16683"/>
                  </a:lnTo>
                  <a:lnTo>
                    <a:pt x="14184" y="13875"/>
                  </a:lnTo>
                  <a:lnTo>
                    <a:pt x="17238" y="12387"/>
                  </a:lnTo>
                  <a:lnTo>
                    <a:pt x="15588" y="7449"/>
                  </a:lnTo>
                  <a:lnTo>
                    <a:pt x="19703" y="4707"/>
                  </a:lnTo>
                  <a:lnTo>
                    <a:pt x="19664" y="3401"/>
                  </a:lnTo>
                  <a:lnTo>
                    <a:pt x="17843" y="1394"/>
                  </a:lnTo>
                  <a:lnTo>
                    <a:pt x="194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h2863"/>
            <p:cNvSpPr/>
            <p:nvPr/>
          </p:nvSpPr>
          <p:spPr>
            <a:xfrm>
              <a:off x="2240258" y="2320058"/>
              <a:ext cx="53016" cy="86307"/>
            </a:xfrm>
            <a:custGeom>
              <a:avLst/>
              <a:pathLst>
                <a:path w="53016" h="86307">
                  <a:moveTo>
                    <a:pt x="28005" y="4471"/>
                  </a:moveTo>
                  <a:lnTo>
                    <a:pt x="31638" y="8750"/>
                  </a:lnTo>
                  <a:lnTo>
                    <a:pt x="33542" y="15572"/>
                  </a:lnTo>
                  <a:lnTo>
                    <a:pt x="37607" y="22468"/>
                  </a:lnTo>
                  <a:lnTo>
                    <a:pt x="42753" y="26262"/>
                  </a:lnTo>
                  <a:lnTo>
                    <a:pt x="53016" y="45059"/>
                  </a:lnTo>
                  <a:lnTo>
                    <a:pt x="50290" y="50037"/>
                  </a:lnTo>
                  <a:lnTo>
                    <a:pt x="44692" y="71927"/>
                  </a:lnTo>
                  <a:lnTo>
                    <a:pt x="32963" y="77098"/>
                  </a:lnTo>
                  <a:lnTo>
                    <a:pt x="28220" y="77648"/>
                  </a:lnTo>
                  <a:lnTo>
                    <a:pt x="29066" y="86307"/>
                  </a:lnTo>
                  <a:lnTo>
                    <a:pt x="16573" y="81148"/>
                  </a:lnTo>
                  <a:lnTo>
                    <a:pt x="7923" y="71554"/>
                  </a:lnTo>
                  <a:lnTo>
                    <a:pt x="4536" y="66844"/>
                  </a:lnTo>
                  <a:lnTo>
                    <a:pt x="9590" y="52279"/>
                  </a:lnTo>
                  <a:lnTo>
                    <a:pt x="11283" y="35752"/>
                  </a:lnTo>
                  <a:lnTo>
                    <a:pt x="9620" y="35025"/>
                  </a:lnTo>
                  <a:lnTo>
                    <a:pt x="7350" y="35592"/>
                  </a:lnTo>
                  <a:lnTo>
                    <a:pt x="4818" y="33947"/>
                  </a:lnTo>
                  <a:lnTo>
                    <a:pt x="4698" y="31946"/>
                  </a:lnTo>
                  <a:lnTo>
                    <a:pt x="6065" y="28782"/>
                  </a:lnTo>
                  <a:lnTo>
                    <a:pt x="3369" y="26376"/>
                  </a:lnTo>
                  <a:lnTo>
                    <a:pt x="622" y="25673"/>
                  </a:lnTo>
                  <a:lnTo>
                    <a:pt x="0" y="22487"/>
                  </a:lnTo>
                  <a:lnTo>
                    <a:pt x="2036" y="22042"/>
                  </a:lnTo>
                  <a:lnTo>
                    <a:pt x="4984" y="17928"/>
                  </a:lnTo>
                  <a:lnTo>
                    <a:pt x="5695" y="12058"/>
                  </a:lnTo>
                  <a:lnTo>
                    <a:pt x="2665" y="8035"/>
                  </a:lnTo>
                  <a:lnTo>
                    <a:pt x="6551" y="4944"/>
                  </a:lnTo>
                  <a:lnTo>
                    <a:pt x="7683" y="3016"/>
                  </a:lnTo>
                  <a:lnTo>
                    <a:pt x="1418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h2864"/>
            <p:cNvSpPr/>
            <p:nvPr/>
          </p:nvSpPr>
          <p:spPr>
            <a:xfrm>
              <a:off x="1991147" y="2712161"/>
              <a:ext cx="55903" cy="37441"/>
            </a:xfrm>
            <a:custGeom>
              <a:avLst/>
              <a:pathLst>
                <a:path w="55903" h="37441">
                  <a:moveTo>
                    <a:pt x="33191" y="2889"/>
                  </a:moveTo>
                  <a:lnTo>
                    <a:pt x="45073" y="3638"/>
                  </a:lnTo>
                  <a:lnTo>
                    <a:pt x="49477" y="4777"/>
                  </a:lnTo>
                  <a:lnTo>
                    <a:pt x="54701" y="9554"/>
                  </a:lnTo>
                  <a:lnTo>
                    <a:pt x="55903" y="10020"/>
                  </a:lnTo>
                  <a:lnTo>
                    <a:pt x="55778" y="11103"/>
                  </a:lnTo>
                  <a:lnTo>
                    <a:pt x="51666" y="13684"/>
                  </a:lnTo>
                  <a:lnTo>
                    <a:pt x="51182" y="19215"/>
                  </a:lnTo>
                  <a:lnTo>
                    <a:pt x="51651" y="20276"/>
                  </a:lnTo>
                  <a:lnTo>
                    <a:pt x="48405" y="19640"/>
                  </a:lnTo>
                  <a:lnTo>
                    <a:pt x="43054" y="19796"/>
                  </a:lnTo>
                  <a:lnTo>
                    <a:pt x="42337" y="20393"/>
                  </a:lnTo>
                  <a:lnTo>
                    <a:pt x="41539" y="24160"/>
                  </a:lnTo>
                  <a:lnTo>
                    <a:pt x="37137" y="27825"/>
                  </a:lnTo>
                  <a:lnTo>
                    <a:pt x="35768" y="26299"/>
                  </a:lnTo>
                  <a:lnTo>
                    <a:pt x="36041" y="24952"/>
                  </a:lnTo>
                  <a:lnTo>
                    <a:pt x="35314" y="24880"/>
                  </a:lnTo>
                  <a:lnTo>
                    <a:pt x="34277" y="27534"/>
                  </a:lnTo>
                  <a:lnTo>
                    <a:pt x="33655" y="26304"/>
                  </a:lnTo>
                  <a:lnTo>
                    <a:pt x="33852" y="22886"/>
                  </a:lnTo>
                  <a:lnTo>
                    <a:pt x="33122" y="21865"/>
                  </a:lnTo>
                  <a:lnTo>
                    <a:pt x="31861" y="21475"/>
                  </a:lnTo>
                  <a:lnTo>
                    <a:pt x="27796" y="22764"/>
                  </a:lnTo>
                  <a:lnTo>
                    <a:pt x="16509" y="30534"/>
                  </a:lnTo>
                  <a:lnTo>
                    <a:pt x="15646" y="37114"/>
                  </a:lnTo>
                  <a:lnTo>
                    <a:pt x="10688" y="37441"/>
                  </a:lnTo>
                  <a:lnTo>
                    <a:pt x="9766" y="37402"/>
                  </a:lnTo>
                  <a:lnTo>
                    <a:pt x="6318" y="34414"/>
                  </a:lnTo>
                  <a:lnTo>
                    <a:pt x="6401" y="33703"/>
                  </a:lnTo>
                  <a:lnTo>
                    <a:pt x="8981" y="33981"/>
                  </a:lnTo>
                  <a:lnTo>
                    <a:pt x="9754" y="26827"/>
                  </a:lnTo>
                  <a:lnTo>
                    <a:pt x="6122" y="25813"/>
                  </a:lnTo>
                  <a:lnTo>
                    <a:pt x="2580" y="26803"/>
                  </a:lnTo>
                  <a:lnTo>
                    <a:pt x="853" y="28579"/>
                  </a:lnTo>
                  <a:lnTo>
                    <a:pt x="0" y="26131"/>
                  </a:lnTo>
                  <a:lnTo>
                    <a:pt x="111" y="23661"/>
                  </a:lnTo>
                  <a:lnTo>
                    <a:pt x="1891" y="21597"/>
                  </a:lnTo>
                  <a:lnTo>
                    <a:pt x="12041" y="18790"/>
                  </a:lnTo>
                  <a:lnTo>
                    <a:pt x="15007" y="19907"/>
                  </a:lnTo>
                  <a:lnTo>
                    <a:pt x="23670" y="18345"/>
                  </a:lnTo>
                  <a:lnTo>
                    <a:pt x="23918" y="14241"/>
                  </a:lnTo>
                  <a:lnTo>
                    <a:pt x="23192" y="13403"/>
                  </a:lnTo>
                  <a:lnTo>
                    <a:pt x="24498" y="12641"/>
                  </a:lnTo>
                  <a:lnTo>
                    <a:pt x="27563" y="5891"/>
                  </a:lnTo>
                  <a:lnTo>
                    <a:pt x="2648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h2865"/>
            <p:cNvSpPr/>
            <p:nvPr/>
          </p:nvSpPr>
          <p:spPr>
            <a:xfrm>
              <a:off x="2101109" y="2580468"/>
              <a:ext cx="41947" cy="39413"/>
            </a:xfrm>
            <a:custGeom>
              <a:avLst/>
              <a:pathLst>
                <a:path w="41947" h="39413">
                  <a:moveTo>
                    <a:pt x="5309" y="48"/>
                  </a:moveTo>
                  <a:lnTo>
                    <a:pt x="9398" y="667"/>
                  </a:lnTo>
                  <a:lnTo>
                    <a:pt x="10455" y="2685"/>
                  </a:lnTo>
                  <a:lnTo>
                    <a:pt x="14577" y="1841"/>
                  </a:lnTo>
                  <a:lnTo>
                    <a:pt x="21280" y="1862"/>
                  </a:lnTo>
                  <a:lnTo>
                    <a:pt x="19876" y="4950"/>
                  </a:lnTo>
                  <a:lnTo>
                    <a:pt x="19820" y="7569"/>
                  </a:lnTo>
                  <a:lnTo>
                    <a:pt x="25487" y="9935"/>
                  </a:lnTo>
                  <a:lnTo>
                    <a:pt x="26936" y="9724"/>
                  </a:lnTo>
                  <a:lnTo>
                    <a:pt x="26857" y="7749"/>
                  </a:lnTo>
                  <a:lnTo>
                    <a:pt x="29577" y="5447"/>
                  </a:lnTo>
                  <a:lnTo>
                    <a:pt x="30383" y="3249"/>
                  </a:lnTo>
                  <a:lnTo>
                    <a:pt x="29773" y="0"/>
                  </a:lnTo>
                  <a:lnTo>
                    <a:pt x="34641" y="2754"/>
                  </a:lnTo>
                  <a:lnTo>
                    <a:pt x="39442" y="3010"/>
                  </a:lnTo>
                  <a:lnTo>
                    <a:pt x="41645" y="4480"/>
                  </a:lnTo>
                  <a:lnTo>
                    <a:pt x="40087" y="5875"/>
                  </a:lnTo>
                  <a:lnTo>
                    <a:pt x="41908" y="7882"/>
                  </a:lnTo>
                  <a:lnTo>
                    <a:pt x="41947" y="9188"/>
                  </a:lnTo>
                  <a:lnTo>
                    <a:pt x="37832" y="11930"/>
                  </a:lnTo>
                  <a:lnTo>
                    <a:pt x="39482" y="16868"/>
                  </a:lnTo>
                  <a:lnTo>
                    <a:pt x="36428" y="18356"/>
                  </a:lnTo>
                  <a:lnTo>
                    <a:pt x="38510" y="21164"/>
                  </a:lnTo>
                  <a:lnTo>
                    <a:pt x="32956" y="22351"/>
                  </a:lnTo>
                  <a:lnTo>
                    <a:pt x="33017" y="20737"/>
                  </a:lnTo>
                  <a:lnTo>
                    <a:pt x="30381" y="18512"/>
                  </a:lnTo>
                  <a:lnTo>
                    <a:pt x="29271" y="18314"/>
                  </a:lnTo>
                  <a:lnTo>
                    <a:pt x="27275" y="22448"/>
                  </a:lnTo>
                  <a:lnTo>
                    <a:pt x="22244" y="29611"/>
                  </a:lnTo>
                  <a:lnTo>
                    <a:pt x="25752" y="30183"/>
                  </a:lnTo>
                  <a:lnTo>
                    <a:pt x="29817" y="34152"/>
                  </a:lnTo>
                  <a:lnTo>
                    <a:pt x="30809" y="35750"/>
                  </a:lnTo>
                  <a:lnTo>
                    <a:pt x="29916" y="37368"/>
                  </a:lnTo>
                  <a:lnTo>
                    <a:pt x="25220" y="39356"/>
                  </a:lnTo>
                  <a:lnTo>
                    <a:pt x="14216" y="39413"/>
                  </a:lnTo>
                  <a:lnTo>
                    <a:pt x="15438" y="36711"/>
                  </a:lnTo>
                  <a:lnTo>
                    <a:pt x="14718" y="34625"/>
                  </a:lnTo>
                  <a:lnTo>
                    <a:pt x="10775" y="32305"/>
                  </a:lnTo>
                  <a:lnTo>
                    <a:pt x="9518" y="27779"/>
                  </a:lnTo>
                  <a:lnTo>
                    <a:pt x="4612" y="23211"/>
                  </a:lnTo>
                  <a:lnTo>
                    <a:pt x="6091" y="19402"/>
                  </a:lnTo>
                  <a:lnTo>
                    <a:pt x="7508" y="18554"/>
                  </a:lnTo>
                  <a:lnTo>
                    <a:pt x="8512" y="16072"/>
                  </a:lnTo>
                  <a:lnTo>
                    <a:pt x="8148" y="13324"/>
                  </a:lnTo>
                  <a:lnTo>
                    <a:pt x="3072" y="11190"/>
                  </a:lnTo>
                  <a:lnTo>
                    <a:pt x="0" y="8672"/>
                  </a:lnTo>
                  <a:lnTo>
                    <a:pt x="2413" y="1278"/>
                  </a:lnTo>
                  <a:lnTo>
                    <a:pt x="3728" y="192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h2866"/>
            <p:cNvSpPr/>
            <p:nvPr/>
          </p:nvSpPr>
          <p:spPr>
            <a:xfrm>
              <a:off x="2086743" y="2454383"/>
              <a:ext cx="35507" cy="25889"/>
            </a:xfrm>
            <a:custGeom>
              <a:avLst/>
              <a:pathLst>
                <a:path w="35507" h="25889">
                  <a:moveTo>
                    <a:pt x="10834" y="0"/>
                  </a:moveTo>
                  <a:lnTo>
                    <a:pt x="19484" y="1229"/>
                  </a:lnTo>
                  <a:lnTo>
                    <a:pt x="25694" y="1760"/>
                  </a:lnTo>
                  <a:lnTo>
                    <a:pt x="29568" y="10905"/>
                  </a:lnTo>
                  <a:lnTo>
                    <a:pt x="33927" y="14558"/>
                  </a:lnTo>
                  <a:lnTo>
                    <a:pt x="35507" y="16841"/>
                  </a:lnTo>
                  <a:lnTo>
                    <a:pt x="34070" y="19859"/>
                  </a:lnTo>
                  <a:lnTo>
                    <a:pt x="21465" y="19938"/>
                  </a:lnTo>
                  <a:lnTo>
                    <a:pt x="14432" y="17197"/>
                  </a:lnTo>
                  <a:lnTo>
                    <a:pt x="12389" y="18366"/>
                  </a:lnTo>
                  <a:lnTo>
                    <a:pt x="10780" y="24130"/>
                  </a:lnTo>
                  <a:lnTo>
                    <a:pt x="4109" y="25889"/>
                  </a:lnTo>
                  <a:lnTo>
                    <a:pt x="892" y="24625"/>
                  </a:lnTo>
                  <a:lnTo>
                    <a:pt x="0" y="23225"/>
                  </a:lnTo>
                  <a:lnTo>
                    <a:pt x="1431" y="17091"/>
                  </a:lnTo>
                  <a:lnTo>
                    <a:pt x="174" y="14627"/>
                  </a:lnTo>
                  <a:lnTo>
                    <a:pt x="3796" y="12820"/>
                  </a:lnTo>
                  <a:lnTo>
                    <a:pt x="7450" y="400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h2867"/>
            <p:cNvSpPr/>
            <p:nvPr/>
          </p:nvSpPr>
          <p:spPr>
            <a:xfrm>
              <a:off x="2001835" y="2733637"/>
              <a:ext cx="24649" cy="25124"/>
            </a:xfrm>
            <a:custGeom>
              <a:avLst/>
              <a:pathLst>
                <a:path w="24649" h="25124">
                  <a:moveTo>
                    <a:pt x="22434" y="389"/>
                  </a:moveTo>
                  <a:lnTo>
                    <a:pt x="23163" y="1410"/>
                  </a:lnTo>
                  <a:lnTo>
                    <a:pt x="22966" y="4828"/>
                  </a:lnTo>
                  <a:lnTo>
                    <a:pt x="23589" y="6058"/>
                  </a:lnTo>
                  <a:lnTo>
                    <a:pt x="24649" y="9099"/>
                  </a:lnTo>
                  <a:lnTo>
                    <a:pt x="23181" y="14713"/>
                  </a:lnTo>
                  <a:lnTo>
                    <a:pt x="20894" y="18035"/>
                  </a:lnTo>
                  <a:lnTo>
                    <a:pt x="18066" y="19688"/>
                  </a:lnTo>
                  <a:lnTo>
                    <a:pt x="16724" y="21447"/>
                  </a:lnTo>
                  <a:lnTo>
                    <a:pt x="17304" y="22062"/>
                  </a:lnTo>
                  <a:lnTo>
                    <a:pt x="13357" y="23891"/>
                  </a:lnTo>
                  <a:lnTo>
                    <a:pt x="9225" y="24020"/>
                  </a:lnTo>
                  <a:lnTo>
                    <a:pt x="6099" y="25124"/>
                  </a:lnTo>
                  <a:lnTo>
                    <a:pt x="3579" y="23681"/>
                  </a:lnTo>
                  <a:lnTo>
                    <a:pt x="2460" y="20926"/>
                  </a:lnTo>
                  <a:lnTo>
                    <a:pt x="1066" y="20131"/>
                  </a:lnTo>
                  <a:lnTo>
                    <a:pt x="0" y="15965"/>
                  </a:lnTo>
                  <a:lnTo>
                    <a:pt x="4958" y="15639"/>
                  </a:lnTo>
                  <a:lnTo>
                    <a:pt x="5821" y="9058"/>
                  </a:lnTo>
                  <a:lnTo>
                    <a:pt x="17108" y="1288"/>
                  </a:lnTo>
                  <a:lnTo>
                    <a:pt x="2117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h2868"/>
            <p:cNvSpPr/>
            <p:nvPr/>
          </p:nvSpPr>
          <p:spPr>
            <a:xfrm>
              <a:off x="731560" y="3022203"/>
              <a:ext cx="9114" cy="3794"/>
            </a:xfrm>
            <a:custGeom>
              <a:avLst/>
              <a:pathLst>
                <a:path w="9114" h="3794">
                  <a:moveTo>
                    <a:pt x="7285" y="3255"/>
                  </a:move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lnTo>
                    <a:pt x="4398" y="873"/>
                  </a:lnTo>
                  <a:lnTo>
                    <a:pt x="8185" y="591"/>
                  </a:lnTo>
                  <a:lnTo>
                    <a:pt x="9114" y="1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h2869"/>
            <p:cNvSpPr/>
            <p:nvPr/>
          </p:nvSpPr>
          <p:spPr>
            <a:xfrm>
              <a:off x="1156592" y="2996322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h2870"/>
            <p:cNvSpPr/>
            <p:nvPr/>
          </p:nvSpPr>
          <p:spPr>
            <a:xfrm>
              <a:off x="1042770" y="2972467"/>
              <a:ext cx="203" cy="228"/>
            </a:xfrm>
            <a:custGeom>
              <a:avLst/>
              <a:pathLst>
                <a:path w="203" h="228">
                  <a:moveTo>
                    <a:pt x="2" y="145"/>
                  </a:moveTo>
                  <a:lnTo>
                    <a:pt x="0" y="0"/>
                  </a:lnTo>
                  <a:lnTo>
                    <a:pt x="203" y="2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h2871"/>
            <p:cNvSpPr/>
            <p:nvPr/>
          </p:nvSpPr>
          <p:spPr>
            <a:xfrm>
              <a:off x="1186355" y="2941279"/>
              <a:ext cx="2976" cy="4197"/>
            </a:xfrm>
            <a:custGeom>
              <a:avLst/>
              <a:pathLst>
                <a:path w="2976" h="4197">
                  <a:moveTo>
                    <a:pt x="2038" y="0"/>
                  </a:moveTo>
                  <a:lnTo>
                    <a:pt x="2762" y="214"/>
                  </a:lnTo>
                  <a:lnTo>
                    <a:pt x="2976" y="1399"/>
                  </a:ln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h2872"/>
            <p:cNvSpPr/>
            <p:nvPr/>
          </p:nvSpPr>
          <p:spPr>
            <a:xfrm>
              <a:off x="1130604" y="2336918"/>
              <a:ext cx="24941" cy="7494"/>
            </a:xfrm>
            <a:custGeom>
              <a:avLst/>
              <a:pathLst>
                <a:path w="24941" h="7494">
                  <a:moveTo>
                    <a:pt x="9985" y="1483"/>
                  </a:move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lnTo>
                    <a:pt x="15852" y="32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h2873"/>
            <p:cNvSpPr/>
            <p:nvPr/>
          </p:nvSpPr>
          <p:spPr>
            <a:xfrm>
              <a:off x="1095339" y="2316602"/>
              <a:ext cx="32538" cy="26550"/>
            </a:xfrm>
            <a:custGeom>
              <a:avLst/>
              <a:pathLst>
                <a:path w="32538" h="26550">
                  <a:moveTo>
                    <a:pt x="11751" y="1840"/>
                  </a:moveTo>
                  <a:lnTo>
                    <a:pt x="14997" y="1434"/>
                  </a:lnTo>
                  <a:lnTo>
                    <a:pt x="17483" y="3138"/>
                  </a:ln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h2874"/>
            <p:cNvSpPr/>
            <p:nvPr/>
          </p:nvSpPr>
          <p:spPr>
            <a:xfrm>
              <a:off x="1066883" y="2227873"/>
              <a:ext cx="23184" cy="86383"/>
            </a:xfrm>
            <a:custGeom>
              <a:avLst/>
              <a:pathLst>
                <a:path w="23184" h="86383">
                  <a:moveTo>
                    <a:pt x="15049" y="74654"/>
                  </a:move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lnTo>
                    <a:pt x="12725" y="35400"/>
                  </a:ln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h2875"/>
            <p:cNvSpPr/>
            <p:nvPr/>
          </p:nvSpPr>
          <p:spPr>
            <a:xfrm>
              <a:off x="1224142" y="2253001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h2876"/>
            <p:cNvSpPr/>
            <p:nvPr/>
          </p:nvSpPr>
          <p:spPr>
            <a:xfrm>
              <a:off x="1218705" y="2243038"/>
              <a:ext cx="182" cy="26"/>
            </a:xfrm>
            <a:custGeom>
              <a:avLst/>
              <a:pathLst>
                <a:path w="182" h="26">
                  <a:moveTo>
                    <a:pt x="182" y="0"/>
                  </a:moveTo>
                  <a:lnTo>
                    <a:pt x="0" y="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h2877"/>
            <p:cNvSpPr/>
            <p:nvPr/>
          </p:nvSpPr>
          <p:spPr>
            <a:xfrm>
              <a:off x="1218440" y="2238551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h2878"/>
            <p:cNvSpPr/>
            <p:nvPr/>
          </p:nvSpPr>
          <p:spPr>
            <a:xfrm>
              <a:off x="1215722" y="22287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h2879"/>
            <p:cNvSpPr/>
            <p:nvPr/>
          </p:nvSpPr>
          <p:spPr>
            <a:xfrm>
              <a:off x="1087446" y="2201440"/>
              <a:ext cx="5805" cy="24064"/>
            </a:xfrm>
            <a:custGeom>
              <a:avLst/>
              <a:pathLst>
                <a:path w="5805" h="24064">
                  <a:moveTo>
                    <a:pt x="0" y="22526"/>
                  </a:move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lnTo>
                    <a:pt x="1800" y="24064"/>
                  </a:lnTo>
                  <a:lnTo>
                    <a:pt x="478" y="237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h2880"/>
            <p:cNvSpPr/>
            <p:nvPr/>
          </p:nvSpPr>
          <p:spPr>
            <a:xfrm>
              <a:off x="1198381" y="2196728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h2881"/>
            <p:cNvSpPr/>
            <p:nvPr/>
          </p:nvSpPr>
          <p:spPr>
            <a:xfrm>
              <a:off x="1196059" y="2196529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h2882"/>
            <p:cNvSpPr/>
            <p:nvPr/>
          </p:nvSpPr>
          <p:spPr>
            <a:xfrm>
              <a:off x="641079" y="1315942"/>
              <a:ext cx="3240481" cy="2191285"/>
            </a:xfrm>
            <a:custGeom>
              <a:avLst/>
              <a:pathLst>
                <a:path w="3240481" h="2191285">
                  <a:moveTo>
                    <a:pt x="477597" y="999771"/>
                  </a:moveTo>
                  <a:lnTo>
                    <a:pt x="479026" y="1002643"/>
                  </a:lnTo>
                  <a:lnTo>
                    <a:pt x="474780" y="1004225"/>
                  </a:lnTo>
                  <a:lnTo>
                    <a:pt x="474253" y="1002673"/>
                  </a:lnTo>
                  <a:lnTo>
                    <a:pt x="475296" y="995951"/>
                  </a:lnTo>
                  <a:lnTo>
                    <a:pt x="473219" y="988616"/>
                  </a:lnTo>
                  <a:lnTo>
                    <a:pt x="465173" y="976633"/>
                  </a:lnTo>
                  <a:lnTo>
                    <a:pt x="466276" y="977708"/>
                  </a:lnTo>
                  <a:lnTo>
                    <a:pt x="464810" y="974655"/>
                  </a:lnTo>
                  <a:lnTo>
                    <a:pt x="460787" y="970606"/>
                  </a:lnTo>
                  <a:lnTo>
                    <a:pt x="459798" y="970542"/>
                  </a:lnTo>
                  <a:lnTo>
                    <a:pt x="459861" y="973556"/>
                  </a:lnTo>
                  <a:lnTo>
                    <a:pt x="460909" y="974551"/>
                  </a:lnTo>
                  <a:lnTo>
                    <a:pt x="460530" y="975730"/>
                  </a:lnTo>
                  <a:lnTo>
                    <a:pt x="453470" y="975397"/>
                  </a:lnTo>
                  <a:lnTo>
                    <a:pt x="453146" y="969860"/>
                  </a:lnTo>
                  <a:lnTo>
                    <a:pt x="454193" y="965738"/>
                  </a:lnTo>
                  <a:lnTo>
                    <a:pt x="454839" y="966077"/>
                  </a:lnTo>
                  <a:lnTo>
                    <a:pt x="454837" y="963410"/>
                  </a:lnTo>
                  <a:lnTo>
                    <a:pt x="454108" y="962871"/>
                  </a:lnTo>
                  <a:lnTo>
                    <a:pt x="451379" y="964110"/>
                  </a:lnTo>
                  <a:lnTo>
                    <a:pt x="452298" y="973008"/>
                  </a:lnTo>
                  <a:lnTo>
                    <a:pt x="449687" y="973952"/>
                  </a:lnTo>
                  <a:lnTo>
                    <a:pt x="446536" y="968279"/>
                  </a:lnTo>
                  <a:lnTo>
                    <a:pt x="444508" y="958595"/>
                  </a:lnTo>
                  <a:lnTo>
                    <a:pt x="447906" y="951850"/>
                  </a:lnTo>
                  <a:lnTo>
                    <a:pt x="448143" y="942421"/>
                  </a:lnTo>
                  <a:lnTo>
                    <a:pt x="444963" y="947142"/>
                  </a:lnTo>
                  <a:lnTo>
                    <a:pt x="443528" y="951018"/>
                  </a:lnTo>
                  <a:lnTo>
                    <a:pt x="443160" y="959655"/>
                  </a:lnTo>
                  <a:lnTo>
                    <a:pt x="441736" y="966351"/>
                  </a:lnTo>
                  <a:lnTo>
                    <a:pt x="440766" y="963377"/>
                  </a:lnTo>
                  <a:lnTo>
                    <a:pt x="439345" y="965329"/>
                  </a:lnTo>
                  <a:lnTo>
                    <a:pt x="438347" y="964613"/>
                  </a:lnTo>
                  <a:lnTo>
                    <a:pt x="437285" y="961629"/>
                  </a:lnTo>
                  <a:lnTo>
                    <a:pt x="437605" y="959545"/>
                  </a:lnTo>
                  <a:lnTo>
                    <a:pt x="439348" y="958531"/>
                  </a:lnTo>
                  <a:lnTo>
                    <a:pt x="441101" y="953727"/>
                  </a:lnTo>
                  <a:lnTo>
                    <a:pt x="441178" y="951124"/>
                  </a:lnTo>
                  <a:lnTo>
                    <a:pt x="438946" y="950235"/>
                  </a:lnTo>
                  <a:lnTo>
                    <a:pt x="438776" y="947675"/>
                  </a:lnTo>
                  <a:lnTo>
                    <a:pt x="443028" y="946278"/>
                  </a:lnTo>
                  <a:lnTo>
                    <a:pt x="444828" y="942153"/>
                  </a:lnTo>
                  <a:lnTo>
                    <a:pt x="446572" y="934804"/>
                  </a:lnTo>
                  <a:lnTo>
                    <a:pt x="444042" y="934346"/>
                  </a:lnTo>
                  <a:lnTo>
                    <a:pt x="442814" y="935426"/>
                  </a:lnTo>
                  <a:lnTo>
                    <a:pt x="442779" y="931927"/>
                  </a:lnTo>
                  <a:lnTo>
                    <a:pt x="443970" y="926888"/>
                  </a:lnTo>
                  <a:lnTo>
                    <a:pt x="449177" y="915853"/>
                  </a:lnTo>
                  <a:lnTo>
                    <a:pt x="451644" y="915680"/>
                  </a:lnTo>
                  <a:lnTo>
                    <a:pt x="452480" y="913175"/>
                  </a:lnTo>
                  <a:lnTo>
                    <a:pt x="454137" y="900153"/>
                  </a:lnTo>
                  <a:lnTo>
                    <a:pt x="453956" y="899139"/>
                  </a:lnTo>
                  <a:lnTo>
                    <a:pt x="451963" y="899514"/>
                  </a:lnTo>
                  <a:lnTo>
                    <a:pt x="452162" y="896182"/>
                  </a:lnTo>
                  <a:lnTo>
                    <a:pt x="454835" y="884708"/>
                  </a:lnTo>
                  <a:lnTo>
                    <a:pt x="455458" y="885688"/>
                  </a:lnTo>
                  <a:lnTo>
                    <a:pt x="456172" y="885334"/>
                  </a:lnTo>
                  <a:lnTo>
                    <a:pt x="456545" y="881561"/>
                  </a:lnTo>
                  <a:lnTo>
                    <a:pt x="456951" y="861976"/>
                  </a:lnTo>
                  <a:lnTo>
                    <a:pt x="454731" y="858728"/>
                  </a:lnTo>
                  <a:lnTo>
                    <a:pt x="454284" y="854707"/>
                  </a:lnTo>
                  <a:lnTo>
                    <a:pt x="446432" y="825648"/>
                  </a:lnTo>
                  <a:lnTo>
                    <a:pt x="442412" y="819660"/>
                  </a:lnTo>
                  <a:lnTo>
                    <a:pt x="438003" y="816214"/>
                  </a:lnTo>
                  <a:lnTo>
                    <a:pt x="436636" y="816870"/>
                  </a:lnTo>
                  <a:lnTo>
                    <a:pt x="436038" y="816516"/>
                  </a:lnTo>
                  <a:lnTo>
                    <a:pt x="434749" y="814760"/>
                  </a:lnTo>
                  <a:lnTo>
                    <a:pt x="434118" y="808820"/>
                  </a:lnTo>
                  <a:lnTo>
                    <a:pt x="432281" y="803132"/>
                  </a:lnTo>
                  <a:lnTo>
                    <a:pt x="428905" y="797314"/>
                  </a:lnTo>
                  <a:lnTo>
                    <a:pt x="425339" y="793366"/>
                  </a:lnTo>
                  <a:lnTo>
                    <a:pt x="421462" y="791263"/>
                  </a:lnTo>
                  <a:lnTo>
                    <a:pt x="419435" y="791026"/>
                  </a:lnTo>
                  <a:lnTo>
                    <a:pt x="418225" y="791776"/>
                  </a:lnTo>
                  <a:lnTo>
                    <a:pt x="417755" y="793905"/>
                  </a:lnTo>
                  <a:lnTo>
                    <a:pt x="415854" y="794310"/>
                  </a:lnTo>
                  <a:lnTo>
                    <a:pt x="401959" y="782651"/>
                  </a:lnTo>
                  <a:lnTo>
                    <a:pt x="400068" y="781965"/>
                  </a:lnTo>
                  <a:lnTo>
                    <a:pt x="399136" y="782580"/>
                  </a:lnTo>
                  <a:lnTo>
                    <a:pt x="396975" y="782358"/>
                  </a:lnTo>
                  <a:lnTo>
                    <a:pt x="392698" y="776275"/>
                  </a:lnTo>
                  <a:lnTo>
                    <a:pt x="385941" y="771131"/>
                  </a:lnTo>
                  <a:lnTo>
                    <a:pt x="375857" y="760934"/>
                  </a:lnTo>
                  <a:lnTo>
                    <a:pt x="368080" y="755011"/>
                  </a:lnTo>
                  <a:lnTo>
                    <a:pt x="366779" y="754932"/>
                  </a:lnTo>
                  <a:lnTo>
                    <a:pt x="356565" y="743626"/>
                  </a:lnTo>
                  <a:lnTo>
                    <a:pt x="351391" y="741135"/>
                  </a:lnTo>
                  <a:lnTo>
                    <a:pt x="354044" y="738565"/>
                  </a:lnTo>
                  <a:lnTo>
                    <a:pt x="355213" y="739022"/>
                  </a:lnTo>
                  <a:lnTo>
                    <a:pt x="357455" y="742545"/>
                  </a:lnTo>
                  <a:lnTo>
                    <a:pt x="360044" y="741561"/>
                  </a:lnTo>
                  <a:lnTo>
                    <a:pt x="351630" y="728044"/>
                  </a:lnTo>
                  <a:lnTo>
                    <a:pt x="351273" y="722379"/>
                  </a:lnTo>
                  <a:lnTo>
                    <a:pt x="352091" y="722059"/>
                  </a:lnTo>
                  <a:lnTo>
                    <a:pt x="353456" y="722701"/>
                  </a:lnTo>
                  <a:lnTo>
                    <a:pt x="353863" y="722219"/>
                  </a:lnTo>
                  <a:lnTo>
                    <a:pt x="352134" y="721496"/>
                  </a:lnTo>
                  <a:lnTo>
                    <a:pt x="349145" y="721906"/>
                  </a:lnTo>
                  <a:lnTo>
                    <a:pt x="348112" y="725363"/>
                  </a:lnTo>
                  <a:lnTo>
                    <a:pt x="347251" y="725820"/>
                  </a:lnTo>
                  <a:lnTo>
                    <a:pt x="344528" y="725476"/>
                  </a:lnTo>
                  <a:lnTo>
                    <a:pt x="341064" y="722233"/>
                  </a:lnTo>
                  <a:lnTo>
                    <a:pt x="343078" y="721364"/>
                  </a:lnTo>
                  <a:lnTo>
                    <a:pt x="346409" y="721544"/>
                  </a:lnTo>
                  <a:lnTo>
                    <a:pt x="353074" y="714759"/>
                  </a:lnTo>
                  <a:lnTo>
                    <a:pt x="354108" y="710711"/>
                  </a:lnTo>
                  <a:lnTo>
                    <a:pt x="353778" y="705312"/>
                  </a:lnTo>
                  <a:lnTo>
                    <a:pt x="352859" y="701302"/>
                  </a:lnTo>
                  <a:lnTo>
                    <a:pt x="351410" y="698519"/>
                  </a:lnTo>
                  <a:lnTo>
                    <a:pt x="350351" y="698508"/>
                  </a:lnTo>
                  <a:lnTo>
                    <a:pt x="348802" y="701259"/>
                  </a:lnTo>
                  <a:lnTo>
                    <a:pt x="346895" y="706861"/>
                  </a:lnTo>
                  <a:lnTo>
                    <a:pt x="347224" y="709822"/>
                  </a:lnTo>
                  <a:lnTo>
                    <a:pt x="346030" y="715099"/>
                  </a:lnTo>
                  <a:lnTo>
                    <a:pt x="342960" y="716685"/>
                  </a:lnTo>
                  <a:lnTo>
                    <a:pt x="341876" y="716558"/>
                  </a:lnTo>
                  <a:lnTo>
                    <a:pt x="340744" y="715306"/>
                  </a:lnTo>
                  <a:lnTo>
                    <a:pt x="339859" y="716189"/>
                  </a:lnTo>
                  <a:lnTo>
                    <a:pt x="338568" y="721045"/>
                  </a:lnTo>
                  <a:lnTo>
                    <a:pt x="338180" y="726257"/>
                  </a:lnTo>
                  <a:lnTo>
                    <a:pt x="336430" y="726085"/>
                  </a:lnTo>
                  <a:lnTo>
                    <a:pt x="332223" y="722428"/>
                  </a:lnTo>
                  <a:lnTo>
                    <a:pt x="327963" y="720011"/>
                  </a:lnTo>
                  <a:lnTo>
                    <a:pt x="322350" y="718466"/>
                  </a:lnTo>
                  <a:lnTo>
                    <a:pt x="321441" y="717158"/>
                  </a:lnTo>
                  <a:lnTo>
                    <a:pt x="322654" y="716216"/>
                  </a:lnTo>
                  <a:lnTo>
                    <a:pt x="324751" y="718053"/>
                  </a:lnTo>
                  <a:lnTo>
                    <a:pt x="325739" y="717786"/>
                  </a:lnTo>
                  <a:lnTo>
                    <a:pt x="325301" y="716411"/>
                  </a:lnTo>
                  <a:lnTo>
                    <a:pt x="319196" y="715259"/>
                  </a:lnTo>
                  <a:lnTo>
                    <a:pt x="315748" y="716425"/>
                  </a:lnTo>
                  <a:lnTo>
                    <a:pt x="308212" y="727826"/>
                  </a:lnTo>
                  <a:lnTo>
                    <a:pt x="304527" y="729038"/>
                  </a:lnTo>
                  <a:lnTo>
                    <a:pt x="300184" y="727067"/>
                  </a:lnTo>
                  <a:lnTo>
                    <a:pt x="298257" y="725518"/>
                  </a:lnTo>
                  <a:lnTo>
                    <a:pt x="293201" y="718699"/>
                  </a:lnTo>
                  <a:lnTo>
                    <a:pt x="296083" y="720106"/>
                  </a:lnTo>
                  <a:lnTo>
                    <a:pt x="298119" y="724676"/>
                  </a:lnTo>
                  <a:lnTo>
                    <a:pt x="303631" y="728024"/>
                  </a:lnTo>
                  <a:lnTo>
                    <a:pt x="295238" y="718535"/>
                  </a:lnTo>
                  <a:lnTo>
                    <a:pt x="293478" y="717504"/>
                  </a:lnTo>
                  <a:lnTo>
                    <a:pt x="291479" y="718055"/>
                  </a:lnTo>
                  <a:lnTo>
                    <a:pt x="289339" y="716543"/>
                  </a:lnTo>
                  <a:lnTo>
                    <a:pt x="284548" y="702092"/>
                  </a:lnTo>
                  <a:lnTo>
                    <a:pt x="281205" y="698041"/>
                  </a:lnTo>
                  <a:lnTo>
                    <a:pt x="277822" y="695228"/>
                  </a:lnTo>
                  <a:lnTo>
                    <a:pt x="272507" y="692323"/>
                  </a:lnTo>
                  <a:lnTo>
                    <a:pt x="267786" y="691023"/>
                  </a:lnTo>
                  <a:lnTo>
                    <a:pt x="265216" y="691505"/>
                  </a:lnTo>
                  <a:lnTo>
                    <a:pt x="264249" y="693929"/>
                  </a:lnTo>
                  <a:lnTo>
                    <a:pt x="261971" y="693816"/>
                  </a:lnTo>
                  <a:lnTo>
                    <a:pt x="258282" y="688404"/>
                  </a:lnTo>
                  <a:lnTo>
                    <a:pt x="256804" y="683981"/>
                  </a:lnTo>
                  <a:lnTo>
                    <a:pt x="253948" y="679399"/>
                  </a:lnTo>
                  <a:lnTo>
                    <a:pt x="247269" y="673780"/>
                  </a:lnTo>
                  <a:lnTo>
                    <a:pt x="238846" y="670469"/>
                  </a:lnTo>
                  <a:lnTo>
                    <a:pt x="235123" y="670206"/>
                  </a:lnTo>
                  <a:lnTo>
                    <a:pt x="233337" y="670823"/>
                  </a:lnTo>
                  <a:lnTo>
                    <a:pt x="219242" y="664135"/>
                  </a:lnTo>
                  <a:lnTo>
                    <a:pt x="218679" y="661692"/>
                  </a:lnTo>
                  <a:lnTo>
                    <a:pt x="216942" y="660327"/>
                  </a:lnTo>
                  <a:lnTo>
                    <a:pt x="214182" y="660438"/>
                  </a:lnTo>
                  <a:lnTo>
                    <a:pt x="213212" y="658937"/>
                  </a:lnTo>
                  <a:lnTo>
                    <a:pt x="214382" y="644981"/>
                  </a:lnTo>
                  <a:lnTo>
                    <a:pt x="213651" y="639417"/>
                  </a:lnTo>
                  <a:lnTo>
                    <a:pt x="212380" y="636302"/>
                  </a:lnTo>
                  <a:lnTo>
                    <a:pt x="204229" y="628490"/>
                  </a:lnTo>
                  <a:lnTo>
                    <a:pt x="189759" y="621270"/>
                  </a:lnTo>
                  <a:lnTo>
                    <a:pt x="186146" y="611822"/>
                  </a:lnTo>
                  <a:lnTo>
                    <a:pt x="182185" y="608142"/>
                  </a:lnTo>
                  <a:lnTo>
                    <a:pt x="179865" y="608061"/>
                  </a:lnTo>
                  <a:lnTo>
                    <a:pt x="178954" y="606670"/>
                  </a:lnTo>
                  <a:lnTo>
                    <a:pt x="179971" y="603052"/>
                  </a:lnTo>
                  <a:lnTo>
                    <a:pt x="179594" y="601544"/>
                  </a:lnTo>
                  <a:lnTo>
                    <a:pt x="178070" y="599929"/>
                  </a:lnTo>
                  <a:lnTo>
                    <a:pt x="176811" y="599352"/>
                  </a:lnTo>
                  <a:lnTo>
                    <a:pt x="175187" y="600220"/>
                  </a:lnTo>
                  <a:lnTo>
                    <a:pt x="173960" y="602043"/>
                  </a:lnTo>
                  <a:lnTo>
                    <a:pt x="173969" y="603275"/>
                  </a:lnTo>
                  <a:lnTo>
                    <a:pt x="170724" y="601284"/>
                  </a:lnTo>
                  <a:lnTo>
                    <a:pt x="170623" y="598897"/>
                  </a:lnTo>
                  <a:lnTo>
                    <a:pt x="168999" y="596593"/>
                  </a:lnTo>
                  <a:lnTo>
                    <a:pt x="166107" y="594999"/>
                  </a:lnTo>
                  <a:lnTo>
                    <a:pt x="163280" y="594795"/>
                  </a:lnTo>
                  <a:lnTo>
                    <a:pt x="161936" y="592621"/>
                  </a:lnTo>
                  <a:lnTo>
                    <a:pt x="160127" y="586341"/>
                  </a:lnTo>
                  <a:lnTo>
                    <a:pt x="156848" y="579813"/>
                  </a:lnTo>
                  <a:lnTo>
                    <a:pt x="159900" y="578480"/>
                  </a:lnTo>
                  <a:lnTo>
                    <a:pt x="162667" y="580397"/>
                  </a:lnTo>
                  <a:lnTo>
                    <a:pt x="164376" y="582710"/>
                  </a:lnTo>
                  <a:lnTo>
                    <a:pt x="167819" y="583444"/>
                  </a:lnTo>
                  <a:lnTo>
                    <a:pt x="174431" y="582916"/>
                  </a:lnTo>
                  <a:lnTo>
                    <a:pt x="179498" y="583930"/>
                  </a:lnTo>
                  <a:lnTo>
                    <a:pt x="180920" y="584864"/>
                  </a:lnTo>
                  <a:lnTo>
                    <a:pt x="192215" y="587983"/>
                  </a:lnTo>
                  <a:lnTo>
                    <a:pt x="196324" y="590435"/>
                  </a:lnTo>
                  <a:lnTo>
                    <a:pt x="202953" y="592375"/>
                  </a:lnTo>
                  <a:lnTo>
                    <a:pt x="206439" y="593039"/>
                  </a:lnTo>
                  <a:lnTo>
                    <a:pt x="214205" y="592254"/>
                  </a:lnTo>
                  <a:lnTo>
                    <a:pt x="217466" y="594223"/>
                  </a:lnTo>
                  <a:lnTo>
                    <a:pt x="227872" y="590086"/>
                  </a:lnTo>
                  <a:lnTo>
                    <a:pt x="228981" y="591268"/>
                  </a:lnTo>
                  <a:lnTo>
                    <a:pt x="235669" y="590485"/>
                  </a:lnTo>
                  <a:lnTo>
                    <a:pt x="236785" y="587498"/>
                  </a:lnTo>
                  <a:lnTo>
                    <a:pt x="235957" y="585287"/>
                  </a:lnTo>
                  <a:lnTo>
                    <a:pt x="232340" y="587252"/>
                  </a:lnTo>
                  <a:lnTo>
                    <a:pt x="230411" y="589543"/>
                  </a:lnTo>
                  <a:lnTo>
                    <a:pt x="229667" y="589898"/>
                  </a:lnTo>
                  <a:lnTo>
                    <a:pt x="229582" y="589247"/>
                  </a:lnTo>
                  <a:lnTo>
                    <a:pt x="235216" y="584823"/>
                  </a:lnTo>
                  <a:lnTo>
                    <a:pt x="237543" y="583925"/>
                  </a:lnTo>
                  <a:lnTo>
                    <a:pt x="238965" y="584098"/>
                  </a:lnTo>
                  <a:lnTo>
                    <a:pt x="240302" y="585873"/>
                  </a:lnTo>
                  <a:lnTo>
                    <a:pt x="239970" y="587297"/>
                  </a:lnTo>
                  <a:lnTo>
                    <a:pt x="238586" y="588248"/>
                  </a:lnTo>
                  <a:lnTo>
                    <a:pt x="237125" y="590882"/>
                  </a:lnTo>
                  <a:lnTo>
                    <a:pt x="236928" y="594676"/>
                  </a:lnTo>
                  <a:lnTo>
                    <a:pt x="238583" y="598955"/>
                  </a:lnTo>
                  <a:lnTo>
                    <a:pt x="244236" y="605692"/>
                  </a:lnTo>
                  <a:lnTo>
                    <a:pt x="245965" y="606661"/>
                  </a:lnTo>
                  <a:lnTo>
                    <a:pt x="248466" y="606605"/>
                  </a:lnTo>
                  <a:lnTo>
                    <a:pt x="252946" y="610096"/>
                  </a:lnTo>
                  <a:lnTo>
                    <a:pt x="253654" y="611122"/>
                  </a:lnTo>
                  <a:lnTo>
                    <a:pt x="254989" y="619509"/>
                  </a:lnTo>
                  <a:lnTo>
                    <a:pt x="258987" y="619701"/>
                  </a:lnTo>
                  <a:lnTo>
                    <a:pt x="260419" y="618448"/>
                  </a:lnTo>
                  <a:lnTo>
                    <a:pt x="259161" y="617216"/>
                  </a:lnTo>
                  <a:lnTo>
                    <a:pt x="259975" y="616253"/>
                  </a:lnTo>
                  <a:lnTo>
                    <a:pt x="267199" y="611822"/>
                  </a:lnTo>
                  <a:lnTo>
                    <a:pt x="273273" y="612945"/>
                  </a:lnTo>
                  <a:lnTo>
                    <a:pt x="277291" y="610554"/>
                  </a:lnTo>
                  <a:lnTo>
                    <a:pt x="278556" y="606656"/>
                  </a:lnTo>
                  <a:lnTo>
                    <a:pt x="277664" y="604835"/>
                  </a:lnTo>
                  <a:lnTo>
                    <a:pt x="272200" y="600441"/>
                  </a:lnTo>
                  <a:lnTo>
                    <a:pt x="270555" y="600209"/>
                  </a:lnTo>
                  <a:lnTo>
                    <a:pt x="269838" y="601158"/>
                  </a:lnTo>
                  <a:lnTo>
                    <a:pt x="266900" y="601897"/>
                  </a:lnTo>
                  <a:lnTo>
                    <a:pt x="265615" y="596382"/>
                  </a:lnTo>
                  <a:lnTo>
                    <a:pt x="263287" y="593361"/>
                  </a:lnTo>
                  <a:lnTo>
                    <a:pt x="261653" y="594606"/>
                  </a:lnTo>
                  <a:lnTo>
                    <a:pt x="263629" y="596561"/>
                  </a:lnTo>
                  <a:lnTo>
                    <a:pt x="264915" y="599347"/>
                  </a:lnTo>
                  <a:lnTo>
                    <a:pt x="265378" y="602492"/>
                  </a:lnTo>
                  <a:lnTo>
                    <a:pt x="258377" y="605245"/>
                  </a:lnTo>
                  <a:lnTo>
                    <a:pt x="256761" y="604874"/>
                  </a:lnTo>
                  <a:lnTo>
                    <a:pt x="254467" y="602912"/>
                  </a:lnTo>
                  <a:lnTo>
                    <a:pt x="252046" y="591123"/>
                  </a:lnTo>
                  <a:lnTo>
                    <a:pt x="257894" y="584523"/>
                  </a:lnTo>
                  <a:lnTo>
                    <a:pt x="257767" y="582933"/>
                  </a:lnTo>
                  <a:lnTo>
                    <a:pt x="254936" y="581952"/>
                  </a:lnTo>
                  <a:lnTo>
                    <a:pt x="252982" y="580260"/>
                  </a:lnTo>
                  <a:lnTo>
                    <a:pt x="254241" y="580088"/>
                  </a:lnTo>
                  <a:lnTo>
                    <a:pt x="256373" y="581361"/>
                  </a:lnTo>
                  <a:lnTo>
                    <a:pt x="255945" y="579813"/>
                  </a:lnTo>
                  <a:lnTo>
                    <a:pt x="253644" y="577307"/>
                  </a:lnTo>
                  <a:lnTo>
                    <a:pt x="251216" y="578653"/>
                  </a:lnTo>
                  <a:lnTo>
                    <a:pt x="247141" y="579142"/>
                  </a:lnTo>
                  <a:lnTo>
                    <a:pt x="243698" y="582688"/>
                  </a:lnTo>
                  <a:lnTo>
                    <a:pt x="242727" y="580853"/>
                  </a:lnTo>
                  <a:lnTo>
                    <a:pt x="243059" y="577572"/>
                  </a:lnTo>
                  <a:lnTo>
                    <a:pt x="251004" y="569837"/>
                  </a:lnTo>
                  <a:lnTo>
                    <a:pt x="259162" y="560340"/>
                  </a:lnTo>
                  <a:lnTo>
                    <a:pt x="260870" y="560921"/>
                  </a:lnTo>
                  <a:lnTo>
                    <a:pt x="261126" y="563535"/>
                  </a:lnTo>
                  <a:lnTo>
                    <a:pt x="261024" y="564904"/>
                  </a:lnTo>
                  <a:lnTo>
                    <a:pt x="258690" y="566956"/>
                  </a:lnTo>
                  <a:lnTo>
                    <a:pt x="259361" y="569012"/>
                  </a:lnTo>
                  <a:lnTo>
                    <a:pt x="262158" y="568685"/>
                  </a:lnTo>
                  <a:lnTo>
                    <a:pt x="265486" y="565500"/>
                  </a:lnTo>
                  <a:lnTo>
                    <a:pt x="265664" y="564550"/>
                  </a:lnTo>
                  <a:lnTo>
                    <a:pt x="262809" y="563757"/>
                  </a:lnTo>
                  <a:lnTo>
                    <a:pt x="262288" y="556492"/>
                  </a:lnTo>
                  <a:lnTo>
                    <a:pt x="267851" y="546471"/>
                  </a:lnTo>
                  <a:lnTo>
                    <a:pt x="268517" y="546325"/>
                  </a:lnTo>
                  <a:lnTo>
                    <a:pt x="267958" y="550744"/>
                  </a:lnTo>
                  <a:lnTo>
                    <a:pt x="266015" y="553663"/>
                  </a:lnTo>
                  <a:lnTo>
                    <a:pt x="265801" y="557321"/>
                  </a:lnTo>
                  <a:lnTo>
                    <a:pt x="267081" y="561357"/>
                  </a:lnTo>
                  <a:lnTo>
                    <a:pt x="268402" y="561738"/>
                  </a:lnTo>
                  <a:lnTo>
                    <a:pt x="269325" y="560525"/>
                  </a:lnTo>
                  <a:lnTo>
                    <a:pt x="268216" y="556529"/>
                  </a:lnTo>
                  <a:lnTo>
                    <a:pt x="269706" y="550352"/>
                  </a:lnTo>
                  <a:lnTo>
                    <a:pt x="268875" y="541688"/>
                  </a:lnTo>
                  <a:lnTo>
                    <a:pt x="267043" y="539514"/>
                  </a:lnTo>
                  <a:lnTo>
                    <a:pt x="265192" y="542058"/>
                  </a:lnTo>
                  <a:lnTo>
                    <a:pt x="264203" y="542359"/>
                  </a:lnTo>
                  <a:lnTo>
                    <a:pt x="262955" y="541754"/>
                  </a:lnTo>
                  <a:lnTo>
                    <a:pt x="262095" y="540087"/>
                  </a:lnTo>
                  <a:lnTo>
                    <a:pt x="267570" y="530001"/>
                  </a:lnTo>
                  <a:lnTo>
                    <a:pt x="272117" y="518609"/>
                  </a:lnTo>
                  <a:lnTo>
                    <a:pt x="272499" y="515963"/>
                  </a:lnTo>
                  <a:lnTo>
                    <a:pt x="270522" y="509872"/>
                  </a:lnTo>
                  <a:lnTo>
                    <a:pt x="268021" y="505881"/>
                  </a:lnTo>
                  <a:lnTo>
                    <a:pt x="264293" y="503491"/>
                  </a:lnTo>
                  <a:lnTo>
                    <a:pt x="262095" y="500606"/>
                  </a:lnTo>
                  <a:lnTo>
                    <a:pt x="262448" y="496599"/>
                  </a:lnTo>
                  <a:lnTo>
                    <a:pt x="261859" y="494022"/>
                  </a:lnTo>
                  <a:lnTo>
                    <a:pt x="260684" y="492491"/>
                  </a:lnTo>
                  <a:lnTo>
                    <a:pt x="254843" y="490268"/>
                  </a:lnTo>
                  <a:lnTo>
                    <a:pt x="253258" y="491121"/>
                  </a:lnTo>
                  <a:lnTo>
                    <a:pt x="251005" y="490760"/>
                  </a:lnTo>
                  <a:lnTo>
                    <a:pt x="251078" y="486879"/>
                  </a:lnTo>
                  <a:lnTo>
                    <a:pt x="246786" y="482380"/>
                  </a:lnTo>
                  <a:lnTo>
                    <a:pt x="244165" y="478468"/>
                  </a:lnTo>
                  <a:lnTo>
                    <a:pt x="241659" y="471811"/>
                  </a:lnTo>
                  <a:lnTo>
                    <a:pt x="241062" y="471542"/>
                  </a:lnTo>
                  <a:lnTo>
                    <a:pt x="240237" y="472264"/>
                  </a:lnTo>
                  <a:lnTo>
                    <a:pt x="239219" y="471021"/>
                  </a:lnTo>
                  <a:lnTo>
                    <a:pt x="238712" y="465417"/>
                  </a:lnTo>
                  <a:lnTo>
                    <a:pt x="237716" y="463297"/>
                  </a:lnTo>
                  <a:lnTo>
                    <a:pt x="230787" y="456394"/>
                  </a:lnTo>
                  <a:lnTo>
                    <a:pt x="227721" y="456033"/>
                  </a:lnTo>
                  <a:lnTo>
                    <a:pt x="221113" y="451089"/>
                  </a:lnTo>
                  <a:lnTo>
                    <a:pt x="219883" y="445941"/>
                  </a:lnTo>
                  <a:lnTo>
                    <a:pt x="219554" y="440372"/>
                  </a:lnTo>
                  <a:lnTo>
                    <a:pt x="217947" y="436289"/>
                  </a:lnTo>
                  <a:lnTo>
                    <a:pt x="213111" y="433104"/>
                  </a:lnTo>
                  <a:lnTo>
                    <a:pt x="209949" y="433770"/>
                  </a:lnTo>
                  <a:lnTo>
                    <a:pt x="209125" y="432970"/>
                  </a:lnTo>
                  <a:lnTo>
                    <a:pt x="206676" y="424228"/>
                  </a:lnTo>
                  <a:lnTo>
                    <a:pt x="199750" y="419008"/>
                  </a:lnTo>
                  <a:lnTo>
                    <a:pt x="185462" y="399182"/>
                  </a:lnTo>
                  <a:lnTo>
                    <a:pt x="174868" y="393256"/>
                  </a:lnTo>
                  <a:lnTo>
                    <a:pt x="166506" y="391984"/>
                  </a:lnTo>
                  <a:lnTo>
                    <a:pt x="163980" y="390451"/>
                  </a:lnTo>
                  <a:lnTo>
                    <a:pt x="162551" y="389269"/>
                  </a:lnTo>
                  <a:lnTo>
                    <a:pt x="161084" y="385275"/>
                  </a:lnTo>
                  <a:lnTo>
                    <a:pt x="157194" y="379643"/>
                  </a:lnTo>
                  <a:lnTo>
                    <a:pt x="148478" y="374059"/>
                  </a:lnTo>
                  <a:lnTo>
                    <a:pt x="144607" y="373438"/>
                  </a:lnTo>
                  <a:lnTo>
                    <a:pt x="137090" y="364682"/>
                  </a:lnTo>
                  <a:lnTo>
                    <a:pt x="134983" y="364279"/>
                  </a:lnTo>
                  <a:lnTo>
                    <a:pt x="133274" y="365288"/>
                  </a:lnTo>
                  <a:lnTo>
                    <a:pt x="131990" y="365169"/>
                  </a:lnTo>
                  <a:lnTo>
                    <a:pt x="124516" y="355335"/>
                  </a:lnTo>
                  <a:lnTo>
                    <a:pt x="120546" y="353948"/>
                  </a:lnTo>
                  <a:lnTo>
                    <a:pt x="113607" y="346900"/>
                  </a:lnTo>
                  <a:lnTo>
                    <a:pt x="115864" y="337583"/>
                  </a:lnTo>
                  <a:lnTo>
                    <a:pt x="114841" y="329522"/>
                  </a:lnTo>
                  <a:lnTo>
                    <a:pt x="111133" y="323403"/>
                  </a:lnTo>
                  <a:lnTo>
                    <a:pt x="106546" y="321576"/>
                  </a:lnTo>
                  <a:lnTo>
                    <a:pt x="104934" y="321560"/>
                  </a:lnTo>
                  <a:lnTo>
                    <a:pt x="108787" y="305979"/>
                  </a:lnTo>
                  <a:lnTo>
                    <a:pt x="107249" y="298912"/>
                  </a:lnTo>
                  <a:lnTo>
                    <a:pt x="109040" y="288212"/>
                  </a:lnTo>
                  <a:lnTo>
                    <a:pt x="108045" y="280693"/>
                  </a:lnTo>
                  <a:lnTo>
                    <a:pt x="104850" y="273627"/>
                  </a:lnTo>
                  <a:lnTo>
                    <a:pt x="99352" y="268343"/>
                  </a:lnTo>
                  <a:lnTo>
                    <a:pt x="95602" y="267037"/>
                  </a:lnTo>
                  <a:lnTo>
                    <a:pt x="92860" y="267455"/>
                  </a:lnTo>
                  <a:lnTo>
                    <a:pt x="95818" y="265143"/>
                  </a:lnTo>
                  <a:lnTo>
                    <a:pt x="96696" y="261062"/>
                  </a:lnTo>
                  <a:lnTo>
                    <a:pt x="92037" y="253858"/>
                  </a:lnTo>
                  <a:lnTo>
                    <a:pt x="90908" y="255288"/>
                  </a:lnTo>
                  <a:lnTo>
                    <a:pt x="94285" y="259745"/>
                  </a:lnTo>
                  <a:lnTo>
                    <a:pt x="94751" y="261865"/>
                  </a:lnTo>
                  <a:lnTo>
                    <a:pt x="93456" y="263749"/>
                  </a:lnTo>
                  <a:lnTo>
                    <a:pt x="92294" y="263882"/>
                  </a:lnTo>
                  <a:lnTo>
                    <a:pt x="90909" y="262118"/>
                  </a:lnTo>
                  <a:lnTo>
                    <a:pt x="90810" y="260840"/>
                  </a:lnTo>
                  <a:lnTo>
                    <a:pt x="87971" y="260684"/>
                  </a:lnTo>
                  <a:lnTo>
                    <a:pt x="91377" y="271213"/>
                  </a:lnTo>
                  <a:lnTo>
                    <a:pt x="90766" y="272163"/>
                  </a:lnTo>
                  <a:lnTo>
                    <a:pt x="88645" y="270984"/>
                  </a:lnTo>
                  <a:lnTo>
                    <a:pt x="88687" y="264772"/>
                  </a:lnTo>
                  <a:lnTo>
                    <a:pt x="88183" y="263070"/>
                  </a:lnTo>
                  <a:lnTo>
                    <a:pt x="86896" y="262261"/>
                  </a:lnTo>
                  <a:lnTo>
                    <a:pt x="85808" y="255365"/>
                  </a:lnTo>
                  <a:lnTo>
                    <a:pt x="88438" y="245789"/>
                  </a:lnTo>
                  <a:lnTo>
                    <a:pt x="89920" y="235038"/>
                  </a:lnTo>
                  <a:lnTo>
                    <a:pt x="88700" y="220337"/>
                  </a:lnTo>
                  <a:lnTo>
                    <a:pt x="86896" y="216410"/>
                  </a:lnTo>
                  <a:lnTo>
                    <a:pt x="83695" y="215280"/>
                  </a:lnTo>
                  <a:lnTo>
                    <a:pt x="79546" y="210403"/>
                  </a:lnTo>
                  <a:lnTo>
                    <a:pt x="76962" y="209878"/>
                  </a:lnTo>
                  <a:lnTo>
                    <a:pt x="74315" y="206682"/>
                  </a:lnTo>
                  <a:lnTo>
                    <a:pt x="72971" y="202856"/>
                  </a:lnTo>
                  <a:lnTo>
                    <a:pt x="68426" y="196374"/>
                  </a:lnTo>
                  <a:lnTo>
                    <a:pt x="67090" y="196038"/>
                  </a:lnTo>
                  <a:lnTo>
                    <a:pt x="63155" y="197312"/>
                  </a:lnTo>
                  <a:lnTo>
                    <a:pt x="61577" y="195149"/>
                  </a:lnTo>
                  <a:lnTo>
                    <a:pt x="65856" y="179823"/>
                  </a:lnTo>
                  <a:lnTo>
                    <a:pt x="66717" y="173935"/>
                  </a:lnTo>
                  <a:lnTo>
                    <a:pt x="62198" y="161821"/>
                  </a:lnTo>
                  <a:lnTo>
                    <a:pt x="57457" y="154851"/>
                  </a:lnTo>
                  <a:lnTo>
                    <a:pt x="54136" y="151256"/>
                  </a:lnTo>
                  <a:lnTo>
                    <a:pt x="50230" y="141421"/>
                  </a:lnTo>
                  <a:lnTo>
                    <a:pt x="48490" y="138781"/>
                  </a:lnTo>
                  <a:lnTo>
                    <a:pt x="43659" y="133877"/>
                  </a:lnTo>
                  <a:lnTo>
                    <a:pt x="42197" y="133611"/>
                  </a:lnTo>
                  <a:lnTo>
                    <a:pt x="40193" y="129615"/>
                  </a:lnTo>
                  <a:lnTo>
                    <a:pt x="33023" y="122452"/>
                  </a:lnTo>
                  <a:lnTo>
                    <a:pt x="35791" y="116736"/>
                  </a:lnTo>
                  <a:lnTo>
                    <a:pt x="38016" y="109174"/>
                  </a:lnTo>
                  <a:lnTo>
                    <a:pt x="34295" y="103410"/>
                  </a:lnTo>
                  <a:lnTo>
                    <a:pt x="31504" y="101377"/>
                  </a:lnTo>
                  <a:lnTo>
                    <a:pt x="29372" y="98693"/>
                  </a:lnTo>
                  <a:lnTo>
                    <a:pt x="29691" y="98002"/>
                  </a:lnTo>
                  <a:lnTo>
                    <a:pt x="31434" y="98398"/>
                  </a:lnTo>
                  <a:lnTo>
                    <a:pt x="36407" y="102432"/>
                  </a:lnTo>
                  <a:lnTo>
                    <a:pt x="37460" y="102518"/>
                  </a:lnTo>
                  <a:lnTo>
                    <a:pt x="39544" y="100897"/>
                  </a:lnTo>
                  <a:lnTo>
                    <a:pt x="41827" y="96536"/>
                  </a:lnTo>
                  <a:lnTo>
                    <a:pt x="42540" y="96224"/>
                  </a:lnTo>
                  <a:lnTo>
                    <a:pt x="38882" y="103014"/>
                  </a:lnTo>
                  <a:lnTo>
                    <a:pt x="40764" y="101137"/>
                  </a:lnTo>
                  <a:lnTo>
                    <a:pt x="42943" y="96251"/>
                  </a:lnTo>
                  <a:lnTo>
                    <a:pt x="44052" y="90957"/>
                  </a:lnTo>
                  <a:lnTo>
                    <a:pt x="43323" y="86540"/>
                  </a:lnTo>
                  <a:lnTo>
                    <a:pt x="39005" y="85424"/>
                  </a:lnTo>
                  <a:lnTo>
                    <a:pt x="35792" y="81109"/>
                  </a:lnTo>
                  <a:lnTo>
                    <a:pt x="31087" y="79740"/>
                  </a:lnTo>
                  <a:lnTo>
                    <a:pt x="30214" y="78251"/>
                  </a:lnTo>
                  <a:lnTo>
                    <a:pt x="30333" y="72905"/>
                  </a:lnTo>
                  <a:lnTo>
                    <a:pt x="28830" y="70539"/>
                  </a:lnTo>
                  <a:lnTo>
                    <a:pt x="26590" y="69595"/>
                  </a:lnTo>
                  <a:lnTo>
                    <a:pt x="23333" y="69749"/>
                  </a:lnTo>
                  <a:lnTo>
                    <a:pt x="20669" y="67437"/>
                  </a:lnTo>
                  <a:lnTo>
                    <a:pt x="18797" y="64360"/>
                  </a:lnTo>
                  <a:lnTo>
                    <a:pt x="18416" y="62369"/>
                  </a:lnTo>
                  <a:lnTo>
                    <a:pt x="18539" y="60706"/>
                  </a:lnTo>
                  <a:lnTo>
                    <a:pt x="19399" y="59786"/>
                  </a:lnTo>
                  <a:lnTo>
                    <a:pt x="19304" y="55986"/>
                  </a:lnTo>
                  <a:lnTo>
                    <a:pt x="19454" y="50659"/>
                  </a:lnTo>
                  <a:lnTo>
                    <a:pt x="17089" y="38884"/>
                  </a:lnTo>
                  <a:lnTo>
                    <a:pt x="15301" y="36488"/>
                  </a:lnTo>
                  <a:lnTo>
                    <a:pt x="9293" y="33671"/>
                  </a:lnTo>
                  <a:lnTo>
                    <a:pt x="6340" y="31233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128177" y="616"/>
                  </a:lnTo>
                  <a:lnTo>
                    <a:pt x="246853" y="1652"/>
                  </a:lnTo>
                  <a:lnTo>
                    <a:pt x="241481" y="10312"/>
                  </a:lnTo>
                  <a:lnTo>
                    <a:pt x="236839" y="12659"/>
                  </a:lnTo>
                  <a:lnTo>
                    <a:pt x="236388" y="21820"/>
                  </a:lnTo>
                  <a:lnTo>
                    <a:pt x="234904" y="27789"/>
                  </a:lnTo>
                  <a:lnTo>
                    <a:pt x="357123" y="83978"/>
                  </a:lnTo>
                  <a:lnTo>
                    <a:pt x="370961" y="90383"/>
                  </a:lnTo>
                  <a:lnTo>
                    <a:pt x="479572" y="139250"/>
                  </a:lnTo>
                  <a:lnTo>
                    <a:pt x="502143" y="149338"/>
                  </a:lnTo>
                  <a:lnTo>
                    <a:pt x="548456" y="170143"/>
                  </a:lnTo>
                  <a:lnTo>
                    <a:pt x="592861" y="190099"/>
                  </a:lnTo>
                  <a:lnTo>
                    <a:pt x="606809" y="196354"/>
                  </a:lnTo>
                  <a:lnTo>
                    <a:pt x="645332" y="198661"/>
                  </a:lnTo>
                  <a:lnTo>
                    <a:pt x="682539" y="200861"/>
                  </a:lnTo>
                  <a:lnTo>
                    <a:pt x="743570" y="204196"/>
                  </a:lnTo>
                  <a:lnTo>
                    <a:pt x="845575" y="209564"/>
                  </a:lnTo>
                  <a:lnTo>
                    <a:pt x="901970" y="212001"/>
                  </a:lnTo>
                  <a:lnTo>
                    <a:pt x="904325" y="157914"/>
                  </a:lnTo>
                  <a:lnTo>
                    <a:pt x="1041962" y="163220"/>
                  </a:lnTo>
                  <a:lnTo>
                    <a:pt x="1076787" y="164365"/>
                  </a:lnTo>
                  <a:lnTo>
                    <a:pt x="1080859" y="168837"/>
                  </a:lnTo>
                  <a:lnTo>
                    <a:pt x="1084568" y="166918"/>
                  </a:lnTo>
                  <a:lnTo>
                    <a:pt x="1088140" y="168601"/>
                  </a:lnTo>
                  <a:lnTo>
                    <a:pt x="1091719" y="171023"/>
                  </a:lnTo>
                  <a:lnTo>
                    <a:pt x="1094783" y="175308"/>
                  </a:lnTo>
                  <a:lnTo>
                    <a:pt x="1100726" y="188750"/>
                  </a:lnTo>
                  <a:lnTo>
                    <a:pt x="1107442" y="201658"/>
                  </a:lnTo>
                  <a:lnTo>
                    <a:pt x="1109253" y="203949"/>
                  </a:lnTo>
                  <a:lnTo>
                    <a:pt x="1111097" y="204574"/>
                  </a:lnTo>
                  <a:lnTo>
                    <a:pt x="1121509" y="212036"/>
                  </a:lnTo>
                  <a:lnTo>
                    <a:pt x="1127659" y="212788"/>
                  </a:lnTo>
                  <a:lnTo>
                    <a:pt x="1129397" y="213033"/>
                  </a:lnTo>
                  <a:lnTo>
                    <a:pt x="1132605" y="216193"/>
                  </a:lnTo>
                  <a:lnTo>
                    <a:pt x="1134446" y="216546"/>
                  </a:lnTo>
                  <a:lnTo>
                    <a:pt x="1136357" y="222651"/>
                  </a:lnTo>
                  <a:lnTo>
                    <a:pt x="1142185" y="225450"/>
                  </a:lnTo>
                  <a:lnTo>
                    <a:pt x="1148927" y="234391"/>
                  </a:lnTo>
                  <a:lnTo>
                    <a:pt x="1151717" y="238773"/>
                  </a:lnTo>
                  <a:lnTo>
                    <a:pt x="1158903" y="244570"/>
                  </a:lnTo>
                  <a:lnTo>
                    <a:pt x="1165141" y="247240"/>
                  </a:lnTo>
                  <a:lnTo>
                    <a:pt x="1169456" y="251047"/>
                  </a:lnTo>
                  <a:lnTo>
                    <a:pt x="1171442" y="254381"/>
                  </a:lnTo>
                  <a:lnTo>
                    <a:pt x="1172020" y="258719"/>
                  </a:lnTo>
                  <a:lnTo>
                    <a:pt x="1174133" y="262517"/>
                  </a:lnTo>
                  <a:lnTo>
                    <a:pt x="1177755" y="264270"/>
                  </a:lnTo>
                  <a:lnTo>
                    <a:pt x="1180286" y="266925"/>
                  </a:lnTo>
                  <a:lnTo>
                    <a:pt x="1180044" y="267376"/>
                  </a:lnTo>
                  <a:lnTo>
                    <a:pt x="1188740" y="273851"/>
                  </a:lnTo>
                  <a:lnTo>
                    <a:pt x="1190181" y="275596"/>
                  </a:lnTo>
                  <a:lnTo>
                    <a:pt x="1190568" y="278672"/>
                  </a:lnTo>
                  <a:lnTo>
                    <a:pt x="1204739" y="286725"/>
                  </a:lnTo>
                  <a:lnTo>
                    <a:pt x="1209477" y="286328"/>
                  </a:lnTo>
                  <a:lnTo>
                    <a:pt x="1214819" y="291054"/>
                  </a:lnTo>
                  <a:lnTo>
                    <a:pt x="1219342" y="292883"/>
                  </a:lnTo>
                  <a:lnTo>
                    <a:pt x="1221284" y="296398"/>
                  </a:lnTo>
                  <a:lnTo>
                    <a:pt x="1224592" y="300193"/>
                  </a:lnTo>
                  <a:lnTo>
                    <a:pt x="1226135" y="300940"/>
                  </a:lnTo>
                  <a:lnTo>
                    <a:pt x="1230295" y="300319"/>
                  </a:lnTo>
                  <a:lnTo>
                    <a:pt x="1232464" y="303245"/>
                  </a:lnTo>
                  <a:lnTo>
                    <a:pt x="1232524" y="306437"/>
                  </a:lnTo>
                  <a:lnTo>
                    <a:pt x="1233607" y="309303"/>
                  </a:lnTo>
                  <a:lnTo>
                    <a:pt x="1238227" y="310466"/>
                  </a:lnTo>
                  <a:lnTo>
                    <a:pt x="1241182" y="314369"/>
                  </a:lnTo>
                  <a:lnTo>
                    <a:pt x="1244388" y="323604"/>
                  </a:lnTo>
                  <a:lnTo>
                    <a:pt x="1244114" y="326163"/>
                  </a:lnTo>
                  <a:lnTo>
                    <a:pt x="1244344" y="329516"/>
                  </a:lnTo>
                  <a:lnTo>
                    <a:pt x="1247134" y="338065"/>
                  </a:lnTo>
                  <a:lnTo>
                    <a:pt x="1259659" y="354532"/>
                  </a:lnTo>
                  <a:lnTo>
                    <a:pt x="1262329" y="361703"/>
                  </a:lnTo>
                  <a:lnTo>
                    <a:pt x="1260984" y="375334"/>
                  </a:lnTo>
                  <a:lnTo>
                    <a:pt x="1262471" y="392576"/>
                  </a:lnTo>
                  <a:lnTo>
                    <a:pt x="1274095" y="410894"/>
                  </a:lnTo>
                  <a:lnTo>
                    <a:pt x="1277199" y="423024"/>
                  </a:lnTo>
                  <a:lnTo>
                    <a:pt x="1279379" y="425772"/>
                  </a:lnTo>
                  <a:lnTo>
                    <a:pt x="1291070" y="434781"/>
                  </a:lnTo>
                  <a:lnTo>
                    <a:pt x="1291634" y="437123"/>
                  </a:lnTo>
                  <a:lnTo>
                    <a:pt x="1292991" y="438544"/>
                  </a:lnTo>
                  <a:lnTo>
                    <a:pt x="1299045" y="440982"/>
                  </a:lnTo>
                  <a:lnTo>
                    <a:pt x="1305111" y="442051"/>
                  </a:lnTo>
                  <a:lnTo>
                    <a:pt x="1310368" y="445611"/>
                  </a:lnTo>
                  <a:lnTo>
                    <a:pt x="1310786" y="446145"/>
                  </a:lnTo>
                  <a:lnTo>
                    <a:pt x="1310278" y="448424"/>
                  </a:lnTo>
                  <a:lnTo>
                    <a:pt x="1315144" y="456625"/>
                  </a:lnTo>
                  <a:lnTo>
                    <a:pt x="1321168" y="459113"/>
                  </a:lnTo>
                  <a:lnTo>
                    <a:pt x="1323711" y="462378"/>
                  </a:lnTo>
                  <a:lnTo>
                    <a:pt x="1328400" y="465636"/>
                  </a:lnTo>
                  <a:lnTo>
                    <a:pt x="1335428" y="468492"/>
                  </a:lnTo>
                  <a:lnTo>
                    <a:pt x="1347416" y="470433"/>
                  </a:lnTo>
                  <a:lnTo>
                    <a:pt x="1354995" y="472494"/>
                  </a:lnTo>
                  <a:lnTo>
                    <a:pt x="1355786" y="474412"/>
                  </a:lnTo>
                  <a:lnTo>
                    <a:pt x="1362220" y="482201"/>
                  </a:lnTo>
                  <a:lnTo>
                    <a:pt x="1374742" y="486502"/>
                  </a:lnTo>
                  <a:lnTo>
                    <a:pt x="1379268" y="486055"/>
                  </a:lnTo>
                  <a:lnTo>
                    <a:pt x="1388494" y="496460"/>
                  </a:lnTo>
                  <a:lnTo>
                    <a:pt x="1393088" y="500005"/>
                  </a:lnTo>
                  <a:lnTo>
                    <a:pt x="1399303" y="502452"/>
                  </a:lnTo>
                  <a:lnTo>
                    <a:pt x="1400035" y="501375"/>
                  </a:lnTo>
                  <a:lnTo>
                    <a:pt x="1401961" y="501313"/>
                  </a:lnTo>
                  <a:lnTo>
                    <a:pt x="1402521" y="502831"/>
                  </a:lnTo>
                  <a:lnTo>
                    <a:pt x="1404650" y="504302"/>
                  </a:lnTo>
                  <a:lnTo>
                    <a:pt x="1405316" y="503811"/>
                  </a:lnTo>
                  <a:lnTo>
                    <a:pt x="1410555" y="507183"/>
                  </a:lnTo>
                  <a:lnTo>
                    <a:pt x="1413184" y="506060"/>
                  </a:lnTo>
                  <a:lnTo>
                    <a:pt x="1418743" y="507220"/>
                  </a:lnTo>
                  <a:lnTo>
                    <a:pt x="1419652" y="508241"/>
                  </a:lnTo>
                  <a:lnTo>
                    <a:pt x="1423726" y="507018"/>
                  </a:lnTo>
                  <a:lnTo>
                    <a:pt x="1425499" y="503361"/>
                  </a:lnTo>
                  <a:lnTo>
                    <a:pt x="1426385" y="497841"/>
                  </a:lnTo>
                  <a:lnTo>
                    <a:pt x="1428534" y="494557"/>
                  </a:lnTo>
                  <a:lnTo>
                    <a:pt x="1433432" y="492909"/>
                  </a:lnTo>
                  <a:lnTo>
                    <a:pt x="1437436" y="485835"/>
                  </a:lnTo>
                  <a:lnTo>
                    <a:pt x="1448922" y="479986"/>
                  </a:lnTo>
                  <a:lnTo>
                    <a:pt x="1450923" y="478481"/>
                  </a:lnTo>
                  <a:lnTo>
                    <a:pt x="1450610" y="476373"/>
                  </a:lnTo>
                  <a:lnTo>
                    <a:pt x="1446935" y="474098"/>
                  </a:lnTo>
                  <a:lnTo>
                    <a:pt x="1449729" y="464323"/>
                  </a:lnTo>
                  <a:lnTo>
                    <a:pt x="1453450" y="460387"/>
                  </a:lnTo>
                  <a:lnTo>
                    <a:pt x="1455557" y="450396"/>
                  </a:lnTo>
                  <a:lnTo>
                    <a:pt x="1457553" y="444520"/>
                  </a:lnTo>
                  <a:lnTo>
                    <a:pt x="1466429" y="427341"/>
                  </a:lnTo>
                  <a:lnTo>
                    <a:pt x="1468760" y="424794"/>
                  </a:lnTo>
                  <a:lnTo>
                    <a:pt x="1469779" y="419026"/>
                  </a:lnTo>
                  <a:lnTo>
                    <a:pt x="1471376" y="416370"/>
                  </a:lnTo>
                  <a:lnTo>
                    <a:pt x="1472115" y="416008"/>
                  </a:lnTo>
                  <a:lnTo>
                    <a:pt x="1472686" y="417175"/>
                  </a:lnTo>
                  <a:lnTo>
                    <a:pt x="1476125" y="417465"/>
                  </a:lnTo>
                  <a:lnTo>
                    <a:pt x="1482010" y="414979"/>
                  </a:lnTo>
                  <a:lnTo>
                    <a:pt x="1484719" y="416236"/>
                  </a:lnTo>
                  <a:lnTo>
                    <a:pt x="1488318" y="413720"/>
                  </a:lnTo>
                  <a:lnTo>
                    <a:pt x="1488623" y="412782"/>
                  </a:lnTo>
                  <a:lnTo>
                    <a:pt x="1487731" y="411864"/>
                  </a:lnTo>
                  <a:lnTo>
                    <a:pt x="1488154" y="411466"/>
                  </a:lnTo>
                  <a:lnTo>
                    <a:pt x="1496620" y="412383"/>
                  </a:lnTo>
                  <a:lnTo>
                    <a:pt x="1501253" y="414191"/>
                  </a:lnTo>
                  <a:lnTo>
                    <a:pt x="1504397" y="403665"/>
                  </a:lnTo>
                  <a:lnTo>
                    <a:pt x="1506326" y="401366"/>
                  </a:lnTo>
                  <a:lnTo>
                    <a:pt x="1508954" y="400101"/>
                  </a:lnTo>
                  <a:lnTo>
                    <a:pt x="1510580" y="400383"/>
                  </a:lnTo>
                  <a:lnTo>
                    <a:pt x="1518167" y="404464"/>
                  </a:lnTo>
                  <a:lnTo>
                    <a:pt x="1523364" y="405321"/>
                  </a:lnTo>
                  <a:lnTo>
                    <a:pt x="1526970" y="409279"/>
                  </a:lnTo>
                  <a:lnTo>
                    <a:pt x="1534934" y="411249"/>
                  </a:lnTo>
                  <a:lnTo>
                    <a:pt x="1537669" y="410913"/>
                  </a:lnTo>
                  <a:lnTo>
                    <a:pt x="1539697" y="409384"/>
                  </a:lnTo>
                  <a:lnTo>
                    <a:pt x="1545648" y="408582"/>
                  </a:lnTo>
                  <a:lnTo>
                    <a:pt x="1550760" y="410252"/>
                  </a:lnTo>
                  <a:lnTo>
                    <a:pt x="1555879" y="409954"/>
                  </a:lnTo>
                  <a:lnTo>
                    <a:pt x="1565419" y="410993"/>
                  </a:lnTo>
                  <a:lnTo>
                    <a:pt x="1571933" y="413996"/>
                  </a:lnTo>
                  <a:lnTo>
                    <a:pt x="1582911" y="412803"/>
                  </a:lnTo>
                  <a:lnTo>
                    <a:pt x="1586367" y="411029"/>
                  </a:lnTo>
                  <a:lnTo>
                    <a:pt x="1589491" y="408181"/>
                  </a:lnTo>
                  <a:lnTo>
                    <a:pt x="1590505" y="409924"/>
                  </a:lnTo>
                  <a:lnTo>
                    <a:pt x="1590347" y="414650"/>
                  </a:lnTo>
                  <a:lnTo>
                    <a:pt x="1593940" y="413915"/>
                  </a:lnTo>
                  <a:lnTo>
                    <a:pt x="1595585" y="412682"/>
                  </a:lnTo>
                  <a:lnTo>
                    <a:pt x="1598819" y="413118"/>
                  </a:lnTo>
                  <a:lnTo>
                    <a:pt x="1603064" y="415265"/>
                  </a:lnTo>
                  <a:lnTo>
                    <a:pt x="1607428" y="424236"/>
                  </a:lnTo>
                  <a:lnTo>
                    <a:pt x="1610324" y="425984"/>
                  </a:lnTo>
                  <a:lnTo>
                    <a:pt x="1613130" y="426225"/>
                  </a:lnTo>
                  <a:lnTo>
                    <a:pt x="1614940" y="427375"/>
                  </a:lnTo>
                  <a:lnTo>
                    <a:pt x="1615078" y="428932"/>
                  </a:lnTo>
                  <a:lnTo>
                    <a:pt x="1613824" y="432771"/>
                  </a:lnTo>
                  <a:lnTo>
                    <a:pt x="1614114" y="435227"/>
                  </a:lnTo>
                  <a:lnTo>
                    <a:pt x="1615142" y="436546"/>
                  </a:lnTo>
                  <a:lnTo>
                    <a:pt x="1616172" y="436724"/>
                  </a:lnTo>
                  <a:lnTo>
                    <a:pt x="1617365" y="434936"/>
                  </a:lnTo>
                  <a:lnTo>
                    <a:pt x="1617154" y="431409"/>
                  </a:lnTo>
                  <a:lnTo>
                    <a:pt x="1618149" y="430182"/>
                  </a:lnTo>
                  <a:lnTo>
                    <a:pt x="1618962" y="429795"/>
                  </a:lnTo>
                  <a:lnTo>
                    <a:pt x="1620455" y="430710"/>
                  </a:lnTo>
                  <a:lnTo>
                    <a:pt x="1621133" y="437488"/>
                  </a:lnTo>
                  <a:lnTo>
                    <a:pt x="1619545" y="440297"/>
                  </a:lnTo>
                  <a:lnTo>
                    <a:pt x="1619378" y="442570"/>
                  </a:lnTo>
                  <a:lnTo>
                    <a:pt x="1627176" y="443218"/>
                  </a:lnTo>
                  <a:lnTo>
                    <a:pt x="1631174" y="448403"/>
                  </a:lnTo>
                  <a:lnTo>
                    <a:pt x="1637446" y="448576"/>
                  </a:lnTo>
                  <a:lnTo>
                    <a:pt x="1640165" y="449569"/>
                  </a:lnTo>
                  <a:lnTo>
                    <a:pt x="1640686" y="452376"/>
                  </a:lnTo>
                  <a:lnTo>
                    <a:pt x="1645661" y="460980"/>
                  </a:lnTo>
                  <a:lnTo>
                    <a:pt x="1651945" y="463398"/>
                  </a:lnTo>
                  <a:lnTo>
                    <a:pt x="1654302" y="465920"/>
                  </a:lnTo>
                  <a:lnTo>
                    <a:pt x="1658667" y="468151"/>
                  </a:lnTo>
                  <a:lnTo>
                    <a:pt x="1659446" y="471286"/>
                  </a:lnTo>
                  <a:lnTo>
                    <a:pt x="1667869" y="475164"/>
                  </a:lnTo>
                  <a:lnTo>
                    <a:pt x="1671298" y="481448"/>
                  </a:lnTo>
                  <a:lnTo>
                    <a:pt x="1671390" y="482739"/>
                  </a:lnTo>
                  <a:lnTo>
                    <a:pt x="1670371" y="484206"/>
                  </a:lnTo>
                  <a:lnTo>
                    <a:pt x="1670721" y="484718"/>
                  </a:lnTo>
                  <a:lnTo>
                    <a:pt x="1675834" y="489588"/>
                  </a:lnTo>
                  <a:lnTo>
                    <a:pt x="1680056" y="491449"/>
                  </a:lnTo>
                  <a:lnTo>
                    <a:pt x="1681202" y="492803"/>
                  </a:lnTo>
                  <a:lnTo>
                    <a:pt x="1684262" y="506171"/>
                  </a:lnTo>
                  <a:lnTo>
                    <a:pt x="1684078" y="511807"/>
                  </a:lnTo>
                  <a:lnTo>
                    <a:pt x="1692062" y="522721"/>
                  </a:lnTo>
                  <a:lnTo>
                    <a:pt x="1694860" y="525478"/>
                  </a:lnTo>
                  <a:lnTo>
                    <a:pt x="1697638" y="533555"/>
                  </a:lnTo>
                  <a:lnTo>
                    <a:pt x="1699944" y="544966"/>
                  </a:lnTo>
                  <a:lnTo>
                    <a:pt x="1704060" y="547436"/>
                  </a:lnTo>
                  <a:lnTo>
                    <a:pt x="1705670" y="547317"/>
                  </a:lnTo>
                  <a:lnTo>
                    <a:pt x="1705564" y="551101"/>
                  </a:lnTo>
                  <a:lnTo>
                    <a:pt x="1710748" y="553987"/>
                  </a:lnTo>
                  <a:lnTo>
                    <a:pt x="1710900" y="555244"/>
                  </a:lnTo>
                  <a:lnTo>
                    <a:pt x="1709677" y="557464"/>
                  </a:lnTo>
                  <a:lnTo>
                    <a:pt x="1709882" y="559355"/>
                  </a:lnTo>
                  <a:lnTo>
                    <a:pt x="1711966" y="562384"/>
                  </a:lnTo>
                  <a:lnTo>
                    <a:pt x="1717699" y="564189"/>
                  </a:lnTo>
                  <a:lnTo>
                    <a:pt x="1716611" y="565769"/>
                  </a:lnTo>
                  <a:lnTo>
                    <a:pt x="1714089" y="566931"/>
                  </a:lnTo>
                  <a:lnTo>
                    <a:pt x="1717398" y="570911"/>
                  </a:lnTo>
                  <a:lnTo>
                    <a:pt x="1717580" y="572447"/>
                  </a:lnTo>
                  <a:lnTo>
                    <a:pt x="1716185" y="575655"/>
                  </a:lnTo>
                  <a:lnTo>
                    <a:pt x="1716899" y="577586"/>
                  </a:lnTo>
                  <a:lnTo>
                    <a:pt x="1722934" y="586340"/>
                  </a:lnTo>
                  <a:lnTo>
                    <a:pt x="1722349" y="590616"/>
                  </a:lnTo>
                  <a:lnTo>
                    <a:pt x="1726449" y="595294"/>
                  </a:lnTo>
                  <a:lnTo>
                    <a:pt x="1730038" y="595860"/>
                  </a:lnTo>
                  <a:lnTo>
                    <a:pt x="1731312" y="600802"/>
                  </a:lnTo>
                  <a:lnTo>
                    <a:pt x="1744555" y="606144"/>
                  </a:lnTo>
                  <a:lnTo>
                    <a:pt x="1747596" y="610910"/>
                  </a:lnTo>
                  <a:lnTo>
                    <a:pt x="1747701" y="612609"/>
                  </a:lnTo>
                  <a:lnTo>
                    <a:pt x="1748624" y="613874"/>
                  </a:lnTo>
                  <a:lnTo>
                    <a:pt x="1751758" y="615581"/>
                  </a:lnTo>
                  <a:lnTo>
                    <a:pt x="1752900" y="620776"/>
                  </a:lnTo>
                  <a:lnTo>
                    <a:pt x="1754762" y="624073"/>
                  </a:lnTo>
                  <a:lnTo>
                    <a:pt x="1757690" y="625203"/>
                  </a:lnTo>
                  <a:lnTo>
                    <a:pt x="1760303" y="628940"/>
                  </a:lnTo>
                  <a:lnTo>
                    <a:pt x="1766549" y="641083"/>
                  </a:lnTo>
                  <a:lnTo>
                    <a:pt x="1767426" y="645449"/>
                  </a:lnTo>
                  <a:lnTo>
                    <a:pt x="1769916" y="647679"/>
                  </a:lnTo>
                  <a:lnTo>
                    <a:pt x="1770758" y="650534"/>
                  </a:lnTo>
                  <a:lnTo>
                    <a:pt x="1772963" y="650898"/>
                  </a:lnTo>
                  <a:lnTo>
                    <a:pt x="1778665" y="655062"/>
                  </a:lnTo>
                  <a:lnTo>
                    <a:pt x="1783136" y="661166"/>
                  </a:lnTo>
                  <a:lnTo>
                    <a:pt x="1783748" y="662556"/>
                  </a:lnTo>
                  <a:lnTo>
                    <a:pt x="1785586" y="663974"/>
                  </a:lnTo>
                  <a:lnTo>
                    <a:pt x="1793912" y="665740"/>
                  </a:lnTo>
                  <a:lnTo>
                    <a:pt x="1801665" y="668579"/>
                  </a:lnTo>
                  <a:lnTo>
                    <a:pt x="1803234" y="669752"/>
                  </a:lnTo>
                  <a:lnTo>
                    <a:pt x="1805629" y="675820"/>
                  </a:lnTo>
                  <a:lnTo>
                    <a:pt x="1804734" y="682390"/>
                  </a:lnTo>
                  <a:lnTo>
                    <a:pt x="1808430" y="682389"/>
                  </a:lnTo>
                  <a:lnTo>
                    <a:pt x="1809732" y="683383"/>
                  </a:lnTo>
                  <a:lnTo>
                    <a:pt x="1810026" y="684521"/>
                  </a:lnTo>
                  <a:lnTo>
                    <a:pt x="1808333" y="688477"/>
                  </a:lnTo>
                  <a:lnTo>
                    <a:pt x="1809228" y="692698"/>
                  </a:lnTo>
                  <a:lnTo>
                    <a:pt x="1808834" y="695956"/>
                  </a:lnTo>
                  <a:lnTo>
                    <a:pt x="1807582" y="701342"/>
                  </a:lnTo>
                  <a:lnTo>
                    <a:pt x="1805785" y="703059"/>
                  </a:lnTo>
                  <a:lnTo>
                    <a:pt x="1808708" y="705497"/>
                  </a:lnTo>
                  <a:lnTo>
                    <a:pt x="1809496" y="707030"/>
                  </a:lnTo>
                  <a:lnTo>
                    <a:pt x="1808578" y="709366"/>
                  </a:lnTo>
                  <a:lnTo>
                    <a:pt x="1809855" y="710764"/>
                  </a:lnTo>
                  <a:lnTo>
                    <a:pt x="1811987" y="709671"/>
                  </a:lnTo>
                  <a:lnTo>
                    <a:pt x="1813221" y="710102"/>
                  </a:lnTo>
                  <a:lnTo>
                    <a:pt x="1814467" y="711806"/>
                  </a:lnTo>
                  <a:lnTo>
                    <a:pt x="1815508" y="716563"/>
                  </a:lnTo>
                  <a:lnTo>
                    <a:pt x="1816262" y="720578"/>
                  </a:lnTo>
                  <a:lnTo>
                    <a:pt x="1816186" y="730579"/>
                  </a:lnTo>
                  <a:lnTo>
                    <a:pt x="1813676" y="733980"/>
                  </a:lnTo>
                  <a:lnTo>
                    <a:pt x="1814581" y="739183"/>
                  </a:lnTo>
                  <a:lnTo>
                    <a:pt x="1816228" y="740315"/>
                  </a:lnTo>
                  <a:lnTo>
                    <a:pt x="1817754" y="739471"/>
                  </a:lnTo>
                  <a:lnTo>
                    <a:pt x="1820847" y="743624"/>
                  </a:lnTo>
                  <a:lnTo>
                    <a:pt x="1820188" y="746237"/>
                  </a:lnTo>
                  <a:lnTo>
                    <a:pt x="1821166" y="748677"/>
                  </a:lnTo>
                  <a:lnTo>
                    <a:pt x="1827709" y="751375"/>
                  </a:lnTo>
                  <a:lnTo>
                    <a:pt x="1827391" y="755928"/>
                  </a:lnTo>
                  <a:lnTo>
                    <a:pt x="1828578" y="757374"/>
                  </a:lnTo>
                  <a:lnTo>
                    <a:pt x="1830990" y="757386"/>
                  </a:lnTo>
                  <a:lnTo>
                    <a:pt x="1832508" y="758178"/>
                  </a:lnTo>
                  <a:lnTo>
                    <a:pt x="1833877" y="759994"/>
                  </a:lnTo>
                  <a:lnTo>
                    <a:pt x="1836730" y="766530"/>
                  </a:lnTo>
                  <a:lnTo>
                    <a:pt x="1837134" y="771532"/>
                  </a:lnTo>
                  <a:lnTo>
                    <a:pt x="1840498" y="773946"/>
                  </a:lnTo>
                  <a:lnTo>
                    <a:pt x="1840460" y="777623"/>
                  </a:lnTo>
                  <a:lnTo>
                    <a:pt x="1841581" y="782104"/>
                  </a:lnTo>
                  <a:lnTo>
                    <a:pt x="1843996" y="786214"/>
                  </a:lnTo>
                  <a:lnTo>
                    <a:pt x="1845291" y="793479"/>
                  </a:lnTo>
                  <a:lnTo>
                    <a:pt x="1844855" y="795189"/>
                  </a:lnTo>
                  <a:lnTo>
                    <a:pt x="1845293" y="796186"/>
                  </a:lnTo>
                  <a:lnTo>
                    <a:pt x="1849619" y="797483"/>
                  </a:lnTo>
                  <a:lnTo>
                    <a:pt x="1853570" y="803130"/>
                  </a:lnTo>
                  <a:lnTo>
                    <a:pt x="1852479" y="807400"/>
                  </a:lnTo>
                  <a:lnTo>
                    <a:pt x="1851341" y="808299"/>
                  </a:lnTo>
                  <a:lnTo>
                    <a:pt x="1853245" y="810880"/>
                  </a:lnTo>
                  <a:lnTo>
                    <a:pt x="1854882" y="812715"/>
                  </a:lnTo>
                  <a:lnTo>
                    <a:pt x="1856992" y="812540"/>
                  </a:lnTo>
                  <a:lnTo>
                    <a:pt x="1859583" y="810593"/>
                  </a:lnTo>
                  <a:lnTo>
                    <a:pt x="1869274" y="815491"/>
                  </a:lnTo>
                  <a:lnTo>
                    <a:pt x="1872005" y="814470"/>
                  </a:lnTo>
                  <a:lnTo>
                    <a:pt x="1875589" y="816986"/>
                  </a:lnTo>
                  <a:lnTo>
                    <a:pt x="1882535" y="815186"/>
                  </a:lnTo>
                  <a:lnTo>
                    <a:pt x="1884646" y="815526"/>
                  </a:lnTo>
                  <a:lnTo>
                    <a:pt x="1888621" y="820512"/>
                  </a:lnTo>
                  <a:lnTo>
                    <a:pt x="1894978" y="825840"/>
                  </a:lnTo>
                  <a:lnTo>
                    <a:pt x="1898175" y="827686"/>
                  </a:lnTo>
                  <a:lnTo>
                    <a:pt x="1898380" y="829414"/>
                  </a:lnTo>
                  <a:lnTo>
                    <a:pt x="1899210" y="830649"/>
                  </a:lnTo>
                  <a:lnTo>
                    <a:pt x="1900897" y="830866"/>
                  </a:lnTo>
                  <a:lnTo>
                    <a:pt x="1903295" y="829968"/>
                  </a:lnTo>
                  <a:lnTo>
                    <a:pt x="1904269" y="827924"/>
                  </a:lnTo>
                  <a:lnTo>
                    <a:pt x="1907140" y="828056"/>
                  </a:lnTo>
                  <a:lnTo>
                    <a:pt x="1913001" y="829661"/>
                  </a:lnTo>
                  <a:lnTo>
                    <a:pt x="1915258" y="832339"/>
                  </a:lnTo>
                  <a:lnTo>
                    <a:pt x="1917668" y="832058"/>
                  </a:lnTo>
                  <a:lnTo>
                    <a:pt x="1924355" y="833130"/>
                  </a:lnTo>
                  <a:lnTo>
                    <a:pt x="1927834" y="836468"/>
                  </a:lnTo>
                  <a:lnTo>
                    <a:pt x="1943407" y="847703"/>
                  </a:lnTo>
                  <a:lnTo>
                    <a:pt x="1946048" y="848871"/>
                  </a:lnTo>
                  <a:lnTo>
                    <a:pt x="1955213" y="850877"/>
                  </a:lnTo>
                  <a:lnTo>
                    <a:pt x="1958829" y="849874"/>
                  </a:lnTo>
                  <a:lnTo>
                    <a:pt x="1961418" y="850226"/>
                  </a:lnTo>
                  <a:lnTo>
                    <a:pt x="1964971" y="851963"/>
                  </a:lnTo>
                  <a:lnTo>
                    <a:pt x="1967056" y="851974"/>
                  </a:lnTo>
                  <a:lnTo>
                    <a:pt x="1968912" y="849221"/>
                  </a:lnTo>
                  <a:lnTo>
                    <a:pt x="1974103" y="849575"/>
                  </a:lnTo>
                  <a:lnTo>
                    <a:pt x="1975566" y="850857"/>
                  </a:lnTo>
                  <a:lnTo>
                    <a:pt x="1981800" y="849988"/>
                  </a:lnTo>
                  <a:lnTo>
                    <a:pt x="1982448" y="849562"/>
                  </a:lnTo>
                  <a:lnTo>
                    <a:pt x="1999033" y="852723"/>
                  </a:lnTo>
                  <a:lnTo>
                    <a:pt x="2006914" y="853023"/>
                  </a:lnTo>
                  <a:lnTo>
                    <a:pt x="2011030" y="854335"/>
                  </a:lnTo>
                  <a:lnTo>
                    <a:pt x="2015071" y="860928"/>
                  </a:lnTo>
                  <a:lnTo>
                    <a:pt x="2021170" y="863494"/>
                  </a:lnTo>
                  <a:lnTo>
                    <a:pt x="2022657" y="865069"/>
                  </a:lnTo>
                  <a:lnTo>
                    <a:pt x="2024027" y="869108"/>
                  </a:lnTo>
                  <a:lnTo>
                    <a:pt x="2028017" y="869876"/>
                  </a:lnTo>
                  <a:lnTo>
                    <a:pt x="2029725" y="869210"/>
                  </a:lnTo>
                  <a:lnTo>
                    <a:pt x="2031200" y="869818"/>
                  </a:lnTo>
                  <a:lnTo>
                    <a:pt x="2032478" y="873332"/>
                  </a:lnTo>
                  <a:lnTo>
                    <a:pt x="2036665" y="874505"/>
                  </a:lnTo>
                  <a:lnTo>
                    <a:pt x="2040298" y="873879"/>
                  </a:lnTo>
                  <a:lnTo>
                    <a:pt x="2041288" y="870566"/>
                  </a:lnTo>
                  <a:lnTo>
                    <a:pt x="2039658" y="866062"/>
                  </a:lnTo>
                  <a:lnTo>
                    <a:pt x="2042254" y="863960"/>
                  </a:lnTo>
                  <a:lnTo>
                    <a:pt x="2046195" y="863078"/>
                  </a:lnTo>
                  <a:lnTo>
                    <a:pt x="2050112" y="860431"/>
                  </a:lnTo>
                  <a:lnTo>
                    <a:pt x="2060708" y="858935"/>
                  </a:lnTo>
                  <a:lnTo>
                    <a:pt x="2062752" y="858868"/>
                  </a:lnTo>
                  <a:lnTo>
                    <a:pt x="2064088" y="859640"/>
                  </a:lnTo>
                  <a:lnTo>
                    <a:pt x="2064514" y="867043"/>
                  </a:lnTo>
                  <a:lnTo>
                    <a:pt x="2063727" y="878285"/>
                  </a:lnTo>
                  <a:lnTo>
                    <a:pt x="2062591" y="887297"/>
                  </a:lnTo>
                  <a:lnTo>
                    <a:pt x="2060218" y="896062"/>
                  </a:lnTo>
                  <a:lnTo>
                    <a:pt x="2035107" y="949298"/>
                  </a:lnTo>
                  <a:lnTo>
                    <a:pt x="2027632" y="969620"/>
                  </a:lnTo>
                  <a:lnTo>
                    <a:pt x="2020386" y="995588"/>
                  </a:lnTo>
                  <a:lnTo>
                    <a:pt x="2014961" y="1019666"/>
                  </a:lnTo>
                  <a:lnTo>
                    <a:pt x="2011912" y="1036987"/>
                  </a:lnTo>
                  <a:lnTo>
                    <a:pt x="2009672" y="1056285"/>
                  </a:lnTo>
                  <a:lnTo>
                    <a:pt x="2007684" y="1096633"/>
                  </a:lnTo>
                  <a:lnTo>
                    <a:pt x="2008327" y="1118280"/>
                  </a:lnTo>
                  <a:lnTo>
                    <a:pt x="2008088" y="1134232"/>
                  </a:lnTo>
                  <a:lnTo>
                    <a:pt x="2006222" y="1168117"/>
                  </a:lnTo>
                  <a:lnTo>
                    <a:pt x="2006543" y="1180638"/>
                  </a:lnTo>
                  <a:lnTo>
                    <a:pt x="2008346" y="1210519"/>
                  </a:lnTo>
                  <a:lnTo>
                    <a:pt x="2008191" y="1225740"/>
                  </a:lnTo>
                  <a:lnTo>
                    <a:pt x="2006041" y="1237939"/>
                  </a:lnTo>
                  <a:lnTo>
                    <a:pt x="2000307" y="1253608"/>
                  </a:lnTo>
                  <a:lnTo>
                    <a:pt x="1999085" y="1266873"/>
                  </a:lnTo>
                  <a:lnTo>
                    <a:pt x="1999664" y="1278094"/>
                  </a:lnTo>
                  <a:lnTo>
                    <a:pt x="2004265" y="1293270"/>
                  </a:lnTo>
                  <a:lnTo>
                    <a:pt x="2008355" y="1300695"/>
                  </a:lnTo>
                  <a:lnTo>
                    <a:pt x="2007392" y="1302228"/>
                  </a:lnTo>
                  <a:lnTo>
                    <a:pt x="2008620" y="1312115"/>
                  </a:lnTo>
                  <a:lnTo>
                    <a:pt x="2011814" y="1322247"/>
                  </a:lnTo>
                  <a:lnTo>
                    <a:pt x="2015170" y="1329875"/>
                  </a:lnTo>
                  <a:lnTo>
                    <a:pt x="2019017" y="1336759"/>
                  </a:lnTo>
                  <a:lnTo>
                    <a:pt x="2028878" y="1351402"/>
                  </a:lnTo>
                  <a:lnTo>
                    <a:pt x="2036834" y="1360765"/>
                  </a:lnTo>
                  <a:lnTo>
                    <a:pt x="2049641" y="1372164"/>
                  </a:lnTo>
                  <a:lnTo>
                    <a:pt x="2059186" y="1379128"/>
                  </a:lnTo>
                  <a:lnTo>
                    <a:pt x="2061560" y="1381742"/>
                  </a:lnTo>
                  <a:lnTo>
                    <a:pt x="2061336" y="1382787"/>
                  </a:lnTo>
                  <a:lnTo>
                    <a:pt x="2061344" y="1388537"/>
                  </a:lnTo>
                  <a:lnTo>
                    <a:pt x="2056936" y="1401875"/>
                  </a:lnTo>
                  <a:lnTo>
                    <a:pt x="2053239" y="1409297"/>
                  </a:lnTo>
                  <a:lnTo>
                    <a:pt x="2052315" y="1414549"/>
                  </a:lnTo>
                  <a:lnTo>
                    <a:pt x="2052285" y="1420205"/>
                  </a:lnTo>
                  <a:lnTo>
                    <a:pt x="2053338" y="1424875"/>
                  </a:lnTo>
                  <a:lnTo>
                    <a:pt x="2059237" y="1437688"/>
                  </a:lnTo>
                  <a:lnTo>
                    <a:pt x="2069348" y="1459225"/>
                  </a:lnTo>
                  <a:lnTo>
                    <a:pt x="2075539" y="1468973"/>
                  </a:lnTo>
                  <a:lnTo>
                    <a:pt x="2076826" y="1473020"/>
                  </a:lnTo>
                  <a:lnTo>
                    <a:pt x="2078349" y="1475325"/>
                  </a:lnTo>
                  <a:lnTo>
                    <a:pt x="2079634" y="1480126"/>
                  </a:lnTo>
                  <a:lnTo>
                    <a:pt x="2079869" y="1484255"/>
                  </a:lnTo>
                  <a:lnTo>
                    <a:pt x="2081512" y="1487767"/>
                  </a:lnTo>
                  <a:lnTo>
                    <a:pt x="2083373" y="1491189"/>
                  </a:lnTo>
                  <a:lnTo>
                    <a:pt x="2087293" y="1496011"/>
                  </a:lnTo>
                  <a:lnTo>
                    <a:pt x="2095899" y="1504776"/>
                  </a:lnTo>
                  <a:lnTo>
                    <a:pt x="2104187" y="1511622"/>
                  </a:lnTo>
                  <a:lnTo>
                    <a:pt x="2111438" y="1521112"/>
                  </a:lnTo>
                  <a:lnTo>
                    <a:pt x="2127696" y="1537020"/>
                  </a:lnTo>
                  <a:lnTo>
                    <a:pt x="2136940" y="1546991"/>
                  </a:lnTo>
                  <a:lnTo>
                    <a:pt x="2152399" y="1564640"/>
                  </a:lnTo>
                  <a:lnTo>
                    <a:pt x="2153659" y="1568449"/>
                  </a:lnTo>
                  <a:lnTo>
                    <a:pt x="2158127" y="1573853"/>
                  </a:lnTo>
                  <a:lnTo>
                    <a:pt x="2167479" y="1584760"/>
                  </a:lnTo>
                  <a:lnTo>
                    <a:pt x="2171977" y="1594248"/>
                  </a:lnTo>
                  <a:lnTo>
                    <a:pt x="2172742" y="1596711"/>
                  </a:lnTo>
                  <a:lnTo>
                    <a:pt x="2172576" y="1599465"/>
                  </a:lnTo>
                  <a:lnTo>
                    <a:pt x="2176751" y="1615833"/>
                  </a:lnTo>
                  <a:lnTo>
                    <a:pt x="2178582" y="1619285"/>
                  </a:lnTo>
                  <a:lnTo>
                    <a:pt x="2182216" y="1623830"/>
                  </a:lnTo>
                  <a:lnTo>
                    <a:pt x="2184180" y="1625735"/>
                  </a:lnTo>
                  <a:lnTo>
                    <a:pt x="2184795" y="1627871"/>
                  </a:lnTo>
                  <a:lnTo>
                    <a:pt x="2183635" y="1629109"/>
                  </a:lnTo>
                  <a:lnTo>
                    <a:pt x="2183547" y="1633696"/>
                  </a:lnTo>
                  <a:lnTo>
                    <a:pt x="2185449" y="1638534"/>
                  </a:lnTo>
                  <a:lnTo>
                    <a:pt x="2185058" y="1640500"/>
                  </a:lnTo>
                  <a:lnTo>
                    <a:pt x="2186353" y="1643534"/>
                  </a:lnTo>
                  <a:lnTo>
                    <a:pt x="2190663" y="1648090"/>
                  </a:lnTo>
                  <a:lnTo>
                    <a:pt x="2195575" y="1650975"/>
                  </a:lnTo>
                  <a:lnTo>
                    <a:pt x="2199389" y="1652539"/>
                  </a:lnTo>
                  <a:lnTo>
                    <a:pt x="2206095" y="1657362"/>
                  </a:lnTo>
                  <a:lnTo>
                    <a:pt x="2205619" y="1658176"/>
                  </a:lnTo>
                  <a:lnTo>
                    <a:pt x="2207704" y="1661651"/>
                  </a:lnTo>
                  <a:lnTo>
                    <a:pt x="2210699" y="1663935"/>
                  </a:lnTo>
                  <a:lnTo>
                    <a:pt x="2209406" y="1666828"/>
                  </a:lnTo>
                  <a:lnTo>
                    <a:pt x="2210290" y="1669823"/>
                  </a:lnTo>
                  <a:lnTo>
                    <a:pt x="2211538" y="1672092"/>
                  </a:lnTo>
                  <a:lnTo>
                    <a:pt x="2215375" y="1674353"/>
                  </a:lnTo>
                  <a:lnTo>
                    <a:pt x="2219735" y="1674937"/>
                  </a:lnTo>
                  <a:lnTo>
                    <a:pt x="2223597" y="1673840"/>
                  </a:lnTo>
                  <a:lnTo>
                    <a:pt x="2224840" y="1674776"/>
                  </a:lnTo>
                  <a:lnTo>
                    <a:pt x="2226671" y="1685777"/>
                  </a:lnTo>
                  <a:lnTo>
                    <a:pt x="2229130" y="1692559"/>
                  </a:lnTo>
                  <a:lnTo>
                    <a:pt x="2232710" y="1696707"/>
                  </a:lnTo>
                  <a:lnTo>
                    <a:pt x="2237196" y="1700113"/>
                  </a:lnTo>
                  <a:lnTo>
                    <a:pt x="2244949" y="1703464"/>
                  </a:lnTo>
                  <a:lnTo>
                    <a:pt x="2252192" y="1705457"/>
                  </a:lnTo>
                  <a:lnTo>
                    <a:pt x="2254835" y="1707711"/>
                  </a:lnTo>
                  <a:lnTo>
                    <a:pt x="2260919" y="1710452"/>
                  </a:lnTo>
                  <a:lnTo>
                    <a:pt x="2268432" y="1712352"/>
                  </a:lnTo>
                  <a:lnTo>
                    <a:pt x="2277240" y="1713160"/>
                  </a:lnTo>
                  <a:lnTo>
                    <a:pt x="2287277" y="1713175"/>
                  </a:lnTo>
                  <a:lnTo>
                    <a:pt x="2304246" y="1711866"/>
                  </a:lnTo>
                  <a:lnTo>
                    <a:pt x="2308563" y="1713023"/>
                  </a:lnTo>
                  <a:lnTo>
                    <a:pt x="2316098" y="1712839"/>
                  </a:lnTo>
                  <a:lnTo>
                    <a:pt x="2320432" y="1715213"/>
                  </a:lnTo>
                  <a:lnTo>
                    <a:pt x="2331901" y="1724334"/>
                  </a:lnTo>
                  <a:lnTo>
                    <a:pt x="2332012" y="1726433"/>
                  </a:lnTo>
                  <a:lnTo>
                    <a:pt x="2336455" y="1728431"/>
                  </a:lnTo>
                  <a:lnTo>
                    <a:pt x="2343358" y="1729650"/>
                  </a:lnTo>
                  <a:lnTo>
                    <a:pt x="2349333" y="1729561"/>
                  </a:lnTo>
                  <a:lnTo>
                    <a:pt x="2358714" y="1730316"/>
                  </a:lnTo>
                  <a:lnTo>
                    <a:pt x="2362019" y="1733832"/>
                  </a:lnTo>
                  <a:lnTo>
                    <a:pt x="2364121" y="1740716"/>
                  </a:lnTo>
                  <a:lnTo>
                    <a:pt x="2368561" y="1746945"/>
                  </a:lnTo>
                  <a:lnTo>
                    <a:pt x="2375003" y="1751880"/>
                  </a:lnTo>
                  <a:lnTo>
                    <a:pt x="2381862" y="1760685"/>
                  </a:lnTo>
                  <a:lnTo>
                    <a:pt x="2384502" y="1768851"/>
                  </a:lnTo>
                  <a:lnTo>
                    <a:pt x="2385756" y="1770157"/>
                  </a:lnTo>
                  <a:lnTo>
                    <a:pt x="2392550" y="1773671"/>
                  </a:lnTo>
                  <a:lnTo>
                    <a:pt x="2400006" y="1774522"/>
                  </a:lnTo>
                  <a:lnTo>
                    <a:pt x="2413524" y="1772223"/>
                  </a:lnTo>
                  <a:lnTo>
                    <a:pt x="2426459" y="1768657"/>
                  </a:lnTo>
                  <a:lnTo>
                    <a:pt x="2438830" y="1765013"/>
                  </a:lnTo>
                  <a:lnTo>
                    <a:pt x="2506149" y="1737826"/>
                  </a:lnTo>
                  <a:lnTo>
                    <a:pt x="2520547" y="1733972"/>
                  </a:lnTo>
                  <a:lnTo>
                    <a:pt x="2554722" y="1730738"/>
                  </a:lnTo>
                  <a:lnTo>
                    <a:pt x="2560023" y="1731574"/>
                  </a:lnTo>
                  <a:lnTo>
                    <a:pt x="2567092" y="1731237"/>
                  </a:lnTo>
                  <a:lnTo>
                    <a:pt x="2574080" y="1730159"/>
                  </a:lnTo>
                  <a:lnTo>
                    <a:pt x="2580403" y="1728101"/>
                  </a:lnTo>
                  <a:lnTo>
                    <a:pt x="2586953" y="1724471"/>
                  </a:lnTo>
                  <a:lnTo>
                    <a:pt x="2592020" y="1719884"/>
                  </a:lnTo>
                  <a:lnTo>
                    <a:pt x="2596344" y="1714244"/>
                  </a:lnTo>
                  <a:lnTo>
                    <a:pt x="2598343" y="1710425"/>
                  </a:lnTo>
                  <a:lnTo>
                    <a:pt x="2601663" y="1707622"/>
                  </a:lnTo>
                  <a:lnTo>
                    <a:pt x="2617491" y="1703950"/>
                  </a:lnTo>
                  <a:lnTo>
                    <a:pt x="2624422" y="1701391"/>
                  </a:lnTo>
                  <a:lnTo>
                    <a:pt x="2636182" y="1698373"/>
                  </a:lnTo>
                  <a:lnTo>
                    <a:pt x="2679901" y="1691819"/>
                  </a:lnTo>
                  <a:lnTo>
                    <a:pt x="2682790" y="1692388"/>
                  </a:lnTo>
                  <a:lnTo>
                    <a:pt x="2688991" y="1699452"/>
                  </a:lnTo>
                  <a:lnTo>
                    <a:pt x="2694149" y="1701183"/>
                  </a:lnTo>
                  <a:lnTo>
                    <a:pt x="2697495" y="1698846"/>
                  </a:lnTo>
                  <a:lnTo>
                    <a:pt x="2694276" y="1696570"/>
                  </a:lnTo>
                  <a:lnTo>
                    <a:pt x="2695422" y="1694942"/>
                  </a:lnTo>
                  <a:lnTo>
                    <a:pt x="2700831" y="1694196"/>
                  </a:lnTo>
                  <a:lnTo>
                    <a:pt x="2706412" y="1692368"/>
                  </a:lnTo>
                  <a:lnTo>
                    <a:pt x="2717764" y="1685111"/>
                  </a:lnTo>
                  <a:lnTo>
                    <a:pt x="2726714" y="1680563"/>
                  </a:lnTo>
                  <a:lnTo>
                    <a:pt x="2730007" y="1679912"/>
                  </a:lnTo>
                  <a:lnTo>
                    <a:pt x="2733004" y="1677675"/>
                  </a:lnTo>
                  <a:lnTo>
                    <a:pt x="2738360" y="1671947"/>
                  </a:lnTo>
                  <a:lnTo>
                    <a:pt x="2744237" y="1664118"/>
                  </a:lnTo>
                  <a:lnTo>
                    <a:pt x="2751130" y="1659255"/>
                  </a:lnTo>
                  <a:lnTo>
                    <a:pt x="2766970" y="1650271"/>
                  </a:lnTo>
                  <a:lnTo>
                    <a:pt x="2774095" y="1645190"/>
                  </a:lnTo>
                  <a:lnTo>
                    <a:pt x="2774771" y="1643676"/>
                  </a:lnTo>
                  <a:lnTo>
                    <a:pt x="2778021" y="1640594"/>
                  </a:lnTo>
                  <a:lnTo>
                    <a:pt x="2796506" y="1626115"/>
                  </a:lnTo>
                  <a:lnTo>
                    <a:pt x="2811432" y="1610301"/>
                  </a:lnTo>
                  <a:lnTo>
                    <a:pt x="2815726" y="1602896"/>
                  </a:lnTo>
                  <a:lnTo>
                    <a:pt x="2815050" y="1597899"/>
                  </a:lnTo>
                  <a:lnTo>
                    <a:pt x="2816353" y="1593217"/>
                  </a:lnTo>
                  <a:lnTo>
                    <a:pt x="2816517" y="1586021"/>
                  </a:lnTo>
                  <a:lnTo>
                    <a:pt x="2815610" y="1584308"/>
                  </a:lnTo>
                  <a:lnTo>
                    <a:pt x="2815511" y="1577868"/>
                  </a:lnTo>
                  <a:lnTo>
                    <a:pt x="2817002" y="1573713"/>
                  </a:lnTo>
                  <a:lnTo>
                    <a:pt x="2817289" y="1570212"/>
                  </a:lnTo>
                  <a:lnTo>
                    <a:pt x="2814792" y="1567634"/>
                  </a:lnTo>
                  <a:lnTo>
                    <a:pt x="2814284" y="1565783"/>
                  </a:lnTo>
                  <a:lnTo>
                    <a:pt x="2818304" y="1559555"/>
                  </a:lnTo>
                  <a:lnTo>
                    <a:pt x="2818879" y="1554860"/>
                  </a:lnTo>
                  <a:lnTo>
                    <a:pt x="2822828" y="1550396"/>
                  </a:lnTo>
                  <a:lnTo>
                    <a:pt x="2835143" y="1540433"/>
                  </a:lnTo>
                  <a:lnTo>
                    <a:pt x="2841006" y="1529133"/>
                  </a:lnTo>
                  <a:lnTo>
                    <a:pt x="2838278" y="1526347"/>
                  </a:lnTo>
                  <a:lnTo>
                    <a:pt x="2838038" y="1525080"/>
                  </a:lnTo>
                  <a:lnTo>
                    <a:pt x="2838948" y="1524197"/>
                  </a:lnTo>
                  <a:lnTo>
                    <a:pt x="2838753" y="1523572"/>
                  </a:lnTo>
                  <a:lnTo>
                    <a:pt x="2835112" y="1517483"/>
                  </a:lnTo>
                  <a:lnTo>
                    <a:pt x="2836006" y="1511176"/>
                  </a:lnTo>
                  <a:lnTo>
                    <a:pt x="2834601" y="1507799"/>
                  </a:lnTo>
                  <a:lnTo>
                    <a:pt x="2833724" y="1505760"/>
                  </a:lnTo>
                  <a:lnTo>
                    <a:pt x="2834379" y="1504526"/>
                  </a:lnTo>
                  <a:lnTo>
                    <a:pt x="2834698" y="1499646"/>
                  </a:lnTo>
                  <a:lnTo>
                    <a:pt x="2833961" y="1498685"/>
                  </a:lnTo>
                  <a:lnTo>
                    <a:pt x="2832770" y="1486668"/>
                  </a:lnTo>
                  <a:lnTo>
                    <a:pt x="2832953" y="1480041"/>
                  </a:lnTo>
                  <a:lnTo>
                    <a:pt x="2829941" y="1468818"/>
                  </a:lnTo>
                  <a:lnTo>
                    <a:pt x="2829705" y="1465773"/>
                  </a:lnTo>
                  <a:lnTo>
                    <a:pt x="2834515" y="1448285"/>
                  </a:lnTo>
                  <a:lnTo>
                    <a:pt x="2834106" y="1439145"/>
                  </a:lnTo>
                  <a:lnTo>
                    <a:pt x="2837692" y="1432734"/>
                  </a:lnTo>
                  <a:lnTo>
                    <a:pt x="2837697" y="1431866"/>
                  </a:lnTo>
                  <a:lnTo>
                    <a:pt x="2836842" y="1431463"/>
                  </a:lnTo>
                  <a:lnTo>
                    <a:pt x="2836332" y="1428184"/>
                  </a:lnTo>
                  <a:lnTo>
                    <a:pt x="2837278" y="1423497"/>
                  </a:lnTo>
                  <a:lnTo>
                    <a:pt x="2840181" y="1410455"/>
                  </a:lnTo>
                  <a:lnTo>
                    <a:pt x="2843042" y="1404192"/>
                  </a:lnTo>
                  <a:lnTo>
                    <a:pt x="2845899" y="1401155"/>
                  </a:lnTo>
                  <a:lnTo>
                    <a:pt x="2857705" y="1392492"/>
                  </a:lnTo>
                  <a:lnTo>
                    <a:pt x="2868774" y="1384056"/>
                  </a:lnTo>
                  <a:lnTo>
                    <a:pt x="2879463" y="1380694"/>
                  </a:lnTo>
                  <a:lnTo>
                    <a:pt x="2889898" y="1373138"/>
                  </a:lnTo>
                  <a:lnTo>
                    <a:pt x="2893495" y="1371640"/>
                  </a:lnTo>
                  <a:lnTo>
                    <a:pt x="2915183" y="1364250"/>
                  </a:lnTo>
                  <a:lnTo>
                    <a:pt x="2934575" y="1359098"/>
                  </a:lnTo>
                  <a:lnTo>
                    <a:pt x="2938334" y="1358218"/>
                  </a:lnTo>
                  <a:lnTo>
                    <a:pt x="2952654" y="1354997"/>
                  </a:lnTo>
                  <a:lnTo>
                    <a:pt x="2963305" y="1352906"/>
                  </a:lnTo>
                  <a:lnTo>
                    <a:pt x="2970763" y="1351431"/>
                  </a:lnTo>
                  <a:lnTo>
                    <a:pt x="2976503" y="1350485"/>
                  </a:lnTo>
                  <a:lnTo>
                    <a:pt x="2980577" y="1349041"/>
                  </a:lnTo>
                  <a:lnTo>
                    <a:pt x="2991175" y="1346369"/>
                  </a:lnTo>
                  <a:lnTo>
                    <a:pt x="3005645" y="1343009"/>
                  </a:lnTo>
                  <a:lnTo>
                    <a:pt x="3010161" y="1340077"/>
                  </a:lnTo>
                  <a:lnTo>
                    <a:pt x="3016586" y="1338152"/>
                  </a:lnTo>
                  <a:lnTo>
                    <a:pt x="3020738" y="1335434"/>
                  </a:lnTo>
                  <a:lnTo>
                    <a:pt x="3028852" y="1326230"/>
                  </a:lnTo>
                  <a:lnTo>
                    <a:pt x="3036769" y="1323840"/>
                  </a:lnTo>
                  <a:lnTo>
                    <a:pt x="3038349" y="1323941"/>
                  </a:lnTo>
                  <a:lnTo>
                    <a:pt x="3041619" y="1322541"/>
                  </a:lnTo>
                  <a:lnTo>
                    <a:pt x="3053044" y="1318668"/>
                  </a:lnTo>
                  <a:lnTo>
                    <a:pt x="3057085" y="1318477"/>
                  </a:lnTo>
                  <a:lnTo>
                    <a:pt x="3061777" y="1319583"/>
                  </a:lnTo>
                  <a:lnTo>
                    <a:pt x="3066954" y="1318465"/>
                  </a:lnTo>
                  <a:lnTo>
                    <a:pt x="3069700" y="1317378"/>
                  </a:lnTo>
                  <a:lnTo>
                    <a:pt x="3070305" y="1315976"/>
                  </a:lnTo>
                  <a:lnTo>
                    <a:pt x="3075429" y="1311963"/>
                  </a:lnTo>
                  <a:lnTo>
                    <a:pt x="3078393" y="1309773"/>
                  </a:lnTo>
                  <a:lnTo>
                    <a:pt x="3081275" y="1308868"/>
                  </a:lnTo>
                  <a:lnTo>
                    <a:pt x="3091226" y="1309551"/>
                  </a:lnTo>
                  <a:lnTo>
                    <a:pt x="3100353" y="1308805"/>
                  </a:lnTo>
                  <a:lnTo>
                    <a:pt x="3112022" y="1312190"/>
                  </a:lnTo>
                  <a:lnTo>
                    <a:pt x="3127349" y="1315959"/>
                  </a:lnTo>
                  <a:lnTo>
                    <a:pt x="3149154" y="1318237"/>
                  </a:lnTo>
                  <a:lnTo>
                    <a:pt x="3154405" y="1318333"/>
                  </a:lnTo>
                  <a:lnTo>
                    <a:pt x="3158876" y="1320296"/>
                  </a:lnTo>
                  <a:lnTo>
                    <a:pt x="3164155" y="1320637"/>
                  </a:lnTo>
                  <a:lnTo>
                    <a:pt x="3171318" y="1322907"/>
                  </a:lnTo>
                  <a:lnTo>
                    <a:pt x="3178982" y="1321385"/>
                  </a:lnTo>
                  <a:lnTo>
                    <a:pt x="3183839" y="1321834"/>
                  </a:lnTo>
                  <a:lnTo>
                    <a:pt x="3194014" y="1317306"/>
                  </a:lnTo>
                  <a:lnTo>
                    <a:pt x="3196040" y="1315767"/>
                  </a:lnTo>
                  <a:lnTo>
                    <a:pt x="3196230" y="1309205"/>
                  </a:lnTo>
                  <a:lnTo>
                    <a:pt x="3195963" y="1306647"/>
                  </a:lnTo>
                  <a:lnTo>
                    <a:pt x="3193334" y="1306087"/>
                  </a:lnTo>
                  <a:lnTo>
                    <a:pt x="3195581" y="1302980"/>
                  </a:lnTo>
                  <a:lnTo>
                    <a:pt x="3197659" y="1301394"/>
                  </a:lnTo>
                  <a:lnTo>
                    <a:pt x="3207827" y="1306592"/>
                  </a:lnTo>
                  <a:lnTo>
                    <a:pt x="3210556" y="1308815"/>
                  </a:lnTo>
                  <a:lnTo>
                    <a:pt x="3211161" y="1306924"/>
                  </a:lnTo>
                  <a:lnTo>
                    <a:pt x="3208816" y="1305742"/>
                  </a:lnTo>
                  <a:lnTo>
                    <a:pt x="3207999" y="1306058"/>
                  </a:lnTo>
                  <a:lnTo>
                    <a:pt x="3208416" y="1303361"/>
                  </a:lnTo>
                  <a:lnTo>
                    <a:pt x="3213348" y="1308684"/>
                  </a:lnTo>
                  <a:lnTo>
                    <a:pt x="3214043" y="1311342"/>
                  </a:lnTo>
                  <a:lnTo>
                    <a:pt x="3217969" y="1317106"/>
                  </a:lnTo>
                  <a:lnTo>
                    <a:pt x="3221996" y="1321062"/>
                  </a:lnTo>
                  <a:lnTo>
                    <a:pt x="3227814" y="1338108"/>
                  </a:lnTo>
                  <a:lnTo>
                    <a:pt x="3231007" y="1339189"/>
                  </a:lnTo>
                  <a:lnTo>
                    <a:pt x="3229823" y="1335918"/>
                  </a:lnTo>
                  <a:lnTo>
                    <a:pt x="3230340" y="1330651"/>
                  </a:lnTo>
                  <a:lnTo>
                    <a:pt x="3232347" y="1329264"/>
                  </a:lnTo>
                  <a:lnTo>
                    <a:pt x="3233197" y="1327190"/>
                  </a:lnTo>
                  <a:lnTo>
                    <a:pt x="3232648" y="1324480"/>
                  </a:lnTo>
                  <a:lnTo>
                    <a:pt x="3228391" y="1319254"/>
                  </a:lnTo>
                  <a:lnTo>
                    <a:pt x="3228950" y="1318346"/>
                  </a:lnTo>
                  <a:lnTo>
                    <a:pt x="3231956" y="1318964"/>
                  </a:lnTo>
                  <a:lnTo>
                    <a:pt x="3232912" y="1321674"/>
                  </a:lnTo>
                  <a:lnTo>
                    <a:pt x="3233393" y="1326778"/>
                  </a:lnTo>
                  <a:lnTo>
                    <a:pt x="3231355" y="1334456"/>
                  </a:lnTo>
                  <a:lnTo>
                    <a:pt x="3233564" y="1339550"/>
                  </a:lnTo>
                  <a:lnTo>
                    <a:pt x="3233807" y="1342723"/>
                  </a:lnTo>
                  <a:lnTo>
                    <a:pt x="3233617" y="1346463"/>
                  </a:lnTo>
                  <a:lnTo>
                    <a:pt x="3234532" y="1348831"/>
                  </a:lnTo>
                  <a:lnTo>
                    <a:pt x="3236028" y="1350207"/>
                  </a:lnTo>
                  <a:lnTo>
                    <a:pt x="3239161" y="1351152"/>
                  </a:lnTo>
                  <a:lnTo>
                    <a:pt x="3240481" y="1352471"/>
                  </a:lnTo>
                  <a:lnTo>
                    <a:pt x="3238113" y="1361722"/>
                  </a:lnTo>
                  <a:lnTo>
                    <a:pt x="3234948" y="1365197"/>
                  </a:lnTo>
                  <a:lnTo>
                    <a:pt x="3233294" y="1375843"/>
                  </a:lnTo>
                  <a:lnTo>
                    <a:pt x="3232711" y="1379581"/>
                  </a:lnTo>
                  <a:lnTo>
                    <a:pt x="3230281" y="1386715"/>
                  </a:lnTo>
                  <a:lnTo>
                    <a:pt x="3225650" y="1392009"/>
                  </a:lnTo>
                  <a:lnTo>
                    <a:pt x="3221583" y="1399537"/>
                  </a:lnTo>
                  <a:lnTo>
                    <a:pt x="3221962" y="1401616"/>
                  </a:lnTo>
                  <a:lnTo>
                    <a:pt x="3216253" y="1406924"/>
                  </a:lnTo>
                  <a:lnTo>
                    <a:pt x="3208561" y="1419213"/>
                  </a:lnTo>
                  <a:lnTo>
                    <a:pt x="3206298" y="1421559"/>
                  </a:lnTo>
                  <a:lnTo>
                    <a:pt x="3205752" y="1422379"/>
                  </a:lnTo>
                  <a:lnTo>
                    <a:pt x="3205424" y="1422673"/>
                  </a:lnTo>
                  <a:lnTo>
                    <a:pt x="3203979" y="1423557"/>
                  </a:lnTo>
                  <a:lnTo>
                    <a:pt x="3201617" y="1426785"/>
                  </a:lnTo>
                  <a:lnTo>
                    <a:pt x="3194910" y="1432278"/>
                  </a:lnTo>
                  <a:lnTo>
                    <a:pt x="3192746" y="1434876"/>
                  </a:lnTo>
                  <a:lnTo>
                    <a:pt x="3187904" y="1443384"/>
                  </a:lnTo>
                  <a:lnTo>
                    <a:pt x="3186039" y="1446453"/>
                  </a:lnTo>
                  <a:lnTo>
                    <a:pt x="3183266" y="1453570"/>
                  </a:lnTo>
                  <a:lnTo>
                    <a:pt x="3183596" y="1454393"/>
                  </a:lnTo>
                  <a:lnTo>
                    <a:pt x="3183165" y="1455290"/>
                  </a:lnTo>
                  <a:lnTo>
                    <a:pt x="3183264" y="1455710"/>
                  </a:lnTo>
                  <a:lnTo>
                    <a:pt x="3182638" y="1457793"/>
                  </a:lnTo>
                  <a:lnTo>
                    <a:pt x="3176767" y="1466604"/>
                  </a:lnTo>
                  <a:lnTo>
                    <a:pt x="3174129" y="1474824"/>
                  </a:lnTo>
                  <a:lnTo>
                    <a:pt x="3172731" y="1481811"/>
                  </a:lnTo>
                  <a:lnTo>
                    <a:pt x="3172460" y="1484990"/>
                  </a:lnTo>
                  <a:lnTo>
                    <a:pt x="3173549" y="1493954"/>
                  </a:lnTo>
                  <a:lnTo>
                    <a:pt x="3177041" y="1501608"/>
                  </a:lnTo>
                  <a:lnTo>
                    <a:pt x="3178963" y="1502155"/>
                  </a:lnTo>
                  <a:lnTo>
                    <a:pt x="3180149" y="1507062"/>
                  </a:lnTo>
                  <a:lnTo>
                    <a:pt x="3178404" y="1513146"/>
                  </a:lnTo>
                  <a:lnTo>
                    <a:pt x="3176617" y="1514243"/>
                  </a:lnTo>
                  <a:lnTo>
                    <a:pt x="3176056" y="1515472"/>
                  </a:lnTo>
                  <a:lnTo>
                    <a:pt x="3175885" y="1517276"/>
                  </a:lnTo>
                  <a:lnTo>
                    <a:pt x="3177075" y="1519528"/>
                  </a:lnTo>
                  <a:lnTo>
                    <a:pt x="3176173" y="1520369"/>
                  </a:lnTo>
                  <a:lnTo>
                    <a:pt x="3174992" y="1519323"/>
                  </a:lnTo>
                  <a:lnTo>
                    <a:pt x="3175638" y="1513905"/>
                  </a:lnTo>
                  <a:lnTo>
                    <a:pt x="3176184" y="1513226"/>
                  </a:lnTo>
                  <a:lnTo>
                    <a:pt x="3178252" y="1513005"/>
                  </a:lnTo>
                  <a:lnTo>
                    <a:pt x="3179971" y="1506692"/>
                  </a:lnTo>
                  <a:lnTo>
                    <a:pt x="3179203" y="1503690"/>
                  </a:lnTo>
                  <a:lnTo>
                    <a:pt x="3176391" y="1501070"/>
                  </a:lnTo>
                  <a:lnTo>
                    <a:pt x="3174760" y="1500573"/>
                  </a:lnTo>
                  <a:lnTo>
                    <a:pt x="3177590" y="1507229"/>
                  </a:lnTo>
                  <a:lnTo>
                    <a:pt x="3173233" y="1517090"/>
                  </a:lnTo>
                  <a:lnTo>
                    <a:pt x="3171645" y="1518224"/>
                  </a:lnTo>
                  <a:lnTo>
                    <a:pt x="3168297" y="1518952"/>
                  </a:lnTo>
                  <a:lnTo>
                    <a:pt x="3167095" y="1517548"/>
                  </a:lnTo>
                  <a:lnTo>
                    <a:pt x="3164615" y="1519978"/>
                  </a:lnTo>
                  <a:lnTo>
                    <a:pt x="3158638" y="1532814"/>
                  </a:lnTo>
                  <a:lnTo>
                    <a:pt x="3157962" y="1537434"/>
                  </a:lnTo>
                  <a:lnTo>
                    <a:pt x="3156721" y="1541659"/>
                  </a:lnTo>
                  <a:lnTo>
                    <a:pt x="3155328" y="1541847"/>
                  </a:lnTo>
                  <a:lnTo>
                    <a:pt x="3154548" y="1540590"/>
                  </a:lnTo>
                  <a:lnTo>
                    <a:pt x="3155898" y="1540543"/>
                  </a:lnTo>
                  <a:lnTo>
                    <a:pt x="3157289" y="1539271"/>
                  </a:lnTo>
                  <a:lnTo>
                    <a:pt x="3157899" y="1533208"/>
                  </a:lnTo>
                  <a:lnTo>
                    <a:pt x="3153039" y="1534208"/>
                  </a:lnTo>
                  <a:lnTo>
                    <a:pt x="3147937" y="1536502"/>
                  </a:lnTo>
                  <a:lnTo>
                    <a:pt x="3147883" y="1544548"/>
                  </a:lnTo>
                  <a:lnTo>
                    <a:pt x="3153690" y="1549791"/>
                  </a:lnTo>
                  <a:lnTo>
                    <a:pt x="3155823" y="1548647"/>
                  </a:lnTo>
                  <a:lnTo>
                    <a:pt x="3156343" y="1547914"/>
                  </a:lnTo>
                  <a:lnTo>
                    <a:pt x="3155822" y="1547726"/>
                  </a:lnTo>
                  <a:lnTo>
                    <a:pt x="3154483" y="1548361"/>
                  </a:lnTo>
                  <a:lnTo>
                    <a:pt x="3156234" y="1547259"/>
                  </a:lnTo>
                  <a:lnTo>
                    <a:pt x="3158167" y="1551848"/>
                  </a:lnTo>
                  <a:lnTo>
                    <a:pt x="3158227" y="1552834"/>
                  </a:lnTo>
                  <a:lnTo>
                    <a:pt x="3157260" y="1553183"/>
                  </a:lnTo>
                  <a:lnTo>
                    <a:pt x="3157540" y="1554533"/>
                  </a:lnTo>
                  <a:lnTo>
                    <a:pt x="3159026" y="1555258"/>
                  </a:lnTo>
                  <a:lnTo>
                    <a:pt x="3159957" y="1554570"/>
                  </a:lnTo>
                  <a:lnTo>
                    <a:pt x="3161712" y="1550240"/>
                  </a:lnTo>
                  <a:lnTo>
                    <a:pt x="3163426" y="1548523"/>
                  </a:lnTo>
                  <a:lnTo>
                    <a:pt x="3169993" y="1546540"/>
                  </a:lnTo>
                  <a:lnTo>
                    <a:pt x="3171950" y="1546833"/>
                  </a:lnTo>
                  <a:lnTo>
                    <a:pt x="3177900" y="1542854"/>
                  </a:lnTo>
                  <a:lnTo>
                    <a:pt x="3181194" y="1541549"/>
                  </a:lnTo>
                  <a:lnTo>
                    <a:pt x="3180549" y="1536153"/>
                  </a:lnTo>
                  <a:lnTo>
                    <a:pt x="3185838" y="1540793"/>
                  </a:lnTo>
                  <a:lnTo>
                    <a:pt x="3184952" y="1552824"/>
                  </a:lnTo>
                  <a:lnTo>
                    <a:pt x="3184080" y="1555884"/>
                  </a:lnTo>
                  <a:lnTo>
                    <a:pt x="3180835" y="1559673"/>
                  </a:lnTo>
                  <a:lnTo>
                    <a:pt x="3178606" y="1560916"/>
                  </a:lnTo>
                  <a:lnTo>
                    <a:pt x="3175292" y="1566180"/>
                  </a:lnTo>
                  <a:lnTo>
                    <a:pt x="3171670" y="1566976"/>
                  </a:lnTo>
                  <a:lnTo>
                    <a:pt x="3170939" y="1566786"/>
                  </a:lnTo>
                  <a:lnTo>
                    <a:pt x="3172184" y="1566788"/>
                  </a:lnTo>
                  <a:lnTo>
                    <a:pt x="3173536" y="1565681"/>
                  </a:lnTo>
                  <a:lnTo>
                    <a:pt x="3173757" y="1562374"/>
                  </a:lnTo>
                  <a:lnTo>
                    <a:pt x="3172453" y="1562584"/>
                  </a:lnTo>
                  <a:lnTo>
                    <a:pt x="3163154" y="1570019"/>
                  </a:lnTo>
                  <a:lnTo>
                    <a:pt x="3160880" y="1580141"/>
                  </a:lnTo>
                  <a:lnTo>
                    <a:pt x="3161771" y="1581093"/>
                  </a:lnTo>
                  <a:lnTo>
                    <a:pt x="3161654" y="1583667"/>
                  </a:lnTo>
                  <a:lnTo>
                    <a:pt x="3159074" y="1587033"/>
                  </a:lnTo>
                  <a:lnTo>
                    <a:pt x="3161054" y="1591718"/>
                  </a:lnTo>
                  <a:lnTo>
                    <a:pt x="3165452" y="1593221"/>
                  </a:lnTo>
                  <a:lnTo>
                    <a:pt x="3170203" y="1584552"/>
                  </a:lnTo>
                  <a:lnTo>
                    <a:pt x="3170932" y="1581639"/>
                  </a:lnTo>
                  <a:lnTo>
                    <a:pt x="3168825" y="1584827"/>
                  </a:lnTo>
                  <a:lnTo>
                    <a:pt x="3167440" y="1585550"/>
                  </a:lnTo>
                  <a:lnTo>
                    <a:pt x="3173266" y="1578219"/>
                  </a:lnTo>
                  <a:lnTo>
                    <a:pt x="3178922" y="1574314"/>
                  </a:lnTo>
                  <a:lnTo>
                    <a:pt x="3182477" y="1573925"/>
                  </a:lnTo>
                  <a:lnTo>
                    <a:pt x="3185246" y="1575201"/>
                  </a:lnTo>
                  <a:lnTo>
                    <a:pt x="3180958" y="1581715"/>
                  </a:lnTo>
                  <a:lnTo>
                    <a:pt x="3177065" y="1586126"/>
                  </a:lnTo>
                  <a:lnTo>
                    <a:pt x="3176071" y="1589504"/>
                  </a:lnTo>
                  <a:lnTo>
                    <a:pt x="3175882" y="1599252"/>
                  </a:lnTo>
                  <a:lnTo>
                    <a:pt x="3175977" y="1604625"/>
                  </a:lnTo>
                  <a:lnTo>
                    <a:pt x="3174673" y="1606084"/>
                  </a:lnTo>
                  <a:lnTo>
                    <a:pt x="3170499" y="1618488"/>
                  </a:lnTo>
                  <a:lnTo>
                    <a:pt x="3168978" y="1622967"/>
                  </a:lnTo>
                  <a:lnTo>
                    <a:pt x="3166612" y="1635694"/>
                  </a:lnTo>
                  <a:lnTo>
                    <a:pt x="3166411" y="1643614"/>
                  </a:lnTo>
                  <a:lnTo>
                    <a:pt x="3162488" y="1649531"/>
                  </a:lnTo>
                  <a:lnTo>
                    <a:pt x="3161458" y="1654615"/>
                  </a:lnTo>
                  <a:lnTo>
                    <a:pt x="3161225" y="1669191"/>
                  </a:lnTo>
                  <a:lnTo>
                    <a:pt x="3159335" y="1675345"/>
                  </a:lnTo>
                  <a:lnTo>
                    <a:pt x="3159865" y="1685474"/>
                  </a:lnTo>
                  <a:lnTo>
                    <a:pt x="3157668" y="1689125"/>
                  </a:lnTo>
                  <a:lnTo>
                    <a:pt x="3154063" y="1698256"/>
                  </a:lnTo>
                  <a:lnTo>
                    <a:pt x="3153477" y="1712826"/>
                  </a:lnTo>
                  <a:lnTo>
                    <a:pt x="3152358" y="1713919"/>
                  </a:lnTo>
                  <a:lnTo>
                    <a:pt x="3151817" y="1712950"/>
                  </a:lnTo>
                  <a:lnTo>
                    <a:pt x="3151005" y="1713221"/>
                  </a:lnTo>
                  <a:lnTo>
                    <a:pt x="3147576" y="1719021"/>
                  </a:lnTo>
                  <a:lnTo>
                    <a:pt x="3144756" y="1717195"/>
                  </a:lnTo>
                  <a:lnTo>
                    <a:pt x="3132853" y="1718348"/>
                  </a:lnTo>
                  <a:lnTo>
                    <a:pt x="3129894" y="1688140"/>
                  </a:lnTo>
                  <a:lnTo>
                    <a:pt x="3105038" y="1690459"/>
                  </a:lnTo>
                  <a:lnTo>
                    <a:pt x="3104329" y="1683635"/>
                  </a:lnTo>
                  <a:lnTo>
                    <a:pt x="3097364" y="1682849"/>
                  </a:lnTo>
                  <a:lnTo>
                    <a:pt x="3088723" y="1684102"/>
                  </a:lnTo>
                  <a:lnTo>
                    <a:pt x="3078446" y="1683516"/>
                  </a:lnTo>
                  <a:lnTo>
                    <a:pt x="3073840" y="1688194"/>
                  </a:lnTo>
                  <a:lnTo>
                    <a:pt x="3072252" y="1700231"/>
                  </a:lnTo>
                  <a:lnTo>
                    <a:pt x="3066150" y="1709121"/>
                  </a:lnTo>
                  <a:lnTo>
                    <a:pt x="3066762" y="1714945"/>
                  </a:lnTo>
                  <a:lnTo>
                    <a:pt x="3065320" y="1717210"/>
                  </a:lnTo>
                  <a:lnTo>
                    <a:pt x="3059446" y="1721295"/>
                  </a:lnTo>
                  <a:lnTo>
                    <a:pt x="3058390" y="1723361"/>
                  </a:lnTo>
                  <a:lnTo>
                    <a:pt x="3054456" y="1739094"/>
                  </a:lnTo>
                  <a:lnTo>
                    <a:pt x="3050795" y="1743455"/>
                  </a:lnTo>
                  <a:lnTo>
                    <a:pt x="3046117" y="1751606"/>
                  </a:lnTo>
                  <a:lnTo>
                    <a:pt x="3041772" y="1755736"/>
                  </a:lnTo>
                  <a:lnTo>
                    <a:pt x="3041568" y="1758876"/>
                  </a:lnTo>
                  <a:lnTo>
                    <a:pt x="3038911" y="1758908"/>
                  </a:lnTo>
                  <a:lnTo>
                    <a:pt x="3035282" y="1757093"/>
                  </a:lnTo>
                  <a:lnTo>
                    <a:pt x="3031191" y="1752075"/>
                  </a:lnTo>
                  <a:lnTo>
                    <a:pt x="3026491" y="1753923"/>
                  </a:lnTo>
                  <a:lnTo>
                    <a:pt x="3023869" y="1749306"/>
                  </a:lnTo>
                  <a:lnTo>
                    <a:pt x="3021247" y="1747856"/>
                  </a:lnTo>
                  <a:lnTo>
                    <a:pt x="3015429" y="1749480"/>
                  </a:lnTo>
                  <a:lnTo>
                    <a:pt x="3007823" y="1756453"/>
                  </a:lnTo>
                  <a:lnTo>
                    <a:pt x="3009182" y="1771269"/>
                  </a:lnTo>
                  <a:lnTo>
                    <a:pt x="2884567" y="1781963"/>
                  </a:lnTo>
                  <a:lnTo>
                    <a:pt x="2799975" y="1788729"/>
                  </a:lnTo>
                  <a:lnTo>
                    <a:pt x="2803545" y="1835449"/>
                  </a:lnTo>
                  <a:lnTo>
                    <a:pt x="2805167" y="1855944"/>
                  </a:lnTo>
                  <a:lnTo>
                    <a:pt x="2753388" y="1859852"/>
                  </a:lnTo>
                  <a:lnTo>
                    <a:pt x="2754925" y="1863623"/>
                  </a:lnTo>
                  <a:lnTo>
                    <a:pt x="2756146" y="1864642"/>
                  </a:lnTo>
                  <a:lnTo>
                    <a:pt x="2761044" y="1864811"/>
                  </a:lnTo>
                  <a:lnTo>
                    <a:pt x="2763685" y="1866333"/>
                  </a:lnTo>
                  <a:lnTo>
                    <a:pt x="2764666" y="1867903"/>
                  </a:lnTo>
                  <a:lnTo>
                    <a:pt x="2766466" y="1867771"/>
                  </a:lnTo>
                  <a:lnTo>
                    <a:pt x="2767191" y="1867003"/>
                  </a:lnTo>
                  <a:lnTo>
                    <a:pt x="2772416" y="1866986"/>
                  </a:lnTo>
                  <a:lnTo>
                    <a:pt x="2773948" y="1868009"/>
                  </a:lnTo>
                  <a:lnTo>
                    <a:pt x="2774412" y="1869217"/>
                  </a:lnTo>
                  <a:lnTo>
                    <a:pt x="2773511" y="1871313"/>
                  </a:lnTo>
                  <a:lnTo>
                    <a:pt x="2773676" y="1873304"/>
                  </a:lnTo>
                  <a:lnTo>
                    <a:pt x="2774253" y="1875170"/>
                  </a:lnTo>
                  <a:lnTo>
                    <a:pt x="2775240" y="1875962"/>
                  </a:lnTo>
                  <a:lnTo>
                    <a:pt x="2778236" y="1876023"/>
                  </a:lnTo>
                  <a:lnTo>
                    <a:pt x="2779146" y="1876617"/>
                  </a:lnTo>
                  <a:lnTo>
                    <a:pt x="2781431" y="1881477"/>
                  </a:lnTo>
                  <a:lnTo>
                    <a:pt x="2785787" y="1885629"/>
                  </a:lnTo>
                  <a:lnTo>
                    <a:pt x="2788277" y="1886739"/>
                  </a:lnTo>
                  <a:lnTo>
                    <a:pt x="2791991" y="1886706"/>
                  </a:lnTo>
                  <a:lnTo>
                    <a:pt x="2794973" y="1890998"/>
                  </a:lnTo>
                  <a:lnTo>
                    <a:pt x="2799316" y="1895460"/>
                  </a:lnTo>
                  <a:lnTo>
                    <a:pt x="2798323" y="1896914"/>
                  </a:lnTo>
                  <a:lnTo>
                    <a:pt x="2799387" y="1898125"/>
                  </a:lnTo>
                  <a:lnTo>
                    <a:pt x="2807859" y="1900570"/>
                  </a:lnTo>
                  <a:lnTo>
                    <a:pt x="2808589" y="1898756"/>
                  </a:lnTo>
                  <a:lnTo>
                    <a:pt x="2811998" y="1900064"/>
                  </a:lnTo>
                  <a:lnTo>
                    <a:pt x="2816645" y="1906504"/>
                  </a:lnTo>
                  <a:lnTo>
                    <a:pt x="2823683" y="1907191"/>
                  </a:lnTo>
                  <a:lnTo>
                    <a:pt x="2835971" y="1912496"/>
                  </a:lnTo>
                  <a:lnTo>
                    <a:pt x="2840391" y="1915709"/>
                  </a:lnTo>
                  <a:lnTo>
                    <a:pt x="2845469" y="1920248"/>
                  </a:lnTo>
                  <a:lnTo>
                    <a:pt x="2848703" y="1925885"/>
                  </a:lnTo>
                  <a:lnTo>
                    <a:pt x="2849396" y="1931500"/>
                  </a:lnTo>
                  <a:lnTo>
                    <a:pt x="2848033" y="1932114"/>
                  </a:lnTo>
                  <a:lnTo>
                    <a:pt x="2848184" y="1932845"/>
                  </a:lnTo>
                  <a:lnTo>
                    <a:pt x="2850764" y="1932968"/>
                  </a:lnTo>
                  <a:lnTo>
                    <a:pt x="2852425" y="1940705"/>
                  </a:lnTo>
                  <a:lnTo>
                    <a:pt x="2855211" y="1943493"/>
                  </a:lnTo>
                  <a:lnTo>
                    <a:pt x="2857612" y="1944875"/>
                  </a:lnTo>
                  <a:lnTo>
                    <a:pt x="2866809" y="1944794"/>
                  </a:lnTo>
                  <a:lnTo>
                    <a:pt x="2871061" y="1945661"/>
                  </a:lnTo>
                  <a:lnTo>
                    <a:pt x="2870673" y="1950111"/>
                  </a:lnTo>
                  <a:lnTo>
                    <a:pt x="2878004" y="1949294"/>
                  </a:lnTo>
                  <a:lnTo>
                    <a:pt x="2880311" y="1951250"/>
                  </a:lnTo>
                  <a:lnTo>
                    <a:pt x="2882405" y="1954576"/>
                  </a:lnTo>
                  <a:lnTo>
                    <a:pt x="2875938" y="1975329"/>
                  </a:lnTo>
                  <a:lnTo>
                    <a:pt x="2876715" y="1978205"/>
                  </a:lnTo>
                  <a:lnTo>
                    <a:pt x="2879843" y="1983442"/>
                  </a:lnTo>
                  <a:lnTo>
                    <a:pt x="2877208" y="1985546"/>
                  </a:lnTo>
                  <a:lnTo>
                    <a:pt x="2876858" y="1987347"/>
                  </a:lnTo>
                  <a:lnTo>
                    <a:pt x="2877175" y="1989173"/>
                  </a:lnTo>
                  <a:lnTo>
                    <a:pt x="2879514" y="1988677"/>
                  </a:lnTo>
                  <a:lnTo>
                    <a:pt x="2879069" y="1991332"/>
                  </a:lnTo>
                  <a:lnTo>
                    <a:pt x="2838592" y="1994551"/>
                  </a:lnTo>
                  <a:lnTo>
                    <a:pt x="2819000" y="1996092"/>
                  </a:lnTo>
                  <a:lnTo>
                    <a:pt x="2795367" y="1997868"/>
                  </a:lnTo>
                  <a:lnTo>
                    <a:pt x="2780261" y="1998997"/>
                  </a:lnTo>
                  <a:lnTo>
                    <a:pt x="2770431" y="1999730"/>
                  </a:lnTo>
                  <a:lnTo>
                    <a:pt x="2730057" y="2002715"/>
                  </a:lnTo>
                  <a:lnTo>
                    <a:pt x="2710766" y="2042821"/>
                  </a:lnTo>
                  <a:lnTo>
                    <a:pt x="2703838" y="2057216"/>
                  </a:lnTo>
                  <a:lnTo>
                    <a:pt x="2689715" y="2086548"/>
                  </a:lnTo>
                  <a:lnTo>
                    <a:pt x="2681411" y="2103802"/>
                  </a:lnTo>
                  <a:lnTo>
                    <a:pt x="2684713" y="2107607"/>
                  </a:lnTo>
                  <a:lnTo>
                    <a:pt x="2687386" y="2110609"/>
                  </a:lnTo>
                  <a:lnTo>
                    <a:pt x="2694349" y="2118455"/>
                  </a:lnTo>
                  <a:lnTo>
                    <a:pt x="2700525" y="2125440"/>
                  </a:lnTo>
                  <a:lnTo>
                    <a:pt x="2698974" y="2126610"/>
                  </a:lnTo>
                  <a:lnTo>
                    <a:pt x="2699172" y="2128677"/>
                  </a:lnTo>
                  <a:lnTo>
                    <a:pt x="2698422" y="2130624"/>
                  </a:lnTo>
                  <a:lnTo>
                    <a:pt x="2696465" y="2132997"/>
                  </a:lnTo>
                  <a:lnTo>
                    <a:pt x="2692659" y="2132860"/>
                  </a:lnTo>
                  <a:lnTo>
                    <a:pt x="2690803" y="2135878"/>
                  </a:lnTo>
                  <a:lnTo>
                    <a:pt x="2693037" y="2147463"/>
                  </a:lnTo>
                  <a:lnTo>
                    <a:pt x="2692009" y="2150116"/>
                  </a:lnTo>
                  <a:lnTo>
                    <a:pt x="2688123" y="2153130"/>
                  </a:lnTo>
                  <a:lnTo>
                    <a:pt x="2688882" y="2158178"/>
                  </a:lnTo>
                  <a:lnTo>
                    <a:pt x="2691154" y="2161818"/>
                  </a:lnTo>
                  <a:lnTo>
                    <a:pt x="2692111" y="2166879"/>
                  </a:lnTo>
                  <a:lnTo>
                    <a:pt x="2693096" y="2168104"/>
                  </a:lnTo>
                  <a:lnTo>
                    <a:pt x="2693799" y="2174961"/>
                  </a:lnTo>
                  <a:lnTo>
                    <a:pt x="2690461" y="2179602"/>
                  </a:lnTo>
                  <a:lnTo>
                    <a:pt x="2690072" y="2181045"/>
                  </a:lnTo>
                  <a:lnTo>
                    <a:pt x="2690886" y="2181332"/>
                  </a:lnTo>
                  <a:lnTo>
                    <a:pt x="2690222" y="2185388"/>
                  </a:lnTo>
                  <a:lnTo>
                    <a:pt x="2686066" y="2190894"/>
                  </a:lnTo>
                  <a:lnTo>
                    <a:pt x="2685430" y="2191285"/>
                  </a:lnTo>
                  <a:lnTo>
                    <a:pt x="2673882" y="2181681"/>
                  </a:lnTo>
                  <a:lnTo>
                    <a:pt x="2655638" y="2166143"/>
                  </a:lnTo>
                  <a:lnTo>
                    <a:pt x="2629496" y="2141912"/>
                  </a:lnTo>
                  <a:lnTo>
                    <a:pt x="2622458" y="2135429"/>
                  </a:lnTo>
                  <a:lnTo>
                    <a:pt x="2597837" y="2112911"/>
                  </a:lnTo>
                  <a:lnTo>
                    <a:pt x="2574115" y="2093005"/>
                  </a:lnTo>
                  <a:lnTo>
                    <a:pt x="2548564" y="2072704"/>
                  </a:lnTo>
                  <a:lnTo>
                    <a:pt x="2526431" y="2056834"/>
                  </a:lnTo>
                  <a:lnTo>
                    <a:pt x="2504295" y="2042559"/>
                  </a:lnTo>
                  <a:lnTo>
                    <a:pt x="2491062" y="2035302"/>
                  </a:lnTo>
                  <a:lnTo>
                    <a:pt x="2479302" y="2030144"/>
                  </a:lnTo>
                  <a:lnTo>
                    <a:pt x="2473440" y="2029851"/>
                  </a:lnTo>
                  <a:lnTo>
                    <a:pt x="2468333" y="2027919"/>
                  </a:lnTo>
                  <a:lnTo>
                    <a:pt x="2444338" y="2018003"/>
                  </a:lnTo>
                  <a:lnTo>
                    <a:pt x="2422943" y="2011780"/>
                  </a:lnTo>
                  <a:lnTo>
                    <a:pt x="2404621" y="2008703"/>
                  </a:lnTo>
                  <a:lnTo>
                    <a:pt x="2386139" y="2007503"/>
                  </a:lnTo>
                  <a:lnTo>
                    <a:pt x="2381568" y="2007955"/>
                  </a:lnTo>
                  <a:lnTo>
                    <a:pt x="2379573" y="2007813"/>
                  </a:lnTo>
                  <a:lnTo>
                    <a:pt x="2367275" y="2007950"/>
                  </a:lnTo>
                  <a:lnTo>
                    <a:pt x="2360290" y="2009080"/>
                  </a:lnTo>
                  <a:lnTo>
                    <a:pt x="2344352" y="2012687"/>
                  </a:lnTo>
                  <a:lnTo>
                    <a:pt x="2335541" y="2012546"/>
                  </a:lnTo>
                  <a:lnTo>
                    <a:pt x="2324580" y="2016977"/>
                  </a:lnTo>
                  <a:lnTo>
                    <a:pt x="2319585" y="2021403"/>
                  </a:lnTo>
                  <a:lnTo>
                    <a:pt x="2319587" y="2022064"/>
                  </a:lnTo>
                  <a:lnTo>
                    <a:pt x="2320068" y="2022952"/>
                  </a:lnTo>
                  <a:lnTo>
                    <a:pt x="2318889" y="2023782"/>
                  </a:lnTo>
                  <a:lnTo>
                    <a:pt x="2311195" y="2026902"/>
                  </a:lnTo>
                  <a:lnTo>
                    <a:pt x="2308668" y="2030876"/>
                  </a:lnTo>
                  <a:lnTo>
                    <a:pt x="2309951" y="2033894"/>
                  </a:lnTo>
                  <a:lnTo>
                    <a:pt x="2303591" y="2036702"/>
                  </a:lnTo>
                  <a:lnTo>
                    <a:pt x="2302356" y="2039585"/>
                  </a:lnTo>
                  <a:lnTo>
                    <a:pt x="2296531" y="2039913"/>
                  </a:lnTo>
                  <a:lnTo>
                    <a:pt x="2293415" y="2041467"/>
                  </a:lnTo>
                  <a:lnTo>
                    <a:pt x="2287103" y="2042478"/>
                  </a:lnTo>
                  <a:lnTo>
                    <a:pt x="2281973" y="2045650"/>
                  </a:lnTo>
                  <a:lnTo>
                    <a:pt x="2276757" y="2047848"/>
                  </a:lnTo>
                  <a:lnTo>
                    <a:pt x="2270742" y="2049200"/>
                  </a:lnTo>
                  <a:lnTo>
                    <a:pt x="2264102" y="2051071"/>
                  </a:lnTo>
                  <a:lnTo>
                    <a:pt x="2260047" y="2054275"/>
                  </a:lnTo>
                  <a:lnTo>
                    <a:pt x="2243855" y="2059492"/>
                  </a:lnTo>
                  <a:lnTo>
                    <a:pt x="2237498" y="2062575"/>
                  </a:lnTo>
                  <a:lnTo>
                    <a:pt x="2232757" y="2065107"/>
                  </a:lnTo>
                  <a:lnTo>
                    <a:pt x="2224051" y="2068432"/>
                  </a:lnTo>
                  <a:lnTo>
                    <a:pt x="2222926" y="2069869"/>
                  </a:lnTo>
                  <a:lnTo>
                    <a:pt x="2223841" y="2071233"/>
                  </a:lnTo>
                  <a:lnTo>
                    <a:pt x="2210387" y="2078490"/>
                  </a:lnTo>
                  <a:lnTo>
                    <a:pt x="2199852" y="2078559"/>
                  </a:lnTo>
                  <a:lnTo>
                    <a:pt x="2195847" y="2078947"/>
                  </a:lnTo>
                  <a:lnTo>
                    <a:pt x="2188203" y="2078157"/>
                  </a:lnTo>
                  <a:lnTo>
                    <a:pt x="2184653" y="2079755"/>
                  </a:lnTo>
                  <a:lnTo>
                    <a:pt x="2182804" y="2081971"/>
                  </a:lnTo>
                  <a:lnTo>
                    <a:pt x="2181124" y="2082806"/>
                  </a:lnTo>
                  <a:lnTo>
                    <a:pt x="2177700" y="2082482"/>
                  </a:lnTo>
                  <a:lnTo>
                    <a:pt x="2171935" y="2082080"/>
                  </a:lnTo>
                  <a:lnTo>
                    <a:pt x="2167265" y="2080815"/>
                  </a:lnTo>
                  <a:lnTo>
                    <a:pt x="2156943" y="2076688"/>
                  </a:lnTo>
                  <a:lnTo>
                    <a:pt x="2139332" y="2074899"/>
                  </a:lnTo>
                  <a:lnTo>
                    <a:pt x="2129574" y="2069739"/>
                  </a:lnTo>
                  <a:lnTo>
                    <a:pt x="2119177" y="2066933"/>
                  </a:lnTo>
                  <a:lnTo>
                    <a:pt x="2116217" y="2064836"/>
                  </a:lnTo>
                  <a:lnTo>
                    <a:pt x="2116435" y="2063881"/>
                  </a:lnTo>
                  <a:lnTo>
                    <a:pt x="2114521" y="2061021"/>
                  </a:lnTo>
                  <a:lnTo>
                    <a:pt x="2113583" y="2061604"/>
                  </a:lnTo>
                  <a:lnTo>
                    <a:pt x="2112266" y="2061278"/>
                  </a:lnTo>
                  <a:lnTo>
                    <a:pt x="2105411" y="2057096"/>
                  </a:lnTo>
                  <a:lnTo>
                    <a:pt x="2097080" y="2054124"/>
                  </a:lnTo>
                  <a:lnTo>
                    <a:pt x="2089699" y="2052511"/>
                  </a:lnTo>
                  <a:lnTo>
                    <a:pt x="2082712" y="2051839"/>
                  </a:lnTo>
                  <a:lnTo>
                    <a:pt x="2079835" y="2052084"/>
                  </a:lnTo>
                  <a:lnTo>
                    <a:pt x="2078718" y="2052953"/>
                  </a:lnTo>
                  <a:lnTo>
                    <a:pt x="2072500" y="2052678"/>
                  </a:lnTo>
                  <a:lnTo>
                    <a:pt x="2059736" y="2049753"/>
                  </a:lnTo>
                  <a:lnTo>
                    <a:pt x="2055875" y="2050624"/>
                  </a:lnTo>
                  <a:lnTo>
                    <a:pt x="2045298" y="2049168"/>
                  </a:lnTo>
                  <a:lnTo>
                    <a:pt x="2043562" y="2049693"/>
                  </a:lnTo>
                  <a:lnTo>
                    <a:pt x="2042920" y="2050959"/>
                  </a:lnTo>
                  <a:lnTo>
                    <a:pt x="2041453" y="2051007"/>
                  </a:lnTo>
                  <a:lnTo>
                    <a:pt x="2032006" y="2049657"/>
                  </a:lnTo>
                  <a:lnTo>
                    <a:pt x="2029658" y="2048683"/>
                  </a:lnTo>
                  <a:lnTo>
                    <a:pt x="2015924" y="2039878"/>
                  </a:lnTo>
                  <a:lnTo>
                    <a:pt x="2006161" y="2033847"/>
                  </a:lnTo>
                  <a:lnTo>
                    <a:pt x="1992325" y="2026548"/>
                  </a:lnTo>
                  <a:lnTo>
                    <a:pt x="1983395" y="2022881"/>
                  </a:lnTo>
                  <a:lnTo>
                    <a:pt x="1980680" y="2020835"/>
                  </a:lnTo>
                  <a:lnTo>
                    <a:pt x="1966530" y="2017821"/>
                  </a:lnTo>
                  <a:lnTo>
                    <a:pt x="1954536" y="2016238"/>
                  </a:lnTo>
                  <a:lnTo>
                    <a:pt x="1940432" y="2011508"/>
                  </a:lnTo>
                  <a:lnTo>
                    <a:pt x="1938488" y="2008394"/>
                  </a:lnTo>
                  <a:lnTo>
                    <a:pt x="1933316" y="2003471"/>
                  </a:lnTo>
                  <a:lnTo>
                    <a:pt x="1923393" y="1994719"/>
                  </a:lnTo>
                  <a:lnTo>
                    <a:pt x="1920219" y="1990536"/>
                  </a:lnTo>
                  <a:lnTo>
                    <a:pt x="1914403" y="1983552"/>
                  </a:lnTo>
                  <a:lnTo>
                    <a:pt x="1909663" y="1983655"/>
                  </a:lnTo>
                  <a:lnTo>
                    <a:pt x="1906167" y="1984572"/>
                  </a:lnTo>
                  <a:lnTo>
                    <a:pt x="1904705" y="1986915"/>
                  </a:lnTo>
                  <a:lnTo>
                    <a:pt x="1897137" y="1985452"/>
                  </a:lnTo>
                  <a:lnTo>
                    <a:pt x="1878813" y="1979644"/>
                  </a:lnTo>
                  <a:lnTo>
                    <a:pt x="1861197" y="1975139"/>
                  </a:lnTo>
                  <a:lnTo>
                    <a:pt x="1854899" y="1973604"/>
                  </a:lnTo>
                  <a:lnTo>
                    <a:pt x="1834230" y="1969836"/>
                  </a:lnTo>
                  <a:lnTo>
                    <a:pt x="1823285" y="1969286"/>
                  </a:lnTo>
                  <a:lnTo>
                    <a:pt x="1817658" y="1970052"/>
                  </a:lnTo>
                  <a:lnTo>
                    <a:pt x="1811244" y="1968398"/>
                  </a:lnTo>
                  <a:lnTo>
                    <a:pt x="1800206" y="1963159"/>
                  </a:lnTo>
                  <a:lnTo>
                    <a:pt x="1793198" y="1957836"/>
                  </a:lnTo>
                  <a:lnTo>
                    <a:pt x="1788498" y="1955669"/>
                  </a:lnTo>
                  <a:lnTo>
                    <a:pt x="1788746" y="1952513"/>
                  </a:lnTo>
                  <a:lnTo>
                    <a:pt x="1789400" y="1952139"/>
                  </a:lnTo>
                  <a:lnTo>
                    <a:pt x="1788615" y="1950272"/>
                  </a:lnTo>
                  <a:lnTo>
                    <a:pt x="1785900" y="1949446"/>
                  </a:lnTo>
                  <a:lnTo>
                    <a:pt x="1784311" y="1949991"/>
                  </a:lnTo>
                  <a:lnTo>
                    <a:pt x="1782515" y="1951538"/>
                  </a:lnTo>
                  <a:lnTo>
                    <a:pt x="1783237" y="1952253"/>
                  </a:lnTo>
                  <a:lnTo>
                    <a:pt x="1781968" y="1951344"/>
                  </a:lnTo>
                  <a:lnTo>
                    <a:pt x="1776900" y="1945611"/>
                  </a:lnTo>
                  <a:lnTo>
                    <a:pt x="1771903" y="1943148"/>
                  </a:lnTo>
                  <a:lnTo>
                    <a:pt x="1758101" y="1939146"/>
                  </a:lnTo>
                  <a:lnTo>
                    <a:pt x="1745715" y="1934378"/>
                  </a:lnTo>
                  <a:lnTo>
                    <a:pt x="1701041" y="1918963"/>
                  </a:lnTo>
                  <a:lnTo>
                    <a:pt x="1694127" y="1917319"/>
                  </a:lnTo>
                  <a:lnTo>
                    <a:pt x="1652329" y="1901962"/>
                  </a:lnTo>
                  <a:lnTo>
                    <a:pt x="1650280" y="1897426"/>
                  </a:lnTo>
                  <a:lnTo>
                    <a:pt x="1647682" y="1894997"/>
                  </a:lnTo>
                  <a:lnTo>
                    <a:pt x="1638082" y="1888153"/>
                  </a:lnTo>
                  <a:lnTo>
                    <a:pt x="1635785" y="1885059"/>
                  </a:lnTo>
                  <a:lnTo>
                    <a:pt x="1631634" y="1882240"/>
                  </a:lnTo>
                  <a:lnTo>
                    <a:pt x="1604927" y="1871271"/>
                  </a:lnTo>
                  <a:lnTo>
                    <a:pt x="1606037" y="1868013"/>
                  </a:lnTo>
                  <a:lnTo>
                    <a:pt x="1603791" y="1864515"/>
                  </a:lnTo>
                  <a:lnTo>
                    <a:pt x="1598457" y="1860190"/>
                  </a:lnTo>
                  <a:lnTo>
                    <a:pt x="1590917" y="1858772"/>
                  </a:lnTo>
                  <a:lnTo>
                    <a:pt x="1582872" y="1854757"/>
                  </a:lnTo>
                  <a:lnTo>
                    <a:pt x="1582301" y="1850649"/>
                  </a:lnTo>
                  <a:lnTo>
                    <a:pt x="1580051" y="1846763"/>
                  </a:lnTo>
                  <a:lnTo>
                    <a:pt x="1574922" y="1842662"/>
                  </a:lnTo>
                  <a:lnTo>
                    <a:pt x="1574497" y="1842039"/>
                  </a:lnTo>
                  <a:lnTo>
                    <a:pt x="1571030" y="1839074"/>
                  </a:lnTo>
                  <a:lnTo>
                    <a:pt x="1568256" y="1833523"/>
                  </a:lnTo>
                  <a:lnTo>
                    <a:pt x="1564457" y="1829067"/>
                  </a:lnTo>
                  <a:lnTo>
                    <a:pt x="1546576" y="1819181"/>
                  </a:lnTo>
                  <a:lnTo>
                    <a:pt x="1539480" y="1816781"/>
                  </a:lnTo>
                  <a:lnTo>
                    <a:pt x="1534355" y="1816474"/>
                  </a:lnTo>
                  <a:lnTo>
                    <a:pt x="1530373" y="1817215"/>
                  </a:lnTo>
                  <a:lnTo>
                    <a:pt x="1526327" y="1822175"/>
                  </a:lnTo>
                  <a:lnTo>
                    <a:pt x="1521229" y="1825147"/>
                  </a:lnTo>
                  <a:lnTo>
                    <a:pt x="1520094" y="1825118"/>
                  </a:lnTo>
                  <a:lnTo>
                    <a:pt x="1506643" y="1818629"/>
                  </a:lnTo>
                  <a:lnTo>
                    <a:pt x="1472752" y="1809211"/>
                  </a:lnTo>
                  <a:lnTo>
                    <a:pt x="1463034" y="1808242"/>
                  </a:lnTo>
                  <a:lnTo>
                    <a:pt x="1457675" y="1806161"/>
                  </a:lnTo>
                  <a:lnTo>
                    <a:pt x="1451788" y="1804861"/>
                  </a:lnTo>
                  <a:lnTo>
                    <a:pt x="1424685" y="1792321"/>
                  </a:lnTo>
                  <a:lnTo>
                    <a:pt x="1420749" y="1791411"/>
                  </a:lnTo>
                  <a:lnTo>
                    <a:pt x="1414788" y="1791334"/>
                  </a:lnTo>
                  <a:lnTo>
                    <a:pt x="1403752" y="1786754"/>
                  </a:lnTo>
                  <a:lnTo>
                    <a:pt x="1399624" y="1786432"/>
                  </a:lnTo>
                  <a:lnTo>
                    <a:pt x="1389286" y="1782004"/>
                  </a:lnTo>
                  <a:lnTo>
                    <a:pt x="1385703" y="1781660"/>
                  </a:lnTo>
                  <a:lnTo>
                    <a:pt x="1373526" y="1775559"/>
                  </a:lnTo>
                  <a:lnTo>
                    <a:pt x="1369906" y="1772951"/>
                  </a:lnTo>
                  <a:lnTo>
                    <a:pt x="1367925" y="1768443"/>
                  </a:lnTo>
                  <a:lnTo>
                    <a:pt x="1367825" y="1765782"/>
                  </a:lnTo>
                  <a:lnTo>
                    <a:pt x="1366505" y="1762623"/>
                  </a:lnTo>
                  <a:lnTo>
                    <a:pt x="1361847" y="1753677"/>
                  </a:lnTo>
                  <a:lnTo>
                    <a:pt x="1355915" y="1747860"/>
                  </a:lnTo>
                  <a:lnTo>
                    <a:pt x="1352073" y="1744818"/>
                  </a:lnTo>
                  <a:lnTo>
                    <a:pt x="1348595" y="1743128"/>
                  </a:lnTo>
                  <a:lnTo>
                    <a:pt x="1350348" y="1739407"/>
                  </a:lnTo>
                  <a:lnTo>
                    <a:pt x="1348366" y="1735651"/>
                  </a:lnTo>
                  <a:lnTo>
                    <a:pt x="1344491" y="1732235"/>
                  </a:lnTo>
                  <a:lnTo>
                    <a:pt x="1337145" y="1724408"/>
                  </a:lnTo>
                  <a:lnTo>
                    <a:pt x="1320933" y="1713087"/>
                  </a:lnTo>
                  <a:lnTo>
                    <a:pt x="1318128" y="1710352"/>
                  </a:lnTo>
                  <a:lnTo>
                    <a:pt x="1301544" y="1700640"/>
                  </a:lnTo>
                  <a:lnTo>
                    <a:pt x="1283111" y="1692669"/>
                  </a:lnTo>
                  <a:lnTo>
                    <a:pt x="1278010" y="1691239"/>
                  </a:lnTo>
                  <a:lnTo>
                    <a:pt x="1279333" y="1687129"/>
                  </a:lnTo>
                  <a:lnTo>
                    <a:pt x="1280736" y="1686839"/>
                  </a:lnTo>
                  <a:lnTo>
                    <a:pt x="1280922" y="1685107"/>
                  </a:lnTo>
                  <a:lnTo>
                    <a:pt x="1279766" y="1682946"/>
                  </a:lnTo>
                  <a:lnTo>
                    <a:pt x="1275004" y="1679734"/>
                  </a:lnTo>
                  <a:lnTo>
                    <a:pt x="1272740" y="1679281"/>
                  </a:lnTo>
                  <a:lnTo>
                    <a:pt x="1266156" y="1681870"/>
                  </a:lnTo>
                  <a:lnTo>
                    <a:pt x="1260024" y="1678477"/>
                  </a:lnTo>
                  <a:lnTo>
                    <a:pt x="1247100" y="1675111"/>
                  </a:lnTo>
                  <a:lnTo>
                    <a:pt x="1237396" y="1671872"/>
                  </a:lnTo>
                  <a:lnTo>
                    <a:pt x="1237110" y="1672287"/>
                  </a:lnTo>
                  <a:lnTo>
                    <a:pt x="1235907" y="1671387"/>
                  </a:lnTo>
                  <a:lnTo>
                    <a:pt x="1238101" y="1668978"/>
                  </a:lnTo>
                  <a:lnTo>
                    <a:pt x="1236831" y="1666900"/>
                  </a:lnTo>
                  <a:lnTo>
                    <a:pt x="1233069" y="1665260"/>
                  </a:lnTo>
                  <a:lnTo>
                    <a:pt x="1228769" y="1665324"/>
                  </a:lnTo>
                  <a:lnTo>
                    <a:pt x="1227918" y="1664231"/>
                  </a:lnTo>
                  <a:lnTo>
                    <a:pt x="1223908" y="1664713"/>
                  </a:lnTo>
                  <a:lnTo>
                    <a:pt x="1224514" y="1661472"/>
                  </a:lnTo>
                  <a:lnTo>
                    <a:pt x="1226498" y="1659124"/>
                  </a:lnTo>
                  <a:lnTo>
                    <a:pt x="1225095" y="1656834"/>
                  </a:lnTo>
                  <a:lnTo>
                    <a:pt x="1221570" y="1656037"/>
                  </a:lnTo>
                  <a:lnTo>
                    <a:pt x="1216431" y="1658644"/>
                  </a:lnTo>
                  <a:lnTo>
                    <a:pt x="1207607" y="1653608"/>
                  </a:lnTo>
                  <a:lnTo>
                    <a:pt x="1200818" y="1646941"/>
                  </a:lnTo>
                  <a:lnTo>
                    <a:pt x="1200039" y="1645303"/>
                  </a:lnTo>
                  <a:lnTo>
                    <a:pt x="1200932" y="1643483"/>
                  </a:lnTo>
                  <a:lnTo>
                    <a:pt x="1199952" y="1640024"/>
                  </a:lnTo>
                  <a:lnTo>
                    <a:pt x="1196391" y="1635896"/>
                  </a:lnTo>
                  <a:lnTo>
                    <a:pt x="1193248" y="1625240"/>
                  </a:lnTo>
                  <a:lnTo>
                    <a:pt x="1191406" y="1622918"/>
                  </a:lnTo>
                  <a:lnTo>
                    <a:pt x="1186393" y="1620338"/>
                  </a:lnTo>
                  <a:lnTo>
                    <a:pt x="1178651" y="1614765"/>
                  </a:lnTo>
                  <a:lnTo>
                    <a:pt x="1174110" y="1610702"/>
                  </a:lnTo>
                  <a:lnTo>
                    <a:pt x="1173907" y="1608713"/>
                  </a:lnTo>
                  <a:lnTo>
                    <a:pt x="1167826" y="1601113"/>
                  </a:lnTo>
                  <a:lnTo>
                    <a:pt x="1165068" y="1595489"/>
                  </a:lnTo>
                  <a:lnTo>
                    <a:pt x="1157733" y="1586004"/>
                  </a:lnTo>
                  <a:lnTo>
                    <a:pt x="1147662" y="1570583"/>
                  </a:lnTo>
                  <a:lnTo>
                    <a:pt x="1143196" y="1560813"/>
                  </a:lnTo>
                  <a:lnTo>
                    <a:pt x="1143080" y="1552718"/>
                  </a:lnTo>
                  <a:lnTo>
                    <a:pt x="1143802" y="1550151"/>
                  </a:lnTo>
                  <a:lnTo>
                    <a:pt x="1142111" y="1544082"/>
                  </a:lnTo>
                  <a:lnTo>
                    <a:pt x="1130075" y="1531219"/>
                  </a:lnTo>
                  <a:lnTo>
                    <a:pt x="1128327" y="1527697"/>
                  </a:lnTo>
                  <a:lnTo>
                    <a:pt x="1127453" y="1522609"/>
                  </a:lnTo>
                  <a:lnTo>
                    <a:pt x="1136685" y="1515423"/>
                  </a:lnTo>
                  <a:lnTo>
                    <a:pt x="1146249" y="1513220"/>
                  </a:lnTo>
                  <a:lnTo>
                    <a:pt x="1155671" y="1513036"/>
                  </a:lnTo>
                  <a:lnTo>
                    <a:pt x="1160670" y="1511698"/>
                  </a:lnTo>
                  <a:lnTo>
                    <a:pt x="1164462" y="1512107"/>
                  </a:lnTo>
                  <a:lnTo>
                    <a:pt x="1169171" y="1511365"/>
                  </a:lnTo>
                  <a:lnTo>
                    <a:pt x="1176845" y="1506158"/>
                  </a:lnTo>
                  <a:lnTo>
                    <a:pt x="1179814" y="1499298"/>
                  </a:lnTo>
                  <a:lnTo>
                    <a:pt x="1179791" y="1496973"/>
                  </a:lnTo>
                  <a:lnTo>
                    <a:pt x="1178570" y="1494793"/>
                  </a:lnTo>
                  <a:lnTo>
                    <a:pt x="1174598" y="1492483"/>
                  </a:lnTo>
                  <a:lnTo>
                    <a:pt x="1173913" y="1492259"/>
                  </a:lnTo>
                  <a:lnTo>
                    <a:pt x="1170892" y="1485260"/>
                  </a:lnTo>
                  <a:lnTo>
                    <a:pt x="1167377" y="1481876"/>
                  </a:lnTo>
                  <a:lnTo>
                    <a:pt x="1165587" y="1481540"/>
                  </a:lnTo>
                  <a:lnTo>
                    <a:pt x="1162592" y="1484026"/>
                  </a:lnTo>
                  <a:lnTo>
                    <a:pt x="1160153" y="1484614"/>
                  </a:lnTo>
                  <a:lnTo>
                    <a:pt x="1148130" y="1480081"/>
                  </a:lnTo>
                  <a:lnTo>
                    <a:pt x="1159863" y="1465230"/>
                  </a:lnTo>
                  <a:lnTo>
                    <a:pt x="1161764" y="1461506"/>
                  </a:lnTo>
                  <a:lnTo>
                    <a:pt x="1167039" y="1458000"/>
                  </a:lnTo>
                  <a:lnTo>
                    <a:pt x="1168740" y="1455855"/>
                  </a:lnTo>
                  <a:lnTo>
                    <a:pt x="1171957" y="1449205"/>
                  </a:lnTo>
                  <a:lnTo>
                    <a:pt x="1176478" y="1450673"/>
                  </a:lnTo>
                  <a:lnTo>
                    <a:pt x="1179740" y="1447843"/>
                  </a:lnTo>
                  <a:lnTo>
                    <a:pt x="1181002" y="1445069"/>
                  </a:lnTo>
                  <a:lnTo>
                    <a:pt x="1181606" y="1440676"/>
                  </a:lnTo>
                  <a:lnTo>
                    <a:pt x="1181437" y="1433247"/>
                  </a:lnTo>
                  <a:lnTo>
                    <a:pt x="1183254" y="1429253"/>
                  </a:lnTo>
                  <a:lnTo>
                    <a:pt x="1182315" y="1419416"/>
                  </a:lnTo>
                  <a:lnTo>
                    <a:pt x="1180475" y="1412505"/>
                  </a:lnTo>
                  <a:lnTo>
                    <a:pt x="1181151" y="1410550"/>
                  </a:lnTo>
                  <a:lnTo>
                    <a:pt x="1186974" y="1400801"/>
                  </a:lnTo>
                  <a:lnTo>
                    <a:pt x="1186032" y="1395217"/>
                  </a:lnTo>
                  <a:lnTo>
                    <a:pt x="1182196" y="1391048"/>
                  </a:lnTo>
                  <a:lnTo>
                    <a:pt x="1181244" y="1390933"/>
                  </a:lnTo>
                  <a:lnTo>
                    <a:pt x="1179903" y="1392362"/>
                  </a:lnTo>
                  <a:lnTo>
                    <a:pt x="1178608" y="1392647"/>
                  </a:lnTo>
                  <a:lnTo>
                    <a:pt x="1162711" y="1381575"/>
                  </a:lnTo>
                  <a:lnTo>
                    <a:pt x="1159023" y="1377892"/>
                  </a:lnTo>
                  <a:lnTo>
                    <a:pt x="1152505" y="1362650"/>
                  </a:lnTo>
                  <a:lnTo>
                    <a:pt x="1142222" y="1343805"/>
                  </a:lnTo>
                  <a:lnTo>
                    <a:pt x="1137822" y="1334181"/>
                  </a:lnTo>
                  <a:lnTo>
                    <a:pt x="1136964" y="1328486"/>
                  </a:lnTo>
                  <a:lnTo>
                    <a:pt x="1138376" y="1310195"/>
                  </a:lnTo>
                  <a:lnTo>
                    <a:pt x="1136791" y="1298819"/>
                  </a:lnTo>
                  <a:lnTo>
                    <a:pt x="1133308" y="1285105"/>
                  </a:lnTo>
                  <a:lnTo>
                    <a:pt x="1126835" y="1269390"/>
                  </a:lnTo>
                  <a:lnTo>
                    <a:pt x="1126780" y="1267796"/>
                  </a:lnTo>
                  <a:lnTo>
                    <a:pt x="1124255" y="1262181"/>
                  </a:lnTo>
                  <a:lnTo>
                    <a:pt x="1119032" y="1253620"/>
                  </a:lnTo>
                  <a:lnTo>
                    <a:pt x="1110059" y="1243391"/>
                  </a:lnTo>
                  <a:lnTo>
                    <a:pt x="1101434" y="1235937"/>
                  </a:lnTo>
                  <a:lnTo>
                    <a:pt x="1098317" y="1233676"/>
                  </a:lnTo>
                  <a:lnTo>
                    <a:pt x="1085629" y="1217877"/>
                  </a:lnTo>
                  <a:lnTo>
                    <a:pt x="1073706" y="1204775"/>
                  </a:lnTo>
                  <a:lnTo>
                    <a:pt x="1059122" y="1190839"/>
                  </a:lnTo>
                  <a:lnTo>
                    <a:pt x="1057597" y="1190194"/>
                  </a:lnTo>
                  <a:lnTo>
                    <a:pt x="1051302" y="1180253"/>
                  </a:lnTo>
                  <a:lnTo>
                    <a:pt x="1049965" y="1173002"/>
                  </a:lnTo>
                  <a:lnTo>
                    <a:pt x="1044078" y="1164215"/>
                  </a:lnTo>
                  <a:lnTo>
                    <a:pt x="1035627" y="1155423"/>
                  </a:lnTo>
                  <a:lnTo>
                    <a:pt x="1034820" y="1153180"/>
                  </a:lnTo>
                  <a:lnTo>
                    <a:pt x="1028541" y="1145133"/>
                  </a:lnTo>
                  <a:lnTo>
                    <a:pt x="1017455" y="1134975"/>
                  </a:lnTo>
                  <a:lnTo>
                    <a:pt x="1017025" y="1129871"/>
                  </a:lnTo>
                  <a:lnTo>
                    <a:pt x="1012259" y="1123494"/>
                  </a:lnTo>
                  <a:lnTo>
                    <a:pt x="1012014" y="1121287"/>
                  </a:lnTo>
                  <a:lnTo>
                    <a:pt x="1010147" y="1118798"/>
                  </a:lnTo>
                  <a:lnTo>
                    <a:pt x="1008055" y="1116074"/>
                  </a:lnTo>
                  <a:lnTo>
                    <a:pt x="1006990" y="1110679"/>
                  </a:lnTo>
                  <a:lnTo>
                    <a:pt x="994523" y="1097033"/>
                  </a:lnTo>
                  <a:lnTo>
                    <a:pt x="983467" y="1086584"/>
                  </a:lnTo>
                  <a:lnTo>
                    <a:pt x="974972" y="1079586"/>
                  </a:lnTo>
                  <a:lnTo>
                    <a:pt x="970648" y="1075133"/>
                  </a:lnTo>
                  <a:lnTo>
                    <a:pt x="952798" y="1062300"/>
                  </a:lnTo>
                  <a:lnTo>
                    <a:pt x="951002" y="1059950"/>
                  </a:lnTo>
                  <a:lnTo>
                    <a:pt x="945466" y="1054861"/>
                  </a:lnTo>
                  <a:lnTo>
                    <a:pt x="926420" y="1040048"/>
                  </a:lnTo>
                  <a:lnTo>
                    <a:pt x="915437" y="1032384"/>
                  </a:lnTo>
                  <a:lnTo>
                    <a:pt x="908843" y="1028610"/>
                  </a:lnTo>
                  <a:lnTo>
                    <a:pt x="909301" y="1026748"/>
                  </a:lnTo>
                  <a:lnTo>
                    <a:pt x="908670" y="1026017"/>
                  </a:lnTo>
                  <a:lnTo>
                    <a:pt x="906585" y="1022339"/>
                  </a:lnTo>
                  <a:lnTo>
                    <a:pt x="894216" y="1013503"/>
                  </a:lnTo>
                  <a:lnTo>
                    <a:pt x="890184" y="1009668"/>
                  </a:lnTo>
                  <a:lnTo>
                    <a:pt x="888101" y="1005888"/>
                  </a:lnTo>
                  <a:lnTo>
                    <a:pt x="888142" y="1000640"/>
                  </a:lnTo>
                  <a:lnTo>
                    <a:pt x="883170" y="993691"/>
                  </a:lnTo>
                  <a:lnTo>
                    <a:pt x="881062" y="989912"/>
                  </a:lnTo>
                  <a:lnTo>
                    <a:pt x="877650" y="986027"/>
                  </a:lnTo>
                  <a:lnTo>
                    <a:pt x="867244" y="965259"/>
                  </a:lnTo>
                  <a:lnTo>
                    <a:pt x="862030" y="958917"/>
                  </a:lnTo>
                  <a:lnTo>
                    <a:pt x="855342" y="953636"/>
                  </a:lnTo>
                  <a:lnTo>
                    <a:pt x="855367" y="952720"/>
                  </a:lnTo>
                  <a:lnTo>
                    <a:pt x="856269" y="952095"/>
                  </a:lnTo>
                  <a:lnTo>
                    <a:pt x="854006" y="946707"/>
                  </a:lnTo>
                  <a:lnTo>
                    <a:pt x="851264" y="944505"/>
                  </a:lnTo>
                  <a:lnTo>
                    <a:pt x="850571" y="944487"/>
                  </a:lnTo>
                  <a:lnTo>
                    <a:pt x="844435" y="935872"/>
                  </a:lnTo>
                  <a:lnTo>
                    <a:pt x="834570" y="929695"/>
                  </a:lnTo>
                  <a:lnTo>
                    <a:pt x="820275" y="923496"/>
                  </a:lnTo>
                  <a:lnTo>
                    <a:pt x="807146" y="920211"/>
                  </a:lnTo>
                  <a:lnTo>
                    <a:pt x="795823" y="914173"/>
                  </a:lnTo>
                  <a:lnTo>
                    <a:pt x="783946" y="911387"/>
                  </a:lnTo>
                  <a:lnTo>
                    <a:pt x="782301" y="908466"/>
                  </a:lnTo>
                  <a:lnTo>
                    <a:pt x="781540" y="908358"/>
                  </a:lnTo>
                  <a:lnTo>
                    <a:pt x="777836" y="904213"/>
                  </a:lnTo>
                  <a:lnTo>
                    <a:pt x="777130" y="902356"/>
                  </a:lnTo>
                  <a:lnTo>
                    <a:pt x="773856" y="898183"/>
                  </a:lnTo>
                  <a:lnTo>
                    <a:pt x="769371" y="895962"/>
                  </a:lnTo>
                  <a:lnTo>
                    <a:pt x="766308" y="890804"/>
                  </a:lnTo>
                  <a:lnTo>
                    <a:pt x="763549" y="888396"/>
                  </a:lnTo>
                  <a:lnTo>
                    <a:pt x="760140" y="886755"/>
                  </a:lnTo>
                  <a:lnTo>
                    <a:pt x="752560" y="884985"/>
                  </a:lnTo>
                  <a:lnTo>
                    <a:pt x="744487" y="885572"/>
                  </a:lnTo>
                  <a:lnTo>
                    <a:pt x="744191" y="874490"/>
                  </a:lnTo>
                  <a:lnTo>
                    <a:pt x="741718" y="865462"/>
                  </a:lnTo>
                  <a:lnTo>
                    <a:pt x="743251" y="859021"/>
                  </a:lnTo>
                  <a:lnTo>
                    <a:pt x="743105" y="854966"/>
                  </a:lnTo>
                  <a:lnTo>
                    <a:pt x="741259" y="848523"/>
                  </a:lnTo>
                  <a:lnTo>
                    <a:pt x="742740" y="842559"/>
                  </a:lnTo>
                  <a:lnTo>
                    <a:pt x="746570" y="834656"/>
                  </a:lnTo>
                  <a:lnTo>
                    <a:pt x="750428" y="829830"/>
                  </a:lnTo>
                  <a:lnTo>
                    <a:pt x="757246" y="819000"/>
                  </a:lnTo>
                  <a:lnTo>
                    <a:pt x="759012" y="815062"/>
                  </a:lnTo>
                  <a:lnTo>
                    <a:pt x="759923" y="810465"/>
                  </a:lnTo>
                  <a:lnTo>
                    <a:pt x="764169" y="806277"/>
                  </a:lnTo>
                  <a:lnTo>
                    <a:pt x="763526" y="805321"/>
                  </a:lnTo>
                  <a:lnTo>
                    <a:pt x="764756" y="794379"/>
                  </a:lnTo>
                  <a:lnTo>
                    <a:pt x="764126" y="786103"/>
                  </a:lnTo>
                  <a:lnTo>
                    <a:pt x="762942" y="781776"/>
                  </a:lnTo>
                  <a:lnTo>
                    <a:pt x="759540" y="775948"/>
                  </a:lnTo>
                  <a:lnTo>
                    <a:pt x="754524" y="771570"/>
                  </a:lnTo>
                  <a:lnTo>
                    <a:pt x="752123" y="767220"/>
                  </a:lnTo>
                  <a:lnTo>
                    <a:pt x="750049" y="764844"/>
                  </a:lnTo>
                  <a:lnTo>
                    <a:pt x="746518" y="762634"/>
                  </a:lnTo>
                  <a:lnTo>
                    <a:pt x="747276" y="762576"/>
                  </a:lnTo>
                  <a:lnTo>
                    <a:pt x="746798" y="756946"/>
                  </a:lnTo>
                  <a:lnTo>
                    <a:pt x="743150" y="756940"/>
                  </a:lnTo>
                  <a:lnTo>
                    <a:pt x="738327" y="751738"/>
                  </a:lnTo>
                  <a:lnTo>
                    <a:pt x="737362" y="751599"/>
                  </a:lnTo>
                  <a:lnTo>
                    <a:pt x="734551" y="754972"/>
                  </a:lnTo>
                  <a:lnTo>
                    <a:pt x="734112" y="756458"/>
                  </a:lnTo>
                  <a:lnTo>
                    <a:pt x="736440" y="758186"/>
                  </a:lnTo>
                  <a:lnTo>
                    <a:pt x="738877" y="761462"/>
                  </a:lnTo>
                  <a:lnTo>
                    <a:pt x="734033" y="759886"/>
                  </a:lnTo>
                  <a:lnTo>
                    <a:pt x="726737" y="758629"/>
                  </a:lnTo>
                  <a:lnTo>
                    <a:pt x="723250" y="758933"/>
                  </a:lnTo>
                  <a:lnTo>
                    <a:pt x="722456" y="760788"/>
                  </a:lnTo>
                  <a:lnTo>
                    <a:pt x="721747" y="760995"/>
                  </a:lnTo>
                  <a:lnTo>
                    <a:pt x="711682" y="756645"/>
                  </a:lnTo>
                  <a:lnTo>
                    <a:pt x="706134" y="750821"/>
                  </a:lnTo>
                  <a:lnTo>
                    <a:pt x="703103" y="745780"/>
                  </a:lnTo>
                  <a:lnTo>
                    <a:pt x="700224" y="732133"/>
                  </a:lnTo>
                  <a:lnTo>
                    <a:pt x="698922" y="728321"/>
                  </a:lnTo>
                  <a:lnTo>
                    <a:pt x="694460" y="721464"/>
                  </a:lnTo>
                  <a:lnTo>
                    <a:pt x="694251" y="719967"/>
                  </a:lnTo>
                  <a:lnTo>
                    <a:pt x="695049" y="719464"/>
                  </a:lnTo>
                  <a:lnTo>
                    <a:pt x="694912" y="718428"/>
                  </a:lnTo>
                  <a:lnTo>
                    <a:pt x="693736" y="715601"/>
                  </a:lnTo>
                  <a:lnTo>
                    <a:pt x="691952" y="713596"/>
                  </a:lnTo>
                  <a:lnTo>
                    <a:pt x="686527" y="710715"/>
                  </a:lnTo>
                  <a:lnTo>
                    <a:pt x="684332" y="709912"/>
                  </a:lnTo>
                  <a:lnTo>
                    <a:pt x="683080" y="710265"/>
                  </a:lnTo>
                  <a:lnTo>
                    <a:pt x="679774" y="707498"/>
                  </a:lnTo>
                  <a:lnTo>
                    <a:pt x="666344" y="702979"/>
                  </a:lnTo>
                  <a:lnTo>
                    <a:pt x="656973" y="699877"/>
                  </a:lnTo>
                  <a:lnTo>
                    <a:pt x="653926" y="697255"/>
                  </a:lnTo>
                  <a:lnTo>
                    <a:pt x="644384" y="685698"/>
                  </a:lnTo>
                  <a:lnTo>
                    <a:pt x="639885" y="683335"/>
                  </a:lnTo>
                  <a:lnTo>
                    <a:pt x="634778" y="682062"/>
                  </a:lnTo>
                  <a:lnTo>
                    <a:pt x="635130" y="681370"/>
                  </a:lnTo>
                  <a:lnTo>
                    <a:pt x="636993" y="681398"/>
                  </a:lnTo>
                  <a:lnTo>
                    <a:pt x="641286" y="682454"/>
                  </a:lnTo>
                  <a:lnTo>
                    <a:pt x="643169" y="681614"/>
                  </a:lnTo>
                  <a:lnTo>
                    <a:pt x="639577" y="678577"/>
                  </a:lnTo>
                  <a:lnTo>
                    <a:pt x="640458" y="675906"/>
                  </a:lnTo>
                  <a:lnTo>
                    <a:pt x="640053" y="672706"/>
                  </a:lnTo>
                  <a:lnTo>
                    <a:pt x="631950" y="667926"/>
                  </a:lnTo>
                  <a:lnTo>
                    <a:pt x="631448" y="662447"/>
                  </a:lnTo>
                  <a:lnTo>
                    <a:pt x="628817" y="664028"/>
                  </a:lnTo>
                  <a:lnTo>
                    <a:pt x="629633" y="655143"/>
                  </a:lnTo>
                  <a:lnTo>
                    <a:pt x="626591" y="642319"/>
                  </a:lnTo>
                  <a:lnTo>
                    <a:pt x="629517" y="633172"/>
                  </a:lnTo>
                  <a:lnTo>
                    <a:pt x="628871" y="620005"/>
                  </a:lnTo>
                  <a:lnTo>
                    <a:pt x="632052" y="617562"/>
                  </a:lnTo>
                  <a:lnTo>
                    <a:pt x="638710" y="617311"/>
                  </a:lnTo>
                  <a:lnTo>
                    <a:pt x="639192" y="616744"/>
                  </a:lnTo>
                  <a:lnTo>
                    <a:pt x="635246" y="612878"/>
                  </a:lnTo>
                  <a:lnTo>
                    <a:pt x="631880" y="611285"/>
                  </a:lnTo>
                  <a:lnTo>
                    <a:pt x="624952" y="610255"/>
                  </a:lnTo>
                  <a:lnTo>
                    <a:pt x="617704" y="607606"/>
                  </a:lnTo>
                  <a:lnTo>
                    <a:pt x="610506" y="605901"/>
                  </a:lnTo>
                  <a:lnTo>
                    <a:pt x="609174" y="605344"/>
                  </a:lnTo>
                  <a:lnTo>
                    <a:pt x="607395" y="601483"/>
                  </a:lnTo>
                  <a:lnTo>
                    <a:pt x="600595" y="604985"/>
                  </a:lnTo>
                  <a:lnTo>
                    <a:pt x="598599" y="607703"/>
                  </a:lnTo>
                  <a:lnTo>
                    <a:pt x="598931" y="608305"/>
                  </a:lnTo>
                  <a:lnTo>
                    <a:pt x="602794" y="607403"/>
                  </a:lnTo>
                  <a:lnTo>
                    <a:pt x="604028" y="607780"/>
                  </a:lnTo>
                  <a:lnTo>
                    <a:pt x="600682" y="614365"/>
                  </a:lnTo>
                  <a:lnTo>
                    <a:pt x="596573" y="610194"/>
                  </a:lnTo>
                  <a:lnTo>
                    <a:pt x="594889" y="610677"/>
                  </a:lnTo>
                  <a:lnTo>
                    <a:pt x="592735" y="607708"/>
                  </a:lnTo>
                  <a:lnTo>
                    <a:pt x="592809" y="604066"/>
                  </a:lnTo>
                  <a:lnTo>
                    <a:pt x="590841" y="599935"/>
                  </a:lnTo>
                  <a:lnTo>
                    <a:pt x="586559" y="599207"/>
                  </a:lnTo>
                  <a:lnTo>
                    <a:pt x="583060" y="600656"/>
                  </a:lnTo>
                  <a:lnTo>
                    <a:pt x="579520" y="600648"/>
                  </a:lnTo>
                  <a:lnTo>
                    <a:pt x="578715" y="598852"/>
                  </a:lnTo>
                  <a:lnTo>
                    <a:pt x="576006" y="596517"/>
                  </a:lnTo>
                  <a:lnTo>
                    <a:pt x="571122" y="594731"/>
                  </a:lnTo>
                  <a:lnTo>
                    <a:pt x="569731" y="591183"/>
                  </a:lnTo>
                  <a:lnTo>
                    <a:pt x="563429" y="586138"/>
                  </a:lnTo>
                  <a:lnTo>
                    <a:pt x="557400" y="574957"/>
                  </a:lnTo>
                  <a:lnTo>
                    <a:pt x="555883" y="570286"/>
                  </a:lnTo>
                  <a:lnTo>
                    <a:pt x="552295" y="566209"/>
                  </a:lnTo>
                  <a:lnTo>
                    <a:pt x="550380" y="562608"/>
                  </a:lnTo>
                  <a:lnTo>
                    <a:pt x="550761" y="561698"/>
                  </a:lnTo>
                  <a:lnTo>
                    <a:pt x="550016" y="559617"/>
                  </a:lnTo>
                  <a:lnTo>
                    <a:pt x="546279" y="557003"/>
                  </a:lnTo>
                  <a:lnTo>
                    <a:pt x="543676" y="554171"/>
                  </a:lnTo>
                  <a:lnTo>
                    <a:pt x="543937" y="549091"/>
                  </a:lnTo>
                  <a:lnTo>
                    <a:pt x="541550" y="546179"/>
                  </a:lnTo>
                  <a:lnTo>
                    <a:pt x="536877" y="543532"/>
                  </a:lnTo>
                  <a:lnTo>
                    <a:pt x="531328" y="541488"/>
                  </a:lnTo>
                  <a:lnTo>
                    <a:pt x="524964" y="537660"/>
                  </a:lnTo>
                  <a:lnTo>
                    <a:pt x="518168" y="535595"/>
                  </a:lnTo>
                  <a:lnTo>
                    <a:pt x="517878" y="531067"/>
                  </a:lnTo>
                  <a:lnTo>
                    <a:pt x="515836" y="527668"/>
                  </a:lnTo>
                  <a:lnTo>
                    <a:pt x="512617" y="517241"/>
                  </a:lnTo>
                  <a:lnTo>
                    <a:pt x="499375" y="504910"/>
                  </a:lnTo>
                  <a:lnTo>
                    <a:pt x="495542" y="498292"/>
                  </a:lnTo>
                  <a:lnTo>
                    <a:pt x="495945" y="497435"/>
                  </a:lnTo>
                  <a:lnTo>
                    <a:pt x="500836" y="494883"/>
                  </a:lnTo>
                  <a:lnTo>
                    <a:pt x="502541" y="499847"/>
                  </a:lnTo>
                  <a:lnTo>
                    <a:pt x="503010" y="500218"/>
                  </a:lnTo>
                  <a:lnTo>
                    <a:pt x="505098" y="498719"/>
                  </a:lnTo>
                  <a:lnTo>
                    <a:pt x="505646" y="494864"/>
                  </a:lnTo>
                  <a:lnTo>
                    <a:pt x="502550" y="490494"/>
                  </a:lnTo>
                  <a:lnTo>
                    <a:pt x="500401" y="491571"/>
                  </a:lnTo>
                  <a:lnTo>
                    <a:pt x="498286" y="491436"/>
                  </a:lnTo>
                  <a:lnTo>
                    <a:pt x="494022" y="487832"/>
                  </a:lnTo>
                  <a:lnTo>
                    <a:pt x="488151" y="485376"/>
                  </a:lnTo>
                  <a:lnTo>
                    <a:pt x="486282" y="480995"/>
                  </a:lnTo>
                  <a:lnTo>
                    <a:pt x="481103" y="473360"/>
                  </a:lnTo>
                  <a:lnTo>
                    <a:pt x="473940" y="471360"/>
                  </a:lnTo>
                  <a:lnTo>
                    <a:pt x="473779" y="470896"/>
                  </a:lnTo>
                  <a:lnTo>
                    <a:pt x="476306" y="469039"/>
                  </a:lnTo>
                  <a:lnTo>
                    <a:pt x="473311" y="458361"/>
                  </a:lnTo>
                  <a:lnTo>
                    <a:pt x="475816" y="453950"/>
                  </a:lnTo>
                  <a:lnTo>
                    <a:pt x="471224" y="442369"/>
                  </a:lnTo>
                  <a:lnTo>
                    <a:pt x="472333" y="437912"/>
                  </a:lnTo>
                  <a:lnTo>
                    <a:pt x="471883" y="434589"/>
                  </a:lnTo>
                  <a:lnTo>
                    <a:pt x="469595" y="429236"/>
                  </a:lnTo>
                  <a:lnTo>
                    <a:pt x="466482" y="427293"/>
                  </a:lnTo>
                  <a:lnTo>
                    <a:pt x="462480" y="427367"/>
                  </a:lnTo>
                  <a:lnTo>
                    <a:pt x="459188" y="428313"/>
                  </a:lnTo>
                  <a:lnTo>
                    <a:pt x="453703" y="426181"/>
                  </a:lnTo>
                  <a:lnTo>
                    <a:pt x="452156" y="424564"/>
                  </a:lnTo>
                  <a:lnTo>
                    <a:pt x="451262" y="420794"/>
                  </a:lnTo>
                  <a:lnTo>
                    <a:pt x="455947" y="412420"/>
                  </a:lnTo>
                  <a:lnTo>
                    <a:pt x="456469" y="407901"/>
                  </a:lnTo>
                  <a:lnTo>
                    <a:pt x="455524" y="406142"/>
                  </a:lnTo>
                  <a:lnTo>
                    <a:pt x="453235" y="405255"/>
                  </a:lnTo>
                  <a:lnTo>
                    <a:pt x="451735" y="403664"/>
                  </a:lnTo>
                  <a:lnTo>
                    <a:pt x="451971" y="400431"/>
                  </a:lnTo>
                  <a:lnTo>
                    <a:pt x="451313" y="398771"/>
                  </a:lnTo>
                  <a:lnTo>
                    <a:pt x="444383" y="389748"/>
                  </a:lnTo>
                  <a:lnTo>
                    <a:pt x="441213" y="382436"/>
                  </a:lnTo>
                  <a:lnTo>
                    <a:pt x="437611" y="379553"/>
                  </a:lnTo>
                  <a:lnTo>
                    <a:pt x="435486" y="371252"/>
                  </a:lnTo>
                  <a:lnTo>
                    <a:pt x="431271" y="364324"/>
                  </a:lnTo>
                  <a:lnTo>
                    <a:pt x="431611" y="360994"/>
                  </a:lnTo>
                  <a:lnTo>
                    <a:pt x="430359" y="357454"/>
                  </a:lnTo>
                  <a:lnTo>
                    <a:pt x="428549" y="355736"/>
                  </a:lnTo>
                  <a:lnTo>
                    <a:pt x="426128" y="354805"/>
                  </a:lnTo>
                  <a:lnTo>
                    <a:pt x="423685" y="355546"/>
                  </a:lnTo>
                  <a:lnTo>
                    <a:pt x="422189" y="354220"/>
                  </a:lnTo>
                  <a:lnTo>
                    <a:pt x="424297" y="343864"/>
                  </a:lnTo>
                  <a:lnTo>
                    <a:pt x="423432" y="339534"/>
                  </a:lnTo>
                  <a:lnTo>
                    <a:pt x="421936" y="336521"/>
                  </a:lnTo>
                  <a:lnTo>
                    <a:pt x="423246" y="329652"/>
                  </a:lnTo>
                  <a:lnTo>
                    <a:pt x="423598" y="321438"/>
                  </a:lnTo>
                  <a:lnTo>
                    <a:pt x="422080" y="317060"/>
                  </a:lnTo>
                  <a:lnTo>
                    <a:pt x="418916" y="312701"/>
                  </a:lnTo>
                  <a:lnTo>
                    <a:pt x="416110" y="310847"/>
                  </a:lnTo>
                  <a:lnTo>
                    <a:pt x="415239" y="306463"/>
                  </a:lnTo>
                  <a:lnTo>
                    <a:pt x="415375" y="297775"/>
                  </a:lnTo>
                  <a:lnTo>
                    <a:pt x="414237" y="293221"/>
                  </a:lnTo>
                  <a:lnTo>
                    <a:pt x="411412" y="287886"/>
                  </a:lnTo>
                  <a:lnTo>
                    <a:pt x="401756" y="276331"/>
                  </a:lnTo>
                  <a:lnTo>
                    <a:pt x="393747" y="258924"/>
                  </a:lnTo>
                  <a:lnTo>
                    <a:pt x="392718" y="250611"/>
                  </a:lnTo>
                  <a:lnTo>
                    <a:pt x="390882" y="243765"/>
                  </a:lnTo>
                  <a:lnTo>
                    <a:pt x="392480" y="240946"/>
                  </a:lnTo>
                  <a:lnTo>
                    <a:pt x="394038" y="235601"/>
                  </a:lnTo>
                  <a:lnTo>
                    <a:pt x="395305" y="227346"/>
                  </a:lnTo>
                  <a:lnTo>
                    <a:pt x="395362" y="223177"/>
                  </a:lnTo>
                  <a:lnTo>
                    <a:pt x="393050" y="214218"/>
                  </a:lnTo>
                  <a:lnTo>
                    <a:pt x="393908" y="213587"/>
                  </a:lnTo>
                  <a:lnTo>
                    <a:pt x="393780" y="216299"/>
                  </a:lnTo>
                  <a:lnTo>
                    <a:pt x="396217" y="222126"/>
                  </a:lnTo>
                  <a:lnTo>
                    <a:pt x="399652" y="217796"/>
                  </a:lnTo>
                  <a:lnTo>
                    <a:pt x="400330" y="213163"/>
                  </a:lnTo>
                  <a:lnTo>
                    <a:pt x="398841" y="205237"/>
                  </a:lnTo>
                  <a:lnTo>
                    <a:pt x="396226" y="197519"/>
                  </a:lnTo>
                  <a:lnTo>
                    <a:pt x="395608" y="197233"/>
                  </a:lnTo>
                  <a:lnTo>
                    <a:pt x="395110" y="198390"/>
                  </a:lnTo>
                  <a:lnTo>
                    <a:pt x="388332" y="194116"/>
                  </a:lnTo>
                  <a:lnTo>
                    <a:pt x="371526" y="187646"/>
                  </a:lnTo>
                  <a:lnTo>
                    <a:pt x="353249" y="182505"/>
                  </a:lnTo>
                  <a:lnTo>
                    <a:pt x="351253" y="179722"/>
                  </a:lnTo>
                  <a:lnTo>
                    <a:pt x="344547" y="177946"/>
                  </a:lnTo>
                  <a:lnTo>
                    <a:pt x="342714" y="175960"/>
                  </a:lnTo>
                  <a:lnTo>
                    <a:pt x="345965" y="176210"/>
                  </a:lnTo>
                  <a:lnTo>
                    <a:pt x="346487" y="173749"/>
                  </a:lnTo>
                  <a:lnTo>
                    <a:pt x="344352" y="159467"/>
                  </a:lnTo>
                  <a:lnTo>
                    <a:pt x="340639" y="155102"/>
                  </a:lnTo>
                  <a:lnTo>
                    <a:pt x="319274" y="142245"/>
                  </a:lnTo>
                  <a:lnTo>
                    <a:pt x="317536" y="142386"/>
                  </a:lnTo>
                  <a:lnTo>
                    <a:pt x="316886" y="143078"/>
                  </a:lnTo>
                  <a:lnTo>
                    <a:pt x="313968" y="141418"/>
                  </a:lnTo>
                  <a:lnTo>
                    <a:pt x="312529" y="139085"/>
                  </a:lnTo>
                  <a:lnTo>
                    <a:pt x="311127" y="138600"/>
                  </a:lnTo>
                  <a:lnTo>
                    <a:pt x="311183" y="143736"/>
                  </a:lnTo>
                  <a:lnTo>
                    <a:pt x="312511" y="145524"/>
                  </a:lnTo>
                  <a:lnTo>
                    <a:pt x="312279" y="147242"/>
                  </a:lnTo>
                  <a:lnTo>
                    <a:pt x="309422" y="150698"/>
                  </a:lnTo>
                  <a:lnTo>
                    <a:pt x="307321" y="151261"/>
                  </a:lnTo>
                  <a:lnTo>
                    <a:pt x="305966" y="150417"/>
                  </a:lnTo>
                  <a:lnTo>
                    <a:pt x="304895" y="154908"/>
                  </a:lnTo>
                  <a:lnTo>
                    <a:pt x="293626" y="153943"/>
                  </a:lnTo>
                  <a:lnTo>
                    <a:pt x="290005" y="152821"/>
                  </a:lnTo>
                  <a:lnTo>
                    <a:pt x="279483" y="146392"/>
                  </a:lnTo>
                  <a:lnTo>
                    <a:pt x="277783" y="144952"/>
                  </a:lnTo>
                  <a:lnTo>
                    <a:pt x="274594" y="139678"/>
                  </a:lnTo>
                  <a:lnTo>
                    <a:pt x="258379" y="128542"/>
                  </a:lnTo>
                  <a:lnTo>
                    <a:pt x="253329" y="121080"/>
                  </a:lnTo>
                  <a:lnTo>
                    <a:pt x="250561" y="118823"/>
                  </a:lnTo>
                  <a:lnTo>
                    <a:pt x="246943" y="117215"/>
                  </a:lnTo>
                  <a:lnTo>
                    <a:pt x="239415" y="116522"/>
                  </a:lnTo>
                  <a:lnTo>
                    <a:pt x="236504" y="114581"/>
                  </a:lnTo>
                  <a:lnTo>
                    <a:pt x="234763" y="111023"/>
                  </a:lnTo>
                  <a:lnTo>
                    <a:pt x="233105" y="109303"/>
                  </a:lnTo>
                  <a:lnTo>
                    <a:pt x="230409" y="108478"/>
                  </a:lnTo>
                  <a:lnTo>
                    <a:pt x="228314" y="109066"/>
                  </a:lnTo>
                  <a:lnTo>
                    <a:pt x="225917" y="118504"/>
                  </a:lnTo>
                  <a:lnTo>
                    <a:pt x="226302" y="121577"/>
                  </a:lnTo>
                  <a:lnTo>
                    <a:pt x="228361" y="125937"/>
                  </a:lnTo>
                  <a:lnTo>
                    <a:pt x="228768" y="130750"/>
                  </a:lnTo>
                  <a:lnTo>
                    <a:pt x="226887" y="133793"/>
                  </a:lnTo>
                  <a:lnTo>
                    <a:pt x="225699" y="133908"/>
                  </a:lnTo>
                  <a:lnTo>
                    <a:pt x="223983" y="132482"/>
                  </a:lnTo>
                  <a:lnTo>
                    <a:pt x="223203" y="132673"/>
                  </a:lnTo>
                  <a:lnTo>
                    <a:pt x="220878" y="137404"/>
                  </a:lnTo>
                  <a:lnTo>
                    <a:pt x="219154" y="143509"/>
                  </a:lnTo>
                  <a:lnTo>
                    <a:pt x="219723" y="150499"/>
                  </a:lnTo>
                  <a:lnTo>
                    <a:pt x="218806" y="155368"/>
                  </a:lnTo>
                  <a:lnTo>
                    <a:pt x="217751" y="155969"/>
                  </a:lnTo>
                  <a:lnTo>
                    <a:pt x="216984" y="158297"/>
                  </a:lnTo>
                  <a:lnTo>
                    <a:pt x="218575" y="159741"/>
                  </a:lnTo>
                  <a:lnTo>
                    <a:pt x="215850" y="165420"/>
                  </a:lnTo>
                  <a:lnTo>
                    <a:pt x="214109" y="172112"/>
                  </a:lnTo>
                  <a:lnTo>
                    <a:pt x="213777" y="174437"/>
                  </a:lnTo>
                  <a:lnTo>
                    <a:pt x="214547" y="176712"/>
                  </a:lnTo>
                  <a:lnTo>
                    <a:pt x="212598" y="188938"/>
                  </a:lnTo>
                  <a:lnTo>
                    <a:pt x="212897" y="191987"/>
                  </a:lnTo>
                  <a:lnTo>
                    <a:pt x="214250" y="195339"/>
                  </a:lnTo>
                  <a:lnTo>
                    <a:pt x="218196" y="201917"/>
                  </a:lnTo>
                  <a:lnTo>
                    <a:pt x="216740" y="205839"/>
                  </a:lnTo>
                  <a:lnTo>
                    <a:pt x="217165" y="207294"/>
                  </a:lnTo>
                  <a:lnTo>
                    <a:pt x="219826" y="209984"/>
                  </a:lnTo>
                  <a:lnTo>
                    <a:pt x="227819" y="215130"/>
                  </a:lnTo>
                  <a:lnTo>
                    <a:pt x="228521" y="218663"/>
                  </a:lnTo>
                  <a:lnTo>
                    <a:pt x="227722" y="246392"/>
                  </a:lnTo>
                  <a:lnTo>
                    <a:pt x="226820" y="251759"/>
                  </a:lnTo>
                  <a:lnTo>
                    <a:pt x="228495" y="257136"/>
                  </a:lnTo>
                  <a:lnTo>
                    <a:pt x="230777" y="261134"/>
                  </a:lnTo>
                  <a:lnTo>
                    <a:pt x="232281" y="269562"/>
                  </a:lnTo>
                  <a:lnTo>
                    <a:pt x="231063" y="273609"/>
                  </a:lnTo>
                  <a:lnTo>
                    <a:pt x="231595" y="277582"/>
                  </a:lnTo>
                  <a:lnTo>
                    <a:pt x="229803" y="282725"/>
                  </a:lnTo>
                  <a:lnTo>
                    <a:pt x="228740" y="290828"/>
                  </a:lnTo>
                  <a:lnTo>
                    <a:pt x="228974" y="296785"/>
                  </a:lnTo>
                  <a:lnTo>
                    <a:pt x="225307" y="303805"/>
                  </a:lnTo>
                  <a:lnTo>
                    <a:pt x="228195" y="312663"/>
                  </a:lnTo>
                  <a:lnTo>
                    <a:pt x="231263" y="315584"/>
                  </a:lnTo>
                  <a:lnTo>
                    <a:pt x="232835" y="319756"/>
                  </a:lnTo>
                  <a:lnTo>
                    <a:pt x="233170" y="324382"/>
                  </a:lnTo>
                  <a:lnTo>
                    <a:pt x="236667" y="332248"/>
                  </a:lnTo>
                  <a:lnTo>
                    <a:pt x="241501" y="335254"/>
                  </a:lnTo>
                  <a:lnTo>
                    <a:pt x="242857" y="339608"/>
                  </a:lnTo>
                  <a:lnTo>
                    <a:pt x="246397" y="340266"/>
                  </a:lnTo>
                  <a:lnTo>
                    <a:pt x="248637" y="342856"/>
                  </a:lnTo>
                  <a:lnTo>
                    <a:pt x="248909" y="344372"/>
                  </a:lnTo>
                  <a:lnTo>
                    <a:pt x="248103" y="346885"/>
                  </a:lnTo>
                  <a:lnTo>
                    <a:pt x="248619" y="352362"/>
                  </a:lnTo>
                  <a:lnTo>
                    <a:pt x="250106" y="356445"/>
                  </a:lnTo>
                  <a:lnTo>
                    <a:pt x="255755" y="361252"/>
                  </a:lnTo>
                  <a:lnTo>
                    <a:pt x="259348" y="361577"/>
                  </a:lnTo>
                  <a:lnTo>
                    <a:pt x="260968" y="359659"/>
                  </a:lnTo>
                  <a:lnTo>
                    <a:pt x="259937" y="359934"/>
                  </a:lnTo>
                  <a:lnTo>
                    <a:pt x="259896" y="358878"/>
                  </a:lnTo>
                  <a:lnTo>
                    <a:pt x="261283" y="358173"/>
                  </a:lnTo>
                  <a:lnTo>
                    <a:pt x="264650" y="359569"/>
                  </a:lnTo>
                  <a:lnTo>
                    <a:pt x="267903" y="362092"/>
                  </a:lnTo>
                  <a:lnTo>
                    <a:pt x="272983" y="368929"/>
                  </a:lnTo>
                  <a:lnTo>
                    <a:pt x="282661" y="378762"/>
                  </a:lnTo>
                  <a:lnTo>
                    <a:pt x="283767" y="381154"/>
                  </a:lnTo>
                  <a:lnTo>
                    <a:pt x="290901" y="386622"/>
                  </a:lnTo>
                  <a:lnTo>
                    <a:pt x="298260" y="395810"/>
                  </a:lnTo>
                  <a:lnTo>
                    <a:pt x="304340" y="399833"/>
                  </a:lnTo>
                  <a:lnTo>
                    <a:pt x="307211" y="403598"/>
                  </a:lnTo>
                  <a:lnTo>
                    <a:pt x="310528" y="405847"/>
                  </a:lnTo>
                  <a:lnTo>
                    <a:pt x="315241" y="411874"/>
                  </a:lnTo>
                  <a:lnTo>
                    <a:pt x="317770" y="416664"/>
                  </a:lnTo>
                  <a:lnTo>
                    <a:pt x="323363" y="422028"/>
                  </a:lnTo>
                  <a:lnTo>
                    <a:pt x="324348" y="425744"/>
                  </a:lnTo>
                  <a:lnTo>
                    <a:pt x="321173" y="428973"/>
                  </a:lnTo>
                  <a:lnTo>
                    <a:pt x="320680" y="430719"/>
                  </a:lnTo>
                  <a:lnTo>
                    <a:pt x="322866" y="435355"/>
                  </a:lnTo>
                  <a:lnTo>
                    <a:pt x="329032" y="443662"/>
                  </a:lnTo>
                  <a:lnTo>
                    <a:pt x="331334" y="449415"/>
                  </a:lnTo>
                  <a:lnTo>
                    <a:pt x="331487" y="452316"/>
                  </a:lnTo>
                  <a:lnTo>
                    <a:pt x="328654" y="456551"/>
                  </a:lnTo>
                  <a:lnTo>
                    <a:pt x="328496" y="462841"/>
                  </a:lnTo>
                  <a:lnTo>
                    <a:pt x="331259" y="469498"/>
                  </a:lnTo>
                  <a:lnTo>
                    <a:pt x="333594" y="470129"/>
                  </a:lnTo>
                  <a:lnTo>
                    <a:pt x="336154" y="469740"/>
                  </a:lnTo>
                  <a:lnTo>
                    <a:pt x="337184" y="467438"/>
                  </a:lnTo>
                  <a:lnTo>
                    <a:pt x="335670" y="465441"/>
                  </a:lnTo>
                  <a:lnTo>
                    <a:pt x="337042" y="463384"/>
                  </a:lnTo>
                  <a:lnTo>
                    <a:pt x="340997" y="462753"/>
                  </a:lnTo>
                  <a:lnTo>
                    <a:pt x="345745" y="466339"/>
                  </a:lnTo>
                  <a:lnTo>
                    <a:pt x="347286" y="474595"/>
                  </a:lnTo>
                  <a:lnTo>
                    <a:pt x="347015" y="477461"/>
                  </a:lnTo>
                  <a:lnTo>
                    <a:pt x="348483" y="481370"/>
                  </a:lnTo>
                  <a:lnTo>
                    <a:pt x="352856" y="481964"/>
                  </a:lnTo>
                  <a:lnTo>
                    <a:pt x="358680" y="477954"/>
                  </a:lnTo>
                  <a:lnTo>
                    <a:pt x="362630" y="480151"/>
                  </a:lnTo>
                  <a:lnTo>
                    <a:pt x="364876" y="484215"/>
                  </a:lnTo>
                  <a:lnTo>
                    <a:pt x="364654" y="489805"/>
                  </a:lnTo>
                  <a:lnTo>
                    <a:pt x="367593" y="500299"/>
                  </a:lnTo>
                  <a:lnTo>
                    <a:pt x="370490" y="503851"/>
                  </a:lnTo>
                  <a:lnTo>
                    <a:pt x="370028" y="507923"/>
                  </a:lnTo>
                  <a:lnTo>
                    <a:pt x="371943" y="519168"/>
                  </a:lnTo>
                  <a:lnTo>
                    <a:pt x="380806" y="525591"/>
                  </a:lnTo>
                  <a:lnTo>
                    <a:pt x="385469" y="526026"/>
                  </a:lnTo>
                  <a:lnTo>
                    <a:pt x="392781" y="524399"/>
                  </a:lnTo>
                  <a:lnTo>
                    <a:pt x="395063" y="527370"/>
                  </a:lnTo>
                  <a:lnTo>
                    <a:pt x="397107" y="528892"/>
                  </a:lnTo>
                  <a:lnTo>
                    <a:pt x="398450" y="528983"/>
                  </a:lnTo>
                  <a:lnTo>
                    <a:pt x="397595" y="535896"/>
                  </a:lnTo>
                  <a:lnTo>
                    <a:pt x="394165" y="544357"/>
                  </a:lnTo>
                  <a:lnTo>
                    <a:pt x="394181" y="547555"/>
                  </a:lnTo>
                  <a:lnTo>
                    <a:pt x="402190" y="559072"/>
                  </a:lnTo>
                  <a:lnTo>
                    <a:pt x="399345" y="565296"/>
                  </a:lnTo>
                  <a:lnTo>
                    <a:pt x="399090" y="567755"/>
                  </a:lnTo>
                  <a:lnTo>
                    <a:pt x="401142" y="573779"/>
                  </a:lnTo>
                  <a:lnTo>
                    <a:pt x="399776" y="575523"/>
                  </a:lnTo>
                  <a:lnTo>
                    <a:pt x="399115" y="578446"/>
                  </a:lnTo>
                  <a:lnTo>
                    <a:pt x="400406" y="581046"/>
                  </a:lnTo>
                  <a:lnTo>
                    <a:pt x="403075" y="582041"/>
                  </a:lnTo>
                  <a:lnTo>
                    <a:pt x="403679" y="585969"/>
                  </a:lnTo>
                  <a:lnTo>
                    <a:pt x="401130" y="598266"/>
                  </a:lnTo>
                  <a:lnTo>
                    <a:pt x="402217" y="600187"/>
                  </a:lnTo>
                  <a:lnTo>
                    <a:pt x="406089" y="603915"/>
                  </a:lnTo>
                  <a:lnTo>
                    <a:pt x="406993" y="610490"/>
                  </a:lnTo>
                  <a:lnTo>
                    <a:pt x="409982" y="615856"/>
                  </a:lnTo>
                  <a:lnTo>
                    <a:pt x="411434" y="617410"/>
                  </a:lnTo>
                  <a:lnTo>
                    <a:pt x="413410" y="617579"/>
                  </a:lnTo>
                  <a:lnTo>
                    <a:pt x="417887" y="624951"/>
                  </a:lnTo>
                  <a:lnTo>
                    <a:pt x="420167" y="626080"/>
                  </a:lnTo>
                  <a:lnTo>
                    <a:pt x="421501" y="625865"/>
                  </a:lnTo>
                  <a:lnTo>
                    <a:pt x="429058" y="629288"/>
                  </a:lnTo>
                  <a:lnTo>
                    <a:pt x="437747" y="634623"/>
                  </a:lnTo>
                  <a:lnTo>
                    <a:pt x="441943" y="638415"/>
                  </a:lnTo>
                  <a:lnTo>
                    <a:pt x="445285" y="645109"/>
                  </a:lnTo>
                  <a:lnTo>
                    <a:pt x="445367" y="653443"/>
                  </a:lnTo>
                  <a:lnTo>
                    <a:pt x="446654" y="658917"/>
                  </a:lnTo>
                  <a:lnTo>
                    <a:pt x="449904" y="663789"/>
                  </a:lnTo>
                  <a:lnTo>
                    <a:pt x="452623" y="666291"/>
                  </a:lnTo>
                  <a:lnTo>
                    <a:pt x="455048" y="673445"/>
                  </a:lnTo>
                  <a:lnTo>
                    <a:pt x="456488" y="675502"/>
                  </a:lnTo>
                  <a:lnTo>
                    <a:pt x="454482" y="679634"/>
                  </a:lnTo>
                  <a:lnTo>
                    <a:pt x="454608" y="680945"/>
                  </a:lnTo>
                  <a:lnTo>
                    <a:pt x="466277" y="690282"/>
                  </a:lnTo>
                  <a:lnTo>
                    <a:pt x="474619" y="692450"/>
                  </a:lnTo>
                  <a:lnTo>
                    <a:pt x="480549" y="695839"/>
                  </a:lnTo>
                  <a:lnTo>
                    <a:pt x="481753" y="697825"/>
                  </a:lnTo>
                  <a:lnTo>
                    <a:pt x="481622" y="698840"/>
                  </a:lnTo>
                  <a:lnTo>
                    <a:pt x="480517" y="699436"/>
                  </a:lnTo>
                  <a:lnTo>
                    <a:pt x="478919" y="698931"/>
                  </a:lnTo>
                  <a:lnTo>
                    <a:pt x="475131" y="702857"/>
                  </a:lnTo>
                  <a:lnTo>
                    <a:pt x="474031" y="706245"/>
                  </a:lnTo>
                  <a:lnTo>
                    <a:pt x="473789" y="709897"/>
                  </a:lnTo>
                  <a:lnTo>
                    <a:pt x="474387" y="711824"/>
                  </a:lnTo>
                  <a:lnTo>
                    <a:pt x="479367" y="717574"/>
                  </a:lnTo>
                  <a:lnTo>
                    <a:pt x="479255" y="719071"/>
                  </a:lnTo>
                  <a:lnTo>
                    <a:pt x="480073" y="720197"/>
                  </a:lnTo>
                  <a:lnTo>
                    <a:pt x="485495" y="726272"/>
                  </a:lnTo>
                  <a:lnTo>
                    <a:pt x="487674" y="727826"/>
                  </a:lnTo>
                  <a:lnTo>
                    <a:pt x="488506" y="733507"/>
                  </a:lnTo>
                  <a:lnTo>
                    <a:pt x="485171" y="735769"/>
                  </a:lnTo>
                  <a:lnTo>
                    <a:pt x="482923" y="740815"/>
                  </a:lnTo>
                  <a:lnTo>
                    <a:pt x="488651" y="746851"/>
                  </a:lnTo>
                  <a:lnTo>
                    <a:pt x="497046" y="761578"/>
                  </a:lnTo>
                  <a:lnTo>
                    <a:pt x="502687" y="762143"/>
                  </a:lnTo>
                  <a:lnTo>
                    <a:pt x="506174" y="759057"/>
                  </a:lnTo>
                  <a:lnTo>
                    <a:pt x="506392" y="757217"/>
                  </a:lnTo>
                  <a:lnTo>
                    <a:pt x="500287" y="749970"/>
                  </a:lnTo>
                  <a:lnTo>
                    <a:pt x="494707" y="745081"/>
                  </a:lnTo>
                  <a:lnTo>
                    <a:pt x="493639" y="742031"/>
                  </a:lnTo>
                  <a:lnTo>
                    <a:pt x="492338" y="730768"/>
                  </a:lnTo>
                  <a:lnTo>
                    <a:pt x="490307" y="722843"/>
                  </a:lnTo>
                  <a:lnTo>
                    <a:pt x="490401" y="722271"/>
                  </a:lnTo>
                  <a:lnTo>
                    <a:pt x="492443" y="721866"/>
                  </a:lnTo>
                  <a:lnTo>
                    <a:pt x="493656" y="720474"/>
                  </a:lnTo>
                  <a:lnTo>
                    <a:pt x="501037" y="726922"/>
                  </a:lnTo>
                  <a:lnTo>
                    <a:pt x="504186" y="732268"/>
                  </a:lnTo>
                  <a:lnTo>
                    <a:pt x="509185" y="736264"/>
                  </a:lnTo>
                  <a:lnTo>
                    <a:pt x="511090" y="739715"/>
                  </a:lnTo>
                  <a:lnTo>
                    <a:pt x="519864" y="746035"/>
                  </a:lnTo>
                  <a:lnTo>
                    <a:pt x="518783" y="751014"/>
                  </a:lnTo>
                  <a:lnTo>
                    <a:pt x="518305" y="762437"/>
                  </a:lnTo>
                  <a:lnTo>
                    <a:pt x="522654" y="765301"/>
                  </a:lnTo>
                  <a:lnTo>
                    <a:pt x="531161" y="768218"/>
                  </a:lnTo>
                  <a:lnTo>
                    <a:pt x="530023" y="768434"/>
                  </a:lnTo>
                  <a:lnTo>
                    <a:pt x="527522" y="774894"/>
                  </a:lnTo>
                  <a:lnTo>
                    <a:pt x="527471" y="780503"/>
                  </a:lnTo>
                  <a:lnTo>
                    <a:pt x="534708" y="789520"/>
                  </a:lnTo>
                  <a:lnTo>
                    <a:pt x="535784" y="794721"/>
                  </a:lnTo>
                  <a:lnTo>
                    <a:pt x="534774" y="801234"/>
                  </a:lnTo>
                  <a:lnTo>
                    <a:pt x="535862" y="808940"/>
                  </a:lnTo>
                  <a:lnTo>
                    <a:pt x="538457" y="817152"/>
                  </a:lnTo>
                  <a:lnTo>
                    <a:pt x="540389" y="819207"/>
                  </a:lnTo>
                  <a:lnTo>
                    <a:pt x="540952" y="821545"/>
                  </a:lnTo>
                  <a:lnTo>
                    <a:pt x="535770" y="834950"/>
                  </a:lnTo>
                  <a:lnTo>
                    <a:pt x="536740" y="839690"/>
                  </a:lnTo>
                  <a:lnTo>
                    <a:pt x="537707" y="841412"/>
                  </a:lnTo>
                  <a:lnTo>
                    <a:pt x="537774" y="849534"/>
                  </a:lnTo>
                  <a:lnTo>
                    <a:pt x="539193" y="850756"/>
                  </a:lnTo>
                  <a:lnTo>
                    <a:pt x="539934" y="857483"/>
                  </a:lnTo>
                  <a:lnTo>
                    <a:pt x="546088" y="863220"/>
                  </a:lnTo>
                  <a:lnTo>
                    <a:pt x="548435" y="863834"/>
                  </a:lnTo>
                  <a:lnTo>
                    <a:pt x="549559" y="866632"/>
                  </a:lnTo>
                  <a:lnTo>
                    <a:pt x="550863" y="877329"/>
                  </a:lnTo>
                  <a:lnTo>
                    <a:pt x="553649" y="882301"/>
                  </a:lnTo>
                  <a:lnTo>
                    <a:pt x="557977" y="887951"/>
                  </a:lnTo>
                  <a:lnTo>
                    <a:pt x="569172" y="890494"/>
                  </a:lnTo>
                  <a:lnTo>
                    <a:pt x="567586" y="897754"/>
                  </a:lnTo>
                  <a:lnTo>
                    <a:pt x="571850" y="911085"/>
                  </a:lnTo>
                  <a:lnTo>
                    <a:pt x="573979" y="912777"/>
                  </a:lnTo>
                  <a:lnTo>
                    <a:pt x="576285" y="917335"/>
                  </a:lnTo>
                  <a:lnTo>
                    <a:pt x="576130" y="919326"/>
                  </a:lnTo>
                  <a:lnTo>
                    <a:pt x="574945" y="920145"/>
                  </a:lnTo>
                  <a:lnTo>
                    <a:pt x="575254" y="923831"/>
                  </a:lnTo>
                  <a:lnTo>
                    <a:pt x="579634" y="936677"/>
                  </a:lnTo>
                  <a:lnTo>
                    <a:pt x="583095" y="943298"/>
                  </a:lnTo>
                  <a:lnTo>
                    <a:pt x="586065" y="945134"/>
                  </a:lnTo>
                  <a:lnTo>
                    <a:pt x="593035" y="951313"/>
                  </a:lnTo>
                  <a:lnTo>
                    <a:pt x="593939" y="957201"/>
                  </a:lnTo>
                  <a:lnTo>
                    <a:pt x="599494" y="966259"/>
                  </a:lnTo>
                  <a:lnTo>
                    <a:pt x="601215" y="973956"/>
                  </a:lnTo>
                  <a:lnTo>
                    <a:pt x="602417" y="976383"/>
                  </a:lnTo>
                  <a:lnTo>
                    <a:pt x="601639" y="981535"/>
                  </a:lnTo>
                  <a:lnTo>
                    <a:pt x="594077" y="992536"/>
                  </a:lnTo>
                  <a:lnTo>
                    <a:pt x="592422" y="998539"/>
                  </a:lnTo>
                  <a:lnTo>
                    <a:pt x="592200" y="1006443"/>
                  </a:lnTo>
                  <a:lnTo>
                    <a:pt x="592898" y="1010890"/>
                  </a:lnTo>
                  <a:lnTo>
                    <a:pt x="597099" y="1017349"/>
                  </a:lnTo>
                  <a:lnTo>
                    <a:pt x="596025" y="1024030"/>
                  </a:lnTo>
                  <a:lnTo>
                    <a:pt x="596947" y="1029819"/>
                  </a:lnTo>
                  <a:lnTo>
                    <a:pt x="603832" y="1042426"/>
                  </a:lnTo>
                  <a:lnTo>
                    <a:pt x="609078" y="1047942"/>
                  </a:lnTo>
                  <a:lnTo>
                    <a:pt x="611948" y="1049230"/>
                  </a:lnTo>
                  <a:lnTo>
                    <a:pt x="626268" y="1053440"/>
                  </a:lnTo>
                  <a:lnTo>
                    <a:pt x="634476" y="1053654"/>
                  </a:lnTo>
                  <a:lnTo>
                    <a:pt x="634023" y="1054853"/>
                  </a:lnTo>
                  <a:lnTo>
                    <a:pt x="629252" y="1056630"/>
                  </a:lnTo>
                  <a:lnTo>
                    <a:pt x="625272" y="1053580"/>
                  </a:lnTo>
                  <a:lnTo>
                    <a:pt x="622637" y="1053553"/>
                  </a:lnTo>
                  <a:lnTo>
                    <a:pt x="623952" y="1061047"/>
                  </a:lnTo>
                  <a:lnTo>
                    <a:pt x="626585" y="1061806"/>
                  </a:lnTo>
                  <a:lnTo>
                    <a:pt x="630755" y="1061068"/>
                  </a:lnTo>
                  <a:lnTo>
                    <a:pt x="636657" y="1053955"/>
                  </a:lnTo>
                  <a:lnTo>
                    <a:pt x="637448" y="1049631"/>
                  </a:lnTo>
                  <a:lnTo>
                    <a:pt x="635576" y="1045759"/>
                  </a:lnTo>
                  <a:lnTo>
                    <a:pt x="633797" y="1037012"/>
                  </a:lnTo>
                  <a:lnTo>
                    <a:pt x="634678" y="1035463"/>
                  </a:lnTo>
                  <a:lnTo>
                    <a:pt x="638696" y="1032956"/>
                  </a:lnTo>
                  <a:lnTo>
                    <a:pt x="645512" y="1034317"/>
                  </a:lnTo>
                  <a:lnTo>
                    <a:pt x="647111" y="1039316"/>
                  </a:lnTo>
                  <a:lnTo>
                    <a:pt x="650356" y="1043551"/>
                  </a:lnTo>
                  <a:lnTo>
                    <a:pt x="655613" y="1047989"/>
                  </a:lnTo>
                  <a:lnTo>
                    <a:pt x="660257" y="1050440"/>
                  </a:lnTo>
                  <a:lnTo>
                    <a:pt x="668842" y="1057649"/>
                  </a:lnTo>
                  <a:lnTo>
                    <a:pt x="670688" y="1071530"/>
                  </a:lnTo>
                  <a:lnTo>
                    <a:pt x="676525" y="1073603"/>
                  </a:lnTo>
                  <a:lnTo>
                    <a:pt x="681761" y="1072758"/>
                  </a:lnTo>
                  <a:lnTo>
                    <a:pt x="687987" y="1070464"/>
                  </a:lnTo>
                  <a:lnTo>
                    <a:pt x="690194" y="1075209"/>
                  </a:lnTo>
                  <a:lnTo>
                    <a:pt x="688580" y="1078307"/>
                  </a:lnTo>
                  <a:lnTo>
                    <a:pt x="686522" y="1079416"/>
                  </a:lnTo>
                  <a:lnTo>
                    <a:pt x="685961" y="1085587"/>
                  </a:lnTo>
                  <a:lnTo>
                    <a:pt x="687246" y="1088274"/>
                  </a:lnTo>
                  <a:lnTo>
                    <a:pt x="692645" y="1092817"/>
                  </a:lnTo>
                  <a:lnTo>
                    <a:pt x="698119" y="1100154"/>
                  </a:lnTo>
                  <a:lnTo>
                    <a:pt x="698951" y="1104882"/>
                  </a:lnTo>
                  <a:lnTo>
                    <a:pt x="698274" y="1109480"/>
                  </a:lnTo>
                  <a:lnTo>
                    <a:pt x="699901" y="1114987"/>
                  </a:lnTo>
                  <a:lnTo>
                    <a:pt x="699541" y="1117433"/>
                  </a:lnTo>
                  <a:lnTo>
                    <a:pt x="699611" y="1118553"/>
                  </a:lnTo>
                  <a:lnTo>
                    <a:pt x="701736" y="1120673"/>
                  </a:lnTo>
                  <a:lnTo>
                    <a:pt x="718424" y="1128773"/>
                  </a:lnTo>
                  <a:lnTo>
                    <a:pt x="723907" y="1132581"/>
                  </a:lnTo>
                  <a:lnTo>
                    <a:pt x="722582" y="1135030"/>
                  </a:lnTo>
                  <a:lnTo>
                    <a:pt x="722460" y="1136685"/>
                  </a:lnTo>
                  <a:lnTo>
                    <a:pt x="726538" y="1143738"/>
                  </a:lnTo>
                  <a:lnTo>
                    <a:pt x="727462" y="1150562"/>
                  </a:lnTo>
                  <a:lnTo>
                    <a:pt x="727351" y="1155821"/>
                  </a:lnTo>
                  <a:lnTo>
                    <a:pt x="727120" y="1162440"/>
                  </a:lnTo>
                  <a:lnTo>
                    <a:pt x="725548" y="1169420"/>
                  </a:lnTo>
                  <a:lnTo>
                    <a:pt x="722769" y="1175246"/>
                  </a:lnTo>
                  <a:lnTo>
                    <a:pt x="713688" y="1185162"/>
                  </a:lnTo>
                  <a:lnTo>
                    <a:pt x="709126" y="1187865"/>
                  </a:lnTo>
                  <a:lnTo>
                    <a:pt x="698849" y="1190098"/>
                  </a:lnTo>
                  <a:lnTo>
                    <a:pt x="693639" y="1193551"/>
                  </a:lnTo>
                  <a:lnTo>
                    <a:pt x="692669" y="1196779"/>
                  </a:lnTo>
                  <a:lnTo>
                    <a:pt x="691520" y="1198054"/>
                  </a:lnTo>
                  <a:lnTo>
                    <a:pt x="688350" y="1198682"/>
                  </a:lnTo>
                  <a:lnTo>
                    <a:pt x="684368" y="1200826"/>
                  </a:lnTo>
                  <a:lnTo>
                    <a:pt x="682961" y="1202423"/>
                  </a:lnTo>
                  <a:lnTo>
                    <a:pt x="682657" y="1204401"/>
                  </a:lnTo>
                  <a:lnTo>
                    <a:pt x="678679" y="1207827"/>
                  </a:lnTo>
                  <a:lnTo>
                    <a:pt x="673133" y="1208426"/>
                  </a:lnTo>
                  <a:lnTo>
                    <a:pt x="671540" y="1210075"/>
                  </a:lnTo>
                  <a:lnTo>
                    <a:pt x="672836" y="1210674"/>
                  </a:lnTo>
                  <a:lnTo>
                    <a:pt x="670381" y="1211003"/>
                  </a:lnTo>
                  <a:lnTo>
                    <a:pt x="665045" y="1210601"/>
                  </a:lnTo>
                  <a:lnTo>
                    <a:pt x="663137" y="1209636"/>
                  </a:lnTo>
                  <a:lnTo>
                    <a:pt x="659630" y="1206675"/>
                  </a:lnTo>
                  <a:lnTo>
                    <a:pt x="656010" y="1202014"/>
                  </a:lnTo>
                  <a:lnTo>
                    <a:pt x="651345" y="1192398"/>
                  </a:lnTo>
                  <a:lnTo>
                    <a:pt x="649626" y="1181193"/>
                  </a:lnTo>
                  <a:lnTo>
                    <a:pt x="646752" y="1167132"/>
                  </a:lnTo>
                  <a:lnTo>
                    <a:pt x="645636" y="1156439"/>
                  </a:lnTo>
                  <a:lnTo>
                    <a:pt x="639930" y="1146361"/>
                  </a:lnTo>
                  <a:lnTo>
                    <a:pt x="639105" y="1142929"/>
                  </a:lnTo>
                  <a:lnTo>
                    <a:pt x="636275" y="1137089"/>
                  </a:lnTo>
                  <a:lnTo>
                    <a:pt x="630677" y="1127844"/>
                  </a:lnTo>
                  <a:lnTo>
                    <a:pt x="623795" y="1121686"/>
                  </a:lnTo>
                  <a:lnTo>
                    <a:pt x="605599" y="1112008"/>
                  </a:lnTo>
                  <a:lnTo>
                    <a:pt x="599803" y="1107469"/>
                  </a:lnTo>
                  <a:lnTo>
                    <a:pt x="592517" y="1099729"/>
                  </a:lnTo>
                  <a:lnTo>
                    <a:pt x="578294" y="1081191"/>
                  </a:lnTo>
                  <a:lnTo>
                    <a:pt x="556832" y="1058010"/>
                  </a:lnTo>
                  <a:lnTo>
                    <a:pt x="534594" y="1041536"/>
                  </a:lnTo>
                  <a:lnTo>
                    <a:pt x="514762" y="1028680"/>
                  </a:lnTo>
                  <a:lnTo>
                    <a:pt x="522976" y="1033403"/>
                  </a:lnTo>
                  <a:lnTo>
                    <a:pt x="520603" y="1031365"/>
                  </a:lnTo>
                  <a:lnTo>
                    <a:pt x="510288" y="1025381"/>
                  </a:lnTo>
                  <a:lnTo>
                    <a:pt x="509542" y="1022903"/>
                  </a:lnTo>
                  <a:lnTo>
                    <a:pt x="505445" y="1017749"/>
                  </a:lnTo>
                  <a:lnTo>
                    <a:pt x="503837" y="1017155"/>
                  </a:lnTo>
                  <a:lnTo>
                    <a:pt x="500598" y="1017546"/>
                  </a:lnTo>
                  <a:lnTo>
                    <a:pt x="499370" y="1016812"/>
                  </a:lnTo>
                  <a:lnTo>
                    <a:pt x="496601" y="1013561"/>
                  </a:lnTo>
                  <a:lnTo>
                    <a:pt x="494614" y="1000568"/>
                  </a:lnTo>
                  <a:lnTo>
                    <a:pt x="492597" y="997930"/>
                  </a:lnTo>
                  <a:lnTo>
                    <a:pt x="489798" y="996077"/>
                  </a:lnTo>
                  <a:lnTo>
                    <a:pt x="488936" y="995818"/>
                  </a:lnTo>
                  <a:lnTo>
                    <a:pt x="488227" y="997425"/>
                  </a:lnTo>
                  <a:lnTo>
                    <a:pt x="488790" y="999052"/>
                  </a:lnTo>
                  <a:lnTo>
                    <a:pt x="487759" y="1000925"/>
                  </a:lnTo>
                  <a:lnTo>
                    <a:pt x="486593" y="1001238"/>
                  </a:lnTo>
                  <a:close/>
                  <a:moveTo>
                    <a:pt x="607563" y="600622"/>
                  </a:moveTo>
                  <a:lnTo>
                    <a:pt x="607272" y="599800"/>
                  </a:lnTo>
                  <a:lnTo>
                    <a:pt x="603074" y="599427"/>
                  </a:lnTo>
                  <a:lnTo>
                    <a:pt x="607463" y="601366"/>
                  </a:lnTo>
                  <a:close/>
                  <a:moveTo>
                    <a:pt x="605563" y="601544"/>
                  </a:moveTo>
                  <a:lnTo>
                    <a:pt x="607388" y="601403"/>
                  </a:lnTo>
                  <a:close/>
                  <a:moveTo>
                    <a:pt x="1965778" y="1661262"/>
                  </a:moveTo>
                  <a:lnTo>
                    <a:pt x="1965961" y="1661177"/>
                  </a:lnTo>
                  <a:close/>
                  <a:moveTo>
                    <a:pt x="1984632" y="1651722"/>
                  </a:moveTo>
                  <a:lnTo>
                    <a:pt x="1984423" y="1649633"/>
                  </a:lnTo>
                  <a:close/>
                  <a:moveTo>
                    <a:pt x="2930420" y="1428055"/>
                  </a:moveTo>
                  <a:lnTo>
                    <a:pt x="2930273" y="1428079"/>
                  </a:lnTo>
                  <a:close/>
                  <a:moveTo>
                    <a:pt x="2929662" y="1386516"/>
                  </a:moveTo>
                  <a:lnTo>
                    <a:pt x="2929678" y="1385911"/>
                  </a:lnTo>
                  <a:lnTo>
                    <a:pt x="2929670" y="1386220"/>
                  </a:lnTo>
                  <a:close/>
                  <a:moveTo>
                    <a:pt x="2935038" y="1393202"/>
                  </a:moveTo>
                  <a:lnTo>
                    <a:pt x="2935013" y="1392848"/>
                  </a:lnTo>
                  <a:close/>
                  <a:moveTo>
                    <a:pt x="2938775" y="1401646"/>
                  </a:moveTo>
                  <a:lnTo>
                    <a:pt x="2938777" y="14014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h2883"/>
            <p:cNvSpPr/>
            <p:nvPr/>
          </p:nvSpPr>
          <p:spPr>
            <a:xfrm>
              <a:off x="1093239" y="2178305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h2884"/>
            <p:cNvSpPr/>
            <p:nvPr/>
          </p:nvSpPr>
          <p:spPr>
            <a:xfrm>
              <a:off x="1207167" y="2182384"/>
              <a:ext cx="4652" cy="7696"/>
            </a:xfrm>
            <a:custGeom>
              <a:avLst/>
              <a:pathLst>
                <a:path w="4652" h="7696">
                  <a:moveTo>
                    <a:pt x="4652" y="4367"/>
                  </a:moveTo>
                  <a:lnTo>
                    <a:pt x="4557" y="5469"/>
                  </a:lnTo>
                  <a:lnTo>
                    <a:pt x="2661" y="7696"/>
                  </a:ln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h2885"/>
            <p:cNvSpPr/>
            <p:nvPr/>
          </p:nvSpPr>
          <p:spPr>
            <a:xfrm>
              <a:off x="1095599" y="2179911"/>
              <a:ext cx="1291" cy="1693"/>
            </a:xfrm>
            <a:custGeom>
              <a:avLst/>
              <a:pathLst>
                <a:path w="1291" h="1693">
                  <a:moveTo>
                    <a:pt x="0" y="686"/>
                  </a:moveTo>
                  <a:lnTo>
                    <a:pt x="460" y="0"/>
                  </a:lnTo>
                  <a:lnTo>
                    <a:pt x="1291" y="234"/>
                  </a:lnTo>
                  <a:lnTo>
                    <a:pt x="649" y="16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h2886"/>
            <p:cNvSpPr/>
            <p:nvPr/>
          </p:nvSpPr>
          <p:spPr>
            <a:xfrm>
              <a:off x="1208922" y="2178892"/>
              <a:ext cx="123" cy="587"/>
            </a:xfrm>
            <a:custGeom>
              <a:avLst/>
              <a:pathLst>
                <a:path w="123" h="587">
                  <a:moveTo>
                    <a:pt x="123" y="587"/>
                  </a:moveTo>
                  <a:lnTo>
                    <a:pt x="0" y="441"/>
                  </a:lnTo>
                  <a:lnTo>
                    <a:pt x="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h2887"/>
            <p:cNvSpPr/>
            <p:nvPr/>
          </p:nvSpPr>
          <p:spPr>
            <a:xfrm>
              <a:off x="1189362" y="2178947"/>
              <a:ext cx="203" cy="277"/>
            </a:xfrm>
            <a:custGeom>
              <a:avLst/>
              <a:pathLst>
                <a:path w="203" h="277">
                  <a:moveTo>
                    <a:pt x="203" y="277"/>
                  </a:moveTo>
                  <a:lnTo>
                    <a:pt x="0" y="222"/>
                  </a:lnTo>
                  <a:lnTo>
                    <a:pt x="9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h2888"/>
            <p:cNvSpPr/>
            <p:nvPr/>
          </p:nvSpPr>
          <p:spPr>
            <a:xfrm>
              <a:off x="1208359" y="2178875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h2889"/>
            <p:cNvSpPr/>
            <p:nvPr/>
          </p:nvSpPr>
          <p:spPr>
            <a:xfrm>
              <a:off x="1189201" y="2177433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h2890"/>
            <p:cNvSpPr/>
            <p:nvPr/>
          </p:nvSpPr>
          <p:spPr>
            <a:xfrm>
              <a:off x="1184218" y="2175656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h2891"/>
            <p:cNvSpPr/>
            <p:nvPr/>
          </p:nvSpPr>
          <p:spPr>
            <a:xfrm>
              <a:off x="1183633" y="217429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h2892"/>
            <p:cNvSpPr/>
            <p:nvPr/>
          </p:nvSpPr>
          <p:spPr>
            <a:xfrm>
              <a:off x="1186155" y="2169391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h2893"/>
            <p:cNvSpPr/>
            <p:nvPr/>
          </p:nvSpPr>
          <p:spPr>
            <a:xfrm>
              <a:off x="1180338" y="2165334"/>
              <a:ext cx="162" cy="177"/>
            </a:xfrm>
            <a:custGeom>
              <a:avLst/>
              <a:pathLst>
                <a:path w="162" h="177">
                  <a:moveTo>
                    <a:pt x="162" y="0"/>
                  </a:moveTo>
                  <a:lnTo>
                    <a:pt x="0" y="1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h2894"/>
            <p:cNvSpPr/>
            <p:nvPr/>
          </p:nvSpPr>
          <p:spPr>
            <a:xfrm>
              <a:off x="1189446" y="2140167"/>
              <a:ext cx="19209" cy="30141"/>
            </a:xfrm>
            <a:custGeom>
              <a:avLst/>
              <a:pathLst>
                <a:path w="19209" h="30141">
                  <a:moveTo>
                    <a:pt x="17290" y="6019"/>
                  </a:move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lnTo>
                    <a:pt x="8973" y="15673"/>
                  </a:ln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h2895"/>
            <p:cNvSpPr/>
            <p:nvPr/>
          </p:nvSpPr>
          <p:spPr>
            <a:xfrm>
              <a:off x="1196592" y="2141995"/>
              <a:ext cx="300" cy="264"/>
            </a:xfrm>
            <a:custGeom>
              <a:avLst/>
              <a:pathLst>
                <a:path w="300" h="264">
                  <a:moveTo>
                    <a:pt x="300" y="264"/>
                  </a:moveTo>
                  <a:lnTo>
                    <a:pt x="0" y="132"/>
                  </a:lnTo>
                  <a:lnTo>
                    <a:pt x="4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h2896"/>
            <p:cNvSpPr/>
            <p:nvPr/>
          </p:nvSpPr>
          <p:spPr>
            <a:xfrm>
              <a:off x="1183574" y="2133964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h2897"/>
            <p:cNvSpPr/>
            <p:nvPr/>
          </p:nvSpPr>
          <p:spPr>
            <a:xfrm>
              <a:off x="1185664" y="2130560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h2898"/>
            <p:cNvSpPr/>
            <p:nvPr/>
          </p:nvSpPr>
          <p:spPr>
            <a:xfrm>
              <a:off x="1173873" y="2069448"/>
              <a:ext cx="981" cy="2061"/>
            </a:xfrm>
            <a:custGeom>
              <a:avLst/>
              <a:pathLst>
                <a:path w="981" h="2061">
                  <a:moveTo>
                    <a:pt x="792" y="613"/>
                  </a:moveTo>
                  <a:lnTo>
                    <a:pt x="981" y="206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h2899"/>
            <p:cNvSpPr/>
            <p:nvPr/>
          </p:nvSpPr>
          <p:spPr>
            <a:xfrm>
              <a:off x="979542" y="2044712"/>
              <a:ext cx="13057" cy="9737"/>
            </a:xfrm>
            <a:custGeom>
              <a:avLst/>
              <a:pathLst>
                <a:path w="13057" h="9737">
                  <a:moveTo>
                    <a:pt x="2263" y="4239"/>
                  </a:move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lnTo>
                    <a:pt x="12125" y="9736"/>
                  </a:lnTo>
                  <a:lnTo>
                    <a:pt x="7457" y="60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h2900"/>
            <p:cNvSpPr/>
            <p:nvPr/>
          </p:nvSpPr>
          <p:spPr>
            <a:xfrm>
              <a:off x="982904" y="2040089"/>
              <a:ext cx="4367" cy="4312"/>
            </a:xfrm>
            <a:custGeom>
              <a:avLst/>
              <a:pathLst>
                <a:path w="4367" h="4312">
                  <a:moveTo>
                    <a:pt x="4145" y="2989"/>
                  </a:move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h2901"/>
            <p:cNvSpPr/>
            <p:nvPr/>
          </p:nvSpPr>
          <p:spPr>
            <a:xfrm>
              <a:off x="1124624" y="2037725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h2902"/>
            <p:cNvSpPr/>
            <p:nvPr/>
          </p:nvSpPr>
          <p:spPr>
            <a:xfrm>
              <a:off x="992137" y="2023634"/>
              <a:ext cx="1137" cy="3002"/>
            </a:xfrm>
            <a:custGeom>
              <a:avLst/>
              <a:pathLst>
                <a:path w="1137" h="3002">
                  <a:moveTo>
                    <a:pt x="575" y="3002"/>
                  </a:moveTo>
                  <a:lnTo>
                    <a:pt x="0" y="478"/>
                  </a:lnTo>
                  <a:lnTo>
                    <a:pt x="588" y="0"/>
                  </a:lnTo>
                  <a:lnTo>
                    <a:pt x="881" y="939"/>
                  </a:lnTo>
                  <a:lnTo>
                    <a:pt x="1137" y="25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h2903"/>
            <p:cNvSpPr/>
            <p:nvPr/>
          </p:nvSpPr>
          <p:spPr>
            <a:xfrm>
              <a:off x="991655" y="2021723"/>
              <a:ext cx="653" cy="1014"/>
            </a:xfrm>
            <a:custGeom>
              <a:avLst/>
              <a:pathLst>
                <a:path w="653" h="1014">
                  <a:moveTo>
                    <a:pt x="623" y="1014"/>
                  </a:moveTo>
                  <a:lnTo>
                    <a:pt x="0" y="432"/>
                  </a:lnTo>
                  <a:lnTo>
                    <a:pt x="6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h2904"/>
            <p:cNvSpPr/>
            <p:nvPr/>
          </p:nvSpPr>
          <p:spPr>
            <a:xfrm>
              <a:off x="1125859" y="2018356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h2905"/>
            <p:cNvSpPr/>
            <p:nvPr/>
          </p:nvSpPr>
          <p:spPr>
            <a:xfrm>
              <a:off x="1126730" y="2016324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h2906"/>
            <p:cNvSpPr/>
            <p:nvPr/>
          </p:nvSpPr>
          <p:spPr>
            <a:xfrm>
              <a:off x="1110701" y="2002577"/>
              <a:ext cx="85" cy="190"/>
            </a:xfrm>
            <a:custGeom>
              <a:avLst/>
              <a:pathLst>
                <a:path w="85" h="190">
                  <a:moveTo>
                    <a:pt x="85" y="19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h2907"/>
            <p:cNvSpPr/>
            <p:nvPr/>
          </p:nvSpPr>
          <p:spPr>
            <a:xfrm>
              <a:off x="1107359" y="1991345"/>
              <a:ext cx="6174" cy="9714"/>
            </a:xfrm>
            <a:custGeom>
              <a:avLst/>
              <a:pathLst>
                <a:path w="6174" h="9714">
                  <a:moveTo>
                    <a:pt x="1862" y="8539"/>
                  </a:moveTo>
                  <a:lnTo>
                    <a:pt x="0" y="2143"/>
                  </a:ln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h2908"/>
            <p:cNvSpPr/>
            <p:nvPr/>
          </p:nvSpPr>
          <p:spPr>
            <a:xfrm>
              <a:off x="873427" y="1990647"/>
              <a:ext cx="430" cy="1480"/>
            </a:xfrm>
            <a:custGeom>
              <a:avLst/>
              <a:pathLst>
                <a:path w="430" h="1480">
                  <a:moveTo>
                    <a:pt x="430" y="1480"/>
                  </a:moveTo>
                  <a:lnTo>
                    <a:pt x="0" y="1056"/>
                  </a:lnTo>
                  <a:lnTo>
                    <a:pt x="30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h2909"/>
            <p:cNvSpPr/>
            <p:nvPr/>
          </p:nvSpPr>
          <p:spPr>
            <a:xfrm>
              <a:off x="864520" y="1985347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h2910"/>
            <p:cNvSpPr/>
            <p:nvPr/>
          </p:nvSpPr>
          <p:spPr>
            <a:xfrm>
              <a:off x="1130826" y="1969437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h2911"/>
            <p:cNvSpPr/>
            <p:nvPr/>
          </p:nvSpPr>
          <p:spPr>
            <a:xfrm>
              <a:off x="1234600" y="1925834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h2912"/>
            <p:cNvSpPr/>
            <p:nvPr/>
          </p:nvSpPr>
          <p:spPr>
            <a:xfrm>
              <a:off x="1232990" y="1921809"/>
              <a:ext cx="248" cy="140"/>
            </a:xfrm>
            <a:custGeom>
              <a:avLst/>
              <a:pathLst>
                <a:path w="248" h="140">
                  <a:moveTo>
                    <a:pt x="248" y="140"/>
                  </a:moveTo>
                  <a:lnTo>
                    <a:pt x="0" y="40"/>
                  </a:lnTo>
                  <a:lnTo>
                    <a:pt x="1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h2913"/>
            <p:cNvSpPr/>
            <p:nvPr/>
          </p:nvSpPr>
          <p:spPr>
            <a:xfrm>
              <a:off x="1223759" y="1918675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h2914"/>
            <p:cNvSpPr/>
            <p:nvPr/>
          </p:nvSpPr>
          <p:spPr>
            <a:xfrm>
              <a:off x="1230956" y="1918620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h2915"/>
            <p:cNvSpPr/>
            <p:nvPr/>
          </p:nvSpPr>
          <p:spPr>
            <a:xfrm>
              <a:off x="1224662" y="19180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h2916"/>
            <p:cNvSpPr/>
            <p:nvPr/>
          </p:nvSpPr>
          <p:spPr>
            <a:xfrm>
              <a:off x="1224631" y="1917456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h2917"/>
            <p:cNvSpPr/>
            <p:nvPr/>
          </p:nvSpPr>
          <p:spPr>
            <a:xfrm>
              <a:off x="1045216" y="1916909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h2918"/>
            <p:cNvSpPr/>
            <p:nvPr/>
          </p:nvSpPr>
          <p:spPr>
            <a:xfrm>
              <a:off x="1226805" y="1916295"/>
              <a:ext cx="395" cy="646"/>
            </a:xfrm>
            <a:custGeom>
              <a:avLst/>
              <a:pathLst>
                <a:path w="395" h="646">
                  <a:moveTo>
                    <a:pt x="293" y="486"/>
                  </a:moveTo>
                  <a:lnTo>
                    <a:pt x="0" y="646"/>
                  </a:lnTo>
                  <a:lnTo>
                    <a:pt x="3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h2919"/>
            <p:cNvSpPr/>
            <p:nvPr/>
          </p:nvSpPr>
          <p:spPr>
            <a:xfrm>
              <a:off x="891906" y="1913423"/>
              <a:ext cx="3395" cy="5814"/>
            </a:xfrm>
            <a:custGeom>
              <a:avLst/>
              <a:pathLst>
                <a:path w="3395" h="5814">
                  <a:moveTo>
                    <a:pt x="1950" y="835"/>
                  </a:moveTo>
                  <a:lnTo>
                    <a:pt x="3395" y="5814"/>
                  </a:lnTo>
                  <a:lnTo>
                    <a:pt x="0" y="1936"/>
                  </a:lnTo>
                  <a:lnTo>
                    <a:pt x="41" y="138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h2920"/>
            <p:cNvSpPr/>
            <p:nvPr/>
          </p:nvSpPr>
          <p:spPr>
            <a:xfrm>
              <a:off x="885009" y="1913380"/>
              <a:ext cx="6387" cy="5701"/>
            </a:xfrm>
            <a:custGeom>
              <a:avLst/>
              <a:pathLst>
                <a:path w="6387" h="5701">
                  <a:moveTo>
                    <a:pt x="2504" y="3175"/>
                  </a:moveTo>
                  <a:lnTo>
                    <a:pt x="23" y="2503"/>
                  </a:lnTo>
                  <a:lnTo>
                    <a:pt x="0" y="1082"/>
                  </a:lnTo>
                  <a:lnTo>
                    <a:pt x="2675" y="0"/>
                  </a:lnTo>
                  <a:lnTo>
                    <a:pt x="6387" y="57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h2921"/>
            <p:cNvSpPr/>
            <p:nvPr/>
          </p:nvSpPr>
          <p:spPr>
            <a:xfrm>
              <a:off x="1217046" y="1914865"/>
              <a:ext cx="649" cy="777"/>
            </a:xfrm>
            <a:custGeom>
              <a:avLst/>
              <a:pathLst>
                <a:path w="649" h="777">
                  <a:moveTo>
                    <a:pt x="0" y="777"/>
                  </a:moveTo>
                  <a:lnTo>
                    <a:pt x="649" y="0"/>
                  </a:lnTo>
                  <a:lnTo>
                    <a:pt x="420" y="7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h2922"/>
            <p:cNvSpPr/>
            <p:nvPr/>
          </p:nvSpPr>
          <p:spPr>
            <a:xfrm>
              <a:off x="1189255" y="1909977"/>
              <a:ext cx="2139" cy="4032"/>
            </a:xfrm>
            <a:custGeom>
              <a:avLst/>
              <a:pathLst>
                <a:path w="2139" h="4032">
                  <a:moveTo>
                    <a:pt x="0" y="0"/>
                  </a:moveTo>
                  <a:lnTo>
                    <a:pt x="1124" y="1391"/>
                  </a:lnTo>
                  <a:lnTo>
                    <a:pt x="2139" y="4032"/>
                  </a:lnTo>
                  <a:lnTo>
                    <a:pt x="682" y="29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h2923"/>
            <p:cNvSpPr/>
            <p:nvPr/>
          </p:nvSpPr>
          <p:spPr>
            <a:xfrm>
              <a:off x="1043827" y="190951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h2924"/>
            <p:cNvSpPr/>
            <p:nvPr/>
          </p:nvSpPr>
          <p:spPr>
            <a:xfrm>
              <a:off x="783971" y="1888642"/>
              <a:ext cx="5782" cy="5891"/>
            </a:xfrm>
            <a:custGeom>
              <a:avLst/>
              <a:pathLst>
                <a:path w="5782" h="5891">
                  <a:moveTo>
                    <a:pt x="3847" y="5891"/>
                  </a:moveTo>
                  <a:lnTo>
                    <a:pt x="3826" y="3908"/>
                  </a:lnTo>
                  <a:lnTo>
                    <a:pt x="2389" y="2054"/>
                  </a:ln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h2925"/>
            <p:cNvSpPr/>
            <p:nvPr/>
          </p:nvSpPr>
          <p:spPr>
            <a:xfrm>
              <a:off x="783552" y="18888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h2926"/>
            <p:cNvSpPr/>
            <p:nvPr/>
          </p:nvSpPr>
          <p:spPr>
            <a:xfrm>
              <a:off x="901870" y="1875125"/>
              <a:ext cx="662" cy="1031"/>
            </a:xfrm>
            <a:custGeom>
              <a:avLst/>
              <a:pathLst>
                <a:path w="662" h="1031">
                  <a:moveTo>
                    <a:pt x="284" y="1031"/>
                  </a:moveTo>
                  <a:lnTo>
                    <a:pt x="0" y="138"/>
                  </a:lnTo>
                  <a:lnTo>
                    <a:pt x="6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h2927"/>
            <p:cNvSpPr/>
            <p:nvPr/>
          </p:nvSpPr>
          <p:spPr>
            <a:xfrm>
              <a:off x="1094460" y="1855519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h2928"/>
            <p:cNvSpPr/>
            <p:nvPr/>
          </p:nvSpPr>
          <p:spPr>
            <a:xfrm>
              <a:off x="771237" y="1831401"/>
              <a:ext cx="22318" cy="41119"/>
            </a:xfrm>
            <a:custGeom>
              <a:avLst/>
              <a:pathLst>
                <a:path w="22318" h="41119">
                  <a:moveTo>
                    <a:pt x="1806" y="29710"/>
                  </a:move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lnTo>
                    <a:pt x="21740" y="9836"/>
                  </a:ln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h2929"/>
            <p:cNvSpPr/>
            <p:nvPr/>
          </p:nvSpPr>
          <p:spPr>
            <a:xfrm>
              <a:off x="754220" y="1836050"/>
              <a:ext cx="873" cy="2408"/>
            </a:xfrm>
            <a:custGeom>
              <a:avLst/>
              <a:pathLst>
                <a:path w="873" h="2408">
                  <a:moveTo>
                    <a:pt x="0" y="2408"/>
                  </a:moveTo>
                  <a:lnTo>
                    <a:pt x="51" y="0"/>
                  </a:lnTo>
                  <a:lnTo>
                    <a:pt x="873" y="89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h2930"/>
            <p:cNvSpPr/>
            <p:nvPr/>
          </p:nvSpPr>
          <p:spPr>
            <a:xfrm>
              <a:off x="747716" y="1834956"/>
              <a:ext cx="3507" cy="2441"/>
            </a:xfrm>
            <a:custGeom>
              <a:avLst/>
              <a:pathLst>
                <a:path w="3507" h="2441">
                  <a:moveTo>
                    <a:pt x="0" y="1826"/>
                  </a:moveTo>
                  <a:lnTo>
                    <a:pt x="694" y="181"/>
                  </a:lnTo>
                  <a:lnTo>
                    <a:pt x="1669" y="0"/>
                  </a:lnTo>
                  <a:lnTo>
                    <a:pt x="3507" y="1232"/>
                  </a:lnTo>
                  <a:lnTo>
                    <a:pt x="2576" y="24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h2931"/>
            <p:cNvSpPr/>
            <p:nvPr/>
          </p:nvSpPr>
          <p:spPr>
            <a:xfrm>
              <a:off x="751481" y="1835659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h2932"/>
            <p:cNvSpPr/>
            <p:nvPr/>
          </p:nvSpPr>
          <p:spPr>
            <a:xfrm>
              <a:off x="1036829" y="1816232"/>
              <a:ext cx="13904" cy="13031"/>
            </a:xfrm>
            <a:custGeom>
              <a:avLst/>
              <a:pathLst>
                <a:path w="13904" h="13031">
                  <a:moveTo>
                    <a:pt x="3322" y="882"/>
                  </a:move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lnTo>
                    <a:pt x="4756" y="4922"/>
                  </a:lnTo>
                  <a:lnTo>
                    <a:pt x="2910" y="425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h2933"/>
            <p:cNvSpPr/>
            <p:nvPr/>
          </p:nvSpPr>
          <p:spPr>
            <a:xfrm>
              <a:off x="1066401" y="1812184"/>
              <a:ext cx="7506" cy="7737"/>
            </a:xfrm>
            <a:custGeom>
              <a:avLst/>
              <a:pathLst>
                <a:path w="7506" h="7737">
                  <a:moveTo>
                    <a:pt x="283" y="504"/>
                  </a:move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lnTo>
                    <a:pt x="6098" y="7192"/>
                  </a:ln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h2934"/>
            <p:cNvSpPr/>
            <p:nvPr/>
          </p:nvSpPr>
          <p:spPr>
            <a:xfrm>
              <a:off x="1099723" y="1814066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h2935"/>
            <p:cNvSpPr/>
            <p:nvPr/>
          </p:nvSpPr>
          <p:spPr>
            <a:xfrm>
              <a:off x="1032865" y="1812216"/>
              <a:ext cx="3581" cy="3504"/>
            </a:xfrm>
            <a:custGeom>
              <a:avLst/>
              <a:pathLst>
                <a:path w="3581" h="3504">
                  <a:moveTo>
                    <a:pt x="3581" y="1714"/>
                  </a:move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lnTo>
                    <a:pt x="1289" y="12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h2936"/>
            <p:cNvSpPr/>
            <p:nvPr/>
          </p:nvSpPr>
          <p:spPr>
            <a:xfrm>
              <a:off x="1035778" y="18136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h2937"/>
            <p:cNvSpPr/>
            <p:nvPr/>
          </p:nvSpPr>
          <p:spPr>
            <a:xfrm>
              <a:off x="1029680" y="1810146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h2938"/>
            <p:cNvSpPr/>
            <p:nvPr/>
          </p:nvSpPr>
          <p:spPr>
            <a:xfrm>
              <a:off x="1029609" y="1808973"/>
              <a:ext cx="1907" cy="2193"/>
            </a:xfrm>
            <a:custGeom>
              <a:avLst/>
              <a:pathLst>
                <a:path w="1907" h="2193">
                  <a:moveTo>
                    <a:pt x="0" y="374"/>
                  </a:moveTo>
                  <a:lnTo>
                    <a:pt x="538" y="0"/>
                  </a:lnTo>
                  <a:lnTo>
                    <a:pt x="1907" y="21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h2939"/>
            <p:cNvSpPr/>
            <p:nvPr/>
          </p:nvSpPr>
          <p:spPr>
            <a:xfrm>
              <a:off x="1134436" y="1806826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h2940"/>
            <p:cNvSpPr/>
            <p:nvPr/>
          </p:nvSpPr>
          <p:spPr>
            <a:xfrm>
              <a:off x="891125" y="1805372"/>
              <a:ext cx="224" cy="182"/>
            </a:xfrm>
            <a:custGeom>
              <a:avLst/>
              <a:pathLst>
                <a:path w="224" h="182">
                  <a:moveTo>
                    <a:pt x="0" y="134"/>
                  </a:moveTo>
                  <a:lnTo>
                    <a:pt x="191" y="0"/>
                  </a:lnTo>
                  <a:lnTo>
                    <a:pt x="224" y="1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h2941"/>
            <p:cNvSpPr/>
            <p:nvPr/>
          </p:nvSpPr>
          <p:spPr>
            <a:xfrm>
              <a:off x="891435" y="18026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h2942"/>
            <p:cNvSpPr/>
            <p:nvPr/>
          </p:nvSpPr>
          <p:spPr>
            <a:xfrm>
              <a:off x="1028440" y="1797843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h2943"/>
            <p:cNvSpPr/>
            <p:nvPr/>
          </p:nvSpPr>
          <p:spPr>
            <a:xfrm>
              <a:off x="989311" y="1794612"/>
              <a:ext cx="97" cy="221"/>
            </a:xfrm>
            <a:custGeom>
              <a:avLst/>
              <a:pathLst>
                <a:path w="97" h="221">
                  <a:moveTo>
                    <a:pt x="97" y="0"/>
                  </a:moveTo>
                  <a:lnTo>
                    <a:pt x="0" y="2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h2944"/>
            <p:cNvSpPr/>
            <p:nvPr/>
          </p:nvSpPr>
          <p:spPr>
            <a:xfrm>
              <a:off x="1024278" y="1790092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h2945"/>
            <p:cNvSpPr/>
            <p:nvPr/>
          </p:nvSpPr>
          <p:spPr>
            <a:xfrm>
              <a:off x="1022739" y="1788588"/>
              <a:ext cx="1338" cy="1955"/>
            </a:xfrm>
            <a:custGeom>
              <a:avLst/>
              <a:pathLst>
                <a:path w="1338" h="1955">
                  <a:moveTo>
                    <a:pt x="0" y="1955"/>
                  </a:moveTo>
                  <a:lnTo>
                    <a:pt x="986" y="0"/>
                  </a:lnTo>
                  <a:lnTo>
                    <a:pt x="1338" y="6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h2946"/>
            <p:cNvSpPr/>
            <p:nvPr/>
          </p:nvSpPr>
          <p:spPr>
            <a:xfrm>
              <a:off x="989722" y="1788046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h2947"/>
            <p:cNvSpPr/>
            <p:nvPr/>
          </p:nvSpPr>
          <p:spPr>
            <a:xfrm>
              <a:off x="1023009" y="1787182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h2948"/>
            <p:cNvSpPr/>
            <p:nvPr/>
          </p:nvSpPr>
          <p:spPr>
            <a:xfrm>
              <a:off x="1072455" y="1755685"/>
              <a:ext cx="40324" cy="56127"/>
            </a:xfrm>
            <a:custGeom>
              <a:avLst/>
              <a:pathLst>
                <a:path w="40324" h="56127">
                  <a:moveTo>
                    <a:pt x="2206" y="41954"/>
                  </a:move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lnTo>
                    <a:pt x="36992" y="16943"/>
                  </a:ln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h2949"/>
            <p:cNvSpPr/>
            <p:nvPr/>
          </p:nvSpPr>
          <p:spPr>
            <a:xfrm>
              <a:off x="987397" y="1782640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h2950"/>
            <p:cNvSpPr/>
            <p:nvPr/>
          </p:nvSpPr>
          <p:spPr>
            <a:xfrm>
              <a:off x="977535" y="1778262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h2951"/>
            <p:cNvSpPr/>
            <p:nvPr/>
          </p:nvSpPr>
          <p:spPr>
            <a:xfrm>
              <a:off x="978041" y="1778336"/>
              <a:ext cx="406" cy="31"/>
            </a:xfrm>
            <a:custGeom>
              <a:avLst/>
              <a:pathLst>
                <a:path w="406" h="31">
                  <a:moveTo>
                    <a:pt x="0" y="31"/>
                  </a:moveTo>
                  <a:lnTo>
                    <a:pt x="4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h2952"/>
            <p:cNvSpPr/>
            <p:nvPr/>
          </p:nvSpPr>
          <p:spPr>
            <a:xfrm>
              <a:off x="977454" y="1775563"/>
              <a:ext cx="903" cy="1397"/>
            </a:xfrm>
            <a:custGeom>
              <a:avLst/>
              <a:pathLst>
                <a:path w="903" h="1397">
                  <a:moveTo>
                    <a:pt x="0" y="0"/>
                  </a:moveTo>
                  <a:lnTo>
                    <a:pt x="903" y="1397"/>
                  </a:lnTo>
                  <a:lnTo>
                    <a:pt x="289" y="13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h2953"/>
            <p:cNvSpPr/>
            <p:nvPr/>
          </p:nvSpPr>
          <p:spPr>
            <a:xfrm>
              <a:off x="974790" y="1772494"/>
              <a:ext cx="1041" cy="1676"/>
            </a:xfrm>
            <a:custGeom>
              <a:avLst/>
              <a:pathLst>
                <a:path w="1041" h="1676">
                  <a:moveTo>
                    <a:pt x="0" y="1676"/>
                  </a:moveTo>
                  <a:lnTo>
                    <a:pt x="19" y="0"/>
                  </a:lnTo>
                  <a:lnTo>
                    <a:pt x="1041" y="11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h2954"/>
            <p:cNvSpPr/>
            <p:nvPr/>
          </p:nvSpPr>
          <p:spPr>
            <a:xfrm>
              <a:off x="973899" y="1773006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h2955"/>
            <p:cNvSpPr/>
            <p:nvPr/>
          </p:nvSpPr>
          <p:spPr>
            <a:xfrm>
              <a:off x="973975" y="177281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h2956"/>
            <p:cNvSpPr/>
            <p:nvPr/>
          </p:nvSpPr>
          <p:spPr>
            <a:xfrm>
              <a:off x="973586" y="1771915"/>
              <a:ext cx="349" cy="545"/>
            </a:xfrm>
            <a:custGeom>
              <a:avLst/>
              <a:pathLst>
                <a:path w="349" h="545">
                  <a:moveTo>
                    <a:pt x="0" y="545"/>
                  </a:moveTo>
                  <a:lnTo>
                    <a:pt x="261" y="0"/>
                  </a:lnTo>
                  <a:lnTo>
                    <a:pt x="349" y="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h2957"/>
            <p:cNvSpPr/>
            <p:nvPr/>
          </p:nvSpPr>
          <p:spPr>
            <a:xfrm>
              <a:off x="974527" y="1771413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h2958"/>
            <p:cNvSpPr/>
            <p:nvPr/>
          </p:nvSpPr>
          <p:spPr>
            <a:xfrm>
              <a:off x="973581" y="1771131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h2959"/>
            <p:cNvSpPr/>
            <p:nvPr/>
          </p:nvSpPr>
          <p:spPr>
            <a:xfrm>
              <a:off x="975545" y="1771102"/>
              <a:ext cx="158" cy="114"/>
            </a:xfrm>
            <a:custGeom>
              <a:avLst/>
              <a:pathLst>
                <a:path w="158" h="114">
                  <a:moveTo>
                    <a:pt x="158" y="0"/>
                  </a:moveTo>
                  <a:lnTo>
                    <a:pt x="0" y="1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h2960"/>
            <p:cNvSpPr/>
            <p:nvPr/>
          </p:nvSpPr>
          <p:spPr>
            <a:xfrm>
              <a:off x="974512" y="1770861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h2961"/>
            <p:cNvSpPr/>
            <p:nvPr/>
          </p:nvSpPr>
          <p:spPr>
            <a:xfrm>
              <a:off x="979531" y="1770301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h2962"/>
            <p:cNvSpPr/>
            <p:nvPr/>
          </p:nvSpPr>
          <p:spPr>
            <a:xfrm>
              <a:off x="1018780" y="1768156"/>
              <a:ext cx="1580" cy="759"/>
            </a:xfrm>
            <a:custGeom>
              <a:avLst/>
              <a:pathLst>
                <a:path w="1580" h="759">
                  <a:moveTo>
                    <a:pt x="0" y="556"/>
                  </a:moveTo>
                  <a:lnTo>
                    <a:pt x="1580" y="0"/>
                  </a:lnTo>
                  <a:lnTo>
                    <a:pt x="1191" y="7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h2963"/>
            <p:cNvSpPr/>
            <p:nvPr/>
          </p:nvSpPr>
          <p:spPr>
            <a:xfrm>
              <a:off x="974740" y="1764544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h2964"/>
            <p:cNvSpPr/>
            <p:nvPr/>
          </p:nvSpPr>
          <p:spPr>
            <a:xfrm>
              <a:off x="974433" y="1761337"/>
              <a:ext cx="2284" cy="5410"/>
            </a:xfrm>
            <a:custGeom>
              <a:avLst/>
              <a:pathLst>
                <a:path w="2284" h="5410">
                  <a:moveTo>
                    <a:pt x="2284" y="795"/>
                  </a:move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lnTo>
                    <a:pt x="1595" y="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h2965"/>
            <p:cNvSpPr/>
            <p:nvPr/>
          </p:nvSpPr>
          <p:spPr>
            <a:xfrm>
              <a:off x="973789" y="1761007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h2966"/>
            <p:cNvSpPr/>
            <p:nvPr/>
          </p:nvSpPr>
          <p:spPr>
            <a:xfrm>
              <a:off x="966384" y="1751973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h2967"/>
            <p:cNvSpPr/>
            <p:nvPr/>
          </p:nvSpPr>
          <p:spPr>
            <a:xfrm>
              <a:off x="970789" y="1707078"/>
              <a:ext cx="45879" cy="70573"/>
            </a:xfrm>
            <a:custGeom>
              <a:avLst/>
              <a:pathLst>
                <a:path w="45879" h="70573">
                  <a:moveTo>
                    <a:pt x="32631" y="59791"/>
                  </a:move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lnTo>
                    <a:pt x="24338" y="31898"/>
                  </a:ln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h2968"/>
            <p:cNvSpPr/>
            <p:nvPr/>
          </p:nvSpPr>
          <p:spPr>
            <a:xfrm>
              <a:off x="468485" y="1701907"/>
              <a:ext cx="14039" cy="36518"/>
            </a:xfrm>
            <a:custGeom>
              <a:avLst/>
              <a:pathLst>
                <a:path w="14039" h="36518">
                  <a:moveTo>
                    <a:pt x="11961" y="0"/>
                  </a:move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lnTo>
                    <a:pt x="14039" y="15712"/>
                  </a:ln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h2969"/>
            <p:cNvSpPr/>
            <p:nvPr/>
          </p:nvSpPr>
          <p:spPr>
            <a:xfrm>
              <a:off x="975172" y="1706370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h2970"/>
            <p:cNvSpPr/>
            <p:nvPr/>
          </p:nvSpPr>
          <p:spPr>
            <a:xfrm>
              <a:off x="973197" y="1705151"/>
              <a:ext cx="1909" cy="2061"/>
            </a:xfrm>
            <a:custGeom>
              <a:avLst/>
              <a:pathLst>
                <a:path w="1909" h="2061">
                  <a:moveTo>
                    <a:pt x="1909" y="1077"/>
                  </a:moveTo>
                  <a:lnTo>
                    <a:pt x="234" y="2061"/>
                  </a:lnTo>
                  <a:lnTo>
                    <a:pt x="0" y="241"/>
                  </a:lnTo>
                  <a:lnTo>
                    <a:pt x="14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h2971"/>
            <p:cNvSpPr/>
            <p:nvPr/>
          </p:nvSpPr>
          <p:spPr>
            <a:xfrm>
              <a:off x="976909" y="1705115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h2972"/>
            <p:cNvSpPr/>
            <p:nvPr/>
          </p:nvSpPr>
          <p:spPr>
            <a:xfrm>
              <a:off x="891156" y="1667197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h2973"/>
            <p:cNvSpPr/>
            <p:nvPr/>
          </p:nvSpPr>
          <p:spPr>
            <a:xfrm>
              <a:off x="744938" y="1656824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h2974"/>
            <p:cNvSpPr/>
            <p:nvPr/>
          </p:nvSpPr>
          <p:spPr>
            <a:xfrm>
              <a:off x="889391" y="1647148"/>
              <a:ext cx="2708" cy="3645"/>
            </a:xfrm>
            <a:custGeom>
              <a:avLst/>
              <a:pathLst>
                <a:path w="2708" h="3645">
                  <a:moveTo>
                    <a:pt x="867" y="0"/>
                  </a:moveTo>
                  <a:lnTo>
                    <a:pt x="2708" y="1250"/>
                  </a:lnTo>
                  <a:lnTo>
                    <a:pt x="2695" y="3419"/>
                  </a:lnTo>
                  <a:lnTo>
                    <a:pt x="1198" y="3645"/>
                  </a:lnTo>
                  <a:lnTo>
                    <a:pt x="0" y="24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h2975"/>
            <p:cNvSpPr/>
            <p:nvPr/>
          </p:nvSpPr>
          <p:spPr>
            <a:xfrm>
              <a:off x="893162" y="1646574"/>
              <a:ext cx="301" cy="745"/>
            </a:xfrm>
            <a:custGeom>
              <a:avLst/>
              <a:pathLst>
                <a:path w="301" h="745">
                  <a:moveTo>
                    <a:pt x="0" y="745"/>
                  </a:moveTo>
                  <a:lnTo>
                    <a:pt x="42" y="0"/>
                  </a:lnTo>
                  <a:lnTo>
                    <a:pt x="301" y="3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h2976"/>
            <p:cNvSpPr/>
            <p:nvPr/>
          </p:nvSpPr>
          <p:spPr>
            <a:xfrm>
              <a:off x="884105" y="1642489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h2977"/>
            <p:cNvSpPr/>
            <p:nvPr/>
          </p:nvSpPr>
          <p:spPr>
            <a:xfrm>
              <a:off x="883233" y="1638541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h2978"/>
            <p:cNvSpPr/>
            <p:nvPr/>
          </p:nvSpPr>
          <p:spPr>
            <a:xfrm>
              <a:off x="877157" y="1633303"/>
              <a:ext cx="1873" cy="1416"/>
            </a:xfrm>
            <a:custGeom>
              <a:avLst/>
              <a:pathLst>
                <a:path w="1873" h="1416">
                  <a:moveTo>
                    <a:pt x="1873" y="1416"/>
                  </a:moveTo>
                  <a:lnTo>
                    <a:pt x="0" y="470"/>
                  </a:lnTo>
                  <a:lnTo>
                    <a:pt x="407" y="0"/>
                  </a:lnTo>
                  <a:lnTo>
                    <a:pt x="1453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h2979"/>
            <p:cNvSpPr/>
            <p:nvPr/>
          </p:nvSpPr>
          <p:spPr>
            <a:xfrm>
              <a:off x="870030" y="1628177"/>
              <a:ext cx="128" cy="251"/>
            </a:xfrm>
            <a:custGeom>
              <a:avLst/>
              <a:pathLst>
                <a:path w="128" h="251">
                  <a:moveTo>
                    <a:pt x="128" y="0"/>
                  </a:moveTo>
                  <a:lnTo>
                    <a:pt x="0" y="25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h2980"/>
            <p:cNvSpPr/>
            <p:nvPr/>
          </p:nvSpPr>
          <p:spPr>
            <a:xfrm>
              <a:off x="719040" y="1570104"/>
              <a:ext cx="2356" cy="2064"/>
            </a:xfrm>
            <a:custGeom>
              <a:avLst/>
              <a:pathLst>
                <a:path w="2356" h="2064">
                  <a:moveTo>
                    <a:pt x="2356" y="1655"/>
                  </a:moveTo>
                  <a:lnTo>
                    <a:pt x="1548" y="2064"/>
                  </a:lnTo>
                  <a:lnTo>
                    <a:pt x="0" y="1252"/>
                  </a:lnTo>
                  <a:lnTo>
                    <a:pt x="127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h2981"/>
            <p:cNvSpPr/>
            <p:nvPr/>
          </p:nvSpPr>
          <p:spPr>
            <a:xfrm>
              <a:off x="881276" y="1433313"/>
              <a:ext cx="8988" cy="3968"/>
            </a:xfrm>
            <a:custGeom>
              <a:avLst/>
              <a:pathLst>
                <a:path w="8988" h="3968">
                  <a:moveTo>
                    <a:pt x="1205" y="1100"/>
                  </a:moveTo>
                  <a:lnTo>
                    <a:pt x="0" y="0"/>
                  </a:lnTo>
                  <a:lnTo>
                    <a:pt x="492" y="4"/>
                  </a:lnTo>
                  <a:lnTo>
                    <a:pt x="6111" y="433"/>
                  </a:ln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h2982"/>
            <p:cNvSpPr/>
            <p:nvPr/>
          </p:nvSpPr>
          <p:spPr>
            <a:xfrm>
              <a:off x="869499" y="1424953"/>
              <a:ext cx="14422" cy="18136"/>
            </a:xfrm>
            <a:custGeom>
              <a:avLst/>
              <a:pathLst>
                <a:path w="14422" h="18136">
                  <a:moveTo>
                    <a:pt x="3699" y="376"/>
                  </a:moveTo>
                  <a:lnTo>
                    <a:pt x="5910" y="2381"/>
                  </a:lnTo>
                  <a:lnTo>
                    <a:pt x="7158" y="6959"/>
                  </a:ln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h2983"/>
            <p:cNvSpPr/>
            <p:nvPr/>
          </p:nvSpPr>
          <p:spPr>
            <a:xfrm>
              <a:off x="665910" y="1406590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h2984"/>
            <p:cNvSpPr/>
            <p:nvPr/>
          </p:nvSpPr>
          <p:spPr>
            <a:xfrm>
              <a:off x="664597" y="1405669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h2985"/>
            <p:cNvSpPr/>
            <p:nvPr/>
          </p:nvSpPr>
          <p:spPr>
            <a:xfrm>
              <a:off x="627736" y="1329057"/>
              <a:ext cx="416" cy="2816"/>
            </a:xfrm>
            <a:custGeom>
              <a:avLst/>
              <a:pathLst>
                <a:path w="416" h="2816">
                  <a:moveTo>
                    <a:pt x="416" y="2120"/>
                  </a:moveTo>
                  <a:lnTo>
                    <a:pt x="123" y="281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h2986"/>
            <p:cNvSpPr/>
            <p:nvPr/>
          </p:nvSpPr>
          <p:spPr>
            <a:xfrm>
              <a:off x="626328" y="1328307"/>
              <a:ext cx="284" cy="501"/>
            </a:xfrm>
            <a:custGeom>
              <a:avLst/>
              <a:pathLst>
                <a:path w="284" h="501">
                  <a:moveTo>
                    <a:pt x="284" y="73"/>
                  </a:moveTo>
                  <a:lnTo>
                    <a:pt x="0" y="501"/>
                  </a:lnTo>
                  <a:lnTo>
                    <a:pt x="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h2987"/>
            <p:cNvSpPr/>
            <p:nvPr/>
          </p:nvSpPr>
          <p:spPr>
            <a:xfrm>
              <a:off x="622575" y="1324689"/>
              <a:ext cx="493" cy="1467"/>
            </a:xfrm>
            <a:custGeom>
              <a:avLst/>
              <a:pathLst>
                <a:path w="493" h="1467">
                  <a:moveTo>
                    <a:pt x="493" y="1467"/>
                  </a:moveTo>
                  <a:lnTo>
                    <a:pt x="0" y="522"/>
                  </a:lnTo>
                  <a:lnTo>
                    <a:pt x="15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h2988"/>
            <p:cNvSpPr/>
            <p:nvPr/>
          </p:nvSpPr>
          <p:spPr>
            <a:xfrm>
              <a:off x="1706406" y="2726739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h2989"/>
            <p:cNvSpPr/>
            <p:nvPr/>
          </p:nvSpPr>
          <p:spPr>
            <a:xfrm>
              <a:off x="1682860" y="2707064"/>
              <a:ext cx="14670" cy="9145"/>
            </a:xfrm>
            <a:custGeom>
              <a:avLst/>
              <a:pathLst>
                <a:path w="14670" h="9145">
                  <a:moveTo>
                    <a:pt x="0" y="3253"/>
                  </a:move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lnTo>
                    <a:pt x="13717" y="1954"/>
                  </a:ln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h2990"/>
            <p:cNvSpPr/>
            <p:nvPr/>
          </p:nvSpPr>
          <p:spPr>
            <a:xfrm>
              <a:off x="1666008" y="2682743"/>
              <a:ext cx="15672" cy="17373"/>
            </a:xfrm>
            <a:custGeom>
              <a:avLst/>
              <a:pathLst>
                <a:path w="15672" h="17373">
                  <a:moveTo>
                    <a:pt x="12773" y="17373"/>
                  </a:move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lnTo>
                    <a:pt x="12866" y="4619"/>
                  </a:lnTo>
                  <a:lnTo>
                    <a:pt x="15672" y="11531"/>
                  </a:lnTo>
                  <a:lnTo>
                    <a:pt x="14897" y="150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h2991"/>
            <p:cNvSpPr/>
            <p:nvPr/>
          </p:nvSpPr>
          <p:spPr>
            <a:xfrm>
              <a:off x="1662445" y="2672998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h2992"/>
            <p:cNvSpPr/>
            <p:nvPr/>
          </p:nvSpPr>
          <p:spPr>
            <a:xfrm>
              <a:off x="1699134" y="25071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h2993"/>
            <p:cNvSpPr/>
            <p:nvPr/>
          </p:nvSpPr>
          <p:spPr>
            <a:xfrm>
              <a:off x="1695120" y="2506345"/>
              <a:ext cx="166" cy="59"/>
            </a:xfrm>
            <a:custGeom>
              <a:avLst/>
              <a:pathLst>
                <a:path w="166" h="59">
                  <a:moveTo>
                    <a:pt x="0" y="59"/>
                  </a:moveTo>
                  <a:lnTo>
                    <a:pt x="16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h2994"/>
            <p:cNvSpPr/>
            <p:nvPr/>
          </p:nvSpPr>
          <p:spPr>
            <a:xfrm>
              <a:off x="1692342" y="2501105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h2995"/>
            <p:cNvSpPr/>
            <p:nvPr/>
          </p:nvSpPr>
          <p:spPr>
            <a:xfrm>
              <a:off x="1691938" y="2499990"/>
              <a:ext cx="774" cy="1105"/>
            </a:xfrm>
            <a:custGeom>
              <a:avLst/>
              <a:pathLst>
                <a:path w="774" h="1105">
                  <a:moveTo>
                    <a:pt x="0" y="331"/>
                  </a:moveTo>
                  <a:lnTo>
                    <a:pt x="739" y="0"/>
                  </a:lnTo>
                  <a:lnTo>
                    <a:pt x="774" y="11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h2996"/>
            <p:cNvSpPr/>
            <p:nvPr/>
          </p:nvSpPr>
          <p:spPr>
            <a:xfrm>
              <a:off x="1691098" y="2497417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h2997"/>
            <p:cNvSpPr/>
            <p:nvPr/>
          </p:nvSpPr>
          <p:spPr>
            <a:xfrm>
              <a:off x="1318667" y="2348340"/>
              <a:ext cx="13835" cy="29186"/>
            </a:xfrm>
            <a:custGeom>
              <a:avLst/>
              <a:pathLst>
                <a:path w="13835" h="29186">
                  <a:moveTo>
                    <a:pt x="730" y="0"/>
                  </a:move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lnTo>
                    <a:pt x="1261" y="13531"/>
                  </a:lnTo>
                  <a:lnTo>
                    <a:pt x="0" y="53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h2998"/>
            <p:cNvSpPr/>
            <p:nvPr/>
          </p:nvSpPr>
          <p:spPr>
            <a:xfrm>
              <a:off x="1274494" y="2356144"/>
              <a:ext cx="478" cy="366"/>
            </a:xfrm>
            <a:custGeom>
              <a:avLst/>
              <a:pathLst>
                <a:path w="478" h="366">
                  <a:moveTo>
                    <a:pt x="321" y="0"/>
                  </a:moveTo>
                  <a:lnTo>
                    <a:pt x="478" y="100"/>
                  </a:lnTo>
                  <a:lnTo>
                    <a:pt x="0" y="3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h2999"/>
            <p:cNvSpPr/>
            <p:nvPr/>
          </p:nvSpPr>
          <p:spPr>
            <a:xfrm>
              <a:off x="1270965" y="2335913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h3000"/>
            <p:cNvSpPr/>
            <p:nvPr/>
          </p:nvSpPr>
          <p:spPr>
            <a:xfrm>
              <a:off x="1269810" y="2327284"/>
              <a:ext cx="11668" cy="15489"/>
            </a:xfrm>
            <a:custGeom>
              <a:avLst/>
              <a:pathLst>
                <a:path w="11668" h="15489">
                  <a:moveTo>
                    <a:pt x="3741" y="9274"/>
                  </a:move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lnTo>
                    <a:pt x="7225" y="14810"/>
                  </a:lnTo>
                  <a:lnTo>
                    <a:pt x="4762" y="15489"/>
                  </a:lnTo>
                  <a:lnTo>
                    <a:pt x="3426" y="111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h3001"/>
            <p:cNvSpPr/>
            <p:nvPr/>
          </p:nvSpPr>
          <p:spPr>
            <a:xfrm>
              <a:off x="1270629" y="2334832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h3002"/>
            <p:cNvSpPr/>
            <p:nvPr/>
          </p:nvSpPr>
          <p:spPr>
            <a:xfrm>
              <a:off x="1268561" y="2332357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h3003"/>
            <p:cNvSpPr/>
            <p:nvPr/>
          </p:nvSpPr>
          <p:spPr>
            <a:xfrm>
              <a:off x="1268386" y="2320071"/>
              <a:ext cx="5812" cy="7210"/>
            </a:xfrm>
            <a:custGeom>
              <a:avLst/>
              <a:pathLst>
                <a:path w="5812" h="7210">
                  <a:moveTo>
                    <a:pt x="2816" y="0"/>
                  </a:move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lnTo>
                    <a:pt x="2505" y="3190"/>
                  </a:lnTo>
                  <a:lnTo>
                    <a:pt x="0" y="2855"/>
                  </a:lnTo>
                  <a:lnTo>
                    <a:pt x="1627" y="4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h3004"/>
            <p:cNvSpPr/>
            <p:nvPr/>
          </p:nvSpPr>
          <p:spPr>
            <a:xfrm>
              <a:off x="1269824" y="2318955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h3005"/>
            <p:cNvSpPr/>
            <p:nvPr/>
          </p:nvSpPr>
          <p:spPr>
            <a:xfrm>
              <a:off x="1251653" y="2288844"/>
              <a:ext cx="2323" cy="3175"/>
            </a:xfrm>
            <a:custGeom>
              <a:avLst/>
              <a:pathLst>
                <a:path w="2323" h="3175">
                  <a:moveTo>
                    <a:pt x="2323" y="445"/>
                  </a:move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lnTo>
                    <a:pt x="19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h3006"/>
            <p:cNvSpPr/>
            <p:nvPr/>
          </p:nvSpPr>
          <p:spPr>
            <a:xfrm>
              <a:off x="1252554" y="228760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h3007"/>
            <p:cNvSpPr/>
            <p:nvPr/>
          </p:nvSpPr>
          <p:spPr>
            <a:xfrm>
              <a:off x="1250151" y="2284642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h3008"/>
            <p:cNvSpPr/>
            <p:nvPr/>
          </p:nvSpPr>
          <p:spPr>
            <a:xfrm>
              <a:off x="1239177" y="2256920"/>
              <a:ext cx="19465" cy="28995"/>
            </a:xfrm>
            <a:custGeom>
              <a:avLst/>
              <a:pathLst>
                <a:path w="19465" h="28995">
                  <a:moveTo>
                    <a:pt x="0" y="6090"/>
                  </a:move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lnTo>
                    <a:pt x="13569" y="9399"/>
                  </a:ln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h3009"/>
            <p:cNvSpPr/>
            <p:nvPr/>
          </p:nvSpPr>
          <p:spPr>
            <a:xfrm>
              <a:off x="1492746" y="2262692"/>
              <a:ext cx="2660" cy="2319"/>
            </a:xfrm>
            <a:custGeom>
              <a:avLst/>
              <a:pathLst>
                <a:path w="2660" h="2319">
                  <a:moveTo>
                    <a:pt x="208" y="124"/>
                  </a:move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lnTo>
                    <a:pt x="0" y="9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h3010"/>
            <p:cNvSpPr/>
            <p:nvPr/>
          </p:nvSpPr>
          <p:spPr>
            <a:xfrm>
              <a:off x="1492007" y="2261059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h3011"/>
            <p:cNvSpPr/>
            <p:nvPr/>
          </p:nvSpPr>
          <p:spPr>
            <a:xfrm>
              <a:off x="1492749" y="2260825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h3012"/>
            <p:cNvSpPr/>
            <p:nvPr/>
          </p:nvSpPr>
          <p:spPr>
            <a:xfrm>
              <a:off x="1261831" y="2257008"/>
              <a:ext cx="200" cy="409"/>
            </a:xfrm>
            <a:custGeom>
              <a:avLst/>
              <a:pathLst>
                <a:path w="200" h="409">
                  <a:moveTo>
                    <a:pt x="200" y="326"/>
                  </a:moveTo>
                  <a:lnTo>
                    <a:pt x="0" y="409"/>
                  </a:lnTo>
                  <a:lnTo>
                    <a:pt x="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h3013"/>
            <p:cNvSpPr/>
            <p:nvPr/>
          </p:nvSpPr>
          <p:spPr>
            <a:xfrm>
              <a:off x="1241537" y="2245044"/>
              <a:ext cx="1107" cy="1315"/>
            </a:xfrm>
            <a:custGeom>
              <a:avLst/>
              <a:pathLst>
                <a:path w="1107" h="1315">
                  <a:moveTo>
                    <a:pt x="1107" y="292"/>
                  </a:moveTo>
                  <a:lnTo>
                    <a:pt x="0" y="1315"/>
                  </a:lnTo>
                  <a:lnTo>
                    <a:pt x="8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h3014"/>
            <p:cNvSpPr/>
            <p:nvPr/>
          </p:nvSpPr>
          <p:spPr>
            <a:xfrm>
              <a:off x="1238830" y="2232512"/>
              <a:ext cx="5219" cy="5835"/>
            </a:xfrm>
            <a:custGeom>
              <a:avLst/>
              <a:pathLst>
                <a:path w="5219" h="5835">
                  <a:moveTo>
                    <a:pt x="5219" y="0"/>
                  </a:move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lnTo>
                    <a:pt x="0" y="3160"/>
                  </a:lnTo>
                  <a:lnTo>
                    <a:pt x="512" y="2049"/>
                  </a:lnTo>
                  <a:lnTo>
                    <a:pt x="2264" y="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h3015"/>
            <p:cNvSpPr/>
            <p:nvPr/>
          </p:nvSpPr>
          <p:spPr>
            <a:xfrm>
              <a:off x="1234063" y="2184368"/>
              <a:ext cx="4977" cy="13856"/>
            </a:xfrm>
            <a:custGeom>
              <a:avLst/>
              <a:pathLst>
                <a:path w="4977" h="13856">
                  <a:moveTo>
                    <a:pt x="1659" y="12533"/>
                  </a:moveTo>
                  <a:lnTo>
                    <a:pt x="0" y="7635"/>
                  </a:lnTo>
                  <a:lnTo>
                    <a:pt x="761" y="3548"/>
                  </a:ln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h3016"/>
            <p:cNvSpPr/>
            <p:nvPr/>
          </p:nvSpPr>
          <p:spPr>
            <a:xfrm>
              <a:off x="1267557" y="1982925"/>
              <a:ext cx="7568" cy="15659"/>
            </a:xfrm>
            <a:custGeom>
              <a:avLst/>
              <a:pathLst>
                <a:path w="7568" h="15659">
                  <a:moveTo>
                    <a:pt x="2021" y="11333"/>
                  </a:move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lnTo>
                    <a:pt x="486" y="64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h3017"/>
            <p:cNvSpPr/>
            <p:nvPr/>
          </p:nvSpPr>
          <p:spPr>
            <a:xfrm>
              <a:off x="1244150" y="1925964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h3018"/>
            <p:cNvSpPr/>
            <p:nvPr/>
          </p:nvSpPr>
          <p:spPr>
            <a:xfrm>
              <a:off x="1245794" y="1923751"/>
              <a:ext cx="1714" cy="1544"/>
            </a:xfrm>
            <a:custGeom>
              <a:avLst/>
              <a:pathLst>
                <a:path w="1714" h="1544">
                  <a:moveTo>
                    <a:pt x="135" y="1544"/>
                  </a:moveTo>
                  <a:lnTo>
                    <a:pt x="0" y="1046"/>
                  </a:lnTo>
                  <a:lnTo>
                    <a:pt x="17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h3019"/>
            <p:cNvSpPr/>
            <p:nvPr/>
          </p:nvSpPr>
          <p:spPr>
            <a:xfrm>
              <a:off x="1243119" y="1922138"/>
              <a:ext cx="543" cy="655"/>
            </a:xfrm>
            <a:custGeom>
              <a:avLst/>
              <a:pathLst>
                <a:path w="543" h="655">
                  <a:moveTo>
                    <a:pt x="543" y="0"/>
                  </a:moveTo>
                  <a:lnTo>
                    <a:pt x="0" y="655"/>
                  </a:lnTo>
                  <a:lnTo>
                    <a:pt x="58" y="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h3020"/>
            <p:cNvSpPr/>
            <p:nvPr/>
          </p:nvSpPr>
          <p:spPr>
            <a:xfrm>
              <a:off x="1242411" y="1922247"/>
              <a:ext cx="277" cy="352"/>
            </a:xfrm>
            <a:custGeom>
              <a:avLst/>
              <a:pathLst>
                <a:path w="277" h="352">
                  <a:moveTo>
                    <a:pt x="0" y="117"/>
                  </a:moveTo>
                  <a:lnTo>
                    <a:pt x="277" y="0"/>
                  </a:lnTo>
                  <a:lnTo>
                    <a:pt x="140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h3021"/>
            <p:cNvSpPr/>
            <p:nvPr/>
          </p:nvSpPr>
          <p:spPr>
            <a:xfrm>
              <a:off x="1901124" y="2996774"/>
              <a:ext cx="314" cy="430"/>
            </a:xfrm>
            <a:custGeom>
              <a:avLst/>
              <a:pathLst>
                <a:path w="314" h="430">
                  <a:moveTo>
                    <a:pt x="162" y="430"/>
                  </a:moveTo>
                  <a:lnTo>
                    <a:pt x="0" y="146"/>
                  </a:lnTo>
                  <a:lnTo>
                    <a:pt x="3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h3022"/>
            <p:cNvSpPr/>
            <p:nvPr/>
          </p:nvSpPr>
          <p:spPr>
            <a:xfrm>
              <a:off x="1864235" y="2981291"/>
              <a:ext cx="300" cy="965"/>
            </a:xfrm>
            <a:custGeom>
              <a:avLst/>
              <a:pathLst>
                <a:path w="300" h="965">
                  <a:moveTo>
                    <a:pt x="300" y="0"/>
                  </a:moveTo>
                  <a:lnTo>
                    <a:pt x="66" y="965"/>
                  </a:lnTo>
                  <a:lnTo>
                    <a:pt x="0" y="3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h3023"/>
            <p:cNvSpPr/>
            <p:nvPr/>
          </p:nvSpPr>
          <p:spPr>
            <a:xfrm>
              <a:off x="1864650" y="2980669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h3024"/>
            <p:cNvSpPr/>
            <p:nvPr/>
          </p:nvSpPr>
          <p:spPr>
            <a:xfrm>
              <a:off x="1857689" y="29758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h3025"/>
            <p:cNvSpPr/>
            <p:nvPr/>
          </p:nvSpPr>
          <p:spPr>
            <a:xfrm>
              <a:off x="1848267" y="29717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h3026"/>
            <p:cNvSpPr/>
            <p:nvPr/>
          </p:nvSpPr>
          <p:spPr>
            <a:xfrm>
              <a:off x="1848654" y="297128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h3027"/>
            <p:cNvSpPr/>
            <p:nvPr/>
          </p:nvSpPr>
          <p:spPr>
            <a:xfrm>
              <a:off x="1839872" y="2961502"/>
              <a:ext cx="215" cy="233"/>
            </a:xfrm>
            <a:custGeom>
              <a:avLst/>
              <a:pathLst>
                <a:path w="215" h="233">
                  <a:moveTo>
                    <a:pt x="215" y="233"/>
                  </a:moveTo>
                  <a:lnTo>
                    <a:pt x="0" y="222"/>
                  </a:lnTo>
                  <a:lnTo>
                    <a:pt x="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h3028"/>
            <p:cNvSpPr/>
            <p:nvPr/>
          </p:nvSpPr>
          <p:spPr>
            <a:xfrm>
              <a:off x="1840030" y="29557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h3029"/>
            <p:cNvSpPr/>
            <p:nvPr/>
          </p:nvSpPr>
          <p:spPr>
            <a:xfrm>
              <a:off x="1836674" y="2951208"/>
              <a:ext cx="310" cy="43"/>
            </a:xfrm>
            <a:custGeom>
              <a:avLst/>
              <a:pathLst>
                <a:path w="310" h="43">
                  <a:moveTo>
                    <a:pt x="0" y="43"/>
                  </a:moveTo>
                  <a:lnTo>
                    <a:pt x="31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h3030"/>
            <p:cNvSpPr/>
            <p:nvPr/>
          </p:nvSpPr>
          <p:spPr>
            <a:xfrm>
              <a:off x="1836433" y="2950919"/>
              <a:ext cx="515" cy="160"/>
            </a:xfrm>
            <a:custGeom>
              <a:avLst/>
              <a:pathLst>
                <a:path w="515" h="160">
                  <a:moveTo>
                    <a:pt x="515" y="160"/>
                  </a:moveTo>
                  <a:lnTo>
                    <a:pt x="0" y="157"/>
                  </a:lnTo>
                  <a:lnTo>
                    <a:pt x="20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h3031"/>
            <p:cNvSpPr/>
            <p:nvPr/>
          </p:nvSpPr>
          <p:spPr>
            <a:xfrm>
              <a:off x="1834527" y="2945677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h3032"/>
            <p:cNvSpPr/>
            <p:nvPr/>
          </p:nvSpPr>
          <p:spPr>
            <a:xfrm>
              <a:off x="1833456" y="2945220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h3033"/>
            <p:cNvSpPr/>
            <p:nvPr/>
          </p:nvSpPr>
          <p:spPr>
            <a:xfrm>
              <a:off x="1833783" y="29447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h3034"/>
            <p:cNvSpPr/>
            <p:nvPr/>
          </p:nvSpPr>
          <p:spPr>
            <a:xfrm>
              <a:off x="1834189" y="2944428"/>
              <a:ext cx="187" cy="189"/>
            </a:xfrm>
            <a:custGeom>
              <a:avLst/>
              <a:pathLst>
                <a:path w="187" h="189">
                  <a:moveTo>
                    <a:pt x="187" y="189"/>
                  </a:moveTo>
                  <a:lnTo>
                    <a:pt x="0" y="160"/>
                  </a:lnTo>
                  <a:lnTo>
                    <a:pt x="1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h3035"/>
            <p:cNvSpPr/>
            <p:nvPr/>
          </p:nvSpPr>
          <p:spPr>
            <a:xfrm>
              <a:off x="1834186" y="2944081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h3036"/>
            <p:cNvSpPr/>
            <p:nvPr/>
          </p:nvSpPr>
          <p:spPr>
            <a:xfrm>
              <a:off x="1833826" y="2944040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h3037"/>
            <p:cNvSpPr/>
            <p:nvPr/>
          </p:nvSpPr>
          <p:spPr>
            <a:xfrm>
              <a:off x="1833576" y="2943552"/>
              <a:ext cx="210" cy="301"/>
            </a:xfrm>
            <a:custGeom>
              <a:avLst/>
              <a:pathLst>
                <a:path w="210" h="301">
                  <a:moveTo>
                    <a:pt x="210" y="301"/>
                  </a:moveTo>
                  <a:lnTo>
                    <a:pt x="0" y="196"/>
                  </a:lnTo>
                  <a:lnTo>
                    <a:pt x="13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h3038"/>
            <p:cNvSpPr/>
            <p:nvPr/>
          </p:nvSpPr>
          <p:spPr>
            <a:xfrm>
              <a:off x="1831540" y="2942292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h3039"/>
            <p:cNvSpPr/>
            <p:nvPr/>
          </p:nvSpPr>
          <p:spPr>
            <a:xfrm>
              <a:off x="1831240" y="2942567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h3040"/>
            <p:cNvSpPr/>
            <p:nvPr/>
          </p:nvSpPr>
          <p:spPr>
            <a:xfrm>
              <a:off x="1832204" y="2941610"/>
              <a:ext cx="142" cy="48"/>
            </a:xfrm>
            <a:custGeom>
              <a:avLst/>
              <a:pathLst>
                <a:path w="142" h="48">
                  <a:moveTo>
                    <a:pt x="0" y="0"/>
                  </a:moveTo>
                  <a:lnTo>
                    <a:pt x="142" y="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h3041"/>
            <p:cNvSpPr/>
            <p:nvPr/>
          </p:nvSpPr>
          <p:spPr>
            <a:xfrm>
              <a:off x="1831129" y="2940980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h3042"/>
            <p:cNvSpPr/>
            <p:nvPr/>
          </p:nvSpPr>
          <p:spPr>
            <a:xfrm>
              <a:off x="1829450" y="29395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h3043"/>
            <p:cNvSpPr/>
            <p:nvPr/>
          </p:nvSpPr>
          <p:spPr>
            <a:xfrm>
              <a:off x="1828948" y="2939334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h3044"/>
            <p:cNvSpPr/>
            <p:nvPr/>
          </p:nvSpPr>
          <p:spPr>
            <a:xfrm>
              <a:off x="1827867" y="293885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h3045"/>
            <p:cNvSpPr/>
            <p:nvPr/>
          </p:nvSpPr>
          <p:spPr>
            <a:xfrm>
              <a:off x="1827919" y="293865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h3046"/>
            <p:cNvSpPr/>
            <p:nvPr/>
          </p:nvSpPr>
          <p:spPr>
            <a:xfrm>
              <a:off x="1813939" y="2823442"/>
              <a:ext cx="230" cy="127"/>
            </a:xfrm>
            <a:custGeom>
              <a:avLst/>
              <a:pathLst>
                <a:path w="230" h="127">
                  <a:moveTo>
                    <a:pt x="157" y="127"/>
                  </a:moveTo>
                  <a:lnTo>
                    <a:pt x="0" y="31"/>
                  </a:lnTo>
                  <a:lnTo>
                    <a:pt x="23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h3047"/>
            <p:cNvSpPr/>
            <p:nvPr/>
          </p:nvSpPr>
          <p:spPr>
            <a:xfrm>
              <a:off x="1817468" y="2763490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h3048"/>
            <p:cNvSpPr/>
            <p:nvPr/>
          </p:nvSpPr>
          <p:spPr>
            <a:xfrm>
              <a:off x="1751354" y="2666167"/>
              <a:ext cx="1006" cy="1409"/>
            </a:xfrm>
            <a:custGeom>
              <a:avLst/>
              <a:pathLst>
                <a:path w="1006" h="1409">
                  <a:moveTo>
                    <a:pt x="0" y="0"/>
                  </a:moveTo>
                  <a:lnTo>
                    <a:pt x="870" y="474"/>
                  </a:lnTo>
                  <a:lnTo>
                    <a:pt x="1006" y="1409"/>
                  </a:lnTo>
                  <a:lnTo>
                    <a:pt x="203" y="12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h3049"/>
            <p:cNvSpPr/>
            <p:nvPr/>
          </p:nvSpPr>
          <p:spPr>
            <a:xfrm>
              <a:off x="2222004" y="3169189"/>
              <a:ext cx="866" cy="733"/>
            </a:xfrm>
            <a:custGeom>
              <a:avLst/>
              <a:pathLst>
                <a:path w="866" h="733">
                  <a:moveTo>
                    <a:pt x="96" y="0"/>
                  </a:moveTo>
                  <a:lnTo>
                    <a:pt x="866" y="666"/>
                  </a:lnTo>
                  <a:lnTo>
                    <a:pt x="0" y="7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h3050"/>
            <p:cNvSpPr/>
            <p:nvPr/>
          </p:nvSpPr>
          <p:spPr>
            <a:xfrm>
              <a:off x="2422818" y="3269822"/>
              <a:ext cx="1918" cy="539"/>
            </a:xfrm>
            <a:custGeom>
              <a:avLst/>
              <a:pathLst>
                <a:path w="1918" h="539">
                  <a:moveTo>
                    <a:pt x="1918" y="14"/>
                  </a:moveTo>
                  <a:lnTo>
                    <a:pt x="1504" y="5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h3051"/>
            <p:cNvSpPr/>
            <p:nvPr/>
          </p:nvSpPr>
          <p:spPr>
            <a:xfrm>
              <a:off x="2721604" y="3368822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h3052"/>
            <p:cNvSpPr/>
            <p:nvPr/>
          </p:nvSpPr>
          <p:spPr>
            <a:xfrm>
              <a:off x="2713887" y="2708057"/>
              <a:ext cx="961" cy="972"/>
            </a:xfrm>
            <a:custGeom>
              <a:avLst/>
              <a:pathLst>
                <a:path w="961" h="972">
                  <a:moveTo>
                    <a:pt x="961" y="0"/>
                  </a:moveTo>
                  <a:lnTo>
                    <a:pt x="578" y="949"/>
                  </a:lnTo>
                  <a:lnTo>
                    <a:pt x="0" y="9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h3053"/>
            <p:cNvSpPr/>
            <p:nvPr/>
          </p:nvSpPr>
          <p:spPr>
            <a:xfrm>
              <a:off x="2852800" y="3394032"/>
              <a:ext cx="312" cy="241"/>
            </a:xfrm>
            <a:custGeom>
              <a:avLst/>
              <a:pathLst>
                <a:path w="312" h="241">
                  <a:moveTo>
                    <a:pt x="0" y="35"/>
                  </a:moveTo>
                  <a:lnTo>
                    <a:pt x="265" y="0"/>
                  </a:lnTo>
                  <a:lnTo>
                    <a:pt x="312" y="2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h3054"/>
            <p:cNvSpPr/>
            <p:nvPr/>
          </p:nvSpPr>
          <p:spPr>
            <a:xfrm>
              <a:off x="2853650" y="3393594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h3055"/>
            <p:cNvSpPr/>
            <p:nvPr/>
          </p:nvSpPr>
          <p:spPr>
            <a:xfrm>
              <a:off x="2860489" y="3389709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h3056"/>
            <p:cNvSpPr/>
            <p:nvPr/>
          </p:nvSpPr>
          <p:spPr>
            <a:xfrm>
              <a:off x="2865388" y="3386343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h3057"/>
            <p:cNvSpPr/>
            <p:nvPr/>
          </p:nvSpPr>
          <p:spPr>
            <a:xfrm>
              <a:off x="2869438" y="3384074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h3058"/>
            <p:cNvSpPr/>
            <p:nvPr/>
          </p:nvSpPr>
          <p:spPr>
            <a:xfrm>
              <a:off x="2927303" y="3360394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h3059"/>
            <p:cNvSpPr/>
            <p:nvPr/>
          </p:nvSpPr>
          <p:spPr>
            <a:xfrm>
              <a:off x="2851718" y="2976813"/>
              <a:ext cx="139" cy="416"/>
            </a:xfrm>
            <a:custGeom>
              <a:avLst/>
              <a:pathLst>
                <a:path w="139" h="416">
                  <a:moveTo>
                    <a:pt x="0" y="416"/>
                  </a:moveTo>
                  <a:lnTo>
                    <a:pt x="1" y="0"/>
                  </a:lnTo>
                  <a:lnTo>
                    <a:pt x="139" y="20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h3060"/>
            <p:cNvSpPr/>
            <p:nvPr/>
          </p:nvSpPr>
          <p:spPr>
            <a:xfrm>
              <a:off x="3272629" y="2746647"/>
              <a:ext cx="2314" cy="1912"/>
            </a:xfrm>
            <a:custGeom>
              <a:avLst/>
              <a:pathLst>
                <a:path w="2314" h="1912">
                  <a:moveTo>
                    <a:pt x="740" y="1912"/>
                  </a:moveTo>
                  <a:lnTo>
                    <a:pt x="0" y="1568"/>
                  </a:lnTo>
                  <a:lnTo>
                    <a:pt x="2201" y="0"/>
                  </a:lnTo>
                  <a:lnTo>
                    <a:pt x="2314" y="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h3061"/>
            <p:cNvSpPr/>
            <p:nvPr/>
          </p:nvSpPr>
          <p:spPr>
            <a:xfrm>
              <a:off x="3275631" y="2743983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h3062"/>
            <p:cNvSpPr/>
            <p:nvPr/>
          </p:nvSpPr>
          <p:spPr>
            <a:xfrm>
              <a:off x="3277527" y="2744646"/>
              <a:ext cx="235" cy="362"/>
            </a:xfrm>
            <a:custGeom>
              <a:avLst/>
              <a:pathLst>
                <a:path w="235" h="362">
                  <a:moveTo>
                    <a:pt x="0" y="326"/>
                  </a:moveTo>
                  <a:lnTo>
                    <a:pt x="235" y="0"/>
                  </a:lnTo>
                  <a:lnTo>
                    <a:pt x="159" y="3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h3063"/>
            <p:cNvSpPr/>
            <p:nvPr/>
          </p:nvSpPr>
          <p:spPr>
            <a:xfrm>
              <a:off x="3263093" y="2738252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h3064"/>
            <p:cNvSpPr/>
            <p:nvPr/>
          </p:nvSpPr>
          <p:spPr>
            <a:xfrm>
              <a:off x="3310566" y="2829689"/>
              <a:ext cx="260" cy="56"/>
            </a:xfrm>
            <a:custGeom>
              <a:avLst/>
              <a:pathLst>
                <a:path w="260" h="56">
                  <a:moveTo>
                    <a:pt x="260" y="5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h3065"/>
            <p:cNvSpPr/>
            <p:nvPr/>
          </p:nvSpPr>
          <p:spPr>
            <a:xfrm>
              <a:off x="3308285" y="282906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h3066"/>
            <p:cNvSpPr/>
            <p:nvPr/>
          </p:nvSpPr>
          <p:spPr>
            <a:xfrm>
              <a:off x="3309922" y="2828686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h3067"/>
            <p:cNvSpPr/>
            <p:nvPr/>
          </p:nvSpPr>
          <p:spPr>
            <a:xfrm>
              <a:off x="3472652" y="2799894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h3068"/>
            <p:cNvSpPr/>
            <p:nvPr/>
          </p:nvSpPr>
          <p:spPr>
            <a:xfrm>
              <a:off x="3472321" y="2762996"/>
              <a:ext cx="1258" cy="6495"/>
            </a:xfrm>
            <a:custGeom>
              <a:avLst/>
              <a:pathLst>
                <a:path w="1258" h="6495">
                  <a:moveTo>
                    <a:pt x="1258" y="1005"/>
                  </a:moveTo>
                  <a:lnTo>
                    <a:pt x="846" y="3755"/>
                  </a:lnTo>
                  <a:lnTo>
                    <a:pt x="1009" y="6495"/>
                  </a:lnTo>
                  <a:lnTo>
                    <a:pt x="0" y="4205"/>
                  </a:lnTo>
                  <a:lnTo>
                    <a:pt x="62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h3069"/>
            <p:cNvSpPr/>
            <p:nvPr/>
          </p:nvSpPr>
          <p:spPr>
            <a:xfrm>
              <a:off x="3472921" y="2762359"/>
              <a:ext cx="964" cy="1713"/>
            </a:xfrm>
            <a:custGeom>
              <a:avLst/>
              <a:pathLst>
                <a:path w="964" h="1713">
                  <a:moveTo>
                    <a:pt x="905" y="274"/>
                  </a:moveTo>
                  <a:lnTo>
                    <a:pt x="964" y="171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h3070"/>
            <p:cNvSpPr/>
            <p:nvPr/>
          </p:nvSpPr>
          <p:spPr>
            <a:xfrm>
              <a:off x="3473051" y="2758073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h3071"/>
            <p:cNvSpPr/>
            <p:nvPr/>
          </p:nvSpPr>
          <p:spPr>
            <a:xfrm>
              <a:off x="3283188" y="2635607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h3072"/>
            <p:cNvSpPr/>
            <p:nvPr/>
          </p:nvSpPr>
          <p:spPr>
            <a:xfrm>
              <a:off x="3357640" y="2597842"/>
              <a:ext cx="159" cy="95"/>
            </a:xfrm>
            <a:custGeom>
              <a:avLst/>
              <a:pathLst>
                <a:path w="159" h="95">
                  <a:moveTo>
                    <a:pt x="159" y="0"/>
                  </a:moveTo>
                  <a:lnTo>
                    <a:pt x="0" y="9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h3073"/>
            <p:cNvSpPr/>
            <p:nvPr/>
          </p:nvSpPr>
          <p:spPr>
            <a:xfrm>
              <a:off x="3358024" y="2597207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h3074"/>
            <p:cNvSpPr/>
            <p:nvPr/>
          </p:nvSpPr>
          <p:spPr>
            <a:xfrm>
              <a:off x="3355177" y="2597225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h3075"/>
            <p:cNvSpPr/>
            <p:nvPr/>
          </p:nvSpPr>
          <p:spPr>
            <a:xfrm>
              <a:off x="3355585" y="2597183"/>
              <a:ext cx="1" cy="166"/>
            </a:xfrm>
            <a:custGeom>
              <a:avLst/>
              <a:pathLst>
                <a:path w="1" h="166">
                  <a:moveTo>
                    <a:pt x="1" y="16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h3076"/>
            <p:cNvSpPr/>
            <p:nvPr/>
          </p:nvSpPr>
          <p:spPr>
            <a:xfrm>
              <a:off x="3357303" y="2596531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h3077"/>
            <p:cNvSpPr/>
            <p:nvPr/>
          </p:nvSpPr>
          <p:spPr>
            <a:xfrm>
              <a:off x="3544241" y="2551762"/>
              <a:ext cx="866" cy="646"/>
            </a:xfrm>
            <a:custGeom>
              <a:avLst/>
              <a:pathLst>
                <a:path w="866" h="646">
                  <a:moveTo>
                    <a:pt x="866" y="0"/>
                  </a:moveTo>
                  <a:lnTo>
                    <a:pt x="654" y="462"/>
                  </a:lnTo>
                  <a:lnTo>
                    <a:pt x="0" y="6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h3078"/>
            <p:cNvSpPr/>
            <p:nvPr/>
          </p:nvSpPr>
          <p:spPr>
            <a:xfrm>
              <a:off x="3545280" y="2551877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h3079"/>
            <p:cNvSpPr/>
            <p:nvPr/>
          </p:nvSpPr>
          <p:spPr>
            <a:xfrm>
              <a:off x="3543438" y="2550903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h3080"/>
            <p:cNvSpPr/>
            <p:nvPr/>
          </p:nvSpPr>
          <p:spPr>
            <a:xfrm>
              <a:off x="3544853" y="2550869"/>
              <a:ext cx="39" cy="137"/>
            </a:xfrm>
            <a:custGeom>
              <a:avLst/>
              <a:pathLst>
                <a:path w="39" h="137">
                  <a:moveTo>
                    <a:pt x="39" y="0"/>
                  </a:move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h3081"/>
            <p:cNvSpPr/>
            <p:nvPr/>
          </p:nvSpPr>
          <p:spPr>
            <a:xfrm>
              <a:off x="3543348" y="2550600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h3082"/>
            <p:cNvSpPr/>
            <p:nvPr/>
          </p:nvSpPr>
          <p:spPr>
            <a:xfrm>
              <a:off x="3543394" y="2549837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h3083"/>
            <p:cNvSpPr/>
            <p:nvPr/>
          </p:nvSpPr>
          <p:spPr>
            <a:xfrm>
              <a:off x="3543820" y="2549767"/>
              <a:ext cx="152" cy="241"/>
            </a:xfrm>
            <a:custGeom>
              <a:avLst/>
              <a:pathLst>
                <a:path w="152" h="241">
                  <a:moveTo>
                    <a:pt x="19" y="0"/>
                  </a:moveTo>
                  <a:lnTo>
                    <a:pt x="152" y="241"/>
                  </a:lnTo>
                  <a:lnTo>
                    <a:pt x="0" y="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h3084"/>
            <p:cNvSpPr/>
            <p:nvPr/>
          </p:nvSpPr>
          <p:spPr>
            <a:xfrm>
              <a:off x="3537576" y="2545755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h3085"/>
            <p:cNvSpPr/>
            <p:nvPr/>
          </p:nvSpPr>
          <p:spPr>
            <a:xfrm>
              <a:off x="3538597" y="254579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h3086"/>
            <p:cNvSpPr/>
            <p:nvPr/>
          </p:nvSpPr>
          <p:spPr>
            <a:xfrm>
              <a:off x="3536487" y="2545122"/>
              <a:ext cx="868" cy="1112"/>
            </a:xfrm>
            <a:custGeom>
              <a:avLst/>
              <a:pathLst>
                <a:path w="868" h="1112">
                  <a:moveTo>
                    <a:pt x="0" y="0"/>
                  </a:moveTo>
                  <a:lnTo>
                    <a:pt x="868" y="11"/>
                  </a:lnTo>
                  <a:lnTo>
                    <a:pt x="821" y="111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h3087"/>
            <p:cNvSpPr/>
            <p:nvPr/>
          </p:nvSpPr>
          <p:spPr>
            <a:xfrm>
              <a:off x="3538512" y="2545245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h3088"/>
            <p:cNvSpPr/>
            <p:nvPr/>
          </p:nvSpPr>
          <p:spPr>
            <a:xfrm>
              <a:off x="3535870" y="2544739"/>
              <a:ext cx="885" cy="585"/>
            </a:xfrm>
            <a:custGeom>
              <a:avLst/>
              <a:pathLst>
                <a:path w="885" h="585">
                  <a:moveTo>
                    <a:pt x="513" y="185"/>
                  </a:moveTo>
                  <a:lnTo>
                    <a:pt x="485" y="585"/>
                  </a:lnTo>
                  <a:lnTo>
                    <a:pt x="0" y="385"/>
                  </a:lnTo>
                  <a:lnTo>
                    <a:pt x="8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h3089"/>
            <p:cNvSpPr/>
            <p:nvPr/>
          </p:nvSpPr>
          <p:spPr>
            <a:xfrm>
              <a:off x="3536957" y="2544321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h3090"/>
            <p:cNvSpPr/>
            <p:nvPr/>
          </p:nvSpPr>
          <p:spPr>
            <a:xfrm>
              <a:off x="3537567" y="2544044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h3091"/>
            <p:cNvSpPr/>
            <p:nvPr/>
          </p:nvSpPr>
          <p:spPr>
            <a:xfrm>
              <a:off x="3537771" y="2543691"/>
              <a:ext cx="267" cy="253"/>
            </a:xfrm>
            <a:custGeom>
              <a:avLst/>
              <a:pathLst>
                <a:path w="267" h="253">
                  <a:moveTo>
                    <a:pt x="267" y="20"/>
                  </a:moveTo>
                  <a:lnTo>
                    <a:pt x="239" y="2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h3092"/>
            <p:cNvSpPr/>
            <p:nvPr/>
          </p:nvSpPr>
          <p:spPr>
            <a:xfrm>
              <a:off x="3533813" y="2539416"/>
              <a:ext cx="1666" cy="3464"/>
            </a:xfrm>
            <a:custGeom>
              <a:avLst/>
              <a:pathLst>
                <a:path w="1666" h="3464">
                  <a:moveTo>
                    <a:pt x="0" y="1690"/>
                  </a:moveTo>
                  <a:lnTo>
                    <a:pt x="266" y="0"/>
                  </a:lnTo>
                  <a:lnTo>
                    <a:pt x="1194" y="965"/>
                  </a:lnTo>
                  <a:lnTo>
                    <a:pt x="1165" y="2204"/>
                  </a:lnTo>
                  <a:lnTo>
                    <a:pt x="1666" y="3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h3093"/>
            <p:cNvSpPr/>
            <p:nvPr/>
          </p:nvSpPr>
          <p:spPr>
            <a:xfrm>
              <a:off x="3535435" y="2540288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h3094"/>
            <p:cNvSpPr/>
            <p:nvPr/>
          </p:nvSpPr>
          <p:spPr>
            <a:xfrm>
              <a:off x="3529323" y="2527890"/>
              <a:ext cx="21191" cy="24684"/>
            </a:xfrm>
            <a:custGeom>
              <a:avLst/>
              <a:pathLst>
                <a:path w="21191" h="24684">
                  <a:moveTo>
                    <a:pt x="3537" y="7382"/>
                  </a:move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lnTo>
                    <a:pt x="16463" y="24684"/>
                  </a:ln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h3095"/>
            <p:cNvSpPr/>
            <p:nvPr/>
          </p:nvSpPr>
          <p:spPr>
            <a:xfrm>
              <a:off x="3534490" y="2539041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h3096"/>
            <p:cNvSpPr/>
            <p:nvPr/>
          </p:nvSpPr>
          <p:spPr>
            <a:xfrm>
              <a:off x="3534147" y="2538142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h3097"/>
            <p:cNvSpPr/>
            <p:nvPr/>
          </p:nvSpPr>
          <p:spPr>
            <a:xfrm>
              <a:off x="3536062" y="2537191"/>
              <a:ext cx="1260" cy="1215"/>
            </a:xfrm>
            <a:custGeom>
              <a:avLst/>
              <a:pathLst>
                <a:path w="1260" h="1215">
                  <a:moveTo>
                    <a:pt x="927" y="1215"/>
                  </a:move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lnTo>
                    <a:pt x="1260" y="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h3098"/>
            <p:cNvSpPr/>
            <p:nvPr/>
          </p:nvSpPr>
          <p:spPr>
            <a:xfrm>
              <a:off x="3530679" y="2536282"/>
              <a:ext cx="2812" cy="2875"/>
            </a:xfrm>
            <a:custGeom>
              <a:avLst/>
              <a:pathLst>
                <a:path w="2812" h="2875">
                  <a:moveTo>
                    <a:pt x="1533" y="1309"/>
                  </a:moveTo>
                  <a:lnTo>
                    <a:pt x="2812" y="2875"/>
                  </a:lnTo>
                  <a:lnTo>
                    <a:pt x="0" y="883"/>
                  </a:lnTo>
                  <a:lnTo>
                    <a:pt x="108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h3099"/>
            <p:cNvSpPr/>
            <p:nvPr/>
          </p:nvSpPr>
          <p:spPr>
            <a:xfrm>
              <a:off x="3533266" y="2536435"/>
              <a:ext cx="342" cy="471"/>
            </a:xfrm>
            <a:custGeom>
              <a:avLst/>
              <a:pathLst>
                <a:path w="342" h="471">
                  <a:moveTo>
                    <a:pt x="99" y="0"/>
                  </a:moveTo>
                  <a:lnTo>
                    <a:pt x="342" y="471"/>
                  </a:lnTo>
                  <a:lnTo>
                    <a:pt x="0" y="44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h3100"/>
            <p:cNvSpPr/>
            <p:nvPr/>
          </p:nvSpPr>
          <p:spPr>
            <a:xfrm>
              <a:off x="3535618" y="2535956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h3101"/>
            <p:cNvSpPr/>
            <p:nvPr/>
          </p:nvSpPr>
          <p:spPr>
            <a:xfrm>
              <a:off x="3537698" y="2535940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h3102"/>
            <p:cNvSpPr/>
            <p:nvPr/>
          </p:nvSpPr>
          <p:spPr>
            <a:xfrm>
              <a:off x="3534412" y="2535289"/>
              <a:ext cx="778" cy="1477"/>
            </a:xfrm>
            <a:custGeom>
              <a:avLst/>
              <a:pathLst>
                <a:path w="778" h="1477">
                  <a:moveTo>
                    <a:pt x="778" y="535"/>
                  </a:moveTo>
                  <a:lnTo>
                    <a:pt x="0" y="1477"/>
                  </a:lnTo>
                  <a:lnTo>
                    <a:pt x="6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h3103"/>
            <p:cNvSpPr/>
            <p:nvPr/>
          </p:nvSpPr>
          <p:spPr>
            <a:xfrm>
              <a:off x="3535928" y="2535266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h3104"/>
            <p:cNvSpPr/>
            <p:nvPr/>
          </p:nvSpPr>
          <p:spPr>
            <a:xfrm>
              <a:off x="3533876" y="2534822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h3105"/>
            <p:cNvSpPr/>
            <p:nvPr/>
          </p:nvSpPr>
          <p:spPr>
            <a:xfrm>
              <a:off x="3535271" y="2534057"/>
              <a:ext cx="468" cy="743"/>
            </a:xfrm>
            <a:custGeom>
              <a:avLst/>
              <a:pathLst>
                <a:path w="468" h="743">
                  <a:moveTo>
                    <a:pt x="101" y="675"/>
                  </a:moveTo>
                  <a:lnTo>
                    <a:pt x="0" y="0"/>
                  </a:lnTo>
                  <a:lnTo>
                    <a:pt x="468" y="7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h3106"/>
            <p:cNvSpPr/>
            <p:nvPr/>
          </p:nvSpPr>
          <p:spPr>
            <a:xfrm>
              <a:off x="3534023" y="2534138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h3107"/>
            <p:cNvSpPr/>
            <p:nvPr/>
          </p:nvSpPr>
          <p:spPr>
            <a:xfrm>
              <a:off x="3535271" y="2533620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h3108"/>
            <p:cNvSpPr/>
            <p:nvPr/>
          </p:nvSpPr>
          <p:spPr>
            <a:xfrm>
              <a:off x="3534903" y="2532809"/>
              <a:ext cx="324" cy="464"/>
            </a:xfrm>
            <a:custGeom>
              <a:avLst/>
              <a:pathLst>
                <a:path w="324" h="464">
                  <a:moveTo>
                    <a:pt x="0" y="0"/>
                  </a:moveTo>
                  <a:lnTo>
                    <a:pt x="324" y="224"/>
                  </a:lnTo>
                  <a:lnTo>
                    <a:pt x="99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h3109"/>
            <p:cNvSpPr/>
            <p:nvPr/>
          </p:nvSpPr>
          <p:spPr>
            <a:xfrm>
              <a:off x="3535092" y="2532548"/>
              <a:ext cx="531" cy="501"/>
            </a:xfrm>
            <a:custGeom>
              <a:avLst/>
              <a:pathLst>
                <a:path w="531" h="501">
                  <a:moveTo>
                    <a:pt x="454" y="501"/>
                  </a:moveTo>
                  <a:lnTo>
                    <a:pt x="0" y="0"/>
                  </a:lnTo>
                  <a:lnTo>
                    <a:pt x="531" y="1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h3110"/>
            <p:cNvSpPr/>
            <p:nvPr/>
          </p:nvSpPr>
          <p:spPr>
            <a:xfrm>
              <a:off x="3530808" y="2530188"/>
              <a:ext cx="1525" cy="356"/>
            </a:xfrm>
            <a:custGeom>
              <a:avLst/>
              <a:pathLst>
                <a:path w="1525" h="356">
                  <a:moveTo>
                    <a:pt x="215" y="356"/>
                  </a:moveTo>
                  <a:lnTo>
                    <a:pt x="0" y="146"/>
                  </a:lnTo>
                  <a:lnTo>
                    <a:pt x="152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h3111"/>
            <p:cNvSpPr/>
            <p:nvPr/>
          </p:nvSpPr>
          <p:spPr>
            <a:xfrm>
              <a:off x="3530523" y="2529877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h3112"/>
            <p:cNvSpPr/>
            <p:nvPr/>
          </p:nvSpPr>
          <p:spPr>
            <a:xfrm>
              <a:off x="3532427" y="2530158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h3113"/>
            <p:cNvSpPr/>
            <p:nvPr/>
          </p:nvSpPr>
          <p:spPr>
            <a:xfrm>
              <a:off x="3530834" y="2529595"/>
              <a:ext cx="209" cy="445"/>
            </a:xfrm>
            <a:custGeom>
              <a:avLst/>
              <a:pathLst>
                <a:path w="209" h="445">
                  <a:moveTo>
                    <a:pt x="0" y="218"/>
                  </a:moveTo>
                  <a:lnTo>
                    <a:pt x="69" y="0"/>
                  </a:lnTo>
                  <a:lnTo>
                    <a:pt x="209" y="4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h3114"/>
            <p:cNvSpPr/>
            <p:nvPr/>
          </p:nvSpPr>
          <p:spPr>
            <a:xfrm>
              <a:off x="3531178" y="2529160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h3115"/>
            <p:cNvSpPr/>
            <p:nvPr/>
          </p:nvSpPr>
          <p:spPr>
            <a:xfrm>
              <a:off x="3532991" y="2527746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h3116"/>
            <p:cNvSpPr/>
            <p:nvPr/>
          </p:nvSpPr>
          <p:spPr>
            <a:xfrm>
              <a:off x="3532119" y="2527996"/>
              <a:ext cx="205" cy="505"/>
            </a:xfrm>
            <a:custGeom>
              <a:avLst/>
              <a:pathLst>
                <a:path w="205" h="505">
                  <a:moveTo>
                    <a:pt x="0" y="505"/>
                  </a:moveTo>
                  <a:lnTo>
                    <a:pt x="205" y="0"/>
                  </a:lnTo>
                  <a:lnTo>
                    <a:pt x="124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h3117"/>
            <p:cNvSpPr/>
            <p:nvPr/>
          </p:nvSpPr>
          <p:spPr>
            <a:xfrm>
              <a:off x="3532552" y="2527829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h3118"/>
            <p:cNvSpPr/>
            <p:nvPr/>
          </p:nvSpPr>
          <p:spPr>
            <a:xfrm>
              <a:off x="3843406" y="3000922"/>
              <a:ext cx="733" cy="725"/>
            </a:xfrm>
            <a:custGeom>
              <a:avLst/>
              <a:pathLst>
                <a:path w="733" h="725">
                  <a:moveTo>
                    <a:pt x="0" y="0"/>
                  </a:moveTo>
                  <a:lnTo>
                    <a:pt x="733" y="371"/>
                  </a:lnTo>
                  <a:lnTo>
                    <a:pt x="633" y="7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h3119"/>
            <p:cNvSpPr/>
            <p:nvPr/>
          </p:nvSpPr>
          <p:spPr>
            <a:xfrm>
              <a:off x="3841689" y="2999973"/>
              <a:ext cx="920" cy="1164"/>
            </a:xfrm>
            <a:custGeom>
              <a:avLst/>
              <a:pathLst>
                <a:path w="920" h="1164">
                  <a:moveTo>
                    <a:pt x="163" y="1164"/>
                  </a:moveTo>
                  <a:lnTo>
                    <a:pt x="0" y="0"/>
                  </a:lnTo>
                  <a:lnTo>
                    <a:pt x="920" y="9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h3120"/>
            <p:cNvSpPr/>
            <p:nvPr/>
          </p:nvSpPr>
          <p:spPr>
            <a:xfrm>
              <a:off x="3840156" y="2998955"/>
              <a:ext cx="1195" cy="821"/>
            </a:xfrm>
            <a:custGeom>
              <a:avLst/>
              <a:pathLst>
                <a:path w="1195" h="821">
                  <a:moveTo>
                    <a:pt x="0" y="77"/>
                  </a:moveTo>
                  <a:lnTo>
                    <a:pt x="432" y="0"/>
                  </a:lnTo>
                  <a:lnTo>
                    <a:pt x="1195" y="8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h3121"/>
            <p:cNvSpPr/>
            <p:nvPr/>
          </p:nvSpPr>
          <p:spPr>
            <a:xfrm>
              <a:off x="3839043" y="2997919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h3122"/>
            <p:cNvSpPr/>
            <p:nvPr/>
          </p:nvSpPr>
          <p:spPr>
            <a:xfrm>
              <a:off x="3838025" y="2996308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h3123"/>
            <p:cNvSpPr/>
            <p:nvPr/>
          </p:nvSpPr>
          <p:spPr>
            <a:xfrm>
              <a:off x="3836794" y="2991787"/>
              <a:ext cx="981" cy="3991"/>
            </a:xfrm>
            <a:custGeom>
              <a:avLst/>
              <a:pathLst>
                <a:path w="981" h="3991">
                  <a:moveTo>
                    <a:pt x="0" y="0"/>
                  </a:moveTo>
                  <a:lnTo>
                    <a:pt x="770" y="1389"/>
                  </a:lnTo>
                  <a:lnTo>
                    <a:pt x="981" y="39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h3124"/>
            <p:cNvSpPr/>
            <p:nvPr/>
          </p:nvSpPr>
          <p:spPr>
            <a:xfrm>
              <a:off x="3844581" y="2979266"/>
              <a:ext cx="6113" cy="22202"/>
            </a:xfrm>
            <a:custGeom>
              <a:avLst/>
              <a:pathLst>
                <a:path w="6113" h="22202">
                  <a:moveTo>
                    <a:pt x="5134" y="13454"/>
                  </a:moveTo>
                  <a:lnTo>
                    <a:pt x="5185" y="9545"/>
                  </a:ln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h3125"/>
            <p:cNvSpPr/>
            <p:nvPr/>
          </p:nvSpPr>
          <p:spPr>
            <a:xfrm>
              <a:off x="3836533" y="2985088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h3126"/>
            <p:cNvSpPr/>
            <p:nvPr/>
          </p:nvSpPr>
          <p:spPr>
            <a:xfrm>
              <a:off x="3836185" y="2979868"/>
              <a:ext cx="362" cy="820"/>
            </a:xfrm>
            <a:custGeom>
              <a:avLst/>
              <a:pathLst>
                <a:path w="362" h="820">
                  <a:moveTo>
                    <a:pt x="0" y="260"/>
                  </a:moveTo>
                  <a:lnTo>
                    <a:pt x="255" y="0"/>
                  </a:lnTo>
                  <a:lnTo>
                    <a:pt x="362" y="82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h3127"/>
            <p:cNvSpPr/>
            <p:nvPr/>
          </p:nvSpPr>
          <p:spPr>
            <a:xfrm>
              <a:off x="3835853" y="2976616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h3128"/>
            <p:cNvSpPr/>
            <p:nvPr/>
          </p:nvSpPr>
          <p:spPr>
            <a:xfrm>
              <a:off x="3847133" y="2973500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h3129"/>
            <p:cNvSpPr/>
            <p:nvPr/>
          </p:nvSpPr>
          <p:spPr>
            <a:xfrm>
              <a:off x="3835441" y="2973861"/>
              <a:ext cx="444" cy="1754"/>
            </a:xfrm>
            <a:custGeom>
              <a:avLst/>
              <a:pathLst>
                <a:path w="444" h="1754">
                  <a:moveTo>
                    <a:pt x="0" y="0"/>
                  </a:moveTo>
                  <a:lnTo>
                    <a:pt x="444" y="411"/>
                  </a:lnTo>
                  <a:lnTo>
                    <a:pt x="248" y="17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h3130"/>
            <p:cNvSpPr/>
            <p:nvPr/>
          </p:nvSpPr>
          <p:spPr>
            <a:xfrm>
              <a:off x="3835740" y="2968090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h3131"/>
            <p:cNvSpPr/>
            <p:nvPr/>
          </p:nvSpPr>
          <p:spPr>
            <a:xfrm>
              <a:off x="3837973" y="2962750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h3132"/>
            <p:cNvSpPr/>
            <p:nvPr/>
          </p:nvSpPr>
          <p:spPr>
            <a:xfrm>
              <a:off x="3852210" y="2956972"/>
              <a:ext cx="4636" cy="14200"/>
            </a:xfrm>
            <a:custGeom>
              <a:avLst/>
              <a:pathLst>
                <a:path w="4636" h="14200">
                  <a:moveTo>
                    <a:pt x="4636" y="10859"/>
                  </a:moveTo>
                  <a:lnTo>
                    <a:pt x="3022" y="14200"/>
                  </a:lnTo>
                  <a:lnTo>
                    <a:pt x="2628" y="13755"/>
                  </a:lnTo>
                  <a:lnTo>
                    <a:pt x="3763" y="8296"/>
                  </a:ln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h3133"/>
            <p:cNvSpPr/>
            <p:nvPr/>
          </p:nvSpPr>
          <p:spPr>
            <a:xfrm>
              <a:off x="3839700" y="2959987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h3134"/>
            <p:cNvSpPr/>
            <p:nvPr/>
          </p:nvSpPr>
          <p:spPr>
            <a:xfrm>
              <a:off x="3840137" y="2958625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h3135"/>
            <p:cNvSpPr/>
            <p:nvPr/>
          </p:nvSpPr>
          <p:spPr>
            <a:xfrm>
              <a:off x="3840693" y="2956503"/>
              <a:ext cx="713" cy="1686"/>
            </a:xfrm>
            <a:custGeom>
              <a:avLst/>
              <a:pathLst>
                <a:path w="713" h="1686">
                  <a:moveTo>
                    <a:pt x="0" y="1486"/>
                  </a:moveTo>
                  <a:lnTo>
                    <a:pt x="713" y="0"/>
                  </a:lnTo>
                  <a:lnTo>
                    <a:pt x="26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h3136"/>
            <p:cNvSpPr/>
            <p:nvPr/>
          </p:nvSpPr>
          <p:spPr>
            <a:xfrm>
              <a:off x="3848968" y="2957041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h3137"/>
            <p:cNvSpPr/>
            <p:nvPr/>
          </p:nvSpPr>
          <p:spPr>
            <a:xfrm>
              <a:off x="3851878" y="2956560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h3138"/>
            <p:cNvSpPr/>
            <p:nvPr/>
          </p:nvSpPr>
          <p:spPr>
            <a:xfrm>
              <a:off x="3847627" y="2956419"/>
              <a:ext cx="308" cy="311"/>
            </a:xfrm>
            <a:custGeom>
              <a:avLst/>
              <a:pathLst>
                <a:path w="308" h="311">
                  <a:moveTo>
                    <a:pt x="0" y="0"/>
                  </a:moveTo>
                  <a:lnTo>
                    <a:pt x="308" y="120"/>
                  </a:lnTo>
                  <a:lnTo>
                    <a:pt x="267" y="3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h3139"/>
            <p:cNvSpPr/>
            <p:nvPr/>
          </p:nvSpPr>
          <p:spPr>
            <a:xfrm>
              <a:off x="3849296" y="2955899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h3140"/>
            <p:cNvSpPr/>
            <p:nvPr/>
          </p:nvSpPr>
          <p:spPr>
            <a:xfrm>
              <a:off x="3847105" y="2955557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h3141"/>
            <p:cNvSpPr/>
            <p:nvPr/>
          </p:nvSpPr>
          <p:spPr>
            <a:xfrm>
              <a:off x="3850661" y="2955369"/>
              <a:ext cx="177" cy="321"/>
            </a:xfrm>
            <a:custGeom>
              <a:avLst/>
              <a:pathLst>
                <a:path w="177" h="321">
                  <a:moveTo>
                    <a:pt x="0" y="217"/>
                  </a:moveTo>
                  <a:lnTo>
                    <a:pt x="59" y="0"/>
                  </a:lnTo>
                  <a:lnTo>
                    <a:pt x="177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h3142"/>
            <p:cNvSpPr/>
            <p:nvPr/>
          </p:nvSpPr>
          <p:spPr>
            <a:xfrm>
              <a:off x="3845927" y="2954560"/>
              <a:ext cx="491" cy="1322"/>
            </a:xfrm>
            <a:custGeom>
              <a:avLst/>
              <a:pathLst>
                <a:path w="491" h="1322">
                  <a:moveTo>
                    <a:pt x="0" y="818"/>
                  </a:moveTo>
                  <a:lnTo>
                    <a:pt x="491" y="0"/>
                  </a:lnTo>
                  <a:lnTo>
                    <a:pt x="423" y="13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h3143"/>
            <p:cNvSpPr/>
            <p:nvPr/>
          </p:nvSpPr>
          <p:spPr>
            <a:xfrm>
              <a:off x="3847027" y="2954794"/>
              <a:ext cx="196" cy="426"/>
            </a:xfrm>
            <a:custGeom>
              <a:avLst/>
              <a:pathLst>
                <a:path w="196" h="426">
                  <a:moveTo>
                    <a:pt x="6" y="426"/>
                  </a:moveTo>
                  <a:lnTo>
                    <a:pt x="0" y="0"/>
                  </a:lnTo>
                  <a:lnTo>
                    <a:pt x="196" y="4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h3144"/>
            <p:cNvSpPr/>
            <p:nvPr/>
          </p:nvSpPr>
          <p:spPr>
            <a:xfrm>
              <a:off x="3842890" y="2954222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h3145"/>
            <p:cNvSpPr/>
            <p:nvPr/>
          </p:nvSpPr>
          <p:spPr>
            <a:xfrm>
              <a:off x="3842451" y="2953839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h3146"/>
            <p:cNvSpPr/>
            <p:nvPr/>
          </p:nvSpPr>
          <p:spPr>
            <a:xfrm>
              <a:off x="3847107" y="2953848"/>
              <a:ext cx="337" cy="404"/>
            </a:xfrm>
            <a:custGeom>
              <a:avLst/>
              <a:pathLst>
                <a:path w="337" h="404">
                  <a:moveTo>
                    <a:pt x="0" y="16"/>
                  </a:moveTo>
                  <a:lnTo>
                    <a:pt x="224" y="0"/>
                  </a:lnTo>
                  <a:lnTo>
                    <a:pt x="337" y="4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h3147"/>
            <p:cNvSpPr/>
            <p:nvPr/>
          </p:nvSpPr>
          <p:spPr>
            <a:xfrm>
              <a:off x="3843693" y="2952195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h3148"/>
            <p:cNvSpPr/>
            <p:nvPr/>
          </p:nvSpPr>
          <p:spPr>
            <a:xfrm>
              <a:off x="3805208" y="2908002"/>
              <a:ext cx="787" cy="399"/>
            </a:xfrm>
            <a:custGeom>
              <a:avLst/>
              <a:pathLst>
                <a:path w="787" h="399">
                  <a:moveTo>
                    <a:pt x="787" y="399"/>
                  </a:moveTo>
                  <a:lnTo>
                    <a:pt x="0" y="257"/>
                  </a:lnTo>
                  <a:lnTo>
                    <a:pt x="64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h3149"/>
            <p:cNvSpPr/>
            <p:nvPr/>
          </p:nvSpPr>
          <p:spPr>
            <a:xfrm>
              <a:off x="3806600" y="2906816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h3150"/>
            <p:cNvSpPr/>
            <p:nvPr/>
          </p:nvSpPr>
          <p:spPr>
            <a:xfrm>
              <a:off x="3806820" y="2905908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h3151"/>
            <p:cNvSpPr/>
            <p:nvPr/>
          </p:nvSpPr>
          <p:spPr>
            <a:xfrm>
              <a:off x="3804520" y="2902007"/>
              <a:ext cx="3758" cy="2843"/>
            </a:xfrm>
            <a:custGeom>
              <a:avLst/>
              <a:pathLst>
                <a:path w="3758" h="2843">
                  <a:moveTo>
                    <a:pt x="3758" y="0"/>
                  </a:moveTo>
                  <a:lnTo>
                    <a:pt x="2045" y="1912"/>
                  </a:lnTo>
                  <a:lnTo>
                    <a:pt x="0" y="28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h3152"/>
            <p:cNvSpPr/>
            <p:nvPr/>
          </p:nvSpPr>
          <p:spPr>
            <a:xfrm>
              <a:off x="3809251" y="2901898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h3153"/>
            <p:cNvSpPr/>
            <p:nvPr/>
          </p:nvSpPr>
          <p:spPr>
            <a:xfrm>
              <a:off x="3823225" y="2888664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h3154"/>
            <p:cNvSpPr/>
            <p:nvPr/>
          </p:nvSpPr>
          <p:spPr>
            <a:xfrm>
              <a:off x="3817505" y="2884900"/>
              <a:ext cx="4810" cy="3787"/>
            </a:xfrm>
            <a:custGeom>
              <a:avLst/>
              <a:pathLst>
                <a:path w="4810" h="3787">
                  <a:moveTo>
                    <a:pt x="912" y="509"/>
                  </a:moveTo>
                  <a:lnTo>
                    <a:pt x="4810" y="3787"/>
                  </a:lnTo>
                  <a:lnTo>
                    <a:pt x="529" y="1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h3155"/>
            <p:cNvSpPr/>
            <p:nvPr/>
          </p:nvSpPr>
          <p:spPr>
            <a:xfrm>
              <a:off x="3811084" y="2882290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h3156"/>
            <p:cNvSpPr/>
            <p:nvPr/>
          </p:nvSpPr>
          <p:spPr>
            <a:xfrm>
              <a:off x="3812836" y="2880341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h3157"/>
            <p:cNvSpPr/>
            <p:nvPr/>
          </p:nvSpPr>
          <p:spPr>
            <a:xfrm>
              <a:off x="3799760" y="2870296"/>
              <a:ext cx="315" cy="400"/>
            </a:xfrm>
            <a:custGeom>
              <a:avLst/>
              <a:pathLst>
                <a:path w="315" h="400">
                  <a:moveTo>
                    <a:pt x="0" y="400"/>
                  </a:moveTo>
                  <a:lnTo>
                    <a:pt x="211" y="0"/>
                  </a:lnTo>
                  <a:lnTo>
                    <a:pt x="315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h3158"/>
            <p:cNvSpPr/>
            <p:nvPr/>
          </p:nvSpPr>
          <p:spPr>
            <a:xfrm>
              <a:off x="3799839" y="2869171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h3159"/>
            <p:cNvSpPr/>
            <p:nvPr/>
          </p:nvSpPr>
          <p:spPr>
            <a:xfrm>
              <a:off x="3808688" y="2862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h3160"/>
            <p:cNvSpPr/>
            <p:nvPr/>
          </p:nvSpPr>
          <p:spPr>
            <a:xfrm>
              <a:off x="3792999" y="2860898"/>
              <a:ext cx="4249" cy="294"/>
            </a:xfrm>
            <a:custGeom>
              <a:avLst/>
              <a:pathLst>
                <a:path w="4249" h="294">
                  <a:moveTo>
                    <a:pt x="0" y="294"/>
                  </a:moveTo>
                  <a:lnTo>
                    <a:pt x="1458" y="0"/>
                  </a:lnTo>
                  <a:lnTo>
                    <a:pt x="4249" y="1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h3161"/>
            <p:cNvSpPr/>
            <p:nvPr/>
          </p:nvSpPr>
          <p:spPr>
            <a:xfrm>
              <a:off x="3809620" y="286097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h3162"/>
            <p:cNvSpPr/>
            <p:nvPr/>
          </p:nvSpPr>
          <p:spPr>
            <a:xfrm>
              <a:off x="3800286" y="286076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h3163"/>
            <p:cNvSpPr/>
            <p:nvPr/>
          </p:nvSpPr>
          <p:spPr>
            <a:xfrm>
              <a:off x="3801328" y="2860425"/>
              <a:ext cx="339" cy="144"/>
            </a:xfrm>
            <a:custGeom>
              <a:avLst/>
              <a:pathLst>
                <a:path w="339" h="144">
                  <a:moveTo>
                    <a:pt x="339" y="0"/>
                  </a:moveTo>
                  <a:lnTo>
                    <a:pt x="0" y="1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h3164"/>
            <p:cNvSpPr/>
            <p:nvPr/>
          </p:nvSpPr>
          <p:spPr>
            <a:xfrm>
              <a:off x="3816966" y="2858422"/>
              <a:ext cx="350" cy="298"/>
            </a:xfrm>
            <a:custGeom>
              <a:avLst/>
              <a:pathLst>
                <a:path w="350" h="298">
                  <a:moveTo>
                    <a:pt x="0" y="14"/>
                  </a:moveTo>
                  <a:lnTo>
                    <a:pt x="181" y="0"/>
                  </a:lnTo>
                  <a:lnTo>
                    <a:pt x="350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h3165"/>
            <p:cNvSpPr/>
            <p:nvPr/>
          </p:nvSpPr>
          <p:spPr>
            <a:xfrm>
              <a:off x="3817545" y="2857739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h3166"/>
            <p:cNvSpPr/>
            <p:nvPr/>
          </p:nvSpPr>
          <p:spPr>
            <a:xfrm>
              <a:off x="3820918" y="2857345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h3167"/>
            <p:cNvSpPr/>
            <p:nvPr/>
          </p:nvSpPr>
          <p:spPr>
            <a:xfrm>
              <a:off x="3821535" y="2857276"/>
              <a:ext cx="307" cy="282"/>
            </a:xfrm>
            <a:custGeom>
              <a:avLst/>
              <a:pathLst>
                <a:path w="307" h="282">
                  <a:moveTo>
                    <a:pt x="0" y="274"/>
                  </a:moveTo>
                  <a:lnTo>
                    <a:pt x="295" y="0"/>
                  </a:lnTo>
                  <a:lnTo>
                    <a:pt x="307" y="2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h3168"/>
            <p:cNvSpPr/>
            <p:nvPr/>
          </p:nvSpPr>
          <p:spPr>
            <a:xfrm>
              <a:off x="3817599" y="2856906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h3169"/>
            <p:cNvSpPr/>
            <p:nvPr/>
          </p:nvSpPr>
          <p:spPr>
            <a:xfrm>
              <a:off x="3819872" y="2857056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h3170"/>
            <p:cNvSpPr/>
            <p:nvPr/>
          </p:nvSpPr>
          <p:spPr>
            <a:xfrm>
              <a:off x="3814019" y="2856276"/>
              <a:ext cx="493" cy="997"/>
            </a:xfrm>
            <a:custGeom>
              <a:avLst/>
              <a:pathLst>
                <a:path w="493" h="997">
                  <a:moveTo>
                    <a:pt x="95" y="997"/>
                  </a:moveTo>
                  <a:lnTo>
                    <a:pt x="0" y="30"/>
                  </a:lnTo>
                  <a:lnTo>
                    <a:pt x="4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h3171"/>
            <p:cNvSpPr/>
            <p:nvPr/>
          </p:nvSpPr>
          <p:spPr>
            <a:xfrm>
              <a:off x="3817174" y="2856183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h3172"/>
            <p:cNvSpPr/>
            <p:nvPr/>
          </p:nvSpPr>
          <p:spPr>
            <a:xfrm>
              <a:off x="3820452" y="2855608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h3173"/>
            <p:cNvSpPr/>
            <p:nvPr/>
          </p:nvSpPr>
          <p:spPr>
            <a:xfrm>
              <a:off x="3814203" y="2854312"/>
              <a:ext cx="563" cy="744"/>
            </a:xfrm>
            <a:custGeom>
              <a:avLst/>
              <a:pathLst>
                <a:path w="563" h="744">
                  <a:moveTo>
                    <a:pt x="116" y="88"/>
                  </a:moveTo>
                  <a:lnTo>
                    <a:pt x="563" y="0"/>
                  </a:lnTo>
                  <a:lnTo>
                    <a:pt x="0" y="7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h3174"/>
            <p:cNvSpPr/>
            <p:nvPr/>
          </p:nvSpPr>
          <p:spPr>
            <a:xfrm>
              <a:off x="3793864" y="2854346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h3175"/>
            <p:cNvSpPr/>
            <p:nvPr/>
          </p:nvSpPr>
          <p:spPr>
            <a:xfrm>
              <a:off x="3795934" y="2854116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h3176"/>
            <p:cNvSpPr/>
            <p:nvPr/>
          </p:nvSpPr>
          <p:spPr>
            <a:xfrm>
              <a:off x="3792254" y="2853999"/>
              <a:ext cx="1058" cy="431"/>
            </a:xfrm>
            <a:custGeom>
              <a:avLst/>
              <a:pathLst>
                <a:path w="1058" h="431">
                  <a:moveTo>
                    <a:pt x="0" y="202"/>
                  </a:moveTo>
                  <a:lnTo>
                    <a:pt x="598" y="0"/>
                  </a:lnTo>
                  <a:lnTo>
                    <a:pt x="1058" y="4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h3177"/>
            <p:cNvSpPr/>
            <p:nvPr/>
          </p:nvSpPr>
          <p:spPr>
            <a:xfrm>
              <a:off x="3819673" y="2845922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h3178"/>
            <p:cNvSpPr/>
            <p:nvPr/>
          </p:nvSpPr>
          <p:spPr>
            <a:xfrm>
              <a:off x="3819189" y="2845509"/>
              <a:ext cx="497" cy="542"/>
            </a:xfrm>
            <a:custGeom>
              <a:avLst/>
              <a:pathLst>
                <a:path w="497" h="542">
                  <a:moveTo>
                    <a:pt x="497" y="542"/>
                  </a:moveTo>
                  <a:lnTo>
                    <a:pt x="0" y="406"/>
                  </a:lnTo>
                  <a:lnTo>
                    <a:pt x="21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h3179"/>
            <p:cNvSpPr/>
            <p:nvPr/>
          </p:nvSpPr>
          <p:spPr>
            <a:xfrm>
              <a:off x="3818056" y="2844901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h3180"/>
            <p:cNvSpPr/>
            <p:nvPr/>
          </p:nvSpPr>
          <p:spPr>
            <a:xfrm>
              <a:off x="3817849" y="2844860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h3181"/>
            <p:cNvSpPr/>
            <p:nvPr/>
          </p:nvSpPr>
          <p:spPr>
            <a:xfrm>
              <a:off x="3814821" y="2844382"/>
              <a:ext cx="2996" cy="558"/>
            </a:xfrm>
            <a:custGeom>
              <a:avLst/>
              <a:pathLst>
                <a:path w="2996" h="558">
                  <a:moveTo>
                    <a:pt x="0" y="219"/>
                  </a:moveTo>
                  <a:lnTo>
                    <a:pt x="445" y="0"/>
                  </a:lnTo>
                  <a:lnTo>
                    <a:pt x="2996" y="5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h3182"/>
            <p:cNvSpPr/>
            <p:nvPr/>
          </p:nvSpPr>
          <p:spPr>
            <a:xfrm>
              <a:off x="3860794" y="2731093"/>
              <a:ext cx="30705" cy="41020"/>
            </a:xfrm>
            <a:custGeom>
              <a:avLst/>
              <a:pathLst>
                <a:path w="30705" h="41020">
                  <a:moveTo>
                    <a:pt x="13762" y="7468"/>
                  </a:move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lnTo>
                    <a:pt x="24417" y="15856"/>
                  </a:ln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h3183"/>
            <p:cNvSpPr/>
            <p:nvPr/>
          </p:nvSpPr>
          <p:spPr>
            <a:xfrm>
              <a:off x="3876218" y="2737927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h3184"/>
            <p:cNvSpPr/>
            <p:nvPr/>
          </p:nvSpPr>
          <p:spPr>
            <a:xfrm>
              <a:off x="3879717" y="2651754"/>
              <a:ext cx="5442" cy="7071"/>
            </a:xfrm>
            <a:custGeom>
              <a:avLst/>
              <a:pathLst>
                <a:path w="5442" h="7071">
                  <a:moveTo>
                    <a:pt x="392" y="0"/>
                  </a:move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lnTo>
                    <a:pt x="1666" y="2939"/>
                  </a:ln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h3185"/>
            <p:cNvSpPr/>
            <p:nvPr/>
          </p:nvSpPr>
          <p:spPr>
            <a:xfrm>
              <a:off x="3862733" y="2632759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h3186"/>
            <p:cNvSpPr/>
            <p:nvPr/>
          </p:nvSpPr>
          <p:spPr>
            <a:xfrm>
              <a:off x="3706300" y="2633564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h3187"/>
            <p:cNvSpPr/>
            <p:nvPr/>
          </p:nvSpPr>
          <p:spPr>
            <a:xfrm>
              <a:off x="3859573" y="2629814"/>
              <a:ext cx="973" cy="2087"/>
            </a:xfrm>
            <a:custGeom>
              <a:avLst/>
              <a:pathLst>
                <a:path w="973" h="2087">
                  <a:moveTo>
                    <a:pt x="901" y="0"/>
                  </a:moveTo>
                  <a:lnTo>
                    <a:pt x="973" y="1637"/>
                  </a:lnTo>
                  <a:lnTo>
                    <a:pt x="0" y="20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h3188"/>
            <p:cNvSpPr/>
            <p:nvPr/>
          </p:nvSpPr>
          <p:spPr>
            <a:xfrm>
              <a:off x="3856707" y="2629075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h3189"/>
            <p:cNvSpPr/>
            <p:nvPr/>
          </p:nvSpPr>
          <p:spPr>
            <a:xfrm>
              <a:off x="3858254" y="2628646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h3190"/>
            <p:cNvSpPr/>
            <p:nvPr/>
          </p:nvSpPr>
          <p:spPr>
            <a:xfrm>
              <a:off x="3870650" y="2620872"/>
              <a:ext cx="3092" cy="8488"/>
            </a:xfrm>
            <a:custGeom>
              <a:avLst/>
              <a:pathLst>
                <a:path w="3092" h="8488">
                  <a:moveTo>
                    <a:pt x="963" y="2074"/>
                  </a:move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h3191"/>
            <p:cNvSpPr/>
            <p:nvPr/>
          </p:nvSpPr>
          <p:spPr>
            <a:xfrm>
              <a:off x="3805223" y="2615739"/>
              <a:ext cx="37944" cy="15289"/>
            </a:xfrm>
            <a:custGeom>
              <a:avLst/>
              <a:pathLst>
                <a:path w="37944" h="15289">
                  <a:moveTo>
                    <a:pt x="9431" y="9028"/>
                  </a:moveTo>
                  <a:lnTo>
                    <a:pt x="12508" y="9505"/>
                  </a:lnTo>
                  <a:lnTo>
                    <a:pt x="19092" y="8559"/>
                  </a:lnTo>
                  <a:lnTo>
                    <a:pt x="26948" y="4440"/>
                  </a:lnTo>
                  <a:lnTo>
                    <a:pt x="31105" y="0"/>
                  </a:lnTo>
                  <a:lnTo>
                    <a:pt x="35764" y="719"/>
                  </a:lnTo>
                  <a:lnTo>
                    <a:pt x="37944" y="1646"/>
                  </a:lnTo>
                  <a:lnTo>
                    <a:pt x="35436" y="810"/>
                  </a:lnTo>
                  <a:lnTo>
                    <a:pt x="33216" y="1570"/>
                  </a:lnTo>
                  <a:lnTo>
                    <a:pt x="31148" y="414"/>
                  </a:lnTo>
                  <a:lnTo>
                    <a:pt x="31206" y="640"/>
                  </a:lnTo>
                  <a:lnTo>
                    <a:pt x="31191" y="830"/>
                  </a:lnTo>
                  <a:lnTo>
                    <a:pt x="29845" y="1743"/>
                  </a:lnTo>
                  <a:lnTo>
                    <a:pt x="28931" y="4591"/>
                  </a:lnTo>
                  <a:lnTo>
                    <a:pt x="24841" y="6625"/>
                  </a:lnTo>
                  <a:lnTo>
                    <a:pt x="20875" y="10497"/>
                  </a:lnTo>
                  <a:lnTo>
                    <a:pt x="12821" y="12516"/>
                  </a:lnTo>
                  <a:lnTo>
                    <a:pt x="8396" y="10707"/>
                  </a:lnTo>
                  <a:lnTo>
                    <a:pt x="7147" y="9139"/>
                  </a:lnTo>
                  <a:lnTo>
                    <a:pt x="4138" y="11269"/>
                  </a:lnTo>
                  <a:lnTo>
                    <a:pt x="1396" y="14990"/>
                  </a:lnTo>
                  <a:lnTo>
                    <a:pt x="866" y="15289"/>
                  </a:lnTo>
                  <a:lnTo>
                    <a:pt x="0" y="14403"/>
                  </a:lnTo>
                  <a:lnTo>
                    <a:pt x="6233" y="7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h3192"/>
            <p:cNvSpPr/>
            <p:nvPr/>
          </p:nvSpPr>
          <p:spPr>
            <a:xfrm>
              <a:off x="3851574" y="2622577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h3193"/>
            <p:cNvSpPr/>
            <p:nvPr/>
          </p:nvSpPr>
          <p:spPr>
            <a:xfrm>
              <a:off x="3847478" y="2618965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h3194"/>
            <p:cNvSpPr/>
            <p:nvPr/>
          </p:nvSpPr>
          <p:spPr>
            <a:xfrm>
              <a:off x="3845894" y="2618457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h3195"/>
            <p:cNvSpPr/>
            <p:nvPr/>
          </p:nvSpPr>
          <p:spPr>
            <a:xfrm>
              <a:off x="3843641" y="2617160"/>
              <a:ext cx="5726" cy="2102"/>
            </a:xfrm>
            <a:custGeom>
              <a:avLst/>
              <a:pathLst>
                <a:path w="5726" h="2102">
                  <a:moveTo>
                    <a:pt x="868" y="0"/>
                  </a:moveTo>
                  <a:lnTo>
                    <a:pt x="5726" y="2102"/>
                  </a:lnTo>
                  <a:lnTo>
                    <a:pt x="0" y="2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3789758" y="1297730"/>
              <a:ext cx="62818" cy="106185"/>
            </a:xfrm>
            <a:custGeom>
              <a:avLst/>
              <a:pathLst>
                <a:path w="62818" h="106185">
                  <a:moveTo>
                    <a:pt x="62818" y="106185"/>
                  </a:moveTo>
                  <a:lnTo>
                    <a:pt x="0" y="0"/>
                  </a:lnTo>
                  <a:lnTo>
                    <a:pt x="12535" y="96388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l3197"/>
            <p:cNvSpPr/>
            <p:nvPr/>
          </p:nvSpPr>
          <p:spPr>
            <a:xfrm>
              <a:off x="3789758" y="1297730"/>
              <a:ext cx="41783" cy="321294"/>
            </a:xfrm>
            <a:custGeom>
              <a:avLst/>
              <a:pathLst>
                <a:path w="41783" h="321294">
                  <a:moveTo>
                    <a:pt x="41783" y="321294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tx3198"/>
            <p:cNvSpPr/>
            <p:nvPr/>
          </p:nvSpPr>
          <p:spPr>
            <a:xfrm rot="-444575">
              <a:off x="3773149" y="1477145"/>
              <a:ext cx="9171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199" name="rc3199"/>
            <p:cNvSpPr/>
            <p:nvPr/>
          </p:nvSpPr>
          <p:spPr>
            <a:xfrm>
              <a:off x="387334" y="3436792"/>
              <a:ext cx="215021" cy="89999"/>
            </a:xfrm>
            <a:prstGeom prst="rect">
              <a:avLst/>
            </a:prstGeom>
            <a:solidFill>
              <a:srgbClr val="000000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rc3200"/>
            <p:cNvSpPr/>
            <p:nvPr/>
          </p:nvSpPr>
          <p:spPr>
            <a:xfrm>
              <a:off x="602356" y="3436792"/>
              <a:ext cx="215021" cy="8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rc3201"/>
            <p:cNvSpPr/>
            <p:nvPr/>
          </p:nvSpPr>
          <p:spPr>
            <a:xfrm>
              <a:off x="817377" y="3436792"/>
              <a:ext cx="215021" cy="89999"/>
            </a:xfrm>
            <a:prstGeom prst="rect">
              <a:avLst/>
            </a:prstGeom>
            <a:solidFill>
              <a:srgbClr val="000000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rc3202"/>
            <p:cNvSpPr/>
            <p:nvPr/>
          </p:nvSpPr>
          <p:spPr>
            <a:xfrm>
              <a:off x="1032398" y="3436792"/>
              <a:ext cx="215021" cy="8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tx3203"/>
            <p:cNvSpPr/>
            <p:nvPr/>
          </p:nvSpPr>
          <p:spPr>
            <a:xfrm>
              <a:off x="1301419" y="3443662"/>
              <a:ext cx="349392" cy="762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800 km</a:t>
              </a:r>
            </a:p>
          </p:txBody>
        </p:sp>
        <p:sp>
          <p:nvSpPr>
            <p:cNvPr id="3204" name="tx3204"/>
            <p:cNvSpPr/>
            <p:nvPr/>
          </p:nvSpPr>
          <p:spPr>
            <a:xfrm>
              <a:off x="1331970" y="3700771"/>
              <a:ext cx="35579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Fuente</a:t>
              </a:r>
            </a:p>
          </p:txBody>
        </p:sp>
        <p:sp>
          <p:nvSpPr>
            <p:cNvPr id="3205" name="rc3205"/>
            <p:cNvSpPr/>
            <p:nvPr/>
          </p:nvSpPr>
          <p:spPr>
            <a:xfrm>
              <a:off x="1023239" y="3857851"/>
              <a:ext cx="143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6" name="rc3206"/>
            <p:cNvSpPr/>
            <p:nvPr/>
          </p:nvSpPr>
          <p:spPr>
            <a:xfrm>
              <a:off x="1023959" y="3858571"/>
              <a:ext cx="142560" cy="142560"/>
            </a:xfrm>
            <a:prstGeom prst="rect">
              <a:avLst/>
            </a:prstGeom>
            <a:solidFill>
              <a:srgbClr val="66666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07" name="rc3207"/>
            <p:cNvSpPr/>
            <p:nvPr/>
          </p:nvSpPr>
          <p:spPr>
            <a:xfrm>
              <a:off x="1023239" y="4065114"/>
              <a:ext cx="143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8" name="rc3208"/>
            <p:cNvSpPr/>
            <p:nvPr/>
          </p:nvSpPr>
          <p:spPr>
            <a:xfrm>
              <a:off x="1023959" y="4065834"/>
              <a:ext cx="142560" cy="142560"/>
            </a:xfrm>
            <a:prstGeom prst="rect">
              <a:avLst/>
            </a:prstGeom>
            <a:solidFill>
              <a:srgbClr val="66666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09" name="tx3209"/>
            <p:cNvSpPr/>
            <p:nvPr/>
          </p:nvSpPr>
          <p:spPr>
            <a:xfrm>
              <a:off x="1230502" y="3898030"/>
              <a:ext cx="61283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Muestra directa</a:t>
              </a:r>
            </a:p>
          </p:txBody>
        </p:sp>
        <p:sp>
          <p:nvSpPr>
            <p:cNvPr id="3210" name="tx3210"/>
            <p:cNvSpPr/>
            <p:nvPr/>
          </p:nvSpPr>
          <p:spPr>
            <a:xfrm>
              <a:off x="1230502" y="4105293"/>
              <a:ext cx="76599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muestra directa</a:t>
              </a:r>
            </a:p>
          </p:txBody>
        </p:sp>
        <p:sp>
          <p:nvSpPr>
            <p:cNvPr id="3211" name="tx3211"/>
            <p:cNvSpPr/>
            <p:nvPr/>
          </p:nvSpPr>
          <p:spPr>
            <a:xfrm>
              <a:off x="2362948" y="3700771"/>
              <a:ext cx="69878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Ancho IC95%</a:t>
              </a:r>
            </a:p>
          </p:txBody>
        </p:sp>
        <p:sp>
          <p:nvSpPr>
            <p:cNvPr id="3212" name="tx3212"/>
            <p:cNvSpPr/>
            <p:nvPr/>
          </p:nvSpPr>
          <p:spPr>
            <a:xfrm>
              <a:off x="2610750" y="3824215"/>
              <a:ext cx="203179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(pp)</a:t>
              </a:r>
            </a:p>
          </p:txBody>
        </p:sp>
        <p:sp>
          <p:nvSpPr>
            <p:cNvPr id="3213" name="rc3213"/>
            <p:cNvSpPr/>
            <p:nvPr/>
          </p:nvSpPr>
          <p:spPr>
            <a:xfrm>
              <a:off x="2087935" y="3981295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4" name="rc3214"/>
            <p:cNvSpPr/>
            <p:nvPr/>
          </p:nvSpPr>
          <p:spPr>
            <a:xfrm>
              <a:off x="2091535" y="3984895"/>
              <a:ext cx="136799" cy="136799"/>
            </a:xfrm>
            <a:prstGeom prst="rect">
              <a:avLst/>
            </a:prstGeom>
            <a:solidFill>
              <a:srgbClr val="F7F7F7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15" name="rc3215"/>
            <p:cNvSpPr/>
            <p:nvPr/>
          </p:nvSpPr>
          <p:spPr>
            <a:xfrm>
              <a:off x="2743971" y="3981295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6" name="rc3216"/>
            <p:cNvSpPr/>
            <p:nvPr/>
          </p:nvSpPr>
          <p:spPr>
            <a:xfrm>
              <a:off x="2747571" y="3984895"/>
              <a:ext cx="136799" cy="13679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17" name="rc3217"/>
            <p:cNvSpPr/>
            <p:nvPr/>
          </p:nvSpPr>
          <p:spPr>
            <a:xfrm>
              <a:off x="2087935" y="4188558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8" name="rc3218"/>
            <p:cNvSpPr/>
            <p:nvPr/>
          </p:nvSpPr>
          <p:spPr>
            <a:xfrm>
              <a:off x="2091535" y="4192158"/>
              <a:ext cx="136799" cy="136799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19" name="rc3219"/>
            <p:cNvSpPr/>
            <p:nvPr/>
          </p:nvSpPr>
          <p:spPr>
            <a:xfrm>
              <a:off x="2743971" y="4188558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0" name="rc3220"/>
            <p:cNvSpPr/>
            <p:nvPr/>
          </p:nvSpPr>
          <p:spPr>
            <a:xfrm>
              <a:off x="2747571" y="4192158"/>
              <a:ext cx="136799" cy="136799"/>
            </a:xfrm>
            <a:prstGeom prst="rect">
              <a:avLst/>
            </a:prstGeom>
            <a:solidFill>
              <a:srgbClr val="969696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1" name="rc3221"/>
            <p:cNvSpPr/>
            <p:nvPr/>
          </p:nvSpPr>
          <p:spPr>
            <a:xfrm>
              <a:off x="2087935" y="4395820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2" name="rc3222"/>
            <p:cNvSpPr/>
            <p:nvPr/>
          </p:nvSpPr>
          <p:spPr>
            <a:xfrm>
              <a:off x="2091535" y="4399420"/>
              <a:ext cx="136799" cy="136799"/>
            </a:xfrm>
            <a:prstGeom prst="rect">
              <a:avLst/>
            </a:prstGeom>
            <a:solidFill>
              <a:srgbClr val="636363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3" name="rc3223"/>
            <p:cNvSpPr/>
            <p:nvPr/>
          </p:nvSpPr>
          <p:spPr>
            <a:xfrm>
              <a:off x="2743971" y="4395820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4" name="rc3224"/>
            <p:cNvSpPr/>
            <p:nvPr/>
          </p:nvSpPr>
          <p:spPr>
            <a:xfrm>
              <a:off x="2747571" y="4399420"/>
              <a:ext cx="136799" cy="136799"/>
            </a:xfrm>
            <a:prstGeom prst="rect">
              <a:avLst/>
            </a:prstGeom>
            <a:solidFill>
              <a:srgbClr val="252525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5" name="rc3225"/>
            <p:cNvSpPr/>
            <p:nvPr/>
          </p:nvSpPr>
          <p:spPr>
            <a:xfrm>
              <a:off x="2087935" y="4603083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6" name="rc3226"/>
            <p:cNvSpPr/>
            <p:nvPr/>
          </p:nvSpPr>
          <p:spPr>
            <a:xfrm>
              <a:off x="2091535" y="4606683"/>
              <a:ext cx="136799" cy="136799"/>
            </a:xfrm>
            <a:prstGeom prst="rect">
              <a:avLst/>
            </a:prstGeom>
            <a:solidFill>
              <a:srgbClr val="FDF0D5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7" name="tx3227"/>
            <p:cNvSpPr/>
            <p:nvPr/>
          </p:nvSpPr>
          <p:spPr>
            <a:xfrm>
              <a:off x="2295198" y="4021474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13%-26%</a:t>
              </a:r>
            </a:p>
          </p:txBody>
        </p:sp>
        <p:sp>
          <p:nvSpPr>
            <p:cNvPr id="3228" name="tx3228"/>
            <p:cNvSpPr/>
            <p:nvPr/>
          </p:nvSpPr>
          <p:spPr>
            <a:xfrm>
              <a:off x="2951234" y="4021474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26%-27%</a:t>
              </a:r>
            </a:p>
          </p:txBody>
        </p:sp>
        <p:sp>
          <p:nvSpPr>
            <p:cNvPr id="3229" name="tx3229"/>
            <p:cNvSpPr/>
            <p:nvPr/>
          </p:nvSpPr>
          <p:spPr>
            <a:xfrm>
              <a:off x="2295198" y="4228737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27%-27%</a:t>
              </a:r>
            </a:p>
          </p:txBody>
        </p:sp>
        <p:sp>
          <p:nvSpPr>
            <p:cNvPr id="3230" name="tx3230"/>
            <p:cNvSpPr/>
            <p:nvPr/>
          </p:nvSpPr>
          <p:spPr>
            <a:xfrm>
              <a:off x="2951234" y="4228737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27%-28%</a:t>
              </a:r>
            </a:p>
          </p:txBody>
        </p:sp>
        <p:sp>
          <p:nvSpPr>
            <p:cNvPr id="3231" name="tx3231"/>
            <p:cNvSpPr/>
            <p:nvPr/>
          </p:nvSpPr>
          <p:spPr>
            <a:xfrm>
              <a:off x="2295198" y="4435999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28%-29%</a:t>
              </a:r>
            </a:p>
          </p:txBody>
        </p:sp>
        <p:sp>
          <p:nvSpPr>
            <p:cNvPr id="3232" name="tx3232"/>
            <p:cNvSpPr/>
            <p:nvPr/>
          </p:nvSpPr>
          <p:spPr>
            <a:xfrm>
              <a:off x="2951234" y="4435999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29%-35%</a:t>
              </a:r>
            </a:p>
          </p:txBody>
        </p:sp>
        <p:sp>
          <p:nvSpPr>
            <p:cNvPr id="3233" name="tx3233"/>
            <p:cNvSpPr/>
            <p:nvPr/>
          </p:nvSpPr>
          <p:spPr>
            <a:xfrm>
              <a:off x="2295198" y="4643262"/>
              <a:ext cx="32625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dato</a:t>
              </a:r>
            </a:p>
          </p:txBody>
        </p:sp>
        <p:sp>
          <p:nvSpPr>
            <p:cNvPr id="3234" name="tx3234"/>
            <p:cNvSpPr/>
            <p:nvPr/>
          </p:nvSpPr>
          <p:spPr>
            <a:xfrm>
              <a:off x="1690925" y="1076899"/>
              <a:ext cx="97813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A. Diagnóstico</a:t>
              </a:r>
            </a:p>
          </p:txBody>
        </p:sp>
        <p:sp>
          <p:nvSpPr>
            <p:cNvPr id="3235" name="rc3235"/>
            <p:cNvSpPr/>
            <p:nvPr/>
          </p:nvSpPr>
          <p:spPr>
            <a:xfrm>
              <a:off x="4518142" y="1206378"/>
              <a:ext cx="3765315" cy="24104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6" name="ph3236"/>
            <p:cNvSpPr/>
            <p:nvPr/>
          </p:nvSpPr>
          <p:spPr>
            <a:xfrm>
              <a:off x="6338361" y="2648587"/>
              <a:ext cx="36042" cy="30318"/>
            </a:xfrm>
            <a:custGeom>
              <a:avLst/>
              <a:pathLst>
                <a:path w="36042" h="30318">
                  <a:moveTo>
                    <a:pt x="28947" y="110"/>
                  </a:moveTo>
                  <a:lnTo>
                    <a:pt x="31085" y="1640"/>
                  </a:lnTo>
                  <a:lnTo>
                    <a:pt x="34547" y="2112"/>
                  </a:lnTo>
                  <a:lnTo>
                    <a:pt x="36042" y="3612"/>
                  </a:lnTo>
                  <a:lnTo>
                    <a:pt x="34563" y="11010"/>
                  </a:lnTo>
                  <a:lnTo>
                    <a:pt x="34088" y="12387"/>
                  </a:lnTo>
                  <a:lnTo>
                    <a:pt x="31272" y="13859"/>
                  </a:lnTo>
                  <a:lnTo>
                    <a:pt x="27392" y="13301"/>
                  </a:lnTo>
                  <a:lnTo>
                    <a:pt x="27074" y="16470"/>
                  </a:lnTo>
                  <a:lnTo>
                    <a:pt x="24890" y="17291"/>
                  </a:lnTo>
                  <a:lnTo>
                    <a:pt x="21480" y="17218"/>
                  </a:lnTo>
                  <a:lnTo>
                    <a:pt x="18683" y="19700"/>
                  </a:lnTo>
                  <a:lnTo>
                    <a:pt x="17020" y="24895"/>
                  </a:lnTo>
                  <a:lnTo>
                    <a:pt x="14803" y="27703"/>
                  </a:lnTo>
                  <a:lnTo>
                    <a:pt x="6846" y="28296"/>
                  </a:lnTo>
                  <a:lnTo>
                    <a:pt x="4988" y="29458"/>
                  </a:lnTo>
                  <a:lnTo>
                    <a:pt x="3083" y="29308"/>
                  </a:lnTo>
                  <a:lnTo>
                    <a:pt x="0" y="30318"/>
                  </a:lnTo>
                  <a:lnTo>
                    <a:pt x="280" y="16268"/>
                  </a:lnTo>
                  <a:lnTo>
                    <a:pt x="2077" y="9258"/>
                  </a:lnTo>
                  <a:lnTo>
                    <a:pt x="4186" y="4245"/>
                  </a:lnTo>
                  <a:lnTo>
                    <a:pt x="5185" y="4730"/>
                  </a:lnTo>
                  <a:lnTo>
                    <a:pt x="8165" y="3250"/>
                  </a:lnTo>
                  <a:lnTo>
                    <a:pt x="12120" y="3323"/>
                  </a:lnTo>
                  <a:lnTo>
                    <a:pt x="15695" y="7751"/>
                  </a:lnTo>
                  <a:lnTo>
                    <a:pt x="17552" y="6519"/>
                  </a:lnTo>
                  <a:lnTo>
                    <a:pt x="19311" y="1558"/>
                  </a:lnTo>
                  <a:lnTo>
                    <a:pt x="241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h3237"/>
            <p:cNvSpPr/>
            <p:nvPr/>
          </p:nvSpPr>
          <p:spPr>
            <a:xfrm>
              <a:off x="6327016" y="2616175"/>
              <a:ext cx="37573" cy="40163"/>
            </a:xfrm>
            <a:custGeom>
              <a:avLst/>
              <a:pathLst>
                <a:path w="37573" h="40163">
                  <a:moveTo>
                    <a:pt x="27827" y="10382"/>
                  </a:moveTo>
                  <a:lnTo>
                    <a:pt x="31782" y="11302"/>
                  </a:lnTo>
                  <a:lnTo>
                    <a:pt x="35617" y="11267"/>
                  </a:lnTo>
                  <a:lnTo>
                    <a:pt x="36398" y="12017"/>
                  </a:lnTo>
                  <a:lnTo>
                    <a:pt x="34748" y="21968"/>
                  </a:lnTo>
                  <a:lnTo>
                    <a:pt x="37519" y="23364"/>
                  </a:lnTo>
                  <a:lnTo>
                    <a:pt x="37573" y="24679"/>
                  </a:lnTo>
                  <a:lnTo>
                    <a:pt x="34472" y="23255"/>
                  </a:lnTo>
                  <a:lnTo>
                    <a:pt x="33408" y="27916"/>
                  </a:lnTo>
                  <a:lnTo>
                    <a:pt x="30425" y="28872"/>
                  </a:lnTo>
                  <a:lnTo>
                    <a:pt x="30656" y="33971"/>
                  </a:lnTo>
                  <a:lnTo>
                    <a:pt x="28896" y="38931"/>
                  </a:lnTo>
                  <a:lnTo>
                    <a:pt x="27040" y="40163"/>
                  </a:lnTo>
                  <a:lnTo>
                    <a:pt x="23465" y="35735"/>
                  </a:lnTo>
                  <a:lnTo>
                    <a:pt x="19510" y="35662"/>
                  </a:lnTo>
                  <a:lnTo>
                    <a:pt x="16530" y="37142"/>
                  </a:lnTo>
                  <a:lnTo>
                    <a:pt x="15531" y="36657"/>
                  </a:lnTo>
                  <a:lnTo>
                    <a:pt x="14679" y="34894"/>
                  </a:lnTo>
                  <a:lnTo>
                    <a:pt x="9955" y="33553"/>
                  </a:lnTo>
                  <a:lnTo>
                    <a:pt x="8043" y="28673"/>
                  </a:lnTo>
                  <a:lnTo>
                    <a:pt x="5532" y="27229"/>
                  </a:lnTo>
                  <a:lnTo>
                    <a:pt x="3768" y="27622"/>
                  </a:lnTo>
                  <a:lnTo>
                    <a:pt x="0" y="25872"/>
                  </a:lnTo>
                  <a:lnTo>
                    <a:pt x="1988" y="17458"/>
                  </a:lnTo>
                  <a:lnTo>
                    <a:pt x="3637" y="15643"/>
                  </a:lnTo>
                  <a:lnTo>
                    <a:pt x="4688" y="15382"/>
                  </a:lnTo>
                  <a:lnTo>
                    <a:pt x="6067" y="11477"/>
                  </a:lnTo>
                  <a:lnTo>
                    <a:pt x="2678" y="9123"/>
                  </a:lnTo>
                  <a:lnTo>
                    <a:pt x="2844" y="3636"/>
                  </a:lnTo>
                  <a:lnTo>
                    <a:pt x="9116" y="3707"/>
                  </a:lnTo>
                  <a:lnTo>
                    <a:pt x="20121" y="3650"/>
                  </a:lnTo>
                  <a:lnTo>
                    <a:pt x="24816" y="1661"/>
                  </a:lnTo>
                  <a:lnTo>
                    <a:pt x="25709" y="44"/>
                  </a:lnTo>
                  <a:lnTo>
                    <a:pt x="2638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h3238"/>
            <p:cNvSpPr/>
            <p:nvPr/>
          </p:nvSpPr>
          <p:spPr>
            <a:xfrm>
              <a:off x="6339066" y="2645718"/>
              <a:ext cx="57615" cy="53837"/>
            </a:xfrm>
            <a:custGeom>
              <a:avLst/>
              <a:pathLst>
                <a:path w="57615" h="53837">
                  <a:moveTo>
                    <a:pt x="52886" y="72"/>
                  </a:moveTo>
                  <a:lnTo>
                    <a:pt x="52959" y="1758"/>
                  </a:lnTo>
                  <a:lnTo>
                    <a:pt x="51833" y="3837"/>
                  </a:lnTo>
                  <a:lnTo>
                    <a:pt x="52622" y="5736"/>
                  </a:lnTo>
                  <a:lnTo>
                    <a:pt x="54036" y="6226"/>
                  </a:lnTo>
                  <a:lnTo>
                    <a:pt x="53619" y="12265"/>
                  </a:lnTo>
                  <a:lnTo>
                    <a:pt x="50150" y="11705"/>
                  </a:lnTo>
                  <a:lnTo>
                    <a:pt x="49421" y="16388"/>
                  </a:lnTo>
                  <a:lnTo>
                    <a:pt x="45376" y="24353"/>
                  </a:lnTo>
                  <a:lnTo>
                    <a:pt x="45246" y="27489"/>
                  </a:lnTo>
                  <a:lnTo>
                    <a:pt x="47740" y="34054"/>
                  </a:lnTo>
                  <a:lnTo>
                    <a:pt x="53123" y="32371"/>
                  </a:lnTo>
                  <a:lnTo>
                    <a:pt x="57615" y="33194"/>
                  </a:lnTo>
                  <a:lnTo>
                    <a:pt x="56787" y="34805"/>
                  </a:lnTo>
                  <a:lnTo>
                    <a:pt x="55553" y="34280"/>
                  </a:lnTo>
                  <a:lnTo>
                    <a:pt x="54276" y="35392"/>
                  </a:lnTo>
                  <a:lnTo>
                    <a:pt x="53153" y="38465"/>
                  </a:lnTo>
                  <a:lnTo>
                    <a:pt x="51902" y="39317"/>
                  </a:lnTo>
                  <a:lnTo>
                    <a:pt x="48989" y="43988"/>
                  </a:lnTo>
                  <a:lnTo>
                    <a:pt x="45010" y="46031"/>
                  </a:lnTo>
                  <a:lnTo>
                    <a:pt x="40970" y="46210"/>
                  </a:lnTo>
                  <a:lnTo>
                    <a:pt x="38811" y="50179"/>
                  </a:lnTo>
                  <a:lnTo>
                    <a:pt x="31945" y="50178"/>
                  </a:lnTo>
                  <a:lnTo>
                    <a:pt x="30293" y="53322"/>
                  </a:lnTo>
                  <a:lnTo>
                    <a:pt x="28562" y="53837"/>
                  </a:lnTo>
                  <a:lnTo>
                    <a:pt x="22048" y="50299"/>
                  </a:lnTo>
                  <a:lnTo>
                    <a:pt x="18138" y="48204"/>
                  </a:lnTo>
                  <a:lnTo>
                    <a:pt x="15713" y="47720"/>
                  </a:lnTo>
                  <a:lnTo>
                    <a:pt x="10965" y="43951"/>
                  </a:lnTo>
                  <a:lnTo>
                    <a:pt x="3403" y="39445"/>
                  </a:lnTo>
                  <a:lnTo>
                    <a:pt x="0" y="39288"/>
                  </a:lnTo>
                  <a:lnTo>
                    <a:pt x="5963" y="34475"/>
                  </a:lnTo>
                  <a:lnTo>
                    <a:pt x="4282" y="32328"/>
                  </a:lnTo>
                  <a:lnTo>
                    <a:pt x="6141" y="31165"/>
                  </a:lnTo>
                  <a:lnTo>
                    <a:pt x="14098" y="30572"/>
                  </a:lnTo>
                  <a:lnTo>
                    <a:pt x="16315" y="27764"/>
                  </a:lnTo>
                  <a:lnTo>
                    <a:pt x="17977" y="22569"/>
                  </a:lnTo>
                  <a:lnTo>
                    <a:pt x="20774" y="20088"/>
                  </a:lnTo>
                  <a:lnTo>
                    <a:pt x="24184" y="20160"/>
                  </a:lnTo>
                  <a:lnTo>
                    <a:pt x="26369" y="19340"/>
                  </a:lnTo>
                  <a:lnTo>
                    <a:pt x="26686" y="16171"/>
                  </a:lnTo>
                  <a:lnTo>
                    <a:pt x="30566" y="16728"/>
                  </a:lnTo>
                  <a:lnTo>
                    <a:pt x="33382" y="15257"/>
                  </a:lnTo>
                  <a:lnTo>
                    <a:pt x="33857" y="13879"/>
                  </a:lnTo>
                  <a:lnTo>
                    <a:pt x="35433" y="15673"/>
                  </a:lnTo>
                  <a:lnTo>
                    <a:pt x="42247" y="12331"/>
                  </a:lnTo>
                  <a:lnTo>
                    <a:pt x="41741" y="9577"/>
                  </a:lnTo>
                  <a:lnTo>
                    <a:pt x="39378" y="9039"/>
                  </a:lnTo>
                  <a:lnTo>
                    <a:pt x="40080" y="5205"/>
                  </a:lnTo>
                  <a:lnTo>
                    <a:pt x="41733" y="4437"/>
                  </a:lnTo>
                  <a:lnTo>
                    <a:pt x="47795" y="6277"/>
                  </a:lnTo>
                  <a:lnTo>
                    <a:pt x="49854" y="5508"/>
                  </a:lnTo>
                  <a:lnTo>
                    <a:pt x="4916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h3239"/>
            <p:cNvSpPr/>
            <p:nvPr/>
          </p:nvSpPr>
          <p:spPr>
            <a:xfrm>
              <a:off x="6361999" y="2600010"/>
              <a:ext cx="14737" cy="21154"/>
            </a:xfrm>
            <a:custGeom>
              <a:avLst/>
              <a:pathLst>
                <a:path w="14737" h="21154">
                  <a:moveTo>
                    <a:pt x="9801" y="4710"/>
                  </a:moveTo>
                  <a:lnTo>
                    <a:pt x="12289" y="6310"/>
                  </a:lnTo>
                  <a:lnTo>
                    <a:pt x="14174" y="8613"/>
                  </a:lnTo>
                  <a:lnTo>
                    <a:pt x="13851" y="10125"/>
                  </a:lnTo>
                  <a:lnTo>
                    <a:pt x="14737" y="13990"/>
                  </a:lnTo>
                  <a:lnTo>
                    <a:pt x="14611" y="19170"/>
                  </a:lnTo>
                  <a:lnTo>
                    <a:pt x="12899" y="20679"/>
                  </a:lnTo>
                  <a:lnTo>
                    <a:pt x="11136" y="21154"/>
                  </a:lnTo>
                  <a:lnTo>
                    <a:pt x="9023" y="20224"/>
                  </a:lnTo>
                  <a:lnTo>
                    <a:pt x="6947" y="17939"/>
                  </a:lnTo>
                  <a:lnTo>
                    <a:pt x="8080" y="16689"/>
                  </a:lnTo>
                  <a:lnTo>
                    <a:pt x="8203" y="15167"/>
                  </a:lnTo>
                  <a:lnTo>
                    <a:pt x="1766" y="15528"/>
                  </a:lnTo>
                  <a:lnTo>
                    <a:pt x="1741" y="13430"/>
                  </a:lnTo>
                  <a:lnTo>
                    <a:pt x="3197" y="13404"/>
                  </a:lnTo>
                  <a:lnTo>
                    <a:pt x="4324" y="11650"/>
                  </a:lnTo>
                  <a:lnTo>
                    <a:pt x="0" y="11713"/>
                  </a:lnTo>
                  <a:lnTo>
                    <a:pt x="2129" y="8857"/>
                  </a:lnTo>
                  <a:lnTo>
                    <a:pt x="6318" y="8441"/>
                  </a:lnTo>
                  <a:lnTo>
                    <a:pt x="7393" y="314"/>
                  </a:lnTo>
                  <a:lnTo>
                    <a:pt x="888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h3240"/>
            <p:cNvSpPr/>
            <p:nvPr/>
          </p:nvSpPr>
          <p:spPr>
            <a:xfrm>
              <a:off x="6369446" y="2642745"/>
              <a:ext cx="19474" cy="18646"/>
            </a:xfrm>
            <a:custGeom>
              <a:avLst/>
              <a:pathLst>
                <a:path w="19474" h="18646">
                  <a:moveTo>
                    <a:pt x="18782" y="2972"/>
                  </a:moveTo>
                  <a:lnTo>
                    <a:pt x="19474" y="8481"/>
                  </a:lnTo>
                  <a:lnTo>
                    <a:pt x="17415" y="9250"/>
                  </a:lnTo>
                  <a:lnTo>
                    <a:pt x="11353" y="7410"/>
                  </a:lnTo>
                  <a:lnTo>
                    <a:pt x="9700" y="8178"/>
                  </a:lnTo>
                  <a:lnTo>
                    <a:pt x="8998" y="12012"/>
                  </a:lnTo>
                  <a:lnTo>
                    <a:pt x="11361" y="12549"/>
                  </a:lnTo>
                  <a:lnTo>
                    <a:pt x="11867" y="15304"/>
                  </a:lnTo>
                  <a:lnTo>
                    <a:pt x="5053" y="18646"/>
                  </a:lnTo>
                  <a:lnTo>
                    <a:pt x="3477" y="16852"/>
                  </a:lnTo>
                  <a:lnTo>
                    <a:pt x="4957" y="9455"/>
                  </a:lnTo>
                  <a:lnTo>
                    <a:pt x="3462" y="7955"/>
                  </a:lnTo>
                  <a:lnTo>
                    <a:pt x="0" y="7483"/>
                  </a:lnTo>
                  <a:lnTo>
                    <a:pt x="2692" y="4416"/>
                  </a:lnTo>
                  <a:lnTo>
                    <a:pt x="2539" y="3089"/>
                  </a:lnTo>
                  <a:lnTo>
                    <a:pt x="1541" y="2930"/>
                  </a:lnTo>
                  <a:lnTo>
                    <a:pt x="1562" y="1881"/>
                  </a:lnTo>
                  <a:lnTo>
                    <a:pt x="3567" y="1333"/>
                  </a:lnTo>
                  <a:lnTo>
                    <a:pt x="8327" y="1758"/>
                  </a:lnTo>
                  <a:lnTo>
                    <a:pt x="13228" y="4065"/>
                  </a:lnTo>
                  <a:lnTo>
                    <a:pt x="1635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h3241"/>
            <p:cNvSpPr/>
            <p:nvPr/>
          </p:nvSpPr>
          <p:spPr>
            <a:xfrm>
              <a:off x="6357442" y="2632892"/>
              <a:ext cx="25232" cy="17335"/>
            </a:xfrm>
            <a:custGeom>
              <a:avLst/>
              <a:pathLst>
                <a:path w="25232" h="17335">
                  <a:moveTo>
                    <a:pt x="23794" y="2644"/>
                  </a:moveTo>
                  <a:lnTo>
                    <a:pt x="23749" y="4526"/>
                  </a:lnTo>
                  <a:lnTo>
                    <a:pt x="22289" y="6658"/>
                  </a:lnTo>
                  <a:lnTo>
                    <a:pt x="22104" y="9302"/>
                  </a:lnTo>
                  <a:lnTo>
                    <a:pt x="25232" y="13918"/>
                  </a:lnTo>
                  <a:lnTo>
                    <a:pt x="20331" y="11611"/>
                  </a:lnTo>
                  <a:lnTo>
                    <a:pt x="15571" y="11185"/>
                  </a:lnTo>
                  <a:lnTo>
                    <a:pt x="13566" y="11734"/>
                  </a:lnTo>
                  <a:lnTo>
                    <a:pt x="13545" y="12783"/>
                  </a:lnTo>
                  <a:lnTo>
                    <a:pt x="14543" y="12942"/>
                  </a:lnTo>
                  <a:lnTo>
                    <a:pt x="14696" y="14268"/>
                  </a:lnTo>
                  <a:lnTo>
                    <a:pt x="12004" y="17335"/>
                  </a:lnTo>
                  <a:lnTo>
                    <a:pt x="9866" y="15806"/>
                  </a:lnTo>
                  <a:lnTo>
                    <a:pt x="5096" y="15695"/>
                  </a:lnTo>
                  <a:lnTo>
                    <a:pt x="230" y="17254"/>
                  </a:lnTo>
                  <a:lnTo>
                    <a:pt x="0" y="12155"/>
                  </a:lnTo>
                  <a:lnTo>
                    <a:pt x="2983" y="11199"/>
                  </a:lnTo>
                  <a:lnTo>
                    <a:pt x="4046" y="6538"/>
                  </a:lnTo>
                  <a:lnTo>
                    <a:pt x="7147" y="7962"/>
                  </a:lnTo>
                  <a:lnTo>
                    <a:pt x="7093" y="6647"/>
                  </a:lnTo>
                  <a:lnTo>
                    <a:pt x="8901" y="4683"/>
                  </a:lnTo>
                  <a:lnTo>
                    <a:pt x="13566" y="3303"/>
                  </a:lnTo>
                  <a:lnTo>
                    <a:pt x="17616" y="1166"/>
                  </a:lnTo>
                  <a:lnTo>
                    <a:pt x="176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h3242"/>
            <p:cNvSpPr/>
            <p:nvPr/>
          </p:nvSpPr>
          <p:spPr>
            <a:xfrm>
              <a:off x="6306815" y="2642047"/>
              <a:ext cx="38214" cy="46239"/>
            </a:xfrm>
            <a:custGeom>
              <a:avLst/>
              <a:pathLst>
                <a:path w="38214" h="46239">
                  <a:moveTo>
                    <a:pt x="23968" y="1750"/>
                  </a:moveTo>
                  <a:lnTo>
                    <a:pt x="25733" y="1357"/>
                  </a:lnTo>
                  <a:lnTo>
                    <a:pt x="28243" y="2801"/>
                  </a:lnTo>
                  <a:lnTo>
                    <a:pt x="30155" y="7681"/>
                  </a:lnTo>
                  <a:lnTo>
                    <a:pt x="34880" y="9022"/>
                  </a:lnTo>
                  <a:lnTo>
                    <a:pt x="35731" y="10785"/>
                  </a:lnTo>
                  <a:lnTo>
                    <a:pt x="33623" y="15799"/>
                  </a:lnTo>
                  <a:lnTo>
                    <a:pt x="31826" y="22809"/>
                  </a:lnTo>
                  <a:lnTo>
                    <a:pt x="31545" y="36858"/>
                  </a:lnTo>
                  <a:lnTo>
                    <a:pt x="34628" y="35848"/>
                  </a:lnTo>
                  <a:lnTo>
                    <a:pt x="36533" y="35999"/>
                  </a:lnTo>
                  <a:lnTo>
                    <a:pt x="38214" y="38145"/>
                  </a:lnTo>
                  <a:lnTo>
                    <a:pt x="32250" y="42959"/>
                  </a:lnTo>
                  <a:lnTo>
                    <a:pt x="30791" y="42930"/>
                  </a:lnTo>
                  <a:lnTo>
                    <a:pt x="26669" y="40143"/>
                  </a:lnTo>
                  <a:lnTo>
                    <a:pt x="23067" y="40437"/>
                  </a:lnTo>
                  <a:lnTo>
                    <a:pt x="20311" y="41886"/>
                  </a:lnTo>
                  <a:lnTo>
                    <a:pt x="19549" y="44008"/>
                  </a:lnTo>
                  <a:lnTo>
                    <a:pt x="16722" y="45831"/>
                  </a:lnTo>
                  <a:lnTo>
                    <a:pt x="15106" y="46239"/>
                  </a:lnTo>
                  <a:lnTo>
                    <a:pt x="14222" y="45706"/>
                  </a:lnTo>
                  <a:lnTo>
                    <a:pt x="9022" y="41524"/>
                  </a:lnTo>
                  <a:lnTo>
                    <a:pt x="6297" y="40143"/>
                  </a:lnTo>
                  <a:lnTo>
                    <a:pt x="2932" y="33885"/>
                  </a:lnTo>
                  <a:lnTo>
                    <a:pt x="356" y="30635"/>
                  </a:lnTo>
                  <a:lnTo>
                    <a:pt x="0" y="29845"/>
                  </a:lnTo>
                  <a:lnTo>
                    <a:pt x="641" y="28926"/>
                  </a:lnTo>
                  <a:lnTo>
                    <a:pt x="4047" y="19581"/>
                  </a:lnTo>
                  <a:lnTo>
                    <a:pt x="7722" y="12825"/>
                  </a:lnTo>
                  <a:lnTo>
                    <a:pt x="11713" y="7597"/>
                  </a:lnTo>
                  <a:lnTo>
                    <a:pt x="13276" y="3657"/>
                  </a:lnTo>
                  <a:lnTo>
                    <a:pt x="2020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h3243"/>
            <p:cNvSpPr/>
            <p:nvPr/>
          </p:nvSpPr>
          <p:spPr>
            <a:xfrm>
              <a:off x="6384313" y="2646436"/>
              <a:ext cx="37802" cy="33336"/>
            </a:xfrm>
            <a:custGeom>
              <a:avLst/>
              <a:pathLst>
                <a:path w="37802" h="33336">
                  <a:moveTo>
                    <a:pt x="18687" y="3499"/>
                  </a:moveTo>
                  <a:lnTo>
                    <a:pt x="20425" y="7303"/>
                  </a:lnTo>
                  <a:lnTo>
                    <a:pt x="24256" y="7101"/>
                  </a:lnTo>
                  <a:lnTo>
                    <a:pt x="23808" y="6094"/>
                  </a:lnTo>
                  <a:lnTo>
                    <a:pt x="30869" y="13190"/>
                  </a:lnTo>
                  <a:lnTo>
                    <a:pt x="32881" y="14912"/>
                  </a:lnTo>
                  <a:lnTo>
                    <a:pt x="37802" y="15160"/>
                  </a:lnTo>
                  <a:lnTo>
                    <a:pt x="37506" y="19253"/>
                  </a:lnTo>
                  <a:lnTo>
                    <a:pt x="32822" y="18924"/>
                  </a:lnTo>
                  <a:lnTo>
                    <a:pt x="26052" y="21385"/>
                  </a:lnTo>
                  <a:lnTo>
                    <a:pt x="15268" y="25701"/>
                  </a:lnTo>
                  <a:lnTo>
                    <a:pt x="14897" y="29283"/>
                  </a:lnTo>
                  <a:lnTo>
                    <a:pt x="12369" y="32476"/>
                  </a:lnTo>
                  <a:lnTo>
                    <a:pt x="7876" y="31653"/>
                  </a:lnTo>
                  <a:lnTo>
                    <a:pt x="2493" y="33336"/>
                  </a:lnTo>
                  <a:lnTo>
                    <a:pt x="0" y="26771"/>
                  </a:lnTo>
                  <a:lnTo>
                    <a:pt x="129" y="23635"/>
                  </a:lnTo>
                  <a:lnTo>
                    <a:pt x="4175" y="15670"/>
                  </a:lnTo>
                  <a:lnTo>
                    <a:pt x="4904" y="10987"/>
                  </a:lnTo>
                  <a:lnTo>
                    <a:pt x="8372" y="11547"/>
                  </a:lnTo>
                  <a:lnTo>
                    <a:pt x="8789" y="5508"/>
                  </a:lnTo>
                  <a:lnTo>
                    <a:pt x="12332" y="6173"/>
                  </a:lnTo>
                  <a:lnTo>
                    <a:pt x="12871" y="2966"/>
                  </a:lnTo>
                  <a:lnTo>
                    <a:pt x="13995" y="977"/>
                  </a:lnTo>
                  <a:lnTo>
                    <a:pt x="1573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h3244"/>
            <p:cNvSpPr/>
            <p:nvPr/>
          </p:nvSpPr>
          <p:spPr>
            <a:xfrm>
              <a:off x="6379547" y="2618293"/>
              <a:ext cx="40274" cy="41333"/>
            </a:xfrm>
            <a:custGeom>
              <a:avLst/>
              <a:pathLst>
                <a:path w="40274" h="41333">
                  <a:moveTo>
                    <a:pt x="20175" y="845"/>
                  </a:moveTo>
                  <a:lnTo>
                    <a:pt x="24025" y="7685"/>
                  </a:lnTo>
                  <a:lnTo>
                    <a:pt x="24363" y="10293"/>
                  </a:lnTo>
                  <a:lnTo>
                    <a:pt x="24189" y="16403"/>
                  </a:lnTo>
                  <a:lnTo>
                    <a:pt x="21035" y="16337"/>
                  </a:lnTo>
                  <a:lnTo>
                    <a:pt x="19290" y="18112"/>
                  </a:lnTo>
                  <a:lnTo>
                    <a:pt x="21428" y="20961"/>
                  </a:lnTo>
                  <a:lnTo>
                    <a:pt x="25846" y="22025"/>
                  </a:lnTo>
                  <a:lnTo>
                    <a:pt x="37249" y="29788"/>
                  </a:lnTo>
                  <a:lnTo>
                    <a:pt x="40274" y="30967"/>
                  </a:lnTo>
                  <a:lnTo>
                    <a:pt x="39632" y="32948"/>
                  </a:lnTo>
                  <a:lnTo>
                    <a:pt x="39536" y="37410"/>
                  </a:lnTo>
                  <a:lnTo>
                    <a:pt x="36358" y="39168"/>
                  </a:lnTo>
                  <a:lnTo>
                    <a:pt x="35636" y="41333"/>
                  </a:lnTo>
                  <a:lnTo>
                    <a:pt x="28574" y="34237"/>
                  </a:lnTo>
                  <a:lnTo>
                    <a:pt x="29022" y="35244"/>
                  </a:lnTo>
                  <a:lnTo>
                    <a:pt x="25192" y="35446"/>
                  </a:lnTo>
                  <a:lnTo>
                    <a:pt x="23454" y="31642"/>
                  </a:lnTo>
                  <a:lnTo>
                    <a:pt x="20501" y="28143"/>
                  </a:lnTo>
                  <a:lnTo>
                    <a:pt x="18762" y="29120"/>
                  </a:lnTo>
                  <a:lnTo>
                    <a:pt x="17638" y="31109"/>
                  </a:lnTo>
                  <a:lnTo>
                    <a:pt x="17099" y="34316"/>
                  </a:lnTo>
                  <a:lnTo>
                    <a:pt x="13556" y="33651"/>
                  </a:lnTo>
                  <a:lnTo>
                    <a:pt x="12142" y="33161"/>
                  </a:lnTo>
                  <a:lnTo>
                    <a:pt x="11353" y="31262"/>
                  </a:lnTo>
                  <a:lnTo>
                    <a:pt x="12479" y="29183"/>
                  </a:lnTo>
                  <a:lnTo>
                    <a:pt x="12406" y="27497"/>
                  </a:lnTo>
                  <a:lnTo>
                    <a:pt x="8682" y="27425"/>
                  </a:lnTo>
                  <a:lnTo>
                    <a:pt x="6255" y="24452"/>
                  </a:lnTo>
                  <a:lnTo>
                    <a:pt x="3128" y="28517"/>
                  </a:lnTo>
                  <a:lnTo>
                    <a:pt x="0" y="23901"/>
                  </a:lnTo>
                  <a:lnTo>
                    <a:pt x="185" y="21257"/>
                  </a:lnTo>
                  <a:lnTo>
                    <a:pt x="1644" y="19126"/>
                  </a:lnTo>
                  <a:lnTo>
                    <a:pt x="1689" y="17244"/>
                  </a:lnTo>
                  <a:lnTo>
                    <a:pt x="3667" y="17206"/>
                  </a:lnTo>
                  <a:lnTo>
                    <a:pt x="4833" y="20978"/>
                  </a:lnTo>
                  <a:lnTo>
                    <a:pt x="5710" y="21476"/>
                  </a:lnTo>
                  <a:lnTo>
                    <a:pt x="9192" y="18614"/>
                  </a:lnTo>
                  <a:lnTo>
                    <a:pt x="10567" y="2268"/>
                  </a:lnTo>
                  <a:lnTo>
                    <a:pt x="12506" y="2459"/>
                  </a:lnTo>
                  <a:lnTo>
                    <a:pt x="1593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h3245"/>
            <p:cNvSpPr/>
            <p:nvPr/>
          </p:nvSpPr>
          <p:spPr>
            <a:xfrm>
              <a:off x="6373148" y="2611580"/>
              <a:ext cx="16965" cy="28188"/>
            </a:xfrm>
            <a:custGeom>
              <a:avLst/>
              <a:pathLst>
                <a:path w="16965" h="28188">
                  <a:moveTo>
                    <a:pt x="12767" y="1658"/>
                  </a:moveTo>
                  <a:lnTo>
                    <a:pt x="14125" y="1819"/>
                  </a:lnTo>
                  <a:lnTo>
                    <a:pt x="13744" y="8567"/>
                  </a:lnTo>
                  <a:lnTo>
                    <a:pt x="16965" y="8981"/>
                  </a:lnTo>
                  <a:lnTo>
                    <a:pt x="15590" y="25326"/>
                  </a:lnTo>
                  <a:lnTo>
                    <a:pt x="12108" y="28188"/>
                  </a:lnTo>
                  <a:lnTo>
                    <a:pt x="11231" y="27690"/>
                  </a:lnTo>
                  <a:lnTo>
                    <a:pt x="10065" y="23918"/>
                  </a:lnTo>
                  <a:lnTo>
                    <a:pt x="8087" y="23956"/>
                  </a:lnTo>
                  <a:lnTo>
                    <a:pt x="1952" y="21311"/>
                  </a:lnTo>
                  <a:lnTo>
                    <a:pt x="80" y="20777"/>
                  </a:lnTo>
                  <a:lnTo>
                    <a:pt x="0" y="16273"/>
                  </a:lnTo>
                  <a:lnTo>
                    <a:pt x="2577" y="15996"/>
                  </a:lnTo>
                  <a:lnTo>
                    <a:pt x="2443" y="10685"/>
                  </a:lnTo>
                  <a:lnTo>
                    <a:pt x="3347" y="8477"/>
                  </a:lnTo>
                  <a:lnTo>
                    <a:pt x="7119" y="5704"/>
                  </a:lnTo>
                  <a:lnTo>
                    <a:pt x="9578" y="5298"/>
                  </a:lnTo>
                  <a:lnTo>
                    <a:pt x="10256" y="2624"/>
                  </a:lnTo>
                  <a:lnTo>
                    <a:pt x="979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h3246"/>
            <p:cNvSpPr/>
            <p:nvPr/>
          </p:nvSpPr>
          <p:spPr>
            <a:xfrm>
              <a:off x="6351734" y="2610136"/>
              <a:ext cx="31670" cy="29403"/>
            </a:xfrm>
            <a:custGeom>
              <a:avLst/>
              <a:pathLst>
                <a:path w="31670" h="29403">
                  <a:moveTo>
                    <a:pt x="28672" y="221"/>
                  </a:moveTo>
                  <a:lnTo>
                    <a:pt x="28671" y="1437"/>
                  </a:lnTo>
                  <a:lnTo>
                    <a:pt x="31210" y="1444"/>
                  </a:lnTo>
                  <a:lnTo>
                    <a:pt x="31670" y="4069"/>
                  </a:lnTo>
                  <a:lnTo>
                    <a:pt x="30992" y="6742"/>
                  </a:lnTo>
                  <a:lnTo>
                    <a:pt x="28534" y="7148"/>
                  </a:lnTo>
                  <a:lnTo>
                    <a:pt x="24761" y="9922"/>
                  </a:lnTo>
                  <a:lnTo>
                    <a:pt x="23858" y="12129"/>
                  </a:lnTo>
                  <a:lnTo>
                    <a:pt x="23991" y="17440"/>
                  </a:lnTo>
                  <a:lnTo>
                    <a:pt x="21414" y="17717"/>
                  </a:lnTo>
                  <a:lnTo>
                    <a:pt x="21495" y="22222"/>
                  </a:lnTo>
                  <a:lnTo>
                    <a:pt x="23366" y="22755"/>
                  </a:lnTo>
                  <a:lnTo>
                    <a:pt x="23324" y="23922"/>
                  </a:lnTo>
                  <a:lnTo>
                    <a:pt x="19273" y="26059"/>
                  </a:lnTo>
                  <a:lnTo>
                    <a:pt x="14609" y="27439"/>
                  </a:lnTo>
                  <a:lnTo>
                    <a:pt x="12801" y="29403"/>
                  </a:lnTo>
                  <a:lnTo>
                    <a:pt x="10030" y="28007"/>
                  </a:lnTo>
                  <a:lnTo>
                    <a:pt x="11680" y="18056"/>
                  </a:lnTo>
                  <a:lnTo>
                    <a:pt x="10899" y="17306"/>
                  </a:lnTo>
                  <a:lnTo>
                    <a:pt x="7064" y="17340"/>
                  </a:lnTo>
                  <a:lnTo>
                    <a:pt x="3109" y="16421"/>
                  </a:lnTo>
                  <a:lnTo>
                    <a:pt x="1662" y="6038"/>
                  </a:lnTo>
                  <a:lnTo>
                    <a:pt x="991" y="6082"/>
                  </a:lnTo>
                  <a:lnTo>
                    <a:pt x="0" y="4485"/>
                  </a:lnTo>
                  <a:lnTo>
                    <a:pt x="618" y="2829"/>
                  </a:lnTo>
                  <a:lnTo>
                    <a:pt x="9222" y="1197"/>
                  </a:lnTo>
                  <a:lnTo>
                    <a:pt x="10264" y="1588"/>
                  </a:lnTo>
                  <a:lnTo>
                    <a:pt x="14589" y="1524"/>
                  </a:lnTo>
                  <a:lnTo>
                    <a:pt x="13462" y="3278"/>
                  </a:lnTo>
                  <a:lnTo>
                    <a:pt x="12006" y="3305"/>
                  </a:lnTo>
                  <a:lnTo>
                    <a:pt x="12031" y="5403"/>
                  </a:lnTo>
                  <a:lnTo>
                    <a:pt x="18468" y="5042"/>
                  </a:lnTo>
                  <a:lnTo>
                    <a:pt x="18345" y="6563"/>
                  </a:lnTo>
                  <a:lnTo>
                    <a:pt x="17212" y="7813"/>
                  </a:lnTo>
                  <a:lnTo>
                    <a:pt x="19288" y="10098"/>
                  </a:lnTo>
                  <a:lnTo>
                    <a:pt x="21401" y="11029"/>
                  </a:lnTo>
                  <a:lnTo>
                    <a:pt x="23164" y="10553"/>
                  </a:lnTo>
                  <a:lnTo>
                    <a:pt x="24876" y="9045"/>
                  </a:lnTo>
                  <a:lnTo>
                    <a:pt x="25002" y="3864"/>
                  </a:lnTo>
                  <a:lnTo>
                    <a:pt x="2411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h3247"/>
            <p:cNvSpPr/>
            <p:nvPr/>
          </p:nvSpPr>
          <p:spPr>
            <a:xfrm>
              <a:off x="4900159" y="1316129"/>
              <a:ext cx="89905" cy="45576"/>
            </a:xfrm>
            <a:custGeom>
              <a:avLst/>
              <a:pathLst>
                <a:path w="89905" h="45576">
                  <a:moveTo>
                    <a:pt x="89905" y="428"/>
                  </a:moveTo>
                  <a:lnTo>
                    <a:pt x="87504" y="30451"/>
                  </a:lnTo>
                  <a:lnTo>
                    <a:pt x="58075" y="45576"/>
                  </a:lnTo>
                  <a:lnTo>
                    <a:pt x="19158" y="40714"/>
                  </a:lnTo>
                  <a:lnTo>
                    <a:pt x="10840" y="44000"/>
                  </a:lnTo>
                  <a:lnTo>
                    <a:pt x="10829" y="40004"/>
                  </a:lnTo>
                  <a:lnTo>
                    <a:pt x="10074" y="37371"/>
                  </a:lnTo>
                  <a:lnTo>
                    <a:pt x="8718" y="36144"/>
                  </a:lnTo>
                  <a:lnTo>
                    <a:pt x="3370" y="34167"/>
                  </a:lnTo>
                  <a:lnTo>
                    <a:pt x="3675" y="29325"/>
                  </a:lnTo>
                  <a:lnTo>
                    <a:pt x="7519" y="26365"/>
                  </a:lnTo>
                  <a:lnTo>
                    <a:pt x="6849" y="14052"/>
                  </a:lnTo>
                  <a:lnTo>
                    <a:pt x="5614" y="10492"/>
                  </a:lnTo>
                  <a:lnTo>
                    <a:pt x="2981" y="11496"/>
                  </a:lnTo>
                  <a:lnTo>
                    <a:pt x="2178" y="10555"/>
                  </a:lnTo>
                  <a:lnTo>
                    <a:pt x="4141" y="6198"/>
                  </a:lnTo>
                  <a:lnTo>
                    <a:pt x="1471" y="4642"/>
                  </a:lnTo>
                  <a:lnTo>
                    <a:pt x="277" y="2785"/>
                  </a:lnTo>
                  <a:lnTo>
                    <a:pt x="0" y="1053"/>
                  </a:lnTo>
                  <a:lnTo>
                    <a:pt x="2254" y="1092"/>
                  </a:lnTo>
                  <a:lnTo>
                    <a:pt x="17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h3248"/>
            <p:cNvSpPr/>
            <p:nvPr/>
          </p:nvSpPr>
          <p:spPr>
            <a:xfrm>
              <a:off x="4861886" y="1315942"/>
              <a:ext cx="49112" cy="46961"/>
            </a:xfrm>
            <a:custGeom>
              <a:avLst/>
              <a:pathLst>
                <a:path w="49112" h="46961">
                  <a:moveTo>
                    <a:pt x="38272" y="1241"/>
                  </a:moveTo>
                  <a:lnTo>
                    <a:pt x="38549" y="2972"/>
                  </a:lnTo>
                  <a:lnTo>
                    <a:pt x="39743" y="4830"/>
                  </a:lnTo>
                  <a:lnTo>
                    <a:pt x="42413" y="6385"/>
                  </a:lnTo>
                  <a:lnTo>
                    <a:pt x="40450" y="10743"/>
                  </a:lnTo>
                  <a:lnTo>
                    <a:pt x="41253" y="11684"/>
                  </a:lnTo>
                  <a:lnTo>
                    <a:pt x="43886" y="10680"/>
                  </a:lnTo>
                  <a:lnTo>
                    <a:pt x="45121" y="14239"/>
                  </a:lnTo>
                  <a:lnTo>
                    <a:pt x="45791" y="26552"/>
                  </a:lnTo>
                  <a:lnTo>
                    <a:pt x="41947" y="29513"/>
                  </a:lnTo>
                  <a:lnTo>
                    <a:pt x="41642" y="34355"/>
                  </a:lnTo>
                  <a:lnTo>
                    <a:pt x="46990" y="36331"/>
                  </a:lnTo>
                  <a:lnTo>
                    <a:pt x="48346" y="37559"/>
                  </a:lnTo>
                  <a:lnTo>
                    <a:pt x="49102" y="40191"/>
                  </a:lnTo>
                  <a:lnTo>
                    <a:pt x="49112" y="44187"/>
                  </a:lnTo>
                  <a:lnTo>
                    <a:pt x="42094" y="46961"/>
                  </a:lnTo>
                  <a:lnTo>
                    <a:pt x="28226" y="31494"/>
                  </a:lnTo>
                  <a:lnTo>
                    <a:pt x="15328" y="30138"/>
                  </a:lnTo>
                  <a:lnTo>
                    <a:pt x="15541" y="28114"/>
                  </a:lnTo>
                  <a:lnTo>
                    <a:pt x="20108" y="26192"/>
                  </a:lnTo>
                  <a:lnTo>
                    <a:pt x="15895" y="24753"/>
                  </a:lnTo>
                  <a:lnTo>
                    <a:pt x="14965" y="20441"/>
                  </a:lnTo>
                  <a:lnTo>
                    <a:pt x="12914" y="17342"/>
                  </a:lnTo>
                  <a:lnTo>
                    <a:pt x="6567" y="14386"/>
                  </a:lnTo>
                  <a:lnTo>
                    <a:pt x="2191" y="15392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40526" y="127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h3249"/>
            <p:cNvSpPr/>
            <p:nvPr/>
          </p:nvSpPr>
          <p:spPr>
            <a:xfrm>
              <a:off x="4848543" y="1329057"/>
              <a:ext cx="416" cy="2816"/>
            </a:xfrm>
            <a:custGeom>
              <a:avLst/>
              <a:pathLst>
                <a:path w="416" h="2816">
                  <a:moveTo>
                    <a:pt x="123" y="2816"/>
                  </a:moveTo>
                  <a:lnTo>
                    <a:pt x="0" y="0"/>
                  </a:lnTo>
                  <a:lnTo>
                    <a:pt x="416" y="212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h3250"/>
            <p:cNvSpPr/>
            <p:nvPr/>
          </p:nvSpPr>
          <p:spPr>
            <a:xfrm>
              <a:off x="4847135" y="1328307"/>
              <a:ext cx="284" cy="501"/>
            </a:xfrm>
            <a:custGeom>
              <a:avLst/>
              <a:pathLst>
                <a:path w="284" h="501">
                  <a:moveTo>
                    <a:pt x="0" y="501"/>
                  </a:moveTo>
                  <a:lnTo>
                    <a:pt x="35" y="0"/>
                  </a:lnTo>
                  <a:lnTo>
                    <a:pt x="284" y="7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h3251"/>
            <p:cNvSpPr/>
            <p:nvPr/>
          </p:nvSpPr>
          <p:spPr>
            <a:xfrm>
              <a:off x="4843382" y="1324689"/>
              <a:ext cx="493" cy="1467"/>
            </a:xfrm>
            <a:custGeom>
              <a:avLst/>
              <a:pathLst>
                <a:path w="493" h="1467">
                  <a:moveTo>
                    <a:pt x="0" y="522"/>
                  </a:moveTo>
                  <a:lnTo>
                    <a:pt x="150" y="0"/>
                  </a:lnTo>
                  <a:lnTo>
                    <a:pt x="493" y="146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h3252"/>
            <p:cNvSpPr/>
            <p:nvPr/>
          </p:nvSpPr>
          <p:spPr>
            <a:xfrm>
              <a:off x="4992045" y="1831401"/>
              <a:ext cx="22318" cy="41119"/>
            </a:xfrm>
            <a:custGeom>
              <a:avLst/>
              <a:pathLst>
                <a:path w="22318" h="41119">
                  <a:moveTo>
                    <a:pt x="21740" y="9836"/>
                  </a:move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lnTo>
                    <a:pt x="1806" y="29710"/>
                  </a:ln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h3253"/>
            <p:cNvSpPr/>
            <p:nvPr/>
          </p:nvSpPr>
          <p:spPr>
            <a:xfrm>
              <a:off x="4880303" y="1346580"/>
              <a:ext cx="147042" cy="203129"/>
            </a:xfrm>
            <a:custGeom>
              <a:avLst/>
              <a:pathLst>
                <a:path w="147042" h="203129">
                  <a:moveTo>
                    <a:pt x="129895" y="102165"/>
                  </a:moveTo>
                  <a:lnTo>
                    <a:pt x="138915" y="112633"/>
                  </a:lnTo>
                  <a:lnTo>
                    <a:pt x="140318" y="173986"/>
                  </a:lnTo>
                  <a:lnTo>
                    <a:pt x="143929" y="193232"/>
                  </a:lnTo>
                  <a:lnTo>
                    <a:pt x="147042" y="198645"/>
                  </a:lnTo>
                  <a:lnTo>
                    <a:pt x="144753" y="203129"/>
                  </a:lnTo>
                  <a:lnTo>
                    <a:pt x="121105" y="202611"/>
                  </a:lnTo>
                  <a:lnTo>
                    <a:pt x="122373" y="163149"/>
                  </a:lnTo>
                  <a:lnTo>
                    <a:pt x="124717" y="160096"/>
                  </a:lnTo>
                  <a:lnTo>
                    <a:pt x="118529" y="156303"/>
                  </a:lnTo>
                  <a:lnTo>
                    <a:pt x="118090" y="154015"/>
                  </a:lnTo>
                  <a:lnTo>
                    <a:pt x="116574" y="153099"/>
                  </a:lnTo>
                  <a:lnTo>
                    <a:pt x="111335" y="153156"/>
                  </a:lnTo>
                  <a:lnTo>
                    <a:pt x="105098" y="156358"/>
                  </a:lnTo>
                  <a:lnTo>
                    <a:pt x="102293" y="159402"/>
                  </a:lnTo>
                  <a:lnTo>
                    <a:pt x="97385" y="157328"/>
                  </a:lnTo>
                  <a:lnTo>
                    <a:pt x="90398" y="156112"/>
                  </a:lnTo>
                  <a:lnTo>
                    <a:pt x="85563" y="157817"/>
                  </a:lnTo>
                  <a:lnTo>
                    <a:pt x="82878" y="159742"/>
                  </a:lnTo>
                  <a:lnTo>
                    <a:pt x="76174" y="159375"/>
                  </a:lnTo>
                  <a:lnTo>
                    <a:pt x="63578" y="167701"/>
                  </a:lnTo>
                  <a:lnTo>
                    <a:pt x="54554" y="172218"/>
                  </a:lnTo>
                  <a:lnTo>
                    <a:pt x="50010" y="165735"/>
                  </a:lnTo>
                  <a:lnTo>
                    <a:pt x="48673" y="165399"/>
                  </a:lnTo>
                  <a:lnTo>
                    <a:pt x="44738" y="166674"/>
                  </a:lnTo>
                  <a:lnTo>
                    <a:pt x="43160" y="164510"/>
                  </a:lnTo>
                  <a:lnTo>
                    <a:pt x="47439" y="149184"/>
                  </a:lnTo>
                  <a:lnTo>
                    <a:pt x="48300" y="143297"/>
                  </a:lnTo>
                  <a:lnTo>
                    <a:pt x="43782" y="131183"/>
                  </a:lnTo>
                  <a:lnTo>
                    <a:pt x="39040" y="124212"/>
                  </a:lnTo>
                  <a:lnTo>
                    <a:pt x="35719" y="120617"/>
                  </a:lnTo>
                  <a:lnTo>
                    <a:pt x="31813" y="110782"/>
                  </a:lnTo>
                  <a:lnTo>
                    <a:pt x="30073" y="108142"/>
                  </a:lnTo>
                  <a:lnTo>
                    <a:pt x="25242" y="103238"/>
                  </a:lnTo>
                  <a:lnTo>
                    <a:pt x="23780" y="102973"/>
                  </a:lnTo>
                  <a:lnTo>
                    <a:pt x="21776" y="98976"/>
                  </a:lnTo>
                  <a:lnTo>
                    <a:pt x="14606" y="91813"/>
                  </a:lnTo>
                  <a:lnTo>
                    <a:pt x="17374" y="86098"/>
                  </a:lnTo>
                  <a:lnTo>
                    <a:pt x="19599" y="78536"/>
                  </a:lnTo>
                  <a:lnTo>
                    <a:pt x="15878" y="72772"/>
                  </a:lnTo>
                  <a:lnTo>
                    <a:pt x="13087" y="70739"/>
                  </a:lnTo>
                  <a:lnTo>
                    <a:pt x="10955" y="68054"/>
                  </a:lnTo>
                  <a:lnTo>
                    <a:pt x="11274" y="67364"/>
                  </a:lnTo>
                  <a:lnTo>
                    <a:pt x="13017" y="67760"/>
                  </a:lnTo>
                  <a:lnTo>
                    <a:pt x="17990" y="71794"/>
                  </a:lnTo>
                  <a:lnTo>
                    <a:pt x="19043" y="71880"/>
                  </a:lnTo>
                  <a:lnTo>
                    <a:pt x="21127" y="70259"/>
                  </a:lnTo>
                  <a:lnTo>
                    <a:pt x="23410" y="65897"/>
                  </a:lnTo>
                  <a:lnTo>
                    <a:pt x="24123" y="65585"/>
                  </a:lnTo>
                  <a:lnTo>
                    <a:pt x="20465" y="72375"/>
                  </a:lnTo>
                  <a:lnTo>
                    <a:pt x="22347" y="70498"/>
                  </a:lnTo>
                  <a:lnTo>
                    <a:pt x="24527" y="65613"/>
                  </a:lnTo>
                  <a:lnTo>
                    <a:pt x="25635" y="60318"/>
                  </a:lnTo>
                  <a:lnTo>
                    <a:pt x="24906" y="55902"/>
                  </a:lnTo>
                  <a:lnTo>
                    <a:pt x="20588" y="54786"/>
                  </a:lnTo>
                  <a:lnTo>
                    <a:pt x="17375" y="50470"/>
                  </a:lnTo>
                  <a:lnTo>
                    <a:pt x="12670" y="49102"/>
                  </a:lnTo>
                  <a:lnTo>
                    <a:pt x="11797" y="47612"/>
                  </a:lnTo>
                  <a:lnTo>
                    <a:pt x="11916" y="42267"/>
                  </a:lnTo>
                  <a:lnTo>
                    <a:pt x="10413" y="39900"/>
                  </a:lnTo>
                  <a:lnTo>
                    <a:pt x="8173" y="38956"/>
                  </a:lnTo>
                  <a:lnTo>
                    <a:pt x="4916" y="39110"/>
                  </a:lnTo>
                  <a:lnTo>
                    <a:pt x="2252" y="36799"/>
                  </a:lnTo>
                  <a:lnTo>
                    <a:pt x="380" y="33721"/>
                  </a:lnTo>
                  <a:lnTo>
                    <a:pt x="0" y="31730"/>
                  </a:lnTo>
                  <a:lnTo>
                    <a:pt x="122" y="30068"/>
                  </a:lnTo>
                  <a:lnTo>
                    <a:pt x="982" y="29147"/>
                  </a:lnTo>
                  <a:lnTo>
                    <a:pt x="887" y="25347"/>
                  </a:lnTo>
                  <a:lnTo>
                    <a:pt x="23677" y="16323"/>
                  </a:lnTo>
                  <a:lnTo>
                    <a:pt x="30695" y="13549"/>
                  </a:lnTo>
                  <a:lnTo>
                    <a:pt x="39013" y="10263"/>
                  </a:lnTo>
                  <a:lnTo>
                    <a:pt x="77930" y="15125"/>
                  </a:lnTo>
                  <a:lnTo>
                    <a:pt x="107360" y="0"/>
                  </a:lnTo>
                  <a:lnTo>
                    <a:pt x="105457" y="47744"/>
                  </a:lnTo>
                  <a:lnTo>
                    <a:pt x="126218" y="939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h3254"/>
            <p:cNvSpPr/>
            <p:nvPr/>
          </p:nvSpPr>
          <p:spPr>
            <a:xfrm>
              <a:off x="4886717" y="1406590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h3255"/>
            <p:cNvSpPr/>
            <p:nvPr/>
          </p:nvSpPr>
          <p:spPr>
            <a:xfrm>
              <a:off x="4885404" y="1405669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h3256"/>
            <p:cNvSpPr/>
            <p:nvPr/>
          </p:nvSpPr>
          <p:spPr>
            <a:xfrm>
              <a:off x="5122677" y="1875125"/>
              <a:ext cx="662" cy="1031"/>
            </a:xfrm>
            <a:custGeom>
              <a:avLst/>
              <a:pathLst>
                <a:path w="662" h="1031">
                  <a:moveTo>
                    <a:pt x="0" y="138"/>
                  </a:moveTo>
                  <a:lnTo>
                    <a:pt x="662" y="0"/>
                  </a:lnTo>
                  <a:lnTo>
                    <a:pt x="284" y="103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h3257"/>
            <p:cNvSpPr/>
            <p:nvPr/>
          </p:nvSpPr>
          <p:spPr>
            <a:xfrm>
              <a:off x="4975027" y="1836050"/>
              <a:ext cx="873" cy="2408"/>
            </a:xfrm>
            <a:custGeom>
              <a:avLst/>
              <a:pathLst>
                <a:path w="873" h="2408">
                  <a:moveTo>
                    <a:pt x="51" y="0"/>
                  </a:moveTo>
                  <a:lnTo>
                    <a:pt x="873" y="890"/>
                  </a:lnTo>
                  <a:lnTo>
                    <a:pt x="0" y="2408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h3258"/>
            <p:cNvSpPr/>
            <p:nvPr/>
          </p:nvSpPr>
          <p:spPr>
            <a:xfrm>
              <a:off x="4968523" y="1834956"/>
              <a:ext cx="3507" cy="2441"/>
            </a:xfrm>
            <a:custGeom>
              <a:avLst/>
              <a:pathLst>
                <a:path w="3507" h="2441">
                  <a:moveTo>
                    <a:pt x="3507" y="1232"/>
                  </a:moveTo>
                  <a:lnTo>
                    <a:pt x="2576" y="2441"/>
                  </a:lnTo>
                  <a:lnTo>
                    <a:pt x="0" y="1826"/>
                  </a:lnTo>
                  <a:lnTo>
                    <a:pt x="694" y="181"/>
                  </a:lnTo>
                  <a:lnTo>
                    <a:pt x="1669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h3259"/>
            <p:cNvSpPr/>
            <p:nvPr/>
          </p:nvSpPr>
          <p:spPr>
            <a:xfrm>
              <a:off x="4972289" y="1835659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h3260"/>
            <p:cNvSpPr/>
            <p:nvPr/>
          </p:nvSpPr>
          <p:spPr>
            <a:xfrm>
              <a:off x="5111933" y="1805372"/>
              <a:ext cx="224" cy="182"/>
            </a:xfrm>
            <a:custGeom>
              <a:avLst/>
              <a:pathLst>
                <a:path w="224" h="182">
                  <a:moveTo>
                    <a:pt x="191" y="0"/>
                  </a:moveTo>
                  <a:lnTo>
                    <a:pt x="224" y="182"/>
                  </a:lnTo>
                  <a:lnTo>
                    <a:pt x="0" y="13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h3261"/>
            <p:cNvSpPr/>
            <p:nvPr/>
          </p:nvSpPr>
          <p:spPr>
            <a:xfrm>
              <a:off x="5112242" y="18026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h3262"/>
            <p:cNvSpPr/>
            <p:nvPr/>
          </p:nvSpPr>
          <p:spPr>
            <a:xfrm>
              <a:off x="5194783" y="177281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h3263"/>
            <p:cNvSpPr/>
            <p:nvPr/>
          </p:nvSpPr>
          <p:spPr>
            <a:xfrm>
              <a:off x="5194394" y="1771915"/>
              <a:ext cx="349" cy="545"/>
            </a:xfrm>
            <a:custGeom>
              <a:avLst/>
              <a:pathLst>
                <a:path w="349" h="545">
                  <a:moveTo>
                    <a:pt x="261" y="0"/>
                  </a:moveTo>
                  <a:lnTo>
                    <a:pt x="349" y="201"/>
                  </a:lnTo>
                  <a:lnTo>
                    <a:pt x="0" y="545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h3264"/>
            <p:cNvSpPr/>
            <p:nvPr/>
          </p:nvSpPr>
          <p:spPr>
            <a:xfrm>
              <a:off x="5194388" y="1771131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h3265"/>
            <p:cNvSpPr/>
            <p:nvPr/>
          </p:nvSpPr>
          <p:spPr>
            <a:xfrm>
              <a:off x="5187191" y="1751973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h3266"/>
            <p:cNvSpPr/>
            <p:nvPr/>
          </p:nvSpPr>
          <p:spPr>
            <a:xfrm>
              <a:off x="4689292" y="1701907"/>
              <a:ext cx="14039" cy="36518"/>
            </a:xfrm>
            <a:custGeom>
              <a:avLst/>
              <a:pathLst>
                <a:path w="14039" h="36518">
                  <a:moveTo>
                    <a:pt x="14039" y="15712"/>
                  </a:move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lnTo>
                    <a:pt x="11961" y="0"/>
                  </a:ln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h3267"/>
            <p:cNvSpPr/>
            <p:nvPr/>
          </p:nvSpPr>
          <p:spPr>
            <a:xfrm>
              <a:off x="4934858" y="1499680"/>
              <a:ext cx="330104" cy="398302"/>
            </a:xfrm>
            <a:custGeom>
              <a:avLst/>
              <a:pathLst>
                <a:path w="330104" h="398302">
                  <a:moveTo>
                    <a:pt x="90199" y="50029"/>
                  </a:moveTo>
                  <a:lnTo>
                    <a:pt x="92488" y="45545"/>
                  </a:lnTo>
                  <a:lnTo>
                    <a:pt x="99832" y="46268"/>
                  </a:lnTo>
                  <a:lnTo>
                    <a:pt x="101042" y="57594"/>
                  </a:lnTo>
                  <a:lnTo>
                    <a:pt x="106255" y="67152"/>
                  </a:lnTo>
                  <a:lnTo>
                    <a:pt x="111966" y="72998"/>
                  </a:lnTo>
                  <a:lnTo>
                    <a:pt x="108949" y="77735"/>
                  </a:lnTo>
                  <a:lnTo>
                    <a:pt x="110286" y="80446"/>
                  </a:lnTo>
                  <a:lnTo>
                    <a:pt x="107787" y="83765"/>
                  </a:lnTo>
                  <a:lnTo>
                    <a:pt x="107804" y="89180"/>
                  </a:lnTo>
                  <a:lnTo>
                    <a:pt x="111265" y="88663"/>
                  </a:lnTo>
                  <a:lnTo>
                    <a:pt x="115719" y="86403"/>
                  </a:lnTo>
                  <a:lnTo>
                    <a:pt x="123491" y="92517"/>
                  </a:lnTo>
                  <a:lnTo>
                    <a:pt x="123228" y="98296"/>
                  </a:lnTo>
                  <a:lnTo>
                    <a:pt x="124089" y="104588"/>
                  </a:lnTo>
                  <a:lnTo>
                    <a:pt x="131216" y="114850"/>
                  </a:lnTo>
                  <a:lnTo>
                    <a:pt x="133214" y="127414"/>
                  </a:lnTo>
                  <a:lnTo>
                    <a:pt x="133158" y="133252"/>
                  </a:lnTo>
                  <a:lnTo>
                    <a:pt x="138533" y="136011"/>
                  </a:lnTo>
                  <a:lnTo>
                    <a:pt x="147868" y="143804"/>
                  </a:lnTo>
                  <a:lnTo>
                    <a:pt x="164979" y="193942"/>
                  </a:lnTo>
                  <a:lnTo>
                    <a:pt x="179781" y="200481"/>
                  </a:lnTo>
                  <a:lnTo>
                    <a:pt x="183910" y="223621"/>
                  </a:lnTo>
                  <a:lnTo>
                    <a:pt x="189456" y="228324"/>
                  </a:lnTo>
                  <a:lnTo>
                    <a:pt x="201289" y="233201"/>
                  </a:lnTo>
                  <a:lnTo>
                    <a:pt x="209634" y="234627"/>
                  </a:lnTo>
                  <a:lnTo>
                    <a:pt x="216159" y="233655"/>
                  </a:lnTo>
                  <a:lnTo>
                    <a:pt x="217555" y="226515"/>
                  </a:lnTo>
                  <a:lnTo>
                    <a:pt x="220971" y="222348"/>
                  </a:lnTo>
                  <a:lnTo>
                    <a:pt x="220992" y="219891"/>
                  </a:lnTo>
                  <a:lnTo>
                    <a:pt x="222058" y="218322"/>
                  </a:lnTo>
                  <a:lnTo>
                    <a:pt x="226463" y="216980"/>
                  </a:lnTo>
                  <a:lnTo>
                    <a:pt x="229887" y="217954"/>
                  </a:lnTo>
                  <a:lnTo>
                    <a:pt x="231368" y="216094"/>
                  </a:lnTo>
                  <a:lnTo>
                    <a:pt x="234239" y="219859"/>
                  </a:lnTo>
                  <a:lnTo>
                    <a:pt x="237557" y="222108"/>
                  </a:lnTo>
                  <a:lnTo>
                    <a:pt x="242269" y="228136"/>
                  </a:lnTo>
                  <a:lnTo>
                    <a:pt x="244799" y="232926"/>
                  </a:lnTo>
                  <a:lnTo>
                    <a:pt x="250392" y="238290"/>
                  </a:lnTo>
                  <a:lnTo>
                    <a:pt x="251377" y="242005"/>
                  </a:lnTo>
                  <a:lnTo>
                    <a:pt x="248202" y="245234"/>
                  </a:lnTo>
                  <a:lnTo>
                    <a:pt x="247709" y="246980"/>
                  </a:lnTo>
                  <a:lnTo>
                    <a:pt x="249894" y="251616"/>
                  </a:lnTo>
                  <a:lnTo>
                    <a:pt x="256061" y="259923"/>
                  </a:lnTo>
                  <a:lnTo>
                    <a:pt x="258363" y="265677"/>
                  </a:lnTo>
                  <a:lnTo>
                    <a:pt x="258516" y="268578"/>
                  </a:lnTo>
                  <a:lnTo>
                    <a:pt x="255682" y="272812"/>
                  </a:lnTo>
                  <a:lnTo>
                    <a:pt x="255525" y="279103"/>
                  </a:lnTo>
                  <a:lnTo>
                    <a:pt x="258288" y="285759"/>
                  </a:lnTo>
                  <a:lnTo>
                    <a:pt x="260623" y="286390"/>
                  </a:lnTo>
                  <a:lnTo>
                    <a:pt x="263183" y="286002"/>
                  </a:lnTo>
                  <a:lnTo>
                    <a:pt x="264213" y="283700"/>
                  </a:lnTo>
                  <a:lnTo>
                    <a:pt x="262698" y="281703"/>
                  </a:lnTo>
                  <a:lnTo>
                    <a:pt x="264071" y="279646"/>
                  </a:lnTo>
                  <a:lnTo>
                    <a:pt x="268026" y="279014"/>
                  </a:lnTo>
                  <a:lnTo>
                    <a:pt x="272774" y="282600"/>
                  </a:lnTo>
                  <a:lnTo>
                    <a:pt x="274315" y="290857"/>
                  </a:lnTo>
                  <a:lnTo>
                    <a:pt x="274044" y="293722"/>
                  </a:lnTo>
                  <a:lnTo>
                    <a:pt x="275512" y="297632"/>
                  </a:lnTo>
                  <a:lnTo>
                    <a:pt x="279885" y="298226"/>
                  </a:lnTo>
                  <a:lnTo>
                    <a:pt x="285709" y="294216"/>
                  </a:lnTo>
                  <a:lnTo>
                    <a:pt x="289658" y="296413"/>
                  </a:lnTo>
                  <a:lnTo>
                    <a:pt x="291905" y="300476"/>
                  </a:lnTo>
                  <a:lnTo>
                    <a:pt x="291683" y="306067"/>
                  </a:lnTo>
                  <a:lnTo>
                    <a:pt x="294622" y="316561"/>
                  </a:lnTo>
                  <a:lnTo>
                    <a:pt x="297519" y="320112"/>
                  </a:lnTo>
                  <a:lnTo>
                    <a:pt x="297057" y="324184"/>
                  </a:lnTo>
                  <a:lnTo>
                    <a:pt x="298971" y="335429"/>
                  </a:lnTo>
                  <a:lnTo>
                    <a:pt x="307835" y="341853"/>
                  </a:lnTo>
                  <a:lnTo>
                    <a:pt x="312498" y="342288"/>
                  </a:lnTo>
                  <a:lnTo>
                    <a:pt x="319810" y="340661"/>
                  </a:lnTo>
                  <a:lnTo>
                    <a:pt x="322091" y="343631"/>
                  </a:lnTo>
                  <a:lnTo>
                    <a:pt x="324135" y="345154"/>
                  </a:lnTo>
                  <a:lnTo>
                    <a:pt x="325479" y="345244"/>
                  </a:lnTo>
                  <a:lnTo>
                    <a:pt x="324624" y="352158"/>
                  </a:lnTo>
                  <a:lnTo>
                    <a:pt x="321193" y="360619"/>
                  </a:lnTo>
                  <a:lnTo>
                    <a:pt x="321210" y="363816"/>
                  </a:lnTo>
                  <a:lnTo>
                    <a:pt x="329218" y="375334"/>
                  </a:lnTo>
                  <a:lnTo>
                    <a:pt x="326374" y="381558"/>
                  </a:lnTo>
                  <a:lnTo>
                    <a:pt x="326119" y="384017"/>
                  </a:lnTo>
                  <a:lnTo>
                    <a:pt x="328171" y="390040"/>
                  </a:lnTo>
                  <a:lnTo>
                    <a:pt x="326805" y="391785"/>
                  </a:lnTo>
                  <a:lnTo>
                    <a:pt x="326143" y="394707"/>
                  </a:lnTo>
                  <a:lnTo>
                    <a:pt x="327434" y="397307"/>
                  </a:lnTo>
                  <a:lnTo>
                    <a:pt x="330104" y="398302"/>
                  </a:lnTo>
                  <a:lnTo>
                    <a:pt x="178032" y="386098"/>
                  </a:lnTo>
                  <a:lnTo>
                    <a:pt x="186190" y="376602"/>
                  </a:lnTo>
                  <a:lnTo>
                    <a:pt x="187899" y="377183"/>
                  </a:lnTo>
                  <a:lnTo>
                    <a:pt x="188155" y="379796"/>
                  </a:lnTo>
                  <a:lnTo>
                    <a:pt x="188052" y="381166"/>
                  </a:lnTo>
                  <a:lnTo>
                    <a:pt x="185718" y="383217"/>
                  </a:lnTo>
                  <a:lnTo>
                    <a:pt x="186389" y="385273"/>
                  </a:lnTo>
                  <a:lnTo>
                    <a:pt x="189187" y="384946"/>
                  </a:lnTo>
                  <a:lnTo>
                    <a:pt x="192514" y="381761"/>
                  </a:lnTo>
                  <a:lnTo>
                    <a:pt x="192693" y="380811"/>
                  </a:lnTo>
                  <a:lnTo>
                    <a:pt x="189837" y="380018"/>
                  </a:lnTo>
                  <a:lnTo>
                    <a:pt x="189317" y="372754"/>
                  </a:lnTo>
                  <a:lnTo>
                    <a:pt x="194880" y="362733"/>
                  </a:lnTo>
                  <a:lnTo>
                    <a:pt x="195546" y="362587"/>
                  </a:lnTo>
                  <a:lnTo>
                    <a:pt x="194987" y="367006"/>
                  </a:lnTo>
                  <a:lnTo>
                    <a:pt x="193043" y="369924"/>
                  </a:lnTo>
                  <a:lnTo>
                    <a:pt x="192829" y="373583"/>
                  </a:lnTo>
                  <a:lnTo>
                    <a:pt x="194110" y="377619"/>
                  </a:lnTo>
                  <a:lnTo>
                    <a:pt x="195430" y="378000"/>
                  </a:lnTo>
                  <a:lnTo>
                    <a:pt x="196354" y="376786"/>
                  </a:lnTo>
                  <a:lnTo>
                    <a:pt x="195244" y="372791"/>
                  </a:lnTo>
                  <a:lnTo>
                    <a:pt x="196735" y="366614"/>
                  </a:lnTo>
                  <a:lnTo>
                    <a:pt x="195903" y="357950"/>
                  </a:lnTo>
                  <a:lnTo>
                    <a:pt x="194072" y="355775"/>
                  </a:lnTo>
                  <a:lnTo>
                    <a:pt x="192221" y="358319"/>
                  </a:lnTo>
                  <a:lnTo>
                    <a:pt x="191232" y="358621"/>
                  </a:lnTo>
                  <a:lnTo>
                    <a:pt x="189984" y="358016"/>
                  </a:lnTo>
                  <a:lnTo>
                    <a:pt x="189124" y="356348"/>
                  </a:lnTo>
                  <a:lnTo>
                    <a:pt x="194599" y="346262"/>
                  </a:lnTo>
                  <a:lnTo>
                    <a:pt x="199146" y="334871"/>
                  </a:lnTo>
                  <a:lnTo>
                    <a:pt x="199528" y="332225"/>
                  </a:lnTo>
                  <a:lnTo>
                    <a:pt x="197551" y="326133"/>
                  </a:lnTo>
                  <a:lnTo>
                    <a:pt x="195049" y="322142"/>
                  </a:lnTo>
                  <a:lnTo>
                    <a:pt x="191321" y="319753"/>
                  </a:lnTo>
                  <a:lnTo>
                    <a:pt x="189124" y="316868"/>
                  </a:lnTo>
                  <a:lnTo>
                    <a:pt x="189477" y="312860"/>
                  </a:lnTo>
                  <a:lnTo>
                    <a:pt x="188887" y="310284"/>
                  </a:lnTo>
                  <a:lnTo>
                    <a:pt x="187712" y="308752"/>
                  </a:lnTo>
                  <a:lnTo>
                    <a:pt x="181872" y="306530"/>
                  </a:lnTo>
                  <a:lnTo>
                    <a:pt x="180287" y="307382"/>
                  </a:lnTo>
                  <a:lnTo>
                    <a:pt x="178034" y="307022"/>
                  </a:lnTo>
                  <a:lnTo>
                    <a:pt x="178106" y="303140"/>
                  </a:lnTo>
                  <a:lnTo>
                    <a:pt x="173815" y="298642"/>
                  </a:lnTo>
                  <a:lnTo>
                    <a:pt x="171193" y="294729"/>
                  </a:lnTo>
                  <a:lnTo>
                    <a:pt x="168687" y="288073"/>
                  </a:lnTo>
                  <a:lnTo>
                    <a:pt x="168091" y="287803"/>
                  </a:lnTo>
                  <a:lnTo>
                    <a:pt x="167266" y="288526"/>
                  </a:lnTo>
                  <a:lnTo>
                    <a:pt x="166247" y="287282"/>
                  </a:lnTo>
                  <a:lnTo>
                    <a:pt x="165741" y="281679"/>
                  </a:lnTo>
                  <a:lnTo>
                    <a:pt x="164744" y="279558"/>
                  </a:lnTo>
                  <a:lnTo>
                    <a:pt x="157816" y="272655"/>
                  </a:lnTo>
                  <a:lnTo>
                    <a:pt x="154750" y="272295"/>
                  </a:lnTo>
                  <a:lnTo>
                    <a:pt x="148142" y="267351"/>
                  </a:lnTo>
                  <a:lnTo>
                    <a:pt x="146912" y="262203"/>
                  </a:lnTo>
                  <a:lnTo>
                    <a:pt x="146582" y="256634"/>
                  </a:lnTo>
                  <a:lnTo>
                    <a:pt x="144976" y="252551"/>
                  </a:lnTo>
                  <a:lnTo>
                    <a:pt x="140140" y="249366"/>
                  </a:lnTo>
                  <a:lnTo>
                    <a:pt x="136977" y="250031"/>
                  </a:lnTo>
                  <a:lnTo>
                    <a:pt x="136154" y="249231"/>
                  </a:lnTo>
                  <a:lnTo>
                    <a:pt x="133704" y="240490"/>
                  </a:lnTo>
                  <a:lnTo>
                    <a:pt x="126778" y="235269"/>
                  </a:lnTo>
                  <a:lnTo>
                    <a:pt x="112491" y="215443"/>
                  </a:lnTo>
                  <a:lnTo>
                    <a:pt x="101897" y="209518"/>
                  </a:lnTo>
                  <a:lnTo>
                    <a:pt x="93534" y="208246"/>
                  </a:lnTo>
                  <a:lnTo>
                    <a:pt x="91009" y="206713"/>
                  </a:lnTo>
                  <a:lnTo>
                    <a:pt x="89580" y="205531"/>
                  </a:lnTo>
                  <a:lnTo>
                    <a:pt x="88113" y="201536"/>
                  </a:lnTo>
                  <a:lnTo>
                    <a:pt x="84222" y="195905"/>
                  </a:lnTo>
                  <a:lnTo>
                    <a:pt x="75507" y="190321"/>
                  </a:lnTo>
                  <a:lnTo>
                    <a:pt x="71636" y="189700"/>
                  </a:lnTo>
                  <a:lnTo>
                    <a:pt x="64119" y="180943"/>
                  </a:lnTo>
                  <a:lnTo>
                    <a:pt x="62012" y="180540"/>
                  </a:lnTo>
                  <a:lnTo>
                    <a:pt x="60303" y="181550"/>
                  </a:lnTo>
                  <a:lnTo>
                    <a:pt x="59018" y="181431"/>
                  </a:lnTo>
                  <a:lnTo>
                    <a:pt x="51545" y="171597"/>
                  </a:lnTo>
                  <a:lnTo>
                    <a:pt x="47575" y="170210"/>
                  </a:lnTo>
                  <a:lnTo>
                    <a:pt x="40636" y="163161"/>
                  </a:lnTo>
                  <a:lnTo>
                    <a:pt x="42892" y="153845"/>
                  </a:lnTo>
                  <a:lnTo>
                    <a:pt x="41869" y="145784"/>
                  </a:lnTo>
                  <a:lnTo>
                    <a:pt x="38162" y="139665"/>
                  </a:lnTo>
                  <a:lnTo>
                    <a:pt x="33575" y="137837"/>
                  </a:lnTo>
                  <a:lnTo>
                    <a:pt x="31962" y="137822"/>
                  </a:lnTo>
                  <a:lnTo>
                    <a:pt x="35815" y="122241"/>
                  </a:lnTo>
                  <a:lnTo>
                    <a:pt x="34277" y="115174"/>
                  </a:lnTo>
                  <a:lnTo>
                    <a:pt x="36069" y="104474"/>
                  </a:lnTo>
                  <a:lnTo>
                    <a:pt x="35074" y="96955"/>
                  </a:lnTo>
                  <a:lnTo>
                    <a:pt x="31878" y="89888"/>
                  </a:lnTo>
                  <a:lnTo>
                    <a:pt x="26381" y="84605"/>
                  </a:lnTo>
                  <a:lnTo>
                    <a:pt x="22630" y="83299"/>
                  </a:lnTo>
                  <a:lnTo>
                    <a:pt x="19889" y="83717"/>
                  </a:lnTo>
                  <a:lnTo>
                    <a:pt x="22847" y="81405"/>
                  </a:lnTo>
                  <a:lnTo>
                    <a:pt x="23724" y="77324"/>
                  </a:lnTo>
                  <a:lnTo>
                    <a:pt x="19065" y="70119"/>
                  </a:lnTo>
                  <a:lnTo>
                    <a:pt x="17937" y="71550"/>
                  </a:lnTo>
                  <a:lnTo>
                    <a:pt x="21314" y="76006"/>
                  </a:lnTo>
                  <a:lnTo>
                    <a:pt x="21780" y="78127"/>
                  </a:lnTo>
                  <a:lnTo>
                    <a:pt x="20485" y="80011"/>
                  </a:lnTo>
                  <a:lnTo>
                    <a:pt x="19322" y="80144"/>
                  </a:lnTo>
                  <a:lnTo>
                    <a:pt x="17938" y="78380"/>
                  </a:lnTo>
                  <a:lnTo>
                    <a:pt x="17839" y="77101"/>
                  </a:lnTo>
                  <a:lnTo>
                    <a:pt x="15000" y="76946"/>
                  </a:lnTo>
                  <a:lnTo>
                    <a:pt x="18405" y="87474"/>
                  </a:lnTo>
                  <a:lnTo>
                    <a:pt x="17795" y="88425"/>
                  </a:lnTo>
                  <a:lnTo>
                    <a:pt x="15674" y="87246"/>
                  </a:lnTo>
                  <a:lnTo>
                    <a:pt x="15716" y="81034"/>
                  </a:lnTo>
                  <a:lnTo>
                    <a:pt x="15212" y="79331"/>
                  </a:lnTo>
                  <a:lnTo>
                    <a:pt x="13925" y="78523"/>
                  </a:lnTo>
                  <a:lnTo>
                    <a:pt x="12836" y="71626"/>
                  </a:lnTo>
                  <a:lnTo>
                    <a:pt x="15467" y="62051"/>
                  </a:lnTo>
                  <a:lnTo>
                    <a:pt x="16949" y="51299"/>
                  </a:lnTo>
                  <a:lnTo>
                    <a:pt x="15729" y="36598"/>
                  </a:lnTo>
                  <a:lnTo>
                    <a:pt x="13924" y="32671"/>
                  </a:lnTo>
                  <a:lnTo>
                    <a:pt x="10724" y="31541"/>
                  </a:lnTo>
                  <a:lnTo>
                    <a:pt x="6575" y="26665"/>
                  </a:lnTo>
                  <a:lnTo>
                    <a:pt x="3991" y="26139"/>
                  </a:lnTo>
                  <a:lnTo>
                    <a:pt x="1344" y="22943"/>
                  </a:lnTo>
                  <a:lnTo>
                    <a:pt x="0" y="19118"/>
                  </a:lnTo>
                  <a:lnTo>
                    <a:pt x="9024" y="14601"/>
                  </a:lnTo>
                  <a:lnTo>
                    <a:pt x="21620" y="6275"/>
                  </a:lnTo>
                  <a:lnTo>
                    <a:pt x="28324" y="6642"/>
                  </a:lnTo>
                  <a:lnTo>
                    <a:pt x="31008" y="4717"/>
                  </a:lnTo>
                  <a:lnTo>
                    <a:pt x="35843" y="3012"/>
                  </a:lnTo>
                  <a:lnTo>
                    <a:pt x="42831" y="4228"/>
                  </a:lnTo>
                  <a:lnTo>
                    <a:pt x="47738" y="6302"/>
                  </a:lnTo>
                  <a:lnTo>
                    <a:pt x="50544" y="3258"/>
                  </a:lnTo>
                  <a:lnTo>
                    <a:pt x="56781" y="56"/>
                  </a:lnTo>
                  <a:lnTo>
                    <a:pt x="62020" y="0"/>
                  </a:lnTo>
                  <a:lnTo>
                    <a:pt x="63535" y="915"/>
                  </a:lnTo>
                  <a:lnTo>
                    <a:pt x="63974" y="3203"/>
                  </a:lnTo>
                  <a:lnTo>
                    <a:pt x="70163" y="6996"/>
                  </a:lnTo>
                  <a:lnTo>
                    <a:pt x="67818" y="10049"/>
                  </a:lnTo>
                  <a:lnTo>
                    <a:pt x="66551" y="4951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h3268"/>
            <p:cNvSpPr/>
            <p:nvPr/>
          </p:nvSpPr>
          <p:spPr>
            <a:xfrm>
              <a:off x="4965745" y="1656824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h3269"/>
            <p:cNvSpPr/>
            <p:nvPr/>
          </p:nvSpPr>
          <p:spPr>
            <a:xfrm>
              <a:off x="4939848" y="1570104"/>
              <a:ext cx="2356" cy="2064"/>
            </a:xfrm>
            <a:custGeom>
              <a:avLst/>
              <a:pathLst>
                <a:path w="2356" h="2064">
                  <a:moveTo>
                    <a:pt x="1548" y="2064"/>
                  </a:moveTo>
                  <a:lnTo>
                    <a:pt x="0" y="1252"/>
                  </a:lnTo>
                  <a:lnTo>
                    <a:pt x="1272" y="0"/>
                  </a:lnTo>
                  <a:lnTo>
                    <a:pt x="2356" y="1655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h3270"/>
            <p:cNvSpPr/>
            <p:nvPr/>
          </p:nvSpPr>
          <p:spPr>
            <a:xfrm>
              <a:off x="5198342" y="1778262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h3271"/>
            <p:cNvSpPr/>
            <p:nvPr/>
          </p:nvSpPr>
          <p:spPr>
            <a:xfrm>
              <a:off x="5198848" y="1778336"/>
              <a:ext cx="406" cy="31"/>
            </a:xfrm>
            <a:custGeom>
              <a:avLst/>
              <a:pathLst>
                <a:path w="406" h="31">
                  <a:moveTo>
                    <a:pt x="406" y="0"/>
                  </a:moveTo>
                  <a:lnTo>
                    <a:pt x="0" y="3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h3272"/>
            <p:cNvSpPr/>
            <p:nvPr/>
          </p:nvSpPr>
          <p:spPr>
            <a:xfrm>
              <a:off x="5198261" y="1775563"/>
              <a:ext cx="903" cy="1397"/>
            </a:xfrm>
            <a:custGeom>
              <a:avLst/>
              <a:pathLst>
                <a:path w="903" h="1397">
                  <a:moveTo>
                    <a:pt x="903" y="1397"/>
                  </a:moveTo>
                  <a:lnTo>
                    <a:pt x="289" y="13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h3273"/>
            <p:cNvSpPr/>
            <p:nvPr/>
          </p:nvSpPr>
          <p:spPr>
            <a:xfrm>
              <a:off x="5195597" y="1772494"/>
              <a:ext cx="1041" cy="1676"/>
            </a:xfrm>
            <a:custGeom>
              <a:avLst/>
              <a:pathLst>
                <a:path w="1041" h="1676">
                  <a:moveTo>
                    <a:pt x="19" y="0"/>
                  </a:moveTo>
                  <a:lnTo>
                    <a:pt x="1041" y="1130"/>
                  </a:lnTo>
                  <a:lnTo>
                    <a:pt x="0" y="167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h3274"/>
            <p:cNvSpPr/>
            <p:nvPr/>
          </p:nvSpPr>
          <p:spPr>
            <a:xfrm>
              <a:off x="5194706" y="1773006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h3275"/>
            <p:cNvSpPr/>
            <p:nvPr/>
          </p:nvSpPr>
          <p:spPr>
            <a:xfrm>
              <a:off x="5195335" y="1771413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h3276"/>
            <p:cNvSpPr/>
            <p:nvPr/>
          </p:nvSpPr>
          <p:spPr>
            <a:xfrm>
              <a:off x="5196352" y="1771102"/>
              <a:ext cx="158" cy="114"/>
            </a:xfrm>
            <a:custGeom>
              <a:avLst/>
              <a:pathLst>
                <a:path w="158" h="114">
                  <a:moveTo>
                    <a:pt x="0" y="114"/>
                  </a:moveTo>
                  <a:lnTo>
                    <a:pt x="158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h3277"/>
            <p:cNvSpPr/>
            <p:nvPr/>
          </p:nvSpPr>
          <p:spPr>
            <a:xfrm>
              <a:off x="5195319" y="1770861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h3278"/>
            <p:cNvSpPr/>
            <p:nvPr/>
          </p:nvSpPr>
          <p:spPr>
            <a:xfrm>
              <a:off x="5200338" y="1770301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h3279"/>
            <p:cNvSpPr/>
            <p:nvPr/>
          </p:nvSpPr>
          <p:spPr>
            <a:xfrm>
              <a:off x="5195547" y="1764544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h3280"/>
            <p:cNvSpPr/>
            <p:nvPr/>
          </p:nvSpPr>
          <p:spPr>
            <a:xfrm>
              <a:off x="5195240" y="1761337"/>
              <a:ext cx="2284" cy="5410"/>
            </a:xfrm>
            <a:custGeom>
              <a:avLst/>
              <a:pathLst>
                <a:path w="2284" h="5410">
                  <a:moveTo>
                    <a:pt x="1595" y="58"/>
                  </a:moveTo>
                  <a:lnTo>
                    <a:pt x="2284" y="795"/>
                  </a:ln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h3281"/>
            <p:cNvSpPr/>
            <p:nvPr/>
          </p:nvSpPr>
          <p:spPr>
            <a:xfrm>
              <a:off x="5194596" y="1761007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h3282"/>
            <p:cNvSpPr/>
            <p:nvPr/>
          </p:nvSpPr>
          <p:spPr>
            <a:xfrm>
              <a:off x="5195979" y="1706370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h3283"/>
            <p:cNvSpPr/>
            <p:nvPr/>
          </p:nvSpPr>
          <p:spPr>
            <a:xfrm>
              <a:off x="5194004" y="1705151"/>
              <a:ext cx="1909" cy="2061"/>
            </a:xfrm>
            <a:custGeom>
              <a:avLst/>
              <a:pathLst>
                <a:path w="1909" h="2061">
                  <a:moveTo>
                    <a:pt x="234" y="2061"/>
                  </a:moveTo>
                  <a:lnTo>
                    <a:pt x="0" y="241"/>
                  </a:lnTo>
                  <a:lnTo>
                    <a:pt x="1486" y="0"/>
                  </a:lnTo>
                  <a:lnTo>
                    <a:pt x="1909" y="1077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h3284"/>
            <p:cNvSpPr/>
            <p:nvPr/>
          </p:nvSpPr>
          <p:spPr>
            <a:xfrm>
              <a:off x="5197716" y="1705115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h3285"/>
            <p:cNvSpPr/>
            <p:nvPr/>
          </p:nvSpPr>
          <p:spPr>
            <a:xfrm>
              <a:off x="5315268" y="1855519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h3286"/>
            <p:cNvSpPr/>
            <p:nvPr/>
          </p:nvSpPr>
          <p:spPr>
            <a:xfrm>
              <a:off x="5257637" y="1816232"/>
              <a:ext cx="13904" cy="13031"/>
            </a:xfrm>
            <a:custGeom>
              <a:avLst/>
              <a:pathLst>
                <a:path w="13904" h="13031">
                  <a:moveTo>
                    <a:pt x="4756" y="4922"/>
                  </a:moveTo>
                  <a:lnTo>
                    <a:pt x="2910" y="4255"/>
                  </a:lnTo>
                  <a:lnTo>
                    <a:pt x="0" y="0"/>
                  </a:lnTo>
                  <a:lnTo>
                    <a:pt x="3322" y="882"/>
                  </a:ln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h3287"/>
            <p:cNvSpPr/>
            <p:nvPr/>
          </p:nvSpPr>
          <p:spPr>
            <a:xfrm>
              <a:off x="5253673" y="1812216"/>
              <a:ext cx="3581" cy="3504"/>
            </a:xfrm>
            <a:custGeom>
              <a:avLst/>
              <a:pathLst>
                <a:path w="3581" h="3504">
                  <a:moveTo>
                    <a:pt x="1289" y="1259"/>
                  </a:moveTo>
                  <a:lnTo>
                    <a:pt x="3581" y="1714"/>
                  </a:ln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h3288"/>
            <p:cNvSpPr/>
            <p:nvPr/>
          </p:nvSpPr>
          <p:spPr>
            <a:xfrm>
              <a:off x="5256585" y="18136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h3289"/>
            <p:cNvSpPr/>
            <p:nvPr/>
          </p:nvSpPr>
          <p:spPr>
            <a:xfrm>
              <a:off x="5250487" y="1810146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h3290"/>
            <p:cNvSpPr/>
            <p:nvPr/>
          </p:nvSpPr>
          <p:spPr>
            <a:xfrm>
              <a:off x="5250416" y="1808973"/>
              <a:ext cx="1907" cy="2193"/>
            </a:xfrm>
            <a:custGeom>
              <a:avLst/>
              <a:pathLst>
                <a:path w="1907" h="2193">
                  <a:moveTo>
                    <a:pt x="538" y="0"/>
                  </a:moveTo>
                  <a:lnTo>
                    <a:pt x="1907" y="2193"/>
                  </a:lnTo>
                  <a:lnTo>
                    <a:pt x="0" y="37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h3291"/>
            <p:cNvSpPr/>
            <p:nvPr/>
          </p:nvSpPr>
          <p:spPr>
            <a:xfrm>
              <a:off x="5249247" y="1797843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h3292"/>
            <p:cNvSpPr/>
            <p:nvPr/>
          </p:nvSpPr>
          <p:spPr>
            <a:xfrm>
              <a:off x="5210119" y="1794612"/>
              <a:ext cx="97" cy="221"/>
            </a:xfrm>
            <a:custGeom>
              <a:avLst/>
              <a:pathLst>
                <a:path w="97" h="221">
                  <a:moveTo>
                    <a:pt x="0" y="221"/>
                  </a:moveTo>
                  <a:lnTo>
                    <a:pt x="97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h3293"/>
            <p:cNvSpPr/>
            <p:nvPr/>
          </p:nvSpPr>
          <p:spPr>
            <a:xfrm>
              <a:off x="5245085" y="1790092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h3294"/>
            <p:cNvSpPr/>
            <p:nvPr/>
          </p:nvSpPr>
          <p:spPr>
            <a:xfrm>
              <a:off x="5243547" y="1788588"/>
              <a:ext cx="1338" cy="1955"/>
            </a:xfrm>
            <a:custGeom>
              <a:avLst/>
              <a:pathLst>
                <a:path w="1338" h="1955">
                  <a:moveTo>
                    <a:pt x="986" y="0"/>
                  </a:moveTo>
                  <a:lnTo>
                    <a:pt x="1338" y="615"/>
                  </a:lnTo>
                  <a:lnTo>
                    <a:pt x="0" y="1955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h3295"/>
            <p:cNvSpPr/>
            <p:nvPr/>
          </p:nvSpPr>
          <p:spPr>
            <a:xfrm>
              <a:off x="5210529" y="1788046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h3296"/>
            <p:cNvSpPr/>
            <p:nvPr/>
          </p:nvSpPr>
          <p:spPr>
            <a:xfrm>
              <a:off x="5243817" y="1787182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h3297"/>
            <p:cNvSpPr/>
            <p:nvPr/>
          </p:nvSpPr>
          <p:spPr>
            <a:xfrm>
              <a:off x="5208205" y="1782640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h3298"/>
            <p:cNvSpPr/>
            <p:nvPr/>
          </p:nvSpPr>
          <p:spPr>
            <a:xfrm>
              <a:off x="5239588" y="1768156"/>
              <a:ext cx="1580" cy="759"/>
            </a:xfrm>
            <a:custGeom>
              <a:avLst/>
              <a:pathLst>
                <a:path w="1580" h="759">
                  <a:moveTo>
                    <a:pt x="1580" y="0"/>
                  </a:moveTo>
                  <a:lnTo>
                    <a:pt x="1191" y="759"/>
                  </a:lnTo>
                  <a:lnTo>
                    <a:pt x="0" y="55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h3299"/>
            <p:cNvSpPr/>
            <p:nvPr/>
          </p:nvSpPr>
          <p:spPr>
            <a:xfrm>
              <a:off x="5191596" y="1707078"/>
              <a:ext cx="45879" cy="70573"/>
            </a:xfrm>
            <a:custGeom>
              <a:avLst/>
              <a:pathLst>
                <a:path w="45879" h="70573">
                  <a:moveTo>
                    <a:pt x="24338" y="31898"/>
                  </a:move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lnTo>
                    <a:pt x="32631" y="59791"/>
                  </a:ln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h3300"/>
            <p:cNvSpPr/>
            <p:nvPr/>
          </p:nvSpPr>
          <p:spPr>
            <a:xfrm>
              <a:off x="5111963" y="1667197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h3301"/>
            <p:cNvSpPr/>
            <p:nvPr/>
          </p:nvSpPr>
          <p:spPr>
            <a:xfrm>
              <a:off x="5110199" y="1647148"/>
              <a:ext cx="2708" cy="3645"/>
            </a:xfrm>
            <a:custGeom>
              <a:avLst/>
              <a:pathLst>
                <a:path w="2708" h="3645">
                  <a:moveTo>
                    <a:pt x="1198" y="3645"/>
                  </a:moveTo>
                  <a:lnTo>
                    <a:pt x="0" y="2455"/>
                  </a:lnTo>
                  <a:lnTo>
                    <a:pt x="867" y="0"/>
                  </a:lnTo>
                  <a:lnTo>
                    <a:pt x="2708" y="1250"/>
                  </a:lnTo>
                  <a:lnTo>
                    <a:pt x="2695" y="3419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h3302"/>
            <p:cNvSpPr/>
            <p:nvPr/>
          </p:nvSpPr>
          <p:spPr>
            <a:xfrm>
              <a:off x="5113970" y="1646574"/>
              <a:ext cx="301" cy="745"/>
            </a:xfrm>
            <a:custGeom>
              <a:avLst/>
              <a:pathLst>
                <a:path w="301" h="745">
                  <a:moveTo>
                    <a:pt x="42" y="0"/>
                  </a:moveTo>
                  <a:lnTo>
                    <a:pt x="301" y="368"/>
                  </a:lnTo>
                  <a:lnTo>
                    <a:pt x="0" y="745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h3303"/>
            <p:cNvSpPr/>
            <p:nvPr/>
          </p:nvSpPr>
          <p:spPr>
            <a:xfrm>
              <a:off x="5104912" y="1642489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h3304"/>
            <p:cNvSpPr/>
            <p:nvPr/>
          </p:nvSpPr>
          <p:spPr>
            <a:xfrm>
              <a:off x="5104040" y="1638541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h3305"/>
            <p:cNvSpPr/>
            <p:nvPr/>
          </p:nvSpPr>
          <p:spPr>
            <a:xfrm>
              <a:off x="5097964" y="1633303"/>
              <a:ext cx="1873" cy="1416"/>
            </a:xfrm>
            <a:custGeom>
              <a:avLst/>
              <a:pathLst>
                <a:path w="1873" h="1416">
                  <a:moveTo>
                    <a:pt x="0" y="470"/>
                  </a:moveTo>
                  <a:lnTo>
                    <a:pt x="407" y="0"/>
                  </a:lnTo>
                  <a:lnTo>
                    <a:pt x="1453" y="298"/>
                  </a:lnTo>
                  <a:lnTo>
                    <a:pt x="1873" y="1416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h3306"/>
            <p:cNvSpPr/>
            <p:nvPr/>
          </p:nvSpPr>
          <p:spPr>
            <a:xfrm>
              <a:off x="5090838" y="1628177"/>
              <a:ext cx="128" cy="251"/>
            </a:xfrm>
            <a:custGeom>
              <a:avLst/>
              <a:pathLst>
                <a:path w="128" h="251">
                  <a:moveTo>
                    <a:pt x="0" y="251"/>
                  </a:moveTo>
                  <a:lnTo>
                    <a:pt x="128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h3307"/>
            <p:cNvSpPr/>
            <p:nvPr/>
          </p:nvSpPr>
          <p:spPr>
            <a:xfrm>
              <a:off x="5006522" y="1419575"/>
              <a:ext cx="159704" cy="314732"/>
            </a:xfrm>
            <a:custGeom>
              <a:avLst/>
              <a:pathLst>
                <a:path w="159704" h="314732">
                  <a:moveTo>
                    <a:pt x="53442" y="33553"/>
                  </a:moveTo>
                  <a:lnTo>
                    <a:pt x="53093" y="43750"/>
                  </a:lnTo>
                  <a:lnTo>
                    <a:pt x="54367" y="48195"/>
                  </a:lnTo>
                  <a:lnTo>
                    <a:pt x="56859" y="47473"/>
                  </a:lnTo>
                  <a:lnTo>
                    <a:pt x="60221" y="58242"/>
                  </a:lnTo>
                  <a:lnTo>
                    <a:pt x="73939" y="56108"/>
                  </a:lnTo>
                  <a:lnTo>
                    <a:pt x="71214" y="61787"/>
                  </a:lnTo>
                  <a:lnTo>
                    <a:pt x="69474" y="68479"/>
                  </a:lnTo>
                  <a:lnTo>
                    <a:pt x="69141" y="70804"/>
                  </a:lnTo>
                  <a:lnTo>
                    <a:pt x="69911" y="73079"/>
                  </a:lnTo>
                  <a:lnTo>
                    <a:pt x="67962" y="85305"/>
                  </a:lnTo>
                  <a:lnTo>
                    <a:pt x="68262" y="88354"/>
                  </a:lnTo>
                  <a:lnTo>
                    <a:pt x="69615" y="91706"/>
                  </a:lnTo>
                  <a:lnTo>
                    <a:pt x="73560" y="98284"/>
                  </a:lnTo>
                  <a:lnTo>
                    <a:pt x="72104" y="102206"/>
                  </a:lnTo>
                  <a:lnTo>
                    <a:pt x="72530" y="103661"/>
                  </a:lnTo>
                  <a:lnTo>
                    <a:pt x="75191" y="106351"/>
                  </a:lnTo>
                  <a:lnTo>
                    <a:pt x="83183" y="111497"/>
                  </a:lnTo>
                  <a:lnTo>
                    <a:pt x="83886" y="115030"/>
                  </a:lnTo>
                  <a:lnTo>
                    <a:pt x="83087" y="142759"/>
                  </a:lnTo>
                  <a:lnTo>
                    <a:pt x="82185" y="148126"/>
                  </a:lnTo>
                  <a:lnTo>
                    <a:pt x="83859" y="153503"/>
                  </a:lnTo>
                  <a:lnTo>
                    <a:pt x="86141" y="157501"/>
                  </a:lnTo>
                  <a:lnTo>
                    <a:pt x="87645" y="165929"/>
                  </a:lnTo>
                  <a:lnTo>
                    <a:pt x="86428" y="169976"/>
                  </a:lnTo>
                  <a:lnTo>
                    <a:pt x="86959" y="173949"/>
                  </a:lnTo>
                  <a:lnTo>
                    <a:pt x="85168" y="179092"/>
                  </a:lnTo>
                  <a:lnTo>
                    <a:pt x="84104" y="187195"/>
                  </a:lnTo>
                  <a:lnTo>
                    <a:pt x="84338" y="193152"/>
                  </a:lnTo>
                  <a:lnTo>
                    <a:pt x="80672" y="200171"/>
                  </a:lnTo>
                  <a:lnTo>
                    <a:pt x="83560" y="209030"/>
                  </a:lnTo>
                  <a:lnTo>
                    <a:pt x="86628" y="211951"/>
                  </a:lnTo>
                  <a:lnTo>
                    <a:pt x="88200" y="216123"/>
                  </a:lnTo>
                  <a:lnTo>
                    <a:pt x="88534" y="220749"/>
                  </a:lnTo>
                  <a:lnTo>
                    <a:pt x="92031" y="228615"/>
                  </a:lnTo>
                  <a:lnTo>
                    <a:pt x="96865" y="231621"/>
                  </a:lnTo>
                  <a:lnTo>
                    <a:pt x="98222" y="235975"/>
                  </a:lnTo>
                  <a:lnTo>
                    <a:pt x="101761" y="236633"/>
                  </a:lnTo>
                  <a:lnTo>
                    <a:pt x="104002" y="239223"/>
                  </a:lnTo>
                  <a:lnTo>
                    <a:pt x="104273" y="240739"/>
                  </a:lnTo>
                  <a:lnTo>
                    <a:pt x="103467" y="243252"/>
                  </a:lnTo>
                  <a:lnTo>
                    <a:pt x="103984" y="248729"/>
                  </a:lnTo>
                  <a:lnTo>
                    <a:pt x="105470" y="252812"/>
                  </a:lnTo>
                  <a:lnTo>
                    <a:pt x="111120" y="257619"/>
                  </a:lnTo>
                  <a:lnTo>
                    <a:pt x="114713" y="257944"/>
                  </a:lnTo>
                  <a:lnTo>
                    <a:pt x="116332" y="256026"/>
                  </a:lnTo>
                  <a:lnTo>
                    <a:pt x="115302" y="256301"/>
                  </a:lnTo>
                  <a:lnTo>
                    <a:pt x="115260" y="255245"/>
                  </a:lnTo>
                  <a:lnTo>
                    <a:pt x="116647" y="254540"/>
                  </a:lnTo>
                  <a:lnTo>
                    <a:pt x="120015" y="255936"/>
                  </a:lnTo>
                  <a:lnTo>
                    <a:pt x="123267" y="258459"/>
                  </a:lnTo>
                  <a:lnTo>
                    <a:pt x="128348" y="265296"/>
                  </a:lnTo>
                  <a:lnTo>
                    <a:pt x="138025" y="275129"/>
                  </a:lnTo>
                  <a:lnTo>
                    <a:pt x="139131" y="277521"/>
                  </a:lnTo>
                  <a:lnTo>
                    <a:pt x="146266" y="282989"/>
                  </a:lnTo>
                  <a:lnTo>
                    <a:pt x="153624" y="292177"/>
                  </a:lnTo>
                  <a:lnTo>
                    <a:pt x="159704" y="296200"/>
                  </a:lnTo>
                  <a:lnTo>
                    <a:pt x="158222" y="298059"/>
                  </a:lnTo>
                  <a:lnTo>
                    <a:pt x="154799" y="297085"/>
                  </a:lnTo>
                  <a:lnTo>
                    <a:pt x="150393" y="298428"/>
                  </a:lnTo>
                  <a:lnTo>
                    <a:pt x="149328" y="299997"/>
                  </a:lnTo>
                  <a:lnTo>
                    <a:pt x="149307" y="302454"/>
                  </a:lnTo>
                  <a:lnTo>
                    <a:pt x="145891" y="306621"/>
                  </a:lnTo>
                  <a:lnTo>
                    <a:pt x="144495" y="313760"/>
                  </a:lnTo>
                  <a:lnTo>
                    <a:pt x="137970" y="314732"/>
                  </a:lnTo>
                  <a:lnTo>
                    <a:pt x="129624" y="313306"/>
                  </a:lnTo>
                  <a:lnTo>
                    <a:pt x="117792" y="308430"/>
                  </a:lnTo>
                  <a:lnTo>
                    <a:pt x="112246" y="303727"/>
                  </a:lnTo>
                  <a:lnTo>
                    <a:pt x="108117" y="280587"/>
                  </a:lnTo>
                  <a:lnTo>
                    <a:pt x="93315" y="274047"/>
                  </a:lnTo>
                  <a:lnTo>
                    <a:pt x="76204" y="223909"/>
                  </a:lnTo>
                  <a:lnTo>
                    <a:pt x="66869" y="216117"/>
                  </a:lnTo>
                  <a:lnTo>
                    <a:pt x="61494" y="213358"/>
                  </a:lnTo>
                  <a:lnTo>
                    <a:pt x="61550" y="207519"/>
                  </a:lnTo>
                  <a:lnTo>
                    <a:pt x="59551" y="194955"/>
                  </a:lnTo>
                  <a:lnTo>
                    <a:pt x="52424" y="184693"/>
                  </a:lnTo>
                  <a:lnTo>
                    <a:pt x="51564" y="178401"/>
                  </a:lnTo>
                  <a:lnTo>
                    <a:pt x="51827" y="172623"/>
                  </a:lnTo>
                  <a:lnTo>
                    <a:pt x="44055" y="166509"/>
                  </a:lnTo>
                  <a:lnTo>
                    <a:pt x="39601" y="168768"/>
                  </a:lnTo>
                  <a:lnTo>
                    <a:pt x="36139" y="169285"/>
                  </a:lnTo>
                  <a:lnTo>
                    <a:pt x="36123" y="163870"/>
                  </a:lnTo>
                  <a:lnTo>
                    <a:pt x="38622" y="160552"/>
                  </a:lnTo>
                  <a:lnTo>
                    <a:pt x="37284" y="157840"/>
                  </a:lnTo>
                  <a:lnTo>
                    <a:pt x="40302" y="153103"/>
                  </a:lnTo>
                  <a:lnTo>
                    <a:pt x="34591" y="147257"/>
                  </a:lnTo>
                  <a:lnTo>
                    <a:pt x="29378" y="137700"/>
                  </a:lnTo>
                  <a:lnTo>
                    <a:pt x="28168" y="126373"/>
                  </a:lnTo>
                  <a:lnTo>
                    <a:pt x="20823" y="125650"/>
                  </a:lnTo>
                  <a:lnTo>
                    <a:pt x="17710" y="120238"/>
                  </a:lnTo>
                  <a:lnTo>
                    <a:pt x="14099" y="100991"/>
                  </a:lnTo>
                  <a:lnTo>
                    <a:pt x="12697" y="39639"/>
                  </a:lnTo>
                  <a:lnTo>
                    <a:pt x="3676" y="29171"/>
                  </a:lnTo>
                  <a:lnTo>
                    <a:pt x="0" y="20921"/>
                  </a:lnTo>
                  <a:lnTo>
                    <a:pt x="4009" y="19017"/>
                  </a:lnTo>
                  <a:lnTo>
                    <a:pt x="7305" y="16137"/>
                  </a:lnTo>
                  <a:lnTo>
                    <a:pt x="24218" y="5353"/>
                  </a:lnTo>
                  <a:lnTo>
                    <a:pt x="31886" y="2164"/>
                  </a:lnTo>
                  <a:lnTo>
                    <a:pt x="33695" y="3958"/>
                  </a:lnTo>
                  <a:lnTo>
                    <a:pt x="45342" y="0"/>
                  </a:lnTo>
                  <a:lnTo>
                    <a:pt x="48940" y="1184"/>
                  </a:lnTo>
                  <a:lnTo>
                    <a:pt x="52894" y="3995"/>
                  </a:lnTo>
                  <a:lnTo>
                    <a:pt x="57026" y="15607"/>
                  </a:lnTo>
                  <a:lnTo>
                    <a:pt x="54976" y="19939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h3308"/>
            <p:cNvSpPr/>
            <p:nvPr/>
          </p:nvSpPr>
          <p:spPr>
            <a:xfrm>
              <a:off x="5090307" y="1424953"/>
              <a:ext cx="14422" cy="18136"/>
            </a:xfrm>
            <a:custGeom>
              <a:avLst/>
              <a:pathLst>
                <a:path w="14422" h="18136">
                  <a:moveTo>
                    <a:pt x="7158" y="6959"/>
                  </a:move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lnTo>
                    <a:pt x="3699" y="376"/>
                  </a:lnTo>
                  <a:lnTo>
                    <a:pt x="5910" y="238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h3309"/>
            <p:cNvSpPr/>
            <p:nvPr/>
          </p:nvSpPr>
          <p:spPr>
            <a:xfrm>
              <a:off x="4985761" y="1316558"/>
              <a:ext cx="122978" cy="161259"/>
            </a:xfrm>
            <a:custGeom>
              <a:avLst/>
              <a:pathLst>
                <a:path w="122978" h="161259">
                  <a:moveTo>
                    <a:pt x="117607" y="9696"/>
                  </a:moveTo>
                  <a:lnTo>
                    <a:pt x="112964" y="12043"/>
                  </a:lnTo>
                  <a:lnTo>
                    <a:pt x="112513" y="21204"/>
                  </a:lnTo>
                  <a:lnTo>
                    <a:pt x="111030" y="27173"/>
                  </a:lnTo>
                  <a:lnTo>
                    <a:pt x="110591" y="28535"/>
                  </a:lnTo>
                  <a:lnTo>
                    <a:pt x="107275" y="29315"/>
                  </a:lnTo>
                  <a:lnTo>
                    <a:pt x="104097" y="26751"/>
                  </a:lnTo>
                  <a:lnTo>
                    <a:pt x="98533" y="27519"/>
                  </a:lnTo>
                  <a:lnTo>
                    <a:pt x="97957" y="29082"/>
                  </a:lnTo>
                  <a:lnTo>
                    <a:pt x="98400" y="32596"/>
                  </a:lnTo>
                  <a:lnTo>
                    <a:pt x="94150" y="38145"/>
                  </a:lnTo>
                  <a:lnTo>
                    <a:pt x="94429" y="42514"/>
                  </a:lnTo>
                  <a:lnTo>
                    <a:pt x="93776" y="44384"/>
                  </a:lnTo>
                  <a:lnTo>
                    <a:pt x="85995" y="51060"/>
                  </a:lnTo>
                  <a:lnTo>
                    <a:pt x="83948" y="54813"/>
                  </a:lnTo>
                  <a:lnTo>
                    <a:pt x="91137" y="63591"/>
                  </a:lnTo>
                  <a:lnTo>
                    <a:pt x="89322" y="67249"/>
                  </a:lnTo>
                  <a:lnTo>
                    <a:pt x="91491" y="80468"/>
                  </a:lnTo>
                  <a:lnTo>
                    <a:pt x="89973" y="85377"/>
                  </a:lnTo>
                  <a:lnTo>
                    <a:pt x="89319" y="94797"/>
                  </a:lnTo>
                  <a:lnTo>
                    <a:pt x="91841" y="98366"/>
                  </a:lnTo>
                  <a:lnTo>
                    <a:pt x="94451" y="100316"/>
                  </a:lnTo>
                  <a:lnTo>
                    <a:pt x="101229" y="102500"/>
                  </a:lnTo>
                  <a:lnTo>
                    <a:pt x="102645" y="106822"/>
                  </a:lnTo>
                  <a:lnTo>
                    <a:pt x="104439" y="108449"/>
                  </a:lnTo>
                  <a:lnTo>
                    <a:pt x="102042" y="117888"/>
                  </a:lnTo>
                  <a:lnTo>
                    <a:pt x="102428" y="120961"/>
                  </a:lnTo>
                  <a:lnTo>
                    <a:pt x="104486" y="125320"/>
                  </a:lnTo>
                  <a:lnTo>
                    <a:pt x="104893" y="130133"/>
                  </a:lnTo>
                  <a:lnTo>
                    <a:pt x="103013" y="133177"/>
                  </a:lnTo>
                  <a:lnTo>
                    <a:pt x="101824" y="133292"/>
                  </a:lnTo>
                  <a:lnTo>
                    <a:pt x="100109" y="131866"/>
                  </a:lnTo>
                  <a:lnTo>
                    <a:pt x="99329" y="132057"/>
                  </a:lnTo>
                  <a:lnTo>
                    <a:pt x="97003" y="136787"/>
                  </a:lnTo>
                  <a:lnTo>
                    <a:pt x="95279" y="142893"/>
                  </a:lnTo>
                  <a:lnTo>
                    <a:pt x="95848" y="149883"/>
                  </a:lnTo>
                  <a:lnTo>
                    <a:pt x="94932" y="154751"/>
                  </a:lnTo>
                  <a:lnTo>
                    <a:pt x="93877" y="155353"/>
                  </a:lnTo>
                  <a:lnTo>
                    <a:pt x="93110" y="157681"/>
                  </a:lnTo>
                  <a:lnTo>
                    <a:pt x="94700" y="159125"/>
                  </a:lnTo>
                  <a:lnTo>
                    <a:pt x="80982" y="161259"/>
                  </a:lnTo>
                  <a:lnTo>
                    <a:pt x="77620" y="150490"/>
                  </a:lnTo>
                  <a:lnTo>
                    <a:pt x="75128" y="151212"/>
                  </a:lnTo>
                  <a:lnTo>
                    <a:pt x="73854" y="146767"/>
                  </a:lnTo>
                  <a:lnTo>
                    <a:pt x="74203" y="136570"/>
                  </a:lnTo>
                  <a:lnTo>
                    <a:pt x="75737" y="122956"/>
                  </a:lnTo>
                  <a:lnTo>
                    <a:pt x="77787" y="118623"/>
                  </a:lnTo>
                  <a:lnTo>
                    <a:pt x="73655" y="107012"/>
                  </a:lnTo>
                  <a:lnTo>
                    <a:pt x="69701" y="104201"/>
                  </a:lnTo>
                  <a:lnTo>
                    <a:pt x="66103" y="103016"/>
                  </a:lnTo>
                  <a:lnTo>
                    <a:pt x="54456" y="106975"/>
                  </a:lnTo>
                  <a:lnTo>
                    <a:pt x="52647" y="105181"/>
                  </a:lnTo>
                  <a:lnTo>
                    <a:pt x="44979" y="108370"/>
                  </a:lnTo>
                  <a:lnTo>
                    <a:pt x="28066" y="119154"/>
                  </a:lnTo>
                  <a:lnTo>
                    <a:pt x="24770" y="122034"/>
                  </a:lnTo>
                  <a:lnTo>
                    <a:pt x="20760" y="123938"/>
                  </a:lnTo>
                  <a:lnTo>
                    <a:pt x="0" y="77767"/>
                  </a:lnTo>
                  <a:lnTo>
                    <a:pt x="1902" y="30022"/>
                  </a:lnTo>
                  <a:lnTo>
                    <a:pt x="4303" y="0"/>
                  </a:lnTo>
                  <a:lnTo>
                    <a:pt x="122978" y="103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h3310"/>
            <p:cNvSpPr/>
            <p:nvPr/>
          </p:nvSpPr>
          <p:spPr>
            <a:xfrm>
              <a:off x="4863736" y="1330328"/>
              <a:ext cx="40244" cy="41600"/>
            </a:xfrm>
            <a:custGeom>
              <a:avLst/>
              <a:pathLst>
                <a:path w="40244" h="41600">
                  <a:moveTo>
                    <a:pt x="4717" y="0"/>
                  </a:moveTo>
                  <a:lnTo>
                    <a:pt x="11064" y="2956"/>
                  </a:lnTo>
                  <a:lnTo>
                    <a:pt x="13115" y="6054"/>
                  </a:lnTo>
                  <a:lnTo>
                    <a:pt x="14045" y="10367"/>
                  </a:lnTo>
                  <a:lnTo>
                    <a:pt x="18258" y="11805"/>
                  </a:lnTo>
                  <a:lnTo>
                    <a:pt x="13691" y="13728"/>
                  </a:lnTo>
                  <a:lnTo>
                    <a:pt x="13478" y="15752"/>
                  </a:lnTo>
                  <a:lnTo>
                    <a:pt x="26376" y="17108"/>
                  </a:lnTo>
                  <a:lnTo>
                    <a:pt x="40244" y="32575"/>
                  </a:lnTo>
                  <a:lnTo>
                    <a:pt x="17454" y="41600"/>
                  </a:lnTo>
                  <a:lnTo>
                    <a:pt x="17604" y="36273"/>
                  </a:lnTo>
                  <a:lnTo>
                    <a:pt x="15239" y="24498"/>
                  </a:lnTo>
                  <a:lnTo>
                    <a:pt x="13451" y="22102"/>
                  </a:lnTo>
                  <a:lnTo>
                    <a:pt x="7443" y="19285"/>
                  </a:lnTo>
                  <a:lnTo>
                    <a:pt x="4490" y="16847"/>
                  </a:lnTo>
                  <a:lnTo>
                    <a:pt x="0" y="130"/>
                  </a:lnTo>
                  <a:lnTo>
                    <a:pt x="341" y="100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h3311"/>
            <p:cNvSpPr/>
            <p:nvPr/>
          </p:nvSpPr>
          <p:spPr>
            <a:xfrm>
              <a:off x="5200350" y="2044712"/>
              <a:ext cx="13057" cy="9737"/>
            </a:xfrm>
            <a:custGeom>
              <a:avLst/>
              <a:pathLst>
                <a:path w="13057" h="9737">
                  <a:moveTo>
                    <a:pt x="12125" y="9736"/>
                  </a:moveTo>
                  <a:lnTo>
                    <a:pt x="7457" y="6060"/>
                  </a:lnTo>
                  <a:lnTo>
                    <a:pt x="2263" y="4239"/>
                  </a:ln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h3312"/>
            <p:cNvSpPr/>
            <p:nvPr/>
          </p:nvSpPr>
          <p:spPr>
            <a:xfrm>
              <a:off x="5203711" y="2040089"/>
              <a:ext cx="4367" cy="4312"/>
            </a:xfrm>
            <a:custGeom>
              <a:avLst/>
              <a:pathLst>
                <a:path w="4367" h="4312">
                  <a:moveTo>
                    <a:pt x="0" y="0"/>
                  </a:moveTo>
                  <a:lnTo>
                    <a:pt x="4145" y="2989"/>
                  </a:ln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h3313"/>
            <p:cNvSpPr/>
            <p:nvPr/>
          </p:nvSpPr>
          <p:spPr>
            <a:xfrm>
              <a:off x="5094235" y="1990647"/>
              <a:ext cx="430" cy="1480"/>
            </a:xfrm>
            <a:custGeom>
              <a:avLst/>
              <a:pathLst>
                <a:path w="430" h="1480">
                  <a:moveTo>
                    <a:pt x="0" y="1056"/>
                  </a:moveTo>
                  <a:lnTo>
                    <a:pt x="308" y="0"/>
                  </a:lnTo>
                  <a:lnTo>
                    <a:pt x="430" y="148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h3314"/>
            <p:cNvSpPr/>
            <p:nvPr/>
          </p:nvSpPr>
          <p:spPr>
            <a:xfrm>
              <a:off x="5085327" y="1985347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h3315"/>
            <p:cNvSpPr/>
            <p:nvPr/>
          </p:nvSpPr>
          <p:spPr>
            <a:xfrm>
              <a:off x="5018735" y="1885779"/>
              <a:ext cx="340198" cy="191740"/>
            </a:xfrm>
            <a:custGeom>
              <a:avLst/>
              <a:pathLst>
                <a:path w="340198" h="191740">
                  <a:moveTo>
                    <a:pt x="250145" y="40653"/>
                  </a:moveTo>
                  <a:lnTo>
                    <a:pt x="253134" y="46019"/>
                  </a:lnTo>
                  <a:lnTo>
                    <a:pt x="254586" y="47573"/>
                  </a:lnTo>
                  <a:lnTo>
                    <a:pt x="256562" y="47742"/>
                  </a:lnTo>
                  <a:lnTo>
                    <a:pt x="261039" y="55114"/>
                  </a:lnTo>
                  <a:lnTo>
                    <a:pt x="263319" y="56242"/>
                  </a:lnTo>
                  <a:lnTo>
                    <a:pt x="264652" y="56027"/>
                  </a:lnTo>
                  <a:lnTo>
                    <a:pt x="272210" y="59451"/>
                  </a:lnTo>
                  <a:lnTo>
                    <a:pt x="280899" y="64785"/>
                  </a:lnTo>
                  <a:lnTo>
                    <a:pt x="285095" y="68578"/>
                  </a:lnTo>
                  <a:lnTo>
                    <a:pt x="288437" y="75272"/>
                  </a:lnTo>
                  <a:lnTo>
                    <a:pt x="288518" y="83606"/>
                  </a:lnTo>
                  <a:lnTo>
                    <a:pt x="289805" y="89080"/>
                  </a:lnTo>
                  <a:lnTo>
                    <a:pt x="293056" y="93951"/>
                  </a:lnTo>
                  <a:lnTo>
                    <a:pt x="295775" y="96453"/>
                  </a:lnTo>
                  <a:lnTo>
                    <a:pt x="298200" y="103608"/>
                  </a:lnTo>
                  <a:lnTo>
                    <a:pt x="299640" y="105665"/>
                  </a:lnTo>
                  <a:lnTo>
                    <a:pt x="297634" y="109797"/>
                  </a:lnTo>
                  <a:lnTo>
                    <a:pt x="297760" y="111108"/>
                  </a:lnTo>
                  <a:lnTo>
                    <a:pt x="309429" y="120444"/>
                  </a:lnTo>
                  <a:lnTo>
                    <a:pt x="317770" y="122612"/>
                  </a:lnTo>
                  <a:lnTo>
                    <a:pt x="323701" y="126001"/>
                  </a:lnTo>
                  <a:lnTo>
                    <a:pt x="324905" y="127988"/>
                  </a:lnTo>
                  <a:lnTo>
                    <a:pt x="324774" y="129003"/>
                  </a:lnTo>
                  <a:lnTo>
                    <a:pt x="323669" y="129599"/>
                  </a:lnTo>
                  <a:lnTo>
                    <a:pt x="322071" y="129093"/>
                  </a:lnTo>
                  <a:lnTo>
                    <a:pt x="318283" y="133020"/>
                  </a:lnTo>
                  <a:lnTo>
                    <a:pt x="317183" y="136408"/>
                  </a:lnTo>
                  <a:lnTo>
                    <a:pt x="316941" y="140059"/>
                  </a:lnTo>
                  <a:lnTo>
                    <a:pt x="317539" y="141987"/>
                  </a:lnTo>
                  <a:lnTo>
                    <a:pt x="322518" y="147736"/>
                  </a:lnTo>
                  <a:lnTo>
                    <a:pt x="322407" y="149234"/>
                  </a:lnTo>
                  <a:lnTo>
                    <a:pt x="323224" y="150359"/>
                  </a:lnTo>
                  <a:lnTo>
                    <a:pt x="328647" y="156434"/>
                  </a:lnTo>
                  <a:lnTo>
                    <a:pt x="330826" y="157989"/>
                  </a:lnTo>
                  <a:lnTo>
                    <a:pt x="331657" y="163670"/>
                  </a:lnTo>
                  <a:lnTo>
                    <a:pt x="328323" y="165932"/>
                  </a:lnTo>
                  <a:lnTo>
                    <a:pt x="326075" y="170977"/>
                  </a:lnTo>
                  <a:lnTo>
                    <a:pt x="331802" y="177014"/>
                  </a:lnTo>
                  <a:lnTo>
                    <a:pt x="340198" y="191740"/>
                  </a:lnTo>
                  <a:lnTo>
                    <a:pt x="339223" y="191643"/>
                  </a:lnTo>
                  <a:lnTo>
                    <a:pt x="211232" y="185174"/>
                  </a:lnTo>
                  <a:lnTo>
                    <a:pt x="209931" y="185094"/>
                  </a:lnTo>
                  <a:lnTo>
                    <a:pt x="199717" y="173788"/>
                  </a:lnTo>
                  <a:lnTo>
                    <a:pt x="194543" y="171298"/>
                  </a:lnTo>
                  <a:lnTo>
                    <a:pt x="197196" y="168727"/>
                  </a:lnTo>
                  <a:lnTo>
                    <a:pt x="198365" y="169185"/>
                  </a:lnTo>
                  <a:lnTo>
                    <a:pt x="200607" y="172708"/>
                  </a:lnTo>
                  <a:lnTo>
                    <a:pt x="203195" y="171724"/>
                  </a:lnTo>
                  <a:lnTo>
                    <a:pt x="194782" y="158207"/>
                  </a:lnTo>
                  <a:lnTo>
                    <a:pt x="194425" y="152541"/>
                  </a:lnTo>
                  <a:lnTo>
                    <a:pt x="195243" y="152221"/>
                  </a:lnTo>
                  <a:lnTo>
                    <a:pt x="196608" y="152864"/>
                  </a:lnTo>
                  <a:lnTo>
                    <a:pt x="197015" y="152381"/>
                  </a:lnTo>
                  <a:lnTo>
                    <a:pt x="195286" y="151659"/>
                  </a:lnTo>
                  <a:lnTo>
                    <a:pt x="192297" y="152068"/>
                  </a:lnTo>
                  <a:lnTo>
                    <a:pt x="191264" y="155526"/>
                  </a:lnTo>
                  <a:lnTo>
                    <a:pt x="190403" y="155982"/>
                  </a:lnTo>
                  <a:lnTo>
                    <a:pt x="187680" y="155639"/>
                  </a:lnTo>
                  <a:lnTo>
                    <a:pt x="184216" y="152396"/>
                  </a:lnTo>
                  <a:lnTo>
                    <a:pt x="186229" y="151527"/>
                  </a:lnTo>
                  <a:lnTo>
                    <a:pt x="189561" y="151706"/>
                  </a:lnTo>
                  <a:lnTo>
                    <a:pt x="196226" y="144922"/>
                  </a:lnTo>
                  <a:lnTo>
                    <a:pt x="197259" y="140874"/>
                  </a:lnTo>
                  <a:lnTo>
                    <a:pt x="196930" y="135474"/>
                  </a:lnTo>
                  <a:lnTo>
                    <a:pt x="196011" y="131464"/>
                  </a:lnTo>
                  <a:lnTo>
                    <a:pt x="194562" y="128682"/>
                  </a:lnTo>
                  <a:lnTo>
                    <a:pt x="193503" y="128671"/>
                  </a:lnTo>
                  <a:lnTo>
                    <a:pt x="191953" y="131422"/>
                  </a:lnTo>
                  <a:lnTo>
                    <a:pt x="190047" y="137023"/>
                  </a:lnTo>
                  <a:lnTo>
                    <a:pt x="190376" y="139985"/>
                  </a:lnTo>
                  <a:lnTo>
                    <a:pt x="189182" y="145262"/>
                  </a:lnTo>
                  <a:lnTo>
                    <a:pt x="186112" y="146848"/>
                  </a:lnTo>
                  <a:lnTo>
                    <a:pt x="185028" y="146720"/>
                  </a:lnTo>
                  <a:lnTo>
                    <a:pt x="183896" y="145469"/>
                  </a:lnTo>
                  <a:lnTo>
                    <a:pt x="183010" y="146352"/>
                  </a:lnTo>
                  <a:lnTo>
                    <a:pt x="181719" y="151208"/>
                  </a:lnTo>
                  <a:lnTo>
                    <a:pt x="181331" y="156419"/>
                  </a:lnTo>
                  <a:lnTo>
                    <a:pt x="179582" y="156247"/>
                  </a:lnTo>
                  <a:lnTo>
                    <a:pt x="175375" y="152591"/>
                  </a:lnTo>
                  <a:lnTo>
                    <a:pt x="171115" y="150174"/>
                  </a:lnTo>
                  <a:lnTo>
                    <a:pt x="165502" y="148628"/>
                  </a:lnTo>
                  <a:lnTo>
                    <a:pt x="164593" y="147320"/>
                  </a:lnTo>
                  <a:lnTo>
                    <a:pt x="165806" y="146379"/>
                  </a:lnTo>
                  <a:lnTo>
                    <a:pt x="167903" y="148215"/>
                  </a:lnTo>
                  <a:lnTo>
                    <a:pt x="168891" y="147949"/>
                  </a:lnTo>
                  <a:lnTo>
                    <a:pt x="168453" y="146574"/>
                  </a:lnTo>
                  <a:lnTo>
                    <a:pt x="162348" y="145422"/>
                  </a:lnTo>
                  <a:lnTo>
                    <a:pt x="158899" y="146588"/>
                  </a:lnTo>
                  <a:lnTo>
                    <a:pt x="151363" y="157989"/>
                  </a:lnTo>
                  <a:lnTo>
                    <a:pt x="147679" y="159201"/>
                  </a:lnTo>
                  <a:lnTo>
                    <a:pt x="143336" y="157229"/>
                  </a:lnTo>
                  <a:lnTo>
                    <a:pt x="141409" y="155681"/>
                  </a:lnTo>
                  <a:lnTo>
                    <a:pt x="136353" y="148862"/>
                  </a:lnTo>
                  <a:lnTo>
                    <a:pt x="139235" y="150268"/>
                  </a:lnTo>
                  <a:lnTo>
                    <a:pt x="141271" y="154838"/>
                  </a:lnTo>
                  <a:lnTo>
                    <a:pt x="146783" y="158187"/>
                  </a:lnTo>
                  <a:lnTo>
                    <a:pt x="138390" y="148697"/>
                  </a:lnTo>
                  <a:lnTo>
                    <a:pt x="136629" y="147667"/>
                  </a:lnTo>
                  <a:lnTo>
                    <a:pt x="134631" y="148217"/>
                  </a:lnTo>
                  <a:lnTo>
                    <a:pt x="132491" y="146706"/>
                  </a:lnTo>
                  <a:lnTo>
                    <a:pt x="127700" y="132254"/>
                  </a:lnTo>
                  <a:lnTo>
                    <a:pt x="124356" y="128203"/>
                  </a:lnTo>
                  <a:lnTo>
                    <a:pt x="120974" y="125391"/>
                  </a:lnTo>
                  <a:lnTo>
                    <a:pt x="115659" y="122485"/>
                  </a:lnTo>
                  <a:lnTo>
                    <a:pt x="110938" y="121186"/>
                  </a:lnTo>
                  <a:lnTo>
                    <a:pt x="108368" y="121667"/>
                  </a:lnTo>
                  <a:lnTo>
                    <a:pt x="107401" y="124091"/>
                  </a:lnTo>
                  <a:lnTo>
                    <a:pt x="105123" y="123979"/>
                  </a:lnTo>
                  <a:lnTo>
                    <a:pt x="101434" y="118567"/>
                  </a:lnTo>
                  <a:lnTo>
                    <a:pt x="99956" y="114143"/>
                  </a:lnTo>
                  <a:lnTo>
                    <a:pt x="97100" y="109561"/>
                  </a:lnTo>
                  <a:lnTo>
                    <a:pt x="90420" y="103942"/>
                  </a:lnTo>
                  <a:lnTo>
                    <a:pt x="81998" y="100632"/>
                  </a:lnTo>
                  <a:lnTo>
                    <a:pt x="78275" y="100368"/>
                  </a:lnTo>
                  <a:lnTo>
                    <a:pt x="76489" y="100985"/>
                  </a:lnTo>
                  <a:lnTo>
                    <a:pt x="62394" y="94298"/>
                  </a:lnTo>
                  <a:lnTo>
                    <a:pt x="61831" y="91855"/>
                  </a:lnTo>
                  <a:lnTo>
                    <a:pt x="60094" y="90489"/>
                  </a:lnTo>
                  <a:lnTo>
                    <a:pt x="57334" y="90600"/>
                  </a:lnTo>
                  <a:lnTo>
                    <a:pt x="56364" y="89100"/>
                  </a:lnTo>
                  <a:lnTo>
                    <a:pt x="57534" y="75144"/>
                  </a:lnTo>
                  <a:lnTo>
                    <a:pt x="56803" y="69580"/>
                  </a:lnTo>
                  <a:lnTo>
                    <a:pt x="55532" y="66465"/>
                  </a:lnTo>
                  <a:lnTo>
                    <a:pt x="47381" y="58653"/>
                  </a:lnTo>
                  <a:lnTo>
                    <a:pt x="32911" y="51433"/>
                  </a:lnTo>
                  <a:lnTo>
                    <a:pt x="29297" y="41984"/>
                  </a:lnTo>
                  <a:lnTo>
                    <a:pt x="25337" y="38304"/>
                  </a:lnTo>
                  <a:lnTo>
                    <a:pt x="23016" y="38224"/>
                  </a:lnTo>
                  <a:lnTo>
                    <a:pt x="22106" y="36833"/>
                  </a:lnTo>
                  <a:lnTo>
                    <a:pt x="23123" y="33215"/>
                  </a:lnTo>
                  <a:lnTo>
                    <a:pt x="22746" y="31707"/>
                  </a:lnTo>
                  <a:lnTo>
                    <a:pt x="21222" y="30091"/>
                  </a:lnTo>
                  <a:lnTo>
                    <a:pt x="19963" y="29515"/>
                  </a:lnTo>
                  <a:lnTo>
                    <a:pt x="18339" y="30382"/>
                  </a:lnTo>
                  <a:lnTo>
                    <a:pt x="17112" y="32205"/>
                  </a:lnTo>
                  <a:lnTo>
                    <a:pt x="17121" y="33438"/>
                  </a:lnTo>
                  <a:lnTo>
                    <a:pt x="13876" y="31446"/>
                  </a:lnTo>
                  <a:lnTo>
                    <a:pt x="13775" y="29060"/>
                  </a:lnTo>
                  <a:lnTo>
                    <a:pt x="12151" y="26755"/>
                  </a:lnTo>
                  <a:lnTo>
                    <a:pt x="9259" y="25162"/>
                  </a:lnTo>
                  <a:lnTo>
                    <a:pt x="6432" y="24958"/>
                  </a:lnTo>
                  <a:lnTo>
                    <a:pt x="5088" y="22784"/>
                  </a:lnTo>
                  <a:lnTo>
                    <a:pt x="3279" y="16504"/>
                  </a:lnTo>
                  <a:lnTo>
                    <a:pt x="0" y="9976"/>
                  </a:lnTo>
                  <a:lnTo>
                    <a:pt x="3051" y="8643"/>
                  </a:lnTo>
                  <a:lnTo>
                    <a:pt x="5819" y="10560"/>
                  </a:lnTo>
                  <a:lnTo>
                    <a:pt x="7527" y="12873"/>
                  </a:lnTo>
                  <a:lnTo>
                    <a:pt x="10971" y="13607"/>
                  </a:lnTo>
                  <a:lnTo>
                    <a:pt x="17583" y="13079"/>
                  </a:lnTo>
                  <a:lnTo>
                    <a:pt x="22650" y="14093"/>
                  </a:lnTo>
                  <a:lnTo>
                    <a:pt x="24072" y="15027"/>
                  </a:lnTo>
                  <a:lnTo>
                    <a:pt x="35367" y="18145"/>
                  </a:lnTo>
                  <a:lnTo>
                    <a:pt x="39476" y="20597"/>
                  </a:lnTo>
                  <a:lnTo>
                    <a:pt x="46105" y="22538"/>
                  </a:lnTo>
                  <a:lnTo>
                    <a:pt x="49591" y="23202"/>
                  </a:lnTo>
                  <a:lnTo>
                    <a:pt x="57357" y="22417"/>
                  </a:lnTo>
                  <a:lnTo>
                    <a:pt x="60618" y="24386"/>
                  </a:lnTo>
                  <a:lnTo>
                    <a:pt x="71023" y="20248"/>
                  </a:lnTo>
                  <a:lnTo>
                    <a:pt x="72133" y="21431"/>
                  </a:lnTo>
                  <a:lnTo>
                    <a:pt x="78821" y="20648"/>
                  </a:lnTo>
                  <a:lnTo>
                    <a:pt x="79937" y="17660"/>
                  </a:lnTo>
                  <a:lnTo>
                    <a:pt x="79109" y="15450"/>
                  </a:lnTo>
                  <a:lnTo>
                    <a:pt x="75492" y="17414"/>
                  </a:lnTo>
                  <a:lnTo>
                    <a:pt x="73563" y="19706"/>
                  </a:lnTo>
                  <a:lnTo>
                    <a:pt x="72819" y="20061"/>
                  </a:lnTo>
                  <a:lnTo>
                    <a:pt x="72734" y="19410"/>
                  </a:lnTo>
                  <a:lnTo>
                    <a:pt x="78368" y="14986"/>
                  </a:lnTo>
                  <a:lnTo>
                    <a:pt x="80695" y="14088"/>
                  </a:lnTo>
                  <a:lnTo>
                    <a:pt x="82116" y="14260"/>
                  </a:lnTo>
                  <a:lnTo>
                    <a:pt x="83454" y="16036"/>
                  </a:lnTo>
                  <a:lnTo>
                    <a:pt x="83122" y="17459"/>
                  </a:lnTo>
                  <a:lnTo>
                    <a:pt x="81737" y="18411"/>
                  </a:lnTo>
                  <a:lnTo>
                    <a:pt x="80277" y="21044"/>
                  </a:lnTo>
                  <a:lnTo>
                    <a:pt x="80080" y="24838"/>
                  </a:lnTo>
                  <a:lnTo>
                    <a:pt x="81735" y="29118"/>
                  </a:lnTo>
                  <a:lnTo>
                    <a:pt x="87388" y="35855"/>
                  </a:lnTo>
                  <a:lnTo>
                    <a:pt x="89116" y="36823"/>
                  </a:lnTo>
                  <a:lnTo>
                    <a:pt x="91618" y="36768"/>
                  </a:lnTo>
                  <a:lnTo>
                    <a:pt x="96098" y="40258"/>
                  </a:lnTo>
                  <a:lnTo>
                    <a:pt x="96806" y="41284"/>
                  </a:lnTo>
                  <a:lnTo>
                    <a:pt x="98141" y="49672"/>
                  </a:lnTo>
                  <a:lnTo>
                    <a:pt x="102139" y="49864"/>
                  </a:lnTo>
                  <a:lnTo>
                    <a:pt x="103571" y="48610"/>
                  </a:lnTo>
                  <a:lnTo>
                    <a:pt x="102313" y="47379"/>
                  </a:lnTo>
                  <a:lnTo>
                    <a:pt x="103127" y="46415"/>
                  </a:lnTo>
                  <a:lnTo>
                    <a:pt x="110351" y="41985"/>
                  </a:lnTo>
                  <a:lnTo>
                    <a:pt x="116424" y="43107"/>
                  </a:lnTo>
                  <a:lnTo>
                    <a:pt x="120443" y="40717"/>
                  </a:lnTo>
                  <a:lnTo>
                    <a:pt x="121708" y="36819"/>
                  </a:lnTo>
                  <a:lnTo>
                    <a:pt x="120816" y="34997"/>
                  </a:lnTo>
                  <a:lnTo>
                    <a:pt x="115352" y="30604"/>
                  </a:lnTo>
                  <a:lnTo>
                    <a:pt x="113707" y="30372"/>
                  </a:lnTo>
                  <a:lnTo>
                    <a:pt x="112990" y="31321"/>
                  </a:lnTo>
                  <a:lnTo>
                    <a:pt x="110052" y="32059"/>
                  </a:lnTo>
                  <a:lnTo>
                    <a:pt x="108767" y="26545"/>
                  </a:lnTo>
                  <a:lnTo>
                    <a:pt x="106439" y="23524"/>
                  </a:lnTo>
                  <a:lnTo>
                    <a:pt x="104805" y="24769"/>
                  </a:lnTo>
                  <a:lnTo>
                    <a:pt x="106781" y="26723"/>
                  </a:lnTo>
                  <a:lnTo>
                    <a:pt x="108067" y="29510"/>
                  </a:lnTo>
                  <a:lnTo>
                    <a:pt x="108530" y="32655"/>
                  </a:lnTo>
                  <a:lnTo>
                    <a:pt x="101529" y="35407"/>
                  </a:lnTo>
                  <a:lnTo>
                    <a:pt x="99913" y="35036"/>
                  </a:lnTo>
                  <a:lnTo>
                    <a:pt x="97619" y="33075"/>
                  </a:lnTo>
                  <a:lnTo>
                    <a:pt x="95198" y="21286"/>
                  </a:lnTo>
                  <a:lnTo>
                    <a:pt x="101046" y="14686"/>
                  </a:lnTo>
                  <a:lnTo>
                    <a:pt x="100919" y="13096"/>
                  </a:lnTo>
                  <a:lnTo>
                    <a:pt x="98088" y="12114"/>
                  </a:lnTo>
                  <a:lnTo>
                    <a:pt x="96134" y="10423"/>
                  </a:lnTo>
                  <a:lnTo>
                    <a:pt x="97393" y="10250"/>
                  </a:lnTo>
                  <a:lnTo>
                    <a:pt x="99525" y="11524"/>
                  </a:lnTo>
                  <a:lnTo>
                    <a:pt x="99097" y="9976"/>
                  </a:lnTo>
                  <a:lnTo>
                    <a:pt x="96796" y="7470"/>
                  </a:lnTo>
                  <a:lnTo>
                    <a:pt x="94368" y="8815"/>
                  </a:lnTo>
                  <a:lnTo>
                    <a:pt x="90293" y="9305"/>
                  </a:lnTo>
                  <a:lnTo>
                    <a:pt x="86850" y="12850"/>
                  </a:lnTo>
                  <a:lnTo>
                    <a:pt x="85879" y="11016"/>
                  </a:lnTo>
                  <a:lnTo>
                    <a:pt x="86211" y="7735"/>
                  </a:lnTo>
                  <a:lnTo>
                    <a:pt x="94155" y="0"/>
                  </a:lnTo>
                  <a:lnTo>
                    <a:pt x="246227" y="12204"/>
                  </a:lnTo>
                  <a:lnTo>
                    <a:pt x="246831" y="16132"/>
                  </a:lnTo>
                  <a:lnTo>
                    <a:pt x="244282" y="28428"/>
                  </a:lnTo>
                  <a:lnTo>
                    <a:pt x="245369" y="30350"/>
                  </a:lnTo>
                  <a:lnTo>
                    <a:pt x="249241" y="34078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h3316"/>
            <p:cNvSpPr/>
            <p:nvPr/>
          </p:nvSpPr>
          <p:spPr>
            <a:xfrm>
              <a:off x="5112713" y="1913423"/>
              <a:ext cx="3395" cy="5814"/>
            </a:xfrm>
            <a:custGeom>
              <a:avLst/>
              <a:pathLst>
                <a:path w="3395" h="5814">
                  <a:moveTo>
                    <a:pt x="41" y="138"/>
                  </a:moveTo>
                  <a:lnTo>
                    <a:pt x="803" y="0"/>
                  </a:lnTo>
                  <a:lnTo>
                    <a:pt x="1950" y="835"/>
                  </a:lnTo>
                  <a:lnTo>
                    <a:pt x="3395" y="5814"/>
                  </a:lnTo>
                  <a:lnTo>
                    <a:pt x="0" y="1936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h3317"/>
            <p:cNvSpPr/>
            <p:nvPr/>
          </p:nvSpPr>
          <p:spPr>
            <a:xfrm>
              <a:off x="5105816" y="1913380"/>
              <a:ext cx="6387" cy="5701"/>
            </a:xfrm>
            <a:custGeom>
              <a:avLst/>
              <a:pathLst>
                <a:path w="6387" h="5701">
                  <a:moveTo>
                    <a:pt x="2675" y="0"/>
                  </a:moveTo>
                  <a:lnTo>
                    <a:pt x="6387" y="5701"/>
                  </a:lnTo>
                  <a:lnTo>
                    <a:pt x="2504" y="3175"/>
                  </a:lnTo>
                  <a:lnTo>
                    <a:pt x="23" y="2503"/>
                  </a:lnTo>
                  <a:lnTo>
                    <a:pt x="0" y="1082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h3318"/>
            <p:cNvSpPr/>
            <p:nvPr/>
          </p:nvSpPr>
          <p:spPr>
            <a:xfrm>
              <a:off x="5004778" y="1888642"/>
              <a:ext cx="5782" cy="5891"/>
            </a:xfrm>
            <a:custGeom>
              <a:avLst/>
              <a:pathLst>
                <a:path w="5782" h="5891">
                  <a:moveTo>
                    <a:pt x="2389" y="2054"/>
                  </a:move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lnTo>
                    <a:pt x="3847" y="5891"/>
                  </a:lnTo>
                  <a:lnTo>
                    <a:pt x="3826" y="3908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h3319"/>
            <p:cNvSpPr/>
            <p:nvPr/>
          </p:nvSpPr>
          <p:spPr>
            <a:xfrm>
              <a:off x="5004359" y="18888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h3320"/>
            <p:cNvSpPr/>
            <p:nvPr/>
          </p:nvSpPr>
          <p:spPr>
            <a:xfrm>
              <a:off x="5394681" y="2069448"/>
              <a:ext cx="981" cy="2061"/>
            </a:xfrm>
            <a:custGeom>
              <a:avLst/>
              <a:pathLst>
                <a:path w="981" h="2061">
                  <a:moveTo>
                    <a:pt x="981" y="2061"/>
                  </a:moveTo>
                  <a:lnTo>
                    <a:pt x="0" y="0"/>
                  </a:lnTo>
                  <a:lnTo>
                    <a:pt x="792" y="613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h3321"/>
            <p:cNvSpPr/>
            <p:nvPr/>
          </p:nvSpPr>
          <p:spPr>
            <a:xfrm>
              <a:off x="5352194" y="2036416"/>
              <a:ext cx="40854" cy="47744"/>
            </a:xfrm>
            <a:custGeom>
              <a:avLst/>
              <a:pathLst>
                <a:path w="40854" h="47744">
                  <a:moveTo>
                    <a:pt x="28476" y="30540"/>
                  </a:moveTo>
                  <a:lnTo>
                    <a:pt x="27998" y="41963"/>
                  </a:lnTo>
                  <a:lnTo>
                    <a:pt x="32346" y="44827"/>
                  </a:lnTo>
                  <a:lnTo>
                    <a:pt x="40854" y="47744"/>
                  </a:lnTo>
                  <a:lnTo>
                    <a:pt x="18728" y="42304"/>
                  </a:lnTo>
                  <a:lnTo>
                    <a:pt x="12380" y="41668"/>
                  </a:lnTo>
                  <a:lnTo>
                    <a:pt x="15866" y="38583"/>
                  </a:lnTo>
                  <a:lnTo>
                    <a:pt x="16085" y="36742"/>
                  </a:lnTo>
                  <a:lnTo>
                    <a:pt x="9980" y="29495"/>
                  </a:lnTo>
                  <a:lnTo>
                    <a:pt x="4400" y="24606"/>
                  </a:lnTo>
                  <a:lnTo>
                    <a:pt x="3332" y="21557"/>
                  </a:lnTo>
                  <a:lnTo>
                    <a:pt x="2031" y="10294"/>
                  </a:lnTo>
                  <a:lnTo>
                    <a:pt x="0" y="2369"/>
                  </a:lnTo>
                  <a:lnTo>
                    <a:pt x="94" y="1797"/>
                  </a:lnTo>
                  <a:lnTo>
                    <a:pt x="2135" y="1392"/>
                  </a:lnTo>
                  <a:lnTo>
                    <a:pt x="3349" y="0"/>
                  </a:lnTo>
                  <a:lnTo>
                    <a:pt x="10730" y="6447"/>
                  </a:lnTo>
                  <a:lnTo>
                    <a:pt x="13878" y="11794"/>
                  </a:lnTo>
                  <a:lnTo>
                    <a:pt x="18877" y="15790"/>
                  </a:lnTo>
                  <a:lnTo>
                    <a:pt x="20783" y="19241"/>
                  </a:lnTo>
                  <a:lnTo>
                    <a:pt x="29557" y="25561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h3322"/>
            <p:cNvSpPr/>
            <p:nvPr/>
          </p:nvSpPr>
          <p:spPr>
            <a:xfrm>
              <a:off x="5345431" y="2037725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h3323"/>
            <p:cNvSpPr/>
            <p:nvPr/>
          </p:nvSpPr>
          <p:spPr>
            <a:xfrm>
              <a:off x="5212944" y="2023634"/>
              <a:ext cx="1137" cy="3002"/>
            </a:xfrm>
            <a:custGeom>
              <a:avLst/>
              <a:pathLst>
                <a:path w="1137" h="3002">
                  <a:moveTo>
                    <a:pt x="881" y="939"/>
                  </a:moveTo>
                  <a:lnTo>
                    <a:pt x="1137" y="2596"/>
                  </a:lnTo>
                  <a:lnTo>
                    <a:pt x="575" y="3002"/>
                  </a:lnTo>
                  <a:lnTo>
                    <a:pt x="0" y="478"/>
                  </a:lnTo>
                  <a:lnTo>
                    <a:pt x="588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h3324"/>
            <p:cNvSpPr/>
            <p:nvPr/>
          </p:nvSpPr>
          <p:spPr>
            <a:xfrm>
              <a:off x="5212462" y="2021723"/>
              <a:ext cx="653" cy="1014"/>
            </a:xfrm>
            <a:custGeom>
              <a:avLst/>
              <a:pathLst>
                <a:path w="653" h="1014">
                  <a:moveTo>
                    <a:pt x="0" y="432"/>
                  </a:moveTo>
                  <a:lnTo>
                    <a:pt x="653" y="0"/>
                  </a:lnTo>
                  <a:lnTo>
                    <a:pt x="623" y="1014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h3325"/>
            <p:cNvSpPr/>
            <p:nvPr/>
          </p:nvSpPr>
          <p:spPr>
            <a:xfrm>
              <a:off x="5346666" y="2018356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h3326"/>
            <p:cNvSpPr/>
            <p:nvPr/>
          </p:nvSpPr>
          <p:spPr>
            <a:xfrm>
              <a:off x="5347537" y="2016324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h3327"/>
            <p:cNvSpPr/>
            <p:nvPr/>
          </p:nvSpPr>
          <p:spPr>
            <a:xfrm>
              <a:off x="5331508" y="2002577"/>
              <a:ext cx="85" cy="190"/>
            </a:xfrm>
            <a:custGeom>
              <a:avLst/>
              <a:pathLst>
                <a:path w="85" h="190">
                  <a:moveTo>
                    <a:pt x="0" y="0"/>
                  </a:moveTo>
                  <a:lnTo>
                    <a:pt x="85" y="19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h3328"/>
            <p:cNvSpPr/>
            <p:nvPr/>
          </p:nvSpPr>
          <p:spPr>
            <a:xfrm>
              <a:off x="5328166" y="1991345"/>
              <a:ext cx="6174" cy="9714"/>
            </a:xfrm>
            <a:custGeom>
              <a:avLst/>
              <a:pathLst>
                <a:path w="6174" h="9714">
                  <a:moveTo>
                    <a:pt x="0" y="2143"/>
                  </a:move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lnTo>
                    <a:pt x="1862" y="8539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h3329"/>
            <p:cNvSpPr/>
            <p:nvPr/>
          </p:nvSpPr>
          <p:spPr>
            <a:xfrm>
              <a:off x="5351634" y="1969437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h3330"/>
            <p:cNvSpPr/>
            <p:nvPr/>
          </p:nvSpPr>
          <p:spPr>
            <a:xfrm>
              <a:off x="5266023" y="1916909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h3331"/>
            <p:cNvSpPr/>
            <p:nvPr/>
          </p:nvSpPr>
          <p:spPr>
            <a:xfrm>
              <a:off x="5264634" y="190951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h3332"/>
            <p:cNvSpPr/>
            <p:nvPr/>
          </p:nvSpPr>
          <p:spPr>
            <a:xfrm>
              <a:off x="5416866" y="2196529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h3333"/>
            <p:cNvSpPr/>
            <p:nvPr/>
          </p:nvSpPr>
          <p:spPr>
            <a:xfrm>
              <a:off x="5410170" y="2178947"/>
              <a:ext cx="203" cy="277"/>
            </a:xfrm>
            <a:custGeom>
              <a:avLst/>
              <a:pathLst>
                <a:path w="203" h="277">
                  <a:moveTo>
                    <a:pt x="0" y="222"/>
                  </a:moveTo>
                  <a:lnTo>
                    <a:pt x="92" y="0"/>
                  </a:lnTo>
                  <a:lnTo>
                    <a:pt x="203" y="27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h3334"/>
            <p:cNvSpPr/>
            <p:nvPr/>
          </p:nvSpPr>
          <p:spPr>
            <a:xfrm>
              <a:off x="5410008" y="2177433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h3335"/>
            <p:cNvSpPr/>
            <p:nvPr/>
          </p:nvSpPr>
          <p:spPr>
            <a:xfrm>
              <a:off x="5405026" y="2175656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h3336"/>
            <p:cNvSpPr/>
            <p:nvPr/>
          </p:nvSpPr>
          <p:spPr>
            <a:xfrm>
              <a:off x="5404441" y="217429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h3337"/>
            <p:cNvSpPr/>
            <p:nvPr/>
          </p:nvSpPr>
          <p:spPr>
            <a:xfrm>
              <a:off x="5406962" y="2169391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h3338"/>
            <p:cNvSpPr/>
            <p:nvPr/>
          </p:nvSpPr>
          <p:spPr>
            <a:xfrm>
              <a:off x="5401145" y="2165334"/>
              <a:ext cx="162" cy="177"/>
            </a:xfrm>
            <a:custGeom>
              <a:avLst/>
              <a:pathLst>
                <a:path w="162" h="177">
                  <a:moveTo>
                    <a:pt x="0" y="177"/>
                  </a:moveTo>
                  <a:lnTo>
                    <a:pt x="16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h3339"/>
            <p:cNvSpPr/>
            <p:nvPr/>
          </p:nvSpPr>
          <p:spPr>
            <a:xfrm>
              <a:off x="5357958" y="2077423"/>
              <a:ext cx="80213" cy="162350"/>
            </a:xfrm>
            <a:custGeom>
              <a:avLst/>
              <a:pathLst>
                <a:path w="80213" h="162350">
                  <a:moveTo>
                    <a:pt x="38702" y="39753"/>
                  </a:moveTo>
                  <a:lnTo>
                    <a:pt x="39790" y="47459"/>
                  </a:lnTo>
                  <a:lnTo>
                    <a:pt x="42385" y="55672"/>
                  </a:lnTo>
                  <a:lnTo>
                    <a:pt x="44317" y="57727"/>
                  </a:lnTo>
                  <a:lnTo>
                    <a:pt x="44880" y="60064"/>
                  </a:lnTo>
                  <a:lnTo>
                    <a:pt x="39698" y="73469"/>
                  </a:lnTo>
                  <a:lnTo>
                    <a:pt x="40668" y="78209"/>
                  </a:lnTo>
                  <a:lnTo>
                    <a:pt x="41635" y="79932"/>
                  </a:lnTo>
                  <a:lnTo>
                    <a:pt x="41702" y="88054"/>
                  </a:lnTo>
                  <a:lnTo>
                    <a:pt x="43121" y="89275"/>
                  </a:lnTo>
                  <a:lnTo>
                    <a:pt x="43862" y="96003"/>
                  </a:lnTo>
                  <a:lnTo>
                    <a:pt x="50016" y="101739"/>
                  </a:lnTo>
                  <a:lnTo>
                    <a:pt x="52363" y="102353"/>
                  </a:lnTo>
                  <a:lnTo>
                    <a:pt x="53487" y="105151"/>
                  </a:lnTo>
                  <a:lnTo>
                    <a:pt x="54792" y="115848"/>
                  </a:lnTo>
                  <a:lnTo>
                    <a:pt x="57578" y="120820"/>
                  </a:lnTo>
                  <a:lnTo>
                    <a:pt x="61905" y="126470"/>
                  </a:lnTo>
                  <a:lnTo>
                    <a:pt x="73100" y="129014"/>
                  </a:lnTo>
                  <a:lnTo>
                    <a:pt x="71514" y="136273"/>
                  </a:lnTo>
                  <a:lnTo>
                    <a:pt x="75778" y="149604"/>
                  </a:lnTo>
                  <a:lnTo>
                    <a:pt x="77907" y="151296"/>
                  </a:lnTo>
                  <a:lnTo>
                    <a:pt x="80213" y="155854"/>
                  </a:lnTo>
                  <a:lnTo>
                    <a:pt x="80059" y="157845"/>
                  </a:lnTo>
                  <a:lnTo>
                    <a:pt x="78873" y="158664"/>
                  </a:lnTo>
                  <a:lnTo>
                    <a:pt x="79182" y="162350"/>
                  </a:lnTo>
                  <a:lnTo>
                    <a:pt x="77158" y="161506"/>
                  </a:lnTo>
                  <a:lnTo>
                    <a:pt x="68866" y="136935"/>
                  </a:lnTo>
                  <a:lnTo>
                    <a:pt x="64006" y="133072"/>
                  </a:lnTo>
                  <a:lnTo>
                    <a:pt x="46638" y="139541"/>
                  </a:lnTo>
                  <a:lnTo>
                    <a:pt x="7663" y="107958"/>
                  </a:lnTo>
                  <a:lnTo>
                    <a:pt x="2125" y="36418"/>
                  </a:lnTo>
                  <a:lnTo>
                    <a:pt x="0" y="0"/>
                  </a:lnTo>
                  <a:lnTo>
                    <a:pt x="974" y="97"/>
                  </a:lnTo>
                  <a:lnTo>
                    <a:pt x="6616" y="662"/>
                  </a:lnTo>
                  <a:lnTo>
                    <a:pt x="12963" y="1297"/>
                  </a:lnTo>
                  <a:lnTo>
                    <a:pt x="35090" y="6737"/>
                  </a:lnTo>
                  <a:lnTo>
                    <a:pt x="33951" y="6953"/>
                  </a:lnTo>
                  <a:lnTo>
                    <a:pt x="31451" y="13414"/>
                  </a:lnTo>
                  <a:lnTo>
                    <a:pt x="31399" y="19023"/>
                  </a:lnTo>
                  <a:lnTo>
                    <a:pt x="38636" y="28039"/>
                  </a:lnTo>
                  <a:lnTo>
                    <a:pt x="39712" y="3324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h3340"/>
            <p:cNvSpPr/>
            <p:nvPr/>
          </p:nvSpPr>
          <p:spPr>
            <a:xfrm>
              <a:off x="5404381" y="2133964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h3341"/>
            <p:cNvSpPr/>
            <p:nvPr/>
          </p:nvSpPr>
          <p:spPr>
            <a:xfrm>
              <a:off x="5406471" y="2130560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h3342"/>
            <p:cNvSpPr/>
            <p:nvPr/>
          </p:nvSpPr>
          <p:spPr>
            <a:xfrm>
              <a:off x="5439248" y="2238551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h3343"/>
            <p:cNvSpPr/>
            <p:nvPr/>
          </p:nvSpPr>
          <p:spPr>
            <a:xfrm>
              <a:off x="5436530" y="22287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h3344"/>
            <p:cNvSpPr/>
            <p:nvPr/>
          </p:nvSpPr>
          <p:spPr>
            <a:xfrm>
              <a:off x="5419189" y="2196728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h3345"/>
            <p:cNvSpPr/>
            <p:nvPr/>
          </p:nvSpPr>
          <p:spPr>
            <a:xfrm>
              <a:off x="5454870" y="2184368"/>
              <a:ext cx="4977" cy="13856"/>
            </a:xfrm>
            <a:custGeom>
              <a:avLst/>
              <a:pathLst>
                <a:path w="4977" h="13856">
                  <a:moveTo>
                    <a:pt x="761" y="3548"/>
                  </a:move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lnTo>
                    <a:pt x="1659" y="12533"/>
                  </a:lnTo>
                  <a:lnTo>
                    <a:pt x="0" y="763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h3346"/>
            <p:cNvSpPr/>
            <p:nvPr/>
          </p:nvSpPr>
          <p:spPr>
            <a:xfrm>
              <a:off x="5427974" y="2182384"/>
              <a:ext cx="4652" cy="7696"/>
            </a:xfrm>
            <a:custGeom>
              <a:avLst/>
              <a:pathLst>
                <a:path w="4652" h="7696">
                  <a:moveTo>
                    <a:pt x="2661" y="7696"/>
                  </a:move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lnTo>
                    <a:pt x="4652" y="4367"/>
                  </a:lnTo>
                  <a:lnTo>
                    <a:pt x="4557" y="546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h3347"/>
            <p:cNvSpPr/>
            <p:nvPr/>
          </p:nvSpPr>
          <p:spPr>
            <a:xfrm>
              <a:off x="5429729" y="2178892"/>
              <a:ext cx="123" cy="587"/>
            </a:xfrm>
            <a:custGeom>
              <a:avLst/>
              <a:pathLst>
                <a:path w="123" h="587">
                  <a:moveTo>
                    <a:pt x="0" y="441"/>
                  </a:moveTo>
                  <a:lnTo>
                    <a:pt x="94" y="0"/>
                  </a:lnTo>
                  <a:lnTo>
                    <a:pt x="123" y="58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h3348"/>
            <p:cNvSpPr/>
            <p:nvPr/>
          </p:nvSpPr>
          <p:spPr>
            <a:xfrm>
              <a:off x="5429166" y="2178875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h3349"/>
            <p:cNvSpPr/>
            <p:nvPr/>
          </p:nvSpPr>
          <p:spPr>
            <a:xfrm>
              <a:off x="5410253" y="2140167"/>
              <a:ext cx="19209" cy="30141"/>
            </a:xfrm>
            <a:custGeom>
              <a:avLst/>
              <a:pathLst>
                <a:path w="19209" h="30141">
                  <a:moveTo>
                    <a:pt x="8973" y="15673"/>
                  </a:move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lnTo>
                    <a:pt x="17290" y="6019"/>
                  </a:ln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h3350"/>
            <p:cNvSpPr/>
            <p:nvPr/>
          </p:nvSpPr>
          <p:spPr>
            <a:xfrm>
              <a:off x="5417400" y="2141995"/>
              <a:ext cx="300" cy="264"/>
            </a:xfrm>
            <a:custGeom>
              <a:avLst/>
              <a:pathLst>
                <a:path w="300" h="264">
                  <a:moveTo>
                    <a:pt x="0" y="132"/>
                  </a:moveTo>
                  <a:lnTo>
                    <a:pt x="40" y="0"/>
                  </a:lnTo>
                  <a:lnTo>
                    <a:pt x="300" y="26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h3351"/>
            <p:cNvSpPr/>
            <p:nvPr/>
          </p:nvSpPr>
          <p:spPr>
            <a:xfrm>
              <a:off x="5511513" y="2433375"/>
              <a:ext cx="77835" cy="93570"/>
            </a:xfrm>
            <a:custGeom>
              <a:avLst/>
              <a:pathLst>
                <a:path w="77835" h="93570">
                  <a:moveTo>
                    <a:pt x="72956" y="17597"/>
                  </a:moveTo>
                  <a:lnTo>
                    <a:pt x="72834" y="19252"/>
                  </a:lnTo>
                  <a:lnTo>
                    <a:pt x="76911" y="26305"/>
                  </a:lnTo>
                  <a:lnTo>
                    <a:pt x="77835" y="33129"/>
                  </a:lnTo>
                  <a:lnTo>
                    <a:pt x="77724" y="38388"/>
                  </a:lnTo>
                  <a:lnTo>
                    <a:pt x="77494" y="45007"/>
                  </a:lnTo>
                  <a:lnTo>
                    <a:pt x="75921" y="51987"/>
                  </a:lnTo>
                  <a:lnTo>
                    <a:pt x="73143" y="57813"/>
                  </a:lnTo>
                  <a:lnTo>
                    <a:pt x="64061" y="67729"/>
                  </a:lnTo>
                  <a:lnTo>
                    <a:pt x="59500" y="70432"/>
                  </a:lnTo>
                  <a:lnTo>
                    <a:pt x="49223" y="72665"/>
                  </a:lnTo>
                  <a:lnTo>
                    <a:pt x="44012" y="76118"/>
                  </a:lnTo>
                  <a:lnTo>
                    <a:pt x="43043" y="79346"/>
                  </a:lnTo>
                  <a:lnTo>
                    <a:pt x="41893" y="80621"/>
                  </a:lnTo>
                  <a:lnTo>
                    <a:pt x="38724" y="81249"/>
                  </a:lnTo>
                  <a:lnTo>
                    <a:pt x="34741" y="83393"/>
                  </a:lnTo>
                  <a:lnTo>
                    <a:pt x="33334" y="84990"/>
                  </a:lnTo>
                  <a:lnTo>
                    <a:pt x="33030" y="86968"/>
                  </a:lnTo>
                  <a:lnTo>
                    <a:pt x="29052" y="90394"/>
                  </a:lnTo>
                  <a:lnTo>
                    <a:pt x="23507" y="90993"/>
                  </a:lnTo>
                  <a:lnTo>
                    <a:pt x="21913" y="92642"/>
                  </a:lnTo>
                  <a:lnTo>
                    <a:pt x="23210" y="93241"/>
                  </a:lnTo>
                  <a:lnTo>
                    <a:pt x="20755" y="93570"/>
                  </a:lnTo>
                  <a:lnTo>
                    <a:pt x="15419" y="93168"/>
                  </a:lnTo>
                  <a:lnTo>
                    <a:pt x="13511" y="92203"/>
                  </a:lnTo>
                  <a:lnTo>
                    <a:pt x="10003" y="89242"/>
                  </a:lnTo>
                  <a:lnTo>
                    <a:pt x="6383" y="84581"/>
                  </a:lnTo>
                  <a:lnTo>
                    <a:pt x="1719" y="74965"/>
                  </a:lnTo>
                  <a:lnTo>
                    <a:pt x="0" y="63760"/>
                  </a:lnTo>
                  <a:lnTo>
                    <a:pt x="19229" y="60933"/>
                  </a:lnTo>
                  <a:lnTo>
                    <a:pt x="21921" y="43803"/>
                  </a:lnTo>
                  <a:lnTo>
                    <a:pt x="29126" y="11453"/>
                  </a:lnTo>
                  <a:lnTo>
                    <a:pt x="49914" y="0"/>
                  </a:lnTo>
                  <a:lnTo>
                    <a:pt x="49984" y="1120"/>
                  </a:lnTo>
                  <a:lnTo>
                    <a:pt x="52109" y="3240"/>
                  </a:lnTo>
                  <a:lnTo>
                    <a:pt x="68797" y="11340"/>
                  </a:lnTo>
                  <a:lnTo>
                    <a:pt x="74281" y="1514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h3352"/>
            <p:cNvSpPr/>
            <p:nvPr/>
          </p:nvSpPr>
          <p:spPr>
            <a:xfrm>
              <a:off x="5351685" y="2259240"/>
              <a:ext cx="210102" cy="237895"/>
            </a:xfrm>
            <a:custGeom>
              <a:avLst/>
              <a:pathLst>
                <a:path w="210102" h="237895">
                  <a:moveTo>
                    <a:pt x="111416" y="30658"/>
                  </a:moveTo>
                  <a:lnTo>
                    <a:pt x="112618" y="33084"/>
                  </a:lnTo>
                  <a:lnTo>
                    <a:pt x="111840" y="38237"/>
                  </a:lnTo>
                  <a:lnTo>
                    <a:pt x="104278" y="49237"/>
                  </a:lnTo>
                  <a:lnTo>
                    <a:pt x="102623" y="55241"/>
                  </a:lnTo>
                  <a:lnTo>
                    <a:pt x="102401" y="63145"/>
                  </a:lnTo>
                  <a:lnTo>
                    <a:pt x="103099" y="67592"/>
                  </a:lnTo>
                  <a:lnTo>
                    <a:pt x="107300" y="74050"/>
                  </a:lnTo>
                  <a:lnTo>
                    <a:pt x="106226" y="80731"/>
                  </a:lnTo>
                  <a:lnTo>
                    <a:pt x="107148" y="86520"/>
                  </a:lnTo>
                  <a:lnTo>
                    <a:pt x="114033" y="99128"/>
                  </a:lnTo>
                  <a:lnTo>
                    <a:pt x="119279" y="104643"/>
                  </a:lnTo>
                  <a:lnTo>
                    <a:pt x="122149" y="105932"/>
                  </a:lnTo>
                  <a:lnTo>
                    <a:pt x="136469" y="110141"/>
                  </a:lnTo>
                  <a:lnTo>
                    <a:pt x="144677" y="110356"/>
                  </a:lnTo>
                  <a:lnTo>
                    <a:pt x="144224" y="111555"/>
                  </a:lnTo>
                  <a:lnTo>
                    <a:pt x="139453" y="113331"/>
                  </a:lnTo>
                  <a:lnTo>
                    <a:pt x="135473" y="110281"/>
                  </a:lnTo>
                  <a:lnTo>
                    <a:pt x="132838" y="110255"/>
                  </a:lnTo>
                  <a:lnTo>
                    <a:pt x="134153" y="117749"/>
                  </a:lnTo>
                  <a:lnTo>
                    <a:pt x="136786" y="118508"/>
                  </a:lnTo>
                  <a:lnTo>
                    <a:pt x="140956" y="117770"/>
                  </a:lnTo>
                  <a:lnTo>
                    <a:pt x="146858" y="110657"/>
                  </a:lnTo>
                  <a:lnTo>
                    <a:pt x="147649" y="106333"/>
                  </a:lnTo>
                  <a:lnTo>
                    <a:pt x="145777" y="102461"/>
                  </a:lnTo>
                  <a:lnTo>
                    <a:pt x="143998" y="93714"/>
                  </a:lnTo>
                  <a:lnTo>
                    <a:pt x="144879" y="92164"/>
                  </a:lnTo>
                  <a:lnTo>
                    <a:pt x="148897" y="89658"/>
                  </a:lnTo>
                  <a:lnTo>
                    <a:pt x="155713" y="91018"/>
                  </a:lnTo>
                  <a:lnTo>
                    <a:pt x="157312" y="96017"/>
                  </a:lnTo>
                  <a:lnTo>
                    <a:pt x="160557" y="100253"/>
                  </a:lnTo>
                  <a:lnTo>
                    <a:pt x="165814" y="104691"/>
                  </a:lnTo>
                  <a:lnTo>
                    <a:pt x="170458" y="107142"/>
                  </a:lnTo>
                  <a:lnTo>
                    <a:pt x="179043" y="114351"/>
                  </a:lnTo>
                  <a:lnTo>
                    <a:pt x="180889" y="128232"/>
                  </a:lnTo>
                  <a:lnTo>
                    <a:pt x="186726" y="130305"/>
                  </a:lnTo>
                  <a:lnTo>
                    <a:pt x="191962" y="129460"/>
                  </a:lnTo>
                  <a:lnTo>
                    <a:pt x="198188" y="127166"/>
                  </a:lnTo>
                  <a:lnTo>
                    <a:pt x="200395" y="131910"/>
                  </a:lnTo>
                  <a:lnTo>
                    <a:pt x="198781" y="135009"/>
                  </a:lnTo>
                  <a:lnTo>
                    <a:pt x="196723" y="136118"/>
                  </a:lnTo>
                  <a:lnTo>
                    <a:pt x="196162" y="142289"/>
                  </a:lnTo>
                  <a:lnTo>
                    <a:pt x="197447" y="144976"/>
                  </a:lnTo>
                  <a:lnTo>
                    <a:pt x="202846" y="149519"/>
                  </a:lnTo>
                  <a:lnTo>
                    <a:pt x="208320" y="156856"/>
                  </a:lnTo>
                  <a:lnTo>
                    <a:pt x="209152" y="161584"/>
                  </a:lnTo>
                  <a:lnTo>
                    <a:pt x="208475" y="166182"/>
                  </a:lnTo>
                  <a:lnTo>
                    <a:pt x="210102" y="171688"/>
                  </a:lnTo>
                  <a:lnTo>
                    <a:pt x="209742" y="174134"/>
                  </a:lnTo>
                  <a:lnTo>
                    <a:pt x="188954" y="185587"/>
                  </a:lnTo>
                  <a:lnTo>
                    <a:pt x="181748" y="217938"/>
                  </a:lnTo>
                  <a:lnTo>
                    <a:pt x="179056" y="235068"/>
                  </a:lnTo>
                  <a:lnTo>
                    <a:pt x="159827" y="237895"/>
                  </a:lnTo>
                  <a:lnTo>
                    <a:pt x="156953" y="223834"/>
                  </a:lnTo>
                  <a:lnTo>
                    <a:pt x="155837" y="213141"/>
                  </a:lnTo>
                  <a:lnTo>
                    <a:pt x="150131" y="203063"/>
                  </a:lnTo>
                  <a:lnTo>
                    <a:pt x="149306" y="199631"/>
                  </a:lnTo>
                  <a:lnTo>
                    <a:pt x="146476" y="193791"/>
                  </a:lnTo>
                  <a:lnTo>
                    <a:pt x="140878" y="184545"/>
                  </a:lnTo>
                  <a:lnTo>
                    <a:pt x="133997" y="178387"/>
                  </a:lnTo>
                  <a:lnTo>
                    <a:pt x="115800" y="168709"/>
                  </a:lnTo>
                  <a:lnTo>
                    <a:pt x="110004" y="164171"/>
                  </a:lnTo>
                  <a:lnTo>
                    <a:pt x="102718" y="156430"/>
                  </a:lnTo>
                  <a:lnTo>
                    <a:pt x="88495" y="137893"/>
                  </a:lnTo>
                  <a:lnTo>
                    <a:pt x="67033" y="114712"/>
                  </a:lnTo>
                  <a:lnTo>
                    <a:pt x="44795" y="98238"/>
                  </a:lnTo>
                  <a:lnTo>
                    <a:pt x="24963" y="85382"/>
                  </a:lnTo>
                  <a:lnTo>
                    <a:pt x="33177" y="90104"/>
                  </a:lnTo>
                  <a:lnTo>
                    <a:pt x="30804" y="88067"/>
                  </a:lnTo>
                  <a:lnTo>
                    <a:pt x="20489" y="82083"/>
                  </a:lnTo>
                  <a:lnTo>
                    <a:pt x="19744" y="79605"/>
                  </a:lnTo>
                  <a:lnTo>
                    <a:pt x="15646" y="74450"/>
                  </a:lnTo>
                  <a:lnTo>
                    <a:pt x="14039" y="73857"/>
                  </a:lnTo>
                  <a:lnTo>
                    <a:pt x="10799" y="74248"/>
                  </a:lnTo>
                  <a:lnTo>
                    <a:pt x="9571" y="73513"/>
                  </a:lnTo>
                  <a:lnTo>
                    <a:pt x="6802" y="70263"/>
                  </a:lnTo>
                  <a:lnTo>
                    <a:pt x="4816" y="57270"/>
                  </a:lnTo>
                  <a:lnTo>
                    <a:pt x="2798" y="54632"/>
                  </a:lnTo>
                  <a:lnTo>
                    <a:pt x="0" y="52779"/>
                  </a:lnTo>
                  <a:lnTo>
                    <a:pt x="93296" y="0"/>
                  </a:lnTo>
                  <a:lnTo>
                    <a:pt x="96266" y="1836"/>
                  </a:lnTo>
                  <a:lnTo>
                    <a:pt x="103236" y="8014"/>
                  </a:lnTo>
                  <a:lnTo>
                    <a:pt x="104141" y="13902"/>
                  </a:lnTo>
                  <a:lnTo>
                    <a:pt x="109696" y="2296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h3353"/>
            <p:cNvSpPr/>
            <p:nvPr/>
          </p:nvSpPr>
          <p:spPr>
            <a:xfrm>
              <a:off x="5351411" y="2336918"/>
              <a:ext cx="24941" cy="7494"/>
            </a:xfrm>
            <a:custGeom>
              <a:avLst/>
              <a:pathLst>
                <a:path w="24941" h="7494">
                  <a:moveTo>
                    <a:pt x="15852" y="3237"/>
                  </a:moveTo>
                  <a:lnTo>
                    <a:pt x="9985" y="1483"/>
                  </a:ln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h3354"/>
            <p:cNvSpPr/>
            <p:nvPr/>
          </p:nvSpPr>
          <p:spPr>
            <a:xfrm>
              <a:off x="5489368" y="2332357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h3355"/>
            <p:cNvSpPr/>
            <p:nvPr/>
          </p:nvSpPr>
          <p:spPr>
            <a:xfrm>
              <a:off x="5472461" y="2288844"/>
              <a:ext cx="2323" cy="3175"/>
            </a:xfrm>
            <a:custGeom>
              <a:avLst/>
              <a:pathLst>
                <a:path w="2323" h="3175">
                  <a:moveTo>
                    <a:pt x="1914" y="0"/>
                  </a:moveTo>
                  <a:lnTo>
                    <a:pt x="2323" y="445"/>
                  </a:ln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h3356"/>
            <p:cNvSpPr/>
            <p:nvPr/>
          </p:nvSpPr>
          <p:spPr>
            <a:xfrm>
              <a:off x="5473361" y="228760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h3357"/>
            <p:cNvSpPr/>
            <p:nvPr/>
          </p:nvSpPr>
          <p:spPr>
            <a:xfrm>
              <a:off x="5470958" y="2284642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h3358"/>
            <p:cNvSpPr/>
            <p:nvPr/>
          </p:nvSpPr>
          <p:spPr>
            <a:xfrm>
              <a:off x="5459985" y="2256920"/>
              <a:ext cx="19465" cy="28995"/>
            </a:xfrm>
            <a:custGeom>
              <a:avLst/>
              <a:pathLst>
                <a:path w="19465" h="28995">
                  <a:moveTo>
                    <a:pt x="13569" y="9399"/>
                  </a:move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lnTo>
                    <a:pt x="0" y="6090"/>
                  </a:ln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h3359"/>
            <p:cNvSpPr/>
            <p:nvPr/>
          </p:nvSpPr>
          <p:spPr>
            <a:xfrm>
              <a:off x="5482639" y="2257008"/>
              <a:ext cx="200" cy="409"/>
            </a:xfrm>
            <a:custGeom>
              <a:avLst/>
              <a:pathLst>
                <a:path w="200" h="409">
                  <a:moveTo>
                    <a:pt x="0" y="409"/>
                  </a:moveTo>
                  <a:lnTo>
                    <a:pt x="75" y="0"/>
                  </a:lnTo>
                  <a:lnTo>
                    <a:pt x="200" y="32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h3360"/>
            <p:cNvSpPr/>
            <p:nvPr/>
          </p:nvSpPr>
          <p:spPr>
            <a:xfrm>
              <a:off x="5539475" y="2348340"/>
              <a:ext cx="13835" cy="29186"/>
            </a:xfrm>
            <a:custGeom>
              <a:avLst/>
              <a:pathLst>
                <a:path w="13835" h="29186">
                  <a:moveTo>
                    <a:pt x="1261" y="13531"/>
                  </a:moveTo>
                  <a:lnTo>
                    <a:pt x="0" y="5350"/>
                  </a:lnTo>
                  <a:lnTo>
                    <a:pt x="730" y="0"/>
                  </a:ln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h3361"/>
            <p:cNvSpPr/>
            <p:nvPr/>
          </p:nvSpPr>
          <p:spPr>
            <a:xfrm>
              <a:off x="5495301" y="2356144"/>
              <a:ext cx="478" cy="366"/>
            </a:xfrm>
            <a:custGeom>
              <a:avLst/>
              <a:pathLst>
                <a:path w="478" h="366">
                  <a:moveTo>
                    <a:pt x="478" y="100"/>
                  </a:moveTo>
                  <a:lnTo>
                    <a:pt x="0" y="366"/>
                  </a:lnTo>
                  <a:lnTo>
                    <a:pt x="32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h3362"/>
            <p:cNvSpPr/>
            <p:nvPr/>
          </p:nvSpPr>
          <p:spPr>
            <a:xfrm>
              <a:off x="5491772" y="2335913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h3363"/>
            <p:cNvSpPr/>
            <p:nvPr/>
          </p:nvSpPr>
          <p:spPr>
            <a:xfrm>
              <a:off x="5490618" y="2327284"/>
              <a:ext cx="11668" cy="15489"/>
            </a:xfrm>
            <a:custGeom>
              <a:avLst/>
              <a:pathLst>
                <a:path w="11668" h="15489">
                  <a:moveTo>
                    <a:pt x="7225" y="14810"/>
                  </a:moveTo>
                  <a:lnTo>
                    <a:pt x="4762" y="15489"/>
                  </a:lnTo>
                  <a:lnTo>
                    <a:pt x="3426" y="11152"/>
                  </a:lnTo>
                  <a:lnTo>
                    <a:pt x="3741" y="9274"/>
                  </a:ln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h3364"/>
            <p:cNvSpPr/>
            <p:nvPr/>
          </p:nvSpPr>
          <p:spPr>
            <a:xfrm>
              <a:off x="5491436" y="2334832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h3365"/>
            <p:cNvSpPr/>
            <p:nvPr/>
          </p:nvSpPr>
          <p:spPr>
            <a:xfrm>
              <a:off x="5489193" y="2320071"/>
              <a:ext cx="5812" cy="7210"/>
            </a:xfrm>
            <a:custGeom>
              <a:avLst/>
              <a:pathLst>
                <a:path w="5812" h="7210">
                  <a:moveTo>
                    <a:pt x="2505" y="3190"/>
                  </a:moveTo>
                  <a:lnTo>
                    <a:pt x="0" y="2855"/>
                  </a:lnTo>
                  <a:lnTo>
                    <a:pt x="1627" y="484"/>
                  </a:lnTo>
                  <a:lnTo>
                    <a:pt x="2816" y="0"/>
                  </a:ln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h3366"/>
            <p:cNvSpPr/>
            <p:nvPr/>
          </p:nvSpPr>
          <p:spPr>
            <a:xfrm>
              <a:off x="5490632" y="2318955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h3367"/>
            <p:cNvSpPr/>
            <p:nvPr/>
          </p:nvSpPr>
          <p:spPr>
            <a:xfrm>
              <a:off x="5287691" y="2227873"/>
              <a:ext cx="23184" cy="86383"/>
            </a:xfrm>
            <a:custGeom>
              <a:avLst/>
              <a:pathLst>
                <a:path w="23184" h="86383">
                  <a:moveTo>
                    <a:pt x="12725" y="35400"/>
                  </a:move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lnTo>
                    <a:pt x="15049" y="74654"/>
                  </a:ln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h3368"/>
            <p:cNvSpPr/>
            <p:nvPr/>
          </p:nvSpPr>
          <p:spPr>
            <a:xfrm>
              <a:off x="5308253" y="2201440"/>
              <a:ext cx="5805" cy="24064"/>
            </a:xfrm>
            <a:custGeom>
              <a:avLst/>
              <a:pathLst>
                <a:path w="5805" h="24064">
                  <a:moveTo>
                    <a:pt x="1800" y="24064"/>
                  </a:moveTo>
                  <a:lnTo>
                    <a:pt x="478" y="23783"/>
                  </a:lnTo>
                  <a:lnTo>
                    <a:pt x="0" y="22526"/>
                  </a:ln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h3369"/>
            <p:cNvSpPr/>
            <p:nvPr/>
          </p:nvSpPr>
          <p:spPr>
            <a:xfrm>
              <a:off x="5314046" y="2178305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h3370"/>
            <p:cNvSpPr/>
            <p:nvPr/>
          </p:nvSpPr>
          <p:spPr>
            <a:xfrm>
              <a:off x="5316147" y="2316602"/>
              <a:ext cx="32538" cy="26550"/>
            </a:xfrm>
            <a:custGeom>
              <a:avLst/>
              <a:pathLst>
                <a:path w="32538" h="26550">
                  <a:moveTo>
                    <a:pt x="17483" y="3138"/>
                  </a:move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lnTo>
                    <a:pt x="11751" y="1840"/>
                  </a:lnTo>
                  <a:lnTo>
                    <a:pt x="14997" y="143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h3371"/>
            <p:cNvSpPr/>
            <p:nvPr/>
          </p:nvSpPr>
          <p:spPr>
            <a:xfrm>
              <a:off x="5444950" y="2253001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h3372"/>
            <p:cNvSpPr/>
            <p:nvPr/>
          </p:nvSpPr>
          <p:spPr>
            <a:xfrm>
              <a:off x="5462344" y="2245044"/>
              <a:ext cx="1107" cy="1315"/>
            </a:xfrm>
            <a:custGeom>
              <a:avLst/>
              <a:pathLst>
                <a:path w="1107" h="1315">
                  <a:moveTo>
                    <a:pt x="0" y="1315"/>
                  </a:moveTo>
                  <a:lnTo>
                    <a:pt x="862" y="0"/>
                  </a:lnTo>
                  <a:lnTo>
                    <a:pt x="1107" y="29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h3373"/>
            <p:cNvSpPr/>
            <p:nvPr/>
          </p:nvSpPr>
          <p:spPr>
            <a:xfrm>
              <a:off x="5439512" y="2243038"/>
              <a:ext cx="182" cy="26"/>
            </a:xfrm>
            <a:custGeom>
              <a:avLst/>
              <a:pathLst>
                <a:path w="182" h="26">
                  <a:moveTo>
                    <a:pt x="0" y="26"/>
                  </a:moveTo>
                  <a:lnTo>
                    <a:pt x="18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h3374"/>
            <p:cNvSpPr/>
            <p:nvPr/>
          </p:nvSpPr>
          <p:spPr>
            <a:xfrm>
              <a:off x="5459638" y="2232512"/>
              <a:ext cx="5219" cy="5835"/>
            </a:xfrm>
            <a:custGeom>
              <a:avLst/>
              <a:pathLst>
                <a:path w="5219" h="5835">
                  <a:moveTo>
                    <a:pt x="0" y="3160"/>
                  </a:moveTo>
                  <a:lnTo>
                    <a:pt x="512" y="2049"/>
                  </a:lnTo>
                  <a:lnTo>
                    <a:pt x="2264" y="663"/>
                  </a:lnTo>
                  <a:lnTo>
                    <a:pt x="5219" y="0"/>
                  </a:ln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h3375"/>
            <p:cNvSpPr/>
            <p:nvPr/>
          </p:nvSpPr>
          <p:spPr>
            <a:xfrm>
              <a:off x="5229967" y="2070954"/>
              <a:ext cx="215014" cy="249214"/>
            </a:xfrm>
            <a:custGeom>
              <a:avLst/>
              <a:pathLst>
                <a:path w="215014" h="249214">
                  <a:moveTo>
                    <a:pt x="196858" y="143404"/>
                  </a:moveTo>
                  <a:lnTo>
                    <a:pt x="205149" y="167975"/>
                  </a:lnTo>
                  <a:lnTo>
                    <a:pt x="207174" y="168819"/>
                  </a:lnTo>
                  <a:lnTo>
                    <a:pt x="211554" y="181666"/>
                  </a:lnTo>
                  <a:lnTo>
                    <a:pt x="215014" y="188286"/>
                  </a:lnTo>
                  <a:lnTo>
                    <a:pt x="121718" y="241066"/>
                  </a:lnTo>
                  <a:lnTo>
                    <a:pt x="120856" y="240806"/>
                  </a:lnTo>
                  <a:lnTo>
                    <a:pt x="120146" y="242413"/>
                  </a:lnTo>
                  <a:lnTo>
                    <a:pt x="120710" y="244041"/>
                  </a:lnTo>
                  <a:lnTo>
                    <a:pt x="119678" y="245913"/>
                  </a:lnTo>
                  <a:lnTo>
                    <a:pt x="118512" y="246226"/>
                  </a:lnTo>
                  <a:lnTo>
                    <a:pt x="109516" y="244760"/>
                  </a:lnTo>
                  <a:lnTo>
                    <a:pt x="110946" y="247632"/>
                  </a:lnTo>
                  <a:lnTo>
                    <a:pt x="106700" y="249214"/>
                  </a:lnTo>
                  <a:lnTo>
                    <a:pt x="106172" y="247661"/>
                  </a:lnTo>
                  <a:lnTo>
                    <a:pt x="107215" y="240940"/>
                  </a:lnTo>
                  <a:lnTo>
                    <a:pt x="105139" y="233604"/>
                  </a:lnTo>
                  <a:lnTo>
                    <a:pt x="97092" y="221621"/>
                  </a:lnTo>
                  <a:lnTo>
                    <a:pt x="98195" y="222696"/>
                  </a:lnTo>
                  <a:lnTo>
                    <a:pt x="96730" y="219644"/>
                  </a:lnTo>
                  <a:lnTo>
                    <a:pt x="92706" y="215594"/>
                  </a:lnTo>
                  <a:lnTo>
                    <a:pt x="91718" y="215530"/>
                  </a:lnTo>
                  <a:lnTo>
                    <a:pt x="91780" y="218544"/>
                  </a:lnTo>
                  <a:lnTo>
                    <a:pt x="92829" y="219540"/>
                  </a:lnTo>
                  <a:lnTo>
                    <a:pt x="92449" y="220718"/>
                  </a:lnTo>
                  <a:lnTo>
                    <a:pt x="85389" y="220386"/>
                  </a:lnTo>
                  <a:lnTo>
                    <a:pt x="85066" y="214849"/>
                  </a:lnTo>
                  <a:lnTo>
                    <a:pt x="86113" y="210726"/>
                  </a:lnTo>
                  <a:lnTo>
                    <a:pt x="86758" y="211065"/>
                  </a:lnTo>
                  <a:lnTo>
                    <a:pt x="86756" y="208398"/>
                  </a:lnTo>
                  <a:lnTo>
                    <a:pt x="86028" y="207860"/>
                  </a:lnTo>
                  <a:lnTo>
                    <a:pt x="83299" y="209098"/>
                  </a:lnTo>
                  <a:lnTo>
                    <a:pt x="84217" y="217997"/>
                  </a:lnTo>
                  <a:lnTo>
                    <a:pt x="81606" y="218940"/>
                  </a:lnTo>
                  <a:lnTo>
                    <a:pt x="78455" y="213267"/>
                  </a:lnTo>
                  <a:lnTo>
                    <a:pt x="76428" y="203583"/>
                  </a:lnTo>
                  <a:lnTo>
                    <a:pt x="79826" y="196839"/>
                  </a:lnTo>
                  <a:lnTo>
                    <a:pt x="80062" y="187409"/>
                  </a:lnTo>
                  <a:lnTo>
                    <a:pt x="76882" y="192130"/>
                  </a:lnTo>
                  <a:lnTo>
                    <a:pt x="75447" y="196006"/>
                  </a:lnTo>
                  <a:lnTo>
                    <a:pt x="75079" y="204643"/>
                  </a:lnTo>
                  <a:lnTo>
                    <a:pt x="73656" y="211340"/>
                  </a:lnTo>
                  <a:lnTo>
                    <a:pt x="72686" y="208366"/>
                  </a:lnTo>
                  <a:lnTo>
                    <a:pt x="71265" y="210318"/>
                  </a:lnTo>
                  <a:lnTo>
                    <a:pt x="70266" y="209601"/>
                  </a:lnTo>
                  <a:lnTo>
                    <a:pt x="69204" y="206618"/>
                  </a:lnTo>
                  <a:lnTo>
                    <a:pt x="69524" y="204534"/>
                  </a:lnTo>
                  <a:lnTo>
                    <a:pt x="71268" y="203520"/>
                  </a:lnTo>
                  <a:lnTo>
                    <a:pt x="73021" y="198715"/>
                  </a:lnTo>
                  <a:lnTo>
                    <a:pt x="73098" y="196112"/>
                  </a:lnTo>
                  <a:lnTo>
                    <a:pt x="70865" y="195223"/>
                  </a:lnTo>
                  <a:lnTo>
                    <a:pt x="70696" y="192664"/>
                  </a:lnTo>
                  <a:lnTo>
                    <a:pt x="74947" y="191266"/>
                  </a:lnTo>
                  <a:lnTo>
                    <a:pt x="76748" y="187142"/>
                  </a:lnTo>
                  <a:lnTo>
                    <a:pt x="78491" y="179792"/>
                  </a:lnTo>
                  <a:lnTo>
                    <a:pt x="75962" y="179335"/>
                  </a:lnTo>
                  <a:lnTo>
                    <a:pt x="74733" y="180415"/>
                  </a:lnTo>
                  <a:lnTo>
                    <a:pt x="74699" y="176916"/>
                  </a:lnTo>
                  <a:lnTo>
                    <a:pt x="75890" y="171876"/>
                  </a:lnTo>
                  <a:lnTo>
                    <a:pt x="81096" y="160842"/>
                  </a:lnTo>
                  <a:lnTo>
                    <a:pt x="83563" y="160668"/>
                  </a:lnTo>
                  <a:lnTo>
                    <a:pt x="84400" y="158163"/>
                  </a:lnTo>
                  <a:lnTo>
                    <a:pt x="86057" y="145141"/>
                  </a:lnTo>
                  <a:lnTo>
                    <a:pt x="85875" y="144127"/>
                  </a:lnTo>
                  <a:lnTo>
                    <a:pt x="83882" y="144502"/>
                  </a:lnTo>
                  <a:lnTo>
                    <a:pt x="84081" y="141171"/>
                  </a:lnTo>
                  <a:lnTo>
                    <a:pt x="86755" y="129697"/>
                  </a:lnTo>
                  <a:lnTo>
                    <a:pt x="87378" y="130676"/>
                  </a:lnTo>
                  <a:lnTo>
                    <a:pt x="88091" y="130322"/>
                  </a:lnTo>
                  <a:lnTo>
                    <a:pt x="88465" y="126549"/>
                  </a:lnTo>
                  <a:lnTo>
                    <a:pt x="88870" y="106964"/>
                  </a:lnTo>
                  <a:lnTo>
                    <a:pt x="86650" y="103716"/>
                  </a:lnTo>
                  <a:lnTo>
                    <a:pt x="86204" y="99695"/>
                  </a:lnTo>
                  <a:lnTo>
                    <a:pt x="78352" y="70636"/>
                  </a:lnTo>
                  <a:lnTo>
                    <a:pt x="74331" y="64648"/>
                  </a:lnTo>
                  <a:lnTo>
                    <a:pt x="69922" y="61202"/>
                  </a:lnTo>
                  <a:lnTo>
                    <a:pt x="68556" y="61858"/>
                  </a:lnTo>
                  <a:lnTo>
                    <a:pt x="67958" y="61504"/>
                  </a:lnTo>
                  <a:lnTo>
                    <a:pt x="66668" y="59748"/>
                  </a:lnTo>
                  <a:lnTo>
                    <a:pt x="66038" y="53808"/>
                  </a:lnTo>
                  <a:lnTo>
                    <a:pt x="64201" y="48121"/>
                  </a:lnTo>
                  <a:lnTo>
                    <a:pt x="60824" y="42303"/>
                  </a:lnTo>
                  <a:lnTo>
                    <a:pt x="57258" y="38354"/>
                  </a:lnTo>
                  <a:lnTo>
                    <a:pt x="53382" y="36251"/>
                  </a:lnTo>
                  <a:lnTo>
                    <a:pt x="51354" y="36014"/>
                  </a:lnTo>
                  <a:lnTo>
                    <a:pt x="50144" y="36765"/>
                  </a:lnTo>
                  <a:lnTo>
                    <a:pt x="49675" y="38893"/>
                  </a:lnTo>
                  <a:lnTo>
                    <a:pt x="47774" y="39298"/>
                  </a:lnTo>
                  <a:lnTo>
                    <a:pt x="33878" y="27640"/>
                  </a:lnTo>
                  <a:lnTo>
                    <a:pt x="31988" y="26954"/>
                  </a:lnTo>
                  <a:lnTo>
                    <a:pt x="31055" y="27568"/>
                  </a:lnTo>
                  <a:lnTo>
                    <a:pt x="28895" y="27346"/>
                  </a:lnTo>
                  <a:lnTo>
                    <a:pt x="24617" y="21263"/>
                  </a:lnTo>
                  <a:lnTo>
                    <a:pt x="17860" y="16119"/>
                  </a:lnTo>
                  <a:lnTo>
                    <a:pt x="7777" y="5922"/>
                  </a:lnTo>
                  <a:lnTo>
                    <a:pt x="0" y="0"/>
                  </a:lnTo>
                  <a:lnTo>
                    <a:pt x="127991" y="6468"/>
                  </a:lnTo>
                  <a:lnTo>
                    <a:pt x="130116" y="42887"/>
                  </a:lnTo>
                  <a:lnTo>
                    <a:pt x="135654" y="114427"/>
                  </a:lnTo>
                  <a:lnTo>
                    <a:pt x="174629" y="146010"/>
                  </a:lnTo>
                  <a:lnTo>
                    <a:pt x="191997" y="13954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h3376"/>
            <p:cNvSpPr/>
            <p:nvPr/>
          </p:nvSpPr>
          <p:spPr>
            <a:xfrm>
              <a:off x="5316406" y="2179911"/>
              <a:ext cx="1291" cy="1693"/>
            </a:xfrm>
            <a:custGeom>
              <a:avLst/>
              <a:pathLst>
                <a:path w="1291" h="1693">
                  <a:moveTo>
                    <a:pt x="460" y="0"/>
                  </a:moveTo>
                  <a:lnTo>
                    <a:pt x="1291" y="234"/>
                  </a:lnTo>
                  <a:lnTo>
                    <a:pt x="649" y="1693"/>
                  </a:lnTo>
                  <a:lnTo>
                    <a:pt x="0" y="6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h3377"/>
            <p:cNvSpPr/>
            <p:nvPr/>
          </p:nvSpPr>
          <p:spPr>
            <a:xfrm>
              <a:off x="7486309" y="2960933"/>
              <a:ext cx="188837" cy="142318"/>
            </a:xfrm>
            <a:custGeom>
              <a:avLst/>
              <a:pathLst>
                <a:path w="188837" h="142318">
                  <a:moveTo>
                    <a:pt x="158075" y="5076"/>
                  </a:moveTo>
                  <a:lnTo>
                    <a:pt x="159888" y="1186"/>
                  </a:lnTo>
                  <a:lnTo>
                    <a:pt x="163087" y="4826"/>
                  </a:lnTo>
                  <a:lnTo>
                    <a:pt x="161271" y="7330"/>
                  </a:lnTo>
                  <a:lnTo>
                    <a:pt x="167867" y="12557"/>
                  </a:lnTo>
                  <a:lnTo>
                    <a:pt x="170149" y="9386"/>
                  </a:lnTo>
                  <a:lnTo>
                    <a:pt x="175315" y="12783"/>
                  </a:lnTo>
                  <a:lnTo>
                    <a:pt x="173794" y="15276"/>
                  </a:lnTo>
                  <a:lnTo>
                    <a:pt x="174013" y="17418"/>
                  </a:lnTo>
                  <a:lnTo>
                    <a:pt x="179417" y="21718"/>
                  </a:lnTo>
                  <a:lnTo>
                    <a:pt x="181579" y="21364"/>
                  </a:lnTo>
                  <a:lnTo>
                    <a:pt x="184807" y="21519"/>
                  </a:lnTo>
                  <a:lnTo>
                    <a:pt x="184154" y="25406"/>
                  </a:lnTo>
                  <a:lnTo>
                    <a:pt x="183258" y="25414"/>
                  </a:lnTo>
                  <a:lnTo>
                    <a:pt x="183150" y="29976"/>
                  </a:lnTo>
                  <a:lnTo>
                    <a:pt x="186944" y="30044"/>
                  </a:lnTo>
                  <a:lnTo>
                    <a:pt x="188837" y="31824"/>
                  </a:lnTo>
                  <a:lnTo>
                    <a:pt x="188139" y="35446"/>
                  </a:lnTo>
                  <a:lnTo>
                    <a:pt x="185725" y="38784"/>
                  </a:lnTo>
                  <a:lnTo>
                    <a:pt x="178667" y="40476"/>
                  </a:lnTo>
                  <a:lnTo>
                    <a:pt x="177837" y="43561"/>
                  </a:lnTo>
                  <a:lnTo>
                    <a:pt x="173140" y="43073"/>
                  </a:lnTo>
                  <a:lnTo>
                    <a:pt x="168852" y="43559"/>
                  </a:lnTo>
                  <a:lnTo>
                    <a:pt x="168673" y="45875"/>
                  </a:lnTo>
                  <a:lnTo>
                    <a:pt x="169891" y="51858"/>
                  </a:lnTo>
                  <a:lnTo>
                    <a:pt x="167438" y="58431"/>
                  </a:lnTo>
                  <a:lnTo>
                    <a:pt x="167265" y="64362"/>
                  </a:lnTo>
                  <a:lnTo>
                    <a:pt x="165263" y="72806"/>
                  </a:lnTo>
                  <a:lnTo>
                    <a:pt x="168415" y="75357"/>
                  </a:lnTo>
                  <a:lnTo>
                    <a:pt x="169577" y="75323"/>
                  </a:lnTo>
                  <a:lnTo>
                    <a:pt x="169485" y="79245"/>
                  </a:lnTo>
                  <a:lnTo>
                    <a:pt x="168335" y="79120"/>
                  </a:lnTo>
                  <a:lnTo>
                    <a:pt x="167333" y="79008"/>
                  </a:lnTo>
                  <a:lnTo>
                    <a:pt x="167278" y="82182"/>
                  </a:lnTo>
                  <a:lnTo>
                    <a:pt x="161536" y="81965"/>
                  </a:lnTo>
                  <a:lnTo>
                    <a:pt x="161574" y="78441"/>
                  </a:lnTo>
                  <a:lnTo>
                    <a:pt x="158181" y="79413"/>
                  </a:lnTo>
                  <a:lnTo>
                    <a:pt x="156401" y="86192"/>
                  </a:lnTo>
                  <a:lnTo>
                    <a:pt x="154630" y="88847"/>
                  </a:lnTo>
                  <a:lnTo>
                    <a:pt x="151389" y="89146"/>
                  </a:lnTo>
                  <a:lnTo>
                    <a:pt x="148809" y="90550"/>
                  </a:lnTo>
                  <a:lnTo>
                    <a:pt x="149072" y="96422"/>
                  </a:lnTo>
                  <a:lnTo>
                    <a:pt x="140528" y="99267"/>
                  </a:lnTo>
                  <a:lnTo>
                    <a:pt x="140187" y="100411"/>
                  </a:lnTo>
                  <a:lnTo>
                    <a:pt x="142105" y="102318"/>
                  </a:lnTo>
                  <a:lnTo>
                    <a:pt x="142082" y="104841"/>
                  </a:lnTo>
                  <a:lnTo>
                    <a:pt x="144308" y="112196"/>
                  </a:lnTo>
                  <a:lnTo>
                    <a:pt x="137475" y="112221"/>
                  </a:lnTo>
                  <a:lnTo>
                    <a:pt x="134516" y="117241"/>
                  </a:lnTo>
                  <a:lnTo>
                    <a:pt x="129206" y="117110"/>
                  </a:lnTo>
                  <a:lnTo>
                    <a:pt x="122385" y="115832"/>
                  </a:lnTo>
                  <a:lnTo>
                    <a:pt x="121041" y="114378"/>
                  </a:lnTo>
                  <a:lnTo>
                    <a:pt x="115765" y="112054"/>
                  </a:lnTo>
                  <a:lnTo>
                    <a:pt x="114207" y="112272"/>
                  </a:lnTo>
                  <a:lnTo>
                    <a:pt x="112498" y="110769"/>
                  </a:lnTo>
                  <a:lnTo>
                    <a:pt x="112435" y="107847"/>
                  </a:lnTo>
                  <a:lnTo>
                    <a:pt x="105170" y="107902"/>
                  </a:lnTo>
                  <a:lnTo>
                    <a:pt x="104446" y="111513"/>
                  </a:lnTo>
                  <a:lnTo>
                    <a:pt x="102260" y="116455"/>
                  </a:lnTo>
                  <a:lnTo>
                    <a:pt x="101783" y="125067"/>
                  </a:lnTo>
                  <a:lnTo>
                    <a:pt x="102707" y="137960"/>
                  </a:lnTo>
                  <a:lnTo>
                    <a:pt x="100795" y="142318"/>
                  </a:lnTo>
                  <a:lnTo>
                    <a:pt x="96839" y="140126"/>
                  </a:lnTo>
                  <a:lnTo>
                    <a:pt x="88876" y="135729"/>
                  </a:lnTo>
                  <a:lnTo>
                    <a:pt x="91053" y="132628"/>
                  </a:lnTo>
                  <a:lnTo>
                    <a:pt x="87002" y="128880"/>
                  </a:lnTo>
                  <a:lnTo>
                    <a:pt x="86564" y="127068"/>
                  </a:lnTo>
                  <a:lnTo>
                    <a:pt x="97366" y="125407"/>
                  </a:lnTo>
                  <a:lnTo>
                    <a:pt x="97403" y="124688"/>
                  </a:lnTo>
                  <a:lnTo>
                    <a:pt x="89518" y="125840"/>
                  </a:lnTo>
                  <a:lnTo>
                    <a:pt x="86580" y="124282"/>
                  </a:lnTo>
                  <a:lnTo>
                    <a:pt x="85348" y="121637"/>
                  </a:lnTo>
                  <a:lnTo>
                    <a:pt x="88505" y="120538"/>
                  </a:lnTo>
                  <a:lnTo>
                    <a:pt x="88229" y="116631"/>
                  </a:lnTo>
                  <a:lnTo>
                    <a:pt x="85304" y="110369"/>
                  </a:lnTo>
                  <a:lnTo>
                    <a:pt x="87554" y="109661"/>
                  </a:lnTo>
                  <a:lnTo>
                    <a:pt x="87428" y="108485"/>
                  </a:lnTo>
                  <a:lnTo>
                    <a:pt x="85207" y="106217"/>
                  </a:lnTo>
                  <a:lnTo>
                    <a:pt x="83160" y="108146"/>
                  </a:lnTo>
                  <a:lnTo>
                    <a:pt x="84550" y="114999"/>
                  </a:lnTo>
                  <a:lnTo>
                    <a:pt x="83481" y="115180"/>
                  </a:lnTo>
                  <a:lnTo>
                    <a:pt x="82380" y="107675"/>
                  </a:lnTo>
                  <a:lnTo>
                    <a:pt x="79049" y="104349"/>
                  </a:lnTo>
                  <a:lnTo>
                    <a:pt x="75694" y="97566"/>
                  </a:lnTo>
                  <a:lnTo>
                    <a:pt x="74906" y="93776"/>
                  </a:lnTo>
                  <a:lnTo>
                    <a:pt x="75567" y="90397"/>
                  </a:lnTo>
                  <a:lnTo>
                    <a:pt x="73302" y="89951"/>
                  </a:lnTo>
                  <a:lnTo>
                    <a:pt x="67793" y="93346"/>
                  </a:lnTo>
                  <a:lnTo>
                    <a:pt x="66809" y="95033"/>
                  </a:lnTo>
                  <a:lnTo>
                    <a:pt x="64051" y="91762"/>
                  </a:lnTo>
                  <a:lnTo>
                    <a:pt x="66425" y="89789"/>
                  </a:lnTo>
                  <a:lnTo>
                    <a:pt x="68858" y="89746"/>
                  </a:lnTo>
                  <a:lnTo>
                    <a:pt x="71413" y="87466"/>
                  </a:lnTo>
                  <a:lnTo>
                    <a:pt x="72363" y="81217"/>
                  </a:lnTo>
                  <a:lnTo>
                    <a:pt x="74425" y="76913"/>
                  </a:lnTo>
                  <a:lnTo>
                    <a:pt x="79736" y="70575"/>
                  </a:lnTo>
                  <a:lnTo>
                    <a:pt x="76233" y="69129"/>
                  </a:lnTo>
                  <a:lnTo>
                    <a:pt x="68175" y="69280"/>
                  </a:lnTo>
                  <a:lnTo>
                    <a:pt x="67988" y="68286"/>
                  </a:lnTo>
                  <a:lnTo>
                    <a:pt x="68825" y="67590"/>
                  </a:lnTo>
                  <a:lnTo>
                    <a:pt x="70100" y="69034"/>
                  </a:lnTo>
                  <a:lnTo>
                    <a:pt x="71163" y="68912"/>
                  </a:lnTo>
                  <a:lnTo>
                    <a:pt x="70936" y="67067"/>
                  </a:lnTo>
                  <a:lnTo>
                    <a:pt x="65615" y="64567"/>
                  </a:lnTo>
                  <a:lnTo>
                    <a:pt x="60506" y="66540"/>
                  </a:lnTo>
                  <a:lnTo>
                    <a:pt x="58765" y="68557"/>
                  </a:lnTo>
                  <a:lnTo>
                    <a:pt x="54939" y="68879"/>
                  </a:lnTo>
                  <a:lnTo>
                    <a:pt x="44700" y="66532"/>
                  </a:lnTo>
                  <a:lnTo>
                    <a:pt x="45023" y="62962"/>
                  </a:lnTo>
                  <a:lnTo>
                    <a:pt x="42240" y="62637"/>
                  </a:lnTo>
                  <a:lnTo>
                    <a:pt x="37745" y="64307"/>
                  </a:lnTo>
                  <a:lnTo>
                    <a:pt x="35358" y="66465"/>
                  </a:lnTo>
                  <a:lnTo>
                    <a:pt x="30452" y="66664"/>
                  </a:lnTo>
                  <a:lnTo>
                    <a:pt x="29297" y="71041"/>
                  </a:lnTo>
                  <a:lnTo>
                    <a:pt x="31158" y="72340"/>
                  </a:lnTo>
                  <a:lnTo>
                    <a:pt x="34757" y="77087"/>
                  </a:lnTo>
                  <a:lnTo>
                    <a:pt x="19772" y="78235"/>
                  </a:lnTo>
                  <a:lnTo>
                    <a:pt x="18171" y="77105"/>
                  </a:lnTo>
                  <a:lnTo>
                    <a:pt x="17091" y="78042"/>
                  </a:lnTo>
                  <a:lnTo>
                    <a:pt x="13929" y="78656"/>
                  </a:lnTo>
                  <a:lnTo>
                    <a:pt x="7653" y="75651"/>
                  </a:lnTo>
                  <a:lnTo>
                    <a:pt x="5885" y="72260"/>
                  </a:lnTo>
                  <a:lnTo>
                    <a:pt x="5573" y="67253"/>
                  </a:lnTo>
                  <a:lnTo>
                    <a:pt x="2290" y="62331"/>
                  </a:lnTo>
                  <a:lnTo>
                    <a:pt x="0" y="56400"/>
                  </a:lnTo>
                  <a:lnTo>
                    <a:pt x="11759" y="53381"/>
                  </a:lnTo>
                  <a:lnTo>
                    <a:pt x="55478" y="46828"/>
                  </a:lnTo>
                  <a:lnTo>
                    <a:pt x="58367" y="47397"/>
                  </a:lnTo>
                  <a:lnTo>
                    <a:pt x="64569" y="54461"/>
                  </a:lnTo>
                  <a:lnTo>
                    <a:pt x="69727" y="56192"/>
                  </a:lnTo>
                  <a:lnTo>
                    <a:pt x="73073" y="53854"/>
                  </a:lnTo>
                  <a:lnTo>
                    <a:pt x="69853" y="51578"/>
                  </a:lnTo>
                  <a:lnTo>
                    <a:pt x="70999" y="49950"/>
                  </a:lnTo>
                  <a:lnTo>
                    <a:pt x="76408" y="49205"/>
                  </a:lnTo>
                  <a:lnTo>
                    <a:pt x="81989" y="47377"/>
                  </a:lnTo>
                  <a:lnTo>
                    <a:pt x="93341" y="40120"/>
                  </a:lnTo>
                  <a:lnTo>
                    <a:pt x="102291" y="35572"/>
                  </a:lnTo>
                  <a:lnTo>
                    <a:pt x="105584" y="34920"/>
                  </a:lnTo>
                  <a:lnTo>
                    <a:pt x="108581" y="32684"/>
                  </a:lnTo>
                  <a:lnTo>
                    <a:pt x="113937" y="26955"/>
                  </a:lnTo>
                  <a:lnTo>
                    <a:pt x="119814" y="19127"/>
                  </a:lnTo>
                  <a:lnTo>
                    <a:pt x="126707" y="14263"/>
                  </a:lnTo>
                  <a:lnTo>
                    <a:pt x="142547" y="5280"/>
                  </a:lnTo>
                  <a:lnTo>
                    <a:pt x="144993" y="5206"/>
                  </a:lnTo>
                  <a:lnTo>
                    <a:pt x="150260" y="529"/>
                  </a:lnTo>
                  <a:lnTo>
                    <a:pt x="15175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h3378"/>
            <p:cNvSpPr/>
            <p:nvPr/>
          </p:nvSpPr>
          <p:spPr>
            <a:xfrm>
              <a:off x="7515607" y="3023571"/>
              <a:ext cx="68105" cy="73092"/>
            </a:xfrm>
            <a:custGeom>
              <a:avLst/>
              <a:pathLst>
                <a:path w="68105" h="73092">
                  <a:moveTo>
                    <a:pt x="15725" y="324"/>
                  </a:moveTo>
                  <a:lnTo>
                    <a:pt x="15402" y="3895"/>
                  </a:lnTo>
                  <a:lnTo>
                    <a:pt x="25641" y="6242"/>
                  </a:lnTo>
                  <a:lnTo>
                    <a:pt x="29467" y="5919"/>
                  </a:lnTo>
                  <a:lnTo>
                    <a:pt x="31208" y="3902"/>
                  </a:lnTo>
                  <a:lnTo>
                    <a:pt x="36317" y="1930"/>
                  </a:lnTo>
                  <a:lnTo>
                    <a:pt x="41638" y="4429"/>
                  </a:lnTo>
                  <a:lnTo>
                    <a:pt x="41865" y="6274"/>
                  </a:lnTo>
                  <a:lnTo>
                    <a:pt x="40802" y="6396"/>
                  </a:lnTo>
                  <a:lnTo>
                    <a:pt x="39527" y="4952"/>
                  </a:lnTo>
                  <a:lnTo>
                    <a:pt x="38690" y="5648"/>
                  </a:lnTo>
                  <a:lnTo>
                    <a:pt x="38877" y="6642"/>
                  </a:lnTo>
                  <a:lnTo>
                    <a:pt x="46935" y="6492"/>
                  </a:lnTo>
                  <a:lnTo>
                    <a:pt x="50438" y="7937"/>
                  </a:lnTo>
                  <a:lnTo>
                    <a:pt x="45127" y="14276"/>
                  </a:lnTo>
                  <a:lnTo>
                    <a:pt x="43065" y="18580"/>
                  </a:lnTo>
                  <a:lnTo>
                    <a:pt x="42115" y="24828"/>
                  </a:lnTo>
                  <a:lnTo>
                    <a:pt x="39560" y="27108"/>
                  </a:lnTo>
                  <a:lnTo>
                    <a:pt x="37127" y="27151"/>
                  </a:lnTo>
                  <a:lnTo>
                    <a:pt x="34753" y="29125"/>
                  </a:lnTo>
                  <a:lnTo>
                    <a:pt x="37511" y="32395"/>
                  </a:lnTo>
                  <a:lnTo>
                    <a:pt x="38495" y="30709"/>
                  </a:lnTo>
                  <a:lnTo>
                    <a:pt x="44004" y="27313"/>
                  </a:lnTo>
                  <a:lnTo>
                    <a:pt x="46269" y="27760"/>
                  </a:lnTo>
                  <a:lnTo>
                    <a:pt x="45608" y="31138"/>
                  </a:lnTo>
                  <a:lnTo>
                    <a:pt x="46396" y="34928"/>
                  </a:lnTo>
                  <a:lnTo>
                    <a:pt x="49751" y="41712"/>
                  </a:lnTo>
                  <a:lnTo>
                    <a:pt x="53082" y="45037"/>
                  </a:lnTo>
                  <a:lnTo>
                    <a:pt x="54183" y="52542"/>
                  </a:lnTo>
                  <a:lnTo>
                    <a:pt x="55252" y="52362"/>
                  </a:lnTo>
                  <a:lnTo>
                    <a:pt x="53862" y="45508"/>
                  </a:lnTo>
                  <a:lnTo>
                    <a:pt x="55909" y="43580"/>
                  </a:lnTo>
                  <a:lnTo>
                    <a:pt x="58130" y="45848"/>
                  </a:lnTo>
                  <a:lnTo>
                    <a:pt x="58256" y="47023"/>
                  </a:lnTo>
                  <a:lnTo>
                    <a:pt x="56006" y="47731"/>
                  </a:lnTo>
                  <a:lnTo>
                    <a:pt x="58931" y="53994"/>
                  </a:lnTo>
                  <a:lnTo>
                    <a:pt x="59207" y="57901"/>
                  </a:lnTo>
                  <a:lnTo>
                    <a:pt x="56050" y="58999"/>
                  </a:lnTo>
                  <a:lnTo>
                    <a:pt x="57282" y="61645"/>
                  </a:lnTo>
                  <a:lnTo>
                    <a:pt x="60220" y="63202"/>
                  </a:lnTo>
                  <a:lnTo>
                    <a:pt x="68105" y="62050"/>
                  </a:lnTo>
                  <a:lnTo>
                    <a:pt x="68068" y="62770"/>
                  </a:lnTo>
                  <a:lnTo>
                    <a:pt x="57266" y="64430"/>
                  </a:lnTo>
                  <a:lnTo>
                    <a:pt x="57704" y="66242"/>
                  </a:lnTo>
                  <a:lnTo>
                    <a:pt x="61755" y="69990"/>
                  </a:lnTo>
                  <a:lnTo>
                    <a:pt x="59578" y="73092"/>
                  </a:lnTo>
                  <a:lnTo>
                    <a:pt x="55806" y="72382"/>
                  </a:lnTo>
                  <a:lnTo>
                    <a:pt x="51754" y="69299"/>
                  </a:lnTo>
                  <a:lnTo>
                    <a:pt x="44536" y="68529"/>
                  </a:lnTo>
                  <a:lnTo>
                    <a:pt x="40517" y="65358"/>
                  </a:lnTo>
                  <a:lnTo>
                    <a:pt x="36546" y="65870"/>
                  </a:lnTo>
                  <a:lnTo>
                    <a:pt x="32922" y="65432"/>
                  </a:lnTo>
                  <a:lnTo>
                    <a:pt x="27187" y="61452"/>
                  </a:lnTo>
                  <a:lnTo>
                    <a:pt x="23907" y="56257"/>
                  </a:lnTo>
                  <a:lnTo>
                    <a:pt x="21374" y="56408"/>
                  </a:lnTo>
                  <a:lnTo>
                    <a:pt x="19109" y="58057"/>
                  </a:lnTo>
                  <a:lnTo>
                    <a:pt x="15948" y="57233"/>
                  </a:lnTo>
                  <a:lnTo>
                    <a:pt x="13860" y="55672"/>
                  </a:lnTo>
                  <a:lnTo>
                    <a:pt x="9666" y="50367"/>
                  </a:lnTo>
                  <a:lnTo>
                    <a:pt x="9433" y="46408"/>
                  </a:lnTo>
                  <a:lnTo>
                    <a:pt x="10577" y="43729"/>
                  </a:lnTo>
                  <a:lnTo>
                    <a:pt x="6653" y="37032"/>
                  </a:lnTo>
                  <a:lnTo>
                    <a:pt x="6977" y="28605"/>
                  </a:lnTo>
                  <a:lnTo>
                    <a:pt x="5993" y="24258"/>
                  </a:lnTo>
                  <a:lnTo>
                    <a:pt x="5459" y="14449"/>
                  </a:lnTo>
                  <a:lnTo>
                    <a:pt x="1860" y="9703"/>
                  </a:lnTo>
                  <a:lnTo>
                    <a:pt x="0" y="8404"/>
                  </a:lnTo>
                  <a:lnTo>
                    <a:pt x="1154" y="4026"/>
                  </a:lnTo>
                  <a:lnTo>
                    <a:pt x="6060" y="3827"/>
                  </a:lnTo>
                  <a:lnTo>
                    <a:pt x="8447" y="1669"/>
                  </a:lnTo>
                  <a:lnTo>
                    <a:pt x="12942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h3379"/>
            <p:cNvSpPr/>
            <p:nvPr/>
          </p:nvSpPr>
          <p:spPr>
            <a:xfrm>
              <a:off x="7736306" y="2795739"/>
              <a:ext cx="31811" cy="25737"/>
            </a:xfrm>
            <a:custGeom>
              <a:avLst/>
              <a:pathLst>
                <a:path w="31811" h="25737">
                  <a:moveTo>
                    <a:pt x="13783" y="245"/>
                  </a:moveTo>
                  <a:lnTo>
                    <a:pt x="15840" y="2880"/>
                  </a:lnTo>
                  <a:lnTo>
                    <a:pt x="21437" y="6248"/>
                  </a:lnTo>
                  <a:lnTo>
                    <a:pt x="27770" y="8110"/>
                  </a:lnTo>
                  <a:lnTo>
                    <a:pt x="27764" y="9203"/>
                  </a:lnTo>
                  <a:lnTo>
                    <a:pt x="31700" y="9117"/>
                  </a:lnTo>
                  <a:lnTo>
                    <a:pt x="31811" y="14095"/>
                  </a:lnTo>
                  <a:lnTo>
                    <a:pt x="31430" y="25658"/>
                  </a:lnTo>
                  <a:lnTo>
                    <a:pt x="26187" y="25737"/>
                  </a:lnTo>
                  <a:lnTo>
                    <a:pt x="27333" y="22890"/>
                  </a:lnTo>
                  <a:lnTo>
                    <a:pt x="18719" y="21395"/>
                  </a:lnTo>
                  <a:lnTo>
                    <a:pt x="21047" y="16616"/>
                  </a:lnTo>
                  <a:lnTo>
                    <a:pt x="21357" y="12983"/>
                  </a:lnTo>
                  <a:lnTo>
                    <a:pt x="18403" y="12650"/>
                  </a:lnTo>
                  <a:lnTo>
                    <a:pt x="16258" y="13518"/>
                  </a:lnTo>
                  <a:lnTo>
                    <a:pt x="14678" y="15088"/>
                  </a:lnTo>
                  <a:lnTo>
                    <a:pt x="14984" y="20392"/>
                  </a:lnTo>
                  <a:lnTo>
                    <a:pt x="11827" y="20310"/>
                  </a:lnTo>
                  <a:lnTo>
                    <a:pt x="8409" y="16437"/>
                  </a:lnTo>
                  <a:lnTo>
                    <a:pt x="6141" y="11047"/>
                  </a:lnTo>
                  <a:lnTo>
                    <a:pt x="3393" y="9839"/>
                  </a:lnTo>
                  <a:lnTo>
                    <a:pt x="0" y="9822"/>
                  </a:lnTo>
                  <a:lnTo>
                    <a:pt x="6" y="8488"/>
                  </a:lnTo>
                  <a:lnTo>
                    <a:pt x="3930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h3380"/>
            <p:cNvSpPr/>
            <p:nvPr/>
          </p:nvSpPr>
          <p:spPr>
            <a:xfrm>
              <a:off x="7695611" y="2805561"/>
              <a:ext cx="72125" cy="40438"/>
            </a:xfrm>
            <a:custGeom>
              <a:avLst/>
              <a:pathLst>
                <a:path w="72125" h="40438">
                  <a:moveTo>
                    <a:pt x="40695" y="0"/>
                  </a:moveTo>
                  <a:lnTo>
                    <a:pt x="44088" y="17"/>
                  </a:lnTo>
                  <a:lnTo>
                    <a:pt x="46837" y="1225"/>
                  </a:lnTo>
                  <a:lnTo>
                    <a:pt x="49104" y="6615"/>
                  </a:lnTo>
                  <a:lnTo>
                    <a:pt x="52522" y="10488"/>
                  </a:lnTo>
                  <a:lnTo>
                    <a:pt x="55680" y="10570"/>
                  </a:lnTo>
                  <a:lnTo>
                    <a:pt x="55373" y="5266"/>
                  </a:lnTo>
                  <a:lnTo>
                    <a:pt x="56953" y="3696"/>
                  </a:lnTo>
                  <a:lnTo>
                    <a:pt x="59099" y="2828"/>
                  </a:lnTo>
                  <a:lnTo>
                    <a:pt x="62053" y="3161"/>
                  </a:lnTo>
                  <a:lnTo>
                    <a:pt x="61742" y="6794"/>
                  </a:lnTo>
                  <a:lnTo>
                    <a:pt x="59414" y="11573"/>
                  </a:lnTo>
                  <a:lnTo>
                    <a:pt x="68028" y="13068"/>
                  </a:lnTo>
                  <a:lnTo>
                    <a:pt x="66883" y="15915"/>
                  </a:lnTo>
                  <a:lnTo>
                    <a:pt x="72125" y="15836"/>
                  </a:lnTo>
                  <a:lnTo>
                    <a:pt x="71647" y="26829"/>
                  </a:lnTo>
                  <a:lnTo>
                    <a:pt x="67464" y="26824"/>
                  </a:lnTo>
                  <a:lnTo>
                    <a:pt x="67446" y="33163"/>
                  </a:lnTo>
                  <a:lnTo>
                    <a:pt x="68523" y="36154"/>
                  </a:lnTo>
                  <a:lnTo>
                    <a:pt x="68558" y="39147"/>
                  </a:lnTo>
                  <a:lnTo>
                    <a:pt x="57888" y="40438"/>
                  </a:lnTo>
                  <a:lnTo>
                    <a:pt x="57069" y="32604"/>
                  </a:lnTo>
                  <a:lnTo>
                    <a:pt x="47143" y="29761"/>
                  </a:lnTo>
                  <a:lnTo>
                    <a:pt x="44077" y="27308"/>
                  </a:lnTo>
                  <a:lnTo>
                    <a:pt x="39392" y="29272"/>
                  </a:lnTo>
                  <a:lnTo>
                    <a:pt x="39014" y="31055"/>
                  </a:lnTo>
                  <a:lnTo>
                    <a:pt x="37087" y="30891"/>
                  </a:lnTo>
                  <a:lnTo>
                    <a:pt x="36532" y="23375"/>
                  </a:lnTo>
                  <a:lnTo>
                    <a:pt x="26774" y="23385"/>
                  </a:lnTo>
                  <a:lnTo>
                    <a:pt x="14702" y="18839"/>
                  </a:lnTo>
                  <a:lnTo>
                    <a:pt x="6506" y="19839"/>
                  </a:lnTo>
                  <a:lnTo>
                    <a:pt x="6509" y="17933"/>
                  </a:lnTo>
                  <a:lnTo>
                    <a:pt x="877" y="18180"/>
                  </a:lnTo>
                  <a:lnTo>
                    <a:pt x="0" y="16141"/>
                  </a:lnTo>
                  <a:lnTo>
                    <a:pt x="655" y="14907"/>
                  </a:lnTo>
                  <a:lnTo>
                    <a:pt x="974" y="10027"/>
                  </a:lnTo>
                  <a:lnTo>
                    <a:pt x="14946" y="3861"/>
                  </a:lnTo>
                  <a:lnTo>
                    <a:pt x="26103" y="3127"/>
                  </a:lnTo>
                  <a:lnTo>
                    <a:pt x="27431" y="1525"/>
                  </a:lnTo>
                  <a:lnTo>
                    <a:pt x="29996" y="403"/>
                  </a:lnTo>
                  <a:lnTo>
                    <a:pt x="31384" y="372"/>
                  </a:lnTo>
                  <a:lnTo>
                    <a:pt x="31190" y="5572"/>
                  </a:lnTo>
                  <a:lnTo>
                    <a:pt x="37182" y="5729"/>
                  </a:lnTo>
                  <a:lnTo>
                    <a:pt x="37756" y="2470"/>
                  </a:lnTo>
                  <a:lnTo>
                    <a:pt x="39312" y="38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h3381"/>
            <p:cNvSpPr/>
            <p:nvPr/>
          </p:nvSpPr>
          <p:spPr>
            <a:xfrm>
              <a:off x="7628857" y="2886245"/>
              <a:ext cx="141428" cy="124062"/>
            </a:xfrm>
            <a:custGeom>
              <a:avLst/>
              <a:pathLst>
                <a:path w="141428" h="124062">
                  <a:moveTo>
                    <a:pt x="70502" y="4021"/>
                  </a:moveTo>
                  <a:lnTo>
                    <a:pt x="71649" y="4644"/>
                  </a:lnTo>
                  <a:lnTo>
                    <a:pt x="77348" y="4757"/>
                  </a:lnTo>
                  <a:lnTo>
                    <a:pt x="77339" y="3542"/>
                  </a:lnTo>
                  <a:lnTo>
                    <a:pt x="79639" y="3802"/>
                  </a:lnTo>
                  <a:lnTo>
                    <a:pt x="77893" y="9756"/>
                  </a:lnTo>
                  <a:lnTo>
                    <a:pt x="80657" y="9496"/>
                  </a:lnTo>
                  <a:lnTo>
                    <a:pt x="84646" y="7345"/>
                  </a:lnTo>
                  <a:lnTo>
                    <a:pt x="82936" y="13515"/>
                  </a:lnTo>
                  <a:lnTo>
                    <a:pt x="84030" y="20303"/>
                  </a:lnTo>
                  <a:lnTo>
                    <a:pt x="88035" y="22509"/>
                  </a:lnTo>
                  <a:lnTo>
                    <a:pt x="91196" y="21258"/>
                  </a:lnTo>
                  <a:lnTo>
                    <a:pt x="92498" y="19781"/>
                  </a:lnTo>
                  <a:lnTo>
                    <a:pt x="91669" y="17221"/>
                  </a:lnTo>
                  <a:lnTo>
                    <a:pt x="89046" y="17853"/>
                  </a:lnTo>
                  <a:lnTo>
                    <a:pt x="88742" y="16378"/>
                  </a:lnTo>
                  <a:lnTo>
                    <a:pt x="90937" y="14725"/>
                  </a:lnTo>
                  <a:lnTo>
                    <a:pt x="94326" y="17505"/>
                  </a:lnTo>
                  <a:lnTo>
                    <a:pt x="95777" y="34934"/>
                  </a:lnTo>
                  <a:lnTo>
                    <a:pt x="97087" y="40184"/>
                  </a:lnTo>
                  <a:lnTo>
                    <a:pt x="98410" y="41050"/>
                  </a:lnTo>
                  <a:lnTo>
                    <a:pt x="103566" y="40589"/>
                  </a:lnTo>
                  <a:lnTo>
                    <a:pt x="104324" y="39539"/>
                  </a:lnTo>
                  <a:lnTo>
                    <a:pt x="108031" y="39882"/>
                  </a:lnTo>
                  <a:lnTo>
                    <a:pt x="108974" y="43794"/>
                  </a:lnTo>
                  <a:lnTo>
                    <a:pt x="111306" y="44037"/>
                  </a:lnTo>
                  <a:lnTo>
                    <a:pt x="110078" y="40184"/>
                  </a:lnTo>
                  <a:lnTo>
                    <a:pt x="114803" y="41308"/>
                  </a:lnTo>
                  <a:lnTo>
                    <a:pt x="116351" y="25062"/>
                  </a:lnTo>
                  <a:lnTo>
                    <a:pt x="140382" y="23776"/>
                  </a:lnTo>
                  <a:lnTo>
                    <a:pt x="140655" y="32629"/>
                  </a:lnTo>
                  <a:lnTo>
                    <a:pt x="140406" y="42162"/>
                  </a:lnTo>
                  <a:lnTo>
                    <a:pt x="141428" y="64514"/>
                  </a:lnTo>
                  <a:lnTo>
                    <a:pt x="132452" y="62308"/>
                  </a:lnTo>
                  <a:lnTo>
                    <a:pt x="133974" y="65754"/>
                  </a:lnTo>
                  <a:lnTo>
                    <a:pt x="115602" y="64211"/>
                  </a:lnTo>
                  <a:lnTo>
                    <a:pt x="115898" y="68068"/>
                  </a:lnTo>
                  <a:lnTo>
                    <a:pt x="115349" y="70355"/>
                  </a:lnTo>
                  <a:lnTo>
                    <a:pt x="115659" y="72303"/>
                  </a:lnTo>
                  <a:lnTo>
                    <a:pt x="110984" y="76548"/>
                  </a:lnTo>
                  <a:lnTo>
                    <a:pt x="110368" y="83352"/>
                  </a:lnTo>
                  <a:lnTo>
                    <a:pt x="101534" y="83972"/>
                  </a:lnTo>
                  <a:lnTo>
                    <a:pt x="101307" y="95912"/>
                  </a:lnTo>
                  <a:lnTo>
                    <a:pt x="83842" y="95914"/>
                  </a:lnTo>
                  <a:lnTo>
                    <a:pt x="84527" y="123760"/>
                  </a:lnTo>
                  <a:lnTo>
                    <a:pt x="77697" y="124062"/>
                  </a:lnTo>
                  <a:lnTo>
                    <a:pt x="79330" y="111599"/>
                  </a:lnTo>
                  <a:lnTo>
                    <a:pt x="62795" y="109790"/>
                  </a:lnTo>
                  <a:lnTo>
                    <a:pt x="52899" y="105942"/>
                  </a:lnTo>
                  <a:lnTo>
                    <a:pt x="53642" y="92546"/>
                  </a:lnTo>
                  <a:lnTo>
                    <a:pt x="52322" y="92178"/>
                  </a:lnTo>
                  <a:lnTo>
                    <a:pt x="48495" y="96084"/>
                  </a:lnTo>
                  <a:lnTo>
                    <a:pt x="44702" y="92170"/>
                  </a:lnTo>
                  <a:lnTo>
                    <a:pt x="41764" y="91085"/>
                  </a:lnTo>
                  <a:lnTo>
                    <a:pt x="39114" y="92597"/>
                  </a:lnTo>
                  <a:lnTo>
                    <a:pt x="39031" y="96052"/>
                  </a:lnTo>
                  <a:lnTo>
                    <a:pt x="36869" y="96406"/>
                  </a:lnTo>
                  <a:lnTo>
                    <a:pt x="31466" y="92106"/>
                  </a:lnTo>
                  <a:lnTo>
                    <a:pt x="31247" y="89964"/>
                  </a:lnTo>
                  <a:lnTo>
                    <a:pt x="32767" y="87471"/>
                  </a:lnTo>
                  <a:lnTo>
                    <a:pt x="27601" y="84074"/>
                  </a:lnTo>
                  <a:lnTo>
                    <a:pt x="25319" y="87245"/>
                  </a:lnTo>
                  <a:lnTo>
                    <a:pt x="18724" y="82019"/>
                  </a:lnTo>
                  <a:lnTo>
                    <a:pt x="20539" y="79514"/>
                  </a:lnTo>
                  <a:lnTo>
                    <a:pt x="17340" y="75874"/>
                  </a:lnTo>
                  <a:lnTo>
                    <a:pt x="15527" y="79764"/>
                  </a:lnTo>
                  <a:lnTo>
                    <a:pt x="9203" y="74688"/>
                  </a:lnTo>
                  <a:lnTo>
                    <a:pt x="7712" y="75218"/>
                  </a:lnTo>
                  <a:lnTo>
                    <a:pt x="2445" y="79895"/>
                  </a:lnTo>
                  <a:lnTo>
                    <a:pt x="0" y="79968"/>
                  </a:lnTo>
                  <a:lnTo>
                    <a:pt x="7125" y="74888"/>
                  </a:lnTo>
                  <a:lnTo>
                    <a:pt x="7800" y="73373"/>
                  </a:lnTo>
                  <a:lnTo>
                    <a:pt x="11051" y="70291"/>
                  </a:lnTo>
                  <a:lnTo>
                    <a:pt x="29535" y="55812"/>
                  </a:lnTo>
                  <a:lnTo>
                    <a:pt x="44462" y="39998"/>
                  </a:lnTo>
                  <a:lnTo>
                    <a:pt x="48756" y="32593"/>
                  </a:lnTo>
                  <a:lnTo>
                    <a:pt x="48079" y="27596"/>
                  </a:lnTo>
                  <a:lnTo>
                    <a:pt x="49382" y="22914"/>
                  </a:lnTo>
                  <a:lnTo>
                    <a:pt x="49547" y="15718"/>
                  </a:lnTo>
                  <a:lnTo>
                    <a:pt x="51694" y="16433"/>
                  </a:lnTo>
                  <a:lnTo>
                    <a:pt x="57039" y="16646"/>
                  </a:lnTo>
                  <a:lnTo>
                    <a:pt x="60872" y="15008"/>
                  </a:lnTo>
                  <a:lnTo>
                    <a:pt x="61852" y="8932"/>
                  </a:lnTo>
                  <a:lnTo>
                    <a:pt x="64009" y="2681"/>
                  </a:lnTo>
                  <a:lnTo>
                    <a:pt x="65734" y="1370"/>
                  </a:lnTo>
                  <a:lnTo>
                    <a:pt x="7015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h3382"/>
            <p:cNvSpPr/>
            <p:nvPr/>
          </p:nvSpPr>
          <p:spPr>
            <a:xfrm>
              <a:off x="7620825" y="3017368"/>
              <a:ext cx="125629" cy="87303"/>
            </a:xfrm>
            <a:custGeom>
              <a:avLst/>
              <a:pathLst>
                <a:path w="125629" h="87303">
                  <a:moveTo>
                    <a:pt x="97444" y="4619"/>
                  </a:moveTo>
                  <a:lnTo>
                    <a:pt x="101244" y="36849"/>
                  </a:lnTo>
                  <a:lnTo>
                    <a:pt x="117553" y="35345"/>
                  </a:lnTo>
                  <a:lnTo>
                    <a:pt x="117936" y="39177"/>
                  </a:lnTo>
                  <a:lnTo>
                    <a:pt x="121821" y="38802"/>
                  </a:lnTo>
                  <a:lnTo>
                    <a:pt x="123196" y="38673"/>
                  </a:lnTo>
                  <a:lnTo>
                    <a:pt x="123934" y="46037"/>
                  </a:lnTo>
                  <a:lnTo>
                    <a:pt x="125629" y="80537"/>
                  </a:lnTo>
                  <a:lnTo>
                    <a:pt x="41036" y="87303"/>
                  </a:lnTo>
                  <a:lnTo>
                    <a:pt x="39654" y="69802"/>
                  </a:lnTo>
                  <a:lnTo>
                    <a:pt x="24584" y="70855"/>
                  </a:lnTo>
                  <a:lnTo>
                    <a:pt x="21684" y="69665"/>
                  </a:lnTo>
                  <a:lnTo>
                    <a:pt x="13282" y="70176"/>
                  </a:lnTo>
                  <a:lnTo>
                    <a:pt x="10726" y="69075"/>
                  </a:lnTo>
                  <a:lnTo>
                    <a:pt x="9006" y="66537"/>
                  </a:lnTo>
                  <a:lnTo>
                    <a:pt x="0" y="60806"/>
                  </a:lnTo>
                  <a:lnTo>
                    <a:pt x="2959" y="55787"/>
                  </a:lnTo>
                  <a:lnTo>
                    <a:pt x="9792" y="55761"/>
                  </a:lnTo>
                  <a:lnTo>
                    <a:pt x="7566" y="48407"/>
                  </a:lnTo>
                  <a:lnTo>
                    <a:pt x="7589" y="45884"/>
                  </a:lnTo>
                  <a:lnTo>
                    <a:pt x="5670" y="43977"/>
                  </a:lnTo>
                  <a:lnTo>
                    <a:pt x="6012" y="42833"/>
                  </a:lnTo>
                  <a:lnTo>
                    <a:pt x="14556" y="39987"/>
                  </a:lnTo>
                  <a:lnTo>
                    <a:pt x="14293" y="34115"/>
                  </a:lnTo>
                  <a:lnTo>
                    <a:pt x="16873" y="32711"/>
                  </a:lnTo>
                  <a:lnTo>
                    <a:pt x="20114" y="32412"/>
                  </a:lnTo>
                  <a:lnTo>
                    <a:pt x="21885" y="29758"/>
                  </a:lnTo>
                  <a:lnTo>
                    <a:pt x="23665" y="22979"/>
                  </a:lnTo>
                  <a:lnTo>
                    <a:pt x="27058" y="22006"/>
                  </a:lnTo>
                  <a:lnTo>
                    <a:pt x="27020" y="25531"/>
                  </a:lnTo>
                  <a:lnTo>
                    <a:pt x="32762" y="25748"/>
                  </a:lnTo>
                  <a:lnTo>
                    <a:pt x="32817" y="22574"/>
                  </a:lnTo>
                  <a:lnTo>
                    <a:pt x="33819" y="22686"/>
                  </a:lnTo>
                  <a:lnTo>
                    <a:pt x="34069" y="24161"/>
                  </a:lnTo>
                  <a:lnTo>
                    <a:pt x="37044" y="26940"/>
                  </a:lnTo>
                  <a:lnTo>
                    <a:pt x="40421" y="26968"/>
                  </a:lnTo>
                  <a:lnTo>
                    <a:pt x="41501" y="24820"/>
                  </a:lnTo>
                  <a:lnTo>
                    <a:pt x="44191" y="25818"/>
                  </a:lnTo>
                  <a:lnTo>
                    <a:pt x="43246" y="28986"/>
                  </a:lnTo>
                  <a:lnTo>
                    <a:pt x="42235" y="28614"/>
                  </a:lnTo>
                  <a:lnTo>
                    <a:pt x="41600" y="31897"/>
                  </a:lnTo>
                  <a:lnTo>
                    <a:pt x="47135" y="31506"/>
                  </a:lnTo>
                  <a:lnTo>
                    <a:pt x="47322" y="28463"/>
                  </a:lnTo>
                  <a:lnTo>
                    <a:pt x="55699" y="27925"/>
                  </a:lnTo>
                  <a:lnTo>
                    <a:pt x="55683" y="32651"/>
                  </a:lnTo>
                  <a:lnTo>
                    <a:pt x="59737" y="32818"/>
                  </a:lnTo>
                  <a:lnTo>
                    <a:pt x="59984" y="23198"/>
                  </a:lnTo>
                  <a:lnTo>
                    <a:pt x="68663" y="22571"/>
                  </a:lnTo>
                  <a:lnTo>
                    <a:pt x="67391" y="6446"/>
                  </a:lnTo>
                  <a:lnTo>
                    <a:pt x="79976" y="5287"/>
                  </a:lnTo>
                  <a:lnTo>
                    <a:pt x="79859" y="2506"/>
                  </a:lnTo>
                  <a:lnTo>
                    <a:pt x="82469" y="2408"/>
                  </a:lnTo>
                  <a:lnTo>
                    <a:pt x="82326" y="6415"/>
                  </a:lnTo>
                  <a:lnTo>
                    <a:pt x="91643" y="5498"/>
                  </a:lnTo>
                  <a:lnTo>
                    <a:pt x="91570" y="528"/>
                  </a:lnTo>
                  <a:lnTo>
                    <a:pt x="97512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h3383"/>
            <p:cNvSpPr/>
            <p:nvPr/>
          </p:nvSpPr>
          <p:spPr>
            <a:xfrm>
              <a:off x="7676171" y="2875498"/>
              <a:ext cx="18420" cy="27393"/>
            </a:xfrm>
            <a:custGeom>
              <a:avLst/>
              <a:pathLst>
                <a:path w="18420" h="27393">
                  <a:moveTo>
                    <a:pt x="9804" y="4270"/>
                  </a:moveTo>
                  <a:lnTo>
                    <a:pt x="14688" y="4529"/>
                  </a:lnTo>
                  <a:lnTo>
                    <a:pt x="16784" y="6214"/>
                  </a:lnTo>
                  <a:lnTo>
                    <a:pt x="18420" y="12117"/>
                  </a:lnTo>
                  <a:lnTo>
                    <a:pt x="16695" y="13428"/>
                  </a:lnTo>
                  <a:lnTo>
                    <a:pt x="14538" y="19679"/>
                  </a:lnTo>
                  <a:lnTo>
                    <a:pt x="13558" y="25755"/>
                  </a:lnTo>
                  <a:lnTo>
                    <a:pt x="9725" y="27393"/>
                  </a:lnTo>
                  <a:lnTo>
                    <a:pt x="4380" y="27180"/>
                  </a:lnTo>
                  <a:lnTo>
                    <a:pt x="2233" y="26465"/>
                  </a:lnTo>
                  <a:lnTo>
                    <a:pt x="1325" y="24752"/>
                  </a:lnTo>
                  <a:lnTo>
                    <a:pt x="1227" y="18312"/>
                  </a:lnTo>
                  <a:lnTo>
                    <a:pt x="2717" y="14157"/>
                  </a:lnTo>
                  <a:lnTo>
                    <a:pt x="3004" y="10656"/>
                  </a:lnTo>
                  <a:lnTo>
                    <a:pt x="508" y="8078"/>
                  </a:lnTo>
                  <a:lnTo>
                    <a:pt x="0" y="6227"/>
                  </a:lnTo>
                  <a:lnTo>
                    <a:pt x="4020" y="0"/>
                  </a:lnTo>
                  <a:lnTo>
                    <a:pt x="8449" y="1527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h3384"/>
            <p:cNvSpPr/>
            <p:nvPr/>
          </p:nvSpPr>
          <p:spPr>
            <a:xfrm>
              <a:off x="7680191" y="2843811"/>
              <a:ext cx="94695" cy="86471"/>
            </a:xfrm>
            <a:custGeom>
              <a:avLst/>
              <a:pathLst>
                <a:path w="94695" h="86471">
                  <a:moveTo>
                    <a:pt x="40141" y="7607"/>
                  </a:moveTo>
                  <a:lnTo>
                    <a:pt x="42862" y="7860"/>
                  </a:lnTo>
                  <a:lnTo>
                    <a:pt x="44469" y="7264"/>
                  </a:lnTo>
                  <a:lnTo>
                    <a:pt x="46643" y="5215"/>
                  </a:lnTo>
                  <a:lnTo>
                    <a:pt x="47189" y="8643"/>
                  </a:lnTo>
                  <a:lnTo>
                    <a:pt x="45420" y="12009"/>
                  </a:lnTo>
                  <a:lnTo>
                    <a:pt x="47659" y="13209"/>
                  </a:lnTo>
                  <a:lnTo>
                    <a:pt x="50380" y="12385"/>
                  </a:lnTo>
                  <a:lnTo>
                    <a:pt x="53762" y="15008"/>
                  </a:lnTo>
                  <a:lnTo>
                    <a:pt x="51000" y="18129"/>
                  </a:lnTo>
                  <a:lnTo>
                    <a:pt x="51416" y="18318"/>
                  </a:lnTo>
                  <a:lnTo>
                    <a:pt x="53828" y="18256"/>
                  </a:lnTo>
                  <a:lnTo>
                    <a:pt x="57818" y="16623"/>
                  </a:lnTo>
                  <a:lnTo>
                    <a:pt x="62164" y="16365"/>
                  </a:lnTo>
                  <a:lnTo>
                    <a:pt x="67161" y="17737"/>
                  </a:lnTo>
                  <a:lnTo>
                    <a:pt x="68760" y="17832"/>
                  </a:lnTo>
                  <a:lnTo>
                    <a:pt x="71210" y="19392"/>
                  </a:lnTo>
                  <a:lnTo>
                    <a:pt x="66057" y="31369"/>
                  </a:lnTo>
                  <a:lnTo>
                    <a:pt x="71893" y="32302"/>
                  </a:lnTo>
                  <a:lnTo>
                    <a:pt x="74238" y="29601"/>
                  </a:lnTo>
                  <a:lnTo>
                    <a:pt x="77631" y="31395"/>
                  </a:lnTo>
                  <a:lnTo>
                    <a:pt x="77522" y="34901"/>
                  </a:lnTo>
                  <a:lnTo>
                    <a:pt x="76224" y="39564"/>
                  </a:lnTo>
                  <a:lnTo>
                    <a:pt x="78581" y="45761"/>
                  </a:lnTo>
                  <a:lnTo>
                    <a:pt x="82726" y="46890"/>
                  </a:lnTo>
                  <a:lnTo>
                    <a:pt x="82213" y="50394"/>
                  </a:lnTo>
                  <a:lnTo>
                    <a:pt x="79082" y="51115"/>
                  </a:lnTo>
                  <a:lnTo>
                    <a:pt x="78898" y="55910"/>
                  </a:lnTo>
                  <a:lnTo>
                    <a:pt x="82037" y="60129"/>
                  </a:lnTo>
                  <a:lnTo>
                    <a:pt x="86985" y="62198"/>
                  </a:lnTo>
                  <a:lnTo>
                    <a:pt x="93610" y="60908"/>
                  </a:lnTo>
                  <a:lnTo>
                    <a:pt x="94695" y="74837"/>
                  </a:lnTo>
                  <a:lnTo>
                    <a:pt x="89320" y="75063"/>
                  </a:lnTo>
                  <a:lnTo>
                    <a:pt x="89048" y="66210"/>
                  </a:lnTo>
                  <a:lnTo>
                    <a:pt x="65016" y="67496"/>
                  </a:lnTo>
                  <a:lnTo>
                    <a:pt x="63468" y="83742"/>
                  </a:lnTo>
                  <a:lnTo>
                    <a:pt x="58744" y="82618"/>
                  </a:lnTo>
                  <a:lnTo>
                    <a:pt x="59972" y="86471"/>
                  </a:lnTo>
                  <a:lnTo>
                    <a:pt x="57640" y="86228"/>
                  </a:lnTo>
                  <a:lnTo>
                    <a:pt x="56696" y="82316"/>
                  </a:lnTo>
                  <a:lnTo>
                    <a:pt x="52990" y="81973"/>
                  </a:lnTo>
                  <a:lnTo>
                    <a:pt x="52232" y="83023"/>
                  </a:lnTo>
                  <a:lnTo>
                    <a:pt x="47075" y="83484"/>
                  </a:lnTo>
                  <a:lnTo>
                    <a:pt x="45752" y="82619"/>
                  </a:lnTo>
                  <a:lnTo>
                    <a:pt x="44442" y="77368"/>
                  </a:lnTo>
                  <a:lnTo>
                    <a:pt x="42991" y="59939"/>
                  </a:lnTo>
                  <a:lnTo>
                    <a:pt x="39602" y="57159"/>
                  </a:lnTo>
                  <a:lnTo>
                    <a:pt x="37407" y="58812"/>
                  </a:lnTo>
                  <a:lnTo>
                    <a:pt x="37711" y="60287"/>
                  </a:lnTo>
                  <a:lnTo>
                    <a:pt x="40334" y="59655"/>
                  </a:lnTo>
                  <a:lnTo>
                    <a:pt x="41164" y="62215"/>
                  </a:lnTo>
                  <a:lnTo>
                    <a:pt x="39862" y="63692"/>
                  </a:lnTo>
                  <a:lnTo>
                    <a:pt x="36700" y="64943"/>
                  </a:lnTo>
                  <a:lnTo>
                    <a:pt x="32695" y="62737"/>
                  </a:lnTo>
                  <a:lnTo>
                    <a:pt x="31602" y="55949"/>
                  </a:lnTo>
                  <a:lnTo>
                    <a:pt x="33311" y="49779"/>
                  </a:lnTo>
                  <a:lnTo>
                    <a:pt x="29323" y="51930"/>
                  </a:lnTo>
                  <a:lnTo>
                    <a:pt x="26558" y="52190"/>
                  </a:lnTo>
                  <a:lnTo>
                    <a:pt x="28305" y="46236"/>
                  </a:lnTo>
                  <a:lnTo>
                    <a:pt x="26004" y="45977"/>
                  </a:lnTo>
                  <a:lnTo>
                    <a:pt x="26013" y="47191"/>
                  </a:lnTo>
                  <a:lnTo>
                    <a:pt x="20315" y="47078"/>
                  </a:lnTo>
                  <a:lnTo>
                    <a:pt x="19167" y="46455"/>
                  </a:lnTo>
                  <a:lnTo>
                    <a:pt x="18817" y="42434"/>
                  </a:lnTo>
                  <a:lnTo>
                    <a:pt x="14400" y="43804"/>
                  </a:lnTo>
                  <a:lnTo>
                    <a:pt x="12764" y="37901"/>
                  </a:lnTo>
                  <a:lnTo>
                    <a:pt x="10668" y="36216"/>
                  </a:lnTo>
                  <a:lnTo>
                    <a:pt x="5783" y="35957"/>
                  </a:lnTo>
                  <a:lnTo>
                    <a:pt x="4429" y="33214"/>
                  </a:lnTo>
                  <a:lnTo>
                    <a:pt x="0" y="31687"/>
                  </a:lnTo>
                  <a:lnTo>
                    <a:pt x="574" y="26991"/>
                  </a:lnTo>
                  <a:lnTo>
                    <a:pt x="4524" y="22527"/>
                  </a:lnTo>
                  <a:lnTo>
                    <a:pt x="16839" y="12564"/>
                  </a:lnTo>
                  <a:lnTo>
                    <a:pt x="22701" y="1264"/>
                  </a:lnTo>
                  <a:lnTo>
                    <a:pt x="29298" y="1541"/>
                  </a:lnTo>
                  <a:lnTo>
                    <a:pt x="29316" y="334"/>
                  </a:lnTo>
                  <a:lnTo>
                    <a:pt x="30236" y="0"/>
                  </a:lnTo>
                  <a:lnTo>
                    <a:pt x="33565" y="331"/>
                  </a:lnTo>
                  <a:lnTo>
                    <a:pt x="38347" y="24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h3385"/>
            <p:cNvSpPr/>
            <p:nvPr/>
          </p:nvSpPr>
          <p:spPr>
            <a:xfrm>
              <a:off x="7531374" y="2829689"/>
              <a:ext cx="260" cy="56"/>
            </a:xfrm>
            <a:custGeom>
              <a:avLst/>
              <a:pathLst>
                <a:path w="260" h="56">
                  <a:moveTo>
                    <a:pt x="0" y="0"/>
                  </a:moveTo>
                  <a:lnTo>
                    <a:pt x="260" y="5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h3386"/>
            <p:cNvSpPr/>
            <p:nvPr/>
          </p:nvSpPr>
          <p:spPr>
            <a:xfrm>
              <a:off x="7529092" y="282906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h3387"/>
            <p:cNvSpPr/>
            <p:nvPr/>
          </p:nvSpPr>
          <p:spPr>
            <a:xfrm>
              <a:off x="7530730" y="2828686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h3388"/>
            <p:cNvSpPr/>
            <p:nvPr/>
          </p:nvSpPr>
          <p:spPr>
            <a:xfrm>
              <a:off x="7746249" y="2809834"/>
              <a:ext cx="113841" cy="152538"/>
            </a:xfrm>
            <a:custGeom>
              <a:avLst/>
              <a:pathLst>
                <a:path w="113841" h="152538">
                  <a:moveTo>
                    <a:pt x="26530" y="519"/>
                  </a:moveTo>
                  <a:lnTo>
                    <a:pt x="26860" y="4875"/>
                  </a:lnTo>
                  <a:lnTo>
                    <a:pt x="28147" y="8198"/>
                  </a:lnTo>
                  <a:lnTo>
                    <a:pt x="32806" y="2651"/>
                  </a:lnTo>
                  <a:lnTo>
                    <a:pt x="51437" y="22680"/>
                  </a:lnTo>
                  <a:lnTo>
                    <a:pt x="51384" y="29844"/>
                  </a:lnTo>
                  <a:lnTo>
                    <a:pt x="52371" y="31809"/>
                  </a:lnTo>
                  <a:lnTo>
                    <a:pt x="53571" y="31784"/>
                  </a:lnTo>
                  <a:lnTo>
                    <a:pt x="53967" y="37252"/>
                  </a:lnTo>
                  <a:lnTo>
                    <a:pt x="61928" y="48376"/>
                  </a:lnTo>
                  <a:lnTo>
                    <a:pt x="67561" y="48402"/>
                  </a:lnTo>
                  <a:lnTo>
                    <a:pt x="67514" y="52060"/>
                  </a:lnTo>
                  <a:lnTo>
                    <a:pt x="66092" y="51995"/>
                  </a:lnTo>
                  <a:lnTo>
                    <a:pt x="68038" y="55552"/>
                  </a:lnTo>
                  <a:lnTo>
                    <a:pt x="69154" y="56756"/>
                  </a:lnTo>
                  <a:lnTo>
                    <a:pt x="71440" y="56772"/>
                  </a:lnTo>
                  <a:lnTo>
                    <a:pt x="75955" y="62230"/>
                  </a:lnTo>
                  <a:lnTo>
                    <a:pt x="90017" y="72728"/>
                  </a:lnTo>
                  <a:lnTo>
                    <a:pt x="108231" y="86325"/>
                  </a:lnTo>
                  <a:lnTo>
                    <a:pt x="110299" y="109733"/>
                  </a:lnTo>
                  <a:lnTo>
                    <a:pt x="111299" y="120823"/>
                  </a:lnTo>
                  <a:lnTo>
                    <a:pt x="112563" y="120803"/>
                  </a:lnTo>
                  <a:lnTo>
                    <a:pt x="112753" y="137217"/>
                  </a:lnTo>
                  <a:lnTo>
                    <a:pt x="113841" y="151209"/>
                  </a:lnTo>
                  <a:lnTo>
                    <a:pt x="104811" y="152538"/>
                  </a:lnTo>
                  <a:lnTo>
                    <a:pt x="103442" y="146190"/>
                  </a:lnTo>
                  <a:lnTo>
                    <a:pt x="103408" y="142669"/>
                  </a:lnTo>
                  <a:lnTo>
                    <a:pt x="75933" y="145606"/>
                  </a:lnTo>
                  <a:lnTo>
                    <a:pt x="73463" y="121847"/>
                  </a:lnTo>
                  <a:lnTo>
                    <a:pt x="62631" y="121670"/>
                  </a:lnTo>
                  <a:lnTo>
                    <a:pt x="62283" y="133904"/>
                  </a:lnTo>
                  <a:lnTo>
                    <a:pt x="41443" y="135120"/>
                  </a:lnTo>
                  <a:lnTo>
                    <a:pt x="41182" y="139089"/>
                  </a:lnTo>
                  <a:lnTo>
                    <a:pt x="24057" y="141388"/>
                  </a:lnTo>
                  <a:lnTo>
                    <a:pt x="24036" y="140924"/>
                  </a:lnTo>
                  <a:lnTo>
                    <a:pt x="23014" y="118572"/>
                  </a:lnTo>
                  <a:lnTo>
                    <a:pt x="23263" y="109039"/>
                  </a:lnTo>
                  <a:lnTo>
                    <a:pt x="28638" y="108813"/>
                  </a:lnTo>
                  <a:lnTo>
                    <a:pt x="27553" y="94885"/>
                  </a:lnTo>
                  <a:lnTo>
                    <a:pt x="20927" y="96174"/>
                  </a:lnTo>
                  <a:lnTo>
                    <a:pt x="15980" y="94105"/>
                  </a:lnTo>
                  <a:lnTo>
                    <a:pt x="12841" y="89886"/>
                  </a:lnTo>
                  <a:lnTo>
                    <a:pt x="13024" y="85092"/>
                  </a:lnTo>
                  <a:lnTo>
                    <a:pt x="16155" y="84370"/>
                  </a:lnTo>
                  <a:lnTo>
                    <a:pt x="16669" y="80866"/>
                  </a:lnTo>
                  <a:lnTo>
                    <a:pt x="12524" y="79737"/>
                  </a:lnTo>
                  <a:lnTo>
                    <a:pt x="10166" y="73540"/>
                  </a:lnTo>
                  <a:lnTo>
                    <a:pt x="11465" y="68877"/>
                  </a:lnTo>
                  <a:lnTo>
                    <a:pt x="11573" y="65371"/>
                  </a:lnTo>
                  <a:lnTo>
                    <a:pt x="8180" y="63577"/>
                  </a:lnTo>
                  <a:lnTo>
                    <a:pt x="5836" y="66278"/>
                  </a:lnTo>
                  <a:lnTo>
                    <a:pt x="0" y="65346"/>
                  </a:lnTo>
                  <a:lnTo>
                    <a:pt x="5153" y="53369"/>
                  </a:lnTo>
                  <a:lnTo>
                    <a:pt x="2702" y="51809"/>
                  </a:lnTo>
                  <a:lnTo>
                    <a:pt x="1104" y="51713"/>
                  </a:lnTo>
                  <a:lnTo>
                    <a:pt x="1984" y="47919"/>
                  </a:lnTo>
                  <a:lnTo>
                    <a:pt x="5594" y="48907"/>
                  </a:lnTo>
                  <a:lnTo>
                    <a:pt x="6308" y="51743"/>
                  </a:lnTo>
                  <a:lnTo>
                    <a:pt x="8561" y="51794"/>
                  </a:lnTo>
                  <a:lnTo>
                    <a:pt x="8293" y="44174"/>
                  </a:lnTo>
                  <a:lnTo>
                    <a:pt x="7518" y="45354"/>
                  </a:lnTo>
                  <a:lnTo>
                    <a:pt x="3925" y="45044"/>
                  </a:lnTo>
                  <a:lnTo>
                    <a:pt x="3339" y="38161"/>
                  </a:lnTo>
                  <a:lnTo>
                    <a:pt x="8240" y="39279"/>
                  </a:lnTo>
                  <a:lnTo>
                    <a:pt x="7250" y="36164"/>
                  </a:lnTo>
                  <a:lnTo>
                    <a:pt x="17920" y="34874"/>
                  </a:lnTo>
                  <a:lnTo>
                    <a:pt x="17885" y="31880"/>
                  </a:lnTo>
                  <a:lnTo>
                    <a:pt x="16808" y="28889"/>
                  </a:lnTo>
                  <a:lnTo>
                    <a:pt x="16826" y="22551"/>
                  </a:lnTo>
                  <a:lnTo>
                    <a:pt x="21009" y="22555"/>
                  </a:lnTo>
                  <a:lnTo>
                    <a:pt x="21487" y="11562"/>
                  </a:lnTo>
                  <a:lnTo>
                    <a:pt x="2186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h3389"/>
            <p:cNvSpPr/>
            <p:nvPr/>
          </p:nvSpPr>
          <p:spPr>
            <a:xfrm>
              <a:off x="7693459" y="2799894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h3390"/>
            <p:cNvSpPr/>
            <p:nvPr/>
          </p:nvSpPr>
          <p:spPr>
            <a:xfrm>
              <a:off x="7691592" y="2739027"/>
              <a:ext cx="76354" cy="76561"/>
            </a:xfrm>
            <a:custGeom>
              <a:avLst/>
              <a:pathLst>
                <a:path w="76354" h="76561">
                  <a:moveTo>
                    <a:pt x="11054" y="12001"/>
                  </a:moveTo>
                  <a:lnTo>
                    <a:pt x="12367" y="34781"/>
                  </a:lnTo>
                  <a:lnTo>
                    <a:pt x="17469" y="34591"/>
                  </a:lnTo>
                  <a:lnTo>
                    <a:pt x="18248" y="36007"/>
                  </a:lnTo>
                  <a:lnTo>
                    <a:pt x="30067" y="34770"/>
                  </a:lnTo>
                  <a:lnTo>
                    <a:pt x="30916" y="37613"/>
                  </a:lnTo>
                  <a:lnTo>
                    <a:pt x="30225" y="43484"/>
                  </a:lnTo>
                  <a:lnTo>
                    <a:pt x="45561" y="47615"/>
                  </a:lnTo>
                  <a:lnTo>
                    <a:pt x="49336" y="47304"/>
                  </a:lnTo>
                  <a:lnTo>
                    <a:pt x="54060" y="40717"/>
                  </a:lnTo>
                  <a:lnTo>
                    <a:pt x="55768" y="39387"/>
                  </a:lnTo>
                  <a:lnTo>
                    <a:pt x="68356" y="52919"/>
                  </a:lnTo>
                  <a:lnTo>
                    <a:pt x="76354" y="61516"/>
                  </a:lnTo>
                  <a:lnTo>
                    <a:pt x="72498" y="61790"/>
                  </a:lnTo>
                  <a:lnTo>
                    <a:pt x="72483" y="64822"/>
                  </a:lnTo>
                  <a:lnTo>
                    <a:pt x="66150" y="62960"/>
                  </a:lnTo>
                  <a:lnTo>
                    <a:pt x="60554" y="59592"/>
                  </a:lnTo>
                  <a:lnTo>
                    <a:pt x="58497" y="56957"/>
                  </a:lnTo>
                  <a:lnTo>
                    <a:pt x="48644" y="56712"/>
                  </a:lnTo>
                  <a:lnTo>
                    <a:pt x="44720" y="65200"/>
                  </a:lnTo>
                  <a:lnTo>
                    <a:pt x="44713" y="66534"/>
                  </a:lnTo>
                  <a:lnTo>
                    <a:pt x="43331" y="66918"/>
                  </a:lnTo>
                  <a:lnTo>
                    <a:pt x="41774" y="69004"/>
                  </a:lnTo>
                  <a:lnTo>
                    <a:pt x="41200" y="72263"/>
                  </a:lnTo>
                  <a:lnTo>
                    <a:pt x="35208" y="72106"/>
                  </a:lnTo>
                  <a:lnTo>
                    <a:pt x="35403" y="66906"/>
                  </a:lnTo>
                  <a:lnTo>
                    <a:pt x="34014" y="66937"/>
                  </a:lnTo>
                  <a:lnTo>
                    <a:pt x="31449" y="68059"/>
                  </a:lnTo>
                  <a:lnTo>
                    <a:pt x="30121" y="69662"/>
                  </a:lnTo>
                  <a:lnTo>
                    <a:pt x="18964" y="70395"/>
                  </a:lnTo>
                  <a:lnTo>
                    <a:pt x="4992" y="76561"/>
                  </a:lnTo>
                  <a:lnTo>
                    <a:pt x="4255" y="75600"/>
                  </a:lnTo>
                  <a:lnTo>
                    <a:pt x="3064" y="63583"/>
                  </a:lnTo>
                  <a:lnTo>
                    <a:pt x="3247" y="56956"/>
                  </a:lnTo>
                  <a:lnTo>
                    <a:pt x="235" y="45734"/>
                  </a:lnTo>
                  <a:lnTo>
                    <a:pt x="0" y="42688"/>
                  </a:lnTo>
                  <a:lnTo>
                    <a:pt x="4809" y="25200"/>
                  </a:lnTo>
                  <a:lnTo>
                    <a:pt x="4400" y="16060"/>
                  </a:lnTo>
                  <a:lnTo>
                    <a:pt x="7986" y="9649"/>
                  </a:lnTo>
                  <a:lnTo>
                    <a:pt x="7991" y="8782"/>
                  </a:lnTo>
                  <a:lnTo>
                    <a:pt x="7136" y="8378"/>
                  </a:lnTo>
                  <a:lnTo>
                    <a:pt x="6626" y="5099"/>
                  </a:lnTo>
                  <a:lnTo>
                    <a:pt x="7572" y="412"/>
                  </a:lnTo>
                  <a:lnTo>
                    <a:pt x="10362" y="0"/>
                  </a:lnTo>
                  <a:lnTo>
                    <a:pt x="11039" y="11738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h3391"/>
            <p:cNvSpPr/>
            <p:nvPr/>
          </p:nvSpPr>
          <p:spPr>
            <a:xfrm>
              <a:off x="7693129" y="2762996"/>
              <a:ext cx="1258" cy="6495"/>
            </a:xfrm>
            <a:custGeom>
              <a:avLst/>
              <a:pathLst>
                <a:path w="1258" h="6495">
                  <a:moveTo>
                    <a:pt x="0" y="4205"/>
                  </a:moveTo>
                  <a:lnTo>
                    <a:pt x="627" y="0"/>
                  </a:lnTo>
                  <a:lnTo>
                    <a:pt x="1258" y="1005"/>
                  </a:lnTo>
                  <a:lnTo>
                    <a:pt x="846" y="3755"/>
                  </a:lnTo>
                  <a:lnTo>
                    <a:pt x="1009" y="6495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h3392"/>
            <p:cNvSpPr/>
            <p:nvPr/>
          </p:nvSpPr>
          <p:spPr>
            <a:xfrm>
              <a:off x="7693728" y="2762359"/>
              <a:ext cx="964" cy="1713"/>
            </a:xfrm>
            <a:custGeom>
              <a:avLst/>
              <a:pathLst>
                <a:path w="964" h="1713">
                  <a:moveTo>
                    <a:pt x="964" y="1713"/>
                  </a:moveTo>
                  <a:lnTo>
                    <a:pt x="0" y="0"/>
                  </a:lnTo>
                  <a:lnTo>
                    <a:pt x="905" y="274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h3393"/>
            <p:cNvSpPr/>
            <p:nvPr/>
          </p:nvSpPr>
          <p:spPr>
            <a:xfrm>
              <a:off x="7693859" y="2758073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h3394"/>
            <p:cNvSpPr/>
            <p:nvPr/>
          </p:nvSpPr>
          <p:spPr>
            <a:xfrm>
              <a:off x="7742421" y="2931505"/>
              <a:ext cx="128648" cy="166400"/>
            </a:xfrm>
            <a:custGeom>
              <a:avLst/>
              <a:pathLst>
                <a:path w="128648" h="166400">
                  <a:moveTo>
                    <a:pt x="77291" y="177"/>
                  </a:moveTo>
                  <a:lnTo>
                    <a:pt x="79761" y="23935"/>
                  </a:lnTo>
                  <a:lnTo>
                    <a:pt x="107236" y="20998"/>
                  </a:lnTo>
                  <a:lnTo>
                    <a:pt x="107270" y="24519"/>
                  </a:lnTo>
                  <a:lnTo>
                    <a:pt x="108639" y="30867"/>
                  </a:lnTo>
                  <a:lnTo>
                    <a:pt x="117669" y="29538"/>
                  </a:lnTo>
                  <a:lnTo>
                    <a:pt x="119442" y="43908"/>
                  </a:lnTo>
                  <a:lnTo>
                    <a:pt x="118782" y="46383"/>
                  </a:lnTo>
                  <a:lnTo>
                    <a:pt x="122032" y="80173"/>
                  </a:lnTo>
                  <a:lnTo>
                    <a:pt x="124842" y="79972"/>
                  </a:lnTo>
                  <a:lnTo>
                    <a:pt x="126018" y="87623"/>
                  </a:lnTo>
                  <a:lnTo>
                    <a:pt x="124095" y="87833"/>
                  </a:lnTo>
                  <a:lnTo>
                    <a:pt x="125743" y="98720"/>
                  </a:lnTo>
                  <a:lnTo>
                    <a:pt x="123550" y="98898"/>
                  </a:lnTo>
                  <a:lnTo>
                    <a:pt x="123596" y="107546"/>
                  </a:lnTo>
                  <a:lnTo>
                    <a:pt x="125290" y="107054"/>
                  </a:lnTo>
                  <a:lnTo>
                    <a:pt x="126105" y="116366"/>
                  </a:lnTo>
                  <a:lnTo>
                    <a:pt x="119622" y="117090"/>
                  </a:lnTo>
                  <a:lnTo>
                    <a:pt x="120022" y="124404"/>
                  </a:lnTo>
                  <a:lnTo>
                    <a:pt x="126632" y="123911"/>
                  </a:lnTo>
                  <a:lnTo>
                    <a:pt x="126854" y="126856"/>
                  </a:lnTo>
                  <a:lnTo>
                    <a:pt x="125197" y="131700"/>
                  </a:lnTo>
                  <a:lnTo>
                    <a:pt x="120196" y="131841"/>
                  </a:lnTo>
                  <a:lnTo>
                    <a:pt x="120422" y="135227"/>
                  </a:lnTo>
                  <a:lnTo>
                    <a:pt x="121007" y="139794"/>
                  </a:lnTo>
                  <a:lnTo>
                    <a:pt x="127122" y="139304"/>
                  </a:lnTo>
                  <a:lnTo>
                    <a:pt x="127289" y="140890"/>
                  </a:lnTo>
                  <a:lnTo>
                    <a:pt x="128648" y="155706"/>
                  </a:lnTo>
                  <a:lnTo>
                    <a:pt x="4033" y="166400"/>
                  </a:lnTo>
                  <a:lnTo>
                    <a:pt x="2339" y="131900"/>
                  </a:lnTo>
                  <a:lnTo>
                    <a:pt x="1601" y="124536"/>
                  </a:lnTo>
                  <a:lnTo>
                    <a:pt x="226" y="124664"/>
                  </a:lnTo>
                  <a:lnTo>
                    <a:pt x="0" y="121508"/>
                  </a:lnTo>
                  <a:lnTo>
                    <a:pt x="18861" y="119307"/>
                  </a:lnTo>
                  <a:lnTo>
                    <a:pt x="19059" y="115542"/>
                  </a:lnTo>
                  <a:lnTo>
                    <a:pt x="17865" y="96295"/>
                  </a:lnTo>
                  <a:lnTo>
                    <a:pt x="15408" y="96426"/>
                  </a:lnTo>
                  <a:lnTo>
                    <a:pt x="15520" y="87220"/>
                  </a:lnTo>
                  <a:lnTo>
                    <a:pt x="8709" y="88195"/>
                  </a:lnTo>
                  <a:lnTo>
                    <a:pt x="6496" y="87069"/>
                  </a:lnTo>
                  <a:lnTo>
                    <a:pt x="5470" y="83057"/>
                  </a:lnTo>
                  <a:lnTo>
                    <a:pt x="5076" y="77351"/>
                  </a:lnTo>
                  <a:lnTo>
                    <a:pt x="1765" y="77541"/>
                  </a:lnTo>
                  <a:lnTo>
                    <a:pt x="742" y="73906"/>
                  </a:lnTo>
                  <a:lnTo>
                    <a:pt x="1354" y="67865"/>
                  </a:lnTo>
                  <a:lnTo>
                    <a:pt x="3713" y="64198"/>
                  </a:lnTo>
                  <a:lnTo>
                    <a:pt x="7486" y="64258"/>
                  </a:lnTo>
                  <a:lnTo>
                    <a:pt x="7559" y="61406"/>
                  </a:lnTo>
                  <a:lnTo>
                    <a:pt x="4717" y="61386"/>
                  </a:lnTo>
                  <a:lnTo>
                    <a:pt x="4711" y="56915"/>
                  </a:lnTo>
                  <a:lnTo>
                    <a:pt x="9243" y="56979"/>
                  </a:lnTo>
                  <a:lnTo>
                    <a:pt x="9212" y="58201"/>
                  </a:lnTo>
                  <a:lnTo>
                    <a:pt x="15418" y="58362"/>
                  </a:lnTo>
                  <a:lnTo>
                    <a:pt x="16343" y="28326"/>
                  </a:lnTo>
                  <a:lnTo>
                    <a:pt x="13110" y="24392"/>
                  </a:lnTo>
                  <a:lnTo>
                    <a:pt x="1785" y="25095"/>
                  </a:lnTo>
                  <a:lnTo>
                    <a:pt x="2334" y="22808"/>
                  </a:lnTo>
                  <a:lnTo>
                    <a:pt x="2038" y="18951"/>
                  </a:lnTo>
                  <a:lnTo>
                    <a:pt x="20410" y="20494"/>
                  </a:lnTo>
                  <a:lnTo>
                    <a:pt x="18888" y="17048"/>
                  </a:lnTo>
                  <a:lnTo>
                    <a:pt x="27864" y="19253"/>
                  </a:lnTo>
                  <a:lnTo>
                    <a:pt x="27885" y="19717"/>
                  </a:lnTo>
                  <a:lnTo>
                    <a:pt x="45010" y="17418"/>
                  </a:lnTo>
                  <a:lnTo>
                    <a:pt x="45271" y="13449"/>
                  </a:lnTo>
                  <a:lnTo>
                    <a:pt x="66111" y="12233"/>
                  </a:lnTo>
                  <a:lnTo>
                    <a:pt x="6645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h3395"/>
            <p:cNvSpPr/>
            <p:nvPr/>
          </p:nvSpPr>
          <p:spPr>
            <a:xfrm>
              <a:off x="7651572" y="2955898"/>
              <a:ext cx="109908" cy="100646"/>
            </a:xfrm>
            <a:custGeom>
              <a:avLst/>
              <a:pathLst>
                <a:path w="109908" h="100646">
                  <a:moveTo>
                    <a:pt x="107191" y="3933"/>
                  </a:moveTo>
                  <a:lnTo>
                    <a:pt x="106266" y="33969"/>
                  </a:lnTo>
                  <a:lnTo>
                    <a:pt x="100060" y="33808"/>
                  </a:lnTo>
                  <a:lnTo>
                    <a:pt x="100091" y="32586"/>
                  </a:lnTo>
                  <a:lnTo>
                    <a:pt x="95559" y="32523"/>
                  </a:lnTo>
                  <a:lnTo>
                    <a:pt x="95566" y="36993"/>
                  </a:lnTo>
                  <a:lnTo>
                    <a:pt x="98407" y="37013"/>
                  </a:lnTo>
                  <a:lnTo>
                    <a:pt x="98334" y="39865"/>
                  </a:lnTo>
                  <a:lnTo>
                    <a:pt x="94561" y="39805"/>
                  </a:lnTo>
                  <a:lnTo>
                    <a:pt x="92202" y="43472"/>
                  </a:lnTo>
                  <a:lnTo>
                    <a:pt x="91590" y="49513"/>
                  </a:lnTo>
                  <a:lnTo>
                    <a:pt x="92613" y="53148"/>
                  </a:lnTo>
                  <a:lnTo>
                    <a:pt x="95924" y="52958"/>
                  </a:lnTo>
                  <a:lnTo>
                    <a:pt x="96318" y="58664"/>
                  </a:lnTo>
                  <a:lnTo>
                    <a:pt x="97345" y="62676"/>
                  </a:lnTo>
                  <a:lnTo>
                    <a:pt x="99557" y="63802"/>
                  </a:lnTo>
                  <a:lnTo>
                    <a:pt x="106369" y="62827"/>
                  </a:lnTo>
                  <a:lnTo>
                    <a:pt x="106256" y="72033"/>
                  </a:lnTo>
                  <a:lnTo>
                    <a:pt x="108713" y="71902"/>
                  </a:lnTo>
                  <a:lnTo>
                    <a:pt x="109908" y="91149"/>
                  </a:lnTo>
                  <a:lnTo>
                    <a:pt x="109709" y="94914"/>
                  </a:lnTo>
                  <a:lnTo>
                    <a:pt x="90848" y="97115"/>
                  </a:lnTo>
                  <a:lnTo>
                    <a:pt x="91074" y="100271"/>
                  </a:lnTo>
                  <a:lnTo>
                    <a:pt x="87188" y="100646"/>
                  </a:lnTo>
                  <a:lnTo>
                    <a:pt x="86806" y="96815"/>
                  </a:lnTo>
                  <a:lnTo>
                    <a:pt x="70496" y="98319"/>
                  </a:lnTo>
                  <a:lnTo>
                    <a:pt x="66697" y="66089"/>
                  </a:lnTo>
                  <a:lnTo>
                    <a:pt x="66764" y="61469"/>
                  </a:lnTo>
                  <a:lnTo>
                    <a:pt x="60822" y="61998"/>
                  </a:lnTo>
                  <a:lnTo>
                    <a:pt x="60896" y="66967"/>
                  </a:lnTo>
                  <a:lnTo>
                    <a:pt x="51579" y="67885"/>
                  </a:lnTo>
                  <a:lnTo>
                    <a:pt x="51722" y="63877"/>
                  </a:lnTo>
                  <a:lnTo>
                    <a:pt x="49112" y="63976"/>
                  </a:lnTo>
                  <a:lnTo>
                    <a:pt x="49229" y="66756"/>
                  </a:lnTo>
                  <a:lnTo>
                    <a:pt x="36643" y="67916"/>
                  </a:lnTo>
                  <a:lnTo>
                    <a:pt x="37916" y="84041"/>
                  </a:lnTo>
                  <a:lnTo>
                    <a:pt x="29237" y="84668"/>
                  </a:lnTo>
                  <a:lnTo>
                    <a:pt x="28989" y="94288"/>
                  </a:lnTo>
                  <a:lnTo>
                    <a:pt x="24936" y="94121"/>
                  </a:lnTo>
                  <a:lnTo>
                    <a:pt x="24952" y="89395"/>
                  </a:lnTo>
                  <a:lnTo>
                    <a:pt x="16575" y="89932"/>
                  </a:lnTo>
                  <a:lnTo>
                    <a:pt x="16387" y="92976"/>
                  </a:lnTo>
                  <a:lnTo>
                    <a:pt x="10853" y="93366"/>
                  </a:lnTo>
                  <a:lnTo>
                    <a:pt x="11488" y="90083"/>
                  </a:lnTo>
                  <a:lnTo>
                    <a:pt x="12498" y="90456"/>
                  </a:lnTo>
                  <a:lnTo>
                    <a:pt x="13444" y="87287"/>
                  </a:lnTo>
                  <a:lnTo>
                    <a:pt x="10754" y="86289"/>
                  </a:lnTo>
                  <a:lnTo>
                    <a:pt x="9673" y="88437"/>
                  </a:lnTo>
                  <a:lnTo>
                    <a:pt x="6297" y="88410"/>
                  </a:lnTo>
                  <a:lnTo>
                    <a:pt x="3322" y="85631"/>
                  </a:lnTo>
                  <a:lnTo>
                    <a:pt x="3072" y="84155"/>
                  </a:lnTo>
                  <a:lnTo>
                    <a:pt x="4222" y="84281"/>
                  </a:lnTo>
                  <a:lnTo>
                    <a:pt x="4314" y="80358"/>
                  </a:lnTo>
                  <a:lnTo>
                    <a:pt x="3152" y="80392"/>
                  </a:lnTo>
                  <a:lnTo>
                    <a:pt x="0" y="77841"/>
                  </a:lnTo>
                  <a:lnTo>
                    <a:pt x="2001" y="69398"/>
                  </a:lnTo>
                  <a:lnTo>
                    <a:pt x="2175" y="63467"/>
                  </a:lnTo>
                  <a:lnTo>
                    <a:pt x="4627" y="56894"/>
                  </a:lnTo>
                  <a:lnTo>
                    <a:pt x="3410" y="50910"/>
                  </a:lnTo>
                  <a:lnTo>
                    <a:pt x="3588" y="48594"/>
                  </a:lnTo>
                  <a:lnTo>
                    <a:pt x="7877" y="48109"/>
                  </a:lnTo>
                  <a:lnTo>
                    <a:pt x="12574" y="48596"/>
                  </a:lnTo>
                  <a:lnTo>
                    <a:pt x="13404" y="45511"/>
                  </a:lnTo>
                  <a:lnTo>
                    <a:pt x="20462" y="43820"/>
                  </a:lnTo>
                  <a:lnTo>
                    <a:pt x="22876" y="40481"/>
                  </a:lnTo>
                  <a:lnTo>
                    <a:pt x="23574" y="36859"/>
                  </a:lnTo>
                  <a:lnTo>
                    <a:pt x="21680" y="35079"/>
                  </a:lnTo>
                  <a:lnTo>
                    <a:pt x="17887" y="35012"/>
                  </a:lnTo>
                  <a:lnTo>
                    <a:pt x="17994" y="30449"/>
                  </a:lnTo>
                  <a:lnTo>
                    <a:pt x="18890" y="30442"/>
                  </a:lnTo>
                  <a:lnTo>
                    <a:pt x="19543" y="26555"/>
                  </a:lnTo>
                  <a:lnTo>
                    <a:pt x="16315" y="26399"/>
                  </a:lnTo>
                  <a:lnTo>
                    <a:pt x="16398" y="22944"/>
                  </a:lnTo>
                  <a:lnTo>
                    <a:pt x="19048" y="21432"/>
                  </a:lnTo>
                  <a:lnTo>
                    <a:pt x="21986" y="22517"/>
                  </a:lnTo>
                  <a:lnTo>
                    <a:pt x="25780" y="26431"/>
                  </a:lnTo>
                  <a:lnTo>
                    <a:pt x="29606" y="22525"/>
                  </a:lnTo>
                  <a:lnTo>
                    <a:pt x="30926" y="22893"/>
                  </a:lnTo>
                  <a:lnTo>
                    <a:pt x="30183" y="36289"/>
                  </a:lnTo>
                  <a:lnTo>
                    <a:pt x="40079" y="40137"/>
                  </a:lnTo>
                  <a:lnTo>
                    <a:pt x="56614" y="41946"/>
                  </a:lnTo>
                  <a:lnTo>
                    <a:pt x="54981" y="54409"/>
                  </a:lnTo>
                  <a:lnTo>
                    <a:pt x="61812" y="54107"/>
                  </a:lnTo>
                  <a:lnTo>
                    <a:pt x="61126" y="26261"/>
                  </a:lnTo>
                  <a:lnTo>
                    <a:pt x="78591" y="26259"/>
                  </a:lnTo>
                  <a:lnTo>
                    <a:pt x="78819" y="14319"/>
                  </a:lnTo>
                  <a:lnTo>
                    <a:pt x="87652" y="13699"/>
                  </a:lnTo>
                  <a:lnTo>
                    <a:pt x="88268" y="6895"/>
                  </a:lnTo>
                  <a:lnTo>
                    <a:pt x="92943" y="2650"/>
                  </a:lnTo>
                  <a:lnTo>
                    <a:pt x="92633" y="702"/>
                  </a:lnTo>
                  <a:lnTo>
                    <a:pt x="1039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h3396"/>
            <p:cNvSpPr/>
            <p:nvPr/>
          </p:nvSpPr>
          <p:spPr>
            <a:xfrm>
              <a:off x="7696488" y="2823495"/>
              <a:ext cx="58321" cy="38633"/>
            </a:xfrm>
            <a:custGeom>
              <a:avLst/>
              <a:pathLst>
                <a:path w="58321" h="38633">
                  <a:moveTo>
                    <a:pt x="13824" y="905"/>
                  </a:moveTo>
                  <a:lnTo>
                    <a:pt x="25897" y="5451"/>
                  </a:lnTo>
                  <a:lnTo>
                    <a:pt x="35655" y="5441"/>
                  </a:lnTo>
                  <a:lnTo>
                    <a:pt x="36209" y="12957"/>
                  </a:lnTo>
                  <a:lnTo>
                    <a:pt x="38137" y="13121"/>
                  </a:lnTo>
                  <a:lnTo>
                    <a:pt x="38515" y="11338"/>
                  </a:lnTo>
                  <a:lnTo>
                    <a:pt x="43199" y="9374"/>
                  </a:lnTo>
                  <a:lnTo>
                    <a:pt x="46266" y="11827"/>
                  </a:lnTo>
                  <a:lnTo>
                    <a:pt x="56191" y="14670"/>
                  </a:lnTo>
                  <a:lnTo>
                    <a:pt x="57011" y="22504"/>
                  </a:lnTo>
                  <a:lnTo>
                    <a:pt x="58000" y="25619"/>
                  </a:lnTo>
                  <a:lnTo>
                    <a:pt x="53099" y="24501"/>
                  </a:lnTo>
                  <a:lnTo>
                    <a:pt x="53685" y="31383"/>
                  </a:lnTo>
                  <a:lnTo>
                    <a:pt x="57278" y="31694"/>
                  </a:lnTo>
                  <a:lnTo>
                    <a:pt x="58054" y="30513"/>
                  </a:lnTo>
                  <a:lnTo>
                    <a:pt x="58321" y="38134"/>
                  </a:lnTo>
                  <a:lnTo>
                    <a:pt x="56069" y="38083"/>
                  </a:lnTo>
                  <a:lnTo>
                    <a:pt x="55354" y="35247"/>
                  </a:lnTo>
                  <a:lnTo>
                    <a:pt x="51745" y="34258"/>
                  </a:lnTo>
                  <a:lnTo>
                    <a:pt x="50864" y="38053"/>
                  </a:lnTo>
                  <a:lnTo>
                    <a:pt x="45867" y="36681"/>
                  </a:lnTo>
                  <a:lnTo>
                    <a:pt x="41521" y="36939"/>
                  </a:lnTo>
                  <a:lnTo>
                    <a:pt x="37531" y="38572"/>
                  </a:lnTo>
                  <a:lnTo>
                    <a:pt x="35119" y="38633"/>
                  </a:lnTo>
                  <a:lnTo>
                    <a:pt x="34703" y="38445"/>
                  </a:lnTo>
                  <a:lnTo>
                    <a:pt x="37465" y="35324"/>
                  </a:lnTo>
                  <a:lnTo>
                    <a:pt x="34083" y="32701"/>
                  </a:lnTo>
                  <a:lnTo>
                    <a:pt x="31362" y="33525"/>
                  </a:lnTo>
                  <a:lnTo>
                    <a:pt x="29123" y="32325"/>
                  </a:lnTo>
                  <a:lnTo>
                    <a:pt x="30892" y="28958"/>
                  </a:lnTo>
                  <a:lnTo>
                    <a:pt x="30346" y="25531"/>
                  </a:lnTo>
                  <a:lnTo>
                    <a:pt x="28173" y="27580"/>
                  </a:lnTo>
                  <a:lnTo>
                    <a:pt x="26565" y="28175"/>
                  </a:lnTo>
                  <a:lnTo>
                    <a:pt x="23844" y="27923"/>
                  </a:lnTo>
                  <a:lnTo>
                    <a:pt x="22051" y="22802"/>
                  </a:lnTo>
                  <a:lnTo>
                    <a:pt x="17268" y="20647"/>
                  </a:lnTo>
                  <a:lnTo>
                    <a:pt x="13939" y="20315"/>
                  </a:lnTo>
                  <a:lnTo>
                    <a:pt x="13019" y="20650"/>
                  </a:lnTo>
                  <a:lnTo>
                    <a:pt x="13001" y="21856"/>
                  </a:lnTo>
                  <a:lnTo>
                    <a:pt x="6404" y="21580"/>
                  </a:lnTo>
                  <a:lnTo>
                    <a:pt x="3676" y="18794"/>
                  </a:lnTo>
                  <a:lnTo>
                    <a:pt x="3436" y="17527"/>
                  </a:lnTo>
                  <a:lnTo>
                    <a:pt x="4346" y="16644"/>
                  </a:lnTo>
                  <a:lnTo>
                    <a:pt x="4151" y="16019"/>
                  </a:lnTo>
                  <a:lnTo>
                    <a:pt x="510" y="9930"/>
                  </a:lnTo>
                  <a:lnTo>
                    <a:pt x="1405" y="3623"/>
                  </a:lnTo>
                  <a:lnTo>
                    <a:pt x="0" y="246"/>
                  </a:lnTo>
                  <a:lnTo>
                    <a:pt x="5631" y="0"/>
                  </a:lnTo>
                  <a:lnTo>
                    <a:pt x="5628" y="1905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h3397"/>
            <p:cNvSpPr/>
            <p:nvPr/>
          </p:nvSpPr>
          <p:spPr>
            <a:xfrm>
              <a:off x="6498775" y="2046740"/>
              <a:ext cx="61475" cy="66969"/>
            </a:xfrm>
            <a:custGeom>
              <a:avLst/>
              <a:pathLst>
                <a:path w="61475" h="66969">
                  <a:moveTo>
                    <a:pt x="47000" y="2196"/>
                  </a:moveTo>
                  <a:lnTo>
                    <a:pt x="48670" y="3531"/>
                  </a:lnTo>
                  <a:lnTo>
                    <a:pt x="61475" y="6997"/>
                  </a:lnTo>
                  <a:lnTo>
                    <a:pt x="60449" y="15678"/>
                  </a:lnTo>
                  <a:lnTo>
                    <a:pt x="61151" y="19614"/>
                  </a:lnTo>
                  <a:lnTo>
                    <a:pt x="60936" y="35547"/>
                  </a:lnTo>
                  <a:lnTo>
                    <a:pt x="55821" y="41135"/>
                  </a:lnTo>
                  <a:lnTo>
                    <a:pt x="53969" y="46948"/>
                  </a:lnTo>
                  <a:lnTo>
                    <a:pt x="53312" y="49960"/>
                  </a:lnTo>
                  <a:lnTo>
                    <a:pt x="45170" y="58594"/>
                  </a:lnTo>
                  <a:lnTo>
                    <a:pt x="44639" y="57459"/>
                  </a:lnTo>
                  <a:lnTo>
                    <a:pt x="38428" y="44192"/>
                  </a:lnTo>
                  <a:lnTo>
                    <a:pt x="13913" y="66969"/>
                  </a:lnTo>
                  <a:lnTo>
                    <a:pt x="12913" y="64123"/>
                  </a:lnTo>
                  <a:lnTo>
                    <a:pt x="0" y="48949"/>
                  </a:lnTo>
                  <a:lnTo>
                    <a:pt x="11191" y="37308"/>
                  </a:lnTo>
                  <a:lnTo>
                    <a:pt x="18526" y="31952"/>
                  </a:lnTo>
                  <a:lnTo>
                    <a:pt x="20789" y="26779"/>
                  </a:lnTo>
                  <a:lnTo>
                    <a:pt x="13781" y="16755"/>
                  </a:lnTo>
                  <a:lnTo>
                    <a:pt x="12254" y="15782"/>
                  </a:lnTo>
                  <a:lnTo>
                    <a:pt x="7767" y="14803"/>
                  </a:lnTo>
                  <a:lnTo>
                    <a:pt x="5290" y="10093"/>
                  </a:lnTo>
                  <a:lnTo>
                    <a:pt x="17867" y="1320"/>
                  </a:lnTo>
                  <a:lnTo>
                    <a:pt x="19727" y="0"/>
                  </a:lnTo>
                  <a:lnTo>
                    <a:pt x="19992" y="3460"/>
                  </a:lnTo>
                  <a:lnTo>
                    <a:pt x="22523" y="10235"/>
                  </a:lnTo>
                  <a:lnTo>
                    <a:pt x="29808" y="3916"/>
                  </a:lnTo>
                  <a:lnTo>
                    <a:pt x="38688" y="6977"/>
                  </a:lnTo>
                  <a:lnTo>
                    <a:pt x="39701" y="2540"/>
                  </a:lnTo>
                  <a:lnTo>
                    <a:pt x="42842" y="71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h3398"/>
            <p:cNvSpPr/>
            <p:nvPr/>
          </p:nvSpPr>
          <p:spPr>
            <a:xfrm>
              <a:off x="6256483" y="2205126"/>
              <a:ext cx="36222" cy="48053"/>
            </a:xfrm>
            <a:custGeom>
              <a:avLst/>
              <a:pathLst>
                <a:path w="36222" h="48053">
                  <a:moveTo>
                    <a:pt x="15529" y="2229"/>
                  </a:moveTo>
                  <a:lnTo>
                    <a:pt x="16420" y="2696"/>
                  </a:lnTo>
                  <a:lnTo>
                    <a:pt x="17485" y="2185"/>
                  </a:lnTo>
                  <a:lnTo>
                    <a:pt x="18087" y="11458"/>
                  </a:lnTo>
                  <a:lnTo>
                    <a:pt x="24845" y="12672"/>
                  </a:lnTo>
                  <a:lnTo>
                    <a:pt x="31482" y="18782"/>
                  </a:lnTo>
                  <a:lnTo>
                    <a:pt x="32672" y="15231"/>
                  </a:lnTo>
                  <a:lnTo>
                    <a:pt x="36222" y="16057"/>
                  </a:lnTo>
                  <a:lnTo>
                    <a:pt x="36041" y="16975"/>
                  </a:lnTo>
                  <a:lnTo>
                    <a:pt x="31433" y="21435"/>
                  </a:lnTo>
                  <a:lnTo>
                    <a:pt x="30781" y="20763"/>
                  </a:lnTo>
                  <a:lnTo>
                    <a:pt x="29211" y="21101"/>
                  </a:lnTo>
                  <a:lnTo>
                    <a:pt x="30583" y="27311"/>
                  </a:lnTo>
                  <a:lnTo>
                    <a:pt x="27450" y="45973"/>
                  </a:lnTo>
                  <a:lnTo>
                    <a:pt x="24387" y="45610"/>
                  </a:lnTo>
                  <a:lnTo>
                    <a:pt x="24370" y="44535"/>
                  </a:lnTo>
                  <a:lnTo>
                    <a:pt x="21552" y="43440"/>
                  </a:lnTo>
                  <a:lnTo>
                    <a:pt x="10588" y="42955"/>
                  </a:lnTo>
                  <a:lnTo>
                    <a:pt x="6115" y="45902"/>
                  </a:lnTo>
                  <a:lnTo>
                    <a:pt x="4247" y="47945"/>
                  </a:lnTo>
                  <a:lnTo>
                    <a:pt x="2870" y="48053"/>
                  </a:lnTo>
                  <a:lnTo>
                    <a:pt x="2433" y="43433"/>
                  </a:lnTo>
                  <a:lnTo>
                    <a:pt x="6794" y="23324"/>
                  </a:lnTo>
                  <a:lnTo>
                    <a:pt x="8104" y="22672"/>
                  </a:lnTo>
                  <a:lnTo>
                    <a:pt x="11448" y="23365"/>
                  </a:lnTo>
                  <a:lnTo>
                    <a:pt x="9846" y="19371"/>
                  </a:lnTo>
                  <a:lnTo>
                    <a:pt x="0" y="17719"/>
                  </a:lnTo>
                  <a:lnTo>
                    <a:pt x="2250" y="15421"/>
                  </a:lnTo>
                  <a:lnTo>
                    <a:pt x="1230" y="9958"/>
                  </a:lnTo>
                  <a:lnTo>
                    <a:pt x="2748" y="7922"/>
                  </a:lnTo>
                  <a:lnTo>
                    <a:pt x="1538" y="6967"/>
                  </a:lnTo>
                  <a:lnTo>
                    <a:pt x="3013" y="5927"/>
                  </a:lnTo>
                  <a:lnTo>
                    <a:pt x="5020" y="4491"/>
                  </a:lnTo>
                  <a:lnTo>
                    <a:pt x="7870" y="8182"/>
                  </a:lnTo>
                  <a:lnTo>
                    <a:pt x="9544" y="8072"/>
                  </a:lnTo>
                  <a:lnTo>
                    <a:pt x="14149" y="2725"/>
                  </a:lnTo>
                  <a:lnTo>
                    <a:pt x="15065" y="34"/>
                  </a:lnTo>
                  <a:lnTo>
                    <a:pt x="158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h3399"/>
            <p:cNvSpPr/>
            <p:nvPr/>
          </p:nvSpPr>
          <p:spPr>
            <a:xfrm>
              <a:off x="6454260" y="2052177"/>
              <a:ext cx="65304" cy="43512"/>
            </a:xfrm>
            <a:custGeom>
              <a:avLst/>
              <a:pathLst>
                <a:path w="65304" h="43512">
                  <a:moveTo>
                    <a:pt x="24523" y="5142"/>
                  </a:moveTo>
                  <a:lnTo>
                    <a:pt x="28119" y="6758"/>
                  </a:lnTo>
                  <a:lnTo>
                    <a:pt x="34381" y="2719"/>
                  </a:lnTo>
                  <a:lnTo>
                    <a:pt x="37130" y="6135"/>
                  </a:lnTo>
                  <a:lnTo>
                    <a:pt x="48131" y="2412"/>
                  </a:lnTo>
                  <a:lnTo>
                    <a:pt x="49096" y="5000"/>
                  </a:lnTo>
                  <a:lnTo>
                    <a:pt x="49805" y="4657"/>
                  </a:lnTo>
                  <a:lnTo>
                    <a:pt x="52282" y="9366"/>
                  </a:lnTo>
                  <a:lnTo>
                    <a:pt x="56769" y="10346"/>
                  </a:lnTo>
                  <a:lnTo>
                    <a:pt x="58297" y="11319"/>
                  </a:lnTo>
                  <a:lnTo>
                    <a:pt x="65304" y="21343"/>
                  </a:lnTo>
                  <a:lnTo>
                    <a:pt x="63042" y="26516"/>
                  </a:lnTo>
                  <a:lnTo>
                    <a:pt x="55706" y="31871"/>
                  </a:lnTo>
                  <a:lnTo>
                    <a:pt x="44515" y="43512"/>
                  </a:lnTo>
                  <a:lnTo>
                    <a:pt x="41113" y="40273"/>
                  </a:lnTo>
                  <a:lnTo>
                    <a:pt x="35585" y="37572"/>
                  </a:lnTo>
                  <a:lnTo>
                    <a:pt x="34560" y="30511"/>
                  </a:lnTo>
                  <a:lnTo>
                    <a:pt x="29086" y="26031"/>
                  </a:lnTo>
                  <a:lnTo>
                    <a:pt x="17240" y="29174"/>
                  </a:lnTo>
                  <a:lnTo>
                    <a:pt x="15238" y="27971"/>
                  </a:lnTo>
                  <a:lnTo>
                    <a:pt x="9369" y="27112"/>
                  </a:lnTo>
                  <a:lnTo>
                    <a:pt x="6088" y="29348"/>
                  </a:lnTo>
                  <a:lnTo>
                    <a:pt x="4284" y="29487"/>
                  </a:lnTo>
                  <a:lnTo>
                    <a:pt x="105" y="26316"/>
                  </a:lnTo>
                  <a:lnTo>
                    <a:pt x="0" y="24348"/>
                  </a:lnTo>
                  <a:lnTo>
                    <a:pt x="3422" y="23885"/>
                  </a:lnTo>
                  <a:lnTo>
                    <a:pt x="7673" y="19631"/>
                  </a:lnTo>
                  <a:lnTo>
                    <a:pt x="9124" y="17375"/>
                  </a:lnTo>
                  <a:lnTo>
                    <a:pt x="9841" y="13716"/>
                  </a:lnTo>
                  <a:lnTo>
                    <a:pt x="14565" y="5825"/>
                  </a:lnTo>
                  <a:lnTo>
                    <a:pt x="19052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h3400"/>
            <p:cNvSpPr/>
            <p:nvPr/>
          </p:nvSpPr>
          <p:spPr>
            <a:xfrm>
              <a:off x="6472324" y="1787229"/>
              <a:ext cx="73824" cy="65753"/>
            </a:xfrm>
            <a:custGeom>
              <a:avLst/>
              <a:pathLst>
                <a:path w="73824" h="65753">
                  <a:moveTo>
                    <a:pt x="57432" y="3877"/>
                  </a:moveTo>
                  <a:lnTo>
                    <a:pt x="60861" y="10161"/>
                  </a:lnTo>
                  <a:lnTo>
                    <a:pt x="60952" y="11452"/>
                  </a:lnTo>
                  <a:lnTo>
                    <a:pt x="59934" y="12919"/>
                  </a:lnTo>
                  <a:lnTo>
                    <a:pt x="60284" y="13431"/>
                  </a:lnTo>
                  <a:lnTo>
                    <a:pt x="65396" y="18301"/>
                  </a:lnTo>
                  <a:lnTo>
                    <a:pt x="69619" y="20162"/>
                  </a:lnTo>
                  <a:lnTo>
                    <a:pt x="70764" y="21516"/>
                  </a:lnTo>
                  <a:lnTo>
                    <a:pt x="73824" y="34884"/>
                  </a:lnTo>
                  <a:lnTo>
                    <a:pt x="73641" y="40520"/>
                  </a:lnTo>
                  <a:lnTo>
                    <a:pt x="65640" y="44121"/>
                  </a:lnTo>
                  <a:lnTo>
                    <a:pt x="61349" y="49635"/>
                  </a:lnTo>
                  <a:lnTo>
                    <a:pt x="63370" y="51912"/>
                  </a:lnTo>
                  <a:lnTo>
                    <a:pt x="61234" y="51454"/>
                  </a:lnTo>
                  <a:lnTo>
                    <a:pt x="54792" y="54898"/>
                  </a:lnTo>
                  <a:lnTo>
                    <a:pt x="52696" y="57267"/>
                  </a:lnTo>
                  <a:lnTo>
                    <a:pt x="53324" y="60066"/>
                  </a:lnTo>
                  <a:lnTo>
                    <a:pt x="46027" y="65753"/>
                  </a:lnTo>
                  <a:lnTo>
                    <a:pt x="35916" y="65073"/>
                  </a:lnTo>
                  <a:lnTo>
                    <a:pt x="31196" y="62380"/>
                  </a:lnTo>
                  <a:lnTo>
                    <a:pt x="26683" y="61031"/>
                  </a:lnTo>
                  <a:lnTo>
                    <a:pt x="20101" y="61303"/>
                  </a:lnTo>
                  <a:lnTo>
                    <a:pt x="23817" y="50981"/>
                  </a:lnTo>
                  <a:lnTo>
                    <a:pt x="24624" y="27906"/>
                  </a:lnTo>
                  <a:lnTo>
                    <a:pt x="0" y="25305"/>
                  </a:lnTo>
                  <a:lnTo>
                    <a:pt x="831" y="12088"/>
                  </a:lnTo>
                  <a:lnTo>
                    <a:pt x="31448" y="15260"/>
                  </a:lnTo>
                  <a:lnTo>
                    <a:pt x="35974" y="14615"/>
                  </a:lnTo>
                  <a:lnTo>
                    <a:pt x="36007" y="11190"/>
                  </a:lnTo>
                  <a:lnTo>
                    <a:pt x="41486" y="11167"/>
                  </a:lnTo>
                  <a:lnTo>
                    <a:pt x="41917" y="10579"/>
                  </a:lnTo>
                  <a:lnTo>
                    <a:pt x="41357" y="8545"/>
                  </a:lnTo>
                  <a:lnTo>
                    <a:pt x="42188" y="6929"/>
                  </a:lnTo>
                  <a:lnTo>
                    <a:pt x="49012" y="6399"/>
                  </a:lnTo>
                  <a:lnTo>
                    <a:pt x="49035" y="8539"/>
                  </a:lnTo>
                  <a:lnTo>
                    <a:pt x="51152" y="8647"/>
                  </a:lnTo>
                  <a:lnTo>
                    <a:pt x="52248" y="6993"/>
                  </a:lnTo>
                  <a:lnTo>
                    <a:pt x="52234" y="5033"/>
                  </a:lnTo>
                  <a:lnTo>
                    <a:pt x="4900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h3401"/>
            <p:cNvSpPr/>
            <p:nvPr/>
          </p:nvSpPr>
          <p:spPr>
            <a:xfrm>
              <a:off x="6240980" y="2259034"/>
              <a:ext cx="59033" cy="63104"/>
            </a:xfrm>
            <a:custGeom>
              <a:avLst/>
              <a:pathLst>
                <a:path w="59033" h="63104">
                  <a:moveTo>
                    <a:pt x="12946" y="5644"/>
                  </a:moveTo>
                  <a:lnTo>
                    <a:pt x="17309" y="7491"/>
                  </a:lnTo>
                  <a:lnTo>
                    <a:pt x="17200" y="11783"/>
                  </a:lnTo>
                  <a:lnTo>
                    <a:pt x="33435" y="15319"/>
                  </a:lnTo>
                  <a:lnTo>
                    <a:pt x="33999" y="19384"/>
                  </a:lnTo>
                  <a:lnTo>
                    <a:pt x="41416" y="24650"/>
                  </a:lnTo>
                  <a:lnTo>
                    <a:pt x="43331" y="25233"/>
                  </a:lnTo>
                  <a:lnTo>
                    <a:pt x="43948" y="33561"/>
                  </a:lnTo>
                  <a:lnTo>
                    <a:pt x="45086" y="36119"/>
                  </a:lnTo>
                  <a:lnTo>
                    <a:pt x="49595" y="40266"/>
                  </a:lnTo>
                  <a:lnTo>
                    <a:pt x="50299" y="43114"/>
                  </a:lnTo>
                  <a:lnTo>
                    <a:pt x="48605" y="47487"/>
                  </a:lnTo>
                  <a:lnTo>
                    <a:pt x="59033" y="54730"/>
                  </a:lnTo>
                  <a:lnTo>
                    <a:pt x="59026" y="58655"/>
                  </a:lnTo>
                  <a:lnTo>
                    <a:pt x="55083" y="60705"/>
                  </a:lnTo>
                  <a:lnTo>
                    <a:pt x="55535" y="62856"/>
                  </a:lnTo>
                  <a:lnTo>
                    <a:pt x="54059" y="63104"/>
                  </a:lnTo>
                  <a:lnTo>
                    <a:pt x="44263" y="59621"/>
                  </a:lnTo>
                  <a:lnTo>
                    <a:pt x="26354" y="42594"/>
                  </a:lnTo>
                  <a:lnTo>
                    <a:pt x="27866" y="40490"/>
                  </a:lnTo>
                  <a:lnTo>
                    <a:pt x="27750" y="38875"/>
                  </a:lnTo>
                  <a:lnTo>
                    <a:pt x="24799" y="35891"/>
                  </a:lnTo>
                  <a:lnTo>
                    <a:pt x="24960" y="32681"/>
                  </a:lnTo>
                  <a:lnTo>
                    <a:pt x="25787" y="31993"/>
                  </a:lnTo>
                  <a:lnTo>
                    <a:pt x="22826" y="29095"/>
                  </a:lnTo>
                  <a:lnTo>
                    <a:pt x="15634" y="25205"/>
                  </a:lnTo>
                  <a:lnTo>
                    <a:pt x="11166" y="16815"/>
                  </a:lnTo>
                  <a:lnTo>
                    <a:pt x="8075" y="14480"/>
                  </a:lnTo>
                  <a:lnTo>
                    <a:pt x="0" y="5239"/>
                  </a:lnTo>
                  <a:lnTo>
                    <a:pt x="1371" y="1071"/>
                  </a:lnTo>
                  <a:lnTo>
                    <a:pt x="4262" y="5257"/>
                  </a:lnTo>
                  <a:lnTo>
                    <a:pt x="6663" y="5008"/>
                  </a:lnTo>
                  <a:lnTo>
                    <a:pt x="3890" y="2371"/>
                  </a:lnTo>
                  <a:lnTo>
                    <a:pt x="7033" y="0"/>
                  </a:lnTo>
                  <a:lnTo>
                    <a:pt x="8450" y="240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h3402"/>
            <p:cNvSpPr/>
            <p:nvPr/>
          </p:nvSpPr>
          <p:spPr>
            <a:xfrm>
              <a:off x="6242667" y="2215085"/>
              <a:ext cx="25264" cy="33474"/>
            </a:xfrm>
            <a:custGeom>
              <a:avLst/>
              <a:pathLst>
                <a:path w="25264" h="33474">
                  <a:moveTo>
                    <a:pt x="23662" y="9412"/>
                  </a:moveTo>
                  <a:lnTo>
                    <a:pt x="25264" y="13406"/>
                  </a:lnTo>
                  <a:lnTo>
                    <a:pt x="21920" y="12713"/>
                  </a:lnTo>
                  <a:lnTo>
                    <a:pt x="20610" y="13365"/>
                  </a:lnTo>
                  <a:lnTo>
                    <a:pt x="16249" y="33474"/>
                  </a:lnTo>
                  <a:lnTo>
                    <a:pt x="13264" y="32694"/>
                  </a:lnTo>
                  <a:lnTo>
                    <a:pt x="10953" y="30515"/>
                  </a:lnTo>
                  <a:lnTo>
                    <a:pt x="0" y="18038"/>
                  </a:lnTo>
                  <a:lnTo>
                    <a:pt x="4188" y="15773"/>
                  </a:lnTo>
                  <a:lnTo>
                    <a:pt x="9239" y="6097"/>
                  </a:lnTo>
                  <a:lnTo>
                    <a:pt x="11706" y="6034"/>
                  </a:lnTo>
                  <a:lnTo>
                    <a:pt x="15046" y="0"/>
                  </a:lnTo>
                  <a:lnTo>
                    <a:pt x="16067" y="5462"/>
                  </a:lnTo>
                  <a:lnTo>
                    <a:pt x="13816" y="776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h3403"/>
            <p:cNvSpPr/>
            <p:nvPr/>
          </p:nvSpPr>
          <p:spPr>
            <a:xfrm>
              <a:off x="6581787" y="1928551"/>
              <a:ext cx="50857" cy="56597"/>
            </a:xfrm>
            <a:custGeom>
              <a:avLst/>
              <a:pathLst>
                <a:path w="50857" h="56597">
                  <a:moveTo>
                    <a:pt x="28723" y="1264"/>
                  </a:moveTo>
                  <a:lnTo>
                    <a:pt x="31857" y="2971"/>
                  </a:lnTo>
                  <a:lnTo>
                    <a:pt x="32999" y="8167"/>
                  </a:lnTo>
                  <a:lnTo>
                    <a:pt x="34861" y="11463"/>
                  </a:lnTo>
                  <a:lnTo>
                    <a:pt x="37789" y="12593"/>
                  </a:lnTo>
                  <a:lnTo>
                    <a:pt x="40402" y="16331"/>
                  </a:lnTo>
                  <a:lnTo>
                    <a:pt x="46648" y="28474"/>
                  </a:lnTo>
                  <a:lnTo>
                    <a:pt x="47525" y="32839"/>
                  </a:lnTo>
                  <a:lnTo>
                    <a:pt x="50015" y="35070"/>
                  </a:lnTo>
                  <a:lnTo>
                    <a:pt x="50857" y="37925"/>
                  </a:lnTo>
                  <a:lnTo>
                    <a:pt x="41531" y="49446"/>
                  </a:lnTo>
                  <a:lnTo>
                    <a:pt x="34606" y="56597"/>
                  </a:lnTo>
                  <a:lnTo>
                    <a:pt x="14195" y="34940"/>
                  </a:lnTo>
                  <a:lnTo>
                    <a:pt x="3924" y="43200"/>
                  </a:lnTo>
                  <a:lnTo>
                    <a:pt x="2570" y="41672"/>
                  </a:lnTo>
                  <a:lnTo>
                    <a:pt x="0" y="31038"/>
                  </a:lnTo>
                  <a:lnTo>
                    <a:pt x="14539" y="28463"/>
                  </a:lnTo>
                  <a:lnTo>
                    <a:pt x="14193" y="15542"/>
                  </a:lnTo>
                  <a:lnTo>
                    <a:pt x="24667" y="13696"/>
                  </a:lnTo>
                  <a:lnTo>
                    <a:pt x="25375" y="12150"/>
                  </a:lnTo>
                  <a:lnTo>
                    <a:pt x="21654" y="4016"/>
                  </a:lnTo>
                  <a:lnTo>
                    <a:pt x="2780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h3404"/>
            <p:cNvSpPr/>
            <p:nvPr/>
          </p:nvSpPr>
          <p:spPr>
            <a:xfrm>
              <a:off x="6504661" y="1948107"/>
              <a:ext cx="81051" cy="64161"/>
            </a:xfrm>
            <a:custGeom>
              <a:avLst/>
              <a:pathLst>
                <a:path w="81051" h="64161">
                  <a:moveTo>
                    <a:pt x="10418" y="989"/>
                  </a:moveTo>
                  <a:lnTo>
                    <a:pt x="31531" y="9852"/>
                  </a:lnTo>
                  <a:lnTo>
                    <a:pt x="41440" y="13273"/>
                  </a:lnTo>
                  <a:lnTo>
                    <a:pt x="79697" y="22117"/>
                  </a:lnTo>
                  <a:lnTo>
                    <a:pt x="81051" y="23644"/>
                  </a:lnTo>
                  <a:lnTo>
                    <a:pt x="74278" y="29251"/>
                  </a:lnTo>
                  <a:lnTo>
                    <a:pt x="67010" y="64161"/>
                  </a:lnTo>
                  <a:lnTo>
                    <a:pt x="66371" y="62414"/>
                  </a:lnTo>
                  <a:lnTo>
                    <a:pt x="62763" y="60237"/>
                  </a:lnTo>
                  <a:lnTo>
                    <a:pt x="59004" y="55540"/>
                  </a:lnTo>
                  <a:lnTo>
                    <a:pt x="56412" y="53421"/>
                  </a:lnTo>
                  <a:lnTo>
                    <a:pt x="51924" y="53137"/>
                  </a:lnTo>
                  <a:lnTo>
                    <a:pt x="50992" y="52798"/>
                  </a:lnTo>
                  <a:lnTo>
                    <a:pt x="49999" y="50658"/>
                  </a:lnTo>
                  <a:lnTo>
                    <a:pt x="46372" y="50049"/>
                  </a:lnTo>
                  <a:lnTo>
                    <a:pt x="35123" y="53933"/>
                  </a:lnTo>
                  <a:lnTo>
                    <a:pt x="29108" y="57265"/>
                  </a:lnTo>
                  <a:lnTo>
                    <a:pt x="22283" y="55618"/>
                  </a:lnTo>
                  <a:lnTo>
                    <a:pt x="18792" y="58777"/>
                  </a:lnTo>
                  <a:lnTo>
                    <a:pt x="19497" y="53462"/>
                  </a:lnTo>
                  <a:lnTo>
                    <a:pt x="13246" y="55041"/>
                  </a:lnTo>
                  <a:lnTo>
                    <a:pt x="0" y="41943"/>
                  </a:lnTo>
                  <a:lnTo>
                    <a:pt x="1312" y="34375"/>
                  </a:lnTo>
                  <a:lnTo>
                    <a:pt x="10112" y="28779"/>
                  </a:lnTo>
                  <a:lnTo>
                    <a:pt x="12241" y="29499"/>
                  </a:lnTo>
                  <a:lnTo>
                    <a:pt x="13543" y="31329"/>
                  </a:lnTo>
                  <a:lnTo>
                    <a:pt x="15771" y="31177"/>
                  </a:lnTo>
                  <a:lnTo>
                    <a:pt x="15632" y="21102"/>
                  </a:lnTo>
                  <a:lnTo>
                    <a:pt x="4011" y="12156"/>
                  </a:lnTo>
                  <a:lnTo>
                    <a:pt x="7287" y="9017"/>
                  </a:lnTo>
                  <a:lnTo>
                    <a:pt x="4716" y="7036"/>
                  </a:lnTo>
                  <a:lnTo>
                    <a:pt x="809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h3405"/>
            <p:cNvSpPr/>
            <p:nvPr/>
          </p:nvSpPr>
          <p:spPr>
            <a:xfrm>
              <a:off x="6336650" y="1813623"/>
              <a:ext cx="149995" cy="170644"/>
            </a:xfrm>
            <a:custGeom>
              <a:avLst/>
              <a:pathLst>
                <a:path w="149995" h="170644">
                  <a:moveTo>
                    <a:pt x="67489" y="9626"/>
                  </a:moveTo>
                  <a:lnTo>
                    <a:pt x="97047" y="66326"/>
                  </a:lnTo>
                  <a:lnTo>
                    <a:pt x="149995" y="81966"/>
                  </a:lnTo>
                  <a:lnTo>
                    <a:pt x="141187" y="86603"/>
                  </a:lnTo>
                  <a:lnTo>
                    <a:pt x="140748" y="100404"/>
                  </a:lnTo>
                  <a:lnTo>
                    <a:pt x="139337" y="100541"/>
                  </a:lnTo>
                  <a:lnTo>
                    <a:pt x="140069" y="98387"/>
                  </a:lnTo>
                  <a:lnTo>
                    <a:pt x="127976" y="99389"/>
                  </a:lnTo>
                  <a:lnTo>
                    <a:pt x="121379" y="104727"/>
                  </a:lnTo>
                  <a:lnTo>
                    <a:pt x="111567" y="99034"/>
                  </a:lnTo>
                  <a:lnTo>
                    <a:pt x="110023" y="99023"/>
                  </a:lnTo>
                  <a:lnTo>
                    <a:pt x="108050" y="102081"/>
                  </a:lnTo>
                  <a:lnTo>
                    <a:pt x="115989" y="116342"/>
                  </a:lnTo>
                  <a:lnTo>
                    <a:pt x="119851" y="116213"/>
                  </a:lnTo>
                  <a:lnTo>
                    <a:pt x="121069" y="129714"/>
                  </a:lnTo>
                  <a:lnTo>
                    <a:pt x="125818" y="128526"/>
                  </a:lnTo>
                  <a:lnTo>
                    <a:pt x="132673" y="131443"/>
                  </a:lnTo>
                  <a:lnTo>
                    <a:pt x="133277" y="131949"/>
                  </a:lnTo>
                  <a:lnTo>
                    <a:pt x="132506" y="135055"/>
                  </a:lnTo>
                  <a:lnTo>
                    <a:pt x="135308" y="135316"/>
                  </a:lnTo>
                  <a:lnTo>
                    <a:pt x="139744" y="138488"/>
                  </a:lnTo>
                  <a:lnTo>
                    <a:pt x="140252" y="139692"/>
                  </a:lnTo>
                  <a:lnTo>
                    <a:pt x="142039" y="145270"/>
                  </a:lnTo>
                  <a:lnTo>
                    <a:pt x="138174" y="142211"/>
                  </a:lnTo>
                  <a:lnTo>
                    <a:pt x="136276" y="141642"/>
                  </a:lnTo>
                  <a:lnTo>
                    <a:pt x="134474" y="142037"/>
                  </a:lnTo>
                  <a:lnTo>
                    <a:pt x="134713" y="143693"/>
                  </a:lnTo>
                  <a:lnTo>
                    <a:pt x="137020" y="152270"/>
                  </a:lnTo>
                  <a:lnTo>
                    <a:pt x="144836" y="170261"/>
                  </a:lnTo>
                  <a:lnTo>
                    <a:pt x="137448" y="170644"/>
                  </a:lnTo>
                  <a:lnTo>
                    <a:pt x="120240" y="169992"/>
                  </a:lnTo>
                  <a:lnTo>
                    <a:pt x="119369" y="167608"/>
                  </a:lnTo>
                  <a:lnTo>
                    <a:pt x="120071" y="158872"/>
                  </a:lnTo>
                  <a:lnTo>
                    <a:pt x="119549" y="157835"/>
                  </a:lnTo>
                  <a:lnTo>
                    <a:pt x="120155" y="155249"/>
                  </a:lnTo>
                  <a:lnTo>
                    <a:pt x="118058" y="153488"/>
                  </a:lnTo>
                  <a:lnTo>
                    <a:pt x="114175" y="152086"/>
                  </a:lnTo>
                  <a:lnTo>
                    <a:pt x="107191" y="147580"/>
                  </a:lnTo>
                  <a:lnTo>
                    <a:pt x="98765" y="145797"/>
                  </a:lnTo>
                  <a:lnTo>
                    <a:pt x="89217" y="142169"/>
                  </a:lnTo>
                  <a:lnTo>
                    <a:pt x="88074" y="145693"/>
                  </a:lnTo>
                  <a:lnTo>
                    <a:pt x="83640" y="145030"/>
                  </a:lnTo>
                  <a:lnTo>
                    <a:pt x="78624" y="141838"/>
                  </a:lnTo>
                  <a:lnTo>
                    <a:pt x="72034" y="132508"/>
                  </a:lnTo>
                  <a:lnTo>
                    <a:pt x="71483" y="128076"/>
                  </a:lnTo>
                  <a:lnTo>
                    <a:pt x="70034" y="124985"/>
                  </a:lnTo>
                  <a:lnTo>
                    <a:pt x="65431" y="124915"/>
                  </a:lnTo>
                  <a:lnTo>
                    <a:pt x="64107" y="122477"/>
                  </a:lnTo>
                  <a:lnTo>
                    <a:pt x="58331" y="121572"/>
                  </a:lnTo>
                  <a:lnTo>
                    <a:pt x="61035" y="108097"/>
                  </a:lnTo>
                  <a:lnTo>
                    <a:pt x="59671" y="99247"/>
                  </a:lnTo>
                  <a:lnTo>
                    <a:pt x="60185" y="88660"/>
                  </a:lnTo>
                  <a:lnTo>
                    <a:pt x="58959" y="74626"/>
                  </a:lnTo>
                  <a:lnTo>
                    <a:pt x="58042" y="72171"/>
                  </a:lnTo>
                  <a:lnTo>
                    <a:pt x="50447" y="63464"/>
                  </a:lnTo>
                  <a:lnTo>
                    <a:pt x="42955" y="60559"/>
                  </a:lnTo>
                  <a:lnTo>
                    <a:pt x="34344" y="52992"/>
                  </a:lnTo>
                  <a:lnTo>
                    <a:pt x="31551" y="48823"/>
                  </a:lnTo>
                  <a:lnTo>
                    <a:pt x="27041" y="47365"/>
                  </a:lnTo>
                  <a:lnTo>
                    <a:pt x="26974" y="51116"/>
                  </a:lnTo>
                  <a:lnTo>
                    <a:pt x="22629" y="56827"/>
                  </a:lnTo>
                  <a:lnTo>
                    <a:pt x="22731" y="64117"/>
                  </a:lnTo>
                  <a:lnTo>
                    <a:pt x="21221" y="66427"/>
                  </a:lnTo>
                  <a:lnTo>
                    <a:pt x="16643" y="61295"/>
                  </a:lnTo>
                  <a:lnTo>
                    <a:pt x="15875" y="56539"/>
                  </a:lnTo>
                  <a:lnTo>
                    <a:pt x="13886" y="57520"/>
                  </a:lnTo>
                  <a:lnTo>
                    <a:pt x="7179" y="50809"/>
                  </a:lnTo>
                  <a:lnTo>
                    <a:pt x="8960" y="46952"/>
                  </a:lnTo>
                  <a:lnTo>
                    <a:pt x="0" y="43771"/>
                  </a:lnTo>
                  <a:lnTo>
                    <a:pt x="18147" y="11212"/>
                  </a:lnTo>
                  <a:lnTo>
                    <a:pt x="2469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h3406"/>
            <p:cNvSpPr/>
            <p:nvPr/>
          </p:nvSpPr>
          <p:spPr>
            <a:xfrm>
              <a:off x="6306204" y="2128831"/>
              <a:ext cx="164876" cy="198340"/>
            </a:xfrm>
            <a:custGeom>
              <a:avLst/>
              <a:pathLst>
                <a:path w="164876" h="198340">
                  <a:moveTo>
                    <a:pt x="93876" y="6800"/>
                  </a:moveTo>
                  <a:lnTo>
                    <a:pt x="103174" y="3577"/>
                  </a:lnTo>
                  <a:lnTo>
                    <a:pt x="104216" y="9273"/>
                  </a:lnTo>
                  <a:lnTo>
                    <a:pt x="110834" y="8915"/>
                  </a:lnTo>
                  <a:lnTo>
                    <a:pt x="111688" y="4433"/>
                  </a:lnTo>
                  <a:lnTo>
                    <a:pt x="113396" y="15617"/>
                  </a:lnTo>
                  <a:lnTo>
                    <a:pt x="118007" y="11536"/>
                  </a:lnTo>
                  <a:lnTo>
                    <a:pt x="119799" y="23574"/>
                  </a:lnTo>
                  <a:lnTo>
                    <a:pt x="111704" y="23643"/>
                  </a:lnTo>
                  <a:lnTo>
                    <a:pt x="112021" y="24709"/>
                  </a:lnTo>
                  <a:lnTo>
                    <a:pt x="108939" y="35028"/>
                  </a:lnTo>
                  <a:lnTo>
                    <a:pt x="118209" y="37215"/>
                  </a:lnTo>
                  <a:lnTo>
                    <a:pt x="119202" y="44107"/>
                  </a:lnTo>
                  <a:lnTo>
                    <a:pt x="122089" y="51768"/>
                  </a:lnTo>
                  <a:lnTo>
                    <a:pt x="117410" y="54079"/>
                  </a:lnTo>
                  <a:lnTo>
                    <a:pt x="117653" y="57124"/>
                  </a:lnTo>
                  <a:lnTo>
                    <a:pt x="122200" y="62179"/>
                  </a:lnTo>
                  <a:lnTo>
                    <a:pt x="122425" y="66240"/>
                  </a:lnTo>
                  <a:lnTo>
                    <a:pt x="123953" y="72295"/>
                  </a:lnTo>
                  <a:lnTo>
                    <a:pt x="123341" y="79863"/>
                  </a:lnTo>
                  <a:lnTo>
                    <a:pt x="121934" y="79650"/>
                  </a:lnTo>
                  <a:lnTo>
                    <a:pt x="120954" y="86012"/>
                  </a:lnTo>
                  <a:lnTo>
                    <a:pt x="114093" y="85188"/>
                  </a:lnTo>
                  <a:lnTo>
                    <a:pt x="111301" y="94840"/>
                  </a:lnTo>
                  <a:lnTo>
                    <a:pt x="111332" y="99467"/>
                  </a:lnTo>
                  <a:lnTo>
                    <a:pt x="118931" y="101970"/>
                  </a:lnTo>
                  <a:lnTo>
                    <a:pt x="120327" y="107357"/>
                  </a:lnTo>
                  <a:lnTo>
                    <a:pt x="124153" y="109261"/>
                  </a:lnTo>
                  <a:lnTo>
                    <a:pt x="130538" y="110202"/>
                  </a:lnTo>
                  <a:lnTo>
                    <a:pt x="129063" y="122157"/>
                  </a:lnTo>
                  <a:lnTo>
                    <a:pt x="126432" y="120483"/>
                  </a:lnTo>
                  <a:lnTo>
                    <a:pt x="125349" y="124808"/>
                  </a:lnTo>
                  <a:lnTo>
                    <a:pt x="127992" y="128341"/>
                  </a:lnTo>
                  <a:lnTo>
                    <a:pt x="132928" y="129011"/>
                  </a:lnTo>
                  <a:lnTo>
                    <a:pt x="138908" y="133877"/>
                  </a:lnTo>
                  <a:lnTo>
                    <a:pt x="138238" y="139659"/>
                  </a:lnTo>
                  <a:lnTo>
                    <a:pt x="141621" y="141879"/>
                  </a:lnTo>
                  <a:lnTo>
                    <a:pt x="139286" y="145578"/>
                  </a:lnTo>
                  <a:lnTo>
                    <a:pt x="138664" y="147206"/>
                  </a:lnTo>
                  <a:lnTo>
                    <a:pt x="140738" y="150132"/>
                  </a:lnTo>
                  <a:lnTo>
                    <a:pt x="141965" y="151125"/>
                  </a:lnTo>
                  <a:lnTo>
                    <a:pt x="145521" y="151813"/>
                  </a:lnTo>
                  <a:lnTo>
                    <a:pt x="144341" y="160774"/>
                  </a:lnTo>
                  <a:lnTo>
                    <a:pt x="147362" y="161117"/>
                  </a:lnTo>
                  <a:lnTo>
                    <a:pt x="147944" y="157378"/>
                  </a:lnTo>
                  <a:lnTo>
                    <a:pt x="156383" y="158396"/>
                  </a:lnTo>
                  <a:lnTo>
                    <a:pt x="156411" y="161743"/>
                  </a:lnTo>
                  <a:lnTo>
                    <a:pt x="159627" y="160919"/>
                  </a:lnTo>
                  <a:lnTo>
                    <a:pt x="159557" y="158576"/>
                  </a:lnTo>
                  <a:lnTo>
                    <a:pt x="164876" y="158432"/>
                  </a:lnTo>
                  <a:lnTo>
                    <a:pt x="163164" y="165312"/>
                  </a:lnTo>
                  <a:lnTo>
                    <a:pt x="158508" y="165442"/>
                  </a:lnTo>
                  <a:lnTo>
                    <a:pt x="158229" y="169078"/>
                  </a:lnTo>
                  <a:lnTo>
                    <a:pt x="157253" y="171579"/>
                  </a:lnTo>
                  <a:lnTo>
                    <a:pt x="148332" y="180590"/>
                  </a:lnTo>
                  <a:lnTo>
                    <a:pt x="149296" y="184985"/>
                  </a:lnTo>
                  <a:lnTo>
                    <a:pt x="144214" y="190337"/>
                  </a:lnTo>
                  <a:lnTo>
                    <a:pt x="142940" y="195574"/>
                  </a:lnTo>
                  <a:lnTo>
                    <a:pt x="140642" y="196341"/>
                  </a:lnTo>
                  <a:lnTo>
                    <a:pt x="141033" y="198340"/>
                  </a:lnTo>
                  <a:lnTo>
                    <a:pt x="138657" y="197801"/>
                  </a:lnTo>
                  <a:lnTo>
                    <a:pt x="136636" y="192845"/>
                  </a:lnTo>
                  <a:lnTo>
                    <a:pt x="140087" y="194149"/>
                  </a:lnTo>
                  <a:lnTo>
                    <a:pt x="140913" y="188688"/>
                  </a:lnTo>
                  <a:lnTo>
                    <a:pt x="134930" y="185703"/>
                  </a:lnTo>
                  <a:lnTo>
                    <a:pt x="131808" y="188182"/>
                  </a:lnTo>
                  <a:lnTo>
                    <a:pt x="122218" y="183975"/>
                  </a:lnTo>
                  <a:lnTo>
                    <a:pt x="115865" y="172491"/>
                  </a:lnTo>
                  <a:lnTo>
                    <a:pt x="114025" y="167087"/>
                  </a:lnTo>
                  <a:lnTo>
                    <a:pt x="88779" y="160781"/>
                  </a:lnTo>
                  <a:lnTo>
                    <a:pt x="71909" y="155081"/>
                  </a:lnTo>
                  <a:lnTo>
                    <a:pt x="65641" y="154264"/>
                  </a:lnTo>
                  <a:lnTo>
                    <a:pt x="47466" y="155324"/>
                  </a:lnTo>
                  <a:lnTo>
                    <a:pt x="39607" y="145142"/>
                  </a:lnTo>
                  <a:lnTo>
                    <a:pt x="37464" y="140582"/>
                  </a:lnTo>
                  <a:lnTo>
                    <a:pt x="32206" y="138510"/>
                  </a:lnTo>
                  <a:lnTo>
                    <a:pt x="22074" y="124638"/>
                  </a:lnTo>
                  <a:lnTo>
                    <a:pt x="21295" y="112745"/>
                  </a:lnTo>
                  <a:lnTo>
                    <a:pt x="12128" y="111378"/>
                  </a:lnTo>
                  <a:lnTo>
                    <a:pt x="13494" y="106414"/>
                  </a:lnTo>
                  <a:lnTo>
                    <a:pt x="0" y="102600"/>
                  </a:lnTo>
                  <a:lnTo>
                    <a:pt x="2065" y="94762"/>
                  </a:lnTo>
                  <a:lnTo>
                    <a:pt x="11870" y="97508"/>
                  </a:lnTo>
                  <a:lnTo>
                    <a:pt x="11050" y="92815"/>
                  </a:lnTo>
                  <a:lnTo>
                    <a:pt x="15196" y="87748"/>
                  </a:lnTo>
                  <a:lnTo>
                    <a:pt x="21598" y="86746"/>
                  </a:lnTo>
                  <a:lnTo>
                    <a:pt x="21687" y="87810"/>
                  </a:lnTo>
                  <a:lnTo>
                    <a:pt x="25239" y="87211"/>
                  </a:lnTo>
                  <a:lnTo>
                    <a:pt x="25146" y="86184"/>
                  </a:lnTo>
                  <a:lnTo>
                    <a:pt x="17808" y="81160"/>
                  </a:lnTo>
                  <a:lnTo>
                    <a:pt x="17765" y="79848"/>
                  </a:lnTo>
                  <a:lnTo>
                    <a:pt x="22488" y="80151"/>
                  </a:lnTo>
                  <a:lnTo>
                    <a:pt x="22462" y="75060"/>
                  </a:lnTo>
                  <a:lnTo>
                    <a:pt x="34667" y="75465"/>
                  </a:lnTo>
                  <a:lnTo>
                    <a:pt x="38965" y="63596"/>
                  </a:lnTo>
                  <a:lnTo>
                    <a:pt x="46568" y="63654"/>
                  </a:lnTo>
                  <a:lnTo>
                    <a:pt x="49441" y="75297"/>
                  </a:lnTo>
                  <a:lnTo>
                    <a:pt x="54547" y="75252"/>
                  </a:lnTo>
                  <a:lnTo>
                    <a:pt x="54742" y="68282"/>
                  </a:lnTo>
                  <a:lnTo>
                    <a:pt x="63179" y="69303"/>
                  </a:lnTo>
                  <a:lnTo>
                    <a:pt x="62779" y="75163"/>
                  </a:lnTo>
                  <a:lnTo>
                    <a:pt x="65294" y="75135"/>
                  </a:lnTo>
                  <a:lnTo>
                    <a:pt x="66047" y="67837"/>
                  </a:lnTo>
                  <a:lnTo>
                    <a:pt x="70257" y="57455"/>
                  </a:lnTo>
                  <a:lnTo>
                    <a:pt x="68213" y="55556"/>
                  </a:lnTo>
                  <a:lnTo>
                    <a:pt x="73116" y="43837"/>
                  </a:lnTo>
                  <a:lnTo>
                    <a:pt x="75876" y="44727"/>
                  </a:lnTo>
                  <a:lnTo>
                    <a:pt x="89770" y="44882"/>
                  </a:lnTo>
                  <a:lnTo>
                    <a:pt x="92256" y="40409"/>
                  </a:lnTo>
                  <a:lnTo>
                    <a:pt x="93959" y="38987"/>
                  </a:lnTo>
                  <a:lnTo>
                    <a:pt x="106985" y="45167"/>
                  </a:lnTo>
                  <a:lnTo>
                    <a:pt x="111724" y="41626"/>
                  </a:lnTo>
                  <a:lnTo>
                    <a:pt x="108133" y="38618"/>
                  </a:lnTo>
                  <a:lnTo>
                    <a:pt x="105095" y="38775"/>
                  </a:lnTo>
                  <a:lnTo>
                    <a:pt x="106583" y="31932"/>
                  </a:lnTo>
                  <a:lnTo>
                    <a:pt x="104341" y="27112"/>
                  </a:lnTo>
                  <a:lnTo>
                    <a:pt x="99573" y="21236"/>
                  </a:lnTo>
                  <a:lnTo>
                    <a:pt x="95295" y="17525"/>
                  </a:lnTo>
                  <a:lnTo>
                    <a:pt x="91878" y="11721"/>
                  </a:lnTo>
                  <a:lnTo>
                    <a:pt x="8151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h3407"/>
            <p:cNvSpPr/>
            <p:nvPr/>
          </p:nvSpPr>
          <p:spPr>
            <a:xfrm>
              <a:off x="6445602" y="1972496"/>
              <a:ext cx="126069" cy="84480"/>
            </a:xfrm>
            <a:custGeom>
              <a:avLst/>
              <a:pathLst>
                <a:path w="126069" h="84480">
                  <a:moveTo>
                    <a:pt x="10417" y="8736"/>
                  </a:moveTo>
                  <a:lnTo>
                    <a:pt x="11288" y="11120"/>
                  </a:lnTo>
                  <a:lnTo>
                    <a:pt x="28496" y="11772"/>
                  </a:lnTo>
                  <a:lnTo>
                    <a:pt x="35884" y="11388"/>
                  </a:lnTo>
                  <a:lnTo>
                    <a:pt x="60371" y="9986"/>
                  </a:lnTo>
                  <a:lnTo>
                    <a:pt x="59059" y="17555"/>
                  </a:lnTo>
                  <a:lnTo>
                    <a:pt x="72305" y="30652"/>
                  </a:lnTo>
                  <a:lnTo>
                    <a:pt x="78556" y="29073"/>
                  </a:lnTo>
                  <a:lnTo>
                    <a:pt x="77851" y="34389"/>
                  </a:lnTo>
                  <a:lnTo>
                    <a:pt x="81343" y="31229"/>
                  </a:lnTo>
                  <a:lnTo>
                    <a:pt x="88167" y="32876"/>
                  </a:lnTo>
                  <a:lnTo>
                    <a:pt x="94182" y="29544"/>
                  </a:lnTo>
                  <a:lnTo>
                    <a:pt x="105431" y="25660"/>
                  </a:lnTo>
                  <a:lnTo>
                    <a:pt x="109058" y="26269"/>
                  </a:lnTo>
                  <a:lnTo>
                    <a:pt x="110051" y="28410"/>
                  </a:lnTo>
                  <a:lnTo>
                    <a:pt x="110983" y="28749"/>
                  </a:lnTo>
                  <a:lnTo>
                    <a:pt x="115471" y="29033"/>
                  </a:lnTo>
                  <a:lnTo>
                    <a:pt x="118063" y="31152"/>
                  </a:lnTo>
                  <a:lnTo>
                    <a:pt x="121822" y="35848"/>
                  </a:lnTo>
                  <a:lnTo>
                    <a:pt x="125430" y="38025"/>
                  </a:lnTo>
                  <a:lnTo>
                    <a:pt x="126069" y="39772"/>
                  </a:lnTo>
                  <a:lnTo>
                    <a:pt x="98967" y="46926"/>
                  </a:lnTo>
                  <a:lnTo>
                    <a:pt x="82484" y="63711"/>
                  </a:lnTo>
                  <a:lnTo>
                    <a:pt x="82982" y="78160"/>
                  </a:lnTo>
                  <a:lnTo>
                    <a:pt x="75696" y="84480"/>
                  </a:lnTo>
                  <a:lnTo>
                    <a:pt x="73166" y="77705"/>
                  </a:lnTo>
                  <a:lnTo>
                    <a:pt x="72901" y="74244"/>
                  </a:lnTo>
                  <a:lnTo>
                    <a:pt x="68656" y="69118"/>
                  </a:lnTo>
                  <a:lnTo>
                    <a:pt x="60672" y="64351"/>
                  </a:lnTo>
                  <a:lnTo>
                    <a:pt x="60407" y="61579"/>
                  </a:lnTo>
                  <a:lnTo>
                    <a:pt x="55265" y="54423"/>
                  </a:lnTo>
                  <a:lnTo>
                    <a:pt x="48392" y="49991"/>
                  </a:lnTo>
                  <a:lnTo>
                    <a:pt x="43066" y="44311"/>
                  </a:lnTo>
                  <a:lnTo>
                    <a:pt x="33613" y="39399"/>
                  </a:lnTo>
                  <a:lnTo>
                    <a:pt x="31307" y="29422"/>
                  </a:lnTo>
                  <a:lnTo>
                    <a:pt x="25213" y="29677"/>
                  </a:lnTo>
                  <a:lnTo>
                    <a:pt x="25748" y="26360"/>
                  </a:lnTo>
                  <a:lnTo>
                    <a:pt x="20730" y="25683"/>
                  </a:lnTo>
                  <a:lnTo>
                    <a:pt x="10334" y="25891"/>
                  </a:lnTo>
                  <a:lnTo>
                    <a:pt x="1709" y="11987"/>
                  </a:lnTo>
                  <a:lnTo>
                    <a:pt x="0" y="5071"/>
                  </a:lnTo>
                  <a:lnTo>
                    <a:pt x="111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h3408"/>
            <p:cNvSpPr/>
            <p:nvPr/>
          </p:nvSpPr>
          <p:spPr>
            <a:xfrm>
              <a:off x="6415144" y="2131732"/>
              <a:ext cx="147434" cy="112536"/>
            </a:xfrm>
            <a:custGeom>
              <a:avLst/>
              <a:pathLst>
                <a:path w="147434" h="112536">
                  <a:moveTo>
                    <a:pt x="25176" y="8789"/>
                  </a:moveTo>
                  <a:lnTo>
                    <a:pt x="28751" y="11899"/>
                  </a:lnTo>
                  <a:lnTo>
                    <a:pt x="36096" y="15522"/>
                  </a:lnTo>
                  <a:lnTo>
                    <a:pt x="41769" y="6896"/>
                  </a:lnTo>
                  <a:lnTo>
                    <a:pt x="47211" y="15378"/>
                  </a:lnTo>
                  <a:lnTo>
                    <a:pt x="56187" y="15007"/>
                  </a:lnTo>
                  <a:lnTo>
                    <a:pt x="58586" y="11953"/>
                  </a:lnTo>
                  <a:lnTo>
                    <a:pt x="62583" y="10222"/>
                  </a:lnTo>
                  <a:lnTo>
                    <a:pt x="72360" y="13581"/>
                  </a:lnTo>
                  <a:lnTo>
                    <a:pt x="76518" y="18371"/>
                  </a:lnTo>
                  <a:lnTo>
                    <a:pt x="81008" y="21157"/>
                  </a:lnTo>
                  <a:lnTo>
                    <a:pt x="82879" y="24982"/>
                  </a:lnTo>
                  <a:lnTo>
                    <a:pt x="88077" y="23311"/>
                  </a:lnTo>
                  <a:lnTo>
                    <a:pt x="91026" y="26760"/>
                  </a:lnTo>
                  <a:lnTo>
                    <a:pt x="97997" y="30327"/>
                  </a:lnTo>
                  <a:lnTo>
                    <a:pt x="102324" y="36568"/>
                  </a:lnTo>
                  <a:lnTo>
                    <a:pt x="105180" y="37877"/>
                  </a:lnTo>
                  <a:lnTo>
                    <a:pt x="106511" y="45831"/>
                  </a:lnTo>
                  <a:lnTo>
                    <a:pt x="106458" y="51991"/>
                  </a:lnTo>
                  <a:lnTo>
                    <a:pt x="109550" y="53125"/>
                  </a:lnTo>
                  <a:lnTo>
                    <a:pt x="114120" y="53348"/>
                  </a:lnTo>
                  <a:lnTo>
                    <a:pt x="115413" y="56688"/>
                  </a:lnTo>
                  <a:lnTo>
                    <a:pt x="114052" y="62685"/>
                  </a:lnTo>
                  <a:lnTo>
                    <a:pt x="112843" y="63731"/>
                  </a:lnTo>
                  <a:lnTo>
                    <a:pt x="111283" y="68433"/>
                  </a:lnTo>
                  <a:lnTo>
                    <a:pt x="117439" y="79590"/>
                  </a:lnTo>
                  <a:lnTo>
                    <a:pt x="119403" y="84418"/>
                  </a:lnTo>
                  <a:lnTo>
                    <a:pt x="119916" y="89639"/>
                  </a:lnTo>
                  <a:lnTo>
                    <a:pt x="125709" y="90277"/>
                  </a:lnTo>
                  <a:lnTo>
                    <a:pt x="126804" y="93936"/>
                  </a:lnTo>
                  <a:lnTo>
                    <a:pt x="130040" y="98186"/>
                  </a:lnTo>
                  <a:lnTo>
                    <a:pt x="136228" y="97629"/>
                  </a:lnTo>
                  <a:lnTo>
                    <a:pt x="138511" y="99974"/>
                  </a:lnTo>
                  <a:lnTo>
                    <a:pt x="146469" y="102221"/>
                  </a:lnTo>
                  <a:lnTo>
                    <a:pt x="147434" y="104289"/>
                  </a:lnTo>
                  <a:lnTo>
                    <a:pt x="139865" y="103702"/>
                  </a:lnTo>
                  <a:lnTo>
                    <a:pt x="138919" y="104486"/>
                  </a:lnTo>
                  <a:lnTo>
                    <a:pt x="126355" y="101939"/>
                  </a:lnTo>
                  <a:lnTo>
                    <a:pt x="122850" y="103339"/>
                  </a:lnTo>
                  <a:lnTo>
                    <a:pt x="120453" y="105195"/>
                  </a:lnTo>
                  <a:lnTo>
                    <a:pt x="115475" y="104958"/>
                  </a:lnTo>
                  <a:lnTo>
                    <a:pt x="110612" y="107663"/>
                  </a:lnTo>
                  <a:lnTo>
                    <a:pt x="109032" y="107634"/>
                  </a:lnTo>
                  <a:lnTo>
                    <a:pt x="106417" y="104338"/>
                  </a:lnTo>
                  <a:lnTo>
                    <a:pt x="103626" y="107267"/>
                  </a:lnTo>
                  <a:lnTo>
                    <a:pt x="102448" y="103837"/>
                  </a:lnTo>
                  <a:lnTo>
                    <a:pt x="101651" y="103696"/>
                  </a:lnTo>
                  <a:lnTo>
                    <a:pt x="98049" y="105437"/>
                  </a:lnTo>
                  <a:lnTo>
                    <a:pt x="93167" y="105581"/>
                  </a:lnTo>
                  <a:lnTo>
                    <a:pt x="73438" y="112140"/>
                  </a:lnTo>
                  <a:lnTo>
                    <a:pt x="66836" y="112536"/>
                  </a:lnTo>
                  <a:lnTo>
                    <a:pt x="62908" y="111356"/>
                  </a:lnTo>
                  <a:lnTo>
                    <a:pt x="62546" y="109566"/>
                  </a:lnTo>
                  <a:lnTo>
                    <a:pt x="67741" y="107937"/>
                  </a:lnTo>
                  <a:lnTo>
                    <a:pt x="70156" y="98141"/>
                  </a:lnTo>
                  <a:lnTo>
                    <a:pt x="73083" y="95814"/>
                  </a:lnTo>
                  <a:lnTo>
                    <a:pt x="76776" y="94542"/>
                  </a:lnTo>
                  <a:lnTo>
                    <a:pt x="71427" y="91748"/>
                  </a:lnTo>
                  <a:lnTo>
                    <a:pt x="60890" y="91306"/>
                  </a:lnTo>
                  <a:lnTo>
                    <a:pt x="59640" y="88475"/>
                  </a:lnTo>
                  <a:lnTo>
                    <a:pt x="57477" y="87497"/>
                  </a:lnTo>
                  <a:lnTo>
                    <a:pt x="52197" y="94295"/>
                  </a:lnTo>
                  <a:lnTo>
                    <a:pt x="45679" y="88419"/>
                  </a:lnTo>
                  <a:lnTo>
                    <a:pt x="46854" y="87531"/>
                  </a:lnTo>
                  <a:lnTo>
                    <a:pt x="47899" y="88523"/>
                  </a:lnTo>
                  <a:lnTo>
                    <a:pt x="51707" y="84902"/>
                  </a:lnTo>
                  <a:lnTo>
                    <a:pt x="54069" y="76687"/>
                  </a:lnTo>
                  <a:lnTo>
                    <a:pt x="41431" y="75043"/>
                  </a:lnTo>
                  <a:lnTo>
                    <a:pt x="47470" y="82946"/>
                  </a:lnTo>
                  <a:lnTo>
                    <a:pt x="32969" y="82822"/>
                  </a:lnTo>
                  <a:lnTo>
                    <a:pt x="32843" y="77258"/>
                  </a:lnTo>
                  <a:lnTo>
                    <a:pt x="34089" y="69783"/>
                  </a:lnTo>
                  <a:lnTo>
                    <a:pt x="44919" y="65189"/>
                  </a:lnTo>
                  <a:lnTo>
                    <a:pt x="40494" y="62762"/>
                  </a:lnTo>
                  <a:lnTo>
                    <a:pt x="36556" y="64214"/>
                  </a:lnTo>
                  <a:lnTo>
                    <a:pt x="32782" y="57793"/>
                  </a:lnTo>
                  <a:lnTo>
                    <a:pt x="31819" y="60932"/>
                  </a:lnTo>
                  <a:lnTo>
                    <a:pt x="32366" y="62870"/>
                  </a:lnTo>
                  <a:lnTo>
                    <a:pt x="33413" y="63491"/>
                  </a:lnTo>
                  <a:lnTo>
                    <a:pt x="29296" y="70518"/>
                  </a:lnTo>
                  <a:lnTo>
                    <a:pt x="22769" y="67492"/>
                  </a:lnTo>
                  <a:lnTo>
                    <a:pt x="15300" y="65963"/>
                  </a:lnTo>
                  <a:lnTo>
                    <a:pt x="15013" y="69394"/>
                  </a:lnTo>
                  <a:lnTo>
                    <a:pt x="13485" y="63339"/>
                  </a:lnTo>
                  <a:lnTo>
                    <a:pt x="13261" y="59278"/>
                  </a:lnTo>
                  <a:lnTo>
                    <a:pt x="8714" y="54223"/>
                  </a:lnTo>
                  <a:lnTo>
                    <a:pt x="8471" y="51178"/>
                  </a:lnTo>
                  <a:lnTo>
                    <a:pt x="13150" y="48867"/>
                  </a:lnTo>
                  <a:lnTo>
                    <a:pt x="10262" y="41206"/>
                  </a:lnTo>
                  <a:lnTo>
                    <a:pt x="9269" y="34314"/>
                  </a:lnTo>
                  <a:lnTo>
                    <a:pt x="0" y="32127"/>
                  </a:lnTo>
                  <a:lnTo>
                    <a:pt x="3082" y="21808"/>
                  </a:lnTo>
                  <a:lnTo>
                    <a:pt x="2765" y="20742"/>
                  </a:lnTo>
                  <a:lnTo>
                    <a:pt x="10860" y="20673"/>
                  </a:lnTo>
                  <a:lnTo>
                    <a:pt x="9067" y="8635"/>
                  </a:lnTo>
                  <a:lnTo>
                    <a:pt x="8995" y="8148"/>
                  </a:lnTo>
                  <a:lnTo>
                    <a:pt x="21584" y="11651"/>
                  </a:lnTo>
                  <a:lnTo>
                    <a:pt x="2308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h3409"/>
            <p:cNvSpPr/>
            <p:nvPr/>
          </p:nvSpPr>
          <p:spPr>
            <a:xfrm>
              <a:off x="6533673" y="1827749"/>
              <a:ext cx="33883" cy="39712"/>
            </a:xfrm>
            <a:custGeom>
              <a:avLst/>
              <a:pathLst>
                <a:path w="33883" h="39712">
                  <a:moveTo>
                    <a:pt x="20275" y="10913"/>
                  </a:moveTo>
                  <a:lnTo>
                    <a:pt x="23073" y="13671"/>
                  </a:lnTo>
                  <a:lnTo>
                    <a:pt x="25851" y="21747"/>
                  </a:lnTo>
                  <a:lnTo>
                    <a:pt x="28157" y="33158"/>
                  </a:lnTo>
                  <a:lnTo>
                    <a:pt x="32273" y="35629"/>
                  </a:lnTo>
                  <a:lnTo>
                    <a:pt x="33883" y="35510"/>
                  </a:lnTo>
                  <a:lnTo>
                    <a:pt x="33777" y="39294"/>
                  </a:lnTo>
                  <a:lnTo>
                    <a:pt x="32498" y="39712"/>
                  </a:lnTo>
                  <a:lnTo>
                    <a:pt x="26955" y="36311"/>
                  </a:lnTo>
                  <a:lnTo>
                    <a:pt x="17231" y="34567"/>
                  </a:lnTo>
                  <a:lnTo>
                    <a:pt x="13650" y="34012"/>
                  </a:lnTo>
                  <a:lnTo>
                    <a:pt x="12011" y="22950"/>
                  </a:lnTo>
                  <a:lnTo>
                    <a:pt x="9471" y="22546"/>
                  </a:lnTo>
                  <a:lnTo>
                    <a:pt x="2020" y="11391"/>
                  </a:lnTo>
                  <a:lnTo>
                    <a:pt x="0" y="9115"/>
                  </a:lnTo>
                  <a:lnTo>
                    <a:pt x="4291" y="3600"/>
                  </a:lnTo>
                  <a:lnTo>
                    <a:pt x="12291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h3410"/>
            <p:cNvSpPr/>
            <p:nvPr/>
          </p:nvSpPr>
          <p:spPr>
            <a:xfrm>
              <a:off x="6470844" y="1911269"/>
              <a:ext cx="49588" cy="72615"/>
            </a:xfrm>
            <a:custGeom>
              <a:avLst/>
              <a:pathLst>
                <a:path w="49588" h="72615">
                  <a:moveTo>
                    <a:pt x="35237" y="5233"/>
                  </a:moveTo>
                  <a:lnTo>
                    <a:pt x="35686" y="18235"/>
                  </a:lnTo>
                  <a:lnTo>
                    <a:pt x="37210" y="28659"/>
                  </a:lnTo>
                  <a:lnTo>
                    <a:pt x="43257" y="31236"/>
                  </a:lnTo>
                  <a:lnTo>
                    <a:pt x="44234" y="37827"/>
                  </a:lnTo>
                  <a:lnTo>
                    <a:pt x="41915" y="36838"/>
                  </a:lnTo>
                  <a:lnTo>
                    <a:pt x="38533" y="43874"/>
                  </a:lnTo>
                  <a:lnTo>
                    <a:pt x="41103" y="45855"/>
                  </a:lnTo>
                  <a:lnTo>
                    <a:pt x="37828" y="48994"/>
                  </a:lnTo>
                  <a:lnTo>
                    <a:pt x="49448" y="57940"/>
                  </a:lnTo>
                  <a:lnTo>
                    <a:pt x="49588" y="68015"/>
                  </a:lnTo>
                  <a:lnTo>
                    <a:pt x="47359" y="68167"/>
                  </a:lnTo>
                  <a:lnTo>
                    <a:pt x="46058" y="66337"/>
                  </a:lnTo>
                  <a:lnTo>
                    <a:pt x="43928" y="65617"/>
                  </a:lnTo>
                  <a:lnTo>
                    <a:pt x="35128" y="71213"/>
                  </a:lnTo>
                  <a:lnTo>
                    <a:pt x="10641" y="72615"/>
                  </a:lnTo>
                  <a:lnTo>
                    <a:pt x="2825" y="54625"/>
                  </a:lnTo>
                  <a:lnTo>
                    <a:pt x="519" y="46048"/>
                  </a:lnTo>
                  <a:lnTo>
                    <a:pt x="279" y="44392"/>
                  </a:lnTo>
                  <a:lnTo>
                    <a:pt x="2081" y="43997"/>
                  </a:lnTo>
                  <a:lnTo>
                    <a:pt x="3979" y="44565"/>
                  </a:lnTo>
                  <a:lnTo>
                    <a:pt x="7844" y="47624"/>
                  </a:lnTo>
                  <a:lnTo>
                    <a:pt x="6058" y="42047"/>
                  </a:lnTo>
                  <a:lnTo>
                    <a:pt x="9303" y="42051"/>
                  </a:lnTo>
                  <a:lnTo>
                    <a:pt x="13371" y="43690"/>
                  </a:lnTo>
                  <a:lnTo>
                    <a:pt x="18876" y="42662"/>
                  </a:lnTo>
                  <a:lnTo>
                    <a:pt x="16873" y="40516"/>
                  </a:lnTo>
                  <a:lnTo>
                    <a:pt x="18827" y="35255"/>
                  </a:lnTo>
                  <a:lnTo>
                    <a:pt x="13102" y="32169"/>
                  </a:lnTo>
                  <a:lnTo>
                    <a:pt x="14793" y="28009"/>
                  </a:lnTo>
                  <a:lnTo>
                    <a:pt x="15672" y="28370"/>
                  </a:lnTo>
                  <a:lnTo>
                    <a:pt x="16923" y="25428"/>
                  </a:lnTo>
                  <a:lnTo>
                    <a:pt x="7675" y="20827"/>
                  </a:lnTo>
                  <a:lnTo>
                    <a:pt x="6318" y="16024"/>
                  </a:lnTo>
                  <a:lnTo>
                    <a:pt x="0" y="13715"/>
                  </a:lnTo>
                  <a:lnTo>
                    <a:pt x="484" y="3345"/>
                  </a:lnTo>
                  <a:lnTo>
                    <a:pt x="5142" y="2896"/>
                  </a:lnTo>
                  <a:lnTo>
                    <a:pt x="6553" y="2758"/>
                  </a:lnTo>
                  <a:lnTo>
                    <a:pt x="3502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h3411"/>
            <p:cNvSpPr/>
            <p:nvPr/>
          </p:nvSpPr>
          <p:spPr>
            <a:xfrm>
              <a:off x="6444869" y="2235429"/>
              <a:ext cx="96984" cy="116568"/>
            </a:xfrm>
            <a:custGeom>
              <a:avLst/>
              <a:pathLst>
                <a:path w="96984" h="116568">
                  <a:moveTo>
                    <a:pt x="72723" y="140"/>
                  </a:moveTo>
                  <a:lnTo>
                    <a:pt x="73901" y="3571"/>
                  </a:lnTo>
                  <a:lnTo>
                    <a:pt x="76899" y="7217"/>
                  </a:lnTo>
                  <a:lnTo>
                    <a:pt x="79405" y="15879"/>
                  </a:lnTo>
                  <a:lnTo>
                    <a:pt x="80653" y="15263"/>
                  </a:lnTo>
                  <a:lnTo>
                    <a:pt x="84477" y="19027"/>
                  </a:lnTo>
                  <a:lnTo>
                    <a:pt x="83923" y="19707"/>
                  </a:lnTo>
                  <a:lnTo>
                    <a:pt x="76537" y="17878"/>
                  </a:lnTo>
                  <a:lnTo>
                    <a:pt x="75196" y="18371"/>
                  </a:lnTo>
                  <a:lnTo>
                    <a:pt x="78381" y="21440"/>
                  </a:lnTo>
                  <a:lnTo>
                    <a:pt x="82046" y="22508"/>
                  </a:lnTo>
                  <a:lnTo>
                    <a:pt x="82094" y="23474"/>
                  </a:lnTo>
                  <a:lnTo>
                    <a:pt x="80573" y="25247"/>
                  </a:lnTo>
                  <a:lnTo>
                    <a:pt x="76163" y="23789"/>
                  </a:lnTo>
                  <a:lnTo>
                    <a:pt x="75751" y="21491"/>
                  </a:lnTo>
                  <a:lnTo>
                    <a:pt x="72378" y="24668"/>
                  </a:lnTo>
                  <a:lnTo>
                    <a:pt x="77667" y="26142"/>
                  </a:lnTo>
                  <a:lnTo>
                    <a:pt x="79089" y="27775"/>
                  </a:lnTo>
                  <a:lnTo>
                    <a:pt x="79059" y="32964"/>
                  </a:lnTo>
                  <a:lnTo>
                    <a:pt x="76758" y="32723"/>
                  </a:lnTo>
                  <a:lnTo>
                    <a:pt x="76555" y="34510"/>
                  </a:lnTo>
                  <a:lnTo>
                    <a:pt x="81331" y="41563"/>
                  </a:lnTo>
                  <a:lnTo>
                    <a:pt x="88395" y="43827"/>
                  </a:lnTo>
                  <a:lnTo>
                    <a:pt x="86712" y="62461"/>
                  </a:lnTo>
                  <a:lnTo>
                    <a:pt x="96984" y="71650"/>
                  </a:lnTo>
                  <a:lnTo>
                    <a:pt x="86368" y="81696"/>
                  </a:lnTo>
                  <a:lnTo>
                    <a:pt x="86240" y="82981"/>
                  </a:lnTo>
                  <a:lnTo>
                    <a:pt x="89616" y="91682"/>
                  </a:lnTo>
                  <a:lnTo>
                    <a:pt x="88847" y="110058"/>
                  </a:lnTo>
                  <a:lnTo>
                    <a:pt x="89489" y="114827"/>
                  </a:lnTo>
                  <a:lnTo>
                    <a:pt x="88353" y="115383"/>
                  </a:lnTo>
                  <a:lnTo>
                    <a:pt x="84283" y="114937"/>
                  </a:lnTo>
                  <a:lnTo>
                    <a:pt x="78338" y="111619"/>
                  </a:lnTo>
                  <a:lnTo>
                    <a:pt x="72224" y="116568"/>
                  </a:lnTo>
                  <a:lnTo>
                    <a:pt x="58950" y="110891"/>
                  </a:lnTo>
                  <a:lnTo>
                    <a:pt x="53804" y="107097"/>
                  </a:lnTo>
                  <a:lnTo>
                    <a:pt x="49739" y="100201"/>
                  </a:lnTo>
                  <a:lnTo>
                    <a:pt x="47835" y="93379"/>
                  </a:lnTo>
                  <a:lnTo>
                    <a:pt x="44202" y="89100"/>
                  </a:lnTo>
                  <a:lnTo>
                    <a:pt x="30382" y="84629"/>
                  </a:lnTo>
                  <a:lnTo>
                    <a:pt x="23880" y="87646"/>
                  </a:lnTo>
                  <a:lnTo>
                    <a:pt x="22748" y="89573"/>
                  </a:lnTo>
                  <a:lnTo>
                    <a:pt x="18862" y="92664"/>
                  </a:lnTo>
                  <a:lnTo>
                    <a:pt x="17445" y="93791"/>
                  </a:lnTo>
                  <a:lnTo>
                    <a:pt x="2656" y="91788"/>
                  </a:lnTo>
                  <a:lnTo>
                    <a:pt x="2369" y="91743"/>
                  </a:lnTo>
                  <a:lnTo>
                    <a:pt x="1978" y="89744"/>
                  </a:lnTo>
                  <a:lnTo>
                    <a:pt x="4276" y="88976"/>
                  </a:lnTo>
                  <a:lnTo>
                    <a:pt x="5550" y="83740"/>
                  </a:lnTo>
                  <a:lnTo>
                    <a:pt x="10632" y="78388"/>
                  </a:lnTo>
                  <a:lnTo>
                    <a:pt x="9668" y="73992"/>
                  </a:lnTo>
                  <a:lnTo>
                    <a:pt x="18589" y="64981"/>
                  </a:lnTo>
                  <a:lnTo>
                    <a:pt x="19565" y="62481"/>
                  </a:lnTo>
                  <a:lnTo>
                    <a:pt x="19844" y="58844"/>
                  </a:lnTo>
                  <a:lnTo>
                    <a:pt x="24500" y="58715"/>
                  </a:lnTo>
                  <a:lnTo>
                    <a:pt x="26212" y="51835"/>
                  </a:lnTo>
                  <a:lnTo>
                    <a:pt x="20892" y="51978"/>
                  </a:lnTo>
                  <a:lnTo>
                    <a:pt x="20963" y="54321"/>
                  </a:lnTo>
                  <a:lnTo>
                    <a:pt x="17747" y="55146"/>
                  </a:lnTo>
                  <a:lnTo>
                    <a:pt x="17719" y="51798"/>
                  </a:lnTo>
                  <a:lnTo>
                    <a:pt x="9280" y="50781"/>
                  </a:lnTo>
                  <a:lnTo>
                    <a:pt x="8698" y="54520"/>
                  </a:lnTo>
                  <a:lnTo>
                    <a:pt x="5677" y="54176"/>
                  </a:lnTo>
                  <a:lnTo>
                    <a:pt x="6857" y="45216"/>
                  </a:lnTo>
                  <a:lnTo>
                    <a:pt x="3301" y="44527"/>
                  </a:lnTo>
                  <a:lnTo>
                    <a:pt x="2074" y="43535"/>
                  </a:lnTo>
                  <a:lnTo>
                    <a:pt x="0" y="40608"/>
                  </a:lnTo>
                  <a:lnTo>
                    <a:pt x="621" y="38980"/>
                  </a:lnTo>
                  <a:lnTo>
                    <a:pt x="20346" y="41460"/>
                  </a:lnTo>
                  <a:lnTo>
                    <a:pt x="21503" y="38191"/>
                  </a:lnTo>
                  <a:lnTo>
                    <a:pt x="25481" y="38664"/>
                  </a:lnTo>
                  <a:lnTo>
                    <a:pt x="27263" y="23719"/>
                  </a:lnTo>
                  <a:lnTo>
                    <a:pt x="33298" y="23462"/>
                  </a:lnTo>
                  <a:lnTo>
                    <a:pt x="33074" y="17977"/>
                  </a:lnTo>
                  <a:lnTo>
                    <a:pt x="35458" y="17748"/>
                  </a:lnTo>
                  <a:lnTo>
                    <a:pt x="36501" y="18362"/>
                  </a:lnTo>
                  <a:lnTo>
                    <a:pt x="37862" y="17244"/>
                  </a:lnTo>
                  <a:lnTo>
                    <a:pt x="35862" y="14978"/>
                  </a:lnTo>
                  <a:lnTo>
                    <a:pt x="27501" y="13819"/>
                  </a:lnTo>
                  <a:lnTo>
                    <a:pt x="23569" y="6180"/>
                  </a:lnTo>
                  <a:lnTo>
                    <a:pt x="32822" y="5869"/>
                  </a:lnTo>
                  <a:lnTo>
                    <a:pt x="33183" y="7660"/>
                  </a:lnTo>
                  <a:lnTo>
                    <a:pt x="37111" y="8839"/>
                  </a:lnTo>
                  <a:lnTo>
                    <a:pt x="43713" y="8443"/>
                  </a:lnTo>
                  <a:lnTo>
                    <a:pt x="63442" y="1885"/>
                  </a:lnTo>
                  <a:lnTo>
                    <a:pt x="68325" y="1741"/>
                  </a:lnTo>
                  <a:lnTo>
                    <a:pt x="719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h3412"/>
            <p:cNvSpPr/>
            <p:nvPr/>
          </p:nvSpPr>
          <p:spPr>
            <a:xfrm>
              <a:off x="6351763" y="1860989"/>
              <a:ext cx="114695" cy="197085"/>
            </a:xfrm>
            <a:custGeom>
              <a:avLst/>
              <a:pathLst>
                <a:path w="114695" h="197085">
                  <a:moveTo>
                    <a:pt x="16437" y="1457"/>
                  </a:moveTo>
                  <a:lnTo>
                    <a:pt x="19231" y="5627"/>
                  </a:lnTo>
                  <a:lnTo>
                    <a:pt x="27842" y="13194"/>
                  </a:lnTo>
                  <a:lnTo>
                    <a:pt x="35333" y="16098"/>
                  </a:lnTo>
                  <a:lnTo>
                    <a:pt x="42928" y="24806"/>
                  </a:lnTo>
                  <a:lnTo>
                    <a:pt x="43846" y="27261"/>
                  </a:lnTo>
                  <a:lnTo>
                    <a:pt x="45071" y="41294"/>
                  </a:lnTo>
                  <a:lnTo>
                    <a:pt x="44558" y="51881"/>
                  </a:lnTo>
                  <a:lnTo>
                    <a:pt x="45922" y="60732"/>
                  </a:lnTo>
                  <a:lnTo>
                    <a:pt x="43217" y="74207"/>
                  </a:lnTo>
                  <a:lnTo>
                    <a:pt x="48994" y="75111"/>
                  </a:lnTo>
                  <a:lnTo>
                    <a:pt x="50317" y="77549"/>
                  </a:lnTo>
                  <a:lnTo>
                    <a:pt x="54921" y="77620"/>
                  </a:lnTo>
                  <a:lnTo>
                    <a:pt x="56370" y="80711"/>
                  </a:lnTo>
                  <a:lnTo>
                    <a:pt x="56921" y="85142"/>
                  </a:lnTo>
                  <a:lnTo>
                    <a:pt x="63511" y="94473"/>
                  </a:lnTo>
                  <a:lnTo>
                    <a:pt x="68526" y="97665"/>
                  </a:lnTo>
                  <a:lnTo>
                    <a:pt x="72961" y="98327"/>
                  </a:lnTo>
                  <a:lnTo>
                    <a:pt x="74104" y="94803"/>
                  </a:lnTo>
                  <a:lnTo>
                    <a:pt x="83652" y="98432"/>
                  </a:lnTo>
                  <a:lnTo>
                    <a:pt x="92077" y="100215"/>
                  </a:lnTo>
                  <a:lnTo>
                    <a:pt x="99061" y="104721"/>
                  </a:lnTo>
                  <a:lnTo>
                    <a:pt x="102945" y="106123"/>
                  </a:lnTo>
                  <a:lnTo>
                    <a:pt x="105042" y="107884"/>
                  </a:lnTo>
                  <a:lnTo>
                    <a:pt x="104436" y="110469"/>
                  </a:lnTo>
                  <a:lnTo>
                    <a:pt x="104957" y="111507"/>
                  </a:lnTo>
                  <a:lnTo>
                    <a:pt x="93838" y="116578"/>
                  </a:lnTo>
                  <a:lnTo>
                    <a:pt x="95548" y="123494"/>
                  </a:lnTo>
                  <a:lnTo>
                    <a:pt x="104173" y="137398"/>
                  </a:lnTo>
                  <a:lnTo>
                    <a:pt x="105252" y="140015"/>
                  </a:lnTo>
                  <a:lnTo>
                    <a:pt x="105620" y="145910"/>
                  </a:lnTo>
                  <a:lnTo>
                    <a:pt x="109879" y="152682"/>
                  </a:lnTo>
                  <a:lnTo>
                    <a:pt x="107731" y="161212"/>
                  </a:lnTo>
                  <a:lnTo>
                    <a:pt x="111284" y="161284"/>
                  </a:lnTo>
                  <a:lnTo>
                    <a:pt x="107934" y="173420"/>
                  </a:lnTo>
                  <a:lnTo>
                    <a:pt x="105664" y="181628"/>
                  </a:lnTo>
                  <a:lnTo>
                    <a:pt x="107804" y="181652"/>
                  </a:lnTo>
                  <a:lnTo>
                    <a:pt x="111342" y="183028"/>
                  </a:lnTo>
                  <a:lnTo>
                    <a:pt x="112075" y="183611"/>
                  </a:lnTo>
                  <a:lnTo>
                    <a:pt x="112687" y="186249"/>
                  </a:lnTo>
                  <a:lnTo>
                    <a:pt x="114695" y="186849"/>
                  </a:lnTo>
                  <a:lnTo>
                    <a:pt x="110284" y="193657"/>
                  </a:lnTo>
                  <a:lnTo>
                    <a:pt x="109256" y="192854"/>
                  </a:lnTo>
                  <a:lnTo>
                    <a:pt x="103247" y="197085"/>
                  </a:lnTo>
                  <a:lnTo>
                    <a:pt x="99933" y="193261"/>
                  </a:lnTo>
                  <a:lnTo>
                    <a:pt x="96306" y="192747"/>
                  </a:lnTo>
                  <a:lnTo>
                    <a:pt x="85025" y="184368"/>
                  </a:lnTo>
                  <a:lnTo>
                    <a:pt x="83054" y="180334"/>
                  </a:lnTo>
                  <a:lnTo>
                    <a:pt x="83701" y="177378"/>
                  </a:lnTo>
                  <a:lnTo>
                    <a:pt x="89069" y="178554"/>
                  </a:lnTo>
                  <a:lnTo>
                    <a:pt x="88627" y="179295"/>
                  </a:lnTo>
                  <a:lnTo>
                    <a:pt x="94876" y="177302"/>
                  </a:lnTo>
                  <a:lnTo>
                    <a:pt x="90309" y="174065"/>
                  </a:lnTo>
                  <a:lnTo>
                    <a:pt x="85857" y="172057"/>
                  </a:lnTo>
                  <a:lnTo>
                    <a:pt x="85101" y="174471"/>
                  </a:lnTo>
                  <a:lnTo>
                    <a:pt x="82500" y="171260"/>
                  </a:lnTo>
                  <a:lnTo>
                    <a:pt x="83110" y="169151"/>
                  </a:lnTo>
                  <a:lnTo>
                    <a:pt x="77398" y="165973"/>
                  </a:lnTo>
                  <a:lnTo>
                    <a:pt x="76549" y="163088"/>
                  </a:lnTo>
                  <a:lnTo>
                    <a:pt x="76884" y="158291"/>
                  </a:lnTo>
                  <a:lnTo>
                    <a:pt x="65721" y="140577"/>
                  </a:lnTo>
                  <a:lnTo>
                    <a:pt x="59610" y="140681"/>
                  </a:lnTo>
                  <a:lnTo>
                    <a:pt x="58668" y="142314"/>
                  </a:lnTo>
                  <a:lnTo>
                    <a:pt x="57052" y="143281"/>
                  </a:lnTo>
                  <a:lnTo>
                    <a:pt x="52304" y="142127"/>
                  </a:lnTo>
                  <a:lnTo>
                    <a:pt x="46883" y="137807"/>
                  </a:lnTo>
                  <a:lnTo>
                    <a:pt x="42510" y="131280"/>
                  </a:lnTo>
                  <a:lnTo>
                    <a:pt x="37543" y="116112"/>
                  </a:lnTo>
                  <a:lnTo>
                    <a:pt x="32719" y="120650"/>
                  </a:lnTo>
                  <a:lnTo>
                    <a:pt x="30903" y="116431"/>
                  </a:lnTo>
                  <a:lnTo>
                    <a:pt x="35429" y="101450"/>
                  </a:lnTo>
                  <a:lnTo>
                    <a:pt x="30736" y="97454"/>
                  </a:lnTo>
                  <a:lnTo>
                    <a:pt x="25904" y="95968"/>
                  </a:lnTo>
                  <a:lnTo>
                    <a:pt x="25044" y="98165"/>
                  </a:lnTo>
                  <a:lnTo>
                    <a:pt x="23951" y="97837"/>
                  </a:lnTo>
                  <a:lnTo>
                    <a:pt x="20253" y="93186"/>
                  </a:lnTo>
                  <a:lnTo>
                    <a:pt x="22728" y="93198"/>
                  </a:lnTo>
                  <a:lnTo>
                    <a:pt x="25152" y="91990"/>
                  </a:lnTo>
                  <a:lnTo>
                    <a:pt x="29302" y="85945"/>
                  </a:lnTo>
                  <a:lnTo>
                    <a:pt x="26592" y="82425"/>
                  </a:lnTo>
                  <a:lnTo>
                    <a:pt x="22179" y="79126"/>
                  </a:lnTo>
                  <a:lnTo>
                    <a:pt x="15262" y="83931"/>
                  </a:lnTo>
                  <a:lnTo>
                    <a:pt x="11367" y="77851"/>
                  </a:lnTo>
                  <a:lnTo>
                    <a:pt x="11704" y="73890"/>
                  </a:lnTo>
                  <a:lnTo>
                    <a:pt x="9579" y="65978"/>
                  </a:lnTo>
                  <a:lnTo>
                    <a:pt x="5084" y="54354"/>
                  </a:lnTo>
                  <a:lnTo>
                    <a:pt x="0" y="45111"/>
                  </a:lnTo>
                  <a:lnTo>
                    <a:pt x="5356" y="40172"/>
                  </a:lnTo>
                  <a:lnTo>
                    <a:pt x="5526" y="38123"/>
                  </a:lnTo>
                  <a:lnTo>
                    <a:pt x="1530" y="13929"/>
                  </a:lnTo>
                  <a:lnTo>
                    <a:pt x="6108" y="19062"/>
                  </a:lnTo>
                  <a:lnTo>
                    <a:pt x="7617" y="16752"/>
                  </a:lnTo>
                  <a:lnTo>
                    <a:pt x="7515" y="9462"/>
                  </a:lnTo>
                  <a:lnTo>
                    <a:pt x="11861" y="3750"/>
                  </a:lnTo>
                  <a:lnTo>
                    <a:pt x="1192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h3413"/>
            <p:cNvSpPr/>
            <p:nvPr/>
          </p:nvSpPr>
          <p:spPr>
            <a:xfrm>
              <a:off x="6393467" y="2023550"/>
              <a:ext cx="41142" cy="33913"/>
            </a:xfrm>
            <a:custGeom>
              <a:avLst/>
              <a:pathLst>
                <a:path w="41142" h="33913">
                  <a:moveTo>
                    <a:pt x="21813" y="877"/>
                  </a:moveTo>
                  <a:lnTo>
                    <a:pt x="26172" y="4060"/>
                  </a:lnTo>
                  <a:lnTo>
                    <a:pt x="41142" y="32285"/>
                  </a:lnTo>
                  <a:lnTo>
                    <a:pt x="33699" y="31342"/>
                  </a:lnTo>
                  <a:lnTo>
                    <a:pt x="33408" y="32362"/>
                  </a:lnTo>
                  <a:lnTo>
                    <a:pt x="31155" y="32365"/>
                  </a:lnTo>
                  <a:lnTo>
                    <a:pt x="30288" y="33847"/>
                  </a:lnTo>
                  <a:lnTo>
                    <a:pt x="28916" y="33886"/>
                  </a:lnTo>
                  <a:lnTo>
                    <a:pt x="24065" y="27732"/>
                  </a:lnTo>
                  <a:lnTo>
                    <a:pt x="21922" y="30762"/>
                  </a:lnTo>
                  <a:lnTo>
                    <a:pt x="17010" y="30719"/>
                  </a:lnTo>
                  <a:lnTo>
                    <a:pt x="16498" y="33570"/>
                  </a:lnTo>
                  <a:lnTo>
                    <a:pt x="10358" y="33913"/>
                  </a:lnTo>
                  <a:lnTo>
                    <a:pt x="9461" y="28252"/>
                  </a:lnTo>
                  <a:lnTo>
                    <a:pt x="10060" y="27249"/>
                  </a:lnTo>
                  <a:lnTo>
                    <a:pt x="4988" y="18882"/>
                  </a:lnTo>
                  <a:lnTo>
                    <a:pt x="1324" y="16632"/>
                  </a:lnTo>
                  <a:lnTo>
                    <a:pt x="417" y="14005"/>
                  </a:lnTo>
                  <a:lnTo>
                    <a:pt x="0" y="7743"/>
                  </a:lnTo>
                  <a:lnTo>
                    <a:pt x="6709" y="8249"/>
                  </a:lnTo>
                  <a:lnTo>
                    <a:pt x="7402" y="6263"/>
                  </a:lnTo>
                  <a:lnTo>
                    <a:pt x="9195" y="5057"/>
                  </a:lnTo>
                  <a:lnTo>
                    <a:pt x="10885" y="4960"/>
                  </a:lnTo>
                  <a:lnTo>
                    <a:pt x="13423" y="6883"/>
                  </a:lnTo>
                  <a:lnTo>
                    <a:pt x="2148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h3414"/>
            <p:cNvSpPr/>
            <p:nvPr/>
          </p:nvSpPr>
          <p:spPr>
            <a:xfrm>
              <a:off x="6517248" y="2233672"/>
              <a:ext cx="78165" cy="45584"/>
            </a:xfrm>
            <a:custGeom>
              <a:avLst/>
              <a:pathLst>
                <a:path w="78165" h="45584">
                  <a:moveTo>
                    <a:pt x="36815" y="2547"/>
                  </a:moveTo>
                  <a:lnTo>
                    <a:pt x="35690" y="3480"/>
                  </a:lnTo>
                  <a:lnTo>
                    <a:pt x="39976" y="4765"/>
                  </a:lnTo>
                  <a:lnTo>
                    <a:pt x="39423" y="7594"/>
                  </a:lnTo>
                  <a:lnTo>
                    <a:pt x="45264" y="8409"/>
                  </a:lnTo>
                  <a:lnTo>
                    <a:pt x="46183" y="11867"/>
                  </a:lnTo>
                  <a:lnTo>
                    <a:pt x="49477" y="12298"/>
                  </a:lnTo>
                  <a:lnTo>
                    <a:pt x="53895" y="14624"/>
                  </a:lnTo>
                  <a:lnTo>
                    <a:pt x="51988" y="23291"/>
                  </a:lnTo>
                  <a:lnTo>
                    <a:pt x="60549" y="24355"/>
                  </a:lnTo>
                  <a:lnTo>
                    <a:pt x="67848" y="22852"/>
                  </a:lnTo>
                  <a:lnTo>
                    <a:pt x="75378" y="26697"/>
                  </a:lnTo>
                  <a:lnTo>
                    <a:pt x="76553" y="31108"/>
                  </a:lnTo>
                  <a:lnTo>
                    <a:pt x="74549" y="32999"/>
                  </a:lnTo>
                  <a:lnTo>
                    <a:pt x="77615" y="35165"/>
                  </a:lnTo>
                  <a:lnTo>
                    <a:pt x="78165" y="37250"/>
                  </a:lnTo>
                  <a:lnTo>
                    <a:pt x="74739" y="38582"/>
                  </a:lnTo>
                  <a:lnTo>
                    <a:pt x="69980" y="37884"/>
                  </a:lnTo>
                  <a:lnTo>
                    <a:pt x="67774" y="36858"/>
                  </a:lnTo>
                  <a:lnTo>
                    <a:pt x="67126" y="41145"/>
                  </a:lnTo>
                  <a:lnTo>
                    <a:pt x="51862" y="35973"/>
                  </a:lnTo>
                  <a:lnTo>
                    <a:pt x="38911" y="33268"/>
                  </a:lnTo>
                  <a:lnTo>
                    <a:pt x="26283" y="35598"/>
                  </a:lnTo>
                  <a:lnTo>
                    <a:pt x="16158" y="44155"/>
                  </a:lnTo>
                  <a:lnTo>
                    <a:pt x="16016" y="45584"/>
                  </a:lnTo>
                  <a:lnTo>
                    <a:pt x="8952" y="43320"/>
                  </a:lnTo>
                  <a:lnTo>
                    <a:pt x="4176" y="36267"/>
                  </a:lnTo>
                  <a:lnTo>
                    <a:pt x="4379" y="34480"/>
                  </a:lnTo>
                  <a:lnTo>
                    <a:pt x="6680" y="34721"/>
                  </a:lnTo>
                  <a:lnTo>
                    <a:pt x="6710" y="29532"/>
                  </a:lnTo>
                  <a:lnTo>
                    <a:pt x="5288" y="27899"/>
                  </a:lnTo>
                  <a:lnTo>
                    <a:pt x="0" y="26425"/>
                  </a:lnTo>
                  <a:lnTo>
                    <a:pt x="3372" y="23248"/>
                  </a:lnTo>
                  <a:lnTo>
                    <a:pt x="3784" y="25547"/>
                  </a:lnTo>
                  <a:lnTo>
                    <a:pt x="8194" y="27004"/>
                  </a:lnTo>
                  <a:lnTo>
                    <a:pt x="9715" y="25231"/>
                  </a:lnTo>
                  <a:lnTo>
                    <a:pt x="9667" y="24265"/>
                  </a:lnTo>
                  <a:lnTo>
                    <a:pt x="6002" y="23197"/>
                  </a:lnTo>
                  <a:lnTo>
                    <a:pt x="2817" y="20128"/>
                  </a:lnTo>
                  <a:lnTo>
                    <a:pt x="4158" y="19635"/>
                  </a:lnTo>
                  <a:lnTo>
                    <a:pt x="11544" y="21464"/>
                  </a:lnTo>
                  <a:lnTo>
                    <a:pt x="12098" y="20784"/>
                  </a:lnTo>
                  <a:lnTo>
                    <a:pt x="8274" y="17020"/>
                  </a:lnTo>
                  <a:lnTo>
                    <a:pt x="7026" y="17636"/>
                  </a:lnTo>
                  <a:lnTo>
                    <a:pt x="4520" y="8974"/>
                  </a:lnTo>
                  <a:lnTo>
                    <a:pt x="1522" y="5328"/>
                  </a:lnTo>
                  <a:lnTo>
                    <a:pt x="4314" y="2399"/>
                  </a:lnTo>
                  <a:lnTo>
                    <a:pt x="6928" y="5695"/>
                  </a:lnTo>
                  <a:lnTo>
                    <a:pt x="8508" y="5724"/>
                  </a:lnTo>
                  <a:lnTo>
                    <a:pt x="13372" y="3019"/>
                  </a:lnTo>
                  <a:lnTo>
                    <a:pt x="18349" y="3255"/>
                  </a:lnTo>
                  <a:lnTo>
                    <a:pt x="20747" y="1399"/>
                  </a:lnTo>
                  <a:lnTo>
                    <a:pt x="2425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h3415"/>
            <p:cNvSpPr/>
            <p:nvPr/>
          </p:nvSpPr>
          <p:spPr>
            <a:xfrm>
              <a:off x="6308822" y="1716043"/>
              <a:ext cx="215750" cy="108792"/>
            </a:xfrm>
            <a:custGeom>
              <a:avLst/>
              <a:pathLst>
                <a:path w="215750" h="108792">
                  <a:moveTo>
                    <a:pt x="63645" y="281"/>
                  </a:moveTo>
                  <a:lnTo>
                    <a:pt x="71232" y="4363"/>
                  </a:lnTo>
                  <a:lnTo>
                    <a:pt x="76428" y="5220"/>
                  </a:lnTo>
                  <a:lnTo>
                    <a:pt x="80035" y="9178"/>
                  </a:lnTo>
                  <a:lnTo>
                    <a:pt x="87999" y="11148"/>
                  </a:lnTo>
                  <a:lnTo>
                    <a:pt x="90733" y="10812"/>
                  </a:lnTo>
                  <a:lnTo>
                    <a:pt x="92761" y="9283"/>
                  </a:lnTo>
                  <a:lnTo>
                    <a:pt x="98713" y="8481"/>
                  </a:lnTo>
                  <a:lnTo>
                    <a:pt x="103824" y="10151"/>
                  </a:lnTo>
                  <a:lnTo>
                    <a:pt x="108943" y="9853"/>
                  </a:lnTo>
                  <a:lnTo>
                    <a:pt x="118483" y="10892"/>
                  </a:lnTo>
                  <a:lnTo>
                    <a:pt x="124998" y="13895"/>
                  </a:lnTo>
                  <a:lnTo>
                    <a:pt x="135976" y="12702"/>
                  </a:lnTo>
                  <a:lnTo>
                    <a:pt x="139431" y="10928"/>
                  </a:lnTo>
                  <a:lnTo>
                    <a:pt x="142556" y="8080"/>
                  </a:lnTo>
                  <a:lnTo>
                    <a:pt x="143570" y="9823"/>
                  </a:lnTo>
                  <a:lnTo>
                    <a:pt x="143411" y="14549"/>
                  </a:lnTo>
                  <a:lnTo>
                    <a:pt x="147005" y="13814"/>
                  </a:lnTo>
                  <a:lnTo>
                    <a:pt x="148650" y="12581"/>
                  </a:lnTo>
                  <a:lnTo>
                    <a:pt x="151884" y="13016"/>
                  </a:lnTo>
                  <a:lnTo>
                    <a:pt x="156129" y="15164"/>
                  </a:lnTo>
                  <a:lnTo>
                    <a:pt x="160493" y="24135"/>
                  </a:lnTo>
                  <a:lnTo>
                    <a:pt x="163388" y="25883"/>
                  </a:lnTo>
                  <a:lnTo>
                    <a:pt x="166194" y="26124"/>
                  </a:lnTo>
                  <a:lnTo>
                    <a:pt x="168005" y="27274"/>
                  </a:lnTo>
                  <a:lnTo>
                    <a:pt x="168143" y="28831"/>
                  </a:lnTo>
                  <a:lnTo>
                    <a:pt x="166889" y="32670"/>
                  </a:lnTo>
                  <a:lnTo>
                    <a:pt x="167179" y="35126"/>
                  </a:lnTo>
                  <a:lnTo>
                    <a:pt x="168206" y="36445"/>
                  </a:lnTo>
                  <a:lnTo>
                    <a:pt x="169237" y="36622"/>
                  </a:lnTo>
                  <a:lnTo>
                    <a:pt x="170430" y="34835"/>
                  </a:lnTo>
                  <a:lnTo>
                    <a:pt x="170218" y="31308"/>
                  </a:lnTo>
                  <a:lnTo>
                    <a:pt x="171214" y="30081"/>
                  </a:lnTo>
                  <a:lnTo>
                    <a:pt x="172027" y="29694"/>
                  </a:lnTo>
                  <a:lnTo>
                    <a:pt x="173520" y="30609"/>
                  </a:lnTo>
                  <a:lnTo>
                    <a:pt x="174198" y="37387"/>
                  </a:lnTo>
                  <a:lnTo>
                    <a:pt x="172610" y="40196"/>
                  </a:lnTo>
                  <a:lnTo>
                    <a:pt x="172443" y="42469"/>
                  </a:lnTo>
                  <a:lnTo>
                    <a:pt x="180240" y="43117"/>
                  </a:lnTo>
                  <a:lnTo>
                    <a:pt x="184239" y="48302"/>
                  </a:lnTo>
                  <a:lnTo>
                    <a:pt x="190511" y="48475"/>
                  </a:lnTo>
                  <a:lnTo>
                    <a:pt x="193229" y="49468"/>
                  </a:lnTo>
                  <a:lnTo>
                    <a:pt x="193751" y="52275"/>
                  </a:lnTo>
                  <a:lnTo>
                    <a:pt x="198726" y="60879"/>
                  </a:lnTo>
                  <a:lnTo>
                    <a:pt x="205009" y="63297"/>
                  </a:lnTo>
                  <a:lnTo>
                    <a:pt x="207366" y="65819"/>
                  </a:lnTo>
                  <a:lnTo>
                    <a:pt x="211732" y="68050"/>
                  </a:lnTo>
                  <a:lnTo>
                    <a:pt x="212511" y="71185"/>
                  </a:lnTo>
                  <a:lnTo>
                    <a:pt x="215736" y="76219"/>
                  </a:lnTo>
                  <a:lnTo>
                    <a:pt x="215750" y="78179"/>
                  </a:lnTo>
                  <a:lnTo>
                    <a:pt x="214655" y="79833"/>
                  </a:lnTo>
                  <a:lnTo>
                    <a:pt x="212537" y="79725"/>
                  </a:lnTo>
                  <a:lnTo>
                    <a:pt x="212514" y="77585"/>
                  </a:lnTo>
                  <a:lnTo>
                    <a:pt x="205690" y="78115"/>
                  </a:lnTo>
                  <a:lnTo>
                    <a:pt x="204859" y="79730"/>
                  </a:lnTo>
                  <a:lnTo>
                    <a:pt x="205419" y="81765"/>
                  </a:lnTo>
                  <a:lnTo>
                    <a:pt x="204988" y="82353"/>
                  </a:lnTo>
                  <a:lnTo>
                    <a:pt x="199509" y="82376"/>
                  </a:lnTo>
                  <a:lnTo>
                    <a:pt x="199476" y="85801"/>
                  </a:lnTo>
                  <a:lnTo>
                    <a:pt x="194950" y="86446"/>
                  </a:lnTo>
                  <a:lnTo>
                    <a:pt x="164333" y="83274"/>
                  </a:lnTo>
                  <a:lnTo>
                    <a:pt x="165045" y="71952"/>
                  </a:lnTo>
                  <a:lnTo>
                    <a:pt x="151429" y="77074"/>
                  </a:lnTo>
                  <a:lnTo>
                    <a:pt x="145434" y="60757"/>
                  </a:lnTo>
                  <a:lnTo>
                    <a:pt x="112865" y="73007"/>
                  </a:lnTo>
                  <a:lnTo>
                    <a:pt x="106932" y="85967"/>
                  </a:lnTo>
                  <a:lnTo>
                    <a:pt x="106126" y="85822"/>
                  </a:lnTo>
                  <a:lnTo>
                    <a:pt x="95317" y="107206"/>
                  </a:lnTo>
                  <a:lnTo>
                    <a:pt x="52526" y="97580"/>
                  </a:lnTo>
                  <a:lnTo>
                    <a:pt x="45974" y="108792"/>
                  </a:lnTo>
                  <a:lnTo>
                    <a:pt x="27648" y="91966"/>
                  </a:lnTo>
                  <a:lnTo>
                    <a:pt x="15769" y="84898"/>
                  </a:lnTo>
                  <a:lnTo>
                    <a:pt x="3675" y="76272"/>
                  </a:lnTo>
                  <a:lnTo>
                    <a:pt x="0" y="73997"/>
                  </a:lnTo>
                  <a:lnTo>
                    <a:pt x="2794" y="64222"/>
                  </a:lnTo>
                  <a:lnTo>
                    <a:pt x="6515" y="60286"/>
                  </a:lnTo>
                  <a:lnTo>
                    <a:pt x="8621" y="50295"/>
                  </a:lnTo>
                  <a:lnTo>
                    <a:pt x="10618" y="44419"/>
                  </a:lnTo>
                  <a:lnTo>
                    <a:pt x="19494" y="27240"/>
                  </a:lnTo>
                  <a:lnTo>
                    <a:pt x="21825" y="24693"/>
                  </a:lnTo>
                  <a:lnTo>
                    <a:pt x="22844" y="18925"/>
                  </a:lnTo>
                  <a:lnTo>
                    <a:pt x="24441" y="16269"/>
                  </a:lnTo>
                  <a:lnTo>
                    <a:pt x="25180" y="15907"/>
                  </a:lnTo>
                  <a:lnTo>
                    <a:pt x="25750" y="17074"/>
                  </a:lnTo>
                  <a:lnTo>
                    <a:pt x="29189" y="17364"/>
                  </a:lnTo>
                  <a:lnTo>
                    <a:pt x="35074" y="14878"/>
                  </a:lnTo>
                  <a:lnTo>
                    <a:pt x="37783" y="16135"/>
                  </a:lnTo>
                  <a:lnTo>
                    <a:pt x="41383" y="13619"/>
                  </a:lnTo>
                  <a:lnTo>
                    <a:pt x="41688" y="12681"/>
                  </a:lnTo>
                  <a:lnTo>
                    <a:pt x="40796" y="11763"/>
                  </a:lnTo>
                  <a:lnTo>
                    <a:pt x="41218" y="11365"/>
                  </a:lnTo>
                  <a:lnTo>
                    <a:pt x="49685" y="12282"/>
                  </a:lnTo>
                  <a:lnTo>
                    <a:pt x="54318" y="14090"/>
                  </a:lnTo>
                  <a:lnTo>
                    <a:pt x="57461" y="3564"/>
                  </a:lnTo>
                  <a:lnTo>
                    <a:pt x="59391" y="1265"/>
                  </a:lnTo>
                  <a:lnTo>
                    <a:pt x="62019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h3416"/>
            <p:cNvSpPr/>
            <p:nvPr/>
          </p:nvSpPr>
          <p:spPr>
            <a:xfrm>
              <a:off x="6444700" y="1912011"/>
              <a:ext cx="45020" cy="42948"/>
            </a:xfrm>
            <a:custGeom>
              <a:avLst/>
              <a:pathLst>
                <a:path w="45020" h="42948">
                  <a:moveTo>
                    <a:pt x="32018" y="0"/>
                  </a:moveTo>
                  <a:lnTo>
                    <a:pt x="31286" y="2153"/>
                  </a:lnTo>
                  <a:lnTo>
                    <a:pt x="26628" y="2602"/>
                  </a:lnTo>
                  <a:lnTo>
                    <a:pt x="26143" y="12973"/>
                  </a:lnTo>
                  <a:lnTo>
                    <a:pt x="32462" y="15282"/>
                  </a:lnTo>
                  <a:lnTo>
                    <a:pt x="33819" y="20084"/>
                  </a:lnTo>
                  <a:lnTo>
                    <a:pt x="43067" y="24686"/>
                  </a:lnTo>
                  <a:lnTo>
                    <a:pt x="41816" y="27627"/>
                  </a:lnTo>
                  <a:lnTo>
                    <a:pt x="40937" y="27266"/>
                  </a:lnTo>
                  <a:lnTo>
                    <a:pt x="39246" y="31426"/>
                  </a:lnTo>
                  <a:lnTo>
                    <a:pt x="44971" y="34512"/>
                  </a:lnTo>
                  <a:lnTo>
                    <a:pt x="43017" y="39774"/>
                  </a:lnTo>
                  <a:lnTo>
                    <a:pt x="45020" y="41919"/>
                  </a:lnTo>
                  <a:lnTo>
                    <a:pt x="39515" y="42948"/>
                  </a:lnTo>
                  <a:lnTo>
                    <a:pt x="35447" y="41308"/>
                  </a:lnTo>
                  <a:lnTo>
                    <a:pt x="32202" y="41304"/>
                  </a:lnTo>
                  <a:lnTo>
                    <a:pt x="31694" y="40100"/>
                  </a:lnTo>
                  <a:lnTo>
                    <a:pt x="27258" y="36928"/>
                  </a:lnTo>
                  <a:lnTo>
                    <a:pt x="24455" y="36667"/>
                  </a:lnTo>
                  <a:lnTo>
                    <a:pt x="25226" y="33561"/>
                  </a:lnTo>
                  <a:lnTo>
                    <a:pt x="24622" y="33055"/>
                  </a:lnTo>
                  <a:lnTo>
                    <a:pt x="17767" y="30138"/>
                  </a:lnTo>
                  <a:lnTo>
                    <a:pt x="13018" y="31326"/>
                  </a:lnTo>
                  <a:lnTo>
                    <a:pt x="11800" y="17825"/>
                  </a:lnTo>
                  <a:lnTo>
                    <a:pt x="7938" y="17954"/>
                  </a:lnTo>
                  <a:lnTo>
                    <a:pt x="0" y="3693"/>
                  </a:lnTo>
                  <a:lnTo>
                    <a:pt x="1972" y="636"/>
                  </a:lnTo>
                  <a:lnTo>
                    <a:pt x="3516" y="646"/>
                  </a:lnTo>
                  <a:lnTo>
                    <a:pt x="13328" y="6339"/>
                  </a:lnTo>
                  <a:lnTo>
                    <a:pt x="19925" y="100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h3417"/>
            <p:cNvSpPr/>
            <p:nvPr/>
          </p:nvSpPr>
          <p:spPr>
            <a:xfrm>
              <a:off x="6270825" y="2101612"/>
              <a:ext cx="147104" cy="124727"/>
            </a:xfrm>
            <a:custGeom>
              <a:avLst/>
              <a:pathLst>
                <a:path w="147104" h="124727">
                  <a:moveTo>
                    <a:pt x="52623" y="2026"/>
                  </a:moveTo>
                  <a:lnTo>
                    <a:pt x="60352" y="14673"/>
                  </a:lnTo>
                  <a:lnTo>
                    <a:pt x="66486" y="18828"/>
                  </a:lnTo>
                  <a:lnTo>
                    <a:pt x="68940" y="18048"/>
                  </a:lnTo>
                  <a:lnTo>
                    <a:pt x="78593" y="18082"/>
                  </a:lnTo>
                  <a:lnTo>
                    <a:pt x="91897" y="7502"/>
                  </a:lnTo>
                  <a:lnTo>
                    <a:pt x="96885" y="5896"/>
                  </a:lnTo>
                  <a:lnTo>
                    <a:pt x="79111" y="39290"/>
                  </a:lnTo>
                  <a:lnTo>
                    <a:pt x="78521" y="43981"/>
                  </a:lnTo>
                  <a:lnTo>
                    <a:pt x="93052" y="44467"/>
                  </a:lnTo>
                  <a:lnTo>
                    <a:pt x="96500" y="45296"/>
                  </a:lnTo>
                  <a:lnTo>
                    <a:pt x="96219" y="39920"/>
                  </a:lnTo>
                  <a:lnTo>
                    <a:pt x="99072" y="47456"/>
                  </a:lnTo>
                  <a:lnTo>
                    <a:pt x="90433" y="64534"/>
                  </a:lnTo>
                  <a:lnTo>
                    <a:pt x="102146" y="61446"/>
                  </a:lnTo>
                  <a:lnTo>
                    <a:pt x="104344" y="71280"/>
                  </a:lnTo>
                  <a:lnTo>
                    <a:pt x="120404" y="66575"/>
                  </a:lnTo>
                  <a:lnTo>
                    <a:pt x="118125" y="56958"/>
                  </a:lnTo>
                  <a:lnTo>
                    <a:pt x="129639" y="51478"/>
                  </a:lnTo>
                  <a:lnTo>
                    <a:pt x="132295" y="54158"/>
                  </a:lnTo>
                  <a:lnTo>
                    <a:pt x="132419" y="58234"/>
                  </a:lnTo>
                  <a:lnTo>
                    <a:pt x="137025" y="58653"/>
                  </a:lnTo>
                  <a:lnTo>
                    <a:pt x="135731" y="55488"/>
                  </a:lnTo>
                  <a:lnTo>
                    <a:pt x="134952" y="48455"/>
                  </a:lnTo>
                  <a:lnTo>
                    <a:pt x="139720" y="54332"/>
                  </a:lnTo>
                  <a:lnTo>
                    <a:pt x="141962" y="59151"/>
                  </a:lnTo>
                  <a:lnTo>
                    <a:pt x="140475" y="65995"/>
                  </a:lnTo>
                  <a:lnTo>
                    <a:pt x="143513" y="65837"/>
                  </a:lnTo>
                  <a:lnTo>
                    <a:pt x="147104" y="68846"/>
                  </a:lnTo>
                  <a:lnTo>
                    <a:pt x="142364" y="72387"/>
                  </a:lnTo>
                  <a:lnTo>
                    <a:pt x="129338" y="66206"/>
                  </a:lnTo>
                  <a:lnTo>
                    <a:pt x="127635" y="67629"/>
                  </a:lnTo>
                  <a:lnTo>
                    <a:pt x="125150" y="72101"/>
                  </a:lnTo>
                  <a:lnTo>
                    <a:pt x="111256" y="71947"/>
                  </a:lnTo>
                  <a:lnTo>
                    <a:pt x="108496" y="71057"/>
                  </a:lnTo>
                  <a:lnTo>
                    <a:pt x="103592" y="82775"/>
                  </a:lnTo>
                  <a:lnTo>
                    <a:pt x="105637" y="84674"/>
                  </a:lnTo>
                  <a:lnTo>
                    <a:pt x="101427" y="95057"/>
                  </a:lnTo>
                  <a:lnTo>
                    <a:pt x="100674" y="102355"/>
                  </a:lnTo>
                  <a:lnTo>
                    <a:pt x="98158" y="102382"/>
                  </a:lnTo>
                  <a:lnTo>
                    <a:pt x="98559" y="96522"/>
                  </a:lnTo>
                  <a:lnTo>
                    <a:pt x="90121" y="95501"/>
                  </a:lnTo>
                  <a:lnTo>
                    <a:pt x="89926" y="102472"/>
                  </a:lnTo>
                  <a:lnTo>
                    <a:pt x="84820" y="102516"/>
                  </a:lnTo>
                  <a:lnTo>
                    <a:pt x="81947" y="90873"/>
                  </a:lnTo>
                  <a:lnTo>
                    <a:pt x="74344" y="90815"/>
                  </a:lnTo>
                  <a:lnTo>
                    <a:pt x="70046" y="102685"/>
                  </a:lnTo>
                  <a:lnTo>
                    <a:pt x="57842" y="102279"/>
                  </a:lnTo>
                  <a:lnTo>
                    <a:pt x="57867" y="107370"/>
                  </a:lnTo>
                  <a:lnTo>
                    <a:pt x="53145" y="107067"/>
                  </a:lnTo>
                  <a:lnTo>
                    <a:pt x="53188" y="108380"/>
                  </a:lnTo>
                  <a:lnTo>
                    <a:pt x="60526" y="113403"/>
                  </a:lnTo>
                  <a:lnTo>
                    <a:pt x="60618" y="114430"/>
                  </a:lnTo>
                  <a:lnTo>
                    <a:pt x="57066" y="115030"/>
                  </a:lnTo>
                  <a:lnTo>
                    <a:pt x="56978" y="113965"/>
                  </a:lnTo>
                  <a:lnTo>
                    <a:pt x="50575" y="114967"/>
                  </a:lnTo>
                  <a:lnTo>
                    <a:pt x="46429" y="120035"/>
                  </a:lnTo>
                  <a:lnTo>
                    <a:pt x="47250" y="124727"/>
                  </a:lnTo>
                  <a:lnTo>
                    <a:pt x="37445" y="121982"/>
                  </a:lnTo>
                  <a:lnTo>
                    <a:pt x="21699" y="120490"/>
                  </a:lnTo>
                  <a:lnTo>
                    <a:pt x="21880" y="119571"/>
                  </a:lnTo>
                  <a:lnTo>
                    <a:pt x="18329" y="118746"/>
                  </a:lnTo>
                  <a:lnTo>
                    <a:pt x="17140" y="122296"/>
                  </a:lnTo>
                  <a:lnTo>
                    <a:pt x="10503" y="116187"/>
                  </a:lnTo>
                  <a:lnTo>
                    <a:pt x="3745" y="114972"/>
                  </a:lnTo>
                  <a:lnTo>
                    <a:pt x="3143" y="105699"/>
                  </a:lnTo>
                  <a:lnTo>
                    <a:pt x="2078" y="106210"/>
                  </a:lnTo>
                  <a:lnTo>
                    <a:pt x="1187" y="105743"/>
                  </a:lnTo>
                  <a:lnTo>
                    <a:pt x="1481" y="103514"/>
                  </a:lnTo>
                  <a:lnTo>
                    <a:pt x="3290" y="98617"/>
                  </a:lnTo>
                  <a:lnTo>
                    <a:pt x="0" y="97376"/>
                  </a:lnTo>
                  <a:lnTo>
                    <a:pt x="3391" y="89484"/>
                  </a:lnTo>
                  <a:lnTo>
                    <a:pt x="5477" y="87001"/>
                  </a:lnTo>
                  <a:lnTo>
                    <a:pt x="6398" y="84595"/>
                  </a:lnTo>
                  <a:lnTo>
                    <a:pt x="5964" y="83563"/>
                  </a:lnTo>
                  <a:lnTo>
                    <a:pt x="4263" y="83160"/>
                  </a:lnTo>
                  <a:lnTo>
                    <a:pt x="4679" y="80712"/>
                  </a:lnTo>
                  <a:lnTo>
                    <a:pt x="5942" y="79569"/>
                  </a:lnTo>
                  <a:lnTo>
                    <a:pt x="7513" y="79680"/>
                  </a:lnTo>
                  <a:lnTo>
                    <a:pt x="7137" y="81518"/>
                  </a:lnTo>
                  <a:lnTo>
                    <a:pt x="8873" y="81073"/>
                  </a:lnTo>
                  <a:lnTo>
                    <a:pt x="9903" y="79659"/>
                  </a:lnTo>
                  <a:lnTo>
                    <a:pt x="10750" y="73203"/>
                  </a:lnTo>
                  <a:lnTo>
                    <a:pt x="7421" y="71908"/>
                  </a:lnTo>
                  <a:lnTo>
                    <a:pt x="2241" y="71238"/>
                  </a:lnTo>
                  <a:lnTo>
                    <a:pt x="2750" y="62586"/>
                  </a:lnTo>
                  <a:lnTo>
                    <a:pt x="5664" y="65306"/>
                  </a:lnTo>
                  <a:lnTo>
                    <a:pt x="7828" y="65997"/>
                  </a:lnTo>
                  <a:lnTo>
                    <a:pt x="7803" y="59391"/>
                  </a:lnTo>
                  <a:lnTo>
                    <a:pt x="12475" y="60088"/>
                  </a:lnTo>
                  <a:lnTo>
                    <a:pt x="12978" y="56298"/>
                  </a:lnTo>
                  <a:lnTo>
                    <a:pt x="8150" y="55581"/>
                  </a:lnTo>
                  <a:lnTo>
                    <a:pt x="8878" y="51986"/>
                  </a:lnTo>
                  <a:lnTo>
                    <a:pt x="28860" y="54534"/>
                  </a:lnTo>
                  <a:lnTo>
                    <a:pt x="28989" y="53633"/>
                  </a:lnTo>
                  <a:lnTo>
                    <a:pt x="33782" y="55318"/>
                  </a:lnTo>
                  <a:lnTo>
                    <a:pt x="33511" y="57368"/>
                  </a:lnTo>
                  <a:lnTo>
                    <a:pt x="36949" y="57966"/>
                  </a:lnTo>
                  <a:lnTo>
                    <a:pt x="36348" y="52835"/>
                  </a:lnTo>
                  <a:lnTo>
                    <a:pt x="35178" y="49879"/>
                  </a:lnTo>
                  <a:lnTo>
                    <a:pt x="38622" y="41916"/>
                  </a:lnTo>
                  <a:lnTo>
                    <a:pt x="31185" y="41279"/>
                  </a:lnTo>
                  <a:lnTo>
                    <a:pt x="30826" y="36045"/>
                  </a:lnTo>
                  <a:lnTo>
                    <a:pt x="29826" y="33040"/>
                  </a:lnTo>
                  <a:lnTo>
                    <a:pt x="28154" y="31173"/>
                  </a:lnTo>
                  <a:lnTo>
                    <a:pt x="30312" y="26838"/>
                  </a:lnTo>
                  <a:lnTo>
                    <a:pt x="28887" y="26671"/>
                  </a:lnTo>
                  <a:lnTo>
                    <a:pt x="30185" y="14055"/>
                  </a:lnTo>
                  <a:lnTo>
                    <a:pt x="4722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h3418"/>
            <p:cNvSpPr/>
            <p:nvPr/>
          </p:nvSpPr>
          <p:spPr>
            <a:xfrm>
              <a:off x="6252274" y="2088757"/>
              <a:ext cx="57172" cy="124552"/>
            </a:xfrm>
            <a:custGeom>
              <a:avLst/>
              <a:pathLst>
                <a:path w="57172" h="124552">
                  <a:moveTo>
                    <a:pt x="39152" y="12688"/>
                  </a:moveTo>
                  <a:lnTo>
                    <a:pt x="44529" y="3596"/>
                  </a:lnTo>
                  <a:lnTo>
                    <a:pt x="48035" y="5821"/>
                  </a:lnTo>
                  <a:lnTo>
                    <a:pt x="43714" y="15570"/>
                  </a:lnTo>
                  <a:lnTo>
                    <a:pt x="40317" y="20730"/>
                  </a:lnTo>
                  <a:lnTo>
                    <a:pt x="42999" y="23711"/>
                  </a:lnTo>
                  <a:lnTo>
                    <a:pt x="43791" y="26330"/>
                  </a:lnTo>
                  <a:lnTo>
                    <a:pt x="40310" y="27651"/>
                  </a:lnTo>
                  <a:lnTo>
                    <a:pt x="41804" y="30249"/>
                  </a:lnTo>
                  <a:lnTo>
                    <a:pt x="44459" y="30602"/>
                  </a:lnTo>
                  <a:lnTo>
                    <a:pt x="45629" y="39315"/>
                  </a:lnTo>
                  <a:lnTo>
                    <a:pt x="47438" y="39526"/>
                  </a:lnTo>
                  <a:lnTo>
                    <a:pt x="48863" y="39693"/>
                  </a:lnTo>
                  <a:lnTo>
                    <a:pt x="46704" y="44028"/>
                  </a:lnTo>
                  <a:lnTo>
                    <a:pt x="48376" y="45895"/>
                  </a:lnTo>
                  <a:lnTo>
                    <a:pt x="49376" y="48900"/>
                  </a:lnTo>
                  <a:lnTo>
                    <a:pt x="49736" y="54134"/>
                  </a:lnTo>
                  <a:lnTo>
                    <a:pt x="57172" y="54771"/>
                  </a:lnTo>
                  <a:lnTo>
                    <a:pt x="53729" y="62734"/>
                  </a:lnTo>
                  <a:lnTo>
                    <a:pt x="54899" y="65691"/>
                  </a:lnTo>
                  <a:lnTo>
                    <a:pt x="55500" y="70821"/>
                  </a:lnTo>
                  <a:lnTo>
                    <a:pt x="52062" y="70223"/>
                  </a:lnTo>
                  <a:lnTo>
                    <a:pt x="52332" y="68173"/>
                  </a:lnTo>
                  <a:lnTo>
                    <a:pt x="47540" y="66488"/>
                  </a:lnTo>
                  <a:lnTo>
                    <a:pt x="47411" y="67389"/>
                  </a:lnTo>
                  <a:lnTo>
                    <a:pt x="27428" y="64841"/>
                  </a:lnTo>
                  <a:lnTo>
                    <a:pt x="26701" y="68436"/>
                  </a:lnTo>
                  <a:lnTo>
                    <a:pt x="31529" y="69153"/>
                  </a:lnTo>
                  <a:lnTo>
                    <a:pt x="31026" y="72943"/>
                  </a:lnTo>
                  <a:lnTo>
                    <a:pt x="26354" y="72246"/>
                  </a:lnTo>
                  <a:lnTo>
                    <a:pt x="26379" y="78852"/>
                  </a:lnTo>
                  <a:lnTo>
                    <a:pt x="24214" y="78161"/>
                  </a:lnTo>
                  <a:lnTo>
                    <a:pt x="21301" y="75441"/>
                  </a:lnTo>
                  <a:lnTo>
                    <a:pt x="20791" y="84093"/>
                  </a:lnTo>
                  <a:lnTo>
                    <a:pt x="25972" y="84763"/>
                  </a:lnTo>
                  <a:lnTo>
                    <a:pt x="29300" y="86058"/>
                  </a:lnTo>
                  <a:lnTo>
                    <a:pt x="28454" y="92514"/>
                  </a:lnTo>
                  <a:lnTo>
                    <a:pt x="27423" y="93929"/>
                  </a:lnTo>
                  <a:lnTo>
                    <a:pt x="25688" y="94373"/>
                  </a:lnTo>
                  <a:lnTo>
                    <a:pt x="26063" y="92535"/>
                  </a:lnTo>
                  <a:lnTo>
                    <a:pt x="24492" y="92424"/>
                  </a:lnTo>
                  <a:lnTo>
                    <a:pt x="23229" y="93567"/>
                  </a:lnTo>
                  <a:lnTo>
                    <a:pt x="22814" y="96015"/>
                  </a:lnTo>
                  <a:lnTo>
                    <a:pt x="24514" y="96418"/>
                  </a:lnTo>
                  <a:lnTo>
                    <a:pt x="24949" y="97450"/>
                  </a:lnTo>
                  <a:lnTo>
                    <a:pt x="24027" y="99856"/>
                  </a:lnTo>
                  <a:lnTo>
                    <a:pt x="21941" y="102339"/>
                  </a:lnTo>
                  <a:lnTo>
                    <a:pt x="18550" y="110231"/>
                  </a:lnTo>
                  <a:lnTo>
                    <a:pt x="21840" y="111472"/>
                  </a:lnTo>
                  <a:lnTo>
                    <a:pt x="20032" y="116369"/>
                  </a:lnTo>
                  <a:lnTo>
                    <a:pt x="19273" y="116404"/>
                  </a:lnTo>
                  <a:lnTo>
                    <a:pt x="18357" y="119095"/>
                  </a:lnTo>
                  <a:lnTo>
                    <a:pt x="13752" y="124442"/>
                  </a:lnTo>
                  <a:lnTo>
                    <a:pt x="12078" y="124552"/>
                  </a:lnTo>
                  <a:lnTo>
                    <a:pt x="9228" y="120861"/>
                  </a:lnTo>
                  <a:lnTo>
                    <a:pt x="7221" y="122297"/>
                  </a:lnTo>
                  <a:lnTo>
                    <a:pt x="8645" y="118140"/>
                  </a:lnTo>
                  <a:lnTo>
                    <a:pt x="9543" y="111930"/>
                  </a:lnTo>
                  <a:lnTo>
                    <a:pt x="6879" y="107320"/>
                  </a:lnTo>
                  <a:lnTo>
                    <a:pt x="6597" y="104257"/>
                  </a:lnTo>
                  <a:lnTo>
                    <a:pt x="6476" y="72660"/>
                  </a:lnTo>
                  <a:lnTo>
                    <a:pt x="16258" y="55804"/>
                  </a:lnTo>
                  <a:lnTo>
                    <a:pt x="10336" y="46577"/>
                  </a:lnTo>
                  <a:lnTo>
                    <a:pt x="4455" y="17873"/>
                  </a:lnTo>
                  <a:lnTo>
                    <a:pt x="0" y="16117"/>
                  </a:lnTo>
                  <a:lnTo>
                    <a:pt x="5411" y="11722"/>
                  </a:lnTo>
                  <a:lnTo>
                    <a:pt x="2703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h3419"/>
            <p:cNvSpPr/>
            <p:nvPr/>
          </p:nvSpPr>
          <p:spPr>
            <a:xfrm>
              <a:off x="6544473" y="1873406"/>
              <a:ext cx="65115" cy="96817"/>
            </a:xfrm>
            <a:custGeom>
              <a:avLst/>
              <a:pathLst>
                <a:path w="65115" h="96817">
                  <a:moveTo>
                    <a:pt x="27091" y="0"/>
                  </a:moveTo>
                  <a:lnTo>
                    <a:pt x="27296" y="1890"/>
                  </a:lnTo>
                  <a:lnTo>
                    <a:pt x="29380" y="4920"/>
                  </a:lnTo>
                  <a:lnTo>
                    <a:pt x="35113" y="6725"/>
                  </a:lnTo>
                  <a:lnTo>
                    <a:pt x="34024" y="8305"/>
                  </a:lnTo>
                  <a:lnTo>
                    <a:pt x="31502" y="9467"/>
                  </a:lnTo>
                  <a:lnTo>
                    <a:pt x="34812" y="13446"/>
                  </a:lnTo>
                  <a:lnTo>
                    <a:pt x="34994" y="14983"/>
                  </a:lnTo>
                  <a:lnTo>
                    <a:pt x="33599" y="18191"/>
                  </a:lnTo>
                  <a:lnTo>
                    <a:pt x="34313" y="20122"/>
                  </a:lnTo>
                  <a:lnTo>
                    <a:pt x="40348" y="28875"/>
                  </a:lnTo>
                  <a:lnTo>
                    <a:pt x="39763" y="33151"/>
                  </a:lnTo>
                  <a:lnTo>
                    <a:pt x="43863" y="37830"/>
                  </a:lnTo>
                  <a:lnTo>
                    <a:pt x="47451" y="38396"/>
                  </a:lnTo>
                  <a:lnTo>
                    <a:pt x="48726" y="43337"/>
                  </a:lnTo>
                  <a:lnTo>
                    <a:pt x="61969" y="48680"/>
                  </a:lnTo>
                  <a:lnTo>
                    <a:pt x="65010" y="53446"/>
                  </a:lnTo>
                  <a:lnTo>
                    <a:pt x="65115" y="55145"/>
                  </a:lnTo>
                  <a:lnTo>
                    <a:pt x="58969" y="59161"/>
                  </a:lnTo>
                  <a:lnTo>
                    <a:pt x="62689" y="67295"/>
                  </a:lnTo>
                  <a:lnTo>
                    <a:pt x="61982" y="68841"/>
                  </a:lnTo>
                  <a:lnTo>
                    <a:pt x="51507" y="70687"/>
                  </a:lnTo>
                  <a:lnTo>
                    <a:pt x="51854" y="83609"/>
                  </a:lnTo>
                  <a:lnTo>
                    <a:pt x="37314" y="86184"/>
                  </a:lnTo>
                  <a:lnTo>
                    <a:pt x="39885" y="96817"/>
                  </a:lnTo>
                  <a:lnTo>
                    <a:pt x="1628" y="87974"/>
                  </a:lnTo>
                  <a:lnTo>
                    <a:pt x="7444" y="69217"/>
                  </a:lnTo>
                  <a:lnTo>
                    <a:pt x="10588" y="65971"/>
                  </a:lnTo>
                  <a:lnTo>
                    <a:pt x="13278" y="66737"/>
                  </a:lnTo>
                  <a:lnTo>
                    <a:pt x="14143" y="63134"/>
                  </a:lnTo>
                  <a:lnTo>
                    <a:pt x="9634" y="60459"/>
                  </a:lnTo>
                  <a:lnTo>
                    <a:pt x="8404" y="58643"/>
                  </a:lnTo>
                  <a:lnTo>
                    <a:pt x="13246" y="52310"/>
                  </a:lnTo>
                  <a:lnTo>
                    <a:pt x="3026" y="50616"/>
                  </a:lnTo>
                  <a:lnTo>
                    <a:pt x="0" y="39601"/>
                  </a:lnTo>
                  <a:lnTo>
                    <a:pt x="4188" y="38967"/>
                  </a:lnTo>
                  <a:lnTo>
                    <a:pt x="7563" y="26861"/>
                  </a:lnTo>
                  <a:lnTo>
                    <a:pt x="16716" y="21829"/>
                  </a:lnTo>
                  <a:lnTo>
                    <a:pt x="21483" y="13735"/>
                  </a:lnTo>
                  <a:lnTo>
                    <a:pt x="22026" y="12248"/>
                  </a:lnTo>
                  <a:lnTo>
                    <a:pt x="20018" y="8650"/>
                  </a:lnTo>
                  <a:lnTo>
                    <a:pt x="18692" y="324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h3420"/>
            <p:cNvSpPr/>
            <p:nvPr/>
          </p:nvSpPr>
          <p:spPr>
            <a:xfrm>
              <a:off x="6421152" y="2072776"/>
              <a:ext cx="91536" cy="83939"/>
            </a:xfrm>
            <a:custGeom>
              <a:avLst/>
              <a:pathLst>
                <a:path w="91536" h="83939">
                  <a:moveTo>
                    <a:pt x="19748" y="4090"/>
                  </a:moveTo>
                  <a:lnTo>
                    <a:pt x="27408" y="10157"/>
                  </a:lnTo>
                  <a:lnTo>
                    <a:pt x="33213" y="5717"/>
                  </a:lnTo>
                  <a:lnTo>
                    <a:pt x="37392" y="8888"/>
                  </a:lnTo>
                  <a:lnTo>
                    <a:pt x="39196" y="8749"/>
                  </a:lnTo>
                  <a:lnTo>
                    <a:pt x="42476" y="6513"/>
                  </a:lnTo>
                  <a:lnTo>
                    <a:pt x="48345" y="7372"/>
                  </a:lnTo>
                  <a:lnTo>
                    <a:pt x="50348" y="8575"/>
                  </a:lnTo>
                  <a:lnTo>
                    <a:pt x="62193" y="5432"/>
                  </a:lnTo>
                  <a:lnTo>
                    <a:pt x="67668" y="9912"/>
                  </a:lnTo>
                  <a:lnTo>
                    <a:pt x="68693" y="16973"/>
                  </a:lnTo>
                  <a:lnTo>
                    <a:pt x="74220" y="19674"/>
                  </a:lnTo>
                  <a:lnTo>
                    <a:pt x="77623" y="22913"/>
                  </a:lnTo>
                  <a:lnTo>
                    <a:pt x="90536" y="38087"/>
                  </a:lnTo>
                  <a:lnTo>
                    <a:pt x="91536" y="40933"/>
                  </a:lnTo>
                  <a:lnTo>
                    <a:pt x="67768" y="62019"/>
                  </a:lnTo>
                  <a:lnTo>
                    <a:pt x="79561" y="75863"/>
                  </a:lnTo>
                  <a:lnTo>
                    <a:pt x="82069" y="82268"/>
                  </a:lnTo>
                  <a:lnTo>
                    <a:pt x="76871" y="83939"/>
                  </a:lnTo>
                  <a:lnTo>
                    <a:pt x="75000" y="80113"/>
                  </a:lnTo>
                  <a:lnTo>
                    <a:pt x="70510" y="77327"/>
                  </a:lnTo>
                  <a:lnTo>
                    <a:pt x="66351" y="72537"/>
                  </a:lnTo>
                  <a:lnTo>
                    <a:pt x="56574" y="69178"/>
                  </a:lnTo>
                  <a:lnTo>
                    <a:pt x="52578" y="70909"/>
                  </a:lnTo>
                  <a:lnTo>
                    <a:pt x="50178" y="73964"/>
                  </a:lnTo>
                  <a:lnTo>
                    <a:pt x="41203" y="74335"/>
                  </a:lnTo>
                  <a:lnTo>
                    <a:pt x="35761" y="65853"/>
                  </a:lnTo>
                  <a:lnTo>
                    <a:pt x="33192" y="61282"/>
                  </a:lnTo>
                  <a:lnTo>
                    <a:pt x="35770" y="59623"/>
                  </a:lnTo>
                  <a:lnTo>
                    <a:pt x="29772" y="56407"/>
                  </a:lnTo>
                  <a:lnTo>
                    <a:pt x="35109" y="57288"/>
                  </a:lnTo>
                  <a:lnTo>
                    <a:pt x="37919" y="56103"/>
                  </a:lnTo>
                  <a:lnTo>
                    <a:pt x="26046" y="43150"/>
                  </a:lnTo>
                  <a:lnTo>
                    <a:pt x="19495" y="39704"/>
                  </a:lnTo>
                  <a:lnTo>
                    <a:pt x="16501" y="36084"/>
                  </a:lnTo>
                  <a:lnTo>
                    <a:pt x="16476" y="33684"/>
                  </a:lnTo>
                  <a:lnTo>
                    <a:pt x="12936" y="30827"/>
                  </a:lnTo>
                  <a:lnTo>
                    <a:pt x="11226" y="33347"/>
                  </a:lnTo>
                  <a:lnTo>
                    <a:pt x="0" y="14707"/>
                  </a:lnTo>
                  <a:lnTo>
                    <a:pt x="9481" y="7441"/>
                  </a:lnTo>
                  <a:lnTo>
                    <a:pt x="2007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h3421"/>
            <p:cNvSpPr/>
            <p:nvPr/>
          </p:nvSpPr>
          <p:spPr>
            <a:xfrm>
              <a:off x="6505871" y="1894759"/>
              <a:ext cx="31889" cy="22789"/>
            </a:xfrm>
            <a:custGeom>
              <a:avLst/>
              <a:pathLst>
                <a:path w="31889" h="22789">
                  <a:moveTo>
                    <a:pt x="23647" y="0"/>
                  </a:moveTo>
                  <a:lnTo>
                    <a:pt x="31877" y="767"/>
                  </a:lnTo>
                  <a:lnTo>
                    <a:pt x="31889" y="2314"/>
                  </a:lnTo>
                  <a:lnTo>
                    <a:pt x="26971" y="1837"/>
                  </a:lnTo>
                  <a:lnTo>
                    <a:pt x="24197" y="3348"/>
                  </a:lnTo>
                  <a:lnTo>
                    <a:pt x="14221" y="13587"/>
                  </a:lnTo>
                  <a:lnTo>
                    <a:pt x="16988" y="14374"/>
                  </a:lnTo>
                  <a:lnTo>
                    <a:pt x="18601" y="16471"/>
                  </a:lnTo>
                  <a:lnTo>
                    <a:pt x="16619" y="22789"/>
                  </a:lnTo>
                  <a:lnTo>
                    <a:pt x="210" y="21743"/>
                  </a:lnTo>
                  <a:lnTo>
                    <a:pt x="0" y="16509"/>
                  </a:lnTo>
                  <a:lnTo>
                    <a:pt x="1594" y="15765"/>
                  </a:lnTo>
                  <a:lnTo>
                    <a:pt x="11057" y="4704"/>
                  </a:lnTo>
                  <a:lnTo>
                    <a:pt x="17958" y="148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h3422"/>
            <p:cNvSpPr/>
            <p:nvPr/>
          </p:nvSpPr>
          <p:spPr>
            <a:xfrm>
              <a:off x="6230629" y="1792316"/>
              <a:ext cx="184560" cy="282529"/>
            </a:xfrm>
            <a:custGeom>
              <a:avLst/>
              <a:pathLst>
                <a:path w="184560" h="282529">
                  <a:moveTo>
                    <a:pt x="93962" y="8625"/>
                  </a:moveTo>
                  <a:lnTo>
                    <a:pt x="105841" y="15694"/>
                  </a:lnTo>
                  <a:lnTo>
                    <a:pt x="124167" y="32520"/>
                  </a:lnTo>
                  <a:lnTo>
                    <a:pt x="106020" y="65078"/>
                  </a:lnTo>
                  <a:lnTo>
                    <a:pt x="114981" y="68259"/>
                  </a:lnTo>
                  <a:lnTo>
                    <a:pt x="113200" y="72117"/>
                  </a:lnTo>
                  <a:lnTo>
                    <a:pt x="119907" y="78827"/>
                  </a:lnTo>
                  <a:lnTo>
                    <a:pt x="121896" y="77847"/>
                  </a:lnTo>
                  <a:lnTo>
                    <a:pt x="122664" y="82602"/>
                  </a:lnTo>
                  <a:lnTo>
                    <a:pt x="126660" y="106796"/>
                  </a:lnTo>
                  <a:lnTo>
                    <a:pt x="126490" y="108844"/>
                  </a:lnTo>
                  <a:lnTo>
                    <a:pt x="121134" y="113784"/>
                  </a:lnTo>
                  <a:lnTo>
                    <a:pt x="126219" y="123027"/>
                  </a:lnTo>
                  <a:lnTo>
                    <a:pt x="130713" y="134651"/>
                  </a:lnTo>
                  <a:lnTo>
                    <a:pt x="132838" y="142563"/>
                  </a:lnTo>
                  <a:lnTo>
                    <a:pt x="132501" y="146524"/>
                  </a:lnTo>
                  <a:lnTo>
                    <a:pt x="136397" y="152603"/>
                  </a:lnTo>
                  <a:lnTo>
                    <a:pt x="143314" y="147799"/>
                  </a:lnTo>
                  <a:lnTo>
                    <a:pt x="147726" y="151098"/>
                  </a:lnTo>
                  <a:lnTo>
                    <a:pt x="150437" y="154618"/>
                  </a:lnTo>
                  <a:lnTo>
                    <a:pt x="146286" y="160663"/>
                  </a:lnTo>
                  <a:lnTo>
                    <a:pt x="143862" y="161871"/>
                  </a:lnTo>
                  <a:lnTo>
                    <a:pt x="141387" y="161858"/>
                  </a:lnTo>
                  <a:lnTo>
                    <a:pt x="145086" y="166509"/>
                  </a:lnTo>
                  <a:lnTo>
                    <a:pt x="146179" y="166838"/>
                  </a:lnTo>
                  <a:lnTo>
                    <a:pt x="147039" y="164641"/>
                  </a:lnTo>
                  <a:lnTo>
                    <a:pt x="151871" y="166127"/>
                  </a:lnTo>
                  <a:lnTo>
                    <a:pt x="156563" y="170123"/>
                  </a:lnTo>
                  <a:lnTo>
                    <a:pt x="152037" y="185104"/>
                  </a:lnTo>
                  <a:lnTo>
                    <a:pt x="153854" y="189323"/>
                  </a:lnTo>
                  <a:lnTo>
                    <a:pt x="158678" y="184785"/>
                  </a:lnTo>
                  <a:lnTo>
                    <a:pt x="163645" y="199953"/>
                  </a:lnTo>
                  <a:lnTo>
                    <a:pt x="168018" y="206480"/>
                  </a:lnTo>
                  <a:lnTo>
                    <a:pt x="173438" y="210800"/>
                  </a:lnTo>
                  <a:lnTo>
                    <a:pt x="175149" y="212374"/>
                  </a:lnTo>
                  <a:lnTo>
                    <a:pt x="184560" y="229890"/>
                  </a:lnTo>
                  <a:lnTo>
                    <a:pt x="184326" y="231234"/>
                  </a:lnTo>
                  <a:lnTo>
                    <a:pt x="176261" y="238117"/>
                  </a:lnTo>
                  <a:lnTo>
                    <a:pt x="173723" y="236194"/>
                  </a:lnTo>
                  <a:lnTo>
                    <a:pt x="172033" y="236292"/>
                  </a:lnTo>
                  <a:lnTo>
                    <a:pt x="170240" y="237498"/>
                  </a:lnTo>
                  <a:lnTo>
                    <a:pt x="169547" y="239483"/>
                  </a:lnTo>
                  <a:lnTo>
                    <a:pt x="162837" y="238978"/>
                  </a:lnTo>
                  <a:lnTo>
                    <a:pt x="159984" y="238010"/>
                  </a:lnTo>
                  <a:lnTo>
                    <a:pt x="159528" y="236171"/>
                  </a:lnTo>
                  <a:lnTo>
                    <a:pt x="157808" y="234416"/>
                  </a:lnTo>
                  <a:lnTo>
                    <a:pt x="139489" y="235110"/>
                  </a:lnTo>
                  <a:lnTo>
                    <a:pt x="141800" y="238260"/>
                  </a:lnTo>
                  <a:lnTo>
                    <a:pt x="140836" y="240016"/>
                  </a:lnTo>
                  <a:lnTo>
                    <a:pt x="134250" y="236381"/>
                  </a:lnTo>
                  <a:lnTo>
                    <a:pt x="129322" y="244663"/>
                  </a:lnTo>
                  <a:lnTo>
                    <a:pt x="137764" y="251940"/>
                  </a:lnTo>
                  <a:lnTo>
                    <a:pt x="142378" y="265857"/>
                  </a:lnTo>
                  <a:lnTo>
                    <a:pt x="141753" y="266253"/>
                  </a:lnTo>
                  <a:lnTo>
                    <a:pt x="131401" y="263486"/>
                  </a:lnTo>
                  <a:lnTo>
                    <a:pt x="127948" y="263530"/>
                  </a:lnTo>
                  <a:lnTo>
                    <a:pt x="125960" y="264375"/>
                  </a:lnTo>
                  <a:lnTo>
                    <a:pt x="121419" y="257961"/>
                  </a:lnTo>
                  <a:lnTo>
                    <a:pt x="118188" y="255578"/>
                  </a:lnTo>
                  <a:lnTo>
                    <a:pt x="112208" y="254019"/>
                  </a:lnTo>
                  <a:lnTo>
                    <a:pt x="104974" y="248431"/>
                  </a:lnTo>
                  <a:lnTo>
                    <a:pt x="99048" y="259802"/>
                  </a:lnTo>
                  <a:lnTo>
                    <a:pt x="95562" y="257511"/>
                  </a:lnTo>
                  <a:lnTo>
                    <a:pt x="93875" y="262086"/>
                  </a:lnTo>
                  <a:lnTo>
                    <a:pt x="89711" y="261663"/>
                  </a:lnTo>
                  <a:lnTo>
                    <a:pt x="86993" y="257763"/>
                  </a:lnTo>
                  <a:lnTo>
                    <a:pt x="87784" y="282529"/>
                  </a:lnTo>
                  <a:lnTo>
                    <a:pt x="67799" y="269724"/>
                  </a:lnTo>
                  <a:lnTo>
                    <a:pt x="43720" y="269910"/>
                  </a:lnTo>
                  <a:lnTo>
                    <a:pt x="30708" y="270096"/>
                  </a:lnTo>
                  <a:lnTo>
                    <a:pt x="30012" y="269592"/>
                  </a:lnTo>
                  <a:lnTo>
                    <a:pt x="18123" y="260532"/>
                  </a:lnTo>
                  <a:lnTo>
                    <a:pt x="10082" y="245018"/>
                  </a:lnTo>
                  <a:lnTo>
                    <a:pt x="11186" y="233231"/>
                  </a:lnTo>
                  <a:lnTo>
                    <a:pt x="17511" y="233298"/>
                  </a:lnTo>
                  <a:lnTo>
                    <a:pt x="28931" y="217966"/>
                  </a:lnTo>
                  <a:lnTo>
                    <a:pt x="13029" y="214956"/>
                  </a:lnTo>
                  <a:lnTo>
                    <a:pt x="16981" y="175688"/>
                  </a:lnTo>
                  <a:lnTo>
                    <a:pt x="14737" y="173796"/>
                  </a:lnTo>
                  <a:lnTo>
                    <a:pt x="20952" y="166932"/>
                  </a:lnTo>
                  <a:lnTo>
                    <a:pt x="19542" y="163939"/>
                  </a:lnTo>
                  <a:lnTo>
                    <a:pt x="13468" y="163445"/>
                  </a:lnTo>
                  <a:lnTo>
                    <a:pt x="13085" y="160375"/>
                  </a:lnTo>
                  <a:lnTo>
                    <a:pt x="10258" y="161874"/>
                  </a:lnTo>
                  <a:lnTo>
                    <a:pt x="3189" y="159069"/>
                  </a:lnTo>
                  <a:lnTo>
                    <a:pt x="0" y="163599"/>
                  </a:lnTo>
                  <a:lnTo>
                    <a:pt x="24046" y="94212"/>
                  </a:lnTo>
                  <a:lnTo>
                    <a:pt x="22658" y="91713"/>
                  </a:lnTo>
                  <a:lnTo>
                    <a:pt x="22186" y="93199"/>
                  </a:lnTo>
                  <a:lnTo>
                    <a:pt x="570" y="81257"/>
                  </a:lnTo>
                  <a:lnTo>
                    <a:pt x="5019" y="71159"/>
                  </a:lnTo>
                  <a:lnTo>
                    <a:pt x="7519" y="71047"/>
                  </a:lnTo>
                  <a:lnTo>
                    <a:pt x="9100" y="74571"/>
                  </a:lnTo>
                  <a:lnTo>
                    <a:pt x="13676" y="68204"/>
                  </a:lnTo>
                  <a:lnTo>
                    <a:pt x="19187" y="57317"/>
                  </a:lnTo>
                  <a:lnTo>
                    <a:pt x="18865" y="56974"/>
                  </a:lnTo>
                  <a:lnTo>
                    <a:pt x="24890" y="47302"/>
                  </a:lnTo>
                  <a:lnTo>
                    <a:pt x="25593" y="43924"/>
                  </a:lnTo>
                  <a:lnTo>
                    <a:pt x="30483" y="37877"/>
                  </a:lnTo>
                  <a:lnTo>
                    <a:pt x="35908" y="27928"/>
                  </a:lnTo>
                  <a:lnTo>
                    <a:pt x="36574" y="27437"/>
                  </a:lnTo>
                  <a:lnTo>
                    <a:pt x="41813" y="30809"/>
                  </a:lnTo>
                  <a:lnTo>
                    <a:pt x="44441" y="29686"/>
                  </a:lnTo>
                  <a:lnTo>
                    <a:pt x="50000" y="30846"/>
                  </a:lnTo>
                  <a:lnTo>
                    <a:pt x="50910" y="31867"/>
                  </a:lnTo>
                  <a:lnTo>
                    <a:pt x="54983" y="30644"/>
                  </a:lnTo>
                  <a:lnTo>
                    <a:pt x="56757" y="26987"/>
                  </a:lnTo>
                  <a:lnTo>
                    <a:pt x="57643" y="21467"/>
                  </a:lnTo>
                  <a:lnTo>
                    <a:pt x="59792" y="18183"/>
                  </a:lnTo>
                  <a:lnTo>
                    <a:pt x="64689" y="16536"/>
                  </a:lnTo>
                  <a:lnTo>
                    <a:pt x="68693" y="9461"/>
                  </a:lnTo>
                  <a:lnTo>
                    <a:pt x="80180" y="3613"/>
                  </a:lnTo>
                  <a:lnTo>
                    <a:pt x="82181" y="2108"/>
                  </a:lnTo>
                  <a:lnTo>
                    <a:pt x="8186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h3423"/>
            <p:cNvSpPr/>
            <p:nvPr/>
          </p:nvSpPr>
          <p:spPr>
            <a:xfrm>
              <a:off x="6455936" y="1998179"/>
              <a:ext cx="62566" cy="49881"/>
            </a:xfrm>
            <a:custGeom>
              <a:avLst/>
              <a:pathLst>
                <a:path w="62566" h="49881">
                  <a:moveTo>
                    <a:pt x="15414" y="677"/>
                  </a:moveTo>
                  <a:lnTo>
                    <a:pt x="14878" y="3994"/>
                  </a:lnTo>
                  <a:lnTo>
                    <a:pt x="20972" y="3739"/>
                  </a:lnTo>
                  <a:lnTo>
                    <a:pt x="23279" y="13715"/>
                  </a:lnTo>
                  <a:lnTo>
                    <a:pt x="32731" y="18628"/>
                  </a:lnTo>
                  <a:lnTo>
                    <a:pt x="38057" y="24307"/>
                  </a:lnTo>
                  <a:lnTo>
                    <a:pt x="44930" y="28740"/>
                  </a:lnTo>
                  <a:lnTo>
                    <a:pt x="50073" y="35896"/>
                  </a:lnTo>
                  <a:lnTo>
                    <a:pt x="50337" y="38667"/>
                  </a:lnTo>
                  <a:lnTo>
                    <a:pt x="58321" y="43435"/>
                  </a:lnTo>
                  <a:lnTo>
                    <a:pt x="62566" y="48561"/>
                  </a:lnTo>
                  <a:lnTo>
                    <a:pt x="60705" y="49881"/>
                  </a:lnTo>
                  <a:lnTo>
                    <a:pt x="41107" y="43595"/>
                  </a:lnTo>
                  <a:lnTo>
                    <a:pt x="35728" y="46992"/>
                  </a:lnTo>
                  <a:lnTo>
                    <a:pt x="33639" y="41812"/>
                  </a:lnTo>
                  <a:lnTo>
                    <a:pt x="26141" y="31885"/>
                  </a:lnTo>
                  <a:lnTo>
                    <a:pt x="20114" y="28352"/>
                  </a:lnTo>
                  <a:lnTo>
                    <a:pt x="14933" y="35814"/>
                  </a:lnTo>
                  <a:lnTo>
                    <a:pt x="8968" y="39641"/>
                  </a:lnTo>
                  <a:lnTo>
                    <a:pt x="3761" y="36229"/>
                  </a:lnTo>
                  <a:lnTo>
                    <a:pt x="7111" y="24093"/>
                  </a:lnTo>
                  <a:lnTo>
                    <a:pt x="3558" y="24022"/>
                  </a:lnTo>
                  <a:lnTo>
                    <a:pt x="5706" y="15492"/>
                  </a:lnTo>
                  <a:lnTo>
                    <a:pt x="1446" y="8720"/>
                  </a:lnTo>
                  <a:lnTo>
                    <a:pt x="1079" y="2825"/>
                  </a:lnTo>
                  <a:lnTo>
                    <a:pt x="0" y="208"/>
                  </a:lnTo>
                  <a:lnTo>
                    <a:pt x="1039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h3424"/>
            <p:cNvSpPr/>
            <p:nvPr/>
          </p:nvSpPr>
          <p:spPr>
            <a:xfrm>
              <a:off x="6526339" y="1862317"/>
              <a:ext cx="46448" cy="37950"/>
            </a:xfrm>
            <a:custGeom>
              <a:avLst/>
              <a:pathLst>
                <a:path w="46448" h="37950">
                  <a:moveTo>
                    <a:pt x="34290" y="1743"/>
                  </a:moveTo>
                  <a:lnTo>
                    <a:pt x="39833" y="5144"/>
                  </a:lnTo>
                  <a:lnTo>
                    <a:pt x="41112" y="4726"/>
                  </a:lnTo>
                  <a:lnTo>
                    <a:pt x="46296" y="7612"/>
                  </a:lnTo>
                  <a:lnTo>
                    <a:pt x="46448" y="8869"/>
                  </a:lnTo>
                  <a:lnTo>
                    <a:pt x="45225" y="11089"/>
                  </a:lnTo>
                  <a:lnTo>
                    <a:pt x="36826" y="14336"/>
                  </a:lnTo>
                  <a:lnTo>
                    <a:pt x="38152" y="19740"/>
                  </a:lnTo>
                  <a:lnTo>
                    <a:pt x="40160" y="23337"/>
                  </a:lnTo>
                  <a:lnTo>
                    <a:pt x="39617" y="24824"/>
                  </a:lnTo>
                  <a:lnTo>
                    <a:pt x="34850" y="32918"/>
                  </a:lnTo>
                  <a:lnTo>
                    <a:pt x="25697" y="37950"/>
                  </a:lnTo>
                  <a:lnTo>
                    <a:pt x="24048" y="32670"/>
                  </a:lnTo>
                  <a:lnTo>
                    <a:pt x="11410" y="33209"/>
                  </a:lnTo>
                  <a:lnTo>
                    <a:pt x="3180" y="32441"/>
                  </a:lnTo>
                  <a:lnTo>
                    <a:pt x="3285" y="27247"/>
                  </a:lnTo>
                  <a:lnTo>
                    <a:pt x="1292" y="25663"/>
                  </a:lnTo>
                  <a:lnTo>
                    <a:pt x="0" y="26103"/>
                  </a:lnTo>
                  <a:lnTo>
                    <a:pt x="4663" y="16442"/>
                  </a:lnTo>
                  <a:lnTo>
                    <a:pt x="13558" y="6057"/>
                  </a:lnTo>
                  <a:lnTo>
                    <a:pt x="21223" y="1052"/>
                  </a:lnTo>
                  <a:lnTo>
                    <a:pt x="2456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h3425"/>
            <p:cNvSpPr/>
            <p:nvPr/>
          </p:nvSpPr>
          <p:spPr>
            <a:xfrm>
              <a:off x="6477398" y="1886151"/>
              <a:ext cx="52226" cy="27877"/>
            </a:xfrm>
            <a:custGeom>
              <a:avLst/>
              <a:pathLst>
                <a:path w="52226" h="27877">
                  <a:moveTo>
                    <a:pt x="48940" y="2270"/>
                  </a:moveTo>
                  <a:lnTo>
                    <a:pt x="50233" y="1830"/>
                  </a:lnTo>
                  <a:lnTo>
                    <a:pt x="52226" y="3414"/>
                  </a:lnTo>
                  <a:lnTo>
                    <a:pt x="52121" y="8608"/>
                  </a:lnTo>
                  <a:lnTo>
                    <a:pt x="46432" y="10098"/>
                  </a:lnTo>
                  <a:lnTo>
                    <a:pt x="39530" y="13312"/>
                  </a:lnTo>
                  <a:lnTo>
                    <a:pt x="30068" y="24373"/>
                  </a:lnTo>
                  <a:lnTo>
                    <a:pt x="28473" y="25118"/>
                  </a:lnTo>
                  <a:lnTo>
                    <a:pt x="0" y="27877"/>
                  </a:lnTo>
                  <a:lnTo>
                    <a:pt x="439" y="14075"/>
                  </a:lnTo>
                  <a:lnTo>
                    <a:pt x="9247" y="9439"/>
                  </a:lnTo>
                  <a:lnTo>
                    <a:pt x="31971" y="7310"/>
                  </a:lnTo>
                  <a:lnTo>
                    <a:pt x="35945" y="6420"/>
                  </a:lnTo>
                  <a:lnTo>
                    <a:pt x="38512" y="2594"/>
                  </a:lnTo>
                  <a:lnTo>
                    <a:pt x="4580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h3426"/>
            <p:cNvSpPr/>
            <p:nvPr/>
          </p:nvSpPr>
          <p:spPr>
            <a:xfrm>
              <a:off x="6274350" y="2026732"/>
              <a:ext cx="184721" cy="146160"/>
            </a:xfrm>
            <a:custGeom>
              <a:avLst/>
              <a:pathLst>
                <a:path w="184721" h="146160">
                  <a:moveTo>
                    <a:pt x="115807" y="1755"/>
                  </a:moveTo>
                  <a:lnTo>
                    <a:pt x="116263" y="3594"/>
                  </a:lnTo>
                  <a:lnTo>
                    <a:pt x="119117" y="4561"/>
                  </a:lnTo>
                  <a:lnTo>
                    <a:pt x="119534" y="10823"/>
                  </a:lnTo>
                  <a:lnTo>
                    <a:pt x="120441" y="13450"/>
                  </a:lnTo>
                  <a:lnTo>
                    <a:pt x="124105" y="15700"/>
                  </a:lnTo>
                  <a:lnTo>
                    <a:pt x="129177" y="24067"/>
                  </a:lnTo>
                  <a:lnTo>
                    <a:pt x="128578" y="25070"/>
                  </a:lnTo>
                  <a:lnTo>
                    <a:pt x="129475" y="30731"/>
                  </a:lnTo>
                  <a:lnTo>
                    <a:pt x="135615" y="30388"/>
                  </a:lnTo>
                  <a:lnTo>
                    <a:pt x="136127" y="27537"/>
                  </a:lnTo>
                  <a:lnTo>
                    <a:pt x="141039" y="27580"/>
                  </a:lnTo>
                  <a:lnTo>
                    <a:pt x="143182" y="24550"/>
                  </a:lnTo>
                  <a:lnTo>
                    <a:pt x="148033" y="30705"/>
                  </a:lnTo>
                  <a:lnTo>
                    <a:pt x="149405" y="30665"/>
                  </a:lnTo>
                  <a:lnTo>
                    <a:pt x="150272" y="29183"/>
                  </a:lnTo>
                  <a:lnTo>
                    <a:pt x="143714" y="40753"/>
                  </a:lnTo>
                  <a:lnTo>
                    <a:pt x="143489" y="45103"/>
                  </a:lnTo>
                  <a:lnTo>
                    <a:pt x="152279" y="46365"/>
                  </a:lnTo>
                  <a:lnTo>
                    <a:pt x="156283" y="53484"/>
                  </a:lnTo>
                  <a:lnTo>
                    <a:pt x="146802" y="60750"/>
                  </a:lnTo>
                  <a:lnTo>
                    <a:pt x="158029" y="79391"/>
                  </a:lnTo>
                  <a:lnTo>
                    <a:pt x="159738" y="76871"/>
                  </a:lnTo>
                  <a:lnTo>
                    <a:pt x="163278" y="79727"/>
                  </a:lnTo>
                  <a:lnTo>
                    <a:pt x="163303" y="82128"/>
                  </a:lnTo>
                  <a:lnTo>
                    <a:pt x="166298" y="85747"/>
                  </a:lnTo>
                  <a:lnTo>
                    <a:pt x="172849" y="89193"/>
                  </a:lnTo>
                  <a:lnTo>
                    <a:pt x="184721" y="102147"/>
                  </a:lnTo>
                  <a:lnTo>
                    <a:pt x="181912" y="103332"/>
                  </a:lnTo>
                  <a:lnTo>
                    <a:pt x="176575" y="102451"/>
                  </a:lnTo>
                  <a:lnTo>
                    <a:pt x="182572" y="105667"/>
                  </a:lnTo>
                  <a:lnTo>
                    <a:pt x="179994" y="107325"/>
                  </a:lnTo>
                  <a:lnTo>
                    <a:pt x="182564" y="111896"/>
                  </a:lnTo>
                  <a:lnTo>
                    <a:pt x="176890" y="120522"/>
                  </a:lnTo>
                  <a:lnTo>
                    <a:pt x="169545" y="116899"/>
                  </a:lnTo>
                  <a:lnTo>
                    <a:pt x="165970" y="113789"/>
                  </a:lnTo>
                  <a:lnTo>
                    <a:pt x="163876" y="105000"/>
                  </a:lnTo>
                  <a:lnTo>
                    <a:pt x="162379" y="116651"/>
                  </a:lnTo>
                  <a:lnTo>
                    <a:pt x="149790" y="113148"/>
                  </a:lnTo>
                  <a:lnTo>
                    <a:pt x="149862" y="113636"/>
                  </a:lnTo>
                  <a:lnTo>
                    <a:pt x="145251" y="117717"/>
                  </a:lnTo>
                  <a:lnTo>
                    <a:pt x="143543" y="106532"/>
                  </a:lnTo>
                  <a:lnTo>
                    <a:pt x="142688" y="111014"/>
                  </a:lnTo>
                  <a:lnTo>
                    <a:pt x="136071" y="111372"/>
                  </a:lnTo>
                  <a:lnTo>
                    <a:pt x="135029" y="105676"/>
                  </a:lnTo>
                  <a:lnTo>
                    <a:pt x="125731" y="108899"/>
                  </a:lnTo>
                  <a:lnTo>
                    <a:pt x="113371" y="102099"/>
                  </a:lnTo>
                  <a:lnTo>
                    <a:pt x="123733" y="113820"/>
                  </a:lnTo>
                  <a:lnTo>
                    <a:pt x="127149" y="119624"/>
                  </a:lnTo>
                  <a:lnTo>
                    <a:pt x="131428" y="123335"/>
                  </a:lnTo>
                  <a:lnTo>
                    <a:pt x="132207" y="130367"/>
                  </a:lnTo>
                  <a:lnTo>
                    <a:pt x="133501" y="133533"/>
                  </a:lnTo>
                  <a:lnTo>
                    <a:pt x="128894" y="133114"/>
                  </a:lnTo>
                  <a:lnTo>
                    <a:pt x="128771" y="129038"/>
                  </a:lnTo>
                  <a:lnTo>
                    <a:pt x="126114" y="126358"/>
                  </a:lnTo>
                  <a:lnTo>
                    <a:pt x="114600" y="131838"/>
                  </a:lnTo>
                  <a:lnTo>
                    <a:pt x="116879" y="141455"/>
                  </a:lnTo>
                  <a:lnTo>
                    <a:pt x="100820" y="146160"/>
                  </a:lnTo>
                  <a:lnTo>
                    <a:pt x="98622" y="136325"/>
                  </a:lnTo>
                  <a:lnTo>
                    <a:pt x="86908" y="139414"/>
                  </a:lnTo>
                  <a:lnTo>
                    <a:pt x="95548" y="122336"/>
                  </a:lnTo>
                  <a:lnTo>
                    <a:pt x="92695" y="114800"/>
                  </a:lnTo>
                  <a:lnTo>
                    <a:pt x="92975" y="120175"/>
                  </a:lnTo>
                  <a:lnTo>
                    <a:pt x="89528" y="119347"/>
                  </a:lnTo>
                  <a:lnTo>
                    <a:pt x="74997" y="118861"/>
                  </a:lnTo>
                  <a:lnTo>
                    <a:pt x="75587" y="114170"/>
                  </a:lnTo>
                  <a:lnTo>
                    <a:pt x="93360" y="80776"/>
                  </a:lnTo>
                  <a:lnTo>
                    <a:pt x="88373" y="82382"/>
                  </a:lnTo>
                  <a:lnTo>
                    <a:pt x="75068" y="92962"/>
                  </a:lnTo>
                  <a:lnTo>
                    <a:pt x="65416" y="92928"/>
                  </a:lnTo>
                  <a:lnTo>
                    <a:pt x="62962" y="93708"/>
                  </a:lnTo>
                  <a:lnTo>
                    <a:pt x="56827" y="89553"/>
                  </a:lnTo>
                  <a:lnTo>
                    <a:pt x="49098" y="76906"/>
                  </a:lnTo>
                  <a:lnTo>
                    <a:pt x="43698" y="74879"/>
                  </a:lnTo>
                  <a:lnTo>
                    <a:pt x="26661" y="88934"/>
                  </a:lnTo>
                  <a:lnTo>
                    <a:pt x="25363" y="101551"/>
                  </a:lnTo>
                  <a:lnTo>
                    <a:pt x="23554" y="101340"/>
                  </a:lnTo>
                  <a:lnTo>
                    <a:pt x="22384" y="92626"/>
                  </a:lnTo>
                  <a:lnTo>
                    <a:pt x="19729" y="92274"/>
                  </a:lnTo>
                  <a:lnTo>
                    <a:pt x="18235" y="89676"/>
                  </a:lnTo>
                  <a:lnTo>
                    <a:pt x="21715" y="88355"/>
                  </a:lnTo>
                  <a:lnTo>
                    <a:pt x="20924" y="85735"/>
                  </a:lnTo>
                  <a:lnTo>
                    <a:pt x="18242" y="82755"/>
                  </a:lnTo>
                  <a:lnTo>
                    <a:pt x="21639" y="77595"/>
                  </a:lnTo>
                  <a:lnTo>
                    <a:pt x="25960" y="67846"/>
                  </a:lnTo>
                  <a:lnTo>
                    <a:pt x="22454" y="65621"/>
                  </a:lnTo>
                  <a:lnTo>
                    <a:pt x="17077" y="74713"/>
                  </a:lnTo>
                  <a:lnTo>
                    <a:pt x="4956" y="62024"/>
                  </a:lnTo>
                  <a:lnTo>
                    <a:pt x="17819" y="55101"/>
                  </a:lnTo>
                  <a:lnTo>
                    <a:pt x="0" y="35494"/>
                  </a:lnTo>
                  <a:lnTo>
                    <a:pt x="24078" y="35307"/>
                  </a:lnTo>
                  <a:lnTo>
                    <a:pt x="44063" y="48113"/>
                  </a:lnTo>
                  <a:lnTo>
                    <a:pt x="43272" y="23347"/>
                  </a:lnTo>
                  <a:lnTo>
                    <a:pt x="45990" y="27247"/>
                  </a:lnTo>
                  <a:lnTo>
                    <a:pt x="50154" y="27670"/>
                  </a:lnTo>
                  <a:lnTo>
                    <a:pt x="51841" y="23094"/>
                  </a:lnTo>
                  <a:lnTo>
                    <a:pt x="55327" y="25386"/>
                  </a:lnTo>
                  <a:lnTo>
                    <a:pt x="61253" y="14014"/>
                  </a:lnTo>
                  <a:lnTo>
                    <a:pt x="68488" y="19603"/>
                  </a:lnTo>
                  <a:lnTo>
                    <a:pt x="74467" y="21162"/>
                  </a:lnTo>
                  <a:lnTo>
                    <a:pt x="77698" y="23544"/>
                  </a:lnTo>
                  <a:lnTo>
                    <a:pt x="82240" y="29958"/>
                  </a:lnTo>
                  <a:lnTo>
                    <a:pt x="84227" y="29113"/>
                  </a:lnTo>
                  <a:lnTo>
                    <a:pt x="87680" y="29069"/>
                  </a:lnTo>
                  <a:lnTo>
                    <a:pt x="98032" y="31837"/>
                  </a:lnTo>
                  <a:lnTo>
                    <a:pt x="98657" y="31441"/>
                  </a:lnTo>
                  <a:lnTo>
                    <a:pt x="94043" y="17524"/>
                  </a:lnTo>
                  <a:lnTo>
                    <a:pt x="85602" y="10247"/>
                  </a:lnTo>
                  <a:lnTo>
                    <a:pt x="90529" y="1965"/>
                  </a:lnTo>
                  <a:lnTo>
                    <a:pt x="97115" y="5600"/>
                  </a:lnTo>
                  <a:lnTo>
                    <a:pt x="98079" y="3843"/>
                  </a:lnTo>
                  <a:lnTo>
                    <a:pt x="95768" y="693"/>
                  </a:lnTo>
                  <a:lnTo>
                    <a:pt x="11408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h3427"/>
            <p:cNvSpPr/>
            <p:nvPr/>
          </p:nvSpPr>
          <p:spPr>
            <a:xfrm>
              <a:off x="6196026" y="1873573"/>
              <a:ext cx="96143" cy="231301"/>
            </a:xfrm>
            <a:custGeom>
              <a:avLst/>
              <a:pathLst>
                <a:path w="96143" h="231301">
                  <a:moveTo>
                    <a:pt x="56788" y="11942"/>
                  </a:moveTo>
                  <a:lnTo>
                    <a:pt x="57260" y="10456"/>
                  </a:lnTo>
                  <a:lnTo>
                    <a:pt x="58649" y="12955"/>
                  </a:lnTo>
                  <a:lnTo>
                    <a:pt x="34602" y="82342"/>
                  </a:lnTo>
                  <a:lnTo>
                    <a:pt x="37792" y="77812"/>
                  </a:lnTo>
                  <a:lnTo>
                    <a:pt x="44860" y="80617"/>
                  </a:lnTo>
                  <a:lnTo>
                    <a:pt x="47688" y="79118"/>
                  </a:lnTo>
                  <a:lnTo>
                    <a:pt x="48070" y="82188"/>
                  </a:lnTo>
                  <a:lnTo>
                    <a:pt x="54145" y="82682"/>
                  </a:lnTo>
                  <a:lnTo>
                    <a:pt x="55554" y="85675"/>
                  </a:lnTo>
                  <a:lnTo>
                    <a:pt x="49340" y="92539"/>
                  </a:lnTo>
                  <a:lnTo>
                    <a:pt x="51584" y="94431"/>
                  </a:lnTo>
                  <a:lnTo>
                    <a:pt x="47631" y="133699"/>
                  </a:lnTo>
                  <a:lnTo>
                    <a:pt x="63534" y="136708"/>
                  </a:lnTo>
                  <a:lnTo>
                    <a:pt x="52114" y="152041"/>
                  </a:lnTo>
                  <a:lnTo>
                    <a:pt x="45789" y="151974"/>
                  </a:lnTo>
                  <a:lnTo>
                    <a:pt x="44684" y="163761"/>
                  </a:lnTo>
                  <a:lnTo>
                    <a:pt x="52726" y="179275"/>
                  </a:lnTo>
                  <a:lnTo>
                    <a:pt x="64614" y="188335"/>
                  </a:lnTo>
                  <a:lnTo>
                    <a:pt x="65311" y="188838"/>
                  </a:lnTo>
                  <a:lnTo>
                    <a:pt x="78323" y="188653"/>
                  </a:lnTo>
                  <a:lnTo>
                    <a:pt x="96143" y="208260"/>
                  </a:lnTo>
                  <a:lnTo>
                    <a:pt x="83280" y="215184"/>
                  </a:lnTo>
                  <a:lnTo>
                    <a:pt x="61660" y="226906"/>
                  </a:lnTo>
                  <a:lnTo>
                    <a:pt x="56248" y="231301"/>
                  </a:lnTo>
                  <a:lnTo>
                    <a:pt x="32695" y="222019"/>
                  </a:lnTo>
                  <a:lnTo>
                    <a:pt x="30454" y="218787"/>
                  </a:lnTo>
                  <a:lnTo>
                    <a:pt x="26095" y="218048"/>
                  </a:lnTo>
                  <a:lnTo>
                    <a:pt x="24381" y="216858"/>
                  </a:lnTo>
                  <a:lnTo>
                    <a:pt x="23405" y="212435"/>
                  </a:lnTo>
                  <a:lnTo>
                    <a:pt x="20707" y="207900"/>
                  </a:lnTo>
                  <a:lnTo>
                    <a:pt x="10037" y="197493"/>
                  </a:lnTo>
                  <a:lnTo>
                    <a:pt x="10054" y="192908"/>
                  </a:lnTo>
                  <a:lnTo>
                    <a:pt x="17326" y="187510"/>
                  </a:lnTo>
                  <a:lnTo>
                    <a:pt x="17867" y="184158"/>
                  </a:lnTo>
                  <a:lnTo>
                    <a:pt x="21696" y="182082"/>
                  </a:lnTo>
                  <a:lnTo>
                    <a:pt x="20901" y="175969"/>
                  </a:lnTo>
                  <a:lnTo>
                    <a:pt x="17613" y="174345"/>
                  </a:lnTo>
                  <a:lnTo>
                    <a:pt x="15965" y="170330"/>
                  </a:lnTo>
                  <a:lnTo>
                    <a:pt x="16201" y="159756"/>
                  </a:lnTo>
                  <a:lnTo>
                    <a:pt x="12740" y="149602"/>
                  </a:lnTo>
                  <a:lnTo>
                    <a:pt x="7996" y="147956"/>
                  </a:lnTo>
                  <a:lnTo>
                    <a:pt x="9604" y="132559"/>
                  </a:lnTo>
                  <a:lnTo>
                    <a:pt x="10150" y="132689"/>
                  </a:lnTo>
                  <a:lnTo>
                    <a:pt x="10734" y="119636"/>
                  </a:lnTo>
                  <a:lnTo>
                    <a:pt x="10195" y="117026"/>
                  </a:lnTo>
                  <a:lnTo>
                    <a:pt x="9311" y="112736"/>
                  </a:lnTo>
                  <a:lnTo>
                    <a:pt x="7737" y="113475"/>
                  </a:lnTo>
                  <a:lnTo>
                    <a:pt x="6369" y="106805"/>
                  </a:lnTo>
                  <a:lnTo>
                    <a:pt x="8210" y="96973"/>
                  </a:lnTo>
                  <a:lnTo>
                    <a:pt x="2521" y="89936"/>
                  </a:lnTo>
                  <a:lnTo>
                    <a:pt x="6258" y="86490"/>
                  </a:lnTo>
                  <a:lnTo>
                    <a:pt x="1692" y="86427"/>
                  </a:lnTo>
                  <a:lnTo>
                    <a:pt x="0" y="85398"/>
                  </a:lnTo>
                  <a:lnTo>
                    <a:pt x="1541" y="82904"/>
                  </a:lnTo>
                  <a:lnTo>
                    <a:pt x="1854" y="79037"/>
                  </a:lnTo>
                  <a:lnTo>
                    <a:pt x="720" y="71627"/>
                  </a:lnTo>
                  <a:lnTo>
                    <a:pt x="2759" y="72308"/>
                  </a:lnTo>
                  <a:lnTo>
                    <a:pt x="2072" y="74392"/>
                  </a:lnTo>
                  <a:lnTo>
                    <a:pt x="7239" y="76105"/>
                  </a:lnTo>
                  <a:lnTo>
                    <a:pt x="8915" y="70941"/>
                  </a:lnTo>
                  <a:lnTo>
                    <a:pt x="3749" y="69218"/>
                  </a:lnTo>
                  <a:lnTo>
                    <a:pt x="10237" y="52505"/>
                  </a:lnTo>
                  <a:lnTo>
                    <a:pt x="21021" y="30174"/>
                  </a:lnTo>
                  <a:lnTo>
                    <a:pt x="21579" y="30441"/>
                  </a:lnTo>
                  <a:lnTo>
                    <a:pt x="25312" y="23527"/>
                  </a:lnTo>
                  <a:lnTo>
                    <a:pt x="34534" y="5013"/>
                  </a:lnTo>
                  <a:lnTo>
                    <a:pt x="34668" y="1142"/>
                  </a:lnTo>
                  <a:lnTo>
                    <a:pt x="3517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h3428"/>
            <p:cNvSpPr/>
            <p:nvPr/>
          </p:nvSpPr>
          <p:spPr>
            <a:xfrm>
              <a:off x="6506082" y="1894987"/>
              <a:ext cx="52533" cy="66392"/>
            </a:xfrm>
            <a:custGeom>
              <a:avLst/>
              <a:pathLst>
                <a:path w="52533" h="66392">
                  <a:moveTo>
                    <a:pt x="45954" y="5280"/>
                  </a:moveTo>
                  <a:lnTo>
                    <a:pt x="42579" y="17386"/>
                  </a:lnTo>
                  <a:lnTo>
                    <a:pt x="38390" y="18020"/>
                  </a:lnTo>
                  <a:lnTo>
                    <a:pt x="41417" y="29035"/>
                  </a:lnTo>
                  <a:lnTo>
                    <a:pt x="51637" y="30729"/>
                  </a:lnTo>
                  <a:lnTo>
                    <a:pt x="46794" y="37062"/>
                  </a:lnTo>
                  <a:lnTo>
                    <a:pt x="48024" y="38878"/>
                  </a:lnTo>
                  <a:lnTo>
                    <a:pt x="52533" y="41553"/>
                  </a:lnTo>
                  <a:lnTo>
                    <a:pt x="51669" y="45155"/>
                  </a:lnTo>
                  <a:lnTo>
                    <a:pt x="48978" y="44390"/>
                  </a:lnTo>
                  <a:lnTo>
                    <a:pt x="45834" y="47635"/>
                  </a:lnTo>
                  <a:lnTo>
                    <a:pt x="40019" y="66392"/>
                  </a:lnTo>
                  <a:lnTo>
                    <a:pt x="30110" y="62972"/>
                  </a:lnTo>
                  <a:lnTo>
                    <a:pt x="8996" y="54109"/>
                  </a:lnTo>
                  <a:lnTo>
                    <a:pt x="8020" y="47517"/>
                  </a:lnTo>
                  <a:lnTo>
                    <a:pt x="1972" y="44940"/>
                  </a:lnTo>
                  <a:lnTo>
                    <a:pt x="448" y="34517"/>
                  </a:lnTo>
                  <a:lnTo>
                    <a:pt x="0" y="21514"/>
                  </a:lnTo>
                  <a:lnTo>
                    <a:pt x="16408" y="22561"/>
                  </a:lnTo>
                  <a:lnTo>
                    <a:pt x="18391" y="16243"/>
                  </a:lnTo>
                  <a:lnTo>
                    <a:pt x="16777" y="14146"/>
                  </a:lnTo>
                  <a:lnTo>
                    <a:pt x="14011" y="13358"/>
                  </a:lnTo>
                  <a:lnTo>
                    <a:pt x="23986" y="3120"/>
                  </a:lnTo>
                  <a:lnTo>
                    <a:pt x="26760" y="1608"/>
                  </a:lnTo>
                  <a:lnTo>
                    <a:pt x="31678" y="2085"/>
                  </a:lnTo>
                  <a:lnTo>
                    <a:pt x="31667" y="538"/>
                  </a:lnTo>
                  <a:lnTo>
                    <a:pt x="443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h3429"/>
            <p:cNvSpPr/>
            <p:nvPr/>
          </p:nvSpPr>
          <p:spPr>
            <a:xfrm>
              <a:off x="6417839" y="2054893"/>
              <a:ext cx="23391" cy="25324"/>
            </a:xfrm>
            <a:custGeom>
              <a:avLst/>
              <a:pathLst>
                <a:path w="23391" h="25324">
                  <a:moveTo>
                    <a:pt x="16769" y="942"/>
                  </a:moveTo>
                  <a:lnTo>
                    <a:pt x="16276" y="5637"/>
                  </a:lnTo>
                  <a:lnTo>
                    <a:pt x="16479" y="7094"/>
                  </a:lnTo>
                  <a:lnTo>
                    <a:pt x="21636" y="10918"/>
                  </a:lnTo>
                  <a:lnTo>
                    <a:pt x="23391" y="17882"/>
                  </a:lnTo>
                  <a:lnTo>
                    <a:pt x="12794" y="25324"/>
                  </a:lnTo>
                  <a:lnTo>
                    <a:pt x="8789" y="18204"/>
                  </a:lnTo>
                  <a:lnTo>
                    <a:pt x="0" y="16942"/>
                  </a:lnTo>
                  <a:lnTo>
                    <a:pt x="224" y="12592"/>
                  </a:lnTo>
                  <a:lnTo>
                    <a:pt x="6783" y="1022"/>
                  </a:lnTo>
                  <a:lnTo>
                    <a:pt x="9035" y="1019"/>
                  </a:lnTo>
                  <a:lnTo>
                    <a:pt x="932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h3430"/>
            <p:cNvSpPr/>
            <p:nvPr/>
          </p:nvSpPr>
          <p:spPr>
            <a:xfrm>
              <a:off x="6457428" y="2026531"/>
              <a:ext cx="59214" cy="32403"/>
            </a:xfrm>
            <a:custGeom>
              <a:avLst/>
              <a:pathLst>
                <a:path w="59214" h="32403">
                  <a:moveTo>
                    <a:pt x="24649" y="3533"/>
                  </a:moveTo>
                  <a:lnTo>
                    <a:pt x="32147" y="13460"/>
                  </a:lnTo>
                  <a:lnTo>
                    <a:pt x="34236" y="18639"/>
                  </a:lnTo>
                  <a:lnTo>
                    <a:pt x="39615" y="15242"/>
                  </a:lnTo>
                  <a:lnTo>
                    <a:pt x="59214" y="21529"/>
                  </a:lnTo>
                  <a:lnTo>
                    <a:pt x="46637" y="30302"/>
                  </a:lnTo>
                  <a:lnTo>
                    <a:pt x="45928" y="30646"/>
                  </a:lnTo>
                  <a:lnTo>
                    <a:pt x="44963" y="28057"/>
                  </a:lnTo>
                  <a:lnTo>
                    <a:pt x="33962" y="31781"/>
                  </a:lnTo>
                  <a:lnTo>
                    <a:pt x="31213" y="28364"/>
                  </a:lnTo>
                  <a:lnTo>
                    <a:pt x="24950" y="32403"/>
                  </a:lnTo>
                  <a:lnTo>
                    <a:pt x="21355" y="30788"/>
                  </a:lnTo>
                  <a:lnTo>
                    <a:pt x="15884" y="25645"/>
                  </a:lnTo>
                  <a:lnTo>
                    <a:pt x="9030" y="21306"/>
                  </a:lnTo>
                  <a:lnTo>
                    <a:pt x="7022" y="20706"/>
                  </a:lnTo>
                  <a:lnTo>
                    <a:pt x="6410" y="18068"/>
                  </a:lnTo>
                  <a:lnTo>
                    <a:pt x="5677" y="17485"/>
                  </a:lnTo>
                  <a:lnTo>
                    <a:pt x="2139" y="16109"/>
                  </a:lnTo>
                  <a:lnTo>
                    <a:pt x="0" y="16086"/>
                  </a:lnTo>
                  <a:lnTo>
                    <a:pt x="2269" y="7877"/>
                  </a:lnTo>
                  <a:lnTo>
                    <a:pt x="7476" y="11289"/>
                  </a:lnTo>
                  <a:lnTo>
                    <a:pt x="13441" y="7461"/>
                  </a:lnTo>
                  <a:lnTo>
                    <a:pt x="1862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h3431"/>
            <p:cNvSpPr/>
            <p:nvPr/>
          </p:nvSpPr>
          <p:spPr>
            <a:xfrm>
              <a:off x="6404139" y="1776800"/>
              <a:ext cx="146765" cy="118789"/>
            </a:xfrm>
            <a:custGeom>
              <a:avLst/>
              <a:pathLst>
                <a:path w="146765" h="118789">
                  <a:moveTo>
                    <a:pt x="56111" y="16317"/>
                  </a:moveTo>
                  <a:lnTo>
                    <a:pt x="69727" y="11195"/>
                  </a:lnTo>
                  <a:lnTo>
                    <a:pt x="69015" y="22517"/>
                  </a:lnTo>
                  <a:lnTo>
                    <a:pt x="68184" y="35734"/>
                  </a:lnTo>
                  <a:lnTo>
                    <a:pt x="92809" y="38335"/>
                  </a:lnTo>
                  <a:lnTo>
                    <a:pt x="92002" y="61409"/>
                  </a:lnTo>
                  <a:lnTo>
                    <a:pt x="88285" y="71731"/>
                  </a:lnTo>
                  <a:lnTo>
                    <a:pt x="94867" y="71460"/>
                  </a:lnTo>
                  <a:lnTo>
                    <a:pt x="99381" y="72808"/>
                  </a:lnTo>
                  <a:lnTo>
                    <a:pt x="104100" y="75502"/>
                  </a:lnTo>
                  <a:lnTo>
                    <a:pt x="114211" y="76182"/>
                  </a:lnTo>
                  <a:lnTo>
                    <a:pt x="121509" y="70495"/>
                  </a:lnTo>
                  <a:lnTo>
                    <a:pt x="120880" y="67695"/>
                  </a:lnTo>
                  <a:lnTo>
                    <a:pt x="122976" y="65326"/>
                  </a:lnTo>
                  <a:lnTo>
                    <a:pt x="129418" y="61883"/>
                  </a:lnTo>
                  <a:lnTo>
                    <a:pt x="131554" y="62340"/>
                  </a:lnTo>
                  <a:lnTo>
                    <a:pt x="139005" y="73495"/>
                  </a:lnTo>
                  <a:lnTo>
                    <a:pt x="141545" y="73899"/>
                  </a:lnTo>
                  <a:lnTo>
                    <a:pt x="143184" y="84961"/>
                  </a:lnTo>
                  <a:lnTo>
                    <a:pt x="146765" y="85516"/>
                  </a:lnTo>
                  <a:lnTo>
                    <a:pt x="143422" y="86569"/>
                  </a:lnTo>
                  <a:lnTo>
                    <a:pt x="135757" y="91574"/>
                  </a:lnTo>
                  <a:lnTo>
                    <a:pt x="126862" y="101959"/>
                  </a:lnTo>
                  <a:lnTo>
                    <a:pt x="122199" y="111620"/>
                  </a:lnTo>
                  <a:lnTo>
                    <a:pt x="119064" y="109350"/>
                  </a:lnTo>
                  <a:lnTo>
                    <a:pt x="111770" y="111945"/>
                  </a:lnTo>
                  <a:lnTo>
                    <a:pt x="109203" y="115770"/>
                  </a:lnTo>
                  <a:lnTo>
                    <a:pt x="105230" y="116661"/>
                  </a:lnTo>
                  <a:lnTo>
                    <a:pt x="82505" y="118789"/>
                  </a:lnTo>
                  <a:lnTo>
                    <a:pt x="29557" y="103149"/>
                  </a:lnTo>
                  <a:lnTo>
                    <a:pt x="0" y="46449"/>
                  </a:lnTo>
                  <a:lnTo>
                    <a:pt x="10809" y="25065"/>
                  </a:lnTo>
                  <a:lnTo>
                    <a:pt x="11614" y="25210"/>
                  </a:lnTo>
                  <a:lnTo>
                    <a:pt x="17547" y="12250"/>
                  </a:lnTo>
                  <a:lnTo>
                    <a:pt x="50116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h3432"/>
            <p:cNvSpPr/>
            <p:nvPr/>
          </p:nvSpPr>
          <p:spPr>
            <a:xfrm>
              <a:off x="6404068" y="2001566"/>
              <a:ext cx="50943" cy="61575"/>
            </a:xfrm>
            <a:custGeom>
              <a:avLst/>
              <a:pathLst>
                <a:path w="50943" h="61575">
                  <a:moveTo>
                    <a:pt x="24579" y="17714"/>
                  </a:moveTo>
                  <a:lnTo>
                    <a:pt x="24245" y="22511"/>
                  </a:lnTo>
                  <a:lnTo>
                    <a:pt x="25094" y="25396"/>
                  </a:lnTo>
                  <a:lnTo>
                    <a:pt x="30806" y="28574"/>
                  </a:lnTo>
                  <a:lnTo>
                    <a:pt x="30195" y="30683"/>
                  </a:lnTo>
                  <a:lnTo>
                    <a:pt x="32797" y="33894"/>
                  </a:lnTo>
                  <a:lnTo>
                    <a:pt x="33553" y="31479"/>
                  </a:lnTo>
                  <a:lnTo>
                    <a:pt x="38005" y="33488"/>
                  </a:lnTo>
                  <a:lnTo>
                    <a:pt x="42571" y="36725"/>
                  </a:lnTo>
                  <a:lnTo>
                    <a:pt x="36322" y="38717"/>
                  </a:lnTo>
                  <a:lnTo>
                    <a:pt x="36764" y="37977"/>
                  </a:lnTo>
                  <a:lnTo>
                    <a:pt x="31396" y="36801"/>
                  </a:lnTo>
                  <a:lnTo>
                    <a:pt x="30750" y="39757"/>
                  </a:lnTo>
                  <a:lnTo>
                    <a:pt x="32720" y="43791"/>
                  </a:lnTo>
                  <a:lnTo>
                    <a:pt x="44002" y="52170"/>
                  </a:lnTo>
                  <a:lnTo>
                    <a:pt x="47629" y="52684"/>
                  </a:lnTo>
                  <a:lnTo>
                    <a:pt x="50943" y="56508"/>
                  </a:lnTo>
                  <a:lnTo>
                    <a:pt x="49865" y="56687"/>
                  </a:lnTo>
                  <a:lnTo>
                    <a:pt x="47178" y="61158"/>
                  </a:lnTo>
                  <a:lnTo>
                    <a:pt x="39051" y="61575"/>
                  </a:lnTo>
                  <a:lnTo>
                    <a:pt x="30048" y="58964"/>
                  </a:lnTo>
                  <a:lnTo>
                    <a:pt x="30541" y="54269"/>
                  </a:lnTo>
                  <a:lnTo>
                    <a:pt x="15571" y="26045"/>
                  </a:lnTo>
                  <a:lnTo>
                    <a:pt x="11212" y="22862"/>
                  </a:lnTo>
                  <a:lnTo>
                    <a:pt x="10887" y="21984"/>
                  </a:lnTo>
                  <a:lnTo>
                    <a:pt x="11121" y="20640"/>
                  </a:lnTo>
                  <a:lnTo>
                    <a:pt x="1710" y="3124"/>
                  </a:lnTo>
                  <a:lnTo>
                    <a:pt x="0" y="1550"/>
                  </a:lnTo>
                  <a:lnTo>
                    <a:pt x="4748" y="2704"/>
                  </a:lnTo>
                  <a:lnTo>
                    <a:pt x="6364" y="1737"/>
                  </a:lnTo>
                  <a:lnTo>
                    <a:pt x="7305" y="103"/>
                  </a:lnTo>
                  <a:lnTo>
                    <a:pt x="1341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h3433"/>
            <p:cNvSpPr/>
            <p:nvPr/>
          </p:nvSpPr>
          <p:spPr>
            <a:xfrm>
              <a:off x="6434116" y="2047838"/>
              <a:ext cx="39196" cy="35095"/>
            </a:xfrm>
            <a:custGeom>
              <a:avLst/>
              <a:pathLst>
                <a:path w="39196" h="35095">
                  <a:moveTo>
                    <a:pt x="39196" y="4338"/>
                  </a:moveTo>
                  <a:lnTo>
                    <a:pt x="34709" y="10164"/>
                  </a:lnTo>
                  <a:lnTo>
                    <a:pt x="29985" y="18055"/>
                  </a:lnTo>
                  <a:lnTo>
                    <a:pt x="29268" y="21714"/>
                  </a:lnTo>
                  <a:lnTo>
                    <a:pt x="27817" y="23970"/>
                  </a:lnTo>
                  <a:lnTo>
                    <a:pt x="23566" y="28224"/>
                  </a:lnTo>
                  <a:lnTo>
                    <a:pt x="20143" y="28687"/>
                  </a:lnTo>
                  <a:lnTo>
                    <a:pt x="20249" y="30655"/>
                  </a:lnTo>
                  <a:lnTo>
                    <a:pt x="14444" y="35095"/>
                  </a:lnTo>
                  <a:lnTo>
                    <a:pt x="6784" y="29028"/>
                  </a:lnTo>
                  <a:lnTo>
                    <a:pt x="7114" y="24937"/>
                  </a:lnTo>
                  <a:lnTo>
                    <a:pt x="5360" y="17973"/>
                  </a:lnTo>
                  <a:lnTo>
                    <a:pt x="202" y="14149"/>
                  </a:lnTo>
                  <a:lnTo>
                    <a:pt x="0" y="12692"/>
                  </a:lnTo>
                  <a:lnTo>
                    <a:pt x="9003" y="15302"/>
                  </a:lnTo>
                  <a:lnTo>
                    <a:pt x="17130" y="14886"/>
                  </a:lnTo>
                  <a:lnTo>
                    <a:pt x="19817" y="10415"/>
                  </a:lnTo>
                  <a:lnTo>
                    <a:pt x="20895" y="10236"/>
                  </a:lnTo>
                  <a:lnTo>
                    <a:pt x="26903" y="6005"/>
                  </a:lnTo>
                  <a:lnTo>
                    <a:pt x="27932" y="6808"/>
                  </a:lnTo>
                  <a:lnTo>
                    <a:pt x="3234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h3434"/>
            <p:cNvSpPr/>
            <p:nvPr/>
          </p:nvSpPr>
          <p:spPr>
            <a:xfrm>
              <a:off x="6417506" y="2189525"/>
              <a:ext cx="74414" cy="87363"/>
            </a:xfrm>
            <a:custGeom>
              <a:avLst/>
              <a:pathLst>
                <a:path w="74414" h="87363">
                  <a:moveTo>
                    <a:pt x="34194" y="6421"/>
                  </a:moveTo>
                  <a:lnTo>
                    <a:pt x="38133" y="4969"/>
                  </a:lnTo>
                  <a:lnTo>
                    <a:pt x="42558" y="7396"/>
                  </a:lnTo>
                  <a:lnTo>
                    <a:pt x="31727" y="11989"/>
                  </a:lnTo>
                  <a:lnTo>
                    <a:pt x="30481" y="19465"/>
                  </a:lnTo>
                  <a:lnTo>
                    <a:pt x="30607" y="25029"/>
                  </a:lnTo>
                  <a:lnTo>
                    <a:pt x="45108" y="25153"/>
                  </a:lnTo>
                  <a:lnTo>
                    <a:pt x="39069" y="17250"/>
                  </a:lnTo>
                  <a:lnTo>
                    <a:pt x="51707" y="18894"/>
                  </a:lnTo>
                  <a:lnTo>
                    <a:pt x="49345" y="27109"/>
                  </a:lnTo>
                  <a:lnTo>
                    <a:pt x="45537" y="30730"/>
                  </a:lnTo>
                  <a:lnTo>
                    <a:pt x="44492" y="29738"/>
                  </a:lnTo>
                  <a:lnTo>
                    <a:pt x="43318" y="30626"/>
                  </a:lnTo>
                  <a:lnTo>
                    <a:pt x="49835" y="36502"/>
                  </a:lnTo>
                  <a:lnTo>
                    <a:pt x="55115" y="29704"/>
                  </a:lnTo>
                  <a:lnTo>
                    <a:pt x="57279" y="30682"/>
                  </a:lnTo>
                  <a:lnTo>
                    <a:pt x="58528" y="33513"/>
                  </a:lnTo>
                  <a:lnTo>
                    <a:pt x="69065" y="33955"/>
                  </a:lnTo>
                  <a:lnTo>
                    <a:pt x="74414" y="36749"/>
                  </a:lnTo>
                  <a:lnTo>
                    <a:pt x="70721" y="38021"/>
                  </a:lnTo>
                  <a:lnTo>
                    <a:pt x="67794" y="40348"/>
                  </a:lnTo>
                  <a:lnTo>
                    <a:pt x="65379" y="50144"/>
                  </a:lnTo>
                  <a:lnTo>
                    <a:pt x="60184" y="51773"/>
                  </a:lnTo>
                  <a:lnTo>
                    <a:pt x="50932" y="52084"/>
                  </a:lnTo>
                  <a:lnTo>
                    <a:pt x="54864" y="59722"/>
                  </a:lnTo>
                  <a:lnTo>
                    <a:pt x="63225" y="60882"/>
                  </a:lnTo>
                  <a:lnTo>
                    <a:pt x="65224" y="63148"/>
                  </a:lnTo>
                  <a:lnTo>
                    <a:pt x="63864" y="64265"/>
                  </a:lnTo>
                  <a:lnTo>
                    <a:pt x="62821" y="63651"/>
                  </a:lnTo>
                  <a:lnTo>
                    <a:pt x="60437" y="63881"/>
                  </a:lnTo>
                  <a:lnTo>
                    <a:pt x="60661" y="69366"/>
                  </a:lnTo>
                  <a:lnTo>
                    <a:pt x="54626" y="69622"/>
                  </a:lnTo>
                  <a:lnTo>
                    <a:pt x="52844" y="84567"/>
                  </a:lnTo>
                  <a:lnTo>
                    <a:pt x="48866" y="84094"/>
                  </a:lnTo>
                  <a:lnTo>
                    <a:pt x="47709" y="87363"/>
                  </a:lnTo>
                  <a:lnTo>
                    <a:pt x="27984" y="84884"/>
                  </a:lnTo>
                  <a:lnTo>
                    <a:pt x="30320" y="81185"/>
                  </a:lnTo>
                  <a:lnTo>
                    <a:pt x="26936" y="78965"/>
                  </a:lnTo>
                  <a:lnTo>
                    <a:pt x="27606" y="73183"/>
                  </a:lnTo>
                  <a:lnTo>
                    <a:pt x="21626" y="68317"/>
                  </a:lnTo>
                  <a:lnTo>
                    <a:pt x="16691" y="67646"/>
                  </a:lnTo>
                  <a:lnTo>
                    <a:pt x="14048" y="64113"/>
                  </a:lnTo>
                  <a:lnTo>
                    <a:pt x="15130" y="59789"/>
                  </a:lnTo>
                  <a:lnTo>
                    <a:pt x="17762" y="61463"/>
                  </a:lnTo>
                  <a:lnTo>
                    <a:pt x="19237" y="49508"/>
                  </a:lnTo>
                  <a:lnTo>
                    <a:pt x="12852" y="48567"/>
                  </a:lnTo>
                  <a:lnTo>
                    <a:pt x="9025" y="46663"/>
                  </a:lnTo>
                  <a:lnTo>
                    <a:pt x="7629" y="41276"/>
                  </a:lnTo>
                  <a:lnTo>
                    <a:pt x="31" y="38773"/>
                  </a:lnTo>
                  <a:lnTo>
                    <a:pt x="0" y="34146"/>
                  </a:lnTo>
                  <a:lnTo>
                    <a:pt x="2792" y="24494"/>
                  </a:lnTo>
                  <a:lnTo>
                    <a:pt x="9653" y="25318"/>
                  </a:lnTo>
                  <a:lnTo>
                    <a:pt x="10633" y="18956"/>
                  </a:lnTo>
                  <a:lnTo>
                    <a:pt x="12040" y="19169"/>
                  </a:lnTo>
                  <a:lnTo>
                    <a:pt x="12652" y="11600"/>
                  </a:lnTo>
                  <a:lnTo>
                    <a:pt x="12938" y="8170"/>
                  </a:lnTo>
                  <a:lnTo>
                    <a:pt x="20407" y="9699"/>
                  </a:lnTo>
                  <a:lnTo>
                    <a:pt x="26934" y="12725"/>
                  </a:lnTo>
                  <a:lnTo>
                    <a:pt x="31051" y="5698"/>
                  </a:lnTo>
                  <a:lnTo>
                    <a:pt x="30004" y="5077"/>
                  </a:lnTo>
                  <a:lnTo>
                    <a:pt x="29457" y="3138"/>
                  </a:lnTo>
                  <a:lnTo>
                    <a:pt x="3042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h3435"/>
            <p:cNvSpPr/>
            <p:nvPr/>
          </p:nvSpPr>
          <p:spPr>
            <a:xfrm>
              <a:off x="6242352" y="2222102"/>
              <a:ext cx="113069" cy="106591"/>
            </a:xfrm>
            <a:custGeom>
              <a:avLst/>
              <a:pathLst>
                <a:path w="113069" h="106591">
                  <a:moveTo>
                    <a:pt x="65918" y="1491"/>
                  </a:moveTo>
                  <a:lnTo>
                    <a:pt x="63852" y="9329"/>
                  </a:lnTo>
                  <a:lnTo>
                    <a:pt x="77347" y="13143"/>
                  </a:lnTo>
                  <a:lnTo>
                    <a:pt x="75980" y="18107"/>
                  </a:lnTo>
                  <a:lnTo>
                    <a:pt x="85147" y="19474"/>
                  </a:lnTo>
                  <a:lnTo>
                    <a:pt x="85927" y="31367"/>
                  </a:lnTo>
                  <a:lnTo>
                    <a:pt x="96058" y="45239"/>
                  </a:lnTo>
                  <a:lnTo>
                    <a:pt x="101317" y="47311"/>
                  </a:lnTo>
                  <a:lnTo>
                    <a:pt x="103460" y="51871"/>
                  </a:lnTo>
                  <a:lnTo>
                    <a:pt x="111319" y="62053"/>
                  </a:lnTo>
                  <a:lnTo>
                    <a:pt x="112338" y="70118"/>
                  </a:lnTo>
                  <a:lnTo>
                    <a:pt x="113069" y="75903"/>
                  </a:lnTo>
                  <a:lnTo>
                    <a:pt x="88944" y="67826"/>
                  </a:lnTo>
                  <a:lnTo>
                    <a:pt x="68863" y="102761"/>
                  </a:lnTo>
                  <a:lnTo>
                    <a:pt x="68485" y="106591"/>
                  </a:lnTo>
                  <a:lnTo>
                    <a:pt x="65542" y="105234"/>
                  </a:lnTo>
                  <a:lnTo>
                    <a:pt x="64283" y="103460"/>
                  </a:lnTo>
                  <a:lnTo>
                    <a:pt x="61352" y="101868"/>
                  </a:lnTo>
                  <a:lnTo>
                    <a:pt x="55637" y="99413"/>
                  </a:lnTo>
                  <a:lnTo>
                    <a:pt x="54163" y="99787"/>
                  </a:lnTo>
                  <a:lnTo>
                    <a:pt x="53711" y="97637"/>
                  </a:lnTo>
                  <a:lnTo>
                    <a:pt x="57654" y="95586"/>
                  </a:lnTo>
                  <a:lnTo>
                    <a:pt x="57661" y="91661"/>
                  </a:lnTo>
                  <a:lnTo>
                    <a:pt x="47233" y="84418"/>
                  </a:lnTo>
                  <a:lnTo>
                    <a:pt x="48927" y="80045"/>
                  </a:lnTo>
                  <a:lnTo>
                    <a:pt x="48223" y="77198"/>
                  </a:lnTo>
                  <a:lnTo>
                    <a:pt x="43714" y="73050"/>
                  </a:lnTo>
                  <a:lnTo>
                    <a:pt x="42576" y="70492"/>
                  </a:lnTo>
                  <a:lnTo>
                    <a:pt x="41960" y="62164"/>
                  </a:lnTo>
                  <a:lnTo>
                    <a:pt x="40044" y="61581"/>
                  </a:lnTo>
                  <a:lnTo>
                    <a:pt x="32627" y="56315"/>
                  </a:lnTo>
                  <a:lnTo>
                    <a:pt x="32064" y="52251"/>
                  </a:lnTo>
                  <a:lnTo>
                    <a:pt x="15828" y="48714"/>
                  </a:lnTo>
                  <a:lnTo>
                    <a:pt x="15937" y="44423"/>
                  </a:lnTo>
                  <a:lnTo>
                    <a:pt x="11574" y="42575"/>
                  </a:lnTo>
                  <a:lnTo>
                    <a:pt x="7078" y="39339"/>
                  </a:lnTo>
                  <a:lnTo>
                    <a:pt x="5661" y="36931"/>
                  </a:lnTo>
                  <a:lnTo>
                    <a:pt x="2518" y="39302"/>
                  </a:lnTo>
                  <a:lnTo>
                    <a:pt x="5291" y="41939"/>
                  </a:lnTo>
                  <a:lnTo>
                    <a:pt x="2890" y="42189"/>
                  </a:lnTo>
                  <a:lnTo>
                    <a:pt x="0" y="38002"/>
                  </a:lnTo>
                  <a:lnTo>
                    <a:pt x="1561" y="36567"/>
                  </a:lnTo>
                  <a:lnTo>
                    <a:pt x="3460" y="30368"/>
                  </a:lnTo>
                  <a:lnTo>
                    <a:pt x="8072" y="28258"/>
                  </a:lnTo>
                  <a:lnTo>
                    <a:pt x="13840" y="28418"/>
                  </a:lnTo>
                  <a:lnTo>
                    <a:pt x="15457" y="30868"/>
                  </a:lnTo>
                  <a:lnTo>
                    <a:pt x="17001" y="31077"/>
                  </a:lnTo>
                  <a:lnTo>
                    <a:pt x="18377" y="30969"/>
                  </a:lnTo>
                  <a:lnTo>
                    <a:pt x="20246" y="28926"/>
                  </a:lnTo>
                  <a:lnTo>
                    <a:pt x="24719" y="25979"/>
                  </a:lnTo>
                  <a:lnTo>
                    <a:pt x="35683" y="26464"/>
                  </a:lnTo>
                  <a:lnTo>
                    <a:pt x="38501" y="27560"/>
                  </a:lnTo>
                  <a:lnTo>
                    <a:pt x="38518" y="28634"/>
                  </a:lnTo>
                  <a:lnTo>
                    <a:pt x="41580" y="28997"/>
                  </a:lnTo>
                  <a:lnTo>
                    <a:pt x="44714" y="10335"/>
                  </a:lnTo>
                  <a:lnTo>
                    <a:pt x="43342" y="4125"/>
                  </a:lnTo>
                  <a:lnTo>
                    <a:pt x="44912" y="3787"/>
                  </a:lnTo>
                  <a:lnTo>
                    <a:pt x="45564" y="4459"/>
                  </a:lnTo>
                  <a:lnTo>
                    <a:pt x="5017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h3436"/>
            <p:cNvSpPr/>
            <p:nvPr/>
          </p:nvSpPr>
          <p:spPr>
            <a:xfrm>
              <a:off x="6201547" y="2999996"/>
              <a:ext cx="22892" cy="31395"/>
            </a:xfrm>
            <a:custGeom>
              <a:avLst/>
              <a:pathLst>
                <a:path w="22892" h="31395">
                  <a:moveTo>
                    <a:pt x="7647" y="0"/>
                  </a:moveTo>
                  <a:lnTo>
                    <a:pt x="15891" y="3945"/>
                  </a:lnTo>
                  <a:lnTo>
                    <a:pt x="16877" y="7283"/>
                  </a:lnTo>
                  <a:lnTo>
                    <a:pt x="19622" y="7293"/>
                  </a:lnTo>
                  <a:lnTo>
                    <a:pt x="21807" y="10171"/>
                  </a:lnTo>
                  <a:lnTo>
                    <a:pt x="22542" y="13442"/>
                  </a:lnTo>
                  <a:lnTo>
                    <a:pt x="22183" y="19432"/>
                  </a:lnTo>
                  <a:lnTo>
                    <a:pt x="22892" y="25512"/>
                  </a:lnTo>
                  <a:lnTo>
                    <a:pt x="18557" y="23400"/>
                  </a:lnTo>
                  <a:lnTo>
                    <a:pt x="17332" y="24329"/>
                  </a:lnTo>
                  <a:lnTo>
                    <a:pt x="16140" y="26471"/>
                  </a:lnTo>
                  <a:lnTo>
                    <a:pt x="18691" y="29214"/>
                  </a:lnTo>
                  <a:lnTo>
                    <a:pt x="17894" y="31395"/>
                  </a:lnTo>
                  <a:lnTo>
                    <a:pt x="12665" y="27954"/>
                  </a:lnTo>
                  <a:lnTo>
                    <a:pt x="9807" y="24360"/>
                  </a:lnTo>
                  <a:lnTo>
                    <a:pt x="6048" y="21513"/>
                  </a:lnTo>
                  <a:lnTo>
                    <a:pt x="1607" y="21081"/>
                  </a:lnTo>
                  <a:lnTo>
                    <a:pt x="919" y="20470"/>
                  </a:lnTo>
                  <a:lnTo>
                    <a:pt x="1588" y="16632"/>
                  </a:lnTo>
                  <a:lnTo>
                    <a:pt x="0" y="15685"/>
                  </a:lnTo>
                  <a:lnTo>
                    <a:pt x="1656" y="10462"/>
                  </a:lnTo>
                  <a:lnTo>
                    <a:pt x="1930" y="7260"/>
                  </a:lnTo>
                  <a:lnTo>
                    <a:pt x="1268" y="3329"/>
                  </a:lnTo>
                  <a:lnTo>
                    <a:pt x="1902" y="236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h3437"/>
            <p:cNvSpPr/>
            <p:nvPr/>
          </p:nvSpPr>
          <p:spPr>
            <a:xfrm>
              <a:off x="6197073" y="2971782"/>
              <a:ext cx="37979" cy="54184"/>
            </a:xfrm>
            <a:custGeom>
              <a:avLst/>
              <a:pathLst>
                <a:path w="37979" h="54184">
                  <a:moveTo>
                    <a:pt x="18939" y="877"/>
                  </a:moveTo>
                  <a:lnTo>
                    <a:pt x="18980" y="1457"/>
                  </a:lnTo>
                  <a:lnTo>
                    <a:pt x="17523" y="6647"/>
                  </a:lnTo>
                  <a:lnTo>
                    <a:pt x="17218" y="10903"/>
                  </a:lnTo>
                  <a:lnTo>
                    <a:pt x="21211" y="14287"/>
                  </a:lnTo>
                  <a:lnTo>
                    <a:pt x="22702" y="14449"/>
                  </a:lnTo>
                  <a:lnTo>
                    <a:pt x="28611" y="11566"/>
                  </a:lnTo>
                  <a:lnTo>
                    <a:pt x="30924" y="13110"/>
                  </a:lnTo>
                  <a:lnTo>
                    <a:pt x="35400" y="13141"/>
                  </a:lnTo>
                  <a:lnTo>
                    <a:pt x="37133" y="17783"/>
                  </a:lnTo>
                  <a:lnTo>
                    <a:pt x="34669" y="24184"/>
                  </a:lnTo>
                  <a:lnTo>
                    <a:pt x="33827" y="29624"/>
                  </a:lnTo>
                  <a:lnTo>
                    <a:pt x="34254" y="31120"/>
                  </a:lnTo>
                  <a:lnTo>
                    <a:pt x="35740" y="32168"/>
                  </a:lnTo>
                  <a:lnTo>
                    <a:pt x="37679" y="35137"/>
                  </a:lnTo>
                  <a:lnTo>
                    <a:pt x="37979" y="43236"/>
                  </a:lnTo>
                  <a:lnTo>
                    <a:pt x="31910" y="49754"/>
                  </a:lnTo>
                  <a:lnTo>
                    <a:pt x="30025" y="50101"/>
                  </a:lnTo>
                  <a:lnTo>
                    <a:pt x="28784" y="51764"/>
                  </a:lnTo>
                  <a:lnTo>
                    <a:pt x="28349" y="54184"/>
                  </a:lnTo>
                  <a:lnTo>
                    <a:pt x="27365" y="53726"/>
                  </a:lnTo>
                  <a:lnTo>
                    <a:pt x="26657" y="47646"/>
                  </a:lnTo>
                  <a:lnTo>
                    <a:pt x="27016" y="41656"/>
                  </a:lnTo>
                  <a:lnTo>
                    <a:pt x="26280" y="38385"/>
                  </a:lnTo>
                  <a:lnTo>
                    <a:pt x="24096" y="35507"/>
                  </a:lnTo>
                  <a:lnTo>
                    <a:pt x="21350" y="35497"/>
                  </a:lnTo>
                  <a:lnTo>
                    <a:pt x="20365" y="32159"/>
                  </a:lnTo>
                  <a:lnTo>
                    <a:pt x="12121" y="28214"/>
                  </a:lnTo>
                  <a:lnTo>
                    <a:pt x="6376" y="30579"/>
                  </a:lnTo>
                  <a:lnTo>
                    <a:pt x="4592" y="29346"/>
                  </a:lnTo>
                  <a:lnTo>
                    <a:pt x="4825" y="28093"/>
                  </a:lnTo>
                  <a:lnTo>
                    <a:pt x="0" y="22406"/>
                  </a:lnTo>
                  <a:lnTo>
                    <a:pt x="3695" y="20198"/>
                  </a:lnTo>
                  <a:lnTo>
                    <a:pt x="4943" y="17822"/>
                  </a:lnTo>
                  <a:lnTo>
                    <a:pt x="5780" y="10442"/>
                  </a:lnTo>
                  <a:lnTo>
                    <a:pt x="11010" y="8102"/>
                  </a:lnTo>
                  <a:lnTo>
                    <a:pt x="1687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h3438"/>
            <p:cNvSpPr/>
            <p:nvPr/>
          </p:nvSpPr>
          <p:spPr>
            <a:xfrm>
              <a:off x="6213947" y="2952441"/>
              <a:ext cx="21806" cy="33790"/>
            </a:xfrm>
            <a:custGeom>
              <a:avLst/>
              <a:pathLst>
                <a:path w="21806" h="33790">
                  <a:moveTo>
                    <a:pt x="7416" y="1647"/>
                  </a:moveTo>
                  <a:lnTo>
                    <a:pt x="16928" y="13462"/>
                  </a:lnTo>
                  <a:lnTo>
                    <a:pt x="21806" y="18129"/>
                  </a:lnTo>
                  <a:lnTo>
                    <a:pt x="20801" y="21411"/>
                  </a:lnTo>
                  <a:lnTo>
                    <a:pt x="19652" y="22706"/>
                  </a:lnTo>
                  <a:lnTo>
                    <a:pt x="19079" y="29561"/>
                  </a:lnTo>
                  <a:lnTo>
                    <a:pt x="18526" y="32482"/>
                  </a:lnTo>
                  <a:lnTo>
                    <a:pt x="14050" y="32451"/>
                  </a:lnTo>
                  <a:lnTo>
                    <a:pt x="11737" y="30907"/>
                  </a:lnTo>
                  <a:lnTo>
                    <a:pt x="5828" y="33790"/>
                  </a:lnTo>
                  <a:lnTo>
                    <a:pt x="4337" y="33628"/>
                  </a:lnTo>
                  <a:lnTo>
                    <a:pt x="344" y="30243"/>
                  </a:lnTo>
                  <a:lnTo>
                    <a:pt x="649" y="25988"/>
                  </a:lnTo>
                  <a:lnTo>
                    <a:pt x="2106" y="20798"/>
                  </a:lnTo>
                  <a:lnTo>
                    <a:pt x="2065" y="20218"/>
                  </a:lnTo>
                  <a:lnTo>
                    <a:pt x="0" y="19340"/>
                  </a:lnTo>
                  <a:lnTo>
                    <a:pt x="3552" y="9891"/>
                  </a:lnTo>
                  <a:lnTo>
                    <a:pt x="3702" y="7180"/>
                  </a:lnTo>
                  <a:lnTo>
                    <a:pt x="2677" y="7052"/>
                  </a:lnTo>
                  <a:lnTo>
                    <a:pt x="791" y="6760"/>
                  </a:lnTo>
                  <a:lnTo>
                    <a:pt x="1360" y="3097"/>
                  </a:lnTo>
                  <a:lnTo>
                    <a:pt x="7764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h3439"/>
            <p:cNvSpPr/>
            <p:nvPr/>
          </p:nvSpPr>
          <p:spPr>
            <a:xfrm>
              <a:off x="6152072" y="2950738"/>
              <a:ext cx="39010" cy="29989"/>
            </a:xfrm>
            <a:custGeom>
              <a:avLst/>
              <a:pathLst>
                <a:path w="39010" h="29989">
                  <a:moveTo>
                    <a:pt x="20033" y="28"/>
                  </a:moveTo>
                  <a:lnTo>
                    <a:pt x="29784" y="5339"/>
                  </a:lnTo>
                  <a:lnTo>
                    <a:pt x="37128" y="7774"/>
                  </a:lnTo>
                  <a:lnTo>
                    <a:pt x="38706" y="9179"/>
                  </a:lnTo>
                  <a:lnTo>
                    <a:pt x="39010" y="17000"/>
                  </a:lnTo>
                  <a:lnTo>
                    <a:pt x="37048" y="18682"/>
                  </a:lnTo>
                  <a:lnTo>
                    <a:pt x="35803" y="18792"/>
                  </a:lnTo>
                  <a:lnTo>
                    <a:pt x="30044" y="16311"/>
                  </a:lnTo>
                  <a:lnTo>
                    <a:pt x="27765" y="16138"/>
                  </a:lnTo>
                  <a:lnTo>
                    <a:pt x="22229" y="24530"/>
                  </a:lnTo>
                  <a:lnTo>
                    <a:pt x="19704" y="22811"/>
                  </a:lnTo>
                  <a:lnTo>
                    <a:pt x="18429" y="23326"/>
                  </a:lnTo>
                  <a:lnTo>
                    <a:pt x="18035" y="25798"/>
                  </a:lnTo>
                  <a:lnTo>
                    <a:pt x="19802" y="26573"/>
                  </a:lnTo>
                  <a:lnTo>
                    <a:pt x="21889" y="26335"/>
                  </a:lnTo>
                  <a:lnTo>
                    <a:pt x="21860" y="27141"/>
                  </a:lnTo>
                  <a:lnTo>
                    <a:pt x="20483" y="29062"/>
                  </a:lnTo>
                  <a:lnTo>
                    <a:pt x="17680" y="29989"/>
                  </a:lnTo>
                  <a:lnTo>
                    <a:pt x="12158" y="28685"/>
                  </a:lnTo>
                  <a:lnTo>
                    <a:pt x="6144" y="25469"/>
                  </a:lnTo>
                  <a:lnTo>
                    <a:pt x="0" y="23471"/>
                  </a:lnTo>
                  <a:lnTo>
                    <a:pt x="302" y="23074"/>
                  </a:lnTo>
                  <a:lnTo>
                    <a:pt x="4476" y="22911"/>
                  </a:lnTo>
                  <a:lnTo>
                    <a:pt x="11703" y="21150"/>
                  </a:lnTo>
                  <a:lnTo>
                    <a:pt x="10565" y="17027"/>
                  </a:lnTo>
                  <a:lnTo>
                    <a:pt x="13298" y="13797"/>
                  </a:lnTo>
                  <a:lnTo>
                    <a:pt x="15508" y="12420"/>
                  </a:lnTo>
                  <a:lnTo>
                    <a:pt x="16737" y="7821"/>
                  </a:lnTo>
                  <a:lnTo>
                    <a:pt x="15998" y="6589"/>
                  </a:lnTo>
                  <a:lnTo>
                    <a:pt x="17782" y="1671"/>
                  </a:lnTo>
                  <a:lnTo>
                    <a:pt x="18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h3440"/>
            <p:cNvSpPr/>
            <p:nvPr/>
          </p:nvSpPr>
          <p:spPr>
            <a:xfrm>
              <a:off x="6163430" y="2991962"/>
              <a:ext cx="25608" cy="34332"/>
            </a:xfrm>
            <a:custGeom>
              <a:avLst/>
              <a:pathLst>
                <a:path w="25608" h="34332">
                  <a:moveTo>
                    <a:pt x="9782" y="0"/>
                  </a:moveTo>
                  <a:lnTo>
                    <a:pt x="13308" y="2278"/>
                  </a:lnTo>
                  <a:lnTo>
                    <a:pt x="18374" y="4272"/>
                  </a:lnTo>
                  <a:lnTo>
                    <a:pt x="21020" y="4092"/>
                  </a:lnTo>
                  <a:lnTo>
                    <a:pt x="25608" y="6684"/>
                  </a:lnTo>
                  <a:lnTo>
                    <a:pt x="23654" y="12872"/>
                  </a:lnTo>
                  <a:lnTo>
                    <a:pt x="23352" y="23339"/>
                  </a:lnTo>
                  <a:lnTo>
                    <a:pt x="22638" y="24276"/>
                  </a:lnTo>
                  <a:lnTo>
                    <a:pt x="21334" y="23962"/>
                  </a:lnTo>
                  <a:lnTo>
                    <a:pt x="18857" y="32641"/>
                  </a:lnTo>
                  <a:lnTo>
                    <a:pt x="17805" y="34061"/>
                  </a:lnTo>
                  <a:lnTo>
                    <a:pt x="16584" y="34332"/>
                  </a:lnTo>
                  <a:lnTo>
                    <a:pt x="0" y="24620"/>
                  </a:lnTo>
                  <a:lnTo>
                    <a:pt x="2351" y="19542"/>
                  </a:lnTo>
                  <a:lnTo>
                    <a:pt x="10299" y="16617"/>
                  </a:lnTo>
                  <a:lnTo>
                    <a:pt x="10452" y="10119"/>
                  </a:lnTo>
                  <a:lnTo>
                    <a:pt x="6175" y="5910"/>
                  </a:lnTo>
                  <a:lnTo>
                    <a:pt x="6054" y="2289"/>
                  </a:lnTo>
                  <a:lnTo>
                    <a:pt x="7044" y="8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h3441"/>
            <p:cNvSpPr/>
            <p:nvPr/>
          </p:nvSpPr>
          <p:spPr>
            <a:xfrm>
              <a:off x="6169753" y="2973549"/>
              <a:ext cx="33101" cy="31361"/>
            </a:xfrm>
            <a:custGeom>
              <a:avLst/>
              <a:pathLst>
                <a:path w="33101" h="31361">
                  <a:moveTo>
                    <a:pt x="4548" y="1718"/>
                  </a:moveTo>
                  <a:lnTo>
                    <a:pt x="15562" y="4163"/>
                  </a:lnTo>
                  <a:lnTo>
                    <a:pt x="19512" y="6402"/>
                  </a:lnTo>
                  <a:lnTo>
                    <a:pt x="25733" y="6960"/>
                  </a:lnTo>
                  <a:lnTo>
                    <a:pt x="29605" y="5799"/>
                  </a:lnTo>
                  <a:lnTo>
                    <a:pt x="33101" y="8674"/>
                  </a:lnTo>
                  <a:lnTo>
                    <a:pt x="32264" y="16054"/>
                  </a:lnTo>
                  <a:lnTo>
                    <a:pt x="31015" y="18430"/>
                  </a:lnTo>
                  <a:lnTo>
                    <a:pt x="27320" y="20638"/>
                  </a:lnTo>
                  <a:lnTo>
                    <a:pt x="32145" y="26325"/>
                  </a:lnTo>
                  <a:lnTo>
                    <a:pt x="31912" y="27579"/>
                  </a:lnTo>
                  <a:lnTo>
                    <a:pt x="31384" y="29821"/>
                  </a:lnTo>
                  <a:lnTo>
                    <a:pt x="23613" y="31361"/>
                  </a:lnTo>
                  <a:lnTo>
                    <a:pt x="23815" y="27194"/>
                  </a:lnTo>
                  <a:lnTo>
                    <a:pt x="20679" y="22290"/>
                  </a:lnTo>
                  <a:lnTo>
                    <a:pt x="19286" y="25096"/>
                  </a:lnTo>
                  <a:lnTo>
                    <a:pt x="14698" y="22505"/>
                  </a:lnTo>
                  <a:lnTo>
                    <a:pt x="12051" y="22684"/>
                  </a:lnTo>
                  <a:lnTo>
                    <a:pt x="6986" y="20691"/>
                  </a:lnTo>
                  <a:lnTo>
                    <a:pt x="3460" y="18412"/>
                  </a:lnTo>
                  <a:lnTo>
                    <a:pt x="722" y="18421"/>
                  </a:lnTo>
                  <a:lnTo>
                    <a:pt x="3802" y="14449"/>
                  </a:lnTo>
                  <a:lnTo>
                    <a:pt x="3817" y="11204"/>
                  </a:lnTo>
                  <a:lnTo>
                    <a:pt x="1850" y="10668"/>
                  </a:lnTo>
                  <a:lnTo>
                    <a:pt x="0" y="7178"/>
                  </a:lnTo>
                  <a:lnTo>
                    <a:pt x="2802" y="6250"/>
                  </a:lnTo>
                  <a:lnTo>
                    <a:pt x="4179" y="4330"/>
                  </a:lnTo>
                  <a:lnTo>
                    <a:pt x="4208" y="3524"/>
                  </a:lnTo>
                  <a:lnTo>
                    <a:pt x="2122" y="3762"/>
                  </a:lnTo>
                  <a:lnTo>
                    <a:pt x="355" y="2986"/>
                  </a:lnTo>
                  <a:lnTo>
                    <a:pt x="748" y="515"/>
                  </a:lnTo>
                  <a:lnTo>
                    <a:pt x="20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h3442"/>
            <p:cNvSpPr/>
            <p:nvPr/>
          </p:nvSpPr>
          <p:spPr>
            <a:xfrm>
              <a:off x="6174301" y="2959493"/>
              <a:ext cx="43348" cy="22730"/>
            </a:xfrm>
            <a:custGeom>
              <a:avLst/>
              <a:pathLst>
                <a:path w="43348" h="22730">
                  <a:moveTo>
                    <a:pt x="43348" y="128"/>
                  </a:moveTo>
                  <a:lnTo>
                    <a:pt x="43197" y="2839"/>
                  </a:lnTo>
                  <a:lnTo>
                    <a:pt x="39645" y="12288"/>
                  </a:lnTo>
                  <a:lnTo>
                    <a:pt x="33782" y="20390"/>
                  </a:lnTo>
                  <a:lnTo>
                    <a:pt x="28552" y="22730"/>
                  </a:lnTo>
                  <a:lnTo>
                    <a:pt x="25056" y="19855"/>
                  </a:lnTo>
                  <a:lnTo>
                    <a:pt x="21185" y="21016"/>
                  </a:lnTo>
                  <a:lnTo>
                    <a:pt x="14964" y="20458"/>
                  </a:lnTo>
                  <a:lnTo>
                    <a:pt x="11014" y="18219"/>
                  </a:lnTo>
                  <a:lnTo>
                    <a:pt x="0" y="15774"/>
                  </a:lnTo>
                  <a:lnTo>
                    <a:pt x="5535" y="7382"/>
                  </a:lnTo>
                  <a:lnTo>
                    <a:pt x="7814" y="7555"/>
                  </a:lnTo>
                  <a:lnTo>
                    <a:pt x="13574" y="10037"/>
                  </a:lnTo>
                  <a:lnTo>
                    <a:pt x="14819" y="9926"/>
                  </a:lnTo>
                  <a:lnTo>
                    <a:pt x="16697" y="9088"/>
                  </a:lnTo>
                  <a:lnTo>
                    <a:pt x="19537" y="9742"/>
                  </a:lnTo>
                  <a:lnTo>
                    <a:pt x="31824" y="16374"/>
                  </a:lnTo>
                  <a:lnTo>
                    <a:pt x="36920" y="10245"/>
                  </a:lnTo>
                  <a:lnTo>
                    <a:pt x="39992" y="2381"/>
                  </a:lnTo>
                  <a:lnTo>
                    <a:pt x="4232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h3443"/>
            <p:cNvSpPr/>
            <p:nvPr/>
          </p:nvSpPr>
          <p:spPr>
            <a:xfrm>
              <a:off x="6188186" y="2949616"/>
              <a:ext cx="33524" cy="26252"/>
            </a:xfrm>
            <a:custGeom>
              <a:avLst/>
              <a:pathLst>
                <a:path w="33524" h="26252">
                  <a:moveTo>
                    <a:pt x="33524" y="2825"/>
                  </a:moveTo>
                  <a:lnTo>
                    <a:pt x="27121" y="5923"/>
                  </a:lnTo>
                  <a:lnTo>
                    <a:pt x="26552" y="9585"/>
                  </a:lnTo>
                  <a:lnTo>
                    <a:pt x="28438" y="9877"/>
                  </a:lnTo>
                  <a:lnTo>
                    <a:pt x="26107" y="12258"/>
                  </a:lnTo>
                  <a:lnTo>
                    <a:pt x="23035" y="20123"/>
                  </a:lnTo>
                  <a:lnTo>
                    <a:pt x="17939" y="26252"/>
                  </a:lnTo>
                  <a:lnTo>
                    <a:pt x="5652" y="19619"/>
                  </a:lnTo>
                  <a:lnTo>
                    <a:pt x="2812" y="18965"/>
                  </a:lnTo>
                  <a:lnTo>
                    <a:pt x="934" y="19804"/>
                  </a:lnTo>
                  <a:lnTo>
                    <a:pt x="2896" y="18122"/>
                  </a:lnTo>
                  <a:lnTo>
                    <a:pt x="2592" y="10301"/>
                  </a:lnTo>
                  <a:lnTo>
                    <a:pt x="1014" y="8896"/>
                  </a:lnTo>
                  <a:lnTo>
                    <a:pt x="0" y="6610"/>
                  </a:lnTo>
                  <a:lnTo>
                    <a:pt x="2016" y="5451"/>
                  </a:lnTo>
                  <a:lnTo>
                    <a:pt x="5875" y="9343"/>
                  </a:lnTo>
                  <a:lnTo>
                    <a:pt x="8366" y="8362"/>
                  </a:lnTo>
                  <a:lnTo>
                    <a:pt x="13070" y="9890"/>
                  </a:lnTo>
                  <a:lnTo>
                    <a:pt x="17851" y="7786"/>
                  </a:lnTo>
                  <a:lnTo>
                    <a:pt x="22863" y="4520"/>
                  </a:lnTo>
                  <a:lnTo>
                    <a:pt x="24765" y="2296"/>
                  </a:lnTo>
                  <a:lnTo>
                    <a:pt x="328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h3444"/>
            <p:cNvSpPr/>
            <p:nvPr/>
          </p:nvSpPr>
          <p:spPr>
            <a:xfrm>
              <a:off x="6121931" y="2996774"/>
              <a:ext cx="314" cy="430"/>
            </a:xfrm>
            <a:custGeom>
              <a:avLst/>
              <a:pathLst>
                <a:path w="314" h="430">
                  <a:moveTo>
                    <a:pt x="0" y="146"/>
                  </a:moveTo>
                  <a:lnTo>
                    <a:pt x="314" y="0"/>
                  </a:lnTo>
                  <a:lnTo>
                    <a:pt x="162" y="43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h3445"/>
            <p:cNvSpPr/>
            <p:nvPr/>
          </p:nvSpPr>
          <p:spPr>
            <a:xfrm>
              <a:off x="6099283" y="2972540"/>
              <a:ext cx="74599" cy="44043"/>
            </a:xfrm>
            <a:custGeom>
              <a:avLst/>
              <a:pathLst>
                <a:path w="74599" h="44043">
                  <a:moveTo>
                    <a:pt x="58933" y="3667"/>
                  </a:moveTo>
                  <a:lnTo>
                    <a:pt x="64947" y="6883"/>
                  </a:lnTo>
                  <a:lnTo>
                    <a:pt x="70469" y="8187"/>
                  </a:lnTo>
                  <a:lnTo>
                    <a:pt x="72319" y="11678"/>
                  </a:lnTo>
                  <a:lnTo>
                    <a:pt x="74287" y="12213"/>
                  </a:lnTo>
                  <a:lnTo>
                    <a:pt x="74272" y="15459"/>
                  </a:lnTo>
                  <a:lnTo>
                    <a:pt x="71191" y="19431"/>
                  </a:lnTo>
                  <a:lnTo>
                    <a:pt x="70202" y="21711"/>
                  </a:lnTo>
                  <a:lnTo>
                    <a:pt x="70323" y="25332"/>
                  </a:lnTo>
                  <a:lnTo>
                    <a:pt x="74599" y="29541"/>
                  </a:lnTo>
                  <a:lnTo>
                    <a:pt x="74446" y="36039"/>
                  </a:lnTo>
                  <a:lnTo>
                    <a:pt x="66499" y="38964"/>
                  </a:lnTo>
                  <a:lnTo>
                    <a:pt x="64147" y="44043"/>
                  </a:lnTo>
                  <a:lnTo>
                    <a:pt x="45714" y="36071"/>
                  </a:lnTo>
                  <a:lnTo>
                    <a:pt x="40614" y="34642"/>
                  </a:lnTo>
                  <a:lnTo>
                    <a:pt x="41936" y="30531"/>
                  </a:lnTo>
                  <a:lnTo>
                    <a:pt x="43339" y="30241"/>
                  </a:lnTo>
                  <a:lnTo>
                    <a:pt x="43525" y="28509"/>
                  </a:lnTo>
                  <a:lnTo>
                    <a:pt x="42369" y="26349"/>
                  </a:lnTo>
                  <a:lnTo>
                    <a:pt x="37608" y="23136"/>
                  </a:lnTo>
                  <a:lnTo>
                    <a:pt x="35344" y="22683"/>
                  </a:lnTo>
                  <a:lnTo>
                    <a:pt x="28759" y="25273"/>
                  </a:lnTo>
                  <a:lnTo>
                    <a:pt x="22627" y="21879"/>
                  </a:lnTo>
                  <a:lnTo>
                    <a:pt x="9704" y="18514"/>
                  </a:lnTo>
                  <a:lnTo>
                    <a:pt x="0" y="15274"/>
                  </a:lnTo>
                  <a:lnTo>
                    <a:pt x="1197" y="13315"/>
                  </a:lnTo>
                  <a:lnTo>
                    <a:pt x="7270" y="15212"/>
                  </a:lnTo>
                  <a:lnTo>
                    <a:pt x="8715" y="17946"/>
                  </a:lnTo>
                  <a:lnTo>
                    <a:pt x="11306" y="18635"/>
                  </a:lnTo>
                  <a:lnTo>
                    <a:pt x="13799" y="10504"/>
                  </a:lnTo>
                  <a:lnTo>
                    <a:pt x="17880" y="5889"/>
                  </a:lnTo>
                  <a:lnTo>
                    <a:pt x="19069" y="5632"/>
                  </a:lnTo>
                  <a:lnTo>
                    <a:pt x="21530" y="6602"/>
                  </a:lnTo>
                  <a:lnTo>
                    <a:pt x="23473" y="9263"/>
                  </a:lnTo>
                  <a:lnTo>
                    <a:pt x="25629" y="9360"/>
                  </a:lnTo>
                  <a:lnTo>
                    <a:pt x="28631" y="5534"/>
                  </a:lnTo>
                  <a:lnTo>
                    <a:pt x="28625" y="3691"/>
                  </a:lnTo>
                  <a:lnTo>
                    <a:pt x="32779" y="3719"/>
                  </a:lnTo>
                  <a:lnTo>
                    <a:pt x="34527" y="4582"/>
                  </a:lnTo>
                  <a:lnTo>
                    <a:pt x="37200" y="4158"/>
                  </a:lnTo>
                  <a:lnTo>
                    <a:pt x="48822" y="0"/>
                  </a:lnTo>
                  <a:lnTo>
                    <a:pt x="53091" y="1272"/>
                  </a:lnTo>
                  <a:lnTo>
                    <a:pt x="52788" y="167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h3446"/>
            <p:cNvSpPr/>
            <p:nvPr/>
          </p:nvSpPr>
          <p:spPr>
            <a:xfrm>
              <a:off x="5263577" y="2972467"/>
              <a:ext cx="203" cy="228"/>
            </a:xfrm>
            <a:custGeom>
              <a:avLst/>
              <a:pathLst>
                <a:path w="203" h="228">
                  <a:moveTo>
                    <a:pt x="0" y="0"/>
                  </a:moveTo>
                  <a:lnTo>
                    <a:pt x="203" y="228"/>
                  </a:lnTo>
                  <a:lnTo>
                    <a:pt x="2" y="14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h3447"/>
            <p:cNvSpPr/>
            <p:nvPr/>
          </p:nvSpPr>
          <p:spPr>
            <a:xfrm>
              <a:off x="5407162" y="2941279"/>
              <a:ext cx="2976" cy="4197"/>
            </a:xfrm>
            <a:custGeom>
              <a:avLst/>
              <a:pathLst>
                <a:path w="2976" h="4197">
                  <a:moveTo>
                    <a:pt x="2976" y="1399"/>
                  </a:move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lnTo>
                    <a:pt x="2038" y="0"/>
                  </a:lnTo>
                  <a:lnTo>
                    <a:pt x="2762" y="21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h3448"/>
            <p:cNvSpPr/>
            <p:nvPr/>
          </p:nvSpPr>
          <p:spPr>
            <a:xfrm>
              <a:off x="4952367" y="3022203"/>
              <a:ext cx="9114" cy="3794"/>
            </a:xfrm>
            <a:custGeom>
              <a:avLst/>
              <a:pathLst>
                <a:path w="9114" h="3794">
                  <a:moveTo>
                    <a:pt x="4398" y="873"/>
                  </a:moveTo>
                  <a:lnTo>
                    <a:pt x="8185" y="591"/>
                  </a:lnTo>
                  <a:lnTo>
                    <a:pt x="9114" y="1850"/>
                  </a:lnTo>
                  <a:lnTo>
                    <a:pt x="7285" y="3255"/>
                  </a:ln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h3449"/>
            <p:cNvSpPr/>
            <p:nvPr/>
          </p:nvSpPr>
          <p:spPr>
            <a:xfrm>
              <a:off x="6180015" y="2995840"/>
              <a:ext cx="39913" cy="52338"/>
            </a:xfrm>
            <a:custGeom>
              <a:avLst/>
              <a:pathLst>
                <a:path w="39913" h="52338">
                  <a:moveTo>
                    <a:pt x="21121" y="7531"/>
                  </a:moveTo>
                  <a:lnTo>
                    <a:pt x="21650" y="5288"/>
                  </a:lnTo>
                  <a:lnTo>
                    <a:pt x="23434" y="6521"/>
                  </a:lnTo>
                  <a:lnTo>
                    <a:pt x="22800" y="7485"/>
                  </a:lnTo>
                  <a:lnTo>
                    <a:pt x="23462" y="11416"/>
                  </a:lnTo>
                  <a:lnTo>
                    <a:pt x="23187" y="14618"/>
                  </a:lnTo>
                  <a:lnTo>
                    <a:pt x="21531" y="19841"/>
                  </a:lnTo>
                  <a:lnTo>
                    <a:pt x="23120" y="20788"/>
                  </a:lnTo>
                  <a:lnTo>
                    <a:pt x="22451" y="24626"/>
                  </a:lnTo>
                  <a:lnTo>
                    <a:pt x="23138" y="25237"/>
                  </a:lnTo>
                  <a:lnTo>
                    <a:pt x="27579" y="25669"/>
                  </a:lnTo>
                  <a:lnTo>
                    <a:pt x="31338" y="28516"/>
                  </a:lnTo>
                  <a:lnTo>
                    <a:pt x="34196" y="32110"/>
                  </a:lnTo>
                  <a:lnTo>
                    <a:pt x="39425" y="35551"/>
                  </a:lnTo>
                  <a:lnTo>
                    <a:pt x="39913" y="38504"/>
                  </a:lnTo>
                  <a:lnTo>
                    <a:pt x="37851" y="40647"/>
                  </a:lnTo>
                  <a:lnTo>
                    <a:pt x="33178" y="41785"/>
                  </a:lnTo>
                  <a:lnTo>
                    <a:pt x="31047" y="43821"/>
                  </a:lnTo>
                  <a:lnTo>
                    <a:pt x="26363" y="52338"/>
                  </a:lnTo>
                  <a:lnTo>
                    <a:pt x="19016" y="44510"/>
                  </a:lnTo>
                  <a:lnTo>
                    <a:pt x="2804" y="33189"/>
                  </a:lnTo>
                  <a:lnTo>
                    <a:pt x="0" y="30454"/>
                  </a:lnTo>
                  <a:lnTo>
                    <a:pt x="1220" y="30184"/>
                  </a:lnTo>
                  <a:lnTo>
                    <a:pt x="2272" y="28763"/>
                  </a:lnTo>
                  <a:lnTo>
                    <a:pt x="4750" y="20085"/>
                  </a:lnTo>
                  <a:lnTo>
                    <a:pt x="6053" y="20398"/>
                  </a:lnTo>
                  <a:lnTo>
                    <a:pt x="6767" y="19461"/>
                  </a:lnTo>
                  <a:lnTo>
                    <a:pt x="7070" y="8994"/>
                  </a:lnTo>
                  <a:lnTo>
                    <a:pt x="9024" y="2806"/>
                  </a:lnTo>
                  <a:lnTo>
                    <a:pt x="10417" y="0"/>
                  </a:lnTo>
                  <a:lnTo>
                    <a:pt x="13552" y="4904"/>
                  </a:lnTo>
                  <a:lnTo>
                    <a:pt x="13351" y="907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h3450"/>
            <p:cNvSpPr/>
            <p:nvPr/>
          </p:nvSpPr>
          <p:spPr>
            <a:xfrm>
              <a:off x="5377400" y="2996322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h3451"/>
            <p:cNvSpPr/>
            <p:nvPr/>
          </p:nvSpPr>
          <p:spPr>
            <a:xfrm>
              <a:off x="7519018" y="3264251"/>
              <a:ext cx="41513" cy="65539"/>
            </a:xfrm>
            <a:custGeom>
              <a:avLst/>
              <a:pathLst>
                <a:path w="41513" h="65539">
                  <a:moveTo>
                    <a:pt x="4937" y="1082"/>
                  </a:moveTo>
                  <a:lnTo>
                    <a:pt x="6781" y="5771"/>
                  </a:lnTo>
                  <a:lnTo>
                    <a:pt x="13586" y="7976"/>
                  </a:lnTo>
                  <a:lnTo>
                    <a:pt x="17822" y="7941"/>
                  </a:lnTo>
                  <a:lnTo>
                    <a:pt x="17691" y="12884"/>
                  </a:lnTo>
                  <a:lnTo>
                    <a:pt x="20662" y="16218"/>
                  </a:lnTo>
                  <a:lnTo>
                    <a:pt x="28537" y="18842"/>
                  </a:lnTo>
                  <a:lnTo>
                    <a:pt x="32035" y="22019"/>
                  </a:lnTo>
                  <a:lnTo>
                    <a:pt x="33624" y="23656"/>
                  </a:lnTo>
                  <a:lnTo>
                    <a:pt x="34551" y="26142"/>
                  </a:lnTo>
                  <a:lnTo>
                    <a:pt x="34486" y="30637"/>
                  </a:lnTo>
                  <a:lnTo>
                    <a:pt x="37385" y="31902"/>
                  </a:lnTo>
                  <a:lnTo>
                    <a:pt x="34524" y="35977"/>
                  </a:lnTo>
                  <a:lnTo>
                    <a:pt x="38834" y="40857"/>
                  </a:lnTo>
                  <a:lnTo>
                    <a:pt x="41513" y="45592"/>
                  </a:lnTo>
                  <a:lnTo>
                    <a:pt x="38433" y="44400"/>
                  </a:lnTo>
                  <a:lnTo>
                    <a:pt x="32030" y="48101"/>
                  </a:lnTo>
                  <a:lnTo>
                    <a:pt x="30633" y="54252"/>
                  </a:lnTo>
                  <a:lnTo>
                    <a:pt x="31976" y="57250"/>
                  </a:lnTo>
                  <a:lnTo>
                    <a:pt x="31428" y="58321"/>
                  </a:lnTo>
                  <a:lnTo>
                    <a:pt x="29455" y="59493"/>
                  </a:lnTo>
                  <a:lnTo>
                    <a:pt x="25407" y="57209"/>
                  </a:lnTo>
                  <a:lnTo>
                    <a:pt x="21806" y="61468"/>
                  </a:lnTo>
                  <a:lnTo>
                    <a:pt x="21706" y="62743"/>
                  </a:lnTo>
                  <a:lnTo>
                    <a:pt x="22815" y="63285"/>
                  </a:lnTo>
                  <a:lnTo>
                    <a:pt x="21849" y="65195"/>
                  </a:lnTo>
                  <a:lnTo>
                    <a:pt x="18483" y="65383"/>
                  </a:lnTo>
                  <a:lnTo>
                    <a:pt x="14069" y="65539"/>
                  </a:lnTo>
                  <a:lnTo>
                    <a:pt x="13088" y="59601"/>
                  </a:lnTo>
                  <a:lnTo>
                    <a:pt x="19367" y="55281"/>
                  </a:lnTo>
                  <a:lnTo>
                    <a:pt x="22852" y="51066"/>
                  </a:lnTo>
                  <a:lnTo>
                    <a:pt x="23731" y="49533"/>
                  </a:lnTo>
                  <a:lnTo>
                    <a:pt x="23779" y="44387"/>
                  </a:lnTo>
                  <a:lnTo>
                    <a:pt x="22056" y="41347"/>
                  </a:lnTo>
                  <a:lnTo>
                    <a:pt x="20394" y="43260"/>
                  </a:lnTo>
                  <a:lnTo>
                    <a:pt x="14309" y="37849"/>
                  </a:lnTo>
                  <a:lnTo>
                    <a:pt x="8013" y="35379"/>
                  </a:lnTo>
                  <a:lnTo>
                    <a:pt x="7009" y="35528"/>
                  </a:lnTo>
                  <a:lnTo>
                    <a:pt x="7233" y="39164"/>
                  </a:lnTo>
                  <a:lnTo>
                    <a:pt x="5177" y="40907"/>
                  </a:lnTo>
                  <a:lnTo>
                    <a:pt x="4592" y="38179"/>
                  </a:lnTo>
                  <a:lnTo>
                    <a:pt x="5629" y="36856"/>
                  </a:lnTo>
                  <a:lnTo>
                    <a:pt x="4411" y="34853"/>
                  </a:lnTo>
                  <a:lnTo>
                    <a:pt x="3359" y="34349"/>
                  </a:lnTo>
                  <a:lnTo>
                    <a:pt x="4186" y="31769"/>
                  </a:lnTo>
                  <a:lnTo>
                    <a:pt x="8275" y="30966"/>
                  </a:lnTo>
                  <a:lnTo>
                    <a:pt x="3369" y="25144"/>
                  </a:lnTo>
                  <a:lnTo>
                    <a:pt x="3317" y="18458"/>
                  </a:lnTo>
                  <a:lnTo>
                    <a:pt x="4681" y="16278"/>
                  </a:lnTo>
                  <a:lnTo>
                    <a:pt x="1694" y="12951"/>
                  </a:lnTo>
                  <a:lnTo>
                    <a:pt x="3075" y="11441"/>
                  </a:lnTo>
                  <a:lnTo>
                    <a:pt x="1934" y="7695"/>
                  </a:lnTo>
                  <a:lnTo>
                    <a:pt x="148" y="4931"/>
                  </a:lnTo>
                  <a:lnTo>
                    <a:pt x="0" y="3032"/>
                  </a:lnTo>
                  <a:lnTo>
                    <a:pt x="401" y="283"/>
                  </a:lnTo>
                  <a:lnTo>
                    <a:pt x="96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h3452"/>
            <p:cNvSpPr/>
            <p:nvPr/>
          </p:nvSpPr>
          <p:spPr>
            <a:xfrm>
              <a:off x="7418256" y="3185420"/>
              <a:ext cx="10443" cy="15197"/>
            </a:xfrm>
            <a:custGeom>
              <a:avLst/>
              <a:pathLst>
                <a:path w="10443" h="15197">
                  <a:moveTo>
                    <a:pt x="5072" y="0"/>
                  </a:moveTo>
                  <a:lnTo>
                    <a:pt x="7548" y="2834"/>
                  </a:lnTo>
                  <a:lnTo>
                    <a:pt x="10443" y="8595"/>
                  </a:lnTo>
                  <a:lnTo>
                    <a:pt x="9559" y="11347"/>
                  </a:lnTo>
                  <a:lnTo>
                    <a:pt x="5261" y="15197"/>
                  </a:lnTo>
                  <a:lnTo>
                    <a:pt x="6256" y="12989"/>
                  </a:lnTo>
                  <a:lnTo>
                    <a:pt x="4257" y="11593"/>
                  </a:lnTo>
                  <a:lnTo>
                    <a:pt x="687" y="10946"/>
                  </a:lnTo>
                  <a:lnTo>
                    <a:pt x="2168" y="10048"/>
                  </a:lnTo>
                  <a:lnTo>
                    <a:pt x="4130" y="10066"/>
                  </a:lnTo>
                  <a:lnTo>
                    <a:pt x="4465" y="8279"/>
                  </a:lnTo>
                  <a:lnTo>
                    <a:pt x="2507" y="4700"/>
                  </a:lnTo>
                  <a:lnTo>
                    <a:pt x="0" y="240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h3453"/>
            <p:cNvSpPr/>
            <p:nvPr/>
          </p:nvSpPr>
          <p:spPr>
            <a:xfrm>
              <a:off x="7431972" y="3305849"/>
              <a:ext cx="94447" cy="70180"/>
            </a:xfrm>
            <a:custGeom>
              <a:avLst/>
              <a:pathLst>
                <a:path w="94447" h="70180">
                  <a:moveTo>
                    <a:pt x="27146" y="748"/>
                  </a:moveTo>
                  <a:lnTo>
                    <a:pt x="31509" y="1519"/>
                  </a:lnTo>
                  <a:lnTo>
                    <a:pt x="35244" y="1041"/>
                  </a:lnTo>
                  <a:lnTo>
                    <a:pt x="36970" y="2534"/>
                  </a:lnTo>
                  <a:lnTo>
                    <a:pt x="37181" y="4555"/>
                  </a:lnTo>
                  <a:lnTo>
                    <a:pt x="36447" y="4836"/>
                  </a:lnTo>
                  <a:lnTo>
                    <a:pt x="39554" y="7349"/>
                  </a:lnTo>
                  <a:lnTo>
                    <a:pt x="46347" y="5120"/>
                  </a:lnTo>
                  <a:lnTo>
                    <a:pt x="51939" y="8140"/>
                  </a:lnTo>
                  <a:lnTo>
                    <a:pt x="58139" y="10475"/>
                  </a:lnTo>
                  <a:lnTo>
                    <a:pt x="61536" y="12926"/>
                  </a:lnTo>
                  <a:lnTo>
                    <a:pt x="66738" y="10790"/>
                  </a:lnTo>
                  <a:lnTo>
                    <a:pt x="72760" y="10552"/>
                  </a:lnTo>
                  <a:lnTo>
                    <a:pt x="72785" y="11589"/>
                  </a:lnTo>
                  <a:lnTo>
                    <a:pt x="64134" y="14998"/>
                  </a:lnTo>
                  <a:lnTo>
                    <a:pt x="66790" y="18997"/>
                  </a:lnTo>
                  <a:lnTo>
                    <a:pt x="68531" y="20265"/>
                  </a:lnTo>
                  <a:lnTo>
                    <a:pt x="80524" y="25251"/>
                  </a:lnTo>
                  <a:lnTo>
                    <a:pt x="91576" y="27737"/>
                  </a:lnTo>
                  <a:lnTo>
                    <a:pt x="94447" y="30800"/>
                  </a:lnTo>
                  <a:lnTo>
                    <a:pt x="92014" y="31183"/>
                  </a:lnTo>
                  <a:lnTo>
                    <a:pt x="90534" y="33068"/>
                  </a:lnTo>
                  <a:lnTo>
                    <a:pt x="88024" y="35636"/>
                  </a:lnTo>
                  <a:lnTo>
                    <a:pt x="85374" y="41385"/>
                  </a:lnTo>
                  <a:lnTo>
                    <a:pt x="87585" y="42661"/>
                  </a:lnTo>
                  <a:lnTo>
                    <a:pt x="86028" y="46662"/>
                  </a:lnTo>
                  <a:lnTo>
                    <a:pt x="78020" y="41737"/>
                  </a:lnTo>
                  <a:lnTo>
                    <a:pt x="72621" y="39308"/>
                  </a:lnTo>
                  <a:lnTo>
                    <a:pt x="69397" y="36479"/>
                  </a:lnTo>
                  <a:lnTo>
                    <a:pt x="65814" y="41783"/>
                  </a:lnTo>
                  <a:lnTo>
                    <a:pt x="61367" y="43872"/>
                  </a:lnTo>
                  <a:lnTo>
                    <a:pt x="59547" y="45501"/>
                  </a:lnTo>
                  <a:lnTo>
                    <a:pt x="58625" y="42125"/>
                  </a:lnTo>
                  <a:lnTo>
                    <a:pt x="52560" y="40223"/>
                  </a:lnTo>
                  <a:lnTo>
                    <a:pt x="38360" y="48939"/>
                  </a:lnTo>
                  <a:lnTo>
                    <a:pt x="37337" y="50579"/>
                  </a:lnTo>
                  <a:lnTo>
                    <a:pt x="40255" y="50938"/>
                  </a:lnTo>
                  <a:lnTo>
                    <a:pt x="36592" y="55070"/>
                  </a:lnTo>
                  <a:lnTo>
                    <a:pt x="35866" y="56995"/>
                  </a:lnTo>
                  <a:lnTo>
                    <a:pt x="35517" y="59522"/>
                  </a:lnTo>
                  <a:lnTo>
                    <a:pt x="38946" y="62340"/>
                  </a:lnTo>
                  <a:lnTo>
                    <a:pt x="36203" y="70115"/>
                  </a:lnTo>
                  <a:lnTo>
                    <a:pt x="30564" y="69882"/>
                  </a:lnTo>
                  <a:lnTo>
                    <a:pt x="28457" y="69069"/>
                  </a:lnTo>
                  <a:lnTo>
                    <a:pt x="27949" y="66871"/>
                  </a:lnTo>
                  <a:lnTo>
                    <a:pt x="20637" y="70180"/>
                  </a:lnTo>
                  <a:lnTo>
                    <a:pt x="17969" y="68097"/>
                  </a:lnTo>
                  <a:lnTo>
                    <a:pt x="16594" y="64587"/>
                  </a:lnTo>
                  <a:lnTo>
                    <a:pt x="13383" y="64012"/>
                  </a:lnTo>
                  <a:lnTo>
                    <a:pt x="10855" y="64819"/>
                  </a:lnTo>
                  <a:lnTo>
                    <a:pt x="9155" y="63792"/>
                  </a:lnTo>
                  <a:lnTo>
                    <a:pt x="8603" y="60665"/>
                  </a:lnTo>
                  <a:lnTo>
                    <a:pt x="3549" y="61371"/>
                  </a:lnTo>
                  <a:lnTo>
                    <a:pt x="5774" y="57492"/>
                  </a:lnTo>
                  <a:lnTo>
                    <a:pt x="4191" y="54233"/>
                  </a:lnTo>
                  <a:lnTo>
                    <a:pt x="0" y="49131"/>
                  </a:lnTo>
                  <a:lnTo>
                    <a:pt x="1620" y="49697"/>
                  </a:lnTo>
                  <a:lnTo>
                    <a:pt x="5777" y="46975"/>
                  </a:lnTo>
                  <a:lnTo>
                    <a:pt x="3875" y="44084"/>
                  </a:lnTo>
                  <a:lnTo>
                    <a:pt x="4355" y="40992"/>
                  </a:lnTo>
                  <a:lnTo>
                    <a:pt x="5834" y="38663"/>
                  </a:lnTo>
                  <a:lnTo>
                    <a:pt x="12547" y="37946"/>
                  </a:lnTo>
                  <a:lnTo>
                    <a:pt x="17568" y="25090"/>
                  </a:lnTo>
                  <a:lnTo>
                    <a:pt x="19792" y="22305"/>
                  </a:lnTo>
                  <a:lnTo>
                    <a:pt x="24454" y="11105"/>
                  </a:lnTo>
                  <a:lnTo>
                    <a:pt x="26715" y="4733"/>
                  </a:lnTo>
                  <a:lnTo>
                    <a:pt x="25865" y="663"/>
                  </a:lnTo>
                  <a:lnTo>
                    <a:pt x="26804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h3454"/>
            <p:cNvSpPr/>
            <p:nvPr/>
          </p:nvSpPr>
          <p:spPr>
            <a:xfrm>
              <a:off x="7394379" y="3192426"/>
              <a:ext cx="28030" cy="26547"/>
            </a:xfrm>
            <a:custGeom>
              <a:avLst/>
              <a:pathLst>
                <a:path w="28030" h="26547">
                  <a:moveTo>
                    <a:pt x="16914" y="1464"/>
                  </a:moveTo>
                  <a:lnTo>
                    <a:pt x="20492" y="4030"/>
                  </a:lnTo>
                  <a:lnTo>
                    <a:pt x="20664" y="5716"/>
                  </a:lnTo>
                  <a:lnTo>
                    <a:pt x="19020" y="10770"/>
                  </a:lnTo>
                  <a:lnTo>
                    <a:pt x="22512" y="12718"/>
                  </a:lnTo>
                  <a:lnTo>
                    <a:pt x="24559" y="14817"/>
                  </a:lnTo>
                  <a:lnTo>
                    <a:pt x="28030" y="20209"/>
                  </a:lnTo>
                  <a:lnTo>
                    <a:pt x="26745" y="23942"/>
                  </a:lnTo>
                  <a:lnTo>
                    <a:pt x="22801" y="26503"/>
                  </a:lnTo>
                  <a:lnTo>
                    <a:pt x="21043" y="23806"/>
                  </a:lnTo>
                  <a:lnTo>
                    <a:pt x="19988" y="23259"/>
                  </a:lnTo>
                  <a:lnTo>
                    <a:pt x="17539" y="23720"/>
                  </a:lnTo>
                  <a:lnTo>
                    <a:pt x="12384" y="26547"/>
                  </a:lnTo>
                  <a:lnTo>
                    <a:pt x="8800" y="26330"/>
                  </a:lnTo>
                  <a:lnTo>
                    <a:pt x="1164" y="25394"/>
                  </a:lnTo>
                  <a:lnTo>
                    <a:pt x="0" y="18991"/>
                  </a:lnTo>
                  <a:lnTo>
                    <a:pt x="6453" y="16409"/>
                  </a:lnTo>
                  <a:lnTo>
                    <a:pt x="8756" y="11121"/>
                  </a:lnTo>
                  <a:lnTo>
                    <a:pt x="9298" y="6329"/>
                  </a:lnTo>
                  <a:lnTo>
                    <a:pt x="8015" y="1961"/>
                  </a:lnTo>
                  <a:lnTo>
                    <a:pt x="9585" y="1130"/>
                  </a:lnTo>
                  <a:lnTo>
                    <a:pt x="12275" y="1091"/>
                  </a:lnTo>
                  <a:lnTo>
                    <a:pt x="1410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h3455"/>
            <p:cNvSpPr/>
            <p:nvPr/>
          </p:nvSpPr>
          <p:spPr>
            <a:xfrm>
              <a:off x="7403089" y="3215686"/>
              <a:ext cx="23974" cy="27913"/>
            </a:xfrm>
            <a:custGeom>
              <a:avLst/>
              <a:pathLst>
                <a:path w="23974" h="27913">
                  <a:moveTo>
                    <a:pt x="12332" y="546"/>
                  </a:moveTo>
                  <a:lnTo>
                    <a:pt x="14090" y="3243"/>
                  </a:lnTo>
                  <a:lnTo>
                    <a:pt x="15231" y="6433"/>
                  </a:lnTo>
                  <a:lnTo>
                    <a:pt x="23870" y="10751"/>
                  </a:lnTo>
                  <a:lnTo>
                    <a:pt x="21626" y="13377"/>
                  </a:lnTo>
                  <a:lnTo>
                    <a:pt x="21636" y="11041"/>
                  </a:lnTo>
                  <a:lnTo>
                    <a:pt x="20451" y="12985"/>
                  </a:lnTo>
                  <a:lnTo>
                    <a:pt x="22042" y="15462"/>
                  </a:lnTo>
                  <a:lnTo>
                    <a:pt x="23974" y="21547"/>
                  </a:lnTo>
                  <a:lnTo>
                    <a:pt x="20728" y="21815"/>
                  </a:lnTo>
                  <a:lnTo>
                    <a:pt x="20667" y="26424"/>
                  </a:lnTo>
                  <a:lnTo>
                    <a:pt x="16213" y="27913"/>
                  </a:lnTo>
                  <a:lnTo>
                    <a:pt x="12815" y="27001"/>
                  </a:lnTo>
                  <a:lnTo>
                    <a:pt x="6029" y="22217"/>
                  </a:lnTo>
                  <a:lnTo>
                    <a:pt x="2378" y="16790"/>
                  </a:lnTo>
                  <a:lnTo>
                    <a:pt x="1169" y="14275"/>
                  </a:lnTo>
                  <a:lnTo>
                    <a:pt x="2642" y="11853"/>
                  </a:lnTo>
                  <a:lnTo>
                    <a:pt x="2415" y="7568"/>
                  </a:lnTo>
                  <a:lnTo>
                    <a:pt x="1047" y="6095"/>
                  </a:lnTo>
                  <a:lnTo>
                    <a:pt x="0" y="6054"/>
                  </a:lnTo>
                  <a:lnTo>
                    <a:pt x="90" y="3070"/>
                  </a:lnTo>
                  <a:lnTo>
                    <a:pt x="3674" y="3287"/>
                  </a:lnTo>
                  <a:lnTo>
                    <a:pt x="8829" y="460"/>
                  </a:lnTo>
                  <a:lnTo>
                    <a:pt x="1127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h3456"/>
            <p:cNvSpPr/>
            <p:nvPr/>
          </p:nvSpPr>
          <p:spPr>
            <a:xfrm>
              <a:off x="7500915" y="3181718"/>
              <a:ext cx="27117" cy="19669"/>
            </a:xfrm>
            <a:custGeom>
              <a:avLst/>
              <a:pathLst>
                <a:path w="27117" h="19669">
                  <a:moveTo>
                    <a:pt x="27117" y="3694"/>
                  </a:moveTo>
                  <a:lnTo>
                    <a:pt x="24442" y="7071"/>
                  </a:lnTo>
                  <a:lnTo>
                    <a:pt x="27047" y="9837"/>
                  </a:lnTo>
                  <a:lnTo>
                    <a:pt x="26071" y="10887"/>
                  </a:lnTo>
                  <a:lnTo>
                    <a:pt x="22364" y="8299"/>
                  </a:lnTo>
                  <a:lnTo>
                    <a:pt x="21148" y="8699"/>
                  </a:lnTo>
                  <a:lnTo>
                    <a:pt x="12655" y="16782"/>
                  </a:lnTo>
                  <a:lnTo>
                    <a:pt x="12310" y="15425"/>
                  </a:lnTo>
                  <a:lnTo>
                    <a:pt x="9708" y="13066"/>
                  </a:lnTo>
                  <a:lnTo>
                    <a:pt x="8818" y="13303"/>
                  </a:lnTo>
                  <a:lnTo>
                    <a:pt x="5051" y="15976"/>
                  </a:lnTo>
                  <a:lnTo>
                    <a:pt x="7236" y="17723"/>
                  </a:lnTo>
                  <a:lnTo>
                    <a:pt x="7503" y="19669"/>
                  </a:lnTo>
                  <a:lnTo>
                    <a:pt x="112" y="16207"/>
                  </a:lnTo>
                  <a:lnTo>
                    <a:pt x="439" y="12301"/>
                  </a:lnTo>
                  <a:lnTo>
                    <a:pt x="0" y="10824"/>
                  </a:lnTo>
                  <a:lnTo>
                    <a:pt x="451" y="10273"/>
                  </a:lnTo>
                  <a:lnTo>
                    <a:pt x="2767" y="8412"/>
                  </a:lnTo>
                  <a:lnTo>
                    <a:pt x="5495" y="7927"/>
                  </a:lnTo>
                  <a:lnTo>
                    <a:pt x="8830" y="5337"/>
                  </a:lnTo>
                  <a:lnTo>
                    <a:pt x="10340" y="6381"/>
                  </a:lnTo>
                  <a:lnTo>
                    <a:pt x="13111" y="4386"/>
                  </a:lnTo>
                  <a:lnTo>
                    <a:pt x="12662" y="2212"/>
                  </a:lnTo>
                  <a:lnTo>
                    <a:pt x="13198" y="750"/>
                  </a:lnTo>
                  <a:lnTo>
                    <a:pt x="17512" y="551"/>
                  </a:lnTo>
                  <a:lnTo>
                    <a:pt x="20548" y="3460"/>
                  </a:lnTo>
                  <a:lnTo>
                    <a:pt x="2360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h3457"/>
            <p:cNvSpPr/>
            <p:nvPr/>
          </p:nvSpPr>
          <p:spPr>
            <a:xfrm>
              <a:off x="7355177" y="3269321"/>
              <a:ext cx="81710" cy="51352"/>
            </a:xfrm>
            <a:custGeom>
              <a:avLst/>
              <a:pathLst>
                <a:path w="81710" h="51352">
                  <a:moveTo>
                    <a:pt x="57229" y="0"/>
                  </a:moveTo>
                  <a:lnTo>
                    <a:pt x="60170" y="3230"/>
                  </a:lnTo>
                  <a:lnTo>
                    <a:pt x="61550" y="3885"/>
                  </a:lnTo>
                  <a:lnTo>
                    <a:pt x="59726" y="6549"/>
                  </a:lnTo>
                  <a:lnTo>
                    <a:pt x="61360" y="8387"/>
                  </a:lnTo>
                  <a:lnTo>
                    <a:pt x="67243" y="9072"/>
                  </a:lnTo>
                  <a:lnTo>
                    <a:pt x="67374" y="6812"/>
                  </a:lnTo>
                  <a:lnTo>
                    <a:pt x="74877" y="9489"/>
                  </a:lnTo>
                  <a:lnTo>
                    <a:pt x="81681" y="12166"/>
                  </a:lnTo>
                  <a:lnTo>
                    <a:pt x="81016" y="13890"/>
                  </a:lnTo>
                  <a:lnTo>
                    <a:pt x="77003" y="18203"/>
                  </a:lnTo>
                  <a:lnTo>
                    <a:pt x="76249" y="20516"/>
                  </a:lnTo>
                  <a:lnTo>
                    <a:pt x="77052" y="20957"/>
                  </a:lnTo>
                  <a:lnTo>
                    <a:pt x="76110" y="22421"/>
                  </a:lnTo>
                  <a:lnTo>
                    <a:pt x="76091" y="24074"/>
                  </a:lnTo>
                  <a:lnTo>
                    <a:pt x="77568" y="28820"/>
                  </a:lnTo>
                  <a:lnTo>
                    <a:pt x="79423" y="33029"/>
                  </a:lnTo>
                  <a:lnTo>
                    <a:pt x="81710" y="33908"/>
                  </a:lnTo>
                  <a:lnTo>
                    <a:pt x="80043" y="36527"/>
                  </a:lnTo>
                  <a:lnTo>
                    <a:pt x="77019" y="37794"/>
                  </a:lnTo>
                  <a:lnTo>
                    <a:pt x="74273" y="35889"/>
                  </a:lnTo>
                  <a:lnTo>
                    <a:pt x="64697" y="37192"/>
                  </a:lnTo>
                  <a:lnTo>
                    <a:pt x="63348" y="40975"/>
                  </a:lnTo>
                  <a:lnTo>
                    <a:pt x="60182" y="45579"/>
                  </a:lnTo>
                  <a:lnTo>
                    <a:pt x="58005" y="43663"/>
                  </a:lnTo>
                  <a:lnTo>
                    <a:pt x="45907" y="47518"/>
                  </a:lnTo>
                  <a:lnTo>
                    <a:pt x="41915" y="43687"/>
                  </a:lnTo>
                  <a:lnTo>
                    <a:pt x="40371" y="45558"/>
                  </a:lnTo>
                  <a:lnTo>
                    <a:pt x="42758" y="50635"/>
                  </a:lnTo>
                  <a:lnTo>
                    <a:pt x="41645" y="51352"/>
                  </a:lnTo>
                  <a:lnTo>
                    <a:pt x="27358" y="48196"/>
                  </a:lnTo>
                  <a:lnTo>
                    <a:pt x="18346" y="48164"/>
                  </a:lnTo>
                  <a:lnTo>
                    <a:pt x="13747" y="47766"/>
                  </a:lnTo>
                  <a:lnTo>
                    <a:pt x="7596" y="48522"/>
                  </a:lnTo>
                  <a:lnTo>
                    <a:pt x="3429" y="46362"/>
                  </a:lnTo>
                  <a:lnTo>
                    <a:pt x="0" y="45878"/>
                  </a:lnTo>
                  <a:lnTo>
                    <a:pt x="2485" y="43266"/>
                  </a:lnTo>
                  <a:lnTo>
                    <a:pt x="5278" y="38580"/>
                  </a:lnTo>
                  <a:lnTo>
                    <a:pt x="4497" y="37518"/>
                  </a:lnTo>
                  <a:lnTo>
                    <a:pt x="3034" y="37581"/>
                  </a:lnTo>
                  <a:lnTo>
                    <a:pt x="2137" y="35650"/>
                  </a:lnTo>
                  <a:lnTo>
                    <a:pt x="9477" y="35510"/>
                  </a:lnTo>
                  <a:lnTo>
                    <a:pt x="13281" y="31638"/>
                  </a:lnTo>
                  <a:lnTo>
                    <a:pt x="14571" y="28676"/>
                  </a:lnTo>
                  <a:lnTo>
                    <a:pt x="17461" y="24780"/>
                  </a:lnTo>
                  <a:lnTo>
                    <a:pt x="18942" y="23882"/>
                  </a:lnTo>
                  <a:lnTo>
                    <a:pt x="21703" y="24495"/>
                  </a:lnTo>
                  <a:lnTo>
                    <a:pt x="23657" y="24011"/>
                  </a:lnTo>
                  <a:lnTo>
                    <a:pt x="21097" y="20121"/>
                  </a:lnTo>
                  <a:lnTo>
                    <a:pt x="25185" y="19803"/>
                  </a:lnTo>
                  <a:lnTo>
                    <a:pt x="27380" y="18687"/>
                  </a:lnTo>
                  <a:lnTo>
                    <a:pt x="28285" y="18189"/>
                  </a:lnTo>
                  <a:lnTo>
                    <a:pt x="28387" y="16412"/>
                  </a:lnTo>
                  <a:lnTo>
                    <a:pt x="30905" y="16539"/>
                  </a:lnTo>
                  <a:lnTo>
                    <a:pt x="32708" y="17392"/>
                  </a:lnTo>
                  <a:lnTo>
                    <a:pt x="33174" y="14690"/>
                  </a:lnTo>
                  <a:lnTo>
                    <a:pt x="38021" y="11797"/>
                  </a:lnTo>
                  <a:lnTo>
                    <a:pt x="41557" y="11001"/>
                  </a:lnTo>
                  <a:lnTo>
                    <a:pt x="49743" y="11363"/>
                  </a:lnTo>
                  <a:lnTo>
                    <a:pt x="53538" y="10589"/>
                  </a:lnTo>
                  <a:lnTo>
                    <a:pt x="54793" y="8188"/>
                  </a:lnTo>
                  <a:lnTo>
                    <a:pt x="52187" y="1463"/>
                  </a:lnTo>
                  <a:lnTo>
                    <a:pt x="55031" y="121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h3458"/>
            <p:cNvSpPr/>
            <p:nvPr/>
          </p:nvSpPr>
          <p:spPr>
            <a:xfrm>
              <a:off x="7373523" y="3303229"/>
              <a:ext cx="85253" cy="55947"/>
            </a:xfrm>
            <a:custGeom>
              <a:avLst/>
              <a:pathLst>
                <a:path w="85253" h="55947">
                  <a:moveTo>
                    <a:pt x="63961" y="2252"/>
                  </a:moveTo>
                  <a:lnTo>
                    <a:pt x="76490" y="5886"/>
                  </a:lnTo>
                  <a:lnTo>
                    <a:pt x="78242" y="5163"/>
                  </a:lnTo>
                  <a:lnTo>
                    <a:pt x="79340" y="2963"/>
                  </a:lnTo>
                  <a:lnTo>
                    <a:pt x="84932" y="2341"/>
                  </a:lnTo>
                  <a:lnTo>
                    <a:pt x="85253" y="2619"/>
                  </a:lnTo>
                  <a:lnTo>
                    <a:pt x="84314" y="3283"/>
                  </a:lnTo>
                  <a:lnTo>
                    <a:pt x="85163" y="7352"/>
                  </a:lnTo>
                  <a:lnTo>
                    <a:pt x="82903" y="13724"/>
                  </a:lnTo>
                  <a:lnTo>
                    <a:pt x="78241" y="24925"/>
                  </a:lnTo>
                  <a:lnTo>
                    <a:pt x="76016" y="27709"/>
                  </a:lnTo>
                  <a:lnTo>
                    <a:pt x="70996" y="40566"/>
                  </a:lnTo>
                  <a:lnTo>
                    <a:pt x="64282" y="41283"/>
                  </a:lnTo>
                  <a:lnTo>
                    <a:pt x="62804" y="43611"/>
                  </a:lnTo>
                  <a:lnTo>
                    <a:pt x="62324" y="46704"/>
                  </a:lnTo>
                  <a:lnTo>
                    <a:pt x="64226" y="49595"/>
                  </a:lnTo>
                  <a:lnTo>
                    <a:pt x="60069" y="52316"/>
                  </a:lnTo>
                  <a:lnTo>
                    <a:pt x="58448" y="51750"/>
                  </a:lnTo>
                  <a:lnTo>
                    <a:pt x="57066" y="49648"/>
                  </a:lnTo>
                  <a:lnTo>
                    <a:pt x="52159" y="52772"/>
                  </a:lnTo>
                  <a:lnTo>
                    <a:pt x="49666" y="53401"/>
                  </a:lnTo>
                  <a:lnTo>
                    <a:pt x="46623" y="53060"/>
                  </a:lnTo>
                  <a:lnTo>
                    <a:pt x="45036" y="54132"/>
                  </a:lnTo>
                  <a:lnTo>
                    <a:pt x="43978" y="55947"/>
                  </a:lnTo>
                  <a:lnTo>
                    <a:pt x="38468" y="55235"/>
                  </a:lnTo>
                  <a:lnTo>
                    <a:pt x="34599" y="49029"/>
                  </a:lnTo>
                  <a:lnTo>
                    <a:pt x="32736" y="47806"/>
                  </a:lnTo>
                  <a:lnTo>
                    <a:pt x="28583" y="47404"/>
                  </a:lnTo>
                  <a:lnTo>
                    <a:pt x="25017" y="42663"/>
                  </a:lnTo>
                  <a:lnTo>
                    <a:pt x="21570" y="40528"/>
                  </a:lnTo>
                  <a:lnTo>
                    <a:pt x="16865" y="38870"/>
                  </a:lnTo>
                  <a:lnTo>
                    <a:pt x="8644" y="37676"/>
                  </a:lnTo>
                  <a:lnTo>
                    <a:pt x="6927" y="40078"/>
                  </a:lnTo>
                  <a:lnTo>
                    <a:pt x="5991" y="39856"/>
                  </a:lnTo>
                  <a:lnTo>
                    <a:pt x="3738" y="33693"/>
                  </a:lnTo>
                  <a:lnTo>
                    <a:pt x="5863" y="31648"/>
                  </a:lnTo>
                  <a:lnTo>
                    <a:pt x="2522" y="24951"/>
                  </a:lnTo>
                  <a:lnTo>
                    <a:pt x="0" y="14256"/>
                  </a:lnTo>
                  <a:lnTo>
                    <a:pt x="9012" y="14288"/>
                  </a:lnTo>
                  <a:lnTo>
                    <a:pt x="23299" y="17443"/>
                  </a:lnTo>
                  <a:lnTo>
                    <a:pt x="24412" y="16727"/>
                  </a:lnTo>
                  <a:lnTo>
                    <a:pt x="22024" y="11649"/>
                  </a:lnTo>
                  <a:lnTo>
                    <a:pt x="23568" y="9778"/>
                  </a:lnTo>
                  <a:lnTo>
                    <a:pt x="27561" y="13610"/>
                  </a:lnTo>
                  <a:lnTo>
                    <a:pt x="39659" y="9754"/>
                  </a:lnTo>
                  <a:lnTo>
                    <a:pt x="41835" y="11671"/>
                  </a:lnTo>
                  <a:lnTo>
                    <a:pt x="45002" y="7066"/>
                  </a:lnTo>
                  <a:lnTo>
                    <a:pt x="46351" y="3283"/>
                  </a:lnTo>
                  <a:lnTo>
                    <a:pt x="55926" y="1980"/>
                  </a:lnTo>
                  <a:lnTo>
                    <a:pt x="58672" y="3885"/>
                  </a:lnTo>
                  <a:lnTo>
                    <a:pt x="61696" y="2619"/>
                  </a:lnTo>
                  <a:lnTo>
                    <a:pt x="63363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h3459"/>
            <p:cNvSpPr/>
            <p:nvPr/>
          </p:nvSpPr>
          <p:spPr>
            <a:xfrm>
              <a:off x="7458455" y="3274580"/>
              <a:ext cx="59700" cy="44195"/>
            </a:xfrm>
            <a:custGeom>
              <a:avLst/>
              <a:pathLst>
                <a:path w="59700" h="44195">
                  <a:moveTo>
                    <a:pt x="42433" y="720"/>
                  </a:moveTo>
                  <a:lnTo>
                    <a:pt x="44015" y="1222"/>
                  </a:lnTo>
                  <a:lnTo>
                    <a:pt x="42761" y="3110"/>
                  </a:lnTo>
                  <a:lnTo>
                    <a:pt x="45212" y="5491"/>
                  </a:lnTo>
                  <a:lnTo>
                    <a:pt x="51396" y="0"/>
                  </a:lnTo>
                  <a:lnTo>
                    <a:pt x="58718" y="863"/>
                  </a:lnTo>
                  <a:lnTo>
                    <a:pt x="59291" y="4346"/>
                  </a:lnTo>
                  <a:lnTo>
                    <a:pt x="59700" y="5388"/>
                  </a:lnTo>
                  <a:lnTo>
                    <a:pt x="57623" y="6428"/>
                  </a:lnTo>
                  <a:lnTo>
                    <a:pt x="54909" y="5521"/>
                  </a:lnTo>
                  <a:lnTo>
                    <a:pt x="54321" y="2951"/>
                  </a:lnTo>
                  <a:lnTo>
                    <a:pt x="53307" y="3305"/>
                  </a:lnTo>
                  <a:lnTo>
                    <a:pt x="48305" y="13672"/>
                  </a:lnTo>
                  <a:lnTo>
                    <a:pt x="50416" y="18682"/>
                  </a:lnTo>
                  <a:lnTo>
                    <a:pt x="53440" y="21022"/>
                  </a:lnTo>
                  <a:lnTo>
                    <a:pt x="55230" y="23514"/>
                  </a:lnTo>
                  <a:lnTo>
                    <a:pt x="54546" y="24710"/>
                  </a:lnTo>
                  <a:lnTo>
                    <a:pt x="57306" y="25244"/>
                  </a:lnTo>
                  <a:lnTo>
                    <a:pt x="55429" y="27061"/>
                  </a:lnTo>
                  <a:lnTo>
                    <a:pt x="53238" y="26862"/>
                  </a:lnTo>
                  <a:lnTo>
                    <a:pt x="49250" y="33415"/>
                  </a:lnTo>
                  <a:lnTo>
                    <a:pt x="46277" y="41821"/>
                  </a:lnTo>
                  <a:lnTo>
                    <a:pt x="40255" y="42059"/>
                  </a:lnTo>
                  <a:lnTo>
                    <a:pt x="35053" y="44195"/>
                  </a:lnTo>
                  <a:lnTo>
                    <a:pt x="31656" y="41744"/>
                  </a:lnTo>
                  <a:lnTo>
                    <a:pt x="25455" y="39409"/>
                  </a:lnTo>
                  <a:lnTo>
                    <a:pt x="19863" y="36389"/>
                  </a:lnTo>
                  <a:lnTo>
                    <a:pt x="13071" y="38618"/>
                  </a:lnTo>
                  <a:lnTo>
                    <a:pt x="9964" y="36105"/>
                  </a:lnTo>
                  <a:lnTo>
                    <a:pt x="10697" y="35824"/>
                  </a:lnTo>
                  <a:lnTo>
                    <a:pt x="10487" y="33803"/>
                  </a:lnTo>
                  <a:lnTo>
                    <a:pt x="8760" y="32310"/>
                  </a:lnTo>
                  <a:lnTo>
                    <a:pt x="5026" y="32789"/>
                  </a:lnTo>
                  <a:lnTo>
                    <a:pt x="663" y="32017"/>
                  </a:lnTo>
                  <a:lnTo>
                    <a:pt x="321" y="31269"/>
                  </a:lnTo>
                  <a:lnTo>
                    <a:pt x="0" y="30990"/>
                  </a:lnTo>
                  <a:lnTo>
                    <a:pt x="2490" y="30091"/>
                  </a:lnTo>
                  <a:lnTo>
                    <a:pt x="2975" y="26935"/>
                  </a:lnTo>
                  <a:lnTo>
                    <a:pt x="726" y="26885"/>
                  </a:lnTo>
                  <a:lnTo>
                    <a:pt x="540" y="24010"/>
                  </a:lnTo>
                  <a:lnTo>
                    <a:pt x="2344" y="21456"/>
                  </a:lnTo>
                  <a:lnTo>
                    <a:pt x="6910" y="18009"/>
                  </a:lnTo>
                  <a:lnTo>
                    <a:pt x="7098" y="15815"/>
                  </a:lnTo>
                  <a:lnTo>
                    <a:pt x="10099" y="13222"/>
                  </a:lnTo>
                  <a:lnTo>
                    <a:pt x="13618" y="10029"/>
                  </a:lnTo>
                  <a:lnTo>
                    <a:pt x="11191" y="7144"/>
                  </a:lnTo>
                  <a:lnTo>
                    <a:pt x="12709" y="5759"/>
                  </a:lnTo>
                  <a:lnTo>
                    <a:pt x="15518" y="7161"/>
                  </a:lnTo>
                  <a:lnTo>
                    <a:pt x="16498" y="6170"/>
                  </a:lnTo>
                  <a:lnTo>
                    <a:pt x="15743" y="3038"/>
                  </a:lnTo>
                  <a:lnTo>
                    <a:pt x="17438" y="2710"/>
                  </a:lnTo>
                  <a:lnTo>
                    <a:pt x="21898" y="5599"/>
                  </a:lnTo>
                  <a:lnTo>
                    <a:pt x="26503" y="2328"/>
                  </a:lnTo>
                  <a:lnTo>
                    <a:pt x="27152" y="3461"/>
                  </a:lnTo>
                  <a:lnTo>
                    <a:pt x="27179" y="4517"/>
                  </a:lnTo>
                  <a:lnTo>
                    <a:pt x="29236" y="7297"/>
                  </a:lnTo>
                  <a:lnTo>
                    <a:pt x="24870" y="10518"/>
                  </a:lnTo>
                  <a:lnTo>
                    <a:pt x="24657" y="12441"/>
                  </a:lnTo>
                  <a:lnTo>
                    <a:pt x="28074" y="11324"/>
                  </a:lnTo>
                  <a:lnTo>
                    <a:pt x="33524" y="6703"/>
                  </a:lnTo>
                  <a:lnTo>
                    <a:pt x="33942" y="5341"/>
                  </a:lnTo>
                  <a:lnTo>
                    <a:pt x="32466" y="6181"/>
                  </a:lnTo>
                  <a:lnTo>
                    <a:pt x="30530" y="3161"/>
                  </a:lnTo>
                  <a:lnTo>
                    <a:pt x="32599" y="1565"/>
                  </a:lnTo>
                  <a:lnTo>
                    <a:pt x="37462" y="501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h3460"/>
            <p:cNvSpPr/>
            <p:nvPr/>
          </p:nvSpPr>
          <p:spPr>
            <a:xfrm>
              <a:off x="7521938" y="3299630"/>
              <a:ext cx="20860" cy="37834"/>
            </a:xfrm>
            <a:custGeom>
              <a:avLst/>
              <a:pathLst>
                <a:path w="20860" h="37834">
                  <a:moveTo>
                    <a:pt x="5094" y="0"/>
                  </a:moveTo>
                  <a:lnTo>
                    <a:pt x="11390" y="2469"/>
                  </a:lnTo>
                  <a:lnTo>
                    <a:pt x="17475" y="7881"/>
                  </a:lnTo>
                  <a:lnTo>
                    <a:pt x="19137" y="5968"/>
                  </a:lnTo>
                  <a:lnTo>
                    <a:pt x="20860" y="9007"/>
                  </a:lnTo>
                  <a:lnTo>
                    <a:pt x="20811" y="14153"/>
                  </a:lnTo>
                  <a:lnTo>
                    <a:pt x="19933" y="15687"/>
                  </a:lnTo>
                  <a:lnTo>
                    <a:pt x="16448" y="19902"/>
                  </a:lnTo>
                  <a:lnTo>
                    <a:pt x="10169" y="24222"/>
                  </a:lnTo>
                  <a:lnTo>
                    <a:pt x="11150" y="30160"/>
                  </a:lnTo>
                  <a:lnTo>
                    <a:pt x="15564" y="30004"/>
                  </a:lnTo>
                  <a:lnTo>
                    <a:pt x="19393" y="36130"/>
                  </a:lnTo>
                  <a:lnTo>
                    <a:pt x="19504" y="37075"/>
                  </a:lnTo>
                  <a:lnTo>
                    <a:pt x="18159" y="37834"/>
                  </a:lnTo>
                  <a:lnTo>
                    <a:pt x="8997" y="34083"/>
                  </a:lnTo>
                  <a:lnTo>
                    <a:pt x="1979" y="29210"/>
                  </a:lnTo>
                  <a:lnTo>
                    <a:pt x="669" y="25285"/>
                  </a:lnTo>
                  <a:lnTo>
                    <a:pt x="1995" y="19988"/>
                  </a:lnTo>
                  <a:lnTo>
                    <a:pt x="5055" y="19201"/>
                  </a:lnTo>
                  <a:lnTo>
                    <a:pt x="6856" y="17443"/>
                  </a:lnTo>
                  <a:lnTo>
                    <a:pt x="3358" y="15125"/>
                  </a:lnTo>
                  <a:lnTo>
                    <a:pt x="0" y="14955"/>
                  </a:lnTo>
                  <a:lnTo>
                    <a:pt x="670" y="11902"/>
                  </a:lnTo>
                  <a:lnTo>
                    <a:pt x="2640" y="10262"/>
                  </a:lnTo>
                  <a:lnTo>
                    <a:pt x="5093" y="10180"/>
                  </a:lnTo>
                  <a:lnTo>
                    <a:pt x="5944" y="8525"/>
                  </a:lnTo>
                  <a:lnTo>
                    <a:pt x="2258" y="5527"/>
                  </a:lnTo>
                  <a:lnTo>
                    <a:pt x="4314" y="3785"/>
                  </a:lnTo>
                  <a:lnTo>
                    <a:pt x="4090" y="14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h3461"/>
            <p:cNvSpPr/>
            <p:nvPr/>
          </p:nvSpPr>
          <p:spPr>
            <a:xfrm>
              <a:off x="7512602" y="3424900"/>
              <a:ext cx="16806" cy="22287"/>
            </a:xfrm>
            <a:custGeom>
              <a:avLst/>
              <a:pathLst>
                <a:path w="16806" h="22287">
                  <a:moveTo>
                    <a:pt x="16777" y="2928"/>
                  </a:moveTo>
                  <a:lnTo>
                    <a:pt x="16806" y="4609"/>
                  </a:lnTo>
                  <a:lnTo>
                    <a:pt x="13137" y="11675"/>
                  </a:lnTo>
                  <a:lnTo>
                    <a:pt x="13537" y="14148"/>
                  </a:lnTo>
                  <a:lnTo>
                    <a:pt x="12652" y="14998"/>
                  </a:lnTo>
                  <a:lnTo>
                    <a:pt x="12550" y="16525"/>
                  </a:lnTo>
                  <a:lnTo>
                    <a:pt x="13157" y="16313"/>
                  </a:lnTo>
                  <a:lnTo>
                    <a:pt x="5853" y="22287"/>
                  </a:lnTo>
                  <a:lnTo>
                    <a:pt x="1895" y="20658"/>
                  </a:lnTo>
                  <a:lnTo>
                    <a:pt x="0" y="19951"/>
                  </a:lnTo>
                  <a:lnTo>
                    <a:pt x="408" y="17931"/>
                  </a:lnTo>
                  <a:lnTo>
                    <a:pt x="4197" y="9062"/>
                  </a:lnTo>
                  <a:lnTo>
                    <a:pt x="7189" y="6493"/>
                  </a:lnTo>
                  <a:lnTo>
                    <a:pt x="7479" y="4874"/>
                  </a:lnTo>
                  <a:lnTo>
                    <a:pt x="3220" y="4495"/>
                  </a:lnTo>
                  <a:lnTo>
                    <a:pt x="2869" y="713"/>
                  </a:lnTo>
                  <a:lnTo>
                    <a:pt x="5906" y="759"/>
                  </a:lnTo>
                  <a:lnTo>
                    <a:pt x="754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h3462"/>
            <p:cNvSpPr/>
            <p:nvPr/>
          </p:nvSpPr>
          <p:spPr>
            <a:xfrm>
              <a:off x="7541187" y="3451669"/>
              <a:ext cx="13737" cy="26318"/>
            </a:xfrm>
            <a:custGeom>
              <a:avLst/>
              <a:pathLst>
                <a:path w="13737" h="26318">
                  <a:moveTo>
                    <a:pt x="7898" y="2213"/>
                  </a:moveTo>
                  <a:lnTo>
                    <a:pt x="11503" y="151"/>
                  </a:lnTo>
                  <a:lnTo>
                    <a:pt x="13737" y="11736"/>
                  </a:lnTo>
                  <a:lnTo>
                    <a:pt x="12708" y="14389"/>
                  </a:lnTo>
                  <a:lnTo>
                    <a:pt x="8822" y="17403"/>
                  </a:lnTo>
                  <a:lnTo>
                    <a:pt x="6062" y="17066"/>
                  </a:lnTo>
                  <a:lnTo>
                    <a:pt x="4298" y="22484"/>
                  </a:lnTo>
                  <a:lnTo>
                    <a:pt x="1544" y="26316"/>
                  </a:lnTo>
                  <a:lnTo>
                    <a:pt x="0" y="26318"/>
                  </a:lnTo>
                  <a:lnTo>
                    <a:pt x="393" y="16372"/>
                  </a:lnTo>
                  <a:lnTo>
                    <a:pt x="4103" y="3921"/>
                  </a:lnTo>
                  <a:lnTo>
                    <a:pt x="4561" y="287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h3463"/>
            <p:cNvSpPr/>
            <p:nvPr/>
          </p:nvSpPr>
          <p:spPr>
            <a:xfrm>
              <a:off x="7412403" y="3237234"/>
              <a:ext cx="24533" cy="24194"/>
            </a:xfrm>
            <a:custGeom>
              <a:avLst/>
              <a:pathLst>
                <a:path w="24533" h="24194">
                  <a:moveTo>
                    <a:pt x="17902" y="266"/>
                  </a:moveTo>
                  <a:lnTo>
                    <a:pt x="19869" y="884"/>
                  </a:lnTo>
                  <a:lnTo>
                    <a:pt x="19496" y="5889"/>
                  </a:lnTo>
                  <a:lnTo>
                    <a:pt x="23567" y="10619"/>
                  </a:lnTo>
                  <a:lnTo>
                    <a:pt x="24533" y="19424"/>
                  </a:lnTo>
                  <a:lnTo>
                    <a:pt x="23295" y="20976"/>
                  </a:lnTo>
                  <a:lnTo>
                    <a:pt x="20929" y="20003"/>
                  </a:lnTo>
                  <a:lnTo>
                    <a:pt x="18001" y="17768"/>
                  </a:lnTo>
                  <a:lnTo>
                    <a:pt x="18632" y="19663"/>
                  </a:lnTo>
                  <a:lnTo>
                    <a:pt x="16477" y="22181"/>
                  </a:lnTo>
                  <a:lnTo>
                    <a:pt x="11317" y="22656"/>
                  </a:lnTo>
                  <a:lnTo>
                    <a:pt x="10373" y="24194"/>
                  </a:lnTo>
                  <a:lnTo>
                    <a:pt x="3710" y="22802"/>
                  </a:lnTo>
                  <a:lnTo>
                    <a:pt x="4136" y="21564"/>
                  </a:lnTo>
                  <a:lnTo>
                    <a:pt x="2983" y="20612"/>
                  </a:lnTo>
                  <a:lnTo>
                    <a:pt x="1587" y="21359"/>
                  </a:lnTo>
                  <a:lnTo>
                    <a:pt x="1743" y="19300"/>
                  </a:lnTo>
                  <a:lnTo>
                    <a:pt x="450" y="17167"/>
                  </a:lnTo>
                  <a:lnTo>
                    <a:pt x="439" y="15867"/>
                  </a:lnTo>
                  <a:lnTo>
                    <a:pt x="2040" y="12813"/>
                  </a:lnTo>
                  <a:lnTo>
                    <a:pt x="0" y="12627"/>
                  </a:lnTo>
                  <a:lnTo>
                    <a:pt x="635" y="10422"/>
                  </a:lnTo>
                  <a:lnTo>
                    <a:pt x="3046" y="8449"/>
                  </a:lnTo>
                  <a:lnTo>
                    <a:pt x="3501" y="5453"/>
                  </a:lnTo>
                  <a:lnTo>
                    <a:pt x="6900" y="6365"/>
                  </a:lnTo>
                  <a:lnTo>
                    <a:pt x="11353" y="4877"/>
                  </a:lnTo>
                  <a:lnTo>
                    <a:pt x="11415" y="267"/>
                  </a:lnTo>
                  <a:lnTo>
                    <a:pt x="1466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h3464"/>
            <p:cNvSpPr/>
            <p:nvPr/>
          </p:nvSpPr>
          <p:spPr>
            <a:xfrm>
              <a:off x="7484533" y="3378882"/>
              <a:ext cx="22047" cy="18073"/>
            </a:xfrm>
            <a:custGeom>
              <a:avLst/>
              <a:pathLst>
                <a:path w="22047" h="18073">
                  <a:moveTo>
                    <a:pt x="14929" y="844"/>
                  </a:moveTo>
                  <a:lnTo>
                    <a:pt x="17510" y="2764"/>
                  </a:lnTo>
                  <a:lnTo>
                    <a:pt x="16523" y="6539"/>
                  </a:lnTo>
                  <a:lnTo>
                    <a:pt x="16929" y="9873"/>
                  </a:lnTo>
                  <a:lnTo>
                    <a:pt x="19335" y="14788"/>
                  </a:lnTo>
                  <a:lnTo>
                    <a:pt x="22047" y="16781"/>
                  </a:lnTo>
                  <a:lnTo>
                    <a:pt x="16603" y="16502"/>
                  </a:lnTo>
                  <a:lnTo>
                    <a:pt x="4424" y="17274"/>
                  </a:lnTo>
                  <a:lnTo>
                    <a:pt x="1025" y="18073"/>
                  </a:lnTo>
                  <a:lnTo>
                    <a:pt x="0" y="16295"/>
                  </a:lnTo>
                  <a:lnTo>
                    <a:pt x="208" y="13920"/>
                  </a:lnTo>
                  <a:lnTo>
                    <a:pt x="2312" y="3119"/>
                  </a:lnTo>
                  <a:lnTo>
                    <a:pt x="3408" y="2741"/>
                  </a:lnTo>
                  <a:lnTo>
                    <a:pt x="4589" y="2941"/>
                  </a:lnTo>
                  <a:lnTo>
                    <a:pt x="5556" y="1166"/>
                  </a:lnTo>
                  <a:lnTo>
                    <a:pt x="763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h3465"/>
            <p:cNvSpPr/>
            <p:nvPr/>
          </p:nvSpPr>
          <p:spPr>
            <a:xfrm>
              <a:off x="7389356" y="3102773"/>
              <a:ext cx="31997" cy="25037"/>
            </a:xfrm>
            <a:custGeom>
              <a:avLst/>
              <a:pathLst>
                <a:path w="31997" h="25037">
                  <a:moveTo>
                    <a:pt x="10503" y="0"/>
                  </a:moveTo>
                  <a:lnTo>
                    <a:pt x="14478" y="3604"/>
                  </a:lnTo>
                  <a:lnTo>
                    <a:pt x="15624" y="3695"/>
                  </a:lnTo>
                  <a:lnTo>
                    <a:pt x="16986" y="2741"/>
                  </a:lnTo>
                  <a:lnTo>
                    <a:pt x="18228" y="2114"/>
                  </a:lnTo>
                  <a:lnTo>
                    <a:pt x="20012" y="2542"/>
                  </a:lnTo>
                  <a:lnTo>
                    <a:pt x="31997" y="8884"/>
                  </a:lnTo>
                  <a:lnTo>
                    <a:pt x="31934" y="10124"/>
                  </a:lnTo>
                  <a:lnTo>
                    <a:pt x="28411" y="11793"/>
                  </a:lnTo>
                  <a:lnTo>
                    <a:pt x="27642" y="14487"/>
                  </a:lnTo>
                  <a:lnTo>
                    <a:pt x="29708" y="17960"/>
                  </a:lnTo>
                  <a:lnTo>
                    <a:pt x="31315" y="18933"/>
                  </a:lnTo>
                  <a:lnTo>
                    <a:pt x="31109" y="21517"/>
                  </a:lnTo>
                  <a:lnTo>
                    <a:pt x="26471" y="23506"/>
                  </a:lnTo>
                  <a:lnTo>
                    <a:pt x="21170" y="24567"/>
                  </a:lnTo>
                  <a:lnTo>
                    <a:pt x="15277" y="23114"/>
                  </a:lnTo>
                  <a:lnTo>
                    <a:pt x="14264" y="22119"/>
                  </a:lnTo>
                  <a:lnTo>
                    <a:pt x="12005" y="25037"/>
                  </a:lnTo>
                  <a:lnTo>
                    <a:pt x="8361" y="24103"/>
                  </a:lnTo>
                  <a:lnTo>
                    <a:pt x="6549" y="22514"/>
                  </a:lnTo>
                  <a:lnTo>
                    <a:pt x="7099" y="20457"/>
                  </a:lnTo>
                  <a:lnTo>
                    <a:pt x="4880" y="19941"/>
                  </a:lnTo>
                  <a:lnTo>
                    <a:pt x="3997" y="23684"/>
                  </a:lnTo>
                  <a:lnTo>
                    <a:pt x="575" y="24632"/>
                  </a:lnTo>
                  <a:lnTo>
                    <a:pt x="0" y="24251"/>
                  </a:lnTo>
                  <a:lnTo>
                    <a:pt x="135" y="22920"/>
                  </a:lnTo>
                  <a:lnTo>
                    <a:pt x="3088" y="20401"/>
                  </a:lnTo>
                  <a:lnTo>
                    <a:pt x="4541" y="15975"/>
                  </a:lnTo>
                  <a:lnTo>
                    <a:pt x="2664" y="14144"/>
                  </a:lnTo>
                  <a:lnTo>
                    <a:pt x="2529" y="12402"/>
                  </a:lnTo>
                  <a:lnTo>
                    <a:pt x="4806" y="6824"/>
                  </a:lnTo>
                  <a:lnTo>
                    <a:pt x="8316" y="5038"/>
                  </a:lnTo>
                  <a:lnTo>
                    <a:pt x="7963" y="4328"/>
                  </a:lnTo>
                  <a:lnTo>
                    <a:pt x="9642" y="14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h3466"/>
            <p:cNvSpPr/>
            <p:nvPr/>
          </p:nvSpPr>
          <p:spPr>
            <a:xfrm>
              <a:off x="7506761" y="3277203"/>
              <a:ext cx="20532" cy="22620"/>
            </a:xfrm>
            <a:custGeom>
              <a:avLst/>
              <a:pathLst>
                <a:path w="20532" h="22620">
                  <a:moveTo>
                    <a:pt x="16938" y="3326"/>
                  </a:moveTo>
                  <a:lnTo>
                    <a:pt x="15575" y="5506"/>
                  </a:lnTo>
                  <a:lnTo>
                    <a:pt x="15627" y="12192"/>
                  </a:lnTo>
                  <a:lnTo>
                    <a:pt x="20532" y="18014"/>
                  </a:lnTo>
                  <a:lnTo>
                    <a:pt x="16443" y="18817"/>
                  </a:lnTo>
                  <a:lnTo>
                    <a:pt x="15616" y="21397"/>
                  </a:lnTo>
                  <a:lnTo>
                    <a:pt x="9818" y="21596"/>
                  </a:lnTo>
                  <a:lnTo>
                    <a:pt x="9001" y="22620"/>
                  </a:lnTo>
                  <a:lnTo>
                    <a:pt x="6241" y="22087"/>
                  </a:lnTo>
                  <a:lnTo>
                    <a:pt x="6924" y="20891"/>
                  </a:lnTo>
                  <a:lnTo>
                    <a:pt x="5134" y="18399"/>
                  </a:lnTo>
                  <a:lnTo>
                    <a:pt x="2111" y="16058"/>
                  </a:lnTo>
                  <a:lnTo>
                    <a:pt x="0" y="11048"/>
                  </a:lnTo>
                  <a:lnTo>
                    <a:pt x="5002" y="682"/>
                  </a:lnTo>
                  <a:lnTo>
                    <a:pt x="6015" y="327"/>
                  </a:lnTo>
                  <a:lnTo>
                    <a:pt x="6604" y="2898"/>
                  </a:lnTo>
                  <a:lnTo>
                    <a:pt x="9318" y="3805"/>
                  </a:lnTo>
                  <a:lnTo>
                    <a:pt x="11394" y="2764"/>
                  </a:lnTo>
                  <a:lnTo>
                    <a:pt x="10986" y="1723"/>
                  </a:lnTo>
                  <a:lnTo>
                    <a:pt x="1395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h3467"/>
            <p:cNvSpPr/>
            <p:nvPr/>
          </p:nvSpPr>
          <p:spPr>
            <a:xfrm>
              <a:off x="7513018" y="3398986"/>
              <a:ext cx="33581" cy="32738"/>
            </a:xfrm>
            <a:custGeom>
              <a:avLst/>
              <a:pathLst>
                <a:path w="33581" h="32738">
                  <a:moveTo>
                    <a:pt x="13691" y="2010"/>
                  </a:moveTo>
                  <a:lnTo>
                    <a:pt x="17235" y="3582"/>
                  </a:lnTo>
                  <a:lnTo>
                    <a:pt x="20206" y="3548"/>
                  </a:lnTo>
                  <a:lnTo>
                    <a:pt x="25971" y="5611"/>
                  </a:lnTo>
                  <a:lnTo>
                    <a:pt x="28600" y="3877"/>
                  </a:lnTo>
                  <a:lnTo>
                    <a:pt x="27859" y="6519"/>
                  </a:lnTo>
                  <a:lnTo>
                    <a:pt x="29225" y="10187"/>
                  </a:lnTo>
                  <a:lnTo>
                    <a:pt x="31771" y="10832"/>
                  </a:lnTo>
                  <a:lnTo>
                    <a:pt x="32585" y="12409"/>
                  </a:lnTo>
                  <a:lnTo>
                    <a:pt x="28699" y="16992"/>
                  </a:lnTo>
                  <a:lnTo>
                    <a:pt x="28314" y="14491"/>
                  </a:lnTo>
                  <a:lnTo>
                    <a:pt x="27083" y="14582"/>
                  </a:lnTo>
                  <a:lnTo>
                    <a:pt x="27982" y="19231"/>
                  </a:lnTo>
                  <a:lnTo>
                    <a:pt x="30279" y="20757"/>
                  </a:lnTo>
                  <a:lnTo>
                    <a:pt x="33581" y="24563"/>
                  </a:lnTo>
                  <a:lnTo>
                    <a:pt x="31646" y="25406"/>
                  </a:lnTo>
                  <a:lnTo>
                    <a:pt x="26988" y="29648"/>
                  </a:lnTo>
                  <a:lnTo>
                    <a:pt x="22229" y="32738"/>
                  </a:lnTo>
                  <a:lnTo>
                    <a:pt x="21139" y="30646"/>
                  </a:lnTo>
                  <a:lnTo>
                    <a:pt x="21175" y="29016"/>
                  </a:lnTo>
                  <a:lnTo>
                    <a:pt x="24171" y="29151"/>
                  </a:lnTo>
                  <a:lnTo>
                    <a:pt x="22933" y="26336"/>
                  </a:lnTo>
                  <a:lnTo>
                    <a:pt x="19481" y="24795"/>
                  </a:lnTo>
                  <a:lnTo>
                    <a:pt x="16896" y="24751"/>
                  </a:lnTo>
                  <a:lnTo>
                    <a:pt x="16361" y="28842"/>
                  </a:lnTo>
                  <a:lnTo>
                    <a:pt x="7124" y="25913"/>
                  </a:lnTo>
                  <a:lnTo>
                    <a:pt x="5490" y="26673"/>
                  </a:lnTo>
                  <a:lnTo>
                    <a:pt x="2453" y="26627"/>
                  </a:lnTo>
                  <a:lnTo>
                    <a:pt x="526" y="26636"/>
                  </a:lnTo>
                  <a:lnTo>
                    <a:pt x="2355" y="22836"/>
                  </a:lnTo>
                  <a:lnTo>
                    <a:pt x="5146" y="20790"/>
                  </a:lnTo>
                  <a:lnTo>
                    <a:pt x="4448" y="19475"/>
                  </a:lnTo>
                  <a:lnTo>
                    <a:pt x="1502" y="19236"/>
                  </a:lnTo>
                  <a:lnTo>
                    <a:pt x="0" y="12945"/>
                  </a:lnTo>
                  <a:lnTo>
                    <a:pt x="2153" y="9521"/>
                  </a:lnTo>
                  <a:lnTo>
                    <a:pt x="3327" y="3112"/>
                  </a:lnTo>
                  <a:lnTo>
                    <a:pt x="3827" y="1110"/>
                  </a:lnTo>
                  <a:lnTo>
                    <a:pt x="8192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h3468"/>
            <p:cNvSpPr/>
            <p:nvPr/>
          </p:nvSpPr>
          <p:spPr>
            <a:xfrm>
              <a:off x="7501217" y="3263036"/>
              <a:ext cx="20877" cy="17035"/>
            </a:xfrm>
            <a:custGeom>
              <a:avLst/>
              <a:pathLst>
                <a:path w="20877" h="17035">
                  <a:moveTo>
                    <a:pt x="12629" y="1515"/>
                  </a:moveTo>
                  <a:lnTo>
                    <a:pt x="11324" y="3741"/>
                  </a:lnTo>
                  <a:lnTo>
                    <a:pt x="14246" y="4487"/>
                  </a:lnTo>
                  <a:lnTo>
                    <a:pt x="16380" y="315"/>
                  </a:lnTo>
                  <a:lnTo>
                    <a:pt x="17801" y="4247"/>
                  </a:lnTo>
                  <a:lnTo>
                    <a:pt x="17949" y="6146"/>
                  </a:lnTo>
                  <a:lnTo>
                    <a:pt x="19735" y="8910"/>
                  </a:lnTo>
                  <a:lnTo>
                    <a:pt x="20877" y="12656"/>
                  </a:lnTo>
                  <a:lnTo>
                    <a:pt x="19496" y="14167"/>
                  </a:lnTo>
                  <a:lnTo>
                    <a:pt x="16530" y="15890"/>
                  </a:lnTo>
                  <a:lnTo>
                    <a:pt x="15957" y="12407"/>
                  </a:lnTo>
                  <a:lnTo>
                    <a:pt x="8634" y="11543"/>
                  </a:lnTo>
                  <a:lnTo>
                    <a:pt x="2450" y="17035"/>
                  </a:lnTo>
                  <a:lnTo>
                    <a:pt x="0" y="14654"/>
                  </a:lnTo>
                  <a:lnTo>
                    <a:pt x="1254" y="12766"/>
                  </a:lnTo>
                  <a:lnTo>
                    <a:pt x="3482" y="13393"/>
                  </a:lnTo>
                  <a:lnTo>
                    <a:pt x="4340" y="9493"/>
                  </a:lnTo>
                  <a:lnTo>
                    <a:pt x="3578" y="4906"/>
                  </a:lnTo>
                  <a:lnTo>
                    <a:pt x="523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h3469"/>
            <p:cNvSpPr/>
            <p:nvPr/>
          </p:nvSpPr>
          <p:spPr>
            <a:xfrm>
              <a:off x="7455149" y="3242561"/>
              <a:ext cx="21552" cy="15883"/>
            </a:xfrm>
            <a:custGeom>
              <a:avLst/>
              <a:pathLst>
                <a:path w="21552" h="15883">
                  <a:moveTo>
                    <a:pt x="20463" y="1417"/>
                  </a:moveTo>
                  <a:lnTo>
                    <a:pt x="21552" y="2399"/>
                  </a:lnTo>
                  <a:lnTo>
                    <a:pt x="20999" y="3570"/>
                  </a:lnTo>
                  <a:lnTo>
                    <a:pt x="17527" y="6427"/>
                  </a:lnTo>
                  <a:lnTo>
                    <a:pt x="18988" y="10417"/>
                  </a:lnTo>
                  <a:lnTo>
                    <a:pt x="18888" y="13808"/>
                  </a:lnTo>
                  <a:lnTo>
                    <a:pt x="17989" y="15883"/>
                  </a:lnTo>
                  <a:lnTo>
                    <a:pt x="14858" y="13271"/>
                  </a:lnTo>
                  <a:lnTo>
                    <a:pt x="11776" y="12165"/>
                  </a:lnTo>
                  <a:lnTo>
                    <a:pt x="7530" y="11769"/>
                  </a:lnTo>
                  <a:lnTo>
                    <a:pt x="5769" y="13176"/>
                  </a:lnTo>
                  <a:lnTo>
                    <a:pt x="3846" y="14925"/>
                  </a:lnTo>
                  <a:lnTo>
                    <a:pt x="986" y="14231"/>
                  </a:lnTo>
                  <a:lnTo>
                    <a:pt x="1445" y="11768"/>
                  </a:lnTo>
                  <a:lnTo>
                    <a:pt x="2607" y="8724"/>
                  </a:lnTo>
                  <a:lnTo>
                    <a:pt x="0" y="5166"/>
                  </a:lnTo>
                  <a:lnTo>
                    <a:pt x="4065" y="1134"/>
                  </a:lnTo>
                  <a:lnTo>
                    <a:pt x="6629" y="890"/>
                  </a:lnTo>
                  <a:lnTo>
                    <a:pt x="1021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h3470"/>
            <p:cNvSpPr/>
            <p:nvPr/>
          </p:nvSpPr>
          <p:spPr>
            <a:xfrm>
              <a:off x="7491383" y="3453722"/>
              <a:ext cx="34135" cy="28563"/>
            </a:xfrm>
            <a:custGeom>
              <a:avLst/>
              <a:pathLst>
                <a:path w="34135" h="28563">
                  <a:moveTo>
                    <a:pt x="13746" y="931"/>
                  </a:moveTo>
                  <a:lnTo>
                    <a:pt x="13249" y="5321"/>
                  </a:lnTo>
                  <a:lnTo>
                    <a:pt x="16075" y="5349"/>
                  </a:lnTo>
                  <a:lnTo>
                    <a:pt x="21182" y="3600"/>
                  </a:lnTo>
                  <a:lnTo>
                    <a:pt x="24568" y="7430"/>
                  </a:lnTo>
                  <a:lnTo>
                    <a:pt x="28082" y="3926"/>
                  </a:lnTo>
                  <a:lnTo>
                    <a:pt x="28777" y="4615"/>
                  </a:lnTo>
                  <a:lnTo>
                    <a:pt x="30666" y="8122"/>
                  </a:lnTo>
                  <a:lnTo>
                    <a:pt x="34135" y="9789"/>
                  </a:lnTo>
                  <a:lnTo>
                    <a:pt x="33909" y="21429"/>
                  </a:lnTo>
                  <a:lnTo>
                    <a:pt x="29291" y="27757"/>
                  </a:lnTo>
                  <a:lnTo>
                    <a:pt x="27451" y="28563"/>
                  </a:lnTo>
                  <a:lnTo>
                    <a:pt x="26142" y="28364"/>
                  </a:lnTo>
                  <a:lnTo>
                    <a:pt x="0" y="4132"/>
                  </a:lnTo>
                  <a:lnTo>
                    <a:pt x="1247" y="4375"/>
                  </a:lnTo>
                  <a:lnTo>
                    <a:pt x="2965" y="6024"/>
                  </a:lnTo>
                  <a:lnTo>
                    <a:pt x="8620" y="6164"/>
                  </a:lnTo>
                  <a:lnTo>
                    <a:pt x="133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h3471"/>
            <p:cNvSpPr/>
            <p:nvPr/>
          </p:nvSpPr>
          <p:spPr>
            <a:xfrm>
              <a:off x="7466098" y="3161042"/>
              <a:ext cx="26245" cy="30379"/>
            </a:xfrm>
            <a:custGeom>
              <a:avLst/>
              <a:pathLst>
                <a:path w="26245" h="30379">
                  <a:moveTo>
                    <a:pt x="7977" y="1372"/>
                  </a:moveTo>
                  <a:lnTo>
                    <a:pt x="9257" y="2311"/>
                  </a:lnTo>
                  <a:lnTo>
                    <a:pt x="11308" y="958"/>
                  </a:lnTo>
                  <a:lnTo>
                    <a:pt x="15023" y="4727"/>
                  </a:lnTo>
                  <a:lnTo>
                    <a:pt x="16912" y="10783"/>
                  </a:lnTo>
                  <a:lnTo>
                    <a:pt x="15345" y="11166"/>
                  </a:lnTo>
                  <a:lnTo>
                    <a:pt x="14294" y="12567"/>
                  </a:lnTo>
                  <a:lnTo>
                    <a:pt x="17820" y="16848"/>
                  </a:lnTo>
                  <a:lnTo>
                    <a:pt x="20842" y="18405"/>
                  </a:lnTo>
                  <a:lnTo>
                    <a:pt x="22880" y="18553"/>
                  </a:lnTo>
                  <a:lnTo>
                    <a:pt x="26075" y="20791"/>
                  </a:lnTo>
                  <a:lnTo>
                    <a:pt x="26245" y="26750"/>
                  </a:lnTo>
                  <a:lnTo>
                    <a:pt x="24678" y="30379"/>
                  </a:lnTo>
                  <a:lnTo>
                    <a:pt x="17807" y="29503"/>
                  </a:lnTo>
                  <a:lnTo>
                    <a:pt x="17044" y="25007"/>
                  </a:lnTo>
                  <a:lnTo>
                    <a:pt x="15351" y="23123"/>
                  </a:lnTo>
                  <a:lnTo>
                    <a:pt x="14028" y="23447"/>
                  </a:lnTo>
                  <a:lnTo>
                    <a:pt x="8940" y="17306"/>
                  </a:lnTo>
                  <a:lnTo>
                    <a:pt x="5584" y="14609"/>
                  </a:lnTo>
                  <a:lnTo>
                    <a:pt x="1368" y="13315"/>
                  </a:lnTo>
                  <a:lnTo>
                    <a:pt x="0" y="13561"/>
                  </a:lnTo>
                  <a:lnTo>
                    <a:pt x="6189" y="8607"/>
                  </a:lnTo>
                  <a:lnTo>
                    <a:pt x="7135" y="3662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h3472"/>
            <p:cNvSpPr/>
            <p:nvPr/>
          </p:nvSpPr>
          <p:spPr>
            <a:xfrm>
              <a:off x="7461068" y="3189602"/>
              <a:ext cx="40286" cy="17388"/>
            </a:xfrm>
            <a:custGeom>
              <a:avLst/>
              <a:pathLst>
                <a:path w="40286" h="17388">
                  <a:moveTo>
                    <a:pt x="92" y="0"/>
                  </a:moveTo>
                  <a:lnTo>
                    <a:pt x="6928" y="3829"/>
                  </a:lnTo>
                  <a:lnTo>
                    <a:pt x="7562" y="6575"/>
                  </a:lnTo>
                  <a:lnTo>
                    <a:pt x="16575" y="9137"/>
                  </a:lnTo>
                  <a:lnTo>
                    <a:pt x="19524" y="7433"/>
                  </a:lnTo>
                  <a:lnTo>
                    <a:pt x="21917" y="4613"/>
                  </a:lnTo>
                  <a:lnTo>
                    <a:pt x="22838" y="943"/>
                  </a:lnTo>
                  <a:lnTo>
                    <a:pt x="29708" y="1819"/>
                  </a:lnTo>
                  <a:lnTo>
                    <a:pt x="35074" y="3207"/>
                  </a:lnTo>
                  <a:lnTo>
                    <a:pt x="36401" y="4327"/>
                  </a:lnTo>
                  <a:lnTo>
                    <a:pt x="40286" y="4417"/>
                  </a:lnTo>
                  <a:lnTo>
                    <a:pt x="39959" y="8323"/>
                  </a:lnTo>
                  <a:lnTo>
                    <a:pt x="34030" y="9337"/>
                  </a:lnTo>
                  <a:lnTo>
                    <a:pt x="34764" y="10597"/>
                  </a:lnTo>
                  <a:lnTo>
                    <a:pt x="34580" y="11783"/>
                  </a:lnTo>
                  <a:lnTo>
                    <a:pt x="32467" y="16539"/>
                  </a:lnTo>
                  <a:lnTo>
                    <a:pt x="30771" y="15520"/>
                  </a:lnTo>
                  <a:lnTo>
                    <a:pt x="30268" y="13786"/>
                  </a:lnTo>
                  <a:lnTo>
                    <a:pt x="30585" y="12741"/>
                  </a:lnTo>
                  <a:lnTo>
                    <a:pt x="31640" y="12182"/>
                  </a:lnTo>
                  <a:lnTo>
                    <a:pt x="31234" y="9094"/>
                  </a:lnTo>
                  <a:lnTo>
                    <a:pt x="29785" y="9058"/>
                  </a:lnTo>
                  <a:lnTo>
                    <a:pt x="26853" y="13359"/>
                  </a:lnTo>
                  <a:lnTo>
                    <a:pt x="23892" y="12736"/>
                  </a:lnTo>
                  <a:lnTo>
                    <a:pt x="21134" y="15916"/>
                  </a:lnTo>
                  <a:lnTo>
                    <a:pt x="17413" y="17388"/>
                  </a:lnTo>
                  <a:lnTo>
                    <a:pt x="11134" y="15801"/>
                  </a:lnTo>
                  <a:lnTo>
                    <a:pt x="5699" y="15866"/>
                  </a:lnTo>
                  <a:lnTo>
                    <a:pt x="4069" y="15234"/>
                  </a:lnTo>
                  <a:lnTo>
                    <a:pt x="2115" y="12654"/>
                  </a:lnTo>
                  <a:lnTo>
                    <a:pt x="4196" y="11482"/>
                  </a:lnTo>
                  <a:lnTo>
                    <a:pt x="569" y="10628"/>
                  </a:lnTo>
                  <a:lnTo>
                    <a:pt x="0" y="6304"/>
                  </a:lnTo>
                  <a:lnTo>
                    <a:pt x="2556" y="5451"/>
                  </a:lnTo>
                  <a:lnTo>
                    <a:pt x="1100" y="509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h3473"/>
            <p:cNvSpPr/>
            <p:nvPr/>
          </p:nvSpPr>
          <p:spPr>
            <a:xfrm>
              <a:off x="7423541" y="3223917"/>
              <a:ext cx="13512" cy="13583"/>
            </a:xfrm>
            <a:custGeom>
              <a:avLst/>
              <a:pathLst>
                <a:path w="13512" h="13583">
                  <a:moveTo>
                    <a:pt x="5704" y="48"/>
                  </a:moveTo>
                  <a:lnTo>
                    <a:pt x="6842" y="1971"/>
                  </a:lnTo>
                  <a:lnTo>
                    <a:pt x="7700" y="1448"/>
                  </a:lnTo>
                  <a:lnTo>
                    <a:pt x="12824" y="7080"/>
                  </a:lnTo>
                  <a:lnTo>
                    <a:pt x="11236" y="5455"/>
                  </a:lnTo>
                  <a:lnTo>
                    <a:pt x="8724" y="5216"/>
                  </a:lnTo>
                  <a:lnTo>
                    <a:pt x="8566" y="6878"/>
                  </a:lnTo>
                  <a:lnTo>
                    <a:pt x="9299" y="8348"/>
                  </a:lnTo>
                  <a:lnTo>
                    <a:pt x="13512" y="9584"/>
                  </a:lnTo>
                  <a:lnTo>
                    <a:pt x="11720" y="12865"/>
                  </a:lnTo>
                  <a:lnTo>
                    <a:pt x="6764" y="13583"/>
                  </a:lnTo>
                  <a:lnTo>
                    <a:pt x="3522" y="13316"/>
                  </a:lnTo>
                  <a:lnTo>
                    <a:pt x="1590" y="7232"/>
                  </a:lnTo>
                  <a:lnTo>
                    <a:pt x="0" y="4755"/>
                  </a:lnTo>
                  <a:lnTo>
                    <a:pt x="1184" y="2810"/>
                  </a:lnTo>
                  <a:lnTo>
                    <a:pt x="1174" y="5147"/>
                  </a:lnTo>
                  <a:lnTo>
                    <a:pt x="3418" y="2520"/>
                  </a:lnTo>
                  <a:lnTo>
                    <a:pt x="452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h3474"/>
            <p:cNvSpPr/>
            <p:nvPr/>
          </p:nvSpPr>
          <p:spPr>
            <a:xfrm>
              <a:off x="7460919" y="3254331"/>
              <a:ext cx="24832" cy="11621"/>
            </a:xfrm>
            <a:custGeom>
              <a:avLst/>
              <a:pathLst>
                <a:path w="24832" h="11621">
                  <a:moveTo>
                    <a:pt x="1760" y="0"/>
                  </a:moveTo>
                  <a:lnTo>
                    <a:pt x="6006" y="395"/>
                  </a:lnTo>
                  <a:lnTo>
                    <a:pt x="9088" y="1502"/>
                  </a:lnTo>
                  <a:lnTo>
                    <a:pt x="12219" y="4113"/>
                  </a:lnTo>
                  <a:lnTo>
                    <a:pt x="13118" y="2038"/>
                  </a:lnTo>
                  <a:lnTo>
                    <a:pt x="13447" y="3933"/>
                  </a:lnTo>
                  <a:lnTo>
                    <a:pt x="19408" y="7766"/>
                  </a:lnTo>
                  <a:lnTo>
                    <a:pt x="21203" y="9811"/>
                  </a:lnTo>
                  <a:lnTo>
                    <a:pt x="24832" y="11085"/>
                  </a:lnTo>
                  <a:lnTo>
                    <a:pt x="17835" y="11621"/>
                  </a:lnTo>
                  <a:lnTo>
                    <a:pt x="11095" y="11071"/>
                  </a:lnTo>
                  <a:lnTo>
                    <a:pt x="10717" y="9690"/>
                  </a:lnTo>
                  <a:lnTo>
                    <a:pt x="8286" y="10627"/>
                  </a:lnTo>
                  <a:lnTo>
                    <a:pt x="4941" y="3212"/>
                  </a:lnTo>
                  <a:lnTo>
                    <a:pt x="0" y="140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h3475"/>
            <p:cNvSpPr/>
            <p:nvPr/>
          </p:nvSpPr>
          <p:spPr>
            <a:xfrm>
              <a:off x="7436002" y="3375731"/>
              <a:ext cx="51940" cy="53122"/>
            </a:xfrm>
            <a:custGeom>
              <a:avLst/>
              <a:pathLst>
                <a:path w="51940" h="53122">
                  <a:moveTo>
                    <a:pt x="32173" y="233"/>
                  </a:moveTo>
                  <a:lnTo>
                    <a:pt x="40192" y="3974"/>
                  </a:lnTo>
                  <a:lnTo>
                    <a:pt x="40201" y="5944"/>
                  </a:lnTo>
                  <a:lnTo>
                    <a:pt x="43129" y="5583"/>
                  </a:lnTo>
                  <a:lnTo>
                    <a:pt x="47715" y="7027"/>
                  </a:lnTo>
                  <a:lnTo>
                    <a:pt x="51715" y="5494"/>
                  </a:lnTo>
                  <a:lnTo>
                    <a:pt x="51940" y="5892"/>
                  </a:lnTo>
                  <a:lnTo>
                    <a:pt x="50844" y="6270"/>
                  </a:lnTo>
                  <a:lnTo>
                    <a:pt x="48740" y="17071"/>
                  </a:lnTo>
                  <a:lnTo>
                    <a:pt x="48531" y="19446"/>
                  </a:lnTo>
                  <a:lnTo>
                    <a:pt x="49557" y="21224"/>
                  </a:lnTo>
                  <a:lnTo>
                    <a:pt x="42177" y="24693"/>
                  </a:lnTo>
                  <a:lnTo>
                    <a:pt x="40383" y="29474"/>
                  </a:lnTo>
                  <a:lnTo>
                    <a:pt x="40611" y="30346"/>
                  </a:lnTo>
                  <a:lnTo>
                    <a:pt x="40596" y="31696"/>
                  </a:lnTo>
                  <a:lnTo>
                    <a:pt x="39440" y="33110"/>
                  </a:lnTo>
                  <a:lnTo>
                    <a:pt x="37146" y="33388"/>
                  </a:lnTo>
                  <a:lnTo>
                    <a:pt x="36897" y="38433"/>
                  </a:lnTo>
                  <a:lnTo>
                    <a:pt x="33605" y="41546"/>
                  </a:lnTo>
                  <a:lnTo>
                    <a:pt x="32473" y="46442"/>
                  </a:lnTo>
                  <a:lnTo>
                    <a:pt x="26980" y="52499"/>
                  </a:lnTo>
                  <a:lnTo>
                    <a:pt x="24516" y="51193"/>
                  </a:lnTo>
                  <a:lnTo>
                    <a:pt x="23722" y="53122"/>
                  </a:lnTo>
                  <a:lnTo>
                    <a:pt x="0" y="33216"/>
                  </a:lnTo>
                  <a:lnTo>
                    <a:pt x="6964" y="27840"/>
                  </a:lnTo>
                  <a:lnTo>
                    <a:pt x="2577" y="26703"/>
                  </a:lnTo>
                  <a:lnTo>
                    <a:pt x="1090" y="23893"/>
                  </a:lnTo>
                  <a:lnTo>
                    <a:pt x="6003" y="20209"/>
                  </a:lnTo>
                  <a:lnTo>
                    <a:pt x="12697" y="23128"/>
                  </a:lnTo>
                  <a:lnTo>
                    <a:pt x="17264" y="19940"/>
                  </a:lnTo>
                  <a:lnTo>
                    <a:pt x="17062" y="10550"/>
                  </a:lnTo>
                  <a:lnTo>
                    <a:pt x="20841" y="9580"/>
                  </a:lnTo>
                  <a:lnTo>
                    <a:pt x="21310" y="7746"/>
                  </a:lnTo>
                  <a:lnTo>
                    <a:pt x="20933" y="4364"/>
                  </a:lnTo>
                  <a:lnTo>
                    <a:pt x="31075" y="4435"/>
                  </a:lnTo>
                  <a:lnTo>
                    <a:pt x="26534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h3476"/>
            <p:cNvSpPr/>
            <p:nvPr/>
          </p:nvSpPr>
          <p:spPr>
            <a:xfrm>
              <a:off x="7526710" y="3395267"/>
              <a:ext cx="15727" cy="9330"/>
            </a:xfrm>
            <a:custGeom>
              <a:avLst/>
              <a:pathLst>
                <a:path w="15727" h="9330">
                  <a:moveTo>
                    <a:pt x="15367" y="664"/>
                  </a:moveTo>
                  <a:lnTo>
                    <a:pt x="15727" y="1203"/>
                  </a:lnTo>
                  <a:lnTo>
                    <a:pt x="14909" y="7596"/>
                  </a:lnTo>
                  <a:lnTo>
                    <a:pt x="12280" y="9330"/>
                  </a:lnTo>
                  <a:lnTo>
                    <a:pt x="6515" y="7268"/>
                  </a:lnTo>
                  <a:lnTo>
                    <a:pt x="3543" y="7301"/>
                  </a:lnTo>
                  <a:lnTo>
                    <a:pt x="0" y="5729"/>
                  </a:lnTo>
                  <a:lnTo>
                    <a:pt x="3749" y="1122"/>
                  </a:lnTo>
                  <a:lnTo>
                    <a:pt x="7347" y="365"/>
                  </a:lnTo>
                  <a:lnTo>
                    <a:pt x="8577" y="1319"/>
                  </a:lnTo>
                  <a:lnTo>
                    <a:pt x="101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h3477"/>
            <p:cNvSpPr/>
            <p:nvPr/>
          </p:nvSpPr>
          <p:spPr>
            <a:xfrm>
              <a:off x="7500906" y="3212333"/>
              <a:ext cx="17112" cy="18767"/>
            </a:xfrm>
            <a:custGeom>
              <a:avLst/>
              <a:pathLst>
                <a:path w="17112" h="18767">
                  <a:moveTo>
                    <a:pt x="10642" y="938"/>
                  </a:moveTo>
                  <a:lnTo>
                    <a:pt x="12670" y="2062"/>
                  </a:lnTo>
                  <a:lnTo>
                    <a:pt x="13413" y="4793"/>
                  </a:lnTo>
                  <a:lnTo>
                    <a:pt x="12357" y="5133"/>
                  </a:lnTo>
                  <a:lnTo>
                    <a:pt x="12454" y="6150"/>
                  </a:lnTo>
                  <a:lnTo>
                    <a:pt x="15838" y="6541"/>
                  </a:lnTo>
                  <a:lnTo>
                    <a:pt x="17112" y="6514"/>
                  </a:lnTo>
                  <a:lnTo>
                    <a:pt x="16813" y="7799"/>
                  </a:lnTo>
                  <a:lnTo>
                    <a:pt x="13885" y="8749"/>
                  </a:lnTo>
                  <a:lnTo>
                    <a:pt x="12685" y="12620"/>
                  </a:lnTo>
                  <a:lnTo>
                    <a:pt x="14480" y="12945"/>
                  </a:lnTo>
                  <a:lnTo>
                    <a:pt x="14340" y="14275"/>
                  </a:lnTo>
                  <a:lnTo>
                    <a:pt x="11833" y="18200"/>
                  </a:lnTo>
                  <a:lnTo>
                    <a:pt x="9075" y="18767"/>
                  </a:lnTo>
                  <a:lnTo>
                    <a:pt x="5033" y="18267"/>
                  </a:lnTo>
                  <a:lnTo>
                    <a:pt x="2195" y="17103"/>
                  </a:lnTo>
                  <a:lnTo>
                    <a:pt x="3573" y="15086"/>
                  </a:lnTo>
                  <a:lnTo>
                    <a:pt x="2188" y="13572"/>
                  </a:lnTo>
                  <a:lnTo>
                    <a:pt x="2515" y="9948"/>
                  </a:lnTo>
                  <a:lnTo>
                    <a:pt x="646" y="7994"/>
                  </a:lnTo>
                  <a:lnTo>
                    <a:pt x="0" y="6039"/>
                  </a:lnTo>
                  <a:lnTo>
                    <a:pt x="2106" y="3195"/>
                  </a:lnTo>
                  <a:lnTo>
                    <a:pt x="539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h3478"/>
            <p:cNvSpPr/>
            <p:nvPr/>
          </p:nvSpPr>
          <p:spPr>
            <a:xfrm>
              <a:off x="7563388" y="3121673"/>
              <a:ext cx="26915" cy="30106"/>
            </a:xfrm>
            <a:custGeom>
              <a:avLst/>
              <a:pathLst>
                <a:path w="26915" h="30106">
                  <a:moveTo>
                    <a:pt x="19076" y="4530"/>
                  </a:moveTo>
                  <a:lnTo>
                    <a:pt x="23600" y="5263"/>
                  </a:lnTo>
                  <a:lnTo>
                    <a:pt x="23017" y="7374"/>
                  </a:lnTo>
                  <a:lnTo>
                    <a:pt x="25065" y="14733"/>
                  </a:lnTo>
                  <a:lnTo>
                    <a:pt x="26234" y="16409"/>
                  </a:lnTo>
                  <a:lnTo>
                    <a:pt x="26915" y="21534"/>
                  </a:lnTo>
                  <a:lnTo>
                    <a:pt x="25461" y="26523"/>
                  </a:lnTo>
                  <a:lnTo>
                    <a:pt x="22248" y="30106"/>
                  </a:lnTo>
                  <a:lnTo>
                    <a:pt x="22187" y="28483"/>
                  </a:lnTo>
                  <a:lnTo>
                    <a:pt x="13926" y="23479"/>
                  </a:lnTo>
                  <a:lnTo>
                    <a:pt x="6478" y="23620"/>
                  </a:lnTo>
                  <a:lnTo>
                    <a:pt x="0" y="22019"/>
                  </a:lnTo>
                  <a:lnTo>
                    <a:pt x="1986" y="20739"/>
                  </a:lnTo>
                  <a:lnTo>
                    <a:pt x="2388" y="19230"/>
                  </a:lnTo>
                  <a:lnTo>
                    <a:pt x="601" y="13269"/>
                  </a:lnTo>
                  <a:lnTo>
                    <a:pt x="131" y="8876"/>
                  </a:lnTo>
                  <a:lnTo>
                    <a:pt x="813" y="5032"/>
                  </a:lnTo>
                  <a:lnTo>
                    <a:pt x="412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h3479"/>
            <p:cNvSpPr/>
            <p:nvPr/>
          </p:nvSpPr>
          <p:spPr>
            <a:xfrm>
              <a:off x="7471714" y="3202339"/>
              <a:ext cx="19069" cy="18612"/>
            </a:xfrm>
            <a:custGeom>
              <a:avLst/>
              <a:pathLst>
                <a:path w="19069" h="18612">
                  <a:moveTo>
                    <a:pt x="16207" y="622"/>
                  </a:moveTo>
                  <a:lnTo>
                    <a:pt x="18514" y="3581"/>
                  </a:lnTo>
                  <a:lnTo>
                    <a:pt x="17562" y="10722"/>
                  </a:lnTo>
                  <a:lnTo>
                    <a:pt x="19069" y="15725"/>
                  </a:lnTo>
                  <a:lnTo>
                    <a:pt x="17328" y="17376"/>
                  </a:lnTo>
                  <a:lnTo>
                    <a:pt x="12932" y="18612"/>
                  </a:lnTo>
                  <a:lnTo>
                    <a:pt x="6413" y="17615"/>
                  </a:lnTo>
                  <a:lnTo>
                    <a:pt x="6559" y="15450"/>
                  </a:lnTo>
                  <a:lnTo>
                    <a:pt x="3444" y="14644"/>
                  </a:lnTo>
                  <a:lnTo>
                    <a:pt x="147" y="15588"/>
                  </a:lnTo>
                  <a:lnTo>
                    <a:pt x="0" y="15578"/>
                  </a:lnTo>
                  <a:lnTo>
                    <a:pt x="215" y="13790"/>
                  </a:lnTo>
                  <a:lnTo>
                    <a:pt x="6766" y="4651"/>
                  </a:lnTo>
                  <a:lnTo>
                    <a:pt x="10488" y="3179"/>
                  </a:lnTo>
                  <a:lnTo>
                    <a:pt x="1324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h3480"/>
            <p:cNvSpPr/>
            <p:nvPr/>
          </p:nvSpPr>
          <p:spPr>
            <a:xfrm>
              <a:off x="7540102" y="3396471"/>
              <a:ext cx="11500" cy="23273"/>
            </a:xfrm>
            <a:custGeom>
              <a:avLst/>
              <a:pathLst>
                <a:path w="11500" h="23273">
                  <a:moveTo>
                    <a:pt x="7262" y="377"/>
                  </a:moveTo>
                  <a:lnTo>
                    <a:pt x="8682" y="3085"/>
                  </a:lnTo>
                  <a:lnTo>
                    <a:pt x="11500" y="6019"/>
                  </a:lnTo>
                  <a:lnTo>
                    <a:pt x="3196" y="23273"/>
                  </a:lnTo>
                  <a:lnTo>
                    <a:pt x="899" y="21747"/>
                  </a:lnTo>
                  <a:lnTo>
                    <a:pt x="0" y="17097"/>
                  </a:lnTo>
                  <a:lnTo>
                    <a:pt x="1231" y="17007"/>
                  </a:lnTo>
                  <a:lnTo>
                    <a:pt x="1616" y="19507"/>
                  </a:lnTo>
                  <a:lnTo>
                    <a:pt x="5502" y="14924"/>
                  </a:lnTo>
                  <a:lnTo>
                    <a:pt x="4688" y="13348"/>
                  </a:lnTo>
                  <a:lnTo>
                    <a:pt x="2142" y="12703"/>
                  </a:lnTo>
                  <a:lnTo>
                    <a:pt x="776" y="9034"/>
                  </a:lnTo>
                  <a:lnTo>
                    <a:pt x="1517" y="6392"/>
                  </a:lnTo>
                  <a:lnTo>
                    <a:pt x="233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h3481"/>
            <p:cNvSpPr/>
            <p:nvPr/>
          </p:nvSpPr>
          <p:spPr>
            <a:xfrm>
              <a:off x="7507490" y="3369587"/>
              <a:ext cx="31029" cy="32511"/>
            </a:xfrm>
            <a:custGeom>
              <a:avLst/>
              <a:pathLst>
                <a:path w="31029" h="32511">
                  <a:moveTo>
                    <a:pt x="19588" y="3386"/>
                  </a:moveTo>
                  <a:lnTo>
                    <a:pt x="20647" y="6284"/>
                  </a:lnTo>
                  <a:lnTo>
                    <a:pt x="20142" y="11823"/>
                  </a:lnTo>
                  <a:lnTo>
                    <a:pt x="22357" y="14761"/>
                  </a:lnTo>
                  <a:lnTo>
                    <a:pt x="25835" y="16223"/>
                  </a:lnTo>
                  <a:lnTo>
                    <a:pt x="28656" y="14804"/>
                  </a:lnTo>
                  <a:lnTo>
                    <a:pt x="31029" y="20952"/>
                  </a:lnTo>
                  <a:lnTo>
                    <a:pt x="30809" y="23314"/>
                  </a:lnTo>
                  <a:lnTo>
                    <a:pt x="29370" y="25679"/>
                  </a:lnTo>
                  <a:lnTo>
                    <a:pt x="27797" y="26999"/>
                  </a:lnTo>
                  <a:lnTo>
                    <a:pt x="26567" y="26045"/>
                  </a:lnTo>
                  <a:lnTo>
                    <a:pt x="22968" y="26801"/>
                  </a:lnTo>
                  <a:lnTo>
                    <a:pt x="19219" y="31409"/>
                  </a:lnTo>
                  <a:lnTo>
                    <a:pt x="13720" y="29398"/>
                  </a:lnTo>
                  <a:lnTo>
                    <a:pt x="9355" y="30509"/>
                  </a:lnTo>
                  <a:lnTo>
                    <a:pt x="8856" y="32511"/>
                  </a:lnTo>
                  <a:lnTo>
                    <a:pt x="2480" y="31045"/>
                  </a:lnTo>
                  <a:lnTo>
                    <a:pt x="0" y="27321"/>
                  </a:lnTo>
                  <a:lnTo>
                    <a:pt x="3343" y="24866"/>
                  </a:lnTo>
                  <a:lnTo>
                    <a:pt x="4735" y="22914"/>
                  </a:lnTo>
                  <a:lnTo>
                    <a:pt x="11575" y="21831"/>
                  </a:lnTo>
                  <a:lnTo>
                    <a:pt x="14079" y="22639"/>
                  </a:lnTo>
                  <a:lnTo>
                    <a:pt x="15512" y="21040"/>
                  </a:lnTo>
                  <a:lnTo>
                    <a:pt x="15701" y="17824"/>
                  </a:lnTo>
                  <a:lnTo>
                    <a:pt x="13433" y="17426"/>
                  </a:lnTo>
                  <a:lnTo>
                    <a:pt x="9015" y="8608"/>
                  </a:lnTo>
                  <a:lnTo>
                    <a:pt x="8706" y="6773"/>
                  </a:lnTo>
                  <a:lnTo>
                    <a:pt x="9549" y="4240"/>
                  </a:lnTo>
                  <a:lnTo>
                    <a:pt x="11675" y="3735"/>
                  </a:lnTo>
                  <a:lnTo>
                    <a:pt x="12181" y="2364"/>
                  </a:lnTo>
                  <a:lnTo>
                    <a:pt x="10096" y="2122"/>
                  </a:lnTo>
                  <a:lnTo>
                    <a:pt x="7133" y="4317"/>
                  </a:lnTo>
                  <a:lnTo>
                    <a:pt x="8382" y="2788"/>
                  </a:lnTo>
                  <a:lnTo>
                    <a:pt x="8358" y="1274"/>
                  </a:lnTo>
                  <a:lnTo>
                    <a:pt x="984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h3482"/>
            <p:cNvSpPr/>
            <p:nvPr/>
          </p:nvSpPr>
          <p:spPr>
            <a:xfrm>
              <a:off x="7456015" y="3216844"/>
              <a:ext cx="18611" cy="16267"/>
            </a:xfrm>
            <a:custGeom>
              <a:avLst/>
              <a:pathLst>
                <a:path w="18611" h="16267">
                  <a:moveTo>
                    <a:pt x="3213" y="0"/>
                  </a:moveTo>
                  <a:lnTo>
                    <a:pt x="6626" y="3610"/>
                  </a:lnTo>
                  <a:lnTo>
                    <a:pt x="7317" y="3702"/>
                  </a:lnTo>
                  <a:lnTo>
                    <a:pt x="7908" y="2144"/>
                  </a:lnTo>
                  <a:lnTo>
                    <a:pt x="10309" y="4849"/>
                  </a:lnTo>
                  <a:lnTo>
                    <a:pt x="12280" y="4406"/>
                  </a:lnTo>
                  <a:lnTo>
                    <a:pt x="12934" y="1101"/>
                  </a:lnTo>
                  <a:lnTo>
                    <a:pt x="14191" y="415"/>
                  </a:lnTo>
                  <a:lnTo>
                    <a:pt x="15699" y="1073"/>
                  </a:lnTo>
                  <a:lnTo>
                    <a:pt x="15846" y="1083"/>
                  </a:lnTo>
                  <a:lnTo>
                    <a:pt x="15967" y="1286"/>
                  </a:lnTo>
                  <a:lnTo>
                    <a:pt x="15587" y="2183"/>
                  </a:lnTo>
                  <a:lnTo>
                    <a:pt x="15363" y="1282"/>
                  </a:lnTo>
                  <a:lnTo>
                    <a:pt x="12775" y="2804"/>
                  </a:lnTo>
                  <a:lnTo>
                    <a:pt x="14131" y="3920"/>
                  </a:lnTo>
                  <a:lnTo>
                    <a:pt x="12413" y="5443"/>
                  </a:lnTo>
                  <a:lnTo>
                    <a:pt x="15016" y="9077"/>
                  </a:lnTo>
                  <a:lnTo>
                    <a:pt x="15872" y="10310"/>
                  </a:lnTo>
                  <a:lnTo>
                    <a:pt x="18130" y="10160"/>
                  </a:lnTo>
                  <a:lnTo>
                    <a:pt x="18611" y="11017"/>
                  </a:lnTo>
                  <a:lnTo>
                    <a:pt x="18161" y="13513"/>
                  </a:lnTo>
                  <a:lnTo>
                    <a:pt x="17156" y="14399"/>
                  </a:lnTo>
                  <a:lnTo>
                    <a:pt x="11768" y="16267"/>
                  </a:lnTo>
                  <a:lnTo>
                    <a:pt x="9199" y="15575"/>
                  </a:lnTo>
                  <a:lnTo>
                    <a:pt x="4513" y="12313"/>
                  </a:lnTo>
                  <a:lnTo>
                    <a:pt x="0" y="8280"/>
                  </a:lnTo>
                  <a:lnTo>
                    <a:pt x="1322" y="4527"/>
                  </a:lnTo>
                  <a:lnTo>
                    <a:pt x="102" y="3020"/>
                  </a:lnTo>
                  <a:lnTo>
                    <a:pt x="1130" y="82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h3483"/>
            <p:cNvSpPr/>
            <p:nvPr/>
          </p:nvSpPr>
          <p:spPr>
            <a:xfrm>
              <a:off x="7507398" y="3109531"/>
              <a:ext cx="129729" cy="87015"/>
            </a:xfrm>
            <a:custGeom>
              <a:avLst/>
              <a:pathLst>
                <a:path w="129729" h="87015">
                  <a:moveTo>
                    <a:pt x="50322" y="0"/>
                  </a:moveTo>
                  <a:lnTo>
                    <a:pt x="56215" y="1198"/>
                  </a:lnTo>
                  <a:lnTo>
                    <a:pt x="58523" y="2597"/>
                  </a:lnTo>
                  <a:lnTo>
                    <a:pt x="59713" y="4244"/>
                  </a:lnTo>
                  <a:lnTo>
                    <a:pt x="63239" y="2864"/>
                  </a:lnTo>
                  <a:lnTo>
                    <a:pt x="64118" y="5280"/>
                  </a:lnTo>
                  <a:lnTo>
                    <a:pt x="63537" y="10194"/>
                  </a:lnTo>
                  <a:lnTo>
                    <a:pt x="60785" y="9933"/>
                  </a:lnTo>
                  <a:lnTo>
                    <a:pt x="58985" y="11517"/>
                  </a:lnTo>
                  <a:lnTo>
                    <a:pt x="60114" y="12141"/>
                  </a:lnTo>
                  <a:lnTo>
                    <a:pt x="56803" y="17174"/>
                  </a:lnTo>
                  <a:lnTo>
                    <a:pt x="56121" y="21018"/>
                  </a:lnTo>
                  <a:lnTo>
                    <a:pt x="56592" y="25411"/>
                  </a:lnTo>
                  <a:lnTo>
                    <a:pt x="58378" y="31372"/>
                  </a:lnTo>
                  <a:lnTo>
                    <a:pt x="57976" y="32881"/>
                  </a:lnTo>
                  <a:lnTo>
                    <a:pt x="55990" y="34161"/>
                  </a:lnTo>
                  <a:lnTo>
                    <a:pt x="62468" y="35762"/>
                  </a:lnTo>
                  <a:lnTo>
                    <a:pt x="69917" y="35621"/>
                  </a:lnTo>
                  <a:lnTo>
                    <a:pt x="78177" y="40625"/>
                  </a:lnTo>
                  <a:lnTo>
                    <a:pt x="78238" y="42248"/>
                  </a:lnTo>
                  <a:lnTo>
                    <a:pt x="77303" y="41648"/>
                  </a:lnTo>
                  <a:lnTo>
                    <a:pt x="76179" y="42603"/>
                  </a:lnTo>
                  <a:lnTo>
                    <a:pt x="80032" y="45381"/>
                  </a:lnTo>
                  <a:lnTo>
                    <a:pt x="83701" y="46588"/>
                  </a:lnTo>
                  <a:lnTo>
                    <a:pt x="85650" y="46243"/>
                  </a:lnTo>
                  <a:lnTo>
                    <a:pt x="87295" y="47892"/>
                  </a:lnTo>
                  <a:lnTo>
                    <a:pt x="92939" y="49442"/>
                  </a:lnTo>
                  <a:lnTo>
                    <a:pt x="95390" y="48444"/>
                  </a:lnTo>
                  <a:lnTo>
                    <a:pt x="98601" y="50025"/>
                  </a:lnTo>
                  <a:lnTo>
                    <a:pt x="104859" y="51540"/>
                  </a:lnTo>
                  <a:lnTo>
                    <a:pt x="106751" y="50374"/>
                  </a:lnTo>
                  <a:lnTo>
                    <a:pt x="109068" y="51427"/>
                  </a:lnTo>
                  <a:lnTo>
                    <a:pt x="113761" y="58613"/>
                  </a:lnTo>
                  <a:lnTo>
                    <a:pt x="113104" y="60080"/>
                  </a:lnTo>
                  <a:lnTo>
                    <a:pt x="110482" y="59292"/>
                  </a:lnTo>
                  <a:lnTo>
                    <a:pt x="109087" y="60023"/>
                  </a:lnTo>
                  <a:lnTo>
                    <a:pt x="109049" y="63108"/>
                  </a:lnTo>
                  <a:lnTo>
                    <a:pt x="107877" y="66263"/>
                  </a:lnTo>
                  <a:lnTo>
                    <a:pt x="109413" y="70034"/>
                  </a:lnTo>
                  <a:lnTo>
                    <a:pt x="110635" y="71053"/>
                  </a:lnTo>
                  <a:lnTo>
                    <a:pt x="115532" y="71222"/>
                  </a:lnTo>
                  <a:lnTo>
                    <a:pt x="118173" y="72744"/>
                  </a:lnTo>
                  <a:lnTo>
                    <a:pt x="119154" y="74315"/>
                  </a:lnTo>
                  <a:lnTo>
                    <a:pt x="120955" y="74182"/>
                  </a:lnTo>
                  <a:lnTo>
                    <a:pt x="121680" y="73414"/>
                  </a:lnTo>
                  <a:lnTo>
                    <a:pt x="126904" y="73397"/>
                  </a:lnTo>
                  <a:lnTo>
                    <a:pt x="128437" y="74421"/>
                  </a:lnTo>
                  <a:lnTo>
                    <a:pt x="128900" y="75628"/>
                  </a:lnTo>
                  <a:lnTo>
                    <a:pt x="128000" y="77724"/>
                  </a:lnTo>
                  <a:lnTo>
                    <a:pt x="128165" y="79715"/>
                  </a:lnTo>
                  <a:lnTo>
                    <a:pt x="128742" y="81581"/>
                  </a:lnTo>
                  <a:lnTo>
                    <a:pt x="129729" y="82373"/>
                  </a:lnTo>
                  <a:lnTo>
                    <a:pt x="125310" y="87015"/>
                  </a:lnTo>
                  <a:lnTo>
                    <a:pt x="124314" y="84644"/>
                  </a:lnTo>
                  <a:lnTo>
                    <a:pt x="126492" y="82038"/>
                  </a:lnTo>
                  <a:lnTo>
                    <a:pt x="122548" y="80162"/>
                  </a:lnTo>
                  <a:lnTo>
                    <a:pt x="118777" y="79868"/>
                  </a:lnTo>
                  <a:lnTo>
                    <a:pt x="118269" y="84071"/>
                  </a:lnTo>
                  <a:lnTo>
                    <a:pt x="115589" y="86799"/>
                  </a:lnTo>
                  <a:lnTo>
                    <a:pt x="113500" y="85935"/>
                  </a:lnTo>
                  <a:lnTo>
                    <a:pt x="111902" y="82278"/>
                  </a:lnTo>
                  <a:lnTo>
                    <a:pt x="108709" y="78707"/>
                  </a:lnTo>
                  <a:lnTo>
                    <a:pt x="104296" y="76950"/>
                  </a:lnTo>
                  <a:lnTo>
                    <a:pt x="102075" y="81044"/>
                  </a:lnTo>
                  <a:lnTo>
                    <a:pt x="108677" y="83811"/>
                  </a:lnTo>
                  <a:lnTo>
                    <a:pt x="107547" y="86429"/>
                  </a:lnTo>
                  <a:lnTo>
                    <a:pt x="99326" y="81907"/>
                  </a:lnTo>
                  <a:lnTo>
                    <a:pt x="97749" y="83385"/>
                  </a:lnTo>
                  <a:lnTo>
                    <a:pt x="95136" y="81777"/>
                  </a:lnTo>
                  <a:lnTo>
                    <a:pt x="95807" y="77354"/>
                  </a:lnTo>
                  <a:lnTo>
                    <a:pt x="98684" y="74077"/>
                  </a:lnTo>
                  <a:lnTo>
                    <a:pt x="98333" y="71763"/>
                  </a:lnTo>
                  <a:lnTo>
                    <a:pt x="94709" y="70654"/>
                  </a:lnTo>
                  <a:lnTo>
                    <a:pt x="89621" y="70733"/>
                  </a:lnTo>
                  <a:lnTo>
                    <a:pt x="86745" y="71403"/>
                  </a:lnTo>
                  <a:lnTo>
                    <a:pt x="86194" y="73227"/>
                  </a:lnTo>
                  <a:lnTo>
                    <a:pt x="80622" y="69584"/>
                  </a:lnTo>
                  <a:lnTo>
                    <a:pt x="76020" y="73343"/>
                  </a:lnTo>
                  <a:lnTo>
                    <a:pt x="75943" y="72359"/>
                  </a:lnTo>
                  <a:lnTo>
                    <a:pt x="73152" y="69102"/>
                  </a:lnTo>
                  <a:lnTo>
                    <a:pt x="53956" y="70405"/>
                  </a:lnTo>
                  <a:lnTo>
                    <a:pt x="54224" y="69819"/>
                  </a:lnTo>
                  <a:lnTo>
                    <a:pt x="50014" y="69000"/>
                  </a:lnTo>
                  <a:lnTo>
                    <a:pt x="49877" y="70673"/>
                  </a:lnTo>
                  <a:lnTo>
                    <a:pt x="48030" y="72006"/>
                  </a:lnTo>
                  <a:lnTo>
                    <a:pt x="46014" y="72974"/>
                  </a:lnTo>
                  <a:lnTo>
                    <a:pt x="43323" y="72594"/>
                  </a:lnTo>
                  <a:lnTo>
                    <a:pt x="43415" y="71288"/>
                  </a:lnTo>
                  <a:lnTo>
                    <a:pt x="44509" y="70197"/>
                  </a:lnTo>
                  <a:lnTo>
                    <a:pt x="49527" y="69695"/>
                  </a:lnTo>
                  <a:lnTo>
                    <a:pt x="51802" y="61963"/>
                  </a:lnTo>
                  <a:lnTo>
                    <a:pt x="47313" y="61434"/>
                  </a:lnTo>
                  <a:lnTo>
                    <a:pt x="46905" y="59148"/>
                  </a:lnTo>
                  <a:lnTo>
                    <a:pt x="50979" y="54838"/>
                  </a:lnTo>
                  <a:lnTo>
                    <a:pt x="51169" y="53874"/>
                  </a:lnTo>
                  <a:lnTo>
                    <a:pt x="49614" y="51247"/>
                  </a:lnTo>
                  <a:lnTo>
                    <a:pt x="49698" y="48890"/>
                  </a:lnTo>
                  <a:lnTo>
                    <a:pt x="47053" y="46202"/>
                  </a:lnTo>
                  <a:lnTo>
                    <a:pt x="45370" y="46140"/>
                  </a:lnTo>
                  <a:lnTo>
                    <a:pt x="42200" y="48988"/>
                  </a:lnTo>
                  <a:lnTo>
                    <a:pt x="39946" y="49823"/>
                  </a:lnTo>
                  <a:lnTo>
                    <a:pt x="35228" y="49985"/>
                  </a:lnTo>
                  <a:lnTo>
                    <a:pt x="24726" y="42395"/>
                  </a:lnTo>
                  <a:lnTo>
                    <a:pt x="27634" y="38661"/>
                  </a:lnTo>
                  <a:lnTo>
                    <a:pt x="23782" y="36360"/>
                  </a:lnTo>
                  <a:lnTo>
                    <a:pt x="22860" y="37397"/>
                  </a:lnTo>
                  <a:lnTo>
                    <a:pt x="23943" y="38083"/>
                  </a:lnTo>
                  <a:lnTo>
                    <a:pt x="22467" y="38724"/>
                  </a:lnTo>
                  <a:lnTo>
                    <a:pt x="18460" y="35327"/>
                  </a:lnTo>
                  <a:lnTo>
                    <a:pt x="13131" y="32384"/>
                  </a:lnTo>
                  <a:lnTo>
                    <a:pt x="14635" y="30137"/>
                  </a:lnTo>
                  <a:lnTo>
                    <a:pt x="12327" y="26839"/>
                  </a:lnTo>
                  <a:lnTo>
                    <a:pt x="5216" y="23995"/>
                  </a:lnTo>
                  <a:lnTo>
                    <a:pt x="4557" y="25717"/>
                  </a:lnTo>
                  <a:lnTo>
                    <a:pt x="451" y="25296"/>
                  </a:lnTo>
                  <a:lnTo>
                    <a:pt x="0" y="19775"/>
                  </a:lnTo>
                  <a:lnTo>
                    <a:pt x="1358" y="18570"/>
                  </a:lnTo>
                  <a:lnTo>
                    <a:pt x="8680" y="20447"/>
                  </a:lnTo>
                  <a:lnTo>
                    <a:pt x="13417" y="13743"/>
                  </a:lnTo>
                  <a:lnTo>
                    <a:pt x="17140" y="9772"/>
                  </a:lnTo>
                  <a:lnTo>
                    <a:pt x="19632" y="8413"/>
                  </a:lnTo>
                  <a:lnTo>
                    <a:pt x="21918" y="9154"/>
                  </a:lnTo>
                  <a:lnTo>
                    <a:pt x="22122" y="10875"/>
                  </a:lnTo>
                  <a:lnTo>
                    <a:pt x="22341" y="12510"/>
                  </a:lnTo>
                  <a:lnTo>
                    <a:pt x="18179" y="11309"/>
                  </a:lnTo>
                  <a:lnTo>
                    <a:pt x="18778" y="14963"/>
                  </a:lnTo>
                  <a:lnTo>
                    <a:pt x="23086" y="16283"/>
                  </a:lnTo>
                  <a:lnTo>
                    <a:pt x="23695" y="16130"/>
                  </a:lnTo>
                  <a:lnTo>
                    <a:pt x="24575" y="13413"/>
                  </a:lnTo>
                  <a:lnTo>
                    <a:pt x="26662" y="13356"/>
                  </a:lnTo>
                  <a:lnTo>
                    <a:pt x="26995" y="17147"/>
                  </a:lnTo>
                  <a:lnTo>
                    <a:pt x="31335" y="19559"/>
                  </a:lnTo>
                  <a:lnTo>
                    <a:pt x="32487" y="22634"/>
                  </a:lnTo>
                  <a:lnTo>
                    <a:pt x="31362" y="24534"/>
                  </a:lnTo>
                  <a:lnTo>
                    <a:pt x="31365" y="28203"/>
                  </a:lnTo>
                  <a:lnTo>
                    <a:pt x="36275" y="30270"/>
                  </a:lnTo>
                  <a:lnTo>
                    <a:pt x="38732" y="27929"/>
                  </a:lnTo>
                  <a:lnTo>
                    <a:pt x="37303" y="22862"/>
                  </a:lnTo>
                  <a:lnTo>
                    <a:pt x="38870" y="21241"/>
                  </a:lnTo>
                  <a:lnTo>
                    <a:pt x="43128" y="24778"/>
                  </a:lnTo>
                  <a:lnTo>
                    <a:pt x="46981" y="20242"/>
                  </a:lnTo>
                  <a:lnTo>
                    <a:pt x="45381" y="16590"/>
                  </a:lnTo>
                  <a:lnTo>
                    <a:pt x="45119" y="12837"/>
                  </a:lnTo>
                  <a:lnTo>
                    <a:pt x="47528" y="8825"/>
                  </a:lnTo>
                  <a:lnTo>
                    <a:pt x="46861" y="4815"/>
                  </a:lnTo>
                  <a:lnTo>
                    <a:pt x="48193" y="58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h3484"/>
            <p:cNvSpPr/>
            <p:nvPr/>
          </p:nvSpPr>
          <p:spPr>
            <a:xfrm>
              <a:off x="7413116" y="3255002"/>
              <a:ext cx="22018" cy="23807"/>
            </a:xfrm>
            <a:custGeom>
              <a:avLst/>
              <a:pathLst>
                <a:path w="22018" h="23807">
                  <a:moveTo>
                    <a:pt x="20216" y="2235"/>
                  </a:moveTo>
                  <a:lnTo>
                    <a:pt x="21260" y="3502"/>
                  </a:lnTo>
                  <a:lnTo>
                    <a:pt x="22018" y="10596"/>
                  </a:lnTo>
                  <a:lnTo>
                    <a:pt x="21617" y="17344"/>
                  </a:lnTo>
                  <a:lnTo>
                    <a:pt x="20322" y="22345"/>
                  </a:lnTo>
                  <a:lnTo>
                    <a:pt x="16938" y="23807"/>
                  </a:lnTo>
                  <a:lnTo>
                    <a:pt x="9435" y="21131"/>
                  </a:lnTo>
                  <a:lnTo>
                    <a:pt x="9304" y="23391"/>
                  </a:lnTo>
                  <a:lnTo>
                    <a:pt x="3421" y="22706"/>
                  </a:lnTo>
                  <a:lnTo>
                    <a:pt x="1787" y="20868"/>
                  </a:lnTo>
                  <a:lnTo>
                    <a:pt x="3611" y="18203"/>
                  </a:lnTo>
                  <a:lnTo>
                    <a:pt x="2231" y="17548"/>
                  </a:lnTo>
                  <a:lnTo>
                    <a:pt x="6747" y="12190"/>
                  </a:lnTo>
                  <a:lnTo>
                    <a:pt x="6746" y="11248"/>
                  </a:lnTo>
                  <a:lnTo>
                    <a:pt x="676" y="4770"/>
                  </a:lnTo>
                  <a:lnTo>
                    <a:pt x="0" y="3255"/>
                  </a:lnTo>
                  <a:lnTo>
                    <a:pt x="874" y="3591"/>
                  </a:lnTo>
                  <a:lnTo>
                    <a:pt x="2270" y="2844"/>
                  </a:lnTo>
                  <a:lnTo>
                    <a:pt x="3423" y="3796"/>
                  </a:lnTo>
                  <a:lnTo>
                    <a:pt x="2997" y="5034"/>
                  </a:lnTo>
                  <a:lnTo>
                    <a:pt x="9660" y="6426"/>
                  </a:lnTo>
                  <a:lnTo>
                    <a:pt x="10604" y="4888"/>
                  </a:lnTo>
                  <a:lnTo>
                    <a:pt x="15764" y="4413"/>
                  </a:lnTo>
                  <a:lnTo>
                    <a:pt x="17919" y="1895"/>
                  </a:lnTo>
                  <a:lnTo>
                    <a:pt x="1728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h3485"/>
            <p:cNvSpPr/>
            <p:nvPr/>
          </p:nvSpPr>
          <p:spPr>
            <a:xfrm>
              <a:off x="7372068" y="3149543"/>
              <a:ext cx="35109" cy="36149"/>
            </a:xfrm>
            <a:custGeom>
              <a:avLst/>
              <a:pathLst>
                <a:path w="35109" h="36149">
                  <a:moveTo>
                    <a:pt x="15386" y="2540"/>
                  </a:moveTo>
                  <a:lnTo>
                    <a:pt x="18395" y="4250"/>
                  </a:lnTo>
                  <a:lnTo>
                    <a:pt x="21063" y="7890"/>
                  </a:lnTo>
                  <a:lnTo>
                    <a:pt x="21151" y="8655"/>
                  </a:lnTo>
                  <a:lnTo>
                    <a:pt x="19529" y="8986"/>
                  </a:lnTo>
                  <a:lnTo>
                    <a:pt x="19126" y="9758"/>
                  </a:lnTo>
                  <a:lnTo>
                    <a:pt x="20055" y="11240"/>
                  </a:lnTo>
                  <a:lnTo>
                    <a:pt x="25721" y="10849"/>
                  </a:lnTo>
                  <a:lnTo>
                    <a:pt x="26572" y="10175"/>
                  </a:lnTo>
                  <a:lnTo>
                    <a:pt x="29462" y="11347"/>
                  </a:lnTo>
                  <a:lnTo>
                    <a:pt x="30102" y="15075"/>
                  </a:lnTo>
                  <a:lnTo>
                    <a:pt x="32932" y="19493"/>
                  </a:lnTo>
                  <a:lnTo>
                    <a:pt x="34040" y="19664"/>
                  </a:lnTo>
                  <a:lnTo>
                    <a:pt x="35109" y="26491"/>
                  </a:lnTo>
                  <a:lnTo>
                    <a:pt x="32725" y="28048"/>
                  </a:lnTo>
                  <a:lnTo>
                    <a:pt x="26788" y="28837"/>
                  </a:lnTo>
                  <a:lnTo>
                    <a:pt x="24311" y="31295"/>
                  </a:lnTo>
                  <a:lnTo>
                    <a:pt x="19955" y="33080"/>
                  </a:lnTo>
                  <a:lnTo>
                    <a:pt x="20260" y="35609"/>
                  </a:lnTo>
                  <a:lnTo>
                    <a:pt x="17771" y="35086"/>
                  </a:lnTo>
                  <a:lnTo>
                    <a:pt x="17387" y="33952"/>
                  </a:lnTo>
                  <a:lnTo>
                    <a:pt x="14848" y="32415"/>
                  </a:lnTo>
                  <a:lnTo>
                    <a:pt x="14490" y="36149"/>
                  </a:lnTo>
                  <a:lnTo>
                    <a:pt x="13918" y="36125"/>
                  </a:lnTo>
                  <a:lnTo>
                    <a:pt x="12419" y="35939"/>
                  </a:lnTo>
                  <a:lnTo>
                    <a:pt x="6976" y="30136"/>
                  </a:lnTo>
                  <a:lnTo>
                    <a:pt x="6090" y="25835"/>
                  </a:lnTo>
                  <a:lnTo>
                    <a:pt x="3057" y="24771"/>
                  </a:lnTo>
                  <a:lnTo>
                    <a:pt x="2583" y="25029"/>
                  </a:lnTo>
                  <a:lnTo>
                    <a:pt x="2922" y="26208"/>
                  </a:lnTo>
                  <a:lnTo>
                    <a:pt x="0" y="25957"/>
                  </a:lnTo>
                  <a:lnTo>
                    <a:pt x="4512" y="18490"/>
                  </a:lnTo>
                  <a:lnTo>
                    <a:pt x="4643" y="13006"/>
                  </a:lnTo>
                  <a:lnTo>
                    <a:pt x="6716" y="6475"/>
                  </a:lnTo>
                  <a:lnTo>
                    <a:pt x="8000" y="5698"/>
                  </a:lnTo>
                  <a:lnTo>
                    <a:pt x="10526" y="6453"/>
                  </a:lnTo>
                  <a:lnTo>
                    <a:pt x="10936" y="1705"/>
                  </a:lnTo>
                  <a:lnTo>
                    <a:pt x="13677" y="1122"/>
                  </a:lnTo>
                  <a:lnTo>
                    <a:pt x="1428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h3486"/>
            <p:cNvSpPr/>
            <p:nvPr/>
          </p:nvSpPr>
          <p:spPr>
            <a:xfrm>
              <a:off x="7492931" y="3133526"/>
              <a:ext cx="71225" cy="50955"/>
            </a:xfrm>
            <a:custGeom>
              <a:avLst/>
              <a:pathLst>
                <a:path w="71225" h="50955">
                  <a:moveTo>
                    <a:pt x="26795" y="2844"/>
                  </a:moveTo>
                  <a:lnTo>
                    <a:pt x="29103" y="6142"/>
                  </a:lnTo>
                  <a:lnTo>
                    <a:pt x="27599" y="8389"/>
                  </a:lnTo>
                  <a:lnTo>
                    <a:pt x="32928" y="11332"/>
                  </a:lnTo>
                  <a:lnTo>
                    <a:pt x="36934" y="14729"/>
                  </a:lnTo>
                  <a:lnTo>
                    <a:pt x="38411" y="14088"/>
                  </a:lnTo>
                  <a:lnTo>
                    <a:pt x="37327" y="13402"/>
                  </a:lnTo>
                  <a:lnTo>
                    <a:pt x="38250" y="12365"/>
                  </a:lnTo>
                  <a:lnTo>
                    <a:pt x="42101" y="14666"/>
                  </a:lnTo>
                  <a:lnTo>
                    <a:pt x="39193" y="18400"/>
                  </a:lnTo>
                  <a:lnTo>
                    <a:pt x="49695" y="25990"/>
                  </a:lnTo>
                  <a:lnTo>
                    <a:pt x="54413" y="25828"/>
                  </a:lnTo>
                  <a:lnTo>
                    <a:pt x="56667" y="24993"/>
                  </a:lnTo>
                  <a:lnTo>
                    <a:pt x="59838" y="22145"/>
                  </a:lnTo>
                  <a:lnTo>
                    <a:pt x="61521" y="22207"/>
                  </a:lnTo>
                  <a:lnTo>
                    <a:pt x="64165" y="24895"/>
                  </a:lnTo>
                  <a:lnTo>
                    <a:pt x="64081" y="27252"/>
                  </a:lnTo>
                  <a:lnTo>
                    <a:pt x="65636" y="29878"/>
                  </a:lnTo>
                  <a:lnTo>
                    <a:pt x="65446" y="30843"/>
                  </a:lnTo>
                  <a:lnTo>
                    <a:pt x="61372" y="35153"/>
                  </a:lnTo>
                  <a:lnTo>
                    <a:pt x="61780" y="37439"/>
                  </a:lnTo>
                  <a:lnTo>
                    <a:pt x="66269" y="37968"/>
                  </a:lnTo>
                  <a:lnTo>
                    <a:pt x="63995" y="45700"/>
                  </a:lnTo>
                  <a:lnTo>
                    <a:pt x="58976" y="46201"/>
                  </a:lnTo>
                  <a:lnTo>
                    <a:pt x="57882" y="47292"/>
                  </a:lnTo>
                  <a:lnTo>
                    <a:pt x="57790" y="48599"/>
                  </a:lnTo>
                  <a:lnTo>
                    <a:pt x="60482" y="48979"/>
                  </a:lnTo>
                  <a:lnTo>
                    <a:pt x="62498" y="48011"/>
                  </a:lnTo>
                  <a:lnTo>
                    <a:pt x="64344" y="46677"/>
                  </a:lnTo>
                  <a:lnTo>
                    <a:pt x="64481" y="45004"/>
                  </a:lnTo>
                  <a:lnTo>
                    <a:pt x="68691" y="45823"/>
                  </a:lnTo>
                  <a:lnTo>
                    <a:pt x="68423" y="46409"/>
                  </a:lnTo>
                  <a:lnTo>
                    <a:pt x="67795" y="47673"/>
                  </a:lnTo>
                  <a:lnTo>
                    <a:pt x="68325" y="49122"/>
                  </a:lnTo>
                  <a:lnTo>
                    <a:pt x="70442" y="48842"/>
                  </a:lnTo>
                  <a:lnTo>
                    <a:pt x="71225" y="50438"/>
                  </a:lnTo>
                  <a:lnTo>
                    <a:pt x="58983" y="50955"/>
                  </a:lnTo>
                  <a:lnTo>
                    <a:pt x="54655" y="50495"/>
                  </a:lnTo>
                  <a:lnTo>
                    <a:pt x="47832" y="44441"/>
                  </a:lnTo>
                  <a:lnTo>
                    <a:pt x="44405" y="41308"/>
                  </a:lnTo>
                  <a:lnTo>
                    <a:pt x="41919" y="44209"/>
                  </a:lnTo>
                  <a:lnTo>
                    <a:pt x="41403" y="43963"/>
                  </a:lnTo>
                  <a:lnTo>
                    <a:pt x="39111" y="41881"/>
                  </a:lnTo>
                  <a:lnTo>
                    <a:pt x="37837" y="38420"/>
                  </a:lnTo>
                  <a:lnTo>
                    <a:pt x="31724" y="35756"/>
                  </a:lnTo>
                  <a:lnTo>
                    <a:pt x="22612" y="36025"/>
                  </a:lnTo>
                  <a:lnTo>
                    <a:pt x="18211" y="32575"/>
                  </a:lnTo>
                  <a:lnTo>
                    <a:pt x="11661" y="32591"/>
                  </a:lnTo>
                  <a:lnTo>
                    <a:pt x="10668" y="29402"/>
                  </a:lnTo>
                  <a:lnTo>
                    <a:pt x="12074" y="25466"/>
                  </a:lnTo>
                  <a:lnTo>
                    <a:pt x="13975" y="24891"/>
                  </a:lnTo>
                  <a:lnTo>
                    <a:pt x="16520" y="26935"/>
                  </a:lnTo>
                  <a:lnTo>
                    <a:pt x="18550" y="24753"/>
                  </a:lnTo>
                  <a:lnTo>
                    <a:pt x="18143" y="23326"/>
                  </a:lnTo>
                  <a:lnTo>
                    <a:pt x="10258" y="18121"/>
                  </a:lnTo>
                  <a:lnTo>
                    <a:pt x="7798" y="19311"/>
                  </a:lnTo>
                  <a:lnTo>
                    <a:pt x="1153" y="18670"/>
                  </a:lnTo>
                  <a:lnTo>
                    <a:pt x="0" y="18036"/>
                  </a:lnTo>
                  <a:lnTo>
                    <a:pt x="686" y="12005"/>
                  </a:lnTo>
                  <a:lnTo>
                    <a:pt x="5602" y="12255"/>
                  </a:lnTo>
                  <a:lnTo>
                    <a:pt x="8782" y="10782"/>
                  </a:lnTo>
                  <a:lnTo>
                    <a:pt x="15059" y="5894"/>
                  </a:lnTo>
                  <a:lnTo>
                    <a:pt x="14291" y="3875"/>
                  </a:lnTo>
                  <a:lnTo>
                    <a:pt x="14282" y="1624"/>
                  </a:lnTo>
                  <a:lnTo>
                    <a:pt x="14919" y="1301"/>
                  </a:lnTo>
                  <a:lnTo>
                    <a:pt x="19024" y="1721"/>
                  </a:lnTo>
                  <a:lnTo>
                    <a:pt x="1968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h3487"/>
            <p:cNvSpPr/>
            <p:nvPr/>
          </p:nvSpPr>
          <p:spPr>
            <a:xfrm>
              <a:off x="7504969" y="3202551"/>
              <a:ext cx="15649" cy="11844"/>
            </a:xfrm>
            <a:custGeom>
              <a:avLst/>
              <a:pathLst>
                <a:path w="15649" h="11844">
                  <a:moveTo>
                    <a:pt x="15573" y="2787"/>
                  </a:moveTo>
                  <a:lnTo>
                    <a:pt x="15649" y="7781"/>
                  </a:lnTo>
                  <a:lnTo>
                    <a:pt x="12260" y="10790"/>
                  </a:lnTo>
                  <a:lnTo>
                    <a:pt x="8607" y="11844"/>
                  </a:lnTo>
                  <a:lnTo>
                    <a:pt x="6579" y="10719"/>
                  </a:lnTo>
                  <a:lnTo>
                    <a:pt x="1328" y="9781"/>
                  </a:lnTo>
                  <a:lnTo>
                    <a:pt x="0" y="7854"/>
                  </a:lnTo>
                  <a:lnTo>
                    <a:pt x="726" y="3864"/>
                  </a:lnTo>
                  <a:lnTo>
                    <a:pt x="2714" y="2192"/>
                  </a:lnTo>
                  <a:lnTo>
                    <a:pt x="3049" y="2570"/>
                  </a:lnTo>
                  <a:lnTo>
                    <a:pt x="621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h3488"/>
            <p:cNvSpPr/>
            <p:nvPr/>
          </p:nvSpPr>
          <p:spPr>
            <a:xfrm>
              <a:off x="7511780" y="3246089"/>
              <a:ext cx="41664" cy="26138"/>
            </a:xfrm>
            <a:custGeom>
              <a:avLst/>
              <a:pathLst>
                <a:path w="41664" h="26138">
                  <a:moveTo>
                    <a:pt x="41664" y="1664"/>
                  </a:moveTo>
                  <a:lnTo>
                    <a:pt x="40341" y="3385"/>
                  </a:lnTo>
                  <a:lnTo>
                    <a:pt x="39295" y="4784"/>
                  </a:lnTo>
                  <a:lnTo>
                    <a:pt x="36849" y="5478"/>
                  </a:lnTo>
                  <a:lnTo>
                    <a:pt x="32859" y="4481"/>
                  </a:lnTo>
                  <a:lnTo>
                    <a:pt x="30863" y="4889"/>
                  </a:lnTo>
                  <a:lnTo>
                    <a:pt x="27708" y="7867"/>
                  </a:lnTo>
                  <a:lnTo>
                    <a:pt x="26855" y="9358"/>
                  </a:lnTo>
                  <a:lnTo>
                    <a:pt x="27713" y="19367"/>
                  </a:lnTo>
                  <a:lnTo>
                    <a:pt x="25914" y="25553"/>
                  </a:lnTo>
                  <a:lnTo>
                    <a:pt x="25060" y="26103"/>
                  </a:lnTo>
                  <a:lnTo>
                    <a:pt x="20824" y="26138"/>
                  </a:lnTo>
                  <a:lnTo>
                    <a:pt x="14019" y="23933"/>
                  </a:lnTo>
                  <a:lnTo>
                    <a:pt x="12175" y="19244"/>
                  </a:lnTo>
                  <a:lnTo>
                    <a:pt x="8199" y="18162"/>
                  </a:lnTo>
                  <a:lnTo>
                    <a:pt x="7639" y="18445"/>
                  </a:lnTo>
                  <a:lnTo>
                    <a:pt x="7238" y="21194"/>
                  </a:lnTo>
                  <a:lnTo>
                    <a:pt x="5816" y="17262"/>
                  </a:lnTo>
                  <a:lnTo>
                    <a:pt x="3102" y="14755"/>
                  </a:lnTo>
                  <a:lnTo>
                    <a:pt x="0" y="12936"/>
                  </a:lnTo>
                  <a:lnTo>
                    <a:pt x="2074" y="10733"/>
                  </a:lnTo>
                  <a:lnTo>
                    <a:pt x="12427" y="10702"/>
                  </a:lnTo>
                  <a:lnTo>
                    <a:pt x="13096" y="3119"/>
                  </a:lnTo>
                  <a:lnTo>
                    <a:pt x="9044" y="2453"/>
                  </a:lnTo>
                  <a:lnTo>
                    <a:pt x="8451" y="544"/>
                  </a:lnTo>
                  <a:lnTo>
                    <a:pt x="14763" y="3424"/>
                  </a:lnTo>
                  <a:lnTo>
                    <a:pt x="17125" y="3412"/>
                  </a:lnTo>
                  <a:lnTo>
                    <a:pt x="18618" y="3052"/>
                  </a:lnTo>
                  <a:lnTo>
                    <a:pt x="18586" y="2122"/>
                  </a:lnTo>
                  <a:lnTo>
                    <a:pt x="28837" y="1818"/>
                  </a:lnTo>
                  <a:lnTo>
                    <a:pt x="35378" y="686"/>
                  </a:lnTo>
                  <a:lnTo>
                    <a:pt x="3598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h3489"/>
            <p:cNvSpPr/>
            <p:nvPr/>
          </p:nvSpPr>
          <p:spPr>
            <a:xfrm>
              <a:off x="7439505" y="3183369"/>
              <a:ext cx="10051" cy="15980"/>
            </a:xfrm>
            <a:custGeom>
              <a:avLst/>
              <a:pathLst>
                <a:path w="10051" h="15980">
                  <a:moveTo>
                    <a:pt x="910" y="0"/>
                  </a:moveTo>
                  <a:lnTo>
                    <a:pt x="3208" y="3039"/>
                  </a:lnTo>
                  <a:lnTo>
                    <a:pt x="5810" y="4747"/>
                  </a:lnTo>
                  <a:lnTo>
                    <a:pt x="6570" y="3809"/>
                  </a:lnTo>
                  <a:lnTo>
                    <a:pt x="7342" y="2425"/>
                  </a:lnTo>
                  <a:lnTo>
                    <a:pt x="10051" y="2700"/>
                  </a:lnTo>
                  <a:lnTo>
                    <a:pt x="9612" y="8473"/>
                  </a:lnTo>
                  <a:lnTo>
                    <a:pt x="7905" y="13881"/>
                  </a:lnTo>
                  <a:lnTo>
                    <a:pt x="5364" y="15980"/>
                  </a:lnTo>
                  <a:lnTo>
                    <a:pt x="4217" y="14800"/>
                  </a:lnTo>
                  <a:lnTo>
                    <a:pt x="1433" y="14283"/>
                  </a:lnTo>
                  <a:lnTo>
                    <a:pt x="1478" y="10788"/>
                  </a:lnTo>
                  <a:lnTo>
                    <a:pt x="2337" y="10754"/>
                  </a:lnTo>
                  <a:lnTo>
                    <a:pt x="2666" y="9365"/>
                  </a:lnTo>
                  <a:lnTo>
                    <a:pt x="177" y="7040"/>
                  </a:lnTo>
                  <a:lnTo>
                    <a:pt x="1364" y="6244"/>
                  </a:lnTo>
                  <a:lnTo>
                    <a:pt x="1200" y="3613"/>
                  </a:lnTo>
                  <a:lnTo>
                    <a:pt x="388" y="3218"/>
                  </a:lnTo>
                  <a:lnTo>
                    <a:pt x="0" y="725"/>
                  </a:lnTo>
                  <a:lnTo>
                    <a:pt x="13" y="3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h3490"/>
            <p:cNvSpPr/>
            <p:nvPr/>
          </p:nvSpPr>
          <p:spPr>
            <a:xfrm>
              <a:off x="7428718" y="3173959"/>
              <a:ext cx="18539" cy="14157"/>
            </a:xfrm>
            <a:custGeom>
              <a:avLst/>
              <a:pathLst>
                <a:path w="18539" h="14157">
                  <a:moveTo>
                    <a:pt x="16752" y="5697"/>
                  </a:moveTo>
                  <a:lnTo>
                    <a:pt x="18539" y="10092"/>
                  </a:lnTo>
                  <a:lnTo>
                    <a:pt x="16530" y="10632"/>
                  </a:lnTo>
                  <a:lnTo>
                    <a:pt x="16416" y="12449"/>
                  </a:lnTo>
                  <a:lnTo>
                    <a:pt x="17357" y="13220"/>
                  </a:lnTo>
                  <a:lnTo>
                    <a:pt x="16597" y="14157"/>
                  </a:lnTo>
                  <a:lnTo>
                    <a:pt x="13996" y="12449"/>
                  </a:lnTo>
                  <a:lnTo>
                    <a:pt x="11697" y="9410"/>
                  </a:lnTo>
                  <a:lnTo>
                    <a:pt x="10801" y="9445"/>
                  </a:lnTo>
                  <a:lnTo>
                    <a:pt x="10787" y="10136"/>
                  </a:lnTo>
                  <a:lnTo>
                    <a:pt x="2296" y="12191"/>
                  </a:lnTo>
                  <a:lnTo>
                    <a:pt x="55" y="10895"/>
                  </a:lnTo>
                  <a:lnTo>
                    <a:pt x="0" y="9129"/>
                  </a:lnTo>
                  <a:lnTo>
                    <a:pt x="2234" y="6731"/>
                  </a:lnTo>
                  <a:lnTo>
                    <a:pt x="1712" y="4881"/>
                  </a:lnTo>
                  <a:lnTo>
                    <a:pt x="2211" y="4173"/>
                  </a:lnTo>
                  <a:lnTo>
                    <a:pt x="4405" y="4699"/>
                  </a:lnTo>
                  <a:lnTo>
                    <a:pt x="9846" y="7724"/>
                  </a:lnTo>
                  <a:lnTo>
                    <a:pt x="9507" y="5396"/>
                  </a:lnTo>
                  <a:lnTo>
                    <a:pt x="12903" y="5535"/>
                  </a:lnTo>
                  <a:lnTo>
                    <a:pt x="1489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h3491"/>
            <p:cNvSpPr/>
            <p:nvPr/>
          </p:nvSpPr>
          <p:spPr>
            <a:xfrm>
              <a:off x="7411219" y="3170572"/>
              <a:ext cx="19733" cy="17252"/>
            </a:xfrm>
            <a:custGeom>
              <a:avLst/>
              <a:pathLst>
                <a:path w="19733" h="17252">
                  <a:moveTo>
                    <a:pt x="2262" y="62"/>
                  </a:moveTo>
                  <a:lnTo>
                    <a:pt x="2669" y="1307"/>
                  </a:lnTo>
                  <a:lnTo>
                    <a:pt x="4798" y="1183"/>
                  </a:lnTo>
                  <a:lnTo>
                    <a:pt x="6655" y="2562"/>
                  </a:lnTo>
                  <a:lnTo>
                    <a:pt x="6936" y="3698"/>
                  </a:lnTo>
                  <a:lnTo>
                    <a:pt x="9570" y="5172"/>
                  </a:lnTo>
                  <a:lnTo>
                    <a:pt x="13163" y="5352"/>
                  </a:lnTo>
                  <a:lnTo>
                    <a:pt x="17690" y="3043"/>
                  </a:lnTo>
                  <a:lnTo>
                    <a:pt x="18656" y="2410"/>
                  </a:lnTo>
                  <a:lnTo>
                    <a:pt x="19407" y="3505"/>
                  </a:lnTo>
                  <a:lnTo>
                    <a:pt x="18621" y="7830"/>
                  </a:lnTo>
                  <a:lnTo>
                    <a:pt x="19212" y="8268"/>
                  </a:lnTo>
                  <a:lnTo>
                    <a:pt x="19733" y="10118"/>
                  </a:lnTo>
                  <a:lnTo>
                    <a:pt x="17499" y="12516"/>
                  </a:lnTo>
                  <a:lnTo>
                    <a:pt x="17554" y="14282"/>
                  </a:lnTo>
                  <a:lnTo>
                    <a:pt x="17323" y="15940"/>
                  </a:lnTo>
                  <a:lnTo>
                    <a:pt x="16313" y="16048"/>
                  </a:lnTo>
                  <a:lnTo>
                    <a:pt x="13961" y="16110"/>
                  </a:lnTo>
                  <a:lnTo>
                    <a:pt x="12109" y="14848"/>
                  </a:lnTo>
                  <a:lnTo>
                    <a:pt x="7037" y="17252"/>
                  </a:lnTo>
                  <a:lnTo>
                    <a:pt x="4750" y="16847"/>
                  </a:lnTo>
                  <a:lnTo>
                    <a:pt x="0" y="9346"/>
                  </a:lnTo>
                  <a:lnTo>
                    <a:pt x="2220" y="7704"/>
                  </a:lnTo>
                  <a:lnTo>
                    <a:pt x="3288" y="7759"/>
                  </a:lnTo>
                  <a:lnTo>
                    <a:pt x="206" y="2144"/>
                  </a:lnTo>
                  <a:lnTo>
                    <a:pt x="6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h3492"/>
            <p:cNvSpPr/>
            <p:nvPr/>
          </p:nvSpPr>
          <p:spPr>
            <a:xfrm>
              <a:off x="7413400" y="3196366"/>
              <a:ext cx="19919" cy="16933"/>
            </a:xfrm>
            <a:custGeom>
              <a:avLst/>
              <a:pathLst>
                <a:path w="19919" h="16933">
                  <a:moveTo>
                    <a:pt x="9114" y="646"/>
                  </a:moveTo>
                  <a:lnTo>
                    <a:pt x="11112" y="2042"/>
                  </a:lnTo>
                  <a:lnTo>
                    <a:pt x="10117" y="4250"/>
                  </a:lnTo>
                  <a:lnTo>
                    <a:pt x="9983" y="6407"/>
                  </a:lnTo>
                  <a:lnTo>
                    <a:pt x="11217" y="7055"/>
                  </a:lnTo>
                  <a:lnTo>
                    <a:pt x="13871" y="6755"/>
                  </a:lnTo>
                  <a:lnTo>
                    <a:pt x="15027" y="5182"/>
                  </a:lnTo>
                  <a:lnTo>
                    <a:pt x="17568" y="4137"/>
                  </a:lnTo>
                  <a:lnTo>
                    <a:pt x="18172" y="5661"/>
                  </a:lnTo>
                  <a:lnTo>
                    <a:pt x="19919" y="8075"/>
                  </a:lnTo>
                  <a:lnTo>
                    <a:pt x="19036" y="11028"/>
                  </a:lnTo>
                  <a:lnTo>
                    <a:pt x="16339" y="12399"/>
                  </a:lnTo>
                  <a:lnTo>
                    <a:pt x="13927" y="15341"/>
                  </a:lnTo>
                  <a:lnTo>
                    <a:pt x="14536" y="16402"/>
                  </a:lnTo>
                  <a:lnTo>
                    <a:pt x="12434" y="16933"/>
                  </a:lnTo>
                  <a:lnTo>
                    <a:pt x="11481" y="15854"/>
                  </a:lnTo>
                  <a:lnTo>
                    <a:pt x="9009" y="16269"/>
                  </a:lnTo>
                  <a:lnTo>
                    <a:pt x="5538" y="10877"/>
                  </a:lnTo>
                  <a:lnTo>
                    <a:pt x="3491" y="8778"/>
                  </a:lnTo>
                  <a:lnTo>
                    <a:pt x="0" y="6830"/>
                  </a:lnTo>
                  <a:lnTo>
                    <a:pt x="1644" y="1776"/>
                  </a:lnTo>
                  <a:lnTo>
                    <a:pt x="1471" y="90"/>
                  </a:lnTo>
                  <a:lnTo>
                    <a:pt x="554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h3493"/>
            <p:cNvSpPr/>
            <p:nvPr/>
          </p:nvSpPr>
          <p:spPr>
            <a:xfrm>
              <a:off x="7536710" y="3249475"/>
              <a:ext cx="105438" cy="66197"/>
            </a:xfrm>
            <a:custGeom>
              <a:avLst/>
              <a:pathLst>
                <a:path w="105438" h="66197">
                  <a:moveTo>
                    <a:pt x="17058" y="1430"/>
                  </a:moveTo>
                  <a:lnTo>
                    <a:pt x="19828" y="9328"/>
                  </a:lnTo>
                  <a:lnTo>
                    <a:pt x="28570" y="7921"/>
                  </a:lnTo>
                  <a:lnTo>
                    <a:pt x="29464" y="13999"/>
                  </a:lnTo>
                  <a:lnTo>
                    <a:pt x="36390" y="11396"/>
                  </a:lnTo>
                  <a:lnTo>
                    <a:pt x="40553" y="12588"/>
                  </a:lnTo>
                  <a:lnTo>
                    <a:pt x="44593" y="12565"/>
                  </a:lnTo>
                  <a:lnTo>
                    <a:pt x="47335" y="15006"/>
                  </a:lnTo>
                  <a:lnTo>
                    <a:pt x="45345" y="17204"/>
                  </a:lnTo>
                  <a:lnTo>
                    <a:pt x="47907" y="18854"/>
                  </a:lnTo>
                  <a:lnTo>
                    <a:pt x="49886" y="18525"/>
                  </a:lnTo>
                  <a:lnTo>
                    <a:pt x="53915" y="16219"/>
                  </a:lnTo>
                  <a:lnTo>
                    <a:pt x="55296" y="15017"/>
                  </a:lnTo>
                  <a:lnTo>
                    <a:pt x="56181" y="11741"/>
                  </a:lnTo>
                  <a:lnTo>
                    <a:pt x="58561" y="11452"/>
                  </a:lnTo>
                  <a:lnTo>
                    <a:pt x="60293" y="13344"/>
                  </a:lnTo>
                  <a:lnTo>
                    <a:pt x="64530" y="14491"/>
                  </a:lnTo>
                  <a:lnTo>
                    <a:pt x="65177" y="12520"/>
                  </a:lnTo>
                  <a:lnTo>
                    <a:pt x="67284" y="12464"/>
                  </a:lnTo>
                  <a:lnTo>
                    <a:pt x="68115" y="13350"/>
                  </a:lnTo>
                  <a:lnTo>
                    <a:pt x="68900" y="15622"/>
                  </a:lnTo>
                  <a:lnTo>
                    <a:pt x="68501" y="17411"/>
                  </a:lnTo>
                  <a:lnTo>
                    <a:pt x="69356" y="18566"/>
                  </a:lnTo>
                  <a:lnTo>
                    <a:pt x="74210" y="15197"/>
                  </a:lnTo>
                  <a:lnTo>
                    <a:pt x="77440" y="16835"/>
                  </a:lnTo>
                  <a:lnTo>
                    <a:pt x="79379" y="15140"/>
                  </a:lnTo>
                  <a:lnTo>
                    <a:pt x="79538" y="13221"/>
                  </a:lnTo>
                  <a:lnTo>
                    <a:pt x="83265" y="14387"/>
                  </a:lnTo>
                  <a:lnTo>
                    <a:pt x="86037" y="17233"/>
                  </a:lnTo>
                  <a:lnTo>
                    <a:pt x="84839" y="20412"/>
                  </a:lnTo>
                  <a:lnTo>
                    <a:pt x="86285" y="24966"/>
                  </a:lnTo>
                  <a:lnTo>
                    <a:pt x="88159" y="27199"/>
                  </a:lnTo>
                  <a:lnTo>
                    <a:pt x="91995" y="28890"/>
                  </a:lnTo>
                  <a:lnTo>
                    <a:pt x="94919" y="26768"/>
                  </a:lnTo>
                  <a:lnTo>
                    <a:pt x="97264" y="26658"/>
                  </a:lnTo>
                  <a:lnTo>
                    <a:pt x="99289" y="30814"/>
                  </a:lnTo>
                  <a:lnTo>
                    <a:pt x="98657" y="34514"/>
                  </a:lnTo>
                  <a:lnTo>
                    <a:pt x="99210" y="35483"/>
                  </a:lnTo>
                  <a:lnTo>
                    <a:pt x="102638" y="36956"/>
                  </a:lnTo>
                  <a:lnTo>
                    <a:pt x="96519" y="40221"/>
                  </a:lnTo>
                  <a:lnTo>
                    <a:pt x="95110" y="45759"/>
                  </a:lnTo>
                  <a:lnTo>
                    <a:pt x="93014" y="44152"/>
                  </a:lnTo>
                  <a:lnTo>
                    <a:pt x="93209" y="47926"/>
                  </a:lnTo>
                  <a:lnTo>
                    <a:pt x="96039" y="51015"/>
                  </a:lnTo>
                  <a:lnTo>
                    <a:pt x="99132" y="51325"/>
                  </a:lnTo>
                  <a:lnTo>
                    <a:pt x="99554" y="54686"/>
                  </a:lnTo>
                  <a:lnTo>
                    <a:pt x="97984" y="57243"/>
                  </a:lnTo>
                  <a:lnTo>
                    <a:pt x="99988" y="59727"/>
                  </a:lnTo>
                  <a:lnTo>
                    <a:pt x="104201" y="61546"/>
                  </a:lnTo>
                  <a:lnTo>
                    <a:pt x="105438" y="65464"/>
                  </a:lnTo>
                  <a:lnTo>
                    <a:pt x="95608" y="66197"/>
                  </a:lnTo>
                  <a:lnTo>
                    <a:pt x="92309" y="62526"/>
                  </a:lnTo>
                  <a:lnTo>
                    <a:pt x="84398" y="62753"/>
                  </a:lnTo>
                  <a:lnTo>
                    <a:pt x="81268" y="59724"/>
                  </a:lnTo>
                  <a:lnTo>
                    <a:pt x="79611" y="59406"/>
                  </a:lnTo>
                  <a:lnTo>
                    <a:pt x="81046" y="58182"/>
                  </a:lnTo>
                  <a:lnTo>
                    <a:pt x="80289" y="56568"/>
                  </a:lnTo>
                  <a:lnTo>
                    <a:pt x="66837" y="51150"/>
                  </a:lnTo>
                  <a:lnTo>
                    <a:pt x="65399" y="48770"/>
                  </a:lnTo>
                  <a:lnTo>
                    <a:pt x="58864" y="45645"/>
                  </a:lnTo>
                  <a:lnTo>
                    <a:pt x="53699" y="46147"/>
                  </a:lnTo>
                  <a:lnTo>
                    <a:pt x="52499" y="47378"/>
                  </a:lnTo>
                  <a:lnTo>
                    <a:pt x="52324" y="51604"/>
                  </a:lnTo>
                  <a:lnTo>
                    <a:pt x="48164" y="53300"/>
                  </a:lnTo>
                  <a:lnTo>
                    <a:pt x="43997" y="50488"/>
                  </a:lnTo>
                  <a:lnTo>
                    <a:pt x="42527" y="52191"/>
                  </a:lnTo>
                  <a:lnTo>
                    <a:pt x="40480" y="51704"/>
                  </a:lnTo>
                  <a:lnTo>
                    <a:pt x="38963" y="49674"/>
                  </a:lnTo>
                  <a:lnTo>
                    <a:pt x="39212" y="48589"/>
                  </a:lnTo>
                  <a:lnTo>
                    <a:pt x="37475" y="47976"/>
                  </a:lnTo>
                  <a:lnTo>
                    <a:pt x="31375" y="47707"/>
                  </a:lnTo>
                  <a:lnTo>
                    <a:pt x="27449" y="48591"/>
                  </a:lnTo>
                  <a:lnTo>
                    <a:pt x="26571" y="44704"/>
                  </a:lnTo>
                  <a:lnTo>
                    <a:pt x="24769" y="44905"/>
                  </a:lnTo>
                  <a:lnTo>
                    <a:pt x="21956" y="46597"/>
                  </a:lnTo>
                  <a:lnTo>
                    <a:pt x="21011" y="48312"/>
                  </a:lnTo>
                  <a:lnTo>
                    <a:pt x="19694" y="46678"/>
                  </a:lnTo>
                  <a:lnTo>
                    <a:pt x="16794" y="45413"/>
                  </a:lnTo>
                  <a:lnTo>
                    <a:pt x="16859" y="40919"/>
                  </a:lnTo>
                  <a:lnTo>
                    <a:pt x="15933" y="38432"/>
                  </a:lnTo>
                  <a:lnTo>
                    <a:pt x="14344" y="36796"/>
                  </a:lnTo>
                  <a:lnTo>
                    <a:pt x="10845" y="33619"/>
                  </a:lnTo>
                  <a:lnTo>
                    <a:pt x="2970" y="30994"/>
                  </a:lnTo>
                  <a:lnTo>
                    <a:pt x="0" y="27661"/>
                  </a:lnTo>
                  <a:lnTo>
                    <a:pt x="130" y="22718"/>
                  </a:lnTo>
                  <a:lnTo>
                    <a:pt x="985" y="22167"/>
                  </a:lnTo>
                  <a:lnTo>
                    <a:pt x="2783" y="15981"/>
                  </a:lnTo>
                  <a:lnTo>
                    <a:pt x="1925" y="5972"/>
                  </a:lnTo>
                  <a:lnTo>
                    <a:pt x="2778" y="4481"/>
                  </a:lnTo>
                  <a:lnTo>
                    <a:pt x="5933" y="1503"/>
                  </a:lnTo>
                  <a:lnTo>
                    <a:pt x="7929" y="1095"/>
                  </a:lnTo>
                  <a:lnTo>
                    <a:pt x="11919" y="2092"/>
                  </a:lnTo>
                  <a:lnTo>
                    <a:pt x="14365" y="1398"/>
                  </a:lnTo>
                  <a:lnTo>
                    <a:pt x="15411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h3494"/>
            <p:cNvSpPr/>
            <p:nvPr/>
          </p:nvSpPr>
          <p:spPr>
            <a:xfrm>
              <a:off x="7471861" y="3205920"/>
              <a:ext cx="31559" cy="24509"/>
            </a:xfrm>
            <a:custGeom>
              <a:avLst/>
              <a:pathLst>
                <a:path w="31559" h="24509">
                  <a:moveTo>
                    <a:pt x="23414" y="2448"/>
                  </a:moveTo>
                  <a:lnTo>
                    <a:pt x="21964" y="6539"/>
                  </a:lnTo>
                  <a:lnTo>
                    <a:pt x="25049" y="11615"/>
                  </a:lnTo>
                  <a:lnTo>
                    <a:pt x="30170" y="10649"/>
                  </a:lnTo>
                  <a:lnTo>
                    <a:pt x="31151" y="9607"/>
                  </a:lnTo>
                  <a:lnTo>
                    <a:pt x="29044" y="12451"/>
                  </a:lnTo>
                  <a:lnTo>
                    <a:pt x="29691" y="14406"/>
                  </a:lnTo>
                  <a:lnTo>
                    <a:pt x="31559" y="16360"/>
                  </a:lnTo>
                  <a:lnTo>
                    <a:pt x="28499" y="15892"/>
                  </a:lnTo>
                  <a:lnTo>
                    <a:pt x="26199" y="16444"/>
                  </a:lnTo>
                  <a:lnTo>
                    <a:pt x="22871" y="20521"/>
                  </a:lnTo>
                  <a:lnTo>
                    <a:pt x="22888" y="21758"/>
                  </a:lnTo>
                  <a:lnTo>
                    <a:pt x="21680" y="20384"/>
                  </a:lnTo>
                  <a:lnTo>
                    <a:pt x="16801" y="20640"/>
                  </a:lnTo>
                  <a:lnTo>
                    <a:pt x="13216" y="24509"/>
                  </a:lnTo>
                  <a:lnTo>
                    <a:pt x="10600" y="23526"/>
                  </a:lnTo>
                  <a:lnTo>
                    <a:pt x="9335" y="24024"/>
                  </a:lnTo>
                  <a:lnTo>
                    <a:pt x="5126" y="23448"/>
                  </a:lnTo>
                  <a:lnTo>
                    <a:pt x="5577" y="21272"/>
                  </a:lnTo>
                  <a:lnTo>
                    <a:pt x="4287" y="18827"/>
                  </a:lnTo>
                  <a:lnTo>
                    <a:pt x="1995" y="17600"/>
                  </a:lnTo>
                  <a:lnTo>
                    <a:pt x="1327" y="15257"/>
                  </a:lnTo>
                  <a:lnTo>
                    <a:pt x="1903" y="13007"/>
                  </a:lnTo>
                  <a:lnTo>
                    <a:pt x="120" y="12209"/>
                  </a:lnTo>
                  <a:lnTo>
                    <a:pt x="0" y="12006"/>
                  </a:lnTo>
                  <a:lnTo>
                    <a:pt x="3297" y="11062"/>
                  </a:lnTo>
                  <a:lnTo>
                    <a:pt x="6411" y="11868"/>
                  </a:lnTo>
                  <a:lnTo>
                    <a:pt x="6265" y="14034"/>
                  </a:lnTo>
                  <a:lnTo>
                    <a:pt x="12784" y="15030"/>
                  </a:lnTo>
                  <a:lnTo>
                    <a:pt x="17180" y="13795"/>
                  </a:lnTo>
                  <a:lnTo>
                    <a:pt x="18921" y="12144"/>
                  </a:lnTo>
                  <a:lnTo>
                    <a:pt x="17414" y="7141"/>
                  </a:lnTo>
                  <a:lnTo>
                    <a:pt x="1836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h3495"/>
            <p:cNvSpPr/>
            <p:nvPr/>
          </p:nvSpPr>
          <p:spPr>
            <a:xfrm>
              <a:off x="7496106" y="3298600"/>
              <a:ext cx="47751" cy="44365"/>
            </a:xfrm>
            <a:custGeom>
              <a:avLst/>
              <a:pathLst>
                <a:path w="47751" h="44365">
                  <a:moveTo>
                    <a:pt x="26271" y="0"/>
                  </a:moveTo>
                  <a:lnTo>
                    <a:pt x="27323" y="504"/>
                  </a:lnTo>
                  <a:lnTo>
                    <a:pt x="28541" y="2507"/>
                  </a:lnTo>
                  <a:lnTo>
                    <a:pt x="27504" y="3830"/>
                  </a:lnTo>
                  <a:lnTo>
                    <a:pt x="28089" y="6557"/>
                  </a:lnTo>
                  <a:lnTo>
                    <a:pt x="31775" y="9555"/>
                  </a:lnTo>
                  <a:lnTo>
                    <a:pt x="30924" y="11210"/>
                  </a:lnTo>
                  <a:lnTo>
                    <a:pt x="28472" y="11292"/>
                  </a:lnTo>
                  <a:lnTo>
                    <a:pt x="26501" y="12932"/>
                  </a:lnTo>
                  <a:lnTo>
                    <a:pt x="25831" y="15985"/>
                  </a:lnTo>
                  <a:lnTo>
                    <a:pt x="29189" y="16155"/>
                  </a:lnTo>
                  <a:lnTo>
                    <a:pt x="32688" y="18473"/>
                  </a:lnTo>
                  <a:lnTo>
                    <a:pt x="30887" y="20231"/>
                  </a:lnTo>
                  <a:lnTo>
                    <a:pt x="27826" y="21018"/>
                  </a:lnTo>
                  <a:lnTo>
                    <a:pt x="26500" y="26315"/>
                  </a:lnTo>
                  <a:lnTo>
                    <a:pt x="27810" y="30240"/>
                  </a:lnTo>
                  <a:lnTo>
                    <a:pt x="34829" y="35113"/>
                  </a:lnTo>
                  <a:lnTo>
                    <a:pt x="43990" y="38864"/>
                  </a:lnTo>
                  <a:lnTo>
                    <a:pt x="46247" y="40375"/>
                  </a:lnTo>
                  <a:lnTo>
                    <a:pt x="47751" y="42045"/>
                  </a:lnTo>
                  <a:lnTo>
                    <a:pt x="45029" y="44365"/>
                  </a:lnTo>
                  <a:lnTo>
                    <a:pt x="43678" y="42011"/>
                  </a:lnTo>
                  <a:lnTo>
                    <a:pt x="39370" y="41504"/>
                  </a:lnTo>
                  <a:lnTo>
                    <a:pt x="33081" y="42742"/>
                  </a:lnTo>
                  <a:lnTo>
                    <a:pt x="26400" y="40317"/>
                  </a:lnTo>
                  <a:lnTo>
                    <a:pt x="27880" y="38432"/>
                  </a:lnTo>
                  <a:lnTo>
                    <a:pt x="30313" y="38048"/>
                  </a:lnTo>
                  <a:lnTo>
                    <a:pt x="27442" y="34985"/>
                  </a:lnTo>
                  <a:lnTo>
                    <a:pt x="16390" y="32500"/>
                  </a:lnTo>
                  <a:lnTo>
                    <a:pt x="4397" y="27514"/>
                  </a:lnTo>
                  <a:lnTo>
                    <a:pt x="2656" y="26246"/>
                  </a:lnTo>
                  <a:lnTo>
                    <a:pt x="0" y="22247"/>
                  </a:lnTo>
                  <a:lnTo>
                    <a:pt x="8651" y="18838"/>
                  </a:lnTo>
                  <a:lnTo>
                    <a:pt x="8626" y="17800"/>
                  </a:lnTo>
                  <a:lnTo>
                    <a:pt x="11599" y="9394"/>
                  </a:lnTo>
                  <a:lnTo>
                    <a:pt x="15587" y="2842"/>
                  </a:lnTo>
                  <a:lnTo>
                    <a:pt x="17778" y="3040"/>
                  </a:lnTo>
                  <a:lnTo>
                    <a:pt x="19656" y="1223"/>
                  </a:lnTo>
                  <a:lnTo>
                    <a:pt x="20472" y="199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h3496"/>
            <p:cNvSpPr/>
            <p:nvPr/>
          </p:nvSpPr>
          <p:spPr>
            <a:xfrm>
              <a:off x="7427063" y="3160480"/>
              <a:ext cx="16638" cy="21202"/>
            </a:xfrm>
            <a:custGeom>
              <a:avLst/>
              <a:pathLst>
                <a:path w="16638" h="21202">
                  <a:moveTo>
                    <a:pt x="14500" y="9194"/>
                  </a:moveTo>
                  <a:lnTo>
                    <a:pt x="14350" y="10943"/>
                  </a:lnTo>
                  <a:lnTo>
                    <a:pt x="13398" y="12252"/>
                  </a:lnTo>
                  <a:lnTo>
                    <a:pt x="15194" y="13159"/>
                  </a:lnTo>
                  <a:lnTo>
                    <a:pt x="16638" y="12637"/>
                  </a:lnTo>
                  <a:lnTo>
                    <a:pt x="16550" y="13478"/>
                  </a:lnTo>
                  <a:lnTo>
                    <a:pt x="14558" y="19014"/>
                  </a:lnTo>
                  <a:lnTo>
                    <a:pt x="11163" y="18875"/>
                  </a:lnTo>
                  <a:lnTo>
                    <a:pt x="11501" y="21202"/>
                  </a:lnTo>
                  <a:lnTo>
                    <a:pt x="6060" y="18178"/>
                  </a:lnTo>
                  <a:lnTo>
                    <a:pt x="3867" y="17651"/>
                  </a:lnTo>
                  <a:lnTo>
                    <a:pt x="3368" y="18360"/>
                  </a:lnTo>
                  <a:lnTo>
                    <a:pt x="2777" y="17922"/>
                  </a:lnTo>
                  <a:lnTo>
                    <a:pt x="3563" y="13596"/>
                  </a:lnTo>
                  <a:lnTo>
                    <a:pt x="2811" y="12501"/>
                  </a:lnTo>
                  <a:lnTo>
                    <a:pt x="1845" y="13135"/>
                  </a:lnTo>
                  <a:lnTo>
                    <a:pt x="0" y="9640"/>
                  </a:lnTo>
                  <a:lnTo>
                    <a:pt x="1869" y="7868"/>
                  </a:lnTo>
                  <a:lnTo>
                    <a:pt x="2472" y="5188"/>
                  </a:lnTo>
                  <a:lnTo>
                    <a:pt x="2428" y="2840"/>
                  </a:lnTo>
                  <a:lnTo>
                    <a:pt x="935" y="1826"/>
                  </a:lnTo>
                  <a:lnTo>
                    <a:pt x="3192" y="605"/>
                  </a:lnTo>
                  <a:lnTo>
                    <a:pt x="411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h3497"/>
            <p:cNvSpPr/>
            <p:nvPr/>
          </p:nvSpPr>
          <p:spPr>
            <a:xfrm>
              <a:off x="7517525" y="3423549"/>
              <a:ext cx="31748" cy="74073"/>
            </a:xfrm>
            <a:custGeom>
              <a:avLst/>
              <a:pathLst>
                <a:path w="31748" h="74073">
                  <a:moveTo>
                    <a:pt x="31748" y="3001"/>
                  </a:moveTo>
                  <a:lnTo>
                    <a:pt x="30064" y="8499"/>
                  </a:lnTo>
                  <a:lnTo>
                    <a:pt x="27567" y="11933"/>
                  </a:lnTo>
                  <a:lnTo>
                    <a:pt x="25639" y="22168"/>
                  </a:lnTo>
                  <a:lnTo>
                    <a:pt x="26022" y="23682"/>
                  </a:lnTo>
                  <a:lnTo>
                    <a:pt x="30478" y="23959"/>
                  </a:lnTo>
                  <a:lnTo>
                    <a:pt x="30526" y="28119"/>
                  </a:lnTo>
                  <a:lnTo>
                    <a:pt x="28223" y="28407"/>
                  </a:lnTo>
                  <a:lnTo>
                    <a:pt x="27765" y="32041"/>
                  </a:lnTo>
                  <a:lnTo>
                    <a:pt x="24055" y="44491"/>
                  </a:lnTo>
                  <a:lnTo>
                    <a:pt x="23661" y="54437"/>
                  </a:lnTo>
                  <a:lnTo>
                    <a:pt x="23421" y="61384"/>
                  </a:lnTo>
                  <a:lnTo>
                    <a:pt x="20847" y="69228"/>
                  </a:lnTo>
                  <a:lnTo>
                    <a:pt x="18243" y="74073"/>
                  </a:lnTo>
                  <a:lnTo>
                    <a:pt x="0" y="58536"/>
                  </a:lnTo>
                  <a:lnTo>
                    <a:pt x="1309" y="58735"/>
                  </a:lnTo>
                  <a:lnTo>
                    <a:pt x="3149" y="57929"/>
                  </a:lnTo>
                  <a:lnTo>
                    <a:pt x="7767" y="51601"/>
                  </a:lnTo>
                  <a:lnTo>
                    <a:pt x="7993" y="39961"/>
                  </a:lnTo>
                  <a:lnTo>
                    <a:pt x="4524" y="38295"/>
                  </a:lnTo>
                  <a:lnTo>
                    <a:pt x="2635" y="34787"/>
                  </a:lnTo>
                  <a:lnTo>
                    <a:pt x="4274" y="33689"/>
                  </a:lnTo>
                  <a:lnTo>
                    <a:pt x="5684" y="34749"/>
                  </a:lnTo>
                  <a:lnTo>
                    <a:pt x="5646" y="35686"/>
                  </a:lnTo>
                  <a:lnTo>
                    <a:pt x="7787" y="35527"/>
                  </a:lnTo>
                  <a:lnTo>
                    <a:pt x="15751" y="32256"/>
                  </a:lnTo>
                  <a:lnTo>
                    <a:pt x="17368" y="30232"/>
                  </a:lnTo>
                  <a:lnTo>
                    <a:pt x="17167" y="28896"/>
                  </a:lnTo>
                  <a:lnTo>
                    <a:pt x="14579" y="24882"/>
                  </a:lnTo>
                  <a:lnTo>
                    <a:pt x="11430" y="23841"/>
                  </a:lnTo>
                  <a:lnTo>
                    <a:pt x="14751" y="19310"/>
                  </a:lnTo>
                  <a:lnTo>
                    <a:pt x="12757" y="15910"/>
                  </a:lnTo>
                  <a:lnTo>
                    <a:pt x="8614" y="15498"/>
                  </a:lnTo>
                  <a:lnTo>
                    <a:pt x="8215" y="13026"/>
                  </a:lnTo>
                  <a:lnTo>
                    <a:pt x="11884" y="5960"/>
                  </a:lnTo>
                  <a:lnTo>
                    <a:pt x="11855" y="4279"/>
                  </a:lnTo>
                  <a:lnTo>
                    <a:pt x="12390" y="188"/>
                  </a:lnTo>
                  <a:lnTo>
                    <a:pt x="14975" y="232"/>
                  </a:lnTo>
                  <a:lnTo>
                    <a:pt x="18426" y="1772"/>
                  </a:lnTo>
                  <a:lnTo>
                    <a:pt x="19665" y="4587"/>
                  </a:lnTo>
                  <a:lnTo>
                    <a:pt x="16668" y="4453"/>
                  </a:lnTo>
                  <a:lnTo>
                    <a:pt x="16632" y="6083"/>
                  </a:lnTo>
                  <a:lnTo>
                    <a:pt x="17723" y="8175"/>
                  </a:lnTo>
                  <a:lnTo>
                    <a:pt x="22482" y="5085"/>
                  </a:lnTo>
                  <a:lnTo>
                    <a:pt x="27140" y="843"/>
                  </a:lnTo>
                  <a:lnTo>
                    <a:pt x="29074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h3498"/>
            <p:cNvSpPr/>
            <p:nvPr/>
          </p:nvSpPr>
          <p:spPr>
            <a:xfrm>
              <a:off x="7386349" y="3136281"/>
              <a:ext cx="47556" cy="43636"/>
            </a:xfrm>
            <a:custGeom>
              <a:avLst/>
              <a:pathLst>
                <a:path w="47556" h="43636">
                  <a:moveTo>
                    <a:pt x="42624" y="458"/>
                  </a:moveTo>
                  <a:lnTo>
                    <a:pt x="41939" y="3389"/>
                  </a:lnTo>
                  <a:lnTo>
                    <a:pt x="42520" y="8373"/>
                  </a:lnTo>
                  <a:lnTo>
                    <a:pt x="43971" y="10410"/>
                  </a:lnTo>
                  <a:lnTo>
                    <a:pt x="45698" y="11049"/>
                  </a:lnTo>
                  <a:lnTo>
                    <a:pt x="47021" y="12457"/>
                  </a:lnTo>
                  <a:lnTo>
                    <a:pt x="47418" y="15479"/>
                  </a:lnTo>
                  <a:lnTo>
                    <a:pt x="47556" y="18326"/>
                  </a:lnTo>
                  <a:lnTo>
                    <a:pt x="44836" y="21920"/>
                  </a:lnTo>
                  <a:lnTo>
                    <a:pt x="42211" y="23229"/>
                  </a:lnTo>
                  <a:lnTo>
                    <a:pt x="37489" y="24328"/>
                  </a:lnTo>
                  <a:lnTo>
                    <a:pt x="31490" y="31944"/>
                  </a:lnTo>
                  <a:lnTo>
                    <a:pt x="29580" y="33322"/>
                  </a:lnTo>
                  <a:lnTo>
                    <a:pt x="29152" y="34852"/>
                  </a:lnTo>
                  <a:lnTo>
                    <a:pt x="29667" y="35473"/>
                  </a:lnTo>
                  <a:lnTo>
                    <a:pt x="27538" y="35597"/>
                  </a:lnTo>
                  <a:lnTo>
                    <a:pt x="27132" y="34352"/>
                  </a:lnTo>
                  <a:lnTo>
                    <a:pt x="25557" y="34290"/>
                  </a:lnTo>
                  <a:lnTo>
                    <a:pt x="25075" y="36434"/>
                  </a:lnTo>
                  <a:lnTo>
                    <a:pt x="28157" y="42049"/>
                  </a:lnTo>
                  <a:lnTo>
                    <a:pt x="27089" y="41994"/>
                  </a:lnTo>
                  <a:lnTo>
                    <a:pt x="24869" y="43636"/>
                  </a:lnTo>
                  <a:lnTo>
                    <a:pt x="23111" y="41752"/>
                  </a:lnTo>
                  <a:lnTo>
                    <a:pt x="23542" y="41176"/>
                  </a:lnTo>
                  <a:lnTo>
                    <a:pt x="21605" y="39510"/>
                  </a:lnTo>
                  <a:lnTo>
                    <a:pt x="20827" y="39753"/>
                  </a:lnTo>
                  <a:lnTo>
                    <a:pt x="19758" y="32926"/>
                  </a:lnTo>
                  <a:lnTo>
                    <a:pt x="20992" y="30607"/>
                  </a:lnTo>
                  <a:lnTo>
                    <a:pt x="26149" y="26035"/>
                  </a:lnTo>
                  <a:lnTo>
                    <a:pt x="25410" y="24528"/>
                  </a:lnTo>
                  <a:lnTo>
                    <a:pt x="23200" y="22855"/>
                  </a:lnTo>
                  <a:lnTo>
                    <a:pt x="21910" y="22689"/>
                  </a:lnTo>
                  <a:lnTo>
                    <a:pt x="21435" y="19284"/>
                  </a:lnTo>
                  <a:lnTo>
                    <a:pt x="19323" y="18523"/>
                  </a:lnTo>
                  <a:lnTo>
                    <a:pt x="17082" y="19437"/>
                  </a:lnTo>
                  <a:lnTo>
                    <a:pt x="15501" y="21759"/>
                  </a:lnTo>
                  <a:lnTo>
                    <a:pt x="12290" y="23437"/>
                  </a:lnTo>
                  <a:lnTo>
                    <a:pt x="11440" y="24111"/>
                  </a:lnTo>
                  <a:lnTo>
                    <a:pt x="5773" y="24502"/>
                  </a:lnTo>
                  <a:lnTo>
                    <a:pt x="4844" y="23021"/>
                  </a:lnTo>
                  <a:lnTo>
                    <a:pt x="5247" y="22248"/>
                  </a:lnTo>
                  <a:lnTo>
                    <a:pt x="6869" y="21917"/>
                  </a:lnTo>
                  <a:lnTo>
                    <a:pt x="6781" y="21152"/>
                  </a:lnTo>
                  <a:lnTo>
                    <a:pt x="4113" y="17512"/>
                  </a:lnTo>
                  <a:lnTo>
                    <a:pt x="1104" y="15802"/>
                  </a:lnTo>
                  <a:lnTo>
                    <a:pt x="0" y="13262"/>
                  </a:lnTo>
                  <a:lnTo>
                    <a:pt x="615" y="10682"/>
                  </a:lnTo>
                  <a:lnTo>
                    <a:pt x="3271" y="7523"/>
                  </a:lnTo>
                  <a:lnTo>
                    <a:pt x="6503" y="6890"/>
                  </a:lnTo>
                  <a:lnTo>
                    <a:pt x="5899" y="4883"/>
                  </a:lnTo>
                  <a:lnTo>
                    <a:pt x="7252" y="4362"/>
                  </a:lnTo>
                  <a:lnTo>
                    <a:pt x="9661" y="5293"/>
                  </a:lnTo>
                  <a:lnTo>
                    <a:pt x="16262" y="15201"/>
                  </a:lnTo>
                  <a:lnTo>
                    <a:pt x="18711" y="17220"/>
                  </a:lnTo>
                  <a:lnTo>
                    <a:pt x="20067" y="16566"/>
                  </a:lnTo>
                  <a:lnTo>
                    <a:pt x="21342" y="14425"/>
                  </a:lnTo>
                  <a:lnTo>
                    <a:pt x="23688" y="15771"/>
                  </a:lnTo>
                  <a:lnTo>
                    <a:pt x="27250" y="16088"/>
                  </a:lnTo>
                  <a:lnTo>
                    <a:pt x="29496" y="12926"/>
                  </a:lnTo>
                  <a:lnTo>
                    <a:pt x="33994" y="12760"/>
                  </a:lnTo>
                  <a:lnTo>
                    <a:pt x="38950" y="13880"/>
                  </a:lnTo>
                  <a:lnTo>
                    <a:pt x="38381" y="9478"/>
                  </a:lnTo>
                  <a:lnTo>
                    <a:pt x="37159" y="8979"/>
                  </a:lnTo>
                  <a:lnTo>
                    <a:pt x="39388" y="2046"/>
                  </a:lnTo>
                  <a:lnTo>
                    <a:pt x="4214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h3499"/>
            <p:cNvSpPr/>
            <p:nvPr/>
          </p:nvSpPr>
          <p:spPr>
            <a:xfrm>
              <a:off x="7430054" y="3228576"/>
              <a:ext cx="35500" cy="72889"/>
            </a:xfrm>
            <a:custGeom>
              <a:avLst/>
              <a:pathLst>
                <a:path w="35500" h="72889">
                  <a:moveTo>
                    <a:pt x="16758" y="3758"/>
                  </a:moveTo>
                  <a:lnTo>
                    <a:pt x="15890" y="3332"/>
                  </a:lnTo>
                  <a:lnTo>
                    <a:pt x="11876" y="5423"/>
                  </a:lnTo>
                  <a:lnTo>
                    <a:pt x="13440" y="8236"/>
                  </a:lnTo>
                  <a:lnTo>
                    <a:pt x="12178" y="12730"/>
                  </a:lnTo>
                  <a:lnTo>
                    <a:pt x="9287" y="13994"/>
                  </a:lnTo>
                  <a:lnTo>
                    <a:pt x="7709" y="16777"/>
                  </a:lnTo>
                  <a:lnTo>
                    <a:pt x="8657" y="17686"/>
                  </a:lnTo>
                  <a:lnTo>
                    <a:pt x="11776" y="16312"/>
                  </a:lnTo>
                  <a:lnTo>
                    <a:pt x="22199" y="19806"/>
                  </a:lnTo>
                  <a:lnTo>
                    <a:pt x="23846" y="21004"/>
                  </a:lnTo>
                  <a:lnTo>
                    <a:pt x="24403" y="23908"/>
                  </a:lnTo>
                  <a:lnTo>
                    <a:pt x="23991" y="24685"/>
                  </a:lnTo>
                  <a:lnTo>
                    <a:pt x="26540" y="25754"/>
                  </a:lnTo>
                  <a:lnTo>
                    <a:pt x="26081" y="28217"/>
                  </a:lnTo>
                  <a:lnTo>
                    <a:pt x="28940" y="28910"/>
                  </a:lnTo>
                  <a:lnTo>
                    <a:pt x="28740" y="29827"/>
                  </a:lnTo>
                  <a:lnTo>
                    <a:pt x="21747" y="30654"/>
                  </a:lnTo>
                  <a:lnTo>
                    <a:pt x="20122" y="31897"/>
                  </a:lnTo>
                  <a:lnTo>
                    <a:pt x="16497" y="40026"/>
                  </a:lnTo>
                  <a:lnTo>
                    <a:pt x="16657" y="41993"/>
                  </a:lnTo>
                  <a:lnTo>
                    <a:pt x="18443" y="44785"/>
                  </a:lnTo>
                  <a:lnTo>
                    <a:pt x="18201" y="49301"/>
                  </a:lnTo>
                  <a:lnTo>
                    <a:pt x="18969" y="50616"/>
                  </a:lnTo>
                  <a:lnTo>
                    <a:pt x="20366" y="51190"/>
                  </a:lnTo>
                  <a:lnTo>
                    <a:pt x="26296" y="59868"/>
                  </a:lnTo>
                  <a:lnTo>
                    <a:pt x="28348" y="58905"/>
                  </a:lnTo>
                  <a:lnTo>
                    <a:pt x="32426" y="61961"/>
                  </a:lnTo>
                  <a:lnTo>
                    <a:pt x="35500" y="61819"/>
                  </a:lnTo>
                  <a:lnTo>
                    <a:pt x="35312" y="64013"/>
                  </a:lnTo>
                  <a:lnTo>
                    <a:pt x="30745" y="67460"/>
                  </a:lnTo>
                  <a:lnTo>
                    <a:pt x="28942" y="70014"/>
                  </a:lnTo>
                  <a:lnTo>
                    <a:pt x="29128" y="72889"/>
                  </a:lnTo>
                  <a:lnTo>
                    <a:pt x="26540" y="72785"/>
                  </a:lnTo>
                  <a:lnTo>
                    <a:pt x="25693" y="71656"/>
                  </a:lnTo>
                  <a:lnTo>
                    <a:pt x="25344" y="63883"/>
                  </a:lnTo>
                  <a:lnTo>
                    <a:pt x="19603" y="60228"/>
                  </a:lnTo>
                  <a:lnTo>
                    <a:pt x="17279" y="57734"/>
                  </a:lnTo>
                  <a:lnTo>
                    <a:pt x="7983" y="56318"/>
                  </a:lnTo>
                  <a:lnTo>
                    <a:pt x="2174" y="61701"/>
                  </a:lnTo>
                  <a:lnTo>
                    <a:pt x="1372" y="61261"/>
                  </a:lnTo>
                  <a:lnTo>
                    <a:pt x="2126" y="58948"/>
                  </a:lnTo>
                  <a:lnTo>
                    <a:pt x="6139" y="54635"/>
                  </a:lnTo>
                  <a:lnTo>
                    <a:pt x="6804" y="52911"/>
                  </a:lnTo>
                  <a:lnTo>
                    <a:pt x="0" y="50233"/>
                  </a:lnTo>
                  <a:lnTo>
                    <a:pt x="3384" y="48771"/>
                  </a:lnTo>
                  <a:lnTo>
                    <a:pt x="4679" y="43770"/>
                  </a:lnTo>
                  <a:lnTo>
                    <a:pt x="5079" y="37022"/>
                  </a:lnTo>
                  <a:lnTo>
                    <a:pt x="4322" y="29928"/>
                  </a:lnTo>
                  <a:lnTo>
                    <a:pt x="3278" y="28661"/>
                  </a:lnTo>
                  <a:lnTo>
                    <a:pt x="5644" y="29634"/>
                  </a:lnTo>
                  <a:lnTo>
                    <a:pt x="6882" y="28082"/>
                  </a:lnTo>
                  <a:lnTo>
                    <a:pt x="5916" y="19278"/>
                  </a:lnTo>
                  <a:lnTo>
                    <a:pt x="1845" y="14547"/>
                  </a:lnTo>
                  <a:lnTo>
                    <a:pt x="2218" y="9543"/>
                  </a:lnTo>
                  <a:lnTo>
                    <a:pt x="251" y="8924"/>
                  </a:lnTo>
                  <a:lnTo>
                    <a:pt x="5207" y="8207"/>
                  </a:lnTo>
                  <a:lnTo>
                    <a:pt x="6999" y="4925"/>
                  </a:lnTo>
                  <a:lnTo>
                    <a:pt x="2786" y="3689"/>
                  </a:lnTo>
                  <a:lnTo>
                    <a:pt x="2053" y="2219"/>
                  </a:lnTo>
                  <a:lnTo>
                    <a:pt x="2211" y="557"/>
                  </a:lnTo>
                  <a:lnTo>
                    <a:pt x="4723" y="796"/>
                  </a:lnTo>
                  <a:lnTo>
                    <a:pt x="6311" y="2422"/>
                  </a:lnTo>
                  <a:lnTo>
                    <a:pt x="10028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h3500"/>
            <p:cNvSpPr/>
            <p:nvPr/>
          </p:nvSpPr>
          <p:spPr>
            <a:xfrm>
              <a:off x="7388038" y="3117821"/>
              <a:ext cx="43044" cy="35680"/>
            </a:xfrm>
            <a:custGeom>
              <a:avLst/>
              <a:pathLst>
                <a:path w="43044" h="35680">
                  <a:moveTo>
                    <a:pt x="39486" y="146"/>
                  </a:moveTo>
                  <a:lnTo>
                    <a:pt x="41296" y="1889"/>
                  </a:lnTo>
                  <a:lnTo>
                    <a:pt x="43044" y="5095"/>
                  </a:lnTo>
                  <a:lnTo>
                    <a:pt x="40792" y="8520"/>
                  </a:lnTo>
                  <a:lnTo>
                    <a:pt x="39757" y="8804"/>
                  </a:lnTo>
                  <a:lnTo>
                    <a:pt x="38524" y="14736"/>
                  </a:lnTo>
                  <a:lnTo>
                    <a:pt x="38902" y="15676"/>
                  </a:lnTo>
                  <a:lnTo>
                    <a:pt x="39912" y="15392"/>
                  </a:lnTo>
                  <a:lnTo>
                    <a:pt x="40607" y="16123"/>
                  </a:lnTo>
                  <a:lnTo>
                    <a:pt x="40457" y="18460"/>
                  </a:lnTo>
                  <a:lnTo>
                    <a:pt x="37699" y="20507"/>
                  </a:lnTo>
                  <a:lnTo>
                    <a:pt x="35470" y="27439"/>
                  </a:lnTo>
                  <a:lnTo>
                    <a:pt x="36692" y="27938"/>
                  </a:lnTo>
                  <a:lnTo>
                    <a:pt x="37261" y="32341"/>
                  </a:lnTo>
                  <a:lnTo>
                    <a:pt x="32305" y="31220"/>
                  </a:lnTo>
                  <a:lnTo>
                    <a:pt x="27807" y="31386"/>
                  </a:lnTo>
                  <a:lnTo>
                    <a:pt x="25561" y="34548"/>
                  </a:lnTo>
                  <a:lnTo>
                    <a:pt x="21999" y="34231"/>
                  </a:lnTo>
                  <a:lnTo>
                    <a:pt x="19653" y="32885"/>
                  </a:lnTo>
                  <a:lnTo>
                    <a:pt x="18378" y="35026"/>
                  </a:lnTo>
                  <a:lnTo>
                    <a:pt x="17022" y="35680"/>
                  </a:lnTo>
                  <a:lnTo>
                    <a:pt x="14573" y="33661"/>
                  </a:lnTo>
                  <a:lnTo>
                    <a:pt x="7972" y="23753"/>
                  </a:lnTo>
                  <a:lnTo>
                    <a:pt x="5563" y="22822"/>
                  </a:lnTo>
                  <a:lnTo>
                    <a:pt x="4210" y="23344"/>
                  </a:lnTo>
                  <a:lnTo>
                    <a:pt x="4740" y="21884"/>
                  </a:lnTo>
                  <a:lnTo>
                    <a:pt x="4573" y="17608"/>
                  </a:lnTo>
                  <a:lnTo>
                    <a:pt x="1203" y="13546"/>
                  </a:lnTo>
                  <a:lnTo>
                    <a:pt x="0" y="10645"/>
                  </a:lnTo>
                  <a:lnTo>
                    <a:pt x="449" y="10126"/>
                  </a:lnTo>
                  <a:lnTo>
                    <a:pt x="1774" y="11328"/>
                  </a:lnTo>
                  <a:lnTo>
                    <a:pt x="4469" y="11529"/>
                  </a:lnTo>
                  <a:lnTo>
                    <a:pt x="5314" y="8636"/>
                  </a:lnTo>
                  <a:lnTo>
                    <a:pt x="6197" y="4894"/>
                  </a:lnTo>
                  <a:lnTo>
                    <a:pt x="8417" y="5409"/>
                  </a:lnTo>
                  <a:lnTo>
                    <a:pt x="7866" y="7466"/>
                  </a:lnTo>
                  <a:lnTo>
                    <a:pt x="9678" y="9055"/>
                  </a:lnTo>
                  <a:lnTo>
                    <a:pt x="13322" y="9990"/>
                  </a:lnTo>
                  <a:lnTo>
                    <a:pt x="15581" y="7071"/>
                  </a:lnTo>
                  <a:lnTo>
                    <a:pt x="16594" y="8066"/>
                  </a:lnTo>
                  <a:lnTo>
                    <a:pt x="22487" y="9519"/>
                  </a:lnTo>
                  <a:lnTo>
                    <a:pt x="27788" y="8458"/>
                  </a:lnTo>
                  <a:lnTo>
                    <a:pt x="32426" y="6469"/>
                  </a:lnTo>
                  <a:lnTo>
                    <a:pt x="32632" y="3886"/>
                  </a:lnTo>
                  <a:lnTo>
                    <a:pt x="31025" y="2912"/>
                  </a:lnTo>
                  <a:lnTo>
                    <a:pt x="3244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h3501"/>
            <p:cNvSpPr/>
            <p:nvPr/>
          </p:nvSpPr>
          <p:spPr>
            <a:xfrm>
              <a:off x="7333980" y="3239633"/>
              <a:ext cx="51841" cy="65338"/>
            </a:xfrm>
            <a:custGeom>
              <a:avLst/>
              <a:pathLst>
                <a:path w="51841" h="65338">
                  <a:moveTo>
                    <a:pt x="42932" y="0"/>
                  </a:moveTo>
                  <a:lnTo>
                    <a:pt x="44356" y="1824"/>
                  </a:lnTo>
                  <a:lnTo>
                    <a:pt x="45088" y="4611"/>
                  </a:lnTo>
                  <a:lnTo>
                    <a:pt x="43896" y="5738"/>
                  </a:lnTo>
                  <a:lnTo>
                    <a:pt x="43974" y="8321"/>
                  </a:lnTo>
                  <a:lnTo>
                    <a:pt x="45739" y="10631"/>
                  </a:lnTo>
                  <a:lnTo>
                    <a:pt x="45473" y="12928"/>
                  </a:lnTo>
                  <a:lnTo>
                    <a:pt x="43379" y="17123"/>
                  </a:lnTo>
                  <a:lnTo>
                    <a:pt x="44214" y="20955"/>
                  </a:lnTo>
                  <a:lnTo>
                    <a:pt x="51841" y="28823"/>
                  </a:lnTo>
                  <a:lnTo>
                    <a:pt x="51630" y="34339"/>
                  </a:lnTo>
                  <a:lnTo>
                    <a:pt x="50656" y="36745"/>
                  </a:lnTo>
                  <a:lnTo>
                    <a:pt x="48379" y="37936"/>
                  </a:lnTo>
                  <a:lnTo>
                    <a:pt x="47493" y="42158"/>
                  </a:lnTo>
                  <a:lnTo>
                    <a:pt x="47803" y="45315"/>
                  </a:lnTo>
                  <a:lnTo>
                    <a:pt x="49584" y="46100"/>
                  </a:lnTo>
                  <a:lnTo>
                    <a:pt x="49481" y="47877"/>
                  </a:lnTo>
                  <a:lnTo>
                    <a:pt x="48577" y="48375"/>
                  </a:lnTo>
                  <a:lnTo>
                    <a:pt x="46382" y="49491"/>
                  </a:lnTo>
                  <a:lnTo>
                    <a:pt x="42293" y="49808"/>
                  </a:lnTo>
                  <a:lnTo>
                    <a:pt x="44854" y="53699"/>
                  </a:lnTo>
                  <a:lnTo>
                    <a:pt x="42900" y="54183"/>
                  </a:lnTo>
                  <a:lnTo>
                    <a:pt x="40138" y="53569"/>
                  </a:lnTo>
                  <a:lnTo>
                    <a:pt x="38658" y="54468"/>
                  </a:lnTo>
                  <a:lnTo>
                    <a:pt x="35768" y="58364"/>
                  </a:lnTo>
                  <a:lnTo>
                    <a:pt x="34478" y="61326"/>
                  </a:lnTo>
                  <a:lnTo>
                    <a:pt x="30674" y="65198"/>
                  </a:lnTo>
                  <a:lnTo>
                    <a:pt x="23333" y="65338"/>
                  </a:lnTo>
                  <a:lnTo>
                    <a:pt x="22735" y="63862"/>
                  </a:lnTo>
                  <a:lnTo>
                    <a:pt x="17938" y="62045"/>
                  </a:lnTo>
                  <a:lnTo>
                    <a:pt x="14685" y="62084"/>
                  </a:lnTo>
                  <a:lnTo>
                    <a:pt x="11851" y="63973"/>
                  </a:lnTo>
                  <a:lnTo>
                    <a:pt x="0" y="60172"/>
                  </a:lnTo>
                  <a:lnTo>
                    <a:pt x="2889" y="58969"/>
                  </a:lnTo>
                  <a:lnTo>
                    <a:pt x="547" y="54164"/>
                  </a:lnTo>
                  <a:lnTo>
                    <a:pt x="1287" y="51271"/>
                  </a:lnTo>
                  <a:lnTo>
                    <a:pt x="6208" y="50867"/>
                  </a:lnTo>
                  <a:lnTo>
                    <a:pt x="10804" y="45512"/>
                  </a:lnTo>
                  <a:lnTo>
                    <a:pt x="20800" y="42771"/>
                  </a:lnTo>
                  <a:lnTo>
                    <a:pt x="22969" y="34566"/>
                  </a:lnTo>
                  <a:lnTo>
                    <a:pt x="27252" y="28413"/>
                  </a:lnTo>
                  <a:lnTo>
                    <a:pt x="27568" y="23655"/>
                  </a:lnTo>
                  <a:lnTo>
                    <a:pt x="29517" y="19874"/>
                  </a:lnTo>
                  <a:lnTo>
                    <a:pt x="31837" y="10382"/>
                  </a:lnTo>
                  <a:lnTo>
                    <a:pt x="31779" y="7494"/>
                  </a:lnTo>
                  <a:lnTo>
                    <a:pt x="37926" y="6133"/>
                  </a:lnTo>
                  <a:lnTo>
                    <a:pt x="41758" y="469"/>
                  </a:lnTo>
                  <a:lnTo>
                    <a:pt x="40821" y="21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h3502"/>
            <p:cNvSpPr/>
            <p:nvPr/>
          </p:nvSpPr>
          <p:spPr>
            <a:xfrm>
              <a:off x="7552587" y="3434397"/>
              <a:ext cx="9824" cy="14541"/>
            </a:xfrm>
            <a:custGeom>
              <a:avLst/>
              <a:pathLst>
                <a:path w="9824" h="14541">
                  <a:moveTo>
                    <a:pt x="9824" y="6985"/>
                  </a:moveTo>
                  <a:lnTo>
                    <a:pt x="8273" y="8155"/>
                  </a:lnTo>
                  <a:lnTo>
                    <a:pt x="8471" y="10222"/>
                  </a:lnTo>
                  <a:lnTo>
                    <a:pt x="7721" y="12168"/>
                  </a:lnTo>
                  <a:lnTo>
                    <a:pt x="5764" y="14541"/>
                  </a:lnTo>
                  <a:lnTo>
                    <a:pt x="1958" y="14405"/>
                  </a:lnTo>
                  <a:lnTo>
                    <a:pt x="0" y="9865"/>
                  </a:lnTo>
                  <a:lnTo>
                    <a:pt x="3422" y="5600"/>
                  </a:lnTo>
                  <a:lnTo>
                    <a:pt x="364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h3503"/>
            <p:cNvSpPr/>
            <p:nvPr/>
          </p:nvSpPr>
          <p:spPr>
            <a:xfrm>
              <a:off x="7503953" y="3166102"/>
              <a:ext cx="36810" cy="21997"/>
            </a:xfrm>
            <a:custGeom>
              <a:avLst/>
              <a:pathLst>
                <a:path w="36810" h="21997">
                  <a:moveTo>
                    <a:pt x="7189" y="0"/>
                  </a:moveTo>
                  <a:lnTo>
                    <a:pt x="11589" y="3449"/>
                  </a:lnTo>
                  <a:lnTo>
                    <a:pt x="20702" y="3180"/>
                  </a:lnTo>
                  <a:lnTo>
                    <a:pt x="26814" y="5844"/>
                  </a:lnTo>
                  <a:lnTo>
                    <a:pt x="28088" y="9306"/>
                  </a:lnTo>
                  <a:lnTo>
                    <a:pt x="30380" y="11388"/>
                  </a:lnTo>
                  <a:lnTo>
                    <a:pt x="30897" y="11633"/>
                  </a:lnTo>
                  <a:lnTo>
                    <a:pt x="33382" y="8732"/>
                  </a:lnTo>
                  <a:lnTo>
                    <a:pt x="36810" y="11865"/>
                  </a:lnTo>
                  <a:lnTo>
                    <a:pt x="29718" y="20385"/>
                  </a:lnTo>
                  <a:lnTo>
                    <a:pt x="25738" y="17437"/>
                  </a:lnTo>
                  <a:lnTo>
                    <a:pt x="24079" y="19310"/>
                  </a:lnTo>
                  <a:lnTo>
                    <a:pt x="20569" y="15616"/>
                  </a:lnTo>
                  <a:lnTo>
                    <a:pt x="17510" y="19076"/>
                  </a:lnTo>
                  <a:lnTo>
                    <a:pt x="14473" y="16167"/>
                  </a:lnTo>
                  <a:lnTo>
                    <a:pt x="10160" y="16367"/>
                  </a:lnTo>
                  <a:lnTo>
                    <a:pt x="9624" y="17828"/>
                  </a:lnTo>
                  <a:lnTo>
                    <a:pt x="10073" y="20003"/>
                  </a:lnTo>
                  <a:lnTo>
                    <a:pt x="7302" y="21997"/>
                  </a:lnTo>
                  <a:lnTo>
                    <a:pt x="5792" y="20953"/>
                  </a:lnTo>
                  <a:lnTo>
                    <a:pt x="3704" y="16932"/>
                  </a:lnTo>
                  <a:lnTo>
                    <a:pt x="3667" y="11638"/>
                  </a:lnTo>
                  <a:lnTo>
                    <a:pt x="712" y="11520"/>
                  </a:lnTo>
                  <a:lnTo>
                    <a:pt x="0" y="1950"/>
                  </a:lnTo>
                  <a:lnTo>
                    <a:pt x="638" y="1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h3504"/>
            <p:cNvSpPr/>
            <p:nvPr/>
          </p:nvSpPr>
          <p:spPr>
            <a:xfrm>
              <a:off x="7428561" y="3151760"/>
              <a:ext cx="15441" cy="21879"/>
            </a:xfrm>
            <a:custGeom>
              <a:avLst/>
              <a:pathLst>
                <a:path w="15441" h="21879">
                  <a:moveTo>
                    <a:pt x="8154" y="2096"/>
                  </a:moveTo>
                  <a:lnTo>
                    <a:pt x="9633" y="4176"/>
                  </a:lnTo>
                  <a:lnTo>
                    <a:pt x="13031" y="5831"/>
                  </a:lnTo>
                  <a:lnTo>
                    <a:pt x="15173" y="5656"/>
                  </a:lnTo>
                  <a:lnTo>
                    <a:pt x="12226" y="12849"/>
                  </a:lnTo>
                  <a:lnTo>
                    <a:pt x="15441" y="14921"/>
                  </a:lnTo>
                  <a:lnTo>
                    <a:pt x="15140" y="21357"/>
                  </a:lnTo>
                  <a:lnTo>
                    <a:pt x="13696" y="21879"/>
                  </a:lnTo>
                  <a:lnTo>
                    <a:pt x="11899" y="20971"/>
                  </a:lnTo>
                  <a:lnTo>
                    <a:pt x="12852" y="19663"/>
                  </a:lnTo>
                  <a:lnTo>
                    <a:pt x="13001" y="17913"/>
                  </a:lnTo>
                  <a:lnTo>
                    <a:pt x="2615" y="8719"/>
                  </a:lnTo>
                  <a:lnTo>
                    <a:pt x="1693" y="9325"/>
                  </a:lnTo>
                  <a:lnTo>
                    <a:pt x="0" y="7750"/>
                  </a:lnTo>
                  <a:lnTo>
                    <a:pt x="2625" y="6440"/>
                  </a:lnTo>
                  <a:lnTo>
                    <a:pt x="5344" y="2847"/>
                  </a:lnTo>
                  <a:lnTo>
                    <a:pt x="520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h3505"/>
            <p:cNvSpPr/>
            <p:nvPr/>
          </p:nvSpPr>
          <p:spPr>
            <a:xfrm>
              <a:off x="7700145" y="3247108"/>
              <a:ext cx="44146" cy="63385"/>
            </a:xfrm>
            <a:custGeom>
              <a:avLst/>
              <a:pathLst>
                <a:path w="44146" h="63385">
                  <a:moveTo>
                    <a:pt x="7535" y="0"/>
                  </a:moveTo>
                  <a:lnTo>
                    <a:pt x="11138" y="334"/>
                  </a:lnTo>
                  <a:lnTo>
                    <a:pt x="9774" y="947"/>
                  </a:lnTo>
                  <a:lnTo>
                    <a:pt x="9926" y="1679"/>
                  </a:lnTo>
                  <a:lnTo>
                    <a:pt x="12506" y="1802"/>
                  </a:lnTo>
                  <a:lnTo>
                    <a:pt x="14166" y="9538"/>
                  </a:lnTo>
                  <a:lnTo>
                    <a:pt x="16952" y="12326"/>
                  </a:lnTo>
                  <a:lnTo>
                    <a:pt x="19353" y="13708"/>
                  </a:lnTo>
                  <a:lnTo>
                    <a:pt x="28551" y="13627"/>
                  </a:lnTo>
                  <a:lnTo>
                    <a:pt x="32802" y="14494"/>
                  </a:lnTo>
                  <a:lnTo>
                    <a:pt x="32414" y="18945"/>
                  </a:lnTo>
                  <a:lnTo>
                    <a:pt x="39746" y="18128"/>
                  </a:lnTo>
                  <a:lnTo>
                    <a:pt x="42052" y="20084"/>
                  </a:lnTo>
                  <a:lnTo>
                    <a:pt x="44146" y="23410"/>
                  </a:lnTo>
                  <a:lnTo>
                    <a:pt x="37680" y="44162"/>
                  </a:lnTo>
                  <a:lnTo>
                    <a:pt x="38457" y="47038"/>
                  </a:lnTo>
                  <a:lnTo>
                    <a:pt x="41585" y="52276"/>
                  </a:lnTo>
                  <a:lnTo>
                    <a:pt x="38949" y="54379"/>
                  </a:lnTo>
                  <a:lnTo>
                    <a:pt x="38600" y="56181"/>
                  </a:lnTo>
                  <a:lnTo>
                    <a:pt x="38916" y="58006"/>
                  </a:lnTo>
                  <a:lnTo>
                    <a:pt x="41255" y="57511"/>
                  </a:lnTo>
                  <a:lnTo>
                    <a:pt x="40810" y="60166"/>
                  </a:lnTo>
                  <a:lnTo>
                    <a:pt x="333" y="63385"/>
                  </a:lnTo>
                  <a:lnTo>
                    <a:pt x="0" y="54957"/>
                  </a:lnTo>
                  <a:lnTo>
                    <a:pt x="1832" y="52737"/>
                  </a:lnTo>
                  <a:lnTo>
                    <a:pt x="8260" y="50334"/>
                  </a:lnTo>
                  <a:lnTo>
                    <a:pt x="9737" y="50847"/>
                  </a:lnTo>
                  <a:lnTo>
                    <a:pt x="9144" y="57041"/>
                  </a:lnTo>
                  <a:lnTo>
                    <a:pt x="14475" y="56686"/>
                  </a:lnTo>
                  <a:lnTo>
                    <a:pt x="14356" y="54354"/>
                  </a:lnTo>
                  <a:lnTo>
                    <a:pt x="15784" y="53540"/>
                  </a:lnTo>
                  <a:lnTo>
                    <a:pt x="20304" y="53716"/>
                  </a:lnTo>
                  <a:lnTo>
                    <a:pt x="20564" y="56216"/>
                  </a:lnTo>
                  <a:lnTo>
                    <a:pt x="24605" y="55966"/>
                  </a:lnTo>
                  <a:lnTo>
                    <a:pt x="22394" y="48511"/>
                  </a:lnTo>
                  <a:lnTo>
                    <a:pt x="20135" y="48705"/>
                  </a:lnTo>
                  <a:lnTo>
                    <a:pt x="20098" y="50160"/>
                  </a:lnTo>
                  <a:lnTo>
                    <a:pt x="18627" y="50170"/>
                  </a:lnTo>
                  <a:lnTo>
                    <a:pt x="18133" y="41719"/>
                  </a:lnTo>
                  <a:lnTo>
                    <a:pt x="25717" y="39766"/>
                  </a:lnTo>
                  <a:lnTo>
                    <a:pt x="24999" y="33981"/>
                  </a:lnTo>
                  <a:lnTo>
                    <a:pt x="19148" y="33846"/>
                  </a:lnTo>
                  <a:lnTo>
                    <a:pt x="19267" y="29071"/>
                  </a:lnTo>
                  <a:lnTo>
                    <a:pt x="18054" y="27201"/>
                  </a:lnTo>
                  <a:lnTo>
                    <a:pt x="12375" y="26780"/>
                  </a:lnTo>
                  <a:lnTo>
                    <a:pt x="14296" y="24247"/>
                  </a:lnTo>
                  <a:lnTo>
                    <a:pt x="14275" y="18137"/>
                  </a:lnTo>
                  <a:lnTo>
                    <a:pt x="6676" y="19833"/>
                  </a:lnTo>
                  <a:lnTo>
                    <a:pt x="5965" y="18488"/>
                  </a:lnTo>
                  <a:lnTo>
                    <a:pt x="9476" y="16904"/>
                  </a:lnTo>
                  <a:lnTo>
                    <a:pt x="7480" y="15516"/>
                  </a:lnTo>
                  <a:lnTo>
                    <a:pt x="6189" y="12847"/>
                  </a:lnTo>
                  <a:lnTo>
                    <a:pt x="6924" y="12252"/>
                  </a:lnTo>
                  <a:lnTo>
                    <a:pt x="9187" y="13046"/>
                  </a:lnTo>
                  <a:lnTo>
                    <a:pt x="9639" y="12628"/>
                  </a:lnTo>
                  <a:lnTo>
                    <a:pt x="6557" y="3660"/>
                  </a:lnTo>
                  <a:lnTo>
                    <a:pt x="6888" y="99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h3506"/>
            <p:cNvSpPr/>
            <p:nvPr/>
          </p:nvSpPr>
          <p:spPr>
            <a:xfrm>
              <a:off x="7466694" y="3265039"/>
              <a:ext cx="12059" cy="8765"/>
            </a:xfrm>
            <a:custGeom>
              <a:avLst/>
              <a:pathLst>
                <a:path w="12059" h="8765">
                  <a:moveTo>
                    <a:pt x="12059" y="913"/>
                  </a:moveTo>
                  <a:lnTo>
                    <a:pt x="10112" y="3307"/>
                  </a:lnTo>
                  <a:lnTo>
                    <a:pt x="9878" y="4819"/>
                  </a:lnTo>
                  <a:lnTo>
                    <a:pt x="11199" y="8765"/>
                  </a:lnTo>
                  <a:lnTo>
                    <a:pt x="4658" y="6920"/>
                  </a:lnTo>
                  <a:lnTo>
                    <a:pt x="4379" y="6025"/>
                  </a:lnTo>
                  <a:lnTo>
                    <a:pt x="3445" y="5857"/>
                  </a:lnTo>
                  <a:lnTo>
                    <a:pt x="2439" y="7406"/>
                  </a:lnTo>
                  <a:lnTo>
                    <a:pt x="1387" y="7518"/>
                  </a:lnTo>
                  <a:lnTo>
                    <a:pt x="227" y="7126"/>
                  </a:lnTo>
                  <a:lnTo>
                    <a:pt x="0" y="6205"/>
                  </a:lnTo>
                  <a:lnTo>
                    <a:pt x="4287" y="0"/>
                  </a:lnTo>
                  <a:lnTo>
                    <a:pt x="5320" y="36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h3507"/>
            <p:cNvSpPr/>
            <p:nvPr/>
          </p:nvSpPr>
          <p:spPr>
            <a:xfrm>
              <a:off x="7417180" y="3212220"/>
              <a:ext cx="14793" cy="14217"/>
            </a:xfrm>
            <a:custGeom>
              <a:avLst/>
              <a:pathLst>
                <a:path w="14793" h="14217">
                  <a:moveTo>
                    <a:pt x="8654" y="1079"/>
                  </a:moveTo>
                  <a:lnTo>
                    <a:pt x="10756" y="548"/>
                  </a:lnTo>
                  <a:lnTo>
                    <a:pt x="14793" y="8354"/>
                  </a:lnTo>
                  <a:lnTo>
                    <a:pt x="14061" y="13144"/>
                  </a:lnTo>
                  <a:lnTo>
                    <a:pt x="13203" y="13668"/>
                  </a:lnTo>
                  <a:lnTo>
                    <a:pt x="12065" y="11745"/>
                  </a:lnTo>
                  <a:lnTo>
                    <a:pt x="10889" y="11696"/>
                  </a:lnTo>
                  <a:lnTo>
                    <a:pt x="9779" y="14217"/>
                  </a:lnTo>
                  <a:lnTo>
                    <a:pt x="1140" y="9899"/>
                  </a:lnTo>
                  <a:lnTo>
                    <a:pt x="0" y="6709"/>
                  </a:lnTo>
                  <a:lnTo>
                    <a:pt x="3944" y="4148"/>
                  </a:lnTo>
                  <a:lnTo>
                    <a:pt x="5229" y="415"/>
                  </a:lnTo>
                  <a:lnTo>
                    <a:pt x="770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h3508"/>
            <p:cNvSpPr/>
            <p:nvPr/>
          </p:nvSpPr>
          <p:spPr>
            <a:xfrm>
              <a:off x="7431014" y="3184095"/>
              <a:ext cx="9855" cy="6314"/>
            </a:xfrm>
            <a:custGeom>
              <a:avLst/>
              <a:pathLst>
                <a:path w="9855" h="6314">
                  <a:moveTo>
                    <a:pt x="8879" y="2492"/>
                  </a:moveTo>
                  <a:lnTo>
                    <a:pt x="9691" y="2887"/>
                  </a:lnTo>
                  <a:lnTo>
                    <a:pt x="9855" y="5518"/>
                  </a:lnTo>
                  <a:lnTo>
                    <a:pt x="8669" y="6314"/>
                  </a:lnTo>
                  <a:lnTo>
                    <a:pt x="2251" y="6022"/>
                  </a:lnTo>
                  <a:lnTo>
                    <a:pt x="0" y="2055"/>
                  </a:lnTo>
                  <a:lnTo>
                    <a:pt x="849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h3509"/>
            <p:cNvSpPr/>
            <p:nvPr/>
          </p:nvSpPr>
          <p:spPr>
            <a:xfrm>
              <a:off x="7432662" y="3190117"/>
              <a:ext cx="9510" cy="12059"/>
            </a:xfrm>
            <a:custGeom>
              <a:avLst/>
              <a:pathLst>
                <a:path w="9510" h="12059">
                  <a:moveTo>
                    <a:pt x="7021" y="292"/>
                  </a:moveTo>
                  <a:lnTo>
                    <a:pt x="9510" y="2617"/>
                  </a:lnTo>
                  <a:lnTo>
                    <a:pt x="9180" y="4006"/>
                  </a:lnTo>
                  <a:lnTo>
                    <a:pt x="8321" y="4040"/>
                  </a:lnTo>
                  <a:lnTo>
                    <a:pt x="8276" y="7535"/>
                  </a:lnTo>
                  <a:lnTo>
                    <a:pt x="8314" y="12059"/>
                  </a:lnTo>
                  <a:lnTo>
                    <a:pt x="5850" y="11834"/>
                  </a:lnTo>
                  <a:lnTo>
                    <a:pt x="1840" y="9167"/>
                  </a:lnTo>
                  <a:lnTo>
                    <a:pt x="0" y="6897"/>
                  </a:lnTo>
                  <a:lnTo>
                    <a:pt x="60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h3510"/>
            <p:cNvSpPr/>
            <p:nvPr/>
          </p:nvSpPr>
          <p:spPr>
            <a:xfrm>
              <a:off x="7491520" y="3338918"/>
              <a:ext cx="49616" cy="37903"/>
            </a:xfrm>
            <a:custGeom>
              <a:avLst/>
              <a:pathLst>
                <a:path w="49616" h="37903">
                  <a:moveTo>
                    <a:pt x="37668" y="2424"/>
                  </a:moveTo>
                  <a:lnTo>
                    <a:pt x="43956" y="1187"/>
                  </a:lnTo>
                  <a:lnTo>
                    <a:pt x="48264" y="1693"/>
                  </a:lnTo>
                  <a:lnTo>
                    <a:pt x="49616" y="4048"/>
                  </a:lnTo>
                  <a:lnTo>
                    <a:pt x="48001" y="9503"/>
                  </a:lnTo>
                  <a:lnTo>
                    <a:pt x="48812" y="11997"/>
                  </a:lnTo>
                  <a:lnTo>
                    <a:pt x="45710" y="17299"/>
                  </a:lnTo>
                  <a:lnTo>
                    <a:pt x="44737" y="21983"/>
                  </a:lnTo>
                  <a:lnTo>
                    <a:pt x="46769" y="26575"/>
                  </a:lnTo>
                  <a:lnTo>
                    <a:pt x="46400" y="28933"/>
                  </a:lnTo>
                  <a:lnTo>
                    <a:pt x="44299" y="29158"/>
                  </a:lnTo>
                  <a:lnTo>
                    <a:pt x="42581" y="31271"/>
                  </a:lnTo>
                  <a:lnTo>
                    <a:pt x="39735" y="30825"/>
                  </a:lnTo>
                  <a:lnTo>
                    <a:pt x="36452" y="32298"/>
                  </a:lnTo>
                  <a:lnTo>
                    <a:pt x="35558" y="34055"/>
                  </a:lnTo>
                  <a:lnTo>
                    <a:pt x="25815" y="30669"/>
                  </a:lnTo>
                  <a:lnTo>
                    <a:pt x="24329" y="31944"/>
                  </a:lnTo>
                  <a:lnTo>
                    <a:pt x="24352" y="33457"/>
                  </a:lnTo>
                  <a:lnTo>
                    <a:pt x="23104" y="34986"/>
                  </a:lnTo>
                  <a:lnTo>
                    <a:pt x="17243" y="37903"/>
                  </a:lnTo>
                  <a:lnTo>
                    <a:pt x="15650" y="37053"/>
                  </a:lnTo>
                  <a:lnTo>
                    <a:pt x="11353" y="33960"/>
                  </a:lnTo>
                  <a:lnTo>
                    <a:pt x="11179" y="33283"/>
                  </a:lnTo>
                  <a:lnTo>
                    <a:pt x="13358" y="31224"/>
                  </a:lnTo>
                  <a:lnTo>
                    <a:pt x="12374" y="26086"/>
                  </a:lnTo>
                  <a:lnTo>
                    <a:pt x="5421" y="22872"/>
                  </a:lnTo>
                  <a:lnTo>
                    <a:pt x="3261" y="23895"/>
                  </a:lnTo>
                  <a:lnTo>
                    <a:pt x="1170" y="21863"/>
                  </a:lnTo>
                  <a:lnTo>
                    <a:pt x="655" y="20250"/>
                  </a:lnTo>
                  <a:lnTo>
                    <a:pt x="1465" y="15898"/>
                  </a:lnTo>
                  <a:lnTo>
                    <a:pt x="0" y="12432"/>
                  </a:lnTo>
                  <a:lnTo>
                    <a:pt x="1819" y="10803"/>
                  </a:lnTo>
                  <a:lnTo>
                    <a:pt x="6266" y="8714"/>
                  </a:lnTo>
                  <a:lnTo>
                    <a:pt x="9850" y="3410"/>
                  </a:lnTo>
                  <a:lnTo>
                    <a:pt x="13073" y="6239"/>
                  </a:lnTo>
                  <a:lnTo>
                    <a:pt x="18472" y="8668"/>
                  </a:lnTo>
                  <a:lnTo>
                    <a:pt x="26480" y="13593"/>
                  </a:lnTo>
                  <a:lnTo>
                    <a:pt x="28037" y="9592"/>
                  </a:lnTo>
                  <a:lnTo>
                    <a:pt x="25826" y="8316"/>
                  </a:lnTo>
                  <a:lnTo>
                    <a:pt x="28477" y="2567"/>
                  </a:lnTo>
                  <a:lnTo>
                    <a:pt x="3098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h3511"/>
            <p:cNvSpPr/>
            <p:nvPr/>
          </p:nvSpPr>
          <p:spPr>
            <a:xfrm>
              <a:off x="7437763" y="3225125"/>
              <a:ext cx="24015" cy="29205"/>
            </a:xfrm>
            <a:custGeom>
              <a:avLst/>
              <a:pathLst>
                <a:path w="24015" h="29205">
                  <a:moveTo>
                    <a:pt x="22764" y="4033"/>
                  </a:moveTo>
                  <a:lnTo>
                    <a:pt x="22170" y="5919"/>
                  </a:lnTo>
                  <a:lnTo>
                    <a:pt x="22412" y="9656"/>
                  </a:lnTo>
                  <a:lnTo>
                    <a:pt x="23478" y="11613"/>
                  </a:lnTo>
                  <a:lnTo>
                    <a:pt x="23610" y="14039"/>
                  </a:lnTo>
                  <a:lnTo>
                    <a:pt x="22096" y="16247"/>
                  </a:lnTo>
                  <a:lnTo>
                    <a:pt x="24015" y="18326"/>
                  </a:lnTo>
                  <a:lnTo>
                    <a:pt x="21451" y="18571"/>
                  </a:lnTo>
                  <a:lnTo>
                    <a:pt x="17385" y="22603"/>
                  </a:lnTo>
                  <a:lnTo>
                    <a:pt x="19992" y="26161"/>
                  </a:lnTo>
                  <a:lnTo>
                    <a:pt x="18831" y="29205"/>
                  </a:lnTo>
                  <a:lnTo>
                    <a:pt x="16282" y="28136"/>
                  </a:lnTo>
                  <a:lnTo>
                    <a:pt x="16694" y="27359"/>
                  </a:lnTo>
                  <a:lnTo>
                    <a:pt x="16137" y="24455"/>
                  </a:lnTo>
                  <a:lnTo>
                    <a:pt x="14490" y="23257"/>
                  </a:lnTo>
                  <a:lnTo>
                    <a:pt x="4067" y="19764"/>
                  </a:lnTo>
                  <a:lnTo>
                    <a:pt x="947" y="21137"/>
                  </a:lnTo>
                  <a:lnTo>
                    <a:pt x="0" y="20229"/>
                  </a:lnTo>
                  <a:lnTo>
                    <a:pt x="1578" y="17445"/>
                  </a:lnTo>
                  <a:lnTo>
                    <a:pt x="4468" y="16181"/>
                  </a:lnTo>
                  <a:lnTo>
                    <a:pt x="5731" y="11687"/>
                  </a:lnTo>
                  <a:lnTo>
                    <a:pt x="4167" y="8874"/>
                  </a:lnTo>
                  <a:lnTo>
                    <a:pt x="8180" y="6783"/>
                  </a:lnTo>
                  <a:lnTo>
                    <a:pt x="9048" y="7209"/>
                  </a:lnTo>
                  <a:lnTo>
                    <a:pt x="10587" y="7814"/>
                  </a:lnTo>
                  <a:lnTo>
                    <a:pt x="13214" y="6034"/>
                  </a:lnTo>
                  <a:lnTo>
                    <a:pt x="13493" y="5700"/>
                  </a:lnTo>
                  <a:lnTo>
                    <a:pt x="12061" y="4834"/>
                  </a:lnTo>
                  <a:lnTo>
                    <a:pt x="12750" y="3309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h3512"/>
            <p:cNvSpPr/>
            <p:nvPr/>
          </p:nvSpPr>
          <p:spPr>
            <a:xfrm>
              <a:off x="7467489" y="3346072"/>
              <a:ext cx="39680" cy="35751"/>
            </a:xfrm>
            <a:custGeom>
              <a:avLst/>
              <a:pathLst>
                <a:path w="39680" h="35751">
                  <a:moveTo>
                    <a:pt x="23108" y="1902"/>
                  </a:moveTo>
                  <a:lnTo>
                    <a:pt x="24030" y="5277"/>
                  </a:lnTo>
                  <a:lnTo>
                    <a:pt x="25496" y="8744"/>
                  </a:lnTo>
                  <a:lnTo>
                    <a:pt x="24686" y="13096"/>
                  </a:lnTo>
                  <a:lnTo>
                    <a:pt x="25201" y="14708"/>
                  </a:lnTo>
                  <a:lnTo>
                    <a:pt x="27292" y="16740"/>
                  </a:lnTo>
                  <a:lnTo>
                    <a:pt x="29452" y="15718"/>
                  </a:lnTo>
                  <a:lnTo>
                    <a:pt x="36405" y="18932"/>
                  </a:lnTo>
                  <a:lnTo>
                    <a:pt x="37389" y="24069"/>
                  </a:lnTo>
                  <a:lnTo>
                    <a:pt x="35209" y="26128"/>
                  </a:lnTo>
                  <a:lnTo>
                    <a:pt x="35384" y="26806"/>
                  </a:lnTo>
                  <a:lnTo>
                    <a:pt x="39680" y="29898"/>
                  </a:lnTo>
                  <a:lnTo>
                    <a:pt x="34554" y="35574"/>
                  </a:lnTo>
                  <a:lnTo>
                    <a:pt x="31972" y="33654"/>
                  </a:lnTo>
                  <a:lnTo>
                    <a:pt x="24673" y="32809"/>
                  </a:lnTo>
                  <a:lnTo>
                    <a:pt x="22600" y="33976"/>
                  </a:lnTo>
                  <a:lnTo>
                    <a:pt x="21633" y="35751"/>
                  </a:lnTo>
                  <a:lnTo>
                    <a:pt x="20452" y="35551"/>
                  </a:lnTo>
                  <a:lnTo>
                    <a:pt x="20228" y="35153"/>
                  </a:lnTo>
                  <a:lnTo>
                    <a:pt x="28627" y="29217"/>
                  </a:lnTo>
                  <a:lnTo>
                    <a:pt x="29756" y="25250"/>
                  </a:lnTo>
                  <a:lnTo>
                    <a:pt x="29793" y="17572"/>
                  </a:lnTo>
                  <a:lnTo>
                    <a:pt x="19930" y="20998"/>
                  </a:lnTo>
                  <a:lnTo>
                    <a:pt x="18046" y="22036"/>
                  </a:lnTo>
                  <a:lnTo>
                    <a:pt x="13724" y="27100"/>
                  </a:lnTo>
                  <a:lnTo>
                    <a:pt x="8763" y="29082"/>
                  </a:lnTo>
                  <a:lnTo>
                    <a:pt x="8704" y="33633"/>
                  </a:lnTo>
                  <a:lnTo>
                    <a:pt x="686" y="29892"/>
                  </a:lnTo>
                  <a:lnTo>
                    <a:pt x="3429" y="22116"/>
                  </a:lnTo>
                  <a:lnTo>
                    <a:pt x="0" y="19298"/>
                  </a:lnTo>
                  <a:lnTo>
                    <a:pt x="349" y="16772"/>
                  </a:lnTo>
                  <a:lnTo>
                    <a:pt x="1075" y="14847"/>
                  </a:lnTo>
                  <a:lnTo>
                    <a:pt x="4738" y="10715"/>
                  </a:lnTo>
                  <a:lnTo>
                    <a:pt x="1820" y="10356"/>
                  </a:lnTo>
                  <a:lnTo>
                    <a:pt x="2843" y="8715"/>
                  </a:lnTo>
                  <a:lnTo>
                    <a:pt x="1704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h3513"/>
            <p:cNvSpPr/>
            <p:nvPr/>
          </p:nvSpPr>
          <p:spPr>
            <a:xfrm>
              <a:off x="7315725" y="3293799"/>
              <a:ext cx="44729" cy="39002"/>
            </a:xfrm>
            <a:custGeom>
              <a:avLst/>
              <a:pathLst>
                <a:path w="44729" h="39002">
                  <a:moveTo>
                    <a:pt x="9489" y="2537"/>
                  </a:moveTo>
                  <a:lnTo>
                    <a:pt x="14678" y="5779"/>
                  </a:lnTo>
                  <a:lnTo>
                    <a:pt x="18254" y="6006"/>
                  </a:lnTo>
                  <a:lnTo>
                    <a:pt x="30106" y="9808"/>
                  </a:lnTo>
                  <a:lnTo>
                    <a:pt x="32940" y="7918"/>
                  </a:lnTo>
                  <a:lnTo>
                    <a:pt x="36193" y="7879"/>
                  </a:lnTo>
                  <a:lnTo>
                    <a:pt x="40990" y="9697"/>
                  </a:lnTo>
                  <a:lnTo>
                    <a:pt x="41588" y="11172"/>
                  </a:lnTo>
                  <a:lnTo>
                    <a:pt x="42486" y="13103"/>
                  </a:lnTo>
                  <a:lnTo>
                    <a:pt x="43948" y="13040"/>
                  </a:lnTo>
                  <a:lnTo>
                    <a:pt x="44729" y="14102"/>
                  </a:lnTo>
                  <a:lnTo>
                    <a:pt x="41937" y="18788"/>
                  </a:lnTo>
                  <a:lnTo>
                    <a:pt x="39451" y="21400"/>
                  </a:lnTo>
                  <a:lnTo>
                    <a:pt x="39953" y="23976"/>
                  </a:lnTo>
                  <a:lnTo>
                    <a:pt x="38426" y="25785"/>
                  </a:lnTo>
                  <a:lnTo>
                    <a:pt x="36144" y="25774"/>
                  </a:lnTo>
                  <a:lnTo>
                    <a:pt x="36368" y="24477"/>
                  </a:lnTo>
                  <a:lnTo>
                    <a:pt x="35722" y="23765"/>
                  </a:lnTo>
                  <a:lnTo>
                    <a:pt x="29637" y="26182"/>
                  </a:lnTo>
                  <a:lnTo>
                    <a:pt x="25683" y="29208"/>
                  </a:lnTo>
                  <a:lnTo>
                    <a:pt x="23968" y="34221"/>
                  </a:lnTo>
                  <a:lnTo>
                    <a:pt x="23680" y="39002"/>
                  </a:lnTo>
                  <a:lnTo>
                    <a:pt x="15521" y="38948"/>
                  </a:lnTo>
                  <a:lnTo>
                    <a:pt x="6051" y="36824"/>
                  </a:lnTo>
                  <a:lnTo>
                    <a:pt x="1964" y="34453"/>
                  </a:lnTo>
                  <a:lnTo>
                    <a:pt x="1713" y="34047"/>
                  </a:lnTo>
                  <a:lnTo>
                    <a:pt x="686" y="29716"/>
                  </a:lnTo>
                  <a:lnTo>
                    <a:pt x="7499" y="24894"/>
                  </a:lnTo>
                  <a:lnTo>
                    <a:pt x="8877" y="22013"/>
                  </a:lnTo>
                  <a:lnTo>
                    <a:pt x="8893" y="17649"/>
                  </a:lnTo>
                  <a:lnTo>
                    <a:pt x="6492" y="11336"/>
                  </a:lnTo>
                  <a:lnTo>
                    <a:pt x="0" y="2367"/>
                  </a:lnTo>
                  <a:lnTo>
                    <a:pt x="359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h3514"/>
            <p:cNvSpPr/>
            <p:nvPr/>
          </p:nvSpPr>
          <p:spPr>
            <a:xfrm>
              <a:off x="7505966" y="3177968"/>
              <a:ext cx="86148" cy="41270"/>
            </a:xfrm>
            <a:custGeom>
              <a:avLst/>
              <a:pathLst>
                <a:path w="86148" h="41270">
                  <a:moveTo>
                    <a:pt x="41619" y="6054"/>
                  </a:moveTo>
                  <a:lnTo>
                    <a:pt x="45948" y="6514"/>
                  </a:lnTo>
                  <a:lnTo>
                    <a:pt x="58190" y="5996"/>
                  </a:lnTo>
                  <a:lnTo>
                    <a:pt x="57407" y="4401"/>
                  </a:lnTo>
                  <a:lnTo>
                    <a:pt x="55290" y="4681"/>
                  </a:lnTo>
                  <a:lnTo>
                    <a:pt x="54760" y="3232"/>
                  </a:lnTo>
                  <a:lnTo>
                    <a:pt x="55388" y="1968"/>
                  </a:lnTo>
                  <a:lnTo>
                    <a:pt x="74584" y="665"/>
                  </a:lnTo>
                  <a:lnTo>
                    <a:pt x="77375" y="3922"/>
                  </a:lnTo>
                  <a:lnTo>
                    <a:pt x="77452" y="4906"/>
                  </a:lnTo>
                  <a:lnTo>
                    <a:pt x="75930" y="5742"/>
                  </a:lnTo>
                  <a:lnTo>
                    <a:pt x="77129" y="10154"/>
                  </a:lnTo>
                  <a:lnTo>
                    <a:pt x="81075" y="9561"/>
                  </a:lnTo>
                  <a:lnTo>
                    <a:pt x="82923" y="6883"/>
                  </a:lnTo>
                  <a:lnTo>
                    <a:pt x="82390" y="6310"/>
                  </a:lnTo>
                  <a:lnTo>
                    <a:pt x="85206" y="4829"/>
                  </a:lnTo>
                  <a:lnTo>
                    <a:pt x="85699" y="5171"/>
                  </a:lnTo>
                  <a:lnTo>
                    <a:pt x="86148" y="8947"/>
                  </a:lnTo>
                  <a:lnTo>
                    <a:pt x="80375" y="13717"/>
                  </a:lnTo>
                  <a:lnTo>
                    <a:pt x="78527" y="13693"/>
                  </a:lnTo>
                  <a:lnTo>
                    <a:pt x="75922" y="12560"/>
                  </a:lnTo>
                  <a:lnTo>
                    <a:pt x="74574" y="13863"/>
                  </a:lnTo>
                  <a:lnTo>
                    <a:pt x="74488" y="15532"/>
                  </a:lnTo>
                  <a:lnTo>
                    <a:pt x="80704" y="17500"/>
                  </a:lnTo>
                  <a:lnTo>
                    <a:pt x="80345" y="18678"/>
                  </a:lnTo>
                  <a:lnTo>
                    <a:pt x="76027" y="17820"/>
                  </a:lnTo>
                  <a:lnTo>
                    <a:pt x="69435" y="26254"/>
                  </a:lnTo>
                  <a:lnTo>
                    <a:pt x="61317" y="31630"/>
                  </a:lnTo>
                  <a:lnTo>
                    <a:pt x="56461" y="31782"/>
                  </a:lnTo>
                  <a:lnTo>
                    <a:pt x="50534" y="33979"/>
                  </a:lnTo>
                  <a:lnTo>
                    <a:pt x="35251" y="36324"/>
                  </a:lnTo>
                  <a:lnTo>
                    <a:pt x="32912" y="37933"/>
                  </a:lnTo>
                  <a:lnTo>
                    <a:pt x="29722" y="37080"/>
                  </a:lnTo>
                  <a:lnTo>
                    <a:pt x="29518" y="35915"/>
                  </a:lnTo>
                  <a:lnTo>
                    <a:pt x="27333" y="34817"/>
                  </a:lnTo>
                  <a:lnTo>
                    <a:pt x="23698" y="34099"/>
                  </a:lnTo>
                  <a:lnTo>
                    <a:pt x="23130" y="34951"/>
                  </a:lnTo>
                  <a:lnTo>
                    <a:pt x="23697" y="36143"/>
                  </a:lnTo>
                  <a:lnTo>
                    <a:pt x="21902" y="40415"/>
                  </a:lnTo>
                  <a:lnTo>
                    <a:pt x="16298" y="41270"/>
                  </a:lnTo>
                  <a:lnTo>
                    <a:pt x="12233" y="40182"/>
                  </a:lnTo>
                  <a:lnTo>
                    <a:pt x="10778" y="40905"/>
                  </a:lnTo>
                  <a:lnTo>
                    <a:pt x="7394" y="40515"/>
                  </a:lnTo>
                  <a:lnTo>
                    <a:pt x="7297" y="39498"/>
                  </a:lnTo>
                  <a:lnTo>
                    <a:pt x="8353" y="39158"/>
                  </a:lnTo>
                  <a:lnTo>
                    <a:pt x="7610" y="36427"/>
                  </a:lnTo>
                  <a:lnTo>
                    <a:pt x="11263" y="35374"/>
                  </a:lnTo>
                  <a:lnTo>
                    <a:pt x="14652" y="32364"/>
                  </a:lnTo>
                  <a:lnTo>
                    <a:pt x="14576" y="27370"/>
                  </a:lnTo>
                  <a:lnTo>
                    <a:pt x="5213" y="24583"/>
                  </a:lnTo>
                  <a:lnTo>
                    <a:pt x="2052" y="27153"/>
                  </a:lnTo>
                  <a:lnTo>
                    <a:pt x="1718" y="26776"/>
                  </a:lnTo>
                  <a:lnTo>
                    <a:pt x="2452" y="23420"/>
                  </a:lnTo>
                  <a:lnTo>
                    <a:pt x="2185" y="21474"/>
                  </a:lnTo>
                  <a:lnTo>
                    <a:pt x="0" y="19726"/>
                  </a:lnTo>
                  <a:lnTo>
                    <a:pt x="3767" y="17054"/>
                  </a:lnTo>
                  <a:lnTo>
                    <a:pt x="4657" y="16816"/>
                  </a:lnTo>
                  <a:lnTo>
                    <a:pt x="7259" y="19175"/>
                  </a:lnTo>
                  <a:lnTo>
                    <a:pt x="7604" y="20533"/>
                  </a:lnTo>
                  <a:lnTo>
                    <a:pt x="16097" y="12450"/>
                  </a:lnTo>
                  <a:lnTo>
                    <a:pt x="17313" y="12050"/>
                  </a:lnTo>
                  <a:lnTo>
                    <a:pt x="21020" y="14638"/>
                  </a:lnTo>
                  <a:lnTo>
                    <a:pt x="21996" y="13588"/>
                  </a:lnTo>
                  <a:lnTo>
                    <a:pt x="19391" y="10821"/>
                  </a:lnTo>
                  <a:lnTo>
                    <a:pt x="22066" y="7444"/>
                  </a:lnTo>
                  <a:lnTo>
                    <a:pt x="23725" y="5571"/>
                  </a:lnTo>
                  <a:lnTo>
                    <a:pt x="27705" y="8519"/>
                  </a:lnTo>
                  <a:lnTo>
                    <a:pt x="34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h3515"/>
            <p:cNvSpPr/>
            <p:nvPr/>
          </p:nvSpPr>
          <p:spPr>
            <a:xfrm>
              <a:off x="7415502" y="3159511"/>
              <a:ext cx="14752" cy="16413"/>
            </a:xfrm>
            <a:custGeom>
              <a:avLst/>
              <a:pathLst>
                <a:path w="14752" h="16413">
                  <a:moveTo>
                    <a:pt x="13058" y="0"/>
                  </a:moveTo>
                  <a:lnTo>
                    <a:pt x="14752" y="1574"/>
                  </a:lnTo>
                  <a:lnTo>
                    <a:pt x="12495" y="2796"/>
                  </a:lnTo>
                  <a:lnTo>
                    <a:pt x="13989" y="3809"/>
                  </a:lnTo>
                  <a:lnTo>
                    <a:pt x="14032" y="6157"/>
                  </a:lnTo>
                  <a:lnTo>
                    <a:pt x="13429" y="8838"/>
                  </a:lnTo>
                  <a:lnTo>
                    <a:pt x="11560" y="10609"/>
                  </a:lnTo>
                  <a:lnTo>
                    <a:pt x="13406" y="14104"/>
                  </a:lnTo>
                  <a:lnTo>
                    <a:pt x="8879" y="16413"/>
                  </a:lnTo>
                  <a:lnTo>
                    <a:pt x="5286" y="16233"/>
                  </a:lnTo>
                  <a:lnTo>
                    <a:pt x="2652" y="14759"/>
                  </a:lnTo>
                  <a:lnTo>
                    <a:pt x="2372" y="13623"/>
                  </a:lnTo>
                  <a:lnTo>
                    <a:pt x="515" y="12244"/>
                  </a:lnTo>
                  <a:lnTo>
                    <a:pt x="0" y="11623"/>
                  </a:lnTo>
                  <a:lnTo>
                    <a:pt x="427" y="10093"/>
                  </a:lnTo>
                  <a:lnTo>
                    <a:pt x="2337" y="8715"/>
                  </a:lnTo>
                  <a:lnTo>
                    <a:pt x="8336" y="109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h3516"/>
            <p:cNvSpPr/>
            <p:nvPr/>
          </p:nvSpPr>
          <p:spPr>
            <a:xfrm>
              <a:off x="7311140" y="3207549"/>
              <a:ext cx="64598" cy="92256"/>
            </a:xfrm>
            <a:custGeom>
              <a:avLst/>
              <a:pathLst>
                <a:path w="64598" h="92256">
                  <a:moveTo>
                    <a:pt x="30022" y="1788"/>
                  </a:moveTo>
                  <a:lnTo>
                    <a:pt x="30892" y="1833"/>
                  </a:lnTo>
                  <a:lnTo>
                    <a:pt x="27586" y="3358"/>
                  </a:lnTo>
                  <a:lnTo>
                    <a:pt x="27411" y="8943"/>
                  </a:lnTo>
                  <a:lnTo>
                    <a:pt x="30786" y="9804"/>
                  </a:lnTo>
                  <a:lnTo>
                    <a:pt x="38301" y="14525"/>
                  </a:lnTo>
                  <a:lnTo>
                    <a:pt x="43374" y="22142"/>
                  </a:lnTo>
                  <a:lnTo>
                    <a:pt x="46337" y="21911"/>
                  </a:lnTo>
                  <a:lnTo>
                    <a:pt x="58303" y="26892"/>
                  </a:lnTo>
                  <a:lnTo>
                    <a:pt x="63660" y="32105"/>
                  </a:lnTo>
                  <a:lnTo>
                    <a:pt x="64598" y="32553"/>
                  </a:lnTo>
                  <a:lnTo>
                    <a:pt x="60766" y="38217"/>
                  </a:lnTo>
                  <a:lnTo>
                    <a:pt x="54619" y="39578"/>
                  </a:lnTo>
                  <a:lnTo>
                    <a:pt x="54677" y="42466"/>
                  </a:lnTo>
                  <a:lnTo>
                    <a:pt x="52357" y="51958"/>
                  </a:lnTo>
                  <a:lnTo>
                    <a:pt x="50408" y="55739"/>
                  </a:lnTo>
                  <a:lnTo>
                    <a:pt x="50092" y="60497"/>
                  </a:lnTo>
                  <a:lnTo>
                    <a:pt x="45809" y="66649"/>
                  </a:lnTo>
                  <a:lnTo>
                    <a:pt x="43639" y="74855"/>
                  </a:lnTo>
                  <a:lnTo>
                    <a:pt x="33644" y="77596"/>
                  </a:lnTo>
                  <a:lnTo>
                    <a:pt x="29048" y="82950"/>
                  </a:lnTo>
                  <a:lnTo>
                    <a:pt x="24127" y="83354"/>
                  </a:lnTo>
                  <a:lnTo>
                    <a:pt x="23387" y="86248"/>
                  </a:lnTo>
                  <a:lnTo>
                    <a:pt x="25729" y="91052"/>
                  </a:lnTo>
                  <a:lnTo>
                    <a:pt x="22839" y="92256"/>
                  </a:lnTo>
                  <a:lnTo>
                    <a:pt x="19263" y="92029"/>
                  </a:lnTo>
                  <a:lnTo>
                    <a:pt x="14074" y="88786"/>
                  </a:lnTo>
                  <a:lnTo>
                    <a:pt x="8183" y="86249"/>
                  </a:lnTo>
                  <a:lnTo>
                    <a:pt x="4585" y="88616"/>
                  </a:lnTo>
                  <a:lnTo>
                    <a:pt x="0" y="82361"/>
                  </a:lnTo>
                  <a:lnTo>
                    <a:pt x="560" y="80635"/>
                  </a:lnTo>
                  <a:lnTo>
                    <a:pt x="9240" y="53912"/>
                  </a:lnTo>
                  <a:lnTo>
                    <a:pt x="2675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h3517"/>
            <p:cNvSpPr/>
            <p:nvPr/>
          </p:nvSpPr>
          <p:spPr>
            <a:xfrm>
              <a:off x="7468428" y="3218126"/>
              <a:ext cx="4388" cy="7795"/>
            </a:xfrm>
            <a:custGeom>
              <a:avLst/>
              <a:pathLst>
                <a:path w="4388" h="7795">
                  <a:moveTo>
                    <a:pt x="3174" y="900"/>
                  </a:moveTo>
                  <a:lnTo>
                    <a:pt x="4388" y="5278"/>
                  </a:lnTo>
                  <a:lnTo>
                    <a:pt x="2603" y="7795"/>
                  </a:lnTo>
                  <a:lnTo>
                    <a:pt x="0" y="4161"/>
                  </a:lnTo>
                  <a:lnTo>
                    <a:pt x="1718" y="2638"/>
                  </a:lnTo>
                  <a:lnTo>
                    <a:pt x="362" y="1522"/>
                  </a:lnTo>
                  <a:lnTo>
                    <a:pt x="294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h3518"/>
            <p:cNvSpPr/>
            <p:nvPr/>
          </p:nvSpPr>
          <p:spPr>
            <a:xfrm>
              <a:off x="7680887" y="3262217"/>
              <a:ext cx="44975" cy="49817"/>
            </a:xfrm>
            <a:custGeom>
              <a:avLst/>
              <a:pathLst>
                <a:path w="44975" h="49817">
                  <a:moveTo>
                    <a:pt x="24490" y="0"/>
                  </a:moveTo>
                  <a:lnTo>
                    <a:pt x="25072" y="628"/>
                  </a:lnTo>
                  <a:lnTo>
                    <a:pt x="23177" y="4420"/>
                  </a:lnTo>
                  <a:lnTo>
                    <a:pt x="24350" y="7105"/>
                  </a:lnTo>
                  <a:lnTo>
                    <a:pt x="25264" y="6381"/>
                  </a:lnTo>
                  <a:lnTo>
                    <a:pt x="25223" y="3379"/>
                  </a:lnTo>
                  <a:lnTo>
                    <a:pt x="25934" y="4724"/>
                  </a:lnTo>
                  <a:lnTo>
                    <a:pt x="33532" y="3028"/>
                  </a:lnTo>
                  <a:lnTo>
                    <a:pt x="33554" y="9138"/>
                  </a:lnTo>
                  <a:lnTo>
                    <a:pt x="31632" y="11671"/>
                  </a:lnTo>
                  <a:lnTo>
                    <a:pt x="37312" y="12092"/>
                  </a:lnTo>
                  <a:lnTo>
                    <a:pt x="38525" y="13963"/>
                  </a:lnTo>
                  <a:lnTo>
                    <a:pt x="38406" y="18738"/>
                  </a:lnTo>
                  <a:lnTo>
                    <a:pt x="44257" y="18872"/>
                  </a:lnTo>
                  <a:lnTo>
                    <a:pt x="44975" y="24657"/>
                  </a:lnTo>
                  <a:lnTo>
                    <a:pt x="37391" y="26610"/>
                  </a:lnTo>
                  <a:lnTo>
                    <a:pt x="37884" y="35061"/>
                  </a:lnTo>
                  <a:lnTo>
                    <a:pt x="39356" y="35051"/>
                  </a:lnTo>
                  <a:lnTo>
                    <a:pt x="39392" y="33596"/>
                  </a:lnTo>
                  <a:lnTo>
                    <a:pt x="41652" y="33402"/>
                  </a:lnTo>
                  <a:lnTo>
                    <a:pt x="43862" y="40857"/>
                  </a:lnTo>
                  <a:lnTo>
                    <a:pt x="39822" y="41107"/>
                  </a:lnTo>
                  <a:lnTo>
                    <a:pt x="39562" y="38607"/>
                  </a:lnTo>
                  <a:lnTo>
                    <a:pt x="35042" y="38431"/>
                  </a:lnTo>
                  <a:lnTo>
                    <a:pt x="33614" y="39245"/>
                  </a:lnTo>
                  <a:lnTo>
                    <a:pt x="33733" y="41577"/>
                  </a:lnTo>
                  <a:lnTo>
                    <a:pt x="28402" y="41933"/>
                  </a:lnTo>
                  <a:lnTo>
                    <a:pt x="28994" y="35739"/>
                  </a:lnTo>
                  <a:lnTo>
                    <a:pt x="27518" y="35226"/>
                  </a:lnTo>
                  <a:lnTo>
                    <a:pt x="21090" y="37629"/>
                  </a:lnTo>
                  <a:lnTo>
                    <a:pt x="19257" y="39848"/>
                  </a:lnTo>
                  <a:lnTo>
                    <a:pt x="19591" y="48276"/>
                  </a:lnTo>
                  <a:lnTo>
                    <a:pt x="0" y="49817"/>
                  </a:lnTo>
                  <a:lnTo>
                    <a:pt x="1150" y="48896"/>
                  </a:lnTo>
                  <a:lnTo>
                    <a:pt x="5849" y="41099"/>
                  </a:lnTo>
                  <a:lnTo>
                    <a:pt x="8013" y="36873"/>
                  </a:lnTo>
                  <a:lnTo>
                    <a:pt x="10259" y="29884"/>
                  </a:lnTo>
                  <a:lnTo>
                    <a:pt x="7900" y="22250"/>
                  </a:lnTo>
                  <a:lnTo>
                    <a:pt x="9611" y="17539"/>
                  </a:lnTo>
                  <a:lnTo>
                    <a:pt x="12749" y="17815"/>
                  </a:lnTo>
                  <a:lnTo>
                    <a:pt x="18071" y="15871"/>
                  </a:lnTo>
                  <a:lnTo>
                    <a:pt x="21324" y="16375"/>
                  </a:lnTo>
                  <a:lnTo>
                    <a:pt x="21579" y="15621"/>
                  </a:lnTo>
                  <a:lnTo>
                    <a:pt x="19715" y="12179"/>
                  </a:lnTo>
                  <a:lnTo>
                    <a:pt x="18400" y="7002"/>
                  </a:lnTo>
                  <a:lnTo>
                    <a:pt x="23566" y="21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h3519"/>
            <p:cNvSpPr/>
            <p:nvPr/>
          </p:nvSpPr>
          <p:spPr>
            <a:xfrm>
              <a:off x="7411294" y="3187420"/>
              <a:ext cx="11428" cy="9037"/>
            </a:xfrm>
            <a:custGeom>
              <a:avLst/>
              <a:pathLst>
                <a:path w="11428" h="9037">
                  <a:moveTo>
                    <a:pt x="6962" y="404"/>
                  </a:moveTo>
                  <a:lnTo>
                    <a:pt x="9469" y="2700"/>
                  </a:lnTo>
                  <a:lnTo>
                    <a:pt x="11428" y="6279"/>
                  </a:lnTo>
                  <a:lnTo>
                    <a:pt x="11092" y="8067"/>
                  </a:lnTo>
                  <a:lnTo>
                    <a:pt x="9130" y="8048"/>
                  </a:lnTo>
                  <a:lnTo>
                    <a:pt x="7649" y="8946"/>
                  </a:lnTo>
                  <a:lnTo>
                    <a:pt x="3578" y="9037"/>
                  </a:lnTo>
                  <a:lnTo>
                    <a:pt x="0" y="6471"/>
                  </a:lnTo>
                  <a:lnTo>
                    <a:pt x="467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h3520"/>
            <p:cNvSpPr/>
            <p:nvPr/>
          </p:nvSpPr>
          <p:spPr>
            <a:xfrm>
              <a:off x="7483113" y="3277741"/>
              <a:ext cx="9285" cy="9279"/>
            </a:xfrm>
            <a:custGeom>
              <a:avLst/>
              <a:pathLst>
                <a:path w="9285" h="9279">
                  <a:moveTo>
                    <a:pt x="7808" y="3019"/>
                  </a:moveTo>
                  <a:lnTo>
                    <a:pt x="9285" y="2179"/>
                  </a:lnTo>
                  <a:lnTo>
                    <a:pt x="8867" y="3542"/>
                  </a:lnTo>
                  <a:lnTo>
                    <a:pt x="3417" y="8163"/>
                  </a:lnTo>
                  <a:lnTo>
                    <a:pt x="0" y="9279"/>
                  </a:lnTo>
                  <a:lnTo>
                    <a:pt x="213" y="7356"/>
                  </a:lnTo>
                  <a:lnTo>
                    <a:pt x="4579" y="4135"/>
                  </a:lnTo>
                  <a:lnTo>
                    <a:pt x="2522" y="1355"/>
                  </a:lnTo>
                  <a:lnTo>
                    <a:pt x="2494" y="299"/>
                  </a:lnTo>
                  <a:lnTo>
                    <a:pt x="5872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h3521"/>
            <p:cNvSpPr/>
            <p:nvPr/>
          </p:nvSpPr>
          <p:spPr>
            <a:xfrm>
              <a:off x="7553542" y="3294179"/>
              <a:ext cx="64213" cy="16842"/>
            </a:xfrm>
            <a:custGeom>
              <a:avLst/>
              <a:pathLst>
                <a:path w="64213" h="16842">
                  <a:moveTo>
                    <a:pt x="9739" y="0"/>
                  </a:moveTo>
                  <a:lnTo>
                    <a:pt x="10617" y="3887"/>
                  </a:lnTo>
                  <a:lnTo>
                    <a:pt x="14543" y="3003"/>
                  </a:lnTo>
                  <a:lnTo>
                    <a:pt x="20642" y="3271"/>
                  </a:lnTo>
                  <a:lnTo>
                    <a:pt x="22380" y="3885"/>
                  </a:lnTo>
                  <a:lnTo>
                    <a:pt x="22130" y="4969"/>
                  </a:lnTo>
                  <a:lnTo>
                    <a:pt x="23648" y="7000"/>
                  </a:lnTo>
                  <a:lnTo>
                    <a:pt x="25695" y="7487"/>
                  </a:lnTo>
                  <a:lnTo>
                    <a:pt x="27165" y="5784"/>
                  </a:lnTo>
                  <a:lnTo>
                    <a:pt x="31331" y="8595"/>
                  </a:lnTo>
                  <a:lnTo>
                    <a:pt x="35491" y="6899"/>
                  </a:lnTo>
                  <a:lnTo>
                    <a:pt x="35667" y="2674"/>
                  </a:lnTo>
                  <a:lnTo>
                    <a:pt x="36867" y="1443"/>
                  </a:lnTo>
                  <a:lnTo>
                    <a:pt x="42031" y="940"/>
                  </a:lnTo>
                  <a:lnTo>
                    <a:pt x="48566" y="4065"/>
                  </a:lnTo>
                  <a:lnTo>
                    <a:pt x="50004" y="6446"/>
                  </a:lnTo>
                  <a:lnTo>
                    <a:pt x="63456" y="11864"/>
                  </a:lnTo>
                  <a:lnTo>
                    <a:pt x="64213" y="13478"/>
                  </a:lnTo>
                  <a:lnTo>
                    <a:pt x="62778" y="14702"/>
                  </a:lnTo>
                  <a:lnTo>
                    <a:pt x="57731" y="11922"/>
                  </a:lnTo>
                  <a:lnTo>
                    <a:pt x="54994" y="13032"/>
                  </a:lnTo>
                  <a:lnTo>
                    <a:pt x="52673" y="16164"/>
                  </a:lnTo>
                  <a:lnTo>
                    <a:pt x="45911" y="16494"/>
                  </a:lnTo>
                  <a:lnTo>
                    <a:pt x="43156" y="13941"/>
                  </a:lnTo>
                  <a:lnTo>
                    <a:pt x="38320" y="16842"/>
                  </a:lnTo>
                  <a:lnTo>
                    <a:pt x="29528" y="13046"/>
                  </a:lnTo>
                  <a:lnTo>
                    <a:pt x="29155" y="10876"/>
                  </a:lnTo>
                  <a:lnTo>
                    <a:pt x="25622" y="9429"/>
                  </a:lnTo>
                  <a:lnTo>
                    <a:pt x="24025" y="13021"/>
                  </a:lnTo>
                  <a:lnTo>
                    <a:pt x="20407" y="15082"/>
                  </a:lnTo>
                  <a:lnTo>
                    <a:pt x="14243" y="15897"/>
                  </a:lnTo>
                  <a:lnTo>
                    <a:pt x="6989" y="15665"/>
                  </a:lnTo>
                  <a:lnTo>
                    <a:pt x="4310" y="10929"/>
                  </a:lnTo>
                  <a:lnTo>
                    <a:pt x="0" y="6049"/>
                  </a:lnTo>
                  <a:lnTo>
                    <a:pt x="2861" y="1974"/>
                  </a:lnTo>
                  <a:lnTo>
                    <a:pt x="4179" y="3608"/>
                  </a:lnTo>
                  <a:lnTo>
                    <a:pt x="5124" y="1892"/>
                  </a:lnTo>
                  <a:lnTo>
                    <a:pt x="7936" y="20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h3522"/>
            <p:cNvSpPr/>
            <p:nvPr/>
          </p:nvSpPr>
          <p:spPr>
            <a:xfrm>
              <a:off x="7484345" y="3418223"/>
              <a:ext cx="35736" cy="41663"/>
            </a:xfrm>
            <a:custGeom>
              <a:avLst/>
              <a:pathLst>
                <a:path w="35736" h="41663">
                  <a:moveTo>
                    <a:pt x="33122" y="239"/>
                  </a:moveTo>
                  <a:lnTo>
                    <a:pt x="33819" y="1553"/>
                  </a:lnTo>
                  <a:lnTo>
                    <a:pt x="31029" y="3599"/>
                  </a:lnTo>
                  <a:lnTo>
                    <a:pt x="29200" y="7400"/>
                  </a:lnTo>
                  <a:lnTo>
                    <a:pt x="31127" y="7390"/>
                  </a:lnTo>
                  <a:lnTo>
                    <a:pt x="31478" y="11172"/>
                  </a:lnTo>
                  <a:lnTo>
                    <a:pt x="35736" y="11552"/>
                  </a:lnTo>
                  <a:lnTo>
                    <a:pt x="35447" y="13170"/>
                  </a:lnTo>
                  <a:lnTo>
                    <a:pt x="32454" y="15739"/>
                  </a:lnTo>
                  <a:lnTo>
                    <a:pt x="28666" y="24608"/>
                  </a:lnTo>
                  <a:lnTo>
                    <a:pt x="28257" y="26628"/>
                  </a:lnTo>
                  <a:lnTo>
                    <a:pt x="30153" y="27335"/>
                  </a:lnTo>
                  <a:lnTo>
                    <a:pt x="29560" y="28968"/>
                  </a:lnTo>
                  <a:lnTo>
                    <a:pt x="27346" y="28501"/>
                  </a:lnTo>
                  <a:lnTo>
                    <a:pt x="20347" y="35499"/>
                  </a:lnTo>
                  <a:lnTo>
                    <a:pt x="15658" y="41663"/>
                  </a:lnTo>
                  <a:lnTo>
                    <a:pt x="10003" y="41523"/>
                  </a:lnTo>
                  <a:lnTo>
                    <a:pt x="8285" y="39874"/>
                  </a:lnTo>
                  <a:lnTo>
                    <a:pt x="7037" y="39631"/>
                  </a:lnTo>
                  <a:lnTo>
                    <a:pt x="0" y="33148"/>
                  </a:lnTo>
                  <a:lnTo>
                    <a:pt x="2416" y="33851"/>
                  </a:lnTo>
                  <a:lnTo>
                    <a:pt x="6446" y="36225"/>
                  </a:lnTo>
                  <a:lnTo>
                    <a:pt x="10018" y="30597"/>
                  </a:lnTo>
                  <a:lnTo>
                    <a:pt x="13456" y="29647"/>
                  </a:lnTo>
                  <a:lnTo>
                    <a:pt x="13909" y="27585"/>
                  </a:lnTo>
                  <a:lnTo>
                    <a:pt x="13338" y="25088"/>
                  </a:lnTo>
                  <a:lnTo>
                    <a:pt x="14056" y="21521"/>
                  </a:lnTo>
                  <a:lnTo>
                    <a:pt x="16608" y="20933"/>
                  </a:lnTo>
                  <a:lnTo>
                    <a:pt x="20770" y="21631"/>
                  </a:lnTo>
                  <a:lnTo>
                    <a:pt x="22996" y="17748"/>
                  </a:lnTo>
                  <a:lnTo>
                    <a:pt x="22325" y="16385"/>
                  </a:lnTo>
                  <a:lnTo>
                    <a:pt x="24777" y="5195"/>
                  </a:lnTo>
                  <a:lnTo>
                    <a:pt x="27890" y="3509"/>
                  </a:lnTo>
                  <a:lnTo>
                    <a:pt x="29173" y="2962"/>
                  </a:lnTo>
                  <a:lnTo>
                    <a:pt x="28097" y="922"/>
                  </a:lnTo>
                  <a:lnTo>
                    <a:pt x="30176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h3523"/>
            <p:cNvSpPr/>
            <p:nvPr/>
          </p:nvSpPr>
          <p:spPr>
            <a:xfrm>
              <a:off x="7480932" y="3226305"/>
              <a:ext cx="13817" cy="5953"/>
            </a:xfrm>
            <a:custGeom>
              <a:avLst/>
              <a:pathLst>
                <a:path w="13817" h="5953">
                  <a:moveTo>
                    <a:pt x="13817" y="1374"/>
                  </a:moveTo>
                  <a:lnTo>
                    <a:pt x="11789" y="5887"/>
                  </a:lnTo>
                  <a:lnTo>
                    <a:pt x="8190" y="5833"/>
                  </a:lnTo>
                  <a:lnTo>
                    <a:pt x="2645" y="4342"/>
                  </a:lnTo>
                  <a:lnTo>
                    <a:pt x="1337" y="5953"/>
                  </a:lnTo>
                  <a:lnTo>
                    <a:pt x="0" y="5431"/>
                  </a:lnTo>
                  <a:lnTo>
                    <a:pt x="265" y="3639"/>
                  </a:lnTo>
                  <a:lnTo>
                    <a:pt x="1530" y="3142"/>
                  </a:lnTo>
                  <a:lnTo>
                    <a:pt x="4145" y="4124"/>
                  </a:lnTo>
                  <a:lnTo>
                    <a:pt x="7731" y="255"/>
                  </a:lnTo>
                  <a:lnTo>
                    <a:pt x="126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h3524"/>
            <p:cNvSpPr/>
            <p:nvPr/>
          </p:nvSpPr>
          <p:spPr>
            <a:xfrm>
              <a:off x="7457646" y="3174358"/>
              <a:ext cx="26259" cy="24382"/>
            </a:xfrm>
            <a:custGeom>
              <a:avLst/>
              <a:pathLst>
                <a:path w="26259" h="24382">
                  <a:moveTo>
                    <a:pt x="9820" y="0"/>
                  </a:moveTo>
                  <a:lnTo>
                    <a:pt x="14036" y="1294"/>
                  </a:lnTo>
                  <a:lnTo>
                    <a:pt x="17392" y="3991"/>
                  </a:lnTo>
                  <a:lnTo>
                    <a:pt x="22480" y="10131"/>
                  </a:lnTo>
                  <a:lnTo>
                    <a:pt x="23803" y="9807"/>
                  </a:lnTo>
                  <a:lnTo>
                    <a:pt x="25496" y="11692"/>
                  </a:lnTo>
                  <a:lnTo>
                    <a:pt x="26259" y="16187"/>
                  </a:lnTo>
                  <a:lnTo>
                    <a:pt x="25338" y="19857"/>
                  </a:lnTo>
                  <a:lnTo>
                    <a:pt x="22945" y="22677"/>
                  </a:lnTo>
                  <a:lnTo>
                    <a:pt x="19996" y="24382"/>
                  </a:lnTo>
                  <a:lnTo>
                    <a:pt x="10983" y="21819"/>
                  </a:lnTo>
                  <a:lnTo>
                    <a:pt x="10349" y="19073"/>
                  </a:lnTo>
                  <a:lnTo>
                    <a:pt x="3513" y="15244"/>
                  </a:lnTo>
                  <a:lnTo>
                    <a:pt x="564" y="12221"/>
                  </a:lnTo>
                  <a:lnTo>
                    <a:pt x="0" y="8765"/>
                  </a:lnTo>
                  <a:lnTo>
                    <a:pt x="2826" y="8292"/>
                  </a:lnTo>
                  <a:lnTo>
                    <a:pt x="6069" y="3910"/>
                  </a:lnTo>
                  <a:lnTo>
                    <a:pt x="6419" y="824"/>
                  </a:lnTo>
                  <a:lnTo>
                    <a:pt x="8451" y="245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h3525"/>
            <p:cNvSpPr/>
            <p:nvPr/>
          </p:nvSpPr>
          <p:spPr>
            <a:xfrm>
              <a:off x="7537502" y="3303608"/>
              <a:ext cx="94816" cy="55155"/>
            </a:xfrm>
            <a:custGeom>
              <a:avLst/>
              <a:pathLst>
                <a:path w="94816" h="55155">
                  <a:moveTo>
                    <a:pt x="45195" y="1447"/>
                  </a:moveTo>
                  <a:lnTo>
                    <a:pt x="45569" y="3617"/>
                  </a:lnTo>
                  <a:lnTo>
                    <a:pt x="54360" y="7413"/>
                  </a:lnTo>
                  <a:lnTo>
                    <a:pt x="59196" y="4512"/>
                  </a:lnTo>
                  <a:lnTo>
                    <a:pt x="61952" y="7065"/>
                  </a:lnTo>
                  <a:lnTo>
                    <a:pt x="68714" y="6735"/>
                  </a:lnTo>
                  <a:lnTo>
                    <a:pt x="71035" y="3603"/>
                  </a:lnTo>
                  <a:lnTo>
                    <a:pt x="73772" y="2493"/>
                  </a:lnTo>
                  <a:lnTo>
                    <a:pt x="78819" y="5273"/>
                  </a:lnTo>
                  <a:lnTo>
                    <a:pt x="80476" y="5591"/>
                  </a:lnTo>
                  <a:lnTo>
                    <a:pt x="83606" y="8620"/>
                  </a:lnTo>
                  <a:lnTo>
                    <a:pt x="91517" y="8393"/>
                  </a:lnTo>
                  <a:lnTo>
                    <a:pt x="94816" y="12064"/>
                  </a:lnTo>
                  <a:lnTo>
                    <a:pt x="54442" y="15049"/>
                  </a:lnTo>
                  <a:lnTo>
                    <a:pt x="35151" y="55155"/>
                  </a:lnTo>
                  <a:lnTo>
                    <a:pt x="33975" y="54796"/>
                  </a:lnTo>
                  <a:lnTo>
                    <a:pt x="33435" y="53782"/>
                  </a:lnTo>
                  <a:lnTo>
                    <a:pt x="33969" y="52034"/>
                  </a:lnTo>
                  <a:lnTo>
                    <a:pt x="35618" y="51346"/>
                  </a:lnTo>
                  <a:lnTo>
                    <a:pt x="35307" y="48707"/>
                  </a:lnTo>
                  <a:lnTo>
                    <a:pt x="29127" y="43784"/>
                  </a:lnTo>
                  <a:lnTo>
                    <a:pt x="24138" y="44821"/>
                  </a:lnTo>
                  <a:lnTo>
                    <a:pt x="19332" y="44191"/>
                  </a:lnTo>
                  <a:lnTo>
                    <a:pt x="10183" y="36465"/>
                  </a:lnTo>
                  <a:lnTo>
                    <a:pt x="6654" y="35279"/>
                  </a:lnTo>
                  <a:lnTo>
                    <a:pt x="4852" y="35368"/>
                  </a:lnTo>
                  <a:lnTo>
                    <a:pt x="2595" y="33856"/>
                  </a:lnTo>
                  <a:lnTo>
                    <a:pt x="3940" y="33097"/>
                  </a:lnTo>
                  <a:lnTo>
                    <a:pt x="3828" y="32152"/>
                  </a:lnTo>
                  <a:lnTo>
                    <a:pt x="0" y="26026"/>
                  </a:lnTo>
                  <a:lnTo>
                    <a:pt x="3365" y="25838"/>
                  </a:lnTo>
                  <a:lnTo>
                    <a:pt x="4332" y="23928"/>
                  </a:lnTo>
                  <a:lnTo>
                    <a:pt x="3222" y="23386"/>
                  </a:lnTo>
                  <a:lnTo>
                    <a:pt x="3323" y="22111"/>
                  </a:lnTo>
                  <a:lnTo>
                    <a:pt x="6923" y="17852"/>
                  </a:lnTo>
                  <a:lnTo>
                    <a:pt x="10971" y="20136"/>
                  </a:lnTo>
                  <a:lnTo>
                    <a:pt x="12944" y="18964"/>
                  </a:lnTo>
                  <a:lnTo>
                    <a:pt x="13493" y="17893"/>
                  </a:lnTo>
                  <a:lnTo>
                    <a:pt x="12150" y="14895"/>
                  </a:lnTo>
                  <a:lnTo>
                    <a:pt x="13547" y="8744"/>
                  </a:lnTo>
                  <a:lnTo>
                    <a:pt x="19949" y="5043"/>
                  </a:lnTo>
                  <a:lnTo>
                    <a:pt x="23030" y="6236"/>
                  </a:lnTo>
                  <a:lnTo>
                    <a:pt x="30284" y="6468"/>
                  </a:lnTo>
                  <a:lnTo>
                    <a:pt x="36448" y="5653"/>
                  </a:lnTo>
                  <a:lnTo>
                    <a:pt x="40065" y="3592"/>
                  </a:lnTo>
                  <a:lnTo>
                    <a:pt x="41663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h3526"/>
            <p:cNvSpPr/>
            <p:nvPr/>
          </p:nvSpPr>
          <p:spPr>
            <a:xfrm>
              <a:off x="7317690" y="3315199"/>
              <a:ext cx="94301" cy="57577"/>
            </a:xfrm>
            <a:custGeom>
              <a:avLst/>
              <a:pathLst>
                <a:path w="94301" h="57577">
                  <a:moveTo>
                    <a:pt x="40916" y="484"/>
                  </a:moveTo>
                  <a:lnTo>
                    <a:pt x="45082" y="2643"/>
                  </a:lnTo>
                  <a:lnTo>
                    <a:pt x="51233" y="1888"/>
                  </a:lnTo>
                  <a:lnTo>
                    <a:pt x="55833" y="2286"/>
                  </a:lnTo>
                  <a:lnTo>
                    <a:pt x="58355" y="12981"/>
                  </a:lnTo>
                  <a:lnTo>
                    <a:pt x="61696" y="19678"/>
                  </a:lnTo>
                  <a:lnTo>
                    <a:pt x="59572" y="21724"/>
                  </a:lnTo>
                  <a:lnTo>
                    <a:pt x="61824" y="27886"/>
                  </a:lnTo>
                  <a:lnTo>
                    <a:pt x="62761" y="28108"/>
                  </a:lnTo>
                  <a:lnTo>
                    <a:pt x="64477" y="25706"/>
                  </a:lnTo>
                  <a:lnTo>
                    <a:pt x="72698" y="26900"/>
                  </a:lnTo>
                  <a:lnTo>
                    <a:pt x="77404" y="28559"/>
                  </a:lnTo>
                  <a:lnTo>
                    <a:pt x="80850" y="30693"/>
                  </a:lnTo>
                  <a:lnTo>
                    <a:pt x="84416" y="35434"/>
                  </a:lnTo>
                  <a:lnTo>
                    <a:pt x="88569" y="35836"/>
                  </a:lnTo>
                  <a:lnTo>
                    <a:pt x="90432" y="37060"/>
                  </a:lnTo>
                  <a:lnTo>
                    <a:pt x="94301" y="43266"/>
                  </a:lnTo>
                  <a:lnTo>
                    <a:pt x="88086" y="40756"/>
                  </a:lnTo>
                  <a:lnTo>
                    <a:pt x="86694" y="39035"/>
                  </a:lnTo>
                  <a:lnTo>
                    <a:pt x="81436" y="44284"/>
                  </a:lnTo>
                  <a:lnTo>
                    <a:pt x="76742" y="54933"/>
                  </a:lnTo>
                  <a:lnTo>
                    <a:pt x="70628" y="57577"/>
                  </a:lnTo>
                  <a:lnTo>
                    <a:pt x="48491" y="43303"/>
                  </a:lnTo>
                  <a:lnTo>
                    <a:pt x="35258" y="36045"/>
                  </a:lnTo>
                  <a:lnTo>
                    <a:pt x="23498" y="30887"/>
                  </a:lnTo>
                  <a:lnTo>
                    <a:pt x="17636" y="30594"/>
                  </a:lnTo>
                  <a:lnTo>
                    <a:pt x="12530" y="28662"/>
                  </a:lnTo>
                  <a:lnTo>
                    <a:pt x="8263" y="26620"/>
                  </a:lnTo>
                  <a:lnTo>
                    <a:pt x="0" y="13053"/>
                  </a:lnTo>
                  <a:lnTo>
                    <a:pt x="4086" y="15424"/>
                  </a:lnTo>
                  <a:lnTo>
                    <a:pt x="13556" y="17548"/>
                  </a:lnTo>
                  <a:lnTo>
                    <a:pt x="21715" y="17601"/>
                  </a:lnTo>
                  <a:lnTo>
                    <a:pt x="22003" y="12821"/>
                  </a:lnTo>
                  <a:lnTo>
                    <a:pt x="23718" y="7808"/>
                  </a:lnTo>
                  <a:lnTo>
                    <a:pt x="27672" y="4781"/>
                  </a:lnTo>
                  <a:lnTo>
                    <a:pt x="33758" y="2364"/>
                  </a:lnTo>
                  <a:lnTo>
                    <a:pt x="34403" y="3076"/>
                  </a:lnTo>
                  <a:lnTo>
                    <a:pt x="34180" y="4374"/>
                  </a:lnTo>
                  <a:lnTo>
                    <a:pt x="36461" y="4385"/>
                  </a:lnTo>
                  <a:lnTo>
                    <a:pt x="37988" y="2576"/>
                  </a:lnTo>
                  <a:lnTo>
                    <a:pt x="3748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h3527"/>
            <p:cNvSpPr/>
            <p:nvPr/>
          </p:nvSpPr>
          <p:spPr>
            <a:xfrm>
              <a:off x="7474076" y="3145532"/>
              <a:ext cx="37404" cy="48487"/>
            </a:xfrm>
            <a:custGeom>
              <a:avLst/>
              <a:pathLst>
                <a:path w="37404" h="48487">
                  <a:moveTo>
                    <a:pt x="18854" y="6030"/>
                  </a:moveTo>
                  <a:lnTo>
                    <a:pt x="20008" y="6664"/>
                  </a:lnTo>
                  <a:lnTo>
                    <a:pt x="26652" y="7306"/>
                  </a:lnTo>
                  <a:lnTo>
                    <a:pt x="29112" y="6115"/>
                  </a:lnTo>
                  <a:lnTo>
                    <a:pt x="36997" y="11320"/>
                  </a:lnTo>
                  <a:lnTo>
                    <a:pt x="37404" y="12747"/>
                  </a:lnTo>
                  <a:lnTo>
                    <a:pt x="35375" y="14929"/>
                  </a:lnTo>
                  <a:lnTo>
                    <a:pt x="32829" y="12885"/>
                  </a:lnTo>
                  <a:lnTo>
                    <a:pt x="30929" y="13460"/>
                  </a:lnTo>
                  <a:lnTo>
                    <a:pt x="29522" y="17396"/>
                  </a:lnTo>
                  <a:lnTo>
                    <a:pt x="30515" y="20585"/>
                  </a:lnTo>
                  <a:lnTo>
                    <a:pt x="29876" y="22520"/>
                  </a:lnTo>
                  <a:lnTo>
                    <a:pt x="30589" y="32090"/>
                  </a:lnTo>
                  <a:lnTo>
                    <a:pt x="33544" y="32208"/>
                  </a:lnTo>
                  <a:lnTo>
                    <a:pt x="33580" y="37502"/>
                  </a:lnTo>
                  <a:lnTo>
                    <a:pt x="35669" y="41523"/>
                  </a:lnTo>
                  <a:lnTo>
                    <a:pt x="32333" y="44113"/>
                  </a:lnTo>
                  <a:lnTo>
                    <a:pt x="29605" y="44598"/>
                  </a:lnTo>
                  <a:lnTo>
                    <a:pt x="27290" y="46459"/>
                  </a:lnTo>
                  <a:lnTo>
                    <a:pt x="26838" y="47010"/>
                  </a:lnTo>
                  <a:lnTo>
                    <a:pt x="27277" y="48487"/>
                  </a:lnTo>
                  <a:lnTo>
                    <a:pt x="23392" y="48397"/>
                  </a:lnTo>
                  <a:lnTo>
                    <a:pt x="22066" y="47277"/>
                  </a:lnTo>
                  <a:lnTo>
                    <a:pt x="16700" y="45889"/>
                  </a:lnTo>
                  <a:lnTo>
                    <a:pt x="18267" y="42260"/>
                  </a:lnTo>
                  <a:lnTo>
                    <a:pt x="18097" y="36301"/>
                  </a:lnTo>
                  <a:lnTo>
                    <a:pt x="14902" y="34063"/>
                  </a:lnTo>
                  <a:lnTo>
                    <a:pt x="12864" y="33915"/>
                  </a:lnTo>
                  <a:lnTo>
                    <a:pt x="9842" y="32358"/>
                  </a:lnTo>
                  <a:lnTo>
                    <a:pt x="6316" y="28077"/>
                  </a:lnTo>
                  <a:lnTo>
                    <a:pt x="7367" y="26676"/>
                  </a:lnTo>
                  <a:lnTo>
                    <a:pt x="8934" y="26293"/>
                  </a:lnTo>
                  <a:lnTo>
                    <a:pt x="7046" y="20237"/>
                  </a:lnTo>
                  <a:lnTo>
                    <a:pt x="3330" y="16469"/>
                  </a:lnTo>
                  <a:lnTo>
                    <a:pt x="1279" y="17821"/>
                  </a:lnTo>
                  <a:lnTo>
                    <a:pt x="0" y="16882"/>
                  </a:lnTo>
                  <a:lnTo>
                    <a:pt x="1065" y="14888"/>
                  </a:lnTo>
                  <a:lnTo>
                    <a:pt x="3831" y="14089"/>
                  </a:lnTo>
                  <a:lnTo>
                    <a:pt x="5858" y="12578"/>
                  </a:lnTo>
                  <a:lnTo>
                    <a:pt x="7082" y="10633"/>
                  </a:lnTo>
                  <a:lnTo>
                    <a:pt x="6533" y="7389"/>
                  </a:lnTo>
                  <a:lnTo>
                    <a:pt x="9228" y="3711"/>
                  </a:lnTo>
                  <a:lnTo>
                    <a:pt x="10212" y="4109"/>
                  </a:lnTo>
                  <a:lnTo>
                    <a:pt x="11282" y="4404"/>
                  </a:lnTo>
                  <a:lnTo>
                    <a:pt x="13951" y="3352"/>
                  </a:lnTo>
                  <a:lnTo>
                    <a:pt x="14918" y="669"/>
                  </a:lnTo>
                  <a:lnTo>
                    <a:pt x="1954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h3528"/>
            <p:cNvSpPr/>
            <p:nvPr/>
          </p:nvSpPr>
          <p:spPr>
            <a:xfrm>
              <a:off x="7455690" y="3193419"/>
              <a:ext cx="9574" cy="8836"/>
            </a:xfrm>
            <a:custGeom>
              <a:avLst/>
              <a:pathLst>
                <a:path w="9574" h="8836">
                  <a:moveTo>
                    <a:pt x="6477" y="1281"/>
                  </a:moveTo>
                  <a:lnTo>
                    <a:pt x="7933" y="1634"/>
                  </a:lnTo>
                  <a:lnTo>
                    <a:pt x="5377" y="2486"/>
                  </a:lnTo>
                  <a:lnTo>
                    <a:pt x="5946" y="6811"/>
                  </a:lnTo>
                  <a:lnTo>
                    <a:pt x="9574" y="7664"/>
                  </a:lnTo>
                  <a:lnTo>
                    <a:pt x="7492" y="8836"/>
                  </a:lnTo>
                  <a:lnTo>
                    <a:pt x="1492" y="8644"/>
                  </a:lnTo>
                  <a:lnTo>
                    <a:pt x="0" y="5916"/>
                  </a:lnTo>
                  <a:lnTo>
                    <a:pt x="379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h3529"/>
            <p:cNvSpPr/>
            <p:nvPr/>
          </p:nvSpPr>
          <p:spPr>
            <a:xfrm>
              <a:off x="7431268" y="3284894"/>
              <a:ext cx="30163" cy="24221"/>
            </a:xfrm>
            <a:custGeom>
              <a:avLst/>
              <a:pathLst>
                <a:path w="30163" h="24221">
                  <a:moveTo>
                    <a:pt x="16065" y="1416"/>
                  </a:moveTo>
                  <a:lnTo>
                    <a:pt x="18390" y="3910"/>
                  </a:lnTo>
                  <a:lnTo>
                    <a:pt x="24130" y="7565"/>
                  </a:lnTo>
                  <a:lnTo>
                    <a:pt x="24479" y="15338"/>
                  </a:lnTo>
                  <a:lnTo>
                    <a:pt x="25326" y="16467"/>
                  </a:lnTo>
                  <a:lnTo>
                    <a:pt x="27914" y="16571"/>
                  </a:lnTo>
                  <a:lnTo>
                    <a:pt x="30163" y="16621"/>
                  </a:lnTo>
                  <a:lnTo>
                    <a:pt x="29678" y="19776"/>
                  </a:lnTo>
                  <a:lnTo>
                    <a:pt x="27187" y="20676"/>
                  </a:lnTo>
                  <a:lnTo>
                    <a:pt x="21596" y="21298"/>
                  </a:lnTo>
                  <a:lnTo>
                    <a:pt x="20497" y="23499"/>
                  </a:lnTo>
                  <a:lnTo>
                    <a:pt x="18746" y="24221"/>
                  </a:lnTo>
                  <a:lnTo>
                    <a:pt x="6217" y="20588"/>
                  </a:lnTo>
                  <a:lnTo>
                    <a:pt x="5619" y="18335"/>
                  </a:lnTo>
                  <a:lnTo>
                    <a:pt x="3332" y="17456"/>
                  </a:lnTo>
                  <a:lnTo>
                    <a:pt x="1477" y="13247"/>
                  </a:lnTo>
                  <a:lnTo>
                    <a:pt x="0" y="8501"/>
                  </a:lnTo>
                  <a:lnTo>
                    <a:pt x="19" y="6847"/>
                  </a:lnTo>
                  <a:lnTo>
                    <a:pt x="961" y="5383"/>
                  </a:lnTo>
                  <a:lnTo>
                    <a:pt x="676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h3530"/>
            <p:cNvSpPr/>
            <p:nvPr/>
          </p:nvSpPr>
          <p:spPr>
            <a:xfrm>
              <a:off x="7495782" y="3240331"/>
              <a:ext cx="29094" cy="22228"/>
            </a:xfrm>
            <a:custGeom>
              <a:avLst/>
              <a:pathLst>
                <a:path w="29094" h="22228">
                  <a:moveTo>
                    <a:pt x="6272" y="204"/>
                  </a:moveTo>
                  <a:lnTo>
                    <a:pt x="7721" y="2012"/>
                  </a:lnTo>
                  <a:lnTo>
                    <a:pt x="12418" y="647"/>
                  </a:lnTo>
                  <a:lnTo>
                    <a:pt x="13346" y="1521"/>
                  </a:lnTo>
                  <a:lnTo>
                    <a:pt x="16797" y="2493"/>
                  </a:lnTo>
                  <a:lnTo>
                    <a:pt x="20899" y="2983"/>
                  </a:lnTo>
                  <a:lnTo>
                    <a:pt x="24450" y="6302"/>
                  </a:lnTo>
                  <a:lnTo>
                    <a:pt x="25043" y="8211"/>
                  </a:lnTo>
                  <a:lnTo>
                    <a:pt x="29094" y="8877"/>
                  </a:lnTo>
                  <a:lnTo>
                    <a:pt x="28425" y="16460"/>
                  </a:lnTo>
                  <a:lnTo>
                    <a:pt x="18073" y="16491"/>
                  </a:lnTo>
                  <a:lnTo>
                    <a:pt x="15998" y="18695"/>
                  </a:lnTo>
                  <a:lnTo>
                    <a:pt x="19101" y="20513"/>
                  </a:lnTo>
                  <a:lnTo>
                    <a:pt x="17659" y="22228"/>
                  </a:lnTo>
                  <a:lnTo>
                    <a:pt x="11419" y="16718"/>
                  </a:lnTo>
                  <a:lnTo>
                    <a:pt x="11696" y="17678"/>
                  </a:lnTo>
                  <a:lnTo>
                    <a:pt x="10133" y="18832"/>
                  </a:lnTo>
                  <a:lnTo>
                    <a:pt x="5970" y="18306"/>
                  </a:lnTo>
                  <a:lnTo>
                    <a:pt x="6110" y="16803"/>
                  </a:lnTo>
                  <a:lnTo>
                    <a:pt x="12861" y="15246"/>
                  </a:lnTo>
                  <a:lnTo>
                    <a:pt x="12104" y="13735"/>
                  </a:lnTo>
                  <a:lnTo>
                    <a:pt x="8691" y="11872"/>
                  </a:lnTo>
                  <a:lnTo>
                    <a:pt x="816" y="12409"/>
                  </a:lnTo>
                  <a:lnTo>
                    <a:pt x="0" y="2893"/>
                  </a:lnTo>
                  <a:lnTo>
                    <a:pt x="557" y="1592"/>
                  </a:lnTo>
                  <a:lnTo>
                    <a:pt x="497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h3531"/>
            <p:cNvSpPr/>
            <p:nvPr/>
          </p:nvSpPr>
          <p:spPr>
            <a:xfrm>
              <a:off x="7476386" y="3395384"/>
              <a:ext cx="25448" cy="21236"/>
            </a:xfrm>
            <a:custGeom>
              <a:avLst/>
              <a:pathLst>
                <a:path w="25448" h="21236">
                  <a:moveTo>
                    <a:pt x="25448" y="1411"/>
                  </a:moveTo>
                  <a:lnTo>
                    <a:pt x="24039" y="4012"/>
                  </a:lnTo>
                  <a:lnTo>
                    <a:pt x="19297" y="4272"/>
                  </a:lnTo>
                  <a:lnTo>
                    <a:pt x="17100" y="7893"/>
                  </a:lnTo>
                  <a:lnTo>
                    <a:pt x="16521" y="9701"/>
                  </a:lnTo>
                  <a:lnTo>
                    <a:pt x="16944" y="10492"/>
                  </a:lnTo>
                  <a:lnTo>
                    <a:pt x="18824" y="10353"/>
                  </a:lnTo>
                  <a:lnTo>
                    <a:pt x="16345" y="15837"/>
                  </a:lnTo>
                  <a:lnTo>
                    <a:pt x="15506" y="15868"/>
                  </a:lnTo>
                  <a:lnTo>
                    <a:pt x="14902" y="19266"/>
                  </a:lnTo>
                  <a:lnTo>
                    <a:pt x="10811" y="21166"/>
                  </a:lnTo>
                  <a:lnTo>
                    <a:pt x="9548" y="20336"/>
                  </a:lnTo>
                  <a:lnTo>
                    <a:pt x="7921" y="20302"/>
                  </a:lnTo>
                  <a:lnTo>
                    <a:pt x="7459" y="21180"/>
                  </a:lnTo>
                  <a:lnTo>
                    <a:pt x="6118" y="21236"/>
                  </a:lnTo>
                  <a:lnTo>
                    <a:pt x="4194" y="19321"/>
                  </a:lnTo>
                  <a:lnTo>
                    <a:pt x="1361" y="12290"/>
                  </a:lnTo>
                  <a:lnTo>
                    <a:pt x="2292" y="9523"/>
                  </a:lnTo>
                  <a:lnTo>
                    <a:pt x="768" y="9416"/>
                  </a:lnTo>
                  <a:lnTo>
                    <a:pt x="227" y="10692"/>
                  </a:lnTo>
                  <a:lnTo>
                    <a:pt x="0" y="9821"/>
                  </a:lnTo>
                  <a:lnTo>
                    <a:pt x="1793" y="5039"/>
                  </a:lnTo>
                  <a:lnTo>
                    <a:pt x="9173" y="1570"/>
                  </a:lnTo>
                  <a:lnTo>
                    <a:pt x="12571" y="771"/>
                  </a:lnTo>
                  <a:lnTo>
                    <a:pt x="247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h3532"/>
            <p:cNvSpPr/>
            <p:nvPr/>
          </p:nvSpPr>
          <p:spPr>
            <a:xfrm>
              <a:off x="7536147" y="3384392"/>
              <a:ext cx="7595" cy="11539"/>
            </a:xfrm>
            <a:custGeom>
              <a:avLst/>
              <a:pathLst>
                <a:path w="7595" h="11539">
                  <a:moveTo>
                    <a:pt x="7595" y="553"/>
                  </a:moveTo>
                  <a:lnTo>
                    <a:pt x="5931" y="11539"/>
                  </a:lnTo>
                  <a:lnTo>
                    <a:pt x="714" y="10874"/>
                  </a:lnTo>
                  <a:lnTo>
                    <a:pt x="2153" y="8509"/>
                  </a:lnTo>
                  <a:lnTo>
                    <a:pt x="2373" y="6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h3533"/>
            <p:cNvSpPr/>
            <p:nvPr/>
          </p:nvSpPr>
          <p:spPr>
            <a:xfrm>
              <a:off x="7450177" y="3255738"/>
              <a:ext cx="21897" cy="32063"/>
            </a:xfrm>
            <a:custGeom>
              <a:avLst/>
              <a:pathLst>
                <a:path w="21897" h="32063">
                  <a:moveTo>
                    <a:pt x="15683" y="1805"/>
                  </a:moveTo>
                  <a:lnTo>
                    <a:pt x="19028" y="9220"/>
                  </a:lnTo>
                  <a:lnTo>
                    <a:pt x="21459" y="8283"/>
                  </a:lnTo>
                  <a:lnTo>
                    <a:pt x="21837" y="9664"/>
                  </a:lnTo>
                  <a:lnTo>
                    <a:pt x="20804" y="9301"/>
                  </a:lnTo>
                  <a:lnTo>
                    <a:pt x="16517" y="15506"/>
                  </a:lnTo>
                  <a:lnTo>
                    <a:pt x="16745" y="16427"/>
                  </a:lnTo>
                  <a:lnTo>
                    <a:pt x="17905" y="16820"/>
                  </a:lnTo>
                  <a:lnTo>
                    <a:pt x="18957" y="16708"/>
                  </a:lnTo>
                  <a:lnTo>
                    <a:pt x="19963" y="15158"/>
                  </a:lnTo>
                  <a:lnTo>
                    <a:pt x="20897" y="15326"/>
                  </a:lnTo>
                  <a:lnTo>
                    <a:pt x="21176" y="16221"/>
                  </a:lnTo>
                  <a:lnTo>
                    <a:pt x="19897" y="18650"/>
                  </a:lnTo>
                  <a:lnTo>
                    <a:pt x="20128" y="20228"/>
                  </a:lnTo>
                  <a:lnTo>
                    <a:pt x="21695" y="22504"/>
                  </a:lnTo>
                  <a:lnTo>
                    <a:pt x="20987" y="24601"/>
                  </a:lnTo>
                  <a:lnTo>
                    <a:pt x="19470" y="25986"/>
                  </a:lnTo>
                  <a:lnTo>
                    <a:pt x="21897" y="28870"/>
                  </a:lnTo>
                  <a:lnTo>
                    <a:pt x="18377" y="32063"/>
                  </a:lnTo>
                  <a:lnTo>
                    <a:pt x="13474" y="27225"/>
                  </a:lnTo>
                  <a:lnTo>
                    <a:pt x="9649" y="25112"/>
                  </a:lnTo>
                  <a:lnTo>
                    <a:pt x="6216" y="19822"/>
                  </a:lnTo>
                  <a:lnTo>
                    <a:pt x="8303" y="14176"/>
                  </a:lnTo>
                  <a:lnTo>
                    <a:pt x="7503" y="11278"/>
                  </a:lnTo>
                  <a:lnTo>
                    <a:pt x="4645" y="10597"/>
                  </a:lnTo>
                  <a:lnTo>
                    <a:pt x="0" y="4735"/>
                  </a:lnTo>
                  <a:lnTo>
                    <a:pt x="1624" y="3491"/>
                  </a:lnTo>
                  <a:lnTo>
                    <a:pt x="8617" y="2665"/>
                  </a:lnTo>
                  <a:lnTo>
                    <a:pt x="8818" y="1748"/>
                  </a:lnTo>
                  <a:lnTo>
                    <a:pt x="1074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h3534"/>
            <p:cNvSpPr/>
            <p:nvPr/>
          </p:nvSpPr>
          <p:spPr>
            <a:xfrm>
              <a:off x="7459724" y="3404801"/>
              <a:ext cx="35128" cy="47273"/>
            </a:xfrm>
            <a:custGeom>
              <a:avLst/>
              <a:pathLst>
                <a:path w="35128" h="47273">
                  <a:moveTo>
                    <a:pt x="18954" y="106"/>
                  </a:moveTo>
                  <a:lnTo>
                    <a:pt x="18023" y="2873"/>
                  </a:lnTo>
                  <a:lnTo>
                    <a:pt x="20856" y="9904"/>
                  </a:lnTo>
                  <a:lnTo>
                    <a:pt x="22780" y="11819"/>
                  </a:lnTo>
                  <a:lnTo>
                    <a:pt x="24121" y="11763"/>
                  </a:lnTo>
                  <a:lnTo>
                    <a:pt x="23497" y="12974"/>
                  </a:lnTo>
                  <a:lnTo>
                    <a:pt x="24586" y="13829"/>
                  </a:lnTo>
                  <a:lnTo>
                    <a:pt x="29647" y="14697"/>
                  </a:lnTo>
                  <a:lnTo>
                    <a:pt x="35128" y="18312"/>
                  </a:lnTo>
                  <a:lnTo>
                    <a:pt x="32681" y="22718"/>
                  </a:lnTo>
                  <a:lnTo>
                    <a:pt x="33789" y="23805"/>
                  </a:lnTo>
                  <a:lnTo>
                    <a:pt x="34102" y="24299"/>
                  </a:lnTo>
                  <a:lnTo>
                    <a:pt x="26338" y="33233"/>
                  </a:lnTo>
                  <a:lnTo>
                    <a:pt x="22668" y="32191"/>
                  </a:lnTo>
                  <a:lnTo>
                    <a:pt x="20830" y="34515"/>
                  </a:lnTo>
                  <a:lnTo>
                    <a:pt x="20191" y="36861"/>
                  </a:lnTo>
                  <a:lnTo>
                    <a:pt x="27036" y="47273"/>
                  </a:lnTo>
                  <a:lnTo>
                    <a:pt x="24620" y="46569"/>
                  </a:lnTo>
                  <a:lnTo>
                    <a:pt x="0" y="24051"/>
                  </a:lnTo>
                  <a:lnTo>
                    <a:pt x="793" y="22122"/>
                  </a:lnTo>
                  <a:lnTo>
                    <a:pt x="3258" y="23428"/>
                  </a:lnTo>
                  <a:lnTo>
                    <a:pt x="8751" y="17372"/>
                  </a:lnTo>
                  <a:lnTo>
                    <a:pt x="9883" y="12476"/>
                  </a:lnTo>
                  <a:lnTo>
                    <a:pt x="13174" y="9363"/>
                  </a:lnTo>
                  <a:lnTo>
                    <a:pt x="13424" y="4318"/>
                  </a:lnTo>
                  <a:lnTo>
                    <a:pt x="15718" y="4040"/>
                  </a:lnTo>
                  <a:lnTo>
                    <a:pt x="16874" y="2626"/>
                  </a:lnTo>
                  <a:lnTo>
                    <a:pt x="16889" y="1276"/>
                  </a:lnTo>
                  <a:lnTo>
                    <a:pt x="1743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h3535"/>
            <p:cNvSpPr/>
            <p:nvPr/>
          </p:nvSpPr>
          <p:spPr>
            <a:xfrm>
              <a:off x="7527079" y="3367851"/>
              <a:ext cx="20350" cy="17960"/>
            </a:xfrm>
            <a:custGeom>
              <a:avLst/>
              <a:pathLst>
                <a:path w="20350" h="17960">
                  <a:moveTo>
                    <a:pt x="10841" y="0"/>
                  </a:moveTo>
                  <a:lnTo>
                    <a:pt x="20350" y="7672"/>
                  </a:lnTo>
                  <a:lnTo>
                    <a:pt x="19358" y="12930"/>
                  </a:lnTo>
                  <a:lnTo>
                    <a:pt x="15052" y="12716"/>
                  </a:lnTo>
                  <a:lnTo>
                    <a:pt x="14868" y="15080"/>
                  </a:lnTo>
                  <a:lnTo>
                    <a:pt x="16663" y="17094"/>
                  </a:lnTo>
                  <a:lnTo>
                    <a:pt x="9067" y="16541"/>
                  </a:lnTo>
                  <a:lnTo>
                    <a:pt x="6246" y="17960"/>
                  </a:lnTo>
                  <a:lnTo>
                    <a:pt x="2769" y="16498"/>
                  </a:lnTo>
                  <a:lnTo>
                    <a:pt x="553" y="13559"/>
                  </a:lnTo>
                  <a:lnTo>
                    <a:pt x="1058" y="8021"/>
                  </a:lnTo>
                  <a:lnTo>
                    <a:pt x="0" y="5122"/>
                  </a:lnTo>
                  <a:lnTo>
                    <a:pt x="894" y="3365"/>
                  </a:lnTo>
                  <a:lnTo>
                    <a:pt x="4177" y="1892"/>
                  </a:lnTo>
                  <a:lnTo>
                    <a:pt x="7022" y="2338"/>
                  </a:lnTo>
                  <a:lnTo>
                    <a:pt x="8740" y="22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h3536"/>
            <p:cNvSpPr/>
            <p:nvPr/>
          </p:nvSpPr>
          <p:spPr>
            <a:xfrm>
              <a:off x="7391568" y="3217821"/>
              <a:ext cx="24336" cy="35843"/>
            </a:xfrm>
            <a:custGeom>
              <a:avLst/>
              <a:pathLst>
                <a:path w="24336" h="35843">
                  <a:moveTo>
                    <a:pt x="11611" y="935"/>
                  </a:moveTo>
                  <a:lnTo>
                    <a:pt x="11521" y="3919"/>
                  </a:lnTo>
                  <a:lnTo>
                    <a:pt x="12568" y="3961"/>
                  </a:lnTo>
                  <a:lnTo>
                    <a:pt x="13936" y="5433"/>
                  </a:lnTo>
                  <a:lnTo>
                    <a:pt x="14163" y="9718"/>
                  </a:lnTo>
                  <a:lnTo>
                    <a:pt x="12691" y="12141"/>
                  </a:lnTo>
                  <a:lnTo>
                    <a:pt x="13899" y="14655"/>
                  </a:lnTo>
                  <a:lnTo>
                    <a:pt x="17550" y="20082"/>
                  </a:lnTo>
                  <a:lnTo>
                    <a:pt x="24336" y="24866"/>
                  </a:lnTo>
                  <a:lnTo>
                    <a:pt x="23881" y="27862"/>
                  </a:lnTo>
                  <a:lnTo>
                    <a:pt x="21470" y="29835"/>
                  </a:lnTo>
                  <a:lnTo>
                    <a:pt x="20834" y="32040"/>
                  </a:lnTo>
                  <a:lnTo>
                    <a:pt x="17321" y="35843"/>
                  </a:lnTo>
                  <a:lnTo>
                    <a:pt x="12277" y="34805"/>
                  </a:lnTo>
                  <a:lnTo>
                    <a:pt x="11926" y="30595"/>
                  </a:lnTo>
                  <a:lnTo>
                    <a:pt x="12850" y="28261"/>
                  </a:lnTo>
                  <a:lnTo>
                    <a:pt x="10856" y="26724"/>
                  </a:lnTo>
                  <a:lnTo>
                    <a:pt x="6065" y="28028"/>
                  </a:lnTo>
                  <a:lnTo>
                    <a:pt x="5296" y="27391"/>
                  </a:lnTo>
                  <a:lnTo>
                    <a:pt x="5822" y="24971"/>
                  </a:lnTo>
                  <a:lnTo>
                    <a:pt x="1287" y="19359"/>
                  </a:lnTo>
                  <a:lnTo>
                    <a:pt x="0" y="15379"/>
                  </a:lnTo>
                  <a:lnTo>
                    <a:pt x="4317" y="13054"/>
                  </a:lnTo>
                  <a:lnTo>
                    <a:pt x="4494" y="8433"/>
                  </a:lnTo>
                  <a:lnTo>
                    <a:pt x="2387" y="5035"/>
                  </a:lnTo>
                  <a:lnTo>
                    <a:pt x="2605" y="4070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h3537"/>
            <p:cNvSpPr/>
            <p:nvPr/>
          </p:nvSpPr>
          <p:spPr>
            <a:xfrm>
              <a:off x="7443723" y="3179357"/>
              <a:ext cx="18444" cy="21875"/>
            </a:xfrm>
            <a:custGeom>
              <a:avLst/>
              <a:pathLst>
                <a:path w="18444" h="21875">
                  <a:moveTo>
                    <a:pt x="8568" y="4591"/>
                  </a:moveTo>
                  <a:lnTo>
                    <a:pt x="9363" y="4929"/>
                  </a:lnTo>
                  <a:lnTo>
                    <a:pt x="11916" y="5431"/>
                  </a:lnTo>
                  <a:lnTo>
                    <a:pt x="12518" y="3435"/>
                  </a:lnTo>
                  <a:lnTo>
                    <a:pt x="13923" y="3765"/>
                  </a:lnTo>
                  <a:lnTo>
                    <a:pt x="14487" y="7222"/>
                  </a:lnTo>
                  <a:lnTo>
                    <a:pt x="17437" y="10244"/>
                  </a:lnTo>
                  <a:lnTo>
                    <a:pt x="18444" y="15344"/>
                  </a:lnTo>
                  <a:lnTo>
                    <a:pt x="15765" y="14062"/>
                  </a:lnTo>
                  <a:lnTo>
                    <a:pt x="11966" y="19978"/>
                  </a:lnTo>
                  <a:lnTo>
                    <a:pt x="3897" y="21875"/>
                  </a:lnTo>
                  <a:lnTo>
                    <a:pt x="521" y="20824"/>
                  </a:lnTo>
                  <a:lnTo>
                    <a:pt x="0" y="18812"/>
                  </a:lnTo>
                  <a:lnTo>
                    <a:pt x="1146" y="19992"/>
                  </a:lnTo>
                  <a:lnTo>
                    <a:pt x="3687" y="17893"/>
                  </a:lnTo>
                  <a:lnTo>
                    <a:pt x="5394" y="12485"/>
                  </a:lnTo>
                  <a:lnTo>
                    <a:pt x="5833" y="6711"/>
                  </a:lnTo>
                  <a:lnTo>
                    <a:pt x="3124" y="6437"/>
                  </a:lnTo>
                  <a:lnTo>
                    <a:pt x="2352" y="7821"/>
                  </a:lnTo>
                  <a:lnTo>
                    <a:pt x="1411" y="7051"/>
                  </a:lnTo>
                  <a:lnTo>
                    <a:pt x="1524" y="5234"/>
                  </a:lnTo>
                  <a:lnTo>
                    <a:pt x="3533" y="4694"/>
                  </a:lnTo>
                  <a:lnTo>
                    <a:pt x="1747" y="298"/>
                  </a:lnTo>
                  <a:lnTo>
                    <a:pt x="65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h3538"/>
            <p:cNvSpPr/>
            <p:nvPr/>
          </p:nvSpPr>
          <p:spPr>
            <a:xfrm>
              <a:off x="7504632" y="3439048"/>
              <a:ext cx="30261" cy="22104"/>
            </a:xfrm>
            <a:custGeom>
              <a:avLst/>
              <a:pathLst>
                <a:path w="30261" h="22104">
                  <a:moveTo>
                    <a:pt x="25650" y="411"/>
                  </a:moveTo>
                  <a:lnTo>
                    <a:pt x="27644" y="3811"/>
                  </a:lnTo>
                  <a:lnTo>
                    <a:pt x="24324" y="8342"/>
                  </a:lnTo>
                  <a:lnTo>
                    <a:pt x="27472" y="9383"/>
                  </a:lnTo>
                  <a:lnTo>
                    <a:pt x="30060" y="13398"/>
                  </a:lnTo>
                  <a:lnTo>
                    <a:pt x="30261" y="14733"/>
                  </a:lnTo>
                  <a:lnTo>
                    <a:pt x="28644" y="16757"/>
                  </a:lnTo>
                  <a:lnTo>
                    <a:pt x="20680" y="20028"/>
                  </a:lnTo>
                  <a:lnTo>
                    <a:pt x="18539" y="20187"/>
                  </a:lnTo>
                  <a:lnTo>
                    <a:pt x="18577" y="19250"/>
                  </a:lnTo>
                  <a:lnTo>
                    <a:pt x="17167" y="18190"/>
                  </a:lnTo>
                  <a:lnTo>
                    <a:pt x="15528" y="19288"/>
                  </a:lnTo>
                  <a:lnTo>
                    <a:pt x="14832" y="18599"/>
                  </a:lnTo>
                  <a:lnTo>
                    <a:pt x="11318" y="22104"/>
                  </a:lnTo>
                  <a:lnTo>
                    <a:pt x="7933" y="18274"/>
                  </a:lnTo>
                  <a:lnTo>
                    <a:pt x="2826" y="20022"/>
                  </a:lnTo>
                  <a:lnTo>
                    <a:pt x="0" y="19995"/>
                  </a:lnTo>
                  <a:lnTo>
                    <a:pt x="496" y="15605"/>
                  </a:lnTo>
                  <a:lnTo>
                    <a:pt x="60" y="14673"/>
                  </a:lnTo>
                  <a:lnTo>
                    <a:pt x="7059" y="7675"/>
                  </a:lnTo>
                  <a:lnTo>
                    <a:pt x="9273" y="8143"/>
                  </a:lnTo>
                  <a:lnTo>
                    <a:pt x="9866" y="6510"/>
                  </a:lnTo>
                  <a:lnTo>
                    <a:pt x="13823" y="8139"/>
                  </a:lnTo>
                  <a:lnTo>
                    <a:pt x="21128" y="2164"/>
                  </a:lnTo>
                  <a:lnTo>
                    <a:pt x="20521" y="2377"/>
                  </a:lnTo>
                  <a:lnTo>
                    <a:pt x="20623" y="849"/>
                  </a:lnTo>
                  <a:lnTo>
                    <a:pt x="215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h3539"/>
            <p:cNvSpPr/>
            <p:nvPr/>
          </p:nvSpPr>
          <p:spPr>
            <a:xfrm>
              <a:off x="7459860" y="3227861"/>
              <a:ext cx="34861" cy="18204"/>
            </a:xfrm>
            <a:custGeom>
              <a:avLst/>
              <a:pathLst>
                <a:path w="34861" h="18204">
                  <a:moveTo>
                    <a:pt x="17128" y="1507"/>
                  </a:moveTo>
                  <a:lnTo>
                    <a:pt x="21337" y="2083"/>
                  </a:lnTo>
                  <a:lnTo>
                    <a:pt x="21072" y="3875"/>
                  </a:lnTo>
                  <a:lnTo>
                    <a:pt x="22410" y="4396"/>
                  </a:lnTo>
                  <a:lnTo>
                    <a:pt x="23718" y="2786"/>
                  </a:lnTo>
                  <a:lnTo>
                    <a:pt x="29262" y="4277"/>
                  </a:lnTo>
                  <a:lnTo>
                    <a:pt x="32861" y="4331"/>
                  </a:lnTo>
                  <a:lnTo>
                    <a:pt x="32245" y="6104"/>
                  </a:lnTo>
                  <a:lnTo>
                    <a:pt x="32217" y="11329"/>
                  </a:lnTo>
                  <a:lnTo>
                    <a:pt x="33502" y="13310"/>
                  </a:lnTo>
                  <a:lnTo>
                    <a:pt x="33867" y="16058"/>
                  </a:lnTo>
                  <a:lnTo>
                    <a:pt x="34861" y="16597"/>
                  </a:lnTo>
                  <a:lnTo>
                    <a:pt x="34158" y="17789"/>
                  </a:lnTo>
                  <a:lnTo>
                    <a:pt x="32637" y="18204"/>
                  </a:lnTo>
                  <a:lnTo>
                    <a:pt x="28717" y="16861"/>
                  </a:lnTo>
                  <a:lnTo>
                    <a:pt x="26351" y="12195"/>
                  </a:lnTo>
                  <a:lnTo>
                    <a:pt x="24311" y="14670"/>
                  </a:lnTo>
                  <a:lnTo>
                    <a:pt x="21585" y="15636"/>
                  </a:lnTo>
                  <a:lnTo>
                    <a:pt x="15753" y="16117"/>
                  </a:lnTo>
                  <a:lnTo>
                    <a:pt x="5505" y="14700"/>
                  </a:lnTo>
                  <a:lnTo>
                    <a:pt x="1918" y="15590"/>
                  </a:lnTo>
                  <a:lnTo>
                    <a:pt x="0" y="13510"/>
                  </a:lnTo>
                  <a:lnTo>
                    <a:pt x="1513" y="11302"/>
                  </a:lnTo>
                  <a:lnTo>
                    <a:pt x="1382" y="8876"/>
                  </a:lnTo>
                  <a:lnTo>
                    <a:pt x="316" y="6919"/>
                  </a:lnTo>
                  <a:lnTo>
                    <a:pt x="74" y="3182"/>
                  </a:lnTo>
                  <a:lnTo>
                    <a:pt x="668" y="1296"/>
                  </a:lnTo>
                  <a:lnTo>
                    <a:pt x="5354" y="4558"/>
                  </a:lnTo>
                  <a:lnTo>
                    <a:pt x="7922" y="5249"/>
                  </a:lnTo>
                  <a:lnTo>
                    <a:pt x="13311" y="3381"/>
                  </a:lnTo>
                  <a:lnTo>
                    <a:pt x="14316" y="2496"/>
                  </a:lnTo>
                  <a:lnTo>
                    <a:pt x="1476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h3540"/>
            <p:cNvSpPr/>
            <p:nvPr/>
          </p:nvSpPr>
          <p:spPr>
            <a:xfrm>
              <a:off x="7542078" y="3384945"/>
              <a:ext cx="10355" cy="14610"/>
            </a:xfrm>
            <a:custGeom>
              <a:avLst/>
              <a:pathLst>
                <a:path w="10355" h="14610">
                  <a:moveTo>
                    <a:pt x="6497" y="3192"/>
                  </a:moveTo>
                  <a:lnTo>
                    <a:pt x="8185" y="2628"/>
                  </a:lnTo>
                  <a:lnTo>
                    <a:pt x="9274" y="1318"/>
                  </a:lnTo>
                  <a:lnTo>
                    <a:pt x="10018" y="2277"/>
                  </a:lnTo>
                  <a:lnTo>
                    <a:pt x="10355" y="8774"/>
                  </a:lnTo>
                  <a:lnTo>
                    <a:pt x="8264" y="10125"/>
                  </a:lnTo>
                  <a:lnTo>
                    <a:pt x="7006" y="12071"/>
                  </a:lnTo>
                  <a:lnTo>
                    <a:pt x="6706" y="14610"/>
                  </a:lnTo>
                  <a:lnTo>
                    <a:pt x="5286" y="11902"/>
                  </a:lnTo>
                  <a:lnTo>
                    <a:pt x="359" y="11525"/>
                  </a:lnTo>
                  <a:lnTo>
                    <a:pt x="0" y="10986"/>
                  </a:lnTo>
                  <a:lnTo>
                    <a:pt x="16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h3541"/>
            <p:cNvSpPr/>
            <p:nvPr/>
          </p:nvSpPr>
          <p:spPr>
            <a:xfrm>
              <a:off x="7540096" y="3228256"/>
              <a:ext cx="68236" cy="40073"/>
            </a:xfrm>
            <a:custGeom>
              <a:avLst/>
              <a:pathLst>
                <a:path w="68236" h="40073">
                  <a:moveTo>
                    <a:pt x="14508" y="1238"/>
                  </a:moveTo>
                  <a:lnTo>
                    <a:pt x="13864" y="2662"/>
                  </a:lnTo>
                  <a:lnTo>
                    <a:pt x="17316" y="3995"/>
                  </a:lnTo>
                  <a:lnTo>
                    <a:pt x="19312" y="3696"/>
                  </a:lnTo>
                  <a:lnTo>
                    <a:pt x="24844" y="4708"/>
                  </a:lnTo>
                  <a:lnTo>
                    <a:pt x="26248" y="7423"/>
                  </a:lnTo>
                  <a:lnTo>
                    <a:pt x="25992" y="9766"/>
                  </a:lnTo>
                  <a:lnTo>
                    <a:pt x="27221" y="10945"/>
                  </a:lnTo>
                  <a:lnTo>
                    <a:pt x="38308" y="11044"/>
                  </a:lnTo>
                  <a:lnTo>
                    <a:pt x="41835" y="9878"/>
                  </a:lnTo>
                  <a:lnTo>
                    <a:pt x="40982" y="15776"/>
                  </a:lnTo>
                  <a:lnTo>
                    <a:pt x="56410" y="25119"/>
                  </a:lnTo>
                  <a:lnTo>
                    <a:pt x="59703" y="25045"/>
                  </a:lnTo>
                  <a:lnTo>
                    <a:pt x="62332" y="26893"/>
                  </a:lnTo>
                  <a:lnTo>
                    <a:pt x="65755" y="25598"/>
                  </a:lnTo>
                  <a:lnTo>
                    <a:pt x="68236" y="29345"/>
                  </a:lnTo>
                  <a:lnTo>
                    <a:pt x="62310" y="32112"/>
                  </a:lnTo>
                  <a:lnTo>
                    <a:pt x="61791" y="33738"/>
                  </a:lnTo>
                  <a:lnTo>
                    <a:pt x="61144" y="35710"/>
                  </a:lnTo>
                  <a:lnTo>
                    <a:pt x="56907" y="34563"/>
                  </a:lnTo>
                  <a:lnTo>
                    <a:pt x="55175" y="32671"/>
                  </a:lnTo>
                  <a:lnTo>
                    <a:pt x="52795" y="32960"/>
                  </a:lnTo>
                  <a:lnTo>
                    <a:pt x="51910" y="36236"/>
                  </a:lnTo>
                  <a:lnTo>
                    <a:pt x="50529" y="37437"/>
                  </a:lnTo>
                  <a:lnTo>
                    <a:pt x="46500" y="39744"/>
                  </a:lnTo>
                  <a:lnTo>
                    <a:pt x="44521" y="40073"/>
                  </a:lnTo>
                  <a:lnTo>
                    <a:pt x="41959" y="38423"/>
                  </a:lnTo>
                  <a:lnTo>
                    <a:pt x="43949" y="36225"/>
                  </a:lnTo>
                  <a:lnTo>
                    <a:pt x="41207" y="33784"/>
                  </a:lnTo>
                  <a:lnTo>
                    <a:pt x="37167" y="33807"/>
                  </a:lnTo>
                  <a:lnTo>
                    <a:pt x="33004" y="32615"/>
                  </a:lnTo>
                  <a:lnTo>
                    <a:pt x="26078" y="35218"/>
                  </a:lnTo>
                  <a:lnTo>
                    <a:pt x="25184" y="29140"/>
                  </a:lnTo>
                  <a:lnTo>
                    <a:pt x="16442" y="30547"/>
                  </a:lnTo>
                  <a:lnTo>
                    <a:pt x="13672" y="22649"/>
                  </a:lnTo>
                  <a:lnTo>
                    <a:pt x="12025" y="21218"/>
                  </a:lnTo>
                  <a:lnTo>
                    <a:pt x="13348" y="19497"/>
                  </a:lnTo>
                  <a:lnTo>
                    <a:pt x="7664" y="17833"/>
                  </a:lnTo>
                  <a:lnTo>
                    <a:pt x="3261" y="15925"/>
                  </a:lnTo>
                  <a:lnTo>
                    <a:pt x="0" y="13188"/>
                  </a:lnTo>
                  <a:lnTo>
                    <a:pt x="7986" y="8917"/>
                  </a:lnTo>
                  <a:lnTo>
                    <a:pt x="8970" y="6272"/>
                  </a:lnTo>
                  <a:lnTo>
                    <a:pt x="8417" y="3845"/>
                  </a:lnTo>
                  <a:lnTo>
                    <a:pt x="9859" y="127"/>
                  </a:lnTo>
                  <a:lnTo>
                    <a:pt x="1086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h3542"/>
            <p:cNvSpPr/>
            <p:nvPr/>
          </p:nvSpPr>
          <p:spPr>
            <a:xfrm>
              <a:off x="7440788" y="3156247"/>
              <a:ext cx="23278" cy="28541"/>
            </a:xfrm>
            <a:custGeom>
              <a:avLst/>
              <a:pathLst>
                <a:path w="23278" h="28541">
                  <a:moveTo>
                    <a:pt x="9159" y="577"/>
                  </a:moveTo>
                  <a:lnTo>
                    <a:pt x="9963" y="1093"/>
                  </a:lnTo>
                  <a:lnTo>
                    <a:pt x="11294" y="4671"/>
                  </a:lnTo>
                  <a:lnTo>
                    <a:pt x="12871" y="3831"/>
                  </a:lnTo>
                  <a:lnTo>
                    <a:pt x="13064" y="2994"/>
                  </a:lnTo>
                  <a:lnTo>
                    <a:pt x="15031" y="8769"/>
                  </a:lnTo>
                  <a:lnTo>
                    <a:pt x="14097" y="11719"/>
                  </a:lnTo>
                  <a:lnTo>
                    <a:pt x="16729" y="11316"/>
                  </a:lnTo>
                  <a:lnTo>
                    <a:pt x="18543" y="11867"/>
                  </a:lnTo>
                  <a:lnTo>
                    <a:pt x="21267" y="14023"/>
                  </a:lnTo>
                  <a:lnTo>
                    <a:pt x="21190" y="17034"/>
                  </a:lnTo>
                  <a:lnTo>
                    <a:pt x="23278" y="18934"/>
                  </a:lnTo>
                  <a:lnTo>
                    <a:pt x="22928" y="22020"/>
                  </a:lnTo>
                  <a:lnTo>
                    <a:pt x="19685" y="26402"/>
                  </a:lnTo>
                  <a:lnTo>
                    <a:pt x="16858" y="26875"/>
                  </a:lnTo>
                  <a:lnTo>
                    <a:pt x="15454" y="26545"/>
                  </a:lnTo>
                  <a:lnTo>
                    <a:pt x="14852" y="28541"/>
                  </a:lnTo>
                  <a:lnTo>
                    <a:pt x="12299" y="28039"/>
                  </a:lnTo>
                  <a:lnTo>
                    <a:pt x="11504" y="27701"/>
                  </a:lnTo>
                  <a:lnTo>
                    <a:pt x="9441" y="23109"/>
                  </a:lnTo>
                  <a:lnTo>
                    <a:pt x="4682" y="23408"/>
                  </a:lnTo>
                  <a:lnTo>
                    <a:pt x="2825" y="17711"/>
                  </a:lnTo>
                  <a:lnTo>
                    <a:pt x="2913" y="16870"/>
                  </a:lnTo>
                  <a:lnTo>
                    <a:pt x="3214" y="10434"/>
                  </a:lnTo>
                  <a:lnTo>
                    <a:pt x="0" y="8362"/>
                  </a:lnTo>
                  <a:lnTo>
                    <a:pt x="2946" y="1169"/>
                  </a:lnTo>
                  <a:lnTo>
                    <a:pt x="3858" y="1646"/>
                  </a:lnTo>
                  <a:lnTo>
                    <a:pt x="669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h3543"/>
            <p:cNvSpPr/>
            <p:nvPr/>
          </p:nvSpPr>
          <p:spPr>
            <a:xfrm>
              <a:off x="7540946" y="3474120"/>
              <a:ext cx="13051" cy="13354"/>
            </a:xfrm>
            <a:custGeom>
              <a:avLst/>
              <a:pathLst>
                <a:path w="13051" h="13354">
                  <a:moveTo>
                    <a:pt x="9822" y="0"/>
                  </a:moveTo>
                  <a:lnTo>
                    <a:pt x="12095" y="3640"/>
                  </a:lnTo>
                  <a:lnTo>
                    <a:pt x="13051" y="8701"/>
                  </a:lnTo>
                  <a:lnTo>
                    <a:pt x="11415" y="8648"/>
                  </a:lnTo>
                  <a:lnTo>
                    <a:pt x="5477" y="13354"/>
                  </a:lnTo>
                  <a:lnTo>
                    <a:pt x="2466" y="13248"/>
                  </a:lnTo>
                  <a:lnTo>
                    <a:pt x="0" y="10813"/>
                  </a:lnTo>
                  <a:lnTo>
                    <a:pt x="240" y="3866"/>
                  </a:lnTo>
                  <a:lnTo>
                    <a:pt x="1784" y="3865"/>
                  </a:lnTo>
                  <a:lnTo>
                    <a:pt x="4539" y="3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h3544"/>
            <p:cNvSpPr/>
            <p:nvPr/>
          </p:nvSpPr>
          <p:spPr>
            <a:xfrm>
              <a:off x="7483221" y="3395384"/>
              <a:ext cx="33125" cy="33221"/>
            </a:xfrm>
            <a:custGeom>
              <a:avLst/>
              <a:pathLst>
                <a:path w="33125" h="33221">
                  <a:moveTo>
                    <a:pt x="23359" y="278"/>
                  </a:moveTo>
                  <a:lnTo>
                    <a:pt x="24268" y="1524"/>
                  </a:lnTo>
                  <a:lnTo>
                    <a:pt x="26749" y="5248"/>
                  </a:lnTo>
                  <a:lnTo>
                    <a:pt x="33125" y="6713"/>
                  </a:lnTo>
                  <a:lnTo>
                    <a:pt x="31950" y="13123"/>
                  </a:lnTo>
                  <a:lnTo>
                    <a:pt x="29797" y="16547"/>
                  </a:lnTo>
                  <a:lnTo>
                    <a:pt x="31299" y="22838"/>
                  </a:lnTo>
                  <a:lnTo>
                    <a:pt x="29220" y="23760"/>
                  </a:lnTo>
                  <a:lnTo>
                    <a:pt x="30296" y="25801"/>
                  </a:lnTo>
                  <a:lnTo>
                    <a:pt x="29013" y="26347"/>
                  </a:lnTo>
                  <a:lnTo>
                    <a:pt x="27087" y="24885"/>
                  </a:lnTo>
                  <a:lnTo>
                    <a:pt x="22851" y="23756"/>
                  </a:lnTo>
                  <a:lnTo>
                    <a:pt x="23187" y="21509"/>
                  </a:lnTo>
                  <a:lnTo>
                    <a:pt x="24780" y="21255"/>
                  </a:lnTo>
                  <a:lnTo>
                    <a:pt x="24884" y="19499"/>
                  </a:lnTo>
                  <a:lnTo>
                    <a:pt x="19227" y="19346"/>
                  </a:lnTo>
                  <a:lnTo>
                    <a:pt x="17925" y="17621"/>
                  </a:lnTo>
                  <a:lnTo>
                    <a:pt x="15787" y="18745"/>
                  </a:lnTo>
                  <a:lnTo>
                    <a:pt x="14417" y="21645"/>
                  </a:lnTo>
                  <a:lnTo>
                    <a:pt x="15933" y="22555"/>
                  </a:lnTo>
                  <a:lnTo>
                    <a:pt x="16414" y="27495"/>
                  </a:lnTo>
                  <a:lnTo>
                    <a:pt x="13082" y="33083"/>
                  </a:lnTo>
                  <a:lnTo>
                    <a:pt x="10997" y="32187"/>
                  </a:lnTo>
                  <a:lnTo>
                    <a:pt x="10291" y="33221"/>
                  </a:lnTo>
                  <a:lnTo>
                    <a:pt x="9184" y="32135"/>
                  </a:lnTo>
                  <a:lnTo>
                    <a:pt x="11631" y="27729"/>
                  </a:lnTo>
                  <a:lnTo>
                    <a:pt x="6150" y="24114"/>
                  </a:lnTo>
                  <a:lnTo>
                    <a:pt x="1088" y="23246"/>
                  </a:lnTo>
                  <a:lnTo>
                    <a:pt x="0" y="22391"/>
                  </a:lnTo>
                  <a:lnTo>
                    <a:pt x="623" y="21180"/>
                  </a:lnTo>
                  <a:lnTo>
                    <a:pt x="1085" y="20302"/>
                  </a:lnTo>
                  <a:lnTo>
                    <a:pt x="2712" y="20336"/>
                  </a:lnTo>
                  <a:lnTo>
                    <a:pt x="3975" y="21166"/>
                  </a:lnTo>
                  <a:lnTo>
                    <a:pt x="8066" y="19266"/>
                  </a:lnTo>
                  <a:lnTo>
                    <a:pt x="8670" y="15868"/>
                  </a:lnTo>
                  <a:lnTo>
                    <a:pt x="9509" y="15837"/>
                  </a:lnTo>
                  <a:lnTo>
                    <a:pt x="11989" y="10353"/>
                  </a:lnTo>
                  <a:lnTo>
                    <a:pt x="10108" y="10492"/>
                  </a:lnTo>
                  <a:lnTo>
                    <a:pt x="9685" y="9701"/>
                  </a:lnTo>
                  <a:lnTo>
                    <a:pt x="10264" y="7893"/>
                  </a:lnTo>
                  <a:lnTo>
                    <a:pt x="12461" y="4272"/>
                  </a:lnTo>
                  <a:lnTo>
                    <a:pt x="17203" y="4012"/>
                  </a:lnTo>
                  <a:lnTo>
                    <a:pt x="18612" y="1411"/>
                  </a:lnTo>
                  <a:lnTo>
                    <a:pt x="1791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h3545"/>
            <p:cNvSpPr/>
            <p:nvPr/>
          </p:nvSpPr>
          <p:spPr>
            <a:xfrm>
              <a:off x="7427327" y="3201436"/>
              <a:ext cx="31901" cy="27091"/>
            </a:xfrm>
            <a:custGeom>
              <a:avLst/>
              <a:pathLst>
                <a:path w="31901" h="27091">
                  <a:moveTo>
                    <a:pt x="10321" y="1141"/>
                  </a:moveTo>
                  <a:lnTo>
                    <a:pt x="12982" y="3476"/>
                  </a:lnTo>
                  <a:lnTo>
                    <a:pt x="14182" y="1824"/>
                  </a:lnTo>
                  <a:lnTo>
                    <a:pt x="14738" y="1193"/>
                  </a:lnTo>
                  <a:lnTo>
                    <a:pt x="16970" y="2257"/>
                  </a:lnTo>
                  <a:lnTo>
                    <a:pt x="11844" y="6995"/>
                  </a:lnTo>
                  <a:lnTo>
                    <a:pt x="11369" y="9391"/>
                  </a:lnTo>
                  <a:lnTo>
                    <a:pt x="17518" y="10994"/>
                  </a:lnTo>
                  <a:lnTo>
                    <a:pt x="15943" y="9185"/>
                  </a:lnTo>
                  <a:lnTo>
                    <a:pt x="17581" y="4621"/>
                  </a:lnTo>
                  <a:lnTo>
                    <a:pt x="18424" y="4059"/>
                  </a:lnTo>
                  <a:lnTo>
                    <a:pt x="18451" y="9437"/>
                  </a:lnTo>
                  <a:lnTo>
                    <a:pt x="19302" y="10661"/>
                  </a:lnTo>
                  <a:lnTo>
                    <a:pt x="22067" y="11818"/>
                  </a:lnTo>
                  <a:lnTo>
                    <a:pt x="24533" y="10861"/>
                  </a:lnTo>
                  <a:lnTo>
                    <a:pt x="26672" y="11992"/>
                  </a:lnTo>
                  <a:lnTo>
                    <a:pt x="27886" y="13749"/>
                  </a:lnTo>
                  <a:lnTo>
                    <a:pt x="30602" y="14459"/>
                  </a:lnTo>
                  <a:lnTo>
                    <a:pt x="31732" y="13444"/>
                  </a:lnTo>
                  <a:lnTo>
                    <a:pt x="31901" y="15407"/>
                  </a:lnTo>
                  <a:lnTo>
                    <a:pt x="29817" y="16236"/>
                  </a:lnTo>
                  <a:lnTo>
                    <a:pt x="28789" y="18428"/>
                  </a:lnTo>
                  <a:lnTo>
                    <a:pt x="30010" y="19934"/>
                  </a:lnTo>
                  <a:lnTo>
                    <a:pt x="28687" y="23688"/>
                  </a:lnTo>
                  <a:lnTo>
                    <a:pt x="23186" y="26998"/>
                  </a:lnTo>
                  <a:lnTo>
                    <a:pt x="18704" y="27091"/>
                  </a:lnTo>
                  <a:lnTo>
                    <a:pt x="17654" y="24608"/>
                  </a:lnTo>
                  <a:lnTo>
                    <a:pt x="17939" y="22927"/>
                  </a:lnTo>
                  <a:lnTo>
                    <a:pt x="16146" y="21839"/>
                  </a:lnTo>
                  <a:lnTo>
                    <a:pt x="10310" y="20134"/>
                  </a:lnTo>
                  <a:lnTo>
                    <a:pt x="7776" y="20384"/>
                  </a:lnTo>
                  <a:lnTo>
                    <a:pt x="4646" y="19138"/>
                  </a:lnTo>
                  <a:lnTo>
                    <a:pt x="609" y="11332"/>
                  </a:lnTo>
                  <a:lnTo>
                    <a:pt x="0" y="10271"/>
                  </a:lnTo>
                  <a:lnTo>
                    <a:pt x="2412" y="7329"/>
                  </a:lnTo>
                  <a:lnTo>
                    <a:pt x="5108" y="5958"/>
                  </a:lnTo>
                  <a:lnTo>
                    <a:pt x="5992" y="3005"/>
                  </a:lnTo>
                  <a:lnTo>
                    <a:pt x="4245" y="591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h3546"/>
            <p:cNvSpPr/>
            <p:nvPr/>
          </p:nvSpPr>
          <p:spPr>
            <a:xfrm>
              <a:off x="7459060" y="3204836"/>
              <a:ext cx="19420" cy="16856"/>
            </a:xfrm>
            <a:custGeom>
              <a:avLst/>
              <a:pathLst>
                <a:path w="19420" h="16856">
                  <a:moveTo>
                    <a:pt x="19420" y="2153"/>
                  </a:moveTo>
                  <a:lnTo>
                    <a:pt x="12869" y="11293"/>
                  </a:lnTo>
                  <a:lnTo>
                    <a:pt x="12653" y="13080"/>
                  </a:lnTo>
                  <a:lnTo>
                    <a:pt x="11146" y="12423"/>
                  </a:lnTo>
                  <a:lnTo>
                    <a:pt x="9888" y="13109"/>
                  </a:lnTo>
                  <a:lnTo>
                    <a:pt x="9235" y="16413"/>
                  </a:lnTo>
                  <a:lnTo>
                    <a:pt x="7264" y="16856"/>
                  </a:lnTo>
                  <a:lnTo>
                    <a:pt x="4863" y="14152"/>
                  </a:lnTo>
                  <a:lnTo>
                    <a:pt x="4272" y="15709"/>
                  </a:lnTo>
                  <a:lnTo>
                    <a:pt x="3580" y="15618"/>
                  </a:lnTo>
                  <a:lnTo>
                    <a:pt x="168" y="12007"/>
                  </a:lnTo>
                  <a:lnTo>
                    <a:pt x="0" y="10044"/>
                  </a:lnTo>
                  <a:lnTo>
                    <a:pt x="1037" y="9081"/>
                  </a:lnTo>
                  <a:lnTo>
                    <a:pt x="44" y="6457"/>
                  </a:lnTo>
                  <a:lnTo>
                    <a:pt x="3715" y="5961"/>
                  </a:lnTo>
                  <a:lnTo>
                    <a:pt x="6028" y="1711"/>
                  </a:lnTo>
                  <a:lnTo>
                    <a:pt x="6077" y="0"/>
                  </a:lnTo>
                  <a:lnTo>
                    <a:pt x="7706" y="631"/>
                  </a:lnTo>
                  <a:lnTo>
                    <a:pt x="13142" y="56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h3547"/>
            <p:cNvSpPr/>
            <p:nvPr/>
          </p:nvSpPr>
          <p:spPr>
            <a:xfrm>
              <a:off x="7388318" y="3352878"/>
              <a:ext cx="78758" cy="56069"/>
            </a:xfrm>
            <a:custGeom>
              <a:avLst/>
              <a:pathLst>
                <a:path w="78758" h="56069">
                  <a:moveTo>
                    <a:pt x="17457" y="3077"/>
                  </a:moveTo>
                  <a:lnTo>
                    <a:pt x="23673" y="5587"/>
                  </a:lnTo>
                  <a:lnTo>
                    <a:pt x="29182" y="6298"/>
                  </a:lnTo>
                  <a:lnTo>
                    <a:pt x="30241" y="4484"/>
                  </a:lnTo>
                  <a:lnTo>
                    <a:pt x="31828" y="3411"/>
                  </a:lnTo>
                  <a:lnTo>
                    <a:pt x="34871" y="3752"/>
                  </a:lnTo>
                  <a:lnTo>
                    <a:pt x="37364" y="3124"/>
                  </a:lnTo>
                  <a:lnTo>
                    <a:pt x="42271" y="0"/>
                  </a:lnTo>
                  <a:lnTo>
                    <a:pt x="43653" y="2102"/>
                  </a:lnTo>
                  <a:lnTo>
                    <a:pt x="47844" y="7204"/>
                  </a:lnTo>
                  <a:lnTo>
                    <a:pt x="49428" y="10463"/>
                  </a:lnTo>
                  <a:lnTo>
                    <a:pt x="47202" y="14342"/>
                  </a:lnTo>
                  <a:lnTo>
                    <a:pt x="52257" y="13636"/>
                  </a:lnTo>
                  <a:lnTo>
                    <a:pt x="52809" y="16763"/>
                  </a:lnTo>
                  <a:lnTo>
                    <a:pt x="54509" y="17790"/>
                  </a:lnTo>
                  <a:lnTo>
                    <a:pt x="57037" y="16983"/>
                  </a:lnTo>
                  <a:lnTo>
                    <a:pt x="60247" y="17558"/>
                  </a:lnTo>
                  <a:lnTo>
                    <a:pt x="61623" y="21068"/>
                  </a:lnTo>
                  <a:lnTo>
                    <a:pt x="64291" y="23151"/>
                  </a:lnTo>
                  <a:lnTo>
                    <a:pt x="71603" y="19842"/>
                  </a:lnTo>
                  <a:lnTo>
                    <a:pt x="72111" y="22040"/>
                  </a:lnTo>
                  <a:lnTo>
                    <a:pt x="74217" y="22853"/>
                  </a:lnTo>
                  <a:lnTo>
                    <a:pt x="78758" y="27289"/>
                  </a:lnTo>
                  <a:lnTo>
                    <a:pt x="68617" y="27217"/>
                  </a:lnTo>
                  <a:lnTo>
                    <a:pt x="68993" y="30600"/>
                  </a:lnTo>
                  <a:lnTo>
                    <a:pt x="68524" y="32433"/>
                  </a:lnTo>
                  <a:lnTo>
                    <a:pt x="64745" y="33404"/>
                  </a:lnTo>
                  <a:lnTo>
                    <a:pt x="64947" y="42793"/>
                  </a:lnTo>
                  <a:lnTo>
                    <a:pt x="60381" y="45981"/>
                  </a:lnTo>
                  <a:lnTo>
                    <a:pt x="53686" y="43062"/>
                  </a:lnTo>
                  <a:lnTo>
                    <a:pt x="48773" y="46746"/>
                  </a:lnTo>
                  <a:lnTo>
                    <a:pt x="50260" y="49557"/>
                  </a:lnTo>
                  <a:lnTo>
                    <a:pt x="54647" y="50693"/>
                  </a:lnTo>
                  <a:lnTo>
                    <a:pt x="47683" y="56069"/>
                  </a:lnTo>
                  <a:lnTo>
                    <a:pt x="22132" y="35768"/>
                  </a:lnTo>
                  <a:lnTo>
                    <a:pt x="0" y="19898"/>
                  </a:lnTo>
                  <a:lnTo>
                    <a:pt x="6114" y="17254"/>
                  </a:lnTo>
                  <a:lnTo>
                    <a:pt x="10808" y="6605"/>
                  </a:lnTo>
                  <a:lnTo>
                    <a:pt x="16065" y="135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h3548"/>
            <p:cNvSpPr/>
            <p:nvPr/>
          </p:nvSpPr>
          <p:spPr>
            <a:xfrm>
              <a:off x="7486347" y="3257049"/>
              <a:ext cx="27499" cy="22542"/>
            </a:xfrm>
            <a:custGeom>
              <a:avLst/>
              <a:pathLst>
                <a:path w="27499" h="22542">
                  <a:moveTo>
                    <a:pt x="10349" y="602"/>
                  </a:moveTo>
                  <a:lnTo>
                    <a:pt x="12491" y="988"/>
                  </a:lnTo>
                  <a:lnTo>
                    <a:pt x="15545" y="85"/>
                  </a:lnTo>
                  <a:lnTo>
                    <a:pt x="15405" y="1588"/>
                  </a:lnTo>
                  <a:lnTo>
                    <a:pt x="19567" y="2114"/>
                  </a:lnTo>
                  <a:lnTo>
                    <a:pt x="21131" y="960"/>
                  </a:lnTo>
                  <a:lnTo>
                    <a:pt x="20854" y="0"/>
                  </a:lnTo>
                  <a:lnTo>
                    <a:pt x="27094" y="5510"/>
                  </a:lnTo>
                  <a:lnTo>
                    <a:pt x="27499" y="7502"/>
                  </a:lnTo>
                  <a:lnTo>
                    <a:pt x="20107" y="5986"/>
                  </a:lnTo>
                  <a:lnTo>
                    <a:pt x="18448" y="10893"/>
                  </a:lnTo>
                  <a:lnTo>
                    <a:pt x="19210" y="15480"/>
                  </a:lnTo>
                  <a:lnTo>
                    <a:pt x="18351" y="19379"/>
                  </a:lnTo>
                  <a:lnTo>
                    <a:pt x="16124" y="18753"/>
                  </a:lnTo>
                  <a:lnTo>
                    <a:pt x="14542" y="18251"/>
                  </a:lnTo>
                  <a:lnTo>
                    <a:pt x="9571" y="22542"/>
                  </a:lnTo>
                  <a:lnTo>
                    <a:pt x="4707" y="19096"/>
                  </a:lnTo>
                  <a:lnTo>
                    <a:pt x="4288" y="13666"/>
                  </a:lnTo>
                  <a:lnTo>
                    <a:pt x="0" y="7989"/>
                  </a:lnTo>
                  <a:lnTo>
                    <a:pt x="1990" y="6725"/>
                  </a:lnTo>
                  <a:lnTo>
                    <a:pt x="1165" y="447"/>
                  </a:lnTo>
                  <a:lnTo>
                    <a:pt x="7896" y="3215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h3549"/>
            <p:cNvSpPr/>
            <p:nvPr/>
          </p:nvSpPr>
          <p:spPr>
            <a:xfrm>
              <a:off x="7378349" y="3181959"/>
              <a:ext cx="30136" cy="39933"/>
            </a:xfrm>
            <a:custGeom>
              <a:avLst/>
              <a:pathLst>
                <a:path w="30136" h="39933">
                  <a:moveTo>
                    <a:pt x="11106" y="1536"/>
                  </a:moveTo>
                  <a:lnTo>
                    <a:pt x="11490" y="2671"/>
                  </a:lnTo>
                  <a:lnTo>
                    <a:pt x="13979" y="3193"/>
                  </a:lnTo>
                  <a:lnTo>
                    <a:pt x="14957" y="6712"/>
                  </a:lnTo>
                  <a:lnTo>
                    <a:pt x="25015" y="5773"/>
                  </a:lnTo>
                  <a:lnTo>
                    <a:pt x="25775" y="6612"/>
                  </a:lnTo>
                  <a:lnTo>
                    <a:pt x="25789" y="8796"/>
                  </a:lnTo>
                  <a:lnTo>
                    <a:pt x="28215" y="9137"/>
                  </a:lnTo>
                  <a:lnTo>
                    <a:pt x="29895" y="8545"/>
                  </a:lnTo>
                  <a:lnTo>
                    <a:pt x="30136" y="10467"/>
                  </a:lnTo>
                  <a:lnTo>
                    <a:pt x="28306" y="11558"/>
                  </a:lnTo>
                  <a:lnTo>
                    <a:pt x="25615" y="11598"/>
                  </a:lnTo>
                  <a:lnTo>
                    <a:pt x="24045" y="12429"/>
                  </a:lnTo>
                  <a:lnTo>
                    <a:pt x="25328" y="16796"/>
                  </a:lnTo>
                  <a:lnTo>
                    <a:pt x="24787" y="21588"/>
                  </a:lnTo>
                  <a:lnTo>
                    <a:pt x="22483" y="26876"/>
                  </a:lnTo>
                  <a:lnTo>
                    <a:pt x="16030" y="29458"/>
                  </a:lnTo>
                  <a:lnTo>
                    <a:pt x="17195" y="35862"/>
                  </a:lnTo>
                  <a:lnTo>
                    <a:pt x="15825" y="39933"/>
                  </a:lnTo>
                  <a:lnTo>
                    <a:pt x="13339" y="39450"/>
                  </a:lnTo>
                  <a:lnTo>
                    <a:pt x="11014" y="34371"/>
                  </a:lnTo>
                  <a:lnTo>
                    <a:pt x="585" y="24794"/>
                  </a:lnTo>
                  <a:lnTo>
                    <a:pt x="1957" y="21679"/>
                  </a:lnTo>
                  <a:lnTo>
                    <a:pt x="3898" y="19680"/>
                  </a:lnTo>
                  <a:lnTo>
                    <a:pt x="3547" y="12531"/>
                  </a:lnTo>
                  <a:lnTo>
                    <a:pt x="0" y="6628"/>
                  </a:lnTo>
                  <a:lnTo>
                    <a:pt x="631" y="4578"/>
                  </a:lnTo>
                  <a:lnTo>
                    <a:pt x="4978" y="4862"/>
                  </a:lnTo>
                  <a:lnTo>
                    <a:pt x="7465" y="4521"/>
                  </a:lnTo>
                  <a:lnTo>
                    <a:pt x="7637" y="3710"/>
                  </a:lnTo>
                  <a:lnTo>
                    <a:pt x="8209" y="3734"/>
                  </a:lnTo>
                  <a:lnTo>
                    <a:pt x="856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h3550"/>
            <p:cNvSpPr/>
            <p:nvPr/>
          </p:nvSpPr>
          <p:spPr>
            <a:xfrm>
              <a:off x="7543165" y="3426551"/>
              <a:ext cx="13071" cy="27330"/>
            </a:xfrm>
            <a:custGeom>
              <a:avLst/>
              <a:pathLst>
                <a:path w="13071" h="27330">
                  <a:moveTo>
                    <a:pt x="13071" y="7846"/>
                  </a:moveTo>
                  <a:lnTo>
                    <a:pt x="12845" y="13446"/>
                  </a:lnTo>
                  <a:lnTo>
                    <a:pt x="9422" y="17711"/>
                  </a:lnTo>
                  <a:lnTo>
                    <a:pt x="11381" y="22251"/>
                  </a:lnTo>
                  <a:lnTo>
                    <a:pt x="9525" y="25268"/>
                  </a:lnTo>
                  <a:lnTo>
                    <a:pt x="5920" y="27330"/>
                  </a:lnTo>
                  <a:lnTo>
                    <a:pt x="4886" y="25117"/>
                  </a:lnTo>
                  <a:lnTo>
                    <a:pt x="4838" y="20957"/>
                  </a:lnTo>
                  <a:lnTo>
                    <a:pt x="382" y="20681"/>
                  </a:lnTo>
                  <a:lnTo>
                    <a:pt x="0" y="19167"/>
                  </a:lnTo>
                  <a:lnTo>
                    <a:pt x="1927" y="8931"/>
                  </a:lnTo>
                  <a:lnTo>
                    <a:pt x="4424" y="5498"/>
                  </a:lnTo>
                  <a:lnTo>
                    <a:pt x="610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h3551"/>
            <p:cNvSpPr/>
            <p:nvPr/>
          </p:nvSpPr>
          <p:spPr>
            <a:xfrm>
              <a:off x="7525577" y="3100674"/>
              <a:ext cx="45060" cy="39127"/>
            </a:xfrm>
            <a:custGeom>
              <a:avLst/>
              <a:pathLst>
                <a:path w="45060" h="39127">
                  <a:moveTo>
                    <a:pt x="26872" y="1045"/>
                  </a:moveTo>
                  <a:lnTo>
                    <a:pt x="27024" y="1788"/>
                  </a:lnTo>
                  <a:lnTo>
                    <a:pt x="25218" y="4450"/>
                  </a:lnTo>
                  <a:lnTo>
                    <a:pt x="25267" y="5558"/>
                  </a:lnTo>
                  <a:lnTo>
                    <a:pt x="26317" y="6361"/>
                  </a:lnTo>
                  <a:lnTo>
                    <a:pt x="28574" y="5304"/>
                  </a:lnTo>
                  <a:lnTo>
                    <a:pt x="28951" y="3893"/>
                  </a:lnTo>
                  <a:lnTo>
                    <a:pt x="31224" y="2100"/>
                  </a:lnTo>
                  <a:lnTo>
                    <a:pt x="37409" y="3239"/>
                  </a:lnTo>
                  <a:lnTo>
                    <a:pt x="41271" y="855"/>
                  </a:lnTo>
                  <a:lnTo>
                    <a:pt x="45060" y="11721"/>
                  </a:lnTo>
                  <a:lnTo>
                    <a:pt x="41533" y="13101"/>
                  </a:lnTo>
                  <a:lnTo>
                    <a:pt x="40344" y="11454"/>
                  </a:lnTo>
                  <a:lnTo>
                    <a:pt x="38036" y="10055"/>
                  </a:lnTo>
                  <a:lnTo>
                    <a:pt x="32143" y="8857"/>
                  </a:lnTo>
                  <a:lnTo>
                    <a:pt x="30013" y="9439"/>
                  </a:lnTo>
                  <a:lnTo>
                    <a:pt x="28682" y="13672"/>
                  </a:lnTo>
                  <a:lnTo>
                    <a:pt x="29349" y="17682"/>
                  </a:lnTo>
                  <a:lnTo>
                    <a:pt x="26939" y="21694"/>
                  </a:lnTo>
                  <a:lnTo>
                    <a:pt x="27202" y="25447"/>
                  </a:lnTo>
                  <a:lnTo>
                    <a:pt x="28801" y="29100"/>
                  </a:lnTo>
                  <a:lnTo>
                    <a:pt x="24949" y="33635"/>
                  </a:lnTo>
                  <a:lnTo>
                    <a:pt x="20691" y="30098"/>
                  </a:lnTo>
                  <a:lnTo>
                    <a:pt x="19124" y="31719"/>
                  </a:lnTo>
                  <a:lnTo>
                    <a:pt x="20552" y="36786"/>
                  </a:lnTo>
                  <a:lnTo>
                    <a:pt x="18096" y="39127"/>
                  </a:lnTo>
                  <a:lnTo>
                    <a:pt x="13185" y="37060"/>
                  </a:lnTo>
                  <a:lnTo>
                    <a:pt x="13182" y="33391"/>
                  </a:lnTo>
                  <a:lnTo>
                    <a:pt x="14307" y="31492"/>
                  </a:lnTo>
                  <a:lnTo>
                    <a:pt x="13155" y="28416"/>
                  </a:lnTo>
                  <a:lnTo>
                    <a:pt x="8815" y="26004"/>
                  </a:lnTo>
                  <a:lnTo>
                    <a:pt x="8483" y="22214"/>
                  </a:lnTo>
                  <a:lnTo>
                    <a:pt x="6396" y="22270"/>
                  </a:lnTo>
                  <a:lnTo>
                    <a:pt x="5515" y="24987"/>
                  </a:lnTo>
                  <a:lnTo>
                    <a:pt x="4906" y="25140"/>
                  </a:lnTo>
                  <a:lnTo>
                    <a:pt x="598" y="23820"/>
                  </a:lnTo>
                  <a:lnTo>
                    <a:pt x="0" y="20167"/>
                  </a:lnTo>
                  <a:lnTo>
                    <a:pt x="4162" y="21367"/>
                  </a:lnTo>
                  <a:lnTo>
                    <a:pt x="3943" y="19732"/>
                  </a:lnTo>
                  <a:lnTo>
                    <a:pt x="6410" y="19274"/>
                  </a:lnTo>
                  <a:lnTo>
                    <a:pt x="6572" y="16998"/>
                  </a:lnTo>
                  <a:lnTo>
                    <a:pt x="4117" y="13724"/>
                  </a:lnTo>
                  <a:lnTo>
                    <a:pt x="4922" y="14253"/>
                  </a:lnTo>
                  <a:lnTo>
                    <a:pt x="7248" y="15746"/>
                  </a:lnTo>
                  <a:lnTo>
                    <a:pt x="8814" y="13608"/>
                  </a:lnTo>
                  <a:lnTo>
                    <a:pt x="8901" y="9062"/>
                  </a:lnTo>
                  <a:lnTo>
                    <a:pt x="14522" y="6852"/>
                  </a:lnTo>
                  <a:lnTo>
                    <a:pt x="2095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h3552"/>
            <p:cNvSpPr/>
            <p:nvPr/>
          </p:nvSpPr>
          <p:spPr>
            <a:xfrm>
              <a:off x="7438697" y="3197652"/>
              <a:ext cx="26440" cy="18243"/>
            </a:xfrm>
            <a:custGeom>
              <a:avLst/>
              <a:pathLst>
                <a:path w="26440" h="18243">
                  <a:moveTo>
                    <a:pt x="5026" y="516"/>
                  </a:moveTo>
                  <a:lnTo>
                    <a:pt x="5547" y="2529"/>
                  </a:lnTo>
                  <a:lnTo>
                    <a:pt x="8923" y="3579"/>
                  </a:lnTo>
                  <a:lnTo>
                    <a:pt x="16993" y="1683"/>
                  </a:lnTo>
                  <a:lnTo>
                    <a:pt x="18486" y="4412"/>
                  </a:lnTo>
                  <a:lnTo>
                    <a:pt x="24486" y="4603"/>
                  </a:lnTo>
                  <a:lnTo>
                    <a:pt x="26440" y="7184"/>
                  </a:lnTo>
                  <a:lnTo>
                    <a:pt x="26392" y="8895"/>
                  </a:lnTo>
                  <a:lnTo>
                    <a:pt x="24078" y="13145"/>
                  </a:lnTo>
                  <a:lnTo>
                    <a:pt x="20407" y="13641"/>
                  </a:lnTo>
                  <a:lnTo>
                    <a:pt x="21400" y="16265"/>
                  </a:lnTo>
                  <a:lnTo>
                    <a:pt x="20363" y="17228"/>
                  </a:lnTo>
                  <a:lnTo>
                    <a:pt x="19233" y="18243"/>
                  </a:lnTo>
                  <a:lnTo>
                    <a:pt x="16516" y="17534"/>
                  </a:lnTo>
                  <a:lnTo>
                    <a:pt x="15302" y="15776"/>
                  </a:lnTo>
                  <a:lnTo>
                    <a:pt x="13163" y="14645"/>
                  </a:lnTo>
                  <a:lnTo>
                    <a:pt x="10697" y="15602"/>
                  </a:lnTo>
                  <a:lnTo>
                    <a:pt x="7933" y="14445"/>
                  </a:lnTo>
                  <a:lnTo>
                    <a:pt x="7081" y="13221"/>
                  </a:lnTo>
                  <a:lnTo>
                    <a:pt x="7055" y="7843"/>
                  </a:lnTo>
                  <a:lnTo>
                    <a:pt x="6212" y="8405"/>
                  </a:lnTo>
                  <a:lnTo>
                    <a:pt x="4574" y="12969"/>
                  </a:lnTo>
                  <a:lnTo>
                    <a:pt x="6148" y="14778"/>
                  </a:lnTo>
                  <a:lnTo>
                    <a:pt x="0" y="13175"/>
                  </a:lnTo>
                  <a:lnTo>
                    <a:pt x="474" y="10779"/>
                  </a:lnTo>
                  <a:lnTo>
                    <a:pt x="5601" y="6041"/>
                  </a:lnTo>
                  <a:lnTo>
                    <a:pt x="3368" y="4977"/>
                  </a:lnTo>
                  <a:lnTo>
                    <a:pt x="2812" y="5608"/>
                  </a:lnTo>
                  <a:lnTo>
                    <a:pt x="2279" y="4523"/>
                  </a:lnTo>
                  <a:lnTo>
                    <a:pt x="224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h3553"/>
            <p:cNvSpPr/>
            <p:nvPr/>
          </p:nvSpPr>
          <p:spPr>
            <a:xfrm>
              <a:off x="7541947" y="3372251"/>
              <a:ext cx="23777" cy="30238"/>
            </a:xfrm>
            <a:custGeom>
              <a:avLst/>
              <a:pathLst>
                <a:path w="23777" h="30238">
                  <a:moveTo>
                    <a:pt x="23777" y="907"/>
                  </a:moveTo>
                  <a:lnTo>
                    <a:pt x="9654" y="30238"/>
                  </a:lnTo>
                  <a:lnTo>
                    <a:pt x="6836" y="27305"/>
                  </a:lnTo>
                  <a:lnTo>
                    <a:pt x="7137" y="24766"/>
                  </a:lnTo>
                  <a:lnTo>
                    <a:pt x="8395" y="22820"/>
                  </a:lnTo>
                  <a:lnTo>
                    <a:pt x="10486" y="21468"/>
                  </a:lnTo>
                  <a:lnTo>
                    <a:pt x="10148" y="14972"/>
                  </a:lnTo>
                  <a:lnTo>
                    <a:pt x="9404" y="14012"/>
                  </a:lnTo>
                  <a:lnTo>
                    <a:pt x="8316" y="15322"/>
                  </a:lnTo>
                  <a:lnTo>
                    <a:pt x="6628" y="15886"/>
                  </a:lnTo>
                  <a:lnTo>
                    <a:pt x="1795" y="12694"/>
                  </a:lnTo>
                  <a:lnTo>
                    <a:pt x="0" y="10680"/>
                  </a:lnTo>
                  <a:lnTo>
                    <a:pt x="184" y="8316"/>
                  </a:lnTo>
                  <a:lnTo>
                    <a:pt x="4489" y="8529"/>
                  </a:lnTo>
                  <a:lnTo>
                    <a:pt x="5482" y="3272"/>
                  </a:lnTo>
                  <a:lnTo>
                    <a:pt x="10646" y="2682"/>
                  </a:lnTo>
                  <a:lnTo>
                    <a:pt x="12361" y="917"/>
                  </a:lnTo>
                  <a:lnTo>
                    <a:pt x="2149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h3554"/>
            <p:cNvSpPr/>
            <p:nvPr/>
          </p:nvSpPr>
          <p:spPr>
            <a:xfrm>
              <a:off x="7512542" y="3260845"/>
              <a:ext cx="5055" cy="6678"/>
            </a:xfrm>
            <a:custGeom>
              <a:avLst/>
              <a:pathLst>
                <a:path w="5055" h="6678">
                  <a:moveTo>
                    <a:pt x="0" y="5933"/>
                  </a:moveTo>
                  <a:lnTo>
                    <a:pt x="1305" y="3706"/>
                  </a:lnTo>
                  <a:lnTo>
                    <a:pt x="899" y="1714"/>
                  </a:lnTo>
                  <a:lnTo>
                    <a:pt x="2341" y="0"/>
                  </a:lnTo>
                  <a:lnTo>
                    <a:pt x="5055" y="2506"/>
                  </a:lnTo>
                  <a:lnTo>
                    <a:pt x="2922" y="6678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h3555"/>
            <p:cNvSpPr/>
            <p:nvPr/>
          </p:nvSpPr>
          <p:spPr>
            <a:xfrm>
              <a:off x="7472676" y="3240057"/>
              <a:ext cx="35966" cy="25359"/>
            </a:xfrm>
            <a:custGeom>
              <a:avLst/>
              <a:pathLst>
                <a:path w="35966" h="25359">
                  <a:moveTo>
                    <a:pt x="19821" y="6008"/>
                  </a:moveTo>
                  <a:lnTo>
                    <a:pt x="21342" y="5593"/>
                  </a:lnTo>
                  <a:lnTo>
                    <a:pt x="22045" y="4402"/>
                  </a:lnTo>
                  <a:lnTo>
                    <a:pt x="21050" y="3862"/>
                  </a:lnTo>
                  <a:lnTo>
                    <a:pt x="20686" y="1114"/>
                  </a:lnTo>
                  <a:lnTo>
                    <a:pt x="23663" y="1865"/>
                  </a:lnTo>
                  <a:lnTo>
                    <a:pt x="23105" y="3166"/>
                  </a:lnTo>
                  <a:lnTo>
                    <a:pt x="23922" y="12683"/>
                  </a:lnTo>
                  <a:lnTo>
                    <a:pt x="31797" y="12145"/>
                  </a:lnTo>
                  <a:lnTo>
                    <a:pt x="35210" y="14009"/>
                  </a:lnTo>
                  <a:lnTo>
                    <a:pt x="35966" y="15519"/>
                  </a:lnTo>
                  <a:lnTo>
                    <a:pt x="29216" y="17076"/>
                  </a:lnTo>
                  <a:lnTo>
                    <a:pt x="26162" y="17979"/>
                  </a:lnTo>
                  <a:lnTo>
                    <a:pt x="24020" y="17593"/>
                  </a:lnTo>
                  <a:lnTo>
                    <a:pt x="21567" y="20207"/>
                  </a:lnTo>
                  <a:lnTo>
                    <a:pt x="14836" y="17439"/>
                  </a:lnTo>
                  <a:lnTo>
                    <a:pt x="15661" y="23716"/>
                  </a:lnTo>
                  <a:lnTo>
                    <a:pt x="13671" y="24980"/>
                  </a:lnTo>
                  <a:lnTo>
                    <a:pt x="13074" y="25359"/>
                  </a:lnTo>
                  <a:lnTo>
                    <a:pt x="9445" y="24085"/>
                  </a:lnTo>
                  <a:lnTo>
                    <a:pt x="7651" y="22040"/>
                  </a:lnTo>
                  <a:lnTo>
                    <a:pt x="1690" y="18207"/>
                  </a:lnTo>
                  <a:lnTo>
                    <a:pt x="1361" y="16312"/>
                  </a:lnTo>
                  <a:lnTo>
                    <a:pt x="1461" y="12921"/>
                  </a:lnTo>
                  <a:lnTo>
                    <a:pt x="0" y="8931"/>
                  </a:lnTo>
                  <a:lnTo>
                    <a:pt x="3472" y="6075"/>
                  </a:lnTo>
                  <a:lnTo>
                    <a:pt x="4025" y="4903"/>
                  </a:lnTo>
                  <a:lnTo>
                    <a:pt x="2936" y="3921"/>
                  </a:lnTo>
                  <a:lnTo>
                    <a:pt x="8769" y="3440"/>
                  </a:lnTo>
                  <a:lnTo>
                    <a:pt x="11494" y="2475"/>
                  </a:lnTo>
                  <a:lnTo>
                    <a:pt x="13534" y="0"/>
                  </a:lnTo>
                  <a:lnTo>
                    <a:pt x="15900" y="4666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h3556"/>
            <p:cNvSpPr/>
            <p:nvPr/>
          </p:nvSpPr>
          <p:spPr>
            <a:xfrm>
              <a:off x="7392024" y="3175792"/>
              <a:ext cx="23945" cy="18099"/>
            </a:xfrm>
            <a:custGeom>
              <a:avLst/>
              <a:pathLst>
                <a:path w="23945" h="18099">
                  <a:moveTo>
                    <a:pt x="17868" y="1665"/>
                  </a:moveTo>
                  <a:lnTo>
                    <a:pt x="17437" y="2241"/>
                  </a:lnTo>
                  <a:lnTo>
                    <a:pt x="19195" y="4126"/>
                  </a:lnTo>
                  <a:lnTo>
                    <a:pt x="23945" y="11627"/>
                  </a:lnTo>
                  <a:lnTo>
                    <a:pt x="19270" y="18099"/>
                  </a:lnTo>
                  <a:lnTo>
                    <a:pt x="16461" y="16634"/>
                  </a:lnTo>
                  <a:lnTo>
                    <a:pt x="16220" y="14712"/>
                  </a:lnTo>
                  <a:lnTo>
                    <a:pt x="14541" y="15304"/>
                  </a:lnTo>
                  <a:lnTo>
                    <a:pt x="12115" y="14964"/>
                  </a:lnTo>
                  <a:lnTo>
                    <a:pt x="12101" y="12780"/>
                  </a:lnTo>
                  <a:lnTo>
                    <a:pt x="11341" y="11940"/>
                  </a:lnTo>
                  <a:lnTo>
                    <a:pt x="1283" y="12879"/>
                  </a:lnTo>
                  <a:lnTo>
                    <a:pt x="304" y="9360"/>
                  </a:lnTo>
                  <a:lnTo>
                    <a:pt x="0" y="6832"/>
                  </a:lnTo>
                  <a:lnTo>
                    <a:pt x="4355" y="5047"/>
                  </a:lnTo>
                  <a:lnTo>
                    <a:pt x="6832" y="2589"/>
                  </a:lnTo>
                  <a:lnTo>
                    <a:pt x="12769" y="1800"/>
                  </a:lnTo>
                  <a:lnTo>
                    <a:pt x="15153" y="243"/>
                  </a:lnTo>
                  <a:lnTo>
                    <a:pt x="1593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h3557"/>
            <p:cNvSpPr/>
            <p:nvPr/>
          </p:nvSpPr>
          <p:spPr>
            <a:xfrm>
              <a:off x="7476194" y="3363645"/>
              <a:ext cx="21089" cy="19113"/>
            </a:xfrm>
            <a:custGeom>
              <a:avLst/>
              <a:pathLst>
                <a:path w="21089" h="19113">
                  <a:moveTo>
                    <a:pt x="21089" y="0"/>
                  </a:moveTo>
                  <a:lnTo>
                    <a:pt x="21052" y="7677"/>
                  </a:lnTo>
                  <a:lnTo>
                    <a:pt x="19923" y="11645"/>
                  </a:lnTo>
                  <a:lnTo>
                    <a:pt x="11523" y="17580"/>
                  </a:lnTo>
                  <a:lnTo>
                    <a:pt x="7523" y="19113"/>
                  </a:lnTo>
                  <a:lnTo>
                    <a:pt x="2937" y="17670"/>
                  </a:lnTo>
                  <a:lnTo>
                    <a:pt x="9" y="18030"/>
                  </a:lnTo>
                  <a:lnTo>
                    <a:pt x="0" y="16060"/>
                  </a:lnTo>
                  <a:lnTo>
                    <a:pt x="59" y="11509"/>
                  </a:lnTo>
                  <a:lnTo>
                    <a:pt x="5019" y="9527"/>
                  </a:lnTo>
                  <a:lnTo>
                    <a:pt x="9342" y="4464"/>
                  </a:lnTo>
                  <a:lnTo>
                    <a:pt x="11226" y="342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h3558"/>
            <p:cNvSpPr/>
            <p:nvPr/>
          </p:nvSpPr>
          <p:spPr>
            <a:xfrm>
              <a:off x="7629725" y="3280531"/>
              <a:ext cx="32389" cy="34408"/>
            </a:xfrm>
            <a:custGeom>
              <a:avLst/>
              <a:pathLst>
                <a:path w="32389" h="34408">
                  <a:moveTo>
                    <a:pt x="29179" y="1354"/>
                  </a:moveTo>
                  <a:lnTo>
                    <a:pt x="27041" y="5850"/>
                  </a:lnTo>
                  <a:lnTo>
                    <a:pt x="24611" y="4100"/>
                  </a:lnTo>
                  <a:lnTo>
                    <a:pt x="24111" y="9661"/>
                  </a:lnTo>
                  <a:lnTo>
                    <a:pt x="24073" y="10434"/>
                  </a:lnTo>
                  <a:lnTo>
                    <a:pt x="27690" y="10664"/>
                  </a:lnTo>
                  <a:lnTo>
                    <a:pt x="26357" y="15819"/>
                  </a:lnTo>
                  <a:lnTo>
                    <a:pt x="32389" y="21111"/>
                  </a:lnTo>
                  <a:lnTo>
                    <a:pt x="27429" y="26956"/>
                  </a:lnTo>
                  <a:lnTo>
                    <a:pt x="27529" y="33279"/>
                  </a:lnTo>
                  <a:lnTo>
                    <a:pt x="12423" y="34408"/>
                  </a:lnTo>
                  <a:lnTo>
                    <a:pt x="11186" y="30489"/>
                  </a:lnTo>
                  <a:lnTo>
                    <a:pt x="6973" y="28670"/>
                  </a:lnTo>
                  <a:lnTo>
                    <a:pt x="4969" y="26186"/>
                  </a:lnTo>
                  <a:lnTo>
                    <a:pt x="6539" y="23630"/>
                  </a:lnTo>
                  <a:lnTo>
                    <a:pt x="6117" y="20268"/>
                  </a:lnTo>
                  <a:lnTo>
                    <a:pt x="3024" y="19959"/>
                  </a:lnTo>
                  <a:lnTo>
                    <a:pt x="195" y="16869"/>
                  </a:lnTo>
                  <a:lnTo>
                    <a:pt x="0" y="13095"/>
                  </a:lnTo>
                  <a:lnTo>
                    <a:pt x="2095" y="14702"/>
                  </a:lnTo>
                  <a:lnTo>
                    <a:pt x="3504" y="9165"/>
                  </a:lnTo>
                  <a:lnTo>
                    <a:pt x="9623" y="5900"/>
                  </a:lnTo>
                  <a:lnTo>
                    <a:pt x="9264" y="7092"/>
                  </a:lnTo>
                  <a:lnTo>
                    <a:pt x="9886" y="8868"/>
                  </a:lnTo>
                  <a:lnTo>
                    <a:pt x="17296" y="11870"/>
                  </a:lnTo>
                  <a:lnTo>
                    <a:pt x="17563" y="4190"/>
                  </a:lnTo>
                  <a:lnTo>
                    <a:pt x="21596" y="4171"/>
                  </a:lnTo>
                  <a:lnTo>
                    <a:pt x="23580" y="3203"/>
                  </a:lnTo>
                  <a:lnTo>
                    <a:pt x="25171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h3559"/>
            <p:cNvSpPr/>
            <p:nvPr/>
          </p:nvSpPr>
          <p:spPr>
            <a:xfrm>
              <a:off x="7479915" y="3413006"/>
              <a:ext cx="32319" cy="41442"/>
            </a:xfrm>
            <a:custGeom>
              <a:avLst/>
              <a:pathLst>
                <a:path w="32319" h="41442">
                  <a:moveTo>
                    <a:pt x="22533" y="1725"/>
                  </a:moveTo>
                  <a:lnTo>
                    <a:pt x="28190" y="1878"/>
                  </a:lnTo>
                  <a:lnTo>
                    <a:pt x="28086" y="3633"/>
                  </a:lnTo>
                  <a:lnTo>
                    <a:pt x="26493" y="3888"/>
                  </a:lnTo>
                  <a:lnTo>
                    <a:pt x="26157" y="6135"/>
                  </a:lnTo>
                  <a:lnTo>
                    <a:pt x="30393" y="7264"/>
                  </a:lnTo>
                  <a:lnTo>
                    <a:pt x="32319" y="8726"/>
                  </a:lnTo>
                  <a:lnTo>
                    <a:pt x="29206" y="10412"/>
                  </a:lnTo>
                  <a:lnTo>
                    <a:pt x="26754" y="21602"/>
                  </a:lnTo>
                  <a:lnTo>
                    <a:pt x="27425" y="22965"/>
                  </a:lnTo>
                  <a:lnTo>
                    <a:pt x="25199" y="26848"/>
                  </a:lnTo>
                  <a:lnTo>
                    <a:pt x="21038" y="26150"/>
                  </a:lnTo>
                  <a:lnTo>
                    <a:pt x="18485" y="26738"/>
                  </a:lnTo>
                  <a:lnTo>
                    <a:pt x="17767" y="30305"/>
                  </a:lnTo>
                  <a:lnTo>
                    <a:pt x="18339" y="32802"/>
                  </a:lnTo>
                  <a:lnTo>
                    <a:pt x="17885" y="34864"/>
                  </a:lnTo>
                  <a:lnTo>
                    <a:pt x="14447" y="35814"/>
                  </a:lnTo>
                  <a:lnTo>
                    <a:pt x="10876" y="41442"/>
                  </a:lnTo>
                  <a:lnTo>
                    <a:pt x="6845" y="39068"/>
                  </a:lnTo>
                  <a:lnTo>
                    <a:pt x="0" y="28657"/>
                  </a:lnTo>
                  <a:lnTo>
                    <a:pt x="638" y="26310"/>
                  </a:lnTo>
                  <a:lnTo>
                    <a:pt x="2476" y="23986"/>
                  </a:lnTo>
                  <a:lnTo>
                    <a:pt x="6147" y="25028"/>
                  </a:lnTo>
                  <a:lnTo>
                    <a:pt x="13910" y="16094"/>
                  </a:lnTo>
                  <a:lnTo>
                    <a:pt x="13597" y="15600"/>
                  </a:lnTo>
                  <a:lnTo>
                    <a:pt x="14303" y="14566"/>
                  </a:lnTo>
                  <a:lnTo>
                    <a:pt x="16388" y="15462"/>
                  </a:lnTo>
                  <a:lnTo>
                    <a:pt x="19720" y="9874"/>
                  </a:lnTo>
                  <a:lnTo>
                    <a:pt x="19239" y="4934"/>
                  </a:lnTo>
                  <a:lnTo>
                    <a:pt x="17723" y="4024"/>
                  </a:lnTo>
                  <a:lnTo>
                    <a:pt x="19093" y="1123"/>
                  </a:lnTo>
                  <a:lnTo>
                    <a:pt x="2123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h3560"/>
            <p:cNvSpPr/>
            <p:nvPr/>
          </p:nvSpPr>
          <p:spPr>
            <a:xfrm>
              <a:off x="7487921" y="3197925"/>
              <a:ext cx="20497" cy="19610"/>
            </a:xfrm>
            <a:custGeom>
              <a:avLst/>
              <a:pathLst>
                <a:path w="20497" h="19610">
                  <a:moveTo>
                    <a:pt x="20497" y="3462"/>
                  </a:moveTo>
                  <a:lnTo>
                    <a:pt x="19763" y="6818"/>
                  </a:lnTo>
                  <a:lnTo>
                    <a:pt x="17775" y="8490"/>
                  </a:lnTo>
                  <a:lnTo>
                    <a:pt x="17048" y="12480"/>
                  </a:lnTo>
                  <a:lnTo>
                    <a:pt x="18376" y="14407"/>
                  </a:lnTo>
                  <a:lnTo>
                    <a:pt x="15092" y="17602"/>
                  </a:lnTo>
                  <a:lnTo>
                    <a:pt x="14110" y="18644"/>
                  </a:lnTo>
                  <a:lnTo>
                    <a:pt x="8990" y="19610"/>
                  </a:lnTo>
                  <a:lnTo>
                    <a:pt x="5905" y="14535"/>
                  </a:lnTo>
                  <a:lnTo>
                    <a:pt x="7354" y="10443"/>
                  </a:lnTo>
                  <a:lnTo>
                    <a:pt x="2307" y="7995"/>
                  </a:lnTo>
                  <a:lnTo>
                    <a:pt x="0" y="5036"/>
                  </a:lnTo>
                  <a:lnTo>
                    <a:pt x="2931" y="734"/>
                  </a:lnTo>
                  <a:lnTo>
                    <a:pt x="4381" y="771"/>
                  </a:lnTo>
                  <a:lnTo>
                    <a:pt x="4787" y="3858"/>
                  </a:lnTo>
                  <a:lnTo>
                    <a:pt x="3732" y="4418"/>
                  </a:lnTo>
                  <a:lnTo>
                    <a:pt x="3415" y="5463"/>
                  </a:lnTo>
                  <a:lnTo>
                    <a:pt x="3918" y="7197"/>
                  </a:lnTo>
                  <a:lnTo>
                    <a:pt x="5614" y="8216"/>
                  </a:lnTo>
                  <a:lnTo>
                    <a:pt x="7727" y="3459"/>
                  </a:lnTo>
                  <a:lnTo>
                    <a:pt x="7911" y="2274"/>
                  </a:lnTo>
                  <a:lnTo>
                    <a:pt x="7177" y="1014"/>
                  </a:lnTo>
                  <a:lnTo>
                    <a:pt x="1310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h3561"/>
            <p:cNvSpPr/>
            <p:nvPr/>
          </p:nvSpPr>
          <p:spPr>
            <a:xfrm>
              <a:off x="7471031" y="3218130"/>
              <a:ext cx="6408" cy="11238"/>
            </a:xfrm>
            <a:custGeom>
              <a:avLst/>
              <a:pathLst>
                <a:path w="6408" h="11238">
                  <a:moveTo>
                    <a:pt x="2733" y="797"/>
                  </a:moveTo>
                  <a:lnTo>
                    <a:pt x="2157" y="3048"/>
                  </a:lnTo>
                  <a:lnTo>
                    <a:pt x="2825" y="5390"/>
                  </a:lnTo>
                  <a:lnTo>
                    <a:pt x="5117" y="6618"/>
                  </a:lnTo>
                  <a:lnTo>
                    <a:pt x="6408" y="9063"/>
                  </a:lnTo>
                  <a:lnTo>
                    <a:pt x="5957" y="11238"/>
                  </a:lnTo>
                  <a:lnTo>
                    <a:pt x="3595" y="9731"/>
                  </a:lnTo>
                  <a:lnTo>
                    <a:pt x="3113" y="8874"/>
                  </a:lnTo>
                  <a:lnTo>
                    <a:pt x="855" y="9024"/>
                  </a:lnTo>
                  <a:lnTo>
                    <a:pt x="0" y="7791"/>
                  </a:lnTo>
                  <a:lnTo>
                    <a:pt x="1785" y="5275"/>
                  </a:lnTo>
                  <a:lnTo>
                    <a:pt x="571" y="896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h3562"/>
            <p:cNvSpPr/>
            <p:nvPr/>
          </p:nvSpPr>
          <p:spPr>
            <a:xfrm>
              <a:off x="7470074" y="3265038"/>
              <a:ext cx="20980" cy="16703"/>
            </a:xfrm>
            <a:custGeom>
              <a:avLst/>
              <a:pathLst>
                <a:path w="20980" h="16703">
                  <a:moveTo>
                    <a:pt x="20561" y="5677"/>
                  </a:moveTo>
                  <a:lnTo>
                    <a:pt x="20980" y="11107"/>
                  </a:lnTo>
                  <a:lnTo>
                    <a:pt x="18911" y="12703"/>
                  </a:lnTo>
                  <a:lnTo>
                    <a:pt x="15533" y="13003"/>
                  </a:lnTo>
                  <a:lnTo>
                    <a:pt x="14884" y="11870"/>
                  </a:lnTo>
                  <a:lnTo>
                    <a:pt x="10279" y="15141"/>
                  </a:lnTo>
                  <a:lnTo>
                    <a:pt x="5819" y="12252"/>
                  </a:lnTo>
                  <a:lnTo>
                    <a:pt x="4125" y="12580"/>
                  </a:lnTo>
                  <a:lnTo>
                    <a:pt x="4879" y="15712"/>
                  </a:lnTo>
                  <a:lnTo>
                    <a:pt x="3899" y="16703"/>
                  </a:lnTo>
                  <a:lnTo>
                    <a:pt x="1090" y="15301"/>
                  </a:lnTo>
                  <a:lnTo>
                    <a:pt x="1797" y="13205"/>
                  </a:lnTo>
                  <a:lnTo>
                    <a:pt x="230" y="10928"/>
                  </a:lnTo>
                  <a:lnTo>
                    <a:pt x="0" y="9350"/>
                  </a:lnTo>
                  <a:lnTo>
                    <a:pt x="1278" y="6921"/>
                  </a:lnTo>
                  <a:lnTo>
                    <a:pt x="7818" y="8766"/>
                  </a:lnTo>
                  <a:lnTo>
                    <a:pt x="6497" y="4821"/>
                  </a:lnTo>
                  <a:lnTo>
                    <a:pt x="6732" y="3308"/>
                  </a:lnTo>
                  <a:lnTo>
                    <a:pt x="8679" y="914"/>
                  </a:lnTo>
                  <a:lnTo>
                    <a:pt x="15676" y="378"/>
                  </a:lnTo>
                  <a:lnTo>
                    <a:pt x="1627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h3563"/>
            <p:cNvSpPr/>
            <p:nvPr/>
          </p:nvSpPr>
          <p:spPr>
            <a:xfrm>
              <a:off x="7492077" y="3221813"/>
              <a:ext cx="20459" cy="20530"/>
            </a:xfrm>
            <a:custGeom>
              <a:avLst/>
              <a:pathLst>
                <a:path w="20459" h="20530">
                  <a:moveTo>
                    <a:pt x="11344" y="468"/>
                  </a:moveTo>
                  <a:lnTo>
                    <a:pt x="11017" y="4092"/>
                  </a:lnTo>
                  <a:lnTo>
                    <a:pt x="12402" y="5606"/>
                  </a:lnTo>
                  <a:lnTo>
                    <a:pt x="11024" y="7623"/>
                  </a:lnTo>
                  <a:lnTo>
                    <a:pt x="9865" y="9331"/>
                  </a:lnTo>
                  <a:lnTo>
                    <a:pt x="12224" y="13421"/>
                  </a:lnTo>
                  <a:lnTo>
                    <a:pt x="20459" y="14033"/>
                  </a:lnTo>
                  <a:lnTo>
                    <a:pt x="19513" y="17792"/>
                  </a:lnTo>
                  <a:lnTo>
                    <a:pt x="16123" y="19165"/>
                  </a:lnTo>
                  <a:lnTo>
                    <a:pt x="11426" y="20530"/>
                  </a:lnTo>
                  <a:lnTo>
                    <a:pt x="9977" y="18722"/>
                  </a:lnTo>
                  <a:lnTo>
                    <a:pt x="8680" y="18517"/>
                  </a:lnTo>
                  <a:lnTo>
                    <a:pt x="4262" y="20110"/>
                  </a:lnTo>
                  <a:lnTo>
                    <a:pt x="1285" y="19358"/>
                  </a:lnTo>
                  <a:lnTo>
                    <a:pt x="0" y="17377"/>
                  </a:lnTo>
                  <a:lnTo>
                    <a:pt x="27" y="12152"/>
                  </a:lnTo>
                  <a:lnTo>
                    <a:pt x="644" y="10379"/>
                  </a:lnTo>
                  <a:lnTo>
                    <a:pt x="2672" y="5866"/>
                  </a:lnTo>
                  <a:lnTo>
                    <a:pt x="2656" y="4629"/>
                  </a:lnTo>
                  <a:lnTo>
                    <a:pt x="5983" y="551"/>
                  </a:lnTo>
                  <a:lnTo>
                    <a:pt x="828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h3564"/>
            <p:cNvSpPr/>
            <p:nvPr/>
          </p:nvSpPr>
          <p:spPr>
            <a:xfrm>
              <a:off x="7501942" y="3224059"/>
              <a:ext cx="45818" cy="25454"/>
            </a:xfrm>
            <a:custGeom>
              <a:avLst/>
              <a:pathLst>
                <a:path w="45818" h="25454">
                  <a:moveTo>
                    <a:pt x="17998" y="446"/>
                  </a:moveTo>
                  <a:lnTo>
                    <a:pt x="20626" y="4361"/>
                  </a:lnTo>
                  <a:lnTo>
                    <a:pt x="25459" y="9212"/>
                  </a:lnTo>
                  <a:lnTo>
                    <a:pt x="25889" y="11340"/>
                  </a:lnTo>
                  <a:lnTo>
                    <a:pt x="25066" y="12663"/>
                  </a:lnTo>
                  <a:lnTo>
                    <a:pt x="35150" y="13158"/>
                  </a:lnTo>
                  <a:lnTo>
                    <a:pt x="37855" y="15006"/>
                  </a:lnTo>
                  <a:lnTo>
                    <a:pt x="38153" y="17384"/>
                  </a:lnTo>
                  <a:lnTo>
                    <a:pt x="41414" y="20121"/>
                  </a:lnTo>
                  <a:lnTo>
                    <a:pt x="45818" y="22029"/>
                  </a:lnTo>
                  <a:lnTo>
                    <a:pt x="45216" y="22716"/>
                  </a:lnTo>
                  <a:lnTo>
                    <a:pt x="38675" y="23847"/>
                  </a:lnTo>
                  <a:lnTo>
                    <a:pt x="28424" y="24152"/>
                  </a:lnTo>
                  <a:lnTo>
                    <a:pt x="28456" y="25082"/>
                  </a:lnTo>
                  <a:lnTo>
                    <a:pt x="26963" y="25442"/>
                  </a:lnTo>
                  <a:lnTo>
                    <a:pt x="24601" y="25454"/>
                  </a:lnTo>
                  <a:lnTo>
                    <a:pt x="18289" y="22573"/>
                  </a:lnTo>
                  <a:lnTo>
                    <a:pt x="14739" y="19254"/>
                  </a:lnTo>
                  <a:lnTo>
                    <a:pt x="10637" y="18765"/>
                  </a:lnTo>
                  <a:lnTo>
                    <a:pt x="7185" y="17792"/>
                  </a:lnTo>
                  <a:lnTo>
                    <a:pt x="6258" y="16919"/>
                  </a:lnTo>
                  <a:lnTo>
                    <a:pt x="9648" y="15545"/>
                  </a:lnTo>
                  <a:lnTo>
                    <a:pt x="10594" y="11787"/>
                  </a:lnTo>
                  <a:lnTo>
                    <a:pt x="2359" y="11175"/>
                  </a:lnTo>
                  <a:lnTo>
                    <a:pt x="0" y="7085"/>
                  </a:lnTo>
                  <a:lnTo>
                    <a:pt x="1159" y="5377"/>
                  </a:lnTo>
                  <a:lnTo>
                    <a:pt x="3996" y="6541"/>
                  </a:lnTo>
                  <a:lnTo>
                    <a:pt x="8038" y="7041"/>
                  </a:lnTo>
                  <a:lnTo>
                    <a:pt x="10797" y="6474"/>
                  </a:lnTo>
                  <a:lnTo>
                    <a:pt x="13304" y="2548"/>
                  </a:lnTo>
                  <a:lnTo>
                    <a:pt x="13444" y="1218"/>
                  </a:lnTo>
                  <a:lnTo>
                    <a:pt x="11649" y="893"/>
                  </a:lnTo>
                  <a:lnTo>
                    <a:pt x="1587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h3565"/>
            <p:cNvSpPr/>
            <p:nvPr/>
          </p:nvSpPr>
          <p:spPr>
            <a:xfrm>
              <a:off x="7513592" y="3179115"/>
              <a:ext cx="197691" cy="134695"/>
            </a:xfrm>
            <a:custGeom>
              <a:avLst/>
              <a:pathLst>
                <a:path w="197691" h="134695">
                  <a:moveTo>
                    <a:pt x="80000" y="3643"/>
                  </a:moveTo>
                  <a:lnTo>
                    <a:pt x="80551" y="1819"/>
                  </a:lnTo>
                  <a:lnTo>
                    <a:pt x="83427" y="1149"/>
                  </a:lnTo>
                  <a:lnTo>
                    <a:pt x="88515" y="1070"/>
                  </a:lnTo>
                  <a:lnTo>
                    <a:pt x="92139" y="2179"/>
                  </a:lnTo>
                  <a:lnTo>
                    <a:pt x="92490" y="4493"/>
                  </a:lnTo>
                  <a:lnTo>
                    <a:pt x="89613" y="7770"/>
                  </a:lnTo>
                  <a:lnTo>
                    <a:pt x="88942" y="12193"/>
                  </a:lnTo>
                  <a:lnTo>
                    <a:pt x="91555" y="13801"/>
                  </a:lnTo>
                  <a:lnTo>
                    <a:pt x="93132" y="12323"/>
                  </a:lnTo>
                  <a:lnTo>
                    <a:pt x="101353" y="16845"/>
                  </a:lnTo>
                  <a:lnTo>
                    <a:pt x="102483" y="14227"/>
                  </a:lnTo>
                  <a:lnTo>
                    <a:pt x="95881" y="11460"/>
                  </a:lnTo>
                  <a:lnTo>
                    <a:pt x="98102" y="7366"/>
                  </a:lnTo>
                  <a:lnTo>
                    <a:pt x="102515" y="9123"/>
                  </a:lnTo>
                  <a:lnTo>
                    <a:pt x="105709" y="12694"/>
                  </a:lnTo>
                  <a:lnTo>
                    <a:pt x="107306" y="16350"/>
                  </a:lnTo>
                  <a:lnTo>
                    <a:pt x="109395" y="17215"/>
                  </a:lnTo>
                  <a:lnTo>
                    <a:pt x="112075" y="14487"/>
                  </a:lnTo>
                  <a:lnTo>
                    <a:pt x="112583" y="10284"/>
                  </a:lnTo>
                  <a:lnTo>
                    <a:pt x="116354" y="10578"/>
                  </a:lnTo>
                  <a:lnTo>
                    <a:pt x="120298" y="12454"/>
                  </a:lnTo>
                  <a:lnTo>
                    <a:pt x="118120" y="15060"/>
                  </a:lnTo>
                  <a:lnTo>
                    <a:pt x="119117" y="17430"/>
                  </a:lnTo>
                  <a:lnTo>
                    <a:pt x="123535" y="12789"/>
                  </a:lnTo>
                  <a:lnTo>
                    <a:pt x="126531" y="12850"/>
                  </a:lnTo>
                  <a:lnTo>
                    <a:pt x="127440" y="13444"/>
                  </a:lnTo>
                  <a:lnTo>
                    <a:pt x="129726" y="18304"/>
                  </a:lnTo>
                  <a:lnTo>
                    <a:pt x="134082" y="22456"/>
                  </a:lnTo>
                  <a:lnTo>
                    <a:pt x="136571" y="23566"/>
                  </a:lnTo>
                  <a:lnTo>
                    <a:pt x="140286" y="23533"/>
                  </a:lnTo>
                  <a:lnTo>
                    <a:pt x="143268" y="27825"/>
                  </a:lnTo>
                  <a:lnTo>
                    <a:pt x="147611" y="32287"/>
                  </a:lnTo>
                  <a:lnTo>
                    <a:pt x="146618" y="33741"/>
                  </a:lnTo>
                  <a:lnTo>
                    <a:pt x="147682" y="34952"/>
                  </a:lnTo>
                  <a:lnTo>
                    <a:pt x="156154" y="37397"/>
                  </a:lnTo>
                  <a:lnTo>
                    <a:pt x="156884" y="35583"/>
                  </a:lnTo>
                  <a:lnTo>
                    <a:pt x="160293" y="36891"/>
                  </a:lnTo>
                  <a:lnTo>
                    <a:pt x="164940" y="43331"/>
                  </a:lnTo>
                  <a:lnTo>
                    <a:pt x="171978" y="44018"/>
                  </a:lnTo>
                  <a:lnTo>
                    <a:pt x="184266" y="49323"/>
                  </a:lnTo>
                  <a:lnTo>
                    <a:pt x="188686" y="52536"/>
                  </a:lnTo>
                  <a:lnTo>
                    <a:pt x="193764" y="57075"/>
                  </a:lnTo>
                  <a:lnTo>
                    <a:pt x="196998" y="62712"/>
                  </a:lnTo>
                  <a:lnTo>
                    <a:pt x="197691" y="68328"/>
                  </a:lnTo>
                  <a:lnTo>
                    <a:pt x="194089" y="67993"/>
                  </a:lnTo>
                  <a:lnTo>
                    <a:pt x="193441" y="68992"/>
                  </a:lnTo>
                  <a:lnTo>
                    <a:pt x="193111" y="71654"/>
                  </a:lnTo>
                  <a:lnTo>
                    <a:pt x="196193" y="80621"/>
                  </a:lnTo>
                  <a:lnTo>
                    <a:pt x="195741" y="81040"/>
                  </a:lnTo>
                  <a:lnTo>
                    <a:pt x="193477" y="80246"/>
                  </a:lnTo>
                  <a:lnTo>
                    <a:pt x="192743" y="80840"/>
                  </a:lnTo>
                  <a:lnTo>
                    <a:pt x="194034" y="83510"/>
                  </a:lnTo>
                  <a:lnTo>
                    <a:pt x="196030" y="84898"/>
                  </a:lnTo>
                  <a:lnTo>
                    <a:pt x="192518" y="86481"/>
                  </a:lnTo>
                  <a:lnTo>
                    <a:pt x="192560" y="89483"/>
                  </a:lnTo>
                  <a:lnTo>
                    <a:pt x="191646" y="90207"/>
                  </a:lnTo>
                  <a:lnTo>
                    <a:pt x="190473" y="87522"/>
                  </a:lnTo>
                  <a:lnTo>
                    <a:pt x="192368" y="83730"/>
                  </a:lnTo>
                  <a:lnTo>
                    <a:pt x="191785" y="83102"/>
                  </a:lnTo>
                  <a:lnTo>
                    <a:pt x="190862" y="83318"/>
                  </a:lnTo>
                  <a:lnTo>
                    <a:pt x="185696" y="90104"/>
                  </a:lnTo>
                  <a:lnTo>
                    <a:pt x="187011" y="95281"/>
                  </a:lnTo>
                  <a:lnTo>
                    <a:pt x="188875" y="98723"/>
                  </a:lnTo>
                  <a:lnTo>
                    <a:pt x="188620" y="99478"/>
                  </a:lnTo>
                  <a:lnTo>
                    <a:pt x="185367" y="98974"/>
                  </a:lnTo>
                  <a:lnTo>
                    <a:pt x="180045" y="100917"/>
                  </a:lnTo>
                  <a:lnTo>
                    <a:pt x="176907" y="100641"/>
                  </a:lnTo>
                  <a:lnTo>
                    <a:pt x="175195" y="105352"/>
                  </a:lnTo>
                  <a:lnTo>
                    <a:pt x="177555" y="112986"/>
                  </a:lnTo>
                  <a:lnTo>
                    <a:pt x="175309" y="119976"/>
                  </a:lnTo>
                  <a:lnTo>
                    <a:pt x="173145" y="124201"/>
                  </a:lnTo>
                  <a:lnTo>
                    <a:pt x="168446" y="131998"/>
                  </a:lnTo>
                  <a:lnTo>
                    <a:pt x="167295" y="132919"/>
                  </a:lnTo>
                  <a:lnTo>
                    <a:pt x="143662" y="134695"/>
                  </a:lnTo>
                  <a:lnTo>
                    <a:pt x="143562" y="128372"/>
                  </a:lnTo>
                  <a:lnTo>
                    <a:pt x="148522" y="122527"/>
                  </a:lnTo>
                  <a:lnTo>
                    <a:pt x="142490" y="117235"/>
                  </a:lnTo>
                  <a:lnTo>
                    <a:pt x="143823" y="112080"/>
                  </a:lnTo>
                  <a:lnTo>
                    <a:pt x="140206" y="111850"/>
                  </a:lnTo>
                  <a:lnTo>
                    <a:pt x="140244" y="111078"/>
                  </a:lnTo>
                  <a:lnTo>
                    <a:pt x="140744" y="105516"/>
                  </a:lnTo>
                  <a:lnTo>
                    <a:pt x="143174" y="107267"/>
                  </a:lnTo>
                  <a:lnTo>
                    <a:pt x="145312" y="102771"/>
                  </a:lnTo>
                  <a:lnTo>
                    <a:pt x="141304" y="101416"/>
                  </a:lnTo>
                  <a:lnTo>
                    <a:pt x="139713" y="104620"/>
                  </a:lnTo>
                  <a:lnTo>
                    <a:pt x="137730" y="105587"/>
                  </a:lnTo>
                  <a:lnTo>
                    <a:pt x="133696" y="105606"/>
                  </a:lnTo>
                  <a:lnTo>
                    <a:pt x="133429" y="113286"/>
                  </a:lnTo>
                  <a:lnTo>
                    <a:pt x="126020" y="110284"/>
                  </a:lnTo>
                  <a:lnTo>
                    <a:pt x="125398" y="108509"/>
                  </a:lnTo>
                  <a:lnTo>
                    <a:pt x="125756" y="107316"/>
                  </a:lnTo>
                  <a:lnTo>
                    <a:pt x="122328" y="105843"/>
                  </a:lnTo>
                  <a:lnTo>
                    <a:pt x="121776" y="104874"/>
                  </a:lnTo>
                  <a:lnTo>
                    <a:pt x="122407" y="101174"/>
                  </a:lnTo>
                  <a:lnTo>
                    <a:pt x="120382" y="97018"/>
                  </a:lnTo>
                  <a:lnTo>
                    <a:pt x="118038" y="97128"/>
                  </a:lnTo>
                  <a:lnTo>
                    <a:pt x="115114" y="99250"/>
                  </a:lnTo>
                  <a:lnTo>
                    <a:pt x="111278" y="97559"/>
                  </a:lnTo>
                  <a:lnTo>
                    <a:pt x="109403" y="95326"/>
                  </a:lnTo>
                  <a:lnTo>
                    <a:pt x="107957" y="90772"/>
                  </a:lnTo>
                  <a:lnTo>
                    <a:pt x="109155" y="87593"/>
                  </a:lnTo>
                  <a:lnTo>
                    <a:pt x="106383" y="84747"/>
                  </a:lnTo>
                  <a:lnTo>
                    <a:pt x="102656" y="83581"/>
                  </a:lnTo>
                  <a:lnTo>
                    <a:pt x="102497" y="85500"/>
                  </a:lnTo>
                  <a:lnTo>
                    <a:pt x="100559" y="87194"/>
                  </a:lnTo>
                  <a:lnTo>
                    <a:pt x="97329" y="85557"/>
                  </a:lnTo>
                  <a:lnTo>
                    <a:pt x="92474" y="88926"/>
                  </a:lnTo>
                  <a:lnTo>
                    <a:pt x="91619" y="87771"/>
                  </a:lnTo>
                  <a:lnTo>
                    <a:pt x="92019" y="85982"/>
                  </a:lnTo>
                  <a:lnTo>
                    <a:pt x="91233" y="83710"/>
                  </a:lnTo>
                  <a:lnTo>
                    <a:pt x="90402" y="82824"/>
                  </a:lnTo>
                  <a:lnTo>
                    <a:pt x="88296" y="82879"/>
                  </a:lnTo>
                  <a:lnTo>
                    <a:pt x="88814" y="81253"/>
                  </a:lnTo>
                  <a:lnTo>
                    <a:pt x="94740" y="78486"/>
                  </a:lnTo>
                  <a:lnTo>
                    <a:pt x="92260" y="74739"/>
                  </a:lnTo>
                  <a:lnTo>
                    <a:pt x="88836" y="76034"/>
                  </a:lnTo>
                  <a:lnTo>
                    <a:pt x="86207" y="74186"/>
                  </a:lnTo>
                  <a:lnTo>
                    <a:pt x="82915" y="74260"/>
                  </a:lnTo>
                  <a:lnTo>
                    <a:pt x="67487" y="64917"/>
                  </a:lnTo>
                  <a:lnTo>
                    <a:pt x="68339" y="59019"/>
                  </a:lnTo>
                  <a:lnTo>
                    <a:pt x="64813" y="60185"/>
                  </a:lnTo>
                  <a:lnTo>
                    <a:pt x="53725" y="60086"/>
                  </a:lnTo>
                  <a:lnTo>
                    <a:pt x="52496" y="58907"/>
                  </a:lnTo>
                  <a:lnTo>
                    <a:pt x="52752" y="56564"/>
                  </a:lnTo>
                  <a:lnTo>
                    <a:pt x="51348" y="53849"/>
                  </a:lnTo>
                  <a:lnTo>
                    <a:pt x="45816" y="52837"/>
                  </a:lnTo>
                  <a:lnTo>
                    <a:pt x="43820" y="53136"/>
                  </a:lnTo>
                  <a:lnTo>
                    <a:pt x="40368" y="51803"/>
                  </a:lnTo>
                  <a:lnTo>
                    <a:pt x="41012" y="50379"/>
                  </a:lnTo>
                  <a:lnTo>
                    <a:pt x="37372" y="49141"/>
                  </a:lnTo>
                  <a:lnTo>
                    <a:pt x="36363" y="49268"/>
                  </a:lnTo>
                  <a:lnTo>
                    <a:pt x="34921" y="52986"/>
                  </a:lnTo>
                  <a:lnTo>
                    <a:pt x="35474" y="55413"/>
                  </a:lnTo>
                  <a:lnTo>
                    <a:pt x="34491" y="58058"/>
                  </a:lnTo>
                  <a:lnTo>
                    <a:pt x="26504" y="62329"/>
                  </a:lnTo>
                  <a:lnTo>
                    <a:pt x="26206" y="59950"/>
                  </a:lnTo>
                  <a:lnTo>
                    <a:pt x="23501" y="58103"/>
                  </a:lnTo>
                  <a:lnTo>
                    <a:pt x="13416" y="57608"/>
                  </a:lnTo>
                  <a:lnTo>
                    <a:pt x="14239" y="56285"/>
                  </a:lnTo>
                  <a:lnTo>
                    <a:pt x="13810" y="54157"/>
                  </a:lnTo>
                  <a:lnTo>
                    <a:pt x="8976" y="49306"/>
                  </a:lnTo>
                  <a:lnTo>
                    <a:pt x="6349" y="45391"/>
                  </a:lnTo>
                  <a:lnTo>
                    <a:pt x="4224" y="44944"/>
                  </a:lnTo>
                  <a:lnTo>
                    <a:pt x="0" y="45838"/>
                  </a:lnTo>
                  <a:lnTo>
                    <a:pt x="1199" y="41966"/>
                  </a:lnTo>
                  <a:lnTo>
                    <a:pt x="4127" y="41017"/>
                  </a:lnTo>
                  <a:lnTo>
                    <a:pt x="4426" y="39732"/>
                  </a:lnTo>
                  <a:lnTo>
                    <a:pt x="3153" y="39758"/>
                  </a:lnTo>
                  <a:lnTo>
                    <a:pt x="4608" y="39034"/>
                  </a:lnTo>
                  <a:lnTo>
                    <a:pt x="8672" y="40123"/>
                  </a:lnTo>
                  <a:lnTo>
                    <a:pt x="14276" y="39267"/>
                  </a:lnTo>
                  <a:lnTo>
                    <a:pt x="16071" y="34995"/>
                  </a:lnTo>
                  <a:lnTo>
                    <a:pt x="15504" y="33804"/>
                  </a:lnTo>
                  <a:lnTo>
                    <a:pt x="16072" y="32952"/>
                  </a:lnTo>
                  <a:lnTo>
                    <a:pt x="19708" y="33670"/>
                  </a:lnTo>
                  <a:lnTo>
                    <a:pt x="21893" y="34768"/>
                  </a:lnTo>
                  <a:lnTo>
                    <a:pt x="22096" y="35933"/>
                  </a:lnTo>
                  <a:lnTo>
                    <a:pt x="25286" y="36786"/>
                  </a:lnTo>
                  <a:lnTo>
                    <a:pt x="27625" y="35177"/>
                  </a:lnTo>
                  <a:lnTo>
                    <a:pt x="42908" y="32831"/>
                  </a:lnTo>
                  <a:lnTo>
                    <a:pt x="48835" y="30635"/>
                  </a:lnTo>
                  <a:lnTo>
                    <a:pt x="53691" y="30483"/>
                  </a:lnTo>
                  <a:lnTo>
                    <a:pt x="61809" y="25107"/>
                  </a:lnTo>
                  <a:lnTo>
                    <a:pt x="68401" y="16673"/>
                  </a:lnTo>
                  <a:lnTo>
                    <a:pt x="72720" y="17531"/>
                  </a:lnTo>
                  <a:lnTo>
                    <a:pt x="73078" y="16353"/>
                  </a:lnTo>
                  <a:lnTo>
                    <a:pt x="66863" y="14385"/>
                  </a:lnTo>
                  <a:lnTo>
                    <a:pt x="66948" y="12716"/>
                  </a:lnTo>
                  <a:lnTo>
                    <a:pt x="68296" y="11413"/>
                  </a:lnTo>
                  <a:lnTo>
                    <a:pt x="70901" y="12546"/>
                  </a:lnTo>
                  <a:lnTo>
                    <a:pt x="72749" y="12570"/>
                  </a:lnTo>
                  <a:lnTo>
                    <a:pt x="78522" y="7800"/>
                  </a:lnTo>
                  <a:lnTo>
                    <a:pt x="78073" y="4024"/>
                  </a:lnTo>
                  <a:lnTo>
                    <a:pt x="77580" y="3681"/>
                  </a:lnTo>
                  <a:lnTo>
                    <a:pt x="74765" y="5163"/>
                  </a:lnTo>
                  <a:lnTo>
                    <a:pt x="75297" y="5736"/>
                  </a:lnTo>
                  <a:lnTo>
                    <a:pt x="73449" y="8414"/>
                  </a:lnTo>
                  <a:lnTo>
                    <a:pt x="69503" y="9007"/>
                  </a:lnTo>
                  <a:lnTo>
                    <a:pt x="68304" y="4595"/>
                  </a:lnTo>
                  <a:lnTo>
                    <a:pt x="69826" y="3759"/>
                  </a:lnTo>
                  <a:lnTo>
                    <a:pt x="7442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h3566"/>
            <p:cNvSpPr/>
            <p:nvPr/>
          </p:nvSpPr>
          <p:spPr>
            <a:xfrm>
              <a:off x="7338551" y="3205484"/>
              <a:ext cx="81311" cy="81229"/>
            </a:xfrm>
            <a:custGeom>
              <a:avLst/>
              <a:pathLst>
                <a:path w="81311" h="81229">
                  <a:moveTo>
                    <a:pt x="28221" y="192"/>
                  </a:moveTo>
                  <a:lnTo>
                    <a:pt x="35982" y="3278"/>
                  </a:lnTo>
                  <a:lnTo>
                    <a:pt x="40383" y="1269"/>
                  </a:lnTo>
                  <a:lnTo>
                    <a:pt x="50812" y="10845"/>
                  </a:lnTo>
                  <a:lnTo>
                    <a:pt x="53136" y="15925"/>
                  </a:lnTo>
                  <a:lnTo>
                    <a:pt x="55622" y="16407"/>
                  </a:lnTo>
                  <a:lnTo>
                    <a:pt x="55404" y="17372"/>
                  </a:lnTo>
                  <a:lnTo>
                    <a:pt x="57511" y="20770"/>
                  </a:lnTo>
                  <a:lnTo>
                    <a:pt x="57334" y="25391"/>
                  </a:lnTo>
                  <a:lnTo>
                    <a:pt x="53016" y="27716"/>
                  </a:lnTo>
                  <a:lnTo>
                    <a:pt x="54303" y="31696"/>
                  </a:lnTo>
                  <a:lnTo>
                    <a:pt x="58838" y="37308"/>
                  </a:lnTo>
                  <a:lnTo>
                    <a:pt x="58313" y="39728"/>
                  </a:lnTo>
                  <a:lnTo>
                    <a:pt x="59082" y="40365"/>
                  </a:lnTo>
                  <a:lnTo>
                    <a:pt x="63872" y="39061"/>
                  </a:lnTo>
                  <a:lnTo>
                    <a:pt x="65866" y="40598"/>
                  </a:lnTo>
                  <a:lnTo>
                    <a:pt x="64943" y="42932"/>
                  </a:lnTo>
                  <a:lnTo>
                    <a:pt x="65293" y="47142"/>
                  </a:lnTo>
                  <a:lnTo>
                    <a:pt x="70338" y="48180"/>
                  </a:lnTo>
                  <a:lnTo>
                    <a:pt x="73851" y="44377"/>
                  </a:lnTo>
                  <a:lnTo>
                    <a:pt x="75891" y="44563"/>
                  </a:lnTo>
                  <a:lnTo>
                    <a:pt x="74291" y="47616"/>
                  </a:lnTo>
                  <a:lnTo>
                    <a:pt x="74302" y="48917"/>
                  </a:lnTo>
                  <a:lnTo>
                    <a:pt x="75595" y="51049"/>
                  </a:lnTo>
                  <a:lnTo>
                    <a:pt x="75439" y="53108"/>
                  </a:lnTo>
                  <a:lnTo>
                    <a:pt x="74564" y="52773"/>
                  </a:lnTo>
                  <a:lnTo>
                    <a:pt x="75241" y="54288"/>
                  </a:lnTo>
                  <a:lnTo>
                    <a:pt x="81311" y="60766"/>
                  </a:lnTo>
                  <a:lnTo>
                    <a:pt x="81311" y="61708"/>
                  </a:lnTo>
                  <a:lnTo>
                    <a:pt x="76795" y="67066"/>
                  </a:lnTo>
                  <a:lnTo>
                    <a:pt x="73854" y="63836"/>
                  </a:lnTo>
                  <a:lnTo>
                    <a:pt x="71656" y="63958"/>
                  </a:lnTo>
                  <a:lnTo>
                    <a:pt x="68812" y="65299"/>
                  </a:lnTo>
                  <a:lnTo>
                    <a:pt x="71418" y="72024"/>
                  </a:lnTo>
                  <a:lnTo>
                    <a:pt x="70164" y="74426"/>
                  </a:lnTo>
                  <a:lnTo>
                    <a:pt x="66368" y="75199"/>
                  </a:lnTo>
                  <a:lnTo>
                    <a:pt x="58183" y="74838"/>
                  </a:lnTo>
                  <a:lnTo>
                    <a:pt x="54647" y="75633"/>
                  </a:lnTo>
                  <a:lnTo>
                    <a:pt x="49799" y="78527"/>
                  </a:lnTo>
                  <a:lnTo>
                    <a:pt x="49333" y="81229"/>
                  </a:lnTo>
                  <a:lnTo>
                    <a:pt x="47530" y="80375"/>
                  </a:lnTo>
                  <a:lnTo>
                    <a:pt x="45013" y="80248"/>
                  </a:lnTo>
                  <a:lnTo>
                    <a:pt x="43232" y="79464"/>
                  </a:lnTo>
                  <a:lnTo>
                    <a:pt x="42922" y="76306"/>
                  </a:lnTo>
                  <a:lnTo>
                    <a:pt x="43808" y="72084"/>
                  </a:lnTo>
                  <a:lnTo>
                    <a:pt x="46084" y="70894"/>
                  </a:lnTo>
                  <a:lnTo>
                    <a:pt x="47059" y="68487"/>
                  </a:lnTo>
                  <a:lnTo>
                    <a:pt x="47269" y="62972"/>
                  </a:lnTo>
                  <a:lnTo>
                    <a:pt x="39642" y="55104"/>
                  </a:lnTo>
                  <a:lnTo>
                    <a:pt x="38808" y="51272"/>
                  </a:lnTo>
                  <a:lnTo>
                    <a:pt x="40901" y="47077"/>
                  </a:lnTo>
                  <a:lnTo>
                    <a:pt x="41167" y="44780"/>
                  </a:lnTo>
                  <a:lnTo>
                    <a:pt x="39403" y="42470"/>
                  </a:lnTo>
                  <a:lnTo>
                    <a:pt x="39324" y="39886"/>
                  </a:lnTo>
                  <a:lnTo>
                    <a:pt x="40517" y="38760"/>
                  </a:lnTo>
                  <a:lnTo>
                    <a:pt x="39785" y="35973"/>
                  </a:lnTo>
                  <a:lnTo>
                    <a:pt x="38360" y="34148"/>
                  </a:lnTo>
                  <a:lnTo>
                    <a:pt x="36249" y="34170"/>
                  </a:lnTo>
                  <a:lnTo>
                    <a:pt x="30891" y="28957"/>
                  </a:lnTo>
                  <a:lnTo>
                    <a:pt x="18926" y="23976"/>
                  </a:lnTo>
                  <a:lnTo>
                    <a:pt x="15963" y="24207"/>
                  </a:lnTo>
                  <a:lnTo>
                    <a:pt x="10890" y="16590"/>
                  </a:lnTo>
                  <a:lnTo>
                    <a:pt x="3375" y="11869"/>
                  </a:lnTo>
                  <a:lnTo>
                    <a:pt x="0" y="11007"/>
                  </a:lnTo>
                  <a:lnTo>
                    <a:pt x="175" y="5423"/>
                  </a:lnTo>
                  <a:lnTo>
                    <a:pt x="3481" y="3898"/>
                  </a:lnTo>
                  <a:lnTo>
                    <a:pt x="2611" y="3853"/>
                  </a:lnTo>
                  <a:lnTo>
                    <a:pt x="3152" y="3690"/>
                  </a:lnTo>
                  <a:lnTo>
                    <a:pt x="5751" y="4376"/>
                  </a:lnTo>
                  <a:lnTo>
                    <a:pt x="10367" y="7023"/>
                  </a:lnTo>
                  <a:lnTo>
                    <a:pt x="15105" y="8021"/>
                  </a:lnTo>
                  <a:lnTo>
                    <a:pt x="19198" y="6147"/>
                  </a:lnTo>
                  <a:lnTo>
                    <a:pt x="20495" y="2155"/>
                  </a:lnTo>
                  <a:lnTo>
                    <a:pt x="20217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h3567"/>
            <p:cNvSpPr/>
            <p:nvPr/>
          </p:nvSpPr>
          <p:spPr>
            <a:xfrm>
              <a:off x="7398640" y="3154805"/>
              <a:ext cx="13859" cy="14402"/>
            </a:xfrm>
            <a:custGeom>
              <a:avLst/>
              <a:pathLst>
                <a:path w="13859" h="14402">
                  <a:moveTo>
                    <a:pt x="7033" y="0"/>
                  </a:moveTo>
                  <a:lnTo>
                    <a:pt x="9144" y="760"/>
                  </a:lnTo>
                  <a:lnTo>
                    <a:pt x="9620" y="4165"/>
                  </a:lnTo>
                  <a:lnTo>
                    <a:pt x="10910" y="4331"/>
                  </a:lnTo>
                  <a:lnTo>
                    <a:pt x="13120" y="6004"/>
                  </a:lnTo>
                  <a:lnTo>
                    <a:pt x="13859" y="7511"/>
                  </a:lnTo>
                  <a:lnTo>
                    <a:pt x="8702" y="12083"/>
                  </a:lnTo>
                  <a:lnTo>
                    <a:pt x="7467" y="14402"/>
                  </a:lnTo>
                  <a:lnTo>
                    <a:pt x="6360" y="14232"/>
                  </a:lnTo>
                  <a:lnTo>
                    <a:pt x="3530" y="9814"/>
                  </a:lnTo>
                  <a:lnTo>
                    <a:pt x="2890" y="6085"/>
                  </a:lnTo>
                  <a:lnTo>
                    <a:pt x="0" y="4913"/>
                  </a:lnTo>
                  <a:lnTo>
                    <a:pt x="3210" y="3235"/>
                  </a:lnTo>
                  <a:lnTo>
                    <a:pt x="4792" y="91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h3568"/>
            <p:cNvSpPr/>
            <p:nvPr/>
          </p:nvSpPr>
          <p:spPr>
            <a:xfrm>
              <a:off x="7535769" y="3482769"/>
              <a:ext cx="19917" cy="24458"/>
            </a:xfrm>
            <a:custGeom>
              <a:avLst/>
              <a:pathLst>
                <a:path w="19917" h="24458">
                  <a:moveTo>
                    <a:pt x="18228" y="52"/>
                  </a:moveTo>
                  <a:lnTo>
                    <a:pt x="19214" y="1277"/>
                  </a:lnTo>
                  <a:lnTo>
                    <a:pt x="19917" y="8134"/>
                  </a:lnTo>
                  <a:lnTo>
                    <a:pt x="16579" y="12775"/>
                  </a:lnTo>
                  <a:lnTo>
                    <a:pt x="16190" y="14218"/>
                  </a:lnTo>
                  <a:lnTo>
                    <a:pt x="17004" y="14505"/>
                  </a:lnTo>
                  <a:lnTo>
                    <a:pt x="16340" y="18561"/>
                  </a:lnTo>
                  <a:lnTo>
                    <a:pt x="12184" y="24067"/>
                  </a:lnTo>
                  <a:lnTo>
                    <a:pt x="11548" y="24458"/>
                  </a:lnTo>
                  <a:lnTo>
                    <a:pt x="0" y="14854"/>
                  </a:lnTo>
                  <a:lnTo>
                    <a:pt x="2604" y="10008"/>
                  </a:lnTo>
                  <a:lnTo>
                    <a:pt x="5177" y="2164"/>
                  </a:lnTo>
                  <a:lnTo>
                    <a:pt x="7644" y="4600"/>
                  </a:lnTo>
                  <a:lnTo>
                    <a:pt x="10655" y="4705"/>
                  </a:lnTo>
                  <a:lnTo>
                    <a:pt x="16593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h3569"/>
            <p:cNvSpPr/>
            <p:nvPr/>
          </p:nvSpPr>
          <p:spPr>
            <a:xfrm>
              <a:off x="7431242" y="3220575"/>
              <a:ext cx="20015" cy="12363"/>
            </a:xfrm>
            <a:custGeom>
              <a:avLst/>
              <a:pathLst>
                <a:path w="20015" h="12363">
                  <a:moveTo>
                    <a:pt x="3862" y="1245"/>
                  </a:moveTo>
                  <a:lnTo>
                    <a:pt x="6396" y="996"/>
                  </a:lnTo>
                  <a:lnTo>
                    <a:pt x="12232" y="2701"/>
                  </a:lnTo>
                  <a:lnTo>
                    <a:pt x="14024" y="3788"/>
                  </a:lnTo>
                  <a:lnTo>
                    <a:pt x="13740" y="5469"/>
                  </a:lnTo>
                  <a:lnTo>
                    <a:pt x="14790" y="7952"/>
                  </a:lnTo>
                  <a:lnTo>
                    <a:pt x="19271" y="7859"/>
                  </a:lnTo>
                  <a:lnTo>
                    <a:pt x="18582" y="9384"/>
                  </a:lnTo>
                  <a:lnTo>
                    <a:pt x="20015" y="10250"/>
                  </a:lnTo>
                  <a:lnTo>
                    <a:pt x="19735" y="10584"/>
                  </a:lnTo>
                  <a:lnTo>
                    <a:pt x="17109" y="12363"/>
                  </a:lnTo>
                  <a:lnTo>
                    <a:pt x="15570" y="11759"/>
                  </a:lnTo>
                  <a:lnTo>
                    <a:pt x="8841" y="8000"/>
                  </a:lnTo>
                  <a:lnTo>
                    <a:pt x="5123" y="10422"/>
                  </a:lnTo>
                  <a:lnTo>
                    <a:pt x="0" y="479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h3570"/>
            <p:cNvSpPr/>
            <p:nvPr/>
          </p:nvSpPr>
          <p:spPr>
            <a:xfrm>
              <a:off x="7337518" y="3174315"/>
              <a:ext cx="48468" cy="39190"/>
            </a:xfrm>
            <a:custGeom>
              <a:avLst/>
              <a:pathLst>
                <a:path w="48468" h="39190">
                  <a:moveTo>
                    <a:pt x="40640" y="1064"/>
                  </a:moveTo>
                  <a:lnTo>
                    <a:pt x="41526" y="5364"/>
                  </a:lnTo>
                  <a:lnTo>
                    <a:pt x="46969" y="11167"/>
                  </a:lnTo>
                  <a:lnTo>
                    <a:pt x="48468" y="11354"/>
                  </a:lnTo>
                  <a:lnTo>
                    <a:pt x="48296" y="12165"/>
                  </a:lnTo>
                  <a:lnTo>
                    <a:pt x="45809" y="12506"/>
                  </a:lnTo>
                  <a:lnTo>
                    <a:pt x="41462" y="12222"/>
                  </a:lnTo>
                  <a:lnTo>
                    <a:pt x="40831" y="14272"/>
                  </a:lnTo>
                  <a:lnTo>
                    <a:pt x="44378" y="20175"/>
                  </a:lnTo>
                  <a:lnTo>
                    <a:pt x="44729" y="27323"/>
                  </a:lnTo>
                  <a:lnTo>
                    <a:pt x="42788" y="29323"/>
                  </a:lnTo>
                  <a:lnTo>
                    <a:pt x="41417" y="32438"/>
                  </a:lnTo>
                  <a:lnTo>
                    <a:pt x="37016" y="34447"/>
                  </a:lnTo>
                  <a:lnTo>
                    <a:pt x="29254" y="31361"/>
                  </a:lnTo>
                  <a:lnTo>
                    <a:pt x="21251" y="31169"/>
                  </a:lnTo>
                  <a:lnTo>
                    <a:pt x="21529" y="33325"/>
                  </a:lnTo>
                  <a:lnTo>
                    <a:pt x="20232" y="37316"/>
                  </a:lnTo>
                  <a:lnTo>
                    <a:pt x="16139" y="39190"/>
                  </a:lnTo>
                  <a:lnTo>
                    <a:pt x="11401" y="38193"/>
                  </a:lnTo>
                  <a:lnTo>
                    <a:pt x="6785" y="35545"/>
                  </a:lnTo>
                  <a:lnTo>
                    <a:pt x="4186" y="34859"/>
                  </a:lnTo>
                  <a:lnTo>
                    <a:pt x="3645" y="35022"/>
                  </a:lnTo>
                  <a:lnTo>
                    <a:pt x="374" y="33233"/>
                  </a:lnTo>
                  <a:lnTo>
                    <a:pt x="0" y="32096"/>
                  </a:lnTo>
                  <a:lnTo>
                    <a:pt x="940" y="29996"/>
                  </a:lnTo>
                  <a:lnTo>
                    <a:pt x="4755" y="28730"/>
                  </a:lnTo>
                  <a:lnTo>
                    <a:pt x="5551" y="24977"/>
                  </a:lnTo>
                  <a:lnTo>
                    <a:pt x="6881" y="22159"/>
                  </a:lnTo>
                  <a:lnTo>
                    <a:pt x="8423" y="20747"/>
                  </a:lnTo>
                  <a:lnTo>
                    <a:pt x="23034" y="17649"/>
                  </a:lnTo>
                  <a:lnTo>
                    <a:pt x="25608" y="13349"/>
                  </a:lnTo>
                  <a:lnTo>
                    <a:pt x="28900" y="10286"/>
                  </a:lnTo>
                  <a:lnTo>
                    <a:pt x="34550" y="1186"/>
                  </a:lnTo>
                  <a:lnTo>
                    <a:pt x="37472" y="1436"/>
                  </a:lnTo>
                  <a:lnTo>
                    <a:pt x="37133" y="258"/>
                  </a:lnTo>
                  <a:lnTo>
                    <a:pt x="3760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h3571"/>
            <p:cNvSpPr/>
            <p:nvPr/>
          </p:nvSpPr>
          <p:spPr>
            <a:xfrm>
              <a:off x="7423328" y="3184854"/>
              <a:ext cx="18181" cy="20058"/>
            </a:xfrm>
            <a:custGeom>
              <a:avLst/>
              <a:pathLst>
                <a:path w="18181" h="20058">
                  <a:moveTo>
                    <a:pt x="7685" y="1296"/>
                  </a:moveTo>
                  <a:lnTo>
                    <a:pt x="9937" y="5262"/>
                  </a:lnTo>
                  <a:lnTo>
                    <a:pt x="9333" y="12160"/>
                  </a:lnTo>
                  <a:lnTo>
                    <a:pt x="11174" y="14430"/>
                  </a:lnTo>
                  <a:lnTo>
                    <a:pt x="15184" y="17097"/>
                  </a:lnTo>
                  <a:lnTo>
                    <a:pt x="17648" y="17321"/>
                  </a:lnTo>
                  <a:lnTo>
                    <a:pt x="18181" y="18406"/>
                  </a:lnTo>
                  <a:lnTo>
                    <a:pt x="16981" y="20058"/>
                  </a:lnTo>
                  <a:lnTo>
                    <a:pt x="14320" y="17723"/>
                  </a:lnTo>
                  <a:lnTo>
                    <a:pt x="8938" y="16582"/>
                  </a:lnTo>
                  <a:lnTo>
                    <a:pt x="8244" y="17173"/>
                  </a:lnTo>
                  <a:lnTo>
                    <a:pt x="7640" y="15649"/>
                  </a:lnTo>
                  <a:lnTo>
                    <a:pt x="5099" y="16694"/>
                  </a:lnTo>
                  <a:lnTo>
                    <a:pt x="3943" y="18267"/>
                  </a:lnTo>
                  <a:lnTo>
                    <a:pt x="1289" y="18567"/>
                  </a:lnTo>
                  <a:lnTo>
                    <a:pt x="55" y="17919"/>
                  </a:lnTo>
                  <a:lnTo>
                    <a:pt x="188" y="15762"/>
                  </a:lnTo>
                  <a:lnTo>
                    <a:pt x="4487" y="11912"/>
                  </a:lnTo>
                  <a:lnTo>
                    <a:pt x="5371" y="9160"/>
                  </a:lnTo>
                  <a:lnTo>
                    <a:pt x="2476" y="3400"/>
                  </a:lnTo>
                  <a:lnTo>
                    <a:pt x="0" y="565"/>
                  </a:lnTo>
                  <a:lnTo>
                    <a:pt x="1852" y="1827"/>
                  </a:lnTo>
                  <a:lnTo>
                    <a:pt x="4203" y="1765"/>
                  </a:lnTo>
                  <a:lnTo>
                    <a:pt x="5213" y="1658"/>
                  </a:lnTo>
                  <a:lnTo>
                    <a:pt x="544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h3572"/>
            <p:cNvSpPr/>
            <p:nvPr/>
          </p:nvSpPr>
          <p:spPr>
            <a:xfrm>
              <a:off x="7501057" y="3371709"/>
              <a:ext cx="22134" cy="25199"/>
            </a:xfrm>
            <a:custGeom>
              <a:avLst/>
              <a:pathLst>
                <a:path w="22134" h="25199">
                  <a:moveTo>
                    <a:pt x="18615" y="242"/>
                  </a:moveTo>
                  <a:lnTo>
                    <a:pt x="18109" y="1613"/>
                  </a:lnTo>
                  <a:lnTo>
                    <a:pt x="15982" y="2118"/>
                  </a:lnTo>
                  <a:lnTo>
                    <a:pt x="15140" y="4651"/>
                  </a:lnTo>
                  <a:lnTo>
                    <a:pt x="15449" y="6486"/>
                  </a:lnTo>
                  <a:lnTo>
                    <a:pt x="19866" y="15304"/>
                  </a:lnTo>
                  <a:lnTo>
                    <a:pt x="22134" y="15702"/>
                  </a:lnTo>
                  <a:lnTo>
                    <a:pt x="21946" y="18918"/>
                  </a:lnTo>
                  <a:lnTo>
                    <a:pt x="20512" y="20517"/>
                  </a:lnTo>
                  <a:lnTo>
                    <a:pt x="18008" y="19708"/>
                  </a:lnTo>
                  <a:lnTo>
                    <a:pt x="11169" y="20792"/>
                  </a:lnTo>
                  <a:lnTo>
                    <a:pt x="9776" y="22744"/>
                  </a:lnTo>
                  <a:lnTo>
                    <a:pt x="6433" y="25199"/>
                  </a:lnTo>
                  <a:lnTo>
                    <a:pt x="5523" y="23954"/>
                  </a:lnTo>
                  <a:lnTo>
                    <a:pt x="2811" y="21961"/>
                  </a:lnTo>
                  <a:lnTo>
                    <a:pt x="406" y="17046"/>
                  </a:lnTo>
                  <a:lnTo>
                    <a:pt x="0" y="13712"/>
                  </a:lnTo>
                  <a:lnTo>
                    <a:pt x="986" y="9937"/>
                  </a:lnTo>
                  <a:lnTo>
                    <a:pt x="6113" y="4261"/>
                  </a:lnTo>
                  <a:lnTo>
                    <a:pt x="7706" y="5111"/>
                  </a:lnTo>
                  <a:lnTo>
                    <a:pt x="13567" y="2195"/>
                  </a:lnTo>
                  <a:lnTo>
                    <a:pt x="1652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h3573"/>
            <p:cNvSpPr/>
            <p:nvPr/>
          </p:nvSpPr>
          <p:spPr>
            <a:xfrm>
              <a:off x="7545485" y="3468736"/>
              <a:ext cx="5283" cy="5417"/>
            </a:xfrm>
            <a:custGeom>
              <a:avLst/>
              <a:pathLst>
                <a:path w="5283" h="5417">
                  <a:moveTo>
                    <a:pt x="4524" y="336"/>
                  </a:moveTo>
                  <a:lnTo>
                    <a:pt x="5283" y="5384"/>
                  </a:lnTo>
                  <a:lnTo>
                    <a:pt x="0" y="5417"/>
                  </a:lnTo>
                  <a:lnTo>
                    <a:pt x="17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h3574"/>
            <p:cNvSpPr/>
            <p:nvPr/>
          </p:nvSpPr>
          <p:spPr>
            <a:xfrm>
              <a:off x="7446551" y="3260473"/>
              <a:ext cx="22003" cy="30064"/>
            </a:xfrm>
            <a:custGeom>
              <a:avLst/>
              <a:pathLst>
                <a:path w="22003" h="30064">
                  <a:moveTo>
                    <a:pt x="8270" y="5862"/>
                  </a:moveTo>
                  <a:lnTo>
                    <a:pt x="11129" y="6543"/>
                  </a:lnTo>
                  <a:lnTo>
                    <a:pt x="11928" y="9441"/>
                  </a:lnTo>
                  <a:lnTo>
                    <a:pt x="9841" y="15087"/>
                  </a:lnTo>
                  <a:lnTo>
                    <a:pt x="13274" y="20377"/>
                  </a:lnTo>
                  <a:lnTo>
                    <a:pt x="17100" y="22490"/>
                  </a:lnTo>
                  <a:lnTo>
                    <a:pt x="22003" y="27328"/>
                  </a:lnTo>
                  <a:lnTo>
                    <a:pt x="19002" y="29921"/>
                  </a:lnTo>
                  <a:lnTo>
                    <a:pt x="15928" y="30064"/>
                  </a:lnTo>
                  <a:lnTo>
                    <a:pt x="11850" y="27007"/>
                  </a:lnTo>
                  <a:lnTo>
                    <a:pt x="9798" y="27970"/>
                  </a:lnTo>
                  <a:lnTo>
                    <a:pt x="3869" y="19292"/>
                  </a:lnTo>
                  <a:lnTo>
                    <a:pt x="2471" y="18719"/>
                  </a:lnTo>
                  <a:lnTo>
                    <a:pt x="1704" y="17403"/>
                  </a:lnTo>
                  <a:lnTo>
                    <a:pt x="1945" y="12887"/>
                  </a:lnTo>
                  <a:lnTo>
                    <a:pt x="159" y="10095"/>
                  </a:lnTo>
                  <a:lnTo>
                    <a:pt x="0" y="8129"/>
                  </a:lnTo>
                  <a:lnTo>
                    <a:pt x="362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h3575"/>
            <p:cNvSpPr/>
            <p:nvPr/>
          </p:nvSpPr>
          <p:spPr>
            <a:xfrm>
              <a:off x="7536258" y="3338887"/>
              <a:ext cx="36862" cy="36635"/>
            </a:xfrm>
            <a:custGeom>
              <a:avLst/>
              <a:pathLst>
                <a:path w="36862" h="36635">
                  <a:moveTo>
                    <a:pt x="7898" y="0"/>
                  </a:moveTo>
                  <a:lnTo>
                    <a:pt x="11427" y="1186"/>
                  </a:lnTo>
                  <a:lnTo>
                    <a:pt x="20576" y="8912"/>
                  </a:lnTo>
                  <a:lnTo>
                    <a:pt x="25382" y="9542"/>
                  </a:lnTo>
                  <a:lnTo>
                    <a:pt x="30371" y="8504"/>
                  </a:lnTo>
                  <a:lnTo>
                    <a:pt x="36551" y="13428"/>
                  </a:lnTo>
                  <a:lnTo>
                    <a:pt x="36862" y="16067"/>
                  </a:lnTo>
                  <a:lnTo>
                    <a:pt x="35213" y="16754"/>
                  </a:lnTo>
                  <a:lnTo>
                    <a:pt x="34679" y="18502"/>
                  </a:lnTo>
                  <a:lnTo>
                    <a:pt x="35219" y="19516"/>
                  </a:lnTo>
                  <a:lnTo>
                    <a:pt x="36395" y="19875"/>
                  </a:lnTo>
                  <a:lnTo>
                    <a:pt x="29466" y="34271"/>
                  </a:lnTo>
                  <a:lnTo>
                    <a:pt x="27181" y="33363"/>
                  </a:lnTo>
                  <a:lnTo>
                    <a:pt x="18051" y="34280"/>
                  </a:lnTo>
                  <a:lnTo>
                    <a:pt x="16335" y="36046"/>
                  </a:lnTo>
                  <a:lnTo>
                    <a:pt x="11171" y="36635"/>
                  </a:lnTo>
                  <a:lnTo>
                    <a:pt x="1663" y="28963"/>
                  </a:lnTo>
                  <a:lnTo>
                    <a:pt x="2031" y="26606"/>
                  </a:lnTo>
                  <a:lnTo>
                    <a:pt x="0" y="22013"/>
                  </a:lnTo>
                  <a:lnTo>
                    <a:pt x="973" y="17329"/>
                  </a:lnTo>
                  <a:lnTo>
                    <a:pt x="4074" y="12027"/>
                  </a:lnTo>
                  <a:lnTo>
                    <a:pt x="3264" y="9534"/>
                  </a:lnTo>
                  <a:lnTo>
                    <a:pt x="4878" y="4078"/>
                  </a:lnTo>
                  <a:lnTo>
                    <a:pt x="7600" y="1758"/>
                  </a:lnTo>
                  <a:lnTo>
                    <a:pt x="6096" y="8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h3576"/>
            <p:cNvSpPr/>
            <p:nvPr/>
          </p:nvSpPr>
          <p:spPr>
            <a:xfrm>
              <a:off x="5954956" y="1967930"/>
              <a:ext cx="87155" cy="59941"/>
            </a:xfrm>
            <a:custGeom>
              <a:avLst/>
              <a:pathLst>
                <a:path w="87155" h="59941">
                  <a:moveTo>
                    <a:pt x="57554" y="2021"/>
                  </a:moveTo>
                  <a:lnTo>
                    <a:pt x="67370" y="6072"/>
                  </a:lnTo>
                  <a:lnTo>
                    <a:pt x="78965" y="12498"/>
                  </a:lnTo>
                  <a:lnTo>
                    <a:pt x="81154" y="17082"/>
                  </a:lnTo>
                  <a:lnTo>
                    <a:pt x="81897" y="20984"/>
                  </a:lnTo>
                  <a:lnTo>
                    <a:pt x="79059" y="20792"/>
                  </a:lnTo>
                  <a:lnTo>
                    <a:pt x="80281" y="22628"/>
                  </a:lnTo>
                  <a:lnTo>
                    <a:pt x="83762" y="24306"/>
                  </a:lnTo>
                  <a:lnTo>
                    <a:pt x="84928" y="29778"/>
                  </a:lnTo>
                  <a:lnTo>
                    <a:pt x="87144" y="32097"/>
                  </a:lnTo>
                  <a:lnTo>
                    <a:pt x="87155" y="34354"/>
                  </a:lnTo>
                  <a:lnTo>
                    <a:pt x="85765" y="37322"/>
                  </a:lnTo>
                  <a:lnTo>
                    <a:pt x="84829" y="41759"/>
                  </a:lnTo>
                  <a:lnTo>
                    <a:pt x="84143" y="46334"/>
                  </a:lnTo>
                  <a:lnTo>
                    <a:pt x="83763" y="46739"/>
                  </a:lnTo>
                  <a:lnTo>
                    <a:pt x="74414" y="44904"/>
                  </a:lnTo>
                  <a:lnTo>
                    <a:pt x="77098" y="50679"/>
                  </a:lnTo>
                  <a:lnTo>
                    <a:pt x="75350" y="50556"/>
                  </a:lnTo>
                  <a:lnTo>
                    <a:pt x="70457" y="52882"/>
                  </a:lnTo>
                  <a:lnTo>
                    <a:pt x="63290" y="50108"/>
                  </a:lnTo>
                  <a:lnTo>
                    <a:pt x="64656" y="46461"/>
                  </a:lnTo>
                  <a:lnTo>
                    <a:pt x="62614" y="43272"/>
                  </a:lnTo>
                  <a:lnTo>
                    <a:pt x="52905" y="48502"/>
                  </a:lnTo>
                  <a:lnTo>
                    <a:pt x="54175" y="53699"/>
                  </a:lnTo>
                  <a:lnTo>
                    <a:pt x="50806" y="59112"/>
                  </a:lnTo>
                  <a:lnTo>
                    <a:pt x="49181" y="59941"/>
                  </a:lnTo>
                  <a:lnTo>
                    <a:pt x="47290" y="58600"/>
                  </a:lnTo>
                  <a:lnTo>
                    <a:pt x="45642" y="55926"/>
                  </a:lnTo>
                  <a:lnTo>
                    <a:pt x="46599" y="54099"/>
                  </a:lnTo>
                  <a:lnTo>
                    <a:pt x="43798" y="51914"/>
                  </a:lnTo>
                  <a:lnTo>
                    <a:pt x="38614" y="52827"/>
                  </a:lnTo>
                  <a:lnTo>
                    <a:pt x="31233" y="46634"/>
                  </a:lnTo>
                  <a:lnTo>
                    <a:pt x="28061" y="46093"/>
                  </a:lnTo>
                  <a:lnTo>
                    <a:pt x="27628" y="52892"/>
                  </a:lnTo>
                  <a:lnTo>
                    <a:pt x="28664" y="56683"/>
                  </a:lnTo>
                  <a:lnTo>
                    <a:pt x="27402" y="58427"/>
                  </a:lnTo>
                  <a:lnTo>
                    <a:pt x="25011" y="57453"/>
                  </a:lnTo>
                  <a:lnTo>
                    <a:pt x="20780" y="58408"/>
                  </a:lnTo>
                  <a:lnTo>
                    <a:pt x="15505" y="53759"/>
                  </a:lnTo>
                  <a:lnTo>
                    <a:pt x="10335" y="52043"/>
                  </a:lnTo>
                  <a:lnTo>
                    <a:pt x="9628" y="46757"/>
                  </a:lnTo>
                  <a:lnTo>
                    <a:pt x="13877" y="45181"/>
                  </a:lnTo>
                  <a:lnTo>
                    <a:pt x="16734" y="45074"/>
                  </a:lnTo>
                  <a:lnTo>
                    <a:pt x="18211" y="43310"/>
                  </a:lnTo>
                  <a:lnTo>
                    <a:pt x="17966" y="41504"/>
                  </a:lnTo>
                  <a:lnTo>
                    <a:pt x="16567" y="38639"/>
                  </a:lnTo>
                  <a:lnTo>
                    <a:pt x="15082" y="37778"/>
                  </a:lnTo>
                  <a:lnTo>
                    <a:pt x="8133" y="37296"/>
                  </a:lnTo>
                  <a:lnTo>
                    <a:pt x="9483" y="34079"/>
                  </a:lnTo>
                  <a:lnTo>
                    <a:pt x="0" y="27606"/>
                  </a:lnTo>
                  <a:lnTo>
                    <a:pt x="1169" y="23926"/>
                  </a:lnTo>
                  <a:lnTo>
                    <a:pt x="2931" y="22312"/>
                  </a:lnTo>
                  <a:lnTo>
                    <a:pt x="10378" y="21770"/>
                  </a:lnTo>
                  <a:lnTo>
                    <a:pt x="11607" y="20791"/>
                  </a:lnTo>
                  <a:lnTo>
                    <a:pt x="11810" y="18510"/>
                  </a:lnTo>
                  <a:lnTo>
                    <a:pt x="9679" y="15538"/>
                  </a:lnTo>
                  <a:lnTo>
                    <a:pt x="7899" y="16626"/>
                  </a:lnTo>
                  <a:lnTo>
                    <a:pt x="5380" y="16863"/>
                  </a:lnTo>
                  <a:lnTo>
                    <a:pt x="2525" y="13033"/>
                  </a:lnTo>
                  <a:lnTo>
                    <a:pt x="3736" y="10913"/>
                  </a:lnTo>
                  <a:lnTo>
                    <a:pt x="11688" y="9285"/>
                  </a:lnTo>
                  <a:lnTo>
                    <a:pt x="10193" y="3998"/>
                  </a:lnTo>
                  <a:lnTo>
                    <a:pt x="20164" y="0"/>
                  </a:lnTo>
                  <a:lnTo>
                    <a:pt x="22497" y="6332"/>
                  </a:lnTo>
                  <a:lnTo>
                    <a:pt x="28483" y="7397"/>
                  </a:lnTo>
                  <a:lnTo>
                    <a:pt x="32201" y="9848"/>
                  </a:lnTo>
                  <a:lnTo>
                    <a:pt x="33400" y="7727"/>
                  </a:lnTo>
                  <a:lnTo>
                    <a:pt x="31056" y="5682"/>
                  </a:lnTo>
                  <a:lnTo>
                    <a:pt x="31236" y="3662"/>
                  </a:lnTo>
                  <a:lnTo>
                    <a:pt x="33186" y="2510"/>
                  </a:lnTo>
                  <a:lnTo>
                    <a:pt x="33953" y="5334"/>
                  </a:lnTo>
                  <a:lnTo>
                    <a:pt x="34902" y="6109"/>
                  </a:lnTo>
                  <a:lnTo>
                    <a:pt x="42138" y="6925"/>
                  </a:lnTo>
                  <a:lnTo>
                    <a:pt x="43566" y="8471"/>
                  </a:lnTo>
                  <a:lnTo>
                    <a:pt x="46805" y="7175"/>
                  </a:lnTo>
                  <a:lnTo>
                    <a:pt x="48861" y="2597"/>
                  </a:lnTo>
                  <a:lnTo>
                    <a:pt x="52054" y="3189"/>
                  </a:lnTo>
                  <a:lnTo>
                    <a:pt x="54036" y="345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h3577"/>
            <p:cNvSpPr/>
            <p:nvPr/>
          </p:nvSpPr>
          <p:spPr>
            <a:xfrm>
              <a:off x="5786019" y="1811729"/>
              <a:ext cx="34969" cy="39791"/>
            </a:xfrm>
            <a:custGeom>
              <a:avLst/>
              <a:pathLst>
                <a:path w="34969" h="39791">
                  <a:moveTo>
                    <a:pt x="17074" y="0"/>
                  </a:moveTo>
                  <a:lnTo>
                    <a:pt x="21840" y="828"/>
                  </a:lnTo>
                  <a:lnTo>
                    <a:pt x="23456" y="2438"/>
                  </a:lnTo>
                  <a:lnTo>
                    <a:pt x="30020" y="3953"/>
                  </a:lnTo>
                  <a:lnTo>
                    <a:pt x="32096" y="5100"/>
                  </a:lnTo>
                  <a:lnTo>
                    <a:pt x="31809" y="5900"/>
                  </a:lnTo>
                  <a:lnTo>
                    <a:pt x="29876" y="6830"/>
                  </a:lnTo>
                  <a:lnTo>
                    <a:pt x="30626" y="8023"/>
                  </a:lnTo>
                  <a:lnTo>
                    <a:pt x="32256" y="10227"/>
                  </a:lnTo>
                  <a:lnTo>
                    <a:pt x="34969" y="11457"/>
                  </a:lnTo>
                  <a:lnTo>
                    <a:pt x="31124" y="14426"/>
                  </a:lnTo>
                  <a:lnTo>
                    <a:pt x="30109" y="21766"/>
                  </a:lnTo>
                  <a:lnTo>
                    <a:pt x="24740" y="30221"/>
                  </a:lnTo>
                  <a:lnTo>
                    <a:pt x="12978" y="36841"/>
                  </a:lnTo>
                  <a:lnTo>
                    <a:pt x="11657" y="39791"/>
                  </a:lnTo>
                  <a:lnTo>
                    <a:pt x="9140" y="39491"/>
                  </a:lnTo>
                  <a:lnTo>
                    <a:pt x="9596" y="33776"/>
                  </a:lnTo>
                  <a:lnTo>
                    <a:pt x="6010" y="37065"/>
                  </a:lnTo>
                  <a:lnTo>
                    <a:pt x="2916" y="38301"/>
                  </a:lnTo>
                  <a:lnTo>
                    <a:pt x="3781" y="33290"/>
                  </a:lnTo>
                  <a:lnTo>
                    <a:pt x="866" y="22570"/>
                  </a:lnTo>
                  <a:lnTo>
                    <a:pt x="1680" y="20087"/>
                  </a:lnTo>
                  <a:lnTo>
                    <a:pt x="1833" y="15884"/>
                  </a:lnTo>
                  <a:lnTo>
                    <a:pt x="0" y="14535"/>
                  </a:lnTo>
                  <a:lnTo>
                    <a:pt x="5129" y="7333"/>
                  </a:lnTo>
                  <a:lnTo>
                    <a:pt x="6129" y="7695"/>
                  </a:lnTo>
                  <a:lnTo>
                    <a:pt x="5014" y="11106"/>
                  </a:lnTo>
                  <a:lnTo>
                    <a:pt x="10215" y="11025"/>
                  </a:lnTo>
                  <a:lnTo>
                    <a:pt x="8368" y="581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h3578"/>
            <p:cNvSpPr/>
            <p:nvPr/>
          </p:nvSpPr>
          <p:spPr>
            <a:xfrm>
              <a:off x="6022326" y="1960275"/>
              <a:ext cx="42008" cy="52725"/>
            </a:xfrm>
            <a:custGeom>
              <a:avLst/>
              <a:pathLst>
                <a:path w="42008" h="52725">
                  <a:moveTo>
                    <a:pt x="32279" y="3271"/>
                  </a:moveTo>
                  <a:lnTo>
                    <a:pt x="32946" y="1131"/>
                  </a:lnTo>
                  <a:lnTo>
                    <a:pt x="35759" y="4736"/>
                  </a:lnTo>
                  <a:lnTo>
                    <a:pt x="32318" y="9881"/>
                  </a:lnTo>
                  <a:lnTo>
                    <a:pt x="36668" y="12110"/>
                  </a:lnTo>
                  <a:lnTo>
                    <a:pt x="32684" y="13402"/>
                  </a:lnTo>
                  <a:lnTo>
                    <a:pt x="32929" y="22309"/>
                  </a:lnTo>
                  <a:lnTo>
                    <a:pt x="37559" y="28677"/>
                  </a:lnTo>
                  <a:lnTo>
                    <a:pt x="42008" y="30139"/>
                  </a:lnTo>
                  <a:lnTo>
                    <a:pt x="41928" y="35392"/>
                  </a:lnTo>
                  <a:lnTo>
                    <a:pt x="41337" y="37390"/>
                  </a:lnTo>
                  <a:lnTo>
                    <a:pt x="37478" y="38753"/>
                  </a:lnTo>
                  <a:lnTo>
                    <a:pt x="33969" y="43583"/>
                  </a:lnTo>
                  <a:lnTo>
                    <a:pt x="34220" y="44328"/>
                  </a:lnTo>
                  <a:lnTo>
                    <a:pt x="32887" y="44722"/>
                  </a:lnTo>
                  <a:lnTo>
                    <a:pt x="33463" y="48036"/>
                  </a:lnTo>
                  <a:lnTo>
                    <a:pt x="32547" y="50132"/>
                  </a:lnTo>
                  <a:lnTo>
                    <a:pt x="29835" y="52574"/>
                  </a:lnTo>
                  <a:lnTo>
                    <a:pt x="28116" y="52725"/>
                  </a:lnTo>
                  <a:lnTo>
                    <a:pt x="19059" y="49171"/>
                  </a:lnTo>
                  <a:lnTo>
                    <a:pt x="17459" y="49413"/>
                  </a:lnTo>
                  <a:lnTo>
                    <a:pt x="18395" y="44976"/>
                  </a:lnTo>
                  <a:lnTo>
                    <a:pt x="19785" y="42009"/>
                  </a:lnTo>
                  <a:lnTo>
                    <a:pt x="19774" y="39752"/>
                  </a:lnTo>
                  <a:lnTo>
                    <a:pt x="17558" y="37432"/>
                  </a:lnTo>
                  <a:lnTo>
                    <a:pt x="16391" y="31961"/>
                  </a:lnTo>
                  <a:lnTo>
                    <a:pt x="12911" y="30283"/>
                  </a:lnTo>
                  <a:lnTo>
                    <a:pt x="11689" y="28447"/>
                  </a:lnTo>
                  <a:lnTo>
                    <a:pt x="14527" y="28639"/>
                  </a:lnTo>
                  <a:lnTo>
                    <a:pt x="13784" y="24736"/>
                  </a:lnTo>
                  <a:lnTo>
                    <a:pt x="11595" y="20153"/>
                  </a:lnTo>
                  <a:lnTo>
                    <a:pt x="0" y="13727"/>
                  </a:lnTo>
                  <a:lnTo>
                    <a:pt x="4487" y="9391"/>
                  </a:lnTo>
                  <a:lnTo>
                    <a:pt x="24024" y="8397"/>
                  </a:lnTo>
                  <a:lnTo>
                    <a:pt x="26869" y="6277"/>
                  </a:lnTo>
                  <a:lnTo>
                    <a:pt x="26766" y="3405"/>
                  </a:lnTo>
                  <a:lnTo>
                    <a:pt x="27990" y="1323"/>
                  </a:lnTo>
                  <a:lnTo>
                    <a:pt x="3007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h3579"/>
            <p:cNvSpPr/>
            <p:nvPr/>
          </p:nvSpPr>
          <p:spPr>
            <a:xfrm>
              <a:off x="5911618" y="2001304"/>
              <a:ext cx="61550" cy="37211"/>
            </a:xfrm>
            <a:custGeom>
              <a:avLst/>
              <a:pathLst>
                <a:path w="61550" h="37211">
                  <a:moveTo>
                    <a:pt x="28820" y="711"/>
                  </a:moveTo>
                  <a:lnTo>
                    <a:pt x="32622" y="4661"/>
                  </a:lnTo>
                  <a:lnTo>
                    <a:pt x="34410" y="5462"/>
                  </a:lnTo>
                  <a:lnTo>
                    <a:pt x="44557" y="6341"/>
                  </a:lnTo>
                  <a:lnTo>
                    <a:pt x="44388" y="2642"/>
                  </a:lnTo>
                  <a:lnTo>
                    <a:pt x="45549" y="694"/>
                  </a:lnTo>
                  <a:lnTo>
                    <a:pt x="48670" y="1942"/>
                  </a:lnTo>
                  <a:lnTo>
                    <a:pt x="51276" y="4387"/>
                  </a:lnTo>
                  <a:lnTo>
                    <a:pt x="51471" y="3922"/>
                  </a:lnTo>
                  <a:lnTo>
                    <a:pt x="58421" y="4404"/>
                  </a:lnTo>
                  <a:lnTo>
                    <a:pt x="59905" y="5265"/>
                  </a:lnTo>
                  <a:lnTo>
                    <a:pt x="61304" y="8129"/>
                  </a:lnTo>
                  <a:lnTo>
                    <a:pt x="61550" y="9935"/>
                  </a:lnTo>
                  <a:lnTo>
                    <a:pt x="60072" y="11699"/>
                  </a:lnTo>
                  <a:lnTo>
                    <a:pt x="57216" y="11806"/>
                  </a:lnTo>
                  <a:lnTo>
                    <a:pt x="52966" y="13382"/>
                  </a:lnTo>
                  <a:lnTo>
                    <a:pt x="53674" y="18669"/>
                  </a:lnTo>
                  <a:lnTo>
                    <a:pt x="53978" y="24611"/>
                  </a:lnTo>
                  <a:lnTo>
                    <a:pt x="55642" y="30670"/>
                  </a:lnTo>
                  <a:lnTo>
                    <a:pt x="50877" y="33979"/>
                  </a:lnTo>
                  <a:lnTo>
                    <a:pt x="47622" y="34836"/>
                  </a:lnTo>
                  <a:lnTo>
                    <a:pt x="45889" y="34591"/>
                  </a:lnTo>
                  <a:lnTo>
                    <a:pt x="42450" y="32910"/>
                  </a:lnTo>
                  <a:lnTo>
                    <a:pt x="38493" y="32345"/>
                  </a:lnTo>
                  <a:lnTo>
                    <a:pt x="35975" y="32938"/>
                  </a:lnTo>
                  <a:lnTo>
                    <a:pt x="37426" y="35737"/>
                  </a:lnTo>
                  <a:lnTo>
                    <a:pt x="35146" y="37211"/>
                  </a:lnTo>
                  <a:lnTo>
                    <a:pt x="29949" y="34229"/>
                  </a:lnTo>
                  <a:lnTo>
                    <a:pt x="24576" y="32661"/>
                  </a:lnTo>
                  <a:lnTo>
                    <a:pt x="16597" y="35142"/>
                  </a:lnTo>
                  <a:lnTo>
                    <a:pt x="13303" y="35311"/>
                  </a:lnTo>
                  <a:lnTo>
                    <a:pt x="10361" y="34302"/>
                  </a:lnTo>
                  <a:lnTo>
                    <a:pt x="8314" y="34920"/>
                  </a:lnTo>
                  <a:lnTo>
                    <a:pt x="9904" y="30570"/>
                  </a:lnTo>
                  <a:lnTo>
                    <a:pt x="5243" y="29356"/>
                  </a:lnTo>
                  <a:lnTo>
                    <a:pt x="1622" y="30988"/>
                  </a:lnTo>
                  <a:lnTo>
                    <a:pt x="0" y="29923"/>
                  </a:lnTo>
                  <a:lnTo>
                    <a:pt x="166" y="28952"/>
                  </a:lnTo>
                  <a:lnTo>
                    <a:pt x="2777" y="28180"/>
                  </a:lnTo>
                  <a:lnTo>
                    <a:pt x="3555" y="28480"/>
                  </a:lnTo>
                  <a:lnTo>
                    <a:pt x="4376" y="22058"/>
                  </a:lnTo>
                  <a:lnTo>
                    <a:pt x="7209" y="25919"/>
                  </a:lnTo>
                  <a:lnTo>
                    <a:pt x="7730" y="26178"/>
                  </a:lnTo>
                  <a:lnTo>
                    <a:pt x="8624" y="24681"/>
                  </a:lnTo>
                  <a:lnTo>
                    <a:pt x="7256" y="17371"/>
                  </a:lnTo>
                  <a:lnTo>
                    <a:pt x="11284" y="14506"/>
                  </a:lnTo>
                  <a:lnTo>
                    <a:pt x="13737" y="8079"/>
                  </a:lnTo>
                  <a:lnTo>
                    <a:pt x="15753" y="8985"/>
                  </a:lnTo>
                  <a:lnTo>
                    <a:pt x="18420" y="13876"/>
                  </a:lnTo>
                  <a:lnTo>
                    <a:pt x="20900" y="14327"/>
                  </a:lnTo>
                  <a:lnTo>
                    <a:pt x="17467" y="8904"/>
                  </a:lnTo>
                  <a:lnTo>
                    <a:pt x="26907" y="5396"/>
                  </a:lnTo>
                  <a:lnTo>
                    <a:pt x="2574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h3580"/>
            <p:cNvSpPr/>
            <p:nvPr/>
          </p:nvSpPr>
          <p:spPr>
            <a:xfrm>
              <a:off x="5889400" y="1780230"/>
              <a:ext cx="61743" cy="103110"/>
            </a:xfrm>
            <a:custGeom>
              <a:avLst/>
              <a:pathLst>
                <a:path w="61743" h="103110">
                  <a:moveTo>
                    <a:pt x="25026" y="2458"/>
                  </a:moveTo>
                  <a:lnTo>
                    <a:pt x="26464" y="5741"/>
                  </a:lnTo>
                  <a:lnTo>
                    <a:pt x="29076" y="8216"/>
                  </a:lnTo>
                  <a:lnTo>
                    <a:pt x="34135" y="10362"/>
                  </a:lnTo>
                  <a:lnTo>
                    <a:pt x="36011" y="9892"/>
                  </a:lnTo>
                  <a:lnTo>
                    <a:pt x="37379" y="8188"/>
                  </a:lnTo>
                  <a:lnTo>
                    <a:pt x="36381" y="14183"/>
                  </a:lnTo>
                  <a:lnTo>
                    <a:pt x="33385" y="17839"/>
                  </a:lnTo>
                  <a:lnTo>
                    <a:pt x="31835" y="18608"/>
                  </a:lnTo>
                  <a:lnTo>
                    <a:pt x="29256" y="23255"/>
                  </a:lnTo>
                  <a:lnTo>
                    <a:pt x="30876" y="28316"/>
                  </a:lnTo>
                  <a:lnTo>
                    <a:pt x="31227" y="49765"/>
                  </a:lnTo>
                  <a:lnTo>
                    <a:pt x="30578" y="59228"/>
                  </a:lnTo>
                  <a:lnTo>
                    <a:pt x="32495" y="62352"/>
                  </a:lnTo>
                  <a:lnTo>
                    <a:pt x="43685" y="60345"/>
                  </a:lnTo>
                  <a:lnTo>
                    <a:pt x="50034" y="66984"/>
                  </a:lnTo>
                  <a:lnTo>
                    <a:pt x="49917" y="68136"/>
                  </a:lnTo>
                  <a:lnTo>
                    <a:pt x="48573" y="67759"/>
                  </a:lnTo>
                  <a:lnTo>
                    <a:pt x="47638" y="68602"/>
                  </a:lnTo>
                  <a:lnTo>
                    <a:pt x="50197" y="74015"/>
                  </a:lnTo>
                  <a:lnTo>
                    <a:pt x="54761" y="79693"/>
                  </a:lnTo>
                  <a:lnTo>
                    <a:pt x="59729" y="83439"/>
                  </a:lnTo>
                  <a:lnTo>
                    <a:pt x="61743" y="86844"/>
                  </a:lnTo>
                  <a:lnTo>
                    <a:pt x="58501" y="87970"/>
                  </a:lnTo>
                  <a:lnTo>
                    <a:pt x="57555" y="90398"/>
                  </a:lnTo>
                  <a:lnTo>
                    <a:pt x="59435" y="95068"/>
                  </a:lnTo>
                  <a:lnTo>
                    <a:pt x="60733" y="102266"/>
                  </a:lnTo>
                  <a:lnTo>
                    <a:pt x="59534" y="103022"/>
                  </a:lnTo>
                  <a:lnTo>
                    <a:pt x="57392" y="102703"/>
                  </a:lnTo>
                  <a:lnTo>
                    <a:pt x="53387" y="99664"/>
                  </a:lnTo>
                  <a:lnTo>
                    <a:pt x="46498" y="99834"/>
                  </a:lnTo>
                  <a:lnTo>
                    <a:pt x="42340" y="100957"/>
                  </a:lnTo>
                  <a:lnTo>
                    <a:pt x="42643" y="102558"/>
                  </a:lnTo>
                  <a:lnTo>
                    <a:pt x="39205" y="103110"/>
                  </a:lnTo>
                  <a:lnTo>
                    <a:pt x="37826" y="100035"/>
                  </a:lnTo>
                  <a:lnTo>
                    <a:pt x="34792" y="102966"/>
                  </a:lnTo>
                  <a:lnTo>
                    <a:pt x="30504" y="96068"/>
                  </a:lnTo>
                  <a:lnTo>
                    <a:pt x="30252" y="94072"/>
                  </a:lnTo>
                  <a:lnTo>
                    <a:pt x="31090" y="91887"/>
                  </a:lnTo>
                  <a:lnTo>
                    <a:pt x="30607" y="89152"/>
                  </a:lnTo>
                  <a:lnTo>
                    <a:pt x="26758" y="83504"/>
                  </a:lnTo>
                  <a:lnTo>
                    <a:pt x="20180" y="78249"/>
                  </a:lnTo>
                  <a:lnTo>
                    <a:pt x="17107" y="78558"/>
                  </a:lnTo>
                  <a:lnTo>
                    <a:pt x="15605" y="77788"/>
                  </a:lnTo>
                  <a:lnTo>
                    <a:pt x="12884" y="73437"/>
                  </a:lnTo>
                  <a:lnTo>
                    <a:pt x="10887" y="64098"/>
                  </a:lnTo>
                  <a:lnTo>
                    <a:pt x="8168" y="61363"/>
                  </a:lnTo>
                  <a:lnTo>
                    <a:pt x="6379" y="60835"/>
                  </a:lnTo>
                  <a:lnTo>
                    <a:pt x="4876" y="62096"/>
                  </a:lnTo>
                  <a:lnTo>
                    <a:pt x="0" y="60572"/>
                  </a:lnTo>
                  <a:lnTo>
                    <a:pt x="3622" y="55342"/>
                  </a:lnTo>
                  <a:lnTo>
                    <a:pt x="7188" y="53595"/>
                  </a:lnTo>
                  <a:lnTo>
                    <a:pt x="8456" y="50532"/>
                  </a:lnTo>
                  <a:lnTo>
                    <a:pt x="4628" y="45874"/>
                  </a:lnTo>
                  <a:lnTo>
                    <a:pt x="5301" y="42174"/>
                  </a:lnTo>
                  <a:lnTo>
                    <a:pt x="6611" y="41629"/>
                  </a:lnTo>
                  <a:lnTo>
                    <a:pt x="13493" y="43082"/>
                  </a:lnTo>
                  <a:lnTo>
                    <a:pt x="14261" y="39380"/>
                  </a:lnTo>
                  <a:lnTo>
                    <a:pt x="12730" y="38299"/>
                  </a:lnTo>
                  <a:lnTo>
                    <a:pt x="12787" y="28822"/>
                  </a:lnTo>
                  <a:lnTo>
                    <a:pt x="7443" y="27259"/>
                  </a:lnTo>
                  <a:lnTo>
                    <a:pt x="11898" y="17279"/>
                  </a:lnTo>
                  <a:lnTo>
                    <a:pt x="9912" y="15644"/>
                  </a:lnTo>
                  <a:lnTo>
                    <a:pt x="8817" y="14753"/>
                  </a:lnTo>
                  <a:lnTo>
                    <a:pt x="8723" y="7094"/>
                  </a:lnTo>
                  <a:lnTo>
                    <a:pt x="14766" y="7087"/>
                  </a:lnTo>
                  <a:lnTo>
                    <a:pt x="13404" y="1189"/>
                  </a:lnTo>
                  <a:lnTo>
                    <a:pt x="8483" y="1453"/>
                  </a:lnTo>
                  <a:lnTo>
                    <a:pt x="8526" y="225"/>
                  </a:lnTo>
                  <a:lnTo>
                    <a:pt x="2090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h3581"/>
            <p:cNvSpPr/>
            <p:nvPr/>
          </p:nvSpPr>
          <p:spPr>
            <a:xfrm>
              <a:off x="5849895" y="1887797"/>
              <a:ext cx="73558" cy="40545"/>
            </a:xfrm>
            <a:custGeom>
              <a:avLst/>
              <a:pathLst>
                <a:path w="73558" h="40545">
                  <a:moveTo>
                    <a:pt x="62010" y="0"/>
                  </a:moveTo>
                  <a:lnTo>
                    <a:pt x="62807" y="2906"/>
                  </a:lnTo>
                  <a:lnTo>
                    <a:pt x="61485" y="6797"/>
                  </a:lnTo>
                  <a:lnTo>
                    <a:pt x="58775" y="5739"/>
                  </a:lnTo>
                  <a:lnTo>
                    <a:pt x="59593" y="4192"/>
                  </a:lnTo>
                  <a:lnTo>
                    <a:pt x="59020" y="2241"/>
                  </a:lnTo>
                  <a:lnTo>
                    <a:pt x="55916" y="3750"/>
                  </a:lnTo>
                  <a:lnTo>
                    <a:pt x="57813" y="6881"/>
                  </a:lnTo>
                  <a:lnTo>
                    <a:pt x="53119" y="6857"/>
                  </a:lnTo>
                  <a:lnTo>
                    <a:pt x="52456" y="9185"/>
                  </a:lnTo>
                  <a:lnTo>
                    <a:pt x="55572" y="12223"/>
                  </a:lnTo>
                  <a:lnTo>
                    <a:pt x="57784" y="10261"/>
                  </a:lnTo>
                  <a:lnTo>
                    <a:pt x="67143" y="12428"/>
                  </a:lnTo>
                  <a:lnTo>
                    <a:pt x="66918" y="13355"/>
                  </a:lnTo>
                  <a:lnTo>
                    <a:pt x="65898" y="12979"/>
                  </a:lnTo>
                  <a:lnTo>
                    <a:pt x="62434" y="17095"/>
                  </a:lnTo>
                  <a:lnTo>
                    <a:pt x="62243" y="21126"/>
                  </a:lnTo>
                  <a:lnTo>
                    <a:pt x="70600" y="23955"/>
                  </a:lnTo>
                  <a:lnTo>
                    <a:pt x="71618" y="24269"/>
                  </a:lnTo>
                  <a:lnTo>
                    <a:pt x="73558" y="30276"/>
                  </a:lnTo>
                  <a:lnTo>
                    <a:pt x="68452" y="36045"/>
                  </a:lnTo>
                  <a:lnTo>
                    <a:pt x="63153" y="30661"/>
                  </a:lnTo>
                  <a:lnTo>
                    <a:pt x="62817" y="40545"/>
                  </a:lnTo>
                  <a:lnTo>
                    <a:pt x="56750" y="32208"/>
                  </a:lnTo>
                  <a:lnTo>
                    <a:pt x="51032" y="34811"/>
                  </a:lnTo>
                  <a:lnTo>
                    <a:pt x="41837" y="33278"/>
                  </a:lnTo>
                  <a:lnTo>
                    <a:pt x="40287" y="34090"/>
                  </a:lnTo>
                  <a:lnTo>
                    <a:pt x="41478" y="36417"/>
                  </a:lnTo>
                  <a:lnTo>
                    <a:pt x="40422" y="37047"/>
                  </a:lnTo>
                  <a:lnTo>
                    <a:pt x="38394" y="37231"/>
                  </a:lnTo>
                  <a:lnTo>
                    <a:pt x="36103" y="34893"/>
                  </a:lnTo>
                  <a:lnTo>
                    <a:pt x="34123" y="36815"/>
                  </a:lnTo>
                  <a:lnTo>
                    <a:pt x="31224" y="33247"/>
                  </a:lnTo>
                  <a:lnTo>
                    <a:pt x="23579" y="31731"/>
                  </a:lnTo>
                  <a:lnTo>
                    <a:pt x="19630" y="32946"/>
                  </a:lnTo>
                  <a:lnTo>
                    <a:pt x="15707" y="35287"/>
                  </a:lnTo>
                  <a:lnTo>
                    <a:pt x="14266" y="33004"/>
                  </a:lnTo>
                  <a:lnTo>
                    <a:pt x="16730" y="29570"/>
                  </a:lnTo>
                  <a:lnTo>
                    <a:pt x="12013" y="30714"/>
                  </a:lnTo>
                  <a:lnTo>
                    <a:pt x="11044" y="29567"/>
                  </a:lnTo>
                  <a:lnTo>
                    <a:pt x="11599" y="25704"/>
                  </a:lnTo>
                  <a:lnTo>
                    <a:pt x="13589" y="25187"/>
                  </a:lnTo>
                  <a:lnTo>
                    <a:pt x="13891" y="23334"/>
                  </a:lnTo>
                  <a:lnTo>
                    <a:pt x="11768" y="20946"/>
                  </a:lnTo>
                  <a:lnTo>
                    <a:pt x="8356" y="20687"/>
                  </a:lnTo>
                  <a:lnTo>
                    <a:pt x="10285" y="24509"/>
                  </a:lnTo>
                  <a:lnTo>
                    <a:pt x="9760" y="26696"/>
                  </a:lnTo>
                  <a:lnTo>
                    <a:pt x="7137" y="26047"/>
                  </a:lnTo>
                  <a:lnTo>
                    <a:pt x="5825" y="29120"/>
                  </a:lnTo>
                  <a:lnTo>
                    <a:pt x="1204" y="29998"/>
                  </a:lnTo>
                  <a:lnTo>
                    <a:pt x="1095" y="23811"/>
                  </a:lnTo>
                  <a:lnTo>
                    <a:pt x="5595" y="23504"/>
                  </a:lnTo>
                  <a:lnTo>
                    <a:pt x="6131" y="21319"/>
                  </a:lnTo>
                  <a:lnTo>
                    <a:pt x="3033" y="18482"/>
                  </a:lnTo>
                  <a:lnTo>
                    <a:pt x="2088" y="15427"/>
                  </a:lnTo>
                  <a:lnTo>
                    <a:pt x="3813" y="13797"/>
                  </a:lnTo>
                  <a:lnTo>
                    <a:pt x="0" y="10759"/>
                  </a:lnTo>
                  <a:lnTo>
                    <a:pt x="330" y="8146"/>
                  </a:lnTo>
                  <a:lnTo>
                    <a:pt x="8658" y="4983"/>
                  </a:lnTo>
                  <a:lnTo>
                    <a:pt x="17005" y="4326"/>
                  </a:lnTo>
                  <a:lnTo>
                    <a:pt x="19212" y="1630"/>
                  </a:lnTo>
                  <a:lnTo>
                    <a:pt x="20847" y="2836"/>
                  </a:lnTo>
                  <a:lnTo>
                    <a:pt x="38631" y="3695"/>
                  </a:lnTo>
                  <a:lnTo>
                    <a:pt x="39065" y="923"/>
                  </a:lnTo>
                  <a:lnTo>
                    <a:pt x="41737" y="673"/>
                  </a:lnTo>
                  <a:lnTo>
                    <a:pt x="48184" y="2171"/>
                  </a:lnTo>
                  <a:lnTo>
                    <a:pt x="50413" y="3621"/>
                  </a:lnTo>
                  <a:lnTo>
                    <a:pt x="54706" y="1976"/>
                  </a:lnTo>
                  <a:lnTo>
                    <a:pt x="56480" y="453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h3582"/>
            <p:cNvSpPr/>
            <p:nvPr/>
          </p:nvSpPr>
          <p:spPr>
            <a:xfrm>
              <a:off x="5878634" y="2026239"/>
              <a:ext cx="89339" cy="119918"/>
            </a:xfrm>
            <a:custGeom>
              <a:avLst/>
              <a:pathLst>
                <a:path w="89339" h="119918">
                  <a:moveTo>
                    <a:pt x="27902" y="4166"/>
                  </a:moveTo>
                  <a:lnTo>
                    <a:pt x="32139" y="1850"/>
                  </a:lnTo>
                  <a:lnTo>
                    <a:pt x="35760" y="3245"/>
                  </a:lnTo>
                  <a:lnTo>
                    <a:pt x="33149" y="4017"/>
                  </a:lnTo>
                  <a:lnTo>
                    <a:pt x="32983" y="4989"/>
                  </a:lnTo>
                  <a:lnTo>
                    <a:pt x="34606" y="6053"/>
                  </a:lnTo>
                  <a:lnTo>
                    <a:pt x="38226" y="4421"/>
                  </a:lnTo>
                  <a:lnTo>
                    <a:pt x="42887" y="5635"/>
                  </a:lnTo>
                  <a:lnTo>
                    <a:pt x="41297" y="9986"/>
                  </a:lnTo>
                  <a:lnTo>
                    <a:pt x="43344" y="9367"/>
                  </a:lnTo>
                  <a:lnTo>
                    <a:pt x="41633" y="13327"/>
                  </a:lnTo>
                  <a:lnTo>
                    <a:pt x="42376" y="14964"/>
                  </a:lnTo>
                  <a:lnTo>
                    <a:pt x="48166" y="16126"/>
                  </a:lnTo>
                  <a:lnTo>
                    <a:pt x="53097" y="15544"/>
                  </a:lnTo>
                  <a:lnTo>
                    <a:pt x="57148" y="17528"/>
                  </a:lnTo>
                  <a:lnTo>
                    <a:pt x="57972" y="19943"/>
                  </a:lnTo>
                  <a:lnTo>
                    <a:pt x="62670" y="19333"/>
                  </a:lnTo>
                  <a:lnTo>
                    <a:pt x="63564" y="19751"/>
                  </a:lnTo>
                  <a:lnTo>
                    <a:pt x="63310" y="22159"/>
                  </a:lnTo>
                  <a:lnTo>
                    <a:pt x="62018" y="22272"/>
                  </a:lnTo>
                  <a:lnTo>
                    <a:pt x="61397" y="23947"/>
                  </a:lnTo>
                  <a:lnTo>
                    <a:pt x="62883" y="27488"/>
                  </a:lnTo>
                  <a:lnTo>
                    <a:pt x="66173" y="28459"/>
                  </a:lnTo>
                  <a:lnTo>
                    <a:pt x="67988" y="29949"/>
                  </a:lnTo>
                  <a:lnTo>
                    <a:pt x="71461" y="39238"/>
                  </a:lnTo>
                  <a:lnTo>
                    <a:pt x="76663" y="40310"/>
                  </a:lnTo>
                  <a:lnTo>
                    <a:pt x="77872" y="42306"/>
                  </a:lnTo>
                  <a:lnTo>
                    <a:pt x="81222" y="43040"/>
                  </a:lnTo>
                  <a:lnTo>
                    <a:pt x="80637" y="44417"/>
                  </a:lnTo>
                  <a:lnTo>
                    <a:pt x="82137" y="47359"/>
                  </a:lnTo>
                  <a:lnTo>
                    <a:pt x="84247" y="47290"/>
                  </a:lnTo>
                  <a:lnTo>
                    <a:pt x="87677" y="49233"/>
                  </a:lnTo>
                  <a:lnTo>
                    <a:pt x="89339" y="51560"/>
                  </a:lnTo>
                  <a:lnTo>
                    <a:pt x="86798" y="56132"/>
                  </a:lnTo>
                  <a:lnTo>
                    <a:pt x="84235" y="53666"/>
                  </a:lnTo>
                  <a:lnTo>
                    <a:pt x="78877" y="54281"/>
                  </a:lnTo>
                  <a:lnTo>
                    <a:pt x="78360" y="55444"/>
                  </a:lnTo>
                  <a:lnTo>
                    <a:pt x="78571" y="59661"/>
                  </a:lnTo>
                  <a:lnTo>
                    <a:pt x="82304" y="60596"/>
                  </a:lnTo>
                  <a:lnTo>
                    <a:pt x="83313" y="61458"/>
                  </a:lnTo>
                  <a:lnTo>
                    <a:pt x="83241" y="63369"/>
                  </a:lnTo>
                  <a:lnTo>
                    <a:pt x="81621" y="61952"/>
                  </a:lnTo>
                  <a:lnTo>
                    <a:pt x="78912" y="62359"/>
                  </a:lnTo>
                  <a:lnTo>
                    <a:pt x="75036" y="65713"/>
                  </a:lnTo>
                  <a:lnTo>
                    <a:pt x="71797" y="73611"/>
                  </a:lnTo>
                  <a:lnTo>
                    <a:pt x="72070" y="77346"/>
                  </a:lnTo>
                  <a:lnTo>
                    <a:pt x="71018" y="81212"/>
                  </a:lnTo>
                  <a:lnTo>
                    <a:pt x="66805" y="82626"/>
                  </a:lnTo>
                  <a:lnTo>
                    <a:pt x="67919" y="83243"/>
                  </a:lnTo>
                  <a:lnTo>
                    <a:pt x="66676" y="85042"/>
                  </a:lnTo>
                  <a:lnTo>
                    <a:pt x="69119" y="85694"/>
                  </a:lnTo>
                  <a:lnTo>
                    <a:pt x="70656" y="90513"/>
                  </a:lnTo>
                  <a:lnTo>
                    <a:pt x="68020" y="95519"/>
                  </a:lnTo>
                  <a:lnTo>
                    <a:pt x="64452" y="98711"/>
                  </a:lnTo>
                  <a:lnTo>
                    <a:pt x="63845" y="102573"/>
                  </a:lnTo>
                  <a:lnTo>
                    <a:pt x="66722" y="102238"/>
                  </a:lnTo>
                  <a:lnTo>
                    <a:pt x="65365" y="106049"/>
                  </a:lnTo>
                  <a:lnTo>
                    <a:pt x="64034" y="105770"/>
                  </a:lnTo>
                  <a:lnTo>
                    <a:pt x="59099" y="108862"/>
                  </a:lnTo>
                  <a:lnTo>
                    <a:pt x="50256" y="119918"/>
                  </a:lnTo>
                  <a:lnTo>
                    <a:pt x="45046" y="114267"/>
                  </a:lnTo>
                  <a:lnTo>
                    <a:pt x="42718" y="107829"/>
                  </a:lnTo>
                  <a:lnTo>
                    <a:pt x="38839" y="105255"/>
                  </a:lnTo>
                  <a:lnTo>
                    <a:pt x="38132" y="102045"/>
                  </a:lnTo>
                  <a:lnTo>
                    <a:pt x="34065" y="99161"/>
                  </a:lnTo>
                  <a:lnTo>
                    <a:pt x="24705" y="96794"/>
                  </a:lnTo>
                  <a:lnTo>
                    <a:pt x="19524" y="93035"/>
                  </a:lnTo>
                  <a:lnTo>
                    <a:pt x="14653" y="86833"/>
                  </a:lnTo>
                  <a:lnTo>
                    <a:pt x="12103" y="86713"/>
                  </a:lnTo>
                  <a:lnTo>
                    <a:pt x="7767" y="78738"/>
                  </a:lnTo>
                  <a:lnTo>
                    <a:pt x="0" y="73695"/>
                  </a:lnTo>
                  <a:lnTo>
                    <a:pt x="77" y="71540"/>
                  </a:lnTo>
                  <a:lnTo>
                    <a:pt x="981" y="70542"/>
                  </a:lnTo>
                  <a:lnTo>
                    <a:pt x="399" y="67246"/>
                  </a:lnTo>
                  <a:lnTo>
                    <a:pt x="5210" y="64631"/>
                  </a:lnTo>
                  <a:lnTo>
                    <a:pt x="5963" y="65169"/>
                  </a:lnTo>
                  <a:lnTo>
                    <a:pt x="7460" y="64516"/>
                  </a:lnTo>
                  <a:lnTo>
                    <a:pt x="9568" y="61483"/>
                  </a:lnTo>
                  <a:lnTo>
                    <a:pt x="8491" y="57466"/>
                  </a:lnTo>
                  <a:lnTo>
                    <a:pt x="7054" y="56076"/>
                  </a:lnTo>
                  <a:lnTo>
                    <a:pt x="6290" y="54096"/>
                  </a:lnTo>
                  <a:lnTo>
                    <a:pt x="9174" y="43406"/>
                  </a:lnTo>
                  <a:lnTo>
                    <a:pt x="2185" y="34172"/>
                  </a:lnTo>
                  <a:lnTo>
                    <a:pt x="1486" y="28447"/>
                  </a:lnTo>
                  <a:lnTo>
                    <a:pt x="6102" y="18633"/>
                  </a:lnTo>
                  <a:lnTo>
                    <a:pt x="5894" y="17450"/>
                  </a:lnTo>
                  <a:lnTo>
                    <a:pt x="3527" y="14499"/>
                  </a:lnTo>
                  <a:lnTo>
                    <a:pt x="1153" y="13312"/>
                  </a:lnTo>
                  <a:lnTo>
                    <a:pt x="965" y="12046"/>
                  </a:lnTo>
                  <a:lnTo>
                    <a:pt x="5357" y="9695"/>
                  </a:lnTo>
                  <a:lnTo>
                    <a:pt x="6882" y="5342"/>
                  </a:lnTo>
                  <a:lnTo>
                    <a:pt x="5253" y="499"/>
                  </a:lnTo>
                  <a:lnTo>
                    <a:pt x="728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h3583"/>
            <p:cNvSpPr/>
            <p:nvPr/>
          </p:nvSpPr>
          <p:spPr>
            <a:xfrm>
              <a:off x="5863869" y="1552026"/>
              <a:ext cx="169540" cy="184072"/>
            </a:xfrm>
            <a:custGeom>
              <a:avLst/>
              <a:pathLst>
                <a:path w="169540" h="184072">
                  <a:moveTo>
                    <a:pt x="86757" y="340"/>
                  </a:moveTo>
                  <a:lnTo>
                    <a:pt x="86027" y="3749"/>
                  </a:lnTo>
                  <a:lnTo>
                    <a:pt x="88368" y="4342"/>
                  </a:lnTo>
                  <a:lnTo>
                    <a:pt x="89215" y="470"/>
                  </a:lnTo>
                  <a:lnTo>
                    <a:pt x="94938" y="4660"/>
                  </a:lnTo>
                  <a:lnTo>
                    <a:pt x="95486" y="4972"/>
                  </a:lnTo>
                  <a:lnTo>
                    <a:pt x="98398" y="18720"/>
                  </a:lnTo>
                  <a:lnTo>
                    <a:pt x="106528" y="21202"/>
                  </a:lnTo>
                  <a:lnTo>
                    <a:pt x="106271" y="29108"/>
                  </a:lnTo>
                  <a:lnTo>
                    <a:pt x="112531" y="28876"/>
                  </a:lnTo>
                  <a:lnTo>
                    <a:pt x="112714" y="25423"/>
                  </a:lnTo>
                  <a:lnTo>
                    <a:pt x="116978" y="25554"/>
                  </a:lnTo>
                  <a:lnTo>
                    <a:pt x="116765" y="32129"/>
                  </a:lnTo>
                  <a:lnTo>
                    <a:pt x="118648" y="36311"/>
                  </a:lnTo>
                  <a:lnTo>
                    <a:pt x="120484" y="36313"/>
                  </a:lnTo>
                  <a:lnTo>
                    <a:pt x="120302" y="45500"/>
                  </a:lnTo>
                  <a:lnTo>
                    <a:pt x="138170" y="46011"/>
                  </a:lnTo>
                  <a:lnTo>
                    <a:pt x="138141" y="43279"/>
                  </a:lnTo>
                  <a:lnTo>
                    <a:pt x="138690" y="42778"/>
                  </a:lnTo>
                  <a:lnTo>
                    <a:pt x="144601" y="42951"/>
                  </a:lnTo>
                  <a:lnTo>
                    <a:pt x="146936" y="44310"/>
                  </a:lnTo>
                  <a:lnTo>
                    <a:pt x="152532" y="50330"/>
                  </a:lnTo>
                  <a:lnTo>
                    <a:pt x="155703" y="52398"/>
                  </a:lnTo>
                  <a:lnTo>
                    <a:pt x="153462" y="65967"/>
                  </a:lnTo>
                  <a:lnTo>
                    <a:pt x="157924" y="67849"/>
                  </a:lnTo>
                  <a:lnTo>
                    <a:pt x="157391" y="84244"/>
                  </a:lnTo>
                  <a:lnTo>
                    <a:pt x="164562" y="84439"/>
                  </a:lnTo>
                  <a:lnTo>
                    <a:pt x="166644" y="85428"/>
                  </a:lnTo>
                  <a:lnTo>
                    <a:pt x="166888" y="88609"/>
                  </a:lnTo>
                  <a:lnTo>
                    <a:pt x="165631" y="92877"/>
                  </a:lnTo>
                  <a:lnTo>
                    <a:pt x="165225" y="97871"/>
                  </a:lnTo>
                  <a:lnTo>
                    <a:pt x="168476" y="100865"/>
                  </a:lnTo>
                  <a:lnTo>
                    <a:pt x="168977" y="103756"/>
                  </a:lnTo>
                  <a:lnTo>
                    <a:pt x="169540" y="106192"/>
                  </a:lnTo>
                  <a:lnTo>
                    <a:pt x="163204" y="105263"/>
                  </a:lnTo>
                  <a:lnTo>
                    <a:pt x="160113" y="108524"/>
                  </a:lnTo>
                  <a:lnTo>
                    <a:pt x="156050" y="111000"/>
                  </a:lnTo>
                  <a:lnTo>
                    <a:pt x="157096" y="116132"/>
                  </a:lnTo>
                  <a:lnTo>
                    <a:pt x="162872" y="116315"/>
                  </a:lnTo>
                  <a:lnTo>
                    <a:pt x="162703" y="122384"/>
                  </a:lnTo>
                  <a:lnTo>
                    <a:pt x="156384" y="118521"/>
                  </a:lnTo>
                  <a:lnTo>
                    <a:pt x="154139" y="121266"/>
                  </a:lnTo>
                  <a:lnTo>
                    <a:pt x="154378" y="121905"/>
                  </a:lnTo>
                  <a:lnTo>
                    <a:pt x="152242" y="123578"/>
                  </a:lnTo>
                  <a:lnTo>
                    <a:pt x="141426" y="129307"/>
                  </a:lnTo>
                  <a:lnTo>
                    <a:pt x="134042" y="136503"/>
                  </a:lnTo>
                  <a:lnTo>
                    <a:pt x="133135" y="138174"/>
                  </a:lnTo>
                  <a:lnTo>
                    <a:pt x="133526" y="140625"/>
                  </a:lnTo>
                  <a:lnTo>
                    <a:pt x="146895" y="141123"/>
                  </a:lnTo>
                  <a:lnTo>
                    <a:pt x="146917" y="158654"/>
                  </a:lnTo>
                  <a:lnTo>
                    <a:pt x="142557" y="158566"/>
                  </a:lnTo>
                  <a:lnTo>
                    <a:pt x="142665" y="170374"/>
                  </a:lnTo>
                  <a:lnTo>
                    <a:pt x="134939" y="170846"/>
                  </a:lnTo>
                  <a:lnTo>
                    <a:pt x="141272" y="174626"/>
                  </a:lnTo>
                  <a:lnTo>
                    <a:pt x="140175" y="180138"/>
                  </a:lnTo>
                  <a:lnTo>
                    <a:pt x="135361" y="180883"/>
                  </a:lnTo>
                  <a:lnTo>
                    <a:pt x="134442" y="180589"/>
                  </a:lnTo>
                  <a:lnTo>
                    <a:pt x="133704" y="179028"/>
                  </a:lnTo>
                  <a:lnTo>
                    <a:pt x="132853" y="179208"/>
                  </a:lnTo>
                  <a:lnTo>
                    <a:pt x="131611" y="179921"/>
                  </a:lnTo>
                  <a:lnTo>
                    <a:pt x="131409" y="184072"/>
                  </a:lnTo>
                  <a:lnTo>
                    <a:pt x="129415" y="183404"/>
                  </a:lnTo>
                  <a:lnTo>
                    <a:pt x="127685" y="181815"/>
                  </a:lnTo>
                  <a:lnTo>
                    <a:pt x="127626" y="180156"/>
                  </a:lnTo>
                  <a:lnTo>
                    <a:pt x="129717" y="173078"/>
                  </a:lnTo>
                  <a:lnTo>
                    <a:pt x="111459" y="174230"/>
                  </a:lnTo>
                  <a:lnTo>
                    <a:pt x="96840" y="168885"/>
                  </a:lnTo>
                  <a:lnTo>
                    <a:pt x="91830" y="170597"/>
                  </a:lnTo>
                  <a:lnTo>
                    <a:pt x="90347" y="172826"/>
                  </a:lnTo>
                  <a:lnTo>
                    <a:pt x="92234" y="173884"/>
                  </a:lnTo>
                  <a:lnTo>
                    <a:pt x="94250" y="177466"/>
                  </a:lnTo>
                  <a:lnTo>
                    <a:pt x="83901" y="177139"/>
                  </a:lnTo>
                  <a:lnTo>
                    <a:pt x="82992" y="173890"/>
                  </a:lnTo>
                  <a:lnTo>
                    <a:pt x="73411" y="173591"/>
                  </a:lnTo>
                  <a:lnTo>
                    <a:pt x="69335" y="177728"/>
                  </a:lnTo>
                  <a:lnTo>
                    <a:pt x="71196" y="180106"/>
                  </a:lnTo>
                  <a:lnTo>
                    <a:pt x="71272" y="181241"/>
                  </a:lnTo>
                  <a:lnTo>
                    <a:pt x="70518" y="181244"/>
                  </a:lnTo>
                  <a:lnTo>
                    <a:pt x="67721" y="178362"/>
                  </a:lnTo>
                  <a:lnTo>
                    <a:pt x="68738" y="173446"/>
                  </a:lnTo>
                  <a:lnTo>
                    <a:pt x="60214" y="172795"/>
                  </a:lnTo>
                  <a:lnTo>
                    <a:pt x="60062" y="178617"/>
                  </a:lnTo>
                  <a:lnTo>
                    <a:pt x="54251" y="177485"/>
                  </a:lnTo>
                  <a:lnTo>
                    <a:pt x="54469" y="169315"/>
                  </a:lnTo>
                  <a:lnTo>
                    <a:pt x="56403" y="169891"/>
                  </a:lnTo>
                  <a:lnTo>
                    <a:pt x="57923" y="168451"/>
                  </a:lnTo>
                  <a:lnTo>
                    <a:pt x="55338" y="164489"/>
                  </a:lnTo>
                  <a:lnTo>
                    <a:pt x="54230" y="160157"/>
                  </a:lnTo>
                  <a:lnTo>
                    <a:pt x="55375" y="156617"/>
                  </a:lnTo>
                  <a:lnTo>
                    <a:pt x="51349" y="156082"/>
                  </a:lnTo>
                  <a:lnTo>
                    <a:pt x="45992" y="153791"/>
                  </a:lnTo>
                  <a:lnTo>
                    <a:pt x="43805" y="150036"/>
                  </a:lnTo>
                  <a:lnTo>
                    <a:pt x="44613" y="148003"/>
                  </a:lnTo>
                  <a:lnTo>
                    <a:pt x="44213" y="145363"/>
                  </a:lnTo>
                  <a:lnTo>
                    <a:pt x="42804" y="141963"/>
                  </a:lnTo>
                  <a:lnTo>
                    <a:pt x="41227" y="140371"/>
                  </a:lnTo>
                  <a:lnTo>
                    <a:pt x="40961" y="138081"/>
                  </a:lnTo>
                  <a:lnTo>
                    <a:pt x="46439" y="116276"/>
                  </a:lnTo>
                  <a:lnTo>
                    <a:pt x="28072" y="109547"/>
                  </a:lnTo>
                  <a:lnTo>
                    <a:pt x="28332" y="107283"/>
                  </a:lnTo>
                  <a:lnTo>
                    <a:pt x="23837" y="102975"/>
                  </a:lnTo>
                  <a:lnTo>
                    <a:pt x="18524" y="101812"/>
                  </a:lnTo>
                  <a:lnTo>
                    <a:pt x="15778" y="100359"/>
                  </a:lnTo>
                  <a:lnTo>
                    <a:pt x="12303" y="104751"/>
                  </a:lnTo>
                  <a:lnTo>
                    <a:pt x="10432" y="103187"/>
                  </a:lnTo>
                  <a:lnTo>
                    <a:pt x="7446" y="107099"/>
                  </a:lnTo>
                  <a:lnTo>
                    <a:pt x="2941" y="106564"/>
                  </a:lnTo>
                  <a:lnTo>
                    <a:pt x="8608" y="99514"/>
                  </a:lnTo>
                  <a:lnTo>
                    <a:pt x="0" y="91865"/>
                  </a:lnTo>
                  <a:lnTo>
                    <a:pt x="15082" y="73540"/>
                  </a:lnTo>
                  <a:lnTo>
                    <a:pt x="7546" y="73553"/>
                  </a:lnTo>
                  <a:lnTo>
                    <a:pt x="9880" y="68977"/>
                  </a:lnTo>
                  <a:lnTo>
                    <a:pt x="14359" y="64535"/>
                  </a:lnTo>
                  <a:lnTo>
                    <a:pt x="6768" y="54760"/>
                  </a:lnTo>
                  <a:lnTo>
                    <a:pt x="12999" y="54861"/>
                  </a:lnTo>
                  <a:lnTo>
                    <a:pt x="15206" y="53650"/>
                  </a:lnTo>
                  <a:lnTo>
                    <a:pt x="16795" y="49172"/>
                  </a:lnTo>
                  <a:lnTo>
                    <a:pt x="16847" y="45096"/>
                  </a:lnTo>
                  <a:lnTo>
                    <a:pt x="19257" y="43999"/>
                  </a:lnTo>
                  <a:lnTo>
                    <a:pt x="18735" y="37179"/>
                  </a:lnTo>
                  <a:lnTo>
                    <a:pt x="12268" y="36767"/>
                  </a:lnTo>
                  <a:lnTo>
                    <a:pt x="15368" y="28516"/>
                  </a:lnTo>
                  <a:lnTo>
                    <a:pt x="18098" y="26127"/>
                  </a:lnTo>
                  <a:lnTo>
                    <a:pt x="18833" y="10297"/>
                  </a:lnTo>
                  <a:lnTo>
                    <a:pt x="34325" y="10924"/>
                  </a:lnTo>
                  <a:lnTo>
                    <a:pt x="34603" y="2920"/>
                  </a:lnTo>
                  <a:lnTo>
                    <a:pt x="38103" y="3778"/>
                  </a:lnTo>
                  <a:lnTo>
                    <a:pt x="41518" y="6612"/>
                  </a:lnTo>
                  <a:lnTo>
                    <a:pt x="46658" y="6567"/>
                  </a:lnTo>
                  <a:lnTo>
                    <a:pt x="49929" y="5134"/>
                  </a:lnTo>
                  <a:lnTo>
                    <a:pt x="50035" y="2453"/>
                  </a:lnTo>
                  <a:lnTo>
                    <a:pt x="58875" y="1238"/>
                  </a:lnTo>
                  <a:lnTo>
                    <a:pt x="60921" y="1735"/>
                  </a:lnTo>
                  <a:lnTo>
                    <a:pt x="63514" y="3888"/>
                  </a:lnTo>
                  <a:lnTo>
                    <a:pt x="75200" y="4194"/>
                  </a:lnTo>
                  <a:lnTo>
                    <a:pt x="7472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h3584"/>
            <p:cNvSpPr/>
            <p:nvPr/>
          </p:nvSpPr>
          <p:spPr>
            <a:xfrm>
              <a:off x="5755275" y="1922172"/>
              <a:ext cx="30259" cy="53682"/>
            </a:xfrm>
            <a:custGeom>
              <a:avLst/>
              <a:pathLst>
                <a:path w="30259" h="53682">
                  <a:moveTo>
                    <a:pt x="18766" y="28"/>
                  </a:moveTo>
                  <a:lnTo>
                    <a:pt x="26587" y="6016"/>
                  </a:lnTo>
                  <a:lnTo>
                    <a:pt x="28064" y="9138"/>
                  </a:lnTo>
                  <a:lnTo>
                    <a:pt x="28028" y="11904"/>
                  </a:lnTo>
                  <a:lnTo>
                    <a:pt x="29660" y="13181"/>
                  </a:lnTo>
                  <a:lnTo>
                    <a:pt x="30259" y="17525"/>
                  </a:lnTo>
                  <a:lnTo>
                    <a:pt x="29614" y="20978"/>
                  </a:lnTo>
                  <a:lnTo>
                    <a:pt x="28335" y="23526"/>
                  </a:lnTo>
                  <a:lnTo>
                    <a:pt x="29987" y="33471"/>
                  </a:lnTo>
                  <a:lnTo>
                    <a:pt x="22751" y="44593"/>
                  </a:lnTo>
                  <a:lnTo>
                    <a:pt x="21171" y="48377"/>
                  </a:lnTo>
                  <a:lnTo>
                    <a:pt x="18966" y="47496"/>
                  </a:lnTo>
                  <a:lnTo>
                    <a:pt x="14493" y="47289"/>
                  </a:lnTo>
                  <a:lnTo>
                    <a:pt x="14549" y="48905"/>
                  </a:lnTo>
                  <a:lnTo>
                    <a:pt x="15882" y="50330"/>
                  </a:lnTo>
                  <a:lnTo>
                    <a:pt x="15627" y="52046"/>
                  </a:lnTo>
                  <a:lnTo>
                    <a:pt x="14412" y="53682"/>
                  </a:lnTo>
                  <a:lnTo>
                    <a:pt x="13119" y="53395"/>
                  </a:lnTo>
                  <a:lnTo>
                    <a:pt x="12201" y="51898"/>
                  </a:lnTo>
                  <a:lnTo>
                    <a:pt x="10219" y="50945"/>
                  </a:lnTo>
                  <a:lnTo>
                    <a:pt x="8460" y="52064"/>
                  </a:lnTo>
                  <a:lnTo>
                    <a:pt x="7718" y="49607"/>
                  </a:lnTo>
                  <a:lnTo>
                    <a:pt x="3247" y="45552"/>
                  </a:lnTo>
                  <a:lnTo>
                    <a:pt x="2469" y="38458"/>
                  </a:lnTo>
                  <a:lnTo>
                    <a:pt x="1817" y="37919"/>
                  </a:lnTo>
                  <a:lnTo>
                    <a:pt x="6589" y="35818"/>
                  </a:lnTo>
                  <a:lnTo>
                    <a:pt x="7190" y="32814"/>
                  </a:lnTo>
                  <a:lnTo>
                    <a:pt x="0" y="17841"/>
                  </a:lnTo>
                  <a:lnTo>
                    <a:pt x="2067" y="11995"/>
                  </a:lnTo>
                  <a:lnTo>
                    <a:pt x="974" y="9748"/>
                  </a:lnTo>
                  <a:lnTo>
                    <a:pt x="3471" y="9185"/>
                  </a:lnTo>
                  <a:lnTo>
                    <a:pt x="4190" y="4823"/>
                  </a:lnTo>
                  <a:lnTo>
                    <a:pt x="8547" y="1118"/>
                  </a:lnTo>
                  <a:lnTo>
                    <a:pt x="1073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h3585"/>
            <p:cNvSpPr/>
            <p:nvPr/>
          </p:nvSpPr>
          <p:spPr>
            <a:xfrm>
              <a:off x="5876974" y="1920005"/>
              <a:ext cx="48371" cy="51091"/>
            </a:xfrm>
            <a:custGeom>
              <a:avLst/>
              <a:pathLst>
                <a:path w="48371" h="51091">
                  <a:moveTo>
                    <a:pt x="35738" y="8336"/>
                  </a:moveTo>
                  <a:lnTo>
                    <a:pt x="37303" y="8993"/>
                  </a:lnTo>
                  <a:lnTo>
                    <a:pt x="38702" y="10734"/>
                  </a:lnTo>
                  <a:lnTo>
                    <a:pt x="38049" y="12017"/>
                  </a:lnTo>
                  <a:lnTo>
                    <a:pt x="35831" y="11980"/>
                  </a:lnTo>
                  <a:lnTo>
                    <a:pt x="33949" y="16073"/>
                  </a:lnTo>
                  <a:lnTo>
                    <a:pt x="39986" y="15977"/>
                  </a:lnTo>
                  <a:lnTo>
                    <a:pt x="39400" y="18507"/>
                  </a:lnTo>
                  <a:lnTo>
                    <a:pt x="34298" y="19029"/>
                  </a:lnTo>
                  <a:lnTo>
                    <a:pt x="39124" y="19996"/>
                  </a:lnTo>
                  <a:lnTo>
                    <a:pt x="42039" y="19741"/>
                  </a:lnTo>
                  <a:lnTo>
                    <a:pt x="48183" y="24870"/>
                  </a:lnTo>
                  <a:lnTo>
                    <a:pt x="47859" y="32998"/>
                  </a:lnTo>
                  <a:lnTo>
                    <a:pt x="44065" y="32620"/>
                  </a:lnTo>
                  <a:lnTo>
                    <a:pt x="48371" y="40969"/>
                  </a:lnTo>
                  <a:lnTo>
                    <a:pt x="45560" y="38011"/>
                  </a:lnTo>
                  <a:lnTo>
                    <a:pt x="43988" y="38683"/>
                  </a:lnTo>
                  <a:lnTo>
                    <a:pt x="42039" y="47965"/>
                  </a:lnTo>
                  <a:lnTo>
                    <a:pt x="39237" y="47374"/>
                  </a:lnTo>
                  <a:lnTo>
                    <a:pt x="37852" y="47772"/>
                  </a:lnTo>
                  <a:lnTo>
                    <a:pt x="37342" y="48637"/>
                  </a:lnTo>
                  <a:lnTo>
                    <a:pt x="35483" y="48151"/>
                  </a:lnTo>
                  <a:lnTo>
                    <a:pt x="34353" y="48044"/>
                  </a:lnTo>
                  <a:lnTo>
                    <a:pt x="31158" y="50920"/>
                  </a:lnTo>
                  <a:lnTo>
                    <a:pt x="28818" y="51091"/>
                  </a:lnTo>
                  <a:lnTo>
                    <a:pt x="26915" y="49866"/>
                  </a:lnTo>
                  <a:lnTo>
                    <a:pt x="23287" y="44206"/>
                  </a:lnTo>
                  <a:lnTo>
                    <a:pt x="20571" y="41796"/>
                  </a:lnTo>
                  <a:lnTo>
                    <a:pt x="10131" y="42221"/>
                  </a:lnTo>
                  <a:lnTo>
                    <a:pt x="10009" y="40144"/>
                  </a:lnTo>
                  <a:lnTo>
                    <a:pt x="8412" y="37839"/>
                  </a:lnTo>
                  <a:lnTo>
                    <a:pt x="6037" y="37067"/>
                  </a:lnTo>
                  <a:lnTo>
                    <a:pt x="4225" y="31111"/>
                  </a:lnTo>
                  <a:lnTo>
                    <a:pt x="7354" y="31282"/>
                  </a:lnTo>
                  <a:lnTo>
                    <a:pt x="10059" y="29762"/>
                  </a:lnTo>
                  <a:lnTo>
                    <a:pt x="10317" y="28596"/>
                  </a:lnTo>
                  <a:lnTo>
                    <a:pt x="6200" y="23909"/>
                  </a:lnTo>
                  <a:lnTo>
                    <a:pt x="4662" y="20888"/>
                  </a:lnTo>
                  <a:lnTo>
                    <a:pt x="5438" y="17598"/>
                  </a:lnTo>
                  <a:lnTo>
                    <a:pt x="0" y="16168"/>
                  </a:lnTo>
                  <a:lnTo>
                    <a:pt x="6304" y="12322"/>
                  </a:lnTo>
                  <a:lnTo>
                    <a:pt x="8206" y="7939"/>
                  </a:lnTo>
                  <a:lnTo>
                    <a:pt x="6546" y="4881"/>
                  </a:lnTo>
                  <a:lnTo>
                    <a:pt x="7043" y="4606"/>
                  </a:lnTo>
                  <a:lnTo>
                    <a:pt x="9024" y="2684"/>
                  </a:lnTo>
                  <a:lnTo>
                    <a:pt x="11315" y="5022"/>
                  </a:lnTo>
                  <a:lnTo>
                    <a:pt x="13343" y="4839"/>
                  </a:lnTo>
                  <a:lnTo>
                    <a:pt x="14399" y="4208"/>
                  </a:lnTo>
                  <a:lnTo>
                    <a:pt x="13208" y="1882"/>
                  </a:lnTo>
                  <a:lnTo>
                    <a:pt x="14758" y="1069"/>
                  </a:lnTo>
                  <a:lnTo>
                    <a:pt x="23953" y="2602"/>
                  </a:lnTo>
                  <a:lnTo>
                    <a:pt x="2967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h3586"/>
            <p:cNvSpPr/>
            <p:nvPr/>
          </p:nvSpPr>
          <p:spPr>
            <a:xfrm>
              <a:off x="5987393" y="1528731"/>
              <a:ext cx="23421" cy="35337"/>
            </a:xfrm>
            <a:custGeom>
              <a:avLst/>
              <a:pathLst>
                <a:path w="23421" h="35337">
                  <a:moveTo>
                    <a:pt x="3891" y="244"/>
                  </a:moveTo>
                  <a:lnTo>
                    <a:pt x="7099" y="3404"/>
                  </a:lnTo>
                  <a:lnTo>
                    <a:pt x="8940" y="3757"/>
                  </a:lnTo>
                  <a:lnTo>
                    <a:pt x="10850" y="9862"/>
                  </a:lnTo>
                  <a:lnTo>
                    <a:pt x="16679" y="12662"/>
                  </a:lnTo>
                  <a:lnTo>
                    <a:pt x="23421" y="21602"/>
                  </a:lnTo>
                  <a:lnTo>
                    <a:pt x="21597" y="23484"/>
                  </a:lnTo>
                  <a:lnTo>
                    <a:pt x="23232" y="34964"/>
                  </a:lnTo>
                  <a:lnTo>
                    <a:pt x="19917" y="35337"/>
                  </a:lnTo>
                  <a:lnTo>
                    <a:pt x="4472" y="25165"/>
                  </a:lnTo>
                  <a:lnTo>
                    <a:pt x="2766" y="25645"/>
                  </a:lnTo>
                  <a:lnTo>
                    <a:pt x="0" y="19394"/>
                  </a:lnTo>
                  <a:lnTo>
                    <a:pt x="4129" y="16922"/>
                  </a:lnTo>
                  <a:lnTo>
                    <a:pt x="4828" y="13972"/>
                  </a:lnTo>
                  <a:lnTo>
                    <a:pt x="749" y="11334"/>
                  </a:lnTo>
                  <a:lnTo>
                    <a:pt x="215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h3587"/>
            <p:cNvSpPr/>
            <p:nvPr/>
          </p:nvSpPr>
          <p:spPr>
            <a:xfrm>
              <a:off x="5712547" y="1883917"/>
              <a:ext cx="77149" cy="51704"/>
            </a:xfrm>
            <a:custGeom>
              <a:avLst/>
              <a:pathLst>
                <a:path w="77149" h="51704">
                  <a:moveTo>
                    <a:pt x="25092" y="0"/>
                  </a:moveTo>
                  <a:lnTo>
                    <a:pt x="33733" y="1351"/>
                  </a:lnTo>
                  <a:lnTo>
                    <a:pt x="43994" y="6085"/>
                  </a:lnTo>
                  <a:lnTo>
                    <a:pt x="47460" y="5623"/>
                  </a:lnTo>
                  <a:lnTo>
                    <a:pt x="48057" y="6635"/>
                  </a:lnTo>
                  <a:lnTo>
                    <a:pt x="46310" y="9446"/>
                  </a:lnTo>
                  <a:lnTo>
                    <a:pt x="60380" y="22554"/>
                  </a:lnTo>
                  <a:lnTo>
                    <a:pt x="63936" y="27176"/>
                  </a:lnTo>
                  <a:lnTo>
                    <a:pt x="65089" y="30365"/>
                  </a:lnTo>
                  <a:lnTo>
                    <a:pt x="69397" y="33374"/>
                  </a:lnTo>
                  <a:lnTo>
                    <a:pt x="70393" y="32165"/>
                  </a:lnTo>
                  <a:lnTo>
                    <a:pt x="72052" y="32453"/>
                  </a:lnTo>
                  <a:lnTo>
                    <a:pt x="76388" y="35667"/>
                  </a:lnTo>
                  <a:lnTo>
                    <a:pt x="75547" y="39152"/>
                  </a:lnTo>
                  <a:lnTo>
                    <a:pt x="74142" y="40715"/>
                  </a:lnTo>
                  <a:lnTo>
                    <a:pt x="77149" y="48727"/>
                  </a:lnTo>
                  <a:lnTo>
                    <a:pt x="73012" y="51704"/>
                  </a:lnTo>
                  <a:lnTo>
                    <a:pt x="72388" y="51436"/>
                  </a:lnTo>
                  <a:lnTo>
                    <a:pt x="70755" y="50158"/>
                  </a:lnTo>
                  <a:lnTo>
                    <a:pt x="70792" y="47392"/>
                  </a:lnTo>
                  <a:lnTo>
                    <a:pt x="69315" y="44271"/>
                  </a:lnTo>
                  <a:lnTo>
                    <a:pt x="61494" y="38283"/>
                  </a:lnTo>
                  <a:lnTo>
                    <a:pt x="53458" y="38254"/>
                  </a:lnTo>
                  <a:lnTo>
                    <a:pt x="51275" y="39373"/>
                  </a:lnTo>
                  <a:lnTo>
                    <a:pt x="46918" y="43078"/>
                  </a:lnTo>
                  <a:lnTo>
                    <a:pt x="46199" y="47440"/>
                  </a:lnTo>
                  <a:lnTo>
                    <a:pt x="43702" y="48002"/>
                  </a:lnTo>
                  <a:lnTo>
                    <a:pt x="44152" y="44450"/>
                  </a:lnTo>
                  <a:lnTo>
                    <a:pt x="42841" y="42702"/>
                  </a:lnTo>
                  <a:lnTo>
                    <a:pt x="37646" y="39674"/>
                  </a:lnTo>
                  <a:lnTo>
                    <a:pt x="30681" y="39532"/>
                  </a:lnTo>
                  <a:lnTo>
                    <a:pt x="26787" y="40142"/>
                  </a:lnTo>
                  <a:lnTo>
                    <a:pt x="24130" y="42949"/>
                  </a:lnTo>
                  <a:lnTo>
                    <a:pt x="20604" y="44474"/>
                  </a:lnTo>
                  <a:lnTo>
                    <a:pt x="15646" y="43758"/>
                  </a:lnTo>
                  <a:lnTo>
                    <a:pt x="15072" y="42308"/>
                  </a:lnTo>
                  <a:lnTo>
                    <a:pt x="9594" y="39211"/>
                  </a:lnTo>
                  <a:lnTo>
                    <a:pt x="3740" y="39484"/>
                  </a:lnTo>
                  <a:lnTo>
                    <a:pt x="0" y="38648"/>
                  </a:lnTo>
                  <a:lnTo>
                    <a:pt x="1952" y="37010"/>
                  </a:lnTo>
                  <a:lnTo>
                    <a:pt x="6670" y="35379"/>
                  </a:lnTo>
                  <a:lnTo>
                    <a:pt x="8870" y="36032"/>
                  </a:lnTo>
                  <a:lnTo>
                    <a:pt x="10383" y="34274"/>
                  </a:lnTo>
                  <a:lnTo>
                    <a:pt x="9467" y="31334"/>
                  </a:lnTo>
                  <a:lnTo>
                    <a:pt x="10600" y="27437"/>
                  </a:lnTo>
                  <a:lnTo>
                    <a:pt x="13267" y="26680"/>
                  </a:lnTo>
                  <a:lnTo>
                    <a:pt x="10156" y="20405"/>
                  </a:lnTo>
                  <a:lnTo>
                    <a:pt x="5644" y="16396"/>
                  </a:lnTo>
                  <a:lnTo>
                    <a:pt x="7460" y="5337"/>
                  </a:lnTo>
                  <a:lnTo>
                    <a:pt x="6376" y="276"/>
                  </a:lnTo>
                  <a:lnTo>
                    <a:pt x="10527" y="28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h3588"/>
            <p:cNvSpPr/>
            <p:nvPr/>
          </p:nvSpPr>
          <p:spPr>
            <a:xfrm>
              <a:off x="5779965" y="1586573"/>
              <a:ext cx="62477" cy="83928"/>
            </a:xfrm>
            <a:custGeom>
              <a:avLst/>
              <a:pathLst>
                <a:path w="62477" h="83928">
                  <a:moveTo>
                    <a:pt x="27594" y="4944"/>
                  </a:moveTo>
                  <a:lnTo>
                    <a:pt x="30273" y="4018"/>
                  </a:lnTo>
                  <a:lnTo>
                    <a:pt x="33206" y="4793"/>
                  </a:lnTo>
                  <a:lnTo>
                    <a:pt x="33340" y="6805"/>
                  </a:lnTo>
                  <a:lnTo>
                    <a:pt x="35561" y="9785"/>
                  </a:lnTo>
                  <a:lnTo>
                    <a:pt x="40905" y="12073"/>
                  </a:lnTo>
                  <a:lnTo>
                    <a:pt x="40111" y="17240"/>
                  </a:lnTo>
                  <a:lnTo>
                    <a:pt x="42055" y="17501"/>
                  </a:lnTo>
                  <a:lnTo>
                    <a:pt x="51639" y="10271"/>
                  </a:lnTo>
                  <a:lnTo>
                    <a:pt x="51597" y="13221"/>
                  </a:lnTo>
                  <a:lnTo>
                    <a:pt x="53420" y="13279"/>
                  </a:lnTo>
                  <a:lnTo>
                    <a:pt x="53069" y="22270"/>
                  </a:lnTo>
                  <a:lnTo>
                    <a:pt x="56098" y="23946"/>
                  </a:lnTo>
                  <a:lnTo>
                    <a:pt x="61253" y="28531"/>
                  </a:lnTo>
                  <a:lnTo>
                    <a:pt x="62477" y="37526"/>
                  </a:lnTo>
                  <a:lnTo>
                    <a:pt x="61938" y="45878"/>
                  </a:lnTo>
                  <a:lnTo>
                    <a:pt x="54521" y="45749"/>
                  </a:lnTo>
                  <a:lnTo>
                    <a:pt x="58136" y="49798"/>
                  </a:lnTo>
                  <a:lnTo>
                    <a:pt x="61066" y="54929"/>
                  </a:lnTo>
                  <a:lnTo>
                    <a:pt x="62075" y="63858"/>
                  </a:lnTo>
                  <a:lnTo>
                    <a:pt x="56406" y="64678"/>
                  </a:lnTo>
                  <a:lnTo>
                    <a:pt x="52875" y="60006"/>
                  </a:lnTo>
                  <a:lnTo>
                    <a:pt x="51885" y="53162"/>
                  </a:lnTo>
                  <a:lnTo>
                    <a:pt x="44068" y="50048"/>
                  </a:lnTo>
                  <a:lnTo>
                    <a:pt x="43956" y="58637"/>
                  </a:lnTo>
                  <a:lnTo>
                    <a:pt x="38016" y="59544"/>
                  </a:lnTo>
                  <a:lnTo>
                    <a:pt x="34349" y="58158"/>
                  </a:lnTo>
                  <a:lnTo>
                    <a:pt x="23920" y="57174"/>
                  </a:lnTo>
                  <a:lnTo>
                    <a:pt x="23488" y="71502"/>
                  </a:lnTo>
                  <a:lnTo>
                    <a:pt x="28128" y="75684"/>
                  </a:lnTo>
                  <a:lnTo>
                    <a:pt x="27031" y="82136"/>
                  </a:lnTo>
                  <a:lnTo>
                    <a:pt x="22153" y="81000"/>
                  </a:lnTo>
                  <a:lnTo>
                    <a:pt x="19950" y="82791"/>
                  </a:lnTo>
                  <a:lnTo>
                    <a:pt x="15695" y="83928"/>
                  </a:lnTo>
                  <a:lnTo>
                    <a:pt x="4063" y="82659"/>
                  </a:lnTo>
                  <a:lnTo>
                    <a:pt x="4988" y="75331"/>
                  </a:lnTo>
                  <a:lnTo>
                    <a:pt x="0" y="74241"/>
                  </a:lnTo>
                  <a:lnTo>
                    <a:pt x="934" y="72764"/>
                  </a:lnTo>
                  <a:lnTo>
                    <a:pt x="3813" y="72275"/>
                  </a:lnTo>
                  <a:lnTo>
                    <a:pt x="7932" y="59287"/>
                  </a:lnTo>
                  <a:lnTo>
                    <a:pt x="6955" y="57492"/>
                  </a:lnTo>
                  <a:lnTo>
                    <a:pt x="6762" y="49824"/>
                  </a:lnTo>
                  <a:lnTo>
                    <a:pt x="8457" y="47307"/>
                  </a:lnTo>
                  <a:lnTo>
                    <a:pt x="9375" y="44117"/>
                  </a:lnTo>
                  <a:lnTo>
                    <a:pt x="10785" y="31152"/>
                  </a:lnTo>
                  <a:lnTo>
                    <a:pt x="8499" y="23080"/>
                  </a:lnTo>
                  <a:lnTo>
                    <a:pt x="5089" y="10304"/>
                  </a:lnTo>
                  <a:lnTo>
                    <a:pt x="4434" y="4947"/>
                  </a:lnTo>
                  <a:lnTo>
                    <a:pt x="11993" y="1276"/>
                  </a:lnTo>
                  <a:lnTo>
                    <a:pt x="10058" y="5950"/>
                  </a:lnTo>
                  <a:lnTo>
                    <a:pt x="234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h3589"/>
            <p:cNvSpPr/>
            <p:nvPr/>
          </p:nvSpPr>
          <p:spPr>
            <a:xfrm>
              <a:off x="5758858" y="1821321"/>
              <a:ext cx="113252" cy="108328"/>
            </a:xfrm>
            <a:custGeom>
              <a:avLst/>
              <a:pathLst>
                <a:path w="113252" h="108328">
                  <a:moveTo>
                    <a:pt x="69434" y="3621"/>
                  </a:moveTo>
                  <a:lnTo>
                    <a:pt x="64651" y="6754"/>
                  </a:lnTo>
                  <a:lnTo>
                    <a:pt x="62218" y="11841"/>
                  </a:lnTo>
                  <a:lnTo>
                    <a:pt x="64182" y="16919"/>
                  </a:lnTo>
                  <a:lnTo>
                    <a:pt x="70981" y="18620"/>
                  </a:lnTo>
                  <a:lnTo>
                    <a:pt x="70699" y="16493"/>
                  </a:lnTo>
                  <a:lnTo>
                    <a:pt x="71363" y="13885"/>
                  </a:lnTo>
                  <a:lnTo>
                    <a:pt x="71789" y="14029"/>
                  </a:lnTo>
                  <a:lnTo>
                    <a:pt x="74799" y="17228"/>
                  </a:lnTo>
                  <a:lnTo>
                    <a:pt x="77795" y="17643"/>
                  </a:lnTo>
                  <a:lnTo>
                    <a:pt x="79281" y="19804"/>
                  </a:lnTo>
                  <a:lnTo>
                    <a:pt x="78799" y="21707"/>
                  </a:lnTo>
                  <a:lnTo>
                    <a:pt x="80574" y="23466"/>
                  </a:lnTo>
                  <a:lnTo>
                    <a:pt x="83232" y="23974"/>
                  </a:lnTo>
                  <a:lnTo>
                    <a:pt x="84745" y="23047"/>
                  </a:lnTo>
                  <a:lnTo>
                    <a:pt x="85817" y="23996"/>
                  </a:lnTo>
                  <a:lnTo>
                    <a:pt x="84197" y="28333"/>
                  </a:lnTo>
                  <a:lnTo>
                    <a:pt x="88447" y="29246"/>
                  </a:lnTo>
                  <a:lnTo>
                    <a:pt x="91051" y="34644"/>
                  </a:lnTo>
                  <a:lnTo>
                    <a:pt x="94298" y="33832"/>
                  </a:lnTo>
                  <a:lnTo>
                    <a:pt x="94755" y="37707"/>
                  </a:lnTo>
                  <a:lnTo>
                    <a:pt x="98729" y="42338"/>
                  </a:lnTo>
                  <a:lnTo>
                    <a:pt x="108411" y="50697"/>
                  </a:lnTo>
                  <a:lnTo>
                    <a:pt x="107892" y="56341"/>
                  </a:lnTo>
                  <a:lnTo>
                    <a:pt x="108321" y="59990"/>
                  </a:lnTo>
                  <a:lnTo>
                    <a:pt x="113252" y="62706"/>
                  </a:lnTo>
                  <a:lnTo>
                    <a:pt x="110249" y="68105"/>
                  </a:lnTo>
                  <a:lnTo>
                    <a:pt x="108042" y="70802"/>
                  </a:lnTo>
                  <a:lnTo>
                    <a:pt x="99695" y="71459"/>
                  </a:lnTo>
                  <a:lnTo>
                    <a:pt x="91367" y="74622"/>
                  </a:lnTo>
                  <a:lnTo>
                    <a:pt x="91037" y="77235"/>
                  </a:lnTo>
                  <a:lnTo>
                    <a:pt x="94850" y="80272"/>
                  </a:lnTo>
                  <a:lnTo>
                    <a:pt x="93125" y="81903"/>
                  </a:lnTo>
                  <a:lnTo>
                    <a:pt x="94070" y="84958"/>
                  </a:lnTo>
                  <a:lnTo>
                    <a:pt x="97168" y="87795"/>
                  </a:lnTo>
                  <a:lnTo>
                    <a:pt x="96632" y="89980"/>
                  </a:lnTo>
                  <a:lnTo>
                    <a:pt x="92132" y="90287"/>
                  </a:lnTo>
                  <a:lnTo>
                    <a:pt x="92241" y="96474"/>
                  </a:lnTo>
                  <a:lnTo>
                    <a:pt x="96862" y="95596"/>
                  </a:lnTo>
                  <a:lnTo>
                    <a:pt x="96562" y="97542"/>
                  </a:lnTo>
                  <a:lnTo>
                    <a:pt x="95610" y="98207"/>
                  </a:lnTo>
                  <a:lnTo>
                    <a:pt x="91629" y="97460"/>
                  </a:lnTo>
                  <a:lnTo>
                    <a:pt x="89979" y="104883"/>
                  </a:lnTo>
                  <a:lnTo>
                    <a:pt x="86940" y="107674"/>
                  </a:lnTo>
                  <a:lnTo>
                    <a:pt x="84586" y="106581"/>
                  </a:lnTo>
                  <a:lnTo>
                    <a:pt x="79394" y="106120"/>
                  </a:lnTo>
                  <a:lnTo>
                    <a:pt x="78736" y="106587"/>
                  </a:lnTo>
                  <a:lnTo>
                    <a:pt x="79365" y="108328"/>
                  </a:lnTo>
                  <a:lnTo>
                    <a:pt x="77919" y="108168"/>
                  </a:lnTo>
                  <a:lnTo>
                    <a:pt x="75498" y="107765"/>
                  </a:lnTo>
                  <a:lnTo>
                    <a:pt x="71124" y="104494"/>
                  </a:lnTo>
                  <a:lnTo>
                    <a:pt x="67602" y="103749"/>
                  </a:lnTo>
                  <a:lnTo>
                    <a:pt x="67490" y="104854"/>
                  </a:lnTo>
                  <a:lnTo>
                    <a:pt x="65178" y="106220"/>
                  </a:lnTo>
                  <a:lnTo>
                    <a:pt x="60711" y="104833"/>
                  </a:lnTo>
                  <a:lnTo>
                    <a:pt x="58772" y="101140"/>
                  </a:lnTo>
                  <a:lnTo>
                    <a:pt x="48943" y="95761"/>
                  </a:lnTo>
                  <a:lnTo>
                    <a:pt x="46460" y="95171"/>
                  </a:lnTo>
                  <a:lnTo>
                    <a:pt x="44876" y="96255"/>
                  </a:lnTo>
                  <a:lnTo>
                    <a:pt x="44756" y="97873"/>
                  </a:lnTo>
                  <a:lnTo>
                    <a:pt x="43372" y="98916"/>
                  </a:lnTo>
                  <a:lnTo>
                    <a:pt x="37521" y="97338"/>
                  </a:lnTo>
                  <a:lnTo>
                    <a:pt x="35022" y="97504"/>
                  </a:lnTo>
                  <a:lnTo>
                    <a:pt x="33427" y="98873"/>
                  </a:lnTo>
                  <a:lnTo>
                    <a:pt x="32904" y="102229"/>
                  </a:lnTo>
                  <a:lnTo>
                    <a:pt x="29236" y="101748"/>
                  </a:lnTo>
                  <a:lnTo>
                    <a:pt x="30077" y="98263"/>
                  </a:lnTo>
                  <a:lnTo>
                    <a:pt x="25741" y="95049"/>
                  </a:lnTo>
                  <a:lnTo>
                    <a:pt x="24082" y="94761"/>
                  </a:lnTo>
                  <a:lnTo>
                    <a:pt x="23086" y="95970"/>
                  </a:lnTo>
                  <a:lnTo>
                    <a:pt x="18778" y="92961"/>
                  </a:lnTo>
                  <a:lnTo>
                    <a:pt x="17626" y="89772"/>
                  </a:lnTo>
                  <a:lnTo>
                    <a:pt x="14069" y="85150"/>
                  </a:lnTo>
                  <a:lnTo>
                    <a:pt x="0" y="72042"/>
                  </a:lnTo>
                  <a:lnTo>
                    <a:pt x="1746" y="69231"/>
                  </a:lnTo>
                  <a:lnTo>
                    <a:pt x="1149" y="68219"/>
                  </a:lnTo>
                  <a:lnTo>
                    <a:pt x="5487" y="61103"/>
                  </a:lnTo>
                  <a:lnTo>
                    <a:pt x="8880" y="57392"/>
                  </a:lnTo>
                  <a:lnTo>
                    <a:pt x="10714" y="55755"/>
                  </a:lnTo>
                  <a:lnTo>
                    <a:pt x="15627" y="54678"/>
                  </a:lnTo>
                  <a:lnTo>
                    <a:pt x="15921" y="52299"/>
                  </a:lnTo>
                  <a:lnTo>
                    <a:pt x="20630" y="45815"/>
                  </a:lnTo>
                  <a:lnTo>
                    <a:pt x="18997" y="41549"/>
                  </a:lnTo>
                  <a:lnTo>
                    <a:pt x="21977" y="40109"/>
                  </a:lnTo>
                  <a:lnTo>
                    <a:pt x="28286" y="42200"/>
                  </a:lnTo>
                  <a:lnTo>
                    <a:pt x="29315" y="40057"/>
                  </a:lnTo>
                  <a:lnTo>
                    <a:pt x="28681" y="33504"/>
                  </a:lnTo>
                  <a:lnTo>
                    <a:pt x="30212" y="30030"/>
                  </a:lnTo>
                  <a:lnTo>
                    <a:pt x="30076" y="28709"/>
                  </a:lnTo>
                  <a:lnTo>
                    <a:pt x="33171" y="27472"/>
                  </a:lnTo>
                  <a:lnTo>
                    <a:pt x="36756" y="24184"/>
                  </a:lnTo>
                  <a:lnTo>
                    <a:pt x="36300" y="29899"/>
                  </a:lnTo>
                  <a:lnTo>
                    <a:pt x="38817" y="30199"/>
                  </a:lnTo>
                  <a:lnTo>
                    <a:pt x="40138" y="27249"/>
                  </a:lnTo>
                  <a:lnTo>
                    <a:pt x="51901" y="20629"/>
                  </a:lnTo>
                  <a:lnTo>
                    <a:pt x="57269" y="12174"/>
                  </a:lnTo>
                  <a:lnTo>
                    <a:pt x="58285" y="4833"/>
                  </a:lnTo>
                  <a:lnTo>
                    <a:pt x="62129" y="1865"/>
                  </a:lnTo>
                  <a:lnTo>
                    <a:pt x="6756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h3590"/>
            <p:cNvSpPr/>
            <p:nvPr/>
          </p:nvSpPr>
          <p:spPr>
            <a:xfrm>
              <a:off x="5970627" y="1865625"/>
              <a:ext cx="65233" cy="84160"/>
            </a:xfrm>
            <a:custGeom>
              <a:avLst/>
              <a:pathLst>
                <a:path w="65233" h="84160">
                  <a:moveTo>
                    <a:pt x="54620" y="662"/>
                  </a:moveTo>
                  <a:lnTo>
                    <a:pt x="60357" y="3930"/>
                  </a:lnTo>
                  <a:lnTo>
                    <a:pt x="61280" y="3783"/>
                  </a:lnTo>
                  <a:lnTo>
                    <a:pt x="65233" y="5731"/>
                  </a:lnTo>
                  <a:lnTo>
                    <a:pt x="64947" y="11979"/>
                  </a:lnTo>
                  <a:lnTo>
                    <a:pt x="63134" y="13254"/>
                  </a:lnTo>
                  <a:lnTo>
                    <a:pt x="59242" y="14683"/>
                  </a:lnTo>
                  <a:lnTo>
                    <a:pt x="53298" y="19082"/>
                  </a:lnTo>
                  <a:lnTo>
                    <a:pt x="47276" y="21415"/>
                  </a:lnTo>
                  <a:lnTo>
                    <a:pt x="50011" y="27314"/>
                  </a:lnTo>
                  <a:lnTo>
                    <a:pt x="54706" y="33823"/>
                  </a:lnTo>
                  <a:lnTo>
                    <a:pt x="57775" y="36978"/>
                  </a:lnTo>
                  <a:lnTo>
                    <a:pt x="60886" y="38248"/>
                  </a:lnTo>
                  <a:lnTo>
                    <a:pt x="62409" y="40087"/>
                  </a:lnTo>
                  <a:lnTo>
                    <a:pt x="62917" y="42381"/>
                  </a:lnTo>
                  <a:lnTo>
                    <a:pt x="63773" y="48682"/>
                  </a:lnTo>
                  <a:lnTo>
                    <a:pt x="59699" y="50944"/>
                  </a:lnTo>
                  <a:lnTo>
                    <a:pt x="57187" y="53986"/>
                  </a:lnTo>
                  <a:lnTo>
                    <a:pt x="54522" y="55733"/>
                  </a:lnTo>
                  <a:lnTo>
                    <a:pt x="51556" y="57239"/>
                  </a:lnTo>
                  <a:lnTo>
                    <a:pt x="51065" y="56809"/>
                  </a:lnTo>
                  <a:lnTo>
                    <a:pt x="51991" y="55091"/>
                  </a:lnTo>
                  <a:lnTo>
                    <a:pt x="47980" y="57821"/>
                  </a:lnTo>
                  <a:lnTo>
                    <a:pt x="43483" y="63345"/>
                  </a:lnTo>
                  <a:lnTo>
                    <a:pt x="47748" y="68723"/>
                  </a:lnTo>
                  <a:lnTo>
                    <a:pt x="44543" y="70720"/>
                  </a:lnTo>
                  <a:lnTo>
                    <a:pt x="42178" y="70720"/>
                  </a:lnTo>
                  <a:lnTo>
                    <a:pt x="38212" y="72048"/>
                  </a:lnTo>
                  <a:lnTo>
                    <a:pt x="34975" y="77612"/>
                  </a:lnTo>
                  <a:lnTo>
                    <a:pt x="32789" y="79851"/>
                  </a:lnTo>
                  <a:lnTo>
                    <a:pt x="28565" y="84160"/>
                  </a:lnTo>
                  <a:lnTo>
                    <a:pt x="27942" y="84100"/>
                  </a:lnTo>
                  <a:lnTo>
                    <a:pt x="23806" y="81627"/>
                  </a:lnTo>
                  <a:lnTo>
                    <a:pt x="22771" y="80301"/>
                  </a:lnTo>
                  <a:lnTo>
                    <a:pt x="22561" y="78184"/>
                  </a:lnTo>
                  <a:lnTo>
                    <a:pt x="20837" y="76263"/>
                  </a:lnTo>
                  <a:lnTo>
                    <a:pt x="18621" y="76777"/>
                  </a:lnTo>
                  <a:lnTo>
                    <a:pt x="16834" y="76233"/>
                  </a:lnTo>
                  <a:lnTo>
                    <a:pt x="12419" y="71091"/>
                  </a:lnTo>
                  <a:lnTo>
                    <a:pt x="10872" y="67692"/>
                  </a:lnTo>
                  <a:lnTo>
                    <a:pt x="12690" y="66139"/>
                  </a:lnTo>
                  <a:lnTo>
                    <a:pt x="10395" y="58891"/>
                  </a:lnTo>
                  <a:lnTo>
                    <a:pt x="9195" y="57158"/>
                  </a:lnTo>
                  <a:lnTo>
                    <a:pt x="7571" y="58767"/>
                  </a:lnTo>
                  <a:lnTo>
                    <a:pt x="421" y="55327"/>
                  </a:lnTo>
                  <a:lnTo>
                    <a:pt x="0" y="54351"/>
                  </a:lnTo>
                  <a:lnTo>
                    <a:pt x="2979" y="51672"/>
                  </a:lnTo>
                  <a:lnTo>
                    <a:pt x="5717" y="51303"/>
                  </a:lnTo>
                  <a:lnTo>
                    <a:pt x="12839" y="53006"/>
                  </a:lnTo>
                  <a:lnTo>
                    <a:pt x="12845" y="45194"/>
                  </a:lnTo>
                  <a:lnTo>
                    <a:pt x="16704" y="44737"/>
                  </a:lnTo>
                  <a:lnTo>
                    <a:pt x="18945" y="38550"/>
                  </a:lnTo>
                  <a:lnTo>
                    <a:pt x="21761" y="36241"/>
                  </a:lnTo>
                  <a:lnTo>
                    <a:pt x="25191" y="36616"/>
                  </a:lnTo>
                  <a:lnTo>
                    <a:pt x="29536" y="34925"/>
                  </a:lnTo>
                  <a:lnTo>
                    <a:pt x="33273" y="34546"/>
                  </a:lnTo>
                  <a:lnTo>
                    <a:pt x="35823" y="35148"/>
                  </a:lnTo>
                  <a:lnTo>
                    <a:pt x="36676" y="33798"/>
                  </a:lnTo>
                  <a:lnTo>
                    <a:pt x="35952" y="30778"/>
                  </a:lnTo>
                  <a:lnTo>
                    <a:pt x="36494" y="28195"/>
                  </a:lnTo>
                  <a:lnTo>
                    <a:pt x="39004" y="24698"/>
                  </a:lnTo>
                  <a:lnTo>
                    <a:pt x="39683" y="28756"/>
                  </a:lnTo>
                  <a:lnTo>
                    <a:pt x="42200" y="29257"/>
                  </a:lnTo>
                  <a:lnTo>
                    <a:pt x="41618" y="20866"/>
                  </a:lnTo>
                  <a:lnTo>
                    <a:pt x="39187" y="15016"/>
                  </a:lnTo>
                  <a:lnTo>
                    <a:pt x="38851" y="13972"/>
                  </a:lnTo>
                  <a:lnTo>
                    <a:pt x="41591" y="13403"/>
                  </a:lnTo>
                  <a:lnTo>
                    <a:pt x="44263" y="11014"/>
                  </a:lnTo>
                  <a:lnTo>
                    <a:pt x="37844" y="3449"/>
                  </a:lnTo>
                  <a:lnTo>
                    <a:pt x="43746" y="3621"/>
                  </a:lnTo>
                  <a:lnTo>
                    <a:pt x="44336" y="1082"/>
                  </a:lnTo>
                  <a:lnTo>
                    <a:pt x="45445" y="0"/>
                  </a:lnTo>
                  <a:lnTo>
                    <a:pt x="47594" y="71"/>
                  </a:lnTo>
                  <a:lnTo>
                    <a:pt x="50772" y="162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h3591"/>
            <p:cNvSpPr/>
            <p:nvPr/>
          </p:nvSpPr>
          <p:spPr>
            <a:xfrm>
              <a:off x="5783169" y="1745079"/>
              <a:ext cx="38266" cy="46046"/>
            </a:xfrm>
            <a:custGeom>
              <a:avLst/>
              <a:pathLst>
                <a:path w="38266" h="46046">
                  <a:moveTo>
                    <a:pt x="12042" y="0"/>
                  </a:moveTo>
                  <a:lnTo>
                    <a:pt x="16466" y="7728"/>
                  </a:lnTo>
                  <a:lnTo>
                    <a:pt x="17163" y="7000"/>
                  </a:lnTo>
                  <a:lnTo>
                    <a:pt x="16739" y="6366"/>
                  </a:lnTo>
                  <a:lnTo>
                    <a:pt x="21980" y="6761"/>
                  </a:lnTo>
                  <a:lnTo>
                    <a:pt x="22803" y="11030"/>
                  </a:lnTo>
                  <a:lnTo>
                    <a:pt x="34224" y="15366"/>
                  </a:lnTo>
                  <a:lnTo>
                    <a:pt x="36472" y="14772"/>
                  </a:lnTo>
                  <a:lnTo>
                    <a:pt x="35296" y="20991"/>
                  </a:lnTo>
                  <a:lnTo>
                    <a:pt x="38266" y="21539"/>
                  </a:lnTo>
                  <a:lnTo>
                    <a:pt x="33169" y="43286"/>
                  </a:lnTo>
                  <a:lnTo>
                    <a:pt x="28199" y="46046"/>
                  </a:lnTo>
                  <a:lnTo>
                    <a:pt x="22784" y="44883"/>
                  </a:lnTo>
                  <a:lnTo>
                    <a:pt x="21715" y="43787"/>
                  </a:lnTo>
                  <a:lnTo>
                    <a:pt x="22709" y="40213"/>
                  </a:lnTo>
                  <a:lnTo>
                    <a:pt x="19733" y="36829"/>
                  </a:lnTo>
                  <a:lnTo>
                    <a:pt x="16478" y="35799"/>
                  </a:lnTo>
                  <a:lnTo>
                    <a:pt x="10551" y="36448"/>
                  </a:lnTo>
                  <a:lnTo>
                    <a:pt x="8112" y="33070"/>
                  </a:lnTo>
                  <a:lnTo>
                    <a:pt x="1253" y="32599"/>
                  </a:lnTo>
                  <a:lnTo>
                    <a:pt x="0" y="28884"/>
                  </a:lnTo>
                  <a:lnTo>
                    <a:pt x="646" y="23936"/>
                  </a:lnTo>
                  <a:lnTo>
                    <a:pt x="2125" y="19612"/>
                  </a:lnTo>
                  <a:lnTo>
                    <a:pt x="4838" y="16291"/>
                  </a:lnTo>
                  <a:lnTo>
                    <a:pt x="10630" y="17241"/>
                  </a:lnTo>
                  <a:lnTo>
                    <a:pt x="11056" y="14007"/>
                  </a:lnTo>
                  <a:lnTo>
                    <a:pt x="10517" y="10067"/>
                  </a:lnTo>
                  <a:lnTo>
                    <a:pt x="6882" y="9938"/>
                  </a:lnTo>
                  <a:lnTo>
                    <a:pt x="3817" y="5037"/>
                  </a:lnTo>
                  <a:lnTo>
                    <a:pt x="3028" y="3503"/>
                  </a:lnTo>
                  <a:lnTo>
                    <a:pt x="4316" y="1994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h3592"/>
            <p:cNvSpPr/>
            <p:nvPr/>
          </p:nvSpPr>
          <p:spPr>
            <a:xfrm>
              <a:off x="5782910" y="1636621"/>
              <a:ext cx="54890" cy="58834"/>
            </a:xfrm>
            <a:custGeom>
              <a:avLst/>
              <a:pathLst>
                <a:path w="54890" h="58834">
                  <a:moveTo>
                    <a:pt x="48940" y="3113"/>
                  </a:moveTo>
                  <a:lnTo>
                    <a:pt x="49930" y="9957"/>
                  </a:lnTo>
                  <a:lnTo>
                    <a:pt x="53461" y="14629"/>
                  </a:lnTo>
                  <a:lnTo>
                    <a:pt x="54890" y="22531"/>
                  </a:lnTo>
                  <a:lnTo>
                    <a:pt x="53714" y="58834"/>
                  </a:lnTo>
                  <a:lnTo>
                    <a:pt x="32252" y="58267"/>
                  </a:lnTo>
                  <a:lnTo>
                    <a:pt x="17195" y="57611"/>
                  </a:lnTo>
                  <a:lnTo>
                    <a:pt x="17299" y="49159"/>
                  </a:lnTo>
                  <a:lnTo>
                    <a:pt x="8953" y="47742"/>
                  </a:lnTo>
                  <a:lnTo>
                    <a:pt x="6766" y="48969"/>
                  </a:lnTo>
                  <a:lnTo>
                    <a:pt x="6065" y="51279"/>
                  </a:lnTo>
                  <a:lnTo>
                    <a:pt x="3556" y="50151"/>
                  </a:lnTo>
                  <a:lnTo>
                    <a:pt x="2793" y="49308"/>
                  </a:lnTo>
                  <a:lnTo>
                    <a:pt x="3505" y="46604"/>
                  </a:lnTo>
                  <a:lnTo>
                    <a:pt x="3188" y="44270"/>
                  </a:lnTo>
                  <a:lnTo>
                    <a:pt x="0" y="40310"/>
                  </a:lnTo>
                  <a:lnTo>
                    <a:pt x="1117" y="32610"/>
                  </a:lnTo>
                  <a:lnTo>
                    <a:pt x="12750" y="33879"/>
                  </a:lnTo>
                  <a:lnTo>
                    <a:pt x="17005" y="32742"/>
                  </a:lnTo>
                  <a:lnTo>
                    <a:pt x="19208" y="30951"/>
                  </a:lnTo>
                  <a:lnTo>
                    <a:pt x="24086" y="32087"/>
                  </a:lnTo>
                  <a:lnTo>
                    <a:pt x="25183" y="25635"/>
                  </a:lnTo>
                  <a:lnTo>
                    <a:pt x="20543" y="21453"/>
                  </a:lnTo>
                  <a:lnTo>
                    <a:pt x="20975" y="7125"/>
                  </a:lnTo>
                  <a:lnTo>
                    <a:pt x="31404" y="8109"/>
                  </a:lnTo>
                  <a:lnTo>
                    <a:pt x="35071" y="9495"/>
                  </a:lnTo>
                  <a:lnTo>
                    <a:pt x="41011" y="8588"/>
                  </a:lnTo>
                  <a:lnTo>
                    <a:pt x="411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h3593"/>
            <p:cNvSpPr/>
            <p:nvPr/>
          </p:nvSpPr>
          <p:spPr>
            <a:xfrm>
              <a:off x="5910924" y="1905884"/>
              <a:ext cx="38152" cy="56447"/>
            </a:xfrm>
            <a:custGeom>
              <a:avLst/>
              <a:pathLst>
                <a:path w="38152" h="56447">
                  <a:moveTo>
                    <a:pt x="31199" y="3043"/>
                  </a:moveTo>
                  <a:lnTo>
                    <a:pt x="35972" y="4074"/>
                  </a:lnTo>
                  <a:lnTo>
                    <a:pt x="36802" y="8596"/>
                  </a:lnTo>
                  <a:lnTo>
                    <a:pt x="33253" y="9741"/>
                  </a:lnTo>
                  <a:lnTo>
                    <a:pt x="33569" y="11685"/>
                  </a:lnTo>
                  <a:lnTo>
                    <a:pt x="32983" y="14081"/>
                  </a:lnTo>
                  <a:lnTo>
                    <a:pt x="31336" y="15446"/>
                  </a:lnTo>
                  <a:lnTo>
                    <a:pt x="29496" y="15693"/>
                  </a:lnTo>
                  <a:lnTo>
                    <a:pt x="30493" y="22404"/>
                  </a:lnTo>
                  <a:lnTo>
                    <a:pt x="30035" y="24773"/>
                  </a:lnTo>
                  <a:lnTo>
                    <a:pt x="26651" y="26960"/>
                  </a:lnTo>
                  <a:lnTo>
                    <a:pt x="24363" y="27161"/>
                  </a:lnTo>
                  <a:lnTo>
                    <a:pt x="26762" y="30141"/>
                  </a:lnTo>
                  <a:lnTo>
                    <a:pt x="29675" y="30869"/>
                  </a:lnTo>
                  <a:lnTo>
                    <a:pt x="31524" y="32520"/>
                  </a:lnTo>
                  <a:lnTo>
                    <a:pt x="29217" y="34586"/>
                  </a:lnTo>
                  <a:lnTo>
                    <a:pt x="36721" y="34666"/>
                  </a:lnTo>
                  <a:lnTo>
                    <a:pt x="38152" y="36688"/>
                  </a:lnTo>
                  <a:lnTo>
                    <a:pt x="36955" y="43273"/>
                  </a:lnTo>
                  <a:lnTo>
                    <a:pt x="37316" y="47238"/>
                  </a:lnTo>
                  <a:lnTo>
                    <a:pt x="33694" y="51628"/>
                  </a:lnTo>
                  <a:lnTo>
                    <a:pt x="28090" y="52488"/>
                  </a:lnTo>
                  <a:lnTo>
                    <a:pt x="21894" y="50012"/>
                  </a:lnTo>
                  <a:lnTo>
                    <a:pt x="20129" y="49957"/>
                  </a:lnTo>
                  <a:lnTo>
                    <a:pt x="17242" y="52312"/>
                  </a:lnTo>
                  <a:lnTo>
                    <a:pt x="15033" y="56447"/>
                  </a:lnTo>
                  <a:lnTo>
                    <a:pt x="14422" y="55090"/>
                  </a:lnTo>
                  <a:lnTo>
                    <a:pt x="10116" y="46741"/>
                  </a:lnTo>
                  <a:lnTo>
                    <a:pt x="13910" y="47119"/>
                  </a:lnTo>
                  <a:lnTo>
                    <a:pt x="14234" y="38991"/>
                  </a:lnTo>
                  <a:lnTo>
                    <a:pt x="8089" y="33862"/>
                  </a:lnTo>
                  <a:lnTo>
                    <a:pt x="5175" y="34117"/>
                  </a:lnTo>
                  <a:lnTo>
                    <a:pt x="349" y="33150"/>
                  </a:lnTo>
                  <a:lnTo>
                    <a:pt x="5451" y="32628"/>
                  </a:lnTo>
                  <a:lnTo>
                    <a:pt x="6036" y="30098"/>
                  </a:lnTo>
                  <a:lnTo>
                    <a:pt x="0" y="30195"/>
                  </a:lnTo>
                  <a:lnTo>
                    <a:pt x="1881" y="26102"/>
                  </a:lnTo>
                  <a:lnTo>
                    <a:pt x="4100" y="26138"/>
                  </a:lnTo>
                  <a:lnTo>
                    <a:pt x="4753" y="24855"/>
                  </a:lnTo>
                  <a:lnTo>
                    <a:pt x="3354" y="23114"/>
                  </a:lnTo>
                  <a:lnTo>
                    <a:pt x="1789" y="22458"/>
                  </a:lnTo>
                  <a:lnTo>
                    <a:pt x="2124" y="12574"/>
                  </a:lnTo>
                  <a:lnTo>
                    <a:pt x="7423" y="17958"/>
                  </a:lnTo>
                  <a:lnTo>
                    <a:pt x="12530" y="12188"/>
                  </a:lnTo>
                  <a:lnTo>
                    <a:pt x="10590" y="6182"/>
                  </a:lnTo>
                  <a:lnTo>
                    <a:pt x="9571" y="5867"/>
                  </a:lnTo>
                  <a:lnTo>
                    <a:pt x="15604" y="3291"/>
                  </a:lnTo>
                  <a:lnTo>
                    <a:pt x="17549" y="4810"/>
                  </a:lnTo>
                  <a:lnTo>
                    <a:pt x="21967" y="5808"/>
                  </a:lnTo>
                  <a:lnTo>
                    <a:pt x="2419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h3594"/>
            <p:cNvSpPr/>
            <p:nvPr/>
          </p:nvSpPr>
          <p:spPr>
            <a:xfrm>
              <a:off x="6035225" y="2065237"/>
              <a:ext cx="79107" cy="60404"/>
            </a:xfrm>
            <a:custGeom>
              <a:avLst/>
              <a:pathLst>
                <a:path w="79107" h="60404">
                  <a:moveTo>
                    <a:pt x="33230" y="4748"/>
                  </a:moveTo>
                  <a:lnTo>
                    <a:pt x="34764" y="3344"/>
                  </a:lnTo>
                  <a:lnTo>
                    <a:pt x="39990" y="5450"/>
                  </a:lnTo>
                  <a:lnTo>
                    <a:pt x="38494" y="9025"/>
                  </a:lnTo>
                  <a:lnTo>
                    <a:pt x="33842" y="8079"/>
                  </a:lnTo>
                  <a:lnTo>
                    <a:pt x="33101" y="9491"/>
                  </a:lnTo>
                  <a:lnTo>
                    <a:pt x="42363" y="12034"/>
                  </a:lnTo>
                  <a:lnTo>
                    <a:pt x="42987" y="17383"/>
                  </a:lnTo>
                  <a:lnTo>
                    <a:pt x="42145" y="18529"/>
                  </a:lnTo>
                  <a:lnTo>
                    <a:pt x="45475" y="31230"/>
                  </a:lnTo>
                  <a:lnTo>
                    <a:pt x="48597" y="27218"/>
                  </a:lnTo>
                  <a:lnTo>
                    <a:pt x="52104" y="26301"/>
                  </a:lnTo>
                  <a:lnTo>
                    <a:pt x="50909" y="22166"/>
                  </a:lnTo>
                  <a:lnTo>
                    <a:pt x="58893" y="20313"/>
                  </a:lnTo>
                  <a:lnTo>
                    <a:pt x="59894" y="24496"/>
                  </a:lnTo>
                  <a:lnTo>
                    <a:pt x="73329" y="21441"/>
                  </a:lnTo>
                  <a:lnTo>
                    <a:pt x="76451" y="21821"/>
                  </a:lnTo>
                  <a:lnTo>
                    <a:pt x="76061" y="24083"/>
                  </a:lnTo>
                  <a:lnTo>
                    <a:pt x="79107" y="24394"/>
                  </a:lnTo>
                  <a:lnTo>
                    <a:pt x="76618" y="31662"/>
                  </a:lnTo>
                  <a:lnTo>
                    <a:pt x="78873" y="35044"/>
                  </a:lnTo>
                  <a:lnTo>
                    <a:pt x="62335" y="50691"/>
                  </a:lnTo>
                  <a:lnTo>
                    <a:pt x="58068" y="49955"/>
                  </a:lnTo>
                  <a:lnTo>
                    <a:pt x="49910" y="56574"/>
                  </a:lnTo>
                  <a:lnTo>
                    <a:pt x="47217" y="56283"/>
                  </a:lnTo>
                  <a:lnTo>
                    <a:pt x="41404" y="59167"/>
                  </a:lnTo>
                  <a:lnTo>
                    <a:pt x="40943" y="60404"/>
                  </a:lnTo>
                  <a:lnTo>
                    <a:pt x="36392" y="48145"/>
                  </a:lnTo>
                  <a:lnTo>
                    <a:pt x="18759" y="54821"/>
                  </a:lnTo>
                  <a:lnTo>
                    <a:pt x="18137" y="54284"/>
                  </a:lnTo>
                  <a:lnTo>
                    <a:pt x="18134" y="52447"/>
                  </a:lnTo>
                  <a:lnTo>
                    <a:pt x="16342" y="51567"/>
                  </a:lnTo>
                  <a:lnTo>
                    <a:pt x="13181" y="54667"/>
                  </a:lnTo>
                  <a:lnTo>
                    <a:pt x="9069" y="52268"/>
                  </a:lnTo>
                  <a:lnTo>
                    <a:pt x="9986" y="49563"/>
                  </a:lnTo>
                  <a:lnTo>
                    <a:pt x="8527" y="46484"/>
                  </a:lnTo>
                  <a:lnTo>
                    <a:pt x="7824" y="45968"/>
                  </a:lnTo>
                  <a:lnTo>
                    <a:pt x="5588" y="47137"/>
                  </a:lnTo>
                  <a:lnTo>
                    <a:pt x="6143" y="45412"/>
                  </a:lnTo>
                  <a:lnTo>
                    <a:pt x="0" y="43644"/>
                  </a:lnTo>
                  <a:lnTo>
                    <a:pt x="4410" y="38690"/>
                  </a:lnTo>
                  <a:lnTo>
                    <a:pt x="11276" y="32844"/>
                  </a:lnTo>
                  <a:lnTo>
                    <a:pt x="12450" y="30568"/>
                  </a:lnTo>
                  <a:lnTo>
                    <a:pt x="12339" y="28695"/>
                  </a:lnTo>
                  <a:lnTo>
                    <a:pt x="11456" y="28281"/>
                  </a:lnTo>
                  <a:lnTo>
                    <a:pt x="10508" y="26252"/>
                  </a:lnTo>
                  <a:lnTo>
                    <a:pt x="10285" y="24026"/>
                  </a:lnTo>
                  <a:lnTo>
                    <a:pt x="11784" y="18818"/>
                  </a:lnTo>
                  <a:lnTo>
                    <a:pt x="13562" y="17012"/>
                  </a:lnTo>
                  <a:lnTo>
                    <a:pt x="16761" y="15991"/>
                  </a:lnTo>
                  <a:lnTo>
                    <a:pt x="18594" y="16176"/>
                  </a:lnTo>
                  <a:lnTo>
                    <a:pt x="20744" y="19940"/>
                  </a:lnTo>
                  <a:lnTo>
                    <a:pt x="19749" y="23334"/>
                  </a:lnTo>
                  <a:lnTo>
                    <a:pt x="18062" y="25695"/>
                  </a:lnTo>
                  <a:lnTo>
                    <a:pt x="13495" y="27054"/>
                  </a:lnTo>
                  <a:lnTo>
                    <a:pt x="13472" y="30988"/>
                  </a:lnTo>
                  <a:lnTo>
                    <a:pt x="14553" y="32200"/>
                  </a:lnTo>
                  <a:lnTo>
                    <a:pt x="24770" y="33977"/>
                  </a:lnTo>
                  <a:lnTo>
                    <a:pt x="23710" y="28270"/>
                  </a:lnTo>
                  <a:lnTo>
                    <a:pt x="24916" y="21406"/>
                  </a:lnTo>
                  <a:lnTo>
                    <a:pt x="22955" y="20676"/>
                  </a:lnTo>
                  <a:lnTo>
                    <a:pt x="24961" y="13274"/>
                  </a:lnTo>
                  <a:lnTo>
                    <a:pt x="24280" y="12360"/>
                  </a:lnTo>
                  <a:lnTo>
                    <a:pt x="24110" y="8011"/>
                  </a:lnTo>
                  <a:lnTo>
                    <a:pt x="29260" y="13498"/>
                  </a:lnTo>
                  <a:lnTo>
                    <a:pt x="30549" y="11949"/>
                  </a:lnTo>
                  <a:lnTo>
                    <a:pt x="31649" y="7374"/>
                  </a:lnTo>
                  <a:lnTo>
                    <a:pt x="27910" y="202"/>
                  </a:lnTo>
                  <a:lnTo>
                    <a:pt x="3001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h3595"/>
            <p:cNvSpPr/>
            <p:nvPr/>
          </p:nvSpPr>
          <p:spPr>
            <a:xfrm>
              <a:off x="6022874" y="2004603"/>
              <a:ext cx="58516" cy="94612"/>
            </a:xfrm>
            <a:custGeom>
              <a:avLst/>
              <a:pathLst>
                <a:path w="58516" h="94612">
                  <a:moveTo>
                    <a:pt x="34809" y="1889"/>
                  </a:moveTo>
                  <a:lnTo>
                    <a:pt x="37002" y="3680"/>
                  </a:lnTo>
                  <a:lnTo>
                    <a:pt x="38028" y="3315"/>
                  </a:lnTo>
                  <a:lnTo>
                    <a:pt x="44270" y="9388"/>
                  </a:lnTo>
                  <a:lnTo>
                    <a:pt x="44974" y="4164"/>
                  </a:lnTo>
                  <a:lnTo>
                    <a:pt x="51250" y="6957"/>
                  </a:lnTo>
                  <a:lnTo>
                    <a:pt x="58516" y="18737"/>
                  </a:lnTo>
                  <a:lnTo>
                    <a:pt x="58005" y="27480"/>
                  </a:lnTo>
                  <a:lnTo>
                    <a:pt x="56909" y="27819"/>
                  </a:lnTo>
                  <a:lnTo>
                    <a:pt x="56508" y="27494"/>
                  </a:lnTo>
                  <a:lnTo>
                    <a:pt x="36745" y="37621"/>
                  </a:lnTo>
                  <a:lnTo>
                    <a:pt x="34008" y="41106"/>
                  </a:lnTo>
                  <a:lnTo>
                    <a:pt x="32739" y="45238"/>
                  </a:lnTo>
                  <a:lnTo>
                    <a:pt x="33692" y="48816"/>
                  </a:lnTo>
                  <a:lnTo>
                    <a:pt x="34754" y="49045"/>
                  </a:lnTo>
                  <a:lnTo>
                    <a:pt x="37457" y="56195"/>
                  </a:lnTo>
                  <a:lnTo>
                    <a:pt x="40260" y="60836"/>
                  </a:lnTo>
                  <a:lnTo>
                    <a:pt x="43999" y="68008"/>
                  </a:lnTo>
                  <a:lnTo>
                    <a:pt x="42900" y="72583"/>
                  </a:lnTo>
                  <a:lnTo>
                    <a:pt x="41610" y="74132"/>
                  </a:lnTo>
                  <a:lnTo>
                    <a:pt x="36461" y="68645"/>
                  </a:lnTo>
                  <a:lnTo>
                    <a:pt x="36630" y="72994"/>
                  </a:lnTo>
                  <a:lnTo>
                    <a:pt x="37312" y="73908"/>
                  </a:lnTo>
                  <a:lnTo>
                    <a:pt x="35306" y="81311"/>
                  </a:lnTo>
                  <a:lnTo>
                    <a:pt x="37267" y="82040"/>
                  </a:lnTo>
                  <a:lnTo>
                    <a:pt x="36060" y="88905"/>
                  </a:lnTo>
                  <a:lnTo>
                    <a:pt x="37120" y="94612"/>
                  </a:lnTo>
                  <a:lnTo>
                    <a:pt x="26903" y="92834"/>
                  </a:lnTo>
                  <a:lnTo>
                    <a:pt x="25822" y="91622"/>
                  </a:lnTo>
                  <a:lnTo>
                    <a:pt x="25845" y="87688"/>
                  </a:lnTo>
                  <a:lnTo>
                    <a:pt x="30413" y="86330"/>
                  </a:lnTo>
                  <a:lnTo>
                    <a:pt x="32099" y="83968"/>
                  </a:lnTo>
                  <a:lnTo>
                    <a:pt x="33094" y="80575"/>
                  </a:lnTo>
                  <a:lnTo>
                    <a:pt x="30944" y="76810"/>
                  </a:lnTo>
                  <a:lnTo>
                    <a:pt x="29111" y="76625"/>
                  </a:lnTo>
                  <a:lnTo>
                    <a:pt x="25912" y="77646"/>
                  </a:lnTo>
                  <a:lnTo>
                    <a:pt x="25047" y="78020"/>
                  </a:lnTo>
                  <a:lnTo>
                    <a:pt x="24367" y="76004"/>
                  </a:lnTo>
                  <a:lnTo>
                    <a:pt x="25960" y="74650"/>
                  </a:lnTo>
                  <a:lnTo>
                    <a:pt x="24093" y="70631"/>
                  </a:lnTo>
                  <a:lnTo>
                    <a:pt x="16054" y="68042"/>
                  </a:lnTo>
                  <a:lnTo>
                    <a:pt x="8380" y="64275"/>
                  </a:lnTo>
                  <a:lnTo>
                    <a:pt x="3334" y="60804"/>
                  </a:lnTo>
                  <a:lnTo>
                    <a:pt x="1718" y="61661"/>
                  </a:lnTo>
                  <a:lnTo>
                    <a:pt x="6180" y="54185"/>
                  </a:lnTo>
                  <a:lnTo>
                    <a:pt x="7276" y="48720"/>
                  </a:lnTo>
                  <a:lnTo>
                    <a:pt x="5362" y="44238"/>
                  </a:lnTo>
                  <a:lnTo>
                    <a:pt x="1006" y="46206"/>
                  </a:lnTo>
                  <a:lnTo>
                    <a:pt x="0" y="41021"/>
                  </a:lnTo>
                  <a:lnTo>
                    <a:pt x="3132" y="33970"/>
                  </a:lnTo>
                  <a:lnTo>
                    <a:pt x="8877" y="32708"/>
                  </a:lnTo>
                  <a:lnTo>
                    <a:pt x="12043" y="30832"/>
                  </a:lnTo>
                  <a:lnTo>
                    <a:pt x="16735" y="29714"/>
                  </a:lnTo>
                  <a:lnTo>
                    <a:pt x="17887" y="28014"/>
                  </a:lnTo>
                  <a:lnTo>
                    <a:pt x="18448" y="25443"/>
                  </a:lnTo>
                  <a:lnTo>
                    <a:pt x="17657" y="19253"/>
                  </a:lnTo>
                  <a:lnTo>
                    <a:pt x="15218" y="15446"/>
                  </a:lnTo>
                  <a:lnTo>
                    <a:pt x="15199" y="12904"/>
                  </a:lnTo>
                  <a:lnTo>
                    <a:pt x="16225" y="9660"/>
                  </a:lnTo>
                  <a:lnTo>
                    <a:pt x="16911" y="5085"/>
                  </a:lnTo>
                  <a:lnTo>
                    <a:pt x="18511" y="4843"/>
                  </a:lnTo>
                  <a:lnTo>
                    <a:pt x="27568" y="8396"/>
                  </a:lnTo>
                  <a:lnTo>
                    <a:pt x="29287" y="8246"/>
                  </a:lnTo>
                  <a:lnTo>
                    <a:pt x="31999" y="5803"/>
                  </a:lnTo>
                  <a:lnTo>
                    <a:pt x="32914" y="3707"/>
                  </a:lnTo>
                  <a:lnTo>
                    <a:pt x="32339" y="394"/>
                  </a:lnTo>
                  <a:lnTo>
                    <a:pt x="3367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h3596"/>
            <p:cNvSpPr/>
            <p:nvPr/>
          </p:nvSpPr>
          <p:spPr>
            <a:xfrm>
              <a:off x="6014110" y="1903416"/>
              <a:ext cx="35533" cy="36345"/>
            </a:xfrm>
            <a:custGeom>
              <a:avLst/>
              <a:pathLst>
                <a:path w="35533" h="36345">
                  <a:moveTo>
                    <a:pt x="32405" y="47"/>
                  </a:moveTo>
                  <a:lnTo>
                    <a:pt x="35533" y="3326"/>
                  </a:lnTo>
                  <a:lnTo>
                    <a:pt x="34425" y="4956"/>
                  </a:lnTo>
                  <a:lnTo>
                    <a:pt x="33987" y="24905"/>
                  </a:lnTo>
                  <a:lnTo>
                    <a:pt x="29589" y="25081"/>
                  </a:lnTo>
                  <a:lnTo>
                    <a:pt x="26798" y="26292"/>
                  </a:lnTo>
                  <a:lnTo>
                    <a:pt x="22103" y="26215"/>
                  </a:lnTo>
                  <a:lnTo>
                    <a:pt x="22011" y="28714"/>
                  </a:lnTo>
                  <a:lnTo>
                    <a:pt x="19053" y="30474"/>
                  </a:lnTo>
                  <a:lnTo>
                    <a:pt x="13579" y="31262"/>
                  </a:lnTo>
                  <a:lnTo>
                    <a:pt x="8685" y="36345"/>
                  </a:lnTo>
                  <a:lnTo>
                    <a:pt x="4264" y="30933"/>
                  </a:lnTo>
                  <a:lnTo>
                    <a:pt x="0" y="25554"/>
                  </a:lnTo>
                  <a:lnTo>
                    <a:pt x="4496" y="20030"/>
                  </a:lnTo>
                  <a:lnTo>
                    <a:pt x="8508" y="17301"/>
                  </a:lnTo>
                  <a:lnTo>
                    <a:pt x="7582" y="19018"/>
                  </a:lnTo>
                  <a:lnTo>
                    <a:pt x="8073" y="19449"/>
                  </a:lnTo>
                  <a:lnTo>
                    <a:pt x="11039" y="17942"/>
                  </a:lnTo>
                  <a:lnTo>
                    <a:pt x="13704" y="16196"/>
                  </a:lnTo>
                  <a:lnTo>
                    <a:pt x="16216" y="13153"/>
                  </a:lnTo>
                  <a:lnTo>
                    <a:pt x="20289" y="10892"/>
                  </a:lnTo>
                  <a:lnTo>
                    <a:pt x="19433" y="4590"/>
                  </a:lnTo>
                  <a:lnTo>
                    <a:pt x="23054" y="4518"/>
                  </a:lnTo>
                  <a:lnTo>
                    <a:pt x="25069" y="1614"/>
                  </a:lnTo>
                  <a:lnTo>
                    <a:pt x="31167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h3597"/>
            <p:cNvSpPr/>
            <p:nvPr/>
          </p:nvSpPr>
          <p:spPr>
            <a:xfrm>
              <a:off x="5688139" y="1948501"/>
              <a:ext cx="50515" cy="97242"/>
            </a:xfrm>
            <a:custGeom>
              <a:avLst/>
              <a:pathLst>
                <a:path w="50515" h="97242">
                  <a:moveTo>
                    <a:pt x="26311" y="5519"/>
                  </a:moveTo>
                  <a:lnTo>
                    <a:pt x="28955" y="3517"/>
                  </a:lnTo>
                  <a:lnTo>
                    <a:pt x="33569" y="2745"/>
                  </a:lnTo>
                  <a:lnTo>
                    <a:pt x="37233" y="6275"/>
                  </a:lnTo>
                  <a:lnTo>
                    <a:pt x="39417" y="11628"/>
                  </a:lnTo>
                  <a:lnTo>
                    <a:pt x="39667" y="13247"/>
                  </a:lnTo>
                  <a:lnTo>
                    <a:pt x="38459" y="15200"/>
                  </a:lnTo>
                  <a:lnTo>
                    <a:pt x="44156" y="11887"/>
                  </a:lnTo>
                  <a:lnTo>
                    <a:pt x="45109" y="8896"/>
                  </a:lnTo>
                  <a:lnTo>
                    <a:pt x="44079" y="7646"/>
                  </a:lnTo>
                  <a:lnTo>
                    <a:pt x="48272" y="8609"/>
                  </a:lnTo>
                  <a:lnTo>
                    <a:pt x="50515" y="14222"/>
                  </a:lnTo>
                  <a:lnTo>
                    <a:pt x="47795" y="20333"/>
                  </a:lnTo>
                  <a:lnTo>
                    <a:pt x="38806" y="29977"/>
                  </a:lnTo>
                  <a:lnTo>
                    <a:pt x="31536" y="26524"/>
                  </a:lnTo>
                  <a:lnTo>
                    <a:pt x="29768" y="28205"/>
                  </a:lnTo>
                  <a:lnTo>
                    <a:pt x="27297" y="33226"/>
                  </a:lnTo>
                  <a:lnTo>
                    <a:pt x="30049" y="44445"/>
                  </a:lnTo>
                  <a:lnTo>
                    <a:pt x="34589" y="48252"/>
                  </a:lnTo>
                  <a:lnTo>
                    <a:pt x="36270" y="48597"/>
                  </a:lnTo>
                  <a:lnTo>
                    <a:pt x="38908" y="46635"/>
                  </a:lnTo>
                  <a:lnTo>
                    <a:pt x="40987" y="61418"/>
                  </a:lnTo>
                  <a:lnTo>
                    <a:pt x="34878" y="68708"/>
                  </a:lnTo>
                  <a:lnTo>
                    <a:pt x="33182" y="69412"/>
                  </a:lnTo>
                  <a:lnTo>
                    <a:pt x="30072" y="67651"/>
                  </a:lnTo>
                  <a:lnTo>
                    <a:pt x="29174" y="67872"/>
                  </a:lnTo>
                  <a:lnTo>
                    <a:pt x="25039" y="74684"/>
                  </a:lnTo>
                  <a:lnTo>
                    <a:pt x="23636" y="78559"/>
                  </a:lnTo>
                  <a:lnTo>
                    <a:pt x="23331" y="82623"/>
                  </a:lnTo>
                  <a:lnTo>
                    <a:pt x="25457" y="84999"/>
                  </a:lnTo>
                  <a:lnTo>
                    <a:pt x="25016" y="89220"/>
                  </a:lnTo>
                  <a:lnTo>
                    <a:pt x="25582" y="91767"/>
                  </a:lnTo>
                  <a:lnTo>
                    <a:pt x="24955" y="91108"/>
                  </a:lnTo>
                  <a:lnTo>
                    <a:pt x="23402" y="91982"/>
                  </a:lnTo>
                  <a:lnTo>
                    <a:pt x="21853" y="94927"/>
                  </a:lnTo>
                  <a:lnTo>
                    <a:pt x="21879" y="97242"/>
                  </a:lnTo>
                  <a:lnTo>
                    <a:pt x="16677" y="95838"/>
                  </a:lnTo>
                  <a:lnTo>
                    <a:pt x="14578" y="93891"/>
                  </a:lnTo>
                  <a:lnTo>
                    <a:pt x="15795" y="89968"/>
                  </a:lnTo>
                  <a:lnTo>
                    <a:pt x="11510" y="90854"/>
                  </a:lnTo>
                  <a:lnTo>
                    <a:pt x="11239" y="87663"/>
                  </a:lnTo>
                  <a:lnTo>
                    <a:pt x="12296" y="86124"/>
                  </a:lnTo>
                  <a:lnTo>
                    <a:pt x="11178" y="76858"/>
                  </a:lnTo>
                  <a:lnTo>
                    <a:pt x="7812" y="73759"/>
                  </a:lnTo>
                  <a:lnTo>
                    <a:pt x="6969" y="72079"/>
                  </a:lnTo>
                  <a:lnTo>
                    <a:pt x="6012" y="66448"/>
                  </a:lnTo>
                  <a:lnTo>
                    <a:pt x="10414" y="60704"/>
                  </a:lnTo>
                  <a:lnTo>
                    <a:pt x="14246" y="57440"/>
                  </a:lnTo>
                  <a:lnTo>
                    <a:pt x="10554" y="49533"/>
                  </a:lnTo>
                  <a:lnTo>
                    <a:pt x="10853" y="46248"/>
                  </a:lnTo>
                  <a:lnTo>
                    <a:pt x="8242" y="38161"/>
                  </a:lnTo>
                  <a:lnTo>
                    <a:pt x="8663" y="30246"/>
                  </a:lnTo>
                  <a:lnTo>
                    <a:pt x="2681" y="27287"/>
                  </a:lnTo>
                  <a:lnTo>
                    <a:pt x="1726" y="24628"/>
                  </a:lnTo>
                  <a:lnTo>
                    <a:pt x="0" y="23137"/>
                  </a:lnTo>
                  <a:lnTo>
                    <a:pt x="1759" y="18874"/>
                  </a:lnTo>
                  <a:lnTo>
                    <a:pt x="3370" y="19806"/>
                  </a:lnTo>
                  <a:lnTo>
                    <a:pt x="10392" y="17695"/>
                  </a:lnTo>
                  <a:lnTo>
                    <a:pt x="7576" y="14392"/>
                  </a:lnTo>
                  <a:lnTo>
                    <a:pt x="11875" y="10552"/>
                  </a:lnTo>
                  <a:lnTo>
                    <a:pt x="12783" y="8845"/>
                  </a:lnTo>
                  <a:lnTo>
                    <a:pt x="12340" y="6496"/>
                  </a:lnTo>
                  <a:lnTo>
                    <a:pt x="9856" y="4203"/>
                  </a:lnTo>
                  <a:lnTo>
                    <a:pt x="15155" y="499"/>
                  </a:lnTo>
                  <a:lnTo>
                    <a:pt x="2342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h3598"/>
            <p:cNvSpPr/>
            <p:nvPr/>
          </p:nvSpPr>
          <p:spPr>
            <a:xfrm>
              <a:off x="5850090" y="1788263"/>
              <a:ext cx="74102" cy="103229"/>
            </a:xfrm>
            <a:custGeom>
              <a:avLst/>
              <a:pathLst>
                <a:path w="74102" h="103229">
                  <a:moveTo>
                    <a:pt x="23302" y="169"/>
                  </a:moveTo>
                  <a:lnTo>
                    <a:pt x="23034" y="5650"/>
                  </a:lnTo>
                  <a:lnTo>
                    <a:pt x="29125" y="9563"/>
                  </a:lnTo>
                  <a:lnTo>
                    <a:pt x="33153" y="10742"/>
                  </a:lnTo>
                  <a:lnTo>
                    <a:pt x="37227" y="9482"/>
                  </a:lnTo>
                  <a:lnTo>
                    <a:pt x="41724" y="14189"/>
                  </a:lnTo>
                  <a:lnTo>
                    <a:pt x="49222" y="7612"/>
                  </a:lnTo>
                  <a:lnTo>
                    <a:pt x="51208" y="9246"/>
                  </a:lnTo>
                  <a:lnTo>
                    <a:pt x="46753" y="19226"/>
                  </a:lnTo>
                  <a:lnTo>
                    <a:pt x="52096" y="20789"/>
                  </a:lnTo>
                  <a:lnTo>
                    <a:pt x="52040" y="30266"/>
                  </a:lnTo>
                  <a:lnTo>
                    <a:pt x="53571" y="31347"/>
                  </a:lnTo>
                  <a:lnTo>
                    <a:pt x="52803" y="35049"/>
                  </a:lnTo>
                  <a:lnTo>
                    <a:pt x="45921" y="33596"/>
                  </a:lnTo>
                  <a:lnTo>
                    <a:pt x="44611" y="34141"/>
                  </a:lnTo>
                  <a:lnTo>
                    <a:pt x="43937" y="37841"/>
                  </a:lnTo>
                  <a:lnTo>
                    <a:pt x="47766" y="42499"/>
                  </a:lnTo>
                  <a:lnTo>
                    <a:pt x="46498" y="45562"/>
                  </a:lnTo>
                  <a:lnTo>
                    <a:pt x="42931" y="47309"/>
                  </a:lnTo>
                  <a:lnTo>
                    <a:pt x="39309" y="52539"/>
                  </a:lnTo>
                  <a:lnTo>
                    <a:pt x="44186" y="54063"/>
                  </a:lnTo>
                  <a:lnTo>
                    <a:pt x="45688" y="52802"/>
                  </a:lnTo>
                  <a:lnTo>
                    <a:pt x="47478" y="53330"/>
                  </a:lnTo>
                  <a:lnTo>
                    <a:pt x="50197" y="56065"/>
                  </a:lnTo>
                  <a:lnTo>
                    <a:pt x="52194" y="65404"/>
                  </a:lnTo>
                  <a:lnTo>
                    <a:pt x="54915" y="69755"/>
                  </a:lnTo>
                  <a:lnTo>
                    <a:pt x="56417" y="70525"/>
                  </a:lnTo>
                  <a:lnTo>
                    <a:pt x="59490" y="70216"/>
                  </a:lnTo>
                  <a:lnTo>
                    <a:pt x="66068" y="75471"/>
                  </a:lnTo>
                  <a:lnTo>
                    <a:pt x="69917" y="81119"/>
                  </a:lnTo>
                  <a:lnTo>
                    <a:pt x="70400" y="83854"/>
                  </a:lnTo>
                  <a:lnTo>
                    <a:pt x="69562" y="86039"/>
                  </a:lnTo>
                  <a:lnTo>
                    <a:pt x="69814" y="88035"/>
                  </a:lnTo>
                  <a:lnTo>
                    <a:pt x="74102" y="94933"/>
                  </a:lnTo>
                  <a:lnTo>
                    <a:pt x="73100" y="95288"/>
                  </a:lnTo>
                  <a:lnTo>
                    <a:pt x="65643" y="93333"/>
                  </a:lnTo>
                  <a:lnTo>
                    <a:pt x="62725" y="93861"/>
                  </a:lnTo>
                  <a:lnTo>
                    <a:pt x="61757" y="94653"/>
                  </a:lnTo>
                  <a:lnTo>
                    <a:pt x="62695" y="97385"/>
                  </a:lnTo>
                  <a:lnTo>
                    <a:pt x="61815" y="99533"/>
                  </a:lnTo>
                  <a:lnTo>
                    <a:pt x="56285" y="99987"/>
                  </a:lnTo>
                  <a:lnTo>
                    <a:pt x="54511" y="101509"/>
                  </a:lnTo>
                  <a:lnTo>
                    <a:pt x="50218" y="103155"/>
                  </a:lnTo>
                  <a:lnTo>
                    <a:pt x="47989" y="101705"/>
                  </a:lnTo>
                  <a:lnTo>
                    <a:pt x="41542" y="100207"/>
                  </a:lnTo>
                  <a:lnTo>
                    <a:pt x="38870" y="100457"/>
                  </a:lnTo>
                  <a:lnTo>
                    <a:pt x="38436" y="103229"/>
                  </a:lnTo>
                  <a:lnTo>
                    <a:pt x="20652" y="102370"/>
                  </a:lnTo>
                  <a:lnTo>
                    <a:pt x="19017" y="101163"/>
                  </a:lnTo>
                  <a:lnTo>
                    <a:pt x="22020" y="95764"/>
                  </a:lnTo>
                  <a:lnTo>
                    <a:pt x="17089" y="93048"/>
                  </a:lnTo>
                  <a:lnTo>
                    <a:pt x="16660" y="89399"/>
                  </a:lnTo>
                  <a:lnTo>
                    <a:pt x="17179" y="83755"/>
                  </a:lnTo>
                  <a:lnTo>
                    <a:pt x="7497" y="75395"/>
                  </a:lnTo>
                  <a:lnTo>
                    <a:pt x="3523" y="70765"/>
                  </a:lnTo>
                  <a:lnTo>
                    <a:pt x="3066" y="66890"/>
                  </a:lnTo>
                  <a:lnTo>
                    <a:pt x="3681" y="66748"/>
                  </a:lnTo>
                  <a:lnTo>
                    <a:pt x="5679" y="61647"/>
                  </a:lnTo>
                  <a:lnTo>
                    <a:pt x="5669" y="58044"/>
                  </a:lnTo>
                  <a:lnTo>
                    <a:pt x="8452" y="54616"/>
                  </a:lnTo>
                  <a:lnTo>
                    <a:pt x="9923" y="54339"/>
                  </a:lnTo>
                  <a:lnTo>
                    <a:pt x="10493" y="52329"/>
                  </a:lnTo>
                  <a:lnTo>
                    <a:pt x="8885" y="49160"/>
                  </a:lnTo>
                  <a:lnTo>
                    <a:pt x="7792" y="49060"/>
                  </a:lnTo>
                  <a:lnTo>
                    <a:pt x="8057" y="46434"/>
                  </a:lnTo>
                  <a:lnTo>
                    <a:pt x="13158" y="46364"/>
                  </a:lnTo>
                  <a:lnTo>
                    <a:pt x="15751" y="45538"/>
                  </a:lnTo>
                  <a:lnTo>
                    <a:pt x="16536" y="43921"/>
                  </a:lnTo>
                  <a:lnTo>
                    <a:pt x="15500" y="38490"/>
                  </a:lnTo>
                  <a:lnTo>
                    <a:pt x="13213" y="35333"/>
                  </a:lnTo>
                  <a:lnTo>
                    <a:pt x="7636" y="30971"/>
                  </a:lnTo>
                  <a:lnTo>
                    <a:pt x="7103" y="29109"/>
                  </a:lnTo>
                  <a:lnTo>
                    <a:pt x="7479" y="26599"/>
                  </a:lnTo>
                  <a:lnTo>
                    <a:pt x="5690" y="23256"/>
                  </a:lnTo>
                  <a:lnTo>
                    <a:pt x="4426" y="21711"/>
                  </a:lnTo>
                  <a:lnTo>
                    <a:pt x="1500" y="20768"/>
                  </a:lnTo>
                  <a:lnTo>
                    <a:pt x="0" y="17255"/>
                  </a:lnTo>
                  <a:lnTo>
                    <a:pt x="1326" y="14438"/>
                  </a:lnTo>
                  <a:lnTo>
                    <a:pt x="5559" y="8815"/>
                  </a:lnTo>
                  <a:lnTo>
                    <a:pt x="10983" y="9591"/>
                  </a:lnTo>
                  <a:lnTo>
                    <a:pt x="12123" y="10377"/>
                  </a:lnTo>
                  <a:lnTo>
                    <a:pt x="16904" y="10304"/>
                  </a:lnTo>
                  <a:lnTo>
                    <a:pt x="2193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h3599"/>
            <p:cNvSpPr/>
            <p:nvPr/>
          </p:nvSpPr>
          <p:spPr>
            <a:xfrm>
              <a:off x="6052341" y="1932080"/>
              <a:ext cx="59160" cy="34165"/>
            </a:xfrm>
            <a:custGeom>
              <a:avLst/>
              <a:pathLst>
                <a:path w="59160" h="34165">
                  <a:moveTo>
                    <a:pt x="39308" y="967"/>
                  </a:moveTo>
                  <a:lnTo>
                    <a:pt x="48416" y="4964"/>
                  </a:lnTo>
                  <a:lnTo>
                    <a:pt x="48671" y="5875"/>
                  </a:lnTo>
                  <a:lnTo>
                    <a:pt x="49613" y="10615"/>
                  </a:lnTo>
                  <a:lnTo>
                    <a:pt x="52278" y="12756"/>
                  </a:lnTo>
                  <a:lnTo>
                    <a:pt x="52796" y="19222"/>
                  </a:lnTo>
                  <a:lnTo>
                    <a:pt x="54003" y="20143"/>
                  </a:lnTo>
                  <a:lnTo>
                    <a:pt x="56693" y="20051"/>
                  </a:lnTo>
                  <a:lnTo>
                    <a:pt x="58644" y="20907"/>
                  </a:lnTo>
                  <a:lnTo>
                    <a:pt x="59160" y="21840"/>
                  </a:lnTo>
                  <a:lnTo>
                    <a:pt x="48846" y="25148"/>
                  </a:lnTo>
                  <a:lnTo>
                    <a:pt x="47845" y="25860"/>
                  </a:lnTo>
                  <a:lnTo>
                    <a:pt x="48449" y="27831"/>
                  </a:lnTo>
                  <a:lnTo>
                    <a:pt x="36362" y="31193"/>
                  </a:lnTo>
                  <a:lnTo>
                    <a:pt x="33978" y="34165"/>
                  </a:lnTo>
                  <a:lnTo>
                    <a:pt x="32497" y="33746"/>
                  </a:lnTo>
                  <a:lnTo>
                    <a:pt x="31839" y="32318"/>
                  </a:lnTo>
                  <a:lnTo>
                    <a:pt x="32822" y="31507"/>
                  </a:lnTo>
                  <a:lnTo>
                    <a:pt x="33591" y="29227"/>
                  </a:lnTo>
                  <a:lnTo>
                    <a:pt x="31464" y="27890"/>
                  </a:lnTo>
                  <a:lnTo>
                    <a:pt x="29534" y="28219"/>
                  </a:lnTo>
                  <a:lnTo>
                    <a:pt x="23559" y="31185"/>
                  </a:lnTo>
                  <a:lnTo>
                    <a:pt x="9292" y="30889"/>
                  </a:lnTo>
                  <a:lnTo>
                    <a:pt x="5745" y="32931"/>
                  </a:lnTo>
                  <a:lnTo>
                    <a:pt x="2932" y="29326"/>
                  </a:lnTo>
                  <a:lnTo>
                    <a:pt x="6360" y="27131"/>
                  </a:lnTo>
                  <a:lnTo>
                    <a:pt x="0" y="18970"/>
                  </a:lnTo>
                  <a:lnTo>
                    <a:pt x="9754" y="12263"/>
                  </a:lnTo>
                  <a:lnTo>
                    <a:pt x="10945" y="9539"/>
                  </a:lnTo>
                  <a:lnTo>
                    <a:pt x="15849" y="5123"/>
                  </a:lnTo>
                  <a:lnTo>
                    <a:pt x="26842" y="4313"/>
                  </a:lnTo>
                  <a:lnTo>
                    <a:pt x="2490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h3600"/>
            <p:cNvSpPr/>
            <p:nvPr/>
          </p:nvSpPr>
          <p:spPr>
            <a:xfrm>
              <a:off x="5995278" y="1637297"/>
              <a:ext cx="142483" cy="185652"/>
            </a:xfrm>
            <a:custGeom>
              <a:avLst/>
              <a:pathLst>
                <a:path w="142483" h="185652">
                  <a:moveTo>
                    <a:pt x="94473" y="260"/>
                  </a:moveTo>
                  <a:lnTo>
                    <a:pt x="101745" y="15386"/>
                  </a:lnTo>
                  <a:lnTo>
                    <a:pt x="109701" y="15774"/>
                  </a:lnTo>
                  <a:lnTo>
                    <a:pt x="102981" y="27217"/>
                  </a:lnTo>
                  <a:lnTo>
                    <a:pt x="105640" y="33927"/>
                  </a:lnTo>
                  <a:lnTo>
                    <a:pt x="106348" y="40608"/>
                  </a:lnTo>
                  <a:lnTo>
                    <a:pt x="108924" y="41793"/>
                  </a:lnTo>
                  <a:lnTo>
                    <a:pt x="108801" y="55016"/>
                  </a:lnTo>
                  <a:lnTo>
                    <a:pt x="110177" y="60542"/>
                  </a:lnTo>
                  <a:lnTo>
                    <a:pt x="113790" y="62100"/>
                  </a:lnTo>
                  <a:lnTo>
                    <a:pt x="112916" y="65174"/>
                  </a:lnTo>
                  <a:lnTo>
                    <a:pt x="110643" y="64733"/>
                  </a:lnTo>
                  <a:lnTo>
                    <a:pt x="109690" y="65668"/>
                  </a:lnTo>
                  <a:lnTo>
                    <a:pt x="108888" y="69656"/>
                  </a:lnTo>
                  <a:lnTo>
                    <a:pt x="113644" y="75455"/>
                  </a:lnTo>
                  <a:lnTo>
                    <a:pt x="111753" y="86170"/>
                  </a:lnTo>
                  <a:lnTo>
                    <a:pt x="105948" y="89385"/>
                  </a:lnTo>
                  <a:lnTo>
                    <a:pt x="109618" y="94286"/>
                  </a:lnTo>
                  <a:lnTo>
                    <a:pt x="116383" y="95869"/>
                  </a:lnTo>
                  <a:lnTo>
                    <a:pt x="116736" y="118664"/>
                  </a:lnTo>
                  <a:lnTo>
                    <a:pt x="115385" y="122254"/>
                  </a:lnTo>
                  <a:lnTo>
                    <a:pt x="121999" y="129267"/>
                  </a:lnTo>
                  <a:lnTo>
                    <a:pt x="126621" y="138348"/>
                  </a:lnTo>
                  <a:lnTo>
                    <a:pt x="128479" y="135170"/>
                  </a:lnTo>
                  <a:lnTo>
                    <a:pt x="135523" y="138895"/>
                  </a:lnTo>
                  <a:lnTo>
                    <a:pt x="141979" y="146410"/>
                  </a:lnTo>
                  <a:lnTo>
                    <a:pt x="135945" y="149798"/>
                  </a:lnTo>
                  <a:lnTo>
                    <a:pt x="137750" y="151260"/>
                  </a:lnTo>
                  <a:lnTo>
                    <a:pt x="142483" y="158490"/>
                  </a:lnTo>
                  <a:lnTo>
                    <a:pt x="134430" y="158410"/>
                  </a:lnTo>
                  <a:lnTo>
                    <a:pt x="133804" y="164762"/>
                  </a:lnTo>
                  <a:lnTo>
                    <a:pt x="117956" y="178442"/>
                  </a:lnTo>
                  <a:lnTo>
                    <a:pt x="116156" y="185493"/>
                  </a:lnTo>
                  <a:lnTo>
                    <a:pt x="112366" y="185652"/>
                  </a:lnTo>
                  <a:lnTo>
                    <a:pt x="110185" y="181713"/>
                  </a:lnTo>
                  <a:lnTo>
                    <a:pt x="104165" y="184086"/>
                  </a:lnTo>
                  <a:lnTo>
                    <a:pt x="102205" y="180082"/>
                  </a:lnTo>
                  <a:lnTo>
                    <a:pt x="98086" y="182773"/>
                  </a:lnTo>
                  <a:lnTo>
                    <a:pt x="89421" y="181144"/>
                  </a:lnTo>
                  <a:lnTo>
                    <a:pt x="86926" y="181665"/>
                  </a:lnTo>
                  <a:lnTo>
                    <a:pt x="86855" y="183239"/>
                  </a:lnTo>
                  <a:lnTo>
                    <a:pt x="79620" y="174548"/>
                  </a:lnTo>
                  <a:lnTo>
                    <a:pt x="82548" y="169009"/>
                  </a:lnTo>
                  <a:lnTo>
                    <a:pt x="87036" y="165474"/>
                  </a:lnTo>
                  <a:lnTo>
                    <a:pt x="89138" y="158731"/>
                  </a:lnTo>
                  <a:lnTo>
                    <a:pt x="86736" y="155165"/>
                  </a:lnTo>
                  <a:lnTo>
                    <a:pt x="84931" y="156020"/>
                  </a:lnTo>
                  <a:lnTo>
                    <a:pt x="79128" y="155962"/>
                  </a:lnTo>
                  <a:lnTo>
                    <a:pt x="77358" y="155292"/>
                  </a:lnTo>
                  <a:lnTo>
                    <a:pt x="72781" y="151648"/>
                  </a:lnTo>
                  <a:lnTo>
                    <a:pt x="63111" y="139314"/>
                  </a:lnTo>
                  <a:lnTo>
                    <a:pt x="60007" y="136794"/>
                  </a:lnTo>
                  <a:lnTo>
                    <a:pt x="57444" y="133241"/>
                  </a:lnTo>
                  <a:lnTo>
                    <a:pt x="57779" y="132062"/>
                  </a:lnTo>
                  <a:lnTo>
                    <a:pt x="56147" y="129716"/>
                  </a:lnTo>
                  <a:lnTo>
                    <a:pt x="50682" y="129343"/>
                  </a:lnTo>
                  <a:lnTo>
                    <a:pt x="46864" y="130700"/>
                  </a:lnTo>
                  <a:lnTo>
                    <a:pt x="44439" y="127828"/>
                  </a:lnTo>
                  <a:lnTo>
                    <a:pt x="44291" y="124178"/>
                  </a:lnTo>
                  <a:lnTo>
                    <a:pt x="45776" y="121223"/>
                  </a:lnTo>
                  <a:lnTo>
                    <a:pt x="47548" y="121031"/>
                  </a:lnTo>
                  <a:lnTo>
                    <a:pt x="48329" y="119625"/>
                  </a:lnTo>
                  <a:lnTo>
                    <a:pt x="28355" y="118874"/>
                  </a:lnTo>
                  <a:lnTo>
                    <a:pt x="28683" y="108503"/>
                  </a:lnTo>
                  <a:lnTo>
                    <a:pt x="23622" y="108349"/>
                  </a:lnTo>
                  <a:lnTo>
                    <a:pt x="24015" y="101759"/>
                  </a:lnTo>
                  <a:lnTo>
                    <a:pt x="7423" y="101354"/>
                  </a:lnTo>
                  <a:lnTo>
                    <a:pt x="5204" y="105276"/>
                  </a:lnTo>
                  <a:lnTo>
                    <a:pt x="3918" y="103025"/>
                  </a:lnTo>
                  <a:lnTo>
                    <a:pt x="4518" y="100332"/>
                  </a:lnTo>
                  <a:lnTo>
                    <a:pt x="0" y="98801"/>
                  </a:lnTo>
                  <a:lnTo>
                    <a:pt x="201" y="94650"/>
                  </a:lnTo>
                  <a:lnTo>
                    <a:pt x="1444" y="93937"/>
                  </a:lnTo>
                  <a:lnTo>
                    <a:pt x="2295" y="93757"/>
                  </a:lnTo>
                  <a:lnTo>
                    <a:pt x="3033" y="95318"/>
                  </a:lnTo>
                  <a:lnTo>
                    <a:pt x="3952" y="95612"/>
                  </a:lnTo>
                  <a:lnTo>
                    <a:pt x="8766" y="94867"/>
                  </a:lnTo>
                  <a:lnTo>
                    <a:pt x="9863" y="89355"/>
                  </a:lnTo>
                  <a:lnTo>
                    <a:pt x="3530" y="85575"/>
                  </a:lnTo>
                  <a:lnTo>
                    <a:pt x="11256" y="85103"/>
                  </a:lnTo>
                  <a:lnTo>
                    <a:pt x="11147" y="73295"/>
                  </a:lnTo>
                  <a:lnTo>
                    <a:pt x="15508" y="73383"/>
                  </a:lnTo>
                  <a:lnTo>
                    <a:pt x="15486" y="55852"/>
                  </a:lnTo>
                  <a:lnTo>
                    <a:pt x="2117" y="55354"/>
                  </a:lnTo>
                  <a:lnTo>
                    <a:pt x="1726" y="52903"/>
                  </a:lnTo>
                  <a:lnTo>
                    <a:pt x="2632" y="51232"/>
                  </a:lnTo>
                  <a:lnTo>
                    <a:pt x="10017" y="44036"/>
                  </a:lnTo>
                  <a:lnTo>
                    <a:pt x="20833" y="38307"/>
                  </a:lnTo>
                  <a:lnTo>
                    <a:pt x="22969" y="36634"/>
                  </a:lnTo>
                  <a:lnTo>
                    <a:pt x="22729" y="35995"/>
                  </a:lnTo>
                  <a:lnTo>
                    <a:pt x="24975" y="33250"/>
                  </a:lnTo>
                  <a:lnTo>
                    <a:pt x="31294" y="37114"/>
                  </a:lnTo>
                  <a:lnTo>
                    <a:pt x="31463" y="31044"/>
                  </a:lnTo>
                  <a:lnTo>
                    <a:pt x="25687" y="30861"/>
                  </a:lnTo>
                  <a:lnTo>
                    <a:pt x="24641" y="25729"/>
                  </a:lnTo>
                  <a:lnTo>
                    <a:pt x="28704" y="23253"/>
                  </a:lnTo>
                  <a:lnTo>
                    <a:pt x="31795" y="19992"/>
                  </a:lnTo>
                  <a:lnTo>
                    <a:pt x="38130" y="20921"/>
                  </a:lnTo>
                  <a:lnTo>
                    <a:pt x="37568" y="18485"/>
                  </a:lnTo>
                  <a:lnTo>
                    <a:pt x="38231" y="19363"/>
                  </a:lnTo>
                  <a:lnTo>
                    <a:pt x="42735" y="20987"/>
                  </a:lnTo>
                  <a:lnTo>
                    <a:pt x="42410" y="24847"/>
                  </a:lnTo>
                  <a:lnTo>
                    <a:pt x="46316" y="24880"/>
                  </a:lnTo>
                  <a:lnTo>
                    <a:pt x="45496" y="20398"/>
                  </a:lnTo>
                  <a:lnTo>
                    <a:pt x="60166" y="20884"/>
                  </a:lnTo>
                  <a:lnTo>
                    <a:pt x="58647" y="15062"/>
                  </a:lnTo>
                  <a:lnTo>
                    <a:pt x="64194" y="15195"/>
                  </a:lnTo>
                  <a:lnTo>
                    <a:pt x="64349" y="9081"/>
                  </a:lnTo>
                  <a:lnTo>
                    <a:pt x="69795" y="9257"/>
                  </a:lnTo>
                  <a:lnTo>
                    <a:pt x="69692" y="17951"/>
                  </a:lnTo>
                  <a:lnTo>
                    <a:pt x="75123" y="18224"/>
                  </a:lnTo>
                  <a:lnTo>
                    <a:pt x="75191" y="14810"/>
                  </a:lnTo>
                  <a:lnTo>
                    <a:pt x="79541" y="14904"/>
                  </a:lnTo>
                  <a:lnTo>
                    <a:pt x="79324" y="2687"/>
                  </a:lnTo>
                  <a:lnTo>
                    <a:pt x="87472" y="2946"/>
                  </a:lnTo>
                  <a:lnTo>
                    <a:pt x="8656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h3601"/>
            <p:cNvSpPr/>
            <p:nvPr/>
          </p:nvSpPr>
          <p:spPr>
            <a:xfrm>
              <a:off x="6089752" y="1637557"/>
              <a:ext cx="107563" cy="231611"/>
            </a:xfrm>
            <a:custGeom>
              <a:avLst/>
              <a:pathLst>
                <a:path w="107563" h="231611">
                  <a:moveTo>
                    <a:pt x="4806" y="173"/>
                  </a:moveTo>
                  <a:lnTo>
                    <a:pt x="6958" y="3635"/>
                  </a:lnTo>
                  <a:lnTo>
                    <a:pt x="9451" y="5025"/>
                  </a:lnTo>
                  <a:lnTo>
                    <a:pt x="16248" y="4548"/>
                  </a:lnTo>
                  <a:lnTo>
                    <a:pt x="16479" y="7901"/>
                  </a:lnTo>
                  <a:lnTo>
                    <a:pt x="19269" y="16450"/>
                  </a:lnTo>
                  <a:lnTo>
                    <a:pt x="31794" y="32917"/>
                  </a:lnTo>
                  <a:lnTo>
                    <a:pt x="34463" y="40088"/>
                  </a:lnTo>
                  <a:lnTo>
                    <a:pt x="33119" y="53719"/>
                  </a:lnTo>
                  <a:lnTo>
                    <a:pt x="34606" y="70960"/>
                  </a:lnTo>
                  <a:lnTo>
                    <a:pt x="46229" y="89279"/>
                  </a:lnTo>
                  <a:lnTo>
                    <a:pt x="49334" y="101409"/>
                  </a:lnTo>
                  <a:lnTo>
                    <a:pt x="51513" y="104157"/>
                  </a:lnTo>
                  <a:lnTo>
                    <a:pt x="63204" y="113166"/>
                  </a:lnTo>
                  <a:lnTo>
                    <a:pt x="63769" y="115508"/>
                  </a:lnTo>
                  <a:lnTo>
                    <a:pt x="65126" y="116928"/>
                  </a:lnTo>
                  <a:lnTo>
                    <a:pt x="71180" y="119367"/>
                  </a:lnTo>
                  <a:lnTo>
                    <a:pt x="77246" y="120436"/>
                  </a:lnTo>
                  <a:lnTo>
                    <a:pt x="82503" y="123995"/>
                  </a:lnTo>
                  <a:lnTo>
                    <a:pt x="82921" y="124530"/>
                  </a:lnTo>
                  <a:lnTo>
                    <a:pt x="82413" y="126809"/>
                  </a:lnTo>
                  <a:lnTo>
                    <a:pt x="87279" y="135010"/>
                  </a:lnTo>
                  <a:lnTo>
                    <a:pt x="93302" y="137498"/>
                  </a:lnTo>
                  <a:lnTo>
                    <a:pt x="95846" y="140763"/>
                  </a:lnTo>
                  <a:lnTo>
                    <a:pt x="100535" y="144021"/>
                  </a:lnTo>
                  <a:lnTo>
                    <a:pt x="107563" y="146877"/>
                  </a:lnTo>
                  <a:lnTo>
                    <a:pt x="107165" y="153656"/>
                  </a:lnTo>
                  <a:lnTo>
                    <a:pt x="106597" y="153986"/>
                  </a:lnTo>
                  <a:lnTo>
                    <a:pt x="91966" y="146874"/>
                  </a:lnTo>
                  <a:lnTo>
                    <a:pt x="90452" y="149939"/>
                  </a:lnTo>
                  <a:lnTo>
                    <a:pt x="87914" y="150932"/>
                  </a:lnTo>
                  <a:lnTo>
                    <a:pt x="79803" y="149023"/>
                  </a:lnTo>
                  <a:lnTo>
                    <a:pt x="73101" y="149927"/>
                  </a:lnTo>
                  <a:lnTo>
                    <a:pt x="76689" y="157687"/>
                  </a:lnTo>
                  <a:lnTo>
                    <a:pt x="76363" y="160588"/>
                  </a:lnTo>
                  <a:lnTo>
                    <a:pt x="78284" y="163416"/>
                  </a:lnTo>
                  <a:lnTo>
                    <a:pt x="82431" y="166438"/>
                  </a:lnTo>
                  <a:lnTo>
                    <a:pt x="85995" y="167410"/>
                  </a:lnTo>
                  <a:lnTo>
                    <a:pt x="88038" y="170842"/>
                  </a:lnTo>
                  <a:lnTo>
                    <a:pt x="89070" y="174097"/>
                  </a:lnTo>
                  <a:lnTo>
                    <a:pt x="87536" y="176523"/>
                  </a:lnTo>
                  <a:lnTo>
                    <a:pt x="88302" y="188422"/>
                  </a:lnTo>
                  <a:lnTo>
                    <a:pt x="91314" y="191970"/>
                  </a:lnTo>
                  <a:lnTo>
                    <a:pt x="88114" y="195529"/>
                  </a:lnTo>
                  <a:lnTo>
                    <a:pt x="85433" y="192343"/>
                  </a:lnTo>
                  <a:lnTo>
                    <a:pt x="84551" y="195732"/>
                  </a:lnTo>
                  <a:lnTo>
                    <a:pt x="87375" y="199393"/>
                  </a:lnTo>
                  <a:lnTo>
                    <a:pt x="86389" y="202750"/>
                  </a:lnTo>
                  <a:lnTo>
                    <a:pt x="80263" y="211298"/>
                  </a:lnTo>
                  <a:lnTo>
                    <a:pt x="78026" y="212368"/>
                  </a:lnTo>
                  <a:lnTo>
                    <a:pt x="76497" y="215778"/>
                  </a:lnTo>
                  <a:lnTo>
                    <a:pt x="80474" y="215609"/>
                  </a:lnTo>
                  <a:lnTo>
                    <a:pt x="80062" y="216899"/>
                  </a:lnTo>
                  <a:lnTo>
                    <a:pt x="77876" y="223224"/>
                  </a:lnTo>
                  <a:lnTo>
                    <a:pt x="77730" y="225540"/>
                  </a:lnTo>
                  <a:lnTo>
                    <a:pt x="72390" y="231611"/>
                  </a:lnTo>
                  <a:lnTo>
                    <a:pt x="68846" y="227509"/>
                  </a:lnTo>
                  <a:lnTo>
                    <a:pt x="66580" y="230068"/>
                  </a:lnTo>
                  <a:lnTo>
                    <a:pt x="62513" y="226501"/>
                  </a:lnTo>
                  <a:lnTo>
                    <a:pt x="59145" y="225664"/>
                  </a:lnTo>
                  <a:lnTo>
                    <a:pt x="64382" y="219369"/>
                  </a:lnTo>
                  <a:lnTo>
                    <a:pt x="57442" y="216979"/>
                  </a:lnTo>
                  <a:lnTo>
                    <a:pt x="57493" y="213543"/>
                  </a:lnTo>
                  <a:lnTo>
                    <a:pt x="54571" y="211034"/>
                  </a:lnTo>
                  <a:lnTo>
                    <a:pt x="49227" y="209338"/>
                  </a:lnTo>
                  <a:lnTo>
                    <a:pt x="38535" y="213945"/>
                  </a:lnTo>
                  <a:lnTo>
                    <a:pt x="38580" y="210457"/>
                  </a:lnTo>
                  <a:lnTo>
                    <a:pt x="33484" y="212391"/>
                  </a:lnTo>
                  <a:lnTo>
                    <a:pt x="31453" y="208762"/>
                  </a:lnTo>
                  <a:lnTo>
                    <a:pt x="33914" y="207888"/>
                  </a:lnTo>
                  <a:lnTo>
                    <a:pt x="17892" y="185392"/>
                  </a:lnTo>
                  <a:lnTo>
                    <a:pt x="21682" y="185233"/>
                  </a:lnTo>
                  <a:lnTo>
                    <a:pt x="23483" y="178182"/>
                  </a:lnTo>
                  <a:lnTo>
                    <a:pt x="39330" y="164501"/>
                  </a:lnTo>
                  <a:lnTo>
                    <a:pt x="39957" y="158149"/>
                  </a:lnTo>
                  <a:lnTo>
                    <a:pt x="48009" y="158230"/>
                  </a:lnTo>
                  <a:lnTo>
                    <a:pt x="43277" y="150999"/>
                  </a:lnTo>
                  <a:lnTo>
                    <a:pt x="41471" y="149537"/>
                  </a:lnTo>
                  <a:lnTo>
                    <a:pt x="47505" y="146149"/>
                  </a:lnTo>
                  <a:lnTo>
                    <a:pt x="41049" y="138635"/>
                  </a:lnTo>
                  <a:lnTo>
                    <a:pt x="34005" y="134910"/>
                  </a:lnTo>
                  <a:lnTo>
                    <a:pt x="32147" y="138088"/>
                  </a:lnTo>
                  <a:lnTo>
                    <a:pt x="27526" y="129006"/>
                  </a:lnTo>
                  <a:lnTo>
                    <a:pt x="20911" y="121993"/>
                  </a:lnTo>
                  <a:lnTo>
                    <a:pt x="22262" y="118404"/>
                  </a:lnTo>
                  <a:lnTo>
                    <a:pt x="21910" y="95608"/>
                  </a:lnTo>
                  <a:lnTo>
                    <a:pt x="15144" y="94025"/>
                  </a:lnTo>
                  <a:lnTo>
                    <a:pt x="11474" y="89124"/>
                  </a:lnTo>
                  <a:lnTo>
                    <a:pt x="17279" y="85910"/>
                  </a:lnTo>
                  <a:lnTo>
                    <a:pt x="19171" y="75195"/>
                  </a:lnTo>
                  <a:lnTo>
                    <a:pt x="14414" y="69396"/>
                  </a:lnTo>
                  <a:lnTo>
                    <a:pt x="15216" y="65408"/>
                  </a:lnTo>
                  <a:lnTo>
                    <a:pt x="16170" y="64473"/>
                  </a:lnTo>
                  <a:lnTo>
                    <a:pt x="18442" y="64914"/>
                  </a:lnTo>
                  <a:lnTo>
                    <a:pt x="19317" y="61839"/>
                  </a:lnTo>
                  <a:lnTo>
                    <a:pt x="15703" y="60282"/>
                  </a:lnTo>
                  <a:lnTo>
                    <a:pt x="14327" y="54756"/>
                  </a:lnTo>
                  <a:lnTo>
                    <a:pt x="14450" y="41533"/>
                  </a:lnTo>
                  <a:lnTo>
                    <a:pt x="11874" y="40347"/>
                  </a:lnTo>
                  <a:lnTo>
                    <a:pt x="11166" y="33667"/>
                  </a:lnTo>
                  <a:lnTo>
                    <a:pt x="8507" y="26957"/>
                  </a:lnTo>
                  <a:lnTo>
                    <a:pt x="15228" y="15513"/>
                  </a:lnTo>
                  <a:lnTo>
                    <a:pt x="7271" y="151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h3602"/>
            <p:cNvSpPr/>
            <p:nvPr/>
          </p:nvSpPr>
          <p:spPr>
            <a:xfrm>
              <a:off x="5712943" y="1606893"/>
              <a:ext cx="77807" cy="110083"/>
            </a:xfrm>
            <a:custGeom>
              <a:avLst/>
              <a:pathLst>
                <a:path w="77807" h="110083">
                  <a:moveTo>
                    <a:pt x="65247" y="2050"/>
                  </a:moveTo>
                  <a:lnTo>
                    <a:pt x="65009" y="3566"/>
                  </a:lnTo>
                  <a:lnTo>
                    <a:pt x="75522" y="2759"/>
                  </a:lnTo>
                  <a:lnTo>
                    <a:pt x="77807" y="10831"/>
                  </a:lnTo>
                  <a:lnTo>
                    <a:pt x="76398" y="23797"/>
                  </a:lnTo>
                  <a:lnTo>
                    <a:pt x="75479" y="26986"/>
                  </a:lnTo>
                  <a:lnTo>
                    <a:pt x="73784" y="29503"/>
                  </a:lnTo>
                  <a:lnTo>
                    <a:pt x="73977" y="37172"/>
                  </a:lnTo>
                  <a:lnTo>
                    <a:pt x="74954" y="38966"/>
                  </a:lnTo>
                  <a:lnTo>
                    <a:pt x="70835" y="51954"/>
                  </a:lnTo>
                  <a:lnTo>
                    <a:pt x="67956" y="52443"/>
                  </a:lnTo>
                  <a:lnTo>
                    <a:pt x="67022" y="53920"/>
                  </a:lnTo>
                  <a:lnTo>
                    <a:pt x="72010" y="55010"/>
                  </a:lnTo>
                  <a:lnTo>
                    <a:pt x="71085" y="62338"/>
                  </a:lnTo>
                  <a:lnTo>
                    <a:pt x="69967" y="70038"/>
                  </a:lnTo>
                  <a:lnTo>
                    <a:pt x="73156" y="73998"/>
                  </a:lnTo>
                  <a:lnTo>
                    <a:pt x="73473" y="76332"/>
                  </a:lnTo>
                  <a:lnTo>
                    <a:pt x="72761" y="79036"/>
                  </a:lnTo>
                  <a:lnTo>
                    <a:pt x="73524" y="79879"/>
                  </a:lnTo>
                  <a:lnTo>
                    <a:pt x="71302" y="78880"/>
                  </a:lnTo>
                  <a:lnTo>
                    <a:pt x="67053" y="78781"/>
                  </a:lnTo>
                  <a:lnTo>
                    <a:pt x="64205" y="80316"/>
                  </a:lnTo>
                  <a:lnTo>
                    <a:pt x="66625" y="87733"/>
                  </a:lnTo>
                  <a:lnTo>
                    <a:pt x="66487" y="90751"/>
                  </a:lnTo>
                  <a:lnTo>
                    <a:pt x="64992" y="97535"/>
                  </a:lnTo>
                  <a:lnTo>
                    <a:pt x="62337" y="102605"/>
                  </a:lnTo>
                  <a:lnTo>
                    <a:pt x="62203" y="108268"/>
                  </a:lnTo>
                  <a:lnTo>
                    <a:pt x="54383" y="108030"/>
                  </a:lnTo>
                  <a:lnTo>
                    <a:pt x="51187" y="110083"/>
                  </a:lnTo>
                  <a:lnTo>
                    <a:pt x="41214" y="109651"/>
                  </a:lnTo>
                  <a:lnTo>
                    <a:pt x="42470" y="80126"/>
                  </a:lnTo>
                  <a:lnTo>
                    <a:pt x="33387" y="79746"/>
                  </a:lnTo>
                  <a:lnTo>
                    <a:pt x="33149" y="85128"/>
                  </a:lnTo>
                  <a:lnTo>
                    <a:pt x="28793" y="84936"/>
                  </a:lnTo>
                  <a:lnTo>
                    <a:pt x="27745" y="84889"/>
                  </a:lnTo>
                  <a:lnTo>
                    <a:pt x="27983" y="79536"/>
                  </a:lnTo>
                  <a:lnTo>
                    <a:pt x="12600" y="78797"/>
                  </a:lnTo>
                  <a:lnTo>
                    <a:pt x="6503" y="88254"/>
                  </a:lnTo>
                  <a:lnTo>
                    <a:pt x="5538" y="91423"/>
                  </a:lnTo>
                  <a:lnTo>
                    <a:pt x="3304" y="91621"/>
                  </a:lnTo>
                  <a:lnTo>
                    <a:pt x="944" y="92850"/>
                  </a:lnTo>
                  <a:lnTo>
                    <a:pt x="893" y="87118"/>
                  </a:lnTo>
                  <a:lnTo>
                    <a:pt x="0" y="84428"/>
                  </a:lnTo>
                  <a:lnTo>
                    <a:pt x="1425" y="83001"/>
                  </a:lnTo>
                  <a:lnTo>
                    <a:pt x="2665" y="75537"/>
                  </a:lnTo>
                  <a:lnTo>
                    <a:pt x="2358" y="73875"/>
                  </a:lnTo>
                  <a:lnTo>
                    <a:pt x="2702" y="50674"/>
                  </a:lnTo>
                  <a:lnTo>
                    <a:pt x="14057" y="57944"/>
                  </a:lnTo>
                  <a:lnTo>
                    <a:pt x="14893" y="47859"/>
                  </a:lnTo>
                  <a:lnTo>
                    <a:pt x="17826" y="43172"/>
                  </a:lnTo>
                  <a:lnTo>
                    <a:pt x="21366" y="43578"/>
                  </a:lnTo>
                  <a:lnTo>
                    <a:pt x="22149" y="38630"/>
                  </a:lnTo>
                  <a:lnTo>
                    <a:pt x="25214" y="39662"/>
                  </a:lnTo>
                  <a:lnTo>
                    <a:pt x="28758" y="38596"/>
                  </a:lnTo>
                  <a:lnTo>
                    <a:pt x="29875" y="35050"/>
                  </a:lnTo>
                  <a:lnTo>
                    <a:pt x="32996" y="33484"/>
                  </a:lnTo>
                  <a:lnTo>
                    <a:pt x="36928" y="33192"/>
                  </a:lnTo>
                  <a:lnTo>
                    <a:pt x="41131" y="35195"/>
                  </a:lnTo>
                  <a:lnTo>
                    <a:pt x="46686" y="35729"/>
                  </a:lnTo>
                  <a:lnTo>
                    <a:pt x="47085" y="34298"/>
                  </a:lnTo>
                  <a:lnTo>
                    <a:pt x="45432" y="33027"/>
                  </a:lnTo>
                  <a:lnTo>
                    <a:pt x="44973" y="31069"/>
                  </a:lnTo>
                  <a:lnTo>
                    <a:pt x="49551" y="27073"/>
                  </a:lnTo>
                  <a:lnTo>
                    <a:pt x="49076" y="25896"/>
                  </a:lnTo>
                  <a:lnTo>
                    <a:pt x="47076" y="25974"/>
                  </a:lnTo>
                  <a:lnTo>
                    <a:pt x="45223" y="24919"/>
                  </a:lnTo>
                  <a:lnTo>
                    <a:pt x="44233" y="23349"/>
                  </a:lnTo>
                  <a:lnTo>
                    <a:pt x="48568" y="17836"/>
                  </a:lnTo>
                  <a:lnTo>
                    <a:pt x="50608" y="17038"/>
                  </a:lnTo>
                  <a:lnTo>
                    <a:pt x="50735" y="13832"/>
                  </a:lnTo>
                  <a:lnTo>
                    <a:pt x="53581" y="11922"/>
                  </a:lnTo>
                  <a:lnTo>
                    <a:pt x="59441" y="9867"/>
                  </a:lnTo>
                  <a:lnTo>
                    <a:pt x="61013" y="8715"/>
                  </a:lnTo>
                  <a:lnTo>
                    <a:pt x="61377" y="6382"/>
                  </a:lnTo>
                  <a:lnTo>
                    <a:pt x="57904" y="2137"/>
                  </a:lnTo>
                  <a:lnTo>
                    <a:pt x="57688" y="383"/>
                  </a:lnTo>
                  <a:lnTo>
                    <a:pt x="6311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h3603"/>
            <p:cNvSpPr/>
            <p:nvPr/>
          </p:nvSpPr>
          <p:spPr>
            <a:xfrm>
              <a:off x="5826134" y="1908484"/>
              <a:ext cx="80021" cy="93429"/>
            </a:xfrm>
            <a:custGeom>
              <a:avLst/>
              <a:pathLst>
                <a:path w="80021" h="93429">
                  <a:moveTo>
                    <a:pt x="35530" y="258"/>
                  </a:moveTo>
                  <a:lnTo>
                    <a:pt x="37652" y="2646"/>
                  </a:lnTo>
                  <a:lnTo>
                    <a:pt x="37350" y="4499"/>
                  </a:lnTo>
                  <a:lnTo>
                    <a:pt x="35361" y="5016"/>
                  </a:lnTo>
                  <a:lnTo>
                    <a:pt x="34806" y="8880"/>
                  </a:lnTo>
                  <a:lnTo>
                    <a:pt x="35775" y="10026"/>
                  </a:lnTo>
                  <a:lnTo>
                    <a:pt x="40491" y="8882"/>
                  </a:lnTo>
                  <a:lnTo>
                    <a:pt x="38027" y="12316"/>
                  </a:lnTo>
                  <a:lnTo>
                    <a:pt x="39468" y="14599"/>
                  </a:lnTo>
                  <a:lnTo>
                    <a:pt x="43391" y="12258"/>
                  </a:lnTo>
                  <a:lnTo>
                    <a:pt x="47341" y="11043"/>
                  </a:lnTo>
                  <a:lnTo>
                    <a:pt x="54985" y="12560"/>
                  </a:lnTo>
                  <a:lnTo>
                    <a:pt x="57884" y="16127"/>
                  </a:lnTo>
                  <a:lnTo>
                    <a:pt x="57387" y="16402"/>
                  </a:lnTo>
                  <a:lnTo>
                    <a:pt x="59047" y="19459"/>
                  </a:lnTo>
                  <a:lnTo>
                    <a:pt x="57145" y="23843"/>
                  </a:lnTo>
                  <a:lnTo>
                    <a:pt x="50840" y="27689"/>
                  </a:lnTo>
                  <a:lnTo>
                    <a:pt x="56278" y="29119"/>
                  </a:lnTo>
                  <a:lnTo>
                    <a:pt x="55502" y="32409"/>
                  </a:lnTo>
                  <a:lnTo>
                    <a:pt x="57041" y="35430"/>
                  </a:lnTo>
                  <a:lnTo>
                    <a:pt x="61157" y="40117"/>
                  </a:lnTo>
                  <a:lnTo>
                    <a:pt x="60900" y="41283"/>
                  </a:lnTo>
                  <a:lnTo>
                    <a:pt x="58195" y="42803"/>
                  </a:lnTo>
                  <a:lnTo>
                    <a:pt x="55065" y="42632"/>
                  </a:lnTo>
                  <a:lnTo>
                    <a:pt x="56877" y="48588"/>
                  </a:lnTo>
                  <a:lnTo>
                    <a:pt x="59253" y="49360"/>
                  </a:lnTo>
                  <a:lnTo>
                    <a:pt x="60849" y="51665"/>
                  </a:lnTo>
                  <a:lnTo>
                    <a:pt x="60971" y="53742"/>
                  </a:lnTo>
                  <a:lnTo>
                    <a:pt x="71411" y="53317"/>
                  </a:lnTo>
                  <a:lnTo>
                    <a:pt x="74128" y="55727"/>
                  </a:lnTo>
                  <a:lnTo>
                    <a:pt x="77755" y="61387"/>
                  </a:lnTo>
                  <a:lnTo>
                    <a:pt x="76990" y="61561"/>
                  </a:lnTo>
                  <a:lnTo>
                    <a:pt x="80021" y="65988"/>
                  </a:lnTo>
                  <a:lnTo>
                    <a:pt x="79868" y="69097"/>
                  </a:lnTo>
                  <a:lnTo>
                    <a:pt x="77771" y="68634"/>
                  </a:lnTo>
                  <a:lnTo>
                    <a:pt x="74386" y="64956"/>
                  </a:lnTo>
                  <a:lnTo>
                    <a:pt x="69220" y="67923"/>
                  </a:lnTo>
                  <a:lnTo>
                    <a:pt x="68130" y="73360"/>
                  </a:lnTo>
                  <a:lnTo>
                    <a:pt x="69041" y="74478"/>
                  </a:lnTo>
                  <a:lnTo>
                    <a:pt x="67636" y="75360"/>
                  </a:lnTo>
                  <a:lnTo>
                    <a:pt x="66003" y="75080"/>
                  </a:lnTo>
                  <a:lnTo>
                    <a:pt x="61533" y="71504"/>
                  </a:lnTo>
                  <a:lnTo>
                    <a:pt x="59684" y="74651"/>
                  </a:lnTo>
                  <a:lnTo>
                    <a:pt x="59287" y="77321"/>
                  </a:lnTo>
                  <a:lnTo>
                    <a:pt x="54474" y="85172"/>
                  </a:lnTo>
                  <a:lnTo>
                    <a:pt x="53748" y="89448"/>
                  </a:lnTo>
                  <a:lnTo>
                    <a:pt x="52042" y="93429"/>
                  </a:lnTo>
                  <a:lnTo>
                    <a:pt x="51712" y="91262"/>
                  </a:lnTo>
                  <a:lnTo>
                    <a:pt x="48875" y="91415"/>
                  </a:lnTo>
                  <a:lnTo>
                    <a:pt x="49862" y="86845"/>
                  </a:lnTo>
                  <a:lnTo>
                    <a:pt x="47485" y="79597"/>
                  </a:lnTo>
                  <a:lnTo>
                    <a:pt x="46023" y="80985"/>
                  </a:lnTo>
                  <a:lnTo>
                    <a:pt x="42645" y="82187"/>
                  </a:lnTo>
                  <a:lnTo>
                    <a:pt x="32866" y="73745"/>
                  </a:lnTo>
                  <a:lnTo>
                    <a:pt x="33711" y="65965"/>
                  </a:lnTo>
                  <a:lnTo>
                    <a:pt x="31605" y="65631"/>
                  </a:lnTo>
                  <a:lnTo>
                    <a:pt x="28452" y="69250"/>
                  </a:lnTo>
                  <a:lnTo>
                    <a:pt x="20825" y="69671"/>
                  </a:lnTo>
                  <a:lnTo>
                    <a:pt x="19228" y="68017"/>
                  </a:lnTo>
                  <a:lnTo>
                    <a:pt x="18728" y="55660"/>
                  </a:lnTo>
                  <a:lnTo>
                    <a:pt x="22443" y="51247"/>
                  </a:lnTo>
                  <a:lnTo>
                    <a:pt x="21618" y="47444"/>
                  </a:lnTo>
                  <a:lnTo>
                    <a:pt x="16317" y="34158"/>
                  </a:lnTo>
                  <a:lnTo>
                    <a:pt x="20496" y="33728"/>
                  </a:lnTo>
                  <a:lnTo>
                    <a:pt x="16189" y="30170"/>
                  </a:lnTo>
                  <a:lnTo>
                    <a:pt x="14961" y="30259"/>
                  </a:lnTo>
                  <a:lnTo>
                    <a:pt x="14761" y="32182"/>
                  </a:lnTo>
                  <a:lnTo>
                    <a:pt x="12779" y="31866"/>
                  </a:lnTo>
                  <a:lnTo>
                    <a:pt x="9554" y="28431"/>
                  </a:lnTo>
                  <a:lnTo>
                    <a:pt x="6198" y="28569"/>
                  </a:lnTo>
                  <a:lnTo>
                    <a:pt x="2724" y="25295"/>
                  </a:lnTo>
                  <a:lnTo>
                    <a:pt x="0" y="21324"/>
                  </a:lnTo>
                  <a:lnTo>
                    <a:pt x="215" y="17690"/>
                  </a:lnTo>
                  <a:lnTo>
                    <a:pt x="326" y="16586"/>
                  </a:lnTo>
                  <a:lnTo>
                    <a:pt x="3848" y="17330"/>
                  </a:lnTo>
                  <a:lnTo>
                    <a:pt x="8222" y="20601"/>
                  </a:lnTo>
                  <a:lnTo>
                    <a:pt x="10644" y="21004"/>
                  </a:lnTo>
                  <a:lnTo>
                    <a:pt x="12090" y="21165"/>
                  </a:lnTo>
                  <a:lnTo>
                    <a:pt x="11460" y="19423"/>
                  </a:lnTo>
                  <a:lnTo>
                    <a:pt x="12119" y="18957"/>
                  </a:lnTo>
                  <a:lnTo>
                    <a:pt x="17310" y="19417"/>
                  </a:lnTo>
                  <a:lnTo>
                    <a:pt x="19664" y="20510"/>
                  </a:lnTo>
                  <a:lnTo>
                    <a:pt x="22704" y="17719"/>
                  </a:lnTo>
                  <a:lnTo>
                    <a:pt x="24354" y="10296"/>
                  </a:lnTo>
                  <a:lnTo>
                    <a:pt x="28334" y="11043"/>
                  </a:lnTo>
                  <a:lnTo>
                    <a:pt x="29287" y="10379"/>
                  </a:lnTo>
                  <a:lnTo>
                    <a:pt x="29587" y="8432"/>
                  </a:lnTo>
                  <a:lnTo>
                    <a:pt x="30898" y="5359"/>
                  </a:lnTo>
                  <a:lnTo>
                    <a:pt x="33521" y="6008"/>
                  </a:lnTo>
                  <a:lnTo>
                    <a:pt x="34047" y="3822"/>
                  </a:lnTo>
                  <a:lnTo>
                    <a:pt x="3211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h3604"/>
            <p:cNvSpPr/>
            <p:nvPr/>
          </p:nvSpPr>
          <p:spPr>
            <a:xfrm>
              <a:off x="6054645" y="1846896"/>
              <a:ext cx="177548" cy="167096"/>
            </a:xfrm>
            <a:custGeom>
              <a:avLst/>
              <a:pathLst>
                <a:path w="177548" h="167096">
                  <a:moveTo>
                    <a:pt x="89677" y="1696"/>
                  </a:moveTo>
                  <a:lnTo>
                    <a:pt x="92600" y="4204"/>
                  </a:lnTo>
                  <a:lnTo>
                    <a:pt x="92549" y="7641"/>
                  </a:lnTo>
                  <a:lnTo>
                    <a:pt x="99488" y="10031"/>
                  </a:lnTo>
                  <a:lnTo>
                    <a:pt x="94252" y="16326"/>
                  </a:lnTo>
                  <a:lnTo>
                    <a:pt x="97620" y="17162"/>
                  </a:lnTo>
                  <a:lnTo>
                    <a:pt x="101687" y="20730"/>
                  </a:lnTo>
                  <a:lnTo>
                    <a:pt x="103953" y="18171"/>
                  </a:lnTo>
                  <a:lnTo>
                    <a:pt x="107497" y="22272"/>
                  </a:lnTo>
                  <a:lnTo>
                    <a:pt x="112837" y="16201"/>
                  </a:lnTo>
                  <a:lnTo>
                    <a:pt x="112982" y="13886"/>
                  </a:lnTo>
                  <a:lnTo>
                    <a:pt x="115169" y="7560"/>
                  </a:lnTo>
                  <a:lnTo>
                    <a:pt x="118945" y="9726"/>
                  </a:lnTo>
                  <a:lnTo>
                    <a:pt x="123298" y="11178"/>
                  </a:lnTo>
                  <a:lnTo>
                    <a:pt x="126062" y="7676"/>
                  </a:lnTo>
                  <a:lnTo>
                    <a:pt x="130408" y="11413"/>
                  </a:lnTo>
                  <a:lnTo>
                    <a:pt x="133140" y="16471"/>
                  </a:lnTo>
                  <a:lnTo>
                    <a:pt x="132288" y="20598"/>
                  </a:lnTo>
                  <a:lnTo>
                    <a:pt x="136043" y="25627"/>
                  </a:lnTo>
                  <a:lnTo>
                    <a:pt x="140873" y="19919"/>
                  </a:lnTo>
                  <a:lnTo>
                    <a:pt x="146167" y="20252"/>
                  </a:lnTo>
                  <a:lnTo>
                    <a:pt x="146232" y="23561"/>
                  </a:lnTo>
                  <a:lnTo>
                    <a:pt x="155137" y="20530"/>
                  </a:lnTo>
                  <a:lnTo>
                    <a:pt x="167598" y="26147"/>
                  </a:lnTo>
                  <a:lnTo>
                    <a:pt x="169427" y="20820"/>
                  </a:lnTo>
                  <a:lnTo>
                    <a:pt x="174442" y="20214"/>
                  </a:lnTo>
                  <a:lnTo>
                    <a:pt x="177548" y="22140"/>
                  </a:lnTo>
                  <a:lnTo>
                    <a:pt x="176049" y="27819"/>
                  </a:lnTo>
                  <a:lnTo>
                    <a:pt x="175915" y="31690"/>
                  </a:lnTo>
                  <a:lnTo>
                    <a:pt x="166693" y="50205"/>
                  </a:lnTo>
                  <a:lnTo>
                    <a:pt x="162960" y="57118"/>
                  </a:lnTo>
                  <a:lnTo>
                    <a:pt x="162403" y="56852"/>
                  </a:lnTo>
                  <a:lnTo>
                    <a:pt x="151618" y="79182"/>
                  </a:lnTo>
                  <a:lnTo>
                    <a:pt x="145130" y="95895"/>
                  </a:lnTo>
                  <a:lnTo>
                    <a:pt x="150296" y="97618"/>
                  </a:lnTo>
                  <a:lnTo>
                    <a:pt x="148620" y="102782"/>
                  </a:lnTo>
                  <a:lnTo>
                    <a:pt x="143453" y="101070"/>
                  </a:lnTo>
                  <a:lnTo>
                    <a:pt x="144140" y="98985"/>
                  </a:lnTo>
                  <a:lnTo>
                    <a:pt x="142101" y="98304"/>
                  </a:lnTo>
                  <a:lnTo>
                    <a:pt x="143235" y="105714"/>
                  </a:lnTo>
                  <a:lnTo>
                    <a:pt x="142922" y="109581"/>
                  </a:lnTo>
                  <a:lnTo>
                    <a:pt x="141381" y="112075"/>
                  </a:lnTo>
                  <a:lnTo>
                    <a:pt x="143073" y="113105"/>
                  </a:lnTo>
                  <a:lnTo>
                    <a:pt x="147639" y="113167"/>
                  </a:lnTo>
                  <a:lnTo>
                    <a:pt x="143902" y="116613"/>
                  </a:lnTo>
                  <a:lnTo>
                    <a:pt x="149591" y="123651"/>
                  </a:lnTo>
                  <a:lnTo>
                    <a:pt x="147750" y="133482"/>
                  </a:lnTo>
                  <a:lnTo>
                    <a:pt x="149118" y="140152"/>
                  </a:lnTo>
                  <a:lnTo>
                    <a:pt x="150692" y="139413"/>
                  </a:lnTo>
                  <a:lnTo>
                    <a:pt x="151576" y="143703"/>
                  </a:lnTo>
                  <a:lnTo>
                    <a:pt x="122140" y="142764"/>
                  </a:lnTo>
                  <a:lnTo>
                    <a:pt x="121372" y="144637"/>
                  </a:lnTo>
                  <a:lnTo>
                    <a:pt x="113428" y="142719"/>
                  </a:lnTo>
                  <a:lnTo>
                    <a:pt x="109329" y="145885"/>
                  </a:lnTo>
                  <a:lnTo>
                    <a:pt x="106865" y="145155"/>
                  </a:lnTo>
                  <a:lnTo>
                    <a:pt x="102682" y="142554"/>
                  </a:lnTo>
                  <a:lnTo>
                    <a:pt x="90578" y="149033"/>
                  </a:lnTo>
                  <a:lnTo>
                    <a:pt x="83125" y="156019"/>
                  </a:lnTo>
                  <a:lnTo>
                    <a:pt x="77740" y="152325"/>
                  </a:lnTo>
                  <a:lnTo>
                    <a:pt x="75928" y="156514"/>
                  </a:lnTo>
                  <a:lnTo>
                    <a:pt x="69298" y="157516"/>
                  </a:lnTo>
                  <a:lnTo>
                    <a:pt x="67115" y="155660"/>
                  </a:lnTo>
                  <a:lnTo>
                    <a:pt x="61616" y="152942"/>
                  </a:lnTo>
                  <a:lnTo>
                    <a:pt x="55098" y="151695"/>
                  </a:lnTo>
                  <a:lnTo>
                    <a:pt x="50332" y="153657"/>
                  </a:lnTo>
                  <a:lnTo>
                    <a:pt x="52700" y="157827"/>
                  </a:lnTo>
                  <a:lnTo>
                    <a:pt x="50441" y="159738"/>
                  </a:lnTo>
                  <a:lnTo>
                    <a:pt x="47059" y="155914"/>
                  </a:lnTo>
                  <a:lnTo>
                    <a:pt x="45561" y="154921"/>
                  </a:lnTo>
                  <a:lnTo>
                    <a:pt x="44032" y="154989"/>
                  </a:lnTo>
                  <a:lnTo>
                    <a:pt x="43252" y="155165"/>
                  </a:lnTo>
                  <a:lnTo>
                    <a:pt x="43108" y="157423"/>
                  </a:lnTo>
                  <a:lnTo>
                    <a:pt x="37667" y="156988"/>
                  </a:lnTo>
                  <a:lnTo>
                    <a:pt x="36164" y="158262"/>
                  </a:lnTo>
                  <a:lnTo>
                    <a:pt x="33221" y="161378"/>
                  </a:lnTo>
                  <a:lnTo>
                    <a:pt x="33059" y="165760"/>
                  </a:lnTo>
                  <a:lnTo>
                    <a:pt x="28876" y="166801"/>
                  </a:lnTo>
                  <a:lnTo>
                    <a:pt x="28357" y="164807"/>
                  </a:lnTo>
                  <a:lnTo>
                    <a:pt x="23863" y="163147"/>
                  </a:lnTo>
                  <a:lnTo>
                    <a:pt x="18937" y="163815"/>
                  </a:lnTo>
                  <a:lnTo>
                    <a:pt x="19480" y="164664"/>
                  </a:lnTo>
                  <a:lnTo>
                    <a:pt x="13203" y="161872"/>
                  </a:lnTo>
                  <a:lnTo>
                    <a:pt x="12499" y="167096"/>
                  </a:lnTo>
                  <a:lnTo>
                    <a:pt x="6258" y="161023"/>
                  </a:lnTo>
                  <a:lnTo>
                    <a:pt x="5232" y="161388"/>
                  </a:lnTo>
                  <a:lnTo>
                    <a:pt x="3038" y="159596"/>
                  </a:lnTo>
                  <a:lnTo>
                    <a:pt x="1902" y="157707"/>
                  </a:lnTo>
                  <a:lnTo>
                    <a:pt x="1651" y="156962"/>
                  </a:lnTo>
                  <a:lnTo>
                    <a:pt x="5159" y="152132"/>
                  </a:lnTo>
                  <a:lnTo>
                    <a:pt x="9019" y="150770"/>
                  </a:lnTo>
                  <a:lnTo>
                    <a:pt x="9610" y="148771"/>
                  </a:lnTo>
                  <a:lnTo>
                    <a:pt x="9690" y="143518"/>
                  </a:lnTo>
                  <a:lnTo>
                    <a:pt x="5240" y="142056"/>
                  </a:lnTo>
                  <a:lnTo>
                    <a:pt x="610" y="135689"/>
                  </a:lnTo>
                  <a:lnTo>
                    <a:pt x="365" y="126781"/>
                  </a:lnTo>
                  <a:lnTo>
                    <a:pt x="4349" y="125489"/>
                  </a:lnTo>
                  <a:lnTo>
                    <a:pt x="0" y="123260"/>
                  </a:lnTo>
                  <a:lnTo>
                    <a:pt x="3441" y="118115"/>
                  </a:lnTo>
                  <a:lnTo>
                    <a:pt x="6989" y="116073"/>
                  </a:lnTo>
                  <a:lnTo>
                    <a:pt x="21255" y="116370"/>
                  </a:lnTo>
                  <a:lnTo>
                    <a:pt x="27231" y="113403"/>
                  </a:lnTo>
                  <a:lnTo>
                    <a:pt x="29160" y="113074"/>
                  </a:lnTo>
                  <a:lnTo>
                    <a:pt x="31287" y="114411"/>
                  </a:lnTo>
                  <a:lnTo>
                    <a:pt x="30518" y="116691"/>
                  </a:lnTo>
                  <a:lnTo>
                    <a:pt x="29535" y="117503"/>
                  </a:lnTo>
                  <a:lnTo>
                    <a:pt x="30193" y="118930"/>
                  </a:lnTo>
                  <a:lnTo>
                    <a:pt x="31674" y="119349"/>
                  </a:lnTo>
                  <a:lnTo>
                    <a:pt x="34058" y="116377"/>
                  </a:lnTo>
                  <a:lnTo>
                    <a:pt x="46145" y="113015"/>
                  </a:lnTo>
                  <a:lnTo>
                    <a:pt x="45541" y="111044"/>
                  </a:lnTo>
                  <a:lnTo>
                    <a:pt x="46543" y="110333"/>
                  </a:lnTo>
                  <a:lnTo>
                    <a:pt x="56856" y="107024"/>
                  </a:lnTo>
                  <a:lnTo>
                    <a:pt x="56340" y="106091"/>
                  </a:lnTo>
                  <a:lnTo>
                    <a:pt x="54390" y="105235"/>
                  </a:lnTo>
                  <a:lnTo>
                    <a:pt x="51699" y="105327"/>
                  </a:lnTo>
                  <a:lnTo>
                    <a:pt x="50492" y="104407"/>
                  </a:lnTo>
                  <a:lnTo>
                    <a:pt x="49974" y="97940"/>
                  </a:lnTo>
                  <a:lnTo>
                    <a:pt x="47310" y="95799"/>
                  </a:lnTo>
                  <a:lnTo>
                    <a:pt x="46367" y="91059"/>
                  </a:lnTo>
                  <a:lnTo>
                    <a:pt x="49713" y="89794"/>
                  </a:lnTo>
                  <a:lnTo>
                    <a:pt x="50845" y="88070"/>
                  </a:lnTo>
                  <a:lnTo>
                    <a:pt x="50768" y="86946"/>
                  </a:lnTo>
                  <a:lnTo>
                    <a:pt x="50082" y="85987"/>
                  </a:lnTo>
                  <a:lnTo>
                    <a:pt x="42887" y="82773"/>
                  </a:lnTo>
                  <a:lnTo>
                    <a:pt x="36266" y="69305"/>
                  </a:lnTo>
                  <a:lnTo>
                    <a:pt x="36970" y="67397"/>
                  </a:lnTo>
                  <a:lnTo>
                    <a:pt x="37900" y="68216"/>
                  </a:lnTo>
                  <a:lnTo>
                    <a:pt x="44053" y="64133"/>
                  </a:lnTo>
                  <a:lnTo>
                    <a:pt x="44625" y="62209"/>
                  </a:lnTo>
                  <a:lnTo>
                    <a:pt x="48407" y="62590"/>
                  </a:lnTo>
                  <a:lnTo>
                    <a:pt x="48810" y="63335"/>
                  </a:lnTo>
                  <a:lnTo>
                    <a:pt x="52210" y="62631"/>
                  </a:lnTo>
                  <a:lnTo>
                    <a:pt x="63081" y="46715"/>
                  </a:lnTo>
                  <a:lnTo>
                    <a:pt x="64972" y="31537"/>
                  </a:lnTo>
                  <a:lnTo>
                    <a:pt x="67365" y="27631"/>
                  </a:lnTo>
                  <a:lnTo>
                    <a:pt x="66989" y="26243"/>
                  </a:lnTo>
                  <a:lnTo>
                    <a:pt x="62266" y="27302"/>
                  </a:lnTo>
                  <a:lnTo>
                    <a:pt x="62449" y="22458"/>
                  </a:lnTo>
                  <a:lnTo>
                    <a:pt x="70515" y="20440"/>
                  </a:lnTo>
                  <a:lnTo>
                    <a:pt x="70259" y="18320"/>
                  </a:lnTo>
                  <a:lnTo>
                    <a:pt x="73775" y="15156"/>
                  </a:lnTo>
                  <a:lnTo>
                    <a:pt x="77304" y="15277"/>
                  </a:lnTo>
                  <a:lnTo>
                    <a:pt x="74577" y="8902"/>
                  </a:lnTo>
                  <a:lnTo>
                    <a:pt x="73553" y="8826"/>
                  </a:lnTo>
                  <a:lnTo>
                    <a:pt x="73642" y="4606"/>
                  </a:lnTo>
                  <a:lnTo>
                    <a:pt x="8433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h3605"/>
            <p:cNvSpPr/>
            <p:nvPr/>
          </p:nvSpPr>
          <p:spPr>
            <a:xfrm>
              <a:off x="5815163" y="1588433"/>
              <a:ext cx="119973" cy="162425"/>
            </a:xfrm>
            <a:custGeom>
              <a:avLst/>
              <a:pathLst>
                <a:path w="119973" h="162425">
                  <a:moveTo>
                    <a:pt x="60973" y="360"/>
                  </a:moveTo>
                  <a:lnTo>
                    <a:pt x="67440" y="771"/>
                  </a:lnTo>
                  <a:lnTo>
                    <a:pt x="67963" y="7592"/>
                  </a:lnTo>
                  <a:lnTo>
                    <a:pt x="65553" y="8688"/>
                  </a:lnTo>
                  <a:lnTo>
                    <a:pt x="65501" y="12765"/>
                  </a:lnTo>
                  <a:lnTo>
                    <a:pt x="63911" y="17243"/>
                  </a:lnTo>
                  <a:lnTo>
                    <a:pt x="61704" y="18453"/>
                  </a:lnTo>
                  <a:lnTo>
                    <a:pt x="55473" y="18352"/>
                  </a:lnTo>
                  <a:lnTo>
                    <a:pt x="63065" y="28128"/>
                  </a:lnTo>
                  <a:lnTo>
                    <a:pt x="58586" y="32569"/>
                  </a:lnTo>
                  <a:lnTo>
                    <a:pt x="56252" y="37146"/>
                  </a:lnTo>
                  <a:lnTo>
                    <a:pt x="63788" y="37133"/>
                  </a:lnTo>
                  <a:lnTo>
                    <a:pt x="48705" y="55458"/>
                  </a:lnTo>
                  <a:lnTo>
                    <a:pt x="57314" y="63107"/>
                  </a:lnTo>
                  <a:lnTo>
                    <a:pt x="51646" y="70157"/>
                  </a:lnTo>
                  <a:lnTo>
                    <a:pt x="56152" y="70692"/>
                  </a:lnTo>
                  <a:lnTo>
                    <a:pt x="59138" y="66780"/>
                  </a:lnTo>
                  <a:lnTo>
                    <a:pt x="61008" y="68344"/>
                  </a:lnTo>
                  <a:lnTo>
                    <a:pt x="64483" y="63952"/>
                  </a:lnTo>
                  <a:lnTo>
                    <a:pt x="67229" y="65404"/>
                  </a:lnTo>
                  <a:lnTo>
                    <a:pt x="72543" y="66568"/>
                  </a:lnTo>
                  <a:lnTo>
                    <a:pt x="77037" y="70876"/>
                  </a:lnTo>
                  <a:lnTo>
                    <a:pt x="76778" y="73140"/>
                  </a:lnTo>
                  <a:lnTo>
                    <a:pt x="95145" y="79869"/>
                  </a:lnTo>
                  <a:lnTo>
                    <a:pt x="89667" y="101674"/>
                  </a:lnTo>
                  <a:lnTo>
                    <a:pt x="89933" y="103964"/>
                  </a:lnTo>
                  <a:lnTo>
                    <a:pt x="91510" y="105556"/>
                  </a:lnTo>
                  <a:lnTo>
                    <a:pt x="92919" y="108956"/>
                  </a:lnTo>
                  <a:lnTo>
                    <a:pt x="93319" y="111595"/>
                  </a:lnTo>
                  <a:lnTo>
                    <a:pt x="92511" y="113629"/>
                  </a:lnTo>
                  <a:lnTo>
                    <a:pt x="94698" y="117384"/>
                  </a:lnTo>
                  <a:lnTo>
                    <a:pt x="100055" y="119674"/>
                  </a:lnTo>
                  <a:lnTo>
                    <a:pt x="104080" y="120210"/>
                  </a:lnTo>
                  <a:lnTo>
                    <a:pt x="102936" y="123750"/>
                  </a:lnTo>
                  <a:lnTo>
                    <a:pt x="104044" y="128082"/>
                  </a:lnTo>
                  <a:lnTo>
                    <a:pt x="106629" y="132043"/>
                  </a:lnTo>
                  <a:lnTo>
                    <a:pt x="105109" y="133484"/>
                  </a:lnTo>
                  <a:lnTo>
                    <a:pt x="103175" y="132908"/>
                  </a:lnTo>
                  <a:lnTo>
                    <a:pt x="102956" y="141078"/>
                  </a:lnTo>
                  <a:lnTo>
                    <a:pt x="108768" y="142209"/>
                  </a:lnTo>
                  <a:lnTo>
                    <a:pt x="108664" y="145782"/>
                  </a:lnTo>
                  <a:lnTo>
                    <a:pt x="119973" y="157762"/>
                  </a:lnTo>
                  <a:lnTo>
                    <a:pt x="114361" y="157951"/>
                  </a:lnTo>
                  <a:lnTo>
                    <a:pt x="102039" y="156737"/>
                  </a:lnTo>
                  <a:lnTo>
                    <a:pt x="92165" y="161970"/>
                  </a:lnTo>
                  <a:lnTo>
                    <a:pt x="87848" y="159449"/>
                  </a:lnTo>
                  <a:lnTo>
                    <a:pt x="82688" y="158771"/>
                  </a:lnTo>
                  <a:lnTo>
                    <a:pt x="78627" y="162425"/>
                  </a:lnTo>
                  <a:lnTo>
                    <a:pt x="73395" y="161085"/>
                  </a:lnTo>
                  <a:lnTo>
                    <a:pt x="67876" y="161504"/>
                  </a:lnTo>
                  <a:lnTo>
                    <a:pt x="65776" y="157574"/>
                  </a:lnTo>
                  <a:lnTo>
                    <a:pt x="57769" y="157773"/>
                  </a:lnTo>
                  <a:lnTo>
                    <a:pt x="58333" y="156798"/>
                  </a:lnTo>
                  <a:lnTo>
                    <a:pt x="56775" y="154904"/>
                  </a:lnTo>
                  <a:lnTo>
                    <a:pt x="46265" y="156959"/>
                  </a:lnTo>
                  <a:lnTo>
                    <a:pt x="32995" y="156213"/>
                  </a:lnTo>
                  <a:lnTo>
                    <a:pt x="29863" y="157433"/>
                  </a:lnTo>
                  <a:lnTo>
                    <a:pt x="26653" y="160935"/>
                  </a:lnTo>
                  <a:lnTo>
                    <a:pt x="23681" y="161010"/>
                  </a:lnTo>
                  <a:lnTo>
                    <a:pt x="26165" y="150127"/>
                  </a:lnTo>
                  <a:lnTo>
                    <a:pt x="25536" y="144411"/>
                  </a:lnTo>
                  <a:lnTo>
                    <a:pt x="21971" y="144757"/>
                  </a:lnTo>
                  <a:lnTo>
                    <a:pt x="23227" y="140762"/>
                  </a:lnTo>
                  <a:lnTo>
                    <a:pt x="23086" y="137249"/>
                  </a:lnTo>
                  <a:lnTo>
                    <a:pt x="20028" y="132492"/>
                  </a:lnTo>
                  <a:lnTo>
                    <a:pt x="20166" y="128041"/>
                  </a:lnTo>
                  <a:lnTo>
                    <a:pt x="19651" y="126810"/>
                  </a:lnTo>
                  <a:lnTo>
                    <a:pt x="13536" y="128320"/>
                  </a:lnTo>
                  <a:lnTo>
                    <a:pt x="15692" y="121954"/>
                  </a:lnTo>
                  <a:lnTo>
                    <a:pt x="12210" y="116979"/>
                  </a:lnTo>
                  <a:lnTo>
                    <a:pt x="9399" y="117197"/>
                  </a:lnTo>
                  <a:lnTo>
                    <a:pt x="7316" y="115078"/>
                  </a:lnTo>
                  <a:lnTo>
                    <a:pt x="7173" y="112811"/>
                  </a:lnTo>
                  <a:lnTo>
                    <a:pt x="0" y="106455"/>
                  </a:lnTo>
                  <a:lnTo>
                    <a:pt x="21461" y="107022"/>
                  </a:lnTo>
                  <a:lnTo>
                    <a:pt x="22637" y="70720"/>
                  </a:lnTo>
                  <a:lnTo>
                    <a:pt x="21208" y="62818"/>
                  </a:lnTo>
                  <a:lnTo>
                    <a:pt x="26877" y="61998"/>
                  </a:lnTo>
                  <a:lnTo>
                    <a:pt x="25868" y="53069"/>
                  </a:lnTo>
                  <a:lnTo>
                    <a:pt x="22938" y="47937"/>
                  </a:lnTo>
                  <a:lnTo>
                    <a:pt x="19323" y="43888"/>
                  </a:lnTo>
                  <a:lnTo>
                    <a:pt x="26740" y="44018"/>
                  </a:lnTo>
                  <a:lnTo>
                    <a:pt x="27279" y="35665"/>
                  </a:lnTo>
                  <a:lnTo>
                    <a:pt x="26055" y="26670"/>
                  </a:lnTo>
                  <a:lnTo>
                    <a:pt x="20900" y="22086"/>
                  </a:lnTo>
                  <a:lnTo>
                    <a:pt x="17871" y="20410"/>
                  </a:lnTo>
                  <a:lnTo>
                    <a:pt x="18221" y="11418"/>
                  </a:lnTo>
                  <a:lnTo>
                    <a:pt x="29446" y="11856"/>
                  </a:lnTo>
                  <a:lnTo>
                    <a:pt x="33635" y="2703"/>
                  </a:lnTo>
                  <a:lnTo>
                    <a:pt x="34848" y="2711"/>
                  </a:lnTo>
                  <a:lnTo>
                    <a:pt x="38945" y="5759"/>
                  </a:lnTo>
                  <a:lnTo>
                    <a:pt x="39815" y="9771"/>
                  </a:lnTo>
                  <a:lnTo>
                    <a:pt x="43583" y="12647"/>
                  </a:lnTo>
                  <a:lnTo>
                    <a:pt x="46317" y="6865"/>
                  </a:lnTo>
                  <a:lnTo>
                    <a:pt x="49788" y="6640"/>
                  </a:lnTo>
                  <a:lnTo>
                    <a:pt x="51391" y="7544"/>
                  </a:lnTo>
                  <a:lnTo>
                    <a:pt x="5499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h3606"/>
            <p:cNvSpPr/>
            <p:nvPr/>
          </p:nvSpPr>
          <p:spPr>
            <a:xfrm>
              <a:off x="5769768" y="1916492"/>
              <a:ext cx="78809" cy="70154"/>
            </a:xfrm>
            <a:custGeom>
              <a:avLst/>
              <a:pathLst>
                <a:path w="78809" h="70154">
                  <a:moveTo>
                    <a:pt x="38032" y="590"/>
                  </a:moveTo>
                  <a:lnTo>
                    <a:pt x="47862" y="5969"/>
                  </a:lnTo>
                  <a:lnTo>
                    <a:pt x="49801" y="9661"/>
                  </a:lnTo>
                  <a:lnTo>
                    <a:pt x="54267" y="11048"/>
                  </a:lnTo>
                  <a:lnTo>
                    <a:pt x="56580" y="9682"/>
                  </a:lnTo>
                  <a:lnTo>
                    <a:pt x="56365" y="13316"/>
                  </a:lnTo>
                  <a:lnTo>
                    <a:pt x="59089" y="17287"/>
                  </a:lnTo>
                  <a:lnTo>
                    <a:pt x="62563" y="20561"/>
                  </a:lnTo>
                  <a:lnTo>
                    <a:pt x="65919" y="20424"/>
                  </a:lnTo>
                  <a:lnTo>
                    <a:pt x="69145" y="23859"/>
                  </a:lnTo>
                  <a:lnTo>
                    <a:pt x="71127" y="24174"/>
                  </a:lnTo>
                  <a:lnTo>
                    <a:pt x="71326" y="22251"/>
                  </a:lnTo>
                  <a:lnTo>
                    <a:pt x="72554" y="22163"/>
                  </a:lnTo>
                  <a:lnTo>
                    <a:pt x="76861" y="25720"/>
                  </a:lnTo>
                  <a:lnTo>
                    <a:pt x="72682" y="26150"/>
                  </a:lnTo>
                  <a:lnTo>
                    <a:pt x="77984" y="39436"/>
                  </a:lnTo>
                  <a:lnTo>
                    <a:pt x="78809" y="43239"/>
                  </a:lnTo>
                  <a:lnTo>
                    <a:pt x="75094" y="47652"/>
                  </a:lnTo>
                  <a:lnTo>
                    <a:pt x="75593" y="60010"/>
                  </a:lnTo>
                  <a:lnTo>
                    <a:pt x="74560" y="60765"/>
                  </a:lnTo>
                  <a:lnTo>
                    <a:pt x="67065" y="60758"/>
                  </a:lnTo>
                  <a:lnTo>
                    <a:pt x="62569" y="70154"/>
                  </a:lnTo>
                  <a:lnTo>
                    <a:pt x="49511" y="55803"/>
                  </a:lnTo>
                  <a:lnTo>
                    <a:pt x="39977" y="50548"/>
                  </a:lnTo>
                  <a:lnTo>
                    <a:pt x="37125" y="51935"/>
                  </a:lnTo>
                  <a:lnTo>
                    <a:pt x="25220" y="63053"/>
                  </a:lnTo>
                  <a:lnTo>
                    <a:pt x="22988" y="68123"/>
                  </a:lnTo>
                  <a:lnTo>
                    <a:pt x="21312" y="68617"/>
                  </a:lnTo>
                  <a:lnTo>
                    <a:pt x="20275" y="67245"/>
                  </a:lnTo>
                  <a:lnTo>
                    <a:pt x="14255" y="55990"/>
                  </a:lnTo>
                  <a:lnTo>
                    <a:pt x="12123" y="56877"/>
                  </a:lnTo>
                  <a:lnTo>
                    <a:pt x="9504" y="60285"/>
                  </a:lnTo>
                  <a:lnTo>
                    <a:pt x="4932" y="59800"/>
                  </a:lnTo>
                  <a:lnTo>
                    <a:pt x="2427" y="56463"/>
                  </a:lnTo>
                  <a:lnTo>
                    <a:pt x="1389" y="56009"/>
                  </a:lnTo>
                  <a:lnTo>
                    <a:pt x="56" y="54584"/>
                  </a:lnTo>
                  <a:lnTo>
                    <a:pt x="0" y="52968"/>
                  </a:lnTo>
                  <a:lnTo>
                    <a:pt x="4473" y="53175"/>
                  </a:lnTo>
                  <a:lnTo>
                    <a:pt x="6678" y="54056"/>
                  </a:lnTo>
                  <a:lnTo>
                    <a:pt x="8258" y="50272"/>
                  </a:lnTo>
                  <a:lnTo>
                    <a:pt x="15494" y="39151"/>
                  </a:lnTo>
                  <a:lnTo>
                    <a:pt x="13842" y="29206"/>
                  </a:lnTo>
                  <a:lnTo>
                    <a:pt x="15121" y="26657"/>
                  </a:lnTo>
                  <a:lnTo>
                    <a:pt x="15766" y="23205"/>
                  </a:lnTo>
                  <a:lnTo>
                    <a:pt x="15167" y="18860"/>
                  </a:lnTo>
                  <a:lnTo>
                    <a:pt x="15791" y="19129"/>
                  </a:lnTo>
                  <a:lnTo>
                    <a:pt x="19928" y="16152"/>
                  </a:lnTo>
                  <a:lnTo>
                    <a:pt x="16921" y="8140"/>
                  </a:lnTo>
                  <a:lnTo>
                    <a:pt x="18326" y="6576"/>
                  </a:lnTo>
                  <a:lnTo>
                    <a:pt x="21994" y="7058"/>
                  </a:lnTo>
                  <a:lnTo>
                    <a:pt x="22517" y="3702"/>
                  </a:lnTo>
                  <a:lnTo>
                    <a:pt x="24111" y="2332"/>
                  </a:lnTo>
                  <a:lnTo>
                    <a:pt x="26610" y="2167"/>
                  </a:lnTo>
                  <a:lnTo>
                    <a:pt x="32462" y="3744"/>
                  </a:lnTo>
                  <a:lnTo>
                    <a:pt x="33846" y="2702"/>
                  </a:lnTo>
                  <a:lnTo>
                    <a:pt x="33966" y="1084"/>
                  </a:lnTo>
                  <a:lnTo>
                    <a:pt x="3555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h3607"/>
            <p:cNvSpPr/>
            <p:nvPr/>
          </p:nvSpPr>
          <p:spPr>
            <a:xfrm>
              <a:off x="5758785" y="2016336"/>
              <a:ext cx="74405" cy="79797"/>
            </a:xfrm>
            <a:custGeom>
              <a:avLst/>
              <a:pathLst>
                <a:path w="74405" h="79797">
                  <a:moveTo>
                    <a:pt x="53309" y="14704"/>
                  </a:moveTo>
                  <a:lnTo>
                    <a:pt x="58068" y="17272"/>
                  </a:lnTo>
                  <a:lnTo>
                    <a:pt x="64942" y="19350"/>
                  </a:lnTo>
                  <a:lnTo>
                    <a:pt x="68090" y="25179"/>
                  </a:lnTo>
                  <a:lnTo>
                    <a:pt x="65542" y="24965"/>
                  </a:lnTo>
                  <a:lnTo>
                    <a:pt x="74405" y="38678"/>
                  </a:lnTo>
                  <a:lnTo>
                    <a:pt x="60575" y="46419"/>
                  </a:lnTo>
                  <a:lnTo>
                    <a:pt x="53630" y="48300"/>
                  </a:lnTo>
                  <a:lnTo>
                    <a:pt x="51129" y="50815"/>
                  </a:lnTo>
                  <a:lnTo>
                    <a:pt x="51156" y="55425"/>
                  </a:lnTo>
                  <a:lnTo>
                    <a:pt x="48422" y="61677"/>
                  </a:lnTo>
                  <a:lnTo>
                    <a:pt x="47516" y="62383"/>
                  </a:lnTo>
                  <a:lnTo>
                    <a:pt x="46227" y="62101"/>
                  </a:lnTo>
                  <a:lnTo>
                    <a:pt x="36038" y="57191"/>
                  </a:lnTo>
                  <a:lnTo>
                    <a:pt x="24848" y="53235"/>
                  </a:lnTo>
                  <a:lnTo>
                    <a:pt x="23850" y="56026"/>
                  </a:lnTo>
                  <a:lnTo>
                    <a:pt x="24300" y="58651"/>
                  </a:lnTo>
                  <a:lnTo>
                    <a:pt x="26828" y="62922"/>
                  </a:lnTo>
                  <a:lnTo>
                    <a:pt x="24126" y="70596"/>
                  </a:lnTo>
                  <a:lnTo>
                    <a:pt x="22607" y="72515"/>
                  </a:lnTo>
                  <a:lnTo>
                    <a:pt x="17495" y="72419"/>
                  </a:lnTo>
                  <a:lnTo>
                    <a:pt x="15614" y="76489"/>
                  </a:lnTo>
                  <a:lnTo>
                    <a:pt x="15877" y="79509"/>
                  </a:lnTo>
                  <a:lnTo>
                    <a:pt x="14092" y="79797"/>
                  </a:lnTo>
                  <a:lnTo>
                    <a:pt x="8906" y="73684"/>
                  </a:lnTo>
                  <a:lnTo>
                    <a:pt x="11515" y="68167"/>
                  </a:lnTo>
                  <a:lnTo>
                    <a:pt x="17699" y="64972"/>
                  </a:lnTo>
                  <a:lnTo>
                    <a:pt x="17136" y="61767"/>
                  </a:lnTo>
                  <a:lnTo>
                    <a:pt x="15098" y="58732"/>
                  </a:lnTo>
                  <a:lnTo>
                    <a:pt x="9591" y="57639"/>
                  </a:lnTo>
                  <a:lnTo>
                    <a:pt x="4103" y="58837"/>
                  </a:lnTo>
                  <a:lnTo>
                    <a:pt x="4062" y="65063"/>
                  </a:lnTo>
                  <a:lnTo>
                    <a:pt x="2687" y="65257"/>
                  </a:lnTo>
                  <a:lnTo>
                    <a:pt x="2225" y="57176"/>
                  </a:lnTo>
                  <a:lnTo>
                    <a:pt x="0" y="52681"/>
                  </a:lnTo>
                  <a:lnTo>
                    <a:pt x="6807" y="51054"/>
                  </a:lnTo>
                  <a:lnTo>
                    <a:pt x="10329" y="49312"/>
                  </a:lnTo>
                  <a:lnTo>
                    <a:pt x="11540" y="33451"/>
                  </a:lnTo>
                  <a:lnTo>
                    <a:pt x="12340" y="31882"/>
                  </a:lnTo>
                  <a:lnTo>
                    <a:pt x="14689" y="30747"/>
                  </a:lnTo>
                  <a:lnTo>
                    <a:pt x="16889" y="31858"/>
                  </a:lnTo>
                  <a:lnTo>
                    <a:pt x="19203" y="29912"/>
                  </a:lnTo>
                  <a:lnTo>
                    <a:pt x="19869" y="27414"/>
                  </a:lnTo>
                  <a:lnTo>
                    <a:pt x="18752" y="26332"/>
                  </a:lnTo>
                  <a:lnTo>
                    <a:pt x="19129" y="25269"/>
                  </a:lnTo>
                  <a:lnTo>
                    <a:pt x="26834" y="24788"/>
                  </a:lnTo>
                  <a:lnTo>
                    <a:pt x="27951" y="19356"/>
                  </a:lnTo>
                  <a:lnTo>
                    <a:pt x="26613" y="14821"/>
                  </a:lnTo>
                  <a:lnTo>
                    <a:pt x="30196" y="15167"/>
                  </a:lnTo>
                  <a:lnTo>
                    <a:pt x="32668" y="16648"/>
                  </a:lnTo>
                  <a:lnTo>
                    <a:pt x="34624" y="14933"/>
                  </a:lnTo>
                  <a:lnTo>
                    <a:pt x="35146" y="14160"/>
                  </a:lnTo>
                  <a:lnTo>
                    <a:pt x="35674" y="2283"/>
                  </a:lnTo>
                  <a:lnTo>
                    <a:pt x="36507" y="1473"/>
                  </a:lnTo>
                  <a:lnTo>
                    <a:pt x="40420" y="6343"/>
                  </a:lnTo>
                  <a:lnTo>
                    <a:pt x="4635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h3608"/>
            <p:cNvSpPr/>
            <p:nvPr/>
          </p:nvSpPr>
          <p:spPr>
            <a:xfrm>
              <a:off x="5830375" y="1801333"/>
              <a:ext cx="36251" cy="54632"/>
            </a:xfrm>
            <a:custGeom>
              <a:avLst/>
              <a:pathLst>
                <a:path w="36251" h="54632">
                  <a:moveTo>
                    <a:pt x="21042" y="1369"/>
                  </a:moveTo>
                  <a:lnTo>
                    <a:pt x="19715" y="4185"/>
                  </a:lnTo>
                  <a:lnTo>
                    <a:pt x="21216" y="7699"/>
                  </a:lnTo>
                  <a:lnTo>
                    <a:pt x="24141" y="8642"/>
                  </a:lnTo>
                  <a:lnTo>
                    <a:pt x="25405" y="10186"/>
                  </a:lnTo>
                  <a:lnTo>
                    <a:pt x="27194" y="13529"/>
                  </a:lnTo>
                  <a:lnTo>
                    <a:pt x="26818" y="16040"/>
                  </a:lnTo>
                  <a:lnTo>
                    <a:pt x="27351" y="17901"/>
                  </a:lnTo>
                  <a:lnTo>
                    <a:pt x="32928" y="22263"/>
                  </a:lnTo>
                  <a:lnTo>
                    <a:pt x="35215" y="25421"/>
                  </a:lnTo>
                  <a:lnTo>
                    <a:pt x="36251" y="30852"/>
                  </a:lnTo>
                  <a:lnTo>
                    <a:pt x="35466" y="32468"/>
                  </a:lnTo>
                  <a:lnTo>
                    <a:pt x="32873" y="33294"/>
                  </a:lnTo>
                  <a:lnTo>
                    <a:pt x="27772" y="33364"/>
                  </a:lnTo>
                  <a:lnTo>
                    <a:pt x="27507" y="35990"/>
                  </a:lnTo>
                  <a:lnTo>
                    <a:pt x="28600" y="36090"/>
                  </a:lnTo>
                  <a:lnTo>
                    <a:pt x="30208" y="39260"/>
                  </a:lnTo>
                  <a:lnTo>
                    <a:pt x="29638" y="41270"/>
                  </a:lnTo>
                  <a:lnTo>
                    <a:pt x="28168" y="41547"/>
                  </a:lnTo>
                  <a:lnTo>
                    <a:pt x="25384" y="44974"/>
                  </a:lnTo>
                  <a:lnTo>
                    <a:pt x="25394" y="48577"/>
                  </a:lnTo>
                  <a:lnTo>
                    <a:pt x="23396" y="53679"/>
                  </a:lnTo>
                  <a:lnTo>
                    <a:pt x="22781" y="53821"/>
                  </a:lnTo>
                  <a:lnTo>
                    <a:pt x="19534" y="54632"/>
                  </a:lnTo>
                  <a:lnTo>
                    <a:pt x="16930" y="49234"/>
                  </a:lnTo>
                  <a:lnTo>
                    <a:pt x="12680" y="48321"/>
                  </a:lnTo>
                  <a:lnTo>
                    <a:pt x="14300" y="43984"/>
                  </a:lnTo>
                  <a:lnTo>
                    <a:pt x="13229" y="43035"/>
                  </a:lnTo>
                  <a:lnTo>
                    <a:pt x="11715" y="43962"/>
                  </a:lnTo>
                  <a:lnTo>
                    <a:pt x="9057" y="43454"/>
                  </a:lnTo>
                  <a:lnTo>
                    <a:pt x="7282" y="41695"/>
                  </a:lnTo>
                  <a:lnTo>
                    <a:pt x="7764" y="39793"/>
                  </a:lnTo>
                  <a:lnTo>
                    <a:pt x="6278" y="37631"/>
                  </a:lnTo>
                  <a:lnTo>
                    <a:pt x="3282" y="37216"/>
                  </a:lnTo>
                  <a:lnTo>
                    <a:pt x="272" y="34017"/>
                  </a:lnTo>
                  <a:lnTo>
                    <a:pt x="2043" y="31826"/>
                  </a:lnTo>
                  <a:lnTo>
                    <a:pt x="2930" y="29432"/>
                  </a:lnTo>
                  <a:lnTo>
                    <a:pt x="758" y="19589"/>
                  </a:lnTo>
                  <a:lnTo>
                    <a:pt x="3768" y="19426"/>
                  </a:lnTo>
                  <a:lnTo>
                    <a:pt x="3059" y="15558"/>
                  </a:lnTo>
                  <a:lnTo>
                    <a:pt x="0" y="15462"/>
                  </a:lnTo>
                  <a:lnTo>
                    <a:pt x="101" y="12116"/>
                  </a:lnTo>
                  <a:lnTo>
                    <a:pt x="3003" y="9346"/>
                  </a:lnTo>
                  <a:lnTo>
                    <a:pt x="6217" y="8996"/>
                  </a:lnTo>
                  <a:lnTo>
                    <a:pt x="12086" y="10186"/>
                  </a:lnTo>
                  <a:lnTo>
                    <a:pt x="13065" y="6711"/>
                  </a:lnTo>
                  <a:lnTo>
                    <a:pt x="11544" y="4581"/>
                  </a:lnTo>
                  <a:lnTo>
                    <a:pt x="11099" y="2303"/>
                  </a:lnTo>
                  <a:lnTo>
                    <a:pt x="14768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h3609"/>
            <p:cNvSpPr/>
            <p:nvPr/>
          </p:nvSpPr>
          <p:spPr>
            <a:xfrm>
              <a:off x="5984143" y="1851517"/>
              <a:ext cx="30747" cy="29195"/>
            </a:xfrm>
            <a:custGeom>
              <a:avLst/>
              <a:pathLst>
                <a:path w="30747" h="29195">
                  <a:moveTo>
                    <a:pt x="11845" y="3269"/>
                  </a:moveTo>
                  <a:lnTo>
                    <a:pt x="17318" y="2398"/>
                  </a:lnTo>
                  <a:lnTo>
                    <a:pt x="28064" y="3271"/>
                  </a:lnTo>
                  <a:lnTo>
                    <a:pt x="28812" y="13380"/>
                  </a:lnTo>
                  <a:lnTo>
                    <a:pt x="30230" y="17729"/>
                  </a:lnTo>
                  <a:lnTo>
                    <a:pt x="24328" y="17557"/>
                  </a:lnTo>
                  <a:lnTo>
                    <a:pt x="30747" y="25122"/>
                  </a:lnTo>
                  <a:lnTo>
                    <a:pt x="28075" y="27511"/>
                  </a:lnTo>
                  <a:lnTo>
                    <a:pt x="25335" y="28080"/>
                  </a:lnTo>
                  <a:lnTo>
                    <a:pt x="25670" y="29125"/>
                  </a:lnTo>
                  <a:lnTo>
                    <a:pt x="21474" y="29195"/>
                  </a:lnTo>
                  <a:lnTo>
                    <a:pt x="15246" y="27478"/>
                  </a:lnTo>
                  <a:lnTo>
                    <a:pt x="16924" y="24318"/>
                  </a:lnTo>
                  <a:lnTo>
                    <a:pt x="16417" y="23399"/>
                  </a:lnTo>
                  <a:lnTo>
                    <a:pt x="8663" y="23382"/>
                  </a:lnTo>
                  <a:lnTo>
                    <a:pt x="4854" y="21082"/>
                  </a:lnTo>
                  <a:lnTo>
                    <a:pt x="3315" y="18462"/>
                  </a:lnTo>
                  <a:lnTo>
                    <a:pt x="0" y="17700"/>
                  </a:lnTo>
                  <a:lnTo>
                    <a:pt x="2075" y="13596"/>
                  </a:lnTo>
                  <a:lnTo>
                    <a:pt x="4344" y="14251"/>
                  </a:lnTo>
                  <a:lnTo>
                    <a:pt x="4771" y="13642"/>
                  </a:lnTo>
                  <a:lnTo>
                    <a:pt x="3834" y="10045"/>
                  </a:lnTo>
                  <a:lnTo>
                    <a:pt x="2555" y="9751"/>
                  </a:lnTo>
                  <a:lnTo>
                    <a:pt x="2574" y="7812"/>
                  </a:lnTo>
                  <a:lnTo>
                    <a:pt x="5981" y="2087"/>
                  </a:lnTo>
                  <a:lnTo>
                    <a:pt x="7395" y="2897"/>
                  </a:lnTo>
                  <a:lnTo>
                    <a:pt x="84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h3610"/>
            <p:cNvSpPr/>
            <p:nvPr/>
          </p:nvSpPr>
          <p:spPr>
            <a:xfrm>
              <a:off x="5763218" y="1473856"/>
              <a:ext cx="157612" cy="130218"/>
            </a:xfrm>
            <a:custGeom>
              <a:avLst/>
              <a:pathLst>
                <a:path w="157612" h="130218">
                  <a:moveTo>
                    <a:pt x="140631" y="5306"/>
                  </a:moveTo>
                  <a:lnTo>
                    <a:pt x="143995" y="17959"/>
                  </a:lnTo>
                  <a:lnTo>
                    <a:pt x="138966" y="24672"/>
                  </a:lnTo>
                  <a:lnTo>
                    <a:pt x="146844" y="27007"/>
                  </a:lnTo>
                  <a:lnTo>
                    <a:pt x="152097" y="27399"/>
                  </a:lnTo>
                  <a:lnTo>
                    <a:pt x="151564" y="40306"/>
                  </a:lnTo>
                  <a:lnTo>
                    <a:pt x="154360" y="45358"/>
                  </a:lnTo>
                  <a:lnTo>
                    <a:pt x="157612" y="48189"/>
                  </a:lnTo>
                  <a:lnTo>
                    <a:pt x="152036" y="51817"/>
                  </a:lnTo>
                  <a:lnTo>
                    <a:pt x="141049" y="51340"/>
                  </a:lnTo>
                  <a:lnTo>
                    <a:pt x="141095" y="54883"/>
                  </a:lnTo>
                  <a:lnTo>
                    <a:pt x="130153" y="58823"/>
                  </a:lnTo>
                  <a:lnTo>
                    <a:pt x="132746" y="70809"/>
                  </a:lnTo>
                  <a:lnTo>
                    <a:pt x="136961" y="72334"/>
                  </a:lnTo>
                  <a:lnTo>
                    <a:pt x="138647" y="77130"/>
                  </a:lnTo>
                  <a:lnTo>
                    <a:pt x="141289" y="81207"/>
                  </a:lnTo>
                  <a:lnTo>
                    <a:pt x="142937" y="82564"/>
                  </a:lnTo>
                  <a:lnTo>
                    <a:pt x="142168" y="84781"/>
                  </a:lnTo>
                  <a:lnTo>
                    <a:pt x="138754" y="81948"/>
                  </a:lnTo>
                  <a:lnTo>
                    <a:pt x="135254" y="81089"/>
                  </a:lnTo>
                  <a:lnTo>
                    <a:pt x="134976" y="89094"/>
                  </a:lnTo>
                  <a:lnTo>
                    <a:pt x="119484" y="88467"/>
                  </a:lnTo>
                  <a:lnTo>
                    <a:pt x="118749" y="104297"/>
                  </a:lnTo>
                  <a:lnTo>
                    <a:pt x="116019" y="106685"/>
                  </a:lnTo>
                  <a:lnTo>
                    <a:pt x="112918" y="114937"/>
                  </a:lnTo>
                  <a:lnTo>
                    <a:pt x="106942" y="114576"/>
                  </a:lnTo>
                  <a:lnTo>
                    <a:pt x="103336" y="122120"/>
                  </a:lnTo>
                  <a:lnTo>
                    <a:pt x="101733" y="121216"/>
                  </a:lnTo>
                  <a:lnTo>
                    <a:pt x="98262" y="121441"/>
                  </a:lnTo>
                  <a:lnTo>
                    <a:pt x="95528" y="127223"/>
                  </a:lnTo>
                  <a:lnTo>
                    <a:pt x="91760" y="124347"/>
                  </a:lnTo>
                  <a:lnTo>
                    <a:pt x="90891" y="120336"/>
                  </a:lnTo>
                  <a:lnTo>
                    <a:pt x="86793" y="117288"/>
                  </a:lnTo>
                  <a:lnTo>
                    <a:pt x="85580" y="117280"/>
                  </a:lnTo>
                  <a:lnTo>
                    <a:pt x="81391" y="126432"/>
                  </a:lnTo>
                  <a:lnTo>
                    <a:pt x="70167" y="125995"/>
                  </a:lnTo>
                  <a:lnTo>
                    <a:pt x="68344" y="125937"/>
                  </a:lnTo>
                  <a:lnTo>
                    <a:pt x="68386" y="122987"/>
                  </a:lnTo>
                  <a:lnTo>
                    <a:pt x="58803" y="130218"/>
                  </a:lnTo>
                  <a:lnTo>
                    <a:pt x="56858" y="129956"/>
                  </a:lnTo>
                  <a:lnTo>
                    <a:pt x="57652" y="124790"/>
                  </a:lnTo>
                  <a:lnTo>
                    <a:pt x="52308" y="122502"/>
                  </a:lnTo>
                  <a:lnTo>
                    <a:pt x="50087" y="119522"/>
                  </a:lnTo>
                  <a:lnTo>
                    <a:pt x="49953" y="117510"/>
                  </a:lnTo>
                  <a:lnTo>
                    <a:pt x="47020" y="116735"/>
                  </a:lnTo>
                  <a:lnTo>
                    <a:pt x="44341" y="117660"/>
                  </a:lnTo>
                  <a:lnTo>
                    <a:pt x="40244" y="112716"/>
                  </a:lnTo>
                  <a:lnTo>
                    <a:pt x="26805" y="118666"/>
                  </a:lnTo>
                  <a:lnTo>
                    <a:pt x="28740" y="113992"/>
                  </a:lnTo>
                  <a:lnTo>
                    <a:pt x="21181" y="117664"/>
                  </a:lnTo>
                  <a:lnTo>
                    <a:pt x="19786" y="112171"/>
                  </a:lnTo>
                  <a:lnTo>
                    <a:pt x="21365" y="111138"/>
                  </a:lnTo>
                  <a:lnTo>
                    <a:pt x="22066" y="107959"/>
                  </a:lnTo>
                  <a:lnTo>
                    <a:pt x="20644" y="103641"/>
                  </a:lnTo>
                  <a:lnTo>
                    <a:pt x="19103" y="102574"/>
                  </a:lnTo>
                  <a:lnTo>
                    <a:pt x="19169" y="90343"/>
                  </a:lnTo>
                  <a:lnTo>
                    <a:pt x="15945" y="89273"/>
                  </a:lnTo>
                  <a:lnTo>
                    <a:pt x="9083" y="88890"/>
                  </a:lnTo>
                  <a:lnTo>
                    <a:pt x="8501" y="83632"/>
                  </a:lnTo>
                  <a:lnTo>
                    <a:pt x="10896" y="81823"/>
                  </a:lnTo>
                  <a:lnTo>
                    <a:pt x="3621" y="71042"/>
                  </a:lnTo>
                  <a:lnTo>
                    <a:pt x="0" y="68574"/>
                  </a:lnTo>
                  <a:lnTo>
                    <a:pt x="639" y="54086"/>
                  </a:lnTo>
                  <a:lnTo>
                    <a:pt x="299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h3611"/>
            <p:cNvSpPr/>
            <p:nvPr/>
          </p:nvSpPr>
          <p:spPr>
            <a:xfrm>
              <a:off x="5981313" y="2011202"/>
              <a:ext cx="60009" cy="60090"/>
            </a:xfrm>
            <a:custGeom>
              <a:avLst/>
              <a:pathLst>
                <a:path w="60009" h="60090">
                  <a:moveTo>
                    <a:pt x="38299" y="3188"/>
                  </a:moveTo>
                  <a:lnTo>
                    <a:pt x="36933" y="6835"/>
                  </a:lnTo>
                  <a:lnTo>
                    <a:pt x="44100" y="9609"/>
                  </a:lnTo>
                  <a:lnTo>
                    <a:pt x="48993" y="7284"/>
                  </a:lnTo>
                  <a:lnTo>
                    <a:pt x="50741" y="7406"/>
                  </a:lnTo>
                  <a:lnTo>
                    <a:pt x="48057" y="1631"/>
                  </a:lnTo>
                  <a:lnTo>
                    <a:pt x="57406" y="3467"/>
                  </a:lnTo>
                  <a:lnTo>
                    <a:pt x="57786" y="3061"/>
                  </a:lnTo>
                  <a:lnTo>
                    <a:pt x="56760" y="6305"/>
                  </a:lnTo>
                  <a:lnTo>
                    <a:pt x="56779" y="8847"/>
                  </a:lnTo>
                  <a:lnTo>
                    <a:pt x="59218" y="12654"/>
                  </a:lnTo>
                  <a:lnTo>
                    <a:pt x="60009" y="18844"/>
                  </a:lnTo>
                  <a:lnTo>
                    <a:pt x="59448" y="21415"/>
                  </a:lnTo>
                  <a:lnTo>
                    <a:pt x="58296" y="23115"/>
                  </a:lnTo>
                  <a:lnTo>
                    <a:pt x="53605" y="24232"/>
                  </a:lnTo>
                  <a:lnTo>
                    <a:pt x="50438" y="26109"/>
                  </a:lnTo>
                  <a:lnTo>
                    <a:pt x="44693" y="27371"/>
                  </a:lnTo>
                  <a:lnTo>
                    <a:pt x="41561" y="34422"/>
                  </a:lnTo>
                  <a:lnTo>
                    <a:pt x="42567" y="39607"/>
                  </a:lnTo>
                  <a:lnTo>
                    <a:pt x="46924" y="37639"/>
                  </a:lnTo>
                  <a:lnTo>
                    <a:pt x="48837" y="42121"/>
                  </a:lnTo>
                  <a:lnTo>
                    <a:pt x="47741" y="47586"/>
                  </a:lnTo>
                  <a:lnTo>
                    <a:pt x="43279" y="55062"/>
                  </a:lnTo>
                  <a:lnTo>
                    <a:pt x="41377" y="56275"/>
                  </a:lnTo>
                  <a:lnTo>
                    <a:pt x="40909" y="59547"/>
                  </a:lnTo>
                  <a:lnTo>
                    <a:pt x="37683" y="59241"/>
                  </a:lnTo>
                  <a:lnTo>
                    <a:pt x="34899" y="56538"/>
                  </a:lnTo>
                  <a:lnTo>
                    <a:pt x="28707" y="58204"/>
                  </a:lnTo>
                  <a:lnTo>
                    <a:pt x="28240" y="60090"/>
                  </a:lnTo>
                  <a:lnTo>
                    <a:pt x="23937" y="54093"/>
                  </a:lnTo>
                  <a:lnTo>
                    <a:pt x="19042" y="51828"/>
                  </a:lnTo>
                  <a:lnTo>
                    <a:pt x="19913" y="51227"/>
                  </a:lnTo>
                  <a:lnTo>
                    <a:pt x="17222" y="50981"/>
                  </a:lnTo>
                  <a:lnTo>
                    <a:pt x="12450" y="45702"/>
                  </a:lnTo>
                  <a:lnTo>
                    <a:pt x="8352" y="42776"/>
                  </a:lnTo>
                  <a:lnTo>
                    <a:pt x="5670" y="42153"/>
                  </a:lnTo>
                  <a:lnTo>
                    <a:pt x="4356" y="44116"/>
                  </a:lnTo>
                  <a:lnTo>
                    <a:pt x="3148" y="44525"/>
                  </a:lnTo>
                  <a:lnTo>
                    <a:pt x="2582" y="43873"/>
                  </a:lnTo>
                  <a:lnTo>
                    <a:pt x="1173" y="41545"/>
                  </a:lnTo>
                  <a:lnTo>
                    <a:pt x="2005" y="36573"/>
                  </a:lnTo>
                  <a:lnTo>
                    <a:pt x="0" y="27474"/>
                  </a:lnTo>
                  <a:lnTo>
                    <a:pt x="2190" y="21818"/>
                  </a:lnTo>
                  <a:lnTo>
                    <a:pt x="5094" y="18753"/>
                  </a:lnTo>
                  <a:lnTo>
                    <a:pt x="4274" y="16291"/>
                  </a:lnTo>
                  <a:lnTo>
                    <a:pt x="2587" y="15227"/>
                  </a:lnTo>
                  <a:lnTo>
                    <a:pt x="1045" y="15155"/>
                  </a:lnTo>
                  <a:lnTo>
                    <a:pt x="2307" y="13411"/>
                  </a:lnTo>
                  <a:lnTo>
                    <a:pt x="1271" y="9620"/>
                  </a:lnTo>
                  <a:lnTo>
                    <a:pt x="1704" y="2821"/>
                  </a:lnTo>
                  <a:lnTo>
                    <a:pt x="4876" y="3361"/>
                  </a:lnTo>
                  <a:lnTo>
                    <a:pt x="12257" y="9554"/>
                  </a:lnTo>
                  <a:lnTo>
                    <a:pt x="17441" y="8641"/>
                  </a:lnTo>
                  <a:lnTo>
                    <a:pt x="20242" y="10826"/>
                  </a:lnTo>
                  <a:lnTo>
                    <a:pt x="19285" y="12654"/>
                  </a:lnTo>
                  <a:lnTo>
                    <a:pt x="20933" y="15328"/>
                  </a:lnTo>
                  <a:lnTo>
                    <a:pt x="22824" y="16668"/>
                  </a:lnTo>
                  <a:lnTo>
                    <a:pt x="24449" y="15840"/>
                  </a:lnTo>
                  <a:lnTo>
                    <a:pt x="27818" y="10427"/>
                  </a:lnTo>
                  <a:lnTo>
                    <a:pt x="26548" y="5230"/>
                  </a:lnTo>
                  <a:lnTo>
                    <a:pt x="3625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h3612"/>
            <p:cNvSpPr/>
            <p:nvPr/>
          </p:nvSpPr>
          <p:spPr>
            <a:xfrm>
              <a:off x="6162853" y="1784431"/>
              <a:ext cx="103684" cy="90284"/>
            </a:xfrm>
            <a:custGeom>
              <a:avLst/>
              <a:pathLst>
                <a:path w="103684" h="90284">
                  <a:moveTo>
                    <a:pt x="46450" y="1943"/>
                  </a:moveTo>
                  <a:lnTo>
                    <a:pt x="54029" y="4005"/>
                  </a:lnTo>
                  <a:lnTo>
                    <a:pt x="54820" y="5922"/>
                  </a:lnTo>
                  <a:lnTo>
                    <a:pt x="61254" y="13712"/>
                  </a:lnTo>
                  <a:lnTo>
                    <a:pt x="73775" y="18013"/>
                  </a:lnTo>
                  <a:lnTo>
                    <a:pt x="78301" y="17566"/>
                  </a:lnTo>
                  <a:lnTo>
                    <a:pt x="87528" y="27971"/>
                  </a:lnTo>
                  <a:lnTo>
                    <a:pt x="92122" y="31516"/>
                  </a:lnTo>
                  <a:lnTo>
                    <a:pt x="98336" y="33962"/>
                  </a:lnTo>
                  <a:lnTo>
                    <a:pt x="99069" y="32886"/>
                  </a:lnTo>
                  <a:lnTo>
                    <a:pt x="100994" y="32824"/>
                  </a:lnTo>
                  <a:lnTo>
                    <a:pt x="101555" y="34342"/>
                  </a:lnTo>
                  <a:lnTo>
                    <a:pt x="103684" y="35813"/>
                  </a:lnTo>
                  <a:lnTo>
                    <a:pt x="98259" y="45762"/>
                  </a:lnTo>
                  <a:lnTo>
                    <a:pt x="93369" y="51808"/>
                  </a:lnTo>
                  <a:lnTo>
                    <a:pt x="92666" y="55187"/>
                  </a:lnTo>
                  <a:lnTo>
                    <a:pt x="86641" y="64859"/>
                  </a:lnTo>
                  <a:lnTo>
                    <a:pt x="86963" y="65202"/>
                  </a:lnTo>
                  <a:lnTo>
                    <a:pt x="81452" y="76089"/>
                  </a:lnTo>
                  <a:lnTo>
                    <a:pt x="76876" y="82456"/>
                  </a:lnTo>
                  <a:lnTo>
                    <a:pt x="75295" y="78932"/>
                  </a:lnTo>
                  <a:lnTo>
                    <a:pt x="72795" y="79043"/>
                  </a:lnTo>
                  <a:lnTo>
                    <a:pt x="68346" y="89141"/>
                  </a:lnTo>
                  <a:lnTo>
                    <a:pt x="67841" y="90284"/>
                  </a:lnTo>
                  <a:lnTo>
                    <a:pt x="69341" y="84604"/>
                  </a:lnTo>
                  <a:lnTo>
                    <a:pt x="66234" y="82679"/>
                  </a:lnTo>
                  <a:lnTo>
                    <a:pt x="61220" y="83285"/>
                  </a:lnTo>
                  <a:lnTo>
                    <a:pt x="59390" y="88612"/>
                  </a:lnTo>
                  <a:lnTo>
                    <a:pt x="46929" y="82994"/>
                  </a:lnTo>
                  <a:lnTo>
                    <a:pt x="38024" y="86025"/>
                  </a:lnTo>
                  <a:lnTo>
                    <a:pt x="37960" y="82716"/>
                  </a:lnTo>
                  <a:lnTo>
                    <a:pt x="32666" y="82383"/>
                  </a:lnTo>
                  <a:lnTo>
                    <a:pt x="27835" y="88092"/>
                  </a:lnTo>
                  <a:lnTo>
                    <a:pt x="24081" y="83062"/>
                  </a:lnTo>
                  <a:lnTo>
                    <a:pt x="24933" y="78935"/>
                  </a:lnTo>
                  <a:lnTo>
                    <a:pt x="22201" y="73878"/>
                  </a:lnTo>
                  <a:lnTo>
                    <a:pt x="17855" y="70141"/>
                  </a:lnTo>
                  <a:lnTo>
                    <a:pt x="15090" y="73643"/>
                  </a:lnTo>
                  <a:lnTo>
                    <a:pt x="10738" y="72191"/>
                  </a:lnTo>
                  <a:lnTo>
                    <a:pt x="6961" y="70025"/>
                  </a:lnTo>
                  <a:lnTo>
                    <a:pt x="7373" y="68734"/>
                  </a:lnTo>
                  <a:lnTo>
                    <a:pt x="3396" y="68904"/>
                  </a:lnTo>
                  <a:lnTo>
                    <a:pt x="4925" y="65494"/>
                  </a:lnTo>
                  <a:lnTo>
                    <a:pt x="7162" y="64424"/>
                  </a:lnTo>
                  <a:lnTo>
                    <a:pt x="13288" y="55876"/>
                  </a:lnTo>
                  <a:lnTo>
                    <a:pt x="14273" y="52519"/>
                  </a:lnTo>
                  <a:lnTo>
                    <a:pt x="11450" y="48858"/>
                  </a:lnTo>
                  <a:lnTo>
                    <a:pt x="12332" y="45469"/>
                  </a:lnTo>
                  <a:lnTo>
                    <a:pt x="15013" y="48655"/>
                  </a:lnTo>
                  <a:lnTo>
                    <a:pt x="18213" y="45096"/>
                  </a:lnTo>
                  <a:lnTo>
                    <a:pt x="15201" y="41548"/>
                  </a:lnTo>
                  <a:lnTo>
                    <a:pt x="14435" y="29649"/>
                  </a:lnTo>
                  <a:lnTo>
                    <a:pt x="15969" y="27223"/>
                  </a:lnTo>
                  <a:lnTo>
                    <a:pt x="14936" y="23968"/>
                  </a:lnTo>
                  <a:lnTo>
                    <a:pt x="12894" y="20536"/>
                  </a:lnTo>
                  <a:lnTo>
                    <a:pt x="9330" y="19564"/>
                  </a:lnTo>
                  <a:lnTo>
                    <a:pt x="5183" y="16542"/>
                  </a:lnTo>
                  <a:lnTo>
                    <a:pt x="3262" y="13714"/>
                  </a:lnTo>
                  <a:lnTo>
                    <a:pt x="3588" y="10813"/>
                  </a:lnTo>
                  <a:lnTo>
                    <a:pt x="0" y="3053"/>
                  </a:lnTo>
                  <a:lnTo>
                    <a:pt x="6702" y="2149"/>
                  </a:lnTo>
                  <a:lnTo>
                    <a:pt x="14813" y="4058"/>
                  </a:lnTo>
                  <a:lnTo>
                    <a:pt x="17351" y="3065"/>
                  </a:lnTo>
                  <a:lnTo>
                    <a:pt x="18865" y="0"/>
                  </a:lnTo>
                  <a:lnTo>
                    <a:pt x="33496" y="7112"/>
                  </a:lnTo>
                  <a:lnTo>
                    <a:pt x="34064" y="6782"/>
                  </a:lnTo>
                  <a:lnTo>
                    <a:pt x="34462" y="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h3613"/>
            <p:cNvSpPr/>
            <p:nvPr/>
          </p:nvSpPr>
          <p:spPr>
            <a:xfrm>
              <a:off x="5695645" y="1685691"/>
              <a:ext cx="101920" cy="158140"/>
            </a:xfrm>
            <a:custGeom>
              <a:avLst/>
              <a:pathLst>
                <a:path w="101920" h="158140">
                  <a:moveTo>
                    <a:pt x="45281" y="738"/>
                  </a:moveTo>
                  <a:lnTo>
                    <a:pt x="45043" y="6091"/>
                  </a:lnTo>
                  <a:lnTo>
                    <a:pt x="46091" y="6138"/>
                  </a:lnTo>
                  <a:lnTo>
                    <a:pt x="50447" y="6331"/>
                  </a:lnTo>
                  <a:lnTo>
                    <a:pt x="50685" y="949"/>
                  </a:lnTo>
                  <a:lnTo>
                    <a:pt x="59768" y="1328"/>
                  </a:lnTo>
                  <a:lnTo>
                    <a:pt x="58512" y="30854"/>
                  </a:lnTo>
                  <a:lnTo>
                    <a:pt x="68485" y="31285"/>
                  </a:lnTo>
                  <a:lnTo>
                    <a:pt x="71681" y="29233"/>
                  </a:lnTo>
                  <a:lnTo>
                    <a:pt x="79501" y="29470"/>
                  </a:lnTo>
                  <a:lnTo>
                    <a:pt x="79110" y="38452"/>
                  </a:lnTo>
                  <a:lnTo>
                    <a:pt x="82059" y="41955"/>
                  </a:lnTo>
                  <a:lnTo>
                    <a:pt x="86661" y="43719"/>
                  </a:lnTo>
                  <a:lnTo>
                    <a:pt x="85142" y="56282"/>
                  </a:lnTo>
                  <a:lnTo>
                    <a:pt x="88415" y="57009"/>
                  </a:lnTo>
                  <a:lnTo>
                    <a:pt x="88862" y="63790"/>
                  </a:lnTo>
                  <a:lnTo>
                    <a:pt x="91341" y="64425"/>
                  </a:lnTo>
                  <a:lnTo>
                    <a:pt x="94406" y="69326"/>
                  </a:lnTo>
                  <a:lnTo>
                    <a:pt x="98042" y="69455"/>
                  </a:lnTo>
                  <a:lnTo>
                    <a:pt x="98580" y="73395"/>
                  </a:lnTo>
                  <a:lnTo>
                    <a:pt x="98154" y="76629"/>
                  </a:lnTo>
                  <a:lnTo>
                    <a:pt x="92362" y="75679"/>
                  </a:lnTo>
                  <a:lnTo>
                    <a:pt x="89649" y="79000"/>
                  </a:lnTo>
                  <a:lnTo>
                    <a:pt x="88170" y="83324"/>
                  </a:lnTo>
                  <a:lnTo>
                    <a:pt x="87524" y="88272"/>
                  </a:lnTo>
                  <a:lnTo>
                    <a:pt x="88777" y="91986"/>
                  </a:lnTo>
                  <a:lnTo>
                    <a:pt x="88996" y="96034"/>
                  </a:lnTo>
                  <a:lnTo>
                    <a:pt x="96537" y="94649"/>
                  </a:lnTo>
                  <a:lnTo>
                    <a:pt x="96314" y="101042"/>
                  </a:lnTo>
                  <a:lnTo>
                    <a:pt x="101877" y="101296"/>
                  </a:lnTo>
                  <a:lnTo>
                    <a:pt x="101920" y="106359"/>
                  </a:lnTo>
                  <a:lnTo>
                    <a:pt x="88141" y="106423"/>
                  </a:lnTo>
                  <a:lnTo>
                    <a:pt x="82024" y="102656"/>
                  </a:lnTo>
                  <a:lnTo>
                    <a:pt x="77509" y="118343"/>
                  </a:lnTo>
                  <a:lnTo>
                    <a:pt x="83055" y="119788"/>
                  </a:lnTo>
                  <a:lnTo>
                    <a:pt x="83466" y="127850"/>
                  </a:lnTo>
                  <a:lnTo>
                    <a:pt x="68059" y="126751"/>
                  </a:lnTo>
                  <a:lnTo>
                    <a:pt x="69647" y="133037"/>
                  </a:lnTo>
                  <a:lnTo>
                    <a:pt x="67479" y="135924"/>
                  </a:lnTo>
                  <a:lnTo>
                    <a:pt x="60527" y="136709"/>
                  </a:lnTo>
                  <a:lnTo>
                    <a:pt x="62329" y="139309"/>
                  </a:lnTo>
                  <a:lnTo>
                    <a:pt x="62817" y="141368"/>
                  </a:lnTo>
                  <a:lnTo>
                    <a:pt x="59021" y="139772"/>
                  </a:lnTo>
                  <a:lnTo>
                    <a:pt x="54409" y="140384"/>
                  </a:lnTo>
                  <a:lnTo>
                    <a:pt x="53588" y="142300"/>
                  </a:lnTo>
                  <a:lnTo>
                    <a:pt x="55261" y="145129"/>
                  </a:lnTo>
                  <a:lnTo>
                    <a:pt x="57572" y="143782"/>
                  </a:lnTo>
                  <a:lnTo>
                    <a:pt x="59558" y="146435"/>
                  </a:lnTo>
                  <a:lnTo>
                    <a:pt x="58923" y="149893"/>
                  </a:lnTo>
                  <a:lnTo>
                    <a:pt x="39258" y="149634"/>
                  </a:lnTo>
                  <a:lnTo>
                    <a:pt x="41911" y="154406"/>
                  </a:lnTo>
                  <a:lnTo>
                    <a:pt x="39091" y="158140"/>
                  </a:lnTo>
                  <a:lnTo>
                    <a:pt x="29000" y="153773"/>
                  </a:lnTo>
                  <a:lnTo>
                    <a:pt x="27296" y="154519"/>
                  </a:lnTo>
                  <a:lnTo>
                    <a:pt x="26821" y="156315"/>
                  </a:lnTo>
                  <a:lnTo>
                    <a:pt x="24514" y="156706"/>
                  </a:lnTo>
                  <a:lnTo>
                    <a:pt x="22768" y="156598"/>
                  </a:lnTo>
                  <a:lnTo>
                    <a:pt x="15164" y="153632"/>
                  </a:lnTo>
                  <a:lnTo>
                    <a:pt x="15299" y="150789"/>
                  </a:lnTo>
                  <a:lnTo>
                    <a:pt x="11469" y="149394"/>
                  </a:lnTo>
                  <a:lnTo>
                    <a:pt x="9179" y="147526"/>
                  </a:lnTo>
                  <a:lnTo>
                    <a:pt x="9105" y="143975"/>
                  </a:lnTo>
                  <a:lnTo>
                    <a:pt x="5692" y="136635"/>
                  </a:lnTo>
                  <a:lnTo>
                    <a:pt x="3093" y="132854"/>
                  </a:lnTo>
                  <a:lnTo>
                    <a:pt x="4366" y="126825"/>
                  </a:lnTo>
                  <a:lnTo>
                    <a:pt x="2363" y="110744"/>
                  </a:lnTo>
                  <a:lnTo>
                    <a:pt x="5394" y="103964"/>
                  </a:lnTo>
                  <a:lnTo>
                    <a:pt x="2462" y="98554"/>
                  </a:lnTo>
                  <a:lnTo>
                    <a:pt x="686" y="99602"/>
                  </a:lnTo>
                  <a:lnTo>
                    <a:pt x="0" y="95051"/>
                  </a:lnTo>
                  <a:lnTo>
                    <a:pt x="2856" y="86927"/>
                  </a:lnTo>
                  <a:lnTo>
                    <a:pt x="7883" y="87362"/>
                  </a:lnTo>
                  <a:lnTo>
                    <a:pt x="9412" y="82646"/>
                  </a:lnTo>
                  <a:lnTo>
                    <a:pt x="5272" y="63472"/>
                  </a:lnTo>
                  <a:lnTo>
                    <a:pt x="8316" y="61453"/>
                  </a:lnTo>
                  <a:lnTo>
                    <a:pt x="13112" y="61097"/>
                  </a:lnTo>
                  <a:lnTo>
                    <a:pt x="15148" y="59731"/>
                  </a:lnTo>
                  <a:lnTo>
                    <a:pt x="12731" y="58653"/>
                  </a:lnTo>
                  <a:lnTo>
                    <a:pt x="11506" y="54359"/>
                  </a:lnTo>
                  <a:lnTo>
                    <a:pt x="13964" y="49154"/>
                  </a:lnTo>
                  <a:lnTo>
                    <a:pt x="13811" y="44516"/>
                  </a:lnTo>
                  <a:lnTo>
                    <a:pt x="16747" y="40702"/>
                  </a:lnTo>
                  <a:lnTo>
                    <a:pt x="12795" y="33858"/>
                  </a:lnTo>
                  <a:lnTo>
                    <a:pt x="19749" y="33998"/>
                  </a:lnTo>
                  <a:lnTo>
                    <a:pt x="25252" y="32023"/>
                  </a:lnTo>
                  <a:lnTo>
                    <a:pt x="25941" y="30241"/>
                  </a:lnTo>
                  <a:lnTo>
                    <a:pt x="25529" y="24858"/>
                  </a:lnTo>
                  <a:lnTo>
                    <a:pt x="19234" y="24453"/>
                  </a:lnTo>
                  <a:lnTo>
                    <a:pt x="16388" y="23223"/>
                  </a:lnTo>
                  <a:lnTo>
                    <a:pt x="15894" y="20232"/>
                  </a:lnTo>
                  <a:lnTo>
                    <a:pt x="18933" y="18444"/>
                  </a:lnTo>
                  <a:lnTo>
                    <a:pt x="17594" y="14659"/>
                  </a:lnTo>
                  <a:lnTo>
                    <a:pt x="18242" y="14052"/>
                  </a:lnTo>
                  <a:lnTo>
                    <a:pt x="20602" y="12823"/>
                  </a:lnTo>
                  <a:lnTo>
                    <a:pt x="22835" y="12626"/>
                  </a:lnTo>
                  <a:lnTo>
                    <a:pt x="23801" y="9456"/>
                  </a:lnTo>
                  <a:lnTo>
                    <a:pt x="2989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h3614"/>
            <p:cNvSpPr/>
            <p:nvPr/>
          </p:nvSpPr>
          <p:spPr>
            <a:xfrm>
              <a:off x="6055614" y="2032097"/>
              <a:ext cx="59024" cy="64370"/>
            </a:xfrm>
            <a:custGeom>
              <a:avLst/>
              <a:pathLst>
                <a:path w="59024" h="64370">
                  <a:moveTo>
                    <a:pt x="24170" y="325"/>
                  </a:moveTo>
                  <a:lnTo>
                    <a:pt x="26697" y="5781"/>
                  </a:lnTo>
                  <a:lnTo>
                    <a:pt x="27600" y="10313"/>
                  </a:lnTo>
                  <a:lnTo>
                    <a:pt x="22711" y="12002"/>
                  </a:lnTo>
                  <a:lnTo>
                    <a:pt x="22671" y="13613"/>
                  </a:lnTo>
                  <a:lnTo>
                    <a:pt x="27079" y="18916"/>
                  </a:lnTo>
                  <a:lnTo>
                    <a:pt x="27608" y="23478"/>
                  </a:lnTo>
                  <a:lnTo>
                    <a:pt x="29767" y="24704"/>
                  </a:lnTo>
                  <a:lnTo>
                    <a:pt x="31905" y="22467"/>
                  </a:lnTo>
                  <a:lnTo>
                    <a:pt x="38795" y="33989"/>
                  </a:lnTo>
                  <a:lnTo>
                    <a:pt x="41265" y="34626"/>
                  </a:lnTo>
                  <a:lnTo>
                    <a:pt x="45375" y="38644"/>
                  </a:lnTo>
                  <a:lnTo>
                    <a:pt x="54290" y="38362"/>
                  </a:lnTo>
                  <a:lnTo>
                    <a:pt x="57819" y="54274"/>
                  </a:lnTo>
                  <a:lnTo>
                    <a:pt x="59024" y="55905"/>
                  </a:lnTo>
                  <a:lnTo>
                    <a:pt x="58718" y="57534"/>
                  </a:lnTo>
                  <a:lnTo>
                    <a:pt x="55672" y="57223"/>
                  </a:lnTo>
                  <a:lnTo>
                    <a:pt x="56062" y="54961"/>
                  </a:lnTo>
                  <a:lnTo>
                    <a:pt x="52939" y="54581"/>
                  </a:lnTo>
                  <a:lnTo>
                    <a:pt x="39504" y="57636"/>
                  </a:lnTo>
                  <a:lnTo>
                    <a:pt x="38504" y="53453"/>
                  </a:lnTo>
                  <a:lnTo>
                    <a:pt x="30520" y="55306"/>
                  </a:lnTo>
                  <a:lnTo>
                    <a:pt x="31715" y="59441"/>
                  </a:lnTo>
                  <a:lnTo>
                    <a:pt x="28207" y="60358"/>
                  </a:lnTo>
                  <a:lnTo>
                    <a:pt x="25085" y="64370"/>
                  </a:lnTo>
                  <a:lnTo>
                    <a:pt x="21756" y="51669"/>
                  </a:lnTo>
                  <a:lnTo>
                    <a:pt x="22598" y="50523"/>
                  </a:lnTo>
                  <a:lnTo>
                    <a:pt x="21974" y="45174"/>
                  </a:lnTo>
                  <a:lnTo>
                    <a:pt x="12711" y="42631"/>
                  </a:lnTo>
                  <a:lnTo>
                    <a:pt x="13453" y="41219"/>
                  </a:lnTo>
                  <a:lnTo>
                    <a:pt x="18105" y="42166"/>
                  </a:lnTo>
                  <a:lnTo>
                    <a:pt x="19600" y="38590"/>
                  </a:lnTo>
                  <a:lnTo>
                    <a:pt x="14374" y="36484"/>
                  </a:lnTo>
                  <a:lnTo>
                    <a:pt x="12841" y="37888"/>
                  </a:lnTo>
                  <a:lnTo>
                    <a:pt x="9621" y="33140"/>
                  </a:lnTo>
                  <a:lnTo>
                    <a:pt x="7521" y="33342"/>
                  </a:lnTo>
                  <a:lnTo>
                    <a:pt x="4717" y="28701"/>
                  </a:lnTo>
                  <a:lnTo>
                    <a:pt x="2015" y="21551"/>
                  </a:lnTo>
                  <a:lnTo>
                    <a:pt x="952" y="21322"/>
                  </a:lnTo>
                  <a:lnTo>
                    <a:pt x="0" y="17744"/>
                  </a:lnTo>
                  <a:lnTo>
                    <a:pt x="1268" y="13612"/>
                  </a:lnTo>
                  <a:lnTo>
                    <a:pt x="4005" y="10127"/>
                  </a:lnTo>
                  <a:lnTo>
                    <a:pt x="237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h3615"/>
            <p:cNvSpPr/>
            <p:nvPr/>
          </p:nvSpPr>
          <p:spPr>
            <a:xfrm>
              <a:off x="6031908" y="1838569"/>
              <a:ext cx="100041" cy="71661"/>
            </a:xfrm>
            <a:custGeom>
              <a:avLst/>
              <a:pathLst>
                <a:path w="100041" h="71661">
                  <a:moveTo>
                    <a:pt x="52256" y="5846"/>
                  </a:moveTo>
                  <a:lnTo>
                    <a:pt x="69891" y="1433"/>
                  </a:lnTo>
                  <a:lnTo>
                    <a:pt x="69832" y="5500"/>
                  </a:lnTo>
                  <a:lnTo>
                    <a:pt x="72796" y="4489"/>
                  </a:lnTo>
                  <a:lnTo>
                    <a:pt x="78969" y="4403"/>
                  </a:lnTo>
                  <a:lnTo>
                    <a:pt x="79776" y="7244"/>
                  </a:lnTo>
                  <a:lnTo>
                    <a:pt x="83649" y="9055"/>
                  </a:lnTo>
                  <a:lnTo>
                    <a:pt x="89298" y="7750"/>
                  </a:lnTo>
                  <a:lnTo>
                    <a:pt x="91328" y="11379"/>
                  </a:lnTo>
                  <a:lnTo>
                    <a:pt x="96425" y="9445"/>
                  </a:lnTo>
                  <a:lnTo>
                    <a:pt x="96379" y="12933"/>
                  </a:lnTo>
                  <a:lnTo>
                    <a:pt x="96290" y="17152"/>
                  </a:lnTo>
                  <a:lnTo>
                    <a:pt x="97314" y="17229"/>
                  </a:lnTo>
                  <a:lnTo>
                    <a:pt x="100041" y="23603"/>
                  </a:lnTo>
                  <a:lnTo>
                    <a:pt x="96512" y="23483"/>
                  </a:lnTo>
                  <a:lnTo>
                    <a:pt x="92996" y="26647"/>
                  </a:lnTo>
                  <a:lnTo>
                    <a:pt x="93252" y="28767"/>
                  </a:lnTo>
                  <a:lnTo>
                    <a:pt x="85186" y="30785"/>
                  </a:lnTo>
                  <a:lnTo>
                    <a:pt x="85004" y="35628"/>
                  </a:lnTo>
                  <a:lnTo>
                    <a:pt x="89727" y="34570"/>
                  </a:lnTo>
                  <a:lnTo>
                    <a:pt x="90102" y="35958"/>
                  </a:lnTo>
                  <a:lnTo>
                    <a:pt x="87710" y="39864"/>
                  </a:lnTo>
                  <a:lnTo>
                    <a:pt x="85818" y="55042"/>
                  </a:lnTo>
                  <a:lnTo>
                    <a:pt x="74947" y="70958"/>
                  </a:lnTo>
                  <a:lnTo>
                    <a:pt x="71548" y="71661"/>
                  </a:lnTo>
                  <a:lnTo>
                    <a:pt x="71144" y="70916"/>
                  </a:lnTo>
                  <a:lnTo>
                    <a:pt x="67362" y="70536"/>
                  </a:lnTo>
                  <a:lnTo>
                    <a:pt x="66996" y="67799"/>
                  </a:lnTo>
                  <a:lnTo>
                    <a:pt x="65052" y="64410"/>
                  </a:lnTo>
                  <a:lnTo>
                    <a:pt x="58543" y="61873"/>
                  </a:lnTo>
                  <a:lnTo>
                    <a:pt x="58264" y="65682"/>
                  </a:lnTo>
                  <a:lnTo>
                    <a:pt x="45357" y="67375"/>
                  </a:lnTo>
                  <a:lnTo>
                    <a:pt x="42964" y="61780"/>
                  </a:lnTo>
                  <a:lnTo>
                    <a:pt x="44545" y="61644"/>
                  </a:lnTo>
                  <a:lnTo>
                    <a:pt x="44093" y="61152"/>
                  </a:lnTo>
                  <a:lnTo>
                    <a:pt x="36655" y="58074"/>
                  </a:lnTo>
                  <a:lnTo>
                    <a:pt x="24984" y="61828"/>
                  </a:lnTo>
                  <a:lnTo>
                    <a:pt x="21859" y="63870"/>
                  </a:lnTo>
                  <a:lnTo>
                    <a:pt x="14796" y="61194"/>
                  </a:lnTo>
                  <a:lnTo>
                    <a:pt x="14014" y="60093"/>
                  </a:lnTo>
                  <a:lnTo>
                    <a:pt x="14515" y="57937"/>
                  </a:lnTo>
                  <a:lnTo>
                    <a:pt x="6335" y="50785"/>
                  </a:lnTo>
                  <a:lnTo>
                    <a:pt x="7039" y="49436"/>
                  </a:lnTo>
                  <a:lnTo>
                    <a:pt x="5933" y="43252"/>
                  </a:lnTo>
                  <a:lnTo>
                    <a:pt x="1854" y="40310"/>
                  </a:lnTo>
                  <a:lnTo>
                    <a:pt x="3666" y="39035"/>
                  </a:lnTo>
                  <a:lnTo>
                    <a:pt x="3953" y="32787"/>
                  </a:lnTo>
                  <a:lnTo>
                    <a:pt x="0" y="30839"/>
                  </a:lnTo>
                  <a:lnTo>
                    <a:pt x="3628" y="23940"/>
                  </a:lnTo>
                  <a:lnTo>
                    <a:pt x="12143" y="19320"/>
                  </a:lnTo>
                  <a:lnTo>
                    <a:pt x="11663" y="14712"/>
                  </a:lnTo>
                  <a:lnTo>
                    <a:pt x="17850" y="12884"/>
                  </a:lnTo>
                  <a:lnTo>
                    <a:pt x="19593" y="9832"/>
                  </a:lnTo>
                  <a:lnTo>
                    <a:pt x="23429" y="7251"/>
                  </a:lnTo>
                  <a:lnTo>
                    <a:pt x="25001" y="5413"/>
                  </a:lnTo>
                  <a:lnTo>
                    <a:pt x="25525" y="3456"/>
                  </a:lnTo>
                  <a:lnTo>
                    <a:pt x="27435" y="2097"/>
                  </a:lnTo>
                  <a:lnTo>
                    <a:pt x="31585" y="4388"/>
                  </a:lnTo>
                  <a:lnTo>
                    <a:pt x="32839" y="6897"/>
                  </a:lnTo>
                  <a:lnTo>
                    <a:pt x="39002" y="3307"/>
                  </a:lnTo>
                  <a:lnTo>
                    <a:pt x="41131" y="9065"/>
                  </a:lnTo>
                  <a:lnTo>
                    <a:pt x="4647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h3616"/>
            <p:cNvSpPr/>
            <p:nvPr/>
          </p:nvSpPr>
          <p:spPr>
            <a:xfrm>
              <a:off x="5684185" y="1525506"/>
              <a:ext cx="104280" cy="139331"/>
            </a:xfrm>
            <a:custGeom>
              <a:avLst/>
              <a:pathLst>
                <a:path w="104280" h="139331">
                  <a:moveTo>
                    <a:pt x="79672" y="2437"/>
                  </a:moveTo>
                  <a:lnTo>
                    <a:pt x="79033" y="16924"/>
                  </a:lnTo>
                  <a:lnTo>
                    <a:pt x="82654" y="19392"/>
                  </a:lnTo>
                  <a:lnTo>
                    <a:pt x="89930" y="30174"/>
                  </a:lnTo>
                  <a:lnTo>
                    <a:pt x="87534" y="31982"/>
                  </a:lnTo>
                  <a:lnTo>
                    <a:pt x="88117" y="37241"/>
                  </a:lnTo>
                  <a:lnTo>
                    <a:pt x="94978" y="37623"/>
                  </a:lnTo>
                  <a:lnTo>
                    <a:pt x="98202" y="38693"/>
                  </a:lnTo>
                  <a:lnTo>
                    <a:pt x="98136" y="50924"/>
                  </a:lnTo>
                  <a:lnTo>
                    <a:pt x="99677" y="51992"/>
                  </a:lnTo>
                  <a:lnTo>
                    <a:pt x="101100" y="56309"/>
                  </a:lnTo>
                  <a:lnTo>
                    <a:pt x="100398" y="59489"/>
                  </a:lnTo>
                  <a:lnTo>
                    <a:pt x="98819" y="60521"/>
                  </a:lnTo>
                  <a:lnTo>
                    <a:pt x="100214" y="66014"/>
                  </a:lnTo>
                  <a:lnTo>
                    <a:pt x="100869" y="71371"/>
                  </a:lnTo>
                  <a:lnTo>
                    <a:pt x="104280" y="84147"/>
                  </a:lnTo>
                  <a:lnTo>
                    <a:pt x="93767" y="84953"/>
                  </a:lnTo>
                  <a:lnTo>
                    <a:pt x="94005" y="83438"/>
                  </a:lnTo>
                  <a:lnTo>
                    <a:pt x="91876" y="81387"/>
                  </a:lnTo>
                  <a:lnTo>
                    <a:pt x="86446" y="81771"/>
                  </a:lnTo>
                  <a:lnTo>
                    <a:pt x="86662" y="83524"/>
                  </a:lnTo>
                  <a:lnTo>
                    <a:pt x="90135" y="87769"/>
                  </a:lnTo>
                  <a:lnTo>
                    <a:pt x="89771" y="90103"/>
                  </a:lnTo>
                  <a:lnTo>
                    <a:pt x="88199" y="91255"/>
                  </a:lnTo>
                  <a:lnTo>
                    <a:pt x="82339" y="93310"/>
                  </a:lnTo>
                  <a:lnTo>
                    <a:pt x="79493" y="95220"/>
                  </a:lnTo>
                  <a:lnTo>
                    <a:pt x="79366" y="98426"/>
                  </a:lnTo>
                  <a:lnTo>
                    <a:pt x="77326" y="99224"/>
                  </a:lnTo>
                  <a:lnTo>
                    <a:pt x="72991" y="104736"/>
                  </a:lnTo>
                  <a:lnTo>
                    <a:pt x="73981" y="106306"/>
                  </a:lnTo>
                  <a:lnTo>
                    <a:pt x="75834" y="107361"/>
                  </a:lnTo>
                  <a:lnTo>
                    <a:pt x="77834" y="107283"/>
                  </a:lnTo>
                  <a:lnTo>
                    <a:pt x="78309" y="108460"/>
                  </a:lnTo>
                  <a:lnTo>
                    <a:pt x="73731" y="112456"/>
                  </a:lnTo>
                  <a:lnTo>
                    <a:pt x="74190" y="114414"/>
                  </a:lnTo>
                  <a:lnTo>
                    <a:pt x="75843" y="115686"/>
                  </a:lnTo>
                  <a:lnTo>
                    <a:pt x="75444" y="117116"/>
                  </a:lnTo>
                  <a:lnTo>
                    <a:pt x="69889" y="116582"/>
                  </a:lnTo>
                  <a:lnTo>
                    <a:pt x="65685" y="114579"/>
                  </a:lnTo>
                  <a:lnTo>
                    <a:pt x="61754" y="114871"/>
                  </a:lnTo>
                  <a:lnTo>
                    <a:pt x="58633" y="116437"/>
                  </a:lnTo>
                  <a:lnTo>
                    <a:pt x="57516" y="119984"/>
                  </a:lnTo>
                  <a:lnTo>
                    <a:pt x="53972" y="121050"/>
                  </a:lnTo>
                  <a:lnTo>
                    <a:pt x="50907" y="120018"/>
                  </a:lnTo>
                  <a:lnTo>
                    <a:pt x="50124" y="124965"/>
                  </a:lnTo>
                  <a:lnTo>
                    <a:pt x="46583" y="124559"/>
                  </a:lnTo>
                  <a:lnTo>
                    <a:pt x="43651" y="129246"/>
                  </a:lnTo>
                  <a:lnTo>
                    <a:pt x="42815" y="139331"/>
                  </a:lnTo>
                  <a:lnTo>
                    <a:pt x="31460" y="132061"/>
                  </a:lnTo>
                  <a:lnTo>
                    <a:pt x="31529" y="124597"/>
                  </a:lnTo>
                  <a:lnTo>
                    <a:pt x="38593" y="128711"/>
                  </a:lnTo>
                  <a:lnTo>
                    <a:pt x="39552" y="126731"/>
                  </a:lnTo>
                  <a:lnTo>
                    <a:pt x="35921" y="120091"/>
                  </a:lnTo>
                  <a:lnTo>
                    <a:pt x="31571" y="119550"/>
                  </a:lnTo>
                  <a:lnTo>
                    <a:pt x="31991" y="115433"/>
                  </a:lnTo>
                  <a:lnTo>
                    <a:pt x="29234" y="110258"/>
                  </a:lnTo>
                  <a:lnTo>
                    <a:pt x="32980" y="108169"/>
                  </a:lnTo>
                  <a:lnTo>
                    <a:pt x="34150" y="104696"/>
                  </a:lnTo>
                  <a:lnTo>
                    <a:pt x="27847" y="104039"/>
                  </a:lnTo>
                  <a:lnTo>
                    <a:pt x="28653" y="103817"/>
                  </a:lnTo>
                  <a:lnTo>
                    <a:pt x="28437" y="97611"/>
                  </a:lnTo>
                  <a:lnTo>
                    <a:pt x="25984" y="93558"/>
                  </a:lnTo>
                  <a:lnTo>
                    <a:pt x="21978" y="90284"/>
                  </a:lnTo>
                  <a:lnTo>
                    <a:pt x="11404" y="87232"/>
                  </a:lnTo>
                  <a:lnTo>
                    <a:pt x="6788" y="84269"/>
                  </a:lnTo>
                  <a:lnTo>
                    <a:pt x="8149" y="76552"/>
                  </a:lnTo>
                  <a:lnTo>
                    <a:pt x="6251" y="72871"/>
                  </a:lnTo>
                  <a:lnTo>
                    <a:pt x="3050" y="70307"/>
                  </a:lnTo>
                  <a:lnTo>
                    <a:pt x="0" y="70453"/>
                  </a:lnTo>
                  <a:lnTo>
                    <a:pt x="1542" y="66117"/>
                  </a:lnTo>
                  <a:lnTo>
                    <a:pt x="2546" y="55013"/>
                  </a:lnTo>
                  <a:lnTo>
                    <a:pt x="1927" y="50048"/>
                  </a:lnTo>
                  <a:lnTo>
                    <a:pt x="16051" y="51141"/>
                  </a:lnTo>
                  <a:lnTo>
                    <a:pt x="16536" y="39062"/>
                  </a:lnTo>
                  <a:lnTo>
                    <a:pt x="28878" y="39505"/>
                  </a:lnTo>
                  <a:lnTo>
                    <a:pt x="28973" y="36173"/>
                  </a:lnTo>
                  <a:lnTo>
                    <a:pt x="21945" y="35830"/>
                  </a:lnTo>
                  <a:lnTo>
                    <a:pt x="22356" y="31535"/>
                  </a:lnTo>
                  <a:lnTo>
                    <a:pt x="20523" y="27516"/>
                  </a:lnTo>
                  <a:lnTo>
                    <a:pt x="14123" y="24449"/>
                  </a:lnTo>
                  <a:lnTo>
                    <a:pt x="12907" y="23175"/>
                  </a:lnTo>
                  <a:lnTo>
                    <a:pt x="14197" y="19178"/>
                  </a:lnTo>
                  <a:lnTo>
                    <a:pt x="17424" y="16492"/>
                  </a:lnTo>
                  <a:lnTo>
                    <a:pt x="12971" y="16021"/>
                  </a:lnTo>
                  <a:lnTo>
                    <a:pt x="11834" y="13103"/>
                  </a:lnTo>
                  <a:lnTo>
                    <a:pt x="7651" y="14883"/>
                  </a:lnTo>
                  <a:lnTo>
                    <a:pt x="7033" y="14180"/>
                  </a:lnTo>
                  <a:lnTo>
                    <a:pt x="7990" y="12160"/>
                  </a:lnTo>
                  <a:lnTo>
                    <a:pt x="9976" y="10626"/>
                  </a:lnTo>
                  <a:lnTo>
                    <a:pt x="16428" y="10908"/>
                  </a:lnTo>
                  <a:lnTo>
                    <a:pt x="2327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h3617"/>
            <p:cNvSpPr/>
            <p:nvPr/>
          </p:nvSpPr>
          <p:spPr>
            <a:xfrm>
              <a:off x="5774755" y="1684364"/>
              <a:ext cx="66573" cy="76080"/>
            </a:xfrm>
            <a:custGeom>
              <a:avLst/>
              <a:pathLst>
                <a:path w="66573" h="76080">
                  <a:moveTo>
                    <a:pt x="17108" y="0"/>
                  </a:moveTo>
                  <a:lnTo>
                    <a:pt x="25453" y="1417"/>
                  </a:lnTo>
                  <a:lnTo>
                    <a:pt x="25350" y="9869"/>
                  </a:lnTo>
                  <a:lnTo>
                    <a:pt x="40407" y="10524"/>
                  </a:lnTo>
                  <a:lnTo>
                    <a:pt x="47581" y="16880"/>
                  </a:lnTo>
                  <a:lnTo>
                    <a:pt x="47724" y="19147"/>
                  </a:lnTo>
                  <a:lnTo>
                    <a:pt x="49806" y="21266"/>
                  </a:lnTo>
                  <a:lnTo>
                    <a:pt x="52618" y="21048"/>
                  </a:lnTo>
                  <a:lnTo>
                    <a:pt x="56100" y="26024"/>
                  </a:lnTo>
                  <a:lnTo>
                    <a:pt x="53943" y="32389"/>
                  </a:lnTo>
                  <a:lnTo>
                    <a:pt x="60059" y="30879"/>
                  </a:lnTo>
                  <a:lnTo>
                    <a:pt x="60574" y="32110"/>
                  </a:lnTo>
                  <a:lnTo>
                    <a:pt x="60436" y="36561"/>
                  </a:lnTo>
                  <a:lnTo>
                    <a:pt x="63494" y="41318"/>
                  </a:lnTo>
                  <a:lnTo>
                    <a:pt x="63635" y="44831"/>
                  </a:lnTo>
                  <a:lnTo>
                    <a:pt x="62379" y="48826"/>
                  </a:lnTo>
                  <a:lnTo>
                    <a:pt x="65944" y="48480"/>
                  </a:lnTo>
                  <a:lnTo>
                    <a:pt x="66573" y="54196"/>
                  </a:lnTo>
                  <a:lnTo>
                    <a:pt x="64088" y="65079"/>
                  </a:lnTo>
                  <a:lnTo>
                    <a:pt x="58535" y="65646"/>
                  </a:lnTo>
                  <a:lnTo>
                    <a:pt x="50841" y="69606"/>
                  </a:lnTo>
                  <a:lnTo>
                    <a:pt x="46847" y="67886"/>
                  </a:lnTo>
                  <a:lnTo>
                    <a:pt x="44886" y="75487"/>
                  </a:lnTo>
                  <a:lnTo>
                    <a:pt x="42638" y="76080"/>
                  </a:lnTo>
                  <a:lnTo>
                    <a:pt x="31217" y="71745"/>
                  </a:lnTo>
                  <a:lnTo>
                    <a:pt x="30394" y="67476"/>
                  </a:lnTo>
                  <a:lnTo>
                    <a:pt x="25153" y="67081"/>
                  </a:lnTo>
                  <a:lnTo>
                    <a:pt x="25577" y="67715"/>
                  </a:lnTo>
                  <a:lnTo>
                    <a:pt x="24880" y="68443"/>
                  </a:lnTo>
                  <a:lnTo>
                    <a:pt x="20456" y="60714"/>
                  </a:lnTo>
                  <a:lnTo>
                    <a:pt x="12730" y="62709"/>
                  </a:lnTo>
                  <a:lnTo>
                    <a:pt x="11442" y="64218"/>
                  </a:lnTo>
                  <a:lnTo>
                    <a:pt x="12231" y="65751"/>
                  </a:lnTo>
                  <a:lnTo>
                    <a:pt x="9752" y="65117"/>
                  </a:lnTo>
                  <a:lnTo>
                    <a:pt x="9304" y="58336"/>
                  </a:lnTo>
                  <a:lnTo>
                    <a:pt x="6032" y="57609"/>
                  </a:lnTo>
                  <a:lnTo>
                    <a:pt x="7550" y="45046"/>
                  </a:lnTo>
                  <a:lnTo>
                    <a:pt x="2948" y="43282"/>
                  </a:lnTo>
                  <a:lnTo>
                    <a:pt x="0" y="39778"/>
                  </a:lnTo>
                  <a:lnTo>
                    <a:pt x="391" y="30797"/>
                  </a:lnTo>
                  <a:lnTo>
                    <a:pt x="524" y="25135"/>
                  </a:lnTo>
                  <a:lnTo>
                    <a:pt x="3179" y="20065"/>
                  </a:lnTo>
                  <a:lnTo>
                    <a:pt x="4674" y="13280"/>
                  </a:lnTo>
                  <a:lnTo>
                    <a:pt x="4812" y="10263"/>
                  </a:lnTo>
                  <a:lnTo>
                    <a:pt x="2392" y="2845"/>
                  </a:lnTo>
                  <a:lnTo>
                    <a:pt x="5240" y="1310"/>
                  </a:lnTo>
                  <a:lnTo>
                    <a:pt x="9490" y="1409"/>
                  </a:lnTo>
                  <a:lnTo>
                    <a:pt x="11711" y="2409"/>
                  </a:lnTo>
                  <a:lnTo>
                    <a:pt x="14220" y="3537"/>
                  </a:lnTo>
                  <a:lnTo>
                    <a:pt x="14921" y="122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h3618"/>
            <p:cNvSpPr/>
            <p:nvPr/>
          </p:nvSpPr>
          <p:spPr>
            <a:xfrm>
              <a:off x="5951277" y="2019973"/>
              <a:ext cx="35131" cy="50571"/>
            </a:xfrm>
            <a:custGeom>
              <a:avLst/>
              <a:pathLst>
                <a:path w="35131" h="50571">
                  <a:moveTo>
                    <a:pt x="19185" y="1715"/>
                  </a:moveTo>
                  <a:lnTo>
                    <a:pt x="24460" y="6364"/>
                  </a:lnTo>
                  <a:lnTo>
                    <a:pt x="28691" y="5410"/>
                  </a:lnTo>
                  <a:lnTo>
                    <a:pt x="31081" y="6384"/>
                  </a:lnTo>
                  <a:lnTo>
                    <a:pt x="32624" y="6457"/>
                  </a:lnTo>
                  <a:lnTo>
                    <a:pt x="34310" y="7520"/>
                  </a:lnTo>
                  <a:lnTo>
                    <a:pt x="35131" y="9982"/>
                  </a:lnTo>
                  <a:lnTo>
                    <a:pt x="32227" y="13047"/>
                  </a:lnTo>
                  <a:lnTo>
                    <a:pt x="30036" y="18704"/>
                  </a:lnTo>
                  <a:lnTo>
                    <a:pt x="32041" y="27802"/>
                  </a:lnTo>
                  <a:lnTo>
                    <a:pt x="31210" y="32774"/>
                  </a:lnTo>
                  <a:lnTo>
                    <a:pt x="32619" y="35102"/>
                  </a:lnTo>
                  <a:lnTo>
                    <a:pt x="30590" y="36815"/>
                  </a:lnTo>
                  <a:lnTo>
                    <a:pt x="27321" y="42600"/>
                  </a:lnTo>
                  <a:lnTo>
                    <a:pt x="25276" y="49441"/>
                  </a:lnTo>
                  <a:lnTo>
                    <a:pt x="23526" y="50571"/>
                  </a:lnTo>
                  <a:lnTo>
                    <a:pt x="19156" y="49441"/>
                  </a:lnTo>
                  <a:lnTo>
                    <a:pt x="15485" y="41993"/>
                  </a:lnTo>
                  <a:lnTo>
                    <a:pt x="12597" y="42817"/>
                  </a:lnTo>
                  <a:lnTo>
                    <a:pt x="9376" y="41463"/>
                  </a:lnTo>
                  <a:lnTo>
                    <a:pt x="10765" y="38448"/>
                  </a:lnTo>
                  <a:lnTo>
                    <a:pt x="8251" y="34985"/>
                  </a:lnTo>
                  <a:lnTo>
                    <a:pt x="3195" y="35977"/>
                  </a:lnTo>
                  <a:lnTo>
                    <a:pt x="0" y="29204"/>
                  </a:lnTo>
                  <a:lnTo>
                    <a:pt x="1118" y="27290"/>
                  </a:lnTo>
                  <a:lnTo>
                    <a:pt x="1916" y="19397"/>
                  </a:lnTo>
                  <a:lnTo>
                    <a:pt x="6231" y="15922"/>
                  </a:lnTo>
                  <a:lnTo>
                    <a:pt x="7963" y="16167"/>
                  </a:lnTo>
                  <a:lnTo>
                    <a:pt x="11219" y="15310"/>
                  </a:lnTo>
                  <a:lnTo>
                    <a:pt x="15984" y="12001"/>
                  </a:lnTo>
                  <a:lnTo>
                    <a:pt x="14319" y="5942"/>
                  </a:lnTo>
                  <a:lnTo>
                    <a:pt x="1401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h3619"/>
            <p:cNvSpPr/>
            <p:nvPr/>
          </p:nvSpPr>
          <p:spPr>
            <a:xfrm>
              <a:off x="5710737" y="1777678"/>
              <a:ext cx="108688" cy="112324"/>
            </a:xfrm>
            <a:custGeom>
              <a:avLst/>
              <a:pathLst>
                <a:path w="108688" h="112324">
                  <a:moveTo>
                    <a:pt x="80545" y="471"/>
                  </a:moveTo>
                  <a:lnTo>
                    <a:pt x="82984" y="3849"/>
                  </a:lnTo>
                  <a:lnTo>
                    <a:pt x="88911" y="3200"/>
                  </a:lnTo>
                  <a:lnTo>
                    <a:pt x="92165" y="4230"/>
                  </a:lnTo>
                  <a:lnTo>
                    <a:pt x="95142" y="7614"/>
                  </a:lnTo>
                  <a:lnTo>
                    <a:pt x="94147" y="11188"/>
                  </a:lnTo>
                  <a:lnTo>
                    <a:pt x="95216" y="12284"/>
                  </a:lnTo>
                  <a:lnTo>
                    <a:pt x="100631" y="13447"/>
                  </a:lnTo>
                  <a:lnTo>
                    <a:pt x="105601" y="10687"/>
                  </a:lnTo>
                  <a:lnTo>
                    <a:pt x="104297" y="16454"/>
                  </a:lnTo>
                  <a:lnTo>
                    <a:pt x="101504" y="20414"/>
                  </a:lnTo>
                  <a:lnTo>
                    <a:pt x="106465" y="23781"/>
                  </a:lnTo>
                  <a:lnTo>
                    <a:pt x="108098" y="26756"/>
                  </a:lnTo>
                  <a:lnTo>
                    <a:pt x="107029" y="32070"/>
                  </a:lnTo>
                  <a:lnTo>
                    <a:pt x="108688" y="35181"/>
                  </a:lnTo>
                  <a:lnTo>
                    <a:pt x="105302" y="38004"/>
                  </a:lnTo>
                  <a:lnTo>
                    <a:pt x="98738" y="36489"/>
                  </a:lnTo>
                  <a:lnTo>
                    <a:pt x="97122" y="34879"/>
                  </a:lnTo>
                  <a:lnTo>
                    <a:pt x="92356" y="34050"/>
                  </a:lnTo>
                  <a:lnTo>
                    <a:pt x="83650" y="39867"/>
                  </a:lnTo>
                  <a:lnTo>
                    <a:pt x="85497" y="45076"/>
                  </a:lnTo>
                  <a:lnTo>
                    <a:pt x="80296" y="45157"/>
                  </a:lnTo>
                  <a:lnTo>
                    <a:pt x="81410" y="41746"/>
                  </a:lnTo>
                  <a:lnTo>
                    <a:pt x="80411" y="41384"/>
                  </a:lnTo>
                  <a:lnTo>
                    <a:pt x="75281" y="48586"/>
                  </a:lnTo>
                  <a:lnTo>
                    <a:pt x="77114" y="49935"/>
                  </a:lnTo>
                  <a:lnTo>
                    <a:pt x="76962" y="54138"/>
                  </a:lnTo>
                  <a:lnTo>
                    <a:pt x="76148" y="56621"/>
                  </a:lnTo>
                  <a:lnTo>
                    <a:pt x="79063" y="67341"/>
                  </a:lnTo>
                  <a:lnTo>
                    <a:pt x="78197" y="72352"/>
                  </a:lnTo>
                  <a:lnTo>
                    <a:pt x="78333" y="73673"/>
                  </a:lnTo>
                  <a:lnTo>
                    <a:pt x="76803" y="77147"/>
                  </a:lnTo>
                  <a:lnTo>
                    <a:pt x="77437" y="83700"/>
                  </a:lnTo>
                  <a:lnTo>
                    <a:pt x="76407" y="85843"/>
                  </a:lnTo>
                  <a:lnTo>
                    <a:pt x="70098" y="83752"/>
                  </a:lnTo>
                  <a:lnTo>
                    <a:pt x="67118" y="85192"/>
                  </a:lnTo>
                  <a:lnTo>
                    <a:pt x="68751" y="89458"/>
                  </a:lnTo>
                  <a:lnTo>
                    <a:pt x="64043" y="95942"/>
                  </a:lnTo>
                  <a:lnTo>
                    <a:pt x="63748" y="98321"/>
                  </a:lnTo>
                  <a:lnTo>
                    <a:pt x="58835" y="99398"/>
                  </a:lnTo>
                  <a:lnTo>
                    <a:pt x="57002" y="101036"/>
                  </a:lnTo>
                  <a:lnTo>
                    <a:pt x="53608" y="104746"/>
                  </a:lnTo>
                  <a:lnTo>
                    <a:pt x="49270" y="111862"/>
                  </a:lnTo>
                  <a:lnTo>
                    <a:pt x="45804" y="112324"/>
                  </a:lnTo>
                  <a:lnTo>
                    <a:pt x="35544" y="107590"/>
                  </a:lnTo>
                  <a:lnTo>
                    <a:pt x="26902" y="106239"/>
                  </a:lnTo>
                  <a:lnTo>
                    <a:pt x="12338" y="106268"/>
                  </a:lnTo>
                  <a:lnTo>
                    <a:pt x="9155" y="103510"/>
                  </a:lnTo>
                  <a:lnTo>
                    <a:pt x="8206" y="102802"/>
                  </a:lnTo>
                  <a:lnTo>
                    <a:pt x="5682" y="96573"/>
                  </a:lnTo>
                  <a:lnTo>
                    <a:pt x="5353" y="92557"/>
                  </a:lnTo>
                  <a:lnTo>
                    <a:pt x="7178" y="88624"/>
                  </a:lnTo>
                  <a:lnTo>
                    <a:pt x="6956" y="86838"/>
                  </a:lnTo>
                  <a:lnTo>
                    <a:pt x="5298" y="87038"/>
                  </a:lnTo>
                  <a:lnTo>
                    <a:pt x="4731" y="80945"/>
                  </a:lnTo>
                  <a:lnTo>
                    <a:pt x="2704" y="78329"/>
                  </a:lnTo>
                  <a:lnTo>
                    <a:pt x="1550" y="74100"/>
                  </a:lnTo>
                  <a:lnTo>
                    <a:pt x="0" y="71669"/>
                  </a:lnTo>
                  <a:lnTo>
                    <a:pt x="73" y="61645"/>
                  </a:lnTo>
                  <a:lnTo>
                    <a:pt x="7676" y="64611"/>
                  </a:lnTo>
                  <a:lnTo>
                    <a:pt x="9422" y="64719"/>
                  </a:lnTo>
                  <a:lnTo>
                    <a:pt x="11729" y="64328"/>
                  </a:lnTo>
                  <a:lnTo>
                    <a:pt x="12204" y="62532"/>
                  </a:lnTo>
                  <a:lnTo>
                    <a:pt x="13908" y="61786"/>
                  </a:lnTo>
                  <a:lnTo>
                    <a:pt x="23999" y="66153"/>
                  </a:lnTo>
                  <a:lnTo>
                    <a:pt x="26819" y="62419"/>
                  </a:lnTo>
                  <a:lnTo>
                    <a:pt x="24167" y="57647"/>
                  </a:lnTo>
                  <a:lnTo>
                    <a:pt x="43831" y="57906"/>
                  </a:lnTo>
                  <a:lnTo>
                    <a:pt x="44466" y="54448"/>
                  </a:lnTo>
                  <a:lnTo>
                    <a:pt x="42480" y="51795"/>
                  </a:lnTo>
                  <a:lnTo>
                    <a:pt x="40169" y="53143"/>
                  </a:lnTo>
                  <a:lnTo>
                    <a:pt x="38496" y="50313"/>
                  </a:lnTo>
                  <a:lnTo>
                    <a:pt x="39317" y="48397"/>
                  </a:lnTo>
                  <a:lnTo>
                    <a:pt x="43929" y="47785"/>
                  </a:lnTo>
                  <a:lnTo>
                    <a:pt x="47725" y="49381"/>
                  </a:lnTo>
                  <a:lnTo>
                    <a:pt x="47237" y="47322"/>
                  </a:lnTo>
                  <a:lnTo>
                    <a:pt x="45435" y="44722"/>
                  </a:lnTo>
                  <a:lnTo>
                    <a:pt x="52388" y="43938"/>
                  </a:lnTo>
                  <a:lnTo>
                    <a:pt x="54555" y="41050"/>
                  </a:lnTo>
                  <a:lnTo>
                    <a:pt x="52967" y="34764"/>
                  </a:lnTo>
                  <a:lnTo>
                    <a:pt x="68374" y="35863"/>
                  </a:lnTo>
                  <a:lnTo>
                    <a:pt x="67963" y="27801"/>
                  </a:lnTo>
                  <a:lnTo>
                    <a:pt x="62417" y="26357"/>
                  </a:lnTo>
                  <a:lnTo>
                    <a:pt x="66932" y="10669"/>
                  </a:lnTo>
                  <a:lnTo>
                    <a:pt x="73049" y="14436"/>
                  </a:lnTo>
                  <a:lnTo>
                    <a:pt x="86828" y="14372"/>
                  </a:lnTo>
                  <a:lnTo>
                    <a:pt x="86785" y="9309"/>
                  </a:lnTo>
                  <a:lnTo>
                    <a:pt x="81222" y="9055"/>
                  </a:lnTo>
                  <a:lnTo>
                    <a:pt x="81446" y="2662"/>
                  </a:lnTo>
                  <a:lnTo>
                    <a:pt x="73904" y="4047"/>
                  </a:lnTo>
                  <a:lnTo>
                    <a:pt x="7368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h3620"/>
            <p:cNvSpPr/>
            <p:nvPr/>
          </p:nvSpPr>
          <p:spPr>
            <a:xfrm>
              <a:off x="5912458" y="1917298"/>
              <a:ext cx="94553" cy="90347"/>
            </a:xfrm>
            <a:custGeom>
              <a:avLst/>
              <a:pathLst>
                <a:path w="94553" h="90347">
                  <a:moveTo>
                    <a:pt x="36793" y="346"/>
                  </a:moveTo>
                  <a:lnTo>
                    <a:pt x="42758" y="5368"/>
                  </a:lnTo>
                  <a:lnTo>
                    <a:pt x="48882" y="2227"/>
                  </a:lnTo>
                  <a:lnTo>
                    <a:pt x="61148" y="0"/>
                  </a:lnTo>
                  <a:lnTo>
                    <a:pt x="58169" y="2679"/>
                  </a:lnTo>
                  <a:lnTo>
                    <a:pt x="58591" y="3654"/>
                  </a:lnTo>
                  <a:lnTo>
                    <a:pt x="65741" y="7095"/>
                  </a:lnTo>
                  <a:lnTo>
                    <a:pt x="67364" y="5485"/>
                  </a:lnTo>
                  <a:lnTo>
                    <a:pt x="68565" y="7218"/>
                  </a:lnTo>
                  <a:lnTo>
                    <a:pt x="70860" y="14466"/>
                  </a:lnTo>
                  <a:lnTo>
                    <a:pt x="69042" y="16019"/>
                  </a:lnTo>
                  <a:lnTo>
                    <a:pt x="70588" y="19418"/>
                  </a:lnTo>
                  <a:lnTo>
                    <a:pt x="75004" y="24560"/>
                  </a:lnTo>
                  <a:lnTo>
                    <a:pt x="76791" y="25104"/>
                  </a:lnTo>
                  <a:lnTo>
                    <a:pt x="79007" y="24591"/>
                  </a:lnTo>
                  <a:lnTo>
                    <a:pt x="80731" y="26511"/>
                  </a:lnTo>
                  <a:lnTo>
                    <a:pt x="80941" y="28629"/>
                  </a:lnTo>
                  <a:lnTo>
                    <a:pt x="81976" y="29954"/>
                  </a:lnTo>
                  <a:lnTo>
                    <a:pt x="86111" y="32427"/>
                  </a:lnTo>
                  <a:lnTo>
                    <a:pt x="86735" y="32487"/>
                  </a:lnTo>
                  <a:lnTo>
                    <a:pt x="90959" y="28178"/>
                  </a:lnTo>
                  <a:lnTo>
                    <a:pt x="92448" y="31687"/>
                  </a:lnTo>
                  <a:lnTo>
                    <a:pt x="90083" y="37433"/>
                  </a:lnTo>
                  <a:lnTo>
                    <a:pt x="88341" y="38497"/>
                  </a:lnTo>
                  <a:lnTo>
                    <a:pt x="86302" y="41044"/>
                  </a:lnTo>
                  <a:lnTo>
                    <a:pt x="85905" y="44005"/>
                  </a:lnTo>
                  <a:lnTo>
                    <a:pt x="86683" y="45913"/>
                  </a:lnTo>
                  <a:lnTo>
                    <a:pt x="89555" y="47946"/>
                  </a:lnTo>
                  <a:lnTo>
                    <a:pt x="91252" y="47684"/>
                  </a:lnTo>
                  <a:lnTo>
                    <a:pt x="93471" y="48418"/>
                  </a:lnTo>
                  <a:lnTo>
                    <a:pt x="94553" y="53821"/>
                  </a:lnTo>
                  <a:lnTo>
                    <a:pt x="91359" y="53229"/>
                  </a:lnTo>
                  <a:lnTo>
                    <a:pt x="89304" y="57807"/>
                  </a:lnTo>
                  <a:lnTo>
                    <a:pt x="86064" y="59103"/>
                  </a:lnTo>
                  <a:lnTo>
                    <a:pt x="84637" y="57557"/>
                  </a:lnTo>
                  <a:lnTo>
                    <a:pt x="77401" y="56741"/>
                  </a:lnTo>
                  <a:lnTo>
                    <a:pt x="76452" y="55966"/>
                  </a:lnTo>
                  <a:lnTo>
                    <a:pt x="75685" y="53142"/>
                  </a:lnTo>
                  <a:lnTo>
                    <a:pt x="73735" y="54294"/>
                  </a:lnTo>
                  <a:lnTo>
                    <a:pt x="73555" y="56313"/>
                  </a:lnTo>
                  <a:lnTo>
                    <a:pt x="75899" y="58359"/>
                  </a:lnTo>
                  <a:lnTo>
                    <a:pt x="74699" y="60480"/>
                  </a:lnTo>
                  <a:lnTo>
                    <a:pt x="70982" y="58029"/>
                  </a:lnTo>
                  <a:lnTo>
                    <a:pt x="64996" y="56963"/>
                  </a:lnTo>
                  <a:lnTo>
                    <a:pt x="62663" y="50631"/>
                  </a:lnTo>
                  <a:lnTo>
                    <a:pt x="52692" y="54630"/>
                  </a:lnTo>
                  <a:lnTo>
                    <a:pt x="54187" y="59917"/>
                  </a:lnTo>
                  <a:lnTo>
                    <a:pt x="46235" y="61545"/>
                  </a:lnTo>
                  <a:lnTo>
                    <a:pt x="45024" y="63665"/>
                  </a:lnTo>
                  <a:lnTo>
                    <a:pt x="47879" y="67494"/>
                  </a:lnTo>
                  <a:lnTo>
                    <a:pt x="50397" y="67258"/>
                  </a:lnTo>
                  <a:lnTo>
                    <a:pt x="52178" y="66169"/>
                  </a:lnTo>
                  <a:lnTo>
                    <a:pt x="54309" y="69141"/>
                  </a:lnTo>
                  <a:lnTo>
                    <a:pt x="54106" y="71422"/>
                  </a:lnTo>
                  <a:lnTo>
                    <a:pt x="52877" y="72402"/>
                  </a:lnTo>
                  <a:lnTo>
                    <a:pt x="45430" y="72943"/>
                  </a:lnTo>
                  <a:lnTo>
                    <a:pt x="43667" y="74557"/>
                  </a:lnTo>
                  <a:lnTo>
                    <a:pt x="42498" y="78238"/>
                  </a:lnTo>
                  <a:lnTo>
                    <a:pt x="51982" y="84710"/>
                  </a:lnTo>
                  <a:lnTo>
                    <a:pt x="50632" y="87928"/>
                  </a:lnTo>
                  <a:lnTo>
                    <a:pt x="50436" y="88394"/>
                  </a:lnTo>
                  <a:lnTo>
                    <a:pt x="47830" y="85948"/>
                  </a:lnTo>
                  <a:lnTo>
                    <a:pt x="44709" y="84700"/>
                  </a:lnTo>
                  <a:lnTo>
                    <a:pt x="43548" y="86648"/>
                  </a:lnTo>
                  <a:lnTo>
                    <a:pt x="43717" y="90347"/>
                  </a:lnTo>
                  <a:lnTo>
                    <a:pt x="33571" y="89468"/>
                  </a:lnTo>
                  <a:lnTo>
                    <a:pt x="31783" y="88667"/>
                  </a:lnTo>
                  <a:lnTo>
                    <a:pt x="27980" y="84717"/>
                  </a:lnTo>
                  <a:lnTo>
                    <a:pt x="24901" y="84006"/>
                  </a:lnTo>
                  <a:lnTo>
                    <a:pt x="24194" y="83027"/>
                  </a:lnTo>
                  <a:lnTo>
                    <a:pt x="15433" y="78476"/>
                  </a:lnTo>
                  <a:lnTo>
                    <a:pt x="11766" y="75019"/>
                  </a:lnTo>
                  <a:lnTo>
                    <a:pt x="10884" y="73445"/>
                  </a:lnTo>
                  <a:lnTo>
                    <a:pt x="11588" y="72197"/>
                  </a:lnTo>
                  <a:lnTo>
                    <a:pt x="11722" y="67720"/>
                  </a:lnTo>
                  <a:lnTo>
                    <a:pt x="10744" y="60032"/>
                  </a:lnTo>
                  <a:lnTo>
                    <a:pt x="12163" y="59381"/>
                  </a:lnTo>
                  <a:lnTo>
                    <a:pt x="7703" y="55756"/>
                  </a:lnTo>
                  <a:lnTo>
                    <a:pt x="3847" y="57255"/>
                  </a:lnTo>
                  <a:lnTo>
                    <a:pt x="925" y="55778"/>
                  </a:lnTo>
                  <a:lnTo>
                    <a:pt x="0" y="50859"/>
                  </a:lnTo>
                  <a:lnTo>
                    <a:pt x="1858" y="51345"/>
                  </a:lnTo>
                  <a:lnTo>
                    <a:pt x="2369" y="50479"/>
                  </a:lnTo>
                  <a:lnTo>
                    <a:pt x="3754" y="50082"/>
                  </a:lnTo>
                  <a:lnTo>
                    <a:pt x="6556" y="50672"/>
                  </a:lnTo>
                  <a:lnTo>
                    <a:pt x="8505" y="41390"/>
                  </a:lnTo>
                  <a:lnTo>
                    <a:pt x="10077" y="40718"/>
                  </a:lnTo>
                  <a:lnTo>
                    <a:pt x="12888" y="43676"/>
                  </a:lnTo>
                  <a:lnTo>
                    <a:pt x="13499" y="45033"/>
                  </a:lnTo>
                  <a:lnTo>
                    <a:pt x="15708" y="40898"/>
                  </a:lnTo>
                  <a:lnTo>
                    <a:pt x="18595" y="38543"/>
                  </a:lnTo>
                  <a:lnTo>
                    <a:pt x="20360" y="38599"/>
                  </a:lnTo>
                  <a:lnTo>
                    <a:pt x="26557" y="41074"/>
                  </a:lnTo>
                  <a:lnTo>
                    <a:pt x="32160" y="40214"/>
                  </a:lnTo>
                  <a:lnTo>
                    <a:pt x="35782" y="35824"/>
                  </a:lnTo>
                  <a:lnTo>
                    <a:pt x="35421" y="31860"/>
                  </a:lnTo>
                  <a:lnTo>
                    <a:pt x="36618" y="25274"/>
                  </a:lnTo>
                  <a:lnTo>
                    <a:pt x="35188" y="23252"/>
                  </a:lnTo>
                  <a:lnTo>
                    <a:pt x="27683" y="23172"/>
                  </a:lnTo>
                  <a:lnTo>
                    <a:pt x="29990" y="21106"/>
                  </a:lnTo>
                  <a:lnTo>
                    <a:pt x="28141" y="19455"/>
                  </a:lnTo>
                  <a:lnTo>
                    <a:pt x="25228" y="18728"/>
                  </a:lnTo>
                  <a:lnTo>
                    <a:pt x="22829" y="15747"/>
                  </a:lnTo>
                  <a:lnTo>
                    <a:pt x="25117" y="15546"/>
                  </a:lnTo>
                  <a:lnTo>
                    <a:pt x="28501" y="13360"/>
                  </a:lnTo>
                  <a:lnTo>
                    <a:pt x="28959" y="10991"/>
                  </a:lnTo>
                  <a:lnTo>
                    <a:pt x="27962" y="4279"/>
                  </a:lnTo>
                  <a:lnTo>
                    <a:pt x="29803" y="4033"/>
                  </a:lnTo>
                  <a:lnTo>
                    <a:pt x="31449" y="2668"/>
                  </a:lnTo>
                  <a:lnTo>
                    <a:pt x="32035" y="271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h3621"/>
            <p:cNvSpPr/>
            <p:nvPr/>
          </p:nvSpPr>
          <p:spPr>
            <a:xfrm>
              <a:off x="5998363" y="1896643"/>
              <a:ext cx="107127" cy="77358"/>
            </a:xfrm>
            <a:custGeom>
              <a:avLst/>
              <a:pathLst>
                <a:path w="107127" h="77358">
                  <a:moveTo>
                    <a:pt x="70200" y="0"/>
                  </a:moveTo>
                  <a:lnTo>
                    <a:pt x="77637" y="3077"/>
                  </a:lnTo>
                  <a:lnTo>
                    <a:pt x="78090" y="3569"/>
                  </a:lnTo>
                  <a:lnTo>
                    <a:pt x="76509" y="3706"/>
                  </a:lnTo>
                  <a:lnTo>
                    <a:pt x="78902" y="9301"/>
                  </a:lnTo>
                  <a:lnTo>
                    <a:pt x="91808" y="7607"/>
                  </a:lnTo>
                  <a:lnTo>
                    <a:pt x="92088" y="3798"/>
                  </a:lnTo>
                  <a:lnTo>
                    <a:pt x="98597" y="6336"/>
                  </a:lnTo>
                  <a:lnTo>
                    <a:pt x="100541" y="9725"/>
                  </a:lnTo>
                  <a:lnTo>
                    <a:pt x="100907" y="12461"/>
                  </a:lnTo>
                  <a:lnTo>
                    <a:pt x="100335" y="14385"/>
                  </a:lnTo>
                  <a:lnTo>
                    <a:pt x="94183" y="18468"/>
                  </a:lnTo>
                  <a:lnTo>
                    <a:pt x="93252" y="17649"/>
                  </a:lnTo>
                  <a:lnTo>
                    <a:pt x="92548" y="19558"/>
                  </a:lnTo>
                  <a:lnTo>
                    <a:pt x="99169" y="33025"/>
                  </a:lnTo>
                  <a:lnTo>
                    <a:pt x="106364" y="36239"/>
                  </a:lnTo>
                  <a:lnTo>
                    <a:pt x="107050" y="37198"/>
                  </a:lnTo>
                  <a:lnTo>
                    <a:pt x="107127" y="38322"/>
                  </a:lnTo>
                  <a:lnTo>
                    <a:pt x="105995" y="40046"/>
                  </a:lnTo>
                  <a:lnTo>
                    <a:pt x="102649" y="41311"/>
                  </a:lnTo>
                  <a:lnTo>
                    <a:pt x="102395" y="40401"/>
                  </a:lnTo>
                  <a:lnTo>
                    <a:pt x="93287" y="36403"/>
                  </a:lnTo>
                  <a:lnTo>
                    <a:pt x="78888" y="35436"/>
                  </a:lnTo>
                  <a:lnTo>
                    <a:pt x="80821" y="39749"/>
                  </a:lnTo>
                  <a:lnTo>
                    <a:pt x="69828" y="40559"/>
                  </a:lnTo>
                  <a:lnTo>
                    <a:pt x="64924" y="44975"/>
                  </a:lnTo>
                  <a:lnTo>
                    <a:pt x="63732" y="47700"/>
                  </a:lnTo>
                  <a:lnTo>
                    <a:pt x="53978" y="54406"/>
                  </a:lnTo>
                  <a:lnTo>
                    <a:pt x="60339" y="62567"/>
                  </a:lnTo>
                  <a:lnTo>
                    <a:pt x="56910" y="64763"/>
                  </a:lnTo>
                  <a:lnTo>
                    <a:pt x="56242" y="66902"/>
                  </a:lnTo>
                  <a:lnTo>
                    <a:pt x="54040" y="63631"/>
                  </a:lnTo>
                  <a:lnTo>
                    <a:pt x="51954" y="64955"/>
                  </a:lnTo>
                  <a:lnTo>
                    <a:pt x="50729" y="67037"/>
                  </a:lnTo>
                  <a:lnTo>
                    <a:pt x="50833" y="69908"/>
                  </a:lnTo>
                  <a:lnTo>
                    <a:pt x="47988" y="72028"/>
                  </a:lnTo>
                  <a:lnTo>
                    <a:pt x="28451" y="73023"/>
                  </a:lnTo>
                  <a:lnTo>
                    <a:pt x="23963" y="77358"/>
                  </a:lnTo>
                  <a:lnTo>
                    <a:pt x="14148" y="73307"/>
                  </a:lnTo>
                  <a:lnTo>
                    <a:pt x="10630" y="74739"/>
                  </a:lnTo>
                  <a:lnTo>
                    <a:pt x="8648" y="74476"/>
                  </a:lnTo>
                  <a:lnTo>
                    <a:pt x="7566" y="69073"/>
                  </a:lnTo>
                  <a:lnTo>
                    <a:pt x="5347" y="68339"/>
                  </a:lnTo>
                  <a:lnTo>
                    <a:pt x="3649" y="68600"/>
                  </a:lnTo>
                  <a:lnTo>
                    <a:pt x="778" y="66568"/>
                  </a:lnTo>
                  <a:lnTo>
                    <a:pt x="0" y="64659"/>
                  </a:lnTo>
                  <a:lnTo>
                    <a:pt x="397" y="61699"/>
                  </a:lnTo>
                  <a:lnTo>
                    <a:pt x="2436" y="59152"/>
                  </a:lnTo>
                  <a:lnTo>
                    <a:pt x="4177" y="58088"/>
                  </a:lnTo>
                  <a:lnTo>
                    <a:pt x="6543" y="52342"/>
                  </a:lnTo>
                  <a:lnTo>
                    <a:pt x="5054" y="48833"/>
                  </a:lnTo>
                  <a:lnTo>
                    <a:pt x="7240" y="46594"/>
                  </a:lnTo>
                  <a:lnTo>
                    <a:pt x="10477" y="41030"/>
                  </a:lnTo>
                  <a:lnTo>
                    <a:pt x="14442" y="39702"/>
                  </a:lnTo>
                  <a:lnTo>
                    <a:pt x="16808" y="39701"/>
                  </a:lnTo>
                  <a:lnTo>
                    <a:pt x="20012" y="37705"/>
                  </a:lnTo>
                  <a:lnTo>
                    <a:pt x="24433" y="43117"/>
                  </a:lnTo>
                  <a:lnTo>
                    <a:pt x="29326" y="38035"/>
                  </a:lnTo>
                  <a:lnTo>
                    <a:pt x="34800" y="37246"/>
                  </a:lnTo>
                  <a:lnTo>
                    <a:pt x="37759" y="35487"/>
                  </a:lnTo>
                  <a:lnTo>
                    <a:pt x="37850" y="32988"/>
                  </a:lnTo>
                  <a:lnTo>
                    <a:pt x="42545" y="33065"/>
                  </a:lnTo>
                  <a:lnTo>
                    <a:pt x="45337" y="31854"/>
                  </a:lnTo>
                  <a:lnTo>
                    <a:pt x="49735" y="31677"/>
                  </a:lnTo>
                  <a:lnTo>
                    <a:pt x="50173" y="11728"/>
                  </a:lnTo>
                  <a:lnTo>
                    <a:pt x="51281" y="10099"/>
                  </a:lnTo>
                  <a:lnTo>
                    <a:pt x="55355" y="8040"/>
                  </a:lnTo>
                  <a:lnTo>
                    <a:pt x="55403" y="5796"/>
                  </a:lnTo>
                  <a:lnTo>
                    <a:pt x="58529" y="375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h3622"/>
            <p:cNvSpPr/>
            <p:nvPr/>
          </p:nvSpPr>
          <p:spPr>
            <a:xfrm>
              <a:off x="5711471" y="1960091"/>
              <a:ext cx="52265" cy="82015"/>
            </a:xfrm>
            <a:custGeom>
              <a:avLst/>
              <a:pathLst>
                <a:path w="52265" h="82015">
                  <a:moveTo>
                    <a:pt x="46274" y="538"/>
                  </a:moveTo>
                  <a:lnTo>
                    <a:pt x="47051" y="7632"/>
                  </a:lnTo>
                  <a:lnTo>
                    <a:pt x="51522" y="11687"/>
                  </a:lnTo>
                  <a:lnTo>
                    <a:pt x="52265" y="14144"/>
                  </a:lnTo>
                  <a:lnTo>
                    <a:pt x="51014" y="14445"/>
                  </a:lnTo>
                  <a:lnTo>
                    <a:pt x="50039" y="16453"/>
                  </a:lnTo>
                  <a:lnTo>
                    <a:pt x="46136" y="31085"/>
                  </a:lnTo>
                  <a:lnTo>
                    <a:pt x="45553" y="34068"/>
                  </a:lnTo>
                  <a:lnTo>
                    <a:pt x="47007" y="40547"/>
                  </a:lnTo>
                  <a:lnTo>
                    <a:pt x="46231" y="43427"/>
                  </a:lnTo>
                  <a:lnTo>
                    <a:pt x="39892" y="45411"/>
                  </a:lnTo>
                  <a:lnTo>
                    <a:pt x="34463" y="44249"/>
                  </a:lnTo>
                  <a:lnTo>
                    <a:pt x="32381" y="48069"/>
                  </a:lnTo>
                  <a:lnTo>
                    <a:pt x="26633" y="53198"/>
                  </a:lnTo>
                  <a:lnTo>
                    <a:pt x="29370" y="54692"/>
                  </a:lnTo>
                  <a:lnTo>
                    <a:pt x="29679" y="56652"/>
                  </a:lnTo>
                  <a:lnTo>
                    <a:pt x="25608" y="66198"/>
                  </a:lnTo>
                  <a:lnTo>
                    <a:pt x="29466" y="73698"/>
                  </a:lnTo>
                  <a:lnTo>
                    <a:pt x="24433" y="75416"/>
                  </a:lnTo>
                  <a:lnTo>
                    <a:pt x="22172" y="77962"/>
                  </a:lnTo>
                  <a:lnTo>
                    <a:pt x="16138" y="80165"/>
                  </a:lnTo>
                  <a:lnTo>
                    <a:pt x="14858" y="75909"/>
                  </a:lnTo>
                  <a:lnTo>
                    <a:pt x="9009" y="79459"/>
                  </a:lnTo>
                  <a:lnTo>
                    <a:pt x="7397" y="82015"/>
                  </a:lnTo>
                  <a:lnTo>
                    <a:pt x="2250" y="80177"/>
                  </a:lnTo>
                  <a:lnTo>
                    <a:pt x="1684" y="77630"/>
                  </a:lnTo>
                  <a:lnTo>
                    <a:pt x="2125" y="73409"/>
                  </a:lnTo>
                  <a:lnTo>
                    <a:pt x="0" y="71033"/>
                  </a:lnTo>
                  <a:lnTo>
                    <a:pt x="304" y="66968"/>
                  </a:lnTo>
                  <a:lnTo>
                    <a:pt x="1707" y="63094"/>
                  </a:lnTo>
                  <a:lnTo>
                    <a:pt x="5842" y="56282"/>
                  </a:lnTo>
                  <a:lnTo>
                    <a:pt x="6740" y="56061"/>
                  </a:lnTo>
                  <a:lnTo>
                    <a:pt x="9850" y="57822"/>
                  </a:lnTo>
                  <a:lnTo>
                    <a:pt x="11546" y="57118"/>
                  </a:lnTo>
                  <a:lnTo>
                    <a:pt x="17655" y="49828"/>
                  </a:lnTo>
                  <a:lnTo>
                    <a:pt x="15577" y="35045"/>
                  </a:lnTo>
                  <a:lnTo>
                    <a:pt x="12938" y="37007"/>
                  </a:lnTo>
                  <a:lnTo>
                    <a:pt x="11257" y="36661"/>
                  </a:lnTo>
                  <a:lnTo>
                    <a:pt x="6717" y="32855"/>
                  </a:lnTo>
                  <a:lnTo>
                    <a:pt x="3965" y="21636"/>
                  </a:lnTo>
                  <a:lnTo>
                    <a:pt x="6436" y="16615"/>
                  </a:lnTo>
                  <a:lnTo>
                    <a:pt x="8204" y="14934"/>
                  </a:lnTo>
                  <a:lnTo>
                    <a:pt x="15474" y="18387"/>
                  </a:lnTo>
                  <a:lnTo>
                    <a:pt x="24463" y="8743"/>
                  </a:lnTo>
                  <a:lnTo>
                    <a:pt x="27183" y="2632"/>
                  </a:lnTo>
                  <a:lnTo>
                    <a:pt x="42304" y="15204"/>
                  </a:lnTo>
                  <a:lnTo>
                    <a:pt x="41374" y="11593"/>
                  </a:lnTo>
                  <a:lnTo>
                    <a:pt x="36726" y="4399"/>
                  </a:lnTo>
                  <a:lnTo>
                    <a:pt x="4562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h3623"/>
            <p:cNvSpPr/>
            <p:nvPr/>
          </p:nvSpPr>
          <p:spPr>
            <a:xfrm>
              <a:off x="5958807" y="1520516"/>
              <a:ext cx="147467" cy="141660"/>
            </a:xfrm>
            <a:custGeom>
              <a:avLst/>
              <a:pathLst>
                <a:path w="147467" h="141660">
                  <a:moveTo>
                    <a:pt x="24588" y="7461"/>
                  </a:moveTo>
                  <a:lnTo>
                    <a:pt x="30738" y="8214"/>
                  </a:lnTo>
                  <a:lnTo>
                    <a:pt x="29334" y="19548"/>
                  </a:lnTo>
                  <a:lnTo>
                    <a:pt x="33413" y="22186"/>
                  </a:lnTo>
                  <a:lnTo>
                    <a:pt x="32714" y="25136"/>
                  </a:lnTo>
                  <a:lnTo>
                    <a:pt x="28585" y="27608"/>
                  </a:lnTo>
                  <a:lnTo>
                    <a:pt x="31351" y="33859"/>
                  </a:lnTo>
                  <a:lnTo>
                    <a:pt x="33058" y="33379"/>
                  </a:lnTo>
                  <a:lnTo>
                    <a:pt x="48503" y="43552"/>
                  </a:lnTo>
                  <a:lnTo>
                    <a:pt x="51817" y="43179"/>
                  </a:lnTo>
                  <a:lnTo>
                    <a:pt x="50182" y="31698"/>
                  </a:lnTo>
                  <a:lnTo>
                    <a:pt x="52006" y="29817"/>
                  </a:lnTo>
                  <a:lnTo>
                    <a:pt x="54796" y="34199"/>
                  </a:lnTo>
                  <a:lnTo>
                    <a:pt x="61982" y="39995"/>
                  </a:lnTo>
                  <a:lnTo>
                    <a:pt x="68220" y="42665"/>
                  </a:lnTo>
                  <a:lnTo>
                    <a:pt x="72535" y="46473"/>
                  </a:lnTo>
                  <a:lnTo>
                    <a:pt x="74521" y="49806"/>
                  </a:lnTo>
                  <a:lnTo>
                    <a:pt x="75099" y="54145"/>
                  </a:lnTo>
                  <a:lnTo>
                    <a:pt x="77213" y="57943"/>
                  </a:lnTo>
                  <a:lnTo>
                    <a:pt x="80834" y="59695"/>
                  </a:lnTo>
                  <a:lnTo>
                    <a:pt x="83365" y="62350"/>
                  </a:lnTo>
                  <a:lnTo>
                    <a:pt x="83123" y="62802"/>
                  </a:lnTo>
                  <a:lnTo>
                    <a:pt x="91819" y="69276"/>
                  </a:lnTo>
                  <a:lnTo>
                    <a:pt x="93260" y="71021"/>
                  </a:lnTo>
                  <a:lnTo>
                    <a:pt x="93647" y="74097"/>
                  </a:lnTo>
                  <a:lnTo>
                    <a:pt x="107818" y="82151"/>
                  </a:lnTo>
                  <a:lnTo>
                    <a:pt x="112556" y="81754"/>
                  </a:lnTo>
                  <a:lnTo>
                    <a:pt x="117898" y="86479"/>
                  </a:lnTo>
                  <a:lnTo>
                    <a:pt x="122421" y="88308"/>
                  </a:lnTo>
                  <a:lnTo>
                    <a:pt x="124363" y="91823"/>
                  </a:lnTo>
                  <a:lnTo>
                    <a:pt x="127671" y="95618"/>
                  </a:lnTo>
                  <a:lnTo>
                    <a:pt x="129214" y="96366"/>
                  </a:lnTo>
                  <a:lnTo>
                    <a:pt x="133374" y="95744"/>
                  </a:lnTo>
                  <a:lnTo>
                    <a:pt x="135543" y="98670"/>
                  </a:lnTo>
                  <a:lnTo>
                    <a:pt x="135603" y="101862"/>
                  </a:lnTo>
                  <a:lnTo>
                    <a:pt x="136686" y="104729"/>
                  </a:lnTo>
                  <a:lnTo>
                    <a:pt x="141306" y="105891"/>
                  </a:lnTo>
                  <a:lnTo>
                    <a:pt x="144261" y="109794"/>
                  </a:lnTo>
                  <a:lnTo>
                    <a:pt x="147467" y="119030"/>
                  </a:lnTo>
                  <a:lnTo>
                    <a:pt x="147193" y="121589"/>
                  </a:lnTo>
                  <a:lnTo>
                    <a:pt x="140395" y="122065"/>
                  </a:lnTo>
                  <a:lnTo>
                    <a:pt x="137903" y="120675"/>
                  </a:lnTo>
                  <a:lnTo>
                    <a:pt x="135751" y="117214"/>
                  </a:lnTo>
                  <a:lnTo>
                    <a:pt x="130944" y="117040"/>
                  </a:lnTo>
                  <a:lnTo>
                    <a:pt x="123036" y="116780"/>
                  </a:lnTo>
                  <a:lnTo>
                    <a:pt x="123943" y="119726"/>
                  </a:lnTo>
                  <a:lnTo>
                    <a:pt x="115795" y="119467"/>
                  </a:lnTo>
                  <a:lnTo>
                    <a:pt x="116012" y="131684"/>
                  </a:lnTo>
                  <a:lnTo>
                    <a:pt x="111662" y="131590"/>
                  </a:lnTo>
                  <a:lnTo>
                    <a:pt x="111594" y="135004"/>
                  </a:lnTo>
                  <a:lnTo>
                    <a:pt x="106163" y="134731"/>
                  </a:lnTo>
                  <a:lnTo>
                    <a:pt x="106265" y="126037"/>
                  </a:lnTo>
                  <a:lnTo>
                    <a:pt x="100819" y="125861"/>
                  </a:lnTo>
                  <a:lnTo>
                    <a:pt x="100664" y="131975"/>
                  </a:lnTo>
                  <a:lnTo>
                    <a:pt x="95117" y="131842"/>
                  </a:lnTo>
                  <a:lnTo>
                    <a:pt x="96637" y="137664"/>
                  </a:lnTo>
                  <a:lnTo>
                    <a:pt x="81967" y="137178"/>
                  </a:lnTo>
                  <a:lnTo>
                    <a:pt x="82787" y="141660"/>
                  </a:lnTo>
                  <a:lnTo>
                    <a:pt x="78881" y="141627"/>
                  </a:lnTo>
                  <a:lnTo>
                    <a:pt x="79206" y="137767"/>
                  </a:lnTo>
                  <a:lnTo>
                    <a:pt x="74702" y="136143"/>
                  </a:lnTo>
                  <a:lnTo>
                    <a:pt x="74038" y="135265"/>
                  </a:lnTo>
                  <a:lnTo>
                    <a:pt x="73537" y="132375"/>
                  </a:lnTo>
                  <a:lnTo>
                    <a:pt x="70286" y="129380"/>
                  </a:lnTo>
                  <a:lnTo>
                    <a:pt x="70692" y="124386"/>
                  </a:lnTo>
                  <a:lnTo>
                    <a:pt x="71949" y="120118"/>
                  </a:lnTo>
                  <a:lnTo>
                    <a:pt x="71705" y="116937"/>
                  </a:lnTo>
                  <a:lnTo>
                    <a:pt x="69623" y="115948"/>
                  </a:lnTo>
                  <a:lnTo>
                    <a:pt x="62452" y="115753"/>
                  </a:lnTo>
                  <a:lnTo>
                    <a:pt x="62986" y="99358"/>
                  </a:lnTo>
                  <a:lnTo>
                    <a:pt x="58523" y="97476"/>
                  </a:lnTo>
                  <a:lnTo>
                    <a:pt x="60764" y="83907"/>
                  </a:lnTo>
                  <a:lnTo>
                    <a:pt x="57593" y="81839"/>
                  </a:lnTo>
                  <a:lnTo>
                    <a:pt x="51998" y="75819"/>
                  </a:lnTo>
                  <a:lnTo>
                    <a:pt x="49662" y="74460"/>
                  </a:lnTo>
                  <a:lnTo>
                    <a:pt x="43751" y="74287"/>
                  </a:lnTo>
                  <a:lnTo>
                    <a:pt x="43202" y="74788"/>
                  </a:lnTo>
                  <a:lnTo>
                    <a:pt x="43231" y="77520"/>
                  </a:lnTo>
                  <a:lnTo>
                    <a:pt x="25363" y="77009"/>
                  </a:lnTo>
                  <a:lnTo>
                    <a:pt x="25546" y="67822"/>
                  </a:lnTo>
                  <a:lnTo>
                    <a:pt x="23709" y="67820"/>
                  </a:lnTo>
                  <a:lnTo>
                    <a:pt x="21827" y="63638"/>
                  </a:lnTo>
                  <a:lnTo>
                    <a:pt x="22039" y="57063"/>
                  </a:lnTo>
                  <a:lnTo>
                    <a:pt x="17775" y="56932"/>
                  </a:lnTo>
                  <a:lnTo>
                    <a:pt x="17592" y="60385"/>
                  </a:lnTo>
                  <a:lnTo>
                    <a:pt x="11332" y="60617"/>
                  </a:lnTo>
                  <a:lnTo>
                    <a:pt x="11590" y="52711"/>
                  </a:lnTo>
                  <a:lnTo>
                    <a:pt x="3459" y="50229"/>
                  </a:lnTo>
                  <a:lnTo>
                    <a:pt x="547" y="36481"/>
                  </a:lnTo>
                  <a:lnTo>
                    <a:pt x="0" y="36169"/>
                  </a:lnTo>
                  <a:lnTo>
                    <a:pt x="4834" y="33565"/>
                  </a:lnTo>
                  <a:lnTo>
                    <a:pt x="4922" y="10249"/>
                  </a:lnTo>
                  <a:lnTo>
                    <a:pt x="3805" y="10148"/>
                  </a:lnTo>
                  <a:lnTo>
                    <a:pt x="6238" y="2681"/>
                  </a:lnTo>
                  <a:lnTo>
                    <a:pt x="8695" y="5611"/>
                  </a:lnTo>
                  <a:lnTo>
                    <a:pt x="14279" y="764"/>
                  </a:lnTo>
                  <a:lnTo>
                    <a:pt x="1417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h3624"/>
            <p:cNvSpPr/>
            <p:nvPr/>
          </p:nvSpPr>
          <p:spPr>
            <a:xfrm>
              <a:off x="5782775" y="1967041"/>
              <a:ext cx="105428" cy="130738"/>
            </a:xfrm>
            <a:custGeom>
              <a:avLst/>
              <a:pathLst>
                <a:path w="105428" h="130738">
                  <a:moveTo>
                    <a:pt x="36504" y="5254"/>
                  </a:moveTo>
                  <a:lnTo>
                    <a:pt x="49563" y="19606"/>
                  </a:lnTo>
                  <a:lnTo>
                    <a:pt x="54059" y="10210"/>
                  </a:lnTo>
                  <a:lnTo>
                    <a:pt x="61554" y="10216"/>
                  </a:lnTo>
                  <a:lnTo>
                    <a:pt x="62587" y="9461"/>
                  </a:lnTo>
                  <a:lnTo>
                    <a:pt x="64184" y="11115"/>
                  </a:lnTo>
                  <a:lnTo>
                    <a:pt x="71811" y="10693"/>
                  </a:lnTo>
                  <a:lnTo>
                    <a:pt x="74965" y="7075"/>
                  </a:lnTo>
                  <a:lnTo>
                    <a:pt x="77070" y="7409"/>
                  </a:lnTo>
                  <a:lnTo>
                    <a:pt x="76225" y="15188"/>
                  </a:lnTo>
                  <a:lnTo>
                    <a:pt x="86004" y="23631"/>
                  </a:lnTo>
                  <a:lnTo>
                    <a:pt x="89382" y="22428"/>
                  </a:lnTo>
                  <a:lnTo>
                    <a:pt x="90844" y="21040"/>
                  </a:lnTo>
                  <a:lnTo>
                    <a:pt x="93221" y="28289"/>
                  </a:lnTo>
                  <a:lnTo>
                    <a:pt x="92234" y="32859"/>
                  </a:lnTo>
                  <a:lnTo>
                    <a:pt x="95071" y="32706"/>
                  </a:lnTo>
                  <a:lnTo>
                    <a:pt x="95401" y="34873"/>
                  </a:lnTo>
                  <a:lnTo>
                    <a:pt x="96008" y="35762"/>
                  </a:lnTo>
                  <a:lnTo>
                    <a:pt x="95545" y="36644"/>
                  </a:lnTo>
                  <a:lnTo>
                    <a:pt x="91369" y="37624"/>
                  </a:lnTo>
                  <a:lnTo>
                    <a:pt x="91658" y="38784"/>
                  </a:lnTo>
                  <a:lnTo>
                    <a:pt x="96236" y="40365"/>
                  </a:lnTo>
                  <a:lnTo>
                    <a:pt x="98832" y="42110"/>
                  </a:lnTo>
                  <a:lnTo>
                    <a:pt x="100540" y="44578"/>
                  </a:lnTo>
                  <a:lnTo>
                    <a:pt x="102280" y="49704"/>
                  </a:lnTo>
                  <a:lnTo>
                    <a:pt x="103145" y="59197"/>
                  </a:lnTo>
                  <a:lnTo>
                    <a:pt x="101113" y="59697"/>
                  </a:lnTo>
                  <a:lnTo>
                    <a:pt x="102742" y="64540"/>
                  </a:lnTo>
                  <a:lnTo>
                    <a:pt x="101216" y="68893"/>
                  </a:lnTo>
                  <a:lnTo>
                    <a:pt x="96824" y="71244"/>
                  </a:lnTo>
                  <a:lnTo>
                    <a:pt x="97013" y="72510"/>
                  </a:lnTo>
                  <a:lnTo>
                    <a:pt x="99387" y="73697"/>
                  </a:lnTo>
                  <a:lnTo>
                    <a:pt x="101753" y="76648"/>
                  </a:lnTo>
                  <a:lnTo>
                    <a:pt x="101961" y="77831"/>
                  </a:lnTo>
                  <a:lnTo>
                    <a:pt x="97346" y="87645"/>
                  </a:lnTo>
                  <a:lnTo>
                    <a:pt x="98045" y="93370"/>
                  </a:lnTo>
                  <a:lnTo>
                    <a:pt x="105033" y="102604"/>
                  </a:lnTo>
                  <a:lnTo>
                    <a:pt x="102149" y="113294"/>
                  </a:lnTo>
                  <a:lnTo>
                    <a:pt x="102914" y="115274"/>
                  </a:lnTo>
                  <a:lnTo>
                    <a:pt x="104350" y="116664"/>
                  </a:lnTo>
                  <a:lnTo>
                    <a:pt x="105428" y="120681"/>
                  </a:lnTo>
                  <a:lnTo>
                    <a:pt x="103319" y="123714"/>
                  </a:lnTo>
                  <a:lnTo>
                    <a:pt x="101823" y="124367"/>
                  </a:lnTo>
                  <a:lnTo>
                    <a:pt x="101070" y="123829"/>
                  </a:lnTo>
                  <a:lnTo>
                    <a:pt x="96258" y="126444"/>
                  </a:lnTo>
                  <a:lnTo>
                    <a:pt x="96841" y="129740"/>
                  </a:lnTo>
                  <a:lnTo>
                    <a:pt x="95937" y="130738"/>
                  </a:lnTo>
                  <a:lnTo>
                    <a:pt x="89419" y="124705"/>
                  </a:lnTo>
                  <a:lnTo>
                    <a:pt x="84849" y="123009"/>
                  </a:lnTo>
                  <a:lnTo>
                    <a:pt x="82815" y="123546"/>
                  </a:lnTo>
                  <a:lnTo>
                    <a:pt x="75924" y="122461"/>
                  </a:lnTo>
                  <a:lnTo>
                    <a:pt x="70539" y="125626"/>
                  </a:lnTo>
                  <a:lnTo>
                    <a:pt x="65450" y="125565"/>
                  </a:lnTo>
                  <a:lnTo>
                    <a:pt x="59917" y="127627"/>
                  </a:lnTo>
                  <a:lnTo>
                    <a:pt x="55513" y="124903"/>
                  </a:lnTo>
                  <a:lnTo>
                    <a:pt x="51463" y="120709"/>
                  </a:lnTo>
                  <a:lnTo>
                    <a:pt x="47423" y="119740"/>
                  </a:lnTo>
                  <a:lnTo>
                    <a:pt x="45068" y="120312"/>
                  </a:lnTo>
                  <a:lnTo>
                    <a:pt x="44370" y="118079"/>
                  </a:lnTo>
                  <a:lnTo>
                    <a:pt x="42870" y="116955"/>
                  </a:lnTo>
                  <a:lnTo>
                    <a:pt x="36481" y="115030"/>
                  </a:lnTo>
                  <a:lnTo>
                    <a:pt x="33168" y="116423"/>
                  </a:lnTo>
                  <a:lnTo>
                    <a:pt x="24432" y="110972"/>
                  </a:lnTo>
                  <a:lnTo>
                    <a:pt x="27167" y="104719"/>
                  </a:lnTo>
                  <a:lnTo>
                    <a:pt x="27139" y="100110"/>
                  </a:lnTo>
                  <a:lnTo>
                    <a:pt x="29641" y="97595"/>
                  </a:lnTo>
                  <a:lnTo>
                    <a:pt x="36585" y="95714"/>
                  </a:lnTo>
                  <a:lnTo>
                    <a:pt x="50415" y="87973"/>
                  </a:lnTo>
                  <a:lnTo>
                    <a:pt x="41553" y="74260"/>
                  </a:lnTo>
                  <a:lnTo>
                    <a:pt x="44101" y="74473"/>
                  </a:lnTo>
                  <a:lnTo>
                    <a:pt x="40952" y="68645"/>
                  </a:lnTo>
                  <a:lnTo>
                    <a:pt x="34079" y="66567"/>
                  </a:lnTo>
                  <a:lnTo>
                    <a:pt x="29319" y="63999"/>
                  </a:lnTo>
                  <a:lnTo>
                    <a:pt x="22364" y="49294"/>
                  </a:lnTo>
                  <a:lnTo>
                    <a:pt x="21249" y="40466"/>
                  </a:lnTo>
                  <a:lnTo>
                    <a:pt x="12580" y="46437"/>
                  </a:lnTo>
                  <a:lnTo>
                    <a:pt x="10827" y="46142"/>
                  </a:lnTo>
                  <a:lnTo>
                    <a:pt x="8284" y="43887"/>
                  </a:lnTo>
                  <a:lnTo>
                    <a:pt x="0" y="44037"/>
                  </a:lnTo>
                  <a:lnTo>
                    <a:pt x="10724" y="39401"/>
                  </a:lnTo>
                  <a:lnTo>
                    <a:pt x="12678" y="34351"/>
                  </a:lnTo>
                  <a:lnTo>
                    <a:pt x="13858" y="27673"/>
                  </a:lnTo>
                  <a:lnTo>
                    <a:pt x="19876" y="24125"/>
                  </a:lnTo>
                  <a:lnTo>
                    <a:pt x="9982" y="17575"/>
                  </a:lnTo>
                  <a:lnTo>
                    <a:pt x="12213" y="12504"/>
                  </a:lnTo>
                  <a:lnTo>
                    <a:pt x="24119" y="1386"/>
                  </a:lnTo>
                  <a:lnTo>
                    <a:pt x="2697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h3625"/>
            <p:cNvSpPr/>
            <p:nvPr/>
          </p:nvSpPr>
          <p:spPr>
            <a:xfrm>
              <a:off x="5902351" y="1881596"/>
              <a:ext cx="32770" cy="30155"/>
            </a:xfrm>
            <a:custGeom>
              <a:avLst/>
              <a:pathLst>
                <a:path w="32770" h="30155">
                  <a:moveTo>
                    <a:pt x="20839" y="1954"/>
                  </a:moveTo>
                  <a:lnTo>
                    <a:pt x="21841" y="1600"/>
                  </a:lnTo>
                  <a:lnTo>
                    <a:pt x="25988" y="5079"/>
                  </a:lnTo>
                  <a:lnTo>
                    <a:pt x="28614" y="8829"/>
                  </a:lnTo>
                  <a:lnTo>
                    <a:pt x="28252" y="10801"/>
                  </a:lnTo>
                  <a:lnTo>
                    <a:pt x="27274" y="11613"/>
                  </a:lnTo>
                  <a:lnTo>
                    <a:pt x="31883" y="17005"/>
                  </a:lnTo>
                  <a:lnTo>
                    <a:pt x="32717" y="20141"/>
                  </a:lnTo>
                  <a:lnTo>
                    <a:pt x="32770" y="24287"/>
                  </a:lnTo>
                  <a:lnTo>
                    <a:pt x="30540" y="30096"/>
                  </a:lnTo>
                  <a:lnTo>
                    <a:pt x="26121" y="29098"/>
                  </a:lnTo>
                  <a:lnTo>
                    <a:pt x="24177" y="27579"/>
                  </a:lnTo>
                  <a:lnTo>
                    <a:pt x="18144" y="30155"/>
                  </a:lnTo>
                  <a:lnTo>
                    <a:pt x="9787" y="27327"/>
                  </a:lnTo>
                  <a:lnTo>
                    <a:pt x="9978" y="23295"/>
                  </a:lnTo>
                  <a:lnTo>
                    <a:pt x="13442" y="19179"/>
                  </a:lnTo>
                  <a:lnTo>
                    <a:pt x="14462" y="19555"/>
                  </a:lnTo>
                  <a:lnTo>
                    <a:pt x="14687" y="18629"/>
                  </a:lnTo>
                  <a:lnTo>
                    <a:pt x="5328" y="16461"/>
                  </a:lnTo>
                  <a:lnTo>
                    <a:pt x="3116" y="18424"/>
                  </a:lnTo>
                  <a:lnTo>
                    <a:pt x="0" y="15385"/>
                  </a:lnTo>
                  <a:lnTo>
                    <a:pt x="663" y="13057"/>
                  </a:lnTo>
                  <a:lnTo>
                    <a:pt x="5357" y="13082"/>
                  </a:lnTo>
                  <a:lnTo>
                    <a:pt x="3460" y="9950"/>
                  </a:lnTo>
                  <a:lnTo>
                    <a:pt x="6564" y="8441"/>
                  </a:lnTo>
                  <a:lnTo>
                    <a:pt x="7137" y="10393"/>
                  </a:lnTo>
                  <a:lnTo>
                    <a:pt x="6319" y="11939"/>
                  </a:lnTo>
                  <a:lnTo>
                    <a:pt x="9029" y="12997"/>
                  </a:lnTo>
                  <a:lnTo>
                    <a:pt x="10351" y="9107"/>
                  </a:lnTo>
                  <a:lnTo>
                    <a:pt x="9554" y="6200"/>
                  </a:lnTo>
                  <a:lnTo>
                    <a:pt x="10434" y="4052"/>
                  </a:lnTo>
                  <a:lnTo>
                    <a:pt x="9496" y="1320"/>
                  </a:lnTo>
                  <a:lnTo>
                    <a:pt x="10464" y="528"/>
                  </a:lnTo>
                  <a:lnTo>
                    <a:pt x="1338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h3626"/>
            <p:cNvSpPr/>
            <p:nvPr/>
          </p:nvSpPr>
          <p:spPr>
            <a:xfrm>
              <a:off x="5918657" y="1720911"/>
              <a:ext cx="94171" cy="201755"/>
            </a:xfrm>
            <a:custGeom>
              <a:avLst/>
              <a:pathLst>
                <a:path w="94171" h="201755">
                  <a:moveTo>
                    <a:pt x="56671" y="5344"/>
                  </a:moveTo>
                  <a:lnTo>
                    <a:pt x="74929" y="4192"/>
                  </a:lnTo>
                  <a:lnTo>
                    <a:pt x="72838" y="11270"/>
                  </a:lnTo>
                  <a:lnTo>
                    <a:pt x="72897" y="12929"/>
                  </a:lnTo>
                  <a:lnTo>
                    <a:pt x="74627" y="14518"/>
                  </a:lnTo>
                  <a:lnTo>
                    <a:pt x="67957" y="27796"/>
                  </a:lnTo>
                  <a:lnTo>
                    <a:pt x="67467" y="45464"/>
                  </a:lnTo>
                  <a:lnTo>
                    <a:pt x="59894" y="45222"/>
                  </a:lnTo>
                  <a:lnTo>
                    <a:pt x="59174" y="50378"/>
                  </a:lnTo>
                  <a:lnTo>
                    <a:pt x="61183" y="56528"/>
                  </a:lnTo>
                  <a:lnTo>
                    <a:pt x="61944" y="61340"/>
                  </a:lnTo>
                  <a:lnTo>
                    <a:pt x="60894" y="72833"/>
                  </a:lnTo>
                  <a:lnTo>
                    <a:pt x="61592" y="76305"/>
                  </a:lnTo>
                  <a:lnTo>
                    <a:pt x="58252" y="77272"/>
                  </a:lnTo>
                  <a:lnTo>
                    <a:pt x="55085" y="75599"/>
                  </a:lnTo>
                  <a:lnTo>
                    <a:pt x="53197" y="75360"/>
                  </a:lnTo>
                  <a:lnTo>
                    <a:pt x="52532" y="75970"/>
                  </a:lnTo>
                  <a:lnTo>
                    <a:pt x="52422" y="78502"/>
                  </a:lnTo>
                  <a:lnTo>
                    <a:pt x="42002" y="78172"/>
                  </a:lnTo>
                  <a:lnTo>
                    <a:pt x="41956" y="80409"/>
                  </a:lnTo>
                  <a:lnTo>
                    <a:pt x="42611" y="85763"/>
                  </a:lnTo>
                  <a:lnTo>
                    <a:pt x="43686" y="87401"/>
                  </a:lnTo>
                  <a:lnTo>
                    <a:pt x="45611" y="87451"/>
                  </a:lnTo>
                  <a:lnTo>
                    <a:pt x="46923" y="91865"/>
                  </a:lnTo>
                  <a:lnTo>
                    <a:pt x="43266" y="90666"/>
                  </a:lnTo>
                  <a:lnTo>
                    <a:pt x="43182" y="92165"/>
                  </a:lnTo>
                  <a:lnTo>
                    <a:pt x="47217" y="102203"/>
                  </a:lnTo>
                  <a:lnTo>
                    <a:pt x="51296" y="103599"/>
                  </a:lnTo>
                  <a:lnTo>
                    <a:pt x="55442" y="116130"/>
                  </a:lnTo>
                  <a:lnTo>
                    <a:pt x="54964" y="118437"/>
                  </a:lnTo>
                  <a:lnTo>
                    <a:pt x="67920" y="126740"/>
                  </a:lnTo>
                  <a:lnTo>
                    <a:pt x="74562" y="127371"/>
                  </a:lnTo>
                  <a:lnTo>
                    <a:pt x="73964" y="130605"/>
                  </a:lnTo>
                  <a:lnTo>
                    <a:pt x="72882" y="133503"/>
                  </a:lnTo>
                  <a:lnTo>
                    <a:pt x="71468" y="132693"/>
                  </a:lnTo>
                  <a:lnTo>
                    <a:pt x="68060" y="138417"/>
                  </a:lnTo>
                  <a:lnTo>
                    <a:pt x="68041" y="140357"/>
                  </a:lnTo>
                  <a:lnTo>
                    <a:pt x="69321" y="140650"/>
                  </a:lnTo>
                  <a:lnTo>
                    <a:pt x="70258" y="144248"/>
                  </a:lnTo>
                  <a:lnTo>
                    <a:pt x="69831" y="144856"/>
                  </a:lnTo>
                  <a:lnTo>
                    <a:pt x="67562" y="144201"/>
                  </a:lnTo>
                  <a:lnTo>
                    <a:pt x="65486" y="148305"/>
                  </a:lnTo>
                  <a:lnTo>
                    <a:pt x="68802" y="149067"/>
                  </a:lnTo>
                  <a:lnTo>
                    <a:pt x="70341" y="151688"/>
                  </a:lnTo>
                  <a:lnTo>
                    <a:pt x="74149" y="153988"/>
                  </a:lnTo>
                  <a:lnTo>
                    <a:pt x="81904" y="154005"/>
                  </a:lnTo>
                  <a:lnTo>
                    <a:pt x="82410" y="154923"/>
                  </a:lnTo>
                  <a:lnTo>
                    <a:pt x="80733" y="158084"/>
                  </a:lnTo>
                  <a:lnTo>
                    <a:pt x="86960" y="159801"/>
                  </a:lnTo>
                  <a:lnTo>
                    <a:pt x="91157" y="159730"/>
                  </a:lnTo>
                  <a:lnTo>
                    <a:pt x="93588" y="165580"/>
                  </a:lnTo>
                  <a:lnTo>
                    <a:pt x="94171" y="173971"/>
                  </a:lnTo>
                  <a:lnTo>
                    <a:pt x="91653" y="173470"/>
                  </a:lnTo>
                  <a:lnTo>
                    <a:pt x="90975" y="169412"/>
                  </a:lnTo>
                  <a:lnTo>
                    <a:pt x="88465" y="172909"/>
                  </a:lnTo>
                  <a:lnTo>
                    <a:pt x="87922" y="175492"/>
                  </a:lnTo>
                  <a:lnTo>
                    <a:pt x="88646" y="178512"/>
                  </a:lnTo>
                  <a:lnTo>
                    <a:pt x="87794" y="179862"/>
                  </a:lnTo>
                  <a:lnTo>
                    <a:pt x="85244" y="179260"/>
                  </a:lnTo>
                  <a:lnTo>
                    <a:pt x="81506" y="179639"/>
                  </a:lnTo>
                  <a:lnTo>
                    <a:pt x="77162" y="181330"/>
                  </a:lnTo>
                  <a:lnTo>
                    <a:pt x="73731" y="180955"/>
                  </a:lnTo>
                  <a:lnTo>
                    <a:pt x="70916" y="183264"/>
                  </a:lnTo>
                  <a:lnTo>
                    <a:pt x="68675" y="189451"/>
                  </a:lnTo>
                  <a:lnTo>
                    <a:pt x="64816" y="189908"/>
                  </a:lnTo>
                  <a:lnTo>
                    <a:pt x="64809" y="197720"/>
                  </a:lnTo>
                  <a:lnTo>
                    <a:pt x="57687" y="196017"/>
                  </a:lnTo>
                  <a:lnTo>
                    <a:pt x="54949" y="196386"/>
                  </a:lnTo>
                  <a:lnTo>
                    <a:pt x="42683" y="198613"/>
                  </a:lnTo>
                  <a:lnTo>
                    <a:pt x="36558" y="201755"/>
                  </a:lnTo>
                  <a:lnTo>
                    <a:pt x="30594" y="196733"/>
                  </a:lnTo>
                  <a:lnTo>
                    <a:pt x="30443" y="195951"/>
                  </a:lnTo>
                  <a:lnTo>
                    <a:pt x="35095" y="193912"/>
                  </a:lnTo>
                  <a:lnTo>
                    <a:pt x="35975" y="186553"/>
                  </a:lnTo>
                  <a:lnTo>
                    <a:pt x="37555" y="187564"/>
                  </a:lnTo>
                  <a:lnTo>
                    <a:pt x="39666" y="186870"/>
                  </a:lnTo>
                  <a:lnTo>
                    <a:pt x="39320" y="180865"/>
                  </a:lnTo>
                  <a:lnTo>
                    <a:pt x="40653" y="173230"/>
                  </a:lnTo>
                  <a:lnTo>
                    <a:pt x="38550" y="169476"/>
                  </a:lnTo>
                  <a:lnTo>
                    <a:pt x="40007" y="166276"/>
                  </a:lnTo>
                  <a:lnTo>
                    <a:pt x="38602" y="163582"/>
                  </a:lnTo>
                  <a:lnTo>
                    <a:pt x="37049" y="162527"/>
                  </a:lnTo>
                  <a:lnTo>
                    <a:pt x="34901" y="163710"/>
                  </a:lnTo>
                  <a:lnTo>
                    <a:pt x="32983" y="163404"/>
                  </a:lnTo>
                  <a:lnTo>
                    <a:pt x="31477" y="161585"/>
                  </a:lnTo>
                  <a:lnTo>
                    <a:pt x="30178" y="154387"/>
                  </a:lnTo>
                  <a:lnTo>
                    <a:pt x="28299" y="149716"/>
                  </a:lnTo>
                  <a:lnTo>
                    <a:pt x="29244" y="147289"/>
                  </a:lnTo>
                  <a:lnTo>
                    <a:pt x="32486" y="146163"/>
                  </a:lnTo>
                  <a:lnTo>
                    <a:pt x="30472" y="142758"/>
                  </a:lnTo>
                  <a:lnTo>
                    <a:pt x="25505" y="139012"/>
                  </a:lnTo>
                  <a:lnTo>
                    <a:pt x="20941" y="133334"/>
                  </a:lnTo>
                  <a:lnTo>
                    <a:pt x="18381" y="127920"/>
                  </a:lnTo>
                  <a:lnTo>
                    <a:pt x="19316" y="127078"/>
                  </a:lnTo>
                  <a:lnTo>
                    <a:pt x="20660" y="127455"/>
                  </a:lnTo>
                  <a:lnTo>
                    <a:pt x="20778" y="126303"/>
                  </a:lnTo>
                  <a:lnTo>
                    <a:pt x="14428" y="119664"/>
                  </a:lnTo>
                  <a:lnTo>
                    <a:pt x="3238" y="121671"/>
                  </a:lnTo>
                  <a:lnTo>
                    <a:pt x="1321" y="118547"/>
                  </a:lnTo>
                  <a:lnTo>
                    <a:pt x="1970" y="109084"/>
                  </a:lnTo>
                  <a:lnTo>
                    <a:pt x="1619" y="87635"/>
                  </a:lnTo>
                  <a:lnTo>
                    <a:pt x="0" y="82573"/>
                  </a:lnTo>
                  <a:lnTo>
                    <a:pt x="2578" y="77927"/>
                  </a:lnTo>
                  <a:lnTo>
                    <a:pt x="4128" y="77157"/>
                  </a:lnTo>
                  <a:lnTo>
                    <a:pt x="7124" y="73502"/>
                  </a:lnTo>
                  <a:lnTo>
                    <a:pt x="8122" y="67507"/>
                  </a:lnTo>
                  <a:lnTo>
                    <a:pt x="9316" y="60339"/>
                  </a:lnTo>
                  <a:lnTo>
                    <a:pt x="4407" y="59603"/>
                  </a:lnTo>
                  <a:lnTo>
                    <a:pt x="4995" y="53811"/>
                  </a:lnTo>
                  <a:lnTo>
                    <a:pt x="3799" y="44861"/>
                  </a:lnTo>
                  <a:lnTo>
                    <a:pt x="4885" y="38433"/>
                  </a:lnTo>
                  <a:lnTo>
                    <a:pt x="5283" y="36772"/>
                  </a:lnTo>
                  <a:lnTo>
                    <a:pt x="8243" y="36634"/>
                  </a:lnTo>
                  <a:lnTo>
                    <a:pt x="8383" y="28445"/>
                  </a:lnTo>
                  <a:lnTo>
                    <a:pt x="13367" y="27561"/>
                  </a:lnTo>
                  <a:lnTo>
                    <a:pt x="16479" y="25284"/>
                  </a:lnTo>
                  <a:lnTo>
                    <a:pt x="5170" y="13304"/>
                  </a:lnTo>
                  <a:lnTo>
                    <a:pt x="5274" y="9731"/>
                  </a:lnTo>
                  <a:lnTo>
                    <a:pt x="5426" y="3909"/>
                  </a:lnTo>
                  <a:lnTo>
                    <a:pt x="13950" y="4560"/>
                  </a:lnTo>
                  <a:lnTo>
                    <a:pt x="12933" y="9476"/>
                  </a:lnTo>
                  <a:lnTo>
                    <a:pt x="15730" y="12358"/>
                  </a:lnTo>
                  <a:lnTo>
                    <a:pt x="16484" y="12356"/>
                  </a:lnTo>
                  <a:lnTo>
                    <a:pt x="16408" y="11220"/>
                  </a:lnTo>
                  <a:lnTo>
                    <a:pt x="14547" y="8842"/>
                  </a:lnTo>
                  <a:lnTo>
                    <a:pt x="18623" y="4705"/>
                  </a:lnTo>
                  <a:lnTo>
                    <a:pt x="28204" y="5004"/>
                  </a:lnTo>
                  <a:lnTo>
                    <a:pt x="29113" y="8253"/>
                  </a:lnTo>
                  <a:lnTo>
                    <a:pt x="39462" y="8580"/>
                  </a:lnTo>
                  <a:lnTo>
                    <a:pt x="37446" y="4998"/>
                  </a:lnTo>
                  <a:lnTo>
                    <a:pt x="35560" y="3940"/>
                  </a:lnTo>
                  <a:lnTo>
                    <a:pt x="37042" y="1712"/>
                  </a:lnTo>
                  <a:lnTo>
                    <a:pt x="4205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h3627"/>
            <p:cNvSpPr/>
            <p:nvPr/>
          </p:nvSpPr>
          <p:spPr>
            <a:xfrm>
              <a:off x="5920268" y="2033649"/>
              <a:ext cx="43605" cy="35630"/>
            </a:xfrm>
            <a:custGeom>
              <a:avLst/>
              <a:pathLst>
                <a:path w="43605" h="35630">
                  <a:moveTo>
                    <a:pt x="29842" y="0"/>
                  </a:moveTo>
                  <a:lnTo>
                    <a:pt x="33800" y="565"/>
                  </a:lnTo>
                  <a:lnTo>
                    <a:pt x="37239" y="2246"/>
                  </a:lnTo>
                  <a:lnTo>
                    <a:pt x="32924" y="5721"/>
                  </a:lnTo>
                  <a:lnTo>
                    <a:pt x="32127" y="13614"/>
                  </a:lnTo>
                  <a:lnTo>
                    <a:pt x="31008" y="15528"/>
                  </a:lnTo>
                  <a:lnTo>
                    <a:pt x="34203" y="22301"/>
                  </a:lnTo>
                  <a:lnTo>
                    <a:pt x="39259" y="21309"/>
                  </a:lnTo>
                  <a:lnTo>
                    <a:pt x="41774" y="24771"/>
                  </a:lnTo>
                  <a:lnTo>
                    <a:pt x="40384" y="27787"/>
                  </a:lnTo>
                  <a:lnTo>
                    <a:pt x="43605" y="29141"/>
                  </a:lnTo>
                  <a:lnTo>
                    <a:pt x="39588" y="35630"/>
                  </a:lnTo>
                  <a:lnTo>
                    <a:pt x="36238" y="34895"/>
                  </a:lnTo>
                  <a:lnTo>
                    <a:pt x="35029" y="32900"/>
                  </a:lnTo>
                  <a:lnTo>
                    <a:pt x="29827" y="31828"/>
                  </a:lnTo>
                  <a:lnTo>
                    <a:pt x="26354" y="22539"/>
                  </a:lnTo>
                  <a:lnTo>
                    <a:pt x="24540" y="21049"/>
                  </a:lnTo>
                  <a:lnTo>
                    <a:pt x="21249" y="20078"/>
                  </a:lnTo>
                  <a:lnTo>
                    <a:pt x="19763" y="16536"/>
                  </a:lnTo>
                  <a:lnTo>
                    <a:pt x="20384" y="14861"/>
                  </a:lnTo>
                  <a:lnTo>
                    <a:pt x="21676" y="14748"/>
                  </a:lnTo>
                  <a:lnTo>
                    <a:pt x="21930" y="12340"/>
                  </a:lnTo>
                  <a:lnTo>
                    <a:pt x="21037" y="11922"/>
                  </a:lnTo>
                  <a:lnTo>
                    <a:pt x="16338" y="12532"/>
                  </a:lnTo>
                  <a:lnTo>
                    <a:pt x="15514" y="10118"/>
                  </a:lnTo>
                  <a:lnTo>
                    <a:pt x="11463" y="8134"/>
                  </a:lnTo>
                  <a:lnTo>
                    <a:pt x="6532" y="8715"/>
                  </a:lnTo>
                  <a:lnTo>
                    <a:pt x="742" y="7553"/>
                  </a:lnTo>
                  <a:lnTo>
                    <a:pt x="0" y="5916"/>
                  </a:lnTo>
                  <a:lnTo>
                    <a:pt x="1710" y="1956"/>
                  </a:lnTo>
                  <a:lnTo>
                    <a:pt x="4653" y="2966"/>
                  </a:lnTo>
                  <a:lnTo>
                    <a:pt x="7947" y="2797"/>
                  </a:lnTo>
                  <a:lnTo>
                    <a:pt x="15926" y="316"/>
                  </a:lnTo>
                  <a:lnTo>
                    <a:pt x="21298" y="1884"/>
                  </a:lnTo>
                  <a:lnTo>
                    <a:pt x="26496" y="4866"/>
                  </a:lnTo>
                  <a:lnTo>
                    <a:pt x="28776" y="3392"/>
                  </a:lnTo>
                  <a:lnTo>
                    <a:pt x="27325" y="59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h3628"/>
            <p:cNvSpPr/>
            <p:nvPr/>
          </p:nvSpPr>
          <p:spPr>
            <a:xfrm>
              <a:off x="5924193" y="1879894"/>
              <a:ext cx="35116" cy="37750"/>
            </a:xfrm>
            <a:custGeom>
              <a:avLst/>
              <a:pathLst>
                <a:path w="35116" h="37750">
                  <a:moveTo>
                    <a:pt x="18594" y="0"/>
                  </a:moveTo>
                  <a:lnTo>
                    <a:pt x="22599" y="3039"/>
                  </a:lnTo>
                  <a:lnTo>
                    <a:pt x="24741" y="3358"/>
                  </a:lnTo>
                  <a:lnTo>
                    <a:pt x="25940" y="2602"/>
                  </a:lnTo>
                  <a:lnTo>
                    <a:pt x="27447" y="4421"/>
                  </a:lnTo>
                  <a:lnTo>
                    <a:pt x="29365" y="4727"/>
                  </a:lnTo>
                  <a:lnTo>
                    <a:pt x="31513" y="3544"/>
                  </a:lnTo>
                  <a:lnTo>
                    <a:pt x="33065" y="4599"/>
                  </a:lnTo>
                  <a:lnTo>
                    <a:pt x="34471" y="7293"/>
                  </a:lnTo>
                  <a:lnTo>
                    <a:pt x="33013" y="10493"/>
                  </a:lnTo>
                  <a:lnTo>
                    <a:pt x="35116" y="14247"/>
                  </a:lnTo>
                  <a:lnTo>
                    <a:pt x="33784" y="21882"/>
                  </a:lnTo>
                  <a:lnTo>
                    <a:pt x="34129" y="27887"/>
                  </a:lnTo>
                  <a:lnTo>
                    <a:pt x="32018" y="28581"/>
                  </a:lnTo>
                  <a:lnTo>
                    <a:pt x="30439" y="27570"/>
                  </a:lnTo>
                  <a:lnTo>
                    <a:pt x="29559" y="34929"/>
                  </a:lnTo>
                  <a:lnTo>
                    <a:pt x="24906" y="36968"/>
                  </a:lnTo>
                  <a:lnTo>
                    <a:pt x="25057" y="37750"/>
                  </a:lnTo>
                  <a:lnTo>
                    <a:pt x="20299" y="37674"/>
                  </a:lnTo>
                  <a:lnTo>
                    <a:pt x="19984" y="35731"/>
                  </a:lnTo>
                  <a:lnTo>
                    <a:pt x="23533" y="34585"/>
                  </a:lnTo>
                  <a:lnTo>
                    <a:pt x="22703" y="30063"/>
                  </a:lnTo>
                  <a:lnTo>
                    <a:pt x="17930" y="29033"/>
                  </a:lnTo>
                  <a:lnTo>
                    <a:pt x="10928" y="25989"/>
                  </a:lnTo>
                  <a:lnTo>
                    <a:pt x="10875" y="21843"/>
                  </a:lnTo>
                  <a:lnTo>
                    <a:pt x="10041" y="18707"/>
                  </a:lnTo>
                  <a:lnTo>
                    <a:pt x="5432" y="13315"/>
                  </a:lnTo>
                  <a:lnTo>
                    <a:pt x="6410" y="12503"/>
                  </a:lnTo>
                  <a:lnTo>
                    <a:pt x="6772" y="10531"/>
                  </a:lnTo>
                  <a:lnTo>
                    <a:pt x="4146" y="6781"/>
                  </a:lnTo>
                  <a:lnTo>
                    <a:pt x="0" y="3302"/>
                  </a:lnTo>
                  <a:lnTo>
                    <a:pt x="3033" y="371"/>
                  </a:lnTo>
                  <a:lnTo>
                    <a:pt x="4412" y="3446"/>
                  </a:lnTo>
                  <a:lnTo>
                    <a:pt x="7850" y="2894"/>
                  </a:lnTo>
                  <a:lnTo>
                    <a:pt x="7547" y="1293"/>
                  </a:lnTo>
                  <a:lnTo>
                    <a:pt x="11705" y="17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h3629"/>
            <p:cNvSpPr/>
            <p:nvPr/>
          </p:nvSpPr>
          <p:spPr>
            <a:xfrm>
              <a:off x="5893371" y="1479163"/>
              <a:ext cx="79716" cy="79474"/>
            </a:xfrm>
            <a:custGeom>
              <a:avLst/>
              <a:pathLst>
                <a:path w="79716" h="79474">
                  <a:moveTo>
                    <a:pt x="45303" y="1144"/>
                  </a:moveTo>
                  <a:lnTo>
                    <a:pt x="49375" y="5616"/>
                  </a:lnTo>
                  <a:lnTo>
                    <a:pt x="53084" y="3697"/>
                  </a:lnTo>
                  <a:lnTo>
                    <a:pt x="56656" y="5380"/>
                  </a:lnTo>
                  <a:lnTo>
                    <a:pt x="60235" y="7802"/>
                  </a:lnTo>
                  <a:lnTo>
                    <a:pt x="63298" y="12087"/>
                  </a:lnTo>
                  <a:lnTo>
                    <a:pt x="69242" y="25529"/>
                  </a:lnTo>
                  <a:lnTo>
                    <a:pt x="75957" y="38437"/>
                  </a:lnTo>
                  <a:lnTo>
                    <a:pt x="77769" y="40728"/>
                  </a:lnTo>
                  <a:lnTo>
                    <a:pt x="79612" y="41353"/>
                  </a:lnTo>
                  <a:lnTo>
                    <a:pt x="79716" y="42118"/>
                  </a:lnTo>
                  <a:lnTo>
                    <a:pt x="74131" y="46965"/>
                  </a:lnTo>
                  <a:lnTo>
                    <a:pt x="71675" y="44034"/>
                  </a:lnTo>
                  <a:lnTo>
                    <a:pt x="69241" y="51502"/>
                  </a:lnTo>
                  <a:lnTo>
                    <a:pt x="70359" y="51603"/>
                  </a:lnTo>
                  <a:lnTo>
                    <a:pt x="70271" y="74919"/>
                  </a:lnTo>
                  <a:lnTo>
                    <a:pt x="65436" y="77522"/>
                  </a:lnTo>
                  <a:lnTo>
                    <a:pt x="59713" y="73333"/>
                  </a:lnTo>
                  <a:lnTo>
                    <a:pt x="58866" y="77204"/>
                  </a:lnTo>
                  <a:lnTo>
                    <a:pt x="56524" y="76611"/>
                  </a:lnTo>
                  <a:lnTo>
                    <a:pt x="57255" y="73203"/>
                  </a:lnTo>
                  <a:lnTo>
                    <a:pt x="45218" y="72862"/>
                  </a:lnTo>
                  <a:lnTo>
                    <a:pt x="45698" y="77056"/>
                  </a:lnTo>
                  <a:lnTo>
                    <a:pt x="34012" y="76751"/>
                  </a:lnTo>
                  <a:lnTo>
                    <a:pt x="31419" y="74598"/>
                  </a:lnTo>
                  <a:lnTo>
                    <a:pt x="29373" y="74100"/>
                  </a:lnTo>
                  <a:lnTo>
                    <a:pt x="20533" y="75316"/>
                  </a:lnTo>
                  <a:lnTo>
                    <a:pt x="20427" y="77997"/>
                  </a:lnTo>
                  <a:lnTo>
                    <a:pt x="17156" y="79430"/>
                  </a:lnTo>
                  <a:lnTo>
                    <a:pt x="12015" y="79474"/>
                  </a:lnTo>
                  <a:lnTo>
                    <a:pt x="12784" y="77257"/>
                  </a:lnTo>
                  <a:lnTo>
                    <a:pt x="11136" y="75901"/>
                  </a:lnTo>
                  <a:lnTo>
                    <a:pt x="8494" y="71823"/>
                  </a:lnTo>
                  <a:lnTo>
                    <a:pt x="6808" y="67027"/>
                  </a:lnTo>
                  <a:lnTo>
                    <a:pt x="2593" y="65502"/>
                  </a:lnTo>
                  <a:lnTo>
                    <a:pt x="0" y="53517"/>
                  </a:lnTo>
                  <a:lnTo>
                    <a:pt x="10942" y="49576"/>
                  </a:lnTo>
                  <a:lnTo>
                    <a:pt x="10896" y="46034"/>
                  </a:lnTo>
                  <a:lnTo>
                    <a:pt x="21883" y="46510"/>
                  </a:lnTo>
                  <a:lnTo>
                    <a:pt x="27459" y="42882"/>
                  </a:lnTo>
                  <a:lnTo>
                    <a:pt x="24207" y="40051"/>
                  </a:lnTo>
                  <a:lnTo>
                    <a:pt x="21411" y="34999"/>
                  </a:lnTo>
                  <a:lnTo>
                    <a:pt x="21944" y="22093"/>
                  </a:lnTo>
                  <a:lnTo>
                    <a:pt x="16691" y="21701"/>
                  </a:lnTo>
                  <a:lnTo>
                    <a:pt x="8813" y="19366"/>
                  </a:lnTo>
                  <a:lnTo>
                    <a:pt x="13842" y="12652"/>
                  </a:lnTo>
                  <a:lnTo>
                    <a:pt x="1047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h3630"/>
            <p:cNvSpPr/>
            <p:nvPr/>
          </p:nvSpPr>
          <p:spPr>
            <a:xfrm>
              <a:off x="5959272" y="2053356"/>
              <a:ext cx="41954" cy="29036"/>
            </a:xfrm>
            <a:custGeom>
              <a:avLst/>
              <a:pathLst>
                <a:path w="41954" h="29036">
                  <a:moveTo>
                    <a:pt x="30393" y="622"/>
                  </a:moveTo>
                  <a:lnTo>
                    <a:pt x="34491" y="3548"/>
                  </a:lnTo>
                  <a:lnTo>
                    <a:pt x="39263" y="8827"/>
                  </a:lnTo>
                  <a:lnTo>
                    <a:pt x="41954" y="9074"/>
                  </a:lnTo>
                  <a:lnTo>
                    <a:pt x="40876" y="9431"/>
                  </a:lnTo>
                  <a:lnTo>
                    <a:pt x="37498" y="18275"/>
                  </a:lnTo>
                  <a:lnTo>
                    <a:pt x="25679" y="26315"/>
                  </a:lnTo>
                  <a:lnTo>
                    <a:pt x="24433" y="28746"/>
                  </a:lnTo>
                  <a:lnTo>
                    <a:pt x="23429" y="29036"/>
                  </a:lnTo>
                  <a:lnTo>
                    <a:pt x="12145" y="18991"/>
                  </a:lnTo>
                  <a:lnTo>
                    <a:pt x="10195" y="20991"/>
                  </a:lnTo>
                  <a:lnTo>
                    <a:pt x="8701" y="24443"/>
                  </a:lnTo>
                  <a:lnTo>
                    <a:pt x="7039" y="22116"/>
                  </a:lnTo>
                  <a:lnTo>
                    <a:pt x="3609" y="20173"/>
                  </a:lnTo>
                  <a:lnTo>
                    <a:pt x="1500" y="20242"/>
                  </a:lnTo>
                  <a:lnTo>
                    <a:pt x="0" y="17299"/>
                  </a:lnTo>
                  <a:lnTo>
                    <a:pt x="584" y="15923"/>
                  </a:lnTo>
                  <a:lnTo>
                    <a:pt x="4601" y="9434"/>
                  </a:lnTo>
                  <a:lnTo>
                    <a:pt x="7489" y="8610"/>
                  </a:lnTo>
                  <a:lnTo>
                    <a:pt x="11160" y="16059"/>
                  </a:lnTo>
                  <a:lnTo>
                    <a:pt x="15530" y="17189"/>
                  </a:lnTo>
                  <a:lnTo>
                    <a:pt x="17280" y="16058"/>
                  </a:lnTo>
                  <a:lnTo>
                    <a:pt x="19326" y="9217"/>
                  </a:lnTo>
                  <a:lnTo>
                    <a:pt x="22594" y="3433"/>
                  </a:lnTo>
                  <a:lnTo>
                    <a:pt x="24623" y="1719"/>
                  </a:lnTo>
                  <a:lnTo>
                    <a:pt x="25189" y="2372"/>
                  </a:lnTo>
                  <a:lnTo>
                    <a:pt x="26397" y="1963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h3631"/>
            <p:cNvSpPr/>
            <p:nvPr/>
          </p:nvSpPr>
          <p:spPr>
            <a:xfrm>
              <a:off x="5665025" y="1913733"/>
              <a:ext cx="97440" cy="61563"/>
            </a:xfrm>
            <a:custGeom>
              <a:avLst/>
              <a:pathLst>
                <a:path w="97440" h="61563">
                  <a:moveTo>
                    <a:pt x="9190" y="1609"/>
                  </a:moveTo>
                  <a:lnTo>
                    <a:pt x="14424" y="2936"/>
                  </a:lnTo>
                  <a:lnTo>
                    <a:pt x="19360" y="6005"/>
                  </a:lnTo>
                  <a:lnTo>
                    <a:pt x="19782" y="7489"/>
                  </a:lnTo>
                  <a:lnTo>
                    <a:pt x="32878" y="14802"/>
                  </a:lnTo>
                  <a:lnTo>
                    <a:pt x="36273" y="15401"/>
                  </a:lnTo>
                  <a:lnTo>
                    <a:pt x="46166" y="8228"/>
                  </a:lnTo>
                  <a:lnTo>
                    <a:pt x="47521" y="8833"/>
                  </a:lnTo>
                  <a:lnTo>
                    <a:pt x="51262" y="9668"/>
                  </a:lnTo>
                  <a:lnTo>
                    <a:pt x="57116" y="9395"/>
                  </a:lnTo>
                  <a:lnTo>
                    <a:pt x="62594" y="12493"/>
                  </a:lnTo>
                  <a:lnTo>
                    <a:pt x="63168" y="13942"/>
                  </a:lnTo>
                  <a:lnTo>
                    <a:pt x="68126" y="14658"/>
                  </a:lnTo>
                  <a:lnTo>
                    <a:pt x="71652" y="13134"/>
                  </a:lnTo>
                  <a:lnTo>
                    <a:pt x="74309" y="10326"/>
                  </a:lnTo>
                  <a:lnTo>
                    <a:pt x="78203" y="9716"/>
                  </a:lnTo>
                  <a:lnTo>
                    <a:pt x="85168" y="9858"/>
                  </a:lnTo>
                  <a:lnTo>
                    <a:pt x="90363" y="12886"/>
                  </a:lnTo>
                  <a:lnTo>
                    <a:pt x="91674" y="14634"/>
                  </a:lnTo>
                  <a:lnTo>
                    <a:pt x="91224" y="18187"/>
                  </a:lnTo>
                  <a:lnTo>
                    <a:pt x="92316" y="20434"/>
                  </a:lnTo>
                  <a:lnTo>
                    <a:pt x="90249" y="26280"/>
                  </a:lnTo>
                  <a:lnTo>
                    <a:pt x="97440" y="41253"/>
                  </a:lnTo>
                  <a:lnTo>
                    <a:pt x="96839" y="44257"/>
                  </a:lnTo>
                  <a:lnTo>
                    <a:pt x="92067" y="46358"/>
                  </a:lnTo>
                  <a:lnTo>
                    <a:pt x="83172" y="50757"/>
                  </a:lnTo>
                  <a:lnTo>
                    <a:pt x="87820" y="57952"/>
                  </a:lnTo>
                  <a:lnTo>
                    <a:pt x="88750" y="61563"/>
                  </a:lnTo>
                  <a:lnTo>
                    <a:pt x="73629" y="48991"/>
                  </a:lnTo>
                  <a:lnTo>
                    <a:pt x="71386" y="43378"/>
                  </a:lnTo>
                  <a:lnTo>
                    <a:pt x="67193" y="42415"/>
                  </a:lnTo>
                  <a:lnTo>
                    <a:pt x="68223" y="43664"/>
                  </a:lnTo>
                  <a:lnTo>
                    <a:pt x="67269" y="46655"/>
                  </a:lnTo>
                  <a:lnTo>
                    <a:pt x="61573" y="49969"/>
                  </a:lnTo>
                  <a:lnTo>
                    <a:pt x="62780" y="48015"/>
                  </a:lnTo>
                  <a:lnTo>
                    <a:pt x="62531" y="46396"/>
                  </a:lnTo>
                  <a:lnTo>
                    <a:pt x="60347" y="41043"/>
                  </a:lnTo>
                  <a:lnTo>
                    <a:pt x="56683" y="37513"/>
                  </a:lnTo>
                  <a:lnTo>
                    <a:pt x="52069" y="38285"/>
                  </a:lnTo>
                  <a:lnTo>
                    <a:pt x="49424" y="40287"/>
                  </a:lnTo>
                  <a:lnTo>
                    <a:pt x="46538" y="34768"/>
                  </a:lnTo>
                  <a:lnTo>
                    <a:pt x="38269" y="35268"/>
                  </a:lnTo>
                  <a:lnTo>
                    <a:pt x="32969" y="38972"/>
                  </a:lnTo>
                  <a:lnTo>
                    <a:pt x="35454" y="41264"/>
                  </a:lnTo>
                  <a:lnTo>
                    <a:pt x="35897" y="43613"/>
                  </a:lnTo>
                  <a:lnTo>
                    <a:pt x="34989" y="45320"/>
                  </a:lnTo>
                  <a:lnTo>
                    <a:pt x="30690" y="49160"/>
                  </a:lnTo>
                  <a:lnTo>
                    <a:pt x="33506" y="52463"/>
                  </a:lnTo>
                  <a:lnTo>
                    <a:pt x="26484" y="54575"/>
                  </a:lnTo>
                  <a:lnTo>
                    <a:pt x="24873" y="53643"/>
                  </a:lnTo>
                  <a:lnTo>
                    <a:pt x="23113" y="57906"/>
                  </a:lnTo>
                  <a:lnTo>
                    <a:pt x="21797" y="53453"/>
                  </a:lnTo>
                  <a:lnTo>
                    <a:pt x="22473" y="50143"/>
                  </a:lnTo>
                  <a:lnTo>
                    <a:pt x="19030" y="43990"/>
                  </a:lnTo>
                  <a:lnTo>
                    <a:pt x="14053" y="40238"/>
                  </a:lnTo>
                  <a:lnTo>
                    <a:pt x="7426" y="39866"/>
                  </a:lnTo>
                  <a:lnTo>
                    <a:pt x="5523" y="36088"/>
                  </a:lnTo>
                  <a:lnTo>
                    <a:pt x="5025" y="35074"/>
                  </a:lnTo>
                  <a:lnTo>
                    <a:pt x="6211" y="32126"/>
                  </a:lnTo>
                  <a:lnTo>
                    <a:pt x="8820" y="31711"/>
                  </a:lnTo>
                  <a:lnTo>
                    <a:pt x="10761" y="28745"/>
                  </a:lnTo>
                  <a:lnTo>
                    <a:pt x="6003" y="26758"/>
                  </a:lnTo>
                  <a:lnTo>
                    <a:pt x="5583" y="24715"/>
                  </a:lnTo>
                  <a:lnTo>
                    <a:pt x="5269" y="16381"/>
                  </a:lnTo>
                  <a:lnTo>
                    <a:pt x="0" y="11568"/>
                  </a:lnTo>
                  <a:lnTo>
                    <a:pt x="4737" y="8960"/>
                  </a:lnTo>
                  <a:lnTo>
                    <a:pt x="1986" y="5492"/>
                  </a:lnTo>
                  <a:lnTo>
                    <a:pt x="598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h3632"/>
            <p:cNvSpPr/>
            <p:nvPr/>
          </p:nvSpPr>
          <p:spPr>
            <a:xfrm>
              <a:off x="5718869" y="1972483"/>
              <a:ext cx="86270" cy="96534"/>
            </a:xfrm>
            <a:custGeom>
              <a:avLst/>
              <a:pathLst>
                <a:path w="86270" h="96534">
                  <a:moveTo>
                    <a:pt x="53327" y="472"/>
                  </a:moveTo>
                  <a:lnTo>
                    <a:pt x="55832" y="3809"/>
                  </a:lnTo>
                  <a:lnTo>
                    <a:pt x="60404" y="4294"/>
                  </a:lnTo>
                  <a:lnTo>
                    <a:pt x="63023" y="886"/>
                  </a:lnTo>
                  <a:lnTo>
                    <a:pt x="65154" y="0"/>
                  </a:lnTo>
                  <a:lnTo>
                    <a:pt x="71175" y="11254"/>
                  </a:lnTo>
                  <a:lnTo>
                    <a:pt x="72212" y="12626"/>
                  </a:lnTo>
                  <a:lnTo>
                    <a:pt x="73888" y="12132"/>
                  </a:lnTo>
                  <a:lnTo>
                    <a:pt x="83782" y="18683"/>
                  </a:lnTo>
                  <a:lnTo>
                    <a:pt x="77764" y="22231"/>
                  </a:lnTo>
                  <a:lnTo>
                    <a:pt x="76584" y="28909"/>
                  </a:lnTo>
                  <a:lnTo>
                    <a:pt x="74630" y="33959"/>
                  </a:lnTo>
                  <a:lnTo>
                    <a:pt x="63906" y="38595"/>
                  </a:lnTo>
                  <a:lnTo>
                    <a:pt x="72190" y="38445"/>
                  </a:lnTo>
                  <a:lnTo>
                    <a:pt x="74733" y="40700"/>
                  </a:lnTo>
                  <a:lnTo>
                    <a:pt x="76486" y="40995"/>
                  </a:lnTo>
                  <a:lnTo>
                    <a:pt x="85155" y="35024"/>
                  </a:lnTo>
                  <a:lnTo>
                    <a:pt x="86270" y="43852"/>
                  </a:lnTo>
                  <a:lnTo>
                    <a:pt x="80337" y="50196"/>
                  </a:lnTo>
                  <a:lnTo>
                    <a:pt x="76423" y="45326"/>
                  </a:lnTo>
                  <a:lnTo>
                    <a:pt x="75591" y="46136"/>
                  </a:lnTo>
                  <a:lnTo>
                    <a:pt x="75063" y="58013"/>
                  </a:lnTo>
                  <a:lnTo>
                    <a:pt x="74540" y="58786"/>
                  </a:lnTo>
                  <a:lnTo>
                    <a:pt x="72585" y="60500"/>
                  </a:lnTo>
                  <a:lnTo>
                    <a:pt x="70113" y="59020"/>
                  </a:lnTo>
                  <a:lnTo>
                    <a:pt x="66530" y="58674"/>
                  </a:lnTo>
                  <a:lnTo>
                    <a:pt x="67868" y="63208"/>
                  </a:lnTo>
                  <a:lnTo>
                    <a:pt x="66751" y="68641"/>
                  </a:lnTo>
                  <a:lnTo>
                    <a:pt x="59046" y="69121"/>
                  </a:lnTo>
                  <a:lnTo>
                    <a:pt x="58669" y="70184"/>
                  </a:lnTo>
                  <a:lnTo>
                    <a:pt x="59786" y="71267"/>
                  </a:lnTo>
                  <a:lnTo>
                    <a:pt x="59119" y="73765"/>
                  </a:lnTo>
                  <a:lnTo>
                    <a:pt x="56806" y="75711"/>
                  </a:lnTo>
                  <a:lnTo>
                    <a:pt x="54605" y="74599"/>
                  </a:lnTo>
                  <a:lnTo>
                    <a:pt x="52257" y="75734"/>
                  </a:lnTo>
                  <a:lnTo>
                    <a:pt x="51457" y="77304"/>
                  </a:lnTo>
                  <a:lnTo>
                    <a:pt x="50246" y="93165"/>
                  </a:lnTo>
                  <a:lnTo>
                    <a:pt x="46724" y="94907"/>
                  </a:lnTo>
                  <a:lnTo>
                    <a:pt x="39916" y="96534"/>
                  </a:lnTo>
                  <a:lnTo>
                    <a:pt x="34105" y="89088"/>
                  </a:lnTo>
                  <a:lnTo>
                    <a:pt x="28739" y="89194"/>
                  </a:lnTo>
                  <a:lnTo>
                    <a:pt x="27635" y="85860"/>
                  </a:lnTo>
                  <a:lnTo>
                    <a:pt x="21567" y="86678"/>
                  </a:lnTo>
                  <a:lnTo>
                    <a:pt x="19758" y="84266"/>
                  </a:lnTo>
                  <a:lnTo>
                    <a:pt x="19538" y="78006"/>
                  </a:lnTo>
                  <a:lnTo>
                    <a:pt x="25341" y="73890"/>
                  </a:lnTo>
                  <a:lnTo>
                    <a:pt x="23894" y="69063"/>
                  </a:lnTo>
                  <a:lnTo>
                    <a:pt x="19176" y="67953"/>
                  </a:lnTo>
                  <a:lnTo>
                    <a:pt x="10144" y="70158"/>
                  </a:lnTo>
                  <a:lnTo>
                    <a:pt x="1171" y="70287"/>
                  </a:lnTo>
                  <a:lnTo>
                    <a:pt x="0" y="69623"/>
                  </a:lnTo>
                  <a:lnTo>
                    <a:pt x="1612" y="67068"/>
                  </a:lnTo>
                  <a:lnTo>
                    <a:pt x="7460" y="63518"/>
                  </a:lnTo>
                  <a:lnTo>
                    <a:pt x="8741" y="67773"/>
                  </a:lnTo>
                  <a:lnTo>
                    <a:pt x="14775" y="65571"/>
                  </a:lnTo>
                  <a:lnTo>
                    <a:pt x="17035" y="63024"/>
                  </a:lnTo>
                  <a:lnTo>
                    <a:pt x="22069" y="61306"/>
                  </a:lnTo>
                  <a:lnTo>
                    <a:pt x="18210" y="53807"/>
                  </a:lnTo>
                  <a:lnTo>
                    <a:pt x="22281" y="44260"/>
                  </a:lnTo>
                  <a:lnTo>
                    <a:pt x="21973" y="42301"/>
                  </a:lnTo>
                  <a:lnTo>
                    <a:pt x="19236" y="40806"/>
                  </a:lnTo>
                  <a:lnTo>
                    <a:pt x="24984" y="35677"/>
                  </a:lnTo>
                  <a:lnTo>
                    <a:pt x="27065" y="31858"/>
                  </a:lnTo>
                  <a:lnTo>
                    <a:pt x="32495" y="33019"/>
                  </a:lnTo>
                  <a:lnTo>
                    <a:pt x="38833" y="31036"/>
                  </a:lnTo>
                  <a:lnTo>
                    <a:pt x="39610" y="28155"/>
                  </a:lnTo>
                  <a:lnTo>
                    <a:pt x="38155" y="21677"/>
                  </a:lnTo>
                  <a:lnTo>
                    <a:pt x="38739" y="18694"/>
                  </a:lnTo>
                  <a:lnTo>
                    <a:pt x="42641" y="4061"/>
                  </a:lnTo>
                  <a:lnTo>
                    <a:pt x="43616" y="2054"/>
                  </a:lnTo>
                  <a:lnTo>
                    <a:pt x="44867" y="1753"/>
                  </a:lnTo>
                  <a:lnTo>
                    <a:pt x="46625" y="634"/>
                  </a:lnTo>
                  <a:lnTo>
                    <a:pt x="48608" y="1586"/>
                  </a:lnTo>
                  <a:lnTo>
                    <a:pt x="49526" y="3083"/>
                  </a:lnTo>
                  <a:lnTo>
                    <a:pt x="50818" y="3371"/>
                  </a:lnTo>
                  <a:lnTo>
                    <a:pt x="52033" y="1734"/>
                  </a:lnTo>
                  <a:lnTo>
                    <a:pt x="52289" y="19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h3633"/>
            <p:cNvSpPr/>
            <p:nvPr/>
          </p:nvSpPr>
          <p:spPr>
            <a:xfrm>
              <a:off x="5983706" y="2062430"/>
              <a:ext cx="28846" cy="32610"/>
            </a:xfrm>
            <a:custGeom>
              <a:avLst/>
              <a:pathLst>
                <a:path w="28846" h="32610">
                  <a:moveTo>
                    <a:pt x="16649" y="600"/>
                  </a:moveTo>
                  <a:lnTo>
                    <a:pt x="21544" y="2865"/>
                  </a:lnTo>
                  <a:lnTo>
                    <a:pt x="25848" y="8862"/>
                  </a:lnTo>
                  <a:lnTo>
                    <a:pt x="24665" y="12582"/>
                  </a:lnTo>
                  <a:lnTo>
                    <a:pt x="26940" y="12825"/>
                  </a:lnTo>
                  <a:lnTo>
                    <a:pt x="28846" y="16130"/>
                  </a:lnTo>
                  <a:lnTo>
                    <a:pt x="26914" y="20738"/>
                  </a:lnTo>
                  <a:lnTo>
                    <a:pt x="22869" y="22567"/>
                  </a:lnTo>
                  <a:lnTo>
                    <a:pt x="20480" y="21667"/>
                  </a:lnTo>
                  <a:lnTo>
                    <a:pt x="17580" y="22024"/>
                  </a:lnTo>
                  <a:lnTo>
                    <a:pt x="14284" y="28053"/>
                  </a:lnTo>
                  <a:lnTo>
                    <a:pt x="16138" y="32610"/>
                  </a:lnTo>
                  <a:lnTo>
                    <a:pt x="12089" y="28925"/>
                  </a:lnTo>
                  <a:lnTo>
                    <a:pt x="6828" y="22063"/>
                  </a:lnTo>
                  <a:lnTo>
                    <a:pt x="0" y="19671"/>
                  </a:lnTo>
                  <a:lnTo>
                    <a:pt x="1245" y="17240"/>
                  </a:lnTo>
                  <a:lnTo>
                    <a:pt x="13064" y="9201"/>
                  </a:lnTo>
                  <a:lnTo>
                    <a:pt x="16442" y="357"/>
                  </a:lnTo>
                  <a:lnTo>
                    <a:pt x="1752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h3634"/>
            <p:cNvSpPr/>
            <p:nvPr/>
          </p:nvSpPr>
          <p:spPr>
            <a:xfrm>
              <a:off x="5997990" y="2065407"/>
              <a:ext cx="50844" cy="47704"/>
            </a:xfrm>
            <a:custGeom>
              <a:avLst/>
              <a:pathLst>
                <a:path w="50844" h="47704">
                  <a:moveTo>
                    <a:pt x="33264" y="3471"/>
                  </a:moveTo>
                  <a:lnTo>
                    <a:pt x="40938" y="7238"/>
                  </a:lnTo>
                  <a:lnTo>
                    <a:pt x="48977" y="9827"/>
                  </a:lnTo>
                  <a:lnTo>
                    <a:pt x="50844" y="13845"/>
                  </a:lnTo>
                  <a:lnTo>
                    <a:pt x="49251" y="15200"/>
                  </a:lnTo>
                  <a:lnTo>
                    <a:pt x="49932" y="17216"/>
                  </a:lnTo>
                  <a:lnTo>
                    <a:pt x="50796" y="16842"/>
                  </a:lnTo>
                  <a:lnTo>
                    <a:pt x="49019" y="18648"/>
                  </a:lnTo>
                  <a:lnTo>
                    <a:pt x="47520" y="23856"/>
                  </a:lnTo>
                  <a:lnTo>
                    <a:pt x="47743" y="26082"/>
                  </a:lnTo>
                  <a:lnTo>
                    <a:pt x="48691" y="28111"/>
                  </a:lnTo>
                  <a:lnTo>
                    <a:pt x="49573" y="28525"/>
                  </a:lnTo>
                  <a:lnTo>
                    <a:pt x="49685" y="30398"/>
                  </a:lnTo>
                  <a:lnTo>
                    <a:pt x="48511" y="32674"/>
                  </a:lnTo>
                  <a:lnTo>
                    <a:pt x="41645" y="38520"/>
                  </a:lnTo>
                  <a:lnTo>
                    <a:pt x="37234" y="43474"/>
                  </a:lnTo>
                  <a:lnTo>
                    <a:pt x="43378" y="45242"/>
                  </a:lnTo>
                  <a:lnTo>
                    <a:pt x="42822" y="46967"/>
                  </a:lnTo>
                  <a:lnTo>
                    <a:pt x="41285" y="47704"/>
                  </a:lnTo>
                  <a:lnTo>
                    <a:pt x="37549" y="46326"/>
                  </a:lnTo>
                  <a:lnTo>
                    <a:pt x="33864" y="46747"/>
                  </a:lnTo>
                  <a:lnTo>
                    <a:pt x="25780" y="43867"/>
                  </a:lnTo>
                  <a:lnTo>
                    <a:pt x="18644" y="27376"/>
                  </a:lnTo>
                  <a:lnTo>
                    <a:pt x="20415" y="35601"/>
                  </a:lnTo>
                  <a:lnTo>
                    <a:pt x="15656" y="35271"/>
                  </a:lnTo>
                  <a:lnTo>
                    <a:pt x="9426" y="30787"/>
                  </a:lnTo>
                  <a:lnTo>
                    <a:pt x="6986" y="25363"/>
                  </a:lnTo>
                  <a:lnTo>
                    <a:pt x="5171" y="23413"/>
                  </a:lnTo>
                  <a:lnTo>
                    <a:pt x="1412" y="24078"/>
                  </a:lnTo>
                  <a:lnTo>
                    <a:pt x="0" y="25076"/>
                  </a:lnTo>
                  <a:lnTo>
                    <a:pt x="3296" y="19046"/>
                  </a:lnTo>
                  <a:lnTo>
                    <a:pt x="6196" y="18690"/>
                  </a:lnTo>
                  <a:lnTo>
                    <a:pt x="8585" y="19590"/>
                  </a:lnTo>
                  <a:lnTo>
                    <a:pt x="12629" y="17761"/>
                  </a:lnTo>
                  <a:lnTo>
                    <a:pt x="14561" y="13153"/>
                  </a:lnTo>
                  <a:lnTo>
                    <a:pt x="12656" y="9848"/>
                  </a:lnTo>
                  <a:lnTo>
                    <a:pt x="10381" y="9605"/>
                  </a:lnTo>
                  <a:lnTo>
                    <a:pt x="11564" y="5885"/>
                  </a:lnTo>
                  <a:lnTo>
                    <a:pt x="12030" y="3999"/>
                  </a:lnTo>
                  <a:lnTo>
                    <a:pt x="18222" y="2333"/>
                  </a:lnTo>
                  <a:lnTo>
                    <a:pt x="21006" y="5036"/>
                  </a:lnTo>
                  <a:lnTo>
                    <a:pt x="24233" y="5342"/>
                  </a:lnTo>
                  <a:lnTo>
                    <a:pt x="24700" y="2070"/>
                  </a:lnTo>
                  <a:lnTo>
                    <a:pt x="26603" y="857"/>
                  </a:lnTo>
                  <a:lnTo>
                    <a:pt x="2821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h3635"/>
            <p:cNvSpPr/>
            <p:nvPr/>
          </p:nvSpPr>
          <p:spPr>
            <a:xfrm>
              <a:off x="6017903" y="1878879"/>
              <a:ext cx="35863" cy="29126"/>
            </a:xfrm>
            <a:custGeom>
              <a:avLst/>
              <a:pathLst>
                <a:path w="35863" h="29126">
                  <a:moveTo>
                    <a:pt x="19937" y="2942"/>
                  </a:moveTo>
                  <a:lnTo>
                    <a:pt x="21043" y="9126"/>
                  </a:lnTo>
                  <a:lnTo>
                    <a:pt x="20339" y="10474"/>
                  </a:lnTo>
                  <a:lnTo>
                    <a:pt x="28519" y="17626"/>
                  </a:lnTo>
                  <a:lnTo>
                    <a:pt x="28018" y="19782"/>
                  </a:lnTo>
                  <a:lnTo>
                    <a:pt x="28800" y="20884"/>
                  </a:lnTo>
                  <a:lnTo>
                    <a:pt x="35863" y="23560"/>
                  </a:lnTo>
                  <a:lnTo>
                    <a:pt x="35814" y="25804"/>
                  </a:lnTo>
                  <a:lnTo>
                    <a:pt x="31740" y="27863"/>
                  </a:lnTo>
                  <a:lnTo>
                    <a:pt x="28612" y="24584"/>
                  </a:lnTo>
                  <a:lnTo>
                    <a:pt x="27374" y="24536"/>
                  </a:lnTo>
                  <a:lnTo>
                    <a:pt x="21276" y="26150"/>
                  </a:lnTo>
                  <a:lnTo>
                    <a:pt x="19261" y="29054"/>
                  </a:lnTo>
                  <a:lnTo>
                    <a:pt x="15640" y="29126"/>
                  </a:lnTo>
                  <a:lnTo>
                    <a:pt x="15132" y="26833"/>
                  </a:lnTo>
                  <a:lnTo>
                    <a:pt x="13609" y="24993"/>
                  </a:lnTo>
                  <a:lnTo>
                    <a:pt x="10498" y="23724"/>
                  </a:lnTo>
                  <a:lnTo>
                    <a:pt x="7430" y="20568"/>
                  </a:lnTo>
                  <a:lnTo>
                    <a:pt x="2735" y="14059"/>
                  </a:lnTo>
                  <a:lnTo>
                    <a:pt x="0" y="8160"/>
                  </a:lnTo>
                  <a:lnTo>
                    <a:pt x="6022" y="5828"/>
                  </a:lnTo>
                  <a:lnTo>
                    <a:pt x="11966" y="1429"/>
                  </a:lnTo>
                  <a:lnTo>
                    <a:pt x="1585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h3636"/>
            <p:cNvSpPr/>
            <p:nvPr/>
          </p:nvSpPr>
          <p:spPr>
            <a:xfrm>
              <a:off x="5754711" y="2069571"/>
              <a:ext cx="75728" cy="62328"/>
            </a:xfrm>
            <a:custGeom>
              <a:avLst/>
              <a:pathLst>
                <a:path w="75728" h="62328">
                  <a:moveTo>
                    <a:pt x="40112" y="3956"/>
                  </a:moveTo>
                  <a:lnTo>
                    <a:pt x="50302" y="8866"/>
                  </a:lnTo>
                  <a:lnTo>
                    <a:pt x="51590" y="9148"/>
                  </a:lnTo>
                  <a:lnTo>
                    <a:pt x="52496" y="8442"/>
                  </a:lnTo>
                  <a:lnTo>
                    <a:pt x="61232" y="13893"/>
                  </a:lnTo>
                  <a:lnTo>
                    <a:pt x="64545" y="12500"/>
                  </a:lnTo>
                  <a:lnTo>
                    <a:pt x="70933" y="14425"/>
                  </a:lnTo>
                  <a:lnTo>
                    <a:pt x="72434" y="15549"/>
                  </a:lnTo>
                  <a:lnTo>
                    <a:pt x="73132" y="17782"/>
                  </a:lnTo>
                  <a:lnTo>
                    <a:pt x="72695" y="19404"/>
                  </a:lnTo>
                  <a:lnTo>
                    <a:pt x="75728" y="20099"/>
                  </a:lnTo>
                  <a:lnTo>
                    <a:pt x="73146" y="27645"/>
                  </a:lnTo>
                  <a:lnTo>
                    <a:pt x="75100" y="29424"/>
                  </a:lnTo>
                  <a:lnTo>
                    <a:pt x="74662" y="37134"/>
                  </a:lnTo>
                  <a:lnTo>
                    <a:pt x="72197" y="37482"/>
                  </a:lnTo>
                  <a:lnTo>
                    <a:pt x="69914" y="36826"/>
                  </a:lnTo>
                  <a:lnTo>
                    <a:pt x="67605" y="27968"/>
                  </a:lnTo>
                  <a:lnTo>
                    <a:pt x="62808" y="27853"/>
                  </a:lnTo>
                  <a:lnTo>
                    <a:pt x="56817" y="34392"/>
                  </a:lnTo>
                  <a:lnTo>
                    <a:pt x="60530" y="37857"/>
                  </a:lnTo>
                  <a:lnTo>
                    <a:pt x="53248" y="44798"/>
                  </a:lnTo>
                  <a:lnTo>
                    <a:pt x="52410" y="46746"/>
                  </a:lnTo>
                  <a:lnTo>
                    <a:pt x="52550" y="48915"/>
                  </a:lnTo>
                  <a:lnTo>
                    <a:pt x="47335" y="49883"/>
                  </a:lnTo>
                  <a:lnTo>
                    <a:pt x="49534" y="59268"/>
                  </a:lnTo>
                  <a:lnTo>
                    <a:pt x="40266" y="53985"/>
                  </a:lnTo>
                  <a:lnTo>
                    <a:pt x="39372" y="51013"/>
                  </a:lnTo>
                  <a:lnTo>
                    <a:pt x="40201" y="46693"/>
                  </a:lnTo>
                  <a:lnTo>
                    <a:pt x="35580" y="49201"/>
                  </a:lnTo>
                  <a:lnTo>
                    <a:pt x="32592" y="53278"/>
                  </a:lnTo>
                  <a:lnTo>
                    <a:pt x="26392" y="53345"/>
                  </a:lnTo>
                  <a:lnTo>
                    <a:pt x="19817" y="52451"/>
                  </a:lnTo>
                  <a:lnTo>
                    <a:pt x="16365" y="59623"/>
                  </a:lnTo>
                  <a:lnTo>
                    <a:pt x="16144" y="62328"/>
                  </a:lnTo>
                  <a:lnTo>
                    <a:pt x="4788" y="43702"/>
                  </a:lnTo>
                  <a:lnTo>
                    <a:pt x="6273" y="42644"/>
                  </a:lnTo>
                  <a:lnTo>
                    <a:pt x="9565" y="40193"/>
                  </a:lnTo>
                  <a:lnTo>
                    <a:pt x="11260" y="35995"/>
                  </a:lnTo>
                  <a:lnTo>
                    <a:pt x="10634" y="33822"/>
                  </a:lnTo>
                  <a:lnTo>
                    <a:pt x="5750" y="25945"/>
                  </a:lnTo>
                  <a:lnTo>
                    <a:pt x="0" y="18733"/>
                  </a:lnTo>
                  <a:lnTo>
                    <a:pt x="6151" y="13910"/>
                  </a:lnTo>
                  <a:lnTo>
                    <a:pt x="6761" y="12022"/>
                  </a:lnTo>
                  <a:lnTo>
                    <a:pt x="8136" y="11828"/>
                  </a:lnTo>
                  <a:lnTo>
                    <a:pt x="8177" y="5602"/>
                  </a:lnTo>
                  <a:lnTo>
                    <a:pt x="13665" y="4404"/>
                  </a:lnTo>
                  <a:lnTo>
                    <a:pt x="19173" y="5497"/>
                  </a:lnTo>
                  <a:lnTo>
                    <a:pt x="21211" y="8532"/>
                  </a:lnTo>
                  <a:lnTo>
                    <a:pt x="21773" y="11737"/>
                  </a:lnTo>
                  <a:lnTo>
                    <a:pt x="15590" y="14931"/>
                  </a:lnTo>
                  <a:lnTo>
                    <a:pt x="12981" y="20449"/>
                  </a:lnTo>
                  <a:lnTo>
                    <a:pt x="18166" y="26562"/>
                  </a:lnTo>
                  <a:lnTo>
                    <a:pt x="19951" y="26273"/>
                  </a:lnTo>
                  <a:lnTo>
                    <a:pt x="19689" y="23254"/>
                  </a:lnTo>
                  <a:lnTo>
                    <a:pt x="21569" y="19184"/>
                  </a:lnTo>
                  <a:lnTo>
                    <a:pt x="26682" y="19280"/>
                  </a:lnTo>
                  <a:lnTo>
                    <a:pt x="28200" y="17361"/>
                  </a:lnTo>
                  <a:lnTo>
                    <a:pt x="30903" y="9687"/>
                  </a:lnTo>
                  <a:lnTo>
                    <a:pt x="28375" y="5416"/>
                  </a:lnTo>
                  <a:lnTo>
                    <a:pt x="27924" y="2791"/>
                  </a:lnTo>
                  <a:lnTo>
                    <a:pt x="2892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h3637"/>
            <p:cNvSpPr/>
            <p:nvPr/>
          </p:nvSpPr>
          <p:spPr>
            <a:xfrm>
              <a:off x="5656028" y="1881188"/>
              <a:ext cx="69787" cy="47946"/>
            </a:xfrm>
            <a:custGeom>
              <a:avLst/>
              <a:pathLst>
                <a:path w="69787" h="47946">
                  <a:moveTo>
                    <a:pt x="67047" y="2757"/>
                  </a:moveTo>
                  <a:lnTo>
                    <a:pt x="62895" y="3005"/>
                  </a:lnTo>
                  <a:lnTo>
                    <a:pt x="63980" y="8065"/>
                  </a:lnTo>
                  <a:lnTo>
                    <a:pt x="62164" y="19125"/>
                  </a:lnTo>
                  <a:lnTo>
                    <a:pt x="66676" y="23134"/>
                  </a:lnTo>
                  <a:lnTo>
                    <a:pt x="69787" y="29408"/>
                  </a:lnTo>
                  <a:lnTo>
                    <a:pt x="67120" y="30165"/>
                  </a:lnTo>
                  <a:lnTo>
                    <a:pt x="65987" y="34063"/>
                  </a:lnTo>
                  <a:lnTo>
                    <a:pt x="66903" y="37003"/>
                  </a:lnTo>
                  <a:lnTo>
                    <a:pt x="65390" y="38761"/>
                  </a:lnTo>
                  <a:lnTo>
                    <a:pt x="63190" y="38107"/>
                  </a:lnTo>
                  <a:lnTo>
                    <a:pt x="58472" y="39739"/>
                  </a:lnTo>
                  <a:lnTo>
                    <a:pt x="56519" y="41377"/>
                  </a:lnTo>
                  <a:lnTo>
                    <a:pt x="55164" y="40773"/>
                  </a:lnTo>
                  <a:lnTo>
                    <a:pt x="45271" y="47946"/>
                  </a:lnTo>
                  <a:lnTo>
                    <a:pt x="41876" y="47347"/>
                  </a:lnTo>
                  <a:lnTo>
                    <a:pt x="28780" y="40034"/>
                  </a:lnTo>
                  <a:lnTo>
                    <a:pt x="28358" y="38550"/>
                  </a:lnTo>
                  <a:lnTo>
                    <a:pt x="23421" y="35480"/>
                  </a:lnTo>
                  <a:lnTo>
                    <a:pt x="18188" y="34153"/>
                  </a:lnTo>
                  <a:lnTo>
                    <a:pt x="14979" y="32544"/>
                  </a:lnTo>
                  <a:lnTo>
                    <a:pt x="10984" y="38037"/>
                  </a:lnTo>
                  <a:lnTo>
                    <a:pt x="13734" y="41504"/>
                  </a:lnTo>
                  <a:lnTo>
                    <a:pt x="8997" y="44113"/>
                  </a:lnTo>
                  <a:lnTo>
                    <a:pt x="7599" y="43898"/>
                  </a:lnTo>
                  <a:lnTo>
                    <a:pt x="3568" y="39125"/>
                  </a:lnTo>
                  <a:lnTo>
                    <a:pt x="2111" y="30318"/>
                  </a:lnTo>
                  <a:lnTo>
                    <a:pt x="0" y="23384"/>
                  </a:lnTo>
                  <a:lnTo>
                    <a:pt x="953" y="19364"/>
                  </a:lnTo>
                  <a:lnTo>
                    <a:pt x="1449" y="17406"/>
                  </a:lnTo>
                  <a:lnTo>
                    <a:pt x="1252" y="7008"/>
                  </a:lnTo>
                  <a:lnTo>
                    <a:pt x="6935" y="9565"/>
                  </a:lnTo>
                  <a:lnTo>
                    <a:pt x="10183" y="8542"/>
                  </a:lnTo>
                  <a:lnTo>
                    <a:pt x="12434" y="10439"/>
                  </a:lnTo>
                  <a:lnTo>
                    <a:pt x="24989" y="12089"/>
                  </a:lnTo>
                  <a:lnTo>
                    <a:pt x="29851" y="10659"/>
                  </a:lnTo>
                  <a:lnTo>
                    <a:pt x="34700" y="10362"/>
                  </a:lnTo>
                  <a:lnTo>
                    <a:pt x="41608" y="6875"/>
                  </a:lnTo>
                  <a:lnTo>
                    <a:pt x="46389" y="8513"/>
                  </a:lnTo>
                  <a:lnTo>
                    <a:pt x="47170" y="3337"/>
                  </a:lnTo>
                  <a:lnTo>
                    <a:pt x="50685" y="2026"/>
                  </a:lnTo>
                  <a:lnTo>
                    <a:pt x="56071" y="5799"/>
                  </a:lnTo>
                  <a:lnTo>
                    <a:pt x="59463" y="3957"/>
                  </a:lnTo>
                  <a:lnTo>
                    <a:pt x="6386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h3638"/>
            <p:cNvSpPr/>
            <p:nvPr/>
          </p:nvSpPr>
          <p:spPr>
            <a:xfrm>
              <a:off x="5812242" y="1743337"/>
              <a:ext cx="122894" cy="96604"/>
            </a:xfrm>
            <a:custGeom>
              <a:avLst/>
              <a:pathLst>
                <a:path w="122894" h="96604">
                  <a:moveTo>
                    <a:pt x="61254" y="1894"/>
                  </a:moveTo>
                  <a:lnTo>
                    <a:pt x="60690" y="2869"/>
                  </a:lnTo>
                  <a:lnTo>
                    <a:pt x="68697" y="2670"/>
                  </a:lnTo>
                  <a:lnTo>
                    <a:pt x="70797" y="6599"/>
                  </a:lnTo>
                  <a:lnTo>
                    <a:pt x="76316" y="6180"/>
                  </a:lnTo>
                  <a:lnTo>
                    <a:pt x="81548" y="7520"/>
                  </a:lnTo>
                  <a:lnTo>
                    <a:pt x="85609" y="3866"/>
                  </a:lnTo>
                  <a:lnTo>
                    <a:pt x="90769" y="4545"/>
                  </a:lnTo>
                  <a:lnTo>
                    <a:pt x="95087" y="7065"/>
                  </a:lnTo>
                  <a:lnTo>
                    <a:pt x="104960" y="1833"/>
                  </a:lnTo>
                  <a:lnTo>
                    <a:pt x="117282" y="3047"/>
                  </a:lnTo>
                  <a:lnTo>
                    <a:pt x="122894" y="2858"/>
                  </a:lnTo>
                  <a:lnTo>
                    <a:pt x="119782" y="5135"/>
                  </a:lnTo>
                  <a:lnTo>
                    <a:pt x="114798" y="6019"/>
                  </a:lnTo>
                  <a:lnTo>
                    <a:pt x="114658" y="14208"/>
                  </a:lnTo>
                  <a:lnTo>
                    <a:pt x="111698" y="14346"/>
                  </a:lnTo>
                  <a:lnTo>
                    <a:pt x="111300" y="16008"/>
                  </a:lnTo>
                  <a:lnTo>
                    <a:pt x="110214" y="22435"/>
                  </a:lnTo>
                  <a:lnTo>
                    <a:pt x="111410" y="31385"/>
                  </a:lnTo>
                  <a:lnTo>
                    <a:pt x="110822" y="37177"/>
                  </a:lnTo>
                  <a:lnTo>
                    <a:pt x="115731" y="37913"/>
                  </a:lnTo>
                  <a:lnTo>
                    <a:pt x="114537" y="45081"/>
                  </a:lnTo>
                  <a:lnTo>
                    <a:pt x="113170" y="46785"/>
                  </a:lnTo>
                  <a:lnTo>
                    <a:pt x="111293" y="47255"/>
                  </a:lnTo>
                  <a:lnTo>
                    <a:pt x="106234" y="45109"/>
                  </a:lnTo>
                  <a:lnTo>
                    <a:pt x="103622" y="42634"/>
                  </a:lnTo>
                  <a:lnTo>
                    <a:pt x="102184" y="39351"/>
                  </a:lnTo>
                  <a:lnTo>
                    <a:pt x="98062" y="36892"/>
                  </a:lnTo>
                  <a:lnTo>
                    <a:pt x="85684" y="37118"/>
                  </a:lnTo>
                  <a:lnTo>
                    <a:pt x="85641" y="38346"/>
                  </a:lnTo>
                  <a:lnTo>
                    <a:pt x="90562" y="38082"/>
                  </a:lnTo>
                  <a:lnTo>
                    <a:pt x="91924" y="43980"/>
                  </a:lnTo>
                  <a:lnTo>
                    <a:pt x="85882" y="43987"/>
                  </a:lnTo>
                  <a:lnTo>
                    <a:pt x="85976" y="51646"/>
                  </a:lnTo>
                  <a:lnTo>
                    <a:pt x="87070" y="52537"/>
                  </a:lnTo>
                  <a:lnTo>
                    <a:pt x="79572" y="59114"/>
                  </a:lnTo>
                  <a:lnTo>
                    <a:pt x="75076" y="54408"/>
                  </a:lnTo>
                  <a:lnTo>
                    <a:pt x="71001" y="55668"/>
                  </a:lnTo>
                  <a:lnTo>
                    <a:pt x="66974" y="54489"/>
                  </a:lnTo>
                  <a:lnTo>
                    <a:pt x="60882" y="50576"/>
                  </a:lnTo>
                  <a:lnTo>
                    <a:pt x="61150" y="45095"/>
                  </a:lnTo>
                  <a:lnTo>
                    <a:pt x="59778" y="44925"/>
                  </a:lnTo>
                  <a:lnTo>
                    <a:pt x="54753" y="55229"/>
                  </a:lnTo>
                  <a:lnTo>
                    <a:pt x="49971" y="55303"/>
                  </a:lnTo>
                  <a:lnTo>
                    <a:pt x="48831" y="54517"/>
                  </a:lnTo>
                  <a:lnTo>
                    <a:pt x="43407" y="53740"/>
                  </a:lnTo>
                  <a:lnTo>
                    <a:pt x="39175" y="59364"/>
                  </a:lnTo>
                  <a:lnTo>
                    <a:pt x="32902" y="57995"/>
                  </a:lnTo>
                  <a:lnTo>
                    <a:pt x="29233" y="60298"/>
                  </a:lnTo>
                  <a:lnTo>
                    <a:pt x="29677" y="62577"/>
                  </a:lnTo>
                  <a:lnTo>
                    <a:pt x="31198" y="64707"/>
                  </a:lnTo>
                  <a:lnTo>
                    <a:pt x="30219" y="68182"/>
                  </a:lnTo>
                  <a:lnTo>
                    <a:pt x="24350" y="66991"/>
                  </a:lnTo>
                  <a:lnTo>
                    <a:pt x="21136" y="67341"/>
                  </a:lnTo>
                  <a:lnTo>
                    <a:pt x="18235" y="70111"/>
                  </a:lnTo>
                  <a:lnTo>
                    <a:pt x="18133" y="73458"/>
                  </a:lnTo>
                  <a:lnTo>
                    <a:pt x="21192" y="73553"/>
                  </a:lnTo>
                  <a:lnTo>
                    <a:pt x="21902" y="77422"/>
                  </a:lnTo>
                  <a:lnTo>
                    <a:pt x="18891" y="77585"/>
                  </a:lnTo>
                  <a:lnTo>
                    <a:pt x="21063" y="87428"/>
                  </a:lnTo>
                  <a:lnTo>
                    <a:pt x="20177" y="89821"/>
                  </a:lnTo>
                  <a:lnTo>
                    <a:pt x="18406" y="92012"/>
                  </a:lnTo>
                  <a:lnTo>
                    <a:pt x="17979" y="91869"/>
                  </a:lnTo>
                  <a:lnTo>
                    <a:pt x="17315" y="94476"/>
                  </a:lnTo>
                  <a:lnTo>
                    <a:pt x="17597" y="96604"/>
                  </a:lnTo>
                  <a:lnTo>
                    <a:pt x="10799" y="94902"/>
                  </a:lnTo>
                  <a:lnTo>
                    <a:pt x="8835" y="89825"/>
                  </a:lnTo>
                  <a:lnTo>
                    <a:pt x="11268" y="84737"/>
                  </a:lnTo>
                  <a:lnTo>
                    <a:pt x="16050" y="81604"/>
                  </a:lnTo>
                  <a:lnTo>
                    <a:pt x="14182" y="77983"/>
                  </a:lnTo>
                  <a:lnTo>
                    <a:pt x="8745" y="79849"/>
                  </a:lnTo>
                  <a:lnTo>
                    <a:pt x="6032" y="78618"/>
                  </a:lnTo>
                  <a:lnTo>
                    <a:pt x="4403" y="76414"/>
                  </a:lnTo>
                  <a:lnTo>
                    <a:pt x="3653" y="75221"/>
                  </a:lnTo>
                  <a:lnTo>
                    <a:pt x="5585" y="74292"/>
                  </a:lnTo>
                  <a:lnTo>
                    <a:pt x="5872" y="73492"/>
                  </a:lnTo>
                  <a:lnTo>
                    <a:pt x="3797" y="72344"/>
                  </a:lnTo>
                  <a:lnTo>
                    <a:pt x="7183" y="69521"/>
                  </a:lnTo>
                  <a:lnTo>
                    <a:pt x="5524" y="66411"/>
                  </a:lnTo>
                  <a:lnTo>
                    <a:pt x="6594" y="61097"/>
                  </a:lnTo>
                  <a:lnTo>
                    <a:pt x="4960" y="58121"/>
                  </a:lnTo>
                  <a:lnTo>
                    <a:pt x="0" y="54754"/>
                  </a:lnTo>
                  <a:lnTo>
                    <a:pt x="2792" y="50794"/>
                  </a:lnTo>
                  <a:lnTo>
                    <a:pt x="4096" y="45028"/>
                  </a:lnTo>
                  <a:lnTo>
                    <a:pt x="9193" y="23281"/>
                  </a:lnTo>
                  <a:lnTo>
                    <a:pt x="6224" y="22732"/>
                  </a:lnTo>
                  <a:lnTo>
                    <a:pt x="7400" y="16513"/>
                  </a:lnTo>
                  <a:lnTo>
                    <a:pt x="9360" y="8913"/>
                  </a:lnTo>
                  <a:lnTo>
                    <a:pt x="13354" y="10632"/>
                  </a:lnTo>
                  <a:lnTo>
                    <a:pt x="21048" y="6673"/>
                  </a:lnTo>
                  <a:lnTo>
                    <a:pt x="26602" y="6105"/>
                  </a:lnTo>
                  <a:lnTo>
                    <a:pt x="29574" y="6031"/>
                  </a:lnTo>
                  <a:lnTo>
                    <a:pt x="32785" y="2529"/>
                  </a:lnTo>
                  <a:lnTo>
                    <a:pt x="35916" y="1309"/>
                  </a:lnTo>
                  <a:lnTo>
                    <a:pt x="49186" y="2054"/>
                  </a:lnTo>
                  <a:lnTo>
                    <a:pt x="5969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h3639"/>
            <p:cNvSpPr/>
            <p:nvPr/>
          </p:nvSpPr>
          <p:spPr>
            <a:xfrm>
              <a:off x="5770856" y="2086781"/>
              <a:ext cx="158640" cy="136620"/>
            </a:xfrm>
            <a:custGeom>
              <a:avLst/>
              <a:pathLst>
                <a:path w="158640" h="136620">
                  <a:moveTo>
                    <a:pt x="59342" y="0"/>
                  </a:moveTo>
                  <a:lnTo>
                    <a:pt x="63382" y="968"/>
                  </a:lnTo>
                  <a:lnTo>
                    <a:pt x="67432" y="5162"/>
                  </a:lnTo>
                  <a:lnTo>
                    <a:pt x="71836" y="7887"/>
                  </a:lnTo>
                  <a:lnTo>
                    <a:pt x="77369" y="5824"/>
                  </a:lnTo>
                  <a:lnTo>
                    <a:pt x="82459" y="5885"/>
                  </a:lnTo>
                  <a:lnTo>
                    <a:pt x="87843" y="2720"/>
                  </a:lnTo>
                  <a:lnTo>
                    <a:pt x="94734" y="3806"/>
                  </a:lnTo>
                  <a:lnTo>
                    <a:pt x="96768" y="3269"/>
                  </a:lnTo>
                  <a:lnTo>
                    <a:pt x="101338" y="4965"/>
                  </a:lnTo>
                  <a:lnTo>
                    <a:pt x="107856" y="10997"/>
                  </a:lnTo>
                  <a:lnTo>
                    <a:pt x="107778" y="13152"/>
                  </a:lnTo>
                  <a:lnTo>
                    <a:pt x="115546" y="18196"/>
                  </a:lnTo>
                  <a:lnTo>
                    <a:pt x="119882" y="26170"/>
                  </a:lnTo>
                  <a:lnTo>
                    <a:pt x="122432" y="26291"/>
                  </a:lnTo>
                  <a:lnTo>
                    <a:pt x="127303" y="32492"/>
                  </a:lnTo>
                  <a:lnTo>
                    <a:pt x="132483" y="36251"/>
                  </a:lnTo>
                  <a:lnTo>
                    <a:pt x="141844" y="38618"/>
                  </a:lnTo>
                  <a:lnTo>
                    <a:pt x="145911" y="41503"/>
                  </a:lnTo>
                  <a:lnTo>
                    <a:pt x="146618" y="44712"/>
                  </a:lnTo>
                  <a:lnTo>
                    <a:pt x="150497" y="47286"/>
                  </a:lnTo>
                  <a:lnTo>
                    <a:pt x="152825" y="53725"/>
                  </a:lnTo>
                  <a:lnTo>
                    <a:pt x="158035" y="59376"/>
                  </a:lnTo>
                  <a:lnTo>
                    <a:pt x="157034" y="60627"/>
                  </a:lnTo>
                  <a:lnTo>
                    <a:pt x="158640" y="68372"/>
                  </a:lnTo>
                  <a:lnTo>
                    <a:pt x="153918" y="71470"/>
                  </a:lnTo>
                  <a:lnTo>
                    <a:pt x="152375" y="77571"/>
                  </a:lnTo>
                  <a:lnTo>
                    <a:pt x="152983" y="82671"/>
                  </a:lnTo>
                  <a:lnTo>
                    <a:pt x="155019" y="84255"/>
                  </a:lnTo>
                  <a:lnTo>
                    <a:pt x="153706" y="88085"/>
                  </a:lnTo>
                  <a:lnTo>
                    <a:pt x="145228" y="91013"/>
                  </a:lnTo>
                  <a:lnTo>
                    <a:pt x="143792" y="90174"/>
                  </a:lnTo>
                  <a:lnTo>
                    <a:pt x="142262" y="94855"/>
                  </a:lnTo>
                  <a:lnTo>
                    <a:pt x="141875" y="121155"/>
                  </a:lnTo>
                  <a:lnTo>
                    <a:pt x="145126" y="118678"/>
                  </a:lnTo>
                  <a:lnTo>
                    <a:pt x="151966" y="115519"/>
                  </a:lnTo>
                  <a:lnTo>
                    <a:pt x="151965" y="117027"/>
                  </a:lnTo>
                  <a:lnTo>
                    <a:pt x="136820" y="127413"/>
                  </a:lnTo>
                  <a:lnTo>
                    <a:pt x="130689" y="134669"/>
                  </a:lnTo>
                  <a:lnTo>
                    <a:pt x="130925" y="136620"/>
                  </a:lnTo>
                  <a:lnTo>
                    <a:pt x="127860" y="134101"/>
                  </a:lnTo>
                  <a:lnTo>
                    <a:pt x="121108" y="133165"/>
                  </a:lnTo>
                  <a:lnTo>
                    <a:pt x="113185" y="134302"/>
                  </a:lnTo>
                  <a:lnTo>
                    <a:pt x="107147" y="134280"/>
                  </a:lnTo>
                  <a:lnTo>
                    <a:pt x="104692" y="125639"/>
                  </a:lnTo>
                  <a:lnTo>
                    <a:pt x="94518" y="123087"/>
                  </a:lnTo>
                  <a:lnTo>
                    <a:pt x="97494" y="122464"/>
                  </a:lnTo>
                  <a:lnTo>
                    <a:pt x="97790" y="118956"/>
                  </a:lnTo>
                  <a:lnTo>
                    <a:pt x="95170" y="116836"/>
                  </a:lnTo>
                  <a:lnTo>
                    <a:pt x="92877" y="119550"/>
                  </a:lnTo>
                  <a:lnTo>
                    <a:pt x="89407" y="118685"/>
                  </a:lnTo>
                  <a:lnTo>
                    <a:pt x="87622" y="116527"/>
                  </a:lnTo>
                  <a:lnTo>
                    <a:pt x="87225" y="114431"/>
                  </a:lnTo>
                  <a:lnTo>
                    <a:pt x="88065" y="111533"/>
                  </a:lnTo>
                  <a:lnTo>
                    <a:pt x="73756" y="99716"/>
                  </a:lnTo>
                  <a:lnTo>
                    <a:pt x="70124" y="97508"/>
                  </a:lnTo>
                  <a:lnTo>
                    <a:pt x="68833" y="96119"/>
                  </a:lnTo>
                  <a:lnTo>
                    <a:pt x="68776" y="94764"/>
                  </a:lnTo>
                  <a:lnTo>
                    <a:pt x="63146" y="90696"/>
                  </a:lnTo>
                  <a:lnTo>
                    <a:pt x="65612" y="81594"/>
                  </a:lnTo>
                  <a:lnTo>
                    <a:pt x="62556" y="75906"/>
                  </a:lnTo>
                  <a:lnTo>
                    <a:pt x="62871" y="72628"/>
                  </a:lnTo>
                  <a:lnTo>
                    <a:pt x="58546" y="68523"/>
                  </a:lnTo>
                  <a:lnTo>
                    <a:pt x="51215" y="64472"/>
                  </a:lnTo>
                  <a:lnTo>
                    <a:pt x="47457" y="64758"/>
                  </a:lnTo>
                  <a:lnTo>
                    <a:pt x="41436" y="67129"/>
                  </a:lnTo>
                  <a:lnTo>
                    <a:pt x="39890" y="68446"/>
                  </a:lnTo>
                  <a:lnTo>
                    <a:pt x="38824" y="65429"/>
                  </a:lnTo>
                  <a:lnTo>
                    <a:pt x="36316" y="61709"/>
                  </a:lnTo>
                  <a:lnTo>
                    <a:pt x="33573" y="60294"/>
                  </a:lnTo>
                  <a:lnTo>
                    <a:pt x="29396" y="61091"/>
                  </a:lnTo>
                  <a:lnTo>
                    <a:pt x="22895" y="60798"/>
                  </a:lnTo>
                  <a:lnTo>
                    <a:pt x="19465" y="59447"/>
                  </a:lnTo>
                  <a:lnTo>
                    <a:pt x="16705" y="60029"/>
                  </a:lnTo>
                  <a:lnTo>
                    <a:pt x="14782" y="63851"/>
                  </a:lnTo>
                  <a:lnTo>
                    <a:pt x="12054" y="63452"/>
                  </a:lnTo>
                  <a:lnTo>
                    <a:pt x="11120" y="59626"/>
                  </a:lnTo>
                  <a:lnTo>
                    <a:pt x="9103" y="57764"/>
                  </a:lnTo>
                  <a:lnTo>
                    <a:pt x="5915" y="57723"/>
                  </a:lnTo>
                  <a:lnTo>
                    <a:pt x="4471" y="56046"/>
                  </a:lnTo>
                  <a:lnTo>
                    <a:pt x="4374" y="52526"/>
                  </a:lnTo>
                  <a:lnTo>
                    <a:pt x="0" y="45117"/>
                  </a:lnTo>
                  <a:lnTo>
                    <a:pt x="221" y="42412"/>
                  </a:lnTo>
                  <a:lnTo>
                    <a:pt x="3672" y="35240"/>
                  </a:lnTo>
                  <a:lnTo>
                    <a:pt x="10247" y="36134"/>
                  </a:lnTo>
                  <a:lnTo>
                    <a:pt x="16448" y="36067"/>
                  </a:lnTo>
                  <a:lnTo>
                    <a:pt x="19436" y="31990"/>
                  </a:lnTo>
                  <a:lnTo>
                    <a:pt x="24056" y="29483"/>
                  </a:lnTo>
                  <a:lnTo>
                    <a:pt x="23228" y="33802"/>
                  </a:lnTo>
                  <a:lnTo>
                    <a:pt x="24121" y="36774"/>
                  </a:lnTo>
                  <a:lnTo>
                    <a:pt x="33390" y="42058"/>
                  </a:lnTo>
                  <a:lnTo>
                    <a:pt x="31190" y="32673"/>
                  </a:lnTo>
                  <a:lnTo>
                    <a:pt x="36406" y="31704"/>
                  </a:lnTo>
                  <a:lnTo>
                    <a:pt x="36266" y="29536"/>
                  </a:lnTo>
                  <a:lnTo>
                    <a:pt x="37103" y="27588"/>
                  </a:lnTo>
                  <a:lnTo>
                    <a:pt x="44385" y="20646"/>
                  </a:lnTo>
                  <a:lnTo>
                    <a:pt x="40672" y="17182"/>
                  </a:lnTo>
                  <a:lnTo>
                    <a:pt x="46664" y="10643"/>
                  </a:lnTo>
                  <a:lnTo>
                    <a:pt x="51460" y="10757"/>
                  </a:lnTo>
                  <a:lnTo>
                    <a:pt x="53769" y="19616"/>
                  </a:lnTo>
                  <a:lnTo>
                    <a:pt x="56053" y="20272"/>
                  </a:lnTo>
                  <a:lnTo>
                    <a:pt x="58518" y="19924"/>
                  </a:lnTo>
                  <a:lnTo>
                    <a:pt x="58956" y="12213"/>
                  </a:lnTo>
                  <a:lnTo>
                    <a:pt x="57002" y="10435"/>
                  </a:lnTo>
                  <a:lnTo>
                    <a:pt x="59583" y="2889"/>
                  </a:lnTo>
                  <a:lnTo>
                    <a:pt x="56550" y="2193"/>
                  </a:lnTo>
                  <a:lnTo>
                    <a:pt x="56988" y="571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h3640"/>
            <p:cNvSpPr/>
            <p:nvPr/>
          </p:nvSpPr>
          <p:spPr>
            <a:xfrm>
              <a:off x="6073582" y="1989450"/>
              <a:ext cx="148538" cy="146590"/>
            </a:xfrm>
            <a:custGeom>
              <a:avLst/>
              <a:pathLst>
                <a:path w="148538" h="146590">
                  <a:moveTo>
                    <a:pt x="83744" y="0"/>
                  </a:moveTo>
                  <a:lnTo>
                    <a:pt x="87928" y="2601"/>
                  </a:lnTo>
                  <a:lnTo>
                    <a:pt x="90391" y="3330"/>
                  </a:lnTo>
                  <a:lnTo>
                    <a:pt x="94490" y="164"/>
                  </a:lnTo>
                  <a:lnTo>
                    <a:pt x="102434" y="2082"/>
                  </a:lnTo>
                  <a:lnTo>
                    <a:pt x="103202" y="209"/>
                  </a:lnTo>
                  <a:lnTo>
                    <a:pt x="132639" y="1149"/>
                  </a:lnTo>
                  <a:lnTo>
                    <a:pt x="133177" y="3758"/>
                  </a:lnTo>
                  <a:lnTo>
                    <a:pt x="132593" y="16811"/>
                  </a:lnTo>
                  <a:lnTo>
                    <a:pt x="132047" y="16681"/>
                  </a:lnTo>
                  <a:lnTo>
                    <a:pt x="130439" y="32078"/>
                  </a:lnTo>
                  <a:lnTo>
                    <a:pt x="135183" y="33725"/>
                  </a:lnTo>
                  <a:lnTo>
                    <a:pt x="138644" y="43878"/>
                  </a:lnTo>
                  <a:lnTo>
                    <a:pt x="138408" y="54452"/>
                  </a:lnTo>
                  <a:lnTo>
                    <a:pt x="140057" y="58468"/>
                  </a:lnTo>
                  <a:lnTo>
                    <a:pt x="143344" y="60091"/>
                  </a:lnTo>
                  <a:lnTo>
                    <a:pt x="144139" y="66205"/>
                  </a:lnTo>
                  <a:lnTo>
                    <a:pt x="140310" y="68280"/>
                  </a:lnTo>
                  <a:lnTo>
                    <a:pt x="139769" y="71632"/>
                  </a:lnTo>
                  <a:lnTo>
                    <a:pt x="132498" y="77030"/>
                  </a:lnTo>
                  <a:lnTo>
                    <a:pt x="132480" y="81615"/>
                  </a:lnTo>
                  <a:lnTo>
                    <a:pt x="143151" y="92022"/>
                  </a:lnTo>
                  <a:lnTo>
                    <a:pt x="145849" y="96558"/>
                  </a:lnTo>
                  <a:lnTo>
                    <a:pt x="146825" y="100980"/>
                  </a:lnTo>
                  <a:lnTo>
                    <a:pt x="148538" y="102171"/>
                  </a:lnTo>
                  <a:lnTo>
                    <a:pt x="131235" y="98521"/>
                  </a:lnTo>
                  <a:lnTo>
                    <a:pt x="123614" y="98432"/>
                  </a:lnTo>
                  <a:lnTo>
                    <a:pt x="117064" y="98388"/>
                  </a:lnTo>
                  <a:lnTo>
                    <a:pt x="116979" y="95536"/>
                  </a:lnTo>
                  <a:lnTo>
                    <a:pt x="112891" y="95854"/>
                  </a:lnTo>
                  <a:lnTo>
                    <a:pt x="110308" y="98942"/>
                  </a:lnTo>
                  <a:lnTo>
                    <a:pt x="96774" y="95714"/>
                  </a:lnTo>
                  <a:lnTo>
                    <a:pt x="92090" y="95216"/>
                  </a:lnTo>
                  <a:lnTo>
                    <a:pt x="87378" y="87383"/>
                  </a:lnTo>
                  <a:lnTo>
                    <a:pt x="83386" y="93128"/>
                  </a:lnTo>
                  <a:lnTo>
                    <a:pt x="83869" y="97675"/>
                  </a:lnTo>
                  <a:lnTo>
                    <a:pt x="85713" y="101280"/>
                  </a:lnTo>
                  <a:lnTo>
                    <a:pt x="80891" y="109406"/>
                  </a:lnTo>
                  <a:lnTo>
                    <a:pt x="76041" y="111211"/>
                  </a:lnTo>
                  <a:lnTo>
                    <a:pt x="69617" y="115414"/>
                  </a:lnTo>
                  <a:lnTo>
                    <a:pt x="65828" y="125376"/>
                  </a:lnTo>
                  <a:lnTo>
                    <a:pt x="62612" y="131666"/>
                  </a:lnTo>
                  <a:lnTo>
                    <a:pt x="62773" y="135675"/>
                  </a:lnTo>
                  <a:lnTo>
                    <a:pt x="62137" y="137886"/>
                  </a:lnTo>
                  <a:lnTo>
                    <a:pt x="54102" y="146590"/>
                  </a:lnTo>
                  <a:lnTo>
                    <a:pt x="52106" y="141794"/>
                  </a:lnTo>
                  <a:lnTo>
                    <a:pt x="49268" y="143124"/>
                  </a:lnTo>
                  <a:lnTo>
                    <a:pt x="48626" y="142789"/>
                  </a:lnTo>
                  <a:lnTo>
                    <a:pt x="39352" y="131266"/>
                  </a:lnTo>
                  <a:lnTo>
                    <a:pt x="35851" y="128152"/>
                  </a:lnTo>
                  <a:lnTo>
                    <a:pt x="29307" y="126114"/>
                  </a:lnTo>
                  <a:lnTo>
                    <a:pt x="23977" y="126478"/>
                  </a:lnTo>
                  <a:lnTo>
                    <a:pt x="40515" y="110831"/>
                  </a:lnTo>
                  <a:lnTo>
                    <a:pt x="38260" y="107449"/>
                  </a:lnTo>
                  <a:lnTo>
                    <a:pt x="40749" y="100181"/>
                  </a:lnTo>
                  <a:lnTo>
                    <a:pt x="41056" y="98552"/>
                  </a:lnTo>
                  <a:lnTo>
                    <a:pt x="39851" y="96921"/>
                  </a:lnTo>
                  <a:lnTo>
                    <a:pt x="36322" y="81009"/>
                  </a:lnTo>
                  <a:lnTo>
                    <a:pt x="27407" y="81291"/>
                  </a:lnTo>
                  <a:lnTo>
                    <a:pt x="23297" y="77273"/>
                  </a:lnTo>
                  <a:lnTo>
                    <a:pt x="20827" y="76636"/>
                  </a:lnTo>
                  <a:lnTo>
                    <a:pt x="13937" y="65114"/>
                  </a:lnTo>
                  <a:lnTo>
                    <a:pt x="11799" y="67351"/>
                  </a:lnTo>
                  <a:lnTo>
                    <a:pt x="9639" y="66125"/>
                  </a:lnTo>
                  <a:lnTo>
                    <a:pt x="9110" y="61563"/>
                  </a:lnTo>
                  <a:lnTo>
                    <a:pt x="4703" y="56260"/>
                  </a:lnTo>
                  <a:lnTo>
                    <a:pt x="4742" y="54649"/>
                  </a:lnTo>
                  <a:lnTo>
                    <a:pt x="9631" y="52960"/>
                  </a:lnTo>
                  <a:lnTo>
                    <a:pt x="8729" y="48428"/>
                  </a:lnTo>
                  <a:lnTo>
                    <a:pt x="6201" y="42972"/>
                  </a:lnTo>
                  <a:lnTo>
                    <a:pt x="7297" y="42633"/>
                  </a:lnTo>
                  <a:lnTo>
                    <a:pt x="7808" y="33890"/>
                  </a:lnTo>
                  <a:lnTo>
                    <a:pt x="542" y="22110"/>
                  </a:lnTo>
                  <a:lnTo>
                    <a:pt x="0" y="21260"/>
                  </a:lnTo>
                  <a:lnTo>
                    <a:pt x="4925" y="20592"/>
                  </a:lnTo>
                  <a:lnTo>
                    <a:pt x="9419" y="22253"/>
                  </a:lnTo>
                  <a:lnTo>
                    <a:pt x="9938" y="24247"/>
                  </a:lnTo>
                  <a:lnTo>
                    <a:pt x="14121" y="23206"/>
                  </a:lnTo>
                  <a:lnTo>
                    <a:pt x="14283" y="18823"/>
                  </a:lnTo>
                  <a:lnTo>
                    <a:pt x="17227" y="15707"/>
                  </a:lnTo>
                  <a:lnTo>
                    <a:pt x="18729" y="14433"/>
                  </a:lnTo>
                  <a:lnTo>
                    <a:pt x="24171" y="14868"/>
                  </a:lnTo>
                  <a:lnTo>
                    <a:pt x="24315" y="12610"/>
                  </a:lnTo>
                  <a:lnTo>
                    <a:pt x="25094" y="12434"/>
                  </a:lnTo>
                  <a:lnTo>
                    <a:pt x="26623" y="12366"/>
                  </a:lnTo>
                  <a:lnTo>
                    <a:pt x="28122" y="13360"/>
                  </a:lnTo>
                  <a:lnTo>
                    <a:pt x="31503" y="17183"/>
                  </a:lnTo>
                  <a:lnTo>
                    <a:pt x="33762" y="15272"/>
                  </a:lnTo>
                  <a:lnTo>
                    <a:pt x="31395" y="11103"/>
                  </a:lnTo>
                  <a:lnTo>
                    <a:pt x="36160" y="9141"/>
                  </a:lnTo>
                  <a:lnTo>
                    <a:pt x="42678" y="10387"/>
                  </a:lnTo>
                  <a:lnTo>
                    <a:pt x="48178" y="13105"/>
                  </a:lnTo>
                  <a:lnTo>
                    <a:pt x="50361" y="14961"/>
                  </a:lnTo>
                  <a:lnTo>
                    <a:pt x="56990" y="13959"/>
                  </a:lnTo>
                  <a:lnTo>
                    <a:pt x="58802" y="9770"/>
                  </a:lnTo>
                  <a:lnTo>
                    <a:pt x="64187" y="13464"/>
                  </a:lnTo>
                  <a:lnTo>
                    <a:pt x="71641" y="647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h3641"/>
            <p:cNvSpPr/>
            <p:nvPr/>
          </p:nvSpPr>
          <p:spPr>
            <a:xfrm>
              <a:off x="5874144" y="1968050"/>
              <a:ext cx="64380" cy="62354"/>
            </a:xfrm>
            <a:custGeom>
              <a:avLst/>
              <a:pathLst>
                <a:path w="64380" h="62354">
                  <a:moveTo>
                    <a:pt x="38313" y="107"/>
                  </a:moveTo>
                  <a:lnTo>
                    <a:pt x="39239" y="5026"/>
                  </a:lnTo>
                  <a:lnTo>
                    <a:pt x="42160" y="6503"/>
                  </a:lnTo>
                  <a:lnTo>
                    <a:pt x="46016" y="5004"/>
                  </a:lnTo>
                  <a:lnTo>
                    <a:pt x="50476" y="8629"/>
                  </a:lnTo>
                  <a:lnTo>
                    <a:pt x="49057" y="9280"/>
                  </a:lnTo>
                  <a:lnTo>
                    <a:pt x="50036" y="16968"/>
                  </a:lnTo>
                  <a:lnTo>
                    <a:pt x="49901" y="21445"/>
                  </a:lnTo>
                  <a:lnTo>
                    <a:pt x="49197" y="22693"/>
                  </a:lnTo>
                  <a:lnTo>
                    <a:pt x="50080" y="24267"/>
                  </a:lnTo>
                  <a:lnTo>
                    <a:pt x="53747" y="27724"/>
                  </a:lnTo>
                  <a:lnTo>
                    <a:pt x="62508" y="32275"/>
                  </a:lnTo>
                  <a:lnTo>
                    <a:pt x="63214" y="33254"/>
                  </a:lnTo>
                  <a:lnTo>
                    <a:pt x="64380" y="38650"/>
                  </a:lnTo>
                  <a:lnTo>
                    <a:pt x="54940" y="42158"/>
                  </a:lnTo>
                  <a:lnTo>
                    <a:pt x="58373" y="47581"/>
                  </a:lnTo>
                  <a:lnTo>
                    <a:pt x="55894" y="47130"/>
                  </a:lnTo>
                  <a:lnTo>
                    <a:pt x="53227" y="42240"/>
                  </a:lnTo>
                  <a:lnTo>
                    <a:pt x="51210" y="41333"/>
                  </a:lnTo>
                  <a:lnTo>
                    <a:pt x="48757" y="47760"/>
                  </a:lnTo>
                  <a:lnTo>
                    <a:pt x="44730" y="50625"/>
                  </a:lnTo>
                  <a:lnTo>
                    <a:pt x="46098" y="57935"/>
                  </a:lnTo>
                  <a:lnTo>
                    <a:pt x="45204" y="59433"/>
                  </a:lnTo>
                  <a:lnTo>
                    <a:pt x="44683" y="59174"/>
                  </a:lnTo>
                  <a:lnTo>
                    <a:pt x="41849" y="55312"/>
                  </a:lnTo>
                  <a:lnTo>
                    <a:pt x="41029" y="61734"/>
                  </a:lnTo>
                  <a:lnTo>
                    <a:pt x="40250" y="61434"/>
                  </a:lnTo>
                  <a:lnTo>
                    <a:pt x="36629" y="60039"/>
                  </a:lnTo>
                  <a:lnTo>
                    <a:pt x="32392" y="62354"/>
                  </a:lnTo>
                  <a:lnTo>
                    <a:pt x="11776" y="58188"/>
                  </a:lnTo>
                  <a:lnTo>
                    <a:pt x="10911" y="48695"/>
                  </a:lnTo>
                  <a:lnTo>
                    <a:pt x="9170" y="43569"/>
                  </a:lnTo>
                  <a:lnTo>
                    <a:pt x="7462" y="41101"/>
                  </a:lnTo>
                  <a:lnTo>
                    <a:pt x="4867" y="39356"/>
                  </a:lnTo>
                  <a:lnTo>
                    <a:pt x="288" y="37774"/>
                  </a:lnTo>
                  <a:lnTo>
                    <a:pt x="0" y="36615"/>
                  </a:lnTo>
                  <a:lnTo>
                    <a:pt x="4176" y="35635"/>
                  </a:lnTo>
                  <a:lnTo>
                    <a:pt x="4638" y="34753"/>
                  </a:lnTo>
                  <a:lnTo>
                    <a:pt x="4031" y="33864"/>
                  </a:lnTo>
                  <a:lnTo>
                    <a:pt x="5737" y="29882"/>
                  </a:lnTo>
                  <a:lnTo>
                    <a:pt x="6463" y="25607"/>
                  </a:lnTo>
                  <a:lnTo>
                    <a:pt x="11276" y="17756"/>
                  </a:lnTo>
                  <a:lnTo>
                    <a:pt x="11673" y="15086"/>
                  </a:lnTo>
                  <a:lnTo>
                    <a:pt x="13522" y="11938"/>
                  </a:lnTo>
                  <a:lnTo>
                    <a:pt x="17992" y="15514"/>
                  </a:lnTo>
                  <a:lnTo>
                    <a:pt x="19625" y="15794"/>
                  </a:lnTo>
                  <a:lnTo>
                    <a:pt x="21031" y="14913"/>
                  </a:lnTo>
                  <a:lnTo>
                    <a:pt x="20120" y="13795"/>
                  </a:lnTo>
                  <a:lnTo>
                    <a:pt x="21209" y="8358"/>
                  </a:lnTo>
                  <a:lnTo>
                    <a:pt x="26375" y="5391"/>
                  </a:lnTo>
                  <a:lnTo>
                    <a:pt x="29761" y="9068"/>
                  </a:lnTo>
                  <a:lnTo>
                    <a:pt x="31857" y="9532"/>
                  </a:lnTo>
                  <a:lnTo>
                    <a:pt x="32010" y="6423"/>
                  </a:lnTo>
                  <a:lnTo>
                    <a:pt x="28979" y="1996"/>
                  </a:lnTo>
                  <a:lnTo>
                    <a:pt x="29745" y="1822"/>
                  </a:lnTo>
                  <a:lnTo>
                    <a:pt x="31648" y="3046"/>
                  </a:lnTo>
                  <a:lnTo>
                    <a:pt x="33988" y="2875"/>
                  </a:lnTo>
                  <a:lnTo>
                    <a:pt x="3718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h3642"/>
            <p:cNvSpPr/>
            <p:nvPr/>
          </p:nvSpPr>
          <p:spPr>
            <a:xfrm>
              <a:off x="5960613" y="1735430"/>
              <a:ext cx="163052" cy="134125"/>
            </a:xfrm>
            <a:custGeom>
              <a:avLst/>
              <a:pathLst>
                <a:path w="163052" h="134125">
                  <a:moveTo>
                    <a:pt x="34664" y="668"/>
                  </a:moveTo>
                  <a:lnTo>
                    <a:pt x="39182" y="2199"/>
                  </a:lnTo>
                  <a:lnTo>
                    <a:pt x="38583" y="4892"/>
                  </a:lnTo>
                  <a:lnTo>
                    <a:pt x="39869" y="7143"/>
                  </a:lnTo>
                  <a:lnTo>
                    <a:pt x="42087" y="3221"/>
                  </a:lnTo>
                  <a:lnTo>
                    <a:pt x="58680" y="3626"/>
                  </a:lnTo>
                  <a:lnTo>
                    <a:pt x="58287" y="10216"/>
                  </a:lnTo>
                  <a:lnTo>
                    <a:pt x="63348" y="10369"/>
                  </a:lnTo>
                  <a:lnTo>
                    <a:pt x="63019" y="20741"/>
                  </a:lnTo>
                  <a:lnTo>
                    <a:pt x="82994" y="21492"/>
                  </a:lnTo>
                  <a:lnTo>
                    <a:pt x="82213" y="22898"/>
                  </a:lnTo>
                  <a:lnTo>
                    <a:pt x="80440" y="23090"/>
                  </a:lnTo>
                  <a:lnTo>
                    <a:pt x="78956" y="26045"/>
                  </a:lnTo>
                  <a:lnTo>
                    <a:pt x="79104" y="29695"/>
                  </a:lnTo>
                  <a:lnTo>
                    <a:pt x="81528" y="32567"/>
                  </a:lnTo>
                  <a:lnTo>
                    <a:pt x="85347" y="31210"/>
                  </a:lnTo>
                  <a:lnTo>
                    <a:pt x="90811" y="31583"/>
                  </a:lnTo>
                  <a:lnTo>
                    <a:pt x="92443" y="33929"/>
                  </a:lnTo>
                  <a:lnTo>
                    <a:pt x="92109" y="35108"/>
                  </a:lnTo>
                  <a:lnTo>
                    <a:pt x="94671" y="38660"/>
                  </a:lnTo>
                  <a:lnTo>
                    <a:pt x="97776" y="41181"/>
                  </a:lnTo>
                  <a:lnTo>
                    <a:pt x="107445" y="53515"/>
                  </a:lnTo>
                  <a:lnTo>
                    <a:pt x="112022" y="57159"/>
                  </a:lnTo>
                  <a:lnTo>
                    <a:pt x="113792" y="57829"/>
                  </a:lnTo>
                  <a:lnTo>
                    <a:pt x="119596" y="57887"/>
                  </a:lnTo>
                  <a:lnTo>
                    <a:pt x="121401" y="57032"/>
                  </a:lnTo>
                  <a:lnTo>
                    <a:pt x="123802" y="60598"/>
                  </a:lnTo>
                  <a:lnTo>
                    <a:pt x="121700" y="67340"/>
                  </a:lnTo>
                  <a:lnTo>
                    <a:pt x="117213" y="70876"/>
                  </a:lnTo>
                  <a:lnTo>
                    <a:pt x="114285" y="76415"/>
                  </a:lnTo>
                  <a:lnTo>
                    <a:pt x="121520" y="85106"/>
                  </a:lnTo>
                  <a:lnTo>
                    <a:pt x="121591" y="83532"/>
                  </a:lnTo>
                  <a:lnTo>
                    <a:pt x="124086" y="83011"/>
                  </a:lnTo>
                  <a:lnTo>
                    <a:pt x="132750" y="84640"/>
                  </a:lnTo>
                  <a:lnTo>
                    <a:pt x="136870" y="81949"/>
                  </a:lnTo>
                  <a:lnTo>
                    <a:pt x="138830" y="85953"/>
                  </a:lnTo>
                  <a:lnTo>
                    <a:pt x="144849" y="83579"/>
                  </a:lnTo>
                  <a:lnTo>
                    <a:pt x="147030" y="87519"/>
                  </a:lnTo>
                  <a:lnTo>
                    <a:pt x="163052" y="110016"/>
                  </a:lnTo>
                  <a:lnTo>
                    <a:pt x="160592" y="110889"/>
                  </a:lnTo>
                  <a:lnTo>
                    <a:pt x="154944" y="112194"/>
                  </a:lnTo>
                  <a:lnTo>
                    <a:pt x="151070" y="110383"/>
                  </a:lnTo>
                  <a:lnTo>
                    <a:pt x="150264" y="107542"/>
                  </a:lnTo>
                  <a:lnTo>
                    <a:pt x="144090" y="107628"/>
                  </a:lnTo>
                  <a:lnTo>
                    <a:pt x="141126" y="108639"/>
                  </a:lnTo>
                  <a:lnTo>
                    <a:pt x="141185" y="104573"/>
                  </a:lnTo>
                  <a:lnTo>
                    <a:pt x="123551" y="108986"/>
                  </a:lnTo>
                  <a:lnTo>
                    <a:pt x="117769" y="103139"/>
                  </a:lnTo>
                  <a:lnTo>
                    <a:pt x="112425" y="112205"/>
                  </a:lnTo>
                  <a:lnTo>
                    <a:pt x="110297" y="106446"/>
                  </a:lnTo>
                  <a:lnTo>
                    <a:pt x="104133" y="110036"/>
                  </a:lnTo>
                  <a:lnTo>
                    <a:pt x="102880" y="107527"/>
                  </a:lnTo>
                  <a:lnTo>
                    <a:pt x="98729" y="105237"/>
                  </a:lnTo>
                  <a:lnTo>
                    <a:pt x="96819" y="106595"/>
                  </a:lnTo>
                  <a:lnTo>
                    <a:pt x="96295" y="108553"/>
                  </a:lnTo>
                  <a:lnTo>
                    <a:pt x="94724" y="110390"/>
                  </a:lnTo>
                  <a:lnTo>
                    <a:pt x="90887" y="112972"/>
                  </a:lnTo>
                  <a:lnTo>
                    <a:pt x="89145" y="116023"/>
                  </a:lnTo>
                  <a:lnTo>
                    <a:pt x="82957" y="117852"/>
                  </a:lnTo>
                  <a:lnTo>
                    <a:pt x="83437" y="122459"/>
                  </a:lnTo>
                  <a:lnTo>
                    <a:pt x="74923" y="127080"/>
                  </a:lnTo>
                  <a:lnTo>
                    <a:pt x="71294" y="133979"/>
                  </a:lnTo>
                  <a:lnTo>
                    <a:pt x="70371" y="134125"/>
                  </a:lnTo>
                  <a:lnTo>
                    <a:pt x="64634" y="130857"/>
                  </a:lnTo>
                  <a:lnTo>
                    <a:pt x="60786" y="131819"/>
                  </a:lnTo>
                  <a:lnTo>
                    <a:pt x="57608" y="130267"/>
                  </a:lnTo>
                  <a:lnTo>
                    <a:pt x="55459" y="130195"/>
                  </a:lnTo>
                  <a:lnTo>
                    <a:pt x="54350" y="131278"/>
                  </a:lnTo>
                  <a:lnTo>
                    <a:pt x="53760" y="133817"/>
                  </a:lnTo>
                  <a:lnTo>
                    <a:pt x="52342" y="129468"/>
                  </a:lnTo>
                  <a:lnTo>
                    <a:pt x="51594" y="119359"/>
                  </a:lnTo>
                  <a:lnTo>
                    <a:pt x="40848" y="118485"/>
                  </a:lnTo>
                  <a:lnTo>
                    <a:pt x="35375" y="119356"/>
                  </a:lnTo>
                  <a:lnTo>
                    <a:pt x="32008" y="116087"/>
                  </a:lnTo>
                  <a:lnTo>
                    <a:pt x="32605" y="112852"/>
                  </a:lnTo>
                  <a:lnTo>
                    <a:pt x="25964" y="112222"/>
                  </a:lnTo>
                  <a:lnTo>
                    <a:pt x="13008" y="103918"/>
                  </a:lnTo>
                  <a:lnTo>
                    <a:pt x="13486" y="101611"/>
                  </a:lnTo>
                  <a:lnTo>
                    <a:pt x="9339" y="89081"/>
                  </a:lnTo>
                  <a:lnTo>
                    <a:pt x="5260" y="87684"/>
                  </a:lnTo>
                  <a:lnTo>
                    <a:pt x="1226" y="77646"/>
                  </a:lnTo>
                  <a:lnTo>
                    <a:pt x="1310" y="76147"/>
                  </a:lnTo>
                  <a:lnTo>
                    <a:pt x="4966" y="77347"/>
                  </a:lnTo>
                  <a:lnTo>
                    <a:pt x="3654" y="72933"/>
                  </a:lnTo>
                  <a:lnTo>
                    <a:pt x="1730" y="72883"/>
                  </a:lnTo>
                  <a:lnTo>
                    <a:pt x="654" y="71244"/>
                  </a:lnTo>
                  <a:lnTo>
                    <a:pt x="0" y="65891"/>
                  </a:lnTo>
                  <a:lnTo>
                    <a:pt x="45" y="63654"/>
                  </a:lnTo>
                  <a:lnTo>
                    <a:pt x="10465" y="63984"/>
                  </a:lnTo>
                  <a:lnTo>
                    <a:pt x="10575" y="61451"/>
                  </a:lnTo>
                  <a:lnTo>
                    <a:pt x="11240" y="60841"/>
                  </a:lnTo>
                  <a:lnTo>
                    <a:pt x="13128" y="61080"/>
                  </a:lnTo>
                  <a:lnTo>
                    <a:pt x="16295" y="62753"/>
                  </a:lnTo>
                  <a:lnTo>
                    <a:pt x="19636" y="61786"/>
                  </a:lnTo>
                  <a:lnTo>
                    <a:pt x="18937" y="58315"/>
                  </a:lnTo>
                  <a:lnTo>
                    <a:pt x="19988" y="46821"/>
                  </a:lnTo>
                  <a:lnTo>
                    <a:pt x="19226" y="42010"/>
                  </a:lnTo>
                  <a:lnTo>
                    <a:pt x="17217" y="35860"/>
                  </a:lnTo>
                  <a:lnTo>
                    <a:pt x="17937" y="30703"/>
                  </a:lnTo>
                  <a:lnTo>
                    <a:pt x="25510" y="30946"/>
                  </a:lnTo>
                  <a:lnTo>
                    <a:pt x="26001" y="13278"/>
                  </a:lnTo>
                  <a:lnTo>
                    <a:pt x="3267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h3643"/>
            <p:cNvSpPr/>
            <p:nvPr/>
          </p:nvSpPr>
          <p:spPr>
            <a:xfrm>
              <a:off x="6707640" y="2971454"/>
              <a:ext cx="24110" cy="26365"/>
            </a:xfrm>
            <a:custGeom>
              <a:avLst/>
              <a:pathLst>
                <a:path w="24110" h="26365">
                  <a:moveTo>
                    <a:pt x="12243" y="752"/>
                  </a:moveTo>
                  <a:lnTo>
                    <a:pt x="18382" y="1546"/>
                  </a:lnTo>
                  <a:lnTo>
                    <a:pt x="24110" y="1191"/>
                  </a:lnTo>
                  <a:lnTo>
                    <a:pt x="19405" y="5193"/>
                  </a:lnTo>
                  <a:lnTo>
                    <a:pt x="18354" y="10129"/>
                  </a:lnTo>
                  <a:lnTo>
                    <a:pt x="18251" y="10768"/>
                  </a:lnTo>
                  <a:lnTo>
                    <a:pt x="20083" y="11317"/>
                  </a:lnTo>
                  <a:lnTo>
                    <a:pt x="21132" y="12812"/>
                  </a:lnTo>
                  <a:lnTo>
                    <a:pt x="21147" y="18826"/>
                  </a:lnTo>
                  <a:lnTo>
                    <a:pt x="19997" y="18888"/>
                  </a:lnTo>
                  <a:lnTo>
                    <a:pt x="18652" y="20118"/>
                  </a:lnTo>
                  <a:lnTo>
                    <a:pt x="17488" y="23076"/>
                  </a:lnTo>
                  <a:lnTo>
                    <a:pt x="20591" y="26365"/>
                  </a:lnTo>
                  <a:lnTo>
                    <a:pt x="10348" y="25770"/>
                  </a:lnTo>
                  <a:lnTo>
                    <a:pt x="4387" y="21636"/>
                  </a:lnTo>
                  <a:lnTo>
                    <a:pt x="1028" y="12240"/>
                  </a:lnTo>
                  <a:lnTo>
                    <a:pt x="266" y="11314"/>
                  </a:lnTo>
                  <a:lnTo>
                    <a:pt x="0" y="10315"/>
                  </a:lnTo>
                  <a:lnTo>
                    <a:pt x="3784" y="11949"/>
                  </a:lnTo>
                  <a:lnTo>
                    <a:pt x="7012" y="9298"/>
                  </a:lnTo>
                  <a:lnTo>
                    <a:pt x="7972" y="7144"/>
                  </a:lnTo>
                  <a:lnTo>
                    <a:pt x="8099" y="2430"/>
                  </a:lnTo>
                  <a:lnTo>
                    <a:pt x="106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h3644"/>
            <p:cNvSpPr/>
            <p:nvPr/>
          </p:nvSpPr>
          <p:spPr>
            <a:xfrm>
              <a:off x="6725128" y="2981581"/>
              <a:ext cx="23454" cy="20964"/>
            </a:xfrm>
            <a:custGeom>
              <a:avLst/>
              <a:pathLst>
                <a:path w="23454" h="20964">
                  <a:moveTo>
                    <a:pt x="21821" y="1409"/>
                  </a:moveTo>
                  <a:lnTo>
                    <a:pt x="23454" y="5726"/>
                  </a:lnTo>
                  <a:lnTo>
                    <a:pt x="22068" y="6902"/>
                  </a:lnTo>
                  <a:lnTo>
                    <a:pt x="22223" y="9350"/>
                  </a:lnTo>
                  <a:lnTo>
                    <a:pt x="23291" y="11889"/>
                  </a:lnTo>
                  <a:lnTo>
                    <a:pt x="23160" y="14049"/>
                  </a:lnTo>
                  <a:lnTo>
                    <a:pt x="22453" y="16259"/>
                  </a:lnTo>
                  <a:lnTo>
                    <a:pt x="20978" y="17650"/>
                  </a:lnTo>
                  <a:lnTo>
                    <a:pt x="20446" y="17148"/>
                  </a:lnTo>
                  <a:lnTo>
                    <a:pt x="15287" y="16468"/>
                  </a:lnTo>
                  <a:lnTo>
                    <a:pt x="13701" y="17647"/>
                  </a:lnTo>
                  <a:lnTo>
                    <a:pt x="11889" y="20964"/>
                  </a:lnTo>
                  <a:lnTo>
                    <a:pt x="3103" y="16238"/>
                  </a:lnTo>
                  <a:lnTo>
                    <a:pt x="0" y="12949"/>
                  </a:lnTo>
                  <a:lnTo>
                    <a:pt x="1164" y="9991"/>
                  </a:lnTo>
                  <a:lnTo>
                    <a:pt x="2509" y="8761"/>
                  </a:lnTo>
                  <a:lnTo>
                    <a:pt x="3658" y="8699"/>
                  </a:lnTo>
                  <a:lnTo>
                    <a:pt x="7038" y="2004"/>
                  </a:lnTo>
                  <a:lnTo>
                    <a:pt x="1481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h3645"/>
            <p:cNvSpPr/>
            <p:nvPr/>
          </p:nvSpPr>
          <p:spPr>
            <a:xfrm>
              <a:off x="6722070" y="2953085"/>
              <a:ext cx="6889" cy="7834"/>
            </a:xfrm>
            <a:custGeom>
              <a:avLst/>
              <a:pathLst>
                <a:path w="6889" h="7834">
                  <a:moveTo>
                    <a:pt x="6889" y="581"/>
                  </a:moveTo>
                  <a:lnTo>
                    <a:pt x="6630" y="7193"/>
                  </a:lnTo>
                  <a:lnTo>
                    <a:pt x="5404" y="7398"/>
                  </a:lnTo>
                  <a:lnTo>
                    <a:pt x="1586" y="7834"/>
                  </a:lnTo>
                  <a:lnTo>
                    <a:pt x="0" y="6908"/>
                  </a:lnTo>
                  <a:lnTo>
                    <a:pt x="2212" y="1073"/>
                  </a:lnTo>
                  <a:lnTo>
                    <a:pt x="451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h3646"/>
            <p:cNvSpPr/>
            <p:nvPr/>
          </p:nvSpPr>
          <p:spPr>
            <a:xfrm>
              <a:off x="6727215" y="2960553"/>
              <a:ext cx="20358" cy="13813"/>
            </a:xfrm>
            <a:custGeom>
              <a:avLst/>
              <a:pathLst>
                <a:path w="20358" h="13813">
                  <a:moveTo>
                    <a:pt x="9129" y="0"/>
                  </a:moveTo>
                  <a:lnTo>
                    <a:pt x="16697" y="3794"/>
                  </a:lnTo>
                  <a:lnTo>
                    <a:pt x="18759" y="7388"/>
                  </a:lnTo>
                  <a:lnTo>
                    <a:pt x="20358" y="8743"/>
                  </a:lnTo>
                  <a:lnTo>
                    <a:pt x="15728" y="8631"/>
                  </a:lnTo>
                  <a:lnTo>
                    <a:pt x="9838" y="10573"/>
                  </a:lnTo>
                  <a:lnTo>
                    <a:pt x="8186" y="13813"/>
                  </a:lnTo>
                  <a:lnTo>
                    <a:pt x="4695" y="9655"/>
                  </a:lnTo>
                  <a:lnTo>
                    <a:pt x="3092" y="7909"/>
                  </a:lnTo>
                  <a:lnTo>
                    <a:pt x="2016" y="5274"/>
                  </a:lnTo>
                  <a:lnTo>
                    <a:pt x="0" y="5403"/>
                  </a:lnTo>
                  <a:lnTo>
                    <a:pt x="443" y="2979"/>
                  </a:lnTo>
                  <a:lnTo>
                    <a:pt x="5688" y="1301"/>
                  </a:lnTo>
                  <a:lnTo>
                    <a:pt x="8866" y="216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h3647"/>
            <p:cNvSpPr/>
            <p:nvPr/>
          </p:nvSpPr>
          <p:spPr>
            <a:xfrm>
              <a:off x="6706870" y="2968383"/>
              <a:ext cx="12738" cy="15020"/>
            </a:xfrm>
            <a:custGeom>
              <a:avLst/>
              <a:pathLst>
                <a:path w="12738" h="15020">
                  <a:moveTo>
                    <a:pt x="12738" y="0"/>
                  </a:moveTo>
                  <a:lnTo>
                    <a:pt x="11394" y="3070"/>
                  </a:lnTo>
                  <a:lnTo>
                    <a:pt x="8869" y="5501"/>
                  </a:lnTo>
                  <a:lnTo>
                    <a:pt x="8742" y="10215"/>
                  </a:lnTo>
                  <a:lnTo>
                    <a:pt x="7782" y="12369"/>
                  </a:lnTo>
                  <a:lnTo>
                    <a:pt x="4554" y="15020"/>
                  </a:lnTo>
                  <a:lnTo>
                    <a:pt x="769" y="13385"/>
                  </a:lnTo>
                  <a:lnTo>
                    <a:pt x="0" y="12774"/>
                  </a:lnTo>
                  <a:lnTo>
                    <a:pt x="907" y="9896"/>
                  </a:lnTo>
                  <a:lnTo>
                    <a:pt x="3002" y="9005"/>
                  </a:lnTo>
                  <a:lnTo>
                    <a:pt x="5417" y="6411"/>
                  </a:lnTo>
                  <a:lnTo>
                    <a:pt x="5716" y="3160"/>
                  </a:lnTo>
                  <a:lnTo>
                    <a:pt x="7375" y="144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h3648"/>
            <p:cNvSpPr/>
            <p:nvPr/>
          </p:nvSpPr>
          <p:spPr>
            <a:xfrm>
              <a:off x="6706636" y="2960497"/>
              <a:ext cx="16970" cy="20669"/>
            </a:xfrm>
            <a:custGeom>
              <a:avLst/>
              <a:pathLst>
                <a:path w="16970" h="20669">
                  <a:moveTo>
                    <a:pt x="14924" y="964"/>
                  </a:moveTo>
                  <a:lnTo>
                    <a:pt x="16970" y="5215"/>
                  </a:lnTo>
                  <a:lnTo>
                    <a:pt x="14815" y="7961"/>
                  </a:lnTo>
                  <a:lnTo>
                    <a:pt x="13246" y="11709"/>
                  </a:lnTo>
                  <a:lnTo>
                    <a:pt x="11628" y="10956"/>
                  </a:lnTo>
                  <a:lnTo>
                    <a:pt x="12972" y="7886"/>
                  </a:lnTo>
                  <a:lnTo>
                    <a:pt x="7609" y="9330"/>
                  </a:lnTo>
                  <a:lnTo>
                    <a:pt x="5949" y="11047"/>
                  </a:lnTo>
                  <a:lnTo>
                    <a:pt x="5651" y="14297"/>
                  </a:lnTo>
                  <a:lnTo>
                    <a:pt x="3235" y="16891"/>
                  </a:lnTo>
                  <a:lnTo>
                    <a:pt x="1141" y="17782"/>
                  </a:lnTo>
                  <a:lnTo>
                    <a:pt x="233" y="20660"/>
                  </a:lnTo>
                  <a:lnTo>
                    <a:pt x="0" y="20669"/>
                  </a:lnTo>
                  <a:lnTo>
                    <a:pt x="885" y="12469"/>
                  </a:lnTo>
                  <a:lnTo>
                    <a:pt x="3922" y="8625"/>
                  </a:lnTo>
                  <a:lnTo>
                    <a:pt x="7119" y="6759"/>
                  </a:lnTo>
                  <a:lnTo>
                    <a:pt x="6798" y="3474"/>
                  </a:lnTo>
                  <a:lnTo>
                    <a:pt x="8324" y="2239"/>
                  </a:lnTo>
                  <a:lnTo>
                    <a:pt x="13940" y="89"/>
                  </a:lnTo>
                  <a:lnTo>
                    <a:pt x="1455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h3649"/>
            <p:cNvSpPr/>
            <p:nvPr/>
          </p:nvSpPr>
          <p:spPr>
            <a:xfrm>
              <a:off x="6719883" y="2965713"/>
              <a:ext cx="12028" cy="7287"/>
            </a:xfrm>
            <a:custGeom>
              <a:avLst/>
              <a:pathLst>
                <a:path w="12028" h="7287">
                  <a:moveTo>
                    <a:pt x="7332" y="244"/>
                  </a:moveTo>
                  <a:lnTo>
                    <a:pt x="9349" y="115"/>
                  </a:lnTo>
                  <a:lnTo>
                    <a:pt x="10425" y="2749"/>
                  </a:lnTo>
                  <a:lnTo>
                    <a:pt x="12028" y="4496"/>
                  </a:lnTo>
                  <a:lnTo>
                    <a:pt x="11867" y="6932"/>
                  </a:lnTo>
                  <a:lnTo>
                    <a:pt x="6139" y="7287"/>
                  </a:lnTo>
                  <a:lnTo>
                    <a:pt x="0" y="6493"/>
                  </a:lnTo>
                  <a:lnTo>
                    <a:pt x="1568" y="2746"/>
                  </a:lnTo>
                  <a:lnTo>
                    <a:pt x="372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h3650"/>
            <p:cNvSpPr/>
            <p:nvPr/>
          </p:nvSpPr>
          <p:spPr>
            <a:xfrm>
              <a:off x="6713999" y="2952494"/>
              <a:ext cx="10282" cy="10243"/>
            </a:xfrm>
            <a:custGeom>
              <a:avLst/>
              <a:pathLst>
                <a:path w="10282" h="10243">
                  <a:moveTo>
                    <a:pt x="7230" y="53"/>
                  </a:moveTo>
                  <a:lnTo>
                    <a:pt x="7474" y="1202"/>
                  </a:lnTo>
                  <a:lnTo>
                    <a:pt x="10282" y="1664"/>
                  </a:lnTo>
                  <a:lnTo>
                    <a:pt x="8070" y="7499"/>
                  </a:lnTo>
                  <a:lnTo>
                    <a:pt x="9656" y="8425"/>
                  </a:lnTo>
                  <a:lnTo>
                    <a:pt x="7562" y="8967"/>
                  </a:lnTo>
                  <a:lnTo>
                    <a:pt x="7187" y="8003"/>
                  </a:lnTo>
                  <a:lnTo>
                    <a:pt x="6577" y="8092"/>
                  </a:lnTo>
                  <a:lnTo>
                    <a:pt x="961" y="10243"/>
                  </a:lnTo>
                  <a:lnTo>
                    <a:pt x="0" y="8162"/>
                  </a:lnTo>
                  <a:lnTo>
                    <a:pt x="1809" y="7099"/>
                  </a:lnTo>
                  <a:lnTo>
                    <a:pt x="3735" y="5296"/>
                  </a:lnTo>
                  <a:lnTo>
                    <a:pt x="537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h3651"/>
            <p:cNvSpPr/>
            <p:nvPr/>
          </p:nvSpPr>
          <p:spPr>
            <a:xfrm>
              <a:off x="6702855" y="2960656"/>
              <a:ext cx="12106" cy="20509"/>
            </a:xfrm>
            <a:custGeom>
              <a:avLst/>
              <a:pathLst>
                <a:path w="12106" h="20509">
                  <a:moveTo>
                    <a:pt x="11144" y="0"/>
                  </a:moveTo>
                  <a:lnTo>
                    <a:pt x="12106" y="2080"/>
                  </a:lnTo>
                  <a:lnTo>
                    <a:pt x="10580" y="3314"/>
                  </a:lnTo>
                  <a:lnTo>
                    <a:pt x="10901" y="6599"/>
                  </a:lnTo>
                  <a:lnTo>
                    <a:pt x="7703" y="8466"/>
                  </a:lnTo>
                  <a:lnTo>
                    <a:pt x="4666" y="12309"/>
                  </a:lnTo>
                  <a:lnTo>
                    <a:pt x="3781" y="20509"/>
                  </a:lnTo>
                  <a:lnTo>
                    <a:pt x="1723" y="19533"/>
                  </a:lnTo>
                  <a:lnTo>
                    <a:pt x="736" y="12913"/>
                  </a:lnTo>
                  <a:lnTo>
                    <a:pt x="0" y="12152"/>
                  </a:lnTo>
                  <a:lnTo>
                    <a:pt x="3084" y="7106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h3652"/>
            <p:cNvSpPr/>
            <p:nvPr/>
          </p:nvSpPr>
          <p:spPr>
            <a:xfrm>
              <a:off x="6727474" y="2957997"/>
              <a:ext cx="9083" cy="5536"/>
            </a:xfrm>
            <a:custGeom>
              <a:avLst/>
              <a:pathLst>
                <a:path w="9083" h="5536">
                  <a:moveTo>
                    <a:pt x="9083" y="0"/>
                  </a:moveTo>
                  <a:lnTo>
                    <a:pt x="8870" y="2556"/>
                  </a:lnTo>
                  <a:lnTo>
                    <a:pt x="8608" y="4722"/>
                  </a:lnTo>
                  <a:lnTo>
                    <a:pt x="5430" y="3858"/>
                  </a:lnTo>
                  <a:lnTo>
                    <a:pt x="185" y="5536"/>
                  </a:lnTo>
                  <a:lnTo>
                    <a:pt x="0" y="2486"/>
                  </a:lnTo>
                  <a:lnTo>
                    <a:pt x="1226" y="228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h3653"/>
            <p:cNvSpPr/>
            <p:nvPr/>
          </p:nvSpPr>
          <p:spPr>
            <a:xfrm>
              <a:off x="6735402" y="2969185"/>
              <a:ext cx="14086" cy="13806"/>
            </a:xfrm>
            <a:custGeom>
              <a:avLst/>
              <a:pathLst>
                <a:path w="14086" h="13806">
                  <a:moveTo>
                    <a:pt x="12171" y="112"/>
                  </a:moveTo>
                  <a:lnTo>
                    <a:pt x="10534" y="8756"/>
                  </a:lnTo>
                  <a:lnTo>
                    <a:pt x="11486" y="11227"/>
                  </a:lnTo>
                  <a:lnTo>
                    <a:pt x="14086" y="12038"/>
                  </a:lnTo>
                  <a:lnTo>
                    <a:pt x="11547" y="13806"/>
                  </a:lnTo>
                  <a:lnTo>
                    <a:pt x="4536" y="12396"/>
                  </a:lnTo>
                  <a:lnTo>
                    <a:pt x="7086" y="9009"/>
                  </a:lnTo>
                  <a:lnTo>
                    <a:pt x="0" y="5181"/>
                  </a:lnTo>
                  <a:lnTo>
                    <a:pt x="1651" y="1942"/>
                  </a:lnTo>
                  <a:lnTo>
                    <a:pt x="754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h3654"/>
            <p:cNvSpPr/>
            <p:nvPr/>
          </p:nvSpPr>
          <p:spPr>
            <a:xfrm>
              <a:off x="6725892" y="2970209"/>
              <a:ext cx="16596" cy="20070"/>
            </a:xfrm>
            <a:custGeom>
              <a:avLst/>
              <a:pathLst>
                <a:path w="16596" h="20070">
                  <a:moveTo>
                    <a:pt x="9510" y="4157"/>
                  </a:moveTo>
                  <a:lnTo>
                    <a:pt x="16596" y="7985"/>
                  </a:lnTo>
                  <a:lnTo>
                    <a:pt x="14046" y="11371"/>
                  </a:lnTo>
                  <a:lnTo>
                    <a:pt x="6274" y="13376"/>
                  </a:lnTo>
                  <a:lnTo>
                    <a:pt x="2895" y="20070"/>
                  </a:lnTo>
                  <a:lnTo>
                    <a:pt x="2880" y="14057"/>
                  </a:lnTo>
                  <a:lnTo>
                    <a:pt x="1831" y="12562"/>
                  </a:lnTo>
                  <a:lnTo>
                    <a:pt x="0" y="12013"/>
                  </a:lnTo>
                  <a:lnTo>
                    <a:pt x="102" y="11374"/>
                  </a:lnTo>
                  <a:lnTo>
                    <a:pt x="1153" y="6438"/>
                  </a:lnTo>
                  <a:lnTo>
                    <a:pt x="5858" y="2436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h3655"/>
            <p:cNvSpPr/>
            <p:nvPr/>
          </p:nvSpPr>
          <p:spPr>
            <a:xfrm>
              <a:off x="6724220" y="2937835"/>
              <a:ext cx="12824" cy="17479"/>
            </a:xfrm>
            <a:custGeom>
              <a:avLst/>
              <a:pathLst>
                <a:path w="12824" h="17479">
                  <a:moveTo>
                    <a:pt x="4917" y="244"/>
                  </a:moveTo>
                  <a:lnTo>
                    <a:pt x="5526" y="2296"/>
                  </a:lnTo>
                  <a:lnTo>
                    <a:pt x="3932" y="8133"/>
                  </a:lnTo>
                  <a:lnTo>
                    <a:pt x="8216" y="9840"/>
                  </a:lnTo>
                  <a:lnTo>
                    <a:pt x="11237" y="11053"/>
                  </a:lnTo>
                  <a:lnTo>
                    <a:pt x="12824" y="16811"/>
                  </a:lnTo>
                  <a:lnTo>
                    <a:pt x="11547" y="17479"/>
                  </a:lnTo>
                  <a:lnTo>
                    <a:pt x="7120" y="16955"/>
                  </a:lnTo>
                  <a:lnTo>
                    <a:pt x="4738" y="15831"/>
                  </a:lnTo>
                  <a:lnTo>
                    <a:pt x="2367" y="15249"/>
                  </a:lnTo>
                  <a:lnTo>
                    <a:pt x="689" y="10781"/>
                  </a:lnTo>
                  <a:lnTo>
                    <a:pt x="0" y="8994"/>
                  </a:lnTo>
                  <a:lnTo>
                    <a:pt x="1043" y="3732"/>
                  </a:lnTo>
                  <a:lnTo>
                    <a:pt x="2074" y="2474"/>
                  </a:lnTo>
                  <a:lnTo>
                    <a:pt x="425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h3656"/>
            <p:cNvSpPr/>
            <p:nvPr/>
          </p:nvSpPr>
          <p:spPr>
            <a:xfrm>
              <a:off x="6718525" y="2947259"/>
              <a:ext cx="8062" cy="6899"/>
            </a:xfrm>
            <a:custGeom>
              <a:avLst/>
              <a:pathLst>
                <a:path w="8062" h="6899">
                  <a:moveTo>
                    <a:pt x="6385" y="1357"/>
                  </a:moveTo>
                  <a:lnTo>
                    <a:pt x="8062" y="5826"/>
                  </a:lnTo>
                  <a:lnTo>
                    <a:pt x="5756" y="6899"/>
                  </a:lnTo>
                  <a:lnTo>
                    <a:pt x="2948" y="6437"/>
                  </a:lnTo>
                  <a:lnTo>
                    <a:pt x="2704" y="5289"/>
                  </a:lnTo>
                  <a:lnTo>
                    <a:pt x="852" y="5235"/>
                  </a:lnTo>
                  <a:lnTo>
                    <a:pt x="0" y="2149"/>
                  </a:lnTo>
                  <a:lnTo>
                    <a:pt x="99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h3657"/>
            <p:cNvSpPr/>
            <p:nvPr/>
          </p:nvSpPr>
          <p:spPr>
            <a:xfrm>
              <a:off x="6728700" y="2953666"/>
              <a:ext cx="8343" cy="6611"/>
            </a:xfrm>
            <a:custGeom>
              <a:avLst/>
              <a:pathLst>
                <a:path w="8343" h="6611">
                  <a:moveTo>
                    <a:pt x="2639" y="1124"/>
                  </a:moveTo>
                  <a:lnTo>
                    <a:pt x="7067" y="1648"/>
                  </a:lnTo>
                  <a:lnTo>
                    <a:pt x="8343" y="979"/>
                  </a:lnTo>
                  <a:lnTo>
                    <a:pt x="7856" y="4330"/>
                  </a:lnTo>
                  <a:lnTo>
                    <a:pt x="0" y="6611"/>
                  </a:lnTo>
                  <a:lnTo>
                    <a:pt x="2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h3658"/>
            <p:cNvSpPr/>
            <p:nvPr/>
          </p:nvSpPr>
          <p:spPr>
            <a:xfrm>
              <a:off x="6721561" y="2960484"/>
              <a:ext cx="6097" cy="5473"/>
            </a:xfrm>
            <a:custGeom>
              <a:avLst/>
              <a:pathLst>
                <a:path w="6097" h="5473">
                  <a:moveTo>
                    <a:pt x="5912" y="0"/>
                  </a:moveTo>
                  <a:lnTo>
                    <a:pt x="6097" y="3049"/>
                  </a:lnTo>
                  <a:lnTo>
                    <a:pt x="5654" y="5473"/>
                  </a:lnTo>
                  <a:lnTo>
                    <a:pt x="2045" y="5229"/>
                  </a:lnTo>
                  <a:lnTo>
                    <a:pt x="0" y="977"/>
                  </a:lnTo>
                  <a:lnTo>
                    <a:pt x="2094" y="43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h3659"/>
            <p:cNvSpPr/>
            <p:nvPr/>
          </p:nvSpPr>
          <p:spPr>
            <a:xfrm>
              <a:off x="6231650" y="2264273"/>
              <a:ext cx="76665" cy="104449"/>
            </a:xfrm>
            <a:custGeom>
              <a:avLst/>
              <a:pathLst>
                <a:path w="76665" h="104449">
                  <a:moveTo>
                    <a:pt x="9329" y="0"/>
                  </a:moveTo>
                  <a:lnTo>
                    <a:pt x="17405" y="9241"/>
                  </a:lnTo>
                  <a:lnTo>
                    <a:pt x="20496" y="11576"/>
                  </a:lnTo>
                  <a:lnTo>
                    <a:pt x="24964" y="19966"/>
                  </a:lnTo>
                  <a:lnTo>
                    <a:pt x="32156" y="23856"/>
                  </a:lnTo>
                  <a:lnTo>
                    <a:pt x="35117" y="26754"/>
                  </a:lnTo>
                  <a:lnTo>
                    <a:pt x="34290" y="27442"/>
                  </a:lnTo>
                  <a:lnTo>
                    <a:pt x="34129" y="30651"/>
                  </a:lnTo>
                  <a:lnTo>
                    <a:pt x="37080" y="33636"/>
                  </a:lnTo>
                  <a:lnTo>
                    <a:pt x="37196" y="35250"/>
                  </a:lnTo>
                  <a:lnTo>
                    <a:pt x="35684" y="37355"/>
                  </a:lnTo>
                  <a:lnTo>
                    <a:pt x="53593" y="54381"/>
                  </a:lnTo>
                  <a:lnTo>
                    <a:pt x="63389" y="57865"/>
                  </a:lnTo>
                  <a:lnTo>
                    <a:pt x="64865" y="57616"/>
                  </a:lnTo>
                  <a:lnTo>
                    <a:pt x="66339" y="57243"/>
                  </a:lnTo>
                  <a:lnTo>
                    <a:pt x="72054" y="59698"/>
                  </a:lnTo>
                  <a:lnTo>
                    <a:pt x="74985" y="61289"/>
                  </a:lnTo>
                  <a:lnTo>
                    <a:pt x="76244" y="63064"/>
                  </a:lnTo>
                  <a:lnTo>
                    <a:pt x="76549" y="63920"/>
                  </a:lnTo>
                  <a:lnTo>
                    <a:pt x="71131" y="67587"/>
                  </a:lnTo>
                  <a:lnTo>
                    <a:pt x="65241" y="67354"/>
                  </a:lnTo>
                  <a:lnTo>
                    <a:pt x="57430" y="70761"/>
                  </a:lnTo>
                  <a:lnTo>
                    <a:pt x="61457" y="78934"/>
                  </a:lnTo>
                  <a:lnTo>
                    <a:pt x="69086" y="85842"/>
                  </a:lnTo>
                  <a:lnTo>
                    <a:pt x="68457" y="88516"/>
                  </a:lnTo>
                  <a:lnTo>
                    <a:pt x="70560" y="91872"/>
                  </a:lnTo>
                  <a:lnTo>
                    <a:pt x="73863" y="95114"/>
                  </a:lnTo>
                  <a:lnTo>
                    <a:pt x="76665" y="96205"/>
                  </a:lnTo>
                  <a:lnTo>
                    <a:pt x="75172" y="97564"/>
                  </a:lnTo>
                  <a:lnTo>
                    <a:pt x="74209" y="101404"/>
                  </a:lnTo>
                  <a:lnTo>
                    <a:pt x="66902" y="97884"/>
                  </a:lnTo>
                  <a:lnTo>
                    <a:pt x="65126" y="100779"/>
                  </a:lnTo>
                  <a:lnTo>
                    <a:pt x="58670" y="96780"/>
                  </a:lnTo>
                  <a:lnTo>
                    <a:pt x="55156" y="101972"/>
                  </a:lnTo>
                  <a:lnTo>
                    <a:pt x="52584" y="104449"/>
                  </a:lnTo>
                  <a:lnTo>
                    <a:pt x="48993" y="101680"/>
                  </a:lnTo>
                  <a:lnTo>
                    <a:pt x="45424" y="100415"/>
                  </a:lnTo>
                  <a:lnTo>
                    <a:pt x="42942" y="101796"/>
                  </a:lnTo>
                  <a:lnTo>
                    <a:pt x="44225" y="98623"/>
                  </a:lnTo>
                  <a:lnTo>
                    <a:pt x="40772" y="95449"/>
                  </a:lnTo>
                  <a:lnTo>
                    <a:pt x="41305" y="92611"/>
                  </a:lnTo>
                  <a:lnTo>
                    <a:pt x="43002" y="89768"/>
                  </a:lnTo>
                  <a:lnTo>
                    <a:pt x="39550" y="86062"/>
                  </a:lnTo>
                  <a:lnTo>
                    <a:pt x="29792" y="81128"/>
                  </a:lnTo>
                  <a:lnTo>
                    <a:pt x="24420" y="74904"/>
                  </a:lnTo>
                  <a:lnTo>
                    <a:pt x="22164" y="70928"/>
                  </a:lnTo>
                  <a:lnTo>
                    <a:pt x="29574" y="70241"/>
                  </a:lnTo>
                  <a:lnTo>
                    <a:pt x="21202" y="69817"/>
                  </a:lnTo>
                  <a:lnTo>
                    <a:pt x="19502" y="65270"/>
                  </a:lnTo>
                  <a:lnTo>
                    <a:pt x="17079" y="63354"/>
                  </a:lnTo>
                  <a:lnTo>
                    <a:pt x="19858" y="59136"/>
                  </a:lnTo>
                  <a:lnTo>
                    <a:pt x="22692" y="48432"/>
                  </a:lnTo>
                  <a:lnTo>
                    <a:pt x="24811" y="44669"/>
                  </a:lnTo>
                  <a:lnTo>
                    <a:pt x="23950" y="41714"/>
                  </a:lnTo>
                  <a:lnTo>
                    <a:pt x="24266" y="39077"/>
                  </a:lnTo>
                  <a:lnTo>
                    <a:pt x="30718" y="38303"/>
                  </a:lnTo>
                  <a:lnTo>
                    <a:pt x="30888" y="38830"/>
                  </a:lnTo>
                  <a:lnTo>
                    <a:pt x="32444" y="38788"/>
                  </a:lnTo>
                  <a:lnTo>
                    <a:pt x="33093" y="34464"/>
                  </a:lnTo>
                  <a:lnTo>
                    <a:pt x="31658" y="31078"/>
                  </a:lnTo>
                  <a:lnTo>
                    <a:pt x="17048" y="29273"/>
                  </a:lnTo>
                  <a:lnTo>
                    <a:pt x="21639" y="23868"/>
                  </a:lnTo>
                  <a:lnTo>
                    <a:pt x="16043" y="23060"/>
                  </a:lnTo>
                  <a:lnTo>
                    <a:pt x="14624" y="19748"/>
                  </a:lnTo>
                  <a:lnTo>
                    <a:pt x="6030" y="28839"/>
                  </a:lnTo>
                  <a:lnTo>
                    <a:pt x="0" y="25246"/>
                  </a:lnTo>
                  <a:lnTo>
                    <a:pt x="10412" y="12285"/>
                  </a:lnTo>
                  <a:lnTo>
                    <a:pt x="5375" y="10015"/>
                  </a:lnTo>
                  <a:lnTo>
                    <a:pt x="6590" y="6469"/>
                  </a:lnTo>
                  <a:lnTo>
                    <a:pt x="8999" y="428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h3660"/>
            <p:cNvSpPr/>
            <p:nvPr/>
          </p:nvSpPr>
          <p:spPr>
            <a:xfrm>
              <a:off x="6157367" y="2333945"/>
              <a:ext cx="39904" cy="67549"/>
            </a:xfrm>
            <a:custGeom>
              <a:avLst/>
              <a:pathLst>
                <a:path w="39904" h="67549">
                  <a:moveTo>
                    <a:pt x="17911" y="3741"/>
                  </a:moveTo>
                  <a:lnTo>
                    <a:pt x="22050" y="6569"/>
                  </a:lnTo>
                  <a:lnTo>
                    <a:pt x="24005" y="410"/>
                  </a:lnTo>
                  <a:lnTo>
                    <a:pt x="26324" y="4090"/>
                  </a:lnTo>
                  <a:lnTo>
                    <a:pt x="25099" y="8623"/>
                  </a:lnTo>
                  <a:lnTo>
                    <a:pt x="27742" y="20484"/>
                  </a:lnTo>
                  <a:lnTo>
                    <a:pt x="29360" y="23890"/>
                  </a:lnTo>
                  <a:lnTo>
                    <a:pt x="32147" y="22247"/>
                  </a:lnTo>
                  <a:lnTo>
                    <a:pt x="35077" y="20941"/>
                  </a:lnTo>
                  <a:lnTo>
                    <a:pt x="38172" y="26539"/>
                  </a:lnTo>
                  <a:lnTo>
                    <a:pt x="37746" y="33158"/>
                  </a:lnTo>
                  <a:lnTo>
                    <a:pt x="38508" y="36226"/>
                  </a:lnTo>
                  <a:lnTo>
                    <a:pt x="34563" y="35380"/>
                  </a:lnTo>
                  <a:lnTo>
                    <a:pt x="28248" y="31722"/>
                  </a:lnTo>
                  <a:lnTo>
                    <a:pt x="26346" y="32470"/>
                  </a:lnTo>
                  <a:lnTo>
                    <a:pt x="31297" y="35751"/>
                  </a:lnTo>
                  <a:lnTo>
                    <a:pt x="36731" y="40619"/>
                  </a:lnTo>
                  <a:lnTo>
                    <a:pt x="39388" y="40202"/>
                  </a:lnTo>
                  <a:lnTo>
                    <a:pt x="39904" y="44784"/>
                  </a:lnTo>
                  <a:lnTo>
                    <a:pt x="37336" y="45381"/>
                  </a:lnTo>
                  <a:lnTo>
                    <a:pt x="39557" y="51015"/>
                  </a:lnTo>
                  <a:lnTo>
                    <a:pt x="39314" y="52794"/>
                  </a:lnTo>
                  <a:lnTo>
                    <a:pt x="37722" y="53887"/>
                  </a:lnTo>
                  <a:lnTo>
                    <a:pt x="36773" y="51635"/>
                  </a:lnTo>
                  <a:lnTo>
                    <a:pt x="35738" y="51559"/>
                  </a:lnTo>
                  <a:lnTo>
                    <a:pt x="34136" y="56469"/>
                  </a:lnTo>
                  <a:lnTo>
                    <a:pt x="36922" y="64322"/>
                  </a:lnTo>
                  <a:lnTo>
                    <a:pt x="36245" y="66597"/>
                  </a:lnTo>
                  <a:lnTo>
                    <a:pt x="34222" y="67549"/>
                  </a:lnTo>
                  <a:lnTo>
                    <a:pt x="22620" y="59829"/>
                  </a:lnTo>
                  <a:lnTo>
                    <a:pt x="18704" y="55063"/>
                  </a:lnTo>
                  <a:lnTo>
                    <a:pt x="15280" y="53221"/>
                  </a:lnTo>
                  <a:lnTo>
                    <a:pt x="15266" y="54708"/>
                  </a:lnTo>
                  <a:lnTo>
                    <a:pt x="11675" y="55819"/>
                  </a:lnTo>
                  <a:lnTo>
                    <a:pt x="10470" y="43868"/>
                  </a:lnTo>
                  <a:lnTo>
                    <a:pt x="8701" y="44430"/>
                  </a:lnTo>
                  <a:lnTo>
                    <a:pt x="1663" y="42958"/>
                  </a:lnTo>
                  <a:lnTo>
                    <a:pt x="40" y="45544"/>
                  </a:lnTo>
                  <a:lnTo>
                    <a:pt x="943" y="39605"/>
                  </a:lnTo>
                  <a:lnTo>
                    <a:pt x="10433" y="37228"/>
                  </a:lnTo>
                  <a:lnTo>
                    <a:pt x="8639" y="34508"/>
                  </a:lnTo>
                  <a:lnTo>
                    <a:pt x="6649" y="35336"/>
                  </a:lnTo>
                  <a:lnTo>
                    <a:pt x="6107" y="34996"/>
                  </a:lnTo>
                  <a:lnTo>
                    <a:pt x="6979" y="31759"/>
                  </a:lnTo>
                  <a:lnTo>
                    <a:pt x="9417" y="27874"/>
                  </a:lnTo>
                  <a:lnTo>
                    <a:pt x="8639" y="23704"/>
                  </a:lnTo>
                  <a:lnTo>
                    <a:pt x="5841" y="18937"/>
                  </a:lnTo>
                  <a:lnTo>
                    <a:pt x="3601" y="17500"/>
                  </a:lnTo>
                  <a:lnTo>
                    <a:pt x="4599" y="16713"/>
                  </a:lnTo>
                  <a:lnTo>
                    <a:pt x="4430" y="14766"/>
                  </a:lnTo>
                  <a:lnTo>
                    <a:pt x="0" y="11397"/>
                  </a:lnTo>
                  <a:lnTo>
                    <a:pt x="5586" y="10808"/>
                  </a:lnTo>
                  <a:lnTo>
                    <a:pt x="415" y="5941"/>
                  </a:lnTo>
                  <a:lnTo>
                    <a:pt x="9385" y="331"/>
                  </a:lnTo>
                  <a:lnTo>
                    <a:pt x="1526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h3661"/>
            <p:cNvSpPr/>
            <p:nvPr/>
          </p:nvSpPr>
          <p:spPr>
            <a:xfrm>
              <a:off x="5912731" y="2109482"/>
              <a:ext cx="115031" cy="116859"/>
            </a:xfrm>
            <a:custGeom>
              <a:avLst/>
              <a:pathLst>
                <a:path w="115031" h="116859">
                  <a:moveTo>
                    <a:pt x="36349" y="2645"/>
                  </a:moveTo>
                  <a:lnTo>
                    <a:pt x="40492" y="1932"/>
                  </a:lnTo>
                  <a:lnTo>
                    <a:pt x="41512" y="3296"/>
                  </a:lnTo>
                  <a:lnTo>
                    <a:pt x="40752" y="5860"/>
                  </a:lnTo>
                  <a:lnTo>
                    <a:pt x="38490" y="6773"/>
                  </a:lnTo>
                  <a:lnTo>
                    <a:pt x="46049" y="7212"/>
                  </a:lnTo>
                  <a:lnTo>
                    <a:pt x="48474" y="11059"/>
                  </a:lnTo>
                  <a:lnTo>
                    <a:pt x="49147" y="13740"/>
                  </a:lnTo>
                  <a:lnTo>
                    <a:pt x="56734" y="19634"/>
                  </a:lnTo>
                  <a:lnTo>
                    <a:pt x="58538" y="20305"/>
                  </a:lnTo>
                  <a:lnTo>
                    <a:pt x="61070" y="19505"/>
                  </a:lnTo>
                  <a:lnTo>
                    <a:pt x="62517" y="17378"/>
                  </a:lnTo>
                  <a:lnTo>
                    <a:pt x="63202" y="12853"/>
                  </a:lnTo>
                  <a:lnTo>
                    <a:pt x="68000" y="9984"/>
                  </a:lnTo>
                  <a:lnTo>
                    <a:pt x="68775" y="13199"/>
                  </a:lnTo>
                  <a:lnTo>
                    <a:pt x="70906" y="16021"/>
                  </a:lnTo>
                  <a:lnTo>
                    <a:pt x="75655" y="10184"/>
                  </a:lnTo>
                  <a:lnTo>
                    <a:pt x="75179" y="16491"/>
                  </a:lnTo>
                  <a:lnTo>
                    <a:pt x="72022" y="21291"/>
                  </a:lnTo>
                  <a:lnTo>
                    <a:pt x="69786" y="18729"/>
                  </a:lnTo>
                  <a:lnTo>
                    <a:pt x="68101" y="18573"/>
                  </a:lnTo>
                  <a:lnTo>
                    <a:pt x="67329" y="20057"/>
                  </a:lnTo>
                  <a:lnTo>
                    <a:pt x="69686" y="22978"/>
                  </a:lnTo>
                  <a:lnTo>
                    <a:pt x="68022" y="29537"/>
                  </a:lnTo>
                  <a:lnTo>
                    <a:pt x="72217" y="35263"/>
                  </a:lnTo>
                  <a:lnTo>
                    <a:pt x="66573" y="39942"/>
                  </a:lnTo>
                  <a:lnTo>
                    <a:pt x="70394" y="44759"/>
                  </a:lnTo>
                  <a:lnTo>
                    <a:pt x="73041" y="46508"/>
                  </a:lnTo>
                  <a:lnTo>
                    <a:pt x="75713" y="46145"/>
                  </a:lnTo>
                  <a:lnTo>
                    <a:pt x="85500" y="55377"/>
                  </a:lnTo>
                  <a:lnTo>
                    <a:pt x="85321" y="61214"/>
                  </a:lnTo>
                  <a:lnTo>
                    <a:pt x="87534" y="64140"/>
                  </a:lnTo>
                  <a:lnTo>
                    <a:pt x="90686" y="63764"/>
                  </a:lnTo>
                  <a:lnTo>
                    <a:pt x="90285" y="63507"/>
                  </a:lnTo>
                  <a:lnTo>
                    <a:pt x="94324" y="57945"/>
                  </a:lnTo>
                  <a:lnTo>
                    <a:pt x="95488" y="58172"/>
                  </a:lnTo>
                  <a:lnTo>
                    <a:pt x="96431" y="60249"/>
                  </a:lnTo>
                  <a:lnTo>
                    <a:pt x="96619" y="63018"/>
                  </a:lnTo>
                  <a:lnTo>
                    <a:pt x="95236" y="65829"/>
                  </a:lnTo>
                  <a:lnTo>
                    <a:pt x="92497" y="64544"/>
                  </a:lnTo>
                  <a:lnTo>
                    <a:pt x="90615" y="65205"/>
                  </a:lnTo>
                  <a:lnTo>
                    <a:pt x="90602" y="71100"/>
                  </a:lnTo>
                  <a:lnTo>
                    <a:pt x="93039" y="80030"/>
                  </a:lnTo>
                  <a:lnTo>
                    <a:pt x="98354" y="84460"/>
                  </a:lnTo>
                  <a:lnTo>
                    <a:pt x="100391" y="85441"/>
                  </a:lnTo>
                  <a:lnTo>
                    <a:pt x="97959" y="76389"/>
                  </a:lnTo>
                  <a:lnTo>
                    <a:pt x="104658" y="83718"/>
                  </a:lnTo>
                  <a:lnTo>
                    <a:pt x="108777" y="79489"/>
                  </a:lnTo>
                  <a:lnTo>
                    <a:pt x="105275" y="76855"/>
                  </a:lnTo>
                  <a:lnTo>
                    <a:pt x="107530" y="74075"/>
                  </a:lnTo>
                  <a:lnTo>
                    <a:pt x="114088" y="74324"/>
                  </a:lnTo>
                  <a:lnTo>
                    <a:pt x="115031" y="76842"/>
                  </a:lnTo>
                  <a:lnTo>
                    <a:pt x="109002" y="82628"/>
                  </a:lnTo>
                  <a:lnTo>
                    <a:pt x="111592" y="85005"/>
                  </a:lnTo>
                  <a:lnTo>
                    <a:pt x="112744" y="87308"/>
                  </a:lnTo>
                  <a:lnTo>
                    <a:pt x="110720" y="94896"/>
                  </a:lnTo>
                  <a:lnTo>
                    <a:pt x="108541" y="95480"/>
                  </a:lnTo>
                  <a:lnTo>
                    <a:pt x="107372" y="96832"/>
                  </a:lnTo>
                  <a:lnTo>
                    <a:pt x="109040" y="104448"/>
                  </a:lnTo>
                  <a:lnTo>
                    <a:pt x="105897" y="104606"/>
                  </a:lnTo>
                  <a:lnTo>
                    <a:pt x="106763" y="111433"/>
                  </a:lnTo>
                  <a:lnTo>
                    <a:pt x="99147" y="116859"/>
                  </a:lnTo>
                  <a:lnTo>
                    <a:pt x="94399" y="116834"/>
                  </a:lnTo>
                  <a:lnTo>
                    <a:pt x="90970" y="115130"/>
                  </a:lnTo>
                  <a:lnTo>
                    <a:pt x="87171" y="110140"/>
                  </a:lnTo>
                  <a:lnTo>
                    <a:pt x="87098" y="104332"/>
                  </a:lnTo>
                  <a:lnTo>
                    <a:pt x="84172" y="100676"/>
                  </a:lnTo>
                  <a:lnTo>
                    <a:pt x="81810" y="102999"/>
                  </a:lnTo>
                  <a:lnTo>
                    <a:pt x="75546" y="98861"/>
                  </a:lnTo>
                  <a:lnTo>
                    <a:pt x="70796" y="97230"/>
                  </a:lnTo>
                  <a:lnTo>
                    <a:pt x="67890" y="97198"/>
                  </a:lnTo>
                  <a:lnTo>
                    <a:pt x="61744" y="94296"/>
                  </a:lnTo>
                  <a:lnTo>
                    <a:pt x="56131" y="95270"/>
                  </a:lnTo>
                  <a:lnTo>
                    <a:pt x="54648" y="96962"/>
                  </a:lnTo>
                  <a:lnTo>
                    <a:pt x="49944" y="96375"/>
                  </a:lnTo>
                  <a:lnTo>
                    <a:pt x="40005" y="88469"/>
                  </a:lnTo>
                  <a:lnTo>
                    <a:pt x="38408" y="84063"/>
                  </a:lnTo>
                  <a:lnTo>
                    <a:pt x="33863" y="93286"/>
                  </a:lnTo>
                  <a:lnTo>
                    <a:pt x="23162" y="86784"/>
                  </a:lnTo>
                  <a:lnTo>
                    <a:pt x="10091" y="92819"/>
                  </a:lnTo>
                  <a:lnTo>
                    <a:pt x="3250" y="95977"/>
                  </a:lnTo>
                  <a:lnTo>
                    <a:pt x="0" y="98454"/>
                  </a:lnTo>
                  <a:lnTo>
                    <a:pt x="387" y="72154"/>
                  </a:lnTo>
                  <a:lnTo>
                    <a:pt x="1916" y="67474"/>
                  </a:lnTo>
                  <a:lnTo>
                    <a:pt x="3353" y="68312"/>
                  </a:lnTo>
                  <a:lnTo>
                    <a:pt x="11830" y="65385"/>
                  </a:lnTo>
                  <a:lnTo>
                    <a:pt x="13144" y="61554"/>
                  </a:lnTo>
                  <a:lnTo>
                    <a:pt x="11107" y="59970"/>
                  </a:lnTo>
                  <a:lnTo>
                    <a:pt x="10499" y="54871"/>
                  </a:lnTo>
                  <a:lnTo>
                    <a:pt x="12043" y="48769"/>
                  </a:lnTo>
                  <a:lnTo>
                    <a:pt x="16764" y="45671"/>
                  </a:lnTo>
                  <a:lnTo>
                    <a:pt x="15159" y="37927"/>
                  </a:lnTo>
                  <a:lnTo>
                    <a:pt x="16160" y="36675"/>
                  </a:lnTo>
                  <a:lnTo>
                    <a:pt x="25003" y="25619"/>
                  </a:lnTo>
                  <a:lnTo>
                    <a:pt x="29937" y="22527"/>
                  </a:lnTo>
                  <a:lnTo>
                    <a:pt x="31268" y="22805"/>
                  </a:lnTo>
                  <a:lnTo>
                    <a:pt x="32625" y="18995"/>
                  </a:lnTo>
                  <a:lnTo>
                    <a:pt x="29748" y="19330"/>
                  </a:lnTo>
                  <a:lnTo>
                    <a:pt x="30355" y="15468"/>
                  </a:lnTo>
                  <a:lnTo>
                    <a:pt x="33924" y="12276"/>
                  </a:lnTo>
                  <a:lnTo>
                    <a:pt x="36559" y="7270"/>
                  </a:lnTo>
                  <a:lnTo>
                    <a:pt x="35022" y="2450"/>
                  </a:lnTo>
                  <a:lnTo>
                    <a:pt x="32580" y="1799"/>
                  </a:lnTo>
                  <a:lnTo>
                    <a:pt x="3382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h3662"/>
            <p:cNvSpPr/>
            <p:nvPr/>
          </p:nvSpPr>
          <p:spPr>
            <a:xfrm>
              <a:off x="6051957" y="2115193"/>
              <a:ext cx="90051" cy="111046"/>
            </a:xfrm>
            <a:custGeom>
              <a:avLst/>
              <a:pathLst>
                <a:path w="90051" h="111046">
                  <a:moveTo>
                    <a:pt x="45603" y="736"/>
                  </a:moveTo>
                  <a:lnTo>
                    <a:pt x="50933" y="372"/>
                  </a:lnTo>
                  <a:lnTo>
                    <a:pt x="57477" y="2410"/>
                  </a:lnTo>
                  <a:lnTo>
                    <a:pt x="60978" y="5523"/>
                  </a:lnTo>
                  <a:lnTo>
                    <a:pt x="70252" y="17047"/>
                  </a:lnTo>
                  <a:lnTo>
                    <a:pt x="70894" y="17381"/>
                  </a:lnTo>
                  <a:lnTo>
                    <a:pt x="73732" y="16052"/>
                  </a:lnTo>
                  <a:lnTo>
                    <a:pt x="75727" y="20848"/>
                  </a:lnTo>
                  <a:lnTo>
                    <a:pt x="76987" y="26210"/>
                  </a:lnTo>
                  <a:lnTo>
                    <a:pt x="84391" y="34639"/>
                  </a:lnTo>
                  <a:lnTo>
                    <a:pt x="83641" y="36766"/>
                  </a:lnTo>
                  <a:lnTo>
                    <a:pt x="83523" y="46594"/>
                  </a:lnTo>
                  <a:lnTo>
                    <a:pt x="74381" y="50505"/>
                  </a:lnTo>
                  <a:lnTo>
                    <a:pt x="75101" y="59422"/>
                  </a:lnTo>
                  <a:lnTo>
                    <a:pt x="70893" y="67068"/>
                  </a:lnTo>
                  <a:lnTo>
                    <a:pt x="78354" y="72668"/>
                  </a:lnTo>
                  <a:lnTo>
                    <a:pt x="83878" y="74909"/>
                  </a:lnTo>
                  <a:lnTo>
                    <a:pt x="88828" y="74739"/>
                  </a:lnTo>
                  <a:lnTo>
                    <a:pt x="89219" y="76731"/>
                  </a:lnTo>
                  <a:lnTo>
                    <a:pt x="90051" y="82267"/>
                  </a:lnTo>
                  <a:lnTo>
                    <a:pt x="72291" y="89492"/>
                  </a:lnTo>
                  <a:lnTo>
                    <a:pt x="74714" y="93467"/>
                  </a:lnTo>
                  <a:lnTo>
                    <a:pt x="77071" y="96105"/>
                  </a:lnTo>
                  <a:lnTo>
                    <a:pt x="79145" y="97334"/>
                  </a:lnTo>
                  <a:lnTo>
                    <a:pt x="77913" y="98962"/>
                  </a:lnTo>
                  <a:lnTo>
                    <a:pt x="75167" y="100474"/>
                  </a:lnTo>
                  <a:lnTo>
                    <a:pt x="73326" y="100644"/>
                  </a:lnTo>
                  <a:lnTo>
                    <a:pt x="70999" y="99696"/>
                  </a:lnTo>
                  <a:lnTo>
                    <a:pt x="66554" y="102588"/>
                  </a:lnTo>
                  <a:lnTo>
                    <a:pt x="67547" y="104396"/>
                  </a:lnTo>
                  <a:lnTo>
                    <a:pt x="67248" y="106300"/>
                  </a:lnTo>
                  <a:lnTo>
                    <a:pt x="64361" y="108451"/>
                  </a:lnTo>
                  <a:lnTo>
                    <a:pt x="59007" y="111046"/>
                  </a:lnTo>
                  <a:lnTo>
                    <a:pt x="53111" y="107255"/>
                  </a:lnTo>
                  <a:lnTo>
                    <a:pt x="50882" y="102473"/>
                  </a:lnTo>
                  <a:lnTo>
                    <a:pt x="44983" y="95579"/>
                  </a:lnTo>
                  <a:lnTo>
                    <a:pt x="38825" y="89770"/>
                  </a:lnTo>
                  <a:lnTo>
                    <a:pt x="35710" y="81848"/>
                  </a:lnTo>
                  <a:lnTo>
                    <a:pt x="25855" y="66430"/>
                  </a:lnTo>
                  <a:lnTo>
                    <a:pt x="27787" y="63357"/>
                  </a:lnTo>
                  <a:lnTo>
                    <a:pt x="28054" y="59714"/>
                  </a:lnTo>
                  <a:lnTo>
                    <a:pt x="24146" y="57325"/>
                  </a:lnTo>
                  <a:lnTo>
                    <a:pt x="17869" y="55662"/>
                  </a:lnTo>
                  <a:lnTo>
                    <a:pt x="18161" y="53380"/>
                  </a:lnTo>
                  <a:lnTo>
                    <a:pt x="17230" y="51372"/>
                  </a:lnTo>
                  <a:lnTo>
                    <a:pt x="12921" y="46421"/>
                  </a:lnTo>
                  <a:lnTo>
                    <a:pt x="9497" y="49999"/>
                  </a:lnTo>
                  <a:lnTo>
                    <a:pt x="6001" y="44104"/>
                  </a:lnTo>
                  <a:lnTo>
                    <a:pt x="4427" y="40834"/>
                  </a:lnTo>
                  <a:lnTo>
                    <a:pt x="3572" y="39835"/>
                  </a:lnTo>
                  <a:lnTo>
                    <a:pt x="2749" y="39861"/>
                  </a:lnTo>
                  <a:lnTo>
                    <a:pt x="0" y="35888"/>
                  </a:lnTo>
                  <a:lnTo>
                    <a:pt x="24222" y="11285"/>
                  </a:lnTo>
                  <a:lnTo>
                    <a:pt x="24211" y="10448"/>
                  </a:lnTo>
                  <a:lnTo>
                    <a:pt x="24672" y="9212"/>
                  </a:lnTo>
                  <a:lnTo>
                    <a:pt x="30485" y="6327"/>
                  </a:lnTo>
                  <a:lnTo>
                    <a:pt x="33178" y="6619"/>
                  </a:lnTo>
                  <a:lnTo>
                    <a:pt x="4133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h3663"/>
            <p:cNvSpPr/>
            <p:nvPr/>
          </p:nvSpPr>
          <p:spPr>
            <a:xfrm>
              <a:off x="6128591" y="2235493"/>
              <a:ext cx="46054" cy="28790"/>
            </a:xfrm>
            <a:custGeom>
              <a:avLst/>
              <a:pathLst>
                <a:path w="46054" h="28790">
                  <a:moveTo>
                    <a:pt x="45443" y="2610"/>
                  </a:moveTo>
                  <a:lnTo>
                    <a:pt x="45539" y="4774"/>
                  </a:lnTo>
                  <a:lnTo>
                    <a:pt x="44315" y="5832"/>
                  </a:lnTo>
                  <a:lnTo>
                    <a:pt x="43470" y="4900"/>
                  </a:lnTo>
                  <a:lnTo>
                    <a:pt x="41754" y="5173"/>
                  </a:lnTo>
                  <a:lnTo>
                    <a:pt x="41035" y="7021"/>
                  </a:lnTo>
                  <a:lnTo>
                    <a:pt x="41478" y="10289"/>
                  </a:lnTo>
                  <a:lnTo>
                    <a:pt x="44268" y="11707"/>
                  </a:lnTo>
                  <a:lnTo>
                    <a:pt x="45282" y="13454"/>
                  </a:lnTo>
                  <a:lnTo>
                    <a:pt x="46054" y="22493"/>
                  </a:lnTo>
                  <a:lnTo>
                    <a:pt x="37286" y="23909"/>
                  </a:lnTo>
                  <a:lnTo>
                    <a:pt x="25460" y="28445"/>
                  </a:lnTo>
                  <a:lnTo>
                    <a:pt x="18477" y="28790"/>
                  </a:lnTo>
                  <a:lnTo>
                    <a:pt x="15503" y="22938"/>
                  </a:lnTo>
                  <a:lnTo>
                    <a:pt x="14105" y="23478"/>
                  </a:lnTo>
                  <a:lnTo>
                    <a:pt x="0" y="13082"/>
                  </a:lnTo>
                  <a:lnTo>
                    <a:pt x="2362" y="11594"/>
                  </a:lnTo>
                  <a:lnTo>
                    <a:pt x="6196" y="11061"/>
                  </a:lnTo>
                  <a:lnTo>
                    <a:pt x="8990" y="11150"/>
                  </a:lnTo>
                  <a:lnTo>
                    <a:pt x="9269" y="12671"/>
                  </a:lnTo>
                  <a:lnTo>
                    <a:pt x="10834" y="12752"/>
                  </a:lnTo>
                  <a:lnTo>
                    <a:pt x="13437" y="7840"/>
                  </a:lnTo>
                  <a:lnTo>
                    <a:pt x="11672" y="5442"/>
                  </a:lnTo>
                  <a:lnTo>
                    <a:pt x="14658" y="3204"/>
                  </a:lnTo>
                  <a:lnTo>
                    <a:pt x="19216" y="2938"/>
                  </a:lnTo>
                  <a:lnTo>
                    <a:pt x="19467" y="8014"/>
                  </a:lnTo>
                  <a:lnTo>
                    <a:pt x="21000" y="8225"/>
                  </a:lnTo>
                  <a:lnTo>
                    <a:pt x="21769" y="7012"/>
                  </a:lnTo>
                  <a:lnTo>
                    <a:pt x="24232" y="6782"/>
                  </a:lnTo>
                  <a:lnTo>
                    <a:pt x="27485" y="7310"/>
                  </a:lnTo>
                  <a:lnTo>
                    <a:pt x="28985" y="9120"/>
                  </a:lnTo>
                  <a:lnTo>
                    <a:pt x="29004" y="10331"/>
                  </a:lnTo>
                  <a:lnTo>
                    <a:pt x="35303" y="5823"/>
                  </a:lnTo>
                  <a:lnTo>
                    <a:pt x="36772" y="8184"/>
                  </a:lnTo>
                  <a:lnTo>
                    <a:pt x="38982" y="6118"/>
                  </a:lnTo>
                  <a:lnTo>
                    <a:pt x="40514" y="2494"/>
                  </a:lnTo>
                  <a:lnTo>
                    <a:pt x="41690" y="3349"/>
                  </a:lnTo>
                  <a:lnTo>
                    <a:pt x="4405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h3664"/>
            <p:cNvSpPr/>
            <p:nvPr/>
          </p:nvSpPr>
          <p:spPr>
            <a:xfrm>
              <a:off x="6224269" y="2327627"/>
              <a:ext cx="51606" cy="60372"/>
            </a:xfrm>
            <a:custGeom>
              <a:avLst/>
              <a:pathLst>
                <a:path w="51606" h="60372">
                  <a:moveTo>
                    <a:pt x="26883" y="1916"/>
                  </a:moveTo>
                  <a:lnTo>
                    <a:pt x="28584" y="6463"/>
                  </a:lnTo>
                  <a:lnTo>
                    <a:pt x="36955" y="6887"/>
                  </a:lnTo>
                  <a:lnTo>
                    <a:pt x="29546" y="7574"/>
                  </a:lnTo>
                  <a:lnTo>
                    <a:pt x="31802" y="11550"/>
                  </a:lnTo>
                  <a:lnTo>
                    <a:pt x="37174" y="17773"/>
                  </a:lnTo>
                  <a:lnTo>
                    <a:pt x="46932" y="22708"/>
                  </a:lnTo>
                  <a:lnTo>
                    <a:pt x="50384" y="26414"/>
                  </a:lnTo>
                  <a:lnTo>
                    <a:pt x="48686" y="29257"/>
                  </a:lnTo>
                  <a:lnTo>
                    <a:pt x="48154" y="32094"/>
                  </a:lnTo>
                  <a:lnTo>
                    <a:pt x="51606" y="35269"/>
                  </a:lnTo>
                  <a:lnTo>
                    <a:pt x="50323" y="38442"/>
                  </a:lnTo>
                  <a:lnTo>
                    <a:pt x="48674" y="38656"/>
                  </a:lnTo>
                  <a:lnTo>
                    <a:pt x="45262" y="38374"/>
                  </a:lnTo>
                  <a:lnTo>
                    <a:pt x="44032" y="35808"/>
                  </a:lnTo>
                  <a:lnTo>
                    <a:pt x="43136" y="35531"/>
                  </a:lnTo>
                  <a:lnTo>
                    <a:pt x="38238" y="37517"/>
                  </a:lnTo>
                  <a:lnTo>
                    <a:pt x="28668" y="38286"/>
                  </a:lnTo>
                  <a:lnTo>
                    <a:pt x="27824" y="37192"/>
                  </a:lnTo>
                  <a:lnTo>
                    <a:pt x="25070" y="37357"/>
                  </a:lnTo>
                  <a:lnTo>
                    <a:pt x="23858" y="39910"/>
                  </a:lnTo>
                  <a:lnTo>
                    <a:pt x="24282" y="43027"/>
                  </a:lnTo>
                  <a:lnTo>
                    <a:pt x="23481" y="45910"/>
                  </a:lnTo>
                  <a:lnTo>
                    <a:pt x="20217" y="50390"/>
                  </a:lnTo>
                  <a:lnTo>
                    <a:pt x="15376" y="54204"/>
                  </a:lnTo>
                  <a:lnTo>
                    <a:pt x="8662" y="54322"/>
                  </a:lnTo>
                  <a:lnTo>
                    <a:pt x="9190" y="57800"/>
                  </a:lnTo>
                  <a:lnTo>
                    <a:pt x="5379" y="60372"/>
                  </a:lnTo>
                  <a:lnTo>
                    <a:pt x="1044" y="60300"/>
                  </a:lnTo>
                  <a:lnTo>
                    <a:pt x="0" y="58628"/>
                  </a:lnTo>
                  <a:lnTo>
                    <a:pt x="403" y="56405"/>
                  </a:lnTo>
                  <a:lnTo>
                    <a:pt x="2989" y="53944"/>
                  </a:lnTo>
                  <a:lnTo>
                    <a:pt x="9805" y="49703"/>
                  </a:lnTo>
                  <a:lnTo>
                    <a:pt x="12727" y="45344"/>
                  </a:lnTo>
                  <a:lnTo>
                    <a:pt x="13014" y="39302"/>
                  </a:lnTo>
                  <a:lnTo>
                    <a:pt x="16540" y="37785"/>
                  </a:lnTo>
                  <a:lnTo>
                    <a:pt x="9632" y="36985"/>
                  </a:lnTo>
                  <a:lnTo>
                    <a:pt x="9749" y="35494"/>
                  </a:lnTo>
                  <a:lnTo>
                    <a:pt x="13398" y="33570"/>
                  </a:lnTo>
                  <a:lnTo>
                    <a:pt x="13841" y="31340"/>
                  </a:lnTo>
                  <a:lnTo>
                    <a:pt x="13678" y="27705"/>
                  </a:lnTo>
                  <a:lnTo>
                    <a:pt x="12711" y="27259"/>
                  </a:lnTo>
                  <a:lnTo>
                    <a:pt x="10425" y="28161"/>
                  </a:lnTo>
                  <a:lnTo>
                    <a:pt x="10984" y="21925"/>
                  </a:lnTo>
                  <a:lnTo>
                    <a:pt x="16412" y="18166"/>
                  </a:lnTo>
                  <a:lnTo>
                    <a:pt x="13516" y="11884"/>
                  </a:lnTo>
                  <a:lnTo>
                    <a:pt x="17386" y="9897"/>
                  </a:lnTo>
                  <a:lnTo>
                    <a:pt x="18103" y="11039"/>
                  </a:lnTo>
                  <a:lnTo>
                    <a:pt x="24259" y="14388"/>
                  </a:lnTo>
                  <a:lnTo>
                    <a:pt x="23520" y="11928"/>
                  </a:lnTo>
                  <a:lnTo>
                    <a:pt x="18272" y="9441"/>
                  </a:lnTo>
                  <a:lnTo>
                    <a:pt x="2446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h3665"/>
            <p:cNvSpPr/>
            <p:nvPr/>
          </p:nvSpPr>
          <p:spPr>
            <a:xfrm>
              <a:off x="6043228" y="2159298"/>
              <a:ext cx="79495" cy="95544"/>
            </a:xfrm>
            <a:custGeom>
              <a:avLst/>
              <a:pathLst>
                <a:path w="79495" h="95544">
                  <a:moveTo>
                    <a:pt x="14730" y="0"/>
                  </a:moveTo>
                  <a:lnTo>
                    <a:pt x="18226" y="5894"/>
                  </a:lnTo>
                  <a:lnTo>
                    <a:pt x="21650" y="2317"/>
                  </a:lnTo>
                  <a:lnTo>
                    <a:pt x="25959" y="7267"/>
                  </a:lnTo>
                  <a:lnTo>
                    <a:pt x="26890" y="9275"/>
                  </a:lnTo>
                  <a:lnTo>
                    <a:pt x="26598" y="11557"/>
                  </a:lnTo>
                  <a:lnTo>
                    <a:pt x="32875" y="13220"/>
                  </a:lnTo>
                  <a:lnTo>
                    <a:pt x="36783" y="15609"/>
                  </a:lnTo>
                  <a:lnTo>
                    <a:pt x="36516" y="19252"/>
                  </a:lnTo>
                  <a:lnTo>
                    <a:pt x="34584" y="22325"/>
                  </a:lnTo>
                  <a:lnTo>
                    <a:pt x="44439" y="37743"/>
                  </a:lnTo>
                  <a:lnTo>
                    <a:pt x="47553" y="45665"/>
                  </a:lnTo>
                  <a:lnTo>
                    <a:pt x="53712" y="51475"/>
                  </a:lnTo>
                  <a:lnTo>
                    <a:pt x="59610" y="58369"/>
                  </a:lnTo>
                  <a:lnTo>
                    <a:pt x="61840" y="63150"/>
                  </a:lnTo>
                  <a:lnTo>
                    <a:pt x="67736" y="66942"/>
                  </a:lnTo>
                  <a:lnTo>
                    <a:pt x="73090" y="64346"/>
                  </a:lnTo>
                  <a:lnTo>
                    <a:pt x="79192" y="74726"/>
                  </a:lnTo>
                  <a:lnTo>
                    <a:pt x="79495" y="83368"/>
                  </a:lnTo>
                  <a:lnTo>
                    <a:pt x="78410" y="85222"/>
                  </a:lnTo>
                  <a:lnTo>
                    <a:pt x="77342" y="85410"/>
                  </a:lnTo>
                  <a:lnTo>
                    <a:pt x="75106" y="88656"/>
                  </a:lnTo>
                  <a:lnTo>
                    <a:pt x="76935" y="89144"/>
                  </a:lnTo>
                  <a:lnTo>
                    <a:pt x="74863" y="93130"/>
                  </a:lnTo>
                  <a:lnTo>
                    <a:pt x="71517" y="95544"/>
                  </a:lnTo>
                  <a:lnTo>
                    <a:pt x="67747" y="92940"/>
                  </a:lnTo>
                  <a:lnTo>
                    <a:pt x="67090" y="95125"/>
                  </a:lnTo>
                  <a:lnTo>
                    <a:pt x="52600" y="83150"/>
                  </a:lnTo>
                  <a:lnTo>
                    <a:pt x="46820" y="81542"/>
                  </a:lnTo>
                  <a:lnTo>
                    <a:pt x="44108" y="79396"/>
                  </a:lnTo>
                  <a:lnTo>
                    <a:pt x="41249" y="78656"/>
                  </a:lnTo>
                  <a:lnTo>
                    <a:pt x="37782" y="82316"/>
                  </a:lnTo>
                  <a:lnTo>
                    <a:pt x="32005" y="75171"/>
                  </a:lnTo>
                  <a:lnTo>
                    <a:pt x="30872" y="74750"/>
                  </a:lnTo>
                  <a:lnTo>
                    <a:pt x="32239" y="70381"/>
                  </a:lnTo>
                  <a:lnTo>
                    <a:pt x="29723" y="66100"/>
                  </a:lnTo>
                  <a:lnTo>
                    <a:pt x="28184" y="60978"/>
                  </a:lnTo>
                  <a:lnTo>
                    <a:pt x="27196" y="54208"/>
                  </a:lnTo>
                  <a:lnTo>
                    <a:pt x="29954" y="52118"/>
                  </a:lnTo>
                  <a:lnTo>
                    <a:pt x="28481" y="49957"/>
                  </a:lnTo>
                  <a:lnTo>
                    <a:pt x="24347" y="48702"/>
                  </a:lnTo>
                  <a:lnTo>
                    <a:pt x="19415" y="52326"/>
                  </a:lnTo>
                  <a:lnTo>
                    <a:pt x="14253" y="52320"/>
                  </a:lnTo>
                  <a:lnTo>
                    <a:pt x="13416" y="51354"/>
                  </a:lnTo>
                  <a:lnTo>
                    <a:pt x="12862" y="38820"/>
                  </a:lnTo>
                  <a:lnTo>
                    <a:pt x="12023" y="36204"/>
                  </a:lnTo>
                  <a:lnTo>
                    <a:pt x="8161" y="35398"/>
                  </a:lnTo>
                  <a:lnTo>
                    <a:pt x="3403" y="25477"/>
                  </a:lnTo>
                  <a:lnTo>
                    <a:pt x="3660" y="21460"/>
                  </a:lnTo>
                  <a:lnTo>
                    <a:pt x="5383" y="17451"/>
                  </a:lnTo>
                  <a:lnTo>
                    <a:pt x="0" y="7067"/>
                  </a:lnTo>
                  <a:lnTo>
                    <a:pt x="1882" y="7091"/>
                  </a:lnTo>
                  <a:lnTo>
                    <a:pt x="12880" y="162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h3666"/>
            <p:cNvSpPr/>
            <p:nvPr/>
          </p:nvSpPr>
          <p:spPr>
            <a:xfrm>
              <a:off x="6169587" y="2432157"/>
              <a:ext cx="35629" cy="31667"/>
            </a:xfrm>
            <a:custGeom>
              <a:avLst/>
              <a:pathLst>
                <a:path w="35629" h="31667">
                  <a:moveTo>
                    <a:pt x="33881" y="1452"/>
                  </a:moveTo>
                  <a:lnTo>
                    <a:pt x="35629" y="6382"/>
                  </a:lnTo>
                  <a:lnTo>
                    <a:pt x="35116" y="7799"/>
                  </a:lnTo>
                  <a:lnTo>
                    <a:pt x="30481" y="12856"/>
                  </a:lnTo>
                  <a:lnTo>
                    <a:pt x="32736" y="18993"/>
                  </a:lnTo>
                  <a:lnTo>
                    <a:pt x="19048" y="22609"/>
                  </a:lnTo>
                  <a:lnTo>
                    <a:pt x="15140" y="23056"/>
                  </a:lnTo>
                  <a:lnTo>
                    <a:pt x="15258" y="29453"/>
                  </a:lnTo>
                  <a:lnTo>
                    <a:pt x="12505" y="31667"/>
                  </a:lnTo>
                  <a:lnTo>
                    <a:pt x="11322" y="31570"/>
                  </a:lnTo>
                  <a:lnTo>
                    <a:pt x="13110" y="28929"/>
                  </a:lnTo>
                  <a:lnTo>
                    <a:pt x="10549" y="24945"/>
                  </a:lnTo>
                  <a:lnTo>
                    <a:pt x="6819" y="27465"/>
                  </a:lnTo>
                  <a:lnTo>
                    <a:pt x="4889" y="29958"/>
                  </a:lnTo>
                  <a:lnTo>
                    <a:pt x="0" y="30410"/>
                  </a:lnTo>
                  <a:lnTo>
                    <a:pt x="1993" y="28199"/>
                  </a:lnTo>
                  <a:lnTo>
                    <a:pt x="8754" y="20609"/>
                  </a:lnTo>
                  <a:lnTo>
                    <a:pt x="11570" y="16437"/>
                  </a:lnTo>
                  <a:lnTo>
                    <a:pt x="10969" y="13550"/>
                  </a:lnTo>
                  <a:lnTo>
                    <a:pt x="14204" y="9929"/>
                  </a:lnTo>
                  <a:lnTo>
                    <a:pt x="21213" y="4020"/>
                  </a:lnTo>
                  <a:lnTo>
                    <a:pt x="25871" y="4818"/>
                  </a:lnTo>
                  <a:lnTo>
                    <a:pt x="26040" y="3102"/>
                  </a:lnTo>
                  <a:lnTo>
                    <a:pt x="3224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h3667"/>
            <p:cNvSpPr/>
            <p:nvPr/>
          </p:nvSpPr>
          <p:spPr>
            <a:xfrm>
              <a:off x="6116318" y="2190849"/>
              <a:ext cx="57376" cy="57725"/>
            </a:xfrm>
            <a:custGeom>
              <a:avLst/>
              <a:pathLst>
                <a:path w="57376" h="57725">
                  <a:moveTo>
                    <a:pt x="28772" y="0"/>
                  </a:moveTo>
                  <a:lnTo>
                    <a:pt x="37589" y="1654"/>
                  </a:lnTo>
                  <a:lnTo>
                    <a:pt x="38498" y="5698"/>
                  </a:lnTo>
                  <a:lnTo>
                    <a:pt x="39968" y="5955"/>
                  </a:lnTo>
                  <a:lnTo>
                    <a:pt x="41174" y="10007"/>
                  </a:lnTo>
                  <a:lnTo>
                    <a:pt x="40305" y="15184"/>
                  </a:lnTo>
                  <a:lnTo>
                    <a:pt x="43853" y="19822"/>
                  </a:lnTo>
                  <a:lnTo>
                    <a:pt x="48181" y="13608"/>
                  </a:lnTo>
                  <a:lnTo>
                    <a:pt x="54668" y="14830"/>
                  </a:lnTo>
                  <a:lnTo>
                    <a:pt x="57173" y="16845"/>
                  </a:lnTo>
                  <a:lnTo>
                    <a:pt x="57376" y="17250"/>
                  </a:lnTo>
                  <a:lnTo>
                    <a:pt x="55354" y="18306"/>
                  </a:lnTo>
                  <a:lnTo>
                    <a:pt x="53708" y="28607"/>
                  </a:lnTo>
                  <a:lnTo>
                    <a:pt x="51686" y="28933"/>
                  </a:lnTo>
                  <a:lnTo>
                    <a:pt x="51852" y="31400"/>
                  </a:lnTo>
                  <a:lnTo>
                    <a:pt x="55521" y="37375"/>
                  </a:lnTo>
                  <a:lnTo>
                    <a:pt x="55383" y="38655"/>
                  </a:lnTo>
                  <a:lnTo>
                    <a:pt x="50912" y="39590"/>
                  </a:lnTo>
                  <a:lnTo>
                    <a:pt x="51032" y="42164"/>
                  </a:lnTo>
                  <a:lnTo>
                    <a:pt x="52786" y="47138"/>
                  </a:lnTo>
                  <a:lnTo>
                    <a:pt x="51255" y="50761"/>
                  </a:lnTo>
                  <a:lnTo>
                    <a:pt x="49045" y="52828"/>
                  </a:lnTo>
                  <a:lnTo>
                    <a:pt x="47576" y="50467"/>
                  </a:lnTo>
                  <a:lnTo>
                    <a:pt x="41277" y="54974"/>
                  </a:lnTo>
                  <a:lnTo>
                    <a:pt x="41258" y="53763"/>
                  </a:lnTo>
                  <a:lnTo>
                    <a:pt x="39758" y="51953"/>
                  </a:lnTo>
                  <a:lnTo>
                    <a:pt x="36505" y="51425"/>
                  </a:lnTo>
                  <a:lnTo>
                    <a:pt x="34041" y="51656"/>
                  </a:lnTo>
                  <a:lnTo>
                    <a:pt x="33273" y="52869"/>
                  </a:lnTo>
                  <a:lnTo>
                    <a:pt x="31740" y="52657"/>
                  </a:lnTo>
                  <a:lnTo>
                    <a:pt x="31489" y="47581"/>
                  </a:lnTo>
                  <a:lnTo>
                    <a:pt x="26931" y="47848"/>
                  </a:lnTo>
                  <a:lnTo>
                    <a:pt x="23944" y="50086"/>
                  </a:lnTo>
                  <a:lnTo>
                    <a:pt x="25710" y="52484"/>
                  </a:lnTo>
                  <a:lnTo>
                    <a:pt x="23107" y="57395"/>
                  </a:lnTo>
                  <a:lnTo>
                    <a:pt x="21542" y="57314"/>
                  </a:lnTo>
                  <a:lnTo>
                    <a:pt x="21263" y="55794"/>
                  </a:lnTo>
                  <a:lnTo>
                    <a:pt x="18468" y="55705"/>
                  </a:lnTo>
                  <a:lnTo>
                    <a:pt x="14635" y="56237"/>
                  </a:lnTo>
                  <a:lnTo>
                    <a:pt x="12272" y="57725"/>
                  </a:lnTo>
                  <a:lnTo>
                    <a:pt x="5319" y="53670"/>
                  </a:lnTo>
                  <a:lnTo>
                    <a:pt x="6404" y="51816"/>
                  </a:lnTo>
                  <a:lnTo>
                    <a:pt x="6101" y="43175"/>
                  </a:lnTo>
                  <a:lnTo>
                    <a:pt x="0" y="32795"/>
                  </a:lnTo>
                  <a:lnTo>
                    <a:pt x="2886" y="30644"/>
                  </a:lnTo>
                  <a:lnTo>
                    <a:pt x="3186" y="28740"/>
                  </a:lnTo>
                  <a:lnTo>
                    <a:pt x="2192" y="26931"/>
                  </a:lnTo>
                  <a:lnTo>
                    <a:pt x="6637" y="24039"/>
                  </a:lnTo>
                  <a:lnTo>
                    <a:pt x="8964" y="24988"/>
                  </a:lnTo>
                  <a:lnTo>
                    <a:pt x="10805" y="24817"/>
                  </a:lnTo>
                  <a:lnTo>
                    <a:pt x="13551" y="23306"/>
                  </a:lnTo>
                  <a:lnTo>
                    <a:pt x="14783" y="21677"/>
                  </a:lnTo>
                  <a:lnTo>
                    <a:pt x="12709" y="20449"/>
                  </a:lnTo>
                  <a:lnTo>
                    <a:pt x="10352" y="17811"/>
                  </a:lnTo>
                  <a:lnTo>
                    <a:pt x="7929" y="13836"/>
                  </a:lnTo>
                  <a:lnTo>
                    <a:pt x="25689" y="6611"/>
                  </a:lnTo>
                  <a:lnTo>
                    <a:pt x="24857" y="107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h3668"/>
            <p:cNvSpPr/>
            <p:nvPr/>
          </p:nvSpPr>
          <p:spPr>
            <a:xfrm>
              <a:off x="5988104" y="2415912"/>
              <a:ext cx="113484" cy="122627"/>
            </a:xfrm>
            <a:custGeom>
              <a:avLst/>
              <a:pathLst>
                <a:path w="113484" h="122627">
                  <a:moveTo>
                    <a:pt x="40755" y="7609"/>
                  </a:moveTo>
                  <a:lnTo>
                    <a:pt x="46178" y="13363"/>
                  </a:lnTo>
                  <a:lnTo>
                    <a:pt x="52540" y="13010"/>
                  </a:lnTo>
                  <a:lnTo>
                    <a:pt x="56192" y="13778"/>
                  </a:lnTo>
                  <a:lnTo>
                    <a:pt x="58166" y="16082"/>
                  </a:lnTo>
                  <a:lnTo>
                    <a:pt x="61757" y="25627"/>
                  </a:lnTo>
                  <a:lnTo>
                    <a:pt x="57141" y="33925"/>
                  </a:lnTo>
                  <a:lnTo>
                    <a:pt x="58067" y="42396"/>
                  </a:lnTo>
                  <a:lnTo>
                    <a:pt x="56893" y="49297"/>
                  </a:lnTo>
                  <a:lnTo>
                    <a:pt x="60305" y="50300"/>
                  </a:lnTo>
                  <a:lnTo>
                    <a:pt x="60892" y="47968"/>
                  </a:lnTo>
                  <a:lnTo>
                    <a:pt x="63894" y="46813"/>
                  </a:lnTo>
                  <a:lnTo>
                    <a:pt x="65981" y="48465"/>
                  </a:lnTo>
                  <a:lnTo>
                    <a:pt x="65416" y="50125"/>
                  </a:lnTo>
                  <a:lnTo>
                    <a:pt x="68604" y="52872"/>
                  </a:lnTo>
                  <a:lnTo>
                    <a:pt x="71496" y="51179"/>
                  </a:lnTo>
                  <a:lnTo>
                    <a:pt x="71630" y="48430"/>
                  </a:lnTo>
                  <a:lnTo>
                    <a:pt x="86841" y="56832"/>
                  </a:lnTo>
                  <a:lnTo>
                    <a:pt x="97786" y="52615"/>
                  </a:lnTo>
                  <a:lnTo>
                    <a:pt x="103414" y="51725"/>
                  </a:lnTo>
                  <a:lnTo>
                    <a:pt x="102073" y="57691"/>
                  </a:lnTo>
                  <a:lnTo>
                    <a:pt x="104490" y="59513"/>
                  </a:lnTo>
                  <a:lnTo>
                    <a:pt x="106225" y="59796"/>
                  </a:lnTo>
                  <a:lnTo>
                    <a:pt x="105066" y="68685"/>
                  </a:lnTo>
                  <a:lnTo>
                    <a:pt x="107478" y="69621"/>
                  </a:lnTo>
                  <a:lnTo>
                    <a:pt x="107626" y="72782"/>
                  </a:lnTo>
                  <a:lnTo>
                    <a:pt x="112504" y="66770"/>
                  </a:lnTo>
                  <a:lnTo>
                    <a:pt x="113484" y="68448"/>
                  </a:lnTo>
                  <a:lnTo>
                    <a:pt x="110903" y="73964"/>
                  </a:lnTo>
                  <a:lnTo>
                    <a:pt x="108957" y="74804"/>
                  </a:lnTo>
                  <a:lnTo>
                    <a:pt x="108442" y="75729"/>
                  </a:lnTo>
                  <a:lnTo>
                    <a:pt x="106138" y="84793"/>
                  </a:lnTo>
                  <a:lnTo>
                    <a:pt x="106297" y="90176"/>
                  </a:lnTo>
                  <a:lnTo>
                    <a:pt x="107203" y="91514"/>
                  </a:lnTo>
                  <a:lnTo>
                    <a:pt x="109049" y="92503"/>
                  </a:lnTo>
                  <a:lnTo>
                    <a:pt x="108508" y="99889"/>
                  </a:lnTo>
                  <a:lnTo>
                    <a:pt x="104471" y="105614"/>
                  </a:lnTo>
                  <a:lnTo>
                    <a:pt x="100844" y="106505"/>
                  </a:lnTo>
                  <a:lnTo>
                    <a:pt x="94273" y="111381"/>
                  </a:lnTo>
                  <a:lnTo>
                    <a:pt x="92731" y="110884"/>
                  </a:lnTo>
                  <a:lnTo>
                    <a:pt x="85840" y="114857"/>
                  </a:lnTo>
                  <a:lnTo>
                    <a:pt x="85210" y="119166"/>
                  </a:lnTo>
                  <a:lnTo>
                    <a:pt x="77162" y="121059"/>
                  </a:lnTo>
                  <a:lnTo>
                    <a:pt x="67511" y="121535"/>
                  </a:lnTo>
                  <a:lnTo>
                    <a:pt x="52751" y="121168"/>
                  </a:lnTo>
                  <a:lnTo>
                    <a:pt x="49868" y="122627"/>
                  </a:lnTo>
                  <a:lnTo>
                    <a:pt x="48738" y="121164"/>
                  </a:lnTo>
                  <a:lnTo>
                    <a:pt x="47211" y="108650"/>
                  </a:lnTo>
                  <a:lnTo>
                    <a:pt x="46322" y="107306"/>
                  </a:lnTo>
                  <a:lnTo>
                    <a:pt x="42711" y="105485"/>
                  </a:lnTo>
                  <a:lnTo>
                    <a:pt x="40204" y="101524"/>
                  </a:lnTo>
                  <a:lnTo>
                    <a:pt x="39275" y="101098"/>
                  </a:lnTo>
                  <a:lnTo>
                    <a:pt x="35871" y="101368"/>
                  </a:lnTo>
                  <a:lnTo>
                    <a:pt x="30547" y="100003"/>
                  </a:lnTo>
                  <a:lnTo>
                    <a:pt x="27846" y="100916"/>
                  </a:lnTo>
                  <a:lnTo>
                    <a:pt x="26800" y="102675"/>
                  </a:lnTo>
                  <a:lnTo>
                    <a:pt x="24936" y="103295"/>
                  </a:lnTo>
                  <a:lnTo>
                    <a:pt x="20204" y="101956"/>
                  </a:lnTo>
                  <a:lnTo>
                    <a:pt x="15207" y="97951"/>
                  </a:lnTo>
                  <a:lnTo>
                    <a:pt x="15037" y="96790"/>
                  </a:lnTo>
                  <a:lnTo>
                    <a:pt x="16032" y="96290"/>
                  </a:lnTo>
                  <a:lnTo>
                    <a:pt x="16958" y="90799"/>
                  </a:lnTo>
                  <a:lnTo>
                    <a:pt x="15700" y="81946"/>
                  </a:lnTo>
                  <a:lnTo>
                    <a:pt x="10917" y="80511"/>
                  </a:lnTo>
                  <a:lnTo>
                    <a:pt x="9205" y="73689"/>
                  </a:lnTo>
                  <a:lnTo>
                    <a:pt x="7769" y="70796"/>
                  </a:lnTo>
                  <a:lnTo>
                    <a:pt x="6883" y="69756"/>
                  </a:lnTo>
                  <a:lnTo>
                    <a:pt x="9874" y="64710"/>
                  </a:lnTo>
                  <a:lnTo>
                    <a:pt x="6826" y="63583"/>
                  </a:lnTo>
                  <a:lnTo>
                    <a:pt x="5722" y="61625"/>
                  </a:lnTo>
                  <a:lnTo>
                    <a:pt x="7327" y="59812"/>
                  </a:lnTo>
                  <a:lnTo>
                    <a:pt x="7489" y="58101"/>
                  </a:lnTo>
                  <a:lnTo>
                    <a:pt x="4830" y="55584"/>
                  </a:lnTo>
                  <a:lnTo>
                    <a:pt x="2781" y="48415"/>
                  </a:lnTo>
                  <a:lnTo>
                    <a:pt x="1" y="45440"/>
                  </a:lnTo>
                  <a:lnTo>
                    <a:pt x="514" y="42148"/>
                  </a:lnTo>
                  <a:lnTo>
                    <a:pt x="0" y="37581"/>
                  </a:lnTo>
                  <a:lnTo>
                    <a:pt x="4174" y="35876"/>
                  </a:lnTo>
                  <a:lnTo>
                    <a:pt x="6550" y="33923"/>
                  </a:lnTo>
                  <a:lnTo>
                    <a:pt x="7856" y="27253"/>
                  </a:lnTo>
                  <a:lnTo>
                    <a:pt x="7633" y="24982"/>
                  </a:lnTo>
                  <a:lnTo>
                    <a:pt x="10153" y="19367"/>
                  </a:lnTo>
                  <a:lnTo>
                    <a:pt x="12120" y="6285"/>
                  </a:lnTo>
                  <a:lnTo>
                    <a:pt x="2553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h3669"/>
            <p:cNvSpPr/>
            <p:nvPr/>
          </p:nvSpPr>
          <p:spPr>
            <a:xfrm>
              <a:off x="5979305" y="2109230"/>
              <a:ext cx="61309" cy="85693"/>
            </a:xfrm>
            <a:custGeom>
              <a:avLst/>
              <a:pathLst>
                <a:path w="61309" h="85693">
                  <a:moveTo>
                    <a:pt x="19323" y="0"/>
                  </a:moveTo>
                  <a:lnTo>
                    <a:pt x="21095" y="2717"/>
                  </a:lnTo>
                  <a:lnTo>
                    <a:pt x="26047" y="5353"/>
                  </a:lnTo>
                  <a:lnTo>
                    <a:pt x="29271" y="9888"/>
                  </a:lnTo>
                  <a:lnTo>
                    <a:pt x="29373" y="14054"/>
                  </a:lnTo>
                  <a:lnTo>
                    <a:pt x="31674" y="22984"/>
                  </a:lnTo>
                  <a:lnTo>
                    <a:pt x="36016" y="22059"/>
                  </a:lnTo>
                  <a:lnTo>
                    <a:pt x="37721" y="23400"/>
                  </a:lnTo>
                  <a:lnTo>
                    <a:pt x="42231" y="20181"/>
                  </a:lnTo>
                  <a:lnTo>
                    <a:pt x="44662" y="23951"/>
                  </a:lnTo>
                  <a:lnTo>
                    <a:pt x="48165" y="26917"/>
                  </a:lnTo>
                  <a:lnTo>
                    <a:pt x="47053" y="36785"/>
                  </a:lnTo>
                  <a:lnTo>
                    <a:pt x="51218" y="37484"/>
                  </a:lnTo>
                  <a:lnTo>
                    <a:pt x="57285" y="46644"/>
                  </a:lnTo>
                  <a:lnTo>
                    <a:pt x="58137" y="46885"/>
                  </a:lnTo>
                  <a:lnTo>
                    <a:pt x="60928" y="52082"/>
                  </a:lnTo>
                  <a:lnTo>
                    <a:pt x="59359" y="52550"/>
                  </a:lnTo>
                  <a:lnTo>
                    <a:pt x="57349" y="54407"/>
                  </a:lnTo>
                  <a:lnTo>
                    <a:pt x="61309" y="59077"/>
                  </a:lnTo>
                  <a:lnTo>
                    <a:pt x="52286" y="72433"/>
                  </a:lnTo>
                  <a:lnTo>
                    <a:pt x="47514" y="74576"/>
                  </a:lnTo>
                  <a:lnTo>
                    <a:pt x="40957" y="74327"/>
                  </a:lnTo>
                  <a:lnTo>
                    <a:pt x="38701" y="77107"/>
                  </a:lnTo>
                  <a:lnTo>
                    <a:pt x="42204" y="79742"/>
                  </a:lnTo>
                  <a:lnTo>
                    <a:pt x="38084" y="83970"/>
                  </a:lnTo>
                  <a:lnTo>
                    <a:pt x="31385" y="76641"/>
                  </a:lnTo>
                  <a:lnTo>
                    <a:pt x="33817" y="85693"/>
                  </a:lnTo>
                  <a:lnTo>
                    <a:pt x="31780" y="84712"/>
                  </a:lnTo>
                  <a:lnTo>
                    <a:pt x="26465" y="80282"/>
                  </a:lnTo>
                  <a:lnTo>
                    <a:pt x="24028" y="71352"/>
                  </a:lnTo>
                  <a:lnTo>
                    <a:pt x="24041" y="65457"/>
                  </a:lnTo>
                  <a:lnTo>
                    <a:pt x="25923" y="64796"/>
                  </a:lnTo>
                  <a:lnTo>
                    <a:pt x="28662" y="66081"/>
                  </a:lnTo>
                  <a:lnTo>
                    <a:pt x="30045" y="63270"/>
                  </a:lnTo>
                  <a:lnTo>
                    <a:pt x="29857" y="60501"/>
                  </a:lnTo>
                  <a:lnTo>
                    <a:pt x="28914" y="58424"/>
                  </a:lnTo>
                  <a:lnTo>
                    <a:pt x="27750" y="58197"/>
                  </a:lnTo>
                  <a:lnTo>
                    <a:pt x="23711" y="63759"/>
                  </a:lnTo>
                  <a:lnTo>
                    <a:pt x="24112" y="64016"/>
                  </a:lnTo>
                  <a:lnTo>
                    <a:pt x="20960" y="64392"/>
                  </a:lnTo>
                  <a:lnTo>
                    <a:pt x="18747" y="61466"/>
                  </a:lnTo>
                  <a:lnTo>
                    <a:pt x="18927" y="55630"/>
                  </a:lnTo>
                  <a:lnTo>
                    <a:pt x="9139" y="46397"/>
                  </a:lnTo>
                  <a:lnTo>
                    <a:pt x="6467" y="46760"/>
                  </a:lnTo>
                  <a:lnTo>
                    <a:pt x="3820" y="45011"/>
                  </a:lnTo>
                  <a:lnTo>
                    <a:pt x="0" y="40194"/>
                  </a:lnTo>
                  <a:lnTo>
                    <a:pt x="5643" y="35515"/>
                  </a:lnTo>
                  <a:lnTo>
                    <a:pt x="1448" y="29789"/>
                  </a:lnTo>
                  <a:lnTo>
                    <a:pt x="3112" y="23230"/>
                  </a:lnTo>
                  <a:lnTo>
                    <a:pt x="755" y="20309"/>
                  </a:lnTo>
                  <a:lnTo>
                    <a:pt x="1527" y="18825"/>
                  </a:lnTo>
                  <a:lnTo>
                    <a:pt x="3212" y="18981"/>
                  </a:lnTo>
                  <a:lnTo>
                    <a:pt x="5448" y="21543"/>
                  </a:lnTo>
                  <a:lnTo>
                    <a:pt x="8605" y="16743"/>
                  </a:lnTo>
                  <a:lnTo>
                    <a:pt x="9081" y="10436"/>
                  </a:lnTo>
                  <a:lnTo>
                    <a:pt x="8859" y="7577"/>
                  </a:lnTo>
                  <a:lnTo>
                    <a:pt x="16258" y="3625"/>
                  </a:lnTo>
                  <a:lnTo>
                    <a:pt x="15482" y="1436"/>
                  </a:lnTo>
                  <a:lnTo>
                    <a:pt x="17829" y="6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h3670"/>
            <p:cNvSpPr/>
            <p:nvPr/>
          </p:nvSpPr>
          <p:spPr>
            <a:xfrm>
              <a:off x="5903674" y="2240301"/>
              <a:ext cx="172541" cy="100133"/>
            </a:xfrm>
            <a:custGeom>
              <a:avLst/>
              <a:pathLst>
                <a:path w="172541" h="100133">
                  <a:moveTo>
                    <a:pt x="122970" y="7416"/>
                  </a:moveTo>
                  <a:lnTo>
                    <a:pt x="126169" y="8809"/>
                  </a:lnTo>
                  <a:lnTo>
                    <a:pt x="128699" y="6760"/>
                  </a:lnTo>
                  <a:lnTo>
                    <a:pt x="132303" y="4135"/>
                  </a:lnTo>
                  <a:lnTo>
                    <a:pt x="134586" y="6383"/>
                  </a:lnTo>
                  <a:lnTo>
                    <a:pt x="136350" y="9757"/>
                  </a:lnTo>
                  <a:lnTo>
                    <a:pt x="136296" y="13412"/>
                  </a:lnTo>
                  <a:lnTo>
                    <a:pt x="137859" y="14542"/>
                  </a:lnTo>
                  <a:lnTo>
                    <a:pt x="139801" y="14856"/>
                  </a:lnTo>
                  <a:lnTo>
                    <a:pt x="141411" y="10820"/>
                  </a:lnTo>
                  <a:lnTo>
                    <a:pt x="146046" y="8752"/>
                  </a:lnTo>
                  <a:lnTo>
                    <a:pt x="147986" y="9215"/>
                  </a:lnTo>
                  <a:lnTo>
                    <a:pt x="153768" y="12540"/>
                  </a:lnTo>
                  <a:lnTo>
                    <a:pt x="160039" y="20617"/>
                  </a:lnTo>
                  <a:lnTo>
                    <a:pt x="161094" y="28663"/>
                  </a:lnTo>
                  <a:lnTo>
                    <a:pt x="159501" y="32294"/>
                  </a:lnTo>
                  <a:lnTo>
                    <a:pt x="162282" y="34456"/>
                  </a:lnTo>
                  <a:lnTo>
                    <a:pt x="163981" y="34625"/>
                  </a:lnTo>
                  <a:lnTo>
                    <a:pt x="165005" y="33580"/>
                  </a:lnTo>
                  <a:lnTo>
                    <a:pt x="167405" y="37481"/>
                  </a:lnTo>
                  <a:lnTo>
                    <a:pt x="172541" y="38321"/>
                  </a:lnTo>
                  <a:lnTo>
                    <a:pt x="171255" y="40929"/>
                  </a:lnTo>
                  <a:lnTo>
                    <a:pt x="168335" y="40951"/>
                  </a:lnTo>
                  <a:lnTo>
                    <a:pt x="166599" y="43408"/>
                  </a:lnTo>
                  <a:lnTo>
                    <a:pt x="162948" y="41859"/>
                  </a:lnTo>
                  <a:lnTo>
                    <a:pt x="162360" y="42473"/>
                  </a:lnTo>
                  <a:lnTo>
                    <a:pt x="161120" y="47935"/>
                  </a:lnTo>
                  <a:lnTo>
                    <a:pt x="158879" y="50436"/>
                  </a:lnTo>
                  <a:lnTo>
                    <a:pt x="154895" y="57936"/>
                  </a:lnTo>
                  <a:lnTo>
                    <a:pt x="152297" y="61269"/>
                  </a:lnTo>
                  <a:lnTo>
                    <a:pt x="151436" y="63498"/>
                  </a:lnTo>
                  <a:lnTo>
                    <a:pt x="151715" y="64896"/>
                  </a:lnTo>
                  <a:lnTo>
                    <a:pt x="157331" y="62402"/>
                  </a:lnTo>
                  <a:lnTo>
                    <a:pt x="159510" y="65976"/>
                  </a:lnTo>
                  <a:lnTo>
                    <a:pt x="151908" y="66796"/>
                  </a:lnTo>
                  <a:lnTo>
                    <a:pt x="146183" y="69198"/>
                  </a:lnTo>
                  <a:lnTo>
                    <a:pt x="148734" y="77539"/>
                  </a:lnTo>
                  <a:lnTo>
                    <a:pt x="142120" y="79293"/>
                  </a:lnTo>
                  <a:lnTo>
                    <a:pt x="139736" y="81254"/>
                  </a:lnTo>
                  <a:lnTo>
                    <a:pt x="142737" y="88870"/>
                  </a:lnTo>
                  <a:lnTo>
                    <a:pt x="150401" y="89242"/>
                  </a:lnTo>
                  <a:lnTo>
                    <a:pt x="150130" y="91375"/>
                  </a:lnTo>
                  <a:lnTo>
                    <a:pt x="147586" y="92583"/>
                  </a:lnTo>
                  <a:lnTo>
                    <a:pt x="145868" y="98539"/>
                  </a:lnTo>
                  <a:lnTo>
                    <a:pt x="142215" y="96991"/>
                  </a:lnTo>
                  <a:lnTo>
                    <a:pt x="138685" y="99372"/>
                  </a:lnTo>
                  <a:lnTo>
                    <a:pt x="137694" y="95159"/>
                  </a:lnTo>
                  <a:lnTo>
                    <a:pt x="136121" y="94556"/>
                  </a:lnTo>
                  <a:lnTo>
                    <a:pt x="136138" y="91831"/>
                  </a:lnTo>
                  <a:lnTo>
                    <a:pt x="129236" y="96745"/>
                  </a:lnTo>
                  <a:lnTo>
                    <a:pt x="129512" y="98487"/>
                  </a:lnTo>
                  <a:lnTo>
                    <a:pt x="122931" y="94778"/>
                  </a:lnTo>
                  <a:lnTo>
                    <a:pt x="120437" y="98356"/>
                  </a:lnTo>
                  <a:lnTo>
                    <a:pt x="107868" y="98132"/>
                  </a:lnTo>
                  <a:lnTo>
                    <a:pt x="104300" y="96050"/>
                  </a:lnTo>
                  <a:lnTo>
                    <a:pt x="100864" y="99552"/>
                  </a:lnTo>
                  <a:lnTo>
                    <a:pt x="99447" y="100133"/>
                  </a:lnTo>
                  <a:lnTo>
                    <a:pt x="97116" y="95587"/>
                  </a:lnTo>
                  <a:lnTo>
                    <a:pt x="100447" y="93914"/>
                  </a:lnTo>
                  <a:lnTo>
                    <a:pt x="105558" y="82094"/>
                  </a:lnTo>
                  <a:lnTo>
                    <a:pt x="104162" y="77113"/>
                  </a:lnTo>
                  <a:lnTo>
                    <a:pt x="97628" y="77130"/>
                  </a:lnTo>
                  <a:lnTo>
                    <a:pt x="97715" y="71975"/>
                  </a:lnTo>
                  <a:lnTo>
                    <a:pt x="95518" y="70918"/>
                  </a:lnTo>
                  <a:lnTo>
                    <a:pt x="95510" y="72656"/>
                  </a:lnTo>
                  <a:lnTo>
                    <a:pt x="78582" y="66020"/>
                  </a:lnTo>
                  <a:lnTo>
                    <a:pt x="76975" y="61660"/>
                  </a:lnTo>
                  <a:lnTo>
                    <a:pt x="75492" y="61124"/>
                  </a:lnTo>
                  <a:lnTo>
                    <a:pt x="68253" y="64507"/>
                  </a:lnTo>
                  <a:lnTo>
                    <a:pt x="68555" y="67184"/>
                  </a:lnTo>
                  <a:lnTo>
                    <a:pt x="67557" y="71384"/>
                  </a:lnTo>
                  <a:lnTo>
                    <a:pt x="65336" y="73587"/>
                  </a:lnTo>
                  <a:lnTo>
                    <a:pt x="55953" y="73678"/>
                  </a:lnTo>
                  <a:lnTo>
                    <a:pt x="51360" y="75916"/>
                  </a:lnTo>
                  <a:lnTo>
                    <a:pt x="43968" y="74362"/>
                  </a:lnTo>
                  <a:lnTo>
                    <a:pt x="41882" y="81337"/>
                  </a:lnTo>
                  <a:lnTo>
                    <a:pt x="41052" y="80386"/>
                  </a:lnTo>
                  <a:lnTo>
                    <a:pt x="34851" y="77722"/>
                  </a:lnTo>
                  <a:lnTo>
                    <a:pt x="33398" y="79235"/>
                  </a:lnTo>
                  <a:lnTo>
                    <a:pt x="30369" y="80520"/>
                  </a:lnTo>
                  <a:lnTo>
                    <a:pt x="24463" y="80853"/>
                  </a:lnTo>
                  <a:lnTo>
                    <a:pt x="22944" y="80227"/>
                  </a:lnTo>
                  <a:lnTo>
                    <a:pt x="20551" y="76153"/>
                  </a:lnTo>
                  <a:lnTo>
                    <a:pt x="13075" y="81196"/>
                  </a:lnTo>
                  <a:lnTo>
                    <a:pt x="11823" y="83942"/>
                  </a:lnTo>
                  <a:lnTo>
                    <a:pt x="8471" y="84781"/>
                  </a:lnTo>
                  <a:lnTo>
                    <a:pt x="13274" y="74691"/>
                  </a:lnTo>
                  <a:lnTo>
                    <a:pt x="12156" y="72144"/>
                  </a:lnTo>
                  <a:lnTo>
                    <a:pt x="9008" y="68849"/>
                  </a:lnTo>
                  <a:lnTo>
                    <a:pt x="4841" y="66370"/>
                  </a:lnTo>
                  <a:lnTo>
                    <a:pt x="3172" y="58876"/>
                  </a:lnTo>
                  <a:lnTo>
                    <a:pt x="205" y="55593"/>
                  </a:lnTo>
                  <a:lnTo>
                    <a:pt x="594" y="54606"/>
                  </a:lnTo>
                  <a:lnTo>
                    <a:pt x="0" y="52033"/>
                  </a:lnTo>
                  <a:lnTo>
                    <a:pt x="3613" y="50546"/>
                  </a:lnTo>
                  <a:lnTo>
                    <a:pt x="5930" y="54889"/>
                  </a:lnTo>
                  <a:lnTo>
                    <a:pt x="11601" y="55943"/>
                  </a:lnTo>
                  <a:lnTo>
                    <a:pt x="12405" y="55568"/>
                  </a:lnTo>
                  <a:lnTo>
                    <a:pt x="13022" y="51866"/>
                  </a:lnTo>
                  <a:lnTo>
                    <a:pt x="16050" y="53945"/>
                  </a:lnTo>
                  <a:lnTo>
                    <a:pt x="23624" y="41848"/>
                  </a:lnTo>
                  <a:lnTo>
                    <a:pt x="26423" y="38483"/>
                  </a:lnTo>
                  <a:lnTo>
                    <a:pt x="25634" y="43688"/>
                  </a:lnTo>
                  <a:lnTo>
                    <a:pt x="24569" y="42757"/>
                  </a:lnTo>
                  <a:lnTo>
                    <a:pt x="24857" y="45526"/>
                  </a:lnTo>
                  <a:lnTo>
                    <a:pt x="27903" y="44941"/>
                  </a:lnTo>
                  <a:lnTo>
                    <a:pt x="29930" y="42119"/>
                  </a:lnTo>
                  <a:lnTo>
                    <a:pt x="31725" y="41036"/>
                  </a:lnTo>
                  <a:lnTo>
                    <a:pt x="32825" y="44233"/>
                  </a:lnTo>
                  <a:lnTo>
                    <a:pt x="30294" y="46784"/>
                  </a:lnTo>
                  <a:lnTo>
                    <a:pt x="37362" y="51849"/>
                  </a:lnTo>
                  <a:lnTo>
                    <a:pt x="47589" y="51976"/>
                  </a:lnTo>
                  <a:lnTo>
                    <a:pt x="48190" y="42837"/>
                  </a:lnTo>
                  <a:lnTo>
                    <a:pt x="53403" y="43221"/>
                  </a:lnTo>
                  <a:lnTo>
                    <a:pt x="53683" y="39570"/>
                  </a:lnTo>
                  <a:lnTo>
                    <a:pt x="68980" y="39978"/>
                  </a:lnTo>
                  <a:lnTo>
                    <a:pt x="78691" y="39403"/>
                  </a:lnTo>
                  <a:lnTo>
                    <a:pt x="81417" y="49036"/>
                  </a:lnTo>
                  <a:lnTo>
                    <a:pt x="90988" y="41063"/>
                  </a:lnTo>
                  <a:lnTo>
                    <a:pt x="90009" y="31845"/>
                  </a:lnTo>
                  <a:lnTo>
                    <a:pt x="90914" y="25977"/>
                  </a:lnTo>
                  <a:lnTo>
                    <a:pt x="87918" y="24434"/>
                  </a:lnTo>
                  <a:lnTo>
                    <a:pt x="101745" y="26027"/>
                  </a:lnTo>
                  <a:lnTo>
                    <a:pt x="107316" y="32647"/>
                  </a:lnTo>
                  <a:lnTo>
                    <a:pt x="114872" y="30459"/>
                  </a:lnTo>
                  <a:lnTo>
                    <a:pt x="115653" y="29361"/>
                  </a:lnTo>
                  <a:lnTo>
                    <a:pt x="110971" y="22106"/>
                  </a:lnTo>
                  <a:lnTo>
                    <a:pt x="111864" y="21142"/>
                  </a:lnTo>
                  <a:lnTo>
                    <a:pt x="115661" y="19777"/>
                  </a:lnTo>
                  <a:lnTo>
                    <a:pt x="116740" y="20274"/>
                  </a:lnTo>
                  <a:lnTo>
                    <a:pt x="117552" y="18381"/>
                  </a:lnTo>
                  <a:lnTo>
                    <a:pt x="115628" y="13264"/>
                  </a:lnTo>
                  <a:lnTo>
                    <a:pt x="11755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h3671"/>
            <p:cNvSpPr/>
            <p:nvPr/>
          </p:nvSpPr>
          <p:spPr>
            <a:xfrm>
              <a:off x="6289080" y="2289929"/>
              <a:ext cx="63266" cy="82104"/>
            </a:xfrm>
            <a:custGeom>
              <a:avLst/>
              <a:pathLst>
                <a:path w="63266" h="82104">
                  <a:moveTo>
                    <a:pt x="46606" y="6955"/>
                  </a:moveTo>
                  <a:lnTo>
                    <a:pt x="45065" y="10478"/>
                  </a:lnTo>
                  <a:lnTo>
                    <a:pt x="41810" y="10442"/>
                  </a:lnTo>
                  <a:lnTo>
                    <a:pt x="41782" y="14732"/>
                  </a:lnTo>
                  <a:lnTo>
                    <a:pt x="53346" y="19602"/>
                  </a:lnTo>
                  <a:lnTo>
                    <a:pt x="53423" y="23868"/>
                  </a:lnTo>
                  <a:lnTo>
                    <a:pt x="59127" y="42516"/>
                  </a:lnTo>
                  <a:lnTo>
                    <a:pt x="63266" y="73983"/>
                  </a:lnTo>
                  <a:lnTo>
                    <a:pt x="62482" y="76026"/>
                  </a:lnTo>
                  <a:lnTo>
                    <a:pt x="56631" y="78418"/>
                  </a:lnTo>
                  <a:lnTo>
                    <a:pt x="48722" y="77976"/>
                  </a:lnTo>
                  <a:lnTo>
                    <a:pt x="48182" y="79260"/>
                  </a:lnTo>
                  <a:lnTo>
                    <a:pt x="40799" y="81652"/>
                  </a:lnTo>
                  <a:lnTo>
                    <a:pt x="32912" y="82104"/>
                  </a:lnTo>
                  <a:lnTo>
                    <a:pt x="29903" y="79712"/>
                  </a:lnTo>
                  <a:lnTo>
                    <a:pt x="24297" y="80936"/>
                  </a:lnTo>
                  <a:lnTo>
                    <a:pt x="22658" y="79400"/>
                  </a:lnTo>
                  <a:lnTo>
                    <a:pt x="20704" y="74828"/>
                  </a:lnTo>
                  <a:lnTo>
                    <a:pt x="17742" y="71908"/>
                  </a:lnTo>
                  <a:lnTo>
                    <a:pt x="19235" y="70549"/>
                  </a:lnTo>
                  <a:lnTo>
                    <a:pt x="16432" y="69457"/>
                  </a:lnTo>
                  <a:lnTo>
                    <a:pt x="13129" y="66216"/>
                  </a:lnTo>
                  <a:lnTo>
                    <a:pt x="11027" y="62860"/>
                  </a:lnTo>
                  <a:lnTo>
                    <a:pt x="11656" y="60186"/>
                  </a:lnTo>
                  <a:lnTo>
                    <a:pt x="4027" y="53278"/>
                  </a:lnTo>
                  <a:lnTo>
                    <a:pt x="0" y="45104"/>
                  </a:lnTo>
                  <a:lnTo>
                    <a:pt x="7811" y="41698"/>
                  </a:lnTo>
                  <a:lnTo>
                    <a:pt x="13701" y="41930"/>
                  </a:lnTo>
                  <a:lnTo>
                    <a:pt x="19119" y="38263"/>
                  </a:lnTo>
                  <a:lnTo>
                    <a:pt x="18814" y="37407"/>
                  </a:lnTo>
                  <a:lnTo>
                    <a:pt x="21757" y="38764"/>
                  </a:lnTo>
                  <a:lnTo>
                    <a:pt x="22135" y="34934"/>
                  </a:lnTo>
                  <a:lnTo>
                    <a:pt x="4221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h3672"/>
            <p:cNvSpPr/>
            <p:nvPr/>
          </p:nvSpPr>
          <p:spPr>
            <a:xfrm>
              <a:off x="6221654" y="2191455"/>
              <a:ext cx="40163" cy="41669"/>
            </a:xfrm>
            <a:custGeom>
              <a:avLst/>
              <a:pathLst>
                <a:path w="40163" h="41669">
                  <a:moveTo>
                    <a:pt x="13767" y="1245"/>
                  </a:moveTo>
                  <a:lnTo>
                    <a:pt x="16050" y="2678"/>
                  </a:lnTo>
                  <a:lnTo>
                    <a:pt x="18200" y="2958"/>
                  </a:lnTo>
                  <a:lnTo>
                    <a:pt x="19850" y="6667"/>
                  </a:lnTo>
                  <a:lnTo>
                    <a:pt x="22284" y="6864"/>
                  </a:lnTo>
                  <a:lnTo>
                    <a:pt x="22602" y="3711"/>
                  </a:lnTo>
                  <a:lnTo>
                    <a:pt x="24931" y="4087"/>
                  </a:lnTo>
                  <a:lnTo>
                    <a:pt x="27355" y="7137"/>
                  </a:lnTo>
                  <a:lnTo>
                    <a:pt x="30198" y="6399"/>
                  </a:lnTo>
                  <a:lnTo>
                    <a:pt x="26738" y="2328"/>
                  </a:lnTo>
                  <a:lnTo>
                    <a:pt x="31267" y="1736"/>
                  </a:lnTo>
                  <a:lnTo>
                    <a:pt x="32350" y="3928"/>
                  </a:lnTo>
                  <a:lnTo>
                    <a:pt x="34300" y="3816"/>
                  </a:lnTo>
                  <a:lnTo>
                    <a:pt x="37217" y="1559"/>
                  </a:lnTo>
                  <a:lnTo>
                    <a:pt x="37500" y="4622"/>
                  </a:lnTo>
                  <a:lnTo>
                    <a:pt x="40163" y="9232"/>
                  </a:lnTo>
                  <a:lnTo>
                    <a:pt x="39265" y="15442"/>
                  </a:lnTo>
                  <a:lnTo>
                    <a:pt x="37842" y="19599"/>
                  </a:lnTo>
                  <a:lnTo>
                    <a:pt x="36367" y="20639"/>
                  </a:lnTo>
                  <a:lnTo>
                    <a:pt x="37577" y="21594"/>
                  </a:lnTo>
                  <a:lnTo>
                    <a:pt x="36059" y="23630"/>
                  </a:lnTo>
                  <a:lnTo>
                    <a:pt x="32719" y="29665"/>
                  </a:lnTo>
                  <a:lnTo>
                    <a:pt x="30251" y="29728"/>
                  </a:lnTo>
                  <a:lnTo>
                    <a:pt x="25201" y="39404"/>
                  </a:lnTo>
                  <a:lnTo>
                    <a:pt x="21012" y="41669"/>
                  </a:lnTo>
                  <a:lnTo>
                    <a:pt x="15038" y="34731"/>
                  </a:lnTo>
                  <a:lnTo>
                    <a:pt x="14333" y="34323"/>
                  </a:lnTo>
                  <a:lnTo>
                    <a:pt x="12861" y="35705"/>
                  </a:lnTo>
                  <a:lnTo>
                    <a:pt x="11224" y="34452"/>
                  </a:lnTo>
                  <a:lnTo>
                    <a:pt x="8689" y="31285"/>
                  </a:lnTo>
                  <a:lnTo>
                    <a:pt x="5614" y="24554"/>
                  </a:lnTo>
                  <a:lnTo>
                    <a:pt x="0" y="18098"/>
                  </a:lnTo>
                  <a:lnTo>
                    <a:pt x="6108" y="16066"/>
                  </a:lnTo>
                  <a:lnTo>
                    <a:pt x="7348" y="13841"/>
                  </a:lnTo>
                  <a:lnTo>
                    <a:pt x="9334" y="5332"/>
                  </a:lnTo>
                  <a:lnTo>
                    <a:pt x="11864" y="3482"/>
                  </a:lnTo>
                  <a:lnTo>
                    <a:pt x="1321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h3673"/>
            <p:cNvSpPr/>
            <p:nvPr/>
          </p:nvSpPr>
          <p:spPr>
            <a:xfrm>
              <a:off x="6146598" y="2227576"/>
              <a:ext cx="64941" cy="74124"/>
            </a:xfrm>
            <a:custGeom>
              <a:avLst/>
              <a:pathLst>
                <a:path w="64941" h="74124">
                  <a:moveTo>
                    <a:pt x="36082" y="1654"/>
                  </a:moveTo>
                  <a:lnTo>
                    <a:pt x="36749" y="641"/>
                  </a:lnTo>
                  <a:lnTo>
                    <a:pt x="39555" y="0"/>
                  </a:lnTo>
                  <a:lnTo>
                    <a:pt x="39640" y="4179"/>
                  </a:lnTo>
                  <a:lnTo>
                    <a:pt x="43532" y="3179"/>
                  </a:lnTo>
                  <a:lnTo>
                    <a:pt x="43807" y="3589"/>
                  </a:lnTo>
                  <a:lnTo>
                    <a:pt x="44441" y="8816"/>
                  </a:lnTo>
                  <a:lnTo>
                    <a:pt x="46708" y="14504"/>
                  </a:lnTo>
                  <a:lnTo>
                    <a:pt x="51522" y="12925"/>
                  </a:lnTo>
                  <a:lnTo>
                    <a:pt x="51782" y="15264"/>
                  </a:lnTo>
                  <a:lnTo>
                    <a:pt x="57627" y="14288"/>
                  </a:lnTo>
                  <a:lnTo>
                    <a:pt x="63494" y="22533"/>
                  </a:lnTo>
                  <a:lnTo>
                    <a:pt x="60225" y="27557"/>
                  </a:lnTo>
                  <a:lnTo>
                    <a:pt x="64941" y="37126"/>
                  </a:lnTo>
                  <a:lnTo>
                    <a:pt x="62404" y="35951"/>
                  </a:lnTo>
                  <a:lnTo>
                    <a:pt x="59560" y="38248"/>
                  </a:lnTo>
                  <a:lnTo>
                    <a:pt x="55807" y="45643"/>
                  </a:lnTo>
                  <a:lnTo>
                    <a:pt x="54231" y="46433"/>
                  </a:lnTo>
                  <a:lnTo>
                    <a:pt x="49408" y="53091"/>
                  </a:lnTo>
                  <a:lnTo>
                    <a:pt x="50101" y="55810"/>
                  </a:lnTo>
                  <a:lnTo>
                    <a:pt x="51719" y="58029"/>
                  </a:lnTo>
                  <a:lnTo>
                    <a:pt x="45225" y="62282"/>
                  </a:lnTo>
                  <a:lnTo>
                    <a:pt x="46136" y="64162"/>
                  </a:lnTo>
                  <a:lnTo>
                    <a:pt x="46655" y="70376"/>
                  </a:lnTo>
                  <a:lnTo>
                    <a:pt x="40959" y="70735"/>
                  </a:lnTo>
                  <a:lnTo>
                    <a:pt x="41029" y="73358"/>
                  </a:lnTo>
                  <a:lnTo>
                    <a:pt x="37419" y="72474"/>
                  </a:lnTo>
                  <a:lnTo>
                    <a:pt x="34376" y="74124"/>
                  </a:lnTo>
                  <a:lnTo>
                    <a:pt x="29956" y="62452"/>
                  </a:lnTo>
                  <a:lnTo>
                    <a:pt x="29231" y="67310"/>
                  </a:lnTo>
                  <a:lnTo>
                    <a:pt x="26568" y="69673"/>
                  </a:lnTo>
                  <a:lnTo>
                    <a:pt x="24479" y="69918"/>
                  </a:lnTo>
                  <a:lnTo>
                    <a:pt x="20679" y="68834"/>
                  </a:lnTo>
                  <a:lnTo>
                    <a:pt x="22086" y="62883"/>
                  </a:lnTo>
                  <a:lnTo>
                    <a:pt x="16885" y="62352"/>
                  </a:lnTo>
                  <a:lnTo>
                    <a:pt x="17340" y="66069"/>
                  </a:lnTo>
                  <a:lnTo>
                    <a:pt x="10864" y="68763"/>
                  </a:lnTo>
                  <a:lnTo>
                    <a:pt x="9107" y="69096"/>
                  </a:lnTo>
                  <a:lnTo>
                    <a:pt x="8979" y="66200"/>
                  </a:lnTo>
                  <a:lnTo>
                    <a:pt x="8052" y="65052"/>
                  </a:lnTo>
                  <a:lnTo>
                    <a:pt x="3548" y="67009"/>
                  </a:lnTo>
                  <a:lnTo>
                    <a:pt x="1871" y="65749"/>
                  </a:lnTo>
                  <a:lnTo>
                    <a:pt x="1292" y="61568"/>
                  </a:lnTo>
                  <a:lnTo>
                    <a:pt x="0" y="59851"/>
                  </a:lnTo>
                  <a:lnTo>
                    <a:pt x="1241" y="46510"/>
                  </a:lnTo>
                  <a:lnTo>
                    <a:pt x="1112" y="37848"/>
                  </a:lnTo>
                  <a:lnTo>
                    <a:pt x="470" y="36707"/>
                  </a:lnTo>
                  <a:lnTo>
                    <a:pt x="7453" y="36362"/>
                  </a:lnTo>
                  <a:lnTo>
                    <a:pt x="19279" y="31826"/>
                  </a:lnTo>
                  <a:lnTo>
                    <a:pt x="28048" y="30410"/>
                  </a:lnTo>
                  <a:lnTo>
                    <a:pt x="27276" y="21371"/>
                  </a:lnTo>
                  <a:lnTo>
                    <a:pt x="26261" y="19624"/>
                  </a:lnTo>
                  <a:lnTo>
                    <a:pt x="23472" y="18206"/>
                  </a:lnTo>
                  <a:lnTo>
                    <a:pt x="23028" y="14938"/>
                  </a:lnTo>
                  <a:lnTo>
                    <a:pt x="23747" y="13090"/>
                  </a:lnTo>
                  <a:lnTo>
                    <a:pt x="25463" y="12817"/>
                  </a:lnTo>
                  <a:lnTo>
                    <a:pt x="26309" y="13749"/>
                  </a:lnTo>
                  <a:lnTo>
                    <a:pt x="27533" y="12691"/>
                  </a:lnTo>
                  <a:lnTo>
                    <a:pt x="27437" y="10527"/>
                  </a:lnTo>
                  <a:lnTo>
                    <a:pt x="26050" y="7916"/>
                  </a:lnTo>
                  <a:lnTo>
                    <a:pt x="23684" y="11265"/>
                  </a:lnTo>
                  <a:lnTo>
                    <a:pt x="22507" y="10411"/>
                  </a:lnTo>
                  <a:lnTo>
                    <a:pt x="20753" y="5437"/>
                  </a:lnTo>
                  <a:lnTo>
                    <a:pt x="20632" y="2864"/>
                  </a:lnTo>
                  <a:lnTo>
                    <a:pt x="25103" y="1928"/>
                  </a:lnTo>
                  <a:lnTo>
                    <a:pt x="25242" y="649"/>
                  </a:lnTo>
                  <a:lnTo>
                    <a:pt x="28136" y="162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h3674"/>
            <p:cNvSpPr/>
            <p:nvPr/>
          </p:nvSpPr>
          <p:spPr>
            <a:xfrm>
              <a:off x="5898188" y="2193545"/>
              <a:ext cx="134185" cy="95792"/>
            </a:xfrm>
            <a:custGeom>
              <a:avLst/>
              <a:pathLst>
                <a:path w="134185" h="95792">
                  <a:moveTo>
                    <a:pt x="54548" y="4405"/>
                  </a:moveTo>
                  <a:lnTo>
                    <a:pt x="64487" y="12311"/>
                  </a:lnTo>
                  <a:lnTo>
                    <a:pt x="69191" y="12899"/>
                  </a:lnTo>
                  <a:lnTo>
                    <a:pt x="70674" y="11207"/>
                  </a:lnTo>
                  <a:lnTo>
                    <a:pt x="76287" y="10233"/>
                  </a:lnTo>
                  <a:lnTo>
                    <a:pt x="82434" y="13135"/>
                  </a:lnTo>
                  <a:lnTo>
                    <a:pt x="85339" y="13166"/>
                  </a:lnTo>
                  <a:lnTo>
                    <a:pt x="90089" y="14798"/>
                  </a:lnTo>
                  <a:lnTo>
                    <a:pt x="96354" y="18936"/>
                  </a:lnTo>
                  <a:lnTo>
                    <a:pt x="98715" y="16613"/>
                  </a:lnTo>
                  <a:lnTo>
                    <a:pt x="101642" y="20269"/>
                  </a:lnTo>
                  <a:lnTo>
                    <a:pt x="101714" y="26076"/>
                  </a:lnTo>
                  <a:lnTo>
                    <a:pt x="105513" y="31067"/>
                  </a:lnTo>
                  <a:lnTo>
                    <a:pt x="108942" y="32771"/>
                  </a:lnTo>
                  <a:lnTo>
                    <a:pt x="113690" y="32796"/>
                  </a:lnTo>
                  <a:lnTo>
                    <a:pt x="121306" y="27370"/>
                  </a:lnTo>
                  <a:lnTo>
                    <a:pt x="123555" y="30675"/>
                  </a:lnTo>
                  <a:lnTo>
                    <a:pt x="127892" y="33943"/>
                  </a:lnTo>
                  <a:lnTo>
                    <a:pt x="130012" y="36437"/>
                  </a:lnTo>
                  <a:lnTo>
                    <a:pt x="130412" y="37334"/>
                  </a:lnTo>
                  <a:lnTo>
                    <a:pt x="128642" y="47130"/>
                  </a:lnTo>
                  <a:lnTo>
                    <a:pt x="134185" y="53516"/>
                  </a:lnTo>
                  <a:lnTo>
                    <a:pt x="131655" y="55565"/>
                  </a:lnTo>
                  <a:lnTo>
                    <a:pt x="128456" y="54173"/>
                  </a:lnTo>
                  <a:lnTo>
                    <a:pt x="123045" y="46756"/>
                  </a:lnTo>
                  <a:lnTo>
                    <a:pt x="121114" y="60020"/>
                  </a:lnTo>
                  <a:lnTo>
                    <a:pt x="123038" y="65137"/>
                  </a:lnTo>
                  <a:lnTo>
                    <a:pt x="122226" y="67030"/>
                  </a:lnTo>
                  <a:lnTo>
                    <a:pt x="121147" y="66533"/>
                  </a:lnTo>
                  <a:lnTo>
                    <a:pt x="117350" y="67898"/>
                  </a:lnTo>
                  <a:lnTo>
                    <a:pt x="116457" y="68862"/>
                  </a:lnTo>
                  <a:lnTo>
                    <a:pt x="121139" y="76117"/>
                  </a:lnTo>
                  <a:lnTo>
                    <a:pt x="120358" y="77215"/>
                  </a:lnTo>
                  <a:lnTo>
                    <a:pt x="112802" y="79403"/>
                  </a:lnTo>
                  <a:lnTo>
                    <a:pt x="107231" y="72784"/>
                  </a:lnTo>
                  <a:lnTo>
                    <a:pt x="93404" y="71190"/>
                  </a:lnTo>
                  <a:lnTo>
                    <a:pt x="96399" y="72733"/>
                  </a:lnTo>
                  <a:lnTo>
                    <a:pt x="95494" y="78601"/>
                  </a:lnTo>
                  <a:lnTo>
                    <a:pt x="96474" y="87819"/>
                  </a:lnTo>
                  <a:lnTo>
                    <a:pt x="86903" y="95792"/>
                  </a:lnTo>
                  <a:lnTo>
                    <a:pt x="84177" y="86159"/>
                  </a:lnTo>
                  <a:lnTo>
                    <a:pt x="74466" y="86734"/>
                  </a:lnTo>
                  <a:lnTo>
                    <a:pt x="59169" y="86326"/>
                  </a:lnTo>
                  <a:lnTo>
                    <a:pt x="53676" y="85856"/>
                  </a:lnTo>
                  <a:lnTo>
                    <a:pt x="55061" y="83689"/>
                  </a:lnTo>
                  <a:lnTo>
                    <a:pt x="54419" y="82049"/>
                  </a:lnTo>
                  <a:lnTo>
                    <a:pt x="51139" y="80956"/>
                  </a:lnTo>
                  <a:lnTo>
                    <a:pt x="51024" y="84569"/>
                  </a:lnTo>
                  <a:lnTo>
                    <a:pt x="48077" y="86915"/>
                  </a:lnTo>
                  <a:lnTo>
                    <a:pt x="45866" y="85458"/>
                  </a:lnTo>
                  <a:lnTo>
                    <a:pt x="44666" y="82213"/>
                  </a:lnTo>
                  <a:lnTo>
                    <a:pt x="43244" y="77335"/>
                  </a:lnTo>
                  <a:lnTo>
                    <a:pt x="49047" y="75055"/>
                  </a:lnTo>
                  <a:lnTo>
                    <a:pt x="48770" y="73133"/>
                  </a:lnTo>
                  <a:lnTo>
                    <a:pt x="45456" y="73221"/>
                  </a:lnTo>
                  <a:lnTo>
                    <a:pt x="45068" y="71584"/>
                  </a:lnTo>
                  <a:lnTo>
                    <a:pt x="49778" y="71706"/>
                  </a:lnTo>
                  <a:lnTo>
                    <a:pt x="50914" y="73743"/>
                  </a:lnTo>
                  <a:lnTo>
                    <a:pt x="53282" y="70970"/>
                  </a:lnTo>
                  <a:lnTo>
                    <a:pt x="54377" y="68120"/>
                  </a:lnTo>
                  <a:lnTo>
                    <a:pt x="53148" y="63962"/>
                  </a:lnTo>
                  <a:lnTo>
                    <a:pt x="50233" y="61064"/>
                  </a:lnTo>
                  <a:lnTo>
                    <a:pt x="44925" y="59988"/>
                  </a:lnTo>
                  <a:lnTo>
                    <a:pt x="36776" y="61871"/>
                  </a:lnTo>
                  <a:lnTo>
                    <a:pt x="33475" y="61783"/>
                  </a:lnTo>
                  <a:lnTo>
                    <a:pt x="28827" y="58567"/>
                  </a:lnTo>
                  <a:lnTo>
                    <a:pt x="25251" y="54876"/>
                  </a:lnTo>
                  <a:lnTo>
                    <a:pt x="13954" y="49639"/>
                  </a:lnTo>
                  <a:lnTo>
                    <a:pt x="596" y="48722"/>
                  </a:lnTo>
                  <a:lnTo>
                    <a:pt x="0" y="42424"/>
                  </a:lnTo>
                  <a:lnTo>
                    <a:pt x="4381" y="35702"/>
                  </a:lnTo>
                  <a:lnTo>
                    <a:pt x="3593" y="29856"/>
                  </a:lnTo>
                  <a:lnTo>
                    <a:pt x="3357" y="27906"/>
                  </a:lnTo>
                  <a:lnTo>
                    <a:pt x="9488" y="20649"/>
                  </a:lnTo>
                  <a:lnTo>
                    <a:pt x="24633" y="10263"/>
                  </a:lnTo>
                  <a:lnTo>
                    <a:pt x="24634" y="8756"/>
                  </a:lnTo>
                  <a:lnTo>
                    <a:pt x="37705" y="2721"/>
                  </a:lnTo>
                  <a:lnTo>
                    <a:pt x="48406" y="9223"/>
                  </a:lnTo>
                  <a:lnTo>
                    <a:pt x="5295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h3675"/>
            <p:cNvSpPr/>
            <p:nvPr/>
          </p:nvSpPr>
          <p:spPr>
            <a:xfrm>
              <a:off x="6158281" y="2387167"/>
              <a:ext cx="48434" cy="49808"/>
            </a:xfrm>
            <a:custGeom>
              <a:avLst/>
              <a:pathLst>
                <a:path w="48434" h="49808">
                  <a:moveTo>
                    <a:pt x="17789" y="1841"/>
                  </a:moveTo>
                  <a:lnTo>
                    <a:pt x="21706" y="6608"/>
                  </a:lnTo>
                  <a:lnTo>
                    <a:pt x="33308" y="14327"/>
                  </a:lnTo>
                  <a:lnTo>
                    <a:pt x="34488" y="15138"/>
                  </a:lnTo>
                  <a:lnTo>
                    <a:pt x="31160" y="17271"/>
                  </a:lnTo>
                  <a:lnTo>
                    <a:pt x="32352" y="21842"/>
                  </a:lnTo>
                  <a:lnTo>
                    <a:pt x="36233" y="25275"/>
                  </a:lnTo>
                  <a:lnTo>
                    <a:pt x="41658" y="23702"/>
                  </a:lnTo>
                  <a:lnTo>
                    <a:pt x="42403" y="18208"/>
                  </a:lnTo>
                  <a:lnTo>
                    <a:pt x="37644" y="16035"/>
                  </a:lnTo>
                  <a:lnTo>
                    <a:pt x="39965" y="13211"/>
                  </a:lnTo>
                  <a:lnTo>
                    <a:pt x="47032" y="18166"/>
                  </a:lnTo>
                  <a:lnTo>
                    <a:pt x="48434" y="20892"/>
                  </a:lnTo>
                  <a:lnTo>
                    <a:pt x="47916" y="23749"/>
                  </a:lnTo>
                  <a:lnTo>
                    <a:pt x="47562" y="25898"/>
                  </a:lnTo>
                  <a:lnTo>
                    <a:pt x="44310" y="25263"/>
                  </a:lnTo>
                  <a:lnTo>
                    <a:pt x="41085" y="27593"/>
                  </a:lnTo>
                  <a:lnTo>
                    <a:pt x="45225" y="32090"/>
                  </a:lnTo>
                  <a:lnTo>
                    <a:pt x="46364" y="34281"/>
                  </a:lnTo>
                  <a:lnTo>
                    <a:pt x="45476" y="39446"/>
                  </a:lnTo>
                  <a:lnTo>
                    <a:pt x="42986" y="43359"/>
                  </a:lnTo>
                  <a:lnTo>
                    <a:pt x="43551" y="44989"/>
                  </a:lnTo>
                  <a:lnTo>
                    <a:pt x="37346" y="48092"/>
                  </a:lnTo>
                  <a:lnTo>
                    <a:pt x="37177" y="49808"/>
                  </a:lnTo>
                  <a:lnTo>
                    <a:pt x="32519" y="49009"/>
                  </a:lnTo>
                  <a:lnTo>
                    <a:pt x="21850" y="47573"/>
                  </a:lnTo>
                  <a:lnTo>
                    <a:pt x="21583" y="46873"/>
                  </a:lnTo>
                  <a:lnTo>
                    <a:pt x="22469" y="45688"/>
                  </a:lnTo>
                  <a:lnTo>
                    <a:pt x="22258" y="42180"/>
                  </a:lnTo>
                  <a:lnTo>
                    <a:pt x="17101" y="41491"/>
                  </a:lnTo>
                  <a:lnTo>
                    <a:pt x="14042" y="39864"/>
                  </a:lnTo>
                  <a:lnTo>
                    <a:pt x="6275" y="39623"/>
                  </a:lnTo>
                  <a:lnTo>
                    <a:pt x="5461" y="38592"/>
                  </a:lnTo>
                  <a:lnTo>
                    <a:pt x="6118" y="37205"/>
                  </a:lnTo>
                  <a:lnTo>
                    <a:pt x="10205" y="36215"/>
                  </a:lnTo>
                  <a:lnTo>
                    <a:pt x="12810" y="34139"/>
                  </a:lnTo>
                  <a:lnTo>
                    <a:pt x="12247" y="31828"/>
                  </a:lnTo>
                  <a:lnTo>
                    <a:pt x="4518" y="34022"/>
                  </a:lnTo>
                  <a:lnTo>
                    <a:pt x="3784" y="35111"/>
                  </a:lnTo>
                  <a:lnTo>
                    <a:pt x="1555" y="35203"/>
                  </a:lnTo>
                  <a:lnTo>
                    <a:pt x="872" y="30908"/>
                  </a:lnTo>
                  <a:lnTo>
                    <a:pt x="3297" y="29948"/>
                  </a:lnTo>
                  <a:lnTo>
                    <a:pt x="3662" y="28169"/>
                  </a:lnTo>
                  <a:lnTo>
                    <a:pt x="825" y="23715"/>
                  </a:lnTo>
                  <a:lnTo>
                    <a:pt x="0" y="23705"/>
                  </a:lnTo>
                  <a:lnTo>
                    <a:pt x="1985" y="22518"/>
                  </a:lnTo>
                  <a:lnTo>
                    <a:pt x="5475" y="18713"/>
                  </a:lnTo>
                  <a:lnTo>
                    <a:pt x="11307" y="15399"/>
                  </a:lnTo>
                  <a:lnTo>
                    <a:pt x="15148" y="15032"/>
                  </a:lnTo>
                  <a:lnTo>
                    <a:pt x="16208" y="13779"/>
                  </a:lnTo>
                  <a:lnTo>
                    <a:pt x="16043" y="12471"/>
                  </a:lnTo>
                  <a:lnTo>
                    <a:pt x="10670" y="8116"/>
                  </a:lnTo>
                  <a:lnTo>
                    <a:pt x="12822" y="5620"/>
                  </a:lnTo>
                  <a:lnTo>
                    <a:pt x="10761" y="2598"/>
                  </a:lnTo>
                  <a:lnTo>
                    <a:pt x="14351" y="1487"/>
                  </a:lnTo>
                  <a:lnTo>
                    <a:pt x="1436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h3676"/>
            <p:cNvSpPr/>
            <p:nvPr/>
          </p:nvSpPr>
          <p:spPr>
            <a:xfrm>
              <a:off x="6109936" y="2292396"/>
              <a:ext cx="49437" cy="55279"/>
            </a:xfrm>
            <a:custGeom>
              <a:avLst/>
              <a:pathLst>
                <a:path w="49437" h="55279">
                  <a:moveTo>
                    <a:pt x="34763" y="1302"/>
                  </a:moveTo>
                  <a:lnTo>
                    <a:pt x="38532" y="929"/>
                  </a:lnTo>
                  <a:lnTo>
                    <a:pt x="40209" y="2189"/>
                  </a:lnTo>
                  <a:lnTo>
                    <a:pt x="44714" y="231"/>
                  </a:lnTo>
                  <a:lnTo>
                    <a:pt x="45641" y="1379"/>
                  </a:lnTo>
                  <a:lnTo>
                    <a:pt x="42980" y="4657"/>
                  </a:lnTo>
                  <a:lnTo>
                    <a:pt x="43905" y="7117"/>
                  </a:lnTo>
                  <a:lnTo>
                    <a:pt x="43215" y="17131"/>
                  </a:lnTo>
                  <a:lnTo>
                    <a:pt x="47616" y="14242"/>
                  </a:lnTo>
                  <a:lnTo>
                    <a:pt x="49437" y="15100"/>
                  </a:lnTo>
                  <a:lnTo>
                    <a:pt x="47068" y="19432"/>
                  </a:lnTo>
                  <a:lnTo>
                    <a:pt x="47024" y="23548"/>
                  </a:lnTo>
                  <a:lnTo>
                    <a:pt x="49379" y="28582"/>
                  </a:lnTo>
                  <a:lnTo>
                    <a:pt x="48792" y="30351"/>
                  </a:lnTo>
                  <a:lnTo>
                    <a:pt x="42098" y="32176"/>
                  </a:lnTo>
                  <a:lnTo>
                    <a:pt x="41668" y="36343"/>
                  </a:lnTo>
                  <a:lnTo>
                    <a:pt x="40115" y="36320"/>
                  </a:lnTo>
                  <a:lnTo>
                    <a:pt x="35944" y="38170"/>
                  </a:lnTo>
                  <a:lnTo>
                    <a:pt x="31392" y="38206"/>
                  </a:lnTo>
                  <a:lnTo>
                    <a:pt x="33288" y="43702"/>
                  </a:lnTo>
                  <a:lnTo>
                    <a:pt x="31814" y="45536"/>
                  </a:lnTo>
                  <a:lnTo>
                    <a:pt x="28510" y="46962"/>
                  </a:lnTo>
                  <a:lnTo>
                    <a:pt x="25793" y="55092"/>
                  </a:lnTo>
                  <a:lnTo>
                    <a:pt x="21952" y="55279"/>
                  </a:lnTo>
                  <a:lnTo>
                    <a:pt x="14704" y="54117"/>
                  </a:lnTo>
                  <a:lnTo>
                    <a:pt x="13473" y="54081"/>
                  </a:lnTo>
                  <a:lnTo>
                    <a:pt x="12933" y="53318"/>
                  </a:lnTo>
                  <a:lnTo>
                    <a:pt x="12984" y="50380"/>
                  </a:lnTo>
                  <a:lnTo>
                    <a:pt x="13192" y="46430"/>
                  </a:lnTo>
                  <a:lnTo>
                    <a:pt x="15046" y="42213"/>
                  </a:lnTo>
                  <a:lnTo>
                    <a:pt x="7473" y="41825"/>
                  </a:lnTo>
                  <a:lnTo>
                    <a:pt x="763" y="38922"/>
                  </a:lnTo>
                  <a:lnTo>
                    <a:pt x="0" y="33356"/>
                  </a:lnTo>
                  <a:lnTo>
                    <a:pt x="436" y="31881"/>
                  </a:lnTo>
                  <a:lnTo>
                    <a:pt x="3626" y="32836"/>
                  </a:lnTo>
                  <a:lnTo>
                    <a:pt x="4555" y="27636"/>
                  </a:lnTo>
                  <a:lnTo>
                    <a:pt x="7705" y="28369"/>
                  </a:lnTo>
                  <a:lnTo>
                    <a:pt x="8105" y="19688"/>
                  </a:lnTo>
                  <a:lnTo>
                    <a:pt x="8693" y="18159"/>
                  </a:lnTo>
                  <a:lnTo>
                    <a:pt x="10612" y="14170"/>
                  </a:lnTo>
                  <a:lnTo>
                    <a:pt x="16015" y="11088"/>
                  </a:lnTo>
                  <a:lnTo>
                    <a:pt x="12937" y="8175"/>
                  </a:lnTo>
                  <a:lnTo>
                    <a:pt x="22984" y="5189"/>
                  </a:lnTo>
                  <a:lnTo>
                    <a:pt x="25974" y="3040"/>
                  </a:lnTo>
                  <a:lnTo>
                    <a:pt x="260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h3677"/>
            <p:cNvSpPr/>
            <p:nvPr/>
          </p:nvSpPr>
          <p:spPr>
            <a:xfrm>
              <a:off x="5945440" y="2072347"/>
              <a:ext cx="130738" cy="94041"/>
            </a:xfrm>
            <a:custGeom>
              <a:avLst/>
              <a:pathLst>
                <a:path w="130738" h="94041">
                  <a:moveTo>
                    <a:pt x="37261" y="10045"/>
                  </a:moveTo>
                  <a:lnTo>
                    <a:pt x="38265" y="9754"/>
                  </a:lnTo>
                  <a:lnTo>
                    <a:pt x="45094" y="12145"/>
                  </a:lnTo>
                  <a:lnTo>
                    <a:pt x="50354" y="19007"/>
                  </a:lnTo>
                  <a:lnTo>
                    <a:pt x="54404" y="22693"/>
                  </a:lnTo>
                  <a:lnTo>
                    <a:pt x="52549" y="18136"/>
                  </a:lnTo>
                  <a:lnTo>
                    <a:pt x="53962" y="17139"/>
                  </a:lnTo>
                  <a:lnTo>
                    <a:pt x="57721" y="16473"/>
                  </a:lnTo>
                  <a:lnTo>
                    <a:pt x="59535" y="18423"/>
                  </a:lnTo>
                  <a:lnTo>
                    <a:pt x="61975" y="23847"/>
                  </a:lnTo>
                  <a:lnTo>
                    <a:pt x="68206" y="28331"/>
                  </a:lnTo>
                  <a:lnTo>
                    <a:pt x="72965" y="28661"/>
                  </a:lnTo>
                  <a:lnTo>
                    <a:pt x="71194" y="20436"/>
                  </a:lnTo>
                  <a:lnTo>
                    <a:pt x="78329" y="36927"/>
                  </a:lnTo>
                  <a:lnTo>
                    <a:pt x="86414" y="39807"/>
                  </a:lnTo>
                  <a:lnTo>
                    <a:pt x="90098" y="39386"/>
                  </a:lnTo>
                  <a:lnTo>
                    <a:pt x="93834" y="40764"/>
                  </a:lnTo>
                  <a:lnTo>
                    <a:pt x="95372" y="40027"/>
                  </a:lnTo>
                  <a:lnTo>
                    <a:pt x="97609" y="38858"/>
                  </a:lnTo>
                  <a:lnTo>
                    <a:pt x="98311" y="39374"/>
                  </a:lnTo>
                  <a:lnTo>
                    <a:pt x="99771" y="42453"/>
                  </a:lnTo>
                  <a:lnTo>
                    <a:pt x="98853" y="45158"/>
                  </a:lnTo>
                  <a:lnTo>
                    <a:pt x="102965" y="47557"/>
                  </a:lnTo>
                  <a:lnTo>
                    <a:pt x="106127" y="44457"/>
                  </a:lnTo>
                  <a:lnTo>
                    <a:pt x="107919" y="45337"/>
                  </a:lnTo>
                  <a:lnTo>
                    <a:pt x="107921" y="47175"/>
                  </a:lnTo>
                  <a:lnTo>
                    <a:pt x="108544" y="47711"/>
                  </a:lnTo>
                  <a:lnTo>
                    <a:pt x="126176" y="41035"/>
                  </a:lnTo>
                  <a:lnTo>
                    <a:pt x="130727" y="53294"/>
                  </a:lnTo>
                  <a:lnTo>
                    <a:pt x="130738" y="54131"/>
                  </a:lnTo>
                  <a:lnTo>
                    <a:pt x="106516" y="78734"/>
                  </a:lnTo>
                  <a:lnTo>
                    <a:pt x="109265" y="82707"/>
                  </a:lnTo>
                  <a:lnTo>
                    <a:pt x="110088" y="82680"/>
                  </a:lnTo>
                  <a:lnTo>
                    <a:pt x="110943" y="83680"/>
                  </a:lnTo>
                  <a:lnTo>
                    <a:pt x="112518" y="86950"/>
                  </a:lnTo>
                  <a:lnTo>
                    <a:pt x="110668" y="88576"/>
                  </a:lnTo>
                  <a:lnTo>
                    <a:pt x="99670" y="94041"/>
                  </a:lnTo>
                  <a:lnTo>
                    <a:pt x="97787" y="94018"/>
                  </a:lnTo>
                  <a:lnTo>
                    <a:pt x="94793" y="88964"/>
                  </a:lnTo>
                  <a:lnTo>
                    <a:pt x="92001" y="83767"/>
                  </a:lnTo>
                  <a:lnTo>
                    <a:pt x="91150" y="83526"/>
                  </a:lnTo>
                  <a:lnTo>
                    <a:pt x="85083" y="74367"/>
                  </a:lnTo>
                  <a:lnTo>
                    <a:pt x="80918" y="73667"/>
                  </a:lnTo>
                  <a:lnTo>
                    <a:pt x="82030" y="63800"/>
                  </a:lnTo>
                  <a:lnTo>
                    <a:pt x="78527" y="60833"/>
                  </a:lnTo>
                  <a:lnTo>
                    <a:pt x="76096" y="57063"/>
                  </a:lnTo>
                  <a:lnTo>
                    <a:pt x="71586" y="60282"/>
                  </a:lnTo>
                  <a:lnTo>
                    <a:pt x="69880" y="58941"/>
                  </a:lnTo>
                  <a:lnTo>
                    <a:pt x="65539" y="59867"/>
                  </a:lnTo>
                  <a:lnTo>
                    <a:pt x="63238" y="50936"/>
                  </a:lnTo>
                  <a:lnTo>
                    <a:pt x="63135" y="46770"/>
                  </a:lnTo>
                  <a:lnTo>
                    <a:pt x="59912" y="42235"/>
                  </a:lnTo>
                  <a:lnTo>
                    <a:pt x="54960" y="39599"/>
                  </a:lnTo>
                  <a:lnTo>
                    <a:pt x="53187" y="36882"/>
                  </a:lnTo>
                  <a:lnTo>
                    <a:pt x="51694" y="36949"/>
                  </a:lnTo>
                  <a:lnTo>
                    <a:pt x="49347" y="38318"/>
                  </a:lnTo>
                  <a:lnTo>
                    <a:pt x="50122" y="40507"/>
                  </a:lnTo>
                  <a:lnTo>
                    <a:pt x="42724" y="44459"/>
                  </a:lnTo>
                  <a:lnTo>
                    <a:pt x="42945" y="47319"/>
                  </a:lnTo>
                  <a:lnTo>
                    <a:pt x="38197" y="53155"/>
                  </a:lnTo>
                  <a:lnTo>
                    <a:pt x="36065" y="50333"/>
                  </a:lnTo>
                  <a:lnTo>
                    <a:pt x="35290" y="47118"/>
                  </a:lnTo>
                  <a:lnTo>
                    <a:pt x="30492" y="49988"/>
                  </a:lnTo>
                  <a:lnTo>
                    <a:pt x="29808" y="54513"/>
                  </a:lnTo>
                  <a:lnTo>
                    <a:pt x="28360" y="56640"/>
                  </a:lnTo>
                  <a:lnTo>
                    <a:pt x="25829" y="57440"/>
                  </a:lnTo>
                  <a:lnTo>
                    <a:pt x="24024" y="56769"/>
                  </a:lnTo>
                  <a:lnTo>
                    <a:pt x="16437" y="50874"/>
                  </a:lnTo>
                  <a:lnTo>
                    <a:pt x="15765" y="48193"/>
                  </a:lnTo>
                  <a:lnTo>
                    <a:pt x="13340" y="44346"/>
                  </a:lnTo>
                  <a:lnTo>
                    <a:pt x="5781" y="43907"/>
                  </a:lnTo>
                  <a:lnTo>
                    <a:pt x="8042" y="42995"/>
                  </a:lnTo>
                  <a:lnTo>
                    <a:pt x="8802" y="40431"/>
                  </a:lnTo>
                  <a:lnTo>
                    <a:pt x="7783" y="39066"/>
                  </a:lnTo>
                  <a:lnTo>
                    <a:pt x="3640" y="39780"/>
                  </a:lnTo>
                  <a:lnTo>
                    <a:pt x="1113" y="37134"/>
                  </a:lnTo>
                  <a:lnTo>
                    <a:pt x="0" y="36517"/>
                  </a:lnTo>
                  <a:lnTo>
                    <a:pt x="4212" y="35103"/>
                  </a:lnTo>
                  <a:lnTo>
                    <a:pt x="5264" y="31238"/>
                  </a:lnTo>
                  <a:lnTo>
                    <a:pt x="4991" y="27503"/>
                  </a:lnTo>
                  <a:lnTo>
                    <a:pt x="8230" y="19605"/>
                  </a:lnTo>
                  <a:lnTo>
                    <a:pt x="12106" y="16250"/>
                  </a:lnTo>
                  <a:lnTo>
                    <a:pt x="14815" y="15844"/>
                  </a:lnTo>
                  <a:lnTo>
                    <a:pt x="16435" y="17260"/>
                  </a:lnTo>
                  <a:lnTo>
                    <a:pt x="16507" y="15349"/>
                  </a:lnTo>
                  <a:lnTo>
                    <a:pt x="15498" y="14487"/>
                  </a:lnTo>
                  <a:lnTo>
                    <a:pt x="11766" y="13553"/>
                  </a:lnTo>
                  <a:lnTo>
                    <a:pt x="11554" y="9335"/>
                  </a:lnTo>
                  <a:lnTo>
                    <a:pt x="12071" y="8173"/>
                  </a:lnTo>
                  <a:lnTo>
                    <a:pt x="17429" y="7557"/>
                  </a:lnTo>
                  <a:lnTo>
                    <a:pt x="19992" y="10023"/>
                  </a:lnTo>
                  <a:lnTo>
                    <a:pt x="22533" y="5451"/>
                  </a:lnTo>
                  <a:lnTo>
                    <a:pt x="24027" y="1999"/>
                  </a:lnTo>
                  <a:lnTo>
                    <a:pt x="2597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h3678"/>
            <p:cNvSpPr/>
            <p:nvPr/>
          </p:nvSpPr>
          <p:spPr>
            <a:xfrm>
              <a:off x="6024603" y="2313659"/>
              <a:ext cx="113021" cy="74711"/>
            </a:xfrm>
            <a:custGeom>
              <a:avLst/>
              <a:pathLst>
                <a:path w="113021" h="74711">
                  <a:moveTo>
                    <a:pt x="84459" y="1386"/>
                  </a:moveTo>
                  <a:lnTo>
                    <a:pt x="82276" y="7270"/>
                  </a:lnTo>
                  <a:lnTo>
                    <a:pt x="83515" y="11526"/>
                  </a:lnTo>
                  <a:lnTo>
                    <a:pt x="85332" y="12093"/>
                  </a:lnTo>
                  <a:lnTo>
                    <a:pt x="86096" y="17659"/>
                  </a:lnTo>
                  <a:lnTo>
                    <a:pt x="92805" y="20562"/>
                  </a:lnTo>
                  <a:lnTo>
                    <a:pt x="100378" y="20950"/>
                  </a:lnTo>
                  <a:lnTo>
                    <a:pt x="98524" y="25166"/>
                  </a:lnTo>
                  <a:lnTo>
                    <a:pt x="98317" y="29117"/>
                  </a:lnTo>
                  <a:lnTo>
                    <a:pt x="98265" y="32054"/>
                  </a:lnTo>
                  <a:lnTo>
                    <a:pt x="98806" y="32818"/>
                  </a:lnTo>
                  <a:lnTo>
                    <a:pt x="100037" y="32854"/>
                  </a:lnTo>
                  <a:lnTo>
                    <a:pt x="103206" y="36855"/>
                  </a:lnTo>
                  <a:lnTo>
                    <a:pt x="105434" y="34907"/>
                  </a:lnTo>
                  <a:lnTo>
                    <a:pt x="106510" y="40445"/>
                  </a:lnTo>
                  <a:lnTo>
                    <a:pt x="103891" y="43717"/>
                  </a:lnTo>
                  <a:lnTo>
                    <a:pt x="106054" y="47306"/>
                  </a:lnTo>
                  <a:lnTo>
                    <a:pt x="112968" y="48954"/>
                  </a:lnTo>
                  <a:lnTo>
                    <a:pt x="113021" y="49906"/>
                  </a:lnTo>
                  <a:lnTo>
                    <a:pt x="111464" y="51559"/>
                  </a:lnTo>
                  <a:lnTo>
                    <a:pt x="110161" y="51014"/>
                  </a:lnTo>
                  <a:lnTo>
                    <a:pt x="108355" y="51621"/>
                  </a:lnTo>
                  <a:lnTo>
                    <a:pt x="104157" y="55339"/>
                  </a:lnTo>
                  <a:lnTo>
                    <a:pt x="102562" y="54345"/>
                  </a:lnTo>
                  <a:lnTo>
                    <a:pt x="99955" y="57238"/>
                  </a:lnTo>
                  <a:lnTo>
                    <a:pt x="97715" y="62079"/>
                  </a:lnTo>
                  <a:lnTo>
                    <a:pt x="92343" y="62249"/>
                  </a:lnTo>
                  <a:lnTo>
                    <a:pt x="87942" y="64546"/>
                  </a:lnTo>
                  <a:lnTo>
                    <a:pt x="84386" y="64567"/>
                  </a:lnTo>
                  <a:lnTo>
                    <a:pt x="83721" y="63890"/>
                  </a:lnTo>
                  <a:lnTo>
                    <a:pt x="80428" y="63362"/>
                  </a:lnTo>
                  <a:lnTo>
                    <a:pt x="75296" y="64343"/>
                  </a:lnTo>
                  <a:lnTo>
                    <a:pt x="72379" y="69215"/>
                  </a:lnTo>
                  <a:lnTo>
                    <a:pt x="72900" y="74711"/>
                  </a:lnTo>
                  <a:lnTo>
                    <a:pt x="68581" y="74687"/>
                  </a:lnTo>
                  <a:lnTo>
                    <a:pt x="67131" y="67883"/>
                  </a:lnTo>
                  <a:lnTo>
                    <a:pt x="64713" y="65356"/>
                  </a:lnTo>
                  <a:lnTo>
                    <a:pt x="65068" y="62490"/>
                  </a:lnTo>
                  <a:lnTo>
                    <a:pt x="66214" y="60720"/>
                  </a:lnTo>
                  <a:lnTo>
                    <a:pt x="65193" y="59954"/>
                  </a:lnTo>
                  <a:lnTo>
                    <a:pt x="59350" y="59399"/>
                  </a:lnTo>
                  <a:lnTo>
                    <a:pt x="52372" y="61212"/>
                  </a:lnTo>
                  <a:lnTo>
                    <a:pt x="48561" y="57550"/>
                  </a:lnTo>
                  <a:lnTo>
                    <a:pt x="42470" y="49842"/>
                  </a:lnTo>
                  <a:lnTo>
                    <a:pt x="37054" y="49033"/>
                  </a:lnTo>
                  <a:lnTo>
                    <a:pt x="37420" y="50441"/>
                  </a:lnTo>
                  <a:lnTo>
                    <a:pt x="36854" y="52645"/>
                  </a:lnTo>
                  <a:lnTo>
                    <a:pt x="34535" y="54113"/>
                  </a:lnTo>
                  <a:lnTo>
                    <a:pt x="31305" y="54809"/>
                  </a:lnTo>
                  <a:lnTo>
                    <a:pt x="30748" y="56027"/>
                  </a:lnTo>
                  <a:lnTo>
                    <a:pt x="32840" y="58108"/>
                  </a:lnTo>
                  <a:lnTo>
                    <a:pt x="35260" y="58735"/>
                  </a:lnTo>
                  <a:lnTo>
                    <a:pt x="37993" y="61345"/>
                  </a:lnTo>
                  <a:lnTo>
                    <a:pt x="38675" y="64028"/>
                  </a:lnTo>
                  <a:lnTo>
                    <a:pt x="36087" y="63600"/>
                  </a:lnTo>
                  <a:lnTo>
                    <a:pt x="34243" y="59382"/>
                  </a:lnTo>
                  <a:lnTo>
                    <a:pt x="27765" y="60304"/>
                  </a:lnTo>
                  <a:lnTo>
                    <a:pt x="27143" y="63770"/>
                  </a:lnTo>
                  <a:lnTo>
                    <a:pt x="3554" y="52972"/>
                  </a:lnTo>
                  <a:lnTo>
                    <a:pt x="6335" y="50158"/>
                  </a:lnTo>
                  <a:lnTo>
                    <a:pt x="7128" y="45584"/>
                  </a:lnTo>
                  <a:lnTo>
                    <a:pt x="3740" y="38856"/>
                  </a:lnTo>
                  <a:lnTo>
                    <a:pt x="0" y="36183"/>
                  </a:lnTo>
                  <a:lnTo>
                    <a:pt x="11175" y="35683"/>
                  </a:lnTo>
                  <a:lnTo>
                    <a:pt x="10352" y="30754"/>
                  </a:lnTo>
                  <a:lnTo>
                    <a:pt x="16764" y="21801"/>
                  </a:lnTo>
                  <a:lnTo>
                    <a:pt x="17755" y="26014"/>
                  </a:lnTo>
                  <a:lnTo>
                    <a:pt x="21285" y="23632"/>
                  </a:lnTo>
                  <a:lnTo>
                    <a:pt x="24938" y="25181"/>
                  </a:lnTo>
                  <a:lnTo>
                    <a:pt x="35383" y="19538"/>
                  </a:lnTo>
                  <a:lnTo>
                    <a:pt x="40896" y="26572"/>
                  </a:lnTo>
                  <a:lnTo>
                    <a:pt x="49247" y="33499"/>
                  </a:lnTo>
                  <a:lnTo>
                    <a:pt x="50900" y="31890"/>
                  </a:lnTo>
                  <a:lnTo>
                    <a:pt x="49149" y="27435"/>
                  </a:lnTo>
                  <a:lnTo>
                    <a:pt x="51032" y="26226"/>
                  </a:lnTo>
                  <a:lnTo>
                    <a:pt x="52496" y="30276"/>
                  </a:lnTo>
                  <a:lnTo>
                    <a:pt x="64100" y="18735"/>
                  </a:lnTo>
                  <a:lnTo>
                    <a:pt x="61539" y="19672"/>
                  </a:lnTo>
                  <a:lnTo>
                    <a:pt x="59069" y="14302"/>
                  </a:lnTo>
                  <a:lnTo>
                    <a:pt x="58367" y="10213"/>
                  </a:lnTo>
                  <a:lnTo>
                    <a:pt x="63650" y="5377"/>
                  </a:lnTo>
                  <a:lnTo>
                    <a:pt x="75946" y="1324"/>
                  </a:lnTo>
                  <a:lnTo>
                    <a:pt x="8389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h3679"/>
            <p:cNvSpPr/>
            <p:nvPr/>
          </p:nvSpPr>
          <p:spPr>
            <a:xfrm>
              <a:off x="6013643" y="2362692"/>
              <a:ext cx="160846" cy="122840"/>
            </a:xfrm>
            <a:custGeom>
              <a:avLst/>
              <a:pathLst>
                <a:path w="160846" h="122840">
                  <a:moveTo>
                    <a:pt x="53431" y="809"/>
                  </a:moveTo>
                  <a:lnTo>
                    <a:pt x="59522" y="8517"/>
                  </a:lnTo>
                  <a:lnTo>
                    <a:pt x="63332" y="12179"/>
                  </a:lnTo>
                  <a:lnTo>
                    <a:pt x="70311" y="10366"/>
                  </a:lnTo>
                  <a:lnTo>
                    <a:pt x="76153" y="10921"/>
                  </a:lnTo>
                  <a:lnTo>
                    <a:pt x="77174" y="11687"/>
                  </a:lnTo>
                  <a:lnTo>
                    <a:pt x="76029" y="13457"/>
                  </a:lnTo>
                  <a:lnTo>
                    <a:pt x="75673" y="16323"/>
                  </a:lnTo>
                  <a:lnTo>
                    <a:pt x="78092" y="18850"/>
                  </a:lnTo>
                  <a:lnTo>
                    <a:pt x="79541" y="25654"/>
                  </a:lnTo>
                  <a:lnTo>
                    <a:pt x="83861" y="25678"/>
                  </a:lnTo>
                  <a:lnTo>
                    <a:pt x="83340" y="20182"/>
                  </a:lnTo>
                  <a:lnTo>
                    <a:pt x="86257" y="15310"/>
                  </a:lnTo>
                  <a:lnTo>
                    <a:pt x="91388" y="14329"/>
                  </a:lnTo>
                  <a:lnTo>
                    <a:pt x="94682" y="14857"/>
                  </a:lnTo>
                  <a:lnTo>
                    <a:pt x="95346" y="15534"/>
                  </a:lnTo>
                  <a:lnTo>
                    <a:pt x="98903" y="15513"/>
                  </a:lnTo>
                  <a:lnTo>
                    <a:pt x="103304" y="13216"/>
                  </a:lnTo>
                  <a:lnTo>
                    <a:pt x="108676" y="13046"/>
                  </a:lnTo>
                  <a:lnTo>
                    <a:pt x="110916" y="8205"/>
                  </a:lnTo>
                  <a:lnTo>
                    <a:pt x="112739" y="8640"/>
                  </a:lnTo>
                  <a:lnTo>
                    <a:pt x="114052" y="10855"/>
                  </a:lnTo>
                  <a:lnTo>
                    <a:pt x="114982" y="11196"/>
                  </a:lnTo>
                  <a:lnTo>
                    <a:pt x="118149" y="10321"/>
                  </a:lnTo>
                  <a:lnTo>
                    <a:pt x="121757" y="7624"/>
                  </a:lnTo>
                  <a:lnTo>
                    <a:pt x="133137" y="8802"/>
                  </a:lnTo>
                  <a:lnTo>
                    <a:pt x="137598" y="17055"/>
                  </a:lnTo>
                  <a:lnTo>
                    <a:pt x="138784" y="18163"/>
                  </a:lnTo>
                  <a:lnTo>
                    <a:pt x="139784" y="15475"/>
                  </a:lnTo>
                  <a:lnTo>
                    <a:pt x="143585" y="18039"/>
                  </a:lnTo>
                  <a:lnTo>
                    <a:pt x="143764" y="16797"/>
                  </a:lnTo>
                  <a:lnTo>
                    <a:pt x="145387" y="14211"/>
                  </a:lnTo>
                  <a:lnTo>
                    <a:pt x="152425" y="15683"/>
                  </a:lnTo>
                  <a:lnTo>
                    <a:pt x="154194" y="15121"/>
                  </a:lnTo>
                  <a:lnTo>
                    <a:pt x="155399" y="27072"/>
                  </a:lnTo>
                  <a:lnTo>
                    <a:pt x="157460" y="30095"/>
                  </a:lnTo>
                  <a:lnTo>
                    <a:pt x="155308" y="32591"/>
                  </a:lnTo>
                  <a:lnTo>
                    <a:pt x="160681" y="36946"/>
                  </a:lnTo>
                  <a:lnTo>
                    <a:pt x="160846" y="38254"/>
                  </a:lnTo>
                  <a:lnTo>
                    <a:pt x="159786" y="39507"/>
                  </a:lnTo>
                  <a:lnTo>
                    <a:pt x="155945" y="39874"/>
                  </a:lnTo>
                  <a:lnTo>
                    <a:pt x="150113" y="43188"/>
                  </a:lnTo>
                  <a:lnTo>
                    <a:pt x="146624" y="46993"/>
                  </a:lnTo>
                  <a:lnTo>
                    <a:pt x="144638" y="48180"/>
                  </a:lnTo>
                  <a:lnTo>
                    <a:pt x="143410" y="45478"/>
                  </a:lnTo>
                  <a:lnTo>
                    <a:pt x="141709" y="44236"/>
                  </a:lnTo>
                  <a:lnTo>
                    <a:pt x="140226" y="44481"/>
                  </a:lnTo>
                  <a:lnTo>
                    <a:pt x="135913" y="52037"/>
                  </a:lnTo>
                  <a:lnTo>
                    <a:pt x="136385" y="56648"/>
                  </a:lnTo>
                  <a:lnTo>
                    <a:pt x="129115" y="58777"/>
                  </a:lnTo>
                  <a:lnTo>
                    <a:pt x="127946" y="62683"/>
                  </a:lnTo>
                  <a:lnTo>
                    <a:pt x="128619" y="71259"/>
                  </a:lnTo>
                  <a:lnTo>
                    <a:pt x="126366" y="79899"/>
                  </a:lnTo>
                  <a:lnTo>
                    <a:pt x="126184" y="80697"/>
                  </a:lnTo>
                  <a:lnTo>
                    <a:pt x="118731" y="82170"/>
                  </a:lnTo>
                  <a:lnTo>
                    <a:pt x="115377" y="81306"/>
                  </a:lnTo>
                  <a:lnTo>
                    <a:pt x="112412" y="79271"/>
                  </a:lnTo>
                  <a:lnTo>
                    <a:pt x="111740" y="82808"/>
                  </a:lnTo>
                  <a:lnTo>
                    <a:pt x="115478" y="86919"/>
                  </a:lnTo>
                  <a:lnTo>
                    <a:pt x="119425" y="89908"/>
                  </a:lnTo>
                  <a:lnTo>
                    <a:pt x="122905" y="88629"/>
                  </a:lnTo>
                  <a:lnTo>
                    <a:pt x="124930" y="89184"/>
                  </a:lnTo>
                  <a:lnTo>
                    <a:pt x="125857" y="90311"/>
                  </a:lnTo>
                  <a:lnTo>
                    <a:pt x="126294" y="91922"/>
                  </a:lnTo>
                  <a:lnTo>
                    <a:pt x="122275" y="94188"/>
                  </a:lnTo>
                  <a:lnTo>
                    <a:pt x="119950" y="92289"/>
                  </a:lnTo>
                  <a:lnTo>
                    <a:pt x="117713" y="92491"/>
                  </a:lnTo>
                  <a:lnTo>
                    <a:pt x="116268" y="94856"/>
                  </a:lnTo>
                  <a:lnTo>
                    <a:pt x="117425" y="97216"/>
                  </a:lnTo>
                  <a:lnTo>
                    <a:pt x="122225" y="97258"/>
                  </a:lnTo>
                  <a:lnTo>
                    <a:pt x="122349" y="98400"/>
                  </a:lnTo>
                  <a:lnTo>
                    <a:pt x="120261" y="98892"/>
                  </a:lnTo>
                  <a:lnTo>
                    <a:pt x="113545" y="98638"/>
                  </a:lnTo>
                  <a:lnTo>
                    <a:pt x="114582" y="96176"/>
                  </a:lnTo>
                  <a:lnTo>
                    <a:pt x="114003" y="95137"/>
                  </a:lnTo>
                  <a:lnTo>
                    <a:pt x="108573" y="104673"/>
                  </a:lnTo>
                  <a:lnTo>
                    <a:pt x="105694" y="102352"/>
                  </a:lnTo>
                  <a:lnTo>
                    <a:pt x="97673" y="107095"/>
                  </a:lnTo>
                  <a:lnTo>
                    <a:pt x="99749" y="109246"/>
                  </a:lnTo>
                  <a:lnTo>
                    <a:pt x="99459" y="111310"/>
                  </a:lnTo>
                  <a:lnTo>
                    <a:pt x="97106" y="113498"/>
                  </a:lnTo>
                  <a:lnTo>
                    <a:pt x="91159" y="109650"/>
                  </a:lnTo>
                  <a:lnTo>
                    <a:pt x="90982" y="112499"/>
                  </a:lnTo>
                  <a:lnTo>
                    <a:pt x="81848" y="112635"/>
                  </a:lnTo>
                  <a:lnTo>
                    <a:pt x="81939" y="122840"/>
                  </a:lnTo>
                  <a:lnTo>
                    <a:pt x="79526" y="121904"/>
                  </a:lnTo>
                  <a:lnTo>
                    <a:pt x="80685" y="113015"/>
                  </a:lnTo>
                  <a:lnTo>
                    <a:pt x="78950" y="112732"/>
                  </a:lnTo>
                  <a:lnTo>
                    <a:pt x="76534" y="110910"/>
                  </a:lnTo>
                  <a:lnTo>
                    <a:pt x="77875" y="104944"/>
                  </a:lnTo>
                  <a:lnTo>
                    <a:pt x="72247" y="105834"/>
                  </a:lnTo>
                  <a:lnTo>
                    <a:pt x="61302" y="110051"/>
                  </a:lnTo>
                  <a:lnTo>
                    <a:pt x="46091" y="101649"/>
                  </a:lnTo>
                  <a:lnTo>
                    <a:pt x="45957" y="104398"/>
                  </a:lnTo>
                  <a:lnTo>
                    <a:pt x="43065" y="106092"/>
                  </a:lnTo>
                  <a:lnTo>
                    <a:pt x="39877" y="103345"/>
                  </a:lnTo>
                  <a:lnTo>
                    <a:pt x="40442" y="101684"/>
                  </a:lnTo>
                  <a:lnTo>
                    <a:pt x="38355" y="100032"/>
                  </a:lnTo>
                  <a:lnTo>
                    <a:pt x="35353" y="101188"/>
                  </a:lnTo>
                  <a:lnTo>
                    <a:pt x="34766" y="103519"/>
                  </a:lnTo>
                  <a:lnTo>
                    <a:pt x="31354" y="102516"/>
                  </a:lnTo>
                  <a:lnTo>
                    <a:pt x="32527" y="95615"/>
                  </a:lnTo>
                  <a:lnTo>
                    <a:pt x="31602" y="87144"/>
                  </a:lnTo>
                  <a:lnTo>
                    <a:pt x="36218" y="78846"/>
                  </a:lnTo>
                  <a:lnTo>
                    <a:pt x="32627" y="69301"/>
                  </a:lnTo>
                  <a:lnTo>
                    <a:pt x="30653" y="66997"/>
                  </a:lnTo>
                  <a:lnTo>
                    <a:pt x="27000" y="66229"/>
                  </a:lnTo>
                  <a:lnTo>
                    <a:pt x="20638" y="66583"/>
                  </a:lnTo>
                  <a:lnTo>
                    <a:pt x="15216" y="60829"/>
                  </a:lnTo>
                  <a:lnTo>
                    <a:pt x="0" y="53219"/>
                  </a:lnTo>
                  <a:lnTo>
                    <a:pt x="370" y="48278"/>
                  </a:lnTo>
                  <a:lnTo>
                    <a:pt x="1781" y="45567"/>
                  </a:lnTo>
                  <a:lnTo>
                    <a:pt x="5951" y="41123"/>
                  </a:lnTo>
                  <a:lnTo>
                    <a:pt x="9102" y="40368"/>
                  </a:lnTo>
                  <a:lnTo>
                    <a:pt x="11049" y="33859"/>
                  </a:lnTo>
                  <a:lnTo>
                    <a:pt x="16882" y="30148"/>
                  </a:lnTo>
                  <a:lnTo>
                    <a:pt x="18085" y="27829"/>
                  </a:lnTo>
                  <a:lnTo>
                    <a:pt x="15355" y="28416"/>
                  </a:lnTo>
                  <a:lnTo>
                    <a:pt x="22392" y="24112"/>
                  </a:lnTo>
                  <a:lnTo>
                    <a:pt x="26408" y="23688"/>
                  </a:lnTo>
                  <a:lnTo>
                    <a:pt x="29566" y="24688"/>
                  </a:lnTo>
                  <a:lnTo>
                    <a:pt x="36383" y="22807"/>
                  </a:lnTo>
                  <a:lnTo>
                    <a:pt x="38104" y="14737"/>
                  </a:lnTo>
                  <a:lnTo>
                    <a:pt x="38726" y="11271"/>
                  </a:lnTo>
                  <a:lnTo>
                    <a:pt x="45204" y="10349"/>
                  </a:lnTo>
                  <a:lnTo>
                    <a:pt x="47048" y="14567"/>
                  </a:lnTo>
                  <a:lnTo>
                    <a:pt x="49636" y="14995"/>
                  </a:lnTo>
                  <a:lnTo>
                    <a:pt x="48953" y="12312"/>
                  </a:lnTo>
                  <a:lnTo>
                    <a:pt x="46221" y="9702"/>
                  </a:lnTo>
                  <a:lnTo>
                    <a:pt x="43800" y="9075"/>
                  </a:lnTo>
                  <a:lnTo>
                    <a:pt x="41709" y="6994"/>
                  </a:lnTo>
                  <a:lnTo>
                    <a:pt x="42266" y="5776"/>
                  </a:lnTo>
                  <a:lnTo>
                    <a:pt x="45496" y="5080"/>
                  </a:lnTo>
                  <a:lnTo>
                    <a:pt x="47815" y="3612"/>
                  </a:lnTo>
                  <a:lnTo>
                    <a:pt x="48381" y="1408"/>
                  </a:lnTo>
                  <a:lnTo>
                    <a:pt x="480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h3680"/>
            <p:cNvSpPr/>
            <p:nvPr/>
          </p:nvSpPr>
          <p:spPr>
            <a:xfrm>
              <a:off x="5868075" y="2240681"/>
              <a:ext cx="84490" cy="37610"/>
            </a:xfrm>
            <a:custGeom>
              <a:avLst/>
              <a:pathLst>
                <a:path w="84490" h="37610">
                  <a:moveTo>
                    <a:pt x="23561" y="2940"/>
                  </a:moveTo>
                  <a:lnTo>
                    <a:pt x="30709" y="1585"/>
                  </a:lnTo>
                  <a:lnTo>
                    <a:pt x="44066" y="2503"/>
                  </a:lnTo>
                  <a:lnTo>
                    <a:pt x="55364" y="7739"/>
                  </a:lnTo>
                  <a:lnTo>
                    <a:pt x="58939" y="11430"/>
                  </a:lnTo>
                  <a:lnTo>
                    <a:pt x="63588" y="14646"/>
                  </a:lnTo>
                  <a:lnTo>
                    <a:pt x="66889" y="14735"/>
                  </a:lnTo>
                  <a:lnTo>
                    <a:pt x="75038" y="12851"/>
                  </a:lnTo>
                  <a:lnTo>
                    <a:pt x="80345" y="13928"/>
                  </a:lnTo>
                  <a:lnTo>
                    <a:pt x="83260" y="16825"/>
                  </a:lnTo>
                  <a:lnTo>
                    <a:pt x="84490" y="20984"/>
                  </a:lnTo>
                  <a:lnTo>
                    <a:pt x="83395" y="23833"/>
                  </a:lnTo>
                  <a:lnTo>
                    <a:pt x="81027" y="26606"/>
                  </a:lnTo>
                  <a:lnTo>
                    <a:pt x="79891" y="24569"/>
                  </a:lnTo>
                  <a:lnTo>
                    <a:pt x="75181" y="24447"/>
                  </a:lnTo>
                  <a:lnTo>
                    <a:pt x="75568" y="26084"/>
                  </a:lnTo>
                  <a:lnTo>
                    <a:pt x="78883" y="25996"/>
                  </a:lnTo>
                  <a:lnTo>
                    <a:pt x="79159" y="27918"/>
                  </a:lnTo>
                  <a:lnTo>
                    <a:pt x="73357" y="30199"/>
                  </a:lnTo>
                  <a:lnTo>
                    <a:pt x="74779" y="35077"/>
                  </a:lnTo>
                  <a:lnTo>
                    <a:pt x="73157" y="37610"/>
                  </a:lnTo>
                  <a:lnTo>
                    <a:pt x="69876" y="31894"/>
                  </a:lnTo>
                  <a:lnTo>
                    <a:pt x="66646" y="28505"/>
                  </a:lnTo>
                  <a:lnTo>
                    <a:pt x="71854" y="26953"/>
                  </a:lnTo>
                  <a:lnTo>
                    <a:pt x="62524" y="28432"/>
                  </a:lnTo>
                  <a:lnTo>
                    <a:pt x="64708" y="29067"/>
                  </a:lnTo>
                  <a:lnTo>
                    <a:pt x="64906" y="32727"/>
                  </a:lnTo>
                  <a:lnTo>
                    <a:pt x="62121" y="34710"/>
                  </a:lnTo>
                  <a:lnTo>
                    <a:pt x="55995" y="32418"/>
                  </a:lnTo>
                  <a:lnTo>
                    <a:pt x="58992" y="30318"/>
                  </a:lnTo>
                  <a:lnTo>
                    <a:pt x="54063" y="28033"/>
                  </a:lnTo>
                  <a:lnTo>
                    <a:pt x="51269" y="29357"/>
                  </a:lnTo>
                  <a:lnTo>
                    <a:pt x="39287" y="29307"/>
                  </a:lnTo>
                  <a:lnTo>
                    <a:pt x="34417" y="31410"/>
                  </a:lnTo>
                  <a:lnTo>
                    <a:pt x="31764" y="30517"/>
                  </a:lnTo>
                  <a:lnTo>
                    <a:pt x="26185" y="34622"/>
                  </a:lnTo>
                  <a:lnTo>
                    <a:pt x="25703" y="35762"/>
                  </a:lnTo>
                  <a:lnTo>
                    <a:pt x="21110" y="32784"/>
                  </a:lnTo>
                  <a:lnTo>
                    <a:pt x="12548" y="36565"/>
                  </a:lnTo>
                  <a:lnTo>
                    <a:pt x="8908" y="37328"/>
                  </a:lnTo>
                  <a:lnTo>
                    <a:pt x="6467" y="32412"/>
                  </a:lnTo>
                  <a:lnTo>
                    <a:pt x="10034" y="29670"/>
                  </a:lnTo>
                  <a:lnTo>
                    <a:pt x="10723" y="27036"/>
                  </a:lnTo>
                  <a:lnTo>
                    <a:pt x="6718" y="21567"/>
                  </a:lnTo>
                  <a:lnTo>
                    <a:pt x="978" y="17488"/>
                  </a:lnTo>
                  <a:lnTo>
                    <a:pt x="0" y="14535"/>
                  </a:lnTo>
                  <a:lnTo>
                    <a:pt x="6117" y="12584"/>
                  </a:lnTo>
                  <a:lnTo>
                    <a:pt x="9414" y="8420"/>
                  </a:lnTo>
                  <a:lnTo>
                    <a:pt x="190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h3681"/>
            <p:cNvSpPr/>
            <p:nvPr/>
          </p:nvSpPr>
          <p:spPr>
            <a:xfrm>
              <a:off x="6143871" y="2451150"/>
              <a:ext cx="64537" cy="67582"/>
            </a:xfrm>
            <a:custGeom>
              <a:avLst/>
              <a:pathLst>
                <a:path w="64537" h="67582">
                  <a:moveTo>
                    <a:pt x="57319" y="2561"/>
                  </a:moveTo>
                  <a:lnTo>
                    <a:pt x="64537" y="3013"/>
                  </a:lnTo>
                  <a:lnTo>
                    <a:pt x="63546" y="8435"/>
                  </a:lnTo>
                  <a:lnTo>
                    <a:pt x="61575" y="10456"/>
                  </a:lnTo>
                  <a:lnTo>
                    <a:pt x="57467" y="7261"/>
                  </a:lnTo>
                  <a:lnTo>
                    <a:pt x="54356" y="8542"/>
                  </a:lnTo>
                  <a:lnTo>
                    <a:pt x="54148" y="10608"/>
                  </a:lnTo>
                  <a:lnTo>
                    <a:pt x="53741" y="12897"/>
                  </a:lnTo>
                  <a:lnTo>
                    <a:pt x="52926" y="13759"/>
                  </a:lnTo>
                  <a:lnTo>
                    <a:pt x="33517" y="27923"/>
                  </a:lnTo>
                  <a:lnTo>
                    <a:pt x="28267" y="41201"/>
                  </a:lnTo>
                  <a:lnTo>
                    <a:pt x="27859" y="45238"/>
                  </a:lnTo>
                  <a:lnTo>
                    <a:pt x="26015" y="61258"/>
                  </a:lnTo>
                  <a:lnTo>
                    <a:pt x="21181" y="67582"/>
                  </a:lnTo>
                  <a:lnTo>
                    <a:pt x="20871" y="63392"/>
                  </a:lnTo>
                  <a:lnTo>
                    <a:pt x="19154" y="64203"/>
                  </a:lnTo>
                  <a:lnTo>
                    <a:pt x="14128" y="64023"/>
                  </a:lnTo>
                  <a:lnTo>
                    <a:pt x="11906" y="62061"/>
                  </a:lnTo>
                  <a:lnTo>
                    <a:pt x="10592" y="61942"/>
                  </a:lnTo>
                  <a:lnTo>
                    <a:pt x="7742" y="64603"/>
                  </a:lnTo>
                  <a:lnTo>
                    <a:pt x="5982" y="64877"/>
                  </a:lnTo>
                  <a:lnTo>
                    <a:pt x="2539" y="62709"/>
                  </a:lnTo>
                  <a:lnTo>
                    <a:pt x="0" y="58540"/>
                  </a:lnTo>
                  <a:lnTo>
                    <a:pt x="360" y="55583"/>
                  </a:lnTo>
                  <a:lnTo>
                    <a:pt x="3264" y="47006"/>
                  </a:lnTo>
                  <a:lnTo>
                    <a:pt x="6660" y="46152"/>
                  </a:lnTo>
                  <a:lnTo>
                    <a:pt x="7911" y="44931"/>
                  </a:lnTo>
                  <a:lnTo>
                    <a:pt x="9337" y="40664"/>
                  </a:lnTo>
                  <a:lnTo>
                    <a:pt x="9507" y="37392"/>
                  </a:lnTo>
                  <a:lnTo>
                    <a:pt x="8692" y="35217"/>
                  </a:lnTo>
                  <a:lnTo>
                    <a:pt x="5682" y="34360"/>
                  </a:lnTo>
                  <a:lnTo>
                    <a:pt x="3362" y="31608"/>
                  </a:lnTo>
                  <a:lnTo>
                    <a:pt x="8030" y="31544"/>
                  </a:lnTo>
                  <a:lnTo>
                    <a:pt x="6403" y="25432"/>
                  </a:lnTo>
                  <a:lnTo>
                    <a:pt x="8514" y="23163"/>
                  </a:lnTo>
                  <a:lnTo>
                    <a:pt x="11176" y="21720"/>
                  </a:lnTo>
                  <a:lnTo>
                    <a:pt x="10146" y="19300"/>
                  </a:lnTo>
                  <a:lnTo>
                    <a:pt x="7010" y="18268"/>
                  </a:lnTo>
                  <a:lnTo>
                    <a:pt x="6146" y="15249"/>
                  </a:lnTo>
                  <a:lnTo>
                    <a:pt x="6431" y="11665"/>
                  </a:lnTo>
                  <a:lnTo>
                    <a:pt x="2467" y="10084"/>
                  </a:lnTo>
                  <a:lnTo>
                    <a:pt x="2159" y="8730"/>
                  </a:lnTo>
                  <a:lnTo>
                    <a:pt x="9718" y="11572"/>
                  </a:lnTo>
                  <a:lnTo>
                    <a:pt x="10213" y="18233"/>
                  </a:lnTo>
                  <a:lnTo>
                    <a:pt x="14837" y="7784"/>
                  </a:lnTo>
                  <a:lnTo>
                    <a:pt x="18089" y="8138"/>
                  </a:lnTo>
                  <a:lnTo>
                    <a:pt x="20370" y="9803"/>
                  </a:lnTo>
                  <a:lnTo>
                    <a:pt x="27709" y="9206"/>
                  </a:lnTo>
                  <a:lnTo>
                    <a:pt x="25716" y="11417"/>
                  </a:lnTo>
                  <a:lnTo>
                    <a:pt x="30605" y="10965"/>
                  </a:lnTo>
                  <a:lnTo>
                    <a:pt x="32535" y="8472"/>
                  </a:lnTo>
                  <a:lnTo>
                    <a:pt x="36265" y="5952"/>
                  </a:lnTo>
                  <a:lnTo>
                    <a:pt x="38826" y="9936"/>
                  </a:lnTo>
                  <a:lnTo>
                    <a:pt x="37039" y="12577"/>
                  </a:lnTo>
                  <a:lnTo>
                    <a:pt x="38222" y="12674"/>
                  </a:lnTo>
                  <a:lnTo>
                    <a:pt x="40974" y="10460"/>
                  </a:lnTo>
                  <a:lnTo>
                    <a:pt x="40857" y="4063"/>
                  </a:lnTo>
                  <a:lnTo>
                    <a:pt x="44764" y="3616"/>
                  </a:lnTo>
                  <a:lnTo>
                    <a:pt x="5845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h3682"/>
            <p:cNvSpPr/>
            <p:nvPr/>
          </p:nvSpPr>
          <p:spPr>
            <a:xfrm>
              <a:off x="6185092" y="2087883"/>
              <a:ext cx="83440" cy="110709"/>
            </a:xfrm>
            <a:custGeom>
              <a:avLst/>
              <a:pathLst>
                <a:path w="83440" h="110709">
                  <a:moveTo>
                    <a:pt x="19725" y="88"/>
                  </a:moveTo>
                  <a:lnTo>
                    <a:pt x="37028" y="3738"/>
                  </a:lnTo>
                  <a:lnTo>
                    <a:pt x="41388" y="4477"/>
                  </a:lnTo>
                  <a:lnTo>
                    <a:pt x="43629" y="7709"/>
                  </a:lnTo>
                  <a:lnTo>
                    <a:pt x="67181" y="16992"/>
                  </a:lnTo>
                  <a:lnTo>
                    <a:pt x="71637" y="18748"/>
                  </a:lnTo>
                  <a:lnTo>
                    <a:pt x="77518" y="47451"/>
                  </a:lnTo>
                  <a:lnTo>
                    <a:pt x="83440" y="56678"/>
                  </a:lnTo>
                  <a:lnTo>
                    <a:pt x="73658" y="73534"/>
                  </a:lnTo>
                  <a:lnTo>
                    <a:pt x="73779" y="105131"/>
                  </a:lnTo>
                  <a:lnTo>
                    <a:pt x="70862" y="107388"/>
                  </a:lnTo>
                  <a:lnTo>
                    <a:pt x="68912" y="107500"/>
                  </a:lnTo>
                  <a:lnTo>
                    <a:pt x="67829" y="105308"/>
                  </a:lnTo>
                  <a:lnTo>
                    <a:pt x="63300" y="105900"/>
                  </a:lnTo>
                  <a:lnTo>
                    <a:pt x="66760" y="109971"/>
                  </a:lnTo>
                  <a:lnTo>
                    <a:pt x="63916" y="110709"/>
                  </a:lnTo>
                  <a:lnTo>
                    <a:pt x="61492" y="107659"/>
                  </a:lnTo>
                  <a:lnTo>
                    <a:pt x="59163" y="107283"/>
                  </a:lnTo>
                  <a:lnTo>
                    <a:pt x="58845" y="110437"/>
                  </a:lnTo>
                  <a:lnTo>
                    <a:pt x="56411" y="110239"/>
                  </a:lnTo>
                  <a:lnTo>
                    <a:pt x="54761" y="106530"/>
                  </a:lnTo>
                  <a:lnTo>
                    <a:pt x="52612" y="106250"/>
                  </a:lnTo>
                  <a:lnTo>
                    <a:pt x="50328" y="104817"/>
                  </a:lnTo>
                  <a:lnTo>
                    <a:pt x="49774" y="103572"/>
                  </a:lnTo>
                  <a:lnTo>
                    <a:pt x="50156" y="102536"/>
                  </a:lnTo>
                  <a:lnTo>
                    <a:pt x="49416" y="100650"/>
                  </a:lnTo>
                  <a:lnTo>
                    <a:pt x="47302" y="99094"/>
                  </a:lnTo>
                  <a:lnTo>
                    <a:pt x="43560" y="101924"/>
                  </a:lnTo>
                  <a:lnTo>
                    <a:pt x="36001" y="80355"/>
                  </a:lnTo>
                  <a:lnTo>
                    <a:pt x="21372" y="64897"/>
                  </a:lnTo>
                  <a:lnTo>
                    <a:pt x="3203" y="42610"/>
                  </a:lnTo>
                  <a:lnTo>
                    <a:pt x="9247" y="37341"/>
                  </a:lnTo>
                  <a:lnTo>
                    <a:pt x="9146" y="31107"/>
                  </a:lnTo>
                  <a:lnTo>
                    <a:pt x="10449" y="25234"/>
                  </a:lnTo>
                  <a:lnTo>
                    <a:pt x="10195" y="23336"/>
                  </a:lnTo>
                  <a:lnTo>
                    <a:pt x="2847" y="22961"/>
                  </a:lnTo>
                  <a:lnTo>
                    <a:pt x="2047" y="21968"/>
                  </a:lnTo>
                  <a:lnTo>
                    <a:pt x="3060" y="18556"/>
                  </a:lnTo>
                  <a:lnTo>
                    <a:pt x="3047" y="14651"/>
                  </a:lnTo>
                  <a:lnTo>
                    <a:pt x="0" y="13082"/>
                  </a:lnTo>
                  <a:lnTo>
                    <a:pt x="1210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h3683"/>
            <p:cNvSpPr/>
            <p:nvPr/>
          </p:nvSpPr>
          <p:spPr>
            <a:xfrm>
              <a:off x="6190405" y="2205358"/>
              <a:ext cx="68948" cy="70830"/>
            </a:xfrm>
            <a:custGeom>
              <a:avLst/>
              <a:pathLst>
                <a:path w="68948" h="70830">
                  <a:moveTo>
                    <a:pt x="14568" y="64"/>
                  </a:moveTo>
                  <a:lnTo>
                    <a:pt x="17972" y="1190"/>
                  </a:lnTo>
                  <a:lnTo>
                    <a:pt x="29646" y="2594"/>
                  </a:lnTo>
                  <a:lnTo>
                    <a:pt x="31248" y="4194"/>
                  </a:lnTo>
                  <a:lnTo>
                    <a:pt x="36862" y="10650"/>
                  </a:lnTo>
                  <a:lnTo>
                    <a:pt x="39937" y="17382"/>
                  </a:lnTo>
                  <a:lnTo>
                    <a:pt x="42472" y="20549"/>
                  </a:lnTo>
                  <a:lnTo>
                    <a:pt x="44110" y="21802"/>
                  </a:lnTo>
                  <a:lnTo>
                    <a:pt x="45582" y="20419"/>
                  </a:lnTo>
                  <a:lnTo>
                    <a:pt x="46286" y="20828"/>
                  </a:lnTo>
                  <a:lnTo>
                    <a:pt x="52261" y="27766"/>
                  </a:lnTo>
                  <a:lnTo>
                    <a:pt x="63214" y="40242"/>
                  </a:lnTo>
                  <a:lnTo>
                    <a:pt x="65525" y="42422"/>
                  </a:lnTo>
                  <a:lnTo>
                    <a:pt x="68510" y="43201"/>
                  </a:lnTo>
                  <a:lnTo>
                    <a:pt x="68948" y="47821"/>
                  </a:lnTo>
                  <a:lnTo>
                    <a:pt x="67403" y="47613"/>
                  </a:lnTo>
                  <a:lnTo>
                    <a:pt x="65786" y="45163"/>
                  </a:lnTo>
                  <a:lnTo>
                    <a:pt x="60019" y="45002"/>
                  </a:lnTo>
                  <a:lnTo>
                    <a:pt x="55406" y="47112"/>
                  </a:lnTo>
                  <a:lnTo>
                    <a:pt x="53507" y="53311"/>
                  </a:lnTo>
                  <a:lnTo>
                    <a:pt x="51946" y="54746"/>
                  </a:lnTo>
                  <a:lnTo>
                    <a:pt x="50574" y="58914"/>
                  </a:lnTo>
                  <a:lnTo>
                    <a:pt x="50244" y="63198"/>
                  </a:lnTo>
                  <a:lnTo>
                    <a:pt x="47835" y="65384"/>
                  </a:lnTo>
                  <a:lnTo>
                    <a:pt x="39178" y="68455"/>
                  </a:lnTo>
                  <a:lnTo>
                    <a:pt x="27669" y="70830"/>
                  </a:lnTo>
                  <a:lnTo>
                    <a:pt x="23660" y="68639"/>
                  </a:lnTo>
                  <a:lnTo>
                    <a:pt x="21133" y="59343"/>
                  </a:lnTo>
                  <a:lnTo>
                    <a:pt x="16417" y="49775"/>
                  </a:lnTo>
                  <a:lnTo>
                    <a:pt x="19686" y="44751"/>
                  </a:lnTo>
                  <a:lnTo>
                    <a:pt x="13819" y="36506"/>
                  </a:lnTo>
                  <a:lnTo>
                    <a:pt x="7974" y="37482"/>
                  </a:lnTo>
                  <a:lnTo>
                    <a:pt x="7715" y="35143"/>
                  </a:lnTo>
                  <a:lnTo>
                    <a:pt x="2901" y="36722"/>
                  </a:lnTo>
                  <a:lnTo>
                    <a:pt x="633" y="31034"/>
                  </a:lnTo>
                  <a:lnTo>
                    <a:pt x="0" y="25806"/>
                  </a:lnTo>
                  <a:lnTo>
                    <a:pt x="4359" y="32778"/>
                  </a:lnTo>
                  <a:lnTo>
                    <a:pt x="8956" y="34904"/>
                  </a:lnTo>
                  <a:lnTo>
                    <a:pt x="12230" y="34272"/>
                  </a:lnTo>
                  <a:lnTo>
                    <a:pt x="9755" y="27017"/>
                  </a:lnTo>
                  <a:lnTo>
                    <a:pt x="13143" y="27208"/>
                  </a:lnTo>
                  <a:lnTo>
                    <a:pt x="12517" y="25547"/>
                  </a:lnTo>
                  <a:lnTo>
                    <a:pt x="12131" y="24630"/>
                  </a:lnTo>
                  <a:lnTo>
                    <a:pt x="6902" y="24346"/>
                  </a:lnTo>
                  <a:lnTo>
                    <a:pt x="7462" y="17063"/>
                  </a:lnTo>
                  <a:lnTo>
                    <a:pt x="8694" y="16635"/>
                  </a:lnTo>
                  <a:lnTo>
                    <a:pt x="3753" y="9383"/>
                  </a:lnTo>
                  <a:lnTo>
                    <a:pt x="2737" y="9937"/>
                  </a:lnTo>
                  <a:lnTo>
                    <a:pt x="1544" y="7290"/>
                  </a:lnTo>
                  <a:lnTo>
                    <a:pt x="1482" y="6136"/>
                  </a:lnTo>
                  <a:lnTo>
                    <a:pt x="5815" y="4648"/>
                  </a:lnTo>
                  <a:lnTo>
                    <a:pt x="4465" y="1722"/>
                  </a:lnTo>
                  <a:lnTo>
                    <a:pt x="733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h3684"/>
            <p:cNvSpPr/>
            <p:nvPr/>
          </p:nvSpPr>
          <p:spPr>
            <a:xfrm>
              <a:off x="6064896" y="2441964"/>
              <a:ext cx="108154" cy="169261"/>
            </a:xfrm>
            <a:custGeom>
              <a:avLst/>
              <a:pathLst>
                <a:path w="108154" h="169261">
                  <a:moveTo>
                    <a:pt x="64124" y="2034"/>
                  </a:moveTo>
                  <a:lnTo>
                    <a:pt x="67478" y="2898"/>
                  </a:lnTo>
                  <a:lnTo>
                    <a:pt x="74931" y="1425"/>
                  </a:lnTo>
                  <a:lnTo>
                    <a:pt x="75113" y="627"/>
                  </a:lnTo>
                  <a:lnTo>
                    <a:pt x="77529" y="2408"/>
                  </a:lnTo>
                  <a:lnTo>
                    <a:pt x="83893" y="2348"/>
                  </a:lnTo>
                  <a:lnTo>
                    <a:pt x="87417" y="4547"/>
                  </a:lnTo>
                  <a:lnTo>
                    <a:pt x="90514" y="7667"/>
                  </a:lnTo>
                  <a:lnTo>
                    <a:pt x="90402" y="10897"/>
                  </a:lnTo>
                  <a:lnTo>
                    <a:pt x="89289" y="13248"/>
                  </a:lnTo>
                  <a:lnTo>
                    <a:pt x="89275" y="16868"/>
                  </a:lnTo>
                  <a:lnTo>
                    <a:pt x="93812" y="16970"/>
                  </a:lnTo>
                  <a:lnTo>
                    <a:pt x="89188" y="27418"/>
                  </a:lnTo>
                  <a:lnTo>
                    <a:pt x="88693" y="20757"/>
                  </a:lnTo>
                  <a:lnTo>
                    <a:pt x="81134" y="17916"/>
                  </a:lnTo>
                  <a:lnTo>
                    <a:pt x="81442" y="19269"/>
                  </a:lnTo>
                  <a:lnTo>
                    <a:pt x="85406" y="20851"/>
                  </a:lnTo>
                  <a:lnTo>
                    <a:pt x="85121" y="24434"/>
                  </a:lnTo>
                  <a:lnTo>
                    <a:pt x="85985" y="27454"/>
                  </a:lnTo>
                  <a:lnTo>
                    <a:pt x="89121" y="28485"/>
                  </a:lnTo>
                  <a:lnTo>
                    <a:pt x="90151" y="30905"/>
                  </a:lnTo>
                  <a:lnTo>
                    <a:pt x="87489" y="32349"/>
                  </a:lnTo>
                  <a:lnTo>
                    <a:pt x="85378" y="34617"/>
                  </a:lnTo>
                  <a:lnTo>
                    <a:pt x="87005" y="40729"/>
                  </a:lnTo>
                  <a:lnTo>
                    <a:pt x="82337" y="40794"/>
                  </a:lnTo>
                  <a:lnTo>
                    <a:pt x="84657" y="43545"/>
                  </a:lnTo>
                  <a:lnTo>
                    <a:pt x="87667" y="44403"/>
                  </a:lnTo>
                  <a:lnTo>
                    <a:pt x="88482" y="46578"/>
                  </a:lnTo>
                  <a:lnTo>
                    <a:pt x="88312" y="49850"/>
                  </a:lnTo>
                  <a:lnTo>
                    <a:pt x="86886" y="54117"/>
                  </a:lnTo>
                  <a:lnTo>
                    <a:pt x="85635" y="55338"/>
                  </a:lnTo>
                  <a:lnTo>
                    <a:pt x="82239" y="56192"/>
                  </a:lnTo>
                  <a:lnTo>
                    <a:pt x="79335" y="64769"/>
                  </a:lnTo>
                  <a:lnTo>
                    <a:pt x="78974" y="67726"/>
                  </a:lnTo>
                  <a:lnTo>
                    <a:pt x="81514" y="71895"/>
                  </a:lnTo>
                  <a:lnTo>
                    <a:pt x="84957" y="74063"/>
                  </a:lnTo>
                  <a:lnTo>
                    <a:pt x="86717" y="73788"/>
                  </a:lnTo>
                  <a:lnTo>
                    <a:pt x="89567" y="71128"/>
                  </a:lnTo>
                  <a:lnTo>
                    <a:pt x="90881" y="71246"/>
                  </a:lnTo>
                  <a:lnTo>
                    <a:pt x="93103" y="73209"/>
                  </a:lnTo>
                  <a:lnTo>
                    <a:pt x="98129" y="73388"/>
                  </a:lnTo>
                  <a:lnTo>
                    <a:pt x="99846" y="72577"/>
                  </a:lnTo>
                  <a:lnTo>
                    <a:pt x="100156" y="76767"/>
                  </a:lnTo>
                  <a:lnTo>
                    <a:pt x="99730" y="94114"/>
                  </a:lnTo>
                  <a:lnTo>
                    <a:pt x="100907" y="95023"/>
                  </a:lnTo>
                  <a:lnTo>
                    <a:pt x="100289" y="96289"/>
                  </a:lnTo>
                  <a:lnTo>
                    <a:pt x="100572" y="98964"/>
                  </a:lnTo>
                  <a:lnTo>
                    <a:pt x="102224" y="101382"/>
                  </a:lnTo>
                  <a:lnTo>
                    <a:pt x="105915" y="103695"/>
                  </a:lnTo>
                  <a:lnTo>
                    <a:pt x="106835" y="105829"/>
                  </a:lnTo>
                  <a:lnTo>
                    <a:pt x="106454" y="113494"/>
                  </a:lnTo>
                  <a:lnTo>
                    <a:pt x="108154" y="118311"/>
                  </a:lnTo>
                  <a:lnTo>
                    <a:pt x="105976" y="120163"/>
                  </a:lnTo>
                  <a:lnTo>
                    <a:pt x="98479" y="120676"/>
                  </a:lnTo>
                  <a:lnTo>
                    <a:pt x="96451" y="118526"/>
                  </a:lnTo>
                  <a:lnTo>
                    <a:pt x="94137" y="118165"/>
                  </a:lnTo>
                  <a:lnTo>
                    <a:pt x="89063" y="123183"/>
                  </a:lnTo>
                  <a:lnTo>
                    <a:pt x="86658" y="131311"/>
                  </a:lnTo>
                  <a:lnTo>
                    <a:pt x="88318" y="140717"/>
                  </a:lnTo>
                  <a:lnTo>
                    <a:pt x="82644" y="146980"/>
                  </a:lnTo>
                  <a:lnTo>
                    <a:pt x="82782" y="149105"/>
                  </a:lnTo>
                  <a:lnTo>
                    <a:pt x="85278" y="154456"/>
                  </a:lnTo>
                  <a:lnTo>
                    <a:pt x="82635" y="158834"/>
                  </a:lnTo>
                  <a:lnTo>
                    <a:pt x="79332" y="161883"/>
                  </a:lnTo>
                  <a:lnTo>
                    <a:pt x="76850" y="160422"/>
                  </a:lnTo>
                  <a:lnTo>
                    <a:pt x="67083" y="164397"/>
                  </a:lnTo>
                  <a:lnTo>
                    <a:pt x="63759" y="166892"/>
                  </a:lnTo>
                  <a:lnTo>
                    <a:pt x="63879" y="168551"/>
                  </a:lnTo>
                  <a:lnTo>
                    <a:pt x="61772" y="169261"/>
                  </a:lnTo>
                  <a:lnTo>
                    <a:pt x="53535" y="162541"/>
                  </a:lnTo>
                  <a:lnTo>
                    <a:pt x="51050" y="157145"/>
                  </a:lnTo>
                  <a:lnTo>
                    <a:pt x="51401" y="155362"/>
                  </a:lnTo>
                  <a:lnTo>
                    <a:pt x="45579" y="155059"/>
                  </a:lnTo>
                  <a:lnTo>
                    <a:pt x="45609" y="146131"/>
                  </a:lnTo>
                  <a:lnTo>
                    <a:pt x="44182" y="142774"/>
                  </a:lnTo>
                  <a:lnTo>
                    <a:pt x="40052" y="143919"/>
                  </a:lnTo>
                  <a:lnTo>
                    <a:pt x="36764" y="143486"/>
                  </a:lnTo>
                  <a:lnTo>
                    <a:pt x="34091" y="142010"/>
                  </a:lnTo>
                  <a:lnTo>
                    <a:pt x="32248" y="137926"/>
                  </a:lnTo>
                  <a:lnTo>
                    <a:pt x="32846" y="134559"/>
                  </a:lnTo>
                  <a:lnTo>
                    <a:pt x="31278" y="132705"/>
                  </a:lnTo>
                  <a:lnTo>
                    <a:pt x="23583" y="132501"/>
                  </a:lnTo>
                  <a:lnTo>
                    <a:pt x="23033" y="137395"/>
                  </a:lnTo>
                  <a:lnTo>
                    <a:pt x="11966" y="149270"/>
                  </a:lnTo>
                  <a:lnTo>
                    <a:pt x="8925" y="149990"/>
                  </a:lnTo>
                  <a:lnTo>
                    <a:pt x="6973" y="139611"/>
                  </a:lnTo>
                  <a:lnTo>
                    <a:pt x="0" y="131042"/>
                  </a:lnTo>
                  <a:lnTo>
                    <a:pt x="491" y="128446"/>
                  </a:lnTo>
                  <a:lnTo>
                    <a:pt x="1741" y="127322"/>
                  </a:lnTo>
                  <a:lnTo>
                    <a:pt x="20010" y="121838"/>
                  </a:lnTo>
                  <a:lnTo>
                    <a:pt x="17510" y="120464"/>
                  </a:lnTo>
                  <a:lnTo>
                    <a:pt x="18742" y="114420"/>
                  </a:lnTo>
                  <a:lnTo>
                    <a:pt x="17379" y="111991"/>
                  </a:lnTo>
                  <a:lnTo>
                    <a:pt x="15653" y="111060"/>
                  </a:lnTo>
                  <a:lnTo>
                    <a:pt x="12894" y="112633"/>
                  </a:lnTo>
                  <a:lnTo>
                    <a:pt x="9706" y="109898"/>
                  </a:lnTo>
                  <a:lnTo>
                    <a:pt x="9782" y="105398"/>
                  </a:lnTo>
                  <a:lnTo>
                    <a:pt x="7538" y="99590"/>
                  </a:lnTo>
                  <a:lnTo>
                    <a:pt x="7840" y="94116"/>
                  </a:lnTo>
                  <a:lnTo>
                    <a:pt x="8418" y="93114"/>
                  </a:lnTo>
                  <a:lnTo>
                    <a:pt x="9048" y="88805"/>
                  </a:lnTo>
                  <a:lnTo>
                    <a:pt x="15939" y="84831"/>
                  </a:lnTo>
                  <a:lnTo>
                    <a:pt x="17481" y="85328"/>
                  </a:lnTo>
                  <a:lnTo>
                    <a:pt x="24052" y="80452"/>
                  </a:lnTo>
                  <a:lnTo>
                    <a:pt x="27679" y="79561"/>
                  </a:lnTo>
                  <a:lnTo>
                    <a:pt x="31716" y="73837"/>
                  </a:lnTo>
                  <a:lnTo>
                    <a:pt x="32257" y="66450"/>
                  </a:lnTo>
                  <a:lnTo>
                    <a:pt x="30411" y="65461"/>
                  </a:lnTo>
                  <a:lnTo>
                    <a:pt x="29504" y="64124"/>
                  </a:lnTo>
                  <a:lnTo>
                    <a:pt x="29346" y="58741"/>
                  </a:lnTo>
                  <a:lnTo>
                    <a:pt x="31650" y="49677"/>
                  </a:lnTo>
                  <a:lnTo>
                    <a:pt x="32165" y="48752"/>
                  </a:lnTo>
                  <a:lnTo>
                    <a:pt x="34110" y="47912"/>
                  </a:lnTo>
                  <a:lnTo>
                    <a:pt x="36692" y="42396"/>
                  </a:lnTo>
                  <a:lnTo>
                    <a:pt x="35712" y="40717"/>
                  </a:lnTo>
                  <a:lnTo>
                    <a:pt x="30834" y="46730"/>
                  </a:lnTo>
                  <a:lnTo>
                    <a:pt x="30686" y="43568"/>
                  </a:lnTo>
                  <a:lnTo>
                    <a:pt x="30595" y="33363"/>
                  </a:lnTo>
                  <a:lnTo>
                    <a:pt x="39729" y="33227"/>
                  </a:lnTo>
                  <a:lnTo>
                    <a:pt x="39906" y="30378"/>
                  </a:lnTo>
                  <a:lnTo>
                    <a:pt x="45853" y="34226"/>
                  </a:lnTo>
                  <a:lnTo>
                    <a:pt x="48206" y="32039"/>
                  </a:lnTo>
                  <a:lnTo>
                    <a:pt x="48496" y="29974"/>
                  </a:lnTo>
                  <a:lnTo>
                    <a:pt x="46420" y="27823"/>
                  </a:lnTo>
                  <a:lnTo>
                    <a:pt x="54441" y="23080"/>
                  </a:lnTo>
                  <a:lnTo>
                    <a:pt x="57321" y="25401"/>
                  </a:lnTo>
                  <a:lnTo>
                    <a:pt x="62750" y="15865"/>
                  </a:lnTo>
                  <a:lnTo>
                    <a:pt x="63330" y="16904"/>
                  </a:lnTo>
                  <a:lnTo>
                    <a:pt x="62292" y="19366"/>
                  </a:lnTo>
                  <a:lnTo>
                    <a:pt x="69008" y="19620"/>
                  </a:lnTo>
                  <a:lnTo>
                    <a:pt x="71096" y="19128"/>
                  </a:lnTo>
                  <a:lnTo>
                    <a:pt x="70972" y="17986"/>
                  </a:lnTo>
                  <a:lnTo>
                    <a:pt x="66172" y="17944"/>
                  </a:lnTo>
                  <a:lnTo>
                    <a:pt x="65015" y="15584"/>
                  </a:lnTo>
                  <a:lnTo>
                    <a:pt x="66460" y="13219"/>
                  </a:lnTo>
                  <a:lnTo>
                    <a:pt x="68697" y="13017"/>
                  </a:lnTo>
                  <a:lnTo>
                    <a:pt x="71022" y="14916"/>
                  </a:lnTo>
                  <a:lnTo>
                    <a:pt x="75041" y="12650"/>
                  </a:lnTo>
                  <a:lnTo>
                    <a:pt x="74604" y="11039"/>
                  </a:lnTo>
                  <a:lnTo>
                    <a:pt x="73677" y="9912"/>
                  </a:lnTo>
                  <a:lnTo>
                    <a:pt x="71652" y="9357"/>
                  </a:lnTo>
                  <a:lnTo>
                    <a:pt x="68172" y="10636"/>
                  </a:lnTo>
                  <a:lnTo>
                    <a:pt x="64226" y="7647"/>
                  </a:lnTo>
                  <a:lnTo>
                    <a:pt x="60487" y="3536"/>
                  </a:lnTo>
                  <a:lnTo>
                    <a:pt x="6115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h3685"/>
            <p:cNvSpPr/>
            <p:nvPr/>
          </p:nvSpPr>
          <p:spPr>
            <a:xfrm>
              <a:off x="5946223" y="2332133"/>
              <a:ext cx="105523" cy="132189"/>
            </a:xfrm>
            <a:custGeom>
              <a:avLst/>
              <a:pathLst>
                <a:path w="105523" h="132189">
                  <a:moveTo>
                    <a:pt x="93571" y="2725"/>
                  </a:moveTo>
                  <a:lnTo>
                    <a:pt x="95144" y="3327"/>
                  </a:lnTo>
                  <a:lnTo>
                    <a:pt x="88732" y="12281"/>
                  </a:lnTo>
                  <a:lnTo>
                    <a:pt x="89555" y="17210"/>
                  </a:lnTo>
                  <a:lnTo>
                    <a:pt x="78380" y="17709"/>
                  </a:lnTo>
                  <a:lnTo>
                    <a:pt x="82120" y="20383"/>
                  </a:lnTo>
                  <a:lnTo>
                    <a:pt x="85508" y="27110"/>
                  </a:lnTo>
                  <a:lnTo>
                    <a:pt x="84716" y="31684"/>
                  </a:lnTo>
                  <a:lnTo>
                    <a:pt x="81935" y="34499"/>
                  </a:lnTo>
                  <a:lnTo>
                    <a:pt x="105523" y="45297"/>
                  </a:lnTo>
                  <a:lnTo>
                    <a:pt x="103802" y="53367"/>
                  </a:lnTo>
                  <a:lnTo>
                    <a:pt x="96986" y="55248"/>
                  </a:lnTo>
                  <a:lnTo>
                    <a:pt x="93828" y="54248"/>
                  </a:lnTo>
                  <a:lnTo>
                    <a:pt x="89811" y="54672"/>
                  </a:lnTo>
                  <a:lnTo>
                    <a:pt x="82775" y="58976"/>
                  </a:lnTo>
                  <a:lnTo>
                    <a:pt x="85505" y="58389"/>
                  </a:lnTo>
                  <a:lnTo>
                    <a:pt x="84302" y="60708"/>
                  </a:lnTo>
                  <a:lnTo>
                    <a:pt x="78469" y="64419"/>
                  </a:lnTo>
                  <a:lnTo>
                    <a:pt x="76522" y="70928"/>
                  </a:lnTo>
                  <a:lnTo>
                    <a:pt x="73370" y="71682"/>
                  </a:lnTo>
                  <a:lnTo>
                    <a:pt x="69200" y="76127"/>
                  </a:lnTo>
                  <a:lnTo>
                    <a:pt x="67789" y="78838"/>
                  </a:lnTo>
                  <a:lnTo>
                    <a:pt x="67419" y="83779"/>
                  </a:lnTo>
                  <a:lnTo>
                    <a:pt x="54000" y="90064"/>
                  </a:lnTo>
                  <a:lnTo>
                    <a:pt x="52033" y="103146"/>
                  </a:lnTo>
                  <a:lnTo>
                    <a:pt x="49513" y="108761"/>
                  </a:lnTo>
                  <a:lnTo>
                    <a:pt x="49736" y="111032"/>
                  </a:lnTo>
                  <a:lnTo>
                    <a:pt x="48430" y="117702"/>
                  </a:lnTo>
                  <a:lnTo>
                    <a:pt x="46054" y="119655"/>
                  </a:lnTo>
                  <a:lnTo>
                    <a:pt x="41880" y="121361"/>
                  </a:lnTo>
                  <a:lnTo>
                    <a:pt x="42394" y="125927"/>
                  </a:lnTo>
                  <a:lnTo>
                    <a:pt x="41881" y="129219"/>
                  </a:lnTo>
                  <a:lnTo>
                    <a:pt x="40624" y="128137"/>
                  </a:lnTo>
                  <a:lnTo>
                    <a:pt x="40146" y="125489"/>
                  </a:lnTo>
                  <a:lnTo>
                    <a:pt x="36413" y="126314"/>
                  </a:lnTo>
                  <a:lnTo>
                    <a:pt x="32122" y="127728"/>
                  </a:lnTo>
                  <a:lnTo>
                    <a:pt x="31087" y="132189"/>
                  </a:lnTo>
                  <a:lnTo>
                    <a:pt x="29423" y="127907"/>
                  </a:lnTo>
                  <a:lnTo>
                    <a:pt x="27793" y="116462"/>
                  </a:lnTo>
                  <a:lnTo>
                    <a:pt x="30220" y="109957"/>
                  </a:lnTo>
                  <a:lnTo>
                    <a:pt x="28041" y="107266"/>
                  </a:lnTo>
                  <a:lnTo>
                    <a:pt x="27547" y="103308"/>
                  </a:lnTo>
                  <a:lnTo>
                    <a:pt x="26754" y="103674"/>
                  </a:lnTo>
                  <a:lnTo>
                    <a:pt x="25474" y="100283"/>
                  </a:lnTo>
                  <a:lnTo>
                    <a:pt x="24517" y="97748"/>
                  </a:lnTo>
                  <a:lnTo>
                    <a:pt x="25571" y="89709"/>
                  </a:lnTo>
                  <a:lnTo>
                    <a:pt x="34905" y="93929"/>
                  </a:lnTo>
                  <a:lnTo>
                    <a:pt x="36021" y="91036"/>
                  </a:lnTo>
                  <a:lnTo>
                    <a:pt x="33527" y="87044"/>
                  </a:lnTo>
                  <a:lnTo>
                    <a:pt x="31556" y="85671"/>
                  </a:lnTo>
                  <a:lnTo>
                    <a:pt x="26601" y="85047"/>
                  </a:lnTo>
                  <a:lnTo>
                    <a:pt x="30751" y="80950"/>
                  </a:lnTo>
                  <a:lnTo>
                    <a:pt x="30396" y="79263"/>
                  </a:lnTo>
                  <a:lnTo>
                    <a:pt x="27993" y="78652"/>
                  </a:lnTo>
                  <a:lnTo>
                    <a:pt x="21095" y="73553"/>
                  </a:lnTo>
                  <a:lnTo>
                    <a:pt x="20666" y="69642"/>
                  </a:lnTo>
                  <a:lnTo>
                    <a:pt x="21556" y="65113"/>
                  </a:lnTo>
                  <a:lnTo>
                    <a:pt x="20948" y="61245"/>
                  </a:lnTo>
                  <a:lnTo>
                    <a:pt x="13870" y="48827"/>
                  </a:lnTo>
                  <a:lnTo>
                    <a:pt x="13448" y="46220"/>
                  </a:lnTo>
                  <a:lnTo>
                    <a:pt x="5324" y="37972"/>
                  </a:lnTo>
                  <a:lnTo>
                    <a:pt x="3661" y="25014"/>
                  </a:lnTo>
                  <a:lnTo>
                    <a:pt x="0" y="21243"/>
                  </a:lnTo>
                  <a:lnTo>
                    <a:pt x="7033" y="15783"/>
                  </a:lnTo>
                  <a:lnTo>
                    <a:pt x="6056" y="14448"/>
                  </a:lnTo>
                  <a:lnTo>
                    <a:pt x="14383" y="15941"/>
                  </a:lnTo>
                  <a:lnTo>
                    <a:pt x="18389" y="14514"/>
                  </a:lnTo>
                  <a:lnTo>
                    <a:pt x="20553" y="18734"/>
                  </a:lnTo>
                  <a:lnTo>
                    <a:pt x="22453" y="19484"/>
                  </a:lnTo>
                  <a:lnTo>
                    <a:pt x="24156" y="18353"/>
                  </a:lnTo>
                  <a:lnTo>
                    <a:pt x="24111" y="13421"/>
                  </a:lnTo>
                  <a:lnTo>
                    <a:pt x="24636" y="12589"/>
                  </a:lnTo>
                  <a:lnTo>
                    <a:pt x="30226" y="13098"/>
                  </a:lnTo>
                  <a:lnTo>
                    <a:pt x="34037" y="14457"/>
                  </a:lnTo>
                  <a:lnTo>
                    <a:pt x="38848" y="12595"/>
                  </a:lnTo>
                  <a:lnTo>
                    <a:pt x="39711" y="10272"/>
                  </a:lnTo>
                  <a:lnTo>
                    <a:pt x="51129" y="9438"/>
                  </a:lnTo>
                  <a:lnTo>
                    <a:pt x="51318" y="13423"/>
                  </a:lnTo>
                  <a:lnTo>
                    <a:pt x="54598" y="13715"/>
                  </a:lnTo>
                  <a:lnTo>
                    <a:pt x="54494" y="9288"/>
                  </a:lnTo>
                  <a:lnTo>
                    <a:pt x="56898" y="8302"/>
                  </a:lnTo>
                  <a:lnTo>
                    <a:pt x="58314" y="7720"/>
                  </a:lnTo>
                  <a:lnTo>
                    <a:pt x="61750" y="4219"/>
                  </a:lnTo>
                  <a:lnTo>
                    <a:pt x="65319" y="6301"/>
                  </a:lnTo>
                  <a:lnTo>
                    <a:pt x="77887" y="6525"/>
                  </a:lnTo>
                  <a:lnTo>
                    <a:pt x="80381" y="2947"/>
                  </a:lnTo>
                  <a:lnTo>
                    <a:pt x="86963" y="6656"/>
                  </a:lnTo>
                  <a:lnTo>
                    <a:pt x="86686" y="4913"/>
                  </a:lnTo>
                  <a:lnTo>
                    <a:pt x="9358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h3686"/>
            <p:cNvSpPr/>
            <p:nvPr/>
          </p:nvSpPr>
          <p:spPr>
            <a:xfrm>
              <a:off x="5944622" y="2301426"/>
              <a:ext cx="64610" cy="50191"/>
            </a:xfrm>
            <a:custGeom>
              <a:avLst/>
              <a:pathLst>
                <a:path w="64610" h="50191">
                  <a:moveTo>
                    <a:pt x="36027" y="536"/>
                  </a:moveTo>
                  <a:lnTo>
                    <a:pt x="37634" y="4895"/>
                  </a:lnTo>
                  <a:lnTo>
                    <a:pt x="54562" y="11532"/>
                  </a:lnTo>
                  <a:lnTo>
                    <a:pt x="54570" y="9793"/>
                  </a:lnTo>
                  <a:lnTo>
                    <a:pt x="56767" y="10851"/>
                  </a:lnTo>
                  <a:lnTo>
                    <a:pt x="56681" y="16006"/>
                  </a:lnTo>
                  <a:lnTo>
                    <a:pt x="63214" y="15989"/>
                  </a:lnTo>
                  <a:lnTo>
                    <a:pt x="64610" y="20970"/>
                  </a:lnTo>
                  <a:lnTo>
                    <a:pt x="59499" y="32790"/>
                  </a:lnTo>
                  <a:lnTo>
                    <a:pt x="56168" y="34463"/>
                  </a:lnTo>
                  <a:lnTo>
                    <a:pt x="58499" y="39009"/>
                  </a:lnTo>
                  <a:lnTo>
                    <a:pt x="56096" y="39995"/>
                  </a:lnTo>
                  <a:lnTo>
                    <a:pt x="56199" y="44422"/>
                  </a:lnTo>
                  <a:lnTo>
                    <a:pt x="52920" y="44130"/>
                  </a:lnTo>
                  <a:lnTo>
                    <a:pt x="52731" y="40145"/>
                  </a:lnTo>
                  <a:lnTo>
                    <a:pt x="41312" y="40979"/>
                  </a:lnTo>
                  <a:lnTo>
                    <a:pt x="40450" y="43302"/>
                  </a:lnTo>
                  <a:lnTo>
                    <a:pt x="35638" y="45164"/>
                  </a:lnTo>
                  <a:lnTo>
                    <a:pt x="31828" y="43805"/>
                  </a:lnTo>
                  <a:lnTo>
                    <a:pt x="26237" y="43296"/>
                  </a:lnTo>
                  <a:lnTo>
                    <a:pt x="25712" y="44128"/>
                  </a:lnTo>
                  <a:lnTo>
                    <a:pt x="25757" y="49060"/>
                  </a:lnTo>
                  <a:lnTo>
                    <a:pt x="24055" y="50191"/>
                  </a:lnTo>
                  <a:lnTo>
                    <a:pt x="22155" y="49441"/>
                  </a:lnTo>
                  <a:lnTo>
                    <a:pt x="19990" y="45221"/>
                  </a:lnTo>
                  <a:lnTo>
                    <a:pt x="15985" y="46648"/>
                  </a:lnTo>
                  <a:lnTo>
                    <a:pt x="7658" y="45155"/>
                  </a:lnTo>
                  <a:lnTo>
                    <a:pt x="3028" y="36325"/>
                  </a:lnTo>
                  <a:lnTo>
                    <a:pt x="2619" y="32409"/>
                  </a:lnTo>
                  <a:lnTo>
                    <a:pt x="0" y="27736"/>
                  </a:lnTo>
                  <a:lnTo>
                    <a:pt x="8498" y="21741"/>
                  </a:lnTo>
                  <a:lnTo>
                    <a:pt x="680" y="21061"/>
                  </a:lnTo>
                  <a:lnTo>
                    <a:pt x="934" y="20213"/>
                  </a:lnTo>
                  <a:lnTo>
                    <a:pt x="3020" y="13238"/>
                  </a:lnTo>
                  <a:lnTo>
                    <a:pt x="10412" y="14791"/>
                  </a:lnTo>
                  <a:lnTo>
                    <a:pt x="15006" y="12554"/>
                  </a:lnTo>
                  <a:lnTo>
                    <a:pt x="24389" y="12462"/>
                  </a:lnTo>
                  <a:lnTo>
                    <a:pt x="26609" y="10259"/>
                  </a:lnTo>
                  <a:lnTo>
                    <a:pt x="27607" y="6059"/>
                  </a:lnTo>
                  <a:lnTo>
                    <a:pt x="27305" y="3382"/>
                  </a:lnTo>
                  <a:lnTo>
                    <a:pt x="3454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h3687"/>
            <p:cNvSpPr/>
            <p:nvPr/>
          </p:nvSpPr>
          <p:spPr>
            <a:xfrm>
              <a:off x="5840938" y="2209868"/>
              <a:ext cx="112318" cy="166437"/>
            </a:xfrm>
            <a:custGeom>
              <a:avLst/>
              <a:pathLst>
                <a:path w="112318" h="166437">
                  <a:moveTo>
                    <a:pt x="34610" y="2552"/>
                  </a:moveTo>
                  <a:lnTo>
                    <a:pt x="37065" y="11193"/>
                  </a:lnTo>
                  <a:lnTo>
                    <a:pt x="43103" y="11215"/>
                  </a:lnTo>
                  <a:lnTo>
                    <a:pt x="51026" y="10078"/>
                  </a:lnTo>
                  <a:lnTo>
                    <a:pt x="57778" y="11014"/>
                  </a:lnTo>
                  <a:lnTo>
                    <a:pt x="60843" y="13533"/>
                  </a:lnTo>
                  <a:lnTo>
                    <a:pt x="61631" y="19379"/>
                  </a:lnTo>
                  <a:lnTo>
                    <a:pt x="57249" y="26101"/>
                  </a:lnTo>
                  <a:lnTo>
                    <a:pt x="57846" y="32399"/>
                  </a:lnTo>
                  <a:lnTo>
                    <a:pt x="50698" y="33753"/>
                  </a:lnTo>
                  <a:lnTo>
                    <a:pt x="46204" y="30813"/>
                  </a:lnTo>
                  <a:lnTo>
                    <a:pt x="36551" y="39234"/>
                  </a:lnTo>
                  <a:lnTo>
                    <a:pt x="33255" y="43397"/>
                  </a:lnTo>
                  <a:lnTo>
                    <a:pt x="27137" y="45348"/>
                  </a:lnTo>
                  <a:lnTo>
                    <a:pt x="28115" y="48301"/>
                  </a:lnTo>
                  <a:lnTo>
                    <a:pt x="33855" y="52380"/>
                  </a:lnTo>
                  <a:lnTo>
                    <a:pt x="37861" y="57849"/>
                  </a:lnTo>
                  <a:lnTo>
                    <a:pt x="37171" y="60483"/>
                  </a:lnTo>
                  <a:lnTo>
                    <a:pt x="33605" y="63225"/>
                  </a:lnTo>
                  <a:lnTo>
                    <a:pt x="36045" y="68141"/>
                  </a:lnTo>
                  <a:lnTo>
                    <a:pt x="39685" y="67378"/>
                  </a:lnTo>
                  <a:lnTo>
                    <a:pt x="48248" y="63597"/>
                  </a:lnTo>
                  <a:lnTo>
                    <a:pt x="52841" y="66575"/>
                  </a:lnTo>
                  <a:lnTo>
                    <a:pt x="56121" y="68701"/>
                  </a:lnTo>
                  <a:lnTo>
                    <a:pt x="58225" y="72122"/>
                  </a:lnTo>
                  <a:lnTo>
                    <a:pt x="55420" y="78424"/>
                  </a:lnTo>
                  <a:lnTo>
                    <a:pt x="57485" y="84609"/>
                  </a:lnTo>
                  <a:lnTo>
                    <a:pt x="60150" y="86256"/>
                  </a:lnTo>
                  <a:lnTo>
                    <a:pt x="62941" y="86026"/>
                  </a:lnTo>
                  <a:lnTo>
                    <a:pt x="65908" y="89309"/>
                  </a:lnTo>
                  <a:lnTo>
                    <a:pt x="67576" y="96803"/>
                  </a:lnTo>
                  <a:lnTo>
                    <a:pt x="71744" y="99282"/>
                  </a:lnTo>
                  <a:lnTo>
                    <a:pt x="74891" y="102577"/>
                  </a:lnTo>
                  <a:lnTo>
                    <a:pt x="76010" y="105123"/>
                  </a:lnTo>
                  <a:lnTo>
                    <a:pt x="71207" y="115213"/>
                  </a:lnTo>
                  <a:lnTo>
                    <a:pt x="74559" y="114374"/>
                  </a:lnTo>
                  <a:lnTo>
                    <a:pt x="75811" y="111628"/>
                  </a:lnTo>
                  <a:lnTo>
                    <a:pt x="83287" y="106586"/>
                  </a:lnTo>
                  <a:lnTo>
                    <a:pt x="85680" y="110660"/>
                  </a:lnTo>
                  <a:lnTo>
                    <a:pt x="87199" y="111286"/>
                  </a:lnTo>
                  <a:lnTo>
                    <a:pt x="93105" y="110953"/>
                  </a:lnTo>
                  <a:lnTo>
                    <a:pt x="96134" y="109668"/>
                  </a:lnTo>
                  <a:lnTo>
                    <a:pt x="97586" y="108155"/>
                  </a:lnTo>
                  <a:lnTo>
                    <a:pt x="103788" y="110818"/>
                  </a:lnTo>
                  <a:lnTo>
                    <a:pt x="104618" y="111770"/>
                  </a:lnTo>
                  <a:lnTo>
                    <a:pt x="104364" y="112618"/>
                  </a:lnTo>
                  <a:lnTo>
                    <a:pt x="112181" y="113298"/>
                  </a:lnTo>
                  <a:lnTo>
                    <a:pt x="103683" y="119293"/>
                  </a:lnTo>
                  <a:lnTo>
                    <a:pt x="106302" y="123966"/>
                  </a:lnTo>
                  <a:lnTo>
                    <a:pt x="106711" y="127882"/>
                  </a:lnTo>
                  <a:lnTo>
                    <a:pt x="111341" y="136713"/>
                  </a:lnTo>
                  <a:lnTo>
                    <a:pt x="112318" y="138047"/>
                  </a:lnTo>
                  <a:lnTo>
                    <a:pt x="105285" y="143507"/>
                  </a:lnTo>
                  <a:lnTo>
                    <a:pt x="108946" y="147278"/>
                  </a:lnTo>
                  <a:lnTo>
                    <a:pt x="110609" y="160236"/>
                  </a:lnTo>
                  <a:lnTo>
                    <a:pt x="108693" y="160790"/>
                  </a:lnTo>
                  <a:lnTo>
                    <a:pt x="106096" y="158557"/>
                  </a:lnTo>
                  <a:lnTo>
                    <a:pt x="98070" y="155588"/>
                  </a:lnTo>
                  <a:lnTo>
                    <a:pt x="90658" y="157633"/>
                  </a:lnTo>
                  <a:lnTo>
                    <a:pt x="89550" y="158879"/>
                  </a:lnTo>
                  <a:lnTo>
                    <a:pt x="88742" y="162241"/>
                  </a:lnTo>
                  <a:lnTo>
                    <a:pt x="87065" y="163918"/>
                  </a:lnTo>
                  <a:lnTo>
                    <a:pt x="75854" y="166437"/>
                  </a:lnTo>
                  <a:lnTo>
                    <a:pt x="71693" y="164758"/>
                  </a:lnTo>
                  <a:lnTo>
                    <a:pt x="70721" y="165190"/>
                  </a:lnTo>
                  <a:lnTo>
                    <a:pt x="69564" y="164186"/>
                  </a:lnTo>
                  <a:lnTo>
                    <a:pt x="63569" y="154017"/>
                  </a:lnTo>
                  <a:lnTo>
                    <a:pt x="62670" y="150364"/>
                  </a:lnTo>
                  <a:lnTo>
                    <a:pt x="65605" y="147180"/>
                  </a:lnTo>
                  <a:lnTo>
                    <a:pt x="66747" y="142971"/>
                  </a:lnTo>
                  <a:lnTo>
                    <a:pt x="64469" y="141030"/>
                  </a:lnTo>
                  <a:lnTo>
                    <a:pt x="59809" y="139474"/>
                  </a:lnTo>
                  <a:lnTo>
                    <a:pt x="53793" y="127585"/>
                  </a:lnTo>
                  <a:lnTo>
                    <a:pt x="51626" y="119574"/>
                  </a:lnTo>
                  <a:lnTo>
                    <a:pt x="34895" y="100253"/>
                  </a:lnTo>
                  <a:lnTo>
                    <a:pt x="32724" y="99775"/>
                  </a:lnTo>
                  <a:lnTo>
                    <a:pt x="30894" y="99470"/>
                  </a:lnTo>
                  <a:lnTo>
                    <a:pt x="29064" y="101125"/>
                  </a:lnTo>
                  <a:lnTo>
                    <a:pt x="27857" y="100255"/>
                  </a:lnTo>
                  <a:lnTo>
                    <a:pt x="25821" y="95778"/>
                  </a:lnTo>
                  <a:lnTo>
                    <a:pt x="28432" y="94836"/>
                  </a:lnTo>
                  <a:lnTo>
                    <a:pt x="27684" y="93155"/>
                  </a:lnTo>
                  <a:lnTo>
                    <a:pt x="20718" y="87236"/>
                  </a:lnTo>
                  <a:lnTo>
                    <a:pt x="18815" y="86530"/>
                  </a:lnTo>
                  <a:lnTo>
                    <a:pt x="14737" y="78414"/>
                  </a:lnTo>
                  <a:lnTo>
                    <a:pt x="13904" y="74869"/>
                  </a:lnTo>
                  <a:lnTo>
                    <a:pt x="7234" y="71896"/>
                  </a:lnTo>
                  <a:lnTo>
                    <a:pt x="8340" y="56047"/>
                  </a:lnTo>
                  <a:lnTo>
                    <a:pt x="7742" y="51256"/>
                  </a:lnTo>
                  <a:lnTo>
                    <a:pt x="8998" y="49348"/>
                  </a:lnTo>
                  <a:lnTo>
                    <a:pt x="6116" y="47335"/>
                  </a:lnTo>
                  <a:lnTo>
                    <a:pt x="5046" y="46842"/>
                  </a:lnTo>
                  <a:lnTo>
                    <a:pt x="0" y="38496"/>
                  </a:lnTo>
                  <a:lnTo>
                    <a:pt x="3895" y="39256"/>
                  </a:lnTo>
                  <a:lnTo>
                    <a:pt x="119" y="28318"/>
                  </a:lnTo>
                  <a:lnTo>
                    <a:pt x="2931" y="26072"/>
                  </a:lnTo>
                  <a:lnTo>
                    <a:pt x="5780" y="25559"/>
                  </a:lnTo>
                  <a:lnTo>
                    <a:pt x="8076" y="19978"/>
                  </a:lnTo>
                  <a:lnTo>
                    <a:pt x="7237" y="18107"/>
                  </a:lnTo>
                  <a:lnTo>
                    <a:pt x="5221" y="18277"/>
                  </a:lnTo>
                  <a:lnTo>
                    <a:pt x="3997" y="16782"/>
                  </a:lnTo>
                  <a:lnTo>
                    <a:pt x="4769" y="11779"/>
                  </a:lnTo>
                  <a:lnTo>
                    <a:pt x="8436" y="11594"/>
                  </a:lnTo>
                  <a:lnTo>
                    <a:pt x="10204" y="12440"/>
                  </a:lnTo>
                  <a:lnTo>
                    <a:pt x="26568" y="3962"/>
                  </a:lnTo>
                  <a:lnTo>
                    <a:pt x="2443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h3688"/>
            <p:cNvSpPr/>
            <p:nvPr/>
          </p:nvSpPr>
          <p:spPr>
            <a:xfrm>
              <a:off x="6122850" y="2076834"/>
              <a:ext cx="112399" cy="163428"/>
            </a:xfrm>
            <a:custGeom>
              <a:avLst/>
              <a:pathLst>
                <a:path w="112399" h="163428">
                  <a:moveTo>
                    <a:pt x="42823" y="7832"/>
                  </a:moveTo>
                  <a:lnTo>
                    <a:pt x="47507" y="8331"/>
                  </a:lnTo>
                  <a:lnTo>
                    <a:pt x="61040" y="11558"/>
                  </a:lnTo>
                  <a:lnTo>
                    <a:pt x="63623" y="8470"/>
                  </a:lnTo>
                  <a:lnTo>
                    <a:pt x="67712" y="8153"/>
                  </a:lnTo>
                  <a:lnTo>
                    <a:pt x="67797" y="11004"/>
                  </a:lnTo>
                  <a:lnTo>
                    <a:pt x="74347" y="11048"/>
                  </a:lnTo>
                  <a:lnTo>
                    <a:pt x="62242" y="24130"/>
                  </a:lnTo>
                  <a:lnTo>
                    <a:pt x="65290" y="25700"/>
                  </a:lnTo>
                  <a:lnTo>
                    <a:pt x="65303" y="29604"/>
                  </a:lnTo>
                  <a:lnTo>
                    <a:pt x="64289" y="33017"/>
                  </a:lnTo>
                  <a:lnTo>
                    <a:pt x="65090" y="34010"/>
                  </a:lnTo>
                  <a:lnTo>
                    <a:pt x="72438" y="34385"/>
                  </a:lnTo>
                  <a:lnTo>
                    <a:pt x="72692" y="36283"/>
                  </a:lnTo>
                  <a:lnTo>
                    <a:pt x="71389" y="42156"/>
                  </a:lnTo>
                  <a:lnTo>
                    <a:pt x="71489" y="48389"/>
                  </a:lnTo>
                  <a:lnTo>
                    <a:pt x="65446" y="53659"/>
                  </a:lnTo>
                  <a:lnTo>
                    <a:pt x="83615" y="75946"/>
                  </a:lnTo>
                  <a:lnTo>
                    <a:pt x="98243" y="91403"/>
                  </a:lnTo>
                  <a:lnTo>
                    <a:pt x="105802" y="112972"/>
                  </a:lnTo>
                  <a:lnTo>
                    <a:pt x="109545" y="110142"/>
                  </a:lnTo>
                  <a:lnTo>
                    <a:pt x="111659" y="111699"/>
                  </a:lnTo>
                  <a:lnTo>
                    <a:pt x="112399" y="113584"/>
                  </a:lnTo>
                  <a:lnTo>
                    <a:pt x="112016" y="114620"/>
                  </a:lnTo>
                  <a:lnTo>
                    <a:pt x="110668" y="118103"/>
                  </a:lnTo>
                  <a:lnTo>
                    <a:pt x="108138" y="119952"/>
                  </a:lnTo>
                  <a:lnTo>
                    <a:pt x="106152" y="128462"/>
                  </a:lnTo>
                  <a:lnTo>
                    <a:pt x="104912" y="130687"/>
                  </a:lnTo>
                  <a:lnTo>
                    <a:pt x="98803" y="132719"/>
                  </a:lnTo>
                  <a:lnTo>
                    <a:pt x="97201" y="131118"/>
                  </a:lnTo>
                  <a:lnTo>
                    <a:pt x="85528" y="129714"/>
                  </a:lnTo>
                  <a:lnTo>
                    <a:pt x="82124" y="128588"/>
                  </a:lnTo>
                  <a:lnTo>
                    <a:pt x="74891" y="128524"/>
                  </a:lnTo>
                  <a:lnTo>
                    <a:pt x="72021" y="130247"/>
                  </a:lnTo>
                  <a:lnTo>
                    <a:pt x="73371" y="133172"/>
                  </a:lnTo>
                  <a:lnTo>
                    <a:pt x="69037" y="134660"/>
                  </a:lnTo>
                  <a:lnTo>
                    <a:pt x="69100" y="135814"/>
                  </a:lnTo>
                  <a:lnTo>
                    <a:pt x="70293" y="138461"/>
                  </a:lnTo>
                  <a:lnTo>
                    <a:pt x="71309" y="137908"/>
                  </a:lnTo>
                  <a:lnTo>
                    <a:pt x="76250" y="145160"/>
                  </a:lnTo>
                  <a:lnTo>
                    <a:pt x="75018" y="145587"/>
                  </a:lnTo>
                  <a:lnTo>
                    <a:pt x="74458" y="152871"/>
                  </a:lnTo>
                  <a:lnTo>
                    <a:pt x="79687" y="153154"/>
                  </a:lnTo>
                  <a:lnTo>
                    <a:pt x="80072" y="154072"/>
                  </a:lnTo>
                  <a:lnTo>
                    <a:pt x="80699" y="155732"/>
                  </a:lnTo>
                  <a:lnTo>
                    <a:pt x="77310" y="155542"/>
                  </a:lnTo>
                  <a:lnTo>
                    <a:pt x="79786" y="162796"/>
                  </a:lnTo>
                  <a:lnTo>
                    <a:pt x="76512" y="163428"/>
                  </a:lnTo>
                  <a:lnTo>
                    <a:pt x="71914" y="161303"/>
                  </a:lnTo>
                  <a:lnTo>
                    <a:pt x="67555" y="154331"/>
                  </a:lnTo>
                  <a:lnTo>
                    <a:pt x="67280" y="153921"/>
                  </a:lnTo>
                  <a:lnTo>
                    <a:pt x="63388" y="154921"/>
                  </a:lnTo>
                  <a:lnTo>
                    <a:pt x="63303" y="150742"/>
                  </a:lnTo>
                  <a:lnTo>
                    <a:pt x="60497" y="151383"/>
                  </a:lnTo>
                  <a:lnTo>
                    <a:pt x="59830" y="152396"/>
                  </a:lnTo>
                  <a:lnTo>
                    <a:pt x="51884" y="152362"/>
                  </a:lnTo>
                  <a:lnTo>
                    <a:pt x="48990" y="151391"/>
                  </a:lnTo>
                  <a:lnTo>
                    <a:pt x="45321" y="145416"/>
                  </a:lnTo>
                  <a:lnTo>
                    <a:pt x="45155" y="142948"/>
                  </a:lnTo>
                  <a:lnTo>
                    <a:pt x="47177" y="142622"/>
                  </a:lnTo>
                  <a:lnTo>
                    <a:pt x="48823" y="132322"/>
                  </a:lnTo>
                  <a:lnTo>
                    <a:pt x="50845" y="131266"/>
                  </a:lnTo>
                  <a:lnTo>
                    <a:pt x="50642" y="130860"/>
                  </a:lnTo>
                  <a:lnTo>
                    <a:pt x="48137" y="128845"/>
                  </a:lnTo>
                  <a:lnTo>
                    <a:pt x="41650" y="127623"/>
                  </a:lnTo>
                  <a:lnTo>
                    <a:pt x="37322" y="133837"/>
                  </a:lnTo>
                  <a:lnTo>
                    <a:pt x="33773" y="129199"/>
                  </a:lnTo>
                  <a:lnTo>
                    <a:pt x="34643" y="124022"/>
                  </a:lnTo>
                  <a:lnTo>
                    <a:pt x="33437" y="119970"/>
                  </a:lnTo>
                  <a:lnTo>
                    <a:pt x="31967" y="119714"/>
                  </a:lnTo>
                  <a:lnTo>
                    <a:pt x="31058" y="115669"/>
                  </a:lnTo>
                  <a:lnTo>
                    <a:pt x="22241" y="114015"/>
                  </a:lnTo>
                  <a:lnTo>
                    <a:pt x="18326" y="115090"/>
                  </a:lnTo>
                  <a:lnTo>
                    <a:pt x="17935" y="113098"/>
                  </a:lnTo>
                  <a:lnTo>
                    <a:pt x="12985" y="113268"/>
                  </a:lnTo>
                  <a:lnTo>
                    <a:pt x="7461" y="111027"/>
                  </a:lnTo>
                  <a:lnTo>
                    <a:pt x="0" y="105427"/>
                  </a:lnTo>
                  <a:lnTo>
                    <a:pt x="4208" y="97781"/>
                  </a:lnTo>
                  <a:lnTo>
                    <a:pt x="3488" y="88864"/>
                  </a:lnTo>
                  <a:lnTo>
                    <a:pt x="12630" y="84953"/>
                  </a:lnTo>
                  <a:lnTo>
                    <a:pt x="12748" y="75125"/>
                  </a:lnTo>
                  <a:lnTo>
                    <a:pt x="13498" y="72998"/>
                  </a:lnTo>
                  <a:lnTo>
                    <a:pt x="6094" y="64569"/>
                  </a:lnTo>
                  <a:lnTo>
                    <a:pt x="4834" y="59207"/>
                  </a:lnTo>
                  <a:lnTo>
                    <a:pt x="12870" y="50502"/>
                  </a:lnTo>
                  <a:lnTo>
                    <a:pt x="13506" y="48291"/>
                  </a:lnTo>
                  <a:lnTo>
                    <a:pt x="13345" y="44282"/>
                  </a:lnTo>
                  <a:lnTo>
                    <a:pt x="16561" y="37992"/>
                  </a:lnTo>
                  <a:lnTo>
                    <a:pt x="20350" y="28031"/>
                  </a:lnTo>
                  <a:lnTo>
                    <a:pt x="26774" y="23827"/>
                  </a:lnTo>
                  <a:lnTo>
                    <a:pt x="31624" y="22023"/>
                  </a:lnTo>
                  <a:lnTo>
                    <a:pt x="36446" y="13897"/>
                  </a:lnTo>
                  <a:lnTo>
                    <a:pt x="34602" y="10291"/>
                  </a:lnTo>
                  <a:lnTo>
                    <a:pt x="34119" y="5745"/>
                  </a:lnTo>
                  <a:lnTo>
                    <a:pt x="3811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h3689"/>
            <p:cNvSpPr/>
            <p:nvPr/>
          </p:nvSpPr>
          <p:spPr>
            <a:xfrm>
              <a:off x="6140009" y="2406928"/>
              <a:ext cx="50791" cy="54024"/>
            </a:xfrm>
            <a:custGeom>
              <a:avLst/>
              <a:pathLst>
                <a:path w="50791" h="54024">
                  <a:moveTo>
                    <a:pt x="17044" y="1242"/>
                  </a:moveTo>
                  <a:lnTo>
                    <a:pt x="18271" y="3944"/>
                  </a:lnTo>
                  <a:lnTo>
                    <a:pt x="19096" y="3954"/>
                  </a:lnTo>
                  <a:lnTo>
                    <a:pt x="21934" y="8408"/>
                  </a:lnTo>
                  <a:lnTo>
                    <a:pt x="21569" y="10187"/>
                  </a:lnTo>
                  <a:lnTo>
                    <a:pt x="19144" y="11147"/>
                  </a:lnTo>
                  <a:lnTo>
                    <a:pt x="19827" y="15442"/>
                  </a:lnTo>
                  <a:lnTo>
                    <a:pt x="22056" y="15349"/>
                  </a:lnTo>
                  <a:lnTo>
                    <a:pt x="22790" y="14261"/>
                  </a:lnTo>
                  <a:lnTo>
                    <a:pt x="30519" y="12067"/>
                  </a:lnTo>
                  <a:lnTo>
                    <a:pt x="31082" y="14378"/>
                  </a:lnTo>
                  <a:lnTo>
                    <a:pt x="28477" y="16454"/>
                  </a:lnTo>
                  <a:lnTo>
                    <a:pt x="24390" y="17443"/>
                  </a:lnTo>
                  <a:lnTo>
                    <a:pt x="23733" y="18831"/>
                  </a:lnTo>
                  <a:lnTo>
                    <a:pt x="24547" y="19862"/>
                  </a:lnTo>
                  <a:lnTo>
                    <a:pt x="32314" y="20103"/>
                  </a:lnTo>
                  <a:lnTo>
                    <a:pt x="35373" y="21730"/>
                  </a:lnTo>
                  <a:lnTo>
                    <a:pt x="40530" y="22419"/>
                  </a:lnTo>
                  <a:lnTo>
                    <a:pt x="40741" y="25927"/>
                  </a:lnTo>
                  <a:lnTo>
                    <a:pt x="39855" y="27112"/>
                  </a:lnTo>
                  <a:lnTo>
                    <a:pt x="40122" y="27812"/>
                  </a:lnTo>
                  <a:lnTo>
                    <a:pt x="50791" y="29248"/>
                  </a:lnTo>
                  <a:lnTo>
                    <a:pt x="43782" y="35158"/>
                  </a:lnTo>
                  <a:lnTo>
                    <a:pt x="40547" y="38779"/>
                  </a:lnTo>
                  <a:lnTo>
                    <a:pt x="41148" y="41666"/>
                  </a:lnTo>
                  <a:lnTo>
                    <a:pt x="38331" y="45837"/>
                  </a:lnTo>
                  <a:lnTo>
                    <a:pt x="31571" y="53427"/>
                  </a:lnTo>
                  <a:lnTo>
                    <a:pt x="24232" y="54024"/>
                  </a:lnTo>
                  <a:lnTo>
                    <a:pt x="21950" y="52360"/>
                  </a:lnTo>
                  <a:lnTo>
                    <a:pt x="18699" y="52006"/>
                  </a:lnTo>
                  <a:lnTo>
                    <a:pt x="14161" y="51904"/>
                  </a:lnTo>
                  <a:lnTo>
                    <a:pt x="14176" y="48284"/>
                  </a:lnTo>
                  <a:lnTo>
                    <a:pt x="15289" y="45933"/>
                  </a:lnTo>
                  <a:lnTo>
                    <a:pt x="15401" y="42703"/>
                  </a:lnTo>
                  <a:lnTo>
                    <a:pt x="12304" y="39583"/>
                  </a:lnTo>
                  <a:lnTo>
                    <a:pt x="8780" y="37383"/>
                  </a:lnTo>
                  <a:lnTo>
                    <a:pt x="2416" y="37444"/>
                  </a:lnTo>
                  <a:lnTo>
                    <a:pt x="0" y="35663"/>
                  </a:lnTo>
                  <a:lnTo>
                    <a:pt x="2253" y="27022"/>
                  </a:lnTo>
                  <a:lnTo>
                    <a:pt x="1579" y="18447"/>
                  </a:lnTo>
                  <a:lnTo>
                    <a:pt x="2749" y="14540"/>
                  </a:lnTo>
                  <a:lnTo>
                    <a:pt x="10018" y="12412"/>
                  </a:lnTo>
                  <a:lnTo>
                    <a:pt x="9546" y="7801"/>
                  </a:lnTo>
                  <a:lnTo>
                    <a:pt x="13860" y="245"/>
                  </a:lnTo>
                  <a:lnTo>
                    <a:pt x="1534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h3690"/>
            <p:cNvSpPr/>
            <p:nvPr/>
          </p:nvSpPr>
          <p:spPr>
            <a:xfrm>
              <a:off x="6018629" y="2161312"/>
              <a:ext cx="93139" cy="114332"/>
            </a:xfrm>
            <a:custGeom>
              <a:avLst/>
              <a:pathLst>
                <a:path w="93139" h="114332">
                  <a:moveTo>
                    <a:pt x="24599" y="5053"/>
                  </a:moveTo>
                  <a:lnTo>
                    <a:pt x="29982" y="15437"/>
                  </a:lnTo>
                  <a:lnTo>
                    <a:pt x="28260" y="19446"/>
                  </a:lnTo>
                  <a:lnTo>
                    <a:pt x="28002" y="23463"/>
                  </a:lnTo>
                  <a:lnTo>
                    <a:pt x="32761" y="33384"/>
                  </a:lnTo>
                  <a:lnTo>
                    <a:pt x="36622" y="34190"/>
                  </a:lnTo>
                  <a:lnTo>
                    <a:pt x="37461" y="36806"/>
                  </a:lnTo>
                  <a:lnTo>
                    <a:pt x="38015" y="49340"/>
                  </a:lnTo>
                  <a:lnTo>
                    <a:pt x="38852" y="50306"/>
                  </a:lnTo>
                  <a:lnTo>
                    <a:pt x="44015" y="50312"/>
                  </a:lnTo>
                  <a:lnTo>
                    <a:pt x="48946" y="46688"/>
                  </a:lnTo>
                  <a:lnTo>
                    <a:pt x="53081" y="47943"/>
                  </a:lnTo>
                  <a:lnTo>
                    <a:pt x="54554" y="50104"/>
                  </a:lnTo>
                  <a:lnTo>
                    <a:pt x="51795" y="52194"/>
                  </a:lnTo>
                  <a:lnTo>
                    <a:pt x="52784" y="58964"/>
                  </a:lnTo>
                  <a:lnTo>
                    <a:pt x="54322" y="64086"/>
                  </a:lnTo>
                  <a:lnTo>
                    <a:pt x="56838" y="68367"/>
                  </a:lnTo>
                  <a:lnTo>
                    <a:pt x="55472" y="72736"/>
                  </a:lnTo>
                  <a:lnTo>
                    <a:pt x="56604" y="73157"/>
                  </a:lnTo>
                  <a:lnTo>
                    <a:pt x="62382" y="80302"/>
                  </a:lnTo>
                  <a:lnTo>
                    <a:pt x="65849" y="76642"/>
                  </a:lnTo>
                  <a:lnTo>
                    <a:pt x="68707" y="77382"/>
                  </a:lnTo>
                  <a:lnTo>
                    <a:pt x="71419" y="79528"/>
                  </a:lnTo>
                  <a:lnTo>
                    <a:pt x="77199" y="81136"/>
                  </a:lnTo>
                  <a:lnTo>
                    <a:pt x="91690" y="93111"/>
                  </a:lnTo>
                  <a:lnTo>
                    <a:pt x="93139" y="94983"/>
                  </a:lnTo>
                  <a:lnTo>
                    <a:pt x="92930" y="96278"/>
                  </a:lnTo>
                  <a:lnTo>
                    <a:pt x="91227" y="97976"/>
                  </a:lnTo>
                  <a:lnTo>
                    <a:pt x="88929" y="99756"/>
                  </a:lnTo>
                  <a:lnTo>
                    <a:pt x="87114" y="99055"/>
                  </a:lnTo>
                  <a:lnTo>
                    <a:pt x="88143" y="96725"/>
                  </a:lnTo>
                  <a:lnTo>
                    <a:pt x="81290" y="100672"/>
                  </a:lnTo>
                  <a:lnTo>
                    <a:pt x="81769" y="101934"/>
                  </a:lnTo>
                  <a:lnTo>
                    <a:pt x="74189" y="108762"/>
                  </a:lnTo>
                  <a:lnTo>
                    <a:pt x="73934" y="114332"/>
                  </a:lnTo>
                  <a:lnTo>
                    <a:pt x="69209" y="112529"/>
                  </a:lnTo>
                  <a:lnTo>
                    <a:pt x="63028" y="108819"/>
                  </a:lnTo>
                  <a:lnTo>
                    <a:pt x="61173" y="110696"/>
                  </a:lnTo>
                  <a:lnTo>
                    <a:pt x="56234" y="113514"/>
                  </a:lnTo>
                  <a:lnTo>
                    <a:pt x="55930" y="112176"/>
                  </a:lnTo>
                  <a:lnTo>
                    <a:pt x="54037" y="111209"/>
                  </a:lnTo>
                  <a:lnTo>
                    <a:pt x="50050" y="112570"/>
                  </a:lnTo>
                  <a:lnTo>
                    <a:pt x="49026" y="113615"/>
                  </a:lnTo>
                  <a:lnTo>
                    <a:pt x="47327" y="113446"/>
                  </a:lnTo>
                  <a:lnTo>
                    <a:pt x="44546" y="111283"/>
                  </a:lnTo>
                  <a:lnTo>
                    <a:pt x="46139" y="107652"/>
                  </a:lnTo>
                  <a:lnTo>
                    <a:pt x="45084" y="99606"/>
                  </a:lnTo>
                  <a:lnTo>
                    <a:pt x="38814" y="91530"/>
                  </a:lnTo>
                  <a:lnTo>
                    <a:pt x="33031" y="88204"/>
                  </a:lnTo>
                  <a:lnTo>
                    <a:pt x="31091" y="87741"/>
                  </a:lnTo>
                  <a:lnTo>
                    <a:pt x="26456" y="89809"/>
                  </a:lnTo>
                  <a:lnTo>
                    <a:pt x="24846" y="93846"/>
                  </a:lnTo>
                  <a:lnTo>
                    <a:pt x="22904" y="93532"/>
                  </a:lnTo>
                  <a:lnTo>
                    <a:pt x="21341" y="92401"/>
                  </a:lnTo>
                  <a:lnTo>
                    <a:pt x="21396" y="88746"/>
                  </a:lnTo>
                  <a:lnTo>
                    <a:pt x="19631" y="85373"/>
                  </a:lnTo>
                  <a:lnTo>
                    <a:pt x="17348" y="83125"/>
                  </a:lnTo>
                  <a:lnTo>
                    <a:pt x="13744" y="85750"/>
                  </a:lnTo>
                  <a:lnTo>
                    <a:pt x="8201" y="79364"/>
                  </a:lnTo>
                  <a:lnTo>
                    <a:pt x="9971" y="69567"/>
                  </a:lnTo>
                  <a:lnTo>
                    <a:pt x="9571" y="68670"/>
                  </a:lnTo>
                  <a:lnTo>
                    <a:pt x="7451" y="66176"/>
                  </a:lnTo>
                  <a:lnTo>
                    <a:pt x="3115" y="62908"/>
                  </a:lnTo>
                  <a:lnTo>
                    <a:pt x="865" y="59603"/>
                  </a:lnTo>
                  <a:lnTo>
                    <a:pt x="0" y="52776"/>
                  </a:lnTo>
                  <a:lnTo>
                    <a:pt x="3142" y="52618"/>
                  </a:lnTo>
                  <a:lnTo>
                    <a:pt x="1475" y="45002"/>
                  </a:lnTo>
                  <a:lnTo>
                    <a:pt x="2644" y="43650"/>
                  </a:lnTo>
                  <a:lnTo>
                    <a:pt x="4822" y="43066"/>
                  </a:lnTo>
                  <a:lnTo>
                    <a:pt x="6847" y="35478"/>
                  </a:lnTo>
                  <a:lnTo>
                    <a:pt x="5694" y="33175"/>
                  </a:lnTo>
                  <a:lnTo>
                    <a:pt x="3104" y="30798"/>
                  </a:lnTo>
                  <a:lnTo>
                    <a:pt x="9134" y="25012"/>
                  </a:lnTo>
                  <a:lnTo>
                    <a:pt x="8191" y="22494"/>
                  </a:lnTo>
                  <a:lnTo>
                    <a:pt x="12962" y="20351"/>
                  </a:lnTo>
                  <a:lnTo>
                    <a:pt x="21985" y="6995"/>
                  </a:lnTo>
                  <a:lnTo>
                    <a:pt x="18026" y="2325"/>
                  </a:lnTo>
                  <a:lnTo>
                    <a:pt x="20036" y="468"/>
                  </a:lnTo>
                  <a:lnTo>
                    <a:pt x="2160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h3691"/>
            <p:cNvSpPr/>
            <p:nvPr/>
          </p:nvSpPr>
          <p:spPr>
            <a:xfrm>
              <a:off x="6124559" y="2328716"/>
              <a:ext cx="43240" cy="52139"/>
            </a:xfrm>
            <a:custGeom>
              <a:avLst/>
              <a:pathLst>
                <a:path w="43240" h="52139">
                  <a:moveTo>
                    <a:pt x="27045" y="23"/>
                  </a:moveTo>
                  <a:lnTo>
                    <a:pt x="34824" y="1252"/>
                  </a:lnTo>
                  <a:lnTo>
                    <a:pt x="34505" y="4151"/>
                  </a:lnTo>
                  <a:lnTo>
                    <a:pt x="27658" y="3360"/>
                  </a:lnTo>
                  <a:lnTo>
                    <a:pt x="32636" y="17211"/>
                  </a:lnTo>
                  <a:lnTo>
                    <a:pt x="32807" y="16626"/>
                  </a:lnTo>
                  <a:lnTo>
                    <a:pt x="37237" y="19995"/>
                  </a:lnTo>
                  <a:lnTo>
                    <a:pt x="37407" y="21942"/>
                  </a:lnTo>
                  <a:lnTo>
                    <a:pt x="36408" y="22729"/>
                  </a:lnTo>
                  <a:lnTo>
                    <a:pt x="38648" y="24166"/>
                  </a:lnTo>
                  <a:lnTo>
                    <a:pt x="41447" y="28934"/>
                  </a:lnTo>
                  <a:lnTo>
                    <a:pt x="42224" y="33103"/>
                  </a:lnTo>
                  <a:lnTo>
                    <a:pt x="39786" y="36989"/>
                  </a:lnTo>
                  <a:lnTo>
                    <a:pt x="38914" y="40225"/>
                  </a:lnTo>
                  <a:lnTo>
                    <a:pt x="39457" y="40566"/>
                  </a:lnTo>
                  <a:lnTo>
                    <a:pt x="41447" y="39737"/>
                  </a:lnTo>
                  <a:lnTo>
                    <a:pt x="43240" y="42457"/>
                  </a:lnTo>
                  <a:lnTo>
                    <a:pt x="33751" y="44835"/>
                  </a:lnTo>
                  <a:lnTo>
                    <a:pt x="32848" y="50773"/>
                  </a:lnTo>
                  <a:lnTo>
                    <a:pt x="32669" y="52015"/>
                  </a:lnTo>
                  <a:lnTo>
                    <a:pt x="28867" y="49452"/>
                  </a:lnTo>
                  <a:lnTo>
                    <a:pt x="27868" y="52139"/>
                  </a:lnTo>
                  <a:lnTo>
                    <a:pt x="26682" y="51031"/>
                  </a:lnTo>
                  <a:lnTo>
                    <a:pt x="22221" y="42778"/>
                  </a:lnTo>
                  <a:lnTo>
                    <a:pt x="10840" y="41600"/>
                  </a:lnTo>
                  <a:lnTo>
                    <a:pt x="7232" y="44297"/>
                  </a:lnTo>
                  <a:lnTo>
                    <a:pt x="4065" y="45172"/>
                  </a:lnTo>
                  <a:lnTo>
                    <a:pt x="3135" y="44832"/>
                  </a:lnTo>
                  <a:lnTo>
                    <a:pt x="1822" y="42616"/>
                  </a:lnTo>
                  <a:lnTo>
                    <a:pt x="0" y="42181"/>
                  </a:lnTo>
                  <a:lnTo>
                    <a:pt x="2606" y="39288"/>
                  </a:lnTo>
                  <a:lnTo>
                    <a:pt x="4201" y="40282"/>
                  </a:lnTo>
                  <a:lnTo>
                    <a:pt x="8399" y="36564"/>
                  </a:lnTo>
                  <a:lnTo>
                    <a:pt x="10205" y="35958"/>
                  </a:lnTo>
                  <a:lnTo>
                    <a:pt x="11508" y="36502"/>
                  </a:lnTo>
                  <a:lnTo>
                    <a:pt x="13065" y="34850"/>
                  </a:lnTo>
                  <a:lnTo>
                    <a:pt x="13013" y="33897"/>
                  </a:lnTo>
                  <a:lnTo>
                    <a:pt x="6098" y="32249"/>
                  </a:lnTo>
                  <a:lnTo>
                    <a:pt x="3935" y="28661"/>
                  </a:lnTo>
                  <a:lnTo>
                    <a:pt x="6554" y="25388"/>
                  </a:lnTo>
                  <a:lnTo>
                    <a:pt x="5479" y="19850"/>
                  </a:lnTo>
                  <a:lnTo>
                    <a:pt x="3251" y="21798"/>
                  </a:lnTo>
                  <a:lnTo>
                    <a:pt x="81" y="17797"/>
                  </a:lnTo>
                  <a:lnTo>
                    <a:pt x="7329" y="18959"/>
                  </a:lnTo>
                  <a:lnTo>
                    <a:pt x="11170" y="18772"/>
                  </a:lnTo>
                  <a:lnTo>
                    <a:pt x="13887" y="10642"/>
                  </a:lnTo>
                  <a:lnTo>
                    <a:pt x="17191" y="9216"/>
                  </a:lnTo>
                  <a:lnTo>
                    <a:pt x="18665" y="7382"/>
                  </a:lnTo>
                  <a:lnTo>
                    <a:pt x="16769" y="1886"/>
                  </a:lnTo>
                  <a:lnTo>
                    <a:pt x="21321" y="1850"/>
                  </a:lnTo>
                  <a:lnTo>
                    <a:pt x="2549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h3692"/>
            <p:cNvSpPr/>
            <p:nvPr/>
          </p:nvSpPr>
          <p:spPr>
            <a:xfrm>
              <a:off x="5893779" y="2267635"/>
              <a:ext cx="63578" cy="28610"/>
            </a:xfrm>
            <a:custGeom>
              <a:avLst/>
              <a:pathLst>
                <a:path w="63578" h="28610">
                  <a:moveTo>
                    <a:pt x="40942" y="1552"/>
                  </a:moveTo>
                  <a:lnTo>
                    <a:pt x="44172" y="4941"/>
                  </a:lnTo>
                  <a:lnTo>
                    <a:pt x="47453" y="10657"/>
                  </a:lnTo>
                  <a:lnTo>
                    <a:pt x="49075" y="8124"/>
                  </a:lnTo>
                  <a:lnTo>
                    <a:pt x="50275" y="11368"/>
                  </a:lnTo>
                  <a:lnTo>
                    <a:pt x="52486" y="12826"/>
                  </a:lnTo>
                  <a:lnTo>
                    <a:pt x="55433" y="10479"/>
                  </a:lnTo>
                  <a:lnTo>
                    <a:pt x="55548" y="6866"/>
                  </a:lnTo>
                  <a:lnTo>
                    <a:pt x="58828" y="7959"/>
                  </a:lnTo>
                  <a:lnTo>
                    <a:pt x="59470" y="9599"/>
                  </a:lnTo>
                  <a:lnTo>
                    <a:pt x="58085" y="11766"/>
                  </a:lnTo>
                  <a:lnTo>
                    <a:pt x="63578" y="12236"/>
                  </a:lnTo>
                  <a:lnTo>
                    <a:pt x="63297" y="15888"/>
                  </a:lnTo>
                  <a:lnTo>
                    <a:pt x="58084" y="15504"/>
                  </a:lnTo>
                  <a:lnTo>
                    <a:pt x="57484" y="24642"/>
                  </a:lnTo>
                  <a:lnTo>
                    <a:pt x="47256" y="24516"/>
                  </a:lnTo>
                  <a:lnTo>
                    <a:pt x="40189" y="19451"/>
                  </a:lnTo>
                  <a:lnTo>
                    <a:pt x="42720" y="16899"/>
                  </a:lnTo>
                  <a:lnTo>
                    <a:pt x="41620" y="13702"/>
                  </a:lnTo>
                  <a:lnTo>
                    <a:pt x="39825" y="14785"/>
                  </a:lnTo>
                  <a:lnTo>
                    <a:pt x="37798" y="17607"/>
                  </a:lnTo>
                  <a:lnTo>
                    <a:pt x="34752" y="18193"/>
                  </a:lnTo>
                  <a:lnTo>
                    <a:pt x="34463" y="15424"/>
                  </a:lnTo>
                  <a:lnTo>
                    <a:pt x="35528" y="16355"/>
                  </a:lnTo>
                  <a:lnTo>
                    <a:pt x="36318" y="11150"/>
                  </a:lnTo>
                  <a:lnTo>
                    <a:pt x="33519" y="14515"/>
                  </a:lnTo>
                  <a:lnTo>
                    <a:pt x="25944" y="26612"/>
                  </a:lnTo>
                  <a:lnTo>
                    <a:pt x="22917" y="24533"/>
                  </a:lnTo>
                  <a:lnTo>
                    <a:pt x="22300" y="28235"/>
                  </a:lnTo>
                  <a:lnTo>
                    <a:pt x="21495" y="28610"/>
                  </a:lnTo>
                  <a:lnTo>
                    <a:pt x="15825" y="27555"/>
                  </a:lnTo>
                  <a:lnTo>
                    <a:pt x="13507" y="23212"/>
                  </a:lnTo>
                  <a:lnTo>
                    <a:pt x="9894" y="24699"/>
                  </a:lnTo>
                  <a:lnTo>
                    <a:pt x="10488" y="27273"/>
                  </a:lnTo>
                  <a:lnTo>
                    <a:pt x="10100" y="28260"/>
                  </a:lnTo>
                  <a:lnTo>
                    <a:pt x="7309" y="28490"/>
                  </a:lnTo>
                  <a:lnTo>
                    <a:pt x="4644" y="26843"/>
                  </a:lnTo>
                  <a:lnTo>
                    <a:pt x="2579" y="20658"/>
                  </a:lnTo>
                  <a:lnTo>
                    <a:pt x="5384" y="14356"/>
                  </a:lnTo>
                  <a:lnTo>
                    <a:pt x="3280" y="10935"/>
                  </a:lnTo>
                  <a:lnTo>
                    <a:pt x="0" y="8809"/>
                  </a:lnTo>
                  <a:lnTo>
                    <a:pt x="481" y="7669"/>
                  </a:lnTo>
                  <a:lnTo>
                    <a:pt x="6060" y="3564"/>
                  </a:lnTo>
                  <a:lnTo>
                    <a:pt x="8713" y="4457"/>
                  </a:lnTo>
                  <a:lnTo>
                    <a:pt x="13583" y="2353"/>
                  </a:lnTo>
                  <a:lnTo>
                    <a:pt x="25565" y="2404"/>
                  </a:lnTo>
                  <a:lnTo>
                    <a:pt x="28359" y="1080"/>
                  </a:lnTo>
                  <a:lnTo>
                    <a:pt x="33288" y="3364"/>
                  </a:lnTo>
                  <a:lnTo>
                    <a:pt x="30291" y="5464"/>
                  </a:lnTo>
                  <a:lnTo>
                    <a:pt x="36417" y="7757"/>
                  </a:lnTo>
                  <a:lnTo>
                    <a:pt x="39202" y="5774"/>
                  </a:lnTo>
                  <a:lnTo>
                    <a:pt x="39004" y="2114"/>
                  </a:lnTo>
                  <a:lnTo>
                    <a:pt x="36820" y="1479"/>
                  </a:lnTo>
                  <a:lnTo>
                    <a:pt x="4615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h3693"/>
            <p:cNvSpPr/>
            <p:nvPr/>
          </p:nvSpPr>
          <p:spPr>
            <a:xfrm>
              <a:off x="6043410" y="2280716"/>
              <a:ext cx="65088" cy="66442"/>
            </a:xfrm>
            <a:custGeom>
              <a:avLst/>
              <a:pathLst>
                <a:path w="65088" h="66442">
                  <a:moveTo>
                    <a:pt x="39570" y="2938"/>
                  </a:moveTo>
                  <a:lnTo>
                    <a:pt x="45030" y="12517"/>
                  </a:lnTo>
                  <a:lnTo>
                    <a:pt x="48208" y="11663"/>
                  </a:lnTo>
                  <a:lnTo>
                    <a:pt x="50866" y="13554"/>
                  </a:lnTo>
                  <a:lnTo>
                    <a:pt x="55978" y="19284"/>
                  </a:lnTo>
                  <a:lnTo>
                    <a:pt x="57994" y="22516"/>
                  </a:lnTo>
                  <a:lnTo>
                    <a:pt x="63092" y="21538"/>
                  </a:lnTo>
                  <a:lnTo>
                    <a:pt x="61767" y="27918"/>
                  </a:lnTo>
                  <a:lnTo>
                    <a:pt x="65088" y="32943"/>
                  </a:lnTo>
                  <a:lnTo>
                    <a:pt x="57139" y="34268"/>
                  </a:lnTo>
                  <a:lnTo>
                    <a:pt x="44843" y="38320"/>
                  </a:lnTo>
                  <a:lnTo>
                    <a:pt x="39560" y="43156"/>
                  </a:lnTo>
                  <a:lnTo>
                    <a:pt x="40263" y="47245"/>
                  </a:lnTo>
                  <a:lnTo>
                    <a:pt x="42732" y="52615"/>
                  </a:lnTo>
                  <a:lnTo>
                    <a:pt x="45293" y="51679"/>
                  </a:lnTo>
                  <a:lnTo>
                    <a:pt x="33689" y="63219"/>
                  </a:lnTo>
                  <a:lnTo>
                    <a:pt x="32225" y="59170"/>
                  </a:lnTo>
                  <a:lnTo>
                    <a:pt x="30342" y="60379"/>
                  </a:lnTo>
                  <a:lnTo>
                    <a:pt x="32093" y="64833"/>
                  </a:lnTo>
                  <a:lnTo>
                    <a:pt x="30440" y="66442"/>
                  </a:lnTo>
                  <a:lnTo>
                    <a:pt x="22089" y="59516"/>
                  </a:lnTo>
                  <a:lnTo>
                    <a:pt x="16576" y="52481"/>
                  </a:lnTo>
                  <a:lnTo>
                    <a:pt x="6131" y="58124"/>
                  </a:lnTo>
                  <a:lnTo>
                    <a:pt x="7850" y="52168"/>
                  </a:lnTo>
                  <a:lnTo>
                    <a:pt x="10394" y="50961"/>
                  </a:lnTo>
                  <a:lnTo>
                    <a:pt x="10665" y="48827"/>
                  </a:lnTo>
                  <a:lnTo>
                    <a:pt x="3000" y="48455"/>
                  </a:lnTo>
                  <a:lnTo>
                    <a:pt x="0" y="40839"/>
                  </a:lnTo>
                  <a:lnTo>
                    <a:pt x="2383" y="38878"/>
                  </a:lnTo>
                  <a:lnTo>
                    <a:pt x="8997" y="37125"/>
                  </a:lnTo>
                  <a:lnTo>
                    <a:pt x="6447" y="28783"/>
                  </a:lnTo>
                  <a:lnTo>
                    <a:pt x="12172" y="26381"/>
                  </a:lnTo>
                  <a:lnTo>
                    <a:pt x="19773" y="25562"/>
                  </a:lnTo>
                  <a:lnTo>
                    <a:pt x="17594" y="21988"/>
                  </a:lnTo>
                  <a:lnTo>
                    <a:pt x="11978" y="24481"/>
                  </a:lnTo>
                  <a:lnTo>
                    <a:pt x="11699" y="23083"/>
                  </a:lnTo>
                  <a:lnTo>
                    <a:pt x="12561" y="20855"/>
                  </a:lnTo>
                  <a:lnTo>
                    <a:pt x="15158" y="17522"/>
                  </a:lnTo>
                  <a:lnTo>
                    <a:pt x="19142" y="10021"/>
                  </a:lnTo>
                  <a:lnTo>
                    <a:pt x="21383" y="7521"/>
                  </a:lnTo>
                  <a:lnTo>
                    <a:pt x="22623" y="2058"/>
                  </a:lnTo>
                  <a:lnTo>
                    <a:pt x="23211" y="1444"/>
                  </a:lnTo>
                  <a:lnTo>
                    <a:pt x="26862" y="2993"/>
                  </a:lnTo>
                  <a:lnTo>
                    <a:pt x="28599" y="536"/>
                  </a:lnTo>
                  <a:lnTo>
                    <a:pt x="31518" y="514"/>
                  </a:lnTo>
                  <a:lnTo>
                    <a:pt x="348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h3694"/>
            <p:cNvSpPr/>
            <p:nvPr/>
          </p:nvSpPr>
          <p:spPr>
            <a:xfrm>
              <a:off x="6151605" y="2289928"/>
              <a:ext cx="57115" cy="67907"/>
            </a:xfrm>
            <a:custGeom>
              <a:avLst/>
              <a:pathLst>
                <a:path w="57115" h="67907">
                  <a:moveTo>
                    <a:pt x="17079" y="531"/>
                  </a:moveTo>
                  <a:lnTo>
                    <a:pt x="15672" y="6481"/>
                  </a:lnTo>
                  <a:lnTo>
                    <a:pt x="19472" y="7566"/>
                  </a:lnTo>
                  <a:lnTo>
                    <a:pt x="21561" y="7321"/>
                  </a:lnTo>
                  <a:lnTo>
                    <a:pt x="24224" y="4957"/>
                  </a:lnTo>
                  <a:lnTo>
                    <a:pt x="24949" y="100"/>
                  </a:lnTo>
                  <a:lnTo>
                    <a:pt x="29369" y="11772"/>
                  </a:lnTo>
                  <a:lnTo>
                    <a:pt x="32412" y="10121"/>
                  </a:lnTo>
                  <a:lnTo>
                    <a:pt x="36021" y="11006"/>
                  </a:lnTo>
                  <a:lnTo>
                    <a:pt x="37458" y="10968"/>
                  </a:lnTo>
                  <a:lnTo>
                    <a:pt x="35639" y="16224"/>
                  </a:lnTo>
                  <a:lnTo>
                    <a:pt x="41207" y="29179"/>
                  </a:lnTo>
                  <a:lnTo>
                    <a:pt x="45926" y="30271"/>
                  </a:lnTo>
                  <a:lnTo>
                    <a:pt x="49704" y="26251"/>
                  </a:lnTo>
                  <a:lnTo>
                    <a:pt x="53703" y="28036"/>
                  </a:lnTo>
                  <a:lnTo>
                    <a:pt x="53241" y="34064"/>
                  </a:lnTo>
                  <a:lnTo>
                    <a:pt x="57115" y="34395"/>
                  </a:lnTo>
                  <a:lnTo>
                    <a:pt x="56802" y="38512"/>
                  </a:lnTo>
                  <a:lnTo>
                    <a:pt x="54719" y="39147"/>
                  </a:lnTo>
                  <a:lnTo>
                    <a:pt x="51875" y="41473"/>
                  </a:lnTo>
                  <a:lnTo>
                    <a:pt x="50395" y="44622"/>
                  </a:lnTo>
                  <a:lnTo>
                    <a:pt x="52603" y="47247"/>
                  </a:lnTo>
                  <a:lnTo>
                    <a:pt x="52472" y="48529"/>
                  </a:lnTo>
                  <a:lnTo>
                    <a:pt x="39149" y="59905"/>
                  </a:lnTo>
                  <a:lnTo>
                    <a:pt x="41101" y="64240"/>
                  </a:lnTo>
                  <a:lnTo>
                    <a:pt x="37683" y="65785"/>
                  </a:lnTo>
                  <a:lnTo>
                    <a:pt x="37909" y="66264"/>
                  </a:lnTo>
                  <a:lnTo>
                    <a:pt x="35121" y="67907"/>
                  </a:lnTo>
                  <a:lnTo>
                    <a:pt x="33504" y="64501"/>
                  </a:lnTo>
                  <a:lnTo>
                    <a:pt x="30861" y="52640"/>
                  </a:lnTo>
                  <a:lnTo>
                    <a:pt x="32086" y="48107"/>
                  </a:lnTo>
                  <a:lnTo>
                    <a:pt x="29767" y="44427"/>
                  </a:lnTo>
                  <a:lnTo>
                    <a:pt x="27812" y="50587"/>
                  </a:lnTo>
                  <a:lnTo>
                    <a:pt x="23673" y="47759"/>
                  </a:lnTo>
                  <a:lnTo>
                    <a:pt x="21023" y="44017"/>
                  </a:lnTo>
                  <a:lnTo>
                    <a:pt x="15147" y="44348"/>
                  </a:lnTo>
                  <a:lnTo>
                    <a:pt x="6177" y="49958"/>
                  </a:lnTo>
                  <a:lnTo>
                    <a:pt x="11348" y="54825"/>
                  </a:lnTo>
                  <a:lnTo>
                    <a:pt x="5761" y="55414"/>
                  </a:lnTo>
                  <a:lnTo>
                    <a:pt x="5590" y="55999"/>
                  </a:lnTo>
                  <a:lnTo>
                    <a:pt x="613" y="42148"/>
                  </a:lnTo>
                  <a:lnTo>
                    <a:pt x="7460" y="42938"/>
                  </a:lnTo>
                  <a:lnTo>
                    <a:pt x="7779" y="40039"/>
                  </a:lnTo>
                  <a:lnTo>
                    <a:pt x="0" y="38811"/>
                  </a:lnTo>
                  <a:lnTo>
                    <a:pt x="429" y="34643"/>
                  </a:lnTo>
                  <a:lnTo>
                    <a:pt x="7123" y="32819"/>
                  </a:lnTo>
                  <a:lnTo>
                    <a:pt x="7711" y="31049"/>
                  </a:lnTo>
                  <a:lnTo>
                    <a:pt x="5356" y="26015"/>
                  </a:lnTo>
                  <a:lnTo>
                    <a:pt x="5400" y="21899"/>
                  </a:lnTo>
                  <a:lnTo>
                    <a:pt x="7769" y="17568"/>
                  </a:lnTo>
                  <a:lnTo>
                    <a:pt x="5948" y="16710"/>
                  </a:lnTo>
                  <a:lnTo>
                    <a:pt x="1546" y="19599"/>
                  </a:lnTo>
                  <a:lnTo>
                    <a:pt x="2236" y="9585"/>
                  </a:lnTo>
                  <a:lnTo>
                    <a:pt x="1312" y="7125"/>
                  </a:lnTo>
                  <a:lnTo>
                    <a:pt x="3972" y="3847"/>
                  </a:lnTo>
                  <a:lnTo>
                    <a:pt x="4100" y="6744"/>
                  </a:lnTo>
                  <a:lnTo>
                    <a:pt x="5857" y="6411"/>
                  </a:lnTo>
                  <a:lnTo>
                    <a:pt x="12333" y="3717"/>
                  </a:lnTo>
                  <a:lnTo>
                    <a:pt x="1187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h3695"/>
            <p:cNvSpPr/>
            <p:nvPr/>
          </p:nvSpPr>
          <p:spPr>
            <a:xfrm>
              <a:off x="6068679" y="2262524"/>
              <a:ext cx="57271" cy="63228"/>
            </a:xfrm>
            <a:custGeom>
              <a:avLst/>
              <a:pathLst>
                <a:path w="57271" h="63228">
                  <a:moveTo>
                    <a:pt x="29486" y="6682"/>
                  </a:moveTo>
                  <a:lnTo>
                    <a:pt x="35205" y="11186"/>
                  </a:lnTo>
                  <a:lnTo>
                    <a:pt x="33643" y="14675"/>
                  </a:lnTo>
                  <a:lnTo>
                    <a:pt x="34777" y="17469"/>
                  </a:lnTo>
                  <a:lnTo>
                    <a:pt x="38439" y="14966"/>
                  </a:lnTo>
                  <a:lnTo>
                    <a:pt x="42836" y="17199"/>
                  </a:lnTo>
                  <a:lnTo>
                    <a:pt x="48150" y="17536"/>
                  </a:lnTo>
                  <a:lnTo>
                    <a:pt x="50870" y="22123"/>
                  </a:lnTo>
                  <a:lnTo>
                    <a:pt x="51227" y="29552"/>
                  </a:lnTo>
                  <a:lnTo>
                    <a:pt x="50420" y="33377"/>
                  </a:lnTo>
                  <a:lnTo>
                    <a:pt x="54194" y="38047"/>
                  </a:lnTo>
                  <a:lnTo>
                    <a:pt x="57271" y="40960"/>
                  </a:lnTo>
                  <a:lnTo>
                    <a:pt x="51869" y="44042"/>
                  </a:lnTo>
                  <a:lnTo>
                    <a:pt x="49950" y="48031"/>
                  </a:lnTo>
                  <a:lnTo>
                    <a:pt x="49362" y="49560"/>
                  </a:lnTo>
                  <a:lnTo>
                    <a:pt x="48961" y="58241"/>
                  </a:lnTo>
                  <a:lnTo>
                    <a:pt x="45811" y="57508"/>
                  </a:lnTo>
                  <a:lnTo>
                    <a:pt x="44883" y="62708"/>
                  </a:lnTo>
                  <a:lnTo>
                    <a:pt x="41693" y="61753"/>
                  </a:lnTo>
                  <a:lnTo>
                    <a:pt x="41256" y="63228"/>
                  </a:lnTo>
                  <a:lnTo>
                    <a:pt x="39440" y="62661"/>
                  </a:lnTo>
                  <a:lnTo>
                    <a:pt x="38200" y="58405"/>
                  </a:lnTo>
                  <a:lnTo>
                    <a:pt x="40383" y="52521"/>
                  </a:lnTo>
                  <a:lnTo>
                    <a:pt x="39819" y="51135"/>
                  </a:lnTo>
                  <a:lnTo>
                    <a:pt x="36498" y="46110"/>
                  </a:lnTo>
                  <a:lnTo>
                    <a:pt x="37823" y="39730"/>
                  </a:lnTo>
                  <a:lnTo>
                    <a:pt x="32725" y="40708"/>
                  </a:lnTo>
                  <a:lnTo>
                    <a:pt x="30708" y="37476"/>
                  </a:lnTo>
                  <a:lnTo>
                    <a:pt x="25597" y="31746"/>
                  </a:lnTo>
                  <a:lnTo>
                    <a:pt x="22939" y="29855"/>
                  </a:lnTo>
                  <a:lnTo>
                    <a:pt x="19761" y="30709"/>
                  </a:lnTo>
                  <a:lnTo>
                    <a:pt x="14301" y="21129"/>
                  </a:lnTo>
                  <a:lnTo>
                    <a:pt x="9611" y="18191"/>
                  </a:lnTo>
                  <a:lnTo>
                    <a:pt x="6249" y="18706"/>
                  </a:lnTo>
                  <a:lnTo>
                    <a:pt x="7536" y="16098"/>
                  </a:lnTo>
                  <a:lnTo>
                    <a:pt x="2399" y="15258"/>
                  </a:lnTo>
                  <a:lnTo>
                    <a:pt x="0" y="11357"/>
                  </a:lnTo>
                  <a:lnTo>
                    <a:pt x="3986" y="9997"/>
                  </a:lnTo>
                  <a:lnTo>
                    <a:pt x="5879" y="10964"/>
                  </a:lnTo>
                  <a:lnTo>
                    <a:pt x="6183" y="12301"/>
                  </a:lnTo>
                  <a:lnTo>
                    <a:pt x="11122" y="9484"/>
                  </a:lnTo>
                  <a:lnTo>
                    <a:pt x="12977" y="7607"/>
                  </a:lnTo>
                  <a:lnTo>
                    <a:pt x="19158" y="11316"/>
                  </a:lnTo>
                  <a:lnTo>
                    <a:pt x="23884" y="13120"/>
                  </a:lnTo>
                  <a:lnTo>
                    <a:pt x="24138" y="7550"/>
                  </a:lnTo>
                  <a:lnTo>
                    <a:pt x="31719" y="722"/>
                  </a:lnTo>
                  <a:lnTo>
                    <a:pt x="3252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h3696"/>
            <p:cNvSpPr/>
            <p:nvPr/>
          </p:nvSpPr>
          <p:spPr>
            <a:xfrm>
              <a:off x="6098166" y="2244520"/>
              <a:ext cx="50302" cy="56051"/>
            </a:xfrm>
            <a:custGeom>
              <a:avLst/>
              <a:pathLst>
                <a:path w="50302" h="56051">
                  <a:moveTo>
                    <a:pt x="30425" y="4055"/>
                  </a:moveTo>
                  <a:lnTo>
                    <a:pt x="44531" y="14451"/>
                  </a:lnTo>
                  <a:lnTo>
                    <a:pt x="45928" y="13911"/>
                  </a:lnTo>
                  <a:lnTo>
                    <a:pt x="48902" y="19763"/>
                  </a:lnTo>
                  <a:lnTo>
                    <a:pt x="49544" y="20905"/>
                  </a:lnTo>
                  <a:lnTo>
                    <a:pt x="49673" y="29566"/>
                  </a:lnTo>
                  <a:lnTo>
                    <a:pt x="48431" y="42907"/>
                  </a:lnTo>
                  <a:lnTo>
                    <a:pt x="49723" y="44624"/>
                  </a:lnTo>
                  <a:lnTo>
                    <a:pt x="50302" y="48805"/>
                  </a:lnTo>
                  <a:lnTo>
                    <a:pt x="46533" y="49178"/>
                  </a:lnTo>
                  <a:lnTo>
                    <a:pt x="37850" y="47876"/>
                  </a:lnTo>
                  <a:lnTo>
                    <a:pt x="37745" y="50917"/>
                  </a:lnTo>
                  <a:lnTo>
                    <a:pt x="34754" y="53065"/>
                  </a:lnTo>
                  <a:lnTo>
                    <a:pt x="24707" y="56051"/>
                  </a:lnTo>
                  <a:lnTo>
                    <a:pt x="20933" y="51382"/>
                  </a:lnTo>
                  <a:lnTo>
                    <a:pt x="21740" y="47556"/>
                  </a:lnTo>
                  <a:lnTo>
                    <a:pt x="21383" y="40127"/>
                  </a:lnTo>
                  <a:lnTo>
                    <a:pt x="18664" y="35541"/>
                  </a:lnTo>
                  <a:lnTo>
                    <a:pt x="13349" y="35203"/>
                  </a:lnTo>
                  <a:lnTo>
                    <a:pt x="8953" y="32971"/>
                  </a:lnTo>
                  <a:lnTo>
                    <a:pt x="5290" y="35473"/>
                  </a:lnTo>
                  <a:lnTo>
                    <a:pt x="4157" y="32680"/>
                  </a:lnTo>
                  <a:lnTo>
                    <a:pt x="5718" y="29190"/>
                  </a:lnTo>
                  <a:lnTo>
                    <a:pt x="0" y="24686"/>
                  </a:lnTo>
                  <a:lnTo>
                    <a:pt x="3034" y="18004"/>
                  </a:lnTo>
                  <a:lnTo>
                    <a:pt x="2232" y="18726"/>
                  </a:lnTo>
                  <a:lnTo>
                    <a:pt x="1753" y="17464"/>
                  </a:lnTo>
                  <a:lnTo>
                    <a:pt x="8605" y="13517"/>
                  </a:lnTo>
                  <a:lnTo>
                    <a:pt x="7577" y="15847"/>
                  </a:lnTo>
                  <a:lnTo>
                    <a:pt x="9392" y="16548"/>
                  </a:lnTo>
                  <a:lnTo>
                    <a:pt x="11690" y="14768"/>
                  </a:lnTo>
                  <a:lnTo>
                    <a:pt x="13393" y="13070"/>
                  </a:lnTo>
                  <a:lnTo>
                    <a:pt x="13602" y="11775"/>
                  </a:lnTo>
                  <a:lnTo>
                    <a:pt x="12153" y="9903"/>
                  </a:lnTo>
                  <a:lnTo>
                    <a:pt x="12809" y="7718"/>
                  </a:lnTo>
                  <a:lnTo>
                    <a:pt x="16579" y="10322"/>
                  </a:lnTo>
                  <a:lnTo>
                    <a:pt x="19925" y="7908"/>
                  </a:lnTo>
                  <a:lnTo>
                    <a:pt x="21997" y="3922"/>
                  </a:lnTo>
                  <a:lnTo>
                    <a:pt x="20168" y="3433"/>
                  </a:lnTo>
                  <a:lnTo>
                    <a:pt x="22404" y="188"/>
                  </a:lnTo>
                  <a:lnTo>
                    <a:pt x="2347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h3697"/>
            <p:cNvSpPr/>
            <p:nvPr/>
          </p:nvSpPr>
          <p:spPr>
            <a:xfrm>
              <a:off x="6183713" y="2263528"/>
              <a:ext cx="81030" cy="148915"/>
            </a:xfrm>
            <a:custGeom>
              <a:avLst/>
              <a:pathLst>
                <a:path w="81030" h="148915">
                  <a:moveTo>
                    <a:pt x="27825" y="1174"/>
                  </a:moveTo>
                  <a:lnTo>
                    <a:pt x="30352" y="10470"/>
                  </a:lnTo>
                  <a:lnTo>
                    <a:pt x="34361" y="12661"/>
                  </a:lnTo>
                  <a:lnTo>
                    <a:pt x="45870" y="10285"/>
                  </a:lnTo>
                  <a:lnTo>
                    <a:pt x="54527" y="7214"/>
                  </a:lnTo>
                  <a:lnTo>
                    <a:pt x="53312" y="10760"/>
                  </a:lnTo>
                  <a:lnTo>
                    <a:pt x="58349" y="13030"/>
                  </a:lnTo>
                  <a:lnTo>
                    <a:pt x="47936" y="25991"/>
                  </a:lnTo>
                  <a:lnTo>
                    <a:pt x="53967" y="29584"/>
                  </a:lnTo>
                  <a:lnTo>
                    <a:pt x="62561" y="20493"/>
                  </a:lnTo>
                  <a:lnTo>
                    <a:pt x="63980" y="23805"/>
                  </a:lnTo>
                  <a:lnTo>
                    <a:pt x="69576" y="24613"/>
                  </a:lnTo>
                  <a:lnTo>
                    <a:pt x="64985" y="30017"/>
                  </a:lnTo>
                  <a:lnTo>
                    <a:pt x="79595" y="31823"/>
                  </a:lnTo>
                  <a:lnTo>
                    <a:pt x="81030" y="35209"/>
                  </a:lnTo>
                  <a:lnTo>
                    <a:pt x="80381" y="39533"/>
                  </a:lnTo>
                  <a:lnTo>
                    <a:pt x="78825" y="39575"/>
                  </a:lnTo>
                  <a:lnTo>
                    <a:pt x="78655" y="39048"/>
                  </a:lnTo>
                  <a:lnTo>
                    <a:pt x="72202" y="39822"/>
                  </a:lnTo>
                  <a:lnTo>
                    <a:pt x="71886" y="42459"/>
                  </a:lnTo>
                  <a:lnTo>
                    <a:pt x="72748" y="45414"/>
                  </a:lnTo>
                  <a:lnTo>
                    <a:pt x="70629" y="49176"/>
                  </a:lnTo>
                  <a:lnTo>
                    <a:pt x="67795" y="59881"/>
                  </a:lnTo>
                  <a:lnTo>
                    <a:pt x="65016" y="64099"/>
                  </a:lnTo>
                  <a:lnTo>
                    <a:pt x="58828" y="73541"/>
                  </a:lnTo>
                  <a:lnTo>
                    <a:pt x="64075" y="76027"/>
                  </a:lnTo>
                  <a:lnTo>
                    <a:pt x="64815" y="78487"/>
                  </a:lnTo>
                  <a:lnTo>
                    <a:pt x="58659" y="75138"/>
                  </a:lnTo>
                  <a:lnTo>
                    <a:pt x="57941" y="73996"/>
                  </a:lnTo>
                  <a:lnTo>
                    <a:pt x="54071" y="75983"/>
                  </a:lnTo>
                  <a:lnTo>
                    <a:pt x="56968" y="82265"/>
                  </a:lnTo>
                  <a:lnTo>
                    <a:pt x="51539" y="86024"/>
                  </a:lnTo>
                  <a:lnTo>
                    <a:pt x="50980" y="92260"/>
                  </a:lnTo>
                  <a:lnTo>
                    <a:pt x="53267" y="91358"/>
                  </a:lnTo>
                  <a:lnTo>
                    <a:pt x="54234" y="91804"/>
                  </a:lnTo>
                  <a:lnTo>
                    <a:pt x="54396" y="95439"/>
                  </a:lnTo>
                  <a:lnTo>
                    <a:pt x="53953" y="97669"/>
                  </a:lnTo>
                  <a:lnTo>
                    <a:pt x="50304" y="99593"/>
                  </a:lnTo>
                  <a:lnTo>
                    <a:pt x="50188" y="101084"/>
                  </a:lnTo>
                  <a:lnTo>
                    <a:pt x="57096" y="101884"/>
                  </a:lnTo>
                  <a:lnTo>
                    <a:pt x="53570" y="103401"/>
                  </a:lnTo>
                  <a:lnTo>
                    <a:pt x="53282" y="109444"/>
                  </a:lnTo>
                  <a:lnTo>
                    <a:pt x="50361" y="113802"/>
                  </a:lnTo>
                  <a:lnTo>
                    <a:pt x="43545" y="118044"/>
                  </a:lnTo>
                  <a:lnTo>
                    <a:pt x="40959" y="120504"/>
                  </a:lnTo>
                  <a:lnTo>
                    <a:pt x="40555" y="122727"/>
                  </a:lnTo>
                  <a:lnTo>
                    <a:pt x="41600" y="124399"/>
                  </a:lnTo>
                  <a:lnTo>
                    <a:pt x="45934" y="124471"/>
                  </a:lnTo>
                  <a:lnTo>
                    <a:pt x="49746" y="121899"/>
                  </a:lnTo>
                  <a:lnTo>
                    <a:pt x="50300" y="123855"/>
                  </a:lnTo>
                  <a:lnTo>
                    <a:pt x="49452" y="127432"/>
                  </a:lnTo>
                  <a:lnTo>
                    <a:pt x="47855" y="131237"/>
                  </a:lnTo>
                  <a:lnTo>
                    <a:pt x="43143" y="138436"/>
                  </a:lnTo>
                  <a:lnTo>
                    <a:pt x="41610" y="139271"/>
                  </a:lnTo>
                  <a:lnTo>
                    <a:pt x="39002" y="134600"/>
                  </a:lnTo>
                  <a:lnTo>
                    <a:pt x="35172" y="136819"/>
                  </a:lnTo>
                  <a:lnTo>
                    <a:pt x="29612" y="141666"/>
                  </a:lnTo>
                  <a:lnTo>
                    <a:pt x="22484" y="147388"/>
                  </a:lnTo>
                  <a:lnTo>
                    <a:pt x="23002" y="144532"/>
                  </a:lnTo>
                  <a:lnTo>
                    <a:pt x="21600" y="141805"/>
                  </a:lnTo>
                  <a:lnTo>
                    <a:pt x="14532" y="136850"/>
                  </a:lnTo>
                  <a:lnTo>
                    <a:pt x="12212" y="139674"/>
                  </a:lnTo>
                  <a:lnTo>
                    <a:pt x="16971" y="141847"/>
                  </a:lnTo>
                  <a:lnTo>
                    <a:pt x="16226" y="147341"/>
                  </a:lnTo>
                  <a:lnTo>
                    <a:pt x="10801" y="148915"/>
                  </a:lnTo>
                  <a:lnTo>
                    <a:pt x="6920" y="145481"/>
                  </a:lnTo>
                  <a:lnTo>
                    <a:pt x="5728" y="140911"/>
                  </a:lnTo>
                  <a:lnTo>
                    <a:pt x="9056" y="138778"/>
                  </a:lnTo>
                  <a:lnTo>
                    <a:pt x="7876" y="137967"/>
                  </a:lnTo>
                  <a:lnTo>
                    <a:pt x="9898" y="137014"/>
                  </a:lnTo>
                  <a:lnTo>
                    <a:pt x="10575" y="134740"/>
                  </a:lnTo>
                  <a:lnTo>
                    <a:pt x="7789" y="126887"/>
                  </a:lnTo>
                  <a:lnTo>
                    <a:pt x="9391" y="121976"/>
                  </a:lnTo>
                  <a:lnTo>
                    <a:pt x="10426" y="122052"/>
                  </a:lnTo>
                  <a:lnTo>
                    <a:pt x="11375" y="124305"/>
                  </a:lnTo>
                  <a:lnTo>
                    <a:pt x="12967" y="123212"/>
                  </a:lnTo>
                  <a:lnTo>
                    <a:pt x="13211" y="121433"/>
                  </a:lnTo>
                  <a:lnTo>
                    <a:pt x="10990" y="115799"/>
                  </a:lnTo>
                  <a:lnTo>
                    <a:pt x="13557" y="115202"/>
                  </a:lnTo>
                  <a:lnTo>
                    <a:pt x="13041" y="110620"/>
                  </a:lnTo>
                  <a:lnTo>
                    <a:pt x="10385" y="111036"/>
                  </a:lnTo>
                  <a:lnTo>
                    <a:pt x="4950" y="106169"/>
                  </a:lnTo>
                  <a:lnTo>
                    <a:pt x="0" y="102888"/>
                  </a:lnTo>
                  <a:lnTo>
                    <a:pt x="1902" y="102139"/>
                  </a:lnTo>
                  <a:lnTo>
                    <a:pt x="8216" y="105798"/>
                  </a:lnTo>
                  <a:lnTo>
                    <a:pt x="12161" y="106644"/>
                  </a:lnTo>
                  <a:lnTo>
                    <a:pt x="11399" y="103575"/>
                  </a:lnTo>
                  <a:lnTo>
                    <a:pt x="11825" y="96957"/>
                  </a:lnTo>
                  <a:lnTo>
                    <a:pt x="8730" y="91359"/>
                  </a:lnTo>
                  <a:lnTo>
                    <a:pt x="5800" y="92665"/>
                  </a:lnTo>
                  <a:lnTo>
                    <a:pt x="5574" y="92186"/>
                  </a:lnTo>
                  <a:lnTo>
                    <a:pt x="8992" y="90641"/>
                  </a:lnTo>
                  <a:lnTo>
                    <a:pt x="7040" y="86305"/>
                  </a:lnTo>
                  <a:lnTo>
                    <a:pt x="20363" y="74929"/>
                  </a:lnTo>
                  <a:lnTo>
                    <a:pt x="20495" y="73647"/>
                  </a:lnTo>
                  <a:lnTo>
                    <a:pt x="18287" y="71022"/>
                  </a:lnTo>
                  <a:lnTo>
                    <a:pt x="19766" y="67874"/>
                  </a:lnTo>
                  <a:lnTo>
                    <a:pt x="22610" y="65547"/>
                  </a:lnTo>
                  <a:lnTo>
                    <a:pt x="24694" y="64912"/>
                  </a:lnTo>
                  <a:lnTo>
                    <a:pt x="25007" y="60796"/>
                  </a:lnTo>
                  <a:lnTo>
                    <a:pt x="21133" y="60464"/>
                  </a:lnTo>
                  <a:lnTo>
                    <a:pt x="21594" y="54437"/>
                  </a:lnTo>
                  <a:lnTo>
                    <a:pt x="17595" y="52651"/>
                  </a:lnTo>
                  <a:lnTo>
                    <a:pt x="13817" y="56671"/>
                  </a:lnTo>
                  <a:lnTo>
                    <a:pt x="9099" y="55580"/>
                  </a:lnTo>
                  <a:lnTo>
                    <a:pt x="3531" y="42625"/>
                  </a:lnTo>
                  <a:lnTo>
                    <a:pt x="5349" y="37369"/>
                  </a:lnTo>
                  <a:lnTo>
                    <a:pt x="3913" y="37406"/>
                  </a:lnTo>
                  <a:lnTo>
                    <a:pt x="3843" y="34783"/>
                  </a:lnTo>
                  <a:lnTo>
                    <a:pt x="9540" y="34424"/>
                  </a:lnTo>
                  <a:lnTo>
                    <a:pt x="9021" y="28210"/>
                  </a:lnTo>
                  <a:lnTo>
                    <a:pt x="8110" y="26330"/>
                  </a:lnTo>
                  <a:lnTo>
                    <a:pt x="14604" y="22077"/>
                  </a:lnTo>
                  <a:lnTo>
                    <a:pt x="12985" y="19858"/>
                  </a:lnTo>
                  <a:lnTo>
                    <a:pt x="12293" y="17139"/>
                  </a:lnTo>
                  <a:lnTo>
                    <a:pt x="17116" y="10481"/>
                  </a:lnTo>
                  <a:lnTo>
                    <a:pt x="18692" y="9692"/>
                  </a:lnTo>
                  <a:lnTo>
                    <a:pt x="22444" y="2297"/>
                  </a:lnTo>
                  <a:lnTo>
                    <a:pt x="2528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h3698"/>
            <p:cNvSpPr/>
            <p:nvPr/>
          </p:nvSpPr>
          <p:spPr>
            <a:xfrm>
              <a:off x="6551253" y="2845584"/>
              <a:ext cx="37695" cy="48124"/>
            </a:xfrm>
            <a:custGeom>
              <a:avLst/>
              <a:pathLst>
                <a:path w="37695" h="48124">
                  <a:moveTo>
                    <a:pt x="27246" y="0"/>
                  </a:moveTo>
                  <a:lnTo>
                    <a:pt x="30619" y="1085"/>
                  </a:lnTo>
                  <a:lnTo>
                    <a:pt x="31795" y="3070"/>
                  </a:lnTo>
                  <a:lnTo>
                    <a:pt x="32848" y="4319"/>
                  </a:lnTo>
                  <a:lnTo>
                    <a:pt x="33120" y="8589"/>
                  </a:lnTo>
                  <a:lnTo>
                    <a:pt x="33764" y="9472"/>
                  </a:lnTo>
                  <a:lnTo>
                    <a:pt x="34513" y="11722"/>
                  </a:lnTo>
                  <a:lnTo>
                    <a:pt x="28468" y="20163"/>
                  </a:lnTo>
                  <a:lnTo>
                    <a:pt x="27204" y="24924"/>
                  </a:lnTo>
                  <a:lnTo>
                    <a:pt x="30900" y="25652"/>
                  </a:lnTo>
                  <a:lnTo>
                    <a:pt x="31955" y="28009"/>
                  </a:lnTo>
                  <a:lnTo>
                    <a:pt x="34620" y="30505"/>
                  </a:lnTo>
                  <a:lnTo>
                    <a:pt x="33435" y="31593"/>
                  </a:lnTo>
                  <a:lnTo>
                    <a:pt x="32822" y="34467"/>
                  </a:lnTo>
                  <a:lnTo>
                    <a:pt x="33687" y="36377"/>
                  </a:lnTo>
                  <a:lnTo>
                    <a:pt x="36236" y="37936"/>
                  </a:lnTo>
                  <a:lnTo>
                    <a:pt x="37007" y="39755"/>
                  </a:lnTo>
                  <a:lnTo>
                    <a:pt x="37695" y="44749"/>
                  </a:lnTo>
                  <a:lnTo>
                    <a:pt x="37211" y="44799"/>
                  </a:lnTo>
                  <a:lnTo>
                    <a:pt x="37031" y="43530"/>
                  </a:lnTo>
                  <a:lnTo>
                    <a:pt x="35943" y="43442"/>
                  </a:lnTo>
                  <a:lnTo>
                    <a:pt x="36827" y="47171"/>
                  </a:lnTo>
                  <a:lnTo>
                    <a:pt x="27203" y="48124"/>
                  </a:lnTo>
                  <a:lnTo>
                    <a:pt x="26309" y="45177"/>
                  </a:lnTo>
                  <a:lnTo>
                    <a:pt x="23927" y="45157"/>
                  </a:lnTo>
                  <a:lnTo>
                    <a:pt x="22039" y="43330"/>
                  </a:lnTo>
                  <a:lnTo>
                    <a:pt x="20986" y="40443"/>
                  </a:lnTo>
                  <a:lnTo>
                    <a:pt x="21944" y="39589"/>
                  </a:lnTo>
                  <a:lnTo>
                    <a:pt x="22138" y="37108"/>
                  </a:lnTo>
                  <a:lnTo>
                    <a:pt x="17082" y="35372"/>
                  </a:lnTo>
                  <a:lnTo>
                    <a:pt x="10461" y="36948"/>
                  </a:lnTo>
                  <a:lnTo>
                    <a:pt x="10027" y="31578"/>
                  </a:lnTo>
                  <a:lnTo>
                    <a:pt x="8460" y="28336"/>
                  </a:lnTo>
                  <a:lnTo>
                    <a:pt x="4194" y="27928"/>
                  </a:lnTo>
                  <a:lnTo>
                    <a:pt x="3919" y="24950"/>
                  </a:lnTo>
                  <a:lnTo>
                    <a:pt x="6576" y="22634"/>
                  </a:lnTo>
                  <a:lnTo>
                    <a:pt x="5225" y="20807"/>
                  </a:lnTo>
                  <a:lnTo>
                    <a:pt x="1252" y="19077"/>
                  </a:lnTo>
                  <a:lnTo>
                    <a:pt x="1040" y="9757"/>
                  </a:lnTo>
                  <a:lnTo>
                    <a:pt x="0" y="8083"/>
                  </a:lnTo>
                  <a:lnTo>
                    <a:pt x="3716" y="4867"/>
                  </a:lnTo>
                  <a:lnTo>
                    <a:pt x="10533" y="7470"/>
                  </a:lnTo>
                  <a:lnTo>
                    <a:pt x="20011" y="6581"/>
                  </a:lnTo>
                  <a:lnTo>
                    <a:pt x="23118" y="3876"/>
                  </a:lnTo>
                  <a:lnTo>
                    <a:pt x="24325" y="4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h3699"/>
            <p:cNvSpPr/>
            <p:nvPr/>
          </p:nvSpPr>
          <p:spPr>
            <a:xfrm>
              <a:off x="6423178" y="2734502"/>
              <a:ext cx="50657" cy="51668"/>
            </a:xfrm>
            <a:custGeom>
              <a:avLst/>
              <a:pathLst>
                <a:path w="50657" h="51668">
                  <a:moveTo>
                    <a:pt x="23431" y="457"/>
                  </a:moveTo>
                  <a:lnTo>
                    <a:pt x="25075" y="1616"/>
                  </a:lnTo>
                  <a:lnTo>
                    <a:pt x="31530" y="6817"/>
                  </a:lnTo>
                  <a:lnTo>
                    <a:pt x="33820" y="9810"/>
                  </a:lnTo>
                  <a:lnTo>
                    <a:pt x="36090" y="10453"/>
                  </a:lnTo>
                  <a:lnTo>
                    <a:pt x="39332" y="8601"/>
                  </a:lnTo>
                  <a:lnTo>
                    <a:pt x="42790" y="8808"/>
                  </a:lnTo>
                  <a:lnTo>
                    <a:pt x="48570" y="13636"/>
                  </a:lnTo>
                  <a:lnTo>
                    <a:pt x="50657" y="17573"/>
                  </a:lnTo>
                  <a:lnTo>
                    <a:pt x="48922" y="20669"/>
                  </a:lnTo>
                  <a:lnTo>
                    <a:pt x="49105" y="22481"/>
                  </a:lnTo>
                  <a:lnTo>
                    <a:pt x="43740" y="22646"/>
                  </a:lnTo>
                  <a:lnTo>
                    <a:pt x="41758" y="20974"/>
                  </a:lnTo>
                  <a:lnTo>
                    <a:pt x="39521" y="20883"/>
                  </a:lnTo>
                  <a:lnTo>
                    <a:pt x="38185" y="28236"/>
                  </a:lnTo>
                  <a:lnTo>
                    <a:pt x="38094" y="35858"/>
                  </a:lnTo>
                  <a:lnTo>
                    <a:pt x="36585" y="37754"/>
                  </a:lnTo>
                  <a:lnTo>
                    <a:pt x="28228" y="35711"/>
                  </a:lnTo>
                  <a:lnTo>
                    <a:pt x="27392" y="41777"/>
                  </a:lnTo>
                  <a:lnTo>
                    <a:pt x="31970" y="45887"/>
                  </a:lnTo>
                  <a:lnTo>
                    <a:pt x="29689" y="45646"/>
                  </a:lnTo>
                  <a:lnTo>
                    <a:pt x="29015" y="50302"/>
                  </a:lnTo>
                  <a:lnTo>
                    <a:pt x="26919" y="49945"/>
                  </a:lnTo>
                  <a:lnTo>
                    <a:pt x="25917" y="47908"/>
                  </a:lnTo>
                  <a:lnTo>
                    <a:pt x="20748" y="47489"/>
                  </a:lnTo>
                  <a:lnTo>
                    <a:pt x="18216" y="51141"/>
                  </a:lnTo>
                  <a:lnTo>
                    <a:pt x="14539" y="51668"/>
                  </a:lnTo>
                  <a:lnTo>
                    <a:pt x="14181" y="50346"/>
                  </a:lnTo>
                  <a:lnTo>
                    <a:pt x="11697" y="49890"/>
                  </a:lnTo>
                  <a:lnTo>
                    <a:pt x="12744" y="44536"/>
                  </a:lnTo>
                  <a:lnTo>
                    <a:pt x="17384" y="44883"/>
                  </a:lnTo>
                  <a:lnTo>
                    <a:pt x="17713" y="39746"/>
                  </a:lnTo>
                  <a:lnTo>
                    <a:pt x="13983" y="39339"/>
                  </a:lnTo>
                  <a:lnTo>
                    <a:pt x="13076" y="40044"/>
                  </a:lnTo>
                  <a:lnTo>
                    <a:pt x="5783" y="37303"/>
                  </a:lnTo>
                  <a:lnTo>
                    <a:pt x="5001" y="36415"/>
                  </a:lnTo>
                  <a:lnTo>
                    <a:pt x="5248" y="34024"/>
                  </a:lnTo>
                  <a:lnTo>
                    <a:pt x="4626" y="33263"/>
                  </a:lnTo>
                  <a:lnTo>
                    <a:pt x="2447" y="29986"/>
                  </a:lnTo>
                  <a:lnTo>
                    <a:pt x="1959" y="26008"/>
                  </a:lnTo>
                  <a:lnTo>
                    <a:pt x="1019" y="26355"/>
                  </a:lnTo>
                  <a:lnTo>
                    <a:pt x="0" y="24568"/>
                  </a:lnTo>
                  <a:lnTo>
                    <a:pt x="455" y="22896"/>
                  </a:lnTo>
                  <a:lnTo>
                    <a:pt x="2533" y="19299"/>
                  </a:lnTo>
                  <a:lnTo>
                    <a:pt x="4800" y="18721"/>
                  </a:lnTo>
                  <a:lnTo>
                    <a:pt x="5827" y="15698"/>
                  </a:lnTo>
                  <a:lnTo>
                    <a:pt x="5897" y="12916"/>
                  </a:lnTo>
                  <a:lnTo>
                    <a:pt x="6511" y="8424"/>
                  </a:lnTo>
                  <a:lnTo>
                    <a:pt x="7454" y="7246"/>
                  </a:lnTo>
                  <a:lnTo>
                    <a:pt x="10120" y="6092"/>
                  </a:lnTo>
                  <a:lnTo>
                    <a:pt x="18467" y="4900"/>
                  </a:lnTo>
                  <a:lnTo>
                    <a:pt x="20516" y="3266"/>
                  </a:lnTo>
                  <a:lnTo>
                    <a:pt x="2012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h3700"/>
            <p:cNvSpPr/>
            <p:nvPr/>
          </p:nvSpPr>
          <p:spPr>
            <a:xfrm>
              <a:off x="6479842" y="2873310"/>
              <a:ext cx="18507" cy="18180"/>
            </a:xfrm>
            <a:custGeom>
              <a:avLst/>
              <a:pathLst>
                <a:path w="18507" h="18180">
                  <a:moveTo>
                    <a:pt x="9742" y="0"/>
                  </a:moveTo>
                  <a:lnTo>
                    <a:pt x="11360" y="1549"/>
                  </a:lnTo>
                  <a:lnTo>
                    <a:pt x="12773" y="1815"/>
                  </a:lnTo>
                  <a:lnTo>
                    <a:pt x="13647" y="1156"/>
                  </a:lnTo>
                  <a:lnTo>
                    <a:pt x="16318" y="3897"/>
                  </a:lnTo>
                  <a:lnTo>
                    <a:pt x="12672" y="14560"/>
                  </a:lnTo>
                  <a:lnTo>
                    <a:pt x="14767" y="14930"/>
                  </a:lnTo>
                  <a:lnTo>
                    <a:pt x="14405" y="12228"/>
                  </a:lnTo>
                  <a:lnTo>
                    <a:pt x="18507" y="14021"/>
                  </a:lnTo>
                  <a:lnTo>
                    <a:pt x="16336" y="15505"/>
                  </a:lnTo>
                  <a:lnTo>
                    <a:pt x="13840" y="15975"/>
                  </a:lnTo>
                  <a:lnTo>
                    <a:pt x="13681" y="18180"/>
                  </a:lnTo>
                  <a:lnTo>
                    <a:pt x="11665" y="17577"/>
                  </a:lnTo>
                  <a:lnTo>
                    <a:pt x="9694" y="15238"/>
                  </a:lnTo>
                  <a:lnTo>
                    <a:pt x="5320" y="15604"/>
                  </a:lnTo>
                  <a:lnTo>
                    <a:pt x="3693" y="14799"/>
                  </a:lnTo>
                  <a:lnTo>
                    <a:pt x="3737" y="13448"/>
                  </a:lnTo>
                  <a:lnTo>
                    <a:pt x="536" y="13204"/>
                  </a:lnTo>
                  <a:lnTo>
                    <a:pt x="0" y="9104"/>
                  </a:lnTo>
                  <a:lnTo>
                    <a:pt x="1490" y="7182"/>
                  </a:lnTo>
                  <a:lnTo>
                    <a:pt x="5894" y="3975"/>
                  </a:lnTo>
                  <a:lnTo>
                    <a:pt x="6528" y="59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h3701"/>
            <p:cNvSpPr/>
            <p:nvPr/>
          </p:nvSpPr>
          <p:spPr>
            <a:xfrm>
              <a:off x="6393044" y="2818467"/>
              <a:ext cx="56235" cy="50988"/>
            </a:xfrm>
            <a:custGeom>
              <a:avLst/>
              <a:pathLst>
                <a:path w="56235" h="50988">
                  <a:moveTo>
                    <a:pt x="38116" y="2052"/>
                  </a:moveTo>
                  <a:lnTo>
                    <a:pt x="40369" y="2539"/>
                  </a:lnTo>
                  <a:lnTo>
                    <a:pt x="42388" y="1711"/>
                  </a:lnTo>
                  <a:lnTo>
                    <a:pt x="42710" y="2210"/>
                  </a:lnTo>
                  <a:lnTo>
                    <a:pt x="43543" y="4548"/>
                  </a:lnTo>
                  <a:lnTo>
                    <a:pt x="43170" y="6937"/>
                  </a:lnTo>
                  <a:lnTo>
                    <a:pt x="39549" y="7130"/>
                  </a:lnTo>
                  <a:lnTo>
                    <a:pt x="39692" y="7997"/>
                  </a:lnTo>
                  <a:lnTo>
                    <a:pt x="41925" y="10051"/>
                  </a:lnTo>
                  <a:lnTo>
                    <a:pt x="47834" y="10229"/>
                  </a:lnTo>
                  <a:lnTo>
                    <a:pt x="48456" y="8973"/>
                  </a:lnTo>
                  <a:lnTo>
                    <a:pt x="49684" y="8366"/>
                  </a:lnTo>
                  <a:lnTo>
                    <a:pt x="51800" y="8891"/>
                  </a:lnTo>
                  <a:lnTo>
                    <a:pt x="51692" y="11192"/>
                  </a:lnTo>
                  <a:lnTo>
                    <a:pt x="55085" y="11344"/>
                  </a:lnTo>
                  <a:lnTo>
                    <a:pt x="54098" y="18434"/>
                  </a:lnTo>
                  <a:lnTo>
                    <a:pt x="55140" y="22008"/>
                  </a:lnTo>
                  <a:lnTo>
                    <a:pt x="56235" y="22680"/>
                  </a:lnTo>
                  <a:lnTo>
                    <a:pt x="56053" y="23535"/>
                  </a:lnTo>
                  <a:lnTo>
                    <a:pt x="55173" y="26588"/>
                  </a:lnTo>
                  <a:lnTo>
                    <a:pt x="51084" y="30743"/>
                  </a:lnTo>
                  <a:lnTo>
                    <a:pt x="50536" y="32176"/>
                  </a:lnTo>
                  <a:lnTo>
                    <a:pt x="51935" y="37281"/>
                  </a:lnTo>
                  <a:lnTo>
                    <a:pt x="52671" y="37962"/>
                  </a:lnTo>
                  <a:lnTo>
                    <a:pt x="50409" y="45703"/>
                  </a:lnTo>
                  <a:lnTo>
                    <a:pt x="49602" y="45101"/>
                  </a:lnTo>
                  <a:lnTo>
                    <a:pt x="47299" y="48218"/>
                  </a:lnTo>
                  <a:lnTo>
                    <a:pt x="43833" y="50221"/>
                  </a:lnTo>
                  <a:lnTo>
                    <a:pt x="33661" y="48783"/>
                  </a:lnTo>
                  <a:lnTo>
                    <a:pt x="30480" y="50094"/>
                  </a:lnTo>
                  <a:lnTo>
                    <a:pt x="31065" y="49281"/>
                  </a:lnTo>
                  <a:lnTo>
                    <a:pt x="29361" y="47375"/>
                  </a:lnTo>
                  <a:lnTo>
                    <a:pt x="24546" y="50160"/>
                  </a:lnTo>
                  <a:lnTo>
                    <a:pt x="20365" y="50988"/>
                  </a:lnTo>
                  <a:lnTo>
                    <a:pt x="20256" y="49596"/>
                  </a:lnTo>
                  <a:lnTo>
                    <a:pt x="18731" y="48797"/>
                  </a:lnTo>
                  <a:lnTo>
                    <a:pt x="17861" y="47285"/>
                  </a:lnTo>
                  <a:lnTo>
                    <a:pt x="16833" y="43510"/>
                  </a:lnTo>
                  <a:lnTo>
                    <a:pt x="16822" y="33283"/>
                  </a:lnTo>
                  <a:lnTo>
                    <a:pt x="15028" y="33104"/>
                  </a:lnTo>
                  <a:lnTo>
                    <a:pt x="14281" y="31251"/>
                  </a:lnTo>
                  <a:lnTo>
                    <a:pt x="11206" y="31325"/>
                  </a:lnTo>
                  <a:lnTo>
                    <a:pt x="9263" y="32397"/>
                  </a:lnTo>
                  <a:lnTo>
                    <a:pt x="8351" y="30927"/>
                  </a:lnTo>
                  <a:lnTo>
                    <a:pt x="8259" y="28796"/>
                  </a:lnTo>
                  <a:lnTo>
                    <a:pt x="3503" y="29505"/>
                  </a:lnTo>
                  <a:lnTo>
                    <a:pt x="0" y="28407"/>
                  </a:lnTo>
                  <a:lnTo>
                    <a:pt x="2365" y="23080"/>
                  </a:lnTo>
                  <a:lnTo>
                    <a:pt x="7653" y="14887"/>
                  </a:lnTo>
                  <a:lnTo>
                    <a:pt x="9748" y="9268"/>
                  </a:lnTo>
                  <a:lnTo>
                    <a:pt x="14279" y="7199"/>
                  </a:lnTo>
                  <a:lnTo>
                    <a:pt x="18770" y="6562"/>
                  </a:lnTo>
                  <a:lnTo>
                    <a:pt x="23113" y="9030"/>
                  </a:lnTo>
                  <a:lnTo>
                    <a:pt x="27450" y="7933"/>
                  </a:lnTo>
                  <a:lnTo>
                    <a:pt x="32400" y="1851"/>
                  </a:lnTo>
                  <a:lnTo>
                    <a:pt x="3587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h3702"/>
            <p:cNvSpPr/>
            <p:nvPr/>
          </p:nvSpPr>
          <p:spPr>
            <a:xfrm>
              <a:off x="6561193" y="2882406"/>
              <a:ext cx="17263" cy="16881"/>
            </a:xfrm>
            <a:custGeom>
              <a:avLst/>
              <a:pathLst>
                <a:path w="17263" h="16881">
                  <a:moveTo>
                    <a:pt x="10022" y="1453"/>
                  </a:moveTo>
                  <a:lnTo>
                    <a:pt x="10698" y="4606"/>
                  </a:lnTo>
                  <a:lnTo>
                    <a:pt x="12099" y="6508"/>
                  </a:lnTo>
                  <a:lnTo>
                    <a:pt x="13987" y="8335"/>
                  </a:lnTo>
                  <a:lnTo>
                    <a:pt x="16369" y="8355"/>
                  </a:lnTo>
                  <a:lnTo>
                    <a:pt x="17263" y="11302"/>
                  </a:lnTo>
                  <a:lnTo>
                    <a:pt x="15311" y="10770"/>
                  </a:lnTo>
                  <a:lnTo>
                    <a:pt x="9562" y="16881"/>
                  </a:lnTo>
                  <a:lnTo>
                    <a:pt x="5792" y="14373"/>
                  </a:lnTo>
                  <a:lnTo>
                    <a:pt x="1024" y="14383"/>
                  </a:lnTo>
                  <a:lnTo>
                    <a:pt x="1060" y="13408"/>
                  </a:lnTo>
                  <a:lnTo>
                    <a:pt x="2406" y="12374"/>
                  </a:lnTo>
                  <a:lnTo>
                    <a:pt x="4086" y="12418"/>
                  </a:lnTo>
                  <a:lnTo>
                    <a:pt x="4944" y="10364"/>
                  </a:lnTo>
                  <a:lnTo>
                    <a:pt x="742" y="10534"/>
                  </a:lnTo>
                  <a:lnTo>
                    <a:pt x="0" y="11106"/>
                  </a:lnTo>
                  <a:lnTo>
                    <a:pt x="4071" y="3540"/>
                  </a:lnTo>
                  <a:lnTo>
                    <a:pt x="4171" y="678"/>
                  </a:lnTo>
                  <a:lnTo>
                    <a:pt x="767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h3703"/>
            <p:cNvSpPr/>
            <p:nvPr/>
          </p:nvSpPr>
          <p:spPr>
            <a:xfrm>
              <a:off x="6533765" y="2841460"/>
              <a:ext cx="21204" cy="29954"/>
            </a:xfrm>
            <a:custGeom>
              <a:avLst/>
              <a:pathLst>
                <a:path w="21204" h="29954">
                  <a:moveTo>
                    <a:pt x="19248" y="78"/>
                  </a:moveTo>
                  <a:lnTo>
                    <a:pt x="20873" y="2016"/>
                  </a:lnTo>
                  <a:lnTo>
                    <a:pt x="20601" y="5814"/>
                  </a:lnTo>
                  <a:lnTo>
                    <a:pt x="21204" y="8991"/>
                  </a:lnTo>
                  <a:lnTo>
                    <a:pt x="17488" y="12207"/>
                  </a:lnTo>
                  <a:lnTo>
                    <a:pt x="18528" y="13882"/>
                  </a:lnTo>
                  <a:lnTo>
                    <a:pt x="18740" y="23201"/>
                  </a:lnTo>
                  <a:lnTo>
                    <a:pt x="17230" y="25565"/>
                  </a:lnTo>
                  <a:lnTo>
                    <a:pt x="13188" y="28688"/>
                  </a:lnTo>
                  <a:lnTo>
                    <a:pt x="7000" y="29954"/>
                  </a:lnTo>
                  <a:lnTo>
                    <a:pt x="6055" y="22935"/>
                  </a:lnTo>
                  <a:lnTo>
                    <a:pt x="759" y="19755"/>
                  </a:lnTo>
                  <a:lnTo>
                    <a:pt x="0" y="17360"/>
                  </a:lnTo>
                  <a:lnTo>
                    <a:pt x="2057" y="15051"/>
                  </a:lnTo>
                  <a:lnTo>
                    <a:pt x="2752" y="11939"/>
                  </a:lnTo>
                  <a:lnTo>
                    <a:pt x="1670" y="8606"/>
                  </a:lnTo>
                  <a:lnTo>
                    <a:pt x="2096" y="5945"/>
                  </a:lnTo>
                  <a:lnTo>
                    <a:pt x="6465" y="8182"/>
                  </a:lnTo>
                  <a:lnTo>
                    <a:pt x="6788" y="5926"/>
                  </a:lnTo>
                  <a:lnTo>
                    <a:pt x="11768" y="6017"/>
                  </a:lnTo>
                  <a:lnTo>
                    <a:pt x="13041" y="3275"/>
                  </a:lnTo>
                  <a:lnTo>
                    <a:pt x="169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h3704"/>
            <p:cNvSpPr/>
            <p:nvPr/>
          </p:nvSpPr>
          <p:spPr>
            <a:xfrm>
              <a:off x="6594352" y="2753705"/>
              <a:ext cx="31610" cy="27776"/>
            </a:xfrm>
            <a:custGeom>
              <a:avLst/>
              <a:pathLst>
                <a:path w="31610" h="27776">
                  <a:moveTo>
                    <a:pt x="16192" y="1412"/>
                  </a:moveTo>
                  <a:lnTo>
                    <a:pt x="20763" y="5087"/>
                  </a:lnTo>
                  <a:lnTo>
                    <a:pt x="24217" y="9264"/>
                  </a:lnTo>
                  <a:lnTo>
                    <a:pt x="23823" y="10079"/>
                  </a:lnTo>
                  <a:lnTo>
                    <a:pt x="24475" y="11469"/>
                  </a:lnTo>
                  <a:lnTo>
                    <a:pt x="27997" y="12761"/>
                  </a:lnTo>
                  <a:lnTo>
                    <a:pt x="31167" y="12299"/>
                  </a:lnTo>
                  <a:lnTo>
                    <a:pt x="31567" y="13502"/>
                  </a:lnTo>
                  <a:lnTo>
                    <a:pt x="31610" y="14966"/>
                  </a:lnTo>
                  <a:lnTo>
                    <a:pt x="30349" y="16635"/>
                  </a:lnTo>
                  <a:lnTo>
                    <a:pt x="26763" y="15118"/>
                  </a:lnTo>
                  <a:lnTo>
                    <a:pt x="25155" y="15731"/>
                  </a:lnTo>
                  <a:lnTo>
                    <a:pt x="24220" y="21710"/>
                  </a:lnTo>
                  <a:lnTo>
                    <a:pt x="25828" y="26016"/>
                  </a:lnTo>
                  <a:lnTo>
                    <a:pt x="22687" y="26598"/>
                  </a:lnTo>
                  <a:lnTo>
                    <a:pt x="19854" y="27776"/>
                  </a:lnTo>
                  <a:lnTo>
                    <a:pt x="17877" y="26005"/>
                  </a:lnTo>
                  <a:lnTo>
                    <a:pt x="13063" y="25900"/>
                  </a:lnTo>
                  <a:lnTo>
                    <a:pt x="12017" y="26641"/>
                  </a:lnTo>
                  <a:lnTo>
                    <a:pt x="5520" y="23060"/>
                  </a:lnTo>
                  <a:lnTo>
                    <a:pt x="6287" y="21214"/>
                  </a:lnTo>
                  <a:lnTo>
                    <a:pt x="5076" y="20703"/>
                  </a:lnTo>
                  <a:lnTo>
                    <a:pt x="4142" y="17419"/>
                  </a:lnTo>
                  <a:lnTo>
                    <a:pt x="4355" y="13200"/>
                  </a:lnTo>
                  <a:lnTo>
                    <a:pt x="1485" y="8196"/>
                  </a:lnTo>
                  <a:lnTo>
                    <a:pt x="0" y="7780"/>
                  </a:lnTo>
                  <a:lnTo>
                    <a:pt x="121" y="7118"/>
                  </a:lnTo>
                  <a:lnTo>
                    <a:pt x="4425" y="8320"/>
                  </a:lnTo>
                  <a:lnTo>
                    <a:pt x="5901" y="4359"/>
                  </a:lnTo>
                  <a:lnTo>
                    <a:pt x="9623" y="5870"/>
                  </a:lnTo>
                  <a:lnTo>
                    <a:pt x="14429" y="2348"/>
                  </a:lnTo>
                  <a:lnTo>
                    <a:pt x="1562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h3705"/>
            <p:cNvSpPr/>
            <p:nvPr/>
          </p:nvSpPr>
          <p:spPr>
            <a:xfrm>
              <a:off x="6492367" y="2868535"/>
              <a:ext cx="14917" cy="19705"/>
            </a:xfrm>
            <a:custGeom>
              <a:avLst/>
              <a:pathLst>
                <a:path w="14917" h="19705">
                  <a:moveTo>
                    <a:pt x="9729" y="4175"/>
                  </a:moveTo>
                  <a:lnTo>
                    <a:pt x="12172" y="7754"/>
                  </a:lnTo>
                  <a:lnTo>
                    <a:pt x="14917" y="13870"/>
                  </a:lnTo>
                  <a:lnTo>
                    <a:pt x="9108" y="16547"/>
                  </a:lnTo>
                  <a:lnTo>
                    <a:pt x="4926" y="12708"/>
                  </a:lnTo>
                  <a:lnTo>
                    <a:pt x="4401" y="12879"/>
                  </a:lnTo>
                  <a:lnTo>
                    <a:pt x="4862" y="13996"/>
                  </a:lnTo>
                  <a:lnTo>
                    <a:pt x="4084" y="16119"/>
                  </a:lnTo>
                  <a:lnTo>
                    <a:pt x="1880" y="17003"/>
                  </a:lnTo>
                  <a:lnTo>
                    <a:pt x="2242" y="19705"/>
                  </a:lnTo>
                  <a:lnTo>
                    <a:pt x="147" y="19335"/>
                  </a:lnTo>
                  <a:lnTo>
                    <a:pt x="3793" y="8672"/>
                  </a:lnTo>
                  <a:lnTo>
                    <a:pt x="1122" y="5931"/>
                  </a:lnTo>
                  <a:lnTo>
                    <a:pt x="0" y="3092"/>
                  </a:lnTo>
                  <a:lnTo>
                    <a:pt x="8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h3706"/>
            <p:cNvSpPr/>
            <p:nvPr/>
          </p:nvSpPr>
          <p:spPr>
            <a:xfrm>
              <a:off x="6515890" y="2864661"/>
              <a:ext cx="57501" cy="37671"/>
            </a:xfrm>
            <a:custGeom>
              <a:avLst/>
              <a:pathLst>
                <a:path w="57501" h="37671">
                  <a:moveTo>
                    <a:pt x="40588" y="1730"/>
                  </a:moveTo>
                  <a:lnTo>
                    <a:pt x="41939" y="3557"/>
                  </a:lnTo>
                  <a:lnTo>
                    <a:pt x="39282" y="5873"/>
                  </a:lnTo>
                  <a:lnTo>
                    <a:pt x="39557" y="8850"/>
                  </a:lnTo>
                  <a:lnTo>
                    <a:pt x="43823" y="9259"/>
                  </a:lnTo>
                  <a:lnTo>
                    <a:pt x="45390" y="12500"/>
                  </a:lnTo>
                  <a:lnTo>
                    <a:pt x="45824" y="17870"/>
                  </a:lnTo>
                  <a:lnTo>
                    <a:pt x="52445" y="16295"/>
                  </a:lnTo>
                  <a:lnTo>
                    <a:pt x="57501" y="18031"/>
                  </a:lnTo>
                  <a:lnTo>
                    <a:pt x="57307" y="20512"/>
                  </a:lnTo>
                  <a:lnTo>
                    <a:pt x="56349" y="21366"/>
                  </a:lnTo>
                  <a:lnTo>
                    <a:pt x="57402" y="24253"/>
                  </a:lnTo>
                  <a:lnTo>
                    <a:pt x="56001" y="22351"/>
                  </a:lnTo>
                  <a:lnTo>
                    <a:pt x="55326" y="19197"/>
                  </a:lnTo>
                  <a:lnTo>
                    <a:pt x="52975" y="17744"/>
                  </a:lnTo>
                  <a:lnTo>
                    <a:pt x="49474" y="18423"/>
                  </a:lnTo>
                  <a:lnTo>
                    <a:pt x="49374" y="21285"/>
                  </a:lnTo>
                  <a:lnTo>
                    <a:pt x="45303" y="28851"/>
                  </a:lnTo>
                  <a:lnTo>
                    <a:pt x="43333" y="32290"/>
                  </a:lnTo>
                  <a:lnTo>
                    <a:pt x="40047" y="32222"/>
                  </a:lnTo>
                  <a:lnTo>
                    <a:pt x="32192" y="34375"/>
                  </a:lnTo>
                  <a:lnTo>
                    <a:pt x="29031" y="37671"/>
                  </a:lnTo>
                  <a:lnTo>
                    <a:pt x="25685" y="37520"/>
                  </a:lnTo>
                  <a:lnTo>
                    <a:pt x="23931" y="32654"/>
                  </a:lnTo>
                  <a:lnTo>
                    <a:pt x="20280" y="29976"/>
                  </a:lnTo>
                  <a:lnTo>
                    <a:pt x="19322" y="30690"/>
                  </a:lnTo>
                  <a:lnTo>
                    <a:pt x="19637" y="32861"/>
                  </a:lnTo>
                  <a:lnTo>
                    <a:pt x="19033" y="35192"/>
                  </a:lnTo>
                  <a:lnTo>
                    <a:pt x="13749" y="34124"/>
                  </a:lnTo>
                  <a:lnTo>
                    <a:pt x="11099" y="32042"/>
                  </a:lnTo>
                  <a:lnTo>
                    <a:pt x="6424" y="31962"/>
                  </a:lnTo>
                  <a:lnTo>
                    <a:pt x="6411" y="35413"/>
                  </a:lnTo>
                  <a:lnTo>
                    <a:pt x="5191" y="35752"/>
                  </a:lnTo>
                  <a:lnTo>
                    <a:pt x="3716" y="35860"/>
                  </a:lnTo>
                  <a:lnTo>
                    <a:pt x="2552" y="32763"/>
                  </a:lnTo>
                  <a:lnTo>
                    <a:pt x="178" y="33123"/>
                  </a:lnTo>
                  <a:lnTo>
                    <a:pt x="0" y="31527"/>
                  </a:lnTo>
                  <a:lnTo>
                    <a:pt x="2432" y="27219"/>
                  </a:lnTo>
                  <a:lnTo>
                    <a:pt x="3828" y="26907"/>
                  </a:lnTo>
                  <a:lnTo>
                    <a:pt x="6028" y="26732"/>
                  </a:lnTo>
                  <a:lnTo>
                    <a:pt x="8969" y="24096"/>
                  </a:lnTo>
                  <a:lnTo>
                    <a:pt x="11039" y="19961"/>
                  </a:lnTo>
                  <a:lnTo>
                    <a:pt x="12151" y="16693"/>
                  </a:lnTo>
                  <a:lnTo>
                    <a:pt x="12011" y="14436"/>
                  </a:lnTo>
                  <a:lnTo>
                    <a:pt x="12946" y="12799"/>
                  </a:lnTo>
                  <a:lnTo>
                    <a:pt x="13689" y="12151"/>
                  </a:lnTo>
                  <a:lnTo>
                    <a:pt x="15271" y="12170"/>
                  </a:lnTo>
                  <a:lnTo>
                    <a:pt x="15371" y="12652"/>
                  </a:lnTo>
                  <a:lnTo>
                    <a:pt x="18980" y="11452"/>
                  </a:lnTo>
                  <a:lnTo>
                    <a:pt x="20352" y="8816"/>
                  </a:lnTo>
                  <a:lnTo>
                    <a:pt x="24874" y="6753"/>
                  </a:lnTo>
                  <a:lnTo>
                    <a:pt x="31063" y="5486"/>
                  </a:lnTo>
                  <a:lnTo>
                    <a:pt x="35104" y="2363"/>
                  </a:lnTo>
                  <a:lnTo>
                    <a:pt x="366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h3707"/>
            <p:cNvSpPr/>
            <p:nvPr/>
          </p:nvSpPr>
          <p:spPr>
            <a:xfrm>
              <a:off x="6428919" y="2808830"/>
              <a:ext cx="22020" cy="20981"/>
            </a:xfrm>
            <a:custGeom>
              <a:avLst/>
              <a:pathLst>
                <a:path w="22020" h="20981">
                  <a:moveTo>
                    <a:pt x="9558" y="894"/>
                  </a:moveTo>
                  <a:lnTo>
                    <a:pt x="15550" y="1051"/>
                  </a:lnTo>
                  <a:lnTo>
                    <a:pt x="17436" y="4127"/>
                  </a:lnTo>
                  <a:lnTo>
                    <a:pt x="22020" y="7934"/>
                  </a:lnTo>
                  <a:lnTo>
                    <a:pt x="21271" y="19768"/>
                  </a:lnTo>
                  <a:lnTo>
                    <a:pt x="19211" y="20981"/>
                  </a:lnTo>
                  <a:lnTo>
                    <a:pt x="15818" y="20828"/>
                  </a:lnTo>
                  <a:lnTo>
                    <a:pt x="15926" y="18527"/>
                  </a:lnTo>
                  <a:lnTo>
                    <a:pt x="13809" y="18003"/>
                  </a:lnTo>
                  <a:lnTo>
                    <a:pt x="12582" y="18609"/>
                  </a:lnTo>
                  <a:lnTo>
                    <a:pt x="11960" y="19866"/>
                  </a:lnTo>
                  <a:lnTo>
                    <a:pt x="6050" y="19688"/>
                  </a:lnTo>
                  <a:lnTo>
                    <a:pt x="3818" y="17634"/>
                  </a:lnTo>
                  <a:lnTo>
                    <a:pt x="3675" y="16767"/>
                  </a:lnTo>
                  <a:lnTo>
                    <a:pt x="7295" y="16574"/>
                  </a:lnTo>
                  <a:lnTo>
                    <a:pt x="7669" y="14185"/>
                  </a:lnTo>
                  <a:lnTo>
                    <a:pt x="6836" y="11847"/>
                  </a:lnTo>
                  <a:lnTo>
                    <a:pt x="6514" y="11348"/>
                  </a:lnTo>
                  <a:lnTo>
                    <a:pt x="4495" y="12175"/>
                  </a:lnTo>
                  <a:lnTo>
                    <a:pt x="2242" y="11689"/>
                  </a:lnTo>
                  <a:lnTo>
                    <a:pt x="0" y="9636"/>
                  </a:lnTo>
                  <a:lnTo>
                    <a:pt x="1605" y="8782"/>
                  </a:lnTo>
                  <a:lnTo>
                    <a:pt x="2533" y="4645"/>
                  </a:lnTo>
                  <a:lnTo>
                    <a:pt x="6292" y="189"/>
                  </a:lnTo>
                  <a:lnTo>
                    <a:pt x="75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h3708"/>
            <p:cNvSpPr/>
            <p:nvPr/>
          </p:nvSpPr>
          <p:spPr>
            <a:xfrm>
              <a:off x="6572767" y="2746775"/>
              <a:ext cx="27486" cy="16763"/>
            </a:xfrm>
            <a:custGeom>
              <a:avLst/>
              <a:pathLst>
                <a:path w="27486" h="16763">
                  <a:moveTo>
                    <a:pt x="19039" y="1304"/>
                  </a:moveTo>
                  <a:lnTo>
                    <a:pt x="27486" y="11289"/>
                  </a:lnTo>
                  <a:lnTo>
                    <a:pt x="26010" y="15250"/>
                  </a:lnTo>
                  <a:lnTo>
                    <a:pt x="21706" y="14048"/>
                  </a:lnTo>
                  <a:lnTo>
                    <a:pt x="21584" y="14711"/>
                  </a:lnTo>
                  <a:lnTo>
                    <a:pt x="20533" y="16763"/>
                  </a:lnTo>
                  <a:lnTo>
                    <a:pt x="17746" y="16073"/>
                  </a:lnTo>
                  <a:lnTo>
                    <a:pt x="17509" y="14891"/>
                  </a:lnTo>
                  <a:lnTo>
                    <a:pt x="3425" y="13346"/>
                  </a:lnTo>
                  <a:lnTo>
                    <a:pt x="3063" y="12229"/>
                  </a:lnTo>
                  <a:lnTo>
                    <a:pt x="0" y="4668"/>
                  </a:lnTo>
                  <a:lnTo>
                    <a:pt x="4693" y="3037"/>
                  </a:lnTo>
                  <a:lnTo>
                    <a:pt x="7026" y="4593"/>
                  </a:lnTo>
                  <a:lnTo>
                    <a:pt x="8666" y="4750"/>
                  </a:lnTo>
                  <a:lnTo>
                    <a:pt x="13976" y="3047"/>
                  </a:lnTo>
                  <a:lnTo>
                    <a:pt x="14880" y="697"/>
                  </a:lnTo>
                  <a:lnTo>
                    <a:pt x="158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h3709"/>
            <p:cNvSpPr/>
            <p:nvPr/>
          </p:nvSpPr>
          <p:spPr>
            <a:xfrm>
              <a:off x="6492638" y="2733647"/>
              <a:ext cx="63430" cy="56279"/>
            </a:xfrm>
            <a:custGeom>
              <a:avLst/>
              <a:pathLst>
                <a:path w="63430" h="56279">
                  <a:moveTo>
                    <a:pt x="27140" y="3142"/>
                  </a:moveTo>
                  <a:lnTo>
                    <a:pt x="28647" y="3207"/>
                  </a:lnTo>
                  <a:lnTo>
                    <a:pt x="33808" y="942"/>
                  </a:lnTo>
                  <a:lnTo>
                    <a:pt x="48696" y="366"/>
                  </a:lnTo>
                  <a:lnTo>
                    <a:pt x="51476" y="2442"/>
                  </a:lnTo>
                  <a:lnTo>
                    <a:pt x="52469" y="4336"/>
                  </a:lnTo>
                  <a:lnTo>
                    <a:pt x="53712" y="3891"/>
                  </a:lnTo>
                  <a:lnTo>
                    <a:pt x="54268" y="6142"/>
                  </a:lnTo>
                  <a:lnTo>
                    <a:pt x="61095" y="11484"/>
                  </a:lnTo>
                  <a:lnTo>
                    <a:pt x="60308" y="14774"/>
                  </a:lnTo>
                  <a:lnTo>
                    <a:pt x="56807" y="16389"/>
                  </a:lnTo>
                  <a:lnTo>
                    <a:pt x="59157" y="21659"/>
                  </a:lnTo>
                  <a:lnTo>
                    <a:pt x="63430" y="25312"/>
                  </a:lnTo>
                  <a:lnTo>
                    <a:pt x="63384" y="26316"/>
                  </a:lnTo>
                  <a:lnTo>
                    <a:pt x="57486" y="26798"/>
                  </a:lnTo>
                  <a:lnTo>
                    <a:pt x="49068" y="28561"/>
                  </a:lnTo>
                  <a:lnTo>
                    <a:pt x="46096" y="29905"/>
                  </a:lnTo>
                  <a:lnTo>
                    <a:pt x="39238" y="31394"/>
                  </a:lnTo>
                  <a:lnTo>
                    <a:pt x="40057" y="36089"/>
                  </a:lnTo>
                  <a:lnTo>
                    <a:pt x="35626" y="37185"/>
                  </a:lnTo>
                  <a:lnTo>
                    <a:pt x="32951" y="38796"/>
                  </a:lnTo>
                  <a:lnTo>
                    <a:pt x="31607" y="43993"/>
                  </a:lnTo>
                  <a:lnTo>
                    <a:pt x="30056" y="45301"/>
                  </a:lnTo>
                  <a:lnTo>
                    <a:pt x="27934" y="45409"/>
                  </a:lnTo>
                  <a:lnTo>
                    <a:pt x="19751" y="53191"/>
                  </a:lnTo>
                  <a:lnTo>
                    <a:pt x="13334" y="56279"/>
                  </a:lnTo>
                  <a:lnTo>
                    <a:pt x="13075" y="55680"/>
                  </a:lnTo>
                  <a:lnTo>
                    <a:pt x="11282" y="47788"/>
                  </a:lnTo>
                  <a:lnTo>
                    <a:pt x="9263" y="47719"/>
                  </a:lnTo>
                  <a:lnTo>
                    <a:pt x="9268" y="46902"/>
                  </a:lnTo>
                  <a:lnTo>
                    <a:pt x="10338" y="45186"/>
                  </a:lnTo>
                  <a:lnTo>
                    <a:pt x="14682" y="44031"/>
                  </a:lnTo>
                  <a:lnTo>
                    <a:pt x="16541" y="42068"/>
                  </a:lnTo>
                  <a:lnTo>
                    <a:pt x="13663" y="39062"/>
                  </a:lnTo>
                  <a:lnTo>
                    <a:pt x="10855" y="38045"/>
                  </a:lnTo>
                  <a:lnTo>
                    <a:pt x="8739" y="38755"/>
                  </a:lnTo>
                  <a:lnTo>
                    <a:pt x="7751" y="37818"/>
                  </a:lnTo>
                  <a:lnTo>
                    <a:pt x="6570" y="34254"/>
                  </a:lnTo>
                  <a:lnTo>
                    <a:pt x="10659" y="24331"/>
                  </a:lnTo>
                  <a:lnTo>
                    <a:pt x="10916" y="22274"/>
                  </a:lnTo>
                  <a:lnTo>
                    <a:pt x="3665" y="15848"/>
                  </a:lnTo>
                  <a:lnTo>
                    <a:pt x="0" y="15011"/>
                  </a:lnTo>
                  <a:lnTo>
                    <a:pt x="1401" y="12265"/>
                  </a:lnTo>
                  <a:lnTo>
                    <a:pt x="5767" y="11279"/>
                  </a:lnTo>
                  <a:lnTo>
                    <a:pt x="10914" y="8973"/>
                  </a:lnTo>
                  <a:lnTo>
                    <a:pt x="11503" y="5551"/>
                  </a:lnTo>
                  <a:lnTo>
                    <a:pt x="10482" y="4084"/>
                  </a:lnTo>
                  <a:lnTo>
                    <a:pt x="11721" y="1772"/>
                  </a:lnTo>
                  <a:lnTo>
                    <a:pt x="13520" y="2435"/>
                  </a:lnTo>
                  <a:lnTo>
                    <a:pt x="12975" y="6272"/>
                  </a:lnTo>
                  <a:lnTo>
                    <a:pt x="14670" y="6572"/>
                  </a:lnTo>
                  <a:lnTo>
                    <a:pt x="16966" y="5280"/>
                  </a:lnTo>
                  <a:lnTo>
                    <a:pt x="17318" y="972"/>
                  </a:lnTo>
                  <a:lnTo>
                    <a:pt x="18125" y="820"/>
                  </a:lnTo>
                  <a:lnTo>
                    <a:pt x="20694" y="1407"/>
                  </a:lnTo>
                  <a:lnTo>
                    <a:pt x="2185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h3710"/>
            <p:cNvSpPr/>
            <p:nvPr/>
          </p:nvSpPr>
          <p:spPr>
            <a:xfrm>
              <a:off x="6444227" y="2675099"/>
              <a:ext cx="39142" cy="53359"/>
            </a:xfrm>
            <a:custGeom>
              <a:avLst/>
              <a:pathLst>
                <a:path w="39142" h="53359">
                  <a:moveTo>
                    <a:pt x="23709" y="266"/>
                  </a:moveTo>
                  <a:lnTo>
                    <a:pt x="23317" y="8593"/>
                  </a:lnTo>
                  <a:lnTo>
                    <a:pt x="21455" y="10869"/>
                  </a:lnTo>
                  <a:lnTo>
                    <a:pt x="21865" y="19073"/>
                  </a:lnTo>
                  <a:lnTo>
                    <a:pt x="33172" y="17728"/>
                  </a:lnTo>
                  <a:lnTo>
                    <a:pt x="31944" y="23920"/>
                  </a:lnTo>
                  <a:lnTo>
                    <a:pt x="29761" y="30333"/>
                  </a:lnTo>
                  <a:lnTo>
                    <a:pt x="30417" y="31578"/>
                  </a:lnTo>
                  <a:lnTo>
                    <a:pt x="35240" y="32295"/>
                  </a:lnTo>
                  <a:lnTo>
                    <a:pt x="39142" y="36016"/>
                  </a:lnTo>
                  <a:lnTo>
                    <a:pt x="35665" y="38001"/>
                  </a:lnTo>
                  <a:lnTo>
                    <a:pt x="33183" y="43187"/>
                  </a:lnTo>
                  <a:lnTo>
                    <a:pt x="34375" y="49600"/>
                  </a:lnTo>
                  <a:lnTo>
                    <a:pt x="29656" y="51078"/>
                  </a:lnTo>
                  <a:lnTo>
                    <a:pt x="27251" y="49578"/>
                  </a:lnTo>
                  <a:lnTo>
                    <a:pt x="22726" y="48640"/>
                  </a:lnTo>
                  <a:lnTo>
                    <a:pt x="20518" y="50712"/>
                  </a:lnTo>
                  <a:lnTo>
                    <a:pt x="15227" y="53359"/>
                  </a:lnTo>
                  <a:lnTo>
                    <a:pt x="11860" y="51567"/>
                  </a:lnTo>
                  <a:lnTo>
                    <a:pt x="12780" y="48474"/>
                  </a:lnTo>
                  <a:lnTo>
                    <a:pt x="12331" y="47042"/>
                  </a:lnTo>
                  <a:lnTo>
                    <a:pt x="8378" y="47807"/>
                  </a:lnTo>
                  <a:lnTo>
                    <a:pt x="7455" y="48653"/>
                  </a:lnTo>
                  <a:lnTo>
                    <a:pt x="5501" y="45820"/>
                  </a:lnTo>
                  <a:lnTo>
                    <a:pt x="5365" y="43145"/>
                  </a:lnTo>
                  <a:lnTo>
                    <a:pt x="0" y="37023"/>
                  </a:lnTo>
                  <a:lnTo>
                    <a:pt x="1584" y="33654"/>
                  </a:lnTo>
                  <a:lnTo>
                    <a:pt x="2960" y="30013"/>
                  </a:lnTo>
                  <a:lnTo>
                    <a:pt x="5652" y="26150"/>
                  </a:lnTo>
                  <a:lnTo>
                    <a:pt x="6295" y="24041"/>
                  </a:lnTo>
                  <a:lnTo>
                    <a:pt x="5007" y="21626"/>
                  </a:lnTo>
                  <a:lnTo>
                    <a:pt x="8760" y="11005"/>
                  </a:lnTo>
                  <a:lnTo>
                    <a:pt x="6312" y="10857"/>
                  </a:lnTo>
                  <a:lnTo>
                    <a:pt x="5630" y="5820"/>
                  </a:lnTo>
                  <a:lnTo>
                    <a:pt x="10835" y="5976"/>
                  </a:lnTo>
                  <a:lnTo>
                    <a:pt x="13968" y="3383"/>
                  </a:lnTo>
                  <a:lnTo>
                    <a:pt x="15541" y="2083"/>
                  </a:lnTo>
                  <a:lnTo>
                    <a:pt x="1802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h3711"/>
            <p:cNvSpPr/>
            <p:nvPr/>
          </p:nvSpPr>
          <p:spPr>
            <a:xfrm>
              <a:off x="6469156" y="2822463"/>
              <a:ext cx="13122" cy="9965"/>
            </a:xfrm>
            <a:custGeom>
              <a:avLst/>
              <a:pathLst>
                <a:path w="13122" h="9965">
                  <a:moveTo>
                    <a:pt x="7671" y="671"/>
                  </a:moveTo>
                  <a:lnTo>
                    <a:pt x="11783" y="926"/>
                  </a:lnTo>
                  <a:lnTo>
                    <a:pt x="12800" y="916"/>
                  </a:lnTo>
                  <a:lnTo>
                    <a:pt x="13122" y="3151"/>
                  </a:lnTo>
                  <a:lnTo>
                    <a:pt x="11680" y="4663"/>
                  </a:lnTo>
                  <a:lnTo>
                    <a:pt x="11666" y="5754"/>
                  </a:lnTo>
                  <a:lnTo>
                    <a:pt x="10744" y="6273"/>
                  </a:lnTo>
                  <a:lnTo>
                    <a:pt x="8588" y="4869"/>
                  </a:lnTo>
                  <a:lnTo>
                    <a:pt x="5543" y="7466"/>
                  </a:lnTo>
                  <a:lnTo>
                    <a:pt x="5653" y="9965"/>
                  </a:lnTo>
                  <a:lnTo>
                    <a:pt x="1893" y="8603"/>
                  </a:lnTo>
                  <a:lnTo>
                    <a:pt x="1711" y="6791"/>
                  </a:lnTo>
                  <a:lnTo>
                    <a:pt x="0" y="5099"/>
                  </a:lnTo>
                  <a:lnTo>
                    <a:pt x="109" y="4237"/>
                  </a:lnTo>
                  <a:lnTo>
                    <a:pt x="4895" y="690"/>
                  </a:lnTo>
                  <a:lnTo>
                    <a:pt x="681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h3712"/>
            <p:cNvSpPr/>
            <p:nvPr/>
          </p:nvSpPr>
          <p:spPr>
            <a:xfrm>
              <a:off x="6439604" y="2673620"/>
              <a:ext cx="93808" cy="83363"/>
            </a:xfrm>
            <a:custGeom>
              <a:avLst/>
              <a:pathLst>
                <a:path w="93808" h="83363">
                  <a:moveTo>
                    <a:pt x="39785" y="462"/>
                  </a:moveTo>
                  <a:lnTo>
                    <a:pt x="43794" y="2190"/>
                  </a:lnTo>
                  <a:lnTo>
                    <a:pt x="46140" y="1844"/>
                  </a:lnTo>
                  <a:lnTo>
                    <a:pt x="51158" y="2693"/>
                  </a:lnTo>
                  <a:lnTo>
                    <a:pt x="50873" y="4345"/>
                  </a:lnTo>
                  <a:lnTo>
                    <a:pt x="57403" y="9622"/>
                  </a:lnTo>
                  <a:lnTo>
                    <a:pt x="60197" y="10115"/>
                  </a:lnTo>
                  <a:lnTo>
                    <a:pt x="68728" y="8599"/>
                  </a:lnTo>
                  <a:lnTo>
                    <a:pt x="77321" y="9967"/>
                  </a:lnTo>
                  <a:lnTo>
                    <a:pt x="82229" y="13854"/>
                  </a:lnTo>
                  <a:lnTo>
                    <a:pt x="86228" y="18404"/>
                  </a:lnTo>
                  <a:lnTo>
                    <a:pt x="89822" y="19509"/>
                  </a:lnTo>
                  <a:lnTo>
                    <a:pt x="90360" y="17770"/>
                  </a:lnTo>
                  <a:lnTo>
                    <a:pt x="91718" y="19280"/>
                  </a:lnTo>
                  <a:lnTo>
                    <a:pt x="93808" y="20420"/>
                  </a:lnTo>
                  <a:lnTo>
                    <a:pt x="91262" y="25863"/>
                  </a:lnTo>
                  <a:lnTo>
                    <a:pt x="89622" y="28805"/>
                  </a:lnTo>
                  <a:lnTo>
                    <a:pt x="83223" y="28335"/>
                  </a:lnTo>
                  <a:lnTo>
                    <a:pt x="82830" y="32719"/>
                  </a:lnTo>
                  <a:lnTo>
                    <a:pt x="77347" y="35662"/>
                  </a:lnTo>
                  <a:lnTo>
                    <a:pt x="75015" y="35418"/>
                  </a:lnTo>
                  <a:lnTo>
                    <a:pt x="74510" y="40881"/>
                  </a:lnTo>
                  <a:lnTo>
                    <a:pt x="72167" y="43143"/>
                  </a:lnTo>
                  <a:lnTo>
                    <a:pt x="71171" y="46642"/>
                  </a:lnTo>
                  <a:lnTo>
                    <a:pt x="72191" y="47083"/>
                  </a:lnTo>
                  <a:lnTo>
                    <a:pt x="72955" y="49477"/>
                  </a:lnTo>
                  <a:lnTo>
                    <a:pt x="71158" y="60847"/>
                  </a:lnTo>
                  <a:lnTo>
                    <a:pt x="70351" y="60999"/>
                  </a:lnTo>
                  <a:lnTo>
                    <a:pt x="70000" y="65307"/>
                  </a:lnTo>
                  <a:lnTo>
                    <a:pt x="67704" y="66599"/>
                  </a:lnTo>
                  <a:lnTo>
                    <a:pt x="66008" y="66299"/>
                  </a:lnTo>
                  <a:lnTo>
                    <a:pt x="66554" y="62462"/>
                  </a:lnTo>
                  <a:lnTo>
                    <a:pt x="64754" y="61799"/>
                  </a:lnTo>
                  <a:lnTo>
                    <a:pt x="63515" y="64111"/>
                  </a:lnTo>
                  <a:lnTo>
                    <a:pt x="64537" y="65578"/>
                  </a:lnTo>
                  <a:lnTo>
                    <a:pt x="63948" y="69000"/>
                  </a:lnTo>
                  <a:lnTo>
                    <a:pt x="58801" y="71306"/>
                  </a:lnTo>
                  <a:lnTo>
                    <a:pt x="54435" y="72292"/>
                  </a:lnTo>
                  <a:lnTo>
                    <a:pt x="53033" y="75038"/>
                  </a:lnTo>
                  <a:lnTo>
                    <a:pt x="51850" y="72621"/>
                  </a:lnTo>
                  <a:lnTo>
                    <a:pt x="50915" y="74939"/>
                  </a:lnTo>
                  <a:lnTo>
                    <a:pt x="42792" y="75666"/>
                  </a:lnTo>
                  <a:lnTo>
                    <a:pt x="40196" y="78247"/>
                  </a:lnTo>
                  <a:lnTo>
                    <a:pt x="40211" y="80874"/>
                  </a:lnTo>
                  <a:lnTo>
                    <a:pt x="38550" y="82441"/>
                  </a:lnTo>
                  <a:lnTo>
                    <a:pt x="32679" y="83363"/>
                  </a:lnTo>
                  <a:lnTo>
                    <a:pt x="32496" y="81551"/>
                  </a:lnTo>
                  <a:lnTo>
                    <a:pt x="34230" y="78455"/>
                  </a:lnTo>
                  <a:lnTo>
                    <a:pt x="32143" y="74518"/>
                  </a:lnTo>
                  <a:lnTo>
                    <a:pt x="26364" y="69690"/>
                  </a:lnTo>
                  <a:lnTo>
                    <a:pt x="22906" y="69483"/>
                  </a:lnTo>
                  <a:lnTo>
                    <a:pt x="19664" y="71335"/>
                  </a:lnTo>
                  <a:lnTo>
                    <a:pt x="17393" y="70692"/>
                  </a:lnTo>
                  <a:lnTo>
                    <a:pt x="15104" y="67699"/>
                  </a:lnTo>
                  <a:lnTo>
                    <a:pt x="8648" y="62498"/>
                  </a:lnTo>
                  <a:lnTo>
                    <a:pt x="7005" y="61339"/>
                  </a:lnTo>
                  <a:lnTo>
                    <a:pt x="3700" y="60881"/>
                  </a:lnTo>
                  <a:lnTo>
                    <a:pt x="4031" y="57697"/>
                  </a:lnTo>
                  <a:lnTo>
                    <a:pt x="0" y="53148"/>
                  </a:lnTo>
                  <a:lnTo>
                    <a:pt x="2271" y="51553"/>
                  </a:lnTo>
                  <a:lnTo>
                    <a:pt x="12078" y="50131"/>
                  </a:lnTo>
                  <a:lnTo>
                    <a:pt x="13001" y="49286"/>
                  </a:lnTo>
                  <a:lnTo>
                    <a:pt x="16954" y="48521"/>
                  </a:lnTo>
                  <a:lnTo>
                    <a:pt x="17403" y="49952"/>
                  </a:lnTo>
                  <a:lnTo>
                    <a:pt x="16483" y="53045"/>
                  </a:lnTo>
                  <a:lnTo>
                    <a:pt x="19850" y="54837"/>
                  </a:lnTo>
                  <a:lnTo>
                    <a:pt x="25141" y="52191"/>
                  </a:lnTo>
                  <a:lnTo>
                    <a:pt x="27349" y="50119"/>
                  </a:lnTo>
                  <a:lnTo>
                    <a:pt x="31873" y="51057"/>
                  </a:lnTo>
                  <a:lnTo>
                    <a:pt x="34279" y="52556"/>
                  </a:lnTo>
                  <a:lnTo>
                    <a:pt x="38997" y="51079"/>
                  </a:lnTo>
                  <a:lnTo>
                    <a:pt x="37806" y="44666"/>
                  </a:lnTo>
                  <a:lnTo>
                    <a:pt x="40288" y="39480"/>
                  </a:lnTo>
                  <a:lnTo>
                    <a:pt x="43765" y="37494"/>
                  </a:lnTo>
                  <a:lnTo>
                    <a:pt x="39863" y="33774"/>
                  </a:lnTo>
                  <a:lnTo>
                    <a:pt x="35040" y="33057"/>
                  </a:lnTo>
                  <a:lnTo>
                    <a:pt x="34383" y="31812"/>
                  </a:lnTo>
                  <a:lnTo>
                    <a:pt x="36567" y="25398"/>
                  </a:lnTo>
                  <a:lnTo>
                    <a:pt x="37794" y="19207"/>
                  </a:lnTo>
                  <a:lnTo>
                    <a:pt x="26488" y="20551"/>
                  </a:lnTo>
                  <a:lnTo>
                    <a:pt x="26078" y="12347"/>
                  </a:lnTo>
                  <a:lnTo>
                    <a:pt x="27940" y="10072"/>
                  </a:lnTo>
                  <a:lnTo>
                    <a:pt x="28331" y="1745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h3713"/>
            <p:cNvSpPr/>
            <p:nvPr/>
          </p:nvSpPr>
          <p:spPr>
            <a:xfrm>
              <a:off x="6510317" y="2867170"/>
              <a:ext cx="13945" cy="12008"/>
            </a:xfrm>
            <a:custGeom>
              <a:avLst/>
              <a:pathLst>
                <a:path w="13945" h="12008">
                  <a:moveTo>
                    <a:pt x="10642" y="1465"/>
                  </a:moveTo>
                  <a:lnTo>
                    <a:pt x="12471" y="2722"/>
                  </a:lnTo>
                  <a:lnTo>
                    <a:pt x="12820" y="5602"/>
                  </a:lnTo>
                  <a:lnTo>
                    <a:pt x="13881" y="6234"/>
                  </a:lnTo>
                  <a:lnTo>
                    <a:pt x="13945" y="7055"/>
                  </a:lnTo>
                  <a:lnTo>
                    <a:pt x="11855" y="9105"/>
                  </a:lnTo>
                  <a:lnTo>
                    <a:pt x="8668" y="9571"/>
                  </a:lnTo>
                  <a:lnTo>
                    <a:pt x="6646" y="10682"/>
                  </a:lnTo>
                  <a:lnTo>
                    <a:pt x="5930" y="12008"/>
                  </a:lnTo>
                  <a:lnTo>
                    <a:pt x="0" y="9607"/>
                  </a:lnTo>
                  <a:lnTo>
                    <a:pt x="4777" y="3027"/>
                  </a:lnTo>
                  <a:lnTo>
                    <a:pt x="3636" y="1230"/>
                  </a:lnTo>
                  <a:lnTo>
                    <a:pt x="349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h3714"/>
            <p:cNvSpPr/>
            <p:nvPr/>
          </p:nvSpPr>
          <p:spPr>
            <a:xfrm>
              <a:off x="6525904" y="2809950"/>
              <a:ext cx="30805" cy="39691"/>
            </a:xfrm>
            <a:custGeom>
              <a:avLst/>
              <a:pathLst>
                <a:path w="30805" h="39691">
                  <a:moveTo>
                    <a:pt x="28825" y="2061"/>
                  </a:moveTo>
                  <a:lnTo>
                    <a:pt x="30805" y="2568"/>
                  </a:lnTo>
                  <a:lnTo>
                    <a:pt x="29913" y="4228"/>
                  </a:lnTo>
                  <a:lnTo>
                    <a:pt x="28064" y="5063"/>
                  </a:lnTo>
                  <a:lnTo>
                    <a:pt x="25821" y="8343"/>
                  </a:lnTo>
                  <a:lnTo>
                    <a:pt x="17925" y="16632"/>
                  </a:lnTo>
                  <a:lnTo>
                    <a:pt x="16756" y="19312"/>
                  </a:lnTo>
                  <a:lnTo>
                    <a:pt x="16458" y="21579"/>
                  </a:lnTo>
                  <a:lnTo>
                    <a:pt x="18217" y="24273"/>
                  </a:lnTo>
                  <a:lnTo>
                    <a:pt x="20388" y="25250"/>
                  </a:lnTo>
                  <a:lnTo>
                    <a:pt x="21550" y="24104"/>
                  </a:lnTo>
                  <a:lnTo>
                    <a:pt x="24400" y="24966"/>
                  </a:lnTo>
                  <a:lnTo>
                    <a:pt x="24544" y="26222"/>
                  </a:lnTo>
                  <a:lnTo>
                    <a:pt x="24819" y="31509"/>
                  </a:lnTo>
                  <a:lnTo>
                    <a:pt x="20902" y="34784"/>
                  </a:lnTo>
                  <a:lnTo>
                    <a:pt x="19629" y="37526"/>
                  </a:lnTo>
                  <a:lnTo>
                    <a:pt x="14650" y="37435"/>
                  </a:lnTo>
                  <a:lnTo>
                    <a:pt x="14326" y="39691"/>
                  </a:lnTo>
                  <a:lnTo>
                    <a:pt x="9957" y="37454"/>
                  </a:lnTo>
                  <a:lnTo>
                    <a:pt x="7607" y="35491"/>
                  </a:lnTo>
                  <a:lnTo>
                    <a:pt x="9558" y="30756"/>
                  </a:lnTo>
                  <a:lnTo>
                    <a:pt x="6714" y="29870"/>
                  </a:lnTo>
                  <a:lnTo>
                    <a:pt x="7418" y="24729"/>
                  </a:lnTo>
                  <a:lnTo>
                    <a:pt x="3537" y="23146"/>
                  </a:lnTo>
                  <a:lnTo>
                    <a:pt x="1050" y="23127"/>
                  </a:lnTo>
                  <a:lnTo>
                    <a:pt x="241" y="20827"/>
                  </a:lnTo>
                  <a:lnTo>
                    <a:pt x="1412" y="19476"/>
                  </a:lnTo>
                  <a:lnTo>
                    <a:pt x="271" y="19108"/>
                  </a:lnTo>
                  <a:lnTo>
                    <a:pt x="0" y="14395"/>
                  </a:lnTo>
                  <a:lnTo>
                    <a:pt x="2534" y="12352"/>
                  </a:lnTo>
                  <a:lnTo>
                    <a:pt x="5537" y="3456"/>
                  </a:lnTo>
                  <a:lnTo>
                    <a:pt x="11250" y="186"/>
                  </a:lnTo>
                  <a:lnTo>
                    <a:pt x="15521" y="2565"/>
                  </a:lnTo>
                  <a:lnTo>
                    <a:pt x="19227" y="3013"/>
                  </a:lnTo>
                  <a:lnTo>
                    <a:pt x="20998" y="1109"/>
                  </a:lnTo>
                  <a:lnTo>
                    <a:pt x="2720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h3715"/>
            <p:cNvSpPr/>
            <p:nvPr/>
          </p:nvSpPr>
          <p:spPr>
            <a:xfrm>
              <a:off x="6480823" y="2789328"/>
              <a:ext cx="30770" cy="50939"/>
            </a:xfrm>
            <a:custGeom>
              <a:avLst/>
              <a:pathLst>
                <a:path w="30770" h="50939">
                  <a:moveTo>
                    <a:pt x="24890" y="0"/>
                  </a:moveTo>
                  <a:lnTo>
                    <a:pt x="25149" y="598"/>
                  </a:lnTo>
                  <a:lnTo>
                    <a:pt x="26790" y="2606"/>
                  </a:lnTo>
                  <a:lnTo>
                    <a:pt x="26746" y="5082"/>
                  </a:lnTo>
                  <a:lnTo>
                    <a:pt x="27377" y="6071"/>
                  </a:lnTo>
                  <a:lnTo>
                    <a:pt x="25785" y="7846"/>
                  </a:lnTo>
                  <a:lnTo>
                    <a:pt x="22478" y="14641"/>
                  </a:lnTo>
                  <a:lnTo>
                    <a:pt x="22608" y="17844"/>
                  </a:lnTo>
                  <a:lnTo>
                    <a:pt x="27763" y="20941"/>
                  </a:lnTo>
                  <a:lnTo>
                    <a:pt x="26119" y="23027"/>
                  </a:lnTo>
                  <a:lnTo>
                    <a:pt x="25412" y="27629"/>
                  </a:lnTo>
                  <a:lnTo>
                    <a:pt x="25705" y="29040"/>
                  </a:lnTo>
                  <a:lnTo>
                    <a:pt x="27146" y="29189"/>
                  </a:lnTo>
                  <a:lnTo>
                    <a:pt x="28045" y="35893"/>
                  </a:lnTo>
                  <a:lnTo>
                    <a:pt x="24815" y="35625"/>
                  </a:lnTo>
                  <a:lnTo>
                    <a:pt x="25512" y="40787"/>
                  </a:lnTo>
                  <a:lnTo>
                    <a:pt x="28541" y="42548"/>
                  </a:lnTo>
                  <a:lnTo>
                    <a:pt x="30770" y="42234"/>
                  </a:lnTo>
                  <a:lnTo>
                    <a:pt x="30245" y="49164"/>
                  </a:lnTo>
                  <a:lnTo>
                    <a:pt x="27297" y="48876"/>
                  </a:lnTo>
                  <a:lnTo>
                    <a:pt x="26892" y="50939"/>
                  </a:lnTo>
                  <a:lnTo>
                    <a:pt x="24645" y="50502"/>
                  </a:lnTo>
                  <a:lnTo>
                    <a:pt x="20783" y="44662"/>
                  </a:lnTo>
                  <a:lnTo>
                    <a:pt x="7800" y="47751"/>
                  </a:lnTo>
                  <a:lnTo>
                    <a:pt x="3931" y="43277"/>
                  </a:lnTo>
                  <a:lnTo>
                    <a:pt x="3113" y="41267"/>
                  </a:lnTo>
                  <a:lnTo>
                    <a:pt x="3515" y="39674"/>
                  </a:lnTo>
                  <a:lnTo>
                    <a:pt x="0" y="38889"/>
                  </a:lnTo>
                  <a:lnTo>
                    <a:pt x="13" y="37798"/>
                  </a:lnTo>
                  <a:lnTo>
                    <a:pt x="1455" y="36286"/>
                  </a:lnTo>
                  <a:lnTo>
                    <a:pt x="1134" y="34051"/>
                  </a:lnTo>
                  <a:lnTo>
                    <a:pt x="116" y="34061"/>
                  </a:lnTo>
                  <a:lnTo>
                    <a:pt x="1456" y="32632"/>
                  </a:lnTo>
                  <a:lnTo>
                    <a:pt x="4106" y="32918"/>
                  </a:lnTo>
                  <a:lnTo>
                    <a:pt x="4925" y="31407"/>
                  </a:lnTo>
                  <a:lnTo>
                    <a:pt x="5596" y="24365"/>
                  </a:lnTo>
                  <a:lnTo>
                    <a:pt x="4188" y="24020"/>
                  </a:lnTo>
                  <a:lnTo>
                    <a:pt x="4251" y="22147"/>
                  </a:lnTo>
                  <a:lnTo>
                    <a:pt x="9972" y="13570"/>
                  </a:lnTo>
                  <a:lnTo>
                    <a:pt x="14031" y="13299"/>
                  </a:lnTo>
                  <a:lnTo>
                    <a:pt x="19007" y="209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h3716"/>
            <p:cNvSpPr/>
            <p:nvPr/>
          </p:nvSpPr>
          <p:spPr>
            <a:xfrm>
              <a:off x="6503301" y="2795399"/>
              <a:ext cx="29104" cy="31023"/>
            </a:xfrm>
            <a:custGeom>
              <a:avLst/>
              <a:pathLst>
                <a:path w="29104" h="31023">
                  <a:moveTo>
                    <a:pt x="8462" y="1581"/>
                  </a:moveTo>
                  <a:lnTo>
                    <a:pt x="8722" y="3441"/>
                  </a:lnTo>
                  <a:lnTo>
                    <a:pt x="12170" y="3708"/>
                  </a:lnTo>
                  <a:lnTo>
                    <a:pt x="13658" y="2940"/>
                  </a:lnTo>
                  <a:lnTo>
                    <a:pt x="15344" y="2314"/>
                  </a:lnTo>
                  <a:lnTo>
                    <a:pt x="16105" y="3960"/>
                  </a:lnTo>
                  <a:lnTo>
                    <a:pt x="15573" y="7015"/>
                  </a:lnTo>
                  <a:lnTo>
                    <a:pt x="17336" y="13759"/>
                  </a:lnTo>
                  <a:lnTo>
                    <a:pt x="25436" y="13621"/>
                  </a:lnTo>
                  <a:lnTo>
                    <a:pt x="29104" y="15563"/>
                  </a:lnTo>
                  <a:lnTo>
                    <a:pt x="28140" y="18008"/>
                  </a:lnTo>
                  <a:lnTo>
                    <a:pt x="25136" y="26903"/>
                  </a:lnTo>
                  <a:lnTo>
                    <a:pt x="22602" y="28946"/>
                  </a:lnTo>
                  <a:lnTo>
                    <a:pt x="16464" y="27870"/>
                  </a:lnTo>
                  <a:lnTo>
                    <a:pt x="12975" y="28519"/>
                  </a:lnTo>
                  <a:lnTo>
                    <a:pt x="6875" y="31023"/>
                  </a:lnTo>
                  <a:lnTo>
                    <a:pt x="5566" y="29821"/>
                  </a:lnTo>
                  <a:lnTo>
                    <a:pt x="4667" y="23117"/>
                  </a:lnTo>
                  <a:lnTo>
                    <a:pt x="3227" y="22969"/>
                  </a:lnTo>
                  <a:lnTo>
                    <a:pt x="2933" y="21557"/>
                  </a:lnTo>
                  <a:lnTo>
                    <a:pt x="3640" y="16956"/>
                  </a:lnTo>
                  <a:lnTo>
                    <a:pt x="5285" y="14870"/>
                  </a:lnTo>
                  <a:lnTo>
                    <a:pt x="129" y="11773"/>
                  </a:lnTo>
                  <a:lnTo>
                    <a:pt x="0" y="8569"/>
                  </a:lnTo>
                  <a:lnTo>
                    <a:pt x="3306" y="1774"/>
                  </a:lnTo>
                  <a:lnTo>
                    <a:pt x="48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h3717"/>
            <p:cNvSpPr/>
            <p:nvPr/>
          </p:nvSpPr>
          <p:spPr>
            <a:xfrm>
              <a:off x="6511068" y="2830778"/>
              <a:ext cx="24793" cy="22333"/>
            </a:xfrm>
            <a:custGeom>
              <a:avLst/>
              <a:pathLst>
                <a:path w="24793" h="22333">
                  <a:moveTo>
                    <a:pt x="15886" y="2300"/>
                  </a:moveTo>
                  <a:lnTo>
                    <a:pt x="18372" y="2318"/>
                  </a:lnTo>
                  <a:lnTo>
                    <a:pt x="22253" y="3901"/>
                  </a:lnTo>
                  <a:lnTo>
                    <a:pt x="21549" y="9043"/>
                  </a:lnTo>
                  <a:lnTo>
                    <a:pt x="24394" y="9929"/>
                  </a:lnTo>
                  <a:lnTo>
                    <a:pt x="22442" y="14664"/>
                  </a:lnTo>
                  <a:lnTo>
                    <a:pt x="24793" y="16626"/>
                  </a:lnTo>
                  <a:lnTo>
                    <a:pt x="24366" y="19287"/>
                  </a:lnTo>
                  <a:lnTo>
                    <a:pt x="18466" y="19077"/>
                  </a:lnTo>
                  <a:lnTo>
                    <a:pt x="18208" y="15965"/>
                  </a:lnTo>
                  <a:lnTo>
                    <a:pt x="16356" y="16289"/>
                  </a:lnTo>
                  <a:lnTo>
                    <a:pt x="15081" y="20727"/>
                  </a:lnTo>
                  <a:lnTo>
                    <a:pt x="8672" y="21108"/>
                  </a:lnTo>
                  <a:lnTo>
                    <a:pt x="6805" y="22333"/>
                  </a:lnTo>
                  <a:lnTo>
                    <a:pt x="7568" y="21501"/>
                  </a:lnTo>
                  <a:lnTo>
                    <a:pt x="7276" y="19894"/>
                  </a:lnTo>
                  <a:lnTo>
                    <a:pt x="5136" y="17900"/>
                  </a:lnTo>
                  <a:lnTo>
                    <a:pt x="4467" y="18066"/>
                  </a:lnTo>
                  <a:lnTo>
                    <a:pt x="0" y="7714"/>
                  </a:lnTo>
                  <a:lnTo>
                    <a:pt x="525" y="783"/>
                  </a:lnTo>
                  <a:lnTo>
                    <a:pt x="15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h3718"/>
            <p:cNvSpPr/>
            <p:nvPr/>
          </p:nvSpPr>
          <p:spPr>
            <a:xfrm>
              <a:off x="6414693" y="2767766"/>
              <a:ext cx="26198" cy="30212"/>
            </a:xfrm>
            <a:custGeom>
              <a:avLst/>
              <a:pathLst>
                <a:path w="26198" h="30212">
                  <a:moveTo>
                    <a:pt x="9137" y="1560"/>
                  </a:moveTo>
                  <a:lnTo>
                    <a:pt x="13111" y="0"/>
                  </a:lnTo>
                  <a:lnTo>
                    <a:pt x="13733" y="760"/>
                  </a:lnTo>
                  <a:lnTo>
                    <a:pt x="13486" y="3152"/>
                  </a:lnTo>
                  <a:lnTo>
                    <a:pt x="14269" y="4039"/>
                  </a:lnTo>
                  <a:lnTo>
                    <a:pt x="21561" y="6780"/>
                  </a:lnTo>
                  <a:lnTo>
                    <a:pt x="22468" y="6075"/>
                  </a:lnTo>
                  <a:lnTo>
                    <a:pt x="26198" y="6483"/>
                  </a:lnTo>
                  <a:lnTo>
                    <a:pt x="25869" y="11619"/>
                  </a:lnTo>
                  <a:lnTo>
                    <a:pt x="21229" y="11272"/>
                  </a:lnTo>
                  <a:lnTo>
                    <a:pt x="20182" y="16626"/>
                  </a:lnTo>
                  <a:lnTo>
                    <a:pt x="22666" y="17082"/>
                  </a:lnTo>
                  <a:lnTo>
                    <a:pt x="23024" y="18405"/>
                  </a:lnTo>
                  <a:lnTo>
                    <a:pt x="21742" y="28338"/>
                  </a:lnTo>
                  <a:lnTo>
                    <a:pt x="22344" y="28405"/>
                  </a:lnTo>
                  <a:lnTo>
                    <a:pt x="20118" y="30125"/>
                  </a:lnTo>
                  <a:lnTo>
                    <a:pt x="18816" y="30212"/>
                  </a:lnTo>
                  <a:lnTo>
                    <a:pt x="14798" y="29651"/>
                  </a:lnTo>
                  <a:lnTo>
                    <a:pt x="10423" y="26731"/>
                  </a:lnTo>
                  <a:lnTo>
                    <a:pt x="4687" y="24109"/>
                  </a:lnTo>
                  <a:lnTo>
                    <a:pt x="0" y="26502"/>
                  </a:lnTo>
                  <a:lnTo>
                    <a:pt x="1940" y="20934"/>
                  </a:lnTo>
                  <a:lnTo>
                    <a:pt x="1823" y="17254"/>
                  </a:lnTo>
                  <a:lnTo>
                    <a:pt x="5178" y="6183"/>
                  </a:lnTo>
                  <a:lnTo>
                    <a:pt x="3269" y="5332"/>
                  </a:lnTo>
                  <a:lnTo>
                    <a:pt x="3727" y="128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h3719"/>
            <p:cNvSpPr/>
            <p:nvPr/>
          </p:nvSpPr>
          <p:spPr>
            <a:xfrm>
              <a:off x="6393124" y="2760511"/>
              <a:ext cx="34679" cy="40255"/>
            </a:xfrm>
            <a:custGeom>
              <a:avLst/>
              <a:pathLst>
                <a:path w="34679" h="40255">
                  <a:moveTo>
                    <a:pt x="32501" y="3978"/>
                  </a:moveTo>
                  <a:lnTo>
                    <a:pt x="34679" y="7255"/>
                  </a:lnTo>
                  <a:lnTo>
                    <a:pt x="30706" y="8815"/>
                  </a:lnTo>
                  <a:lnTo>
                    <a:pt x="25295" y="8540"/>
                  </a:lnTo>
                  <a:lnTo>
                    <a:pt x="24837" y="12587"/>
                  </a:lnTo>
                  <a:lnTo>
                    <a:pt x="26746" y="13438"/>
                  </a:lnTo>
                  <a:lnTo>
                    <a:pt x="23391" y="24509"/>
                  </a:lnTo>
                  <a:lnTo>
                    <a:pt x="23508" y="28189"/>
                  </a:lnTo>
                  <a:lnTo>
                    <a:pt x="21568" y="33757"/>
                  </a:lnTo>
                  <a:lnTo>
                    <a:pt x="18006" y="35675"/>
                  </a:lnTo>
                  <a:lnTo>
                    <a:pt x="17607" y="33436"/>
                  </a:lnTo>
                  <a:lnTo>
                    <a:pt x="11165" y="32695"/>
                  </a:lnTo>
                  <a:lnTo>
                    <a:pt x="6483" y="34163"/>
                  </a:lnTo>
                  <a:lnTo>
                    <a:pt x="4503" y="35458"/>
                  </a:lnTo>
                  <a:lnTo>
                    <a:pt x="3175" y="40255"/>
                  </a:lnTo>
                  <a:lnTo>
                    <a:pt x="911" y="39398"/>
                  </a:lnTo>
                  <a:lnTo>
                    <a:pt x="0" y="38920"/>
                  </a:lnTo>
                  <a:lnTo>
                    <a:pt x="2133" y="32769"/>
                  </a:lnTo>
                  <a:lnTo>
                    <a:pt x="4580" y="31371"/>
                  </a:lnTo>
                  <a:lnTo>
                    <a:pt x="6938" y="30569"/>
                  </a:lnTo>
                  <a:lnTo>
                    <a:pt x="8989" y="28718"/>
                  </a:lnTo>
                  <a:lnTo>
                    <a:pt x="9234" y="27041"/>
                  </a:lnTo>
                  <a:lnTo>
                    <a:pt x="12988" y="22032"/>
                  </a:lnTo>
                  <a:lnTo>
                    <a:pt x="14845" y="22308"/>
                  </a:lnTo>
                  <a:lnTo>
                    <a:pt x="17544" y="21344"/>
                  </a:lnTo>
                  <a:lnTo>
                    <a:pt x="21564" y="9292"/>
                  </a:lnTo>
                  <a:lnTo>
                    <a:pt x="23397" y="5815"/>
                  </a:lnTo>
                  <a:lnTo>
                    <a:pt x="24683" y="4749"/>
                  </a:lnTo>
                  <a:lnTo>
                    <a:pt x="24758" y="1955"/>
                  </a:lnTo>
                  <a:lnTo>
                    <a:pt x="28861" y="1571"/>
                  </a:lnTo>
                  <a:lnTo>
                    <a:pt x="31073" y="346"/>
                  </a:lnTo>
                  <a:lnTo>
                    <a:pt x="3201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h3720"/>
            <p:cNvSpPr/>
            <p:nvPr/>
          </p:nvSpPr>
          <p:spPr>
            <a:xfrm>
              <a:off x="6432102" y="2780148"/>
              <a:ext cx="32979" cy="29733"/>
            </a:xfrm>
            <a:custGeom>
              <a:avLst/>
              <a:pathLst>
                <a:path w="32979" h="29733">
                  <a:moveTo>
                    <a:pt x="23046" y="240"/>
                  </a:moveTo>
                  <a:lnTo>
                    <a:pt x="25478" y="599"/>
                  </a:lnTo>
                  <a:lnTo>
                    <a:pt x="27766" y="3344"/>
                  </a:lnTo>
                  <a:lnTo>
                    <a:pt x="27884" y="9184"/>
                  </a:lnTo>
                  <a:lnTo>
                    <a:pt x="31692" y="14537"/>
                  </a:lnTo>
                  <a:lnTo>
                    <a:pt x="32658" y="17133"/>
                  </a:lnTo>
                  <a:lnTo>
                    <a:pt x="32979" y="17785"/>
                  </a:lnTo>
                  <a:lnTo>
                    <a:pt x="28191" y="19588"/>
                  </a:lnTo>
                  <a:lnTo>
                    <a:pt x="26502" y="21980"/>
                  </a:lnTo>
                  <a:lnTo>
                    <a:pt x="24663" y="23218"/>
                  </a:lnTo>
                  <a:lnTo>
                    <a:pt x="21255" y="21945"/>
                  </a:lnTo>
                  <a:lnTo>
                    <a:pt x="21284" y="23973"/>
                  </a:lnTo>
                  <a:lnTo>
                    <a:pt x="20199" y="24215"/>
                  </a:lnTo>
                  <a:lnTo>
                    <a:pt x="16596" y="19957"/>
                  </a:lnTo>
                  <a:lnTo>
                    <a:pt x="13586" y="21244"/>
                  </a:lnTo>
                  <a:lnTo>
                    <a:pt x="11499" y="23433"/>
                  </a:lnTo>
                  <a:lnTo>
                    <a:pt x="12367" y="29733"/>
                  </a:lnTo>
                  <a:lnTo>
                    <a:pt x="6374" y="29576"/>
                  </a:lnTo>
                  <a:lnTo>
                    <a:pt x="6369" y="27924"/>
                  </a:lnTo>
                  <a:lnTo>
                    <a:pt x="5156" y="25809"/>
                  </a:lnTo>
                  <a:lnTo>
                    <a:pt x="6603" y="20937"/>
                  </a:lnTo>
                  <a:lnTo>
                    <a:pt x="7761" y="20665"/>
                  </a:lnTo>
                  <a:lnTo>
                    <a:pt x="7254" y="18483"/>
                  </a:lnTo>
                  <a:lnTo>
                    <a:pt x="3964" y="18611"/>
                  </a:lnTo>
                  <a:lnTo>
                    <a:pt x="1662" y="19715"/>
                  </a:lnTo>
                  <a:lnTo>
                    <a:pt x="0" y="19316"/>
                  </a:lnTo>
                  <a:lnTo>
                    <a:pt x="1407" y="17829"/>
                  </a:lnTo>
                  <a:lnTo>
                    <a:pt x="2708" y="17742"/>
                  </a:lnTo>
                  <a:lnTo>
                    <a:pt x="4935" y="16022"/>
                  </a:lnTo>
                  <a:lnTo>
                    <a:pt x="4332" y="15955"/>
                  </a:lnTo>
                  <a:lnTo>
                    <a:pt x="5615" y="6022"/>
                  </a:lnTo>
                  <a:lnTo>
                    <a:pt x="9292" y="5495"/>
                  </a:lnTo>
                  <a:lnTo>
                    <a:pt x="11824" y="1843"/>
                  </a:lnTo>
                  <a:lnTo>
                    <a:pt x="16993" y="2262"/>
                  </a:lnTo>
                  <a:lnTo>
                    <a:pt x="17995" y="4298"/>
                  </a:lnTo>
                  <a:lnTo>
                    <a:pt x="20091" y="4656"/>
                  </a:lnTo>
                  <a:lnTo>
                    <a:pt x="2076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h3721"/>
            <p:cNvSpPr/>
            <p:nvPr/>
          </p:nvSpPr>
          <p:spPr>
            <a:xfrm>
              <a:off x="6510377" y="2846743"/>
              <a:ext cx="30388" cy="44824"/>
            </a:xfrm>
            <a:custGeom>
              <a:avLst/>
              <a:pathLst>
                <a:path w="30388" h="44824">
                  <a:moveTo>
                    <a:pt x="19157" y="3111"/>
                  </a:moveTo>
                  <a:lnTo>
                    <a:pt x="25058" y="3322"/>
                  </a:lnTo>
                  <a:lnTo>
                    <a:pt x="26140" y="6656"/>
                  </a:lnTo>
                  <a:lnTo>
                    <a:pt x="25445" y="9767"/>
                  </a:lnTo>
                  <a:lnTo>
                    <a:pt x="23388" y="12077"/>
                  </a:lnTo>
                  <a:lnTo>
                    <a:pt x="24148" y="14471"/>
                  </a:lnTo>
                  <a:lnTo>
                    <a:pt x="29443" y="17651"/>
                  </a:lnTo>
                  <a:lnTo>
                    <a:pt x="30388" y="24671"/>
                  </a:lnTo>
                  <a:lnTo>
                    <a:pt x="25865" y="26734"/>
                  </a:lnTo>
                  <a:lnTo>
                    <a:pt x="24494" y="29370"/>
                  </a:lnTo>
                  <a:lnTo>
                    <a:pt x="20884" y="30569"/>
                  </a:lnTo>
                  <a:lnTo>
                    <a:pt x="20784" y="30087"/>
                  </a:lnTo>
                  <a:lnTo>
                    <a:pt x="19202" y="30069"/>
                  </a:lnTo>
                  <a:lnTo>
                    <a:pt x="18459" y="30717"/>
                  </a:lnTo>
                  <a:lnTo>
                    <a:pt x="17524" y="32353"/>
                  </a:lnTo>
                  <a:lnTo>
                    <a:pt x="17664" y="34610"/>
                  </a:lnTo>
                  <a:lnTo>
                    <a:pt x="16553" y="37879"/>
                  </a:lnTo>
                  <a:lnTo>
                    <a:pt x="14482" y="42014"/>
                  </a:lnTo>
                  <a:lnTo>
                    <a:pt x="11542" y="44650"/>
                  </a:lnTo>
                  <a:lnTo>
                    <a:pt x="9341" y="44824"/>
                  </a:lnTo>
                  <a:lnTo>
                    <a:pt x="9632" y="44093"/>
                  </a:lnTo>
                  <a:lnTo>
                    <a:pt x="8140" y="42657"/>
                  </a:lnTo>
                  <a:lnTo>
                    <a:pt x="5403" y="42146"/>
                  </a:lnTo>
                  <a:lnTo>
                    <a:pt x="4541" y="40979"/>
                  </a:lnTo>
                  <a:lnTo>
                    <a:pt x="4390" y="40033"/>
                  </a:lnTo>
                  <a:lnTo>
                    <a:pt x="6767" y="37781"/>
                  </a:lnTo>
                  <a:lnTo>
                    <a:pt x="4608" y="35768"/>
                  </a:lnTo>
                  <a:lnTo>
                    <a:pt x="5870" y="32436"/>
                  </a:lnTo>
                  <a:lnTo>
                    <a:pt x="6587" y="31109"/>
                  </a:lnTo>
                  <a:lnTo>
                    <a:pt x="8608" y="29998"/>
                  </a:lnTo>
                  <a:lnTo>
                    <a:pt x="11795" y="29532"/>
                  </a:lnTo>
                  <a:lnTo>
                    <a:pt x="13885" y="27482"/>
                  </a:lnTo>
                  <a:lnTo>
                    <a:pt x="13821" y="26661"/>
                  </a:lnTo>
                  <a:lnTo>
                    <a:pt x="12760" y="26029"/>
                  </a:lnTo>
                  <a:lnTo>
                    <a:pt x="12411" y="23149"/>
                  </a:lnTo>
                  <a:lnTo>
                    <a:pt x="10583" y="21892"/>
                  </a:lnTo>
                  <a:lnTo>
                    <a:pt x="3436" y="20427"/>
                  </a:lnTo>
                  <a:lnTo>
                    <a:pt x="3576" y="21657"/>
                  </a:lnTo>
                  <a:lnTo>
                    <a:pt x="0" y="19753"/>
                  </a:lnTo>
                  <a:lnTo>
                    <a:pt x="165" y="14996"/>
                  </a:lnTo>
                  <a:lnTo>
                    <a:pt x="1078" y="12465"/>
                  </a:lnTo>
                  <a:lnTo>
                    <a:pt x="6931" y="8799"/>
                  </a:lnTo>
                  <a:lnTo>
                    <a:pt x="8119" y="7629"/>
                  </a:lnTo>
                  <a:lnTo>
                    <a:pt x="7497" y="6368"/>
                  </a:lnTo>
                  <a:lnTo>
                    <a:pt x="9363" y="5143"/>
                  </a:lnTo>
                  <a:lnTo>
                    <a:pt x="15773" y="4762"/>
                  </a:lnTo>
                  <a:lnTo>
                    <a:pt x="17048" y="324"/>
                  </a:lnTo>
                  <a:lnTo>
                    <a:pt x="1890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h3722"/>
            <p:cNvSpPr/>
            <p:nvPr/>
          </p:nvSpPr>
          <p:spPr>
            <a:xfrm>
              <a:off x="6510763" y="2699484"/>
              <a:ext cx="49190" cy="38500"/>
            </a:xfrm>
            <a:custGeom>
              <a:avLst/>
              <a:pathLst>
                <a:path w="49190" h="38500">
                  <a:moveTo>
                    <a:pt x="31959" y="4462"/>
                  </a:moveTo>
                  <a:lnTo>
                    <a:pt x="34364" y="9800"/>
                  </a:lnTo>
                  <a:lnTo>
                    <a:pt x="37391" y="8514"/>
                  </a:lnTo>
                  <a:lnTo>
                    <a:pt x="38354" y="9850"/>
                  </a:lnTo>
                  <a:lnTo>
                    <a:pt x="32998" y="12022"/>
                  </a:lnTo>
                  <a:lnTo>
                    <a:pt x="33102" y="12711"/>
                  </a:lnTo>
                  <a:lnTo>
                    <a:pt x="37640" y="12004"/>
                  </a:lnTo>
                  <a:lnTo>
                    <a:pt x="37336" y="19067"/>
                  </a:lnTo>
                  <a:lnTo>
                    <a:pt x="40322" y="26641"/>
                  </a:lnTo>
                  <a:lnTo>
                    <a:pt x="44415" y="25641"/>
                  </a:lnTo>
                  <a:lnTo>
                    <a:pt x="49190" y="26804"/>
                  </a:lnTo>
                  <a:lnTo>
                    <a:pt x="48199" y="33606"/>
                  </a:lnTo>
                  <a:lnTo>
                    <a:pt x="44262" y="33410"/>
                  </a:lnTo>
                  <a:lnTo>
                    <a:pt x="39698" y="29358"/>
                  </a:lnTo>
                  <a:lnTo>
                    <a:pt x="38579" y="29473"/>
                  </a:lnTo>
                  <a:lnTo>
                    <a:pt x="38422" y="32773"/>
                  </a:lnTo>
                  <a:lnTo>
                    <a:pt x="41065" y="36338"/>
                  </a:lnTo>
                  <a:lnTo>
                    <a:pt x="35587" y="38054"/>
                  </a:lnTo>
                  <a:lnTo>
                    <a:pt x="34344" y="38500"/>
                  </a:lnTo>
                  <a:lnTo>
                    <a:pt x="33351" y="36605"/>
                  </a:lnTo>
                  <a:lnTo>
                    <a:pt x="30571" y="34530"/>
                  </a:lnTo>
                  <a:lnTo>
                    <a:pt x="15683" y="35105"/>
                  </a:lnTo>
                  <a:lnTo>
                    <a:pt x="10522" y="37370"/>
                  </a:lnTo>
                  <a:lnTo>
                    <a:pt x="9015" y="37305"/>
                  </a:lnTo>
                  <a:lnTo>
                    <a:pt x="3731" y="34163"/>
                  </a:lnTo>
                  <a:lnTo>
                    <a:pt x="2569" y="35570"/>
                  </a:lnTo>
                  <a:lnTo>
                    <a:pt x="0" y="34984"/>
                  </a:lnTo>
                  <a:lnTo>
                    <a:pt x="1796" y="23613"/>
                  </a:lnTo>
                  <a:lnTo>
                    <a:pt x="1032" y="21220"/>
                  </a:lnTo>
                  <a:lnTo>
                    <a:pt x="12" y="20778"/>
                  </a:lnTo>
                  <a:lnTo>
                    <a:pt x="1008" y="17279"/>
                  </a:lnTo>
                  <a:lnTo>
                    <a:pt x="3351" y="15017"/>
                  </a:lnTo>
                  <a:lnTo>
                    <a:pt x="3856" y="9555"/>
                  </a:lnTo>
                  <a:lnTo>
                    <a:pt x="6188" y="9799"/>
                  </a:lnTo>
                  <a:lnTo>
                    <a:pt x="11671" y="6855"/>
                  </a:lnTo>
                  <a:lnTo>
                    <a:pt x="12064" y="2471"/>
                  </a:lnTo>
                  <a:lnTo>
                    <a:pt x="18463" y="2942"/>
                  </a:lnTo>
                  <a:lnTo>
                    <a:pt x="20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h3723"/>
            <p:cNvSpPr/>
            <p:nvPr/>
          </p:nvSpPr>
          <p:spPr>
            <a:xfrm>
              <a:off x="6568108" y="2759005"/>
              <a:ext cx="32531" cy="26931"/>
            </a:xfrm>
            <a:custGeom>
              <a:avLst/>
              <a:pathLst>
                <a:path w="32531" h="26931">
                  <a:moveTo>
                    <a:pt x="8084" y="1116"/>
                  </a:moveTo>
                  <a:lnTo>
                    <a:pt x="22169" y="2661"/>
                  </a:lnTo>
                  <a:lnTo>
                    <a:pt x="22406" y="3843"/>
                  </a:lnTo>
                  <a:lnTo>
                    <a:pt x="25192" y="4534"/>
                  </a:lnTo>
                  <a:lnTo>
                    <a:pt x="26244" y="2481"/>
                  </a:lnTo>
                  <a:lnTo>
                    <a:pt x="27730" y="2897"/>
                  </a:lnTo>
                  <a:lnTo>
                    <a:pt x="30600" y="7900"/>
                  </a:lnTo>
                  <a:lnTo>
                    <a:pt x="30386" y="12120"/>
                  </a:lnTo>
                  <a:lnTo>
                    <a:pt x="31321" y="15404"/>
                  </a:lnTo>
                  <a:lnTo>
                    <a:pt x="32531" y="15914"/>
                  </a:lnTo>
                  <a:lnTo>
                    <a:pt x="31765" y="17760"/>
                  </a:lnTo>
                  <a:lnTo>
                    <a:pt x="29273" y="17162"/>
                  </a:lnTo>
                  <a:lnTo>
                    <a:pt x="28803" y="17832"/>
                  </a:lnTo>
                  <a:lnTo>
                    <a:pt x="29794" y="19456"/>
                  </a:lnTo>
                  <a:lnTo>
                    <a:pt x="29580" y="21842"/>
                  </a:lnTo>
                  <a:lnTo>
                    <a:pt x="25928" y="23546"/>
                  </a:lnTo>
                  <a:lnTo>
                    <a:pt x="22028" y="26514"/>
                  </a:lnTo>
                  <a:lnTo>
                    <a:pt x="13060" y="26931"/>
                  </a:lnTo>
                  <a:lnTo>
                    <a:pt x="8561" y="25540"/>
                  </a:lnTo>
                  <a:lnTo>
                    <a:pt x="8619" y="22801"/>
                  </a:lnTo>
                  <a:lnTo>
                    <a:pt x="6482" y="22203"/>
                  </a:lnTo>
                  <a:lnTo>
                    <a:pt x="5614" y="22004"/>
                  </a:lnTo>
                  <a:lnTo>
                    <a:pt x="64" y="14668"/>
                  </a:lnTo>
                  <a:lnTo>
                    <a:pt x="0" y="5295"/>
                  </a:lnTo>
                  <a:lnTo>
                    <a:pt x="2768" y="2435"/>
                  </a:lnTo>
                  <a:lnTo>
                    <a:pt x="772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h3724"/>
            <p:cNvSpPr/>
            <p:nvPr/>
          </p:nvSpPr>
          <p:spPr>
            <a:xfrm>
              <a:off x="6542722" y="2690806"/>
              <a:ext cx="60600" cy="73493"/>
            </a:xfrm>
            <a:custGeom>
              <a:avLst/>
              <a:pathLst>
                <a:path w="60600" h="73493">
                  <a:moveTo>
                    <a:pt x="52587" y="0"/>
                  </a:moveTo>
                  <a:lnTo>
                    <a:pt x="56044" y="2524"/>
                  </a:lnTo>
                  <a:lnTo>
                    <a:pt x="58614" y="2409"/>
                  </a:lnTo>
                  <a:lnTo>
                    <a:pt x="58568" y="6220"/>
                  </a:lnTo>
                  <a:lnTo>
                    <a:pt x="60600" y="8644"/>
                  </a:lnTo>
                  <a:lnTo>
                    <a:pt x="59564" y="15166"/>
                  </a:lnTo>
                  <a:lnTo>
                    <a:pt x="56547" y="21419"/>
                  </a:lnTo>
                  <a:lnTo>
                    <a:pt x="57280" y="23669"/>
                  </a:lnTo>
                  <a:lnTo>
                    <a:pt x="56447" y="25926"/>
                  </a:lnTo>
                  <a:lnTo>
                    <a:pt x="51554" y="29005"/>
                  </a:lnTo>
                  <a:lnTo>
                    <a:pt x="45507" y="31398"/>
                  </a:lnTo>
                  <a:lnTo>
                    <a:pt x="43138" y="37434"/>
                  </a:lnTo>
                  <a:lnTo>
                    <a:pt x="43044" y="41943"/>
                  </a:lnTo>
                  <a:lnTo>
                    <a:pt x="44831" y="42325"/>
                  </a:lnTo>
                  <a:lnTo>
                    <a:pt x="45819" y="43479"/>
                  </a:lnTo>
                  <a:lnTo>
                    <a:pt x="42525" y="46013"/>
                  </a:lnTo>
                  <a:lnTo>
                    <a:pt x="41478" y="50320"/>
                  </a:lnTo>
                  <a:lnTo>
                    <a:pt x="44925" y="56666"/>
                  </a:lnTo>
                  <a:lnTo>
                    <a:pt x="44021" y="59016"/>
                  </a:lnTo>
                  <a:lnTo>
                    <a:pt x="38711" y="60719"/>
                  </a:lnTo>
                  <a:lnTo>
                    <a:pt x="37071" y="60562"/>
                  </a:lnTo>
                  <a:lnTo>
                    <a:pt x="34738" y="59006"/>
                  </a:lnTo>
                  <a:lnTo>
                    <a:pt x="30044" y="60637"/>
                  </a:lnTo>
                  <a:lnTo>
                    <a:pt x="33108" y="68198"/>
                  </a:lnTo>
                  <a:lnTo>
                    <a:pt x="28153" y="70634"/>
                  </a:lnTo>
                  <a:lnTo>
                    <a:pt x="25385" y="73493"/>
                  </a:lnTo>
                  <a:lnTo>
                    <a:pt x="22067" y="70172"/>
                  </a:lnTo>
                  <a:lnTo>
                    <a:pt x="13300" y="69157"/>
                  </a:lnTo>
                  <a:lnTo>
                    <a:pt x="13346" y="68152"/>
                  </a:lnTo>
                  <a:lnTo>
                    <a:pt x="9073" y="64500"/>
                  </a:lnTo>
                  <a:lnTo>
                    <a:pt x="6722" y="59230"/>
                  </a:lnTo>
                  <a:lnTo>
                    <a:pt x="10223" y="57614"/>
                  </a:lnTo>
                  <a:lnTo>
                    <a:pt x="11011" y="54324"/>
                  </a:lnTo>
                  <a:lnTo>
                    <a:pt x="4183" y="48982"/>
                  </a:lnTo>
                  <a:lnTo>
                    <a:pt x="3627" y="46731"/>
                  </a:lnTo>
                  <a:lnTo>
                    <a:pt x="9106" y="45015"/>
                  </a:lnTo>
                  <a:lnTo>
                    <a:pt x="6462" y="41450"/>
                  </a:lnTo>
                  <a:lnTo>
                    <a:pt x="6620" y="38150"/>
                  </a:lnTo>
                  <a:lnTo>
                    <a:pt x="7739" y="38035"/>
                  </a:lnTo>
                  <a:lnTo>
                    <a:pt x="12303" y="42088"/>
                  </a:lnTo>
                  <a:lnTo>
                    <a:pt x="16240" y="42283"/>
                  </a:lnTo>
                  <a:lnTo>
                    <a:pt x="17230" y="35481"/>
                  </a:lnTo>
                  <a:lnTo>
                    <a:pt x="12456" y="34319"/>
                  </a:lnTo>
                  <a:lnTo>
                    <a:pt x="8363" y="35318"/>
                  </a:lnTo>
                  <a:lnTo>
                    <a:pt x="5377" y="27744"/>
                  </a:lnTo>
                  <a:lnTo>
                    <a:pt x="5681" y="20681"/>
                  </a:lnTo>
                  <a:lnTo>
                    <a:pt x="1143" y="21389"/>
                  </a:lnTo>
                  <a:lnTo>
                    <a:pt x="1038" y="20699"/>
                  </a:lnTo>
                  <a:lnTo>
                    <a:pt x="6395" y="18527"/>
                  </a:lnTo>
                  <a:lnTo>
                    <a:pt x="5432" y="17191"/>
                  </a:lnTo>
                  <a:lnTo>
                    <a:pt x="2405" y="18478"/>
                  </a:lnTo>
                  <a:lnTo>
                    <a:pt x="0" y="13139"/>
                  </a:lnTo>
                  <a:lnTo>
                    <a:pt x="1816" y="13317"/>
                  </a:lnTo>
                  <a:lnTo>
                    <a:pt x="3408" y="15382"/>
                  </a:lnTo>
                  <a:lnTo>
                    <a:pt x="9594" y="19330"/>
                  </a:lnTo>
                  <a:lnTo>
                    <a:pt x="12604" y="19245"/>
                  </a:lnTo>
                  <a:lnTo>
                    <a:pt x="15254" y="21896"/>
                  </a:lnTo>
                  <a:lnTo>
                    <a:pt x="18632" y="19899"/>
                  </a:lnTo>
                  <a:lnTo>
                    <a:pt x="24224" y="17462"/>
                  </a:lnTo>
                  <a:lnTo>
                    <a:pt x="32327" y="17019"/>
                  </a:lnTo>
                  <a:lnTo>
                    <a:pt x="32947" y="15714"/>
                  </a:lnTo>
                  <a:lnTo>
                    <a:pt x="31119" y="12009"/>
                  </a:lnTo>
                  <a:lnTo>
                    <a:pt x="31202" y="9761"/>
                  </a:lnTo>
                  <a:lnTo>
                    <a:pt x="34171" y="1161"/>
                  </a:lnTo>
                  <a:lnTo>
                    <a:pt x="39104" y="156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h3725"/>
            <p:cNvSpPr/>
            <p:nvPr/>
          </p:nvSpPr>
          <p:spPr>
            <a:xfrm>
              <a:off x="6609976" y="2744115"/>
              <a:ext cx="17366" cy="22351"/>
            </a:xfrm>
            <a:custGeom>
              <a:avLst/>
              <a:pathLst>
                <a:path w="17366" h="22351">
                  <a:moveTo>
                    <a:pt x="8830" y="754"/>
                  </a:moveTo>
                  <a:lnTo>
                    <a:pt x="14376" y="5042"/>
                  </a:lnTo>
                  <a:lnTo>
                    <a:pt x="15718" y="5413"/>
                  </a:lnTo>
                  <a:lnTo>
                    <a:pt x="17366" y="6207"/>
                  </a:lnTo>
                  <a:lnTo>
                    <a:pt x="14029" y="16048"/>
                  </a:lnTo>
                  <a:lnTo>
                    <a:pt x="14325" y="18936"/>
                  </a:lnTo>
                  <a:lnTo>
                    <a:pt x="15543" y="21889"/>
                  </a:lnTo>
                  <a:lnTo>
                    <a:pt x="12373" y="22351"/>
                  </a:lnTo>
                  <a:lnTo>
                    <a:pt x="8851" y="21059"/>
                  </a:lnTo>
                  <a:lnTo>
                    <a:pt x="8199" y="19669"/>
                  </a:lnTo>
                  <a:lnTo>
                    <a:pt x="8593" y="18854"/>
                  </a:lnTo>
                  <a:lnTo>
                    <a:pt x="5139" y="14677"/>
                  </a:lnTo>
                  <a:lnTo>
                    <a:pt x="568" y="11002"/>
                  </a:lnTo>
                  <a:lnTo>
                    <a:pt x="0" y="9590"/>
                  </a:lnTo>
                  <a:lnTo>
                    <a:pt x="585" y="6313"/>
                  </a:lnTo>
                  <a:lnTo>
                    <a:pt x="1275" y="6225"/>
                  </a:lnTo>
                  <a:lnTo>
                    <a:pt x="2385" y="2490"/>
                  </a:lnTo>
                  <a:lnTo>
                    <a:pt x="3656" y="893"/>
                  </a:lnTo>
                  <a:lnTo>
                    <a:pt x="592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h3726"/>
            <p:cNvSpPr/>
            <p:nvPr/>
          </p:nvSpPr>
          <p:spPr>
            <a:xfrm>
              <a:off x="6450570" y="2755385"/>
              <a:ext cx="29475" cy="41896"/>
            </a:xfrm>
            <a:custGeom>
              <a:avLst/>
              <a:pathLst>
                <a:path w="29475" h="41896">
                  <a:moveTo>
                    <a:pt x="14366" y="91"/>
                  </a:moveTo>
                  <a:lnTo>
                    <a:pt x="16348" y="1763"/>
                  </a:lnTo>
                  <a:lnTo>
                    <a:pt x="17513" y="6858"/>
                  </a:lnTo>
                  <a:lnTo>
                    <a:pt x="26021" y="14141"/>
                  </a:lnTo>
                  <a:lnTo>
                    <a:pt x="27647" y="18835"/>
                  </a:lnTo>
                  <a:lnTo>
                    <a:pt x="27068" y="23696"/>
                  </a:lnTo>
                  <a:lnTo>
                    <a:pt x="25765" y="24825"/>
                  </a:lnTo>
                  <a:lnTo>
                    <a:pt x="29076" y="28664"/>
                  </a:lnTo>
                  <a:lnTo>
                    <a:pt x="29475" y="31834"/>
                  </a:lnTo>
                  <a:lnTo>
                    <a:pt x="25983" y="34567"/>
                  </a:lnTo>
                  <a:lnTo>
                    <a:pt x="24982" y="37089"/>
                  </a:lnTo>
                  <a:lnTo>
                    <a:pt x="19416" y="36662"/>
                  </a:lnTo>
                  <a:lnTo>
                    <a:pt x="17773" y="41785"/>
                  </a:lnTo>
                  <a:lnTo>
                    <a:pt x="14190" y="41896"/>
                  </a:lnTo>
                  <a:lnTo>
                    <a:pt x="13224" y="39299"/>
                  </a:lnTo>
                  <a:lnTo>
                    <a:pt x="9416" y="33947"/>
                  </a:lnTo>
                  <a:lnTo>
                    <a:pt x="9298" y="28107"/>
                  </a:lnTo>
                  <a:lnTo>
                    <a:pt x="7010" y="25361"/>
                  </a:lnTo>
                  <a:lnTo>
                    <a:pt x="4578" y="25003"/>
                  </a:lnTo>
                  <a:lnTo>
                    <a:pt x="0" y="20893"/>
                  </a:lnTo>
                  <a:lnTo>
                    <a:pt x="836" y="14828"/>
                  </a:lnTo>
                  <a:lnTo>
                    <a:pt x="9193" y="16871"/>
                  </a:lnTo>
                  <a:lnTo>
                    <a:pt x="10702" y="14974"/>
                  </a:lnTo>
                  <a:lnTo>
                    <a:pt x="10793" y="7352"/>
                  </a:lnTo>
                  <a:lnTo>
                    <a:pt x="1212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h3727"/>
            <p:cNvSpPr/>
            <p:nvPr/>
          </p:nvSpPr>
          <p:spPr>
            <a:xfrm>
              <a:off x="6464454" y="2827333"/>
              <a:ext cx="42856" cy="35538"/>
            </a:xfrm>
            <a:custGeom>
              <a:avLst/>
              <a:pathLst>
                <a:path w="42856" h="35538">
                  <a:moveTo>
                    <a:pt x="15446" y="1403"/>
                  </a:moveTo>
                  <a:lnTo>
                    <a:pt x="16368" y="884"/>
                  </a:lnTo>
                  <a:lnTo>
                    <a:pt x="19884" y="1669"/>
                  </a:lnTo>
                  <a:lnTo>
                    <a:pt x="19482" y="3262"/>
                  </a:lnTo>
                  <a:lnTo>
                    <a:pt x="20300" y="5272"/>
                  </a:lnTo>
                  <a:lnTo>
                    <a:pt x="24169" y="9746"/>
                  </a:lnTo>
                  <a:lnTo>
                    <a:pt x="37152" y="6657"/>
                  </a:lnTo>
                  <a:lnTo>
                    <a:pt x="41013" y="12497"/>
                  </a:lnTo>
                  <a:lnTo>
                    <a:pt x="41028" y="14366"/>
                  </a:lnTo>
                  <a:lnTo>
                    <a:pt x="38863" y="17879"/>
                  </a:lnTo>
                  <a:lnTo>
                    <a:pt x="39366" y="27200"/>
                  </a:lnTo>
                  <a:lnTo>
                    <a:pt x="42856" y="29147"/>
                  </a:lnTo>
                  <a:lnTo>
                    <a:pt x="39637" y="29283"/>
                  </a:lnTo>
                  <a:lnTo>
                    <a:pt x="35925" y="32779"/>
                  </a:lnTo>
                  <a:lnTo>
                    <a:pt x="31665" y="34070"/>
                  </a:lnTo>
                  <a:lnTo>
                    <a:pt x="28346" y="33503"/>
                  </a:lnTo>
                  <a:lnTo>
                    <a:pt x="24011" y="30112"/>
                  </a:lnTo>
                  <a:lnTo>
                    <a:pt x="13113" y="32772"/>
                  </a:lnTo>
                  <a:lnTo>
                    <a:pt x="11118" y="35461"/>
                  </a:lnTo>
                  <a:lnTo>
                    <a:pt x="7312" y="35538"/>
                  </a:lnTo>
                  <a:lnTo>
                    <a:pt x="4464" y="32377"/>
                  </a:lnTo>
                  <a:lnTo>
                    <a:pt x="2788" y="32124"/>
                  </a:lnTo>
                  <a:lnTo>
                    <a:pt x="2640" y="33743"/>
                  </a:lnTo>
                  <a:lnTo>
                    <a:pt x="226" y="33060"/>
                  </a:lnTo>
                  <a:lnTo>
                    <a:pt x="349" y="31210"/>
                  </a:lnTo>
                  <a:lnTo>
                    <a:pt x="1715" y="30659"/>
                  </a:lnTo>
                  <a:lnTo>
                    <a:pt x="2245" y="28816"/>
                  </a:lnTo>
                  <a:lnTo>
                    <a:pt x="0" y="26650"/>
                  </a:lnTo>
                  <a:lnTo>
                    <a:pt x="2117" y="24678"/>
                  </a:lnTo>
                  <a:lnTo>
                    <a:pt x="3496" y="20002"/>
                  </a:lnTo>
                  <a:lnTo>
                    <a:pt x="5361" y="19223"/>
                  </a:lnTo>
                  <a:lnTo>
                    <a:pt x="8471" y="15980"/>
                  </a:lnTo>
                  <a:lnTo>
                    <a:pt x="6923" y="7852"/>
                  </a:lnTo>
                  <a:lnTo>
                    <a:pt x="9721" y="7149"/>
                  </a:lnTo>
                  <a:lnTo>
                    <a:pt x="10355" y="5095"/>
                  </a:lnTo>
                  <a:lnTo>
                    <a:pt x="10245" y="2596"/>
                  </a:lnTo>
                  <a:lnTo>
                    <a:pt x="1329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h3728"/>
            <p:cNvSpPr/>
            <p:nvPr/>
          </p:nvSpPr>
          <p:spPr>
            <a:xfrm>
              <a:off x="6584201" y="2693216"/>
              <a:ext cx="35248" cy="66360"/>
            </a:xfrm>
            <a:custGeom>
              <a:avLst/>
              <a:pathLst>
                <a:path w="35248" h="66360">
                  <a:moveTo>
                    <a:pt x="21897" y="1774"/>
                  </a:moveTo>
                  <a:lnTo>
                    <a:pt x="24858" y="5644"/>
                  </a:lnTo>
                  <a:lnTo>
                    <a:pt x="33656" y="12580"/>
                  </a:lnTo>
                  <a:lnTo>
                    <a:pt x="35248" y="16691"/>
                  </a:lnTo>
                  <a:lnTo>
                    <a:pt x="33997" y="22437"/>
                  </a:lnTo>
                  <a:lnTo>
                    <a:pt x="30636" y="30309"/>
                  </a:lnTo>
                  <a:lnTo>
                    <a:pt x="27498" y="30883"/>
                  </a:lnTo>
                  <a:lnTo>
                    <a:pt x="30711" y="34822"/>
                  </a:lnTo>
                  <a:lnTo>
                    <a:pt x="25778" y="40740"/>
                  </a:lnTo>
                  <a:lnTo>
                    <a:pt x="25545" y="42940"/>
                  </a:lnTo>
                  <a:lnTo>
                    <a:pt x="28599" y="48290"/>
                  </a:lnTo>
                  <a:lnTo>
                    <a:pt x="25843" y="50931"/>
                  </a:lnTo>
                  <a:lnTo>
                    <a:pt x="26825" y="53065"/>
                  </a:lnTo>
                  <a:lnTo>
                    <a:pt x="28161" y="53390"/>
                  </a:lnTo>
                  <a:lnTo>
                    <a:pt x="27050" y="57125"/>
                  </a:lnTo>
                  <a:lnTo>
                    <a:pt x="26360" y="57213"/>
                  </a:lnTo>
                  <a:lnTo>
                    <a:pt x="25775" y="60489"/>
                  </a:lnTo>
                  <a:lnTo>
                    <a:pt x="24580" y="62837"/>
                  </a:lnTo>
                  <a:lnTo>
                    <a:pt x="19774" y="66360"/>
                  </a:lnTo>
                  <a:lnTo>
                    <a:pt x="16052" y="64849"/>
                  </a:lnTo>
                  <a:lnTo>
                    <a:pt x="7606" y="54863"/>
                  </a:lnTo>
                  <a:lnTo>
                    <a:pt x="4381" y="53559"/>
                  </a:lnTo>
                  <a:lnTo>
                    <a:pt x="3446" y="54256"/>
                  </a:lnTo>
                  <a:lnTo>
                    <a:pt x="0" y="47910"/>
                  </a:lnTo>
                  <a:lnTo>
                    <a:pt x="1046" y="43603"/>
                  </a:lnTo>
                  <a:lnTo>
                    <a:pt x="4340" y="41070"/>
                  </a:lnTo>
                  <a:lnTo>
                    <a:pt x="3353" y="39916"/>
                  </a:lnTo>
                  <a:lnTo>
                    <a:pt x="1566" y="39533"/>
                  </a:lnTo>
                  <a:lnTo>
                    <a:pt x="1659" y="35024"/>
                  </a:lnTo>
                  <a:lnTo>
                    <a:pt x="4028" y="28988"/>
                  </a:lnTo>
                  <a:lnTo>
                    <a:pt x="10075" y="26595"/>
                  </a:lnTo>
                  <a:lnTo>
                    <a:pt x="14969" y="23516"/>
                  </a:lnTo>
                  <a:lnTo>
                    <a:pt x="15801" y="21259"/>
                  </a:lnTo>
                  <a:lnTo>
                    <a:pt x="15068" y="19009"/>
                  </a:lnTo>
                  <a:lnTo>
                    <a:pt x="18085" y="12756"/>
                  </a:lnTo>
                  <a:lnTo>
                    <a:pt x="19121" y="6234"/>
                  </a:lnTo>
                  <a:lnTo>
                    <a:pt x="17089" y="3811"/>
                  </a:lnTo>
                  <a:lnTo>
                    <a:pt x="1713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h3729"/>
            <p:cNvSpPr/>
            <p:nvPr/>
          </p:nvSpPr>
          <p:spPr>
            <a:xfrm>
              <a:off x="6609746" y="2709397"/>
              <a:ext cx="41970" cy="40454"/>
            </a:xfrm>
            <a:custGeom>
              <a:avLst/>
              <a:pathLst>
                <a:path w="41970" h="40454">
                  <a:moveTo>
                    <a:pt x="21430" y="0"/>
                  </a:moveTo>
                  <a:lnTo>
                    <a:pt x="21490" y="5351"/>
                  </a:lnTo>
                  <a:lnTo>
                    <a:pt x="23173" y="9086"/>
                  </a:lnTo>
                  <a:lnTo>
                    <a:pt x="27312" y="9199"/>
                  </a:lnTo>
                  <a:lnTo>
                    <a:pt x="31517" y="6128"/>
                  </a:lnTo>
                  <a:lnTo>
                    <a:pt x="35078" y="5521"/>
                  </a:lnTo>
                  <a:lnTo>
                    <a:pt x="34851" y="7166"/>
                  </a:lnTo>
                  <a:lnTo>
                    <a:pt x="37095" y="7444"/>
                  </a:lnTo>
                  <a:lnTo>
                    <a:pt x="40262" y="5563"/>
                  </a:lnTo>
                  <a:lnTo>
                    <a:pt x="39882" y="4022"/>
                  </a:lnTo>
                  <a:lnTo>
                    <a:pt x="41455" y="3413"/>
                  </a:lnTo>
                  <a:lnTo>
                    <a:pt x="41970" y="7202"/>
                  </a:lnTo>
                  <a:lnTo>
                    <a:pt x="41301" y="10044"/>
                  </a:lnTo>
                  <a:lnTo>
                    <a:pt x="41444" y="15318"/>
                  </a:lnTo>
                  <a:lnTo>
                    <a:pt x="39772" y="15234"/>
                  </a:lnTo>
                  <a:lnTo>
                    <a:pt x="35837" y="17491"/>
                  </a:lnTo>
                  <a:lnTo>
                    <a:pt x="32614" y="21948"/>
                  </a:lnTo>
                  <a:lnTo>
                    <a:pt x="31018" y="30378"/>
                  </a:lnTo>
                  <a:lnTo>
                    <a:pt x="27875" y="40454"/>
                  </a:lnTo>
                  <a:lnTo>
                    <a:pt x="23573" y="39434"/>
                  </a:lnTo>
                  <a:lnTo>
                    <a:pt x="22961" y="37307"/>
                  </a:lnTo>
                  <a:lnTo>
                    <a:pt x="18657" y="36662"/>
                  </a:lnTo>
                  <a:lnTo>
                    <a:pt x="15948" y="40131"/>
                  </a:lnTo>
                  <a:lnTo>
                    <a:pt x="14606" y="39760"/>
                  </a:lnTo>
                  <a:lnTo>
                    <a:pt x="9060" y="35473"/>
                  </a:lnTo>
                  <a:lnTo>
                    <a:pt x="6157" y="34718"/>
                  </a:lnTo>
                  <a:lnTo>
                    <a:pt x="3886" y="35611"/>
                  </a:lnTo>
                  <a:lnTo>
                    <a:pt x="2615" y="37208"/>
                  </a:lnTo>
                  <a:lnTo>
                    <a:pt x="1279" y="36884"/>
                  </a:lnTo>
                  <a:lnTo>
                    <a:pt x="298" y="34750"/>
                  </a:lnTo>
                  <a:lnTo>
                    <a:pt x="3054" y="32108"/>
                  </a:lnTo>
                  <a:lnTo>
                    <a:pt x="0" y="26759"/>
                  </a:lnTo>
                  <a:lnTo>
                    <a:pt x="233" y="24559"/>
                  </a:lnTo>
                  <a:lnTo>
                    <a:pt x="5166" y="18641"/>
                  </a:lnTo>
                  <a:lnTo>
                    <a:pt x="1953" y="14702"/>
                  </a:lnTo>
                  <a:lnTo>
                    <a:pt x="5091" y="14127"/>
                  </a:lnTo>
                  <a:lnTo>
                    <a:pt x="8451" y="6255"/>
                  </a:lnTo>
                  <a:lnTo>
                    <a:pt x="9702" y="51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h3730"/>
            <p:cNvSpPr/>
            <p:nvPr/>
          </p:nvSpPr>
          <p:spPr>
            <a:xfrm>
              <a:off x="6505638" y="2823270"/>
              <a:ext cx="21677" cy="8605"/>
            </a:xfrm>
            <a:custGeom>
              <a:avLst/>
              <a:pathLst>
                <a:path w="21677" h="8605">
                  <a:moveTo>
                    <a:pt x="14127" y="0"/>
                  </a:moveTo>
                  <a:lnTo>
                    <a:pt x="20265" y="1076"/>
                  </a:lnTo>
                  <a:lnTo>
                    <a:pt x="20537" y="5788"/>
                  </a:lnTo>
                  <a:lnTo>
                    <a:pt x="21677" y="6157"/>
                  </a:lnTo>
                  <a:lnTo>
                    <a:pt x="20506" y="7508"/>
                  </a:lnTo>
                  <a:lnTo>
                    <a:pt x="5954" y="8292"/>
                  </a:lnTo>
                  <a:lnTo>
                    <a:pt x="3726" y="8605"/>
                  </a:lnTo>
                  <a:lnTo>
                    <a:pt x="697" y="6845"/>
                  </a:lnTo>
                  <a:lnTo>
                    <a:pt x="0" y="1683"/>
                  </a:lnTo>
                  <a:lnTo>
                    <a:pt x="3229" y="1951"/>
                  </a:lnTo>
                  <a:lnTo>
                    <a:pt x="4538" y="3153"/>
                  </a:lnTo>
                  <a:lnTo>
                    <a:pt x="10638" y="64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h3731"/>
            <p:cNvSpPr/>
            <p:nvPr/>
          </p:nvSpPr>
          <p:spPr>
            <a:xfrm>
              <a:off x="6468747" y="2856480"/>
              <a:ext cx="47500" cy="32353"/>
            </a:xfrm>
            <a:custGeom>
              <a:avLst/>
              <a:pathLst>
                <a:path w="47500" h="32353">
                  <a:moveTo>
                    <a:pt x="35344" y="135"/>
                  </a:moveTo>
                  <a:lnTo>
                    <a:pt x="38564" y="0"/>
                  </a:lnTo>
                  <a:lnTo>
                    <a:pt x="42708" y="2728"/>
                  </a:lnTo>
                  <a:lnTo>
                    <a:pt x="41794" y="5259"/>
                  </a:lnTo>
                  <a:lnTo>
                    <a:pt x="41629" y="10016"/>
                  </a:lnTo>
                  <a:lnTo>
                    <a:pt x="45206" y="11920"/>
                  </a:lnTo>
                  <a:lnTo>
                    <a:pt x="46347" y="13717"/>
                  </a:lnTo>
                  <a:lnTo>
                    <a:pt x="41569" y="20297"/>
                  </a:lnTo>
                  <a:lnTo>
                    <a:pt x="47500" y="22698"/>
                  </a:lnTo>
                  <a:lnTo>
                    <a:pt x="46238" y="26031"/>
                  </a:lnTo>
                  <a:lnTo>
                    <a:pt x="43020" y="24969"/>
                  </a:lnTo>
                  <a:lnTo>
                    <a:pt x="39139" y="25261"/>
                  </a:lnTo>
                  <a:lnTo>
                    <a:pt x="38538" y="25924"/>
                  </a:lnTo>
                  <a:lnTo>
                    <a:pt x="35792" y="19809"/>
                  </a:lnTo>
                  <a:lnTo>
                    <a:pt x="33349" y="16230"/>
                  </a:lnTo>
                  <a:lnTo>
                    <a:pt x="24465" y="12054"/>
                  </a:lnTo>
                  <a:lnTo>
                    <a:pt x="23620" y="15147"/>
                  </a:lnTo>
                  <a:lnTo>
                    <a:pt x="24742" y="17985"/>
                  </a:lnTo>
                  <a:lnTo>
                    <a:pt x="23868" y="18644"/>
                  </a:lnTo>
                  <a:lnTo>
                    <a:pt x="22455" y="18379"/>
                  </a:lnTo>
                  <a:lnTo>
                    <a:pt x="20837" y="16829"/>
                  </a:lnTo>
                  <a:lnTo>
                    <a:pt x="17624" y="17425"/>
                  </a:lnTo>
                  <a:lnTo>
                    <a:pt x="16989" y="20804"/>
                  </a:lnTo>
                  <a:lnTo>
                    <a:pt x="12585" y="24012"/>
                  </a:lnTo>
                  <a:lnTo>
                    <a:pt x="11095" y="25933"/>
                  </a:lnTo>
                  <a:lnTo>
                    <a:pt x="11631" y="30033"/>
                  </a:lnTo>
                  <a:lnTo>
                    <a:pt x="14832" y="30277"/>
                  </a:lnTo>
                  <a:lnTo>
                    <a:pt x="14788" y="31628"/>
                  </a:lnTo>
                  <a:lnTo>
                    <a:pt x="10669" y="32135"/>
                  </a:lnTo>
                  <a:lnTo>
                    <a:pt x="3870" y="32353"/>
                  </a:lnTo>
                  <a:lnTo>
                    <a:pt x="2411" y="31811"/>
                  </a:lnTo>
                  <a:lnTo>
                    <a:pt x="2320" y="30642"/>
                  </a:lnTo>
                  <a:lnTo>
                    <a:pt x="3459" y="26784"/>
                  </a:lnTo>
                  <a:lnTo>
                    <a:pt x="2050" y="26433"/>
                  </a:lnTo>
                  <a:lnTo>
                    <a:pt x="1833" y="18801"/>
                  </a:lnTo>
                  <a:lnTo>
                    <a:pt x="0" y="15580"/>
                  </a:lnTo>
                  <a:lnTo>
                    <a:pt x="283" y="11990"/>
                  </a:lnTo>
                  <a:lnTo>
                    <a:pt x="6656" y="12653"/>
                  </a:lnTo>
                  <a:lnTo>
                    <a:pt x="7824" y="7989"/>
                  </a:lnTo>
                  <a:lnTo>
                    <a:pt x="6825" y="6314"/>
                  </a:lnTo>
                  <a:lnTo>
                    <a:pt x="8820" y="3624"/>
                  </a:lnTo>
                  <a:lnTo>
                    <a:pt x="19718" y="964"/>
                  </a:lnTo>
                  <a:lnTo>
                    <a:pt x="24053" y="4355"/>
                  </a:lnTo>
                  <a:lnTo>
                    <a:pt x="27373" y="4922"/>
                  </a:lnTo>
                  <a:lnTo>
                    <a:pt x="31632" y="363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h3732"/>
            <p:cNvSpPr/>
            <p:nvPr/>
          </p:nvSpPr>
          <p:spPr>
            <a:xfrm>
              <a:off x="6443581" y="2800106"/>
              <a:ext cx="31229" cy="56323"/>
            </a:xfrm>
            <a:custGeom>
              <a:avLst/>
              <a:pathLst>
                <a:path w="31229" h="56323">
                  <a:moveTo>
                    <a:pt x="5117" y="0"/>
                  </a:moveTo>
                  <a:lnTo>
                    <a:pt x="8720" y="4257"/>
                  </a:lnTo>
                  <a:lnTo>
                    <a:pt x="9805" y="4016"/>
                  </a:lnTo>
                  <a:lnTo>
                    <a:pt x="9776" y="1988"/>
                  </a:lnTo>
                  <a:lnTo>
                    <a:pt x="13184" y="3260"/>
                  </a:lnTo>
                  <a:lnTo>
                    <a:pt x="11579" y="5349"/>
                  </a:lnTo>
                  <a:lnTo>
                    <a:pt x="16224" y="13877"/>
                  </a:lnTo>
                  <a:lnTo>
                    <a:pt x="16577" y="21445"/>
                  </a:lnTo>
                  <a:lnTo>
                    <a:pt x="19117" y="22345"/>
                  </a:lnTo>
                  <a:lnTo>
                    <a:pt x="19397" y="24219"/>
                  </a:lnTo>
                  <a:lnTo>
                    <a:pt x="18036" y="25160"/>
                  </a:lnTo>
                  <a:lnTo>
                    <a:pt x="15446" y="25563"/>
                  </a:lnTo>
                  <a:lnTo>
                    <a:pt x="16204" y="30541"/>
                  </a:lnTo>
                  <a:lnTo>
                    <a:pt x="17241" y="31919"/>
                  </a:lnTo>
                  <a:lnTo>
                    <a:pt x="22559" y="32729"/>
                  </a:lnTo>
                  <a:lnTo>
                    <a:pt x="27468" y="30960"/>
                  </a:lnTo>
                  <a:lnTo>
                    <a:pt x="31229" y="32322"/>
                  </a:lnTo>
                  <a:lnTo>
                    <a:pt x="30594" y="34376"/>
                  </a:lnTo>
                  <a:lnTo>
                    <a:pt x="27797" y="35079"/>
                  </a:lnTo>
                  <a:lnTo>
                    <a:pt x="29344" y="43207"/>
                  </a:lnTo>
                  <a:lnTo>
                    <a:pt x="26235" y="46450"/>
                  </a:lnTo>
                  <a:lnTo>
                    <a:pt x="21092" y="42623"/>
                  </a:lnTo>
                  <a:lnTo>
                    <a:pt x="14877" y="44615"/>
                  </a:lnTo>
                  <a:lnTo>
                    <a:pt x="10072" y="44599"/>
                  </a:lnTo>
                  <a:lnTo>
                    <a:pt x="8191" y="45461"/>
                  </a:lnTo>
                  <a:lnTo>
                    <a:pt x="7764" y="48625"/>
                  </a:lnTo>
                  <a:lnTo>
                    <a:pt x="9253" y="54273"/>
                  </a:lnTo>
                  <a:lnTo>
                    <a:pt x="9502" y="54735"/>
                  </a:lnTo>
                  <a:lnTo>
                    <a:pt x="6382" y="55575"/>
                  </a:lnTo>
                  <a:lnTo>
                    <a:pt x="2405" y="54994"/>
                  </a:lnTo>
                  <a:lnTo>
                    <a:pt x="2134" y="56323"/>
                  </a:lnTo>
                  <a:lnTo>
                    <a:pt x="1398" y="55641"/>
                  </a:lnTo>
                  <a:lnTo>
                    <a:pt x="0" y="50537"/>
                  </a:lnTo>
                  <a:lnTo>
                    <a:pt x="548" y="49104"/>
                  </a:lnTo>
                  <a:lnTo>
                    <a:pt x="4636" y="44949"/>
                  </a:lnTo>
                  <a:lnTo>
                    <a:pt x="5516" y="41896"/>
                  </a:lnTo>
                  <a:lnTo>
                    <a:pt x="5699" y="41041"/>
                  </a:lnTo>
                  <a:lnTo>
                    <a:pt x="4603" y="40368"/>
                  </a:lnTo>
                  <a:lnTo>
                    <a:pt x="3561" y="36795"/>
                  </a:lnTo>
                  <a:lnTo>
                    <a:pt x="4549" y="29705"/>
                  </a:lnTo>
                  <a:lnTo>
                    <a:pt x="6608" y="28492"/>
                  </a:lnTo>
                  <a:lnTo>
                    <a:pt x="7357" y="16658"/>
                  </a:lnTo>
                  <a:lnTo>
                    <a:pt x="2773" y="12851"/>
                  </a:lnTo>
                  <a:lnTo>
                    <a:pt x="887" y="9776"/>
                  </a:lnTo>
                  <a:lnTo>
                    <a:pt x="20" y="3475"/>
                  </a:lnTo>
                  <a:lnTo>
                    <a:pt x="2107" y="12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h3733"/>
            <p:cNvSpPr/>
            <p:nvPr/>
          </p:nvSpPr>
          <p:spPr>
            <a:xfrm>
              <a:off x="6505972" y="2759964"/>
              <a:ext cx="68899" cy="46669"/>
            </a:xfrm>
            <a:custGeom>
              <a:avLst/>
              <a:pathLst>
                <a:path w="68899" h="46669">
                  <a:moveTo>
                    <a:pt x="58817" y="1015"/>
                  </a:moveTo>
                  <a:lnTo>
                    <a:pt x="62135" y="4336"/>
                  </a:lnTo>
                  <a:lnTo>
                    <a:pt x="62200" y="13709"/>
                  </a:lnTo>
                  <a:lnTo>
                    <a:pt x="67750" y="21045"/>
                  </a:lnTo>
                  <a:lnTo>
                    <a:pt x="68618" y="21245"/>
                  </a:lnTo>
                  <a:lnTo>
                    <a:pt x="68899" y="23785"/>
                  </a:lnTo>
                  <a:lnTo>
                    <a:pt x="66869" y="24681"/>
                  </a:lnTo>
                  <a:lnTo>
                    <a:pt x="64773" y="28290"/>
                  </a:lnTo>
                  <a:lnTo>
                    <a:pt x="65379" y="30260"/>
                  </a:lnTo>
                  <a:lnTo>
                    <a:pt x="59002" y="33063"/>
                  </a:lnTo>
                  <a:lnTo>
                    <a:pt x="57090" y="34641"/>
                  </a:lnTo>
                  <a:lnTo>
                    <a:pt x="56960" y="35637"/>
                  </a:lnTo>
                  <a:lnTo>
                    <a:pt x="60352" y="42609"/>
                  </a:lnTo>
                  <a:lnTo>
                    <a:pt x="60279" y="44178"/>
                  </a:lnTo>
                  <a:lnTo>
                    <a:pt x="56315" y="45103"/>
                  </a:lnTo>
                  <a:lnTo>
                    <a:pt x="54975" y="46500"/>
                  </a:lnTo>
                  <a:lnTo>
                    <a:pt x="52508" y="46669"/>
                  </a:lnTo>
                  <a:lnTo>
                    <a:pt x="50936" y="37616"/>
                  </a:lnTo>
                  <a:lnTo>
                    <a:pt x="45800" y="36703"/>
                  </a:lnTo>
                  <a:lnTo>
                    <a:pt x="42704" y="33513"/>
                  </a:lnTo>
                  <a:lnTo>
                    <a:pt x="41227" y="33070"/>
                  </a:lnTo>
                  <a:lnTo>
                    <a:pt x="38666" y="35874"/>
                  </a:lnTo>
                  <a:lnTo>
                    <a:pt x="33681" y="38971"/>
                  </a:lnTo>
                  <a:lnTo>
                    <a:pt x="31908" y="37455"/>
                  </a:lnTo>
                  <a:lnTo>
                    <a:pt x="17289" y="37030"/>
                  </a:lnTo>
                  <a:lnTo>
                    <a:pt x="12619" y="35482"/>
                  </a:lnTo>
                  <a:lnTo>
                    <a:pt x="11006" y="35674"/>
                  </a:lnTo>
                  <a:lnTo>
                    <a:pt x="10542" y="37094"/>
                  </a:lnTo>
                  <a:lnTo>
                    <a:pt x="10988" y="38375"/>
                  </a:lnTo>
                  <a:lnTo>
                    <a:pt x="9499" y="39144"/>
                  </a:lnTo>
                  <a:lnTo>
                    <a:pt x="6051" y="38876"/>
                  </a:lnTo>
                  <a:lnTo>
                    <a:pt x="5792" y="37017"/>
                  </a:lnTo>
                  <a:lnTo>
                    <a:pt x="2228" y="35435"/>
                  </a:lnTo>
                  <a:lnTo>
                    <a:pt x="1596" y="34446"/>
                  </a:lnTo>
                  <a:lnTo>
                    <a:pt x="1641" y="31970"/>
                  </a:lnTo>
                  <a:lnTo>
                    <a:pt x="0" y="29962"/>
                  </a:lnTo>
                  <a:lnTo>
                    <a:pt x="6417" y="26874"/>
                  </a:lnTo>
                  <a:lnTo>
                    <a:pt x="14600" y="19092"/>
                  </a:lnTo>
                  <a:lnTo>
                    <a:pt x="16722" y="18984"/>
                  </a:lnTo>
                  <a:lnTo>
                    <a:pt x="18273" y="17676"/>
                  </a:lnTo>
                  <a:lnTo>
                    <a:pt x="19617" y="12479"/>
                  </a:lnTo>
                  <a:lnTo>
                    <a:pt x="22292" y="10868"/>
                  </a:lnTo>
                  <a:lnTo>
                    <a:pt x="26722" y="9772"/>
                  </a:lnTo>
                  <a:lnTo>
                    <a:pt x="25904" y="5077"/>
                  </a:lnTo>
                  <a:lnTo>
                    <a:pt x="32762" y="3588"/>
                  </a:lnTo>
                  <a:lnTo>
                    <a:pt x="35733" y="2244"/>
                  </a:lnTo>
                  <a:lnTo>
                    <a:pt x="44152" y="481"/>
                  </a:lnTo>
                  <a:lnTo>
                    <a:pt x="5005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h3734"/>
            <p:cNvSpPr/>
            <p:nvPr/>
          </p:nvSpPr>
          <p:spPr>
            <a:xfrm>
              <a:off x="6550449" y="2825667"/>
              <a:ext cx="25129" cy="27387"/>
            </a:xfrm>
            <a:custGeom>
              <a:avLst/>
              <a:pathLst>
                <a:path w="25129" h="27387">
                  <a:moveTo>
                    <a:pt x="20969" y="0"/>
                  </a:moveTo>
                  <a:lnTo>
                    <a:pt x="20679" y="4347"/>
                  </a:lnTo>
                  <a:lnTo>
                    <a:pt x="22625" y="9453"/>
                  </a:lnTo>
                  <a:lnTo>
                    <a:pt x="22956" y="15354"/>
                  </a:lnTo>
                  <a:lnTo>
                    <a:pt x="24381" y="19650"/>
                  </a:lnTo>
                  <a:lnTo>
                    <a:pt x="25129" y="19959"/>
                  </a:lnTo>
                  <a:lnTo>
                    <a:pt x="23922" y="23793"/>
                  </a:lnTo>
                  <a:lnTo>
                    <a:pt x="20816" y="26498"/>
                  </a:lnTo>
                  <a:lnTo>
                    <a:pt x="11337" y="27387"/>
                  </a:lnTo>
                  <a:lnTo>
                    <a:pt x="4520" y="24784"/>
                  </a:lnTo>
                  <a:lnTo>
                    <a:pt x="3917" y="21607"/>
                  </a:lnTo>
                  <a:lnTo>
                    <a:pt x="4189" y="17808"/>
                  </a:lnTo>
                  <a:lnTo>
                    <a:pt x="2564" y="15870"/>
                  </a:lnTo>
                  <a:lnTo>
                    <a:pt x="274" y="15792"/>
                  </a:lnTo>
                  <a:lnTo>
                    <a:pt x="0" y="10505"/>
                  </a:lnTo>
                  <a:lnTo>
                    <a:pt x="1427" y="9028"/>
                  </a:lnTo>
                  <a:lnTo>
                    <a:pt x="7614" y="8014"/>
                  </a:lnTo>
                  <a:lnTo>
                    <a:pt x="14968" y="4337"/>
                  </a:lnTo>
                  <a:lnTo>
                    <a:pt x="19403" y="334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h3735"/>
            <p:cNvSpPr/>
            <p:nvPr/>
          </p:nvSpPr>
          <p:spPr>
            <a:xfrm>
              <a:off x="6542362" y="2806464"/>
              <a:ext cx="31555" cy="29709"/>
            </a:xfrm>
            <a:custGeom>
              <a:avLst/>
              <a:pathLst>
                <a:path w="31555" h="29709">
                  <a:moveTo>
                    <a:pt x="18585" y="0"/>
                  </a:moveTo>
                  <a:lnTo>
                    <a:pt x="23765" y="9889"/>
                  </a:lnTo>
                  <a:lnTo>
                    <a:pt x="26245" y="9321"/>
                  </a:lnTo>
                  <a:lnTo>
                    <a:pt x="30006" y="12752"/>
                  </a:lnTo>
                  <a:lnTo>
                    <a:pt x="30790" y="14501"/>
                  </a:lnTo>
                  <a:lnTo>
                    <a:pt x="31555" y="16639"/>
                  </a:lnTo>
                  <a:lnTo>
                    <a:pt x="31271" y="19326"/>
                  </a:lnTo>
                  <a:lnTo>
                    <a:pt x="29055" y="19203"/>
                  </a:lnTo>
                  <a:lnTo>
                    <a:pt x="27490" y="22553"/>
                  </a:lnTo>
                  <a:lnTo>
                    <a:pt x="23054" y="23540"/>
                  </a:lnTo>
                  <a:lnTo>
                    <a:pt x="15700" y="27218"/>
                  </a:lnTo>
                  <a:lnTo>
                    <a:pt x="9514" y="28232"/>
                  </a:lnTo>
                  <a:lnTo>
                    <a:pt x="8086" y="29709"/>
                  </a:lnTo>
                  <a:lnTo>
                    <a:pt x="7941" y="28453"/>
                  </a:lnTo>
                  <a:lnTo>
                    <a:pt x="5092" y="27591"/>
                  </a:lnTo>
                  <a:lnTo>
                    <a:pt x="3930" y="28737"/>
                  </a:lnTo>
                  <a:lnTo>
                    <a:pt x="1759" y="27760"/>
                  </a:lnTo>
                  <a:lnTo>
                    <a:pt x="0" y="25066"/>
                  </a:lnTo>
                  <a:lnTo>
                    <a:pt x="297" y="22798"/>
                  </a:lnTo>
                  <a:lnTo>
                    <a:pt x="1467" y="20119"/>
                  </a:lnTo>
                  <a:lnTo>
                    <a:pt x="9363" y="11829"/>
                  </a:lnTo>
                  <a:lnTo>
                    <a:pt x="11605" y="8550"/>
                  </a:lnTo>
                  <a:lnTo>
                    <a:pt x="13455" y="7715"/>
                  </a:lnTo>
                  <a:lnTo>
                    <a:pt x="14347" y="6054"/>
                  </a:lnTo>
                  <a:lnTo>
                    <a:pt x="14683" y="3397"/>
                  </a:lnTo>
                  <a:lnTo>
                    <a:pt x="16404" y="2147"/>
                  </a:lnTo>
                  <a:lnTo>
                    <a:pt x="16118" y="1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h3736"/>
            <p:cNvSpPr/>
            <p:nvPr/>
          </p:nvSpPr>
          <p:spPr>
            <a:xfrm>
              <a:off x="6637621" y="2724632"/>
              <a:ext cx="25755" cy="28404"/>
            </a:xfrm>
            <a:custGeom>
              <a:avLst/>
              <a:pathLst>
                <a:path w="25755" h="28404">
                  <a:moveTo>
                    <a:pt x="13569" y="83"/>
                  </a:moveTo>
                  <a:lnTo>
                    <a:pt x="14008" y="2450"/>
                  </a:lnTo>
                  <a:lnTo>
                    <a:pt x="11920" y="4572"/>
                  </a:lnTo>
                  <a:lnTo>
                    <a:pt x="12211" y="6172"/>
                  </a:lnTo>
                  <a:lnTo>
                    <a:pt x="13627" y="9823"/>
                  </a:lnTo>
                  <a:lnTo>
                    <a:pt x="16122" y="12269"/>
                  </a:lnTo>
                  <a:lnTo>
                    <a:pt x="18749" y="11121"/>
                  </a:lnTo>
                  <a:lnTo>
                    <a:pt x="18383" y="9766"/>
                  </a:lnTo>
                  <a:lnTo>
                    <a:pt x="21334" y="9462"/>
                  </a:lnTo>
                  <a:lnTo>
                    <a:pt x="24150" y="10219"/>
                  </a:lnTo>
                  <a:lnTo>
                    <a:pt x="25755" y="11039"/>
                  </a:lnTo>
                  <a:lnTo>
                    <a:pt x="25507" y="11548"/>
                  </a:lnTo>
                  <a:lnTo>
                    <a:pt x="22753" y="15092"/>
                  </a:lnTo>
                  <a:lnTo>
                    <a:pt x="22816" y="18276"/>
                  </a:lnTo>
                  <a:lnTo>
                    <a:pt x="23416" y="18844"/>
                  </a:lnTo>
                  <a:lnTo>
                    <a:pt x="24055" y="20037"/>
                  </a:lnTo>
                  <a:lnTo>
                    <a:pt x="18391" y="18933"/>
                  </a:lnTo>
                  <a:lnTo>
                    <a:pt x="14173" y="23743"/>
                  </a:lnTo>
                  <a:lnTo>
                    <a:pt x="8281" y="28404"/>
                  </a:lnTo>
                  <a:lnTo>
                    <a:pt x="1018" y="26125"/>
                  </a:lnTo>
                  <a:lnTo>
                    <a:pt x="0" y="25219"/>
                  </a:lnTo>
                  <a:lnTo>
                    <a:pt x="3143" y="15144"/>
                  </a:lnTo>
                  <a:lnTo>
                    <a:pt x="4739" y="6713"/>
                  </a:lnTo>
                  <a:lnTo>
                    <a:pt x="7962" y="2257"/>
                  </a:lnTo>
                  <a:lnTo>
                    <a:pt x="1189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h3737"/>
            <p:cNvSpPr/>
            <p:nvPr/>
          </p:nvSpPr>
          <p:spPr>
            <a:xfrm>
              <a:off x="6395636" y="2791875"/>
              <a:ext cx="44227" cy="35622"/>
            </a:xfrm>
            <a:custGeom>
              <a:avLst/>
              <a:pathLst>
                <a:path w="44227" h="35622">
                  <a:moveTo>
                    <a:pt x="29480" y="2622"/>
                  </a:moveTo>
                  <a:lnTo>
                    <a:pt x="33855" y="5541"/>
                  </a:lnTo>
                  <a:lnTo>
                    <a:pt x="37873" y="6102"/>
                  </a:lnTo>
                  <a:lnTo>
                    <a:pt x="36465" y="7589"/>
                  </a:lnTo>
                  <a:lnTo>
                    <a:pt x="38128" y="7988"/>
                  </a:lnTo>
                  <a:lnTo>
                    <a:pt x="40430" y="6884"/>
                  </a:lnTo>
                  <a:lnTo>
                    <a:pt x="43720" y="6756"/>
                  </a:lnTo>
                  <a:lnTo>
                    <a:pt x="44227" y="8938"/>
                  </a:lnTo>
                  <a:lnTo>
                    <a:pt x="43069" y="9210"/>
                  </a:lnTo>
                  <a:lnTo>
                    <a:pt x="41622" y="14082"/>
                  </a:lnTo>
                  <a:lnTo>
                    <a:pt x="42835" y="16196"/>
                  </a:lnTo>
                  <a:lnTo>
                    <a:pt x="42840" y="17849"/>
                  </a:lnTo>
                  <a:lnTo>
                    <a:pt x="40797" y="16954"/>
                  </a:lnTo>
                  <a:lnTo>
                    <a:pt x="39574" y="17143"/>
                  </a:lnTo>
                  <a:lnTo>
                    <a:pt x="35816" y="21599"/>
                  </a:lnTo>
                  <a:lnTo>
                    <a:pt x="34888" y="25736"/>
                  </a:lnTo>
                  <a:lnTo>
                    <a:pt x="33282" y="26591"/>
                  </a:lnTo>
                  <a:lnTo>
                    <a:pt x="29808" y="28443"/>
                  </a:lnTo>
                  <a:lnTo>
                    <a:pt x="24858" y="34524"/>
                  </a:lnTo>
                  <a:lnTo>
                    <a:pt x="20521" y="35622"/>
                  </a:lnTo>
                  <a:lnTo>
                    <a:pt x="16178" y="33154"/>
                  </a:lnTo>
                  <a:lnTo>
                    <a:pt x="11687" y="33790"/>
                  </a:lnTo>
                  <a:lnTo>
                    <a:pt x="12768" y="30879"/>
                  </a:lnTo>
                  <a:lnTo>
                    <a:pt x="13187" y="25893"/>
                  </a:lnTo>
                  <a:lnTo>
                    <a:pt x="11802" y="21773"/>
                  </a:lnTo>
                  <a:lnTo>
                    <a:pt x="7681" y="22137"/>
                  </a:lnTo>
                  <a:lnTo>
                    <a:pt x="6659" y="21647"/>
                  </a:lnTo>
                  <a:lnTo>
                    <a:pt x="6110" y="19044"/>
                  </a:lnTo>
                  <a:lnTo>
                    <a:pt x="6811" y="15760"/>
                  </a:lnTo>
                  <a:lnTo>
                    <a:pt x="1141" y="12833"/>
                  </a:lnTo>
                  <a:lnTo>
                    <a:pt x="0" y="11529"/>
                  </a:lnTo>
                  <a:lnTo>
                    <a:pt x="663" y="8890"/>
                  </a:lnTo>
                  <a:lnTo>
                    <a:pt x="1990" y="4094"/>
                  </a:lnTo>
                  <a:lnTo>
                    <a:pt x="3971" y="2798"/>
                  </a:lnTo>
                  <a:lnTo>
                    <a:pt x="8653" y="1330"/>
                  </a:lnTo>
                  <a:lnTo>
                    <a:pt x="15095" y="2072"/>
                  </a:lnTo>
                  <a:lnTo>
                    <a:pt x="15494" y="4311"/>
                  </a:lnTo>
                  <a:lnTo>
                    <a:pt x="19056" y="2393"/>
                  </a:lnTo>
                  <a:lnTo>
                    <a:pt x="237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h3738"/>
            <p:cNvSpPr/>
            <p:nvPr/>
          </p:nvSpPr>
          <p:spPr>
            <a:xfrm>
              <a:off x="6516515" y="2793034"/>
              <a:ext cx="42251" cy="20372"/>
            </a:xfrm>
            <a:custGeom>
              <a:avLst/>
              <a:pathLst>
                <a:path w="42251" h="20372">
                  <a:moveTo>
                    <a:pt x="32161" y="442"/>
                  </a:moveTo>
                  <a:lnTo>
                    <a:pt x="35257" y="3632"/>
                  </a:lnTo>
                  <a:lnTo>
                    <a:pt x="40393" y="4546"/>
                  </a:lnTo>
                  <a:lnTo>
                    <a:pt x="41965" y="13598"/>
                  </a:lnTo>
                  <a:lnTo>
                    <a:pt x="42251" y="15576"/>
                  </a:lnTo>
                  <a:lnTo>
                    <a:pt x="40530" y="16826"/>
                  </a:lnTo>
                  <a:lnTo>
                    <a:pt x="40194" y="19484"/>
                  </a:lnTo>
                  <a:lnTo>
                    <a:pt x="38214" y="18977"/>
                  </a:lnTo>
                  <a:lnTo>
                    <a:pt x="36591" y="16915"/>
                  </a:lnTo>
                  <a:lnTo>
                    <a:pt x="30386" y="18025"/>
                  </a:lnTo>
                  <a:lnTo>
                    <a:pt x="28615" y="19929"/>
                  </a:lnTo>
                  <a:lnTo>
                    <a:pt x="24910" y="19481"/>
                  </a:lnTo>
                  <a:lnTo>
                    <a:pt x="20639" y="17101"/>
                  </a:lnTo>
                  <a:lnTo>
                    <a:pt x="14926" y="20372"/>
                  </a:lnTo>
                  <a:lnTo>
                    <a:pt x="15890" y="17928"/>
                  </a:lnTo>
                  <a:lnTo>
                    <a:pt x="12223" y="15985"/>
                  </a:lnTo>
                  <a:lnTo>
                    <a:pt x="4122" y="16124"/>
                  </a:lnTo>
                  <a:lnTo>
                    <a:pt x="2359" y="9380"/>
                  </a:lnTo>
                  <a:lnTo>
                    <a:pt x="2892" y="6325"/>
                  </a:lnTo>
                  <a:lnTo>
                    <a:pt x="2130" y="4679"/>
                  </a:lnTo>
                  <a:lnTo>
                    <a:pt x="445" y="5304"/>
                  </a:lnTo>
                  <a:lnTo>
                    <a:pt x="0" y="4023"/>
                  </a:lnTo>
                  <a:lnTo>
                    <a:pt x="464" y="2603"/>
                  </a:lnTo>
                  <a:lnTo>
                    <a:pt x="2076" y="2411"/>
                  </a:lnTo>
                  <a:lnTo>
                    <a:pt x="6747" y="3959"/>
                  </a:lnTo>
                  <a:lnTo>
                    <a:pt x="21365" y="4384"/>
                  </a:lnTo>
                  <a:lnTo>
                    <a:pt x="23139" y="5900"/>
                  </a:lnTo>
                  <a:lnTo>
                    <a:pt x="28123" y="2803"/>
                  </a:lnTo>
                  <a:lnTo>
                    <a:pt x="306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h3739"/>
            <p:cNvSpPr/>
            <p:nvPr/>
          </p:nvSpPr>
          <p:spPr>
            <a:xfrm>
              <a:off x="6578458" y="2855056"/>
              <a:ext cx="13428" cy="21033"/>
            </a:xfrm>
            <a:custGeom>
              <a:avLst/>
              <a:pathLst>
                <a:path w="13428" h="21033">
                  <a:moveTo>
                    <a:pt x="10595" y="2148"/>
                  </a:moveTo>
                  <a:lnTo>
                    <a:pt x="11353" y="3980"/>
                  </a:lnTo>
                  <a:lnTo>
                    <a:pt x="13428" y="5375"/>
                  </a:lnTo>
                  <a:lnTo>
                    <a:pt x="13425" y="6573"/>
                  </a:lnTo>
                  <a:lnTo>
                    <a:pt x="10516" y="12200"/>
                  </a:lnTo>
                  <a:lnTo>
                    <a:pt x="8529" y="20291"/>
                  </a:lnTo>
                  <a:lnTo>
                    <a:pt x="7415" y="21033"/>
                  </a:lnTo>
                  <a:lnTo>
                    <a:pt x="4750" y="18536"/>
                  </a:lnTo>
                  <a:lnTo>
                    <a:pt x="3696" y="16180"/>
                  </a:lnTo>
                  <a:lnTo>
                    <a:pt x="0" y="15452"/>
                  </a:lnTo>
                  <a:lnTo>
                    <a:pt x="1263" y="10690"/>
                  </a:lnTo>
                  <a:lnTo>
                    <a:pt x="7308" y="2250"/>
                  </a:lnTo>
                  <a:lnTo>
                    <a:pt x="655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h3740"/>
            <p:cNvSpPr/>
            <p:nvPr/>
          </p:nvSpPr>
          <p:spPr>
            <a:xfrm>
              <a:off x="6466919" y="2746242"/>
              <a:ext cx="42260" cy="47552"/>
            </a:xfrm>
            <a:custGeom>
              <a:avLst/>
              <a:pathLst>
                <a:path w="42260" h="47552">
                  <a:moveTo>
                    <a:pt x="25719" y="2416"/>
                  </a:moveTo>
                  <a:lnTo>
                    <a:pt x="29384" y="3253"/>
                  </a:lnTo>
                  <a:lnTo>
                    <a:pt x="36635" y="9679"/>
                  </a:lnTo>
                  <a:lnTo>
                    <a:pt x="36379" y="11736"/>
                  </a:lnTo>
                  <a:lnTo>
                    <a:pt x="32289" y="21659"/>
                  </a:lnTo>
                  <a:lnTo>
                    <a:pt x="33470" y="25223"/>
                  </a:lnTo>
                  <a:lnTo>
                    <a:pt x="34458" y="26161"/>
                  </a:lnTo>
                  <a:lnTo>
                    <a:pt x="36574" y="25450"/>
                  </a:lnTo>
                  <a:lnTo>
                    <a:pt x="39382" y="26467"/>
                  </a:lnTo>
                  <a:lnTo>
                    <a:pt x="42260" y="29473"/>
                  </a:lnTo>
                  <a:lnTo>
                    <a:pt x="40402" y="31436"/>
                  </a:lnTo>
                  <a:lnTo>
                    <a:pt x="36058" y="32591"/>
                  </a:lnTo>
                  <a:lnTo>
                    <a:pt x="34987" y="34308"/>
                  </a:lnTo>
                  <a:lnTo>
                    <a:pt x="34982" y="35124"/>
                  </a:lnTo>
                  <a:lnTo>
                    <a:pt x="37001" y="35194"/>
                  </a:lnTo>
                  <a:lnTo>
                    <a:pt x="38794" y="43086"/>
                  </a:lnTo>
                  <a:lnTo>
                    <a:pt x="32911" y="45184"/>
                  </a:lnTo>
                  <a:lnTo>
                    <a:pt x="20480" y="47552"/>
                  </a:lnTo>
                  <a:lnTo>
                    <a:pt x="8634" y="46233"/>
                  </a:lnTo>
                  <a:lnTo>
                    <a:pt x="9634" y="43711"/>
                  </a:lnTo>
                  <a:lnTo>
                    <a:pt x="13127" y="40977"/>
                  </a:lnTo>
                  <a:lnTo>
                    <a:pt x="12728" y="37808"/>
                  </a:lnTo>
                  <a:lnTo>
                    <a:pt x="9416" y="33969"/>
                  </a:lnTo>
                  <a:lnTo>
                    <a:pt x="10719" y="32839"/>
                  </a:lnTo>
                  <a:lnTo>
                    <a:pt x="11298" y="27979"/>
                  </a:lnTo>
                  <a:lnTo>
                    <a:pt x="9672" y="23284"/>
                  </a:lnTo>
                  <a:lnTo>
                    <a:pt x="1164" y="16002"/>
                  </a:lnTo>
                  <a:lnTo>
                    <a:pt x="0" y="10907"/>
                  </a:lnTo>
                  <a:lnTo>
                    <a:pt x="5364" y="10742"/>
                  </a:lnTo>
                  <a:lnTo>
                    <a:pt x="11236" y="9820"/>
                  </a:lnTo>
                  <a:lnTo>
                    <a:pt x="12896" y="8252"/>
                  </a:lnTo>
                  <a:lnTo>
                    <a:pt x="12882" y="5626"/>
                  </a:lnTo>
                  <a:lnTo>
                    <a:pt x="15478" y="3044"/>
                  </a:lnTo>
                  <a:lnTo>
                    <a:pt x="23601" y="2318"/>
                  </a:lnTo>
                  <a:lnTo>
                    <a:pt x="2453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h3741"/>
            <p:cNvSpPr/>
            <p:nvPr/>
          </p:nvSpPr>
          <p:spPr>
            <a:xfrm>
              <a:off x="6451345" y="2842729"/>
              <a:ext cx="18470" cy="11649"/>
            </a:xfrm>
            <a:custGeom>
              <a:avLst/>
              <a:pathLst>
                <a:path w="18470" h="11649">
                  <a:moveTo>
                    <a:pt x="18470" y="3826"/>
                  </a:moveTo>
                  <a:lnTo>
                    <a:pt x="16604" y="4605"/>
                  </a:lnTo>
                  <a:lnTo>
                    <a:pt x="15225" y="9282"/>
                  </a:lnTo>
                  <a:lnTo>
                    <a:pt x="13108" y="11253"/>
                  </a:lnTo>
                  <a:lnTo>
                    <a:pt x="10959" y="10416"/>
                  </a:lnTo>
                  <a:lnTo>
                    <a:pt x="2649" y="10212"/>
                  </a:lnTo>
                  <a:lnTo>
                    <a:pt x="1489" y="11649"/>
                  </a:lnTo>
                  <a:lnTo>
                    <a:pt x="0" y="6001"/>
                  </a:lnTo>
                  <a:lnTo>
                    <a:pt x="426" y="2837"/>
                  </a:lnTo>
                  <a:lnTo>
                    <a:pt x="2308" y="1975"/>
                  </a:lnTo>
                  <a:lnTo>
                    <a:pt x="7112" y="1991"/>
                  </a:lnTo>
                  <a:lnTo>
                    <a:pt x="13327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h3742"/>
            <p:cNvSpPr/>
            <p:nvPr/>
          </p:nvSpPr>
          <p:spPr>
            <a:xfrm>
              <a:off x="6455161" y="2791426"/>
              <a:ext cx="44669" cy="41408"/>
            </a:xfrm>
            <a:custGeom>
              <a:avLst/>
              <a:pathLst>
                <a:path w="44669" h="41408">
                  <a:moveTo>
                    <a:pt x="44669" y="0"/>
                  </a:moveTo>
                  <a:lnTo>
                    <a:pt x="39693" y="11200"/>
                  </a:lnTo>
                  <a:lnTo>
                    <a:pt x="35634" y="11471"/>
                  </a:lnTo>
                  <a:lnTo>
                    <a:pt x="29913" y="20048"/>
                  </a:lnTo>
                  <a:lnTo>
                    <a:pt x="29850" y="21921"/>
                  </a:lnTo>
                  <a:lnTo>
                    <a:pt x="31258" y="22266"/>
                  </a:lnTo>
                  <a:lnTo>
                    <a:pt x="30587" y="29308"/>
                  </a:lnTo>
                  <a:lnTo>
                    <a:pt x="29768" y="30819"/>
                  </a:lnTo>
                  <a:lnTo>
                    <a:pt x="27118" y="30533"/>
                  </a:lnTo>
                  <a:lnTo>
                    <a:pt x="25778" y="31963"/>
                  </a:lnTo>
                  <a:lnTo>
                    <a:pt x="21667" y="31707"/>
                  </a:lnTo>
                  <a:lnTo>
                    <a:pt x="20815" y="31036"/>
                  </a:lnTo>
                  <a:lnTo>
                    <a:pt x="18890" y="31727"/>
                  </a:lnTo>
                  <a:lnTo>
                    <a:pt x="14105" y="35274"/>
                  </a:lnTo>
                  <a:lnTo>
                    <a:pt x="13995" y="36135"/>
                  </a:lnTo>
                  <a:lnTo>
                    <a:pt x="15707" y="37827"/>
                  </a:lnTo>
                  <a:lnTo>
                    <a:pt x="15889" y="39639"/>
                  </a:lnTo>
                  <a:lnTo>
                    <a:pt x="10979" y="41408"/>
                  </a:lnTo>
                  <a:lnTo>
                    <a:pt x="5662" y="40598"/>
                  </a:lnTo>
                  <a:lnTo>
                    <a:pt x="4624" y="39220"/>
                  </a:lnTo>
                  <a:lnTo>
                    <a:pt x="3866" y="34242"/>
                  </a:lnTo>
                  <a:lnTo>
                    <a:pt x="6456" y="33839"/>
                  </a:lnTo>
                  <a:lnTo>
                    <a:pt x="7818" y="32899"/>
                  </a:lnTo>
                  <a:lnTo>
                    <a:pt x="7537" y="31025"/>
                  </a:lnTo>
                  <a:lnTo>
                    <a:pt x="4997" y="30124"/>
                  </a:lnTo>
                  <a:lnTo>
                    <a:pt x="4644" y="22556"/>
                  </a:lnTo>
                  <a:lnTo>
                    <a:pt x="0" y="14028"/>
                  </a:lnTo>
                  <a:lnTo>
                    <a:pt x="1604" y="11940"/>
                  </a:lnTo>
                  <a:lnTo>
                    <a:pt x="3443" y="10702"/>
                  </a:lnTo>
                  <a:lnTo>
                    <a:pt x="5132" y="8310"/>
                  </a:lnTo>
                  <a:lnTo>
                    <a:pt x="9920" y="6507"/>
                  </a:lnTo>
                  <a:lnTo>
                    <a:pt x="9600" y="5855"/>
                  </a:lnTo>
                  <a:lnTo>
                    <a:pt x="13182" y="5744"/>
                  </a:lnTo>
                  <a:lnTo>
                    <a:pt x="14826" y="621"/>
                  </a:lnTo>
                  <a:lnTo>
                    <a:pt x="20391" y="1048"/>
                  </a:lnTo>
                  <a:lnTo>
                    <a:pt x="32238" y="236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h3743"/>
            <p:cNvSpPr/>
            <p:nvPr/>
          </p:nvSpPr>
          <p:spPr>
            <a:xfrm>
              <a:off x="6503318" y="2838204"/>
              <a:ext cx="15318" cy="21004"/>
            </a:xfrm>
            <a:custGeom>
              <a:avLst/>
              <a:pathLst>
                <a:path w="15318" h="21004">
                  <a:moveTo>
                    <a:pt x="7750" y="288"/>
                  </a:moveTo>
                  <a:lnTo>
                    <a:pt x="12217" y="10639"/>
                  </a:lnTo>
                  <a:lnTo>
                    <a:pt x="12886" y="10474"/>
                  </a:lnTo>
                  <a:lnTo>
                    <a:pt x="15026" y="12467"/>
                  </a:lnTo>
                  <a:lnTo>
                    <a:pt x="15318" y="14074"/>
                  </a:lnTo>
                  <a:lnTo>
                    <a:pt x="14555" y="14907"/>
                  </a:lnTo>
                  <a:lnTo>
                    <a:pt x="15178" y="16168"/>
                  </a:lnTo>
                  <a:lnTo>
                    <a:pt x="13990" y="17338"/>
                  </a:lnTo>
                  <a:lnTo>
                    <a:pt x="8137" y="21004"/>
                  </a:lnTo>
                  <a:lnTo>
                    <a:pt x="3993" y="18276"/>
                  </a:lnTo>
                  <a:lnTo>
                    <a:pt x="502" y="16329"/>
                  </a:lnTo>
                  <a:lnTo>
                    <a:pt x="0" y="7008"/>
                  </a:lnTo>
                  <a:lnTo>
                    <a:pt x="2164" y="3494"/>
                  </a:lnTo>
                  <a:lnTo>
                    <a:pt x="2149" y="1626"/>
                  </a:lnTo>
                  <a:lnTo>
                    <a:pt x="4397" y="2062"/>
                  </a:lnTo>
                  <a:lnTo>
                    <a:pt x="480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h3744"/>
            <p:cNvSpPr/>
            <p:nvPr/>
          </p:nvSpPr>
          <p:spPr>
            <a:xfrm>
              <a:off x="6790052" y="3129117"/>
              <a:ext cx="17367" cy="34666"/>
            </a:xfrm>
            <a:custGeom>
              <a:avLst/>
              <a:pathLst>
                <a:path w="17367" h="34666">
                  <a:moveTo>
                    <a:pt x="16670" y="378"/>
                  </a:moveTo>
                  <a:lnTo>
                    <a:pt x="15401" y="6149"/>
                  </a:lnTo>
                  <a:lnTo>
                    <a:pt x="9908" y="9378"/>
                  </a:lnTo>
                  <a:lnTo>
                    <a:pt x="9176" y="10144"/>
                  </a:lnTo>
                  <a:lnTo>
                    <a:pt x="9008" y="12596"/>
                  </a:lnTo>
                  <a:lnTo>
                    <a:pt x="11425" y="19161"/>
                  </a:lnTo>
                  <a:lnTo>
                    <a:pt x="16118" y="20881"/>
                  </a:lnTo>
                  <a:lnTo>
                    <a:pt x="17367" y="22093"/>
                  </a:lnTo>
                  <a:lnTo>
                    <a:pt x="14529" y="24551"/>
                  </a:lnTo>
                  <a:lnTo>
                    <a:pt x="15735" y="28711"/>
                  </a:lnTo>
                  <a:lnTo>
                    <a:pt x="15485" y="32335"/>
                  </a:lnTo>
                  <a:lnTo>
                    <a:pt x="10877" y="34446"/>
                  </a:lnTo>
                  <a:lnTo>
                    <a:pt x="7282" y="34666"/>
                  </a:lnTo>
                  <a:lnTo>
                    <a:pt x="4847" y="31509"/>
                  </a:lnTo>
                  <a:lnTo>
                    <a:pt x="2720" y="28131"/>
                  </a:lnTo>
                  <a:lnTo>
                    <a:pt x="1314" y="20869"/>
                  </a:lnTo>
                  <a:lnTo>
                    <a:pt x="1535" y="14455"/>
                  </a:lnTo>
                  <a:lnTo>
                    <a:pt x="0" y="12169"/>
                  </a:lnTo>
                  <a:lnTo>
                    <a:pt x="285" y="10694"/>
                  </a:lnTo>
                  <a:lnTo>
                    <a:pt x="5644" y="8872"/>
                  </a:lnTo>
                  <a:lnTo>
                    <a:pt x="9604" y="4727"/>
                  </a:lnTo>
                  <a:lnTo>
                    <a:pt x="11338" y="1792"/>
                  </a:lnTo>
                  <a:lnTo>
                    <a:pt x="1599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h3745"/>
            <p:cNvSpPr/>
            <p:nvPr/>
          </p:nvSpPr>
          <p:spPr>
            <a:xfrm>
              <a:off x="6605670" y="3064036"/>
              <a:ext cx="25332" cy="24954"/>
            </a:xfrm>
            <a:custGeom>
              <a:avLst/>
              <a:pathLst>
                <a:path w="25332" h="24954">
                  <a:moveTo>
                    <a:pt x="17940" y="3360"/>
                  </a:moveTo>
                  <a:lnTo>
                    <a:pt x="25332" y="10929"/>
                  </a:lnTo>
                  <a:lnTo>
                    <a:pt x="23493" y="13238"/>
                  </a:lnTo>
                  <a:lnTo>
                    <a:pt x="23794" y="14602"/>
                  </a:lnTo>
                  <a:lnTo>
                    <a:pt x="23088" y="16989"/>
                  </a:lnTo>
                  <a:lnTo>
                    <a:pt x="21422" y="19442"/>
                  </a:lnTo>
                  <a:lnTo>
                    <a:pt x="18261" y="19840"/>
                  </a:lnTo>
                  <a:lnTo>
                    <a:pt x="18915" y="21549"/>
                  </a:lnTo>
                  <a:lnTo>
                    <a:pt x="16523" y="21729"/>
                  </a:lnTo>
                  <a:lnTo>
                    <a:pt x="15862" y="22943"/>
                  </a:lnTo>
                  <a:lnTo>
                    <a:pt x="16854" y="24063"/>
                  </a:lnTo>
                  <a:lnTo>
                    <a:pt x="16549" y="24954"/>
                  </a:lnTo>
                  <a:lnTo>
                    <a:pt x="14075" y="24579"/>
                  </a:lnTo>
                  <a:lnTo>
                    <a:pt x="10205" y="19690"/>
                  </a:lnTo>
                  <a:lnTo>
                    <a:pt x="6836" y="19467"/>
                  </a:lnTo>
                  <a:lnTo>
                    <a:pt x="5946" y="16006"/>
                  </a:lnTo>
                  <a:lnTo>
                    <a:pt x="4331" y="14086"/>
                  </a:lnTo>
                  <a:lnTo>
                    <a:pt x="2837" y="16897"/>
                  </a:lnTo>
                  <a:lnTo>
                    <a:pt x="1915" y="17193"/>
                  </a:lnTo>
                  <a:lnTo>
                    <a:pt x="0" y="14279"/>
                  </a:lnTo>
                  <a:lnTo>
                    <a:pt x="1110" y="12468"/>
                  </a:lnTo>
                  <a:lnTo>
                    <a:pt x="9549" y="5609"/>
                  </a:lnTo>
                  <a:lnTo>
                    <a:pt x="13798" y="2992"/>
                  </a:lnTo>
                  <a:lnTo>
                    <a:pt x="15457" y="3191"/>
                  </a:lnTo>
                  <a:lnTo>
                    <a:pt x="16907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h3746"/>
            <p:cNvSpPr/>
            <p:nvPr/>
          </p:nvSpPr>
          <p:spPr>
            <a:xfrm>
              <a:off x="6738215" y="3244303"/>
              <a:ext cx="28105" cy="29077"/>
            </a:xfrm>
            <a:custGeom>
              <a:avLst/>
              <a:pathLst>
                <a:path w="28105" h="29077">
                  <a:moveTo>
                    <a:pt x="16348" y="1576"/>
                  </a:moveTo>
                  <a:lnTo>
                    <a:pt x="19716" y="2357"/>
                  </a:lnTo>
                  <a:lnTo>
                    <a:pt x="21479" y="6322"/>
                  </a:lnTo>
                  <a:lnTo>
                    <a:pt x="23064" y="6721"/>
                  </a:lnTo>
                  <a:lnTo>
                    <a:pt x="28105" y="11642"/>
                  </a:lnTo>
                  <a:lnTo>
                    <a:pt x="24044" y="15941"/>
                  </a:lnTo>
                  <a:lnTo>
                    <a:pt x="16242" y="26743"/>
                  </a:lnTo>
                  <a:lnTo>
                    <a:pt x="14695" y="29077"/>
                  </a:lnTo>
                  <a:lnTo>
                    <a:pt x="13250" y="26220"/>
                  </a:lnTo>
                  <a:lnTo>
                    <a:pt x="11805" y="26170"/>
                  </a:lnTo>
                  <a:lnTo>
                    <a:pt x="11228" y="27268"/>
                  </a:lnTo>
                  <a:lnTo>
                    <a:pt x="6063" y="19462"/>
                  </a:lnTo>
                  <a:lnTo>
                    <a:pt x="4310" y="17923"/>
                  </a:lnTo>
                  <a:lnTo>
                    <a:pt x="0" y="16395"/>
                  </a:lnTo>
                  <a:lnTo>
                    <a:pt x="250" y="15117"/>
                  </a:lnTo>
                  <a:lnTo>
                    <a:pt x="3603" y="14315"/>
                  </a:lnTo>
                  <a:lnTo>
                    <a:pt x="2794" y="12709"/>
                  </a:lnTo>
                  <a:lnTo>
                    <a:pt x="745" y="13467"/>
                  </a:lnTo>
                  <a:lnTo>
                    <a:pt x="2465" y="6397"/>
                  </a:lnTo>
                  <a:lnTo>
                    <a:pt x="3867" y="6306"/>
                  </a:lnTo>
                  <a:lnTo>
                    <a:pt x="5621" y="7361"/>
                  </a:lnTo>
                  <a:lnTo>
                    <a:pt x="8706" y="5486"/>
                  </a:lnTo>
                  <a:lnTo>
                    <a:pt x="11606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h3747"/>
            <p:cNvSpPr/>
            <p:nvPr/>
          </p:nvSpPr>
          <p:spPr>
            <a:xfrm>
              <a:off x="6713981" y="3268372"/>
              <a:ext cx="13055" cy="22708"/>
            </a:xfrm>
            <a:custGeom>
              <a:avLst/>
              <a:pathLst>
                <a:path w="13055" h="22708">
                  <a:moveTo>
                    <a:pt x="11089" y="1299"/>
                  </a:moveTo>
                  <a:lnTo>
                    <a:pt x="12355" y="2706"/>
                  </a:lnTo>
                  <a:lnTo>
                    <a:pt x="13055" y="5085"/>
                  </a:lnTo>
                  <a:lnTo>
                    <a:pt x="12166" y="6680"/>
                  </a:lnTo>
                  <a:lnTo>
                    <a:pt x="12884" y="9367"/>
                  </a:lnTo>
                  <a:lnTo>
                    <a:pt x="11759" y="19873"/>
                  </a:lnTo>
                  <a:lnTo>
                    <a:pt x="10944" y="22026"/>
                  </a:lnTo>
                  <a:lnTo>
                    <a:pt x="9103" y="22708"/>
                  </a:lnTo>
                  <a:lnTo>
                    <a:pt x="2805" y="21173"/>
                  </a:lnTo>
                  <a:lnTo>
                    <a:pt x="1928" y="17551"/>
                  </a:lnTo>
                  <a:lnTo>
                    <a:pt x="0" y="15978"/>
                  </a:lnTo>
                  <a:lnTo>
                    <a:pt x="5868" y="13929"/>
                  </a:lnTo>
                  <a:lnTo>
                    <a:pt x="5837" y="8984"/>
                  </a:lnTo>
                  <a:lnTo>
                    <a:pt x="4352" y="3529"/>
                  </a:lnTo>
                  <a:lnTo>
                    <a:pt x="7995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h3748"/>
            <p:cNvSpPr/>
            <p:nvPr/>
          </p:nvSpPr>
          <p:spPr>
            <a:xfrm>
              <a:off x="6456096" y="3066414"/>
              <a:ext cx="70989" cy="50816"/>
            </a:xfrm>
            <a:custGeom>
              <a:avLst/>
              <a:pathLst>
                <a:path w="70989" h="50816">
                  <a:moveTo>
                    <a:pt x="37394" y="314"/>
                  </a:moveTo>
                  <a:lnTo>
                    <a:pt x="39177" y="1501"/>
                  </a:lnTo>
                  <a:lnTo>
                    <a:pt x="51436" y="3869"/>
                  </a:lnTo>
                  <a:lnTo>
                    <a:pt x="57187" y="1411"/>
                  </a:lnTo>
                  <a:lnTo>
                    <a:pt x="60084" y="1221"/>
                  </a:lnTo>
                  <a:lnTo>
                    <a:pt x="63438" y="5878"/>
                  </a:lnTo>
                  <a:lnTo>
                    <a:pt x="65551" y="10799"/>
                  </a:lnTo>
                  <a:lnTo>
                    <a:pt x="70597" y="10917"/>
                  </a:lnTo>
                  <a:lnTo>
                    <a:pt x="70989" y="10685"/>
                  </a:lnTo>
                  <a:lnTo>
                    <a:pt x="70216" y="13824"/>
                  </a:lnTo>
                  <a:lnTo>
                    <a:pt x="68030" y="14213"/>
                  </a:lnTo>
                  <a:lnTo>
                    <a:pt x="67768" y="15677"/>
                  </a:lnTo>
                  <a:lnTo>
                    <a:pt x="69158" y="19480"/>
                  </a:lnTo>
                  <a:lnTo>
                    <a:pt x="67744" y="24149"/>
                  </a:lnTo>
                  <a:lnTo>
                    <a:pt x="66537" y="25853"/>
                  </a:lnTo>
                  <a:lnTo>
                    <a:pt x="64284" y="27070"/>
                  </a:lnTo>
                  <a:lnTo>
                    <a:pt x="64909" y="35635"/>
                  </a:lnTo>
                  <a:lnTo>
                    <a:pt x="63410" y="38092"/>
                  </a:lnTo>
                  <a:lnTo>
                    <a:pt x="60505" y="38331"/>
                  </a:lnTo>
                  <a:lnTo>
                    <a:pt x="57276" y="41152"/>
                  </a:lnTo>
                  <a:lnTo>
                    <a:pt x="56925" y="45430"/>
                  </a:lnTo>
                  <a:lnTo>
                    <a:pt x="54112" y="50816"/>
                  </a:lnTo>
                  <a:lnTo>
                    <a:pt x="38039" y="47190"/>
                  </a:lnTo>
                  <a:lnTo>
                    <a:pt x="34130" y="43872"/>
                  </a:lnTo>
                  <a:lnTo>
                    <a:pt x="32307" y="44751"/>
                  </a:lnTo>
                  <a:lnTo>
                    <a:pt x="30367" y="46821"/>
                  </a:lnTo>
                  <a:lnTo>
                    <a:pt x="25556" y="46651"/>
                  </a:lnTo>
                  <a:lnTo>
                    <a:pt x="23354" y="45419"/>
                  </a:lnTo>
                  <a:lnTo>
                    <a:pt x="8143" y="35631"/>
                  </a:lnTo>
                  <a:lnTo>
                    <a:pt x="7746" y="32294"/>
                  </a:lnTo>
                  <a:lnTo>
                    <a:pt x="11226" y="26877"/>
                  </a:lnTo>
                  <a:lnTo>
                    <a:pt x="5313" y="19276"/>
                  </a:lnTo>
                  <a:lnTo>
                    <a:pt x="0" y="14366"/>
                  </a:lnTo>
                  <a:lnTo>
                    <a:pt x="2566" y="8381"/>
                  </a:lnTo>
                  <a:lnTo>
                    <a:pt x="4493" y="6349"/>
                  </a:lnTo>
                  <a:lnTo>
                    <a:pt x="6777" y="5935"/>
                  </a:lnTo>
                  <a:lnTo>
                    <a:pt x="11692" y="5778"/>
                  </a:lnTo>
                  <a:lnTo>
                    <a:pt x="20344" y="2330"/>
                  </a:lnTo>
                  <a:lnTo>
                    <a:pt x="2878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h3749"/>
            <p:cNvSpPr/>
            <p:nvPr/>
          </p:nvSpPr>
          <p:spPr>
            <a:xfrm>
              <a:off x="6805259" y="3169709"/>
              <a:ext cx="19107" cy="15300"/>
            </a:xfrm>
            <a:custGeom>
              <a:avLst/>
              <a:pathLst>
                <a:path w="19107" h="15300">
                  <a:moveTo>
                    <a:pt x="6987" y="1186"/>
                  </a:moveTo>
                  <a:lnTo>
                    <a:pt x="9684" y="3893"/>
                  </a:lnTo>
                  <a:lnTo>
                    <a:pt x="13466" y="3131"/>
                  </a:lnTo>
                  <a:lnTo>
                    <a:pt x="19107" y="11600"/>
                  </a:lnTo>
                  <a:lnTo>
                    <a:pt x="18918" y="13252"/>
                  </a:lnTo>
                  <a:lnTo>
                    <a:pt x="15417" y="15300"/>
                  </a:lnTo>
                  <a:lnTo>
                    <a:pt x="10999" y="13286"/>
                  </a:lnTo>
                  <a:lnTo>
                    <a:pt x="7803" y="9507"/>
                  </a:lnTo>
                  <a:lnTo>
                    <a:pt x="6066" y="9428"/>
                  </a:lnTo>
                  <a:lnTo>
                    <a:pt x="1876" y="7440"/>
                  </a:lnTo>
                  <a:lnTo>
                    <a:pt x="0" y="2210"/>
                  </a:lnTo>
                  <a:lnTo>
                    <a:pt x="1488" y="720"/>
                  </a:lnTo>
                  <a:lnTo>
                    <a:pt x="3767" y="386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h3750"/>
            <p:cNvSpPr/>
            <p:nvPr/>
          </p:nvSpPr>
          <p:spPr>
            <a:xfrm>
              <a:off x="6635250" y="3052730"/>
              <a:ext cx="23994" cy="26975"/>
            </a:xfrm>
            <a:custGeom>
              <a:avLst/>
              <a:pathLst>
                <a:path w="23994" h="26975">
                  <a:moveTo>
                    <a:pt x="17499" y="53"/>
                  </a:moveTo>
                  <a:lnTo>
                    <a:pt x="19318" y="1171"/>
                  </a:lnTo>
                  <a:lnTo>
                    <a:pt x="20227" y="0"/>
                  </a:lnTo>
                  <a:lnTo>
                    <a:pt x="22346" y="3463"/>
                  </a:lnTo>
                  <a:lnTo>
                    <a:pt x="22097" y="7128"/>
                  </a:lnTo>
                  <a:lnTo>
                    <a:pt x="23127" y="5900"/>
                  </a:lnTo>
                  <a:lnTo>
                    <a:pt x="23994" y="6620"/>
                  </a:lnTo>
                  <a:lnTo>
                    <a:pt x="23129" y="10283"/>
                  </a:lnTo>
                  <a:lnTo>
                    <a:pt x="20250" y="11174"/>
                  </a:lnTo>
                  <a:lnTo>
                    <a:pt x="17312" y="13562"/>
                  </a:lnTo>
                  <a:lnTo>
                    <a:pt x="15809" y="15759"/>
                  </a:lnTo>
                  <a:lnTo>
                    <a:pt x="14302" y="20657"/>
                  </a:lnTo>
                  <a:lnTo>
                    <a:pt x="15358" y="23389"/>
                  </a:lnTo>
                  <a:lnTo>
                    <a:pt x="15069" y="24238"/>
                  </a:lnTo>
                  <a:lnTo>
                    <a:pt x="12215" y="21011"/>
                  </a:lnTo>
                  <a:lnTo>
                    <a:pt x="7011" y="18335"/>
                  </a:lnTo>
                  <a:lnTo>
                    <a:pt x="4824" y="20252"/>
                  </a:lnTo>
                  <a:lnTo>
                    <a:pt x="4337" y="26975"/>
                  </a:lnTo>
                  <a:lnTo>
                    <a:pt x="3114" y="26922"/>
                  </a:lnTo>
                  <a:lnTo>
                    <a:pt x="1678" y="25679"/>
                  </a:lnTo>
                  <a:lnTo>
                    <a:pt x="1428" y="24109"/>
                  </a:lnTo>
                  <a:lnTo>
                    <a:pt x="2143" y="23302"/>
                  </a:lnTo>
                  <a:lnTo>
                    <a:pt x="0" y="17009"/>
                  </a:lnTo>
                  <a:lnTo>
                    <a:pt x="897" y="11605"/>
                  </a:lnTo>
                  <a:lnTo>
                    <a:pt x="417" y="10621"/>
                  </a:lnTo>
                  <a:lnTo>
                    <a:pt x="2489" y="6189"/>
                  </a:lnTo>
                  <a:lnTo>
                    <a:pt x="7762" y="3704"/>
                  </a:lnTo>
                  <a:lnTo>
                    <a:pt x="13108" y="333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h3751"/>
            <p:cNvSpPr/>
            <p:nvPr/>
          </p:nvSpPr>
          <p:spPr>
            <a:xfrm>
              <a:off x="6571773" y="3105800"/>
              <a:ext cx="48678" cy="84690"/>
            </a:xfrm>
            <a:custGeom>
              <a:avLst/>
              <a:pathLst>
                <a:path w="48678" h="84690">
                  <a:moveTo>
                    <a:pt x="16046" y="0"/>
                  </a:moveTo>
                  <a:lnTo>
                    <a:pt x="16979" y="2641"/>
                  </a:lnTo>
                  <a:lnTo>
                    <a:pt x="20085" y="4695"/>
                  </a:lnTo>
                  <a:lnTo>
                    <a:pt x="24008" y="564"/>
                  </a:lnTo>
                  <a:lnTo>
                    <a:pt x="27004" y="3884"/>
                  </a:lnTo>
                  <a:lnTo>
                    <a:pt x="26088" y="6360"/>
                  </a:lnTo>
                  <a:lnTo>
                    <a:pt x="29267" y="11864"/>
                  </a:lnTo>
                  <a:lnTo>
                    <a:pt x="30309" y="12613"/>
                  </a:lnTo>
                  <a:lnTo>
                    <a:pt x="36230" y="14951"/>
                  </a:lnTo>
                  <a:lnTo>
                    <a:pt x="43321" y="7903"/>
                  </a:lnTo>
                  <a:lnTo>
                    <a:pt x="47152" y="10591"/>
                  </a:lnTo>
                  <a:lnTo>
                    <a:pt x="47540" y="14497"/>
                  </a:lnTo>
                  <a:lnTo>
                    <a:pt x="48479" y="15524"/>
                  </a:lnTo>
                  <a:lnTo>
                    <a:pt x="47852" y="19438"/>
                  </a:lnTo>
                  <a:lnTo>
                    <a:pt x="48678" y="21207"/>
                  </a:lnTo>
                  <a:lnTo>
                    <a:pt x="39576" y="23758"/>
                  </a:lnTo>
                  <a:lnTo>
                    <a:pt x="41637" y="27197"/>
                  </a:lnTo>
                  <a:lnTo>
                    <a:pt x="42469" y="37660"/>
                  </a:lnTo>
                  <a:lnTo>
                    <a:pt x="45987" y="42151"/>
                  </a:lnTo>
                  <a:lnTo>
                    <a:pt x="44794" y="43294"/>
                  </a:lnTo>
                  <a:lnTo>
                    <a:pt x="43692" y="43336"/>
                  </a:lnTo>
                  <a:lnTo>
                    <a:pt x="42742" y="45054"/>
                  </a:lnTo>
                  <a:lnTo>
                    <a:pt x="42707" y="46805"/>
                  </a:lnTo>
                  <a:lnTo>
                    <a:pt x="44487" y="50022"/>
                  </a:lnTo>
                  <a:lnTo>
                    <a:pt x="44635" y="54545"/>
                  </a:lnTo>
                  <a:lnTo>
                    <a:pt x="43395" y="63394"/>
                  </a:lnTo>
                  <a:lnTo>
                    <a:pt x="45407" y="67903"/>
                  </a:lnTo>
                  <a:lnTo>
                    <a:pt x="44882" y="71924"/>
                  </a:lnTo>
                  <a:lnTo>
                    <a:pt x="42087" y="69435"/>
                  </a:lnTo>
                  <a:lnTo>
                    <a:pt x="36608" y="71303"/>
                  </a:lnTo>
                  <a:lnTo>
                    <a:pt x="37583" y="78849"/>
                  </a:lnTo>
                  <a:lnTo>
                    <a:pt x="36732" y="80804"/>
                  </a:lnTo>
                  <a:lnTo>
                    <a:pt x="39215" y="83937"/>
                  </a:lnTo>
                  <a:lnTo>
                    <a:pt x="33808" y="84690"/>
                  </a:lnTo>
                  <a:lnTo>
                    <a:pt x="30231" y="82777"/>
                  </a:lnTo>
                  <a:lnTo>
                    <a:pt x="15653" y="77927"/>
                  </a:lnTo>
                  <a:lnTo>
                    <a:pt x="7316" y="76236"/>
                  </a:lnTo>
                  <a:lnTo>
                    <a:pt x="7771" y="70729"/>
                  </a:lnTo>
                  <a:lnTo>
                    <a:pt x="5804" y="67912"/>
                  </a:lnTo>
                  <a:lnTo>
                    <a:pt x="6163" y="62969"/>
                  </a:lnTo>
                  <a:lnTo>
                    <a:pt x="4404" y="58225"/>
                  </a:lnTo>
                  <a:lnTo>
                    <a:pt x="897" y="53934"/>
                  </a:lnTo>
                  <a:lnTo>
                    <a:pt x="0" y="50827"/>
                  </a:lnTo>
                  <a:lnTo>
                    <a:pt x="902" y="44826"/>
                  </a:lnTo>
                  <a:lnTo>
                    <a:pt x="2674" y="41734"/>
                  </a:lnTo>
                  <a:lnTo>
                    <a:pt x="3214" y="38872"/>
                  </a:lnTo>
                  <a:lnTo>
                    <a:pt x="3307" y="29874"/>
                  </a:lnTo>
                  <a:lnTo>
                    <a:pt x="7048" y="29172"/>
                  </a:lnTo>
                  <a:lnTo>
                    <a:pt x="9261" y="26091"/>
                  </a:lnTo>
                  <a:lnTo>
                    <a:pt x="12545" y="18901"/>
                  </a:lnTo>
                  <a:lnTo>
                    <a:pt x="11762" y="15193"/>
                  </a:lnTo>
                  <a:lnTo>
                    <a:pt x="8114" y="8230"/>
                  </a:lnTo>
                  <a:lnTo>
                    <a:pt x="9562" y="4017"/>
                  </a:lnTo>
                  <a:lnTo>
                    <a:pt x="13260" y="65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h3752"/>
            <p:cNvSpPr/>
            <p:nvPr/>
          </p:nvSpPr>
          <p:spPr>
            <a:xfrm>
              <a:off x="6677750" y="3239979"/>
              <a:ext cx="44226" cy="49566"/>
            </a:xfrm>
            <a:custGeom>
              <a:avLst/>
              <a:pathLst>
                <a:path w="44226" h="49566">
                  <a:moveTo>
                    <a:pt x="18655" y="0"/>
                  </a:moveTo>
                  <a:lnTo>
                    <a:pt x="18680" y="839"/>
                  </a:lnTo>
                  <a:lnTo>
                    <a:pt x="21473" y="1523"/>
                  </a:lnTo>
                  <a:lnTo>
                    <a:pt x="20008" y="5754"/>
                  </a:lnTo>
                  <a:lnTo>
                    <a:pt x="23478" y="9563"/>
                  </a:lnTo>
                  <a:lnTo>
                    <a:pt x="27962" y="12258"/>
                  </a:lnTo>
                  <a:lnTo>
                    <a:pt x="26752" y="14915"/>
                  </a:lnTo>
                  <a:lnTo>
                    <a:pt x="23115" y="14775"/>
                  </a:lnTo>
                  <a:lnTo>
                    <a:pt x="22650" y="17710"/>
                  </a:lnTo>
                  <a:lnTo>
                    <a:pt x="24692" y="19804"/>
                  </a:lnTo>
                  <a:lnTo>
                    <a:pt x="27649" y="20273"/>
                  </a:lnTo>
                  <a:lnTo>
                    <a:pt x="27263" y="17190"/>
                  </a:lnTo>
                  <a:lnTo>
                    <a:pt x="33489" y="19420"/>
                  </a:lnTo>
                  <a:lnTo>
                    <a:pt x="35828" y="23624"/>
                  </a:lnTo>
                  <a:lnTo>
                    <a:pt x="38298" y="21425"/>
                  </a:lnTo>
                  <a:lnTo>
                    <a:pt x="41010" y="23300"/>
                  </a:lnTo>
                  <a:lnTo>
                    <a:pt x="42383" y="27713"/>
                  </a:lnTo>
                  <a:lnTo>
                    <a:pt x="44226" y="28393"/>
                  </a:lnTo>
                  <a:lnTo>
                    <a:pt x="40583" y="31922"/>
                  </a:lnTo>
                  <a:lnTo>
                    <a:pt x="42067" y="37377"/>
                  </a:lnTo>
                  <a:lnTo>
                    <a:pt x="42099" y="42322"/>
                  </a:lnTo>
                  <a:lnTo>
                    <a:pt x="36230" y="44371"/>
                  </a:lnTo>
                  <a:lnTo>
                    <a:pt x="38158" y="45944"/>
                  </a:lnTo>
                  <a:lnTo>
                    <a:pt x="39035" y="49566"/>
                  </a:lnTo>
                  <a:lnTo>
                    <a:pt x="18366" y="45798"/>
                  </a:lnTo>
                  <a:lnTo>
                    <a:pt x="7421" y="45249"/>
                  </a:lnTo>
                  <a:lnTo>
                    <a:pt x="1794" y="46015"/>
                  </a:lnTo>
                  <a:lnTo>
                    <a:pt x="0" y="38227"/>
                  </a:lnTo>
                  <a:lnTo>
                    <a:pt x="3135" y="32674"/>
                  </a:lnTo>
                  <a:lnTo>
                    <a:pt x="7356" y="30710"/>
                  </a:lnTo>
                  <a:lnTo>
                    <a:pt x="10599" y="27614"/>
                  </a:lnTo>
                  <a:lnTo>
                    <a:pt x="11989" y="23584"/>
                  </a:lnTo>
                  <a:lnTo>
                    <a:pt x="11626" y="20640"/>
                  </a:lnTo>
                  <a:lnTo>
                    <a:pt x="9931" y="16987"/>
                  </a:lnTo>
                  <a:lnTo>
                    <a:pt x="11116" y="16272"/>
                  </a:lnTo>
                  <a:lnTo>
                    <a:pt x="13493" y="16266"/>
                  </a:lnTo>
                  <a:lnTo>
                    <a:pt x="16742" y="11213"/>
                  </a:lnTo>
                  <a:lnTo>
                    <a:pt x="16484" y="9968"/>
                  </a:lnTo>
                  <a:lnTo>
                    <a:pt x="14781" y="8650"/>
                  </a:lnTo>
                  <a:lnTo>
                    <a:pt x="13401" y="8464"/>
                  </a:lnTo>
                  <a:lnTo>
                    <a:pt x="10034" y="10892"/>
                  </a:lnTo>
                  <a:lnTo>
                    <a:pt x="6933" y="11807"/>
                  </a:lnTo>
                  <a:lnTo>
                    <a:pt x="3539" y="11542"/>
                  </a:lnTo>
                  <a:lnTo>
                    <a:pt x="1005" y="9244"/>
                  </a:lnTo>
                  <a:lnTo>
                    <a:pt x="914" y="5838"/>
                  </a:lnTo>
                  <a:lnTo>
                    <a:pt x="3168" y="5308"/>
                  </a:lnTo>
                  <a:lnTo>
                    <a:pt x="5968" y="5632"/>
                  </a:lnTo>
                  <a:lnTo>
                    <a:pt x="6892" y="5079"/>
                  </a:lnTo>
                  <a:lnTo>
                    <a:pt x="9296" y="5417"/>
                  </a:lnTo>
                  <a:lnTo>
                    <a:pt x="13773" y="4155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h3753"/>
            <p:cNvSpPr/>
            <p:nvPr/>
          </p:nvSpPr>
          <p:spPr>
            <a:xfrm>
              <a:off x="6769520" y="3160626"/>
              <a:ext cx="41805" cy="43933"/>
            </a:xfrm>
            <a:custGeom>
              <a:avLst/>
              <a:pathLst>
                <a:path w="41805" h="43933">
                  <a:moveTo>
                    <a:pt x="27814" y="3157"/>
                  </a:moveTo>
                  <a:lnTo>
                    <a:pt x="29721" y="7532"/>
                  </a:lnTo>
                  <a:lnTo>
                    <a:pt x="28757" y="7922"/>
                  </a:lnTo>
                  <a:lnTo>
                    <a:pt x="28274" y="9749"/>
                  </a:lnTo>
                  <a:lnTo>
                    <a:pt x="29082" y="11131"/>
                  </a:lnTo>
                  <a:lnTo>
                    <a:pt x="35913" y="17560"/>
                  </a:lnTo>
                  <a:lnTo>
                    <a:pt x="37615" y="16523"/>
                  </a:lnTo>
                  <a:lnTo>
                    <a:pt x="41805" y="18511"/>
                  </a:lnTo>
                  <a:lnTo>
                    <a:pt x="40528" y="21389"/>
                  </a:lnTo>
                  <a:lnTo>
                    <a:pt x="39770" y="24007"/>
                  </a:lnTo>
                  <a:lnTo>
                    <a:pt x="38030" y="24257"/>
                  </a:lnTo>
                  <a:lnTo>
                    <a:pt x="37556" y="22271"/>
                  </a:lnTo>
                  <a:lnTo>
                    <a:pt x="34445" y="24039"/>
                  </a:lnTo>
                  <a:lnTo>
                    <a:pt x="31123" y="27118"/>
                  </a:lnTo>
                  <a:lnTo>
                    <a:pt x="30989" y="32004"/>
                  </a:lnTo>
                  <a:lnTo>
                    <a:pt x="32216" y="32300"/>
                  </a:lnTo>
                  <a:lnTo>
                    <a:pt x="34864" y="30611"/>
                  </a:lnTo>
                  <a:lnTo>
                    <a:pt x="36244" y="35082"/>
                  </a:lnTo>
                  <a:lnTo>
                    <a:pt x="36470" y="39817"/>
                  </a:lnTo>
                  <a:lnTo>
                    <a:pt x="34512" y="43933"/>
                  </a:lnTo>
                  <a:lnTo>
                    <a:pt x="32017" y="43891"/>
                  </a:lnTo>
                  <a:lnTo>
                    <a:pt x="31326" y="39736"/>
                  </a:lnTo>
                  <a:lnTo>
                    <a:pt x="34319" y="34793"/>
                  </a:lnTo>
                  <a:lnTo>
                    <a:pt x="29381" y="34482"/>
                  </a:lnTo>
                  <a:lnTo>
                    <a:pt x="29276" y="35165"/>
                  </a:lnTo>
                  <a:lnTo>
                    <a:pt x="26841" y="35855"/>
                  </a:lnTo>
                  <a:lnTo>
                    <a:pt x="24174" y="35088"/>
                  </a:lnTo>
                  <a:lnTo>
                    <a:pt x="25082" y="31236"/>
                  </a:lnTo>
                  <a:lnTo>
                    <a:pt x="29028" y="30777"/>
                  </a:lnTo>
                  <a:lnTo>
                    <a:pt x="27605" y="27829"/>
                  </a:lnTo>
                  <a:lnTo>
                    <a:pt x="25303" y="26007"/>
                  </a:lnTo>
                  <a:lnTo>
                    <a:pt x="22203" y="27970"/>
                  </a:lnTo>
                  <a:lnTo>
                    <a:pt x="16719" y="27952"/>
                  </a:lnTo>
                  <a:lnTo>
                    <a:pt x="17799" y="25832"/>
                  </a:lnTo>
                  <a:lnTo>
                    <a:pt x="16381" y="24184"/>
                  </a:lnTo>
                  <a:lnTo>
                    <a:pt x="3700" y="20866"/>
                  </a:lnTo>
                  <a:lnTo>
                    <a:pt x="1128" y="22090"/>
                  </a:lnTo>
                  <a:lnTo>
                    <a:pt x="0" y="17020"/>
                  </a:lnTo>
                  <a:lnTo>
                    <a:pt x="4487" y="14818"/>
                  </a:lnTo>
                  <a:lnTo>
                    <a:pt x="4840" y="7370"/>
                  </a:lnTo>
                  <a:lnTo>
                    <a:pt x="5825" y="12281"/>
                  </a:lnTo>
                  <a:lnTo>
                    <a:pt x="8811" y="11717"/>
                  </a:lnTo>
                  <a:lnTo>
                    <a:pt x="9928" y="6221"/>
                  </a:lnTo>
                  <a:lnTo>
                    <a:pt x="20479" y="2977"/>
                  </a:lnTo>
                  <a:lnTo>
                    <a:pt x="2537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h3754"/>
            <p:cNvSpPr/>
            <p:nvPr/>
          </p:nvSpPr>
          <p:spPr>
            <a:xfrm>
              <a:off x="6466814" y="3138822"/>
              <a:ext cx="65392" cy="72117"/>
            </a:xfrm>
            <a:custGeom>
              <a:avLst/>
              <a:pathLst>
                <a:path w="65392" h="72117">
                  <a:moveTo>
                    <a:pt x="24964" y="0"/>
                  </a:moveTo>
                  <a:lnTo>
                    <a:pt x="28381" y="1559"/>
                  </a:lnTo>
                  <a:lnTo>
                    <a:pt x="35643" y="3163"/>
                  </a:lnTo>
                  <a:lnTo>
                    <a:pt x="33523" y="9032"/>
                  </a:lnTo>
                  <a:lnTo>
                    <a:pt x="38517" y="25672"/>
                  </a:lnTo>
                  <a:lnTo>
                    <a:pt x="45892" y="22332"/>
                  </a:lnTo>
                  <a:lnTo>
                    <a:pt x="45303" y="17875"/>
                  </a:lnTo>
                  <a:lnTo>
                    <a:pt x="51632" y="15723"/>
                  </a:lnTo>
                  <a:lnTo>
                    <a:pt x="55468" y="21881"/>
                  </a:lnTo>
                  <a:lnTo>
                    <a:pt x="60169" y="23783"/>
                  </a:lnTo>
                  <a:lnTo>
                    <a:pt x="65392" y="28720"/>
                  </a:lnTo>
                  <a:lnTo>
                    <a:pt x="62659" y="38234"/>
                  </a:lnTo>
                  <a:lnTo>
                    <a:pt x="65203" y="37740"/>
                  </a:lnTo>
                  <a:lnTo>
                    <a:pt x="64503" y="40011"/>
                  </a:lnTo>
                  <a:lnTo>
                    <a:pt x="62613" y="43343"/>
                  </a:lnTo>
                  <a:lnTo>
                    <a:pt x="57909" y="42927"/>
                  </a:lnTo>
                  <a:lnTo>
                    <a:pt x="54557" y="40544"/>
                  </a:lnTo>
                  <a:lnTo>
                    <a:pt x="52102" y="47199"/>
                  </a:lnTo>
                  <a:lnTo>
                    <a:pt x="54699" y="52559"/>
                  </a:lnTo>
                  <a:lnTo>
                    <a:pt x="49166" y="55218"/>
                  </a:lnTo>
                  <a:lnTo>
                    <a:pt x="47334" y="57186"/>
                  </a:lnTo>
                  <a:lnTo>
                    <a:pt x="46708" y="58718"/>
                  </a:lnTo>
                  <a:lnTo>
                    <a:pt x="48533" y="63840"/>
                  </a:lnTo>
                  <a:lnTo>
                    <a:pt x="42755" y="72117"/>
                  </a:lnTo>
                  <a:lnTo>
                    <a:pt x="33155" y="65272"/>
                  </a:lnTo>
                  <a:lnTo>
                    <a:pt x="30857" y="62179"/>
                  </a:lnTo>
                  <a:lnTo>
                    <a:pt x="26706" y="59359"/>
                  </a:lnTo>
                  <a:lnTo>
                    <a:pt x="0" y="48391"/>
                  </a:lnTo>
                  <a:lnTo>
                    <a:pt x="1110" y="45132"/>
                  </a:lnTo>
                  <a:lnTo>
                    <a:pt x="6673" y="43783"/>
                  </a:lnTo>
                  <a:lnTo>
                    <a:pt x="8475" y="39547"/>
                  </a:lnTo>
                  <a:lnTo>
                    <a:pt x="9337" y="35515"/>
                  </a:lnTo>
                  <a:lnTo>
                    <a:pt x="9220" y="29369"/>
                  </a:lnTo>
                  <a:lnTo>
                    <a:pt x="4134" y="25967"/>
                  </a:lnTo>
                  <a:lnTo>
                    <a:pt x="5433" y="25707"/>
                  </a:lnTo>
                  <a:lnTo>
                    <a:pt x="9860" y="28011"/>
                  </a:lnTo>
                  <a:lnTo>
                    <a:pt x="10289" y="27076"/>
                  </a:lnTo>
                  <a:lnTo>
                    <a:pt x="9362" y="22120"/>
                  </a:lnTo>
                  <a:lnTo>
                    <a:pt x="7942" y="21484"/>
                  </a:lnTo>
                  <a:lnTo>
                    <a:pt x="8501" y="18889"/>
                  </a:lnTo>
                  <a:lnTo>
                    <a:pt x="12647" y="14434"/>
                  </a:lnTo>
                  <a:lnTo>
                    <a:pt x="13661" y="14129"/>
                  </a:lnTo>
                  <a:lnTo>
                    <a:pt x="14886" y="14546"/>
                  </a:lnTo>
                  <a:lnTo>
                    <a:pt x="18738" y="19093"/>
                  </a:lnTo>
                  <a:lnTo>
                    <a:pt x="20684" y="18756"/>
                  </a:lnTo>
                  <a:lnTo>
                    <a:pt x="19972" y="16701"/>
                  </a:lnTo>
                  <a:lnTo>
                    <a:pt x="21392" y="13011"/>
                  </a:lnTo>
                  <a:lnTo>
                    <a:pt x="22813" y="12437"/>
                  </a:lnTo>
                  <a:lnTo>
                    <a:pt x="24809" y="13632"/>
                  </a:lnTo>
                  <a:lnTo>
                    <a:pt x="25875" y="11825"/>
                  </a:lnTo>
                  <a:lnTo>
                    <a:pt x="24926" y="7856"/>
                  </a:lnTo>
                  <a:lnTo>
                    <a:pt x="26142" y="648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h3755"/>
            <p:cNvSpPr/>
            <p:nvPr/>
          </p:nvSpPr>
          <p:spPr>
            <a:xfrm>
              <a:off x="6594827" y="3078122"/>
              <a:ext cx="30064" cy="42629"/>
            </a:xfrm>
            <a:custGeom>
              <a:avLst/>
              <a:pathLst>
                <a:path w="30064" h="42629">
                  <a:moveTo>
                    <a:pt x="15175" y="0"/>
                  </a:moveTo>
                  <a:lnTo>
                    <a:pt x="16790" y="1920"/>
                  </a:lnTo>
                  <a:lnTo>
                    <a:pt x="17679" y="5381"/>
                  </a:lnTo>
                  <a:lnTo>
                    <a:pt x="21048" y="5604"/>
                  </a:lnTo>
                  <a:lnTo>
                    <a:pt x="24919" y="10493"/>
                  </a:lnTo>
                  <a:lnTo>
                    <a:pt x="27393" y="10868"/>
                  </a:lnTo>
                  <a:lnTo>
                    <a:pt x="27697" y="9977"/>
                  </a:lnTo>
                  <a:lnTo>
                    <a:pt x="26705" y="8857"/>
                  </a:lnTo>
                  <a:lnTo>
                    <a:pt x="27366" y="7643"/>
                  </a:lnTo>
                  <a:lnTo>
                    <a:pt x="29758" y="7463"/>
                  </a:lnTo>
                  <a:lnTo>
                    <a:pt x="29652" y="9196"/>
                  </a:lnTo>
                  <a:lnTo>
                    <a:pt x="25733" y="14896"/>
                  </a:lnTo>
                  <a:lnTo>
                    <a:pt x="26331" y="17070"/>
                  </a:lnTo>
                  <a:lnTo>
                    <a:pt x="28954" y="17359"/>
                  </a:lnTo>
                  <a:lnTo>
                    <a:pt x="30064" y="18388"/>
                  </a:lnTo>
                  <a:lnTo>
                    <a:pt x="25622" y="25329"/>
                  </a:lnTo>
                  <a:lnTo>
                    <a:pt x="26438" y="26933"/>
                  </a:lnTo>
                  <a:lnTo>
                    <a:pt x="25918" y="27318"/>
                  </a:lnTo>
                  <a:lnTo>
                    <a:pt x="27436" y="35724"/>
                  </a:lnTo>
                  <a:lnTo>
                    <a:pt x="24098" y="38269"/>
                  </a:lnTo>
                  <a:lnTo>
                    <a:pt x="20267" y="35581"/>
                  </a:lnTo>
                  <a:lnTo>
                    <a:pt x="13176" y="42629"/>
                  </a:lnTo>
                  <a:lnTo>
                    <a:pt x="7255" y="40291"/>
                  </a:lnTo>
                  <a:lnTo>
                    <a:pt x="6213" y="39542"/>
                  </a:lnTo>
                  <a:lnTo>
                    <a:pt x="3034" y="34037"/>
                  </a:lnTo>
                  <a:lnTo>
                    <a:pt x="3950" y="31562"/>
                  </a:lnTo>
                  <a:lnTo>
                    <a:pt x="954" y="28242"/>
                  </a:lnTo>
                  <a:lnTo>
                    <a:pt x="257" y="23109"/>
                  </a:lnTo>
                  <a:lnTo>
                    <a:pt x="1519" y="18462"/>
                  </a:lnTo>
                  <a:lnTo>
                    <a:pt x="1446" y="16160"/>
                  </a:lnTo>
                  <a:lnTo>
                    <a:pt x="0" y="13961"/>
                  </a:lnTo>
                  <a:lnTo>
                    <a:pt x="4110" y="8682"/>
                  </a:lnTo>
                  <a:lnTo>
                    <a:pt x="3519" y="6157"/>
                  </a:lnTo>
                  <a:lnTo>
                    <a:pt x="4798" y="6490"/>
                  </a:lnTo>
                  <a:lnTo>
                    <a:pt x="6075" y="4179"/>
                  </a:lnTo>
                  <a:lnTo>
                    <a:pt x="10843" y="193"/>
                  </a:lnTo>
                  <a:lnTo>
                    <a:pt x="12759" y="3107"/>
                  </a:lnTo>
                  <a:lnTo>
                    <a:pt x="13680" y="28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h3756"/>
            <p:cNvSpPr/>
            <p:nvPr/>
          </p:nvSpPr>
          <p:spPr>
            <a:xfrm>
              <a:off x="6718013" y="3226750"/>
              <a:ext cx="36550" cy="47625"/>
            </a:xfrm>
            <a:custGeom>
              <a:avLst/>
              <a:pathLst>
                <a:path w="36550" h="47625">
                  <a:moveTo>
                    <a:pt x="6751" y="0"/>
                  </a:moveTo>
                  <a:lnTo>
                    <a:pt x="9408" y="2577"/>
                  </a:lnTo>
                  <a:lnTo>
                    <a:pt x="9863" y="1559"/>
                  </a:lnTo>
                  <a:lnTo>
                    <a:pt x="11233" y="1796"/>
                  </a:lnTo>
                  <a:lnTo>
                    <a:pt x="12364" y="4106"/>
                  </a:lnTo>
                  <a:lnTo>
                    <a:pt x="13619" y="5072"/>
                  </a:lnTo>
                  <a:lnTo>
                    <a:pt x="26638" y="7978"/>
                  </a:lnTo>
                  <a:lnTo>
                    <a:pt x="35761" y="16878"/>
                  </a:lnTo>
                  <a:lnTo>
                    <a:pt x="36550" y="19130"/>
                  </a:lnTo>
                  <a:lnTo>
                    <a:pt x="31809" y="17553"/>
                  </a:lnTo>
                  <a:lnTo>
                    <a:pt x="28909" y="23039"/>
                  </a:lnTo>
                  <a:lnTo>
                    <a:pt x="25823" y="24914"/>
                  </a:lnTo>
                  <a:lnTo>
                    <a:pt x="24070" y="23860"/>
                  </a:lnTo>
                  <a:lnTo>
                    <a:pt x="22667" y="23950"/>
                  </a:lnTo>
                  <a:lnTo>
                    <a:pt x="20948" y="31021"/>
                  </a:lnTo>
                  <a:lnTo>
                    <a:pt x="22996" y="30263"/>
                  </a:lnTo>
                  <a:lnTo>
                    <a:pt x="23805" y="31869"/>
                  </a:lnTo>
                  <a:lnTo>
                    <a:pt x="20452" y="32671"/>
                  </a:lnTo>
                  <a:lnTo>
                    <a:pt x="20202" y="33948"/>
                  </a:lnTo>
                  <a:lnTo>
                    <a:pt x="24512" y="35476"/>
                  </a:lnTo>
                  <a:lnTo>
                    <a:pt x="26265" y="37015"/>
                  </a:lnTo>
                  <a:lnTo>
                    <a:pt x="31430" y="44821"/>
                  </a:lnTo>
                  <a:lnTo>
                    <a:pt x="32056" y="46113"/>
                  </a:lnTo>
                  <a:lnTo>
                    <a:pt x="23612" y="47625"/>
                  </a:lnTo>
                  <a:lnTo>
                    <a:pt x="21463" y="46949"/>
                  </a:lnTo>
                  <a:lnTo>
                    <a:pt x="16347" y="45863"/>
                  </a:lnTo>
                  <a:lnTo>
                    <a:pt x="12282" y="46195"/>
                  </a:lnTo>
                  <a:lnTo>
                    <a:pt x="11877" y="45264"/>
                  </a:lnTo>
                  <a:lnTo>
                    <a:pt x="12467" y="20220"/>
                  </a:lnTo>
                  <a:lnTo>
                    <a:pt x="10328" y="16289"/>
                  </a:lnTo>
                  <a:lnTo>
                    <a:pt x="5052" y="17893"/>
                  </a:lnTo>
                  <a:lnTo>
                    <a:pt x="1582" y="16825"/>
                  </a:lnTo>
                  <a:lnTo>
                    <a:pt x="0" y="15240"/>
                  </a:lnTo>
                  <a:lnTo>
                    <a:pt x="234" y="13711"/>
                  </a:lnTo>
                  <a:lnTo>
                    <a:pt x="1700" y="11634"/>
                  </a:lnTo>
                  <a:lnTo>
                    <a:pt x="480" y="3467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h3757"/>
            <p:cNvSpPr/>
            <p:nvPr/>
          </p:nvSpPr>
          <p:spPr>
            <a:xfrm>
              <a:off x="6618926" y="3100186"/>
              <a:ext cx="29097" cy="36370"/>
            </a:xfrm>
            <a:custGeom>
              <a:avLst/>
              <a:pathLst>
                <a:path w="29097" h="36370">
                  <a:moveTo>
                    <a:pt x="17879" y="0"/>
                  </a:moveTo>
                  <a:lnTo>
                    <a:pt x="22525" y="1520"/>
                  </a:lnTo>
                  <a:lnTo>
                    <a:pt x="22306" y="3603"/>
                  </a:lnTo>
                  <a:lnTo>
                    <a:pt x="17022" y="3867"/>
                  </a:lnTo>
                  <a:lnTo>
                    <a:pt x="11051" y="5372"/>
                  </a:lnTo>
                  <a:lnTo>
                    <a:pt x="12740" y="8564"/>
                  </a:lnTo>
                  <a:lnTo>
                    <a:pt x="14204" y="9273"/>
                  </a:lnTo>
                  <a:lnTo>
                    <a:pt x="21920" y="7359"/>
                  </a:lnTo>
                  <a:lnTo>
                    <a:pt x="23796" y="3837"/>
                  </a:lnTo>
                  <a:lnTo>
                    <a:pt x="25250" y="4209"/>
                  </a:lnTo>
                  <a:lnTo>
                    <a:pt x="26815" y="3066"/>
                  </a:lnTo>
                  <a:lnTo>
                    <a:pt x="29097" y="4576"/>
                  </a:lnTo>
                  <a:lnTo>
                    <a:pt x="27931" y="22359"/>
                  </a:lnTo>
                  <a:lnTo>
                    <a:pt x="26422" y="27797"/>
                  </a:lnTo>
                  <a:lnTo>
                    <a:pt x="27077" y="30650"/>
                  </a:lnTo>
                  <a:lnTo>
                    <a:pt x="26634" y="32209"/>
                  </a:lnTo>
                  <a:lnTo>
                    <a:pt x="24013" y="36370"/>
                  </a:lnTo>
                  <a:lnTo>
                    <a:pt x="21107" y="36000"/>
                  </a:lnTo>
                  <a:lnTo>
                    <a:pt x="15935" y="33967"/>
                  </a:lnTo>
                  <a:lnTo>
                    <a:pt x="13215" y="34960"/>
                  </a:lnTo>
                  <a:lnTo>
                    <a:pt x="7397" y="33580"/>
                  </a:lnTo>
                  <a:lnTo>
                    <a:pt x="7234" y="32489"/>
                  </a:lnTo>
                  <a:lnTo>
                    <a:pt x="8688" y="30744"/>
                  </a:lnTo>
                  <a:lnTo>
                    <a:pt x="10505" y="31844"/>
                  </a:lnTo>
                  <a:lnTo>
                    <a:pt x="10897" y="31231"/>
                  </a:lnTo>
                  <a:lnTo>
                    <a:pt x="10623" y="25307"/>
                  </a:lnTo>
                  <a:lnTo>
                    <a:pt x="9305" y="24424"/>
                  </a:lnTo>
                  <a:lnTo>
                    <a:pt x="7557" y="24828"/>
                  </a:lnTo>
                  <a:lnTo>
                    <a:pt x="6432" y="26939"/>
                  </a:lnTo>
                  <a:lnTo>
                    <a:pt x="7444" y="28188"/>
                  </a:lnTo>
                  <a:lnTo>
                    <a:pt x="8319" y="27350"/>
                  </a:lnTo>
                  <a:lnTo>
                    <a:pt x="9016" y="28553"/>
                  </a:lnTo>
                  <a:lnTo>
                    <a:pt x="8787" y="29641"/>
                  </a:lnTo>
                  <a:lnTo>
                    <a:pt x="5848" y="30942"/>
                  </a:lnTo>
                  <a:lnTo>
                    <a:pt x="3399" y="29692"/>
                  </a:lnTo>
                  <a:lnTo>
                    <a:pt x="1525" y="26821"/>
                  </a:lnTo>
                  <a:lnTo>
                    <a:pt x="699" y="25052"/>
                  </a:lnTo>
                  <a:lnTo>
                    <a:pt x="1326" y="21138"/>
                  </a:lnTo>
                  <a:lnTo>
                    <a:pt x="388" y="20111"/>
                  </a:lnTo>
                  <a:lnTo>
                    <a:pt x="0" y="16205"/>
                  </a:lnTo>
                  <a:lnTo>
                    <a:pt x="3338" y="13661"/>
                  </a:lnTo>
                  <a:lnTo>
                    <a:pt x="1819" y="5254"/>
                  </a:lnTo>
                  <a:lnTo>
                    <a:pt x="2339" y="4869"/>
                  </a:lnTo>
                  <a:lnTo>
                    <a:pt x="9525" y="205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h3758"/>
            <p:cNvSpPr/>
            <p:nvPr/>
          </p:nvSpPr>
          <p:spPr>
            <a:xfrm>
              <a:off x="6738624" y="3167336"/>
              <a:ext cx="35737" cy="44435"/>
            </a:xfrm>
            <a:custGeom>
              <a:avLst/>
              <a:pathLst>
                <a:path w="35737" h="44435">
                  <a:moveTo>
                    <a:pt x="35737" y="660"/>
                  </a:moveTo>
                  <a:lnTo>
                    <a:pt x="35383" y="8108"/>
                  </a:lnTo>
                  <a:lnTo>
                    <a:pt x="30896" y="10311"/>
                  </a:lnTo>
                  <a:lnTo>
                    <a:pt x="32025" y="15380"/>
                  </a:lnTo>
                  <a:lnTo>
                    <a:pt x="27507" y="19945"/>
                  </a:lnTo>
                  <a:lnTo>
                    <a:pt x="32801" y="21511"/>
                  </a:lnTo>
                  <a:lnTo>
                    <a:pt x="33319" y="26809"/>
                  </a:lnTo>
                  <a:lnTo>
                    <a:pt x="30224" y="30102"/>
                  </a:lnTo>
                  <a:lnTo>
                    <a:pt x="26196" y="32929"/>
                  </a:lnTo>
                  <a:lnTo>
                    <a:pt x="24286" y="33459"/>
                  </a:lnTo>
                  <a:lnTo>
                    <a:pt x="22626" y="36729"/>
                  </a:lnTo>
                  <a:lnTo>
                    <a:pt x="19298" y="38572"/>
                  </a:lnTo>
                  <a:lnTo>
                    <a:pt x="17425" y="44435"/>
                  </a:lnTo>
                  <a:lnTo>
                    <a:pt x="12578" y="44412"/>
                  </a:lnTo>
                  <a:lnTo>
                    <a:pt x="9713" y="43463"/>
                  </a:lnTo>
                  <a:lnTo>
                    <a:pt x="11297" y="39259"/>
                  </a:lnTo>
                  <a:lnTo>
                    <a:pt x="13731" y="37205"/>
                  </a:lnTo>
                  <a:lnTo>
                    <a:pt x="14288" y="35305"/>
                  </a:lnTo>
                  <a:lnTo>
                    <a:pt x="14794" y="33092"/>
                  </a:lnTo>
                  <a:lnTo>
                    <a:pt x="14695" y="31148"/>
                  </a:lnTo>
                  <a:lnTo>
                    <a:pt x="18692" y="28885"/>
                  </a:lnTo>
                  <a:lnTo>
                    <a:pt x="20503" y="26902"/>
                  </a:lnTo>
                  <a:lnTo>
                    <a:pt x="21871" y="22331"/>
                  </a:lnTo>
                  <a:lnTo>
                    <a:pt x="19222" y="19571"/>
                  </a:lnTo>
                  <a:lnTo>
                    <a:pt x="13109" y="15688"/>
                  </a:lnTo>
                  <a:lnTo>
                    <a:pt x="9850" y="14591"/>
                  </a:lnTo>
                  <a:lnTo>
                    <a:pt x="5481" y="8117"/>
                  </a:lnTo>
                  <a:lnTo>
                    <a:pt x="3620" y="7751"/>
                  </a:lnTo>
                  <a:lnTo>
                    <a:pt x="1751" y="9109"/>
                  </a:lnTo>
                  <a:lnTo>
                    <a:pt x="0" y="8880"/>
                  </a:lnTo>
                  <a:lnTo>
                    <a:pt x="350" y="4553"/>
                  </a:lnTo>
                  <a:lnTo>
                    <a:pt x="2695" y="1415"/>
                  </a:lnTo>
                  <a:lnTo>
                    <a:pt x="4472" y="719"/>
                  </a:lnTo>
                  <a:lnTo>
                    <a:pt x="11149" y="1748"/>
                  </a:lnTo>
                  <a:lnTo>
                    <a:pt x="24654" y="6652"/>
                  </a:lnTo>
                  <a:lnTo>
                    <a:pt x="28479" y="5286"/>
                  </a:lnTo>
                  <a:lnTo>
                    <a:pt x="3252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h3759"/>
            <p:cNvSpPr/>
            <p:nvPr/>
          </p:nvSpPr>
          <p:spPr>
            <a:xfrm>
              <a:off x="6571666" y="3182036"/>
              <a:ext cx="49394" cy="60045"/>
            </a:xfrm>
            <a:custGeom>
              <a:avLst/>
              <a:pathLst>
                <a:path w="49394" h="60045">
                  <a:moveTo>
                    <a:pt x="15761" y="1691"/>
                  </a:moveTo>
                  <a:lnTo>
                    <a:pt x="30339" y="6541"/>
                  </a:lnTo>
                  <a:lnTo>
                    <a:pt x="33915" y="8454"/>
                  </a:lnTo>
                  <a:lnTo>
                    <a:pt x="39323" y="7701"/>
                  </a:lnTo>
                  <a:lnTo>
                    <a:pt x="40860" y="10391"/>
                  </a:lnTo>
                  <a:lnTo>
                    <a:pt x="46014" y="12239"/>
                  </a:lnTo>
                  <a:lnTo>
                    <a:pt x="43541" y="18722"/>
                  </a:lnTo>
                  <a:lnTo>
                    <a:pt x="49394" y="24279"/>
                  </a:lnTo>
                  <a:lnTo>
                    <a:pt x="37158" y="31041"/>
                  </a:lnTo>
                  <a:lnTo>
                    <a:pt x="36642" y="40286"/>
                  </a:lnTo>
                  <a:lnTo>
                    <a:pt x="33208" y="45291"/>
                  </a:lnTo>
                  <a:lnTo>
                    <a:pt x="36586" y="47462"/>
                  </a:lnTo>
                  <a:lnTo>
                    <a:pt x="33619" y="48873"/>
                  </a:lnTo>
                  <a:lnTo>
                    <a:pt x="30077" y="49037"/>
                  </a:lnTo>
                  <a:lnTo>
                    <a:pt x="27064" y="55919"/>
                  </a:lnTo>
                  <a:lnTo>
                    <a:pt x="27568" y="59503"/>
                  </a:lnTo>
                  <a:lnTo>
                    <a:pt x="26441" y="60045"/>
                  </a:lnTo>
                  <a:lnTo>
                    <a:pt x="21308" y="58569"/>
                  </a:lnTo>
                  <a:lnTo>
                    <a:pt x="18374" y="55822"/>
                  </a:lnTo>
                  <a:lnTo>
                    <a:pt x="18230" y="51637"/>
                  </a:lnTo>
                  <a:lnTo>
                    <a:pt x="15935" y="50474"/>
                  </a:lnTo>
                  <a:lnTo>
                    <a:pt x="10906" y="48960"/>
                  </a:lnTo>
                  <a:lnTo>
                    <a:pt x="5244" y="45818"/>
                  </a:lnTo>
                  <a:lnTo>
                    <a:pt x="3335" y="48179"/>
                  </a:lnTo>
                  <a:lnTo>
                    <a:pt x="0" y="48078"/>
                  </a:lnTo>
                  <a:lnTo>
                    <a:pt x="294" y="47005"/>
                  </a:lnTo>
                  <a:lnTo>
                    <a:pt x="2394" y="40566"/>
                  </a:lnTo>
                  <a:lnTo>
                    <a:pt x="2260" y="39130"/>
                  </a:lnTo>
                  <a:lnTo>
                    <a:pt x="4797" y="36704"/>
                  </a:lnTo>
                  <a:lnTo>
                    <a:pt x="5896" y="33180"/>
                  </a:lnTo>
                  <a:lnTo>
                    <a:pt x="5559" y="30666"/>
                  </a:lnTo>
                  <a:lnTo>
                    <a:pt x="4079" y="28017"/>
                  </a:lnTo>
                  <a:lnTo>
                    <a:pt x="6306" y="21488"/>
                  </a:lnTo>
                  <a:lnTo>
                    <a:pt x="9071" y="17770"/>
                  </a:lnTo>
                  <a:lnTo>
                    <a:pt x="8974" y="17064"/>
                  </a:lnTo>
                  <a:lnTo>
                    <a:pt x="5380" y="16725"/>
                  </a:lnTo>
                  <a:lnTo>
                    <a:pt x="4856" y="9566"/>
                  </a:lnTo>
                  <a:lnTo>
                    <a:pt x="8206" y="7752"/>
                  </a:lnTo>
                  <a:lnTo>
                    <a:pt x="6057" y="3765"/>
                  </a:lnTo>
                  <a:lnTo>
                    <a:pt x="7684" y="1385"/>
                  </a:lnTo>
                  <a:lnTo>
                    <a:pt x="7423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h3760"/>
            <p:cNvSpPr/>
            <p:nvPr/>
          </p:nvSpPr>
          <p:spPr>
            <a:xfrm>
              <a:off x="6608382" y="3124611"/>
              <a:ext cx="45891" cy="76563"/>
            </a:xfrm>
            <a:custGeom>
              <a:avLst/>
              <a:pathLst>
                <a:path w="45891" h="76563">
                  <a:moveTo>
                    <a:pt x="21167" y="883"/>
                  </a:moveTo>
                  <a:lnTo>
                    <a:pt x="21440" y="6807"/>
                  </a:lnTo>
                  <a:lnTo>
                    <a:pt x="21049" y="7419"/>
                  </a:lnTo>
                  <a:lnTo>
                    <a:pt x="19231" y="6319"/>
                  </a:lnTo>
                  <a:lnTo>
                    <a:pt x="17778" y="8064"/>
                  </a:lnTo>
                  <a:lnTo>
                    <a:pt x="17941" y="9156"/>
                  </a:lnTo>
                  <a:lnTo>
                    <a:pt x="23759" y="10535"/>
                  </a:lnTo>
                  <a:lnTo>
                    <a:pt x="26479" y="9543"/>
                  </a:lnTo>
                  <a:lnTo>
                    <a:pt x="31651" y="11576"/>
                  </a:lnTo>
                  <a:lnTo>
                    <a:pt x="34557" y="11945"/>
                  </a:lnTo>
                  <a:lnTo>
                    <a:pt x="37178" y="7784"/>
                  </a:lnTo>
                  <a:lnTo>
                    <a:pt x="38643" y="8032"/>
                  </a:lnTo>
                  <a:lnTo>
                    <a:pt x="39741" y="11724"/>
                  </a:lnTo>
                  <a:lnTo>
                    <a:pt x="41872" y="14776"/>
                  </a:lnTo>
                  <a:lnTo>
                    <a:pt x="44345" y="16645"/>
                  </a:lnTo>
                  <a:lnTo>
                    <a:pt x="45891" y="17574"/>
                  </a:lnTo>
                  <a:lnTo>
                    <a:pt x="44823" y="28206"/>
                  </a:lnTo>
                  <a:lnTo>
                    <a:pt x="40051" y="32233"/>
                  </a:lnTo>
                  <a:lnTo>
                    <a:pt x="35824" y="40822"/>
                  </a:lnTo>
                  <a:lnTo>
                    <a:pt x="32942" y="41515"/>
                  </a:lnTo>
                  <a:lnTo>
                    <a:pt x="29879" y="44784"/>
                  </a:lnTo>
                  <a:lnTo>
                    <a:pt x="31744" y="47010"/>
                  </a:lnTo>
                  <a:lnTo>
                    <a:pt x="32464" y="45886"/>
                  </a:lnTo>
                  <a:lnTo>
                    <a:pt x="34589" y="46106"/>
                  </a:lnTo>
                  <a:lnTo>
                    <a:pt x="34596" y="46787"/>
                  </a:lnTo>
                  <a:lnTo>
                    <a:pt x="29166" y="50036"/>
                  </a:lnTo>
                  <a:lnTo>
                    <a:pt x="30077" y="55161"/>
                  </a:lnTo>
                  <a:lnTo>
                    <a:pt x="31240" y="57158"/>
                  </a:lnTo>
                  <a:lnTo>
                    <a:pt x="33820" y="59235"/>
                  </a:lnTo>
                  <a:lnTo>
                    <a:pt x="36218" y="58836"/>
                  </a:lnTo>
                  <a:lnTo>
                    <a:pt x="37395" y="61614"/>
                  </a:lnTo>
                  <a:lnTo>
                    <a:pt x="37052" y="63477"/>
                  </a:lnTo>
                  <a:lnTo>
                    <a:pt x="32077" y="64111"/>
                  </a:lnTo>
                  <a:lnTo>
                    <a:pt x="27401" y="67377"/>
                  </a:lnTo>
                  <a:lnTo>
                    <a:pt x="22499" y="67587"/>
                  </a:lnTo>
                  <a:lnTo>
                    <a:pt x="18416" y="72261"/>
                  </a:lnTo>
                  <a:lnTo>
                    <a:pt x="17835" y="74972"/>
                  </a:lnTo>
                  <a:lnTo>
                    <a:pt x="19337" y="76103"/>
                  </a:lnTo>
                  <a:lnTo>
                    <a:pt x="16572" y="76563"/>
                  </a:lnTo>
                  <a:lnTo>
                    <a:pt x="14931" y="73618"/>
                  </a:lnTo>
                  <a:lnTo>
                    <a:pt x="11525" y="70084"/>
                  </a:lnTo>
                  <a:lnTo>
                    <a:pt x="9298" y="69664"/>
                  </a:lnTo>
                  <a:lnTo>
                    <a:pt x="4144" y="67817"/>
                  </a:lnTo>
                  <a:lnTo>
                    <a:pt x="2606" y="65127"/>
                  </a:lnTo>
                  <a:lnTo>
                    <a:pt x="123" y="61993"/>
                  </a:lnTo>
                  <a:lnTo>
                    <a:pt x="974" y="60038"/>
                  </a:lnTo>
                  <a:lnTo>
                    <a:pt x="0" y="52493"/>
                  </a:lnTo>
                  <a:lnTo>
                    <a:pt x="5479" y="50625"/>
                  </a:lnTo>
                  <a:lnTo>
                    <a:pt x="8273" y="53113"/>
                  </a:lnTo>
                  <a:lnTo>
                    <a:pt x="8798" y="49092"/>
                  </a:lnTo>
                  <a:lnTo>
                    <a:pt x="6786" y="44584"/>
                  </a:lnTo>
                  <a:lnTo>
                    <a:pt x="8026" y="35735"/>
                  </a:lnTo>
                  <a:lnTo>
                    <a:pt x="7878" y="31212"/>
                  </a:lnTo>
                  <a:lnTo>
                    <a:pt x="6098" y="27995"/>
                  </a:lnTo>
                  <a:lnTo>
                    <a:pt x="6133" y="26244"/>
                  </a:lnTo>
                  <a:lnTo>
                    <a:pt x="7083" y="24526"/>
                  </a:lnTo>
                  <a:lnTo>
                    <a:pt x="8185" y="24484"/>
                  </a:lnTo>
                  <a:lnTo>
                    <a:pt x="9378" y="23341"/>
                  </a:lnTo>
                  <a:lnTo>
                    <a:pt x="5860" y="18849"/>
                  </a:lnTo>
                  <a:lnTo>
                    <a:pt x="5028" y="8386"/>
                  </a:lnTo>
                  <a:lnTo>
                    <a:pt x="2967" y="4947"/>
                  </a:lnTo>
                  <a:lnTo>
                    <a:pt x="12069" y="2396"/>
                  </a:lnTo>
                  <a:lnTo>
                    <a:pt x="13943" y="5267"/>
                  </a:lnTo>
                  <a:lnTo>
                    <a:pt x="16392" y="6517"/>
                  </a:lnTo>
                  <a:lnTo>
                    <a:pt x="19331" y="5217"/>
                  </a:lnTo>
                  <a:lnTo>
                    <a:pt x="19560" y="4128"/>
                  </a:lnTo>
                  <a:lnTo>
                    <a:pt x="18863" y="2926"/>
                  </a:lnTo>
                  <a:lnTo>
                    <a:pt x="17988" y="3763"/>
                  </a:lnTo>
                  <a:lnTo>
                    <a:pt x="16976" y="2514"/>
                  </a:lnTo>
                  <a:lnTo>
                    <a:pt x="18100" y="403"/>
                  </a:lnTo>
                  <a:lnTo>
                    <a:pt x="1984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h3761"/>
            <p:cNvSpPr/>
            <p:nvPr/>
          </p:nvSpPr>
          <p:spPr>
            <a:xfrm>
              <a:off x="6715085" y="3165242"/>
              <a:ext cx="45410" cy="46202"/>
            </a:xfrm>
            <a:custGeom>
              <a:avLst/>
              <a:pathLst>
                <a:path w="45410" h="46202">
                  <a:moveTo>
                    <a:pt x="20407" y="2228"/>
                  </a:moveTo>
                  <a:lnTo>
                    <a:pt x="22470" y="5865"/>
                  </a:lnTo>
                  <a:lnTo>
                    <a:pt x="23889" y="6647"/>
                  </a:lnTo>
                  <a:lnTo>
                    <a:pt x="23538" y="10974"/>
                  </a:lnTo>
                  <a:lnTo>
                    <a:pt x="25290" y="11203"/>
                  </a:lnTo>
                  <a:lnTo>
                    <a:pt x="27158" y="9845"/>
                  </a:lnTo>
                  <a:lnTo>
                    <a:pt x="29020" y="10211"/>
                  </a:lnTo>
                  <a:lnTo>
                    <a:pt x="33388" y="16684"/>
                  </a:lnTo>
                  <a:lnTo>
                    <a:pt x="36648" y="17782"/>
                  </a:lnTo>
                  <a:lnTo>
                    <a:pt x="42761" y="21665"/>
                  </a:lnTo>
                  <a:lnTo>
                    <a:pt x="45410" y="24425"/>
                  </a:lnTo>
                  <a:lnTo>
                    <a:pt x="44042" y="28996"/>
                  </a:lnTo>
                  <a:lnTo>
                    <a:pt x="42231" y="30979"/>
                  </a:lnTo>
                  <a:lnTo>
                    <a:pt x="38234" y="33242"/>
                  </a:lnTo>
                  <a:lnTo>
                    <a:pt x="39811" y="30133"/>
                  </a:lnTo>
                  <a:lnTo>
                    <a:pt x="39004" y="26882"/>
                  </a:lnTo>
                  <a:lnTo>
                    <a:pt x="33210" y="20356"/>
                  </a:lnTo>
                  <a:lnTo>
                    <a:pt x="30748" y="20197"/>
                  </a:lnTo>
                  <a:lnTo>
                    <a:pt x="27981" y="24157"/>
                  </a:lnTo>
                  <a:lnTo>
                    <a:pt x="26479" y="32339"/>
                  </a:lnTo>
                  <a:lnTo>
                    <a:pt x="27116" y="34531"/>
                  </a:lnTo>
                  <a:lnTo>
                    <a:pt x="30671" y="33596"/>
                  </a:lnTo>
                  <a:lnTo>
                    <a:pt x="33160" y="34579"/>
                  </a:lnTo>
                  <a:lnTo>
                    <a:pt x="36296" y="37825"/>
                  </a:lnTo>
                  <a:lnTo>
                    <a:pt x="37827" y="37399"/>
                  </a:lnTo>
                  <a:lnTo>
                    <a:pt x="37270" y="39299"/>
                  </a:lnTo>
                  <a:lnTo>
                    <a:pt x="34836" y="41353"/>
                  </a:lnTo>
                  <a:lnTo>
                    <a:pt x="33252" y="45557"/>
                  </a:lnTo>
                  <a:lnTo>
                    <a:pt x="32039" y="46202"/>
                  </a:lnTo>
                  <a:lnTo>
                    <a:pt x="27557" y="41263"/>
                  </a:lnTo>
                  <a:lnTo>
                    <a:pt x="25511" y="36610"/>
                  </a:lnTo>
                  <a:lnTo>
                    <a:pt x="26120" y="35881"/>
                  </a:lnTo>
                  <a:lnTo>
                    <a:pt x="23755" y="31428"/>
                  </a:lnTo>
                  <a:lnTo>
                    <a:pt x="17027" y="29606"/>
                  </a:lnTo>
                  <a:lnTo>
                    <a:pt x="12548" y="29446"/>
                  </a:lnTo>
                  <a:lnTo>
                    <a:pt x="8703" y="28478"/>
                  </a:lnTo>
                  <a:lnTo>
                    <a:pt x="6897" y="26685"/>
                  </a:lnTo>
                  <a:lnTo>
                    <a:pt x="6706" y="24049"/>
                  </a:lnTo>
                  <a:lnTo>
                    <a:pt x="4764" y="22721"/>
                  </a:lnTo>
                  <a:lnTo>
                    <a:pt x="2770" y="22298"/>
                  </a:lnTo>
                  <a:lnTo>
                    <a:pt x="0" y="24008"/>
                  </a:lnTo>
                  <a:lnTo>
                    <a:pt x="331" y="19603"/>
                  </a:lnTo>
                  <a:lnTo>
                    <a:pt x="1698" y="13763"/>
                  </a:lnTo>
                  <a:lnTo>
                    <a:pt x="1311" y="7566"/>
                  </a:lnTo>
                  <a:lnTo>
                    <a:pt x="4" y="4266"/>
                  </a:lnTo>
                  <a:lnTo>
                    <a:pt x="7602" y="4007"/>
                  </a:lnTo>
                  <a:lnTo>
                    <a:pt x="9621" y="2568"/>
                  </a:lnTo>
                  <a:lnTo>
                    <a:pt x="16907" y="213"/>
                  </a:lnTo>
                  <a:lnTo>
                    <a:pt x="175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h3762"/>
            <p:cNvSpPr/>
            <p:nvPr/>
          </p:nvSpPr>
          <p:spPr>
            <a:xfrm>
              <a:off x="6626217" y="3176147"/>
              <a:ext cx="77068" cy="51585"/>
            </a:xfrm>
            <a:custGeom>
              <a:avLst/>
              <a:pathLst>
                <a:path w="77068" h="51585">
                  <a:moveTo>
                    <a:pt x="64224" y="0"/>
                  </a:moveTo>
                  <a:lnTo>
                    <a:pt x="67748" y="963"/>
                  </a:lnTo>
                  <a:lnTo>
                    <a:pt x="70944" y="4025"/>
                  </a:lnTo>
                  <a:lnTo>
                    <a:pt x="73789" y="8101"/>
                  </a:lnTo>
                  <a:lnTo>
                    <a:pt x="77068" y="10696"/>
                  </a:lnTo>
                  <a:lnTo>
                    <a:pt x="75044" y="12929"/>
                  </a:lnTo>
                  <a:lnTo>
                    <a:pt x="74679" y="14353"/>
                  </a:lnTo>
                  <a:lnTo>
                    <a:pt x="71926" y="14449"/>
                  </a:lnTo>
                  <a:lnTo>
                    <a:pt x="70581" y="24268"/>
                  </a:lnTo>
                  <a:lnTo>
                    <a:pt x="67457" y="31515"/>
                  </a:lnTo>
                  <a:lnTo>
                    <a:pt x="69082" y="41659"/>
                  </a:lnTo>
                  <a:lnTo>
                    <a:pt x="68087" y="41810"/>
                  </a:lnTo>
                  <a:lnTo>
                    <a:pt x="68794" y="46310"/>
                  </a:lnTo>
                  <a:lnTo>
                    <a:pt x="68300" y="47647"/>
                  </a:lnTo>
                  <a:lnTo>
                    <a:pt x="64616" y="48513"/>
                  </a:lnTo>
                  <a:lnTo>
                    <a:pt x="57658" y="47733"/>
                  </a:lnTo>
                  <a:lnTo>
                    <a:pt x="51913" y="45325"/>
                  </a:lnTo>
                  <a:lnTo>
                    <a:pt x="50141" y="46625"/>
                  </a:lnTo>
                  <a:lnTo>
                    <a:pt x="49256" y="48456"/>
                  </a:lnTo>
                  <a:lnTo>
                    <a:pt x="48572" y="49857"/>
                  </a:lnTo>
                  <a:lnTo>
                    <a:pt x="45973" y="48584"/>
                  </a:lnTo>
                  <a:lnTo>
                    <a:pt x="45108" y="46307"/>
                  </a:lnTo>
                  <a:lnTo>
                    <a:pt x="46059" y="45620"/>
                  </a:lnTo>
                  <a:lnTo>
                    <a:pt x="45219" y="44634"/>
                  </a:lnTo>
                  <a:lnTo>
                    <a:pt x="39664" y="45048"/>
                  </a:lnTo>
                  <a:lnTo>
                    <a:pt x="38748" y="51091"/>
                  </a:lnTo>
                  <a:lnTo>
                    <a:pt x="29695" y="51585"/>
                  </a:lnTo>
                  <a:lnTo>
                    <a:pt x="24045" y="43116"/>
                  </a:lnTo>
                  <a:lnTo>
                    <a:pt x="26248" y="39256"/>
                  </a:lnTo>
                  <a:lnTo>
                    <a:pt x="23717" y="38972"/>
                  </a:lnTo>
                  <a:lnTo>
                    <a:pt x="17288" y="40957"/>
                  </a:lnTo>
                  <a:lnTo>
                    <a:pt x="16255" y="42511"/>
                  </a:lnTo>
                  <a:lnTo>
                    <a:pt x="12513" y="41291"/>
                  </a:lnTo>
                  <a:lnTo>
                    <a:pt x="9087" y="35514"/>
                  </a:lnTo>
                  <a:lnTo>
                    <a:pt x="2739" y="27735"/>
                  </a:lnTo>
                  <a:lnTo>
                    <a:pt x="1502" y="24566"/>
                  </a:lnTo>
                  <a:lnTo>
                    <a:pt x="0" y="23435"/>
                  </a:lnTo>
                  <a:lnTo>
                    <a:pt x="581" y="20724"/>
                  </a:lnTo>
                  <a:lnTo>
                    <a:pt x="4663" y="16050"/>
                  </a:lnTo>
                  <a:lnTo>
                    <a:pt x="9565" y="15840"/>
                  </a:lnTo>
                  <a:lnTo>
                    <a:pt x="14241" y="12574"/>
                  </a:lnTo>
                  <a:lnTo>
                    <a:pt x="19216" y="11940"/>
                  </a:lnTo>
                  <a:lnTo>
                    <a:pt x="19560" y="10078"/>
                  </a:lnTo>
                  <a:lnTo>
                    <a:pt x="18383" y="7299"/>
                  </a:lnTo>
                  <a:lnTo>
                    <a:pt x="22643" y="6488"/>
                  </a:lnTo>
                  <a:lnTo>
                    <a:pt x="23201" y="9159"/>
                  </a:lnTo>
                  <a:lnTo>
                    <a:pt x="22393" y="11728"/>
                  </a:lnTo>
                  <a:lnTo>
                    <a:pt x="24377" y="14173"/>
                  </a:lnTo>
                  <a:lnTo>
                    <a:pt x="28204" y="15005"/>
                  </a:lnTo>
                  <a:lnTo>
                    <a:pt x="33961" y="12586"/>
                  </a:lnTo>
                  <a:lnTo>
                    <a:pt x="35678" y="10223"/>
                  </a:lnTo>
                  <a:lnTo>
                    <a:pt x="36889" y="5717"/>
                  </a:lnTo>
                  <a:lnTo>
                    <a:pt x="47676" y="1862"/>
                  </a:lnTo>
                  <a:lnTo>
                    <a:pt x="48696" y="47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h3763"/>
            <p:cNvSpPr/>
            <p:nvPr/>
          </p:nvSpPr>
          <p:spPr>
            <a:xfrm>
              <a:off x="6808307" y="3179138"/>
              <a:ext cx="31900" cy="45658"/>
            </a:xfrm>
            <a:custGeom>
              <a:avLst/>
              <a:pathLst>
                <a:path w="31900" h="45658">
                  <a:moveTo>
                    <a:pt x="7951" y="3857"/>
                  </a:moveTo>
                  <a:lnTo>
                    <a:pt x="12369" y="5871"/>
                  </a:lnTo>
                  <a:lnTo>
                    <a:pt x="15870" y="3823"/>
                  </a:lnTo>
                  <a:lnTo>
                    <a:pt x="17208" y="5294"/>
                  </a:lnTo>
                  <a:lnTo>
                    <a:pt x="18262" y="8778"/>
                  </a:lnTo>
                  <a:lnTo>
                    <a:pt x="15930" y="9496"/>
                  </a:lnTo>
                  <a:lnTo>
                    <a:pt x="15581" y="11378"/>
                  </a:lnTo>
                  <a:lnTo>
                    <a:pt x="19317" y="18691"/>
                  </a:lnTo>
                  <a:lnTo>
                    <a:pt x="21530" y="26437"/>
                  </a:lnTo>
                  <a:lnTo>
                    <a:pt x="19534" y="26667"/>
                  </a:lnTo>
                  <a:lnTo>
                    <a:pt x="18117" y="29707"/>
                  </a:lnTo>
                  <a:lnTo>
                    <a:pt x="17644" y="33012"/>
                  </a:lnTo>
                  <a:lnTo>
                    <a:pt x="20091" y="36362"/>
                  </a:lnTo>
                  <a:lnTo>
                    <a:pt x="21684" y="37285"/>
                  </a:lnTo>
                  <a:lnTo>
                    <a:pt x="22943" y="35835"/>
                  </a:lnTo>
                  <a:lnTo>
                    <a:pt x="26627" y="35691"/>
                  </a:lnTo>
                  <a:lnTo>
                    <a:pt x="28822" y="36660"/>
                  </a:lnTo>
                  <a:lnTo>
                    <a:pt x="31550" y="39649"/>
                  </a:lnTo>
                  <a:lnTo>
                    <a:pt x="31900" y="41111"/>
                  </a:lnTo>
                  <a:lnTo>
                    <a:pt x="29973" y="43208"/>
                  </a:lnTo>
                  <a:lnTo>
                    <a:pt x="27778" y="41393"/>
                  </a:lnTo>
                  <a:lnTo>
                    <a:pt x="26041" y="42529"/>
                  </a:lnTo>
                  <a:lnTo>
                    <a:pt x="24068" y="45406"/>
                  </a:lnTo>
                  <a:lnTo>
                    <a:pt x="23155" y="45658"/>
                  </a:lnTo>
                  <a:lnTo>
                    <a:pt x="22233" y="40528"/>
                  </a:lnTo>
                  <a:lnTo>
                    <a:pt x="14159" y="37053"/>
                  </a:lnTo>
                  <a:lnTo>
                    <a:pt x="14273" y="33694"/>
                  </a:lnTo>
                  <a:lnTo>
                    <a:pt x="9141" y="32727"/>
                  </a:lnTo>
                  <a:lnTo>
                    <a:pt x="8773" y="30638"/>
                  </a:lnTo>
                  <a:lnTo>
                    <a:pt x="9617" y="28959"/>
                  </a:lnTo>
                  <a:lnTo>
                    <a:pt x="6776" y="28059"/>
                  </a:lnTo>
                  <a:lnTo>
                    <a:pt x="4476" y="28199"/>
                  </a:lnTo>
                  <a:lnTo>
                    <a:pt x="0" y="22491"/>
                  </a:lnTo>
                  <a:lnTo>
                    <a:pt x="1819" y="21267"/>
                  </a:lnTo>
                  <a:lnTo>
                    <a:pt x="713" y="19800"/>
                  </a:lnTo>
                  <a:lnTo>
                    <a:pt x="1021" y="11962"/>
                  </a:lnTo>
                  <a:lnTo>
                    <a:pt x="2860" y="11794"/>
                  </a:lnTo>
                  <a:lnTo>
                    <a:pt x="3354" y="10793"/>
                  </a:lnTo>
                  <a:lnTo>
                    <a:pt x="1741" y="2878"/>
                  </a:lnTo>
                  <a:lnTo>
                    <a:pt x="3018" y="0"/>
                  </a:lnTo>
                  <a:lnTo>
                    <a:pt x="4755" y="7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h3764"/>
            <p:cNvSpPr/>
            <p:nvPr/>
          </p:nvSpPr>
          <p:spPr>
            <a:xfrm>
              <a:off x="6382797" y="3101335"/>
              <a:ext cx="78844" cy="57068"/>
            </a:xfrm>
            <a:custGeom>
              <a:avLst/>
              <a:pathLst>
                <a:path w="78844" h="57068">
                  <a:moveTo>
                    <a:pt x="41543" y="2539"/>
                  </a:moveTo>
                  <a:lnTo>
                    <a:pt x="41754" y="4429"/>
                  </a:lnTo>
                  <a:lnTo>
                    <a:pt x="41082" y="5389"/>
                  </a:lnTo>
                  <a:lnTo>
                    <a:pt x="34766" y="8427"/>
                  </a:lnTo>
                  <a:lnTo>
                    <a:pt x="32284" y="10931"/>
                  </a:lnTo>
                  <a:lnTo>
                    <a:pt x="34281" y="13934"/>
                  </a:lnTo>
                  <a:lnTo>
                    <a:pt x="37542" y="15064"/>
                  </a:lnTo>
                  <a:lnTo>
                    <a:pt x="42591" y="19102"/>
                  </a:lnTo>
                  <a:lnTo>
                    <a:pt x="46443" y="20663"/>
                  </a:lnTo>
                  <a:lnTo>
                    <a:pt x="47000" y="18640"/>
                  </a:lnTo>
                  <a:lnTo>
                    <a:pt x="54620" y="22208"/>
                  </a:lnTo>
                  <a:lnTo>
                    <a:pt x="63646" y="28499"/>
                  </a:lnTo>
                  <a:lnTo>
                    <a:pt x="72020" y="28224"/>
                  </a:lnTo>
                  <a:lnTo>
                    <a:pt x="75902" y="30838"/>
                  </a:lnTo>
                  <a:lnTo>
                    <a:pt x="78844" y="31735"/>
                  </a:lnTo>
                  <a:lnTo>
                    <a:pt x="78159" y="39335"/>
                  </a:lnTo>
                  <a:lnTo>
                    <a:pt x="76820" y="40755"/>
                  </a:lnTo>
                  <a:lnTo>
                    <a:pt x="71783" y="40564"/>
                  </a:lnTo>
                  <a:lnTo>
                    <a:pt x="72091" y="46561"/>
                  </a:lnTo>
                  <a:lnTo>
                    <a:pt x="73125" y="48619"/>
                  </a:lnTo>
                  <a:lnTo>
                    <a:pt x="74819" y="48049"/>
                  </a:lnTo>
                  <a:lnTo>
                    <a:pt x="76876" y="48938"/>
                  </a:lnTo>
                  <a:lnTo>
                    <a:pt x="74952" y="51169"/>
                  </a:lnTo>
                  <a:lnTo>
                    <a:pt x="69359" y="49674"/>
                  </a:lnTo>
                  <a:lnTo>
                    <a:pt x="60259" y="50154"/>
                  </a:lnTo>
                  <a:lnTo>
                    <a:pt x="62286" y="51597"/>
                  </a:lnTo>
                  <a:lnTo>
                    <a:pt x="57565" y="55764"/>
                  </a:lnTo>
                  <a:lnTo>
                    <a:pt x="54078" y="57068"/>
                  </a:lnTo>
                  <a:lnTo>
                    <a:pt x="53586" y="56646"/>
                  </a:lnTo>
                  <a:lnTo>
                    <a:pt x="50119" y="53681"/>
                  </a:lnTo>
                  <a:lnTo>
                    <a:pt x="47345" y="48130"/>
                  </a:lnTo>
                  <a:lnTo>
                    <a:pt x="43546" y="43674"/>
                  </a:lnTo>
                  <a:lnTo>
                    <a:pt x="25665" y="33788"/>
                  </a:lnTo>
                  <a:lnTo>
                    <a:pt x="18569" y="31388"/>
                  </a:lnTo>
                  <a:lnTo>
                    <a:pt x="13444" y="31081"/>
                  </a:lnTo>
                  <a:lnTo>
                    <a:pt x="9462" y="31822"/>
                  </a:lnTo>
                  <a:lnTo>
                    <a:pt x="5416" y="36782"/>
                  </a:lnTo>
                  <a:lnTo>
                    <a:pt x="5336" y="33243"/>
                  </a:lnTo>
                  <a:lnTo>
                    <a:pt x="1259" y="30857"/>
                  </a:lnTo>
                  <a:lnTo>
                    <a:pt x="431" y="29665"/>
                  </a:lnTo>
                  <a:lnTo>
                    <a:pt x="0" y="26469"/>
                  </a:lnTo>
                  <a:lnTo>
                    <a:pt x="738" y="15607"/>
                  </a:lnTo>
                  <a:lnTo>
                    <a:pt x="2591" y="10034"/>
                  </a:lnTo>
                  <a:lnTo>
                    <a:pt x="4802" y="7303"/>
                  </a:lnTo>
                  <a:lnTo>
                    <a:pt x="6092" y="7088"/>
                  </a:lnTo>
                  <a:lnTo>
                    <a:pt x="14506" y="6344"/>
                  </a:lnTo>
                  <a:lnTo>
                    <a:pt x="24043" y="4333"/>
                  </a:lnTo>
                  <a:lnTo>
                    <a:pt x="26676" y="2446"/>
                  </a:lnTo>
                  <a:lnTo>
                    <a:pt x="29259" y="1993"/>
                  </a:lnTo>
                  <a:lnTo>
                    <a:pt x="31925" y="52"/>
                  </a:lnTo>
                  <a:lnTo>
                    <a:pt x="3409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h3765"/>
            <p:cNvSpPr/>
            <p:nvPr/>
          </p:nvSpPr>
          <p:spPr>
            <a:xfrm>
              <a:off x="6675474" y="3217653"/>
              <a:ext cx="37132" cy="27743"/>
            </a:xfrm>
            <a:custGeom>
              <a:avLst/>
              <a:pathLst>
                <a:path w="37132" h="27743">
                  <a:moveTo>
                    <a:pt x="23088" y="814"/>
                  </a:moveTo>
                  <a:lnTo>
                    <a:pt x="28370" y="6448"/>
                  </a:lnTo>
                  <a:lnTo>
                    <a:pt x="34253" y="10435"/>
                  </a:lnTo>
                  <a:lnTo>
                    <a:pt x="36112" y="10148"/>
                  </a:lnTo>
                  <a:lnTo>
                    <a:pt x="36892" y="10689"/>
                  </a:lnTo>
                  <a:lnTo>
                    <a:pt x="35831" y="11395"/>
                  </a:lnTo>
                  <a:lnTo>
                    <a:pt x="37132" y="19818"/>
                  </a:lnTo>
                  <a:lnTo>
                    <a:pt x="34763" y="20593"/>
                  </a:lnTo>
                  <a:lnTo>
                    <a:pt x="30306" y="17298"/>
                  </a:lnTo>
                  <a:lnTo>
                    <a:pt x="20737" y="14486"/>
                  </a:lnTo>
                  <a:lnTo>
                    <a:pt x="18793" y="14772"/>
                  </a:lnTo>
                  <a:lnTo>
                    <a:pt x="20932" y="22326"/>
                  </a:lnTo>
                  <a:lnTo>
                    <a:pt x="16050" y="26481"/>
                  </a:lnTo>
                  <a:lnTo>
                    <a:pt x="11572" y="27743"/>
                  </a:lnTo>
                  <a:lnTo>
                    <a:pt x="9168" y="27405"/>
                  </a:lnTo>
                  <a:lnTo>
                    <a:pt x="7746" y="24637"/>
                  </a:lnTo>
                  <a:lnTo>
                    <a:pt x="10780" y="22808"/>
                  </a:lnTo>
                  <a:lnTo>
                    <a:pt x="8913" y="15018"/>
                  </a:lnTo>
                  <a:lnTo>
                    <a:pt x="1107" y="10499"/>
                  </a:lnTo>
                  <a:lnTo>
                    <a:pt x="0" y="6950"/>
                  </a:lnTo>
                  <a:lnTo>
                    <a:pt x="885" y="5119"/>
                  </a:lnTo>
                  <a:lnTo>
                    <a:pt x="2656" y="3819"/>
                  </a:lnTo>
                  <a:lnTo>
                    <a:pt x="8402" y="6228"/>
                  </a:lnTo>
                  <a:lnTo>
                    <a:pt x="15359" y="7008"/>
                  </a:lnTo>
                  <a:lnTo>
                    <a:pt x="19043" y="6142"/>
                  </a:lnTo>
                  <a:lnTo>
                    <a:pt x="19537" y="4805"/>
                  </a:lnTo>
                  <a:lnTo>
                    <a:pt x="18830" y="305"/>
                  </a:lnTo>
                  <a:lnTo>
                    <a:pt x="19826" y="154"/>
                  </a:lnTo>
                  <a:lnTo>
                    <a:pt x="21514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h3766"/>
            <p:cNvSpPr/>
            <p:nvPr/>
          </p:nvSpPr>
          <p:spPr>
            <a:xfrm>
              <a:off x="6442812" y="3169189"/>
              <a:ext cx="866" cy="733"/>
            </a:xfrm>
            <a:custGeom>
              <a:avLst/>
              <a:pathLst>
                <a:path w="866" h="733">
                  <a:moveTo>
                    <a:pt x="866" y="666"/>
                  </a:moveTo>
                  <a:lnTo>
                    <a:pt x="0" y="733"/>
                  </a:lnTo>
                  <a:lnTo>
                    <a:pt x="96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h3767"/>
            <p:cNvSpPr/>
            <p:nvPr/>
          </p:nvSpPr>
          <p:spPr>
            <a:xfrm>
              <a:off x="6436384" y="3123481"/>
              <a:ext cx="58811" cy="60474"/>
            </a:xfrm>
            <a:custGeom>
              <a:avLst/>
              <a:pathLst>
                <a:path w="58811" h="60474">
                  <a:moveTo>
                    <a:pt x="54146" y="5205"/>
                  </a:moveTo>
                  <a:lnTo>
                    <a:pt x="56784" y="9439"/>
                  </a:lnTo>
                  <a:lnTo>
                    <a:pt x="56674" y="11340"/>
                  </a:lnTo>
                  <a:lnTo>
                    <a:pt x="58811" y="16901"/>
                  </a:lnTo>
                  <a:lnTo>
                    <a:pt x="55394" y="15341"/>
                  </a:lnTo>
                  <a:lnTo>
                    <a:pt x="56572" y="21828"/>
                  </a:lnTo>
                  <a:lnTo>
                    <a:pt x="55355" y="23198"/>
                  </a:lnTo>
                  <a:lnTo>
                    <a:pt x="56304" y="27167"/>
                  </a:lnTo>
                  <a:lnTo>
                    <a:pt x="55239" y="28974"/>
                  </a:lnTo>
                  <a:lnTo>
                    <a:pt x="53243" y="27778"/>
                  </a:lnTo>
                  <a:lnTo>
                    <a:pt x="51822" y="28353"/>
                  </a:lnTo>
                  <a:lnTo>
                    <a:pt x="50401" y="32042"/>
                  </a:lnTo>
                  <a:lnTo>
                    <a:pt x="51113" y="34098"/>
                  </a:lnTo>
                  <a:lnTo>
                    <a:pt x="49168" y="34435"/>
                  </a:lnTo>
                  <a:lnTo>
                    <a:pt x="45316" y="29887"/>
                  </a:lnTo>
                  <a:lnTo>
                    <a:pt x="44091" y="29470"/>
                  </a:lnTo>
                  <a:lnTo>
                    <a:pt x="43077" y="29776"/>
                  </a:lnTo>
                  <a:lnTo>
                    <a:pt x="38930" y="34231"/>
                  </a:lnTo>
                  <a:lnTo>
                    <a:pt x="38372" y="36825"/>
                  </a:lnTo>
                  <a:lnTo>
                    <a:pt x="39792" y="37462"/>
                  </a:lnTo>
                  <a:lnTo>
                    <a:pt x="40719" y="42418"/>
                  </a:lnTo>
                  <a:lnTo>
                    <a:pt x="40290" y="43353"/>
                  </a:lnTo>
                  <a:lnTo>
                    <a:pt x="35863" y="41049"/>
                  </a:lnTo>
                  <a:lnTo>
                    <a:pt x="34564" y="41309"/>
                  </a:lnTo>
                  <a:lnTo>
                    <a:pt x="39650" y="44710"/>
                  </a:lnTo>
                  <a:lnTo>
                    <a:pt x="39767" y="50857"/>
                  </a:lnTo>
                  <a:lnTo>
                    <a:pt x="38905" y="54889"/>
                  </a:lnTo>
                  <a:lnTo>
                    <a:pt x="37103" y="59124"/>
                  </a:lnTo>
                  <a:lnTo>
                    <a:pt x="31540" y="60474"/>
                  </a:lnTo>
                  <a:lnTo>
                    <a:pt x="29294" y="56977"/>
                  </a:lnTo>
                  <a:lnTo>
                    <a:pt x="23960" y="52651"/>
                  </a:lnTo>
                  <a:lnTo>
                    <a:pt x="16419" y="51234"/>
                  </a:lnTo>
                  <a:lnTo>
                    <a:pt x="8375" y="47218"/>
                  </a:lnTo>
                  <a:lnTo>
                    <a:pt x="7804" y="43111"/>
                  </a:lnTo>
                  <a:lnTo>
                    <a:pt x="5554" y="39224"/>
                  </a:lnTo>
                  <a:lnTo>
                    <a:pt x="425" y="35123"/>
                  </a:lnTo>
                  <a:lnTo>
                    <a:pt x="0" y="34500"/>
                  </a:lnTo>
                  <a:lnTo>
                    <a:pt x="492" y="34922"/>
                  </a:lnTo>
                  <a:lnTo>
                    <a:pt x="3979" y="33618"/>
                  </a:lnTo>
                  <a:lnTo>
                    <a:pt x="8700" y="29451"/>
                  </a:lnTo>
                  <a:lnTo>
                    <a:pt x="6672" y="28008"/>
                  </a:lnTo>
                  <a:lnTo>
                    <a:pt x="15773" y="27528"/>
                  </a:lnTo>
                  <a:lnTo>
                    <a:pt x="21366" y="29024"/>
                  </a:lnTo>
                  <a:lnTo>
                    <a:pt x="23290" y="26792"/>
                  </a:lnTo>
                  <a:lnTo>
                    <a:pt x="21233" y="25903"/>
                  </a:lnTo>
                  <a:lnTo>
                    <a:pt x="19539" y="26474"/>
                  </a:lnTo>
                  <a:lnTo>
                    <a:pt x="18505" y="24415"/>
                  </a:lnTo>
                  <a:lnTo>
                    <a:pt x="18197" y="18419"/>
                  </a:lnTo>
                  <a:lnTo>
                    <a:pt x="23234" y="18609"/>
                  </a:lnTo>
                  <a:lnTo>
                    <a:pt x="24573" y="17189"/>
                  </a:lnTo>
                  <a:lnTo>
                    <a:pt x="25257" y="9589"/>
                  </a:lnTo>
                  <a:lnTo>
                    <a:pt x="25662" y="8513"/>
                  </a:lnTo>
                  <a:lnTo>
                    <a:pt x="26309" y="8548"/>
                  </a:lnTo>
                  <a:lnTo>
                    <a:pt x="27426" y="10248"/>
                  </a:lnTo>
                  <a:lnTo>
                    <a:pt x="32965" y="8162"/>
                  </a:lnTo>
                  <a:lnTo>
                    <a:pt x="34326" y="3900"/>
                  </a:lnTo>
                  <a:lnTo>
                    <a:pt x="39522" y="0"/>
                  </a:lnTo>
                  <a:lnTo>
                    <a:pt x="46223" y="784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h3768"/>
            <p:cNvSpPr/>
            <p:nvPr/>
          </p:nvSpPr>
          <p:spPr>
            <a:xfrm>
              <a:off x="6792139" y="3201630"/>
              <a:ext cx="46501" cy="57986"/>
            </a:xfrm>
            <a:custGeom>
              <a:avLst/>
              <a:pathLst>
                <a:path w="46501" h="57986">
                  <a:moveTo>
                    <a:pt x="20644" y="5707"/>
                  </a:moveTo>
                  <a:lnTo>
                    <a:pt x="22944" y="5567"/>
                  </a:lnTo>
                  <a:lnTo>
                    <a:pt x="25785" y="6467"/>
                  </a:lnTo>
                  <a:lnTo>
                    <a:pt x="24941" y="8146"/>
                  </a:lnTo>
                  <a:lnTo>
                    <a:pt x="25309" y="10235"/>
                  </a:lnTo>
                  <a:lnTo>
                    <a:pt x="30441" y="11202"/>
                  </a:lnTo>
                  <a:lnTo>
                    <a:pt x="30327" y="14561"/>
                  </a:lnTo>
                  <a:lnTo>
                    <a:pt x="38401" y="18036"/>
                  </a:lnTo>
                  <a:lnTo>
                    <a:pt x="39323" y="23166"/>
                  </a:lnTo>
                  <a:lnTo>
                    <a:pt x="40236" y="22914"/>
                  </a:lnTo>
                  <a:lnTo>
                    <a:pt x="42558" y="25755"/>
                  </a:lnTo>
                  <a:lnTo>
                    <a:pt x="39790" y="28381"/>
                  </a:lnTo>
                  <a:lnTo>
                    <a:pt x="40292" y="32929"/>
                  </a:lnTo>
                  <a:lnTo>
                    <a:pt x="46221" y="35018"/>
                  </a:lnTo>
                  <a:lnTo>
                    <a:pt x="46501" y="35751"/>
                  </a:lnTo>
                  <a:lnTo>
                    <a:pt x="46430" y="38053"/>
                  </a:lnTo>
                  <a:lnTo>
                    <a:pt x="45514" y="38615"/>
                  </a:lnTo>
                  <a:lnTo>
                    <a:pt x="40884" y="36989"/>
                  </a:lnTo>
                  <a:lnTo>
                    <a:pt x="43496" y="37149"/>
                  </a:lnTo>
                  <a:lnTo>
                    <a:pt x="43039" y="35567"/>
                  </a:lnTo>
                  <a:lnTo>
                    <a:pt x="38414" y="33395"/>
                  </a:lnTo>
                  <a:lnTo>
                    <a:pt x="37973" y="31182"/>
                  </a:lnTo>
                  <a:lnTo>
                    <a:pt x="35644" y="28784"/>
                  </a:lnTo>
                  <a:lnTo>
                    <a:pt x="33335" y="27150"/>
                  </a:lnTo>
                  <a:lnTo>
                    <a:pt x="26299" y="25435"/>
                  </a:lnTo>
                  <a:lnTo>
                    <a:pt x="23047" y="21797"/>
                  </a:lnTo>
                  <a:lnTo>
                    <a:pt x="22221" y="20689"/>
                  </a:lnTo>
                  <a:lnTo>
                    <a:pt x="22202" y="18631"/>
                  </a:lnTo>
                  <a:lnTo>
                    <a:pt x="25173" y="16199"/>
                  </a:lnTo>
                  <a:lnTo>
                    <a:pt x="16992" y="10525"/>
                  </a:lnTo>
                  <a:lnTo>
                    <a:pt x="15540" y="8536"/>
                  </a:lnTo>
                  <a:lnTo>
                    <a:pt x="9255" y="16392"/>
                  </a:lnTo>
                  <a:lnTo>
                    <a:pt x="11359" y="34120"/>
                  </a:lnTo>
                  <a:lnTo>
                    <a:pt x="10855" y="38183"/>
                  </a:lnTo>
                  <a:lnTo>
                    <a:pt x="15024" y="44846"/>
                  </a:lnTo>
                  <a:lnTo>
                    <a:pt x="18643" y="47713"/>
                  </a:lnTo>
                  <a:lnTo>
                    <a:pt x="24121" y="47857"/>
                  </a:lnTo>
                  <a:lnTo>
                    <a:pt x="25043" y="48765"/>
                  </a:lnTo>
                  <a:lnTo>
                    <a:pt x="25282" y="55684"/>
                  </a:lnTo>
                  <a:lnTo>
                    <a:pt x="22996" y="55810"/>
                  </a:lnTo>
                  <a:lnTo>
                    <a:pt x="22248" y="54617"/>
                  </a:lnTo>
                  <a:lnTo>
                    <a:pt x="20908" y="54855"/>
                  </a:lnTo>
                  <a:lnTo>
                    <a:pt x="19233" y="57986"/>
                  </a:lnTo>
                  <a:lnTo>
                    <a:pt x="18612" y="55070"/>
                  </a:lnTo>
                  <a:lnTo>
                    <a:pt x="11282" y="54015"/>
                  </a:lnTo>
                  <a:lnTo>
                    <a:pt x="6932" y="53949"/>
                  </a:lnTo>
                  <a:lnTo>
                    <a:pt x="7690" y="50463"/>
                  </a:lnTo>
                  <a:lnTo>
                    <a:pt x="10111" y="46400"/>
                  </a:lnTo>
                  <a:lnTo>
                    <a:pt x="12052" y="43556"/>
                  </a:lnTo>
                  <a:lnTo>
                    <a:pt x="7767" y="38113"/>
                  </a:lnTo>
                  <a:lnTo>
                    <a:pt x="5371" y="33336"/>
                  </a:lnTo>
                  <a:lnTo>
                    <a:pt x="4023" y="30554"/>
                  </a:lnTo>
                  <a:lnTo>
                    <a:pt x="4050" y="28389"/>
                  </a:lnTo>
                  <a:lnTo>
                    <a:pt x="0" y="23592"/>
                  </a:lnTo>
                  <a:lnTo>
                    <a:pt x="132" y="22513"/>
                  </a:lnTo>
                  <a:lnTo>
                    <a:pt x="1236" y="23046"/>
                  </a:lnTo>
                  <a:lnTo>
                    <a:pt x="3183" y="21592"/>
                  </a:lnTo>
                  <a:lnTo>
                    <a:pt x="8610" y="15551"/>
                  </a:lnTo>
                  <a:lnTo>
                    <a:pt x="9633" y="13591"/>
                  </a:lnTo>
                  <a:lnTo>
                    <a:pt x="8709" y="11174"/>
                  </a:lnTo>
                  <a:lnTo>
                    <a:pt x="9094" y="9252"/>
                  </a:lnTo>
                  <a:lnTo>
                    <a:pt x="11182" y="8319"/>
                  </a:lnTo>
                  <a:lnTo>
                    <a:pt x="12103" y="5919"/>
                  </a:lnTo>
                  <a:lnTo>
                    <a:pt x="11703" y="4092"/>
                  </a:lnTo>
                  <a:lnTo>
                    <a:pt x="12822" y="2948"/>
                  </a:lnTo>
                  <a:lnTo>
                    <a:pt x="13639" y="307"/>
                  </a:lnTo>
                  <a:lnTo>
                    <a:pt x="161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h3769"/>
            <p:cNvSpPr/>
            <p:nvPr/>
          </p:nvSpPr>
          <p:spPr>
            <a:xfrm>
              <a:off x="6723084" y="3272014"/>
              <a:ext cx="21580" cy="23572"/>
            </a:xfrm>
            <a:custGeom>
              <a:avLst/>
              <a:pathLst>
                <a:path w="21580" h="23572">
                  <a:moveTo>
                    <a:pt x="6806" y="0"/>
                  </a:moveTo>
                  <a:lnTo>
                    <a:pt x="7211" y="931"/>
                  </a:lnTo>
                  <a:lnTo>
                    <a:pt x="11276" y="599"/>
                  </a:lnTo>
                  <a:lnTo>
                    <a:pt x="16392" y="1685"/>
                  </a:lnTo>
                  <a:lnTo>
                    <a:pt x="21580" y="7834"/>
                  </a:lnTo>
                  <a:lnTo>
                    <a:pt x="17005" y="12124"/>
                  </a:lnTo>
                  <a:lnTo>
                    <a:pt x="16580" y="13394"/>
                  </a:lnTo>
                  <a:lnTo>
                    <a:pt x="18187" y="18824"/>
                  </a:lnTo>
                  <a:lnTo>
                    <a:pt x="18624" y="18204"/>
                  </a:lnTo>
                  <a:lnTo>
                    <a:pt x="20482" y="19201"/>
                  </a:lnTo>
                  <a:lnTo>
                    <a:pt x="21266" y="22949"/>
                  </a:lnTo>
                  <a:lnTo>
                    <a:pt x="17616" y="23572"/>
                  </a:lnTo>
                  <a:lnTo>
                    <a:pt x="0" y="19067"/>
                  </a:lnTo>
                  <a:lnTo>
                    <a:pt x="1840" y="18385"/>
                  </a:lnTo>
                  <a:lnTo>
                    <a:pt x="2656" y="16231"/>
                  </a:lnTo>
                  <a:lnTo>
                    <a:pt x="3781" y="5726"/>
                  </a:lnTo>
                  <a:lnTo>
                    <a:pt x="3063" y="3038"/>
                  </a:lnTo>
                  <a:lnTo>
                    <a:pt x="3952" y="144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h3770"/>
            <p:cNvSpPr/>
            <p:nvPr/>
          </p:nvSpPr>
          <p:spPr>
            <a:xfrm>
              <a:off x="6568100" y="3056179"/>
              <a:ext cx="30837" cy="37895"/>
            </a:xfrm>
            <a:custGeom>
              <a:avLst/>
              <a:pathLst>
                <a:path w="30837" h="37895">
                  <a:moveTo>
                    <a:pt x="14276" y="2323"/>
                  </a:moveTo>
                  <a:lnTo>
                    <a:pt x="13461" y="2665"/>
                  </a:lnTo>
                  <a:lnTo>
                    <a:pt x="12100" y="7440"/>
                  </a:lnTo>
                  <a:lnTo>
                    <a:pt x="14377" y="12851"/>
                  </a:lnTo>
                  <a:lnTo>
                    <a:pt x="16468" y="11664"/>
                  </a:lnTo>
                  <a:lnTo>
                    <a:pt x="18195" y="9286"/>
                  </a:lnTo>
                  <a:lnTo>
                    <a:pt x="19009" y="9318"/>
                  </a:lnTo>
                  <a:lnTo>
                    <a:pt x="20741" y="10617"/>
                  </a:lnTo>
                  <a:lnTo>
                    <a:pt x="22116" y="14450"/>
                  </a:lnTo>
                  <a:lnTo>
                    <a:pt x="20090" y="19385"/>
                  </a:lnTo>
                  <a:lnTo>
                    <a:pt x="19553" y="22866"/>
                  </a:lnTo>
                  <a:lnTo>
                    <a:pt x="28926" y="29856"/>
                  </a:lnTo>
                  <a:lnTo>
                    <a:pt x="30246" y="28101"/>
                  </a:lnTo>
                  <a:lnTo>
                    <a:pt x="30837" y="30625"/>
                  </a:lnTo>
                  <a:lnTo>
                    <a:pt x="26727" y="35905"/>
                  </a:lnTo>
                  <a:lnTo>
                    <a:pt x="24213" y="35670"/>
                  </a:lnTo>
                  <a:lnTo>
                    <a:pt x="20267" y="37895"/>
                  </a:lnTo>
                  <a:lnTo>
                    <a:pt x="13709" y="35871"/>
                  </a:lnTo>
                  <a:lnTo>
                    <a:pt x="11469" y="33024"/>
                  </a:lnTo>
                  <a:lnTo>
                    <a:pt x="6488" y="31447"/>
                  </a:lnTo>
                  <a:lnTo>
                    <a:pt x="5885" y="32337"/>
                  </a:lnTo>
                  <a:lnTo>
                    <a:pt x="6641" y="35243"/>
                  </a:lnTo>
                  <a:lnTo>
                    <a:pt x="3873" y="34851"/>
                  </a:lnTo>
                  <a:lnTo>
                    <a:pt x="2501" y="31677"/>
                  </a:lnTo>
                  <a:lnTo>
                    <a:pt x="1444" y="29429"/>
                  </a:lnTo>
                  <a:lnTo>
                    <a:pt x="1517" y="27409"/>
                  </a:lnTo>
                  <a:lnTo>
                    <a:pt x="0" y="26626"/>
                  </a:lnTo>
                  <a:lnTo>
                    <a:pt x="2963" y="22556"/>
                  </a:lnTo>
                  <a:lnTo>
                    <a:pt x="3684" y="22990"/>
                  </a:lnTo>
                  <a:lnTo>
                    <a:pt x="5899" y="18555"/>
                  </a:lnTo>
                  <a:lnTo>
                    <a:pt x="6205" y="16430"/>
                  </a:lnTo>
                  <a:lnTo>
                    <a:pt x="4398" y="13541"/>
                  </a:lnTo>
                  <a:lnTo>
                    <a:pt x="7261" y="9544"/>
                  </a:lnTo>
                  <a:lnTo>
                    <a:pt x="9514" y="1374"/>
                  </a:lnTo>
                  <a:lnTo>
                    <a:pt x="918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h3771"/>
            <p:cNvSpPr/>
            <p:nvPr/>
          </p:nvSpPr>
          <p:spPr>
            <a:xfrm>
              <a:off x="6565124" y="3087626"/>
              <a:ext cx="31222" cy="18216"/>
            </a:xfrm>
            <a:custGeom>
              <a:avLst/>
              <a:pathLst>
                <a:path w="31222" h="18216">
                  <a:moveTo>
                    <a:pt x="14445" y="1577"/>
                  </a:moveTo>
                  <a:lnTo>
                    <a:pt x="16685" y="4424"/>
                  </a:lnTo>
                  <a:lnTo>
                    <a:pt x="23243" y="6448"/>
                  </a:lnTo>
                  <a:lnTo>
                    <a:pt x="27188" y="4223"/>
                  </a:lnTo>
                  <a:lnTo>
                    <a:pt x="29702" y="4458"/>
                  </a:lnTo>
                  <a:lnTo>
                    <a:pt x="31149" y="6657"/>
                  </a:lnTo>
                  <a:lnTo>
                    <a:pt x="31222" y="8959"/>
                  </a:lnTo>
                  <a:lnTo>
                    <a:pt x="29960" y="13605"/>
                  </a:lnTo>
                  <a:lnTo>
                    <a:pt x="29488" y="12936"/>
                  </a:lnTo>
                  <a:lnTo>
                    <a:pt x="13419" y="15207"/>
                  </a:lnTo>
                  <a:lnTo>
                    <a:pt x="9130" y="16810"/>
                  </a:lnTo>
                  <a:lnTo>
                    <a:pt x="7578" y="18216"/>
                  </a:lnTo>
                  <a:lnTo>
                    <a:pt x="4781" y="17448"/>
                  </a:lnTo>
                  <a:lnTo>
                    <a:pt x="4810" y="14560"/>
                  </a:lnTo>
                  <a:lnTo>
                    <a:pt x="0" y="8987"/>
                  </a:lnTo>
                  <a:lnTo>
                    <a:pt x="2405" y="5577"/>
                  </a:lnTo>
                  <a:lnTo>
                    <a:pt x="2115" y="4481"/>
                  </a:lnTo>
                  <a:lnTo>
                    <a:pt x="1191" y="4675"/>
                  </a:lnTo>
                  <a:lnTo>
                    <a:pt x="1964" y="353"/>
                  </a:lnTo>
                  <a:lnTo>
                    <a:pt x="3700" y="1169"/>
                  </a:lnTo>
                  <a:lnTo>
                    <a:pt x="4603" y="2766"/>
                  </a:lnTo>
                  <a:lnTo>
                    <a:pt x="5683" y="2773"/>
                  </a:lnTo>
                  <a:lnTo>
                    <a:pt x="5477" y="230"/>
                  </a:lnTo>
                  <a:lnTo>
                    <a:pt x="6849" y="3404"/>
                  </a:lnTo>
                  <a:lnTo>
                    <a:pt x="9617" y="3796"/>
                  </a:lnTo>
                  <a:lnTo>
                    <a:pt x="8861" y="890"/>
                  </a:lnTo>
                  <a:lnTo>
                    <a:pt x="94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h3772"/>
            <p:cNvSpPr/>
            <p:nvPr/>
          </p:nvSpPr>
          <p:spPr>
            <a:xfrm>
              <a:off x="6643625" y="3269822"/>
              <a:ext cx="1918" cy="539"/>
            </a:xfrm>
            <a:custGeom>
              <a:avLst/>
              <a:pathLst>
                <a:path w="1918" h="539">
                  <a:moveTo>
                    <a:pt x="1504" y="539"/>
                  </a:moveTo>
                  <a:lnTo>
                    <a:pt x="0" y="0"/>
                  </a:lnTo>
                  <a:lnTo>
                    <a:pt x="1918" y="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h3773"/>
            <p:cNvSpPr/>
            <p:nvPr/>
          </p:nvSpPr>
          <p:spPr>
            <a:xfrm>
              <a:off x="6633790" y="3220782"/>
              <a:ext cx="60703" cy="65213"/>
            </a:xfrm>
            <a:custGeom>
              <a:avLst/>
              <a:pathLst>
                <a:path w="60703" h="65213">
                  <a:moveTo>
                    <a:pt x="37647" y="0"/>
                  </a:moveTo>
                  <a:lnTo>
                    <a:pt x="38487" y="986"/>
                  </a:lnTo>
                  <a:lnTo>
                    <a:pt x="37536" y="1673"/>
                  </a:lnTo>
                  <a:lnTo>
                    <a:pt x="38401" y="3950"/>
                  </a:lnTo>
                  <a:lnTo>
                    <a:pt x="41000" y="5223"/>
                  </a:lnTo>
                  <a:lnTo>
                    <a:pt x="41684" y="3822"/>
                  </a:lnTo>
                  <a:lnTo>
                    <a:pt x="42792" y="7370"/>
                  </a:lnTo>
                  <a:lnTo>
                    <a:pt x="50597" y="11889"/>
                  </a:lnTo>
                  <a:lnTo>
                    <a:pt x="52464" y="19679"/>
                  </a:lnTo>
                  <a:lnTo>
                    <a:pt x="49430" y="21509"/>
                  </a:lnTo>
                  <a:lnTo>
                    <a:pt x="50853" y="24277"/>
                  </a:lnTo>
                  <a:lnTo>
                    <a:pt x="49929" y="24830"/>
                  </a:lnTo>
                  <a:lnTo>
                    <a:pt x="47128" y="24506"/>
                  </a:lnTo>
                  <a:lnTo>
                    <a:pt x="44875" y="25036"/>
                  </a:lnTo>
                  <a:lnTo>
                    <a:pt x="44965" y="28441"/>
                  </a:lnTo>
                  <a:lnTo>
                    <a:pt x="47500" y="30740"/>
                  </a:lnTo>
                  <a:lnTo>
                    <a:pt x="50894" y="31004"/>
                  </a:lnTo>
                  <a:lnTo>
                    <a:pt x="53995" y="30089"/>
                  </a:lnTo>
                  <a:lnTo>
                    <a:pt x="57362" y="27662"/>
                  </a:lnTo>
                  <a:lnTo>
                    <a:pt x="58742" y="27847"/>
                  </a:lnTo>
                  <a:lnTo>
                    <a:pt x="60445" y="29166"/>
                  </a:lnTo>
                  <a:lnTo>
                    <a:pt x="60703" y="30411"/>
                  </a:lnTo>
                  <a:lnTo>
                    <a:pt x="57454" y="35464"/>
                  </a:lnTo>
                  <a:lnTo>
                    <a:pt x="55077" y="35470"/>
                  </a:lnTo>
                  <a:lnTo>
                    <a:pt x="53892" y="36184"/>
                  </a:lnTo>
                  <a:lnTo>
                    <a:pt x="55587" y="39838"/>
                  </a:lnTo>
                  <a:lnTo>
                    <a:pt x="55950" y="42782"/>
                  </a:lnTo>
                  <a:lnTo>
                    <a:pt x="54560" y="46812"/>
                  </a:lnTo>
                  <a:lnTo>
                    <a:pt x="51317" y="49907"/>
                  </a:lnTo>
                  <a:lnTo>
                    <a:pt x="47096" y="51871"/>
                  </a:lnTo>
                  <a:lnTo>
                    <a:pt x="43960" y="57425"/>
                  </a:lnTo>
                  <a:lnTo>
                    <a:pt x="45755" y="65213"/>
                  </a:lnTo>
                  <a:lnTo>
                    <a:pt x="39341" y="63558"/>
                  </a:lnTo>
                  <a:lnTo>
                    <a:pt x="28303" y="58319"/>
                  </a:lnTo>
                  <a:lnTo>
                    <a:pt x="21294" y="52997"/>
                  </a:lnTo>
                  <a:lnTo>
                    <a:pt x="16595" y="50829"/>
                  </a:lnTo>
                  <a:lnTo>
                    <a:pt x="16843" y="47673"/>
                  </a:lnTo>
                  <a:lnTo>
                    <a:pt x="17497" y="47299"/>
                  </a:lnTo>
                  <a:lnTo>
                    <a:pt x="16712" y="45433"/>
                  </a:lnTo>
                  <a:lnTo>
                    <a:pt x="13997" y="44607"/>
                  </a:lnTo>
                  <a:lnTo>
                    <a:pt x="12408" y="45151"/>
                  </a:lnTo>
                  <a:lnTo>
                    <a:pt x="10612" y="46699"/>
                  </a:lnTo>
                  <a:lnTo>
                    <a:pt x="11334" y="47413"/>
                  </a:lnTo>
                  <a:lnTo>
                    <a:pt x="10065" y="46504"/>
                  </a:lnTo>
                  <a:lnTo>
                    <a:pt x="4997" y="40772"/>
                  </a:lnTo>
                  <a:lnTo>
                    <a:pt x="0" y="38309"/>
                  </a:lnTo>
                  <a:lnTo>
                    <a:pt x="120" y="37718"/>
                  </a:lnTo>
                  <a:lnTo>
                    <a:pt x="3585" y="36930"/>
                  </a:lnTo>
                  <a:lnTo>
                    <a:pt x="7938" y="38854"/>
                  </a:lnTo>
                  <a:lnTo>
                    <a:pt x="12914" y="38402"/>
                  </a:lnTo>
                  <a:lnTo>
                    <a:pt x="12697" y="36286"/>
                  </a:lnTo>
                  <a:lnTo>
                    <a:pt x="8924" y="34602"/>
                  </a:lnTo>
                  <a:lnTo>
                    <a:pt x="12014" y="31189"/>
                  </a:lnTo>
                  <a:lnTo>
                    <a:pt x="17509" y="22640"/>
                  </a:lnTo>
                  <a:lnTo>
                    <a:pt x="13383" y="20677"/>
                  </a:lnTo>
                  <a:lnTo>
                    <a:pt x="11559" y="15421"/>
                  </a:lnTo>
                  <a:lnTo>
                    <a:pt x="13221" y="13326"/>
                  </a:lnTo>
                  <a:lnTo>
                    <a:pt x="17007" y="12954"/>
                  </a:lnTo>
                  <a:lnTo>
                    <a:pt x="17589" y="7791"/>
                  </a:lnTo>
                  <a:lnTo>
                    <a:pt x="22123" y="6951"/>
                  </a:lnTo>
                  <a:lnTo>
                    <a:pt x="31176" y="6457"/>
                  </a:lnTo>
                  <a:lnTo>
                    <a:pt x="32092" y="41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h3774"/>
            <p:cNvSpPr/>
            <p:nvPr/>
          </p:nvSpPr>
          <p:spPr>
            <a:xfrm>
              <a:off x="6720301" y="3111491"/>
              <a:ext cx="41848" cy="36522"/>
            </a:xfrm>
            <a:custGeom>
              <a:avLst/>
              <a:pathLst>
                <a:path w="41848" h="36522">
                  <a:moveTo>
                    <a:pt x="23190" y="714"/>
                  </a:moveTo>
                  <a:lnTo>
                    <a:pt x="21598" y="4893"/>
                  </a:lnTo>
                  <a:lnTo>
                    <a:pt x="25030" y="3382"/>
                  </a:lnTo>
                  <a:lnTo>
                    <a:pt x="27404" y="1302"/>
                  </a:lnTo>
                  <a:lnTo>
                    <a:pt x="31006" y="2667"/>
                  </a:lnTo>
                  <a:lnTo>
                    <a:pt x="29815" y="4860"/>
                  </a:lnTo>
                  <a:lnTo>
                    <a:pt x="27243" y="6060"/>
                  </a:lnTo>
                  <a:lnTo>
                    <a:pt x="27186" y="8825"/>
                  </a:lnTo>
                  <a:lnTo>
                    <a:pt x="29081" y="9703"/>
                  </a:lnTo>
                  <a:lnTo>
                    <a:pt x="36208" y="7272"/>
                  </a:lnTo>
                  <a:lnTo>
                    <a:pt x="37770" y="1370"/>
                  </a:lnTo>
                  <a:lnTo>
                    <a:pt x="39557" y="126"/>
                  </a:lnTo>
                  <a:lnTo>
                    <a:pt x="41848" y="184"/>
                  </a:lnTo>
                  <a:lnTo>
                    <a:pt x="41827" y="4537"/>
                  </a:lnTo>
                  <a:lnTo>
                    <a:pt x="40820" y="8749"/>
                  </a:lnTo>
                  <a:lnTo>
                    <a:pt x="38393" y="9991"/>
                  </a:lnTo>
                  <a:lnTo>
                    <a:pt x="37285" y="12873"/>
                  </a:lnTo>
                  <a:lnTo>
                    <a:pt x="37869" y="15015"/>
                  </a:lnTo>
                  <a:lnTo>
                    <a:pt x="37309" y="20087"/>
                  </a:lnTo>
                  <a:lnTo>
                    <a:pt x="39288" y="22543"/>
                  </a:lnTo>
                  <a:lnTo>
                    <a:pt x="41055" y="23118"/>
                  </a:lnTo>
                  <a:lnTo>
                    <a:pt x="41264" y="23783"/>
                  </a:lnTo>
                  <a:lnTo>
                    <a:pt x="38562" y="25318"/>
                  </a:lnTo>
                  <a:lnTo>
                    <a:pt x="34147" y="25284"/>
                  </a:lnTo>
                  <a:lnTo>
                    <a:pt x="32536" y="24269"/>
                  </a:lnTo>
                  <a:lnTo>
                    <a:pt x="30433" y="24916"/>
                  </a:lnTo>
                  <a:lnTo>
                    <a:pt x="29760" y="24232"/>
                  </a:lnTo>
                  <a:lnTo>
                    <a:pt x="26835" y="23843"/>
                  </a:lnTo>
                  <a:lnTo>
                    <a:pt x="24424" y="26219"/>
                  </a:lnTo>
                  <a:lnTo>
                    <a:pt x="24716" y="27280"/>
                  </a:lnTo>
                  <a:lnTo>
                    <a:pt x="21843" y="30194"/>
                  </a:lnTo>
                  <a:lnTo>
                    <a:pt x="17258" y="29989"/>
                  </a:lnTo>
                  <a:lnTo>
                    <a:pt x="15190" y="34104"/>
                  </a:lnTo>
                  <a:lnTo>
                    <a:pt x="15513" y="34625"/>
                  </a:lnTo>
                  <a:lnTo>
                    <a:pt x="12053" y="36522"/>
                  </a:lnTo>
                  <a:lnTo>
                    <a:pt x="6219" y="34738"/>
                  </a:lnTo>
                  <a:lnTo>
                    <a:pt x="2481" y="34419"/>
                  </a:lnTo>
                  <a:lnTo>
                    <a:pt x="1074" y="33542"/>
                  </a:lnTo>
                  <a:lnTo>
                    <a:pt x="0" y="27450"/>
                  </a:lnTo>
                  <a:lnTo>
                    <a:pt x="4487" y="21487"/>
                  </a:lnTo>
                  <a:lnTo>
                    <a:pt x="1792" y="15554"/>
                  </a:lnTo>
                  <a:lnTo>
                    <a:pt x="4935" y="14821"/>
                  </a:lnTo>
                  <a:lnTo>
                    <a:pt x="4802" y="11829"/>
                  </a:lnTo>
                  <a:lnTo>
                    <a:pt x="6488" y="10561"/>
                  </a:lnTo>
                  <a:lnTo>
                    <a:pt x="11385" y="15639"/>
                  </a:lnTo>
                  <a:lnTo>
                    <a:pt x="12813" y="16224"/>
                  </a:lnTo>
                  <a:lnTo>
                    <a:pt x="13547" y="15568"/>
                  </a:lnTo>
                  <a:lnTo>
                    <a:pt x="13588" y="9666"/>
                  </a:lnTo>
                  <a:lnTo>
                    <a:pt x="11858" y="6684"/>
                  </a:lnTo>
                  <a:lnTo>
                    <a:pt x="14102" y="4354"/>
                  </a:lnTo>
                  <a:lnTo>
                    <a:pt x="2061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h3775"/>
            <p:cNvSpPr/>
            <p:nvPr/>
          </p:nvSpPr>
          <p:spPr>
            <a:xfrm>
              <a:off x="6748979" y="3119153"/>
              <a:ext cx="42608" cy="43394"/>
            </a:xfrm>
            <a:custGeom>
              <a:avLst/>
              <a:pathLst>
                <a:path w="42608" h="43394">
                  <a:moveTo>
                    <a:pt x="23255" y="1830"/>
                  </a:moveTo>
                  <a:lnTo>
                    <a:pt x="27480" y="2136"/>
                  </a:lnTo>
                  <a:lnTo>
                    <a:pt x="23965" y="5313"/>
                  </a:lnTo>
                  <a:lnTo>
                    <a:pt x="20298" y="4994"/>
                  </a:lnTo>
                  <a:lnTo>
                    <a:pt x="18441" y="7421"/>
                  </a:lnTo>
                  <a:lnTo>
                    <a:pt x="28680" y="9969"/>
                  </a:lnTo>
                  <a:lnTo>
                    <a:pt x="38197" y="15249"/>
                  </a:lnTo>
                  <a:lnTo>
                    <a:pt x="38942" y="20098"/>
                  </a:lnTo>
                  <a:lnTo>
                    <a:pt x="41072" y="22133"/>
                  </a:lnTo>
                  <a:lnTo>
                    <a:pt x="42608" y="24418"/>
                  </a:lnTo>
                  <a:lnTo>
                    <a:pt x="41982" y="25375"/>
                  </a:lnTo>
                  <a:lnTo>
                    <a:pt x="35463" y="27977"/>
                  </a:lnTo>
                  <a:lnTo>
                    <a:pt x="30125" y="32915"/>
                  </a:lnTo>
                  <a:lnTo>
                    <a:pt x="30567" y="36514"/>
                  </a:lnTo>
                  <a:lnTo>
                    <a:pt x="29891" y="39485"/>
                  </a:lnTo>
                  <a:lnTo>
                    <a:pt x="27105" y="41139"/>
                  </a:lnTo>
                  <a:lnTo>
                    <a:pt x="26100" y="43394"/>
                  </a:lnTo>
                  <a:lnTo>
                    <a:pt x="24081" y="41801"/>
                  </a:lnTo>
                  <a:lnTo>
                    <a:pt x="24126" y="40354"/>
                  </a:lnTo>
                  <a:lnTo>
                    <a:pt x="22922" y="38163"/>
                  </a:lnTo>
                  <a:lnTo>
                    <a:pt x="18431" y="37502"/>
                  </a:lnTo>
                  <a:lnTo>
                    <a:pt x="16380" y="34141"/>
                  </a:lnTo>
                  <a:lnTo>
                    <a:pt x="18502" y="31187"/>
                  </a:lnTo>
                  <a:lnTo>
                    <a:pt x="13569" y="25759"/>
                  </a:lnTo>
                  <a:lnTo>
                    <a:pt x="10958" y="24294"/>
                  </a:lnTo>
                  <a:lnTo>
                    <a:pt x="8572" y="24067"/>
                  </a:lnTo>
                  <a:lnTo>
                    <a:pt x="5987" y="22292"/>
                  </a:lnTo>
                  <a:lnTo>
                    <a:pt x="5270" y="19984"/>
                  </a:lnTo>
                  <a:lnTo>
                    <a:pt x="0" y="21331"/>
                  </a:lnTo>
                  <a:lnTo>
                    <a:pt x="310" y="17258"/>
                  </a:lnTo>
                  <a:lnTo>
                    <a:pt x="1755" y="17253"/>
                  </a:lnTo>
                  <a:lnTo>
                    <a:pt x="3858" y="16607"/>
                  </a:lnTo>
                  <a:lnTo>
                    <a:pt x="5470" y="17622"/>
                  </a:lnTo>
                  <a:lnTo>
                    <a:pt x="9885" y="17656"/>
                  </a:lnTo>
                  <a:lnTo>
                    <a:pt x="12587" y="16121"/>
                  </a:lnTo>
                  <a:lnTo>
                    <a:pt x="12377" y="15455"/>
                  </a:lnTo>
                  <a:lnTo>
                    <a:pt x="10610" y="14881"/>
                  </a:lnTo>
                  <a:lnTo>
                    <a:pt x="8632" y="12424"/>
                  </a:lnTo>
                  <a:lnTo>
                    <a:pt x="9191" y="7352"/>
                  </a:lnTo>
                  <a:lnTo>
                    <a:pt x="8607" y="5211"/>
                  </a:lnTo>
                  <a:lnTo>
                    <a:pt x="9715" y="2329"/>
                  </a:lnTo>
                  <a:lnTo>
                    <a:pt x="12142" y="108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h3776"/>
            <p:cNvSpPr/>
            <p:nvPr/>
          </p:nvSpPr>
          <p:spPr>
            <a:xfrm>
              <a:off x="6719047" y="3094974"/>
              <a:ext cx="43103" cy="32741"/>
            </a:xfrm>
            <a:custGeom>
              <a:avLst/>
              <a:pathLst>
                <a:path w="43103" h="32741">
                  <a:moveTo>
                    <a:pt x="27985" y="2637"/>
                  </a:moveTo>
                  <a:lnTo>
                    <a:pt x="26878" y="9718"/>
                  </a:lnTo>
                  <a:lnTo>
                    <a:pt x="31767" y="9795"/>
                  </a:lnTo>
                  <a:lnTo>
                    <a:pt x="40081" y="12202"/>
                  </a:lnTo>
                  <a:lnTo>
                    <a:pt x="43103" y="16701"/>
                  </a:lnTo>
                  <a:lnTo>
                    <a:pt x="40812" y="16643"/>
                  </a:lnTo>
                  <a:lnTo>
                    <a:pt x="39025" y="17887"/>
                  </a:lnTo>
                  <a:lnTo>
                    <a:pt x="37463" y="23789"/>
                  </a:lnTo>
                  <a:lnTo>
                    <a:pt x="30336" y="26220"/>
                  </a:lnTo>
                  <a:lnTo>
                    <a:pt x="28441" y="25342"/>
                  </a:lnTo>
                  <a:lnTo>
                    <a:pt x="28498" y="22576"/>
                  </a:lnTo>
                  <a:lnTo>
                    <a:pt x="31069" y="21377"/>
                  </a:lnTo>
                  <a:lnTo>
                    <a:pt x="32261" y="19184"/>
                  </a:lnTo>
                  <a:lnTo>
                    <a:pt x="28659" y="17819"/>
                  </a:lnTo>
                  <a:lnTo>
                    <a:pt x="26285" y="19899"/>
                  </a:lnTo>
                  <a:lnTo>
                    <a:pt x="22852" y="21410"/>
                  </a:lnTo>
                  <a:lnTo>
                    <a:pt x="24444" y="17231"/>
                  </a:lnTo>
                  <a:lnTo>
                    <a:pt x="21873" y="16516"/>
                  </a:lnTo>
                  <a:lnTo>
                    <a:pt x="15357" y="20871"/>
                  </a:lnTo>
                  <a:lnTo>
                    <a:pt x="13113" y="23200"/>
                  </a:lnTo>
                  <a:lnTo>
                    <a:pt x="14843" y="26183"/>
                  </a:lnTo>
                  <a:lnTo>
                    <a:pt x="14802" y="32084"/>
                  </a:lnTo>
                  <a:lnTo>
                    <a:pt x="14068" y="32741"/>
                  </a:lnTo>
                  <a:lnTo>
                    <a:pt x="12640" y="32156"/>
                  </a:lnTo>
                  <a:lnTo>
                    <a:pt x="7743" y="27078"/>
                  </a:lnTo>
                  <a:lnTo>
                    <a:pt x="6057" y="28346"/>
                  </a:lnTo>
                  <a:lnTo>
                    <a:pt x="3919" y="27913"/>
                  </a:lnTo>
                  <a:lnTo>
                    <a:pt x="0" y="23167"/>
                  </a:lnTo>
                  <a:lnTo>
                    <a:pt x="1078" y="19690"/>
                  </a:lnTo>
                  <a:lnTo>
                    <a:pt x="2556" y="18953"/>
                  </a:lnTo>
                  <a:lnTo>
                    <a:pt x="4513" y="7465"/>
                  </a:lnTo>
                  <a:lnTo>
                    <a:pt x="7313" y="4716"/>
                  </a:lnTo>
                  <a:lnTo>
                    <a:pt x="19473" y="4368"/>
                  </a:lnTo>
                  <a:lnTo>
                    <a:pt x="21168" y="3112"/>
                  </a:lnTo>
                  <a:lnTo>
                    <a:pt x="20572" y="2439"/>
                  </a:lnTo>
                  <a:lnTo>
                    <a:pt x="2306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h3777"/>
            <p:cNvSpPr/>
            <p:nvPr/>
          </p:nvSpPr>
          <p:spPr>
            <a:xfrm>
              <a:off x="6788468" y="3204955"/>
              <a:ext cx="15774" cy="19721"/>
            </a:xfrm>
            <a:custGeom>
              <a:avLst/>
              <a:pathLst>
                <a:path w="15774" h="19721">
                  <a:moveTo>
                    <a:pt x="12457" y="1364"/>
                  </a:moveTo>
                  <a:lnTo>
                    <a:pt x="15374" y="767"/>
                  </a:lnTo>
                  <a:lnTo>
                    <a:pt x="15774" y="2595"/>
                  </a:lnTo>
                  <a:lnTo>
                    <a:pt x="14853" y="4994"/>
                  </a:lnTo>
                  <a:lnTo>
                    <a:pt x="12765" y="5927"/>
                  </a:lnTo>
                  <a:lnTo>
                    <a:pt x="12380" y="7849"/>
                  </a:lnTo>
                  <a:lnTo>
                    <a:pt x="13304" y="10266"/>
                  </a:lnTo>
                  <a:lnTo>
                    <a:pt x="12281" y="12226"/>
                  </a:lnTo>
                  <a:lnTo>
                    <a:pt x="6854" y="18267"/>
                  </a:lnTo>
                  <a:lnTo>
                    <a:pt x="4907" y="19721"/>
                  </a:lnTo>
                  <a:lnTo>
                    <a:pt x="3804" y="19188"/>
                  </a:lnTo>
                  <a:lnTo>
                    <a:pt x="2008" y="14678"/>
                  </a:lnTo>
                  <a:lnTo>
                    <a:pt x="2249" y="11354"/>
                  </a:lnTo>
                  <a:lnTo>
                    <a:pt x="2805" y="7892"/>
                  </a:lnTo>
                  <a:lnTo>
                    <a:pt x="3567" y="6956"/>
                  </a:lnTo>
                  <a:lnTo>
                    <a:pt x="4395" y="7642"/>
                  </a:lnTo>
                  <a:lnTo>
                    <a:pt x="5786" y="6735"/>
                  </a:lnTo>
                  <a:lnTo>
                    <a:pt x="4159" y="3417"/>
                  </a:lnTo>
                  <a:lnTo>
                    <a:pt x="1430" y="3843"/>
                  </a:lnTo>
                  <a:lnTo>
                    <a:pt x="0" y="3081"/>
                  </a:lnTo>
                  <a:lnTo>
                    <a:pt x="618" y="1796"/>
                  </a:lnTo>
                  <a:lnTo>
                    <a:pt x="2191" y="980"/>
                  </a:lnTo>
                  <a:lnTo>
                    <a:pt x="3015" y="0"/>
                  </a:lnTo>
                  <a:lnTo>
                    <a:pt x="4840" y="1781"/>
                  </a:lnTo>
                  <a:lnTo>
                    <a:pt x="7918" y="103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h3778"/>
            <p:cNvSpPr/>
            <p:nvPr/>
          </p:nvSpPr>
          <p:spPr>
            <a:xfrm>
              <a:off x="6807425" y="3269184"/>
              <a:ext cx="35394" cy="30196"/>
            </a:xfrm>
            <a:custGeom>
              <a:avLst/>
              <a:pathLst>
                <a:path w="35394" h="30196">
                  <a:moveTo>
                    <a:pt x="24141" y="5816"/>
                  </a:moveTo>
                  <a:lnTo>
                    <a:pt x="25855" y="5363"/>
                  </a:lnTo>
                  <a:lnTo>
                    <a:pt x="25874" y="4676"/>
                  </a:lnTo>
                  <a:lnTo>
                    <a:pt x="24974" y="4415"/>
                  </a:lnTo>
                  <a:lnTo>
                    <a:pt x="25022" y="1961"/>
                  </a:lnTo>
                  <a:lnTo>
                    <a:pt x="27484" y="1913"/>
                  </a:lnTo>
                  <a:lnTo>
                    <a:pt x="28757" y="2982"/>
                  </a:lnTo>
                  <a:lnTo>
                    <a:pt x="30076" y="6217"/>
                  </a:lnTo>
                  <a:lnTo>
                    <a:pt x="28453" y="9552"/>
                  </a:lnTo>
                  <a:lnTo>
                    <a:pt x="30028" y="10527"/>
                  </a:lnTo>
                  <a:lnTo>
                    <a:pt x="29231" y="14936"/>
                  </a:lnTo>
                  <a:lnTo>
                    <a:pt x="32843" y="20315"/>
                  </a:lnTo>
                  <a:lnTo>
                    <a:pt x="35394" y="20670"/>
                  </a:lnTo>
                  <a:lnTo>
                    <a:pt x="34151" y="24956"/>
                  </a:lnTo>
                  <a:lnTo>
                    <a:pt x="33932" y="24488"/>
                  </a:lnTo>
                  <a:lnTo>
                    <a:pt x="31429" y="25631"/>
                  </a:lnTo>
                  <a:lnTo>
                    <a:pt x="29107" y="27771"/>
                  </a:lnTo>
                  <a:lnTo>
                    <a:pt x="24169" y="28586"/>
                  </a:lnTo>
                  <a:lnTo>
                    <a:pt x="21386" y="27211"/>
                  </a:lnTo>
                  <a:lnTo>
                    <a:pt x="19839" y="26906"/>
                  </a:lnTo>
                  <a:lnTo>
                    <a:pt x="12400" y="30196"/>
                  </a:lnTo>
                  <a:lnTo>
                    <a:pt x="7533" y="28167"/>
                  </a:lnTo>
                  <a:lnTo>
                    <a:pt x="2605" y="24922"/>
                  </a:lnTo>
                  <a:lnTo>
                    <a:pt x="1645" y="25455"/>
                  </a:lnTo>
                  <a:lnTo>
                    <a:pt x="269" y="24824"/>
                  </a:lnTo>
                  <a:lnTo>
                    <a:pt x="0" y="22676"/>
                  </a:lnTo>
                  <a:lnTo>
                    <a:pt x="784" y="20875"/>
                  </a:lnTo>
                  <a:lnTo>
                    <a:pt x="160" y="18641"/>
                  </a:lnTo>
                  <a:lnTo>
                    <a:pt x="3753" y="14294"/>
                  </a:lnTo>
                  <a:lnTo>
                    <a:pt x="908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h3779"/>
            <p:cNvSpPr/>
            <p:nvPr/>
          </p:nvSpPr>
          <p:spPr>
            <a:xfrm>
              <a:off x="6797928" y="3255646"/>
              <a:ext cx="18578" cy="32179"/>
            </a:xfrm>
            <a:custGeom>
              <a:avLst/>
              <a:pathLst>
                <a:path w="18578" h="32179">
                  <a:moveTo>
                    <a:pt x="12822" y="1055"/>
                  </a:moveTo>
                  <a:lnTo>
                    <a:pt x="13443" y="3970"/>
                  </a:lnTo>
                  <a:lnTo>
                    <a:pt x="13034" y="5287"/>
                  </a:lnTo>
                  <a:lnTo>
                    <a:pt x="10374" y="6513"/>
                  </a:lnTo>
                  <a:lnTo>
                    <a:pt x="9527" y="9344"/>
                  </a:lnTo>
                  <a:lnTo>
                    <a:pt x="10055" y="11549"/>
                  </a:lnTo>
                  <a:lnTo>
                    <a:pt x="13161" y="10742"/>
                  </a:lnTo>
                  <a:lnTo>
                    <a:pt x="18578" y="13538"/>
                  </a:lnTo>
                  <a:lnTo>
                    <a:pt x="13249" y="27832"/>
                  </a:lnTo>
                  <a:lnTo>
                    <a:pt x="9657" y="32179"/>
                  </a:lnTo>
                  <a:lnTo>
                    <a:pt x="8938" y="31035"/>
                  </a:lnTo>
                  <a:lnTo>
                    <a:pt x="9226" y="26064"/>
                  </a:lnTo>
                  <a:lnTo>
                    <a:pt x="11305" y="21558"/>
                  </a:lnTo>
                  <a:lnTo>
                    <a:pt x="10093" y="16889"/>
                  </a:lnTo>
                  <a:lnTo>
                    <a:pt x="8575" y="14825"/>
                  </a:lnTo>
                  <a:lnTo>
                    <a:pt x="4271" y="15786"/>
                  </a:lnTo>
                  <a:lnTo>
                    <a:pt x="3417" y="14384"/>
                  </a:lnTo>
                  <a:lnTo>
                    <a:pt x="4848" y="12416"/>
                  </a:lnTo>
                  <a:lnTo>
                    <a:pt x="4043" y="11487"/>
                  </a:lnTo>
                  <a:lnTo>
                    <a:pt x="1850" y="12591"/>
                  </a:lnTo>
                  <a:lnTo>
                    <a:pt x="0" y="8831"/>
                  </a:lnTo>
                  <a:lnTo>
                    <a:pt x="456" y="7929"/>
                  </a:lnTo>
                  <a:lnTo>
                    <a:pt x="2904" y="7367"/>
                  </a:lnTo>
                  <a:lnTo>
                    <a:pt x="549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h3780"/>
            <p:cNvSpPr/>
            <p:nvPr/>
          </p:nvSpPr>
          <p:spPr>
            <a:xfrm>
              <a:off x="6693675" y="3184682"/>
              <a:ext cx="23298" cy="43407"/>
            </a:xfrm>
            <a:custGeom>
              <a:avLst/>
              <a:pathLst>
                <a:path w="23298" h="43407">
                  <a:moveTo>
                    <a:pt x="21741" y="164"/>
                  </a:moveTo>
                  <a:lnTo>
                    <a:pt x="21409" y="4569"/>
                  </a:lnTo>
                  <a:lnTo>
                    <a:pt x="20100" y="6435"/>
                  </a:lnTo>
                  <a:lnTo>
                    <a:pt x="18656" y="10954"/>
                  </a:lnTo>
                  <a:lnTo>
                    <a:pt x="17551" y="16720"/>
                  </a:lnTo>
                  <a:lnTo>
                    <a:pt x="19232" y="25718"/>
                  </a:lnTo>
                  <a:lnTo>
                    <a:pt x="23298" y="27980"/>
                  </a:lnTo>
                  <a:lnTo>
                    <a:pt x="21739" y="33611"/>
                  </a:lnTo>
                  <a:lnTo>
                    <a:pt x="18536" y="37070"/>
                  </a:lnTo>
                  <a:lnTo>
                    <a:pt x="18775" y="40607"/>
                  </a:lnTo>
                  <a:lnTo>
                    <a:pt x="17911" y="43119"/>
                  </a:lnTo>
                  <a:lnTo>
                    <a:pt x="16052" y="43407"/>
                  </a:lnTo>
                  <a:lnTo>
                    <a:pt x="10169" y="39419"/>
                  </a:lnTo>
                  <a:lnTo>
                    <a:pt x="4887" y="33786"/>
                  </a:lnTo>
                  <a:lnTo>
                    <a:pt x="3313" y="32971"/>
                  </a:lnTo>
                  <a:lnTo>
                    <a:pt x="1625" y="33125"/>
                  </a:lnTo>
                  <a:lnTo>
                    <a:pt x="0" y="22980"/>
                  </a:lnTo>
                  <a:lnTo>
                    <a:pt x="3123" y="15733"/>
                  </a:lnTo>
                  <a:lnTo>
                    <a:pt x="4469" y="5915"/>
                  </a:lnTo>
                  <a:lnTo>
                    <a:pt x="7221" y="5819"/>
                  </a:lnTo>
                  <a:lnTo>
                    <a:pt x="7586" y="4394"/>
                  </a:lnTo>
                  <a:lnTo>
                    <a:pt x="8335" y="6134"/>
                  </a:lnTo>
                  <a:lnTo>
                    <a:pt x="9851" y="6353"/>
                  </a:lnTo>
                  <a:lnTo>
                    <a:pt x="19521" y="2427"/>
                  </a:lnTo>
                  <a:lnTo>
                    <a:pt x="2076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h3781"/>
            <p:cNvSpPr/>
            <p:nvPr/>
          </p:nvSpPr>
          <p:spPr>
            <a:xfrm>
              <a:off x="6682552" y="3133423"/>
              <a:ext cx="38824" cy="36086"/>
            </a:xfrm>
            <a:custGeom>
              <a:avLst/>
              <a:pathLst>
                <a:path w="38824" h="36086">
                  <a:moveTo>
                    <a:pt x="22873" y="3246"/>
                  </a:moveTo>
                  <a:lnTo>
                    <a:pt x="26206" y="4523"/>
                  </a:lnTo>
                  <a:lnTo>
                    <a:pt x="30397" y="2787"/>
                  </a:lnTo>
                  <a:lnTo>
                    <a:pt x="34837" y="3771"/>
                  </a:lnTo>
                  <a:lnTo>
                    <a:pt x="37749" y="5517"/>
                  </a:lnTo>
                  <a:lnTo>
                    <a:pt x="38824" y="11610"/>
                  </a:lnTo>
                  <a:lnTo>
                    <a:pt x="37471" y="19476"/>
                  </a:lnTo>
                  <a:lnTo>
                    <a:pt x="35818" y="24078"/>
                  </a:lnTo>
                  <a:lnTo>
                    <a:pt x="33671" y="26895"/>
                  </a:lnTo>
                  <a:lnTo>
                    <a:pt x="32537" y="36086"/>
                  </a:lnTo>
                  <a:lnTo>
                    <a:pt x="30082" y="35883"/>
                  </a:lnTo>
                  <a:lnTo>
                    <a:pt x="27453" y="34676"/>
                  </a:lnTo>
                  <a:lnTo>
                    <a:pt x="27125" y="32937"/>
                  </a:lnTo>
                  <a:lnTo>
                    <a:pt x="24278" y="30289"/>
                  </a:lnTo>
                  <a:lnTo>
                    <a:pt x="22381" y="33042"/>
                  </a:lnTo>
                  <a:lnTo>
                    <a:pt x="19673" y="29471"/>
                  </a:lnTo>
                  <a:lnTo>
                    <a:pt x="18329" y="25986"/>
                  </a:lnTo>
                  <a:lnTo>
                    <a:pt x="19972" y="25339"/>
                  </a:lnTo>
                  <a:lnTo>
                    <a:pt x="18366" y="17558"/>
                  </a:lnTo>
                  <a:lnTo>
                    <a:pt x="14855" y="12141"/>
                  </a:lnTo>
                  <a:lnTo>
                    <a:pt x="8896" y="11027"/>
                  </a:lnTo>
                  <a:lnTo>
                    <a:pt x="2329" y="12733"/>
                  </a:lnTo>
                  <a:lnTo>
                    <a:pt x="0" y="11952"/>
                  </a:lnTo>
                  <a:lnTo>
                    <a:pt x="278" y="5640"/>
                  </a:lnTo>
                  <a:lnTo>
                    <a:pt x="4064" y="3586"/>
                  </a:lnTo>
                  <a:lnTo>
                    <a:pt x="4316" y="4870"/>
                  </a:lnTo>
                  <a:lnTo>
                    <a:pt x="5974" y="4186"/>
                  </a:lnTo>
                  <a:lnTo>
                    <a:pt x="6518" y="2802"/>
                  </a:lnTo>
                  <a:lnTo>
                    <a:pt x="132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h3782"/>
            <p:cNvSpPr/>
            <p:nvPr/>
          </p:nvSpPr>
          <p:spPr>
            <a:xfrm>
              <a:off x="6637548" y="3152817"/>
              <a:ext cx="39082" cy="38335"/>
            </a:xfrm>
            <a:custGeom>
              <a:avLst/>
              <a:pathLst>
                <a:path w="39082" h="38335">
                  <a:moveTo>
                    <a:pt x="17641" y="999"/>
                  </a:moveTo>
                  <a:lnTo>
                    <a:pt x="18775" y="3332"/>
                  </a:lnTo>
                  <a:lnTo>
                    <a:pt x="20052" y="10326"/>
                  </a:lnTo>
                  <a:lnTo>
                    <a:pt x="23147" y="10807"/>
                  </a:lnTo>
                  <a:lnTo>
                    <a:pt x="32261" y="8579"/>
                  </a:lnTo>
                  <a:lnTo>
                    <a:pt x="36007" y="8806"/>
                  </a:lnTo>
                  <a:lnTo>
                    <a:pt x="34740" y="15208"/>
                  </a:lnTo>
                  <a:lnTo>
                    <a:pt x="39082" y="13224"/>
                  </a:lnTo>
                  <a:lnTo>
                    <a:pt x="37365" y="23805"/>
                  </a:lnTo>
                  <a:lnTo>
                    <a:pt x="36345" y="25193"/>
                  </a:lnTo>
                  <a:lnTo>
                    <a:pt x="25558" y="29047"/>
                  </a:lnTo>
                  <a:lnTo>
                    <a:pt x="24346" y="33553"/>
                  </a:lnTo>
                  <a:lnTo>
                    <a:pt x="22630" y="35916"/>
                  </a:lnTo>
                  <a:lnTo>
                    <a:pt x="16873" y="38335"/>
                  </a:lnTo>
                  <a:lnTo>
                    <a:pt x="13046" y="37503"/>
                  </a:lnTo>
                  <a:lnTo>
                    <a:pt x="11061" y="35059"/>
                  </a:lnTo>
                  <a:lnTo>
                    <a:pt x="11870" y="32490"/>
                  </a:lnTo>
                  <a:lnTo>
                    <a:pt x="11312" y="29818"/>
                  </a:lnTo>
                  <a:lnTo>
                    <a:pt x="7051" y="30630"/>
                  </a:lnTo>
                  <a:lnTo>
                    <a:pt x="4653" y="31029"/>
                  </a:lnTo>
                  <a:lnTo>
                    <a:pt x="2073" y="28952"/>
                  </a:lnTo>
                  <a:lnTo>
                    <a:pt x="911" y="26954"/>
                  </a:lnTo>
                  <a:lnTo>
                    <a:pt x="0" y="21830"/>
                  </a:lnTo>
                  <a:lnTo>
                    <a:pt x="5430" y="18581"/>
                  </a:lnTo>
                  <a:lnTo>
                    <a:pt x="5423" y="17900"/>
                  </a:lnTo>
                  <a:lnTo>
                    <a:pt x="3298" y="17680"/>
                  </a:lnTo>
                  <a:lnTo>
                    <a:pt x="2577" y="18804"/>
                  </a:lnTo>
                  <a:lnTo>
                    <a:pt x="713" y="16578"/>
                  </a:lnTo>
                  <a:lnTo>
                    <a:pt x="3776" y="13309"/>
                  </a:lnTo>
                  <a:lnTo>
                    <a:pt x="6657" y="12616"/>
                  </a:lnTo>
                  <a:lnTo>
                    <a:pt x="10884" y="4026"/>
                  </a:lnTo>
                  <a:lnTo>
                    <a:pt x="1565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h3783"/>
            <p:cNvSpPr/>
            <p:nvPr/>
          </p:nvSpPr>
          <p:spPr>
            <a:xfrm>
              <a:off x="6727422" y="3204066"/>
              <a:ext cx="40703" cy="42594"/>
            </a:xfrm>
            <a:custGeom>
              <a:avLst/>
              <a:pathLst>
                <a:path w="40703" h="42594">
                  <a:moveTo>
                    <a:pt x="37001" y="53"/>
                  </a:moveTo>
                  <a:lnTo>
                    <a:pt x="38750" y="2270"/>
                  </a:lnTo>
                  <a:lnTo>
                    <a:pt x="40703" y="6780"/>
                  </a:lnTo>
                  <a:lnTo>
                    <a:pt x="38853" y="8170"/>
                  </a:lnTo>
                  <a:lnTo>
                    <a:pt x="36361" y="8712"/>
                  </a:lnTo>
                  <a:lnTo>
                    <a:pt x="33571" y="14390"/>
                  </a:lnTo>
                  <a:lnTo>
                    <a:pt x="29331" y="12518"/>
                  </a:lnTo>
                  <a:lnTo>
                    <a:pt x="27994" y="13019"/>
                  </a:lnTo>
                  <a:lnTo>
                    <a:pt x="29578" y="21808"/>
                  </a:lnTo>
                  <a:lnTo>
                    <a:pt x="30285" y="22436"/>
                  </a:lnTo>
                  <a:lnTo>
                    <a:pt x="34281" y="22023"/>
                  </a:lnTo>
                  <a:lnTo>
                    <a:pt x="37401" y="23926"/>
                  </a:lnTo>
                  <a:lnTo>
                    <a:pt x="38954" y="26471"/>
                  </a:lnTo>
                  <a:lnTo>
                    <a:pt x="39342" y="29458"/>
                  </a:lnTo>
                  <a:lnTo>
                    <a:pt x="38584" y="31638"/>
                  </a:lnTo>
                  <a:lnTo>
                    <a:pt x="34929" y="33484"/>
                  </a:lnTo>
                  <a:lnTo>
                    <a:pt x="33231" y="34155"/>
                  </a:lnTo>
                  <a:lnTo>
                    <a:pt x="31062" y="38466"/>
                  </a:lnTo>
                  <a:lnTo>
                    <a:pt x="30510" y="42594"/>
                  </a:lnTo>
                  <a:lnTo>
                    <a:pt x="27142" y="41813"/>
                  </a:lnTo>
                  <a:lnTo>
                    <a:pt x="26352" y="39562"/>
                  </a:lnTo>
                  <a:lnTo>
                    <a:pt x="17229" y="30662"/>
                  </a:lnTo>
                  <a:lnTo>
                    <a:pt x="4210" y="27756"/>
                  </a:lnTo>
                  <a:lnTo>
                    <a:pt x="2955" y="26789"/>
                  </a:lnTo>
                  <a:lnTo>
                    <a:pt x="1824" y="24479"/>
                  </a:lnTo>
                  <a:lnTo>
                    <a:pt x="454" y="24243"/>
                  </a:lnTo>
                  <a:lnTo>
                    <a:pt x="0" y="25261"/>
                  </a:lnTo>
                  <a:lnTo>
                    <a:pt x="357" y="21644"/>
                  </a:lnTo>
                  <a:lnTo>
                    <a:pt x="1307" y="20393"/>
                  </a:lnTo>
                  <a:lnTo>
                    <a:pt x="10346" y="19864"/>
                  </a:lnTo>
                  <a:lnTo>
                    <a:pt x="17742" y="13815"/>
                  </a:lnTo>
                  <a:lnTo>
                    <a:pt x="19702" y="7379"/>
                  </a:lnTo>
                  <a:lnTo>
                    <a:pt x="20915" y="6733"/>
                  </a:lnTo>
                  <a:lnTo>
                    <a:pt x="23780" y="7683"/>
                  </a:lnTo>
                  <a:lnTo>
                    <a:pt x="28627" y="7705"/>
                  </a:lnTo>
                  <a:lnTo>
                    <a:pt x="30499" y="1843"/>
                  </a:lnTo>
                  <a:lnTo>
                    <a:pt x="3382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h3784"/>
            <p:cNvSpPr/>
            <p:nvPr/>
          </p:nvSpPr>
          <p:spPr>
            <a:xfrm>
              <a:off x="6652728" y="3124208"/>
              <a:ext cx="49796" cy="52903"/>
            </a:xfrm>
            <a:custGeom>
              <a:avLst/>
              <a:pathLst>
                <a:path w="49796" h="52903">
                  <a:moveTo>
                    <a:pt x="40665" y="246"/>
                  </a:moveTo>
                  <a:lnTo>
                    <a:pt x="41916" y="1172"/>
                  </a:lnTo>
                  <a:lnTo>
                    <a:pt x="42339" y="5419"/>
                  </a:lnTo>
                  <a:lnTo>
                    <a:pt x="38733" y="6775"/>
                  </a:lnTo>
                  <a:lnTo>
                    <a:pt x="34984" y="10747"/>
                  </a:lnTo>
                  <a:lnTo>
                    <a:pt x="33888" y="12801"/>
                  </a:lnTo>
                  <a:lnTo>
                    <a:pt x="30102" y="14856"/>
                  </a:lnTo>
                  <a:lnTo>
                    <a:pt x="29824" y="21167"/>
                  </a:lnTo>
                  <a:lnTo>
                    <a:pt x="32153" y="21948"/>
                  </a:lnTo>
                  <a:lnTo>
                    <a:pt x="38720" y="20242"/>
                  </a:lnTo>
                  <a:lnTo>
                    <a:pt x="44679" y="21356"/>
                  </a:lnTo>
                  <a:lnTo>
                    <a:pt x="48190" y="26773"/>
                  </a:lnTo>
                  <a:lnTo>
                    <a:pt x="49796" y="34554"/>
                  </a:lnTo>
                  <a:lnTo>
                    <a:pt x="48153" y="35202"/>
                  </a:lnTo>
                  <a:lnTo>
                    <a:pt x="45259" y="35930"/>
                  </a:lnTo>
                  <a:lnTo>
                    <a:pt x="43665" y="39275"/>
                  </a:lnTo>
                  <a:lnTo>
                    <a:pt x="43246" y="45329"/>
                  </a:lnTo>
                  <a:lnTo>
                    <a:pt x="41238" y="52903"/>
                  </a:lnTo>
                  <a:lnTo>
                    <a:pt x="37714" y="51939"/>
                  </a:lnTo>
                  <a:lnTo>
                    <a:pt x="22186" y="52414"/>
                  </a:lnTo>
                  <a:lnTo>
                    <a:pt x="23902" y="41833"/>
                  </a:lnTo>
                  <a:lnTo>
                    <a:pt x="19561" y="43817"/>
                  </a:lnTo>
                  <a:lnTo>
                    <a:pt x="20827" y="37415"/>
                  </a:lnTo>
                  <a:lnTo>
                    <a:pt x="17081" y="37188"/>
                  </a:lnTo>
                  <a:lnTo>
                    <a:pt x="7968" y="39416"/>
                  </a:lnTo>
                  <a:lnTo>
                    <a:pt x="4873" y="38935"/>
                  </a:lnTo>
                  <a:lnTo>
                    <a:pt x="3595" y="31941"/>
                  </a:lnTo>
                  <a:lnTo>
                    <a:pt x="2462" y="29608"/>
                  </a:lnTo>
                  <a:lnTo>
                    <a:pt x="477" y="28609"/>
                  </a:lnTo>
                  <a:lnTo>
                    <a:pt x="1545" y="17977"/>
                  </a:lnTo>
                  <a:lnTo>
                    <a:pt x="0" y="17048"/>
                  </a:lnTo>
                  <a:lnTo>
                    <a:pt x="1620" y="17306"/>
                  </a:lnTo>
                  <a:lnTo>
                    <a:pt x="3262" y="15981"/>
                  </a:lnTo>
                  <a:lnTo>
                    <a:pt x="3633" y="8899"/>
                  </a:lnTo>
                  <a:lnTo>
                    <a:pt x="2544" y="7398"/>
                  </a:lnTo>
                  <a:lnTo>
                    <a:pt x="2334" y="5018"/>
                  </a:lnTo>
                  <a:lnTo>
                    <a:pt x="5079" y="4373"/>
                  </a:lnTo>
                  <a:lnTo>
                    <a:pt x="10167" y="6942"/>
                  </a:lnTo>
                  <a:lnTo>
                    <a:pt x="21846" y="10429"/>
                  </a:lnTo>
                  <a:lnTo>
                    <a:pt x="22951" y="12951"/>
                  </a:lnTo>
                  <a:lnTo>
                    <a:pt x="27041" y="11991"/>
                  </a:lnTo>
                  <a:lnTo>
                    <a:pt x="29767" y="9168"/>
                  </a:lnTo>
                  <a:lnTo>
                    <a:pt x="33832" y="7994"/>
                  </a:lnTo>
                  <a:lnTo>
                    <a:pt x="37161" y="5911"/>
                  </a:lnTo>
                  <a:lnTo>
                    <a:pt x="37849" y="4944"/>
                  </a:lnTo>
                  <a:lnTo>
                    <a:pt x="37657" y="3130"/>
                  </a:lnTo>
                  <a:lnTo>
                    <a:pt x="392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h3785"/>
            <p:cNvSpPr/>
            <p:nvPr/>
          </p:nvSpPr>
          <p:spPr>
            <a:xfrm>
              <a:off x="6715089" y="3145034"/>
              <a:ext cx="21632" cy="24475"/>
            </a:xfrm>
            <a:custGeom>
              <a:avLst/>
              <a:pathLst>
                <a:path w="21632" h="24475">
                  <a:moveTo>
                    <a:pt x="7693" y="876"/>
                  </a:moveTo>
                  <a:lnTo>
                    <a:pt x="11431" y="1195"/>
                  </a:lnTo>
                  <a:lnTo>
                    <a:pt x="17265" y="2979"/>
                  </a:lnTo>
                  <a:lnTo>
                    <a:pt x="20725" y="1082"/>
                  </a:lnTo>
                  <a:lnTo>
                    <a:pt x="20402" y="561"/>
                  </a:lnTo>
                  <a:lnTo>
                    <a:pt x="20763" y="834"/>
                  </a:lnTo>
                  <a:lnTo>
                    <a:pt x="21632" y="3970"/>
                  </a:lnTo>
                  <a:lnTo>
                    <a:pt x="20936" y="8700"/>
                  </a:lnTo>
                  <a:lnTo>
                    <a:pt x="19620" y="15539"/>
                  </a:lnTo>
                  <a:lnTo>
                    <a:pt x="16903" y="20422"/>
                  </a:lnTo>
                  <a:lnTo>
                    <a:pt x="9616" y="22776"/>
                  </a:lnTo>
                  <a:lnTo>
                    <a:pt x="7597" y="24215"/>
                  </a:lnTo>
                  <a:lnTo>
                    <a:pt x="0" y="24475"/>
                  </a:lnTo>
                  <a:lnTo>
                    <a:pt x="1133" y="15284"/>
                  </a:lnTo>
                  <a:lnTo>
                    <a:pt x="3281" y="12467"/>
                  </a:lnTo>
                  <a:lnTo>
                    <a:pt x="4933" y="7865"/>
                  </a:lnTo>
                  <a:lnTo>
                    <a:pt x="628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h3786"/>
            <p:cNvSpPr/>
            <p:nvPr/>
          </p:nvSpPr>
          <p:spPr>
            <a:xfrm>
              <a:off x="6755416" y="3187806"/>
              <a:ext cx="22028" cy="40186"/>
            </a:xfrm>
            <a:custGeom>
              <a:avLst/>
              <a:pathLst>
                <a:path w="22028" h="40186">
                  <a:moveTo>
                    <a:pt x="22028" y="6906"/>
                  </a:moveTo>
                  <a:lnTo>
                    <a:pt x="19787" y="13277"/>
                  </a:lnTo>
                  <a:lnTo>
                    <a:pt x="19582" y="17353"/>
                  </a:lnTo>
                  <a:lnTo>
                    <a:pt x="18597" y="19062"/>
                  </a:lnTo>
                  <a:lnTo>
                    <a:pt x="16722" y="19368"/>
                  </a:lnTo>
                  <a:lnTo>
                    <a:pt x="15125" y="20787"/>
                  </a:lnTo>
                  <a:lnTo>
                    <a:pt x="12985" y="24930"/>
                  </a:lnTo>
                  <a:lnTo>
                    <a:pt x="13341" y="26489"/>
                  </a:lnTo>
                  <a:lnTo>
                    <a:pt x="9526" y="30510"/>
                  </a:lnTo>
                  <a:lnTo>
                    <a:pt x="8885" y="33869"/>
                  </a:lnTo>
                  <a:lnTo>
                    <a:pt x="9406" y="40186"/>
                  </a:lnTo>
                  <a:lnTo>
                    <a:pt x="6286" y="38283"/>
                  </a:lnTo>
                  <a:lnTo>
                    <a:pt x="2290" y="38696"/>
                  </a:lnTo>
                  <a:lnTo>
                    <a:pt x="1584" y="38068"/>
                  </a:lnTo>
                  <a:lnTo>
                    <a:pt x="0" y="29278"/>
                  </a:lnTo>
                  <a:lnTo>
                    <a:pt x="1337" y="28778"/>
                  </a:lnTo>
                  <a:lnTo>
                    <a:pt x="5577" y="30650"/>
                  </a:lnTo>
                  <a:lnTo>
                    <a:pt x="8367" y="24972"/>
                  </a:lnTo>
                  <a:lnTo>
                    <a:pt x="10859" y="24430"/>
                  </a:lnTo>
                  <a:lnTo>
                    <a:pt x="12708" y="23040"/>
                  </a:lnTo>
                  <a:lnTo>
                    <a:pt x="10756" y="18530"/>
                  </a:lnTo>
                  <a:lnTo>
                    <a:pt x="9006" y="16313"/>
                  </a:lnTo>
                  <a:lnTo>
                    <a:pt x="5833" y="16259"/>
                  </a:lnTo>
                  <a:lnTo>
                    <a:pt x="7493" y="12989"/>
                  </a:lnTo>
                  <a:lnTo>
                    <a:pt x="9403" y="12459"/>
                  </a:lnTo>
                  <a:lnTo>
                    <a:pt x="13431" y="9632"/>
                  </a:lnTo>
                  <a:lnTo>
                    <a:pt x="16526" y="6339"/>
                  </a:lnTo>
                  <a:lnTo>
                    <a:pt x="16008" y="1041"/>
                  </a:lnTo>
                  <a:lnTo>
                    <a:pt x="1950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h3787"/>
            <p:cNvSpPr/>
            <p:nvPr/>
          </p:nvSpPr>
          <p:spPr>
            <a:xfrm>
              <a:off x="6834910" y="3236295"/>
              <a:ext cx="28019" cy="44517"/>
            </a:xfrm>
            <a:custGeom>
              <a:avLst/>
              <a:pathLst>
                <a:path w="28019" h="44517">
                  <a:moveTo>
                    <a:pt x="20430" y="236"/>
                  </a:moveTo>
                  <a:lnTo>
                    <a:pt x="28019" y="2926"/>
                  </a:lnTo>
                  <a:lnTo>
                    <a:pt x="26029" y="5483"/>
                  </a:lnTo>
                  <a:lnTo>
                    <a:pt x="25469" y="5912"/>
                  </a:lnTo>
                  <a:lnTo>
                    <a:pt x="24877" y="5287"/>
                  </a:lnTo>
                  <a:lnTo>
                    <a:pt x="22300" y="5041"/>
                  </a:lnTo>
                  <a:lnTo>
                    <a:pt x="20315" y="7075"/>
                  </a:lnTo>
                  <a:lnTo>
                    <a:pt x="17924" y="11725"/>
                  </a:lnTo>
                  <a:lnTo>
                    <a:pt x="16329" y="12966"/>
                  </a:lnTo>
                  <a:lnTo>
                    <a:pt x="19676" y="19589"/>
                  </a:lnTo>
                  <a:lnTo>
                    <a:pt x="20083" y="21705"/>
                  </a:lnTo>
                  <a:lnTo>
                    <a:pt x="21083" y="22958"/>
                  </a:lnTo>
                  <a:lnTo>
                    <a:pt x="20883" y="25331"/>
                  </a:lnTo>
                  <a:lnTo>
                    <a:pt x="17348" y="36527"/>
                  </a:lnTo>
                  <a:lnTo>
                    <a:pt x="15926" y="37397"/>
                  </a:lnTo>
                  <a:lnTo>
                    <a:pt x="14204" y="37125"/>
                  </a:lnTo>
                  <a:lnTo>
                    <a:pt x="15513" y="38017"/>
                  </a:lnTo>
                  <a:lnTo>
                    <a:pt x="15378" y="39284"/>
                  </a:lnTo>
                  <a:lnTo>
                    <a:pt x="13896" y="41154"/>
                  </a:lnTo>
                  <a:lnTo>
                    <a:pt x="10799" y="41485"/>
                  </a:lnTo>
                  <a:lnTo>
                    <a:pt x="6920" y="44517"/>
                  </a:lnTo>
                  <a:lnTo>
                    <a:pt x="3271" y="42142"/>
                  </a:lnTo>
                  <a:lnTo>
                    <a:pt x="2544" y="43416"/>
                  </a:lnTo>
                  <a:lnTo>
                    <a:pt x="969" y="42441"/>
                  </a:lnTo>
                  <a:lnTo>
                    <a:pt x="2592" y="39105"/>
                  </a:lnTo>
                  <a:lnTo>
                    <a:pt x="1272" y="35871"/>
                  </a:lnTo>
                  <a:lnTo>
                    <a:pt x="0" y="34801"/>
                  </a:lnTo>
                  <a:lnTo>
                    <a:pt x="1030" y="32614"/>
                  </a:lnTo>
                  <a:lnTo>
                    <a:pt x="867" y="28442"/>
                  </a:lnTo>
                  <a:lnTo>
                    <a:pt x="2256" y="26156"/>
                  </a:lnTo>
                  <a:lnTo>
                    <a:pt x="3554" y="25687"/>
                  </a:lnTo>
                  <a:lnTo>
                    <a:pt x="11170" y="26624"/>
                  </a:lnTo>
                  <a:lnTo>
                    <a:pt x="12522" y="26292"/>
                  </a:lnTo>
                  <a:lnTo>
                    <a:pt x="13556" y="23882"/>
                  </a:lnTo>
                  <a:lnTo>
                    <a:pt x="11487" y="21188"/>
                  </a:lnTo>
                  <a:lnTo>
                    <a:pt x="7749" y="18099"/>
                  </a:lnTo>
                  <a:lnTo>
                    <a:pt x="2710" y="18173"/>
                  </a:lnTo>
                  <a:lnTo>
                    <a:pt x="772" y="16400"/>
                  </a:lnTo>
                  <a:lnTo>
                    <a:pt x="2415" y="12491"/>
                  </a:lnTo>
                  <a:lnTo>
                    <a:pt x="1997" y="8926"/>
                  </a:lnTo>
                  <a:lnTo>
                    <a:pt x="3789" y="7652"/>
                  </a:lnTo>
                  <a:lnTo>
                    <a:pt x="7188" y="8857"/>
                  </a:lnTo>
                  <a:lnTo>
                    <a:pt x="9962" y="8860"/>
                  </a:lnTo>
                  <a:lnTo>
                    <a:pt x="11381" y="7510"/>
                  </a:lnTo>
                  <a:lnTo>
                    <a:pt x="10815" y="6334"/>
                  </a:lnTo>
                  <a:lnTo>
                    <a:pt x="12076" y="5424"/>
                  </a:lnTo>
                  <a:lnTo>
                    <a:pt x="19126" y="7707"/>
                  </a:lnTo>
                  <a:lnTo>
                    <a:pt x="21239" y="3364"/>
                  </a:lnTo>
                  <a:lnTo>
                    <a:pt x="194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h3788"/>
            <p:cNvSpPr/>
            <p:nvPr/>
          </p:nvSpPr>
          <p:spPr>
            <a:xfrm>
              <a:off x="6787177" y="3126854"/>
              <a:ext cx="25357" cy="24356"/>
            </a:xfrm>
            <a:custGeom>
              <a:avLst/>
              <a:pathLst>
                <a:path w="25357" h="24356">
                  <a:moveTo>
                    <a:pt x="13701" y="0"/>
                  </a:moveTo>
                  <a:lnTo>
                    <a:pt x="17847" y="297"/>
                  </a:lnTo>
                  <a:lnTo>
                    <a:pt x="22261" y="199"/>
                  </a:lnTo>
                  <a:lnTo>
                    <a:pt x="24933" y="1777"/>
                  </a:lnTo>
                  <a:lnTo>
                    <a:pt x="25281" y="5887"/>
                  </a:lnTo>
                  <a:lnTo>
                    <a:pt x="24405" y="7685"/>
                  </a:lnTo>
                  <a:lnTo>
                    <a:pt x="25286" y="15015"/>
                  </a:lnTo>
                  <a:lnTo>
                    <a:pt x="25357" y="18165"/>
                  </a:lnTo>
                  <a:lnTo>
                    <a:pt x="20242" y="24356"/>
                  </a:lnTo>
                  <a:lnTo>
                    <a:pt x="18993" y="23144"/>
                  </a:lnTo>
                  <a:lnTo>
                    <a:pt x="14300" y="21424"/>
                  </a:lnTo>
                  <a:lnTo>
                    <a:pt x="11883" y="14859"/>
                  </a:lnTo>
                  <a:lnTo>
                    <a:pt x="12051" y="12407"/>
                  </a:lnTo>
                  <a:lnTo>
                    <a:pt x="12783" y="11641"/>
                  </a:lnTo>
                  <a:lnTo>
                    <a:pt x="18276" y="8413"/>
                  </a:lnTo>
                  <a:lnTo>
                    <a:pt x="19545" y="2641"/>
                  </a:lnTo>
                  <a:lnTo>
                    <a:pt x="18873" y="2263"/>
                  </a:lnTo>
                  <a:lnTo>
                    <a:pt x="14213" y="4055"/>
                  </a:lnTo>
                  <a:lnTo>
                    <a:pt x="12479" y="6990"/>
                  </a:lnTo>
                  <a:lnTo>
                    <a:pt x="8519" y="11135"/>
                  </a:lnTo>
                  <a:lnTo>
                    <a:pt x="3160" y="12957"/>
                  </a:lnTo>
                  <a:lnTo>
                    <a:pt x="2875" y="14432"/>
                  </a:lnTo>
                  <a:lnTo>
                    <a:pt x="744" y="12397"/>
                  </a:lnTo>
                  <a:lnTo>
                    <a:pt x="0" y="7548"/>
                  </a:lnTo>
                  <a:lnTo>
                    <a:pt x="6691" y="257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h3789"/>
            <p:cNvSpPr/>
            <p:nvPr/>
          </p:nvSpPr>
          <p:spPr>
            <a:xfrm>
              <a:off x="6786239" y="3182016"/>
              <a:ext cx="25421" cy="24720"/>
            </a:xfrm>
            <a:custGeom>
              <a:avLst/>
              <a:pathLst>
                <a:path w="25421" h="24720">
                  <a:moveTo>
                    <a:pt x="25421" y="7915"/>
                  </a:moveTo>
                  <a:lnTo>
                    <a:pt x="24927" y="8916"/>
                  </a:lnTo>
                  <a:lnTo>
                    <a:pt x="23088" y="9084"/>
                  </a:lnTo>
                  <a:lnTo>
                    <a:pt x="22780" y="16922"/>
                  </a:lnTo>
                  <a:lnTo>
                    <a:pt x="23886" y="18389"/>
                  </a:lnTo>
                  <a:lnTo>
                    <a:pt x="22067" y="19613"/>
                  </a:lnTo>
                  <a:lnTo>
                    <a:pt x="19539" y="19921"/>
                  </a:lnTo>
                  <a:lnTo>
                    <a:pt x="18722" y="22562"/>
                  </a:lnTo>
                  <a:lnTo>
                    <a:pt x="17602" y="23706"/>
                  </a:lnTo>
                  <a:lnTo>
                    <a:pt x="14685" y="24302"/>
                  </a:lnTo>
                  <a:lnTo>
                    <a:pt x="10146" y="23972"/>
                  </a:lnTo>
                  <a:lnTo>
                    <a:pt x="7068" y="24720"/>
                  </a:lnTo>
                  <a:lnTo>
                    <a:pt x="5243" y="22938"/>
                  </a:lnTo>
                  <a:lnTo>
                    <a:pt x="5973" y="21796"/>
                  </a:lnTo>
                  <a:lnTo>
                    <a:pt x="9676" y="20047"/>
                  </a:lnTo>
                  <a:lnTo>
                    <a:pt x="9603" y="19464"/>
                  </a:lnTo>
                  <a:lnTo>
                    <a:pt x="6305" y="13172"/>
                  </a:lnTo>
                  <a:lnTo>
                    <a:pt x="4519" y="11256"/>
                  </a:lnTo>
                  <a:lnTo>
                    <a:pt x="769" y="10736"/>
                  </a:lnTo>
                  <a:lnTo>
                    <a:pt x="0" y="6563"/>
                  </a:lnTo>
                  <a:lnTo>
                    <a:pt x="5484" y="6580"/>
                  </a:lnTo>
                  <a:lnTo>
                    <a:pt x="8583" y="4617"/>
                  </a:lnTo>
                  <a:lnTo>
                    <a:pt x="10886" y="6440"/>
                  </a:lnTo>
                  <a:lnTo>
                    <a:pt x="12309" y="9388"/>
                  </a:lnTo>
                  <a:lnTo>
                    <a:pt x="8362" y="9847"/>
                  </a:lnTo>
                  <a:lnTo>
                    <a:pt x="7454" y="13699"/>
                  </a:lnTo>
                  <a:lnTo>
                    <a:pt x="10122" y="14466"/>
                  </a:lnTo>
                  <a:lnTo>
                    <a:pt x="12556" y="13776"/>
                  </a:lnTo>
                  <a:lnTo>
                    <a:pt x="12662" y="13092"/>
                  </a:lnTo>
                  <a:lnTo>
                    <a:pt x="17599" y="13403"/>
                  </a:lnTo>
                  <a:lnTo>
                    <a:pt x="14607" y="18346"/>
                  </a:lnTo>
                  <a:lnTo>
                    <a:pt x="15297" y="22501"/>
                  </a:lnTo>
                  <a:lnTo>
                    <a:pt x="17793" y="22543"/>
                  </a:lnTo>
                  <a:lnTo>
                    <a:pt x="19750" y="18427"/>
                  </a:lnTo>
                  <a:lnTo>
                    <a:pt x="19524" y="13693"/>
                  </a:lnTo>
                  <a:lnTo>
                    <a:pt x="18145" y="9221"/>
                  </a:lnTo>
                  <a:lnTo>
                    <a:pt x="15496" y="10910"/>
                  </a:lnTo>
                  <a:lnTo>
                    <a:pt x="14270" y="10614"/>
                  </a:lnTo>
                  <a:lnTo>
                    <a:pt x="14403" y="5729"/>
                  </a:lnTo>
                  <a:lnTo>
                    <a:pt x="17726" y="2649"/>
                  </a:lnTo>
                  <a:lnTo>
                    <a:pt x="20837" y="881"/>
                  </a:lnTo>
                  <a:lnTo>
                    <a:pt x="21310" y="2867"/>
                  </a:lnTo>
                  <a:lnTo>
                    <a:pt x="23050" y="2617"/>
                  </a:lnTo>
                  <a:lnTo>
                    <a:pt x="2380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h3790"/>
            <p:cNvSpPr/>
            <p:nvPr/>
          </p:nvSpPr>
          <p:spPr>
            <a:xfrm>
              <a:off x="6754457" y="3234802"/>
              <a:ext cx="48963" cy="52637"/>
            </a:xfrm>
            <a:custGeom>
              <a:avLst/>
              <a:pathLst>
                <a:path w="48963" h="52637">
                  <a:moveTo>
                    <a:pt x="17849" y="1723"/>
                  </a:moveTo>
                  <a:lnTo>
                    <a:pt x="19679" y="5775"/>
                  </a:lnTo>
                  <a:lnTo>
                    <a:pt x="17464" y="5756"/>
                  </a:lnTo>
                  <a:lnTo>
                    <a:pt x="16207" y="7200"/>
                  </a:lnTo>
                  <a:lnTo>
                    <a:pt x="16707" y="8236"/>
                  </a:lnTo>
                  <a:lnTo>
                    <a:pt x="19995" y="10730"/>
                  </a:lnTo>
                  <a:lnTo>
                    <a:pt x="22888" y="18183"/>
                  </a:lnTo>
                  <a:lnTo>
                    <a:pt x="27970" y="21626"/>
                  </a:lnTo>
                  <a:lnTo>
                    <a:pt x="28663" y="20897"/>
                  </a:lnTo>
                  <a:lnTo>
                    <a:pt x="27587" y="14780"/>
                  </a:lnTo>
                  <a:lnTo>
                    <a:pt x="28554" y="12963"/>
                  </a:lnTo>
                  <a:lnTo>
                    <a:pt x="31084" y="12751"/>
                  </a:lnTo>
                  <a:lnTo>
                    <a:pt x="35452" y="14678"/>
                  </a:lnTo>
                  <a:lnTo>
                    <a:pt x="45787" y="9716"/>
                  </a:lnTo>
                  <a:lnTo>
                    <a:pt x="47793" y="13228"/>
                  </a:lnTo>
                  <a:lnTo>
                    <a:pt x="45371" y="17291"/>
                  </a:lnTo>
                  <a:lnTo>
                    <a:pt x="44614" y="20777"/>
                  </a:lnTo>
                  <a:lnTo>
                    <a:pt x="48963" y="20844"/>
                  </a:lnTo>
                  <a:lnTo>
                    <a:pt x="46375" y="28211"/>
                  </a:lnTo>
                  <a:lnTo>
                    <a:pt x="43927" y="28774"/>
                  </a:lnTo>
                  <a:lnTo>
                    <a:pt x="43471" y="29675"/>
                  </a:lnTo>
                  <a:lnTo>
                    <a:pt x="45321" y="33435"/>
                  </a:lnTo>
                  <a:lnTo>
                    <a:pt x="47514" y="32331"/>
                  </a:lnTo>
                  <a:lnTo>
                    <a:pt x="48319" y="33260"/>
                  </a:lnTo>
                  <a:lnTo>
                    <a:pt x="46888" y="35229"/>
                  </a:lnTo>
                  <a:lnTo>
                    <a:pt x="39353" y="34532"/>
                  </a:lnTo>
                  <a:lnTo>
                    <a:pt x="37080" y="35607"/>
                  </a:lnTo>
                  <a:lnTo>
                    <a:pt x="35360" y="39006"/>
                  </a:lnTo>
                  <a:lnTo>
                    <a:pt x="32098" y="39770"/>
                  </a:lnTo>
                  <a:lnTo>
                    <a:pt x="32315" y="41142"/>
                  </a:lnTo>
                  <a:lnTo>
                    <a:pt x="31577" y="40617"/>
                  </a:lnTo>
                  <a:lnTo>
                    <a:pt x="21652" y="44898"/>
                  </a:lnTo>
                  <a:lnTo>
                    <a:pt x="21298" y="47665"/>
                  </a:lnTo>
                  <a:lnTo>
                    <a:pt x="19279" y="50502"/>
                  </a:lnTo>
                  <a:lnTo>
                    <a:pt x="15931" y="52637"/>
                  </a:lnTo>
                  <a:lnTo>
                    <a:pt x="12775" y="52526"/>
                  </a:lnTo>
                  <a:lnTo>
                    <a:pt x="11947" y="50597"/>
                  </a:lnTo>
                  <a:lnTo>
                    <a:pt x="14819" y="48621"/>
                  </a:lnTo>
                  <a:lnTo>
                    <a:pt x="15197" y="43431"/>
                  </a:lnTo>
                  <a:lnTo>
                    <a:pt x="10996" y="42106"/>
                  </a:lnTo>
                  <a:lnTo>
                    <a:pt x="10475" y="39315"/>
                  </a:lnTo>
                  <a:lnTo>
                    <a:pt x="3492" y="38931"/>
                  </a:lnTo>
                  <a:lnTo>
                    <a:pt x="2132" y="34938"/>
                  </a:lnTo>
                  <a:lnTo>
                    <a:pt x="0" y="36245"/>
                  </a:lnTo>
                  <a:lnTo>
                    <a:pt x="7802" y="25443"/>
                  </a:lnTo>
                  <a:lnTo>
                    <a:pt x="11863" y="21143"/>
                  </a:lnTo>
                  <a:lnTo>
                    <a:pt x="6822" y="16222"/>
                  </a:lnTo>
                  <a:lnTo>
                    <a:pt x="5237" y="15823"/>
                  </a:lnTo>
                  <a:lnTo>
                    <a:pt x="3474" y="11859"/>
                  </a:lnTo>
                  <a:lnTo>
                    <a:pt x="4026" y="7730"/>
                  </a:lnTo>
                  <a:lnTo>
                    <a:pt x="6196" y="3419"/>
                  </a:lnTo>
                  <a:lnTo>
                    <a:pt x="7893" y="2749"/>
                  </a:lnTo>
                  <a:lnTo>
                    <a:pt x="8315" y="3378"/>
                  </a:lnTo>
                  <a:lnTo>
                    <a:pt x="16553" y="1208"/>
                  </a:lnTo>
                  <a:lnTo>
                    <a:pt x="16859" y="600"/>
                  </a:lnTo>
                  <a:lnTo>
                    <a:pt x="1880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h3791"/>
            <p:cNvSpPr/>
            <p:nvPr/>
          </p:nvSpPr>
          <p:spPr>
            <a:xfrm>
              <a:off x="6770666" y="3204842"/>
              <a:ext cx="26844" cy="37831"/>
            </a:xfrm>
            <a:custGeom>
              <a:avLst/>
              <a:pathLst>
                <a:path w="26844" h="37831">
                  <a:moveTo>
                    <a:pt x="19993" y="1093"/>
                  </a:moveTo>
                  <a:lnTo>
                    <a:pt x="18421" y="1909"/>
                  </a:lnTo>
                  <a:lnTo>
                    <a:pt x="17802" y="3194"/>
                  </a:lnTo>
                  <a:lnTo>
                    <a:pt x="19232" y="3956"/>
                  </a:lnTo>
                  <a:lnTo>
                    <a:pt x="21961" y="3530"/>
                  </a:lnTo>
                  <a:lnTo>
                    <a:pt x="23588" y="6848"/>
                  </a:lnTo>
                  <a:lnTo>
                    <a:pt x="22197" y="7755"/>
                  </a:lnTo>
                  <a:lnTo>
                    <a:pt x="21369" y="7069"/>
                  </a:lnTo>
                  <a:lnTo>
                    <a:pt x="20607" y="8005"/>
                  </a:lnTo>
                  <a:lnTo>
                    <a:pt x="20051" y="11467"/>
                  </a:lnTo>
                  <a:lnTo>
                    <a:pt x="19810" y="14791"/>
                  </a:lnTo>
                  <a:lnTo>
                    <a:pt x="21606" y="19301"/>
                  </a:lnTo>
                  <a:lnTo>
                    <a:pt x="21473" y="20380"/>
                  </a:lnTo>
                  <a:lnTo>
                    <a:pt x="25523" y="25177"/>
                  </a:lnTo>
                  <a:lnTo>
                    <a:pt x="25496" y="27342"/>
                  </a:lnTo>
                  <a:lnTo>
                    <a:pt x="26844" y="30124"/>
                  </a:lnTo>
                  <a:lnTo>
                    <a:pt x="23111" y="25942"/>
                  </a:lnTo>
                  <a:lnTo>
                    <a:pt x="21693" y="25276"/>
                  </a:lnTo>
                  <a:lnTo>
                    <a:pt x="19965" y="26921"/>
                  </a:lnTo>
                  <a:lnTo>
                    <a:pt x="19342" y="28858"/>
                  </a:lnTo>
                  <a:lnTo>
                    <a:pt x="12655" y="27416"/>
                  </a:lnTo>
                  <a:lnTo>
                    <a:pt x="9345" y="29433"/>
                  </a:lnTo>
                  <a:lnTo>
                    <a:pt x="5463" y="33344"/>
                  </a:lnTo>
                  <a:lnTo>
                    <a:pt x="5811" y="34008"/>
                  </a:lnTo>
                  <a:lnTo>
                    <a:pt x="9301" y="32850"/>
                  </a:lnTo>
                  <a:lnTo>
                    <a:pt x="10931" y="34741"/>
                  </a:lnTo>
                  <a:lnTo>
                    <a:pt x="12211" y="37831"/>
                  </a:lnTo>
                  <a:lnTo>
                    <a:pt x="9399" y="37691"/>
                  </a:lnTo>
                  <a:lnTo>
                    <a:pt x="6124" y="35733"/>
                  </a:lnTo>
                  <a:lnTo>
                    <a:pt x="3471" y="35735"/>
                  </a:lnTo>
                  <a:lnTo>
                    <a:pt x="1641" y="31683"/>
                  </a:lnTo>
                  <a:lnTo>
                    <a:pt x="2591" y="29959"/>
                  </a:lnTo>
                  <a:lnTo>
                    <a:pt x="651" y="30560"/>
                  </a:lnTo>
                  <a:lnTo>
                    <a:pt x="0" y="26231"/>
                  </a:lnTo>
                  <a:lnTo>
                    <a:pt x="1198" y="22774"/>
                  </a:lnTo>
                  <a:lnTo>
                    <a:pt x="10451" y="11703"/>
                  </a:lnTo>
                  <a:lnTo>
                    <a:pt x="13128" y="5232"/>
                  </a:lnTo>
                  <a:lnTo>
                    <a:pt x="13316" y="4175"/>
                  </a:lnTo>
                  <a:lnTo>
                    <a:pt x="11079" y="519"/>
                  </a:lnTo>
                  <a:lnTo>
                    <a:pt x="1512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h3792"/>
            <p:cNvSpPr/>
            <p:nvPr/>
          </p:nvSpPr>
          <p:spPr>
            <a:xfrm>
              <a:off x="6807456" y="3220531"/>
              <a:ext cx="48693" cy="54468"/>
            </a:xfrm>
            <a:custGeom>
              <a:avLst/>
              <a:pathLst>
                <a:path w="48693" h="54468">
                  <a:moveTo>
                    <a:pt x="30824" y="1814"/>
                  </a:moveTo>
                  <a:lnTo>
                    <a:pt x="30463" y="9561"/>
                  </a:lnTo>
                  <a:lnTo>
                    <a:pt x="34974" y="9974"/>
                  </a:lnTo>
                  <a:lnTo>
                    <a:pt x="38448" y="10753"/>
                  </a:lnTo>
                  <a:lnTo>
                    <a:pt x="38866" y="11695"/>
                  </a:lnTo>
                  <a:lnTo>
                    <a:pt x="44812" y="13756"/>
                  </a:lnTo>
                  <a:lnTo>
                    <a:pt x="46922" y="15763"/>
                  </a:lnTo>
                  <a:lnTo>
                    <a:pt x="48693" y="19128"/>
                  </a:lnTo>
                  <a:lnTo>
                    <a:pt x="46580" y="23471"/>
                  </a:lnTo>
                  <a:lnTo>
                    <a:pt x="39530" y="21188"/>
                  </a:lnTo>
                  <a:lnTo>
                    <a:pt x="38269" y="22097"/>
                  </a:lnTo>
                  <a:lnTo>
                    <a:pt x="38835" y="23274"/>
                  </a:lnTo>
                  <a:lnTo>
                    <a:pt x="37416" y="24624"/>
                  </a:lnTo>
                  <a:lnTo>
                    <a:pt x="34642" y="24620"/>
                  </a:lnTo>
                  <a:lnTo>
                    <a:pt x="31243" y="23415"/>
                  </a:lnTo>
                  <a:lnTo>
                    <a:pt x="29451" y="24689"/>
                  </a:lnTo>
                  <a:lnTo>
                    <a:pt x="29869" y="28255"/>
                  </a:lnTo>
                  <a:lnTo>
                    <a:pt x="28226" y="32164"/>
                  </a:lnTo>
                  <a:lnTo>
                    <a:pt x="30164" y="33937"/>
                  </a:lnTo>
                  <a:lnTo>
                    <a:pt x="35203" y="33863"/>
                  </a:lnTo>
                  <a:lnTo>
                    <a:pt x="38941" y="36952"/>
                  </a:lnTo>
                  <a:lnTo>
                    <a:pt x="41010" y="39646"/>
                  </a:lnTo>
                  <a:lnTo>
                    <a:pt x="39976" y="42056"/>
                  </a:lnTo>
                  <a:lnTo>
                    <a:pt x="38624" y="42387"/>
                  </a:lnTo>
                  <a:lnTo>
                    <a:pt x="31008" y="41451"/>
                  </a:lnTo>
                  <a:lnTo>
                    <a:pt x="29710" y="41920"/>
                  </a:lnTo>
                  <a:lnTo>
                    <a:pt x="28321" y="44206"/>
                  </a:lnTo>
                  <a:lnTo>
                    <a:pt x="28484" y="48378"/>
                  </a:lnTo>
                  <a:lnTo>
                    <a:pt x="27454" y="50565"/>
                  </a:lnTo>
                  <a:lnTo>
                    <a:pt x="24991" y="50613"/>
                  </a:lnTo>
                  <a:lnTo>
                    <a:pt x="24944" y="53067"/>
                  </a:lnTo>
                  <a:lnTo>
                    <a:pt x="25843" y="53328"/>
                  </a:lnTo>
                  <a:lnTo>
                    <a:pt x="25825" y="54015"/>
                  </a:lnTo>
                  <a:lnTo>
                    <a:pt x="24111" y="54468"/>
                  </a:lnTo>
                  <a:lnTo>
                    <a:pt x="9051" y="48652"/>
                  </a:lnTo>
                  <a:lnTo>
                    <a:pt x="3634" y="45856"/>
                  </a:lnTo>
                  <a:lnTo>
                    <a:pt x="528" y="46663"/>
                  </a:lnTo>
                  <a:lnTo>
                    <a:pt x="0" y="44458"/>
                  </a:lnTo>
                  <a:lnTo>
                    <a:pt x="847" y="41628"/>
                  </a:lnTo>
                  <a:lnTo>
                    <a:pt x="3507" y="40401"/>
                  </a:lnTo>
                  <a:lnTo>
                    <a:pt x="3916" y="39084"/>
                  </a:lnTo>
                  <a:lnTo>
                    <a:pt x="5592" y="35954"/>
                  </a:lnTo>
                  <a:lnTo>
                    <a:pt x="6931" y="35715"/>
                  </a:lnTo>
                  <a:lnTo>
                    <a:pt x="7680" y="36909"/>
                  </a:lnTo>
                  <a:lnTo>
                    <a:pt x="9965" y="36783"/>
                  </a:lnTo>
                  <a:lnTo>
                    <a:pt x="9726" y="29863"/>
                  </a:lnTo>
                  <a:lnTo>
                    <a:pt x="8804" y="28955"/>
                  </a:lnTo>
                  <a:lnTo>
                    <a:pt x="11603" y="30716"/>
                  </a:lnTo>
                  <a:lnTo>
                    <a:pt x="17629" y="28544"/>
                  </a:lnTo>
                  <a:lnTo>
                    <a:pt x="23508" y="22747"/>
                  </a:lnTo>
                  <a:lnTo>
                    <a:pt x="23777" y="20318"/>
                  </a:lnTo>
                  <a:lnTo>
                    <a:pt x="25568" y="18088"/>
                  </a:lnTo>
                  <a:lnTo>
                    <a:pt x="30197" y="19713"/>
                  </a:lnTo>
                  <a:lnTo>
                    <a:pt x="31114" y="19151"/>
                  </a:lnTo>
                  <a:lnTo>
                    <a:pt x="31184" y="16849"/>
                  </a:lnTo>
                  <a:lnTo>
                    <a:pt x="30904" y="16116"/>
                  </a:lnTo>
                  <a:lnTo>
                    <a:pt x="24975" y="14027"/>
                  </a:lnTo>
                  <a:lnTo>
                    <a:pt x="24474" y="9480"/>
                  </a:lnTo>
                  <a:lnTo>
                    <a:pt x="27242" y="6854"/>
                  </a:lnTo>
                  <a:lnTo>
                    <a:pt x="24920" y="4012"/>
                  </a:lnTo>
                  <a:lnTo>
                    <a:pt x="26893" y="1135"/>
                  </a:lnTo>
                  <a:lnTo>
                    <a:pt x="28629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h3793"/>
            <p:cNvSpPr/>
            <p:nvPr/>
          </p:nvSpPr>
          <p:spPr>
            <a:xfrm>
              <a:off x="6782106" y="3294106"/>
              <a:ext cx="43296" cy="27884"/>
            </a:xfrm>
            <a:custGeom>
              <a:avLst/>
              <a:pathLst>
                <a:path w="43296" h="27884">
                  <a:moveTo>
                    <a:pt x="27924" y="0"/>
                  </a:moveTo>
                  <a:lnTo>
                    <a:pt x="32851" y="3245"/>
                  </a:lnTo>
                  <a:lnTo>
                    <a:pt x="37718" y="5273"/>
                  </a:lnTo>
                  <a:lnTo>
                    <a:pt x="38767" y="11118"/>
                  </a:lnTo>
                  <a:lnTo>
                    <a:pt x="41140" y="10963"/>
                  </a:lnTo>
                  <a:lnTo>
                    <a:pt x="42200" y="11652"/>
                  </a:lnTo>
                  <a:lnTo>
                    <a:pt x="42347" y="13466"/>
                  </a:lnTo>
                  <a:lnTo>
                    <a:pt x="42166" y="14812"/>
                  </a:lnTo>
                  <a:lnTo>
                    <a:pt x="43296" y="17252"/>
                  </a:lnTo>
                  <a:lnTo>
                    <a:pt x="41463" y="19918"/>
                  </a:lnTo>
                  <a:lnTo>
                    <a:pt x="37711" y="25184"/>
                  </a:lnTo>
                  <a:lnTo>
                    <a:pt x="31383" y="24709"/>
                  </a:lnTo>
                  <a:lnTo>
                    <a:pt x="25509" y="27884"/>
                  </a:lnTo>
                  <a:lnTo>
                    <a:pt x="25105" y="27585"/>
                  </a:lnTo>
                  <a:lnTo>
                    <a:pt x="24667" y="22593"/>
                  </a:lnTo>
                  <a:lnTo>
                    <a:pt x="25198" y="20346"/>
                  </a:lnTo>
                  <a:lnTo>
                    <a:pt x="28395" y="19931"/>
                  </a:lnTo>
                  <a:lnTo>
                    <a:pt x="28425" y="15155"/>
                  </a:lnTo>
                  <a:lnTo>
                    <a:pt x="27276" y="9176"/>
                  </a:lnTo>
                  <a:lnTo>
                    <a:pt x="23304" y="7083"/>
                  </a:lnTo>
                  <a:lnTo>
                    <a:pt x="21530" y="7041"/>
                  </a:lnTo>
                  <a:lnTo>
                    <a:pt x="21727" y="11560"/>
                  </a:lnTo>
                  <a:lnTo>
                    <a:pt x="16169" y="14592"/>
                  </a:lnTo>
                  <a:lnTo>
                    <a:pt x="16247" y="15628"/>
                  </a:lnTo>
                  <a:lnTo>
                    <a:pt x="19287" y="17452"/>
                  </a:lnTo>
                  <a:lnTo>
                    <a:pt x="19634" y="21648"/>
                  </a:lnTo>
                  <a:lnTo>
                    <a:pt x="11856" y="23289"/>
                  </a:lnTo>
                  <a:lnTo>
                    <a:pt x="13096" y="25307"/>
                  </a:lnTo>
                  <a:lnTo>
                    <a:pt x="3173" y="16554"/>
                  </a:lnTo>
                  <a:lnTo>
                    <a:pt x="0" y="12371"/>
                  </a:lnTo>
                  <a:lnTo>
                    <a:pt x="6885" y="10560"/>
                  </a:lnTo>
                  <a:lnTo>
                    <a:pt x="11181" y="7850"/>
                  </a:lnTo>
                  <a:lnTo>
                    <a:pt x="12704" y="10687"/>
                  </a:lnTo>
                  <a:lnTo>
                    <a:pt x="17717" y="9459"/>
                  </a:lnTo>
                  <a:lnTo>
                    <a:pt x="18659" y="5925"/>
                  </a:lnTo>
                  <a:lnTo>
                    <a:pt x="20777" y="3575"/>
                  </a:lnTo>
                  <a:lnTo>
                    <a:pt x="24588" y="2693"/>
                  </a:lnTo>
                  <a:lnTo>
                    <a:pt x="26963" y="53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h3794"/>
            <p:cNvSpPr/>
            <p:nvPr/>
          </p:nvSpPr>
          <p:spPr>
            <a:xfrm>
              <a:off x="6786556" y="3269334"/>
              <a:ext cx="22677" cy="35459"/>
            </a:xfrm>
            <a:custGeom>
              <a:avLst/>
              <a:pathLst>
                <a:path w="22677" h="35459">
                  <a:moveTo>
                    <a:pt x="14789" y="696"/>
                  </a:moveTo>
                  <a:lnTo>
                    <a:pt x="15643" y="2097"/>
                  </a:lnTo>
                  <a:lnTo>
                    <a:pt x="19947" y="1136"/>
                  </a:lnTo>
                  <a:lnTo>
                    <a:pt x="21466" y="3201"/>
                  </a:lnTo>
                  <a:lnTo>
                    <a:pt x="22677" y="7869"/>
                  </a:lnTo>
                  <a:lnTo>
                    <a:pt x="20598" y="12375"/>
                  </a:lnTo>
                  <a:lnTo>
                    <a:pt x="20310" y="17347"/>
                  </a:lnTo>
                  <a:lnTo>
                    <a:pt x="21029" y="18490"/>
                  </a:lnTo>
                  <a:lnTo>
                    <a:pt x="21653" y="20724"/>
                  </a:lnTo>
                  <a:lnTo>
                    <a:pt x="20868" y="22525"/>
                  </a:lnTo>
                  <a:lnTo>
                    <a:pt x="21137" y="24673"/>
                  </a:lnTo>
                  <a:lnTo>
                    <a:pt x="22514" y="25304"/>
                  </a:lnTo>
                  <a:lnTo>
                    <a:pt x="20139" y="27465"/>
                  </a:lnTo>
                  <a:lnTo>
                    <a:pt x="16327" y="28346"/>
                  </a:lnTo>
                  <a:lnTo>
                    <a:pt x="14209" y="30697"/>
                  </a:lnTo>
                  <a:lnTo>
                    <a:pt x="13267" y="34231"/>
                  </a:lnTo>
                  <a:lnTo>
                    <a:pt x="8254" y="35459"/>
                  </a:lnTo>
                  <a:lnTo>
                    <a:pt x="6732" y="32622"/>
                  </a:lnTo>
                  <a:lnTo>
                    <a:pt x="14478" y="29341"/>
                  </a:lnTo>
                  <a:lnTo>
                    <a:pt x="7910" y="19380"/>
                  </a:lnTo>
                  <a:lnTo>
                    <a:pt x="5605" y="18009"/>
                  </a:lnTo>
                  <a:lnTo>
                    <a:pt x="1328" y="17531"/>
                  </a:lnTo>
                  <a:lnTo>
                    <a:pt x="2263" y="14159"/>
                  </a:lnTo>
                  <a:lnTo>
                    <a:pt x="2255" y="9706"/>
                  </a:lnTo>
                  <a:lnTo>
                    <a:pt x="1270" y="7303"/>
                  </a:lnTo>
                  <a:lnTo>
                    <a:pt x="216" y="6609"/>
                  </a:lnTo>
                  <a:lnTo>
                    <a:pt x="0" y="5237"/>
                  </a:lnTo>
                  <a:lnTo>
                    <a:pt x="3261" y="4473"/>
                  </a:lnTo>
                  <a:lnTo>
                    <a:pt x="4981" y="1074"/>
                  </a:lnTo>
                  <a:lnTo>
                    <a:pt x="725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h3795"/>
            <p:cNvSpPr/>
            <p:nvPr/>
          </p:nvSpPr>
          <p:spPr>
            <a:xfrm>
              <a:off x="6774361" y="3143572"/>
              <a:ext cx="20538" cy="29335"/>
            </a:xfrm>
            <a:custGeom>
              <a:avLst/>
              <a:pathLst>
                <a:path w="20538" h="29335">
                  <a:moveTo>
                    <a:pt x="17005" y="6414"/>
                  </a:moveTo>
                  <a:lnTo>
                    <a:pt x="18411" y="13676"/>
                  </a:lnTo>
                  <a:lnTo>
                    <a:pt x="20538" y="17054"/>
                  </a:lnTo>
                  <a:lnTo>
                    <a:pt x="15638" y="20031"/>
                  </a:lnTo>
                  <a:lnTo>
                    <a:pt x="5087" y="23276"/>
                  </a:lnTo>
                  <a:lnTo>
                    <a:pt x="3970" y="28772"/>
                  </a:lnTo>
                  <a:lnTo>
                    <a:pt x="984" y="29335"/>
                  </a:lnTo>
                  <a:lnTo>
                    <a:pt x="0" y="24424"/>
                  </a:lnTo>
                  <a:lnTo>
                    <a:pt x="2871" y="22046"/>
                  </a:lnTo>
                  <a:lnTo>
                    <a:pt x="674" y="20785"/>
                  </a:lnTo>
                  <a:lnTo>
                    <a:pt x="718" y="18975"/>
                  </a:lnTo>
                  <a:lnTo>
                    <a:pt x="1723" y="16720"/>
                  </a:lnTo>
                  <a:lnTo>
                    <a:pt x="4510" y="15067"/>
                  </a:lnTo>
                  <a:lnTo>
                    <a:pt x="5185" y="12095"/>
                  </a:lnTo>
                  <a:lnTo>
                    <a:pt x="4743" y="8496"/>
                  </a:lnTo>
                  <a:lnTo>
                    <a:pt x="10081" y="3558"/>
                  </a:lnTo>
                  <a:lnTo>
                    <a:pt x="16600" y="956"/>
                  </a:lnTo>
                  <a:lnTo>
                    <a:pt x="1722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h3796"/>
            <p:cNvSpPr/>
            <p:nvPr/>
          </p:nvSpPr>
          <p:spPr>
            <a:xfrm>
              <a:off x="6540213" y="3024404"/>
              <a:ext cx="42810" cy="58401"/>
            </a:xfrm>
            <a:custGeom>
              <a:avLst/>
              <a:pathLst>
                <a:path w="42810" h="58401">
                  <a:moveTo>
                    <a:pt x="24150" y="3346"/>
                  </a:moveTo>
                  <a:lnTo>
                    <a:pt x="29572" y="5984"/>
                  </a:lnTo>
                  <a:lnTo>
                    <a:pt x="29487" y="5040"/>
                  </a:lnTo>
                  <a:lnTo>
                    <a:pt x="33640" y="6576"/>
                  </a:lnTo>
                  <a:lnTo>
                    <a:pt x="36469" y="10707"/>
                  </a:lnTo>
                  <a:lnTo>
                    <a:pt x="37896" y="10873"/>
                  </a:lnTo>
                  <a:lnTo>
                    <a:pt x="41787" y="13217"/>
                  </a:lnTo>
                  <a:lnTo>
                    <a:pt x="42810" y="14513"/>
                  </a:lnTo>
                  <a:lnTo>
                    <a:pt x="41126" y="16070"/>
                  </a:lnTo>
                  <a:lnTo>
                    <a:pt x="40053" y="21922"/>
                  </a:lnTo>
                  <a:lnTo>
                    <a:pt x="36487" y="23797"/>
                  </a:lnTo>
                  <a:lnTo>
                    <a:pt x="35391" y="28311"/>
                  </a:lnTo>
                  <a:lnTo>
                    <a:pt x="37073" y="31774"/>
                  </a:lnTo>
                  <a:lnTo>
                    <a:pt x="37402" y="33148"/>
                  </a:lnTo>
                  <a:lnTo>
                    <a:pt x="35148" y="41318"/>
                  </a:lnTo>
                  <a:lnTo>
                    <a:pt x="32285" y="45316"/>
                  </a:lnTo>
                  <a:lnTo>
                    <a:pt x="34092" y="48205"/>
                  </a:lnTo>
                  <a:lnTo>
                    <a:pt x="33787" y="50329"/>
                  </a:lnTo>
                  <a:lnTo>
                    <a:pt x="31572" y="54764"/>
                  </a:lnTo>
                  <a:lnTo>
                    <a:pt x="30850" y="54331"/>
                  </a:lnTo>
                  <a:lnTo>
                    <a:pt x="27887" y="58401"/>
                  </a:lnTo>
                  <a:lnTo>
                    <a:pt x="24120" y="56298"/>
                  </a:lnTo>
                  <a:lnTo>
                    <a:pt x="19408" y="53508"/>
                  </a:lnTo>
                  <a:lnTo>
                    <a:pt x="16992" y="50391"/>
                  </a:lnTo>
                  <a:lnTo>
                    <a:pt x="6493" y="44132"/>
                  </a:lnTo>
                  <a:lnTo>
                    <a:pt x="4097" y="39008"/>
                  </a:lnTo>
                  <a:lnTo>
                    <a:pt x="5570" y="29402"/>
                  </a:lnTo>
                  <a:lnTo>
                    <a:pt x="4114" y="24493"/>
                  </a:lnTo>
                  <a:lnTo>
                    <a:pt x="1034" y="17383"/>
                  </a:lnTo>
                  <a:lnTo>
                    <a:pt x="271" y="16975"/>
                  </a:lnTo>
                  <a:lnTo>
                    <a:pt x="0" y="12415"/>
                  </a:lnTo>
                  <a:lnTo>
                    <a:pt x="1850" y="10359"/>
                  </a:lnTo>
                  <a:lnTo>
                    <a:pt x="923" y="7532"/>
                  </a:lnTo>
                  <a:lnTo>
                    <a:pt x="767" y="6492"/>
                  </a:lnTo>
                  <a:lnTo>
                    <a:pt x="2426" y="3428"/>
                  </a:lnTo>
                  <a:lnTo>
                    <a:pt x="5604" y="2404"/>
                  </a:lnTo>
                  <a:lnTo>
                    <a:pt x="10096" y="6211"/>
                  </a:lnTo>
                  <a:lnTo>
                    <a:pt x="10561" y="10908"/>
                  </a:lnTo>
                  <a:lnTo>
                    <a:pt x="11672" y="11170"/>
                  </a:lnTo>
                  <a:lnTo>
                    <a:pt x="19970" y="2425"/>
                  </a:lnTo>
                  <a:lnTo>
                    <a:pt x="209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h3797"/>
            <p:cNvSpPr/>
            <p:nvPr/>
          </p:nvSpPr>
          <p:spPr>
            <a:xfrm>
              <a:off x="6649553" y="3063013"/>
              <a:ext cx="17138" cy="21223"/>
            </a:xfrm>
            <a:custGeom>
              <a:avLst/>
              <a:pathLst>
                <a:path w="17138" h="21223">
                  <a:moveTo>
                    <a:pt x="12900" y="2000"/>
                  </a:moveTo>
                  <a:lnTo>
                    <a:pt x="17138" y="10575"/>
                  </a:lnTo>
                  <a:lnTo>
                    <a:pt x="14630" y="15691"/>
                  </a:lnTo>
                  <a:lnTo>
                    <a:pt x="15935" y="16620"/>
                  </a:lnTo>
                  <a:lnTo>
                    <a:pt x="15499" y="17743"/>
                  </a:lnTo>
                  <a:lnTo>
                    <a:pt x="9648" y="21223"/>
                  </a:lnTo>
                  <a:lnTo>
                    <a:pt x="5157" y="19984"/>
                  </a:lnTo>
                  <a:lnTo>
                    <a:pt x="3235" y="17674"/>
                  </a:lnTo>
                  <a:lnTo>
                    <a:pt x="1956" y="14395"/>
                  </a:lnTo>
                  <a:lnTo>
                    <a:pt x="766" y="13955"/>
                  </a:lnTo>
                  <a:lnTo>
                    <a:pt x="1056" y="13106"/>
                  </a:lnTo>
                  <a:lnTo>
                    <a:pt x="0" y="10374"/>
                  </a:lnTo>
                  <a:lnTo>
                    <a:pt x="1506" y="5476"/>
                  </a:lnTo>
                  <a:lnTo>
                    <a:pt x="3010" y="3279"/>
                  </a:lnTo>
                  <a:lnTo>
                    <a:pt x="5947" y="891"/>
                  </a:lnTo>
                  <a:lnTo>
                    <a:pt x="882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h3798"/>
            <p:cNvSpPr/>
            <p:nvPr/>
          </p:nvSpPr>
          <p:spPr>
            <a:xfrm>
              <a:off x="6657347" y="3046797"/>
              <a:ext cx="39572" cy="38201"/>
            </a:xfrm>
            <a:custGeom>
              <a:avLst/>
              <a:pathLst>
                <a:path w="39572" h="38201">
                  <a:moveTo>
                    <a:pt x="32738" y="0"/>
                  </a:moveTo>
                  <a:lnTo>
                    <a:pt x="34677" y="4840"/>
                  </a:lnTo>
                  <a:lnTo>
                    <a:pt x="38776" y="11297"/>
                  </a:lnTo>
                  <a:lnTo>
                    <a:pt x="39572" y="14485"/>
                  </a:lnTo>
                  <a:lnTo>
                    <a:pt x="37311" y="14027"/>
                  </a:lnTo>
                  <a:lnTo>
                    <a:pt x="34901" y="14506"/>
                  </a:lnTo>
                  <a:lnTo>
                    <a:pt x="31175" y="17053"/>
                  </a:lnTo>
                  <a:lnTo>
                    <a:pt x="32366" y="21459"/>
                  </a:lnTo>
                  <a:lnTo>
                    <a:pt x="31787" y="26526"/>
                  </a:lnTo>
                  <a:lnTo>
                    <a:pt x="28929" y="32590"/>
                  </a:lnTo>
                  <a:lnTo>
                    <a:pt x="28282" y="32762"/>
                  </a:lnTo>
                  <a:lnTo>
                    <a:pt x="26473" y="30362"/>
                  </a:lnTo>
                  <a:lnTo>
                    <a:pt x="22690" y="35666"/>
                  </a:lnTo>
                  <a:lnTo>
                    <a:pt x="14811" y="38201"/>
                  </a:lnTo>
                  <a:lnTo>
                    <a:pt x="11093" y="35885"/>
                  </a:lnTo>
                  <a:lnTo>
                    <a:pt x="11766" y="33947"/>
                  </a:lnTo>
                  <a:lnTo>
                    <a:pt x="10446" y="32551"/>
                  </a:lnTo>
                  <a:lnTo>
                    <a:pt x="8140" y="32836"/>
                  </a:lnTo>
                  <a:lnTo>
                    <a:pt x="6836" y="31907"/>
                  </a:lnTo>
                  <a:lnTo>
                    <a:pt x="9343" y="26792"/>
                  </a:lnTo>
                  <a:lnTo>
                    <a:pt x="5106" y="18217"/>
                  </a:lnTo>
                  <a:lnTo>
                    <a:pt x="1031" y="16216"/>
                  </a:lnTo>
                  <a:lnTo>
                    <a:pt x="1897" y="12554"/>
                  </a:lnTo>
                  <a:lnTo>
                    <a:pt x="1029" y="11833"/>
                  </a:lnTo>
                  <a:lnTo>
                    <a:pt x="0" y="13061"/>
                  </a:lnTo>
                  <a:lnTo>
                    <a:pt x="248" y="9396"/>
                  </a:lnTo>
                  <a:lnTo>
                    <a:pt x="8385" y="7994"/>
                  </a:lnTo>
                  <a:lnTo>
                    <a:pt x="17099" y="12710"/>
                  </a:lnTo>
                  <a:lnTo>
                    <a:pt x="19712" y="11876"/>
                  </a:lnTo>
                  <a:lnTo>
                    <a:pt x="19619" y="9291"/>
                  </a:lnTo>
                  <a:lnTo>
                    <a:pt x="24187" y="8627"/>
                  </a:lnTo>
                  <a:lnTo>
                    <a:pt x="26169" y="6446"/>
                  </a:lnTo>
                  <a:lnTo>
                    <a:pt x="26408" y="3956"/>
                  </a:lnTo>
                  <a:lnTo>
                    <a:pt x="29234" y="411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h3799"/>
            <p:cNvSpPr/>
            <p:nvPr/>
          </p:nvSpPr>
          <p:spPr>
            <a:xfrm>
              <a:off x="6739477" y="3269740"/>
              <a:ext cx="30177" cy="21097"/>
            </a:xfrm>
            <a:custGeom>
              <a:avLst/>
              <a:pathLst>
                <a:path w="30177" h="21097">
                  <a:moveTo>
                    <a:pt x="18472" y="3992"/>
                  </a:moveTo>
                  <a:lnTo>
                    <a:pt x="25455" y="4376"/>
                  </a:lnTo>
                  <a:lnTo>
                    <a:pt x="25976" y="7167"/>
                  </a:lnTo>
                  <a:lnTo>
                    <a:pt x="30177" y="8492"/>
                  </a:lnTo>
                  <a:lnTo>
                    <a:pt x="29800" y="13682"/>
                  </a:lnTo>
                  <a:lnTo>
                    <a:pt x="26928" y="15658"/>
                  </a:lnTo>
                  <a:lnTo>
                    <a:pt x="25004" y="17884"/>
                  </a:lnTo>
                  <a:lnTo>
                    <a:pt x="23481" y="18242"/>
                  </a:lnTo>
                  <a:lnTo>
                    <a:pt x="21895" y="17564"/>
                  </a:lnTo>
                  <a:lnTo>
                    <a:pt x="23063" y="15602"/>
                  </a:lnTo>
                  <a:lnTo>
                    <a:pt x="23492" y="11344"/>
                  </a:lnTo>
                  <a:lnTo>
                    <a:pt x="22050" y="10200"/>
                  </a:lnTo>
                  <a:lnTo>
                    <a:pt x="18613" y="11532"/>
                  </a:lnTo>
                  <a:lnTo>
                    <a:pt x="20434" y="12974"/>
                  </a:lnTo>
                  <a:lnTo>
                    <a:pt x="21058" y="12733"/>
                  </a:lnTo>
                  <a:lnTo>
                    <a:pt x="21447" y="14095"/>
                  </a:lnTo>
                  <a:lnTo>
                    <a:pt x="21260" y="14983"/>
                  </a:lnTo>
                  <a:lnTo>
                    <a:pt x="18672" y="17366"/>
                  </a:lnTo>
                  <a:lnTo>
                    <a:pt x="13053" y="19214"/>
                  </a:lnTo>
                  <a:lnTo>
                    <a:pt x="8789" y="18680"/>
                  </a:lnTo>
                  <a:lnTo>
                    <a:pt x="6793" y="16979"/>
                  </a:lnTo>
                  <a:lnTo>
                    <a:pt x="4000" y="16995"/>
                  </a:lnTo>
                  <a:lnTo>
                    <a:pt x="2231" y="20477"/>
                  </a:lnTo>
                  <a:lnTo>
                    <a:pt x="1794" y="21097"/>
                  </a:lnTo>
                  <a:lnTo>
                    <a:pt x="188" y="15668"/>
                  </a:lnTo>
                  <a:lnTo>
                    <a:pt x="613" y="14397"/>
                  </a:lnTo>
                  <a:lnTo>
                    <a:pt x="5187" y="10107"/>
                  </a:lnTo>
                  <a:lnTo>
                    <a:pt x="0" y="3958"/>
                  </a:lnTo>
                  <a:lnTo>
                    <a:pt x="2148" y="4634"/>
                  </a:lnTo>
                  <a:lnTo>
                    <a:pt x="10593" y="3122"/>
                  </a:lnTo>
                  <a:lnTo>
                    <a:pt x="9966" y="1830"/>
                  </a:lnTo>
                  <a:lnTo>
                    <a:pt x="10544" y="733"/>
                  </a:lnTo>
                  <a:lnTo>
                    <a:pt x="11988" y="782"/>
                  </a:lnTo>
                  <a:lnTo>
                    <a:pt x="13433" y="3640"/>
                  </a:lnTo>
                  <a:lnTo>
                    <a:pt x="14980" y="1306"/>
                  </a:lnTo>
                  <a:lnTo>
                    <a:pt x="1711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h3800"/>
            <p:cNvSpPr/>
            <p:nvPr/>
          </p:nvSpPr>
          <p:spPr>
            <a:xfrm>
              <a:off x="6642722" y="3091793"/>
              <a:ext cx="21303" cy="49720"/>
            </a:xfrm>
            <a:custGeom>
              <a:avLst/>
              <a:pathLst>
                <a:path w="21303" h="49720">
                  <a:moveTo>
                    <a:pt x="18415" y="329"/>
                  </a:moveTo>
                  <a:lnTo>
                    <a:pt x="20035" y="5619"/>
                  </a:lnTo>
                  <a:lnTo>
                    <a:pt x="21198" y="6945"/>
                  </a:lnTo>
                  <a:lnTo>
                    <a:pt x="21303" y="9296"/>
                  </a:lnTo>
                  <a:lnTo>
                    <a:pt x="16273" y="14721"/>
                  </a:lnTo>
                  <a:lnTo>
                    <a:pt x="15111" y="18747"/>
                  </a:lnTo>
                  <a:lnTo>
                    <a:pt x="12402" y="22374"/>
                  </a:lnTo>
                  <a:lnTo>
                    <a:pt x="12533" y="29496"/>
                  </a:lnTo>
                  <a:lnTo>
                    <a:pt x="10641" y="35823"/>
                  </a:lnTo>
                  <a:lnTo>
                    <a:pt x="9217" y="35832"/>
                  </a:lnTo>
                  <a:lnTo>
                    <a:pt x="7739" y="34525"/>
                  </a:lnTo>
                  <a:lnTo>
                    <a:pt x="6561" y="36113"/>
                  </a:lnTo>
                  <a:lnTo>
                    <a:pt x="11107" y="40467"/>
                  </a:lnTo>
                  <a:lnTo>
                    <a:pt x="12550" y="39812"/>
                  </a:lnTo>
                  <a:lnTo>
                    <a:pt x="13638" y="41314"/>
                  </a:lnTo>
                  <a:lnTo>
                    <a:pt x="13268" y="48395"/>
                  </a:lnTo>
                  <a:lnTo>
                    <a:pt x="11625" y="49720"/>
                  </a:lnTo>
                  <a:lnTo>
                    <a:pt x="10005" y="49463"/>
                  </a:lnTo>
                  <a:lnTo>
                    <a:pt x="7532" y="47594"/>
                  </a:lnTo>
                  <a:lnTo>
                    <a:pt x="5401" y="44542"/>
                  </a:lnTo>
                  <a:lnTo>
                    <a:pt x="4303" y="40850"/>
                  </a:lnTo>
                  <a:lnTo>
                    <a:pt x="2838" y="40602"/>
                  </a:lnTo>
                  <a:lnTo>
                    <a:pt x="3281" y="39043"/>
                  </a:lnTo>
                  <a:lnTo>
                    <a:pt x="2626" y="36190"/>
                  </a:lnTo>
                  <a:lnTo>
                    <a:pt x="4134" y="30752"/>
                  </a:lnTo>
                  <a:lnTo>
                    <a:pt x="5301" y="12969"/>
                  </a:lnTo>
                  <a:lnTo>
                    <a:pt x="3019" y="11459"/>
                  </a:lnTo>
                  <a:lnTo>
                    <a:pt x="1454" y="12602"/>
                  </a:lnTo>
                  <a:lnTo>
                    <a:pt x="0" y="12230"/>
                  </a:lnTo>
                  <a:lnTo>
                    <a:pt x="741" y="10025"/>
                  </a:lnTo>
                  <a:lnTo>
                    <a:pt x="3699" y="7922"/>
                  </a:lnTo>
                  <a:lnTo>
                    <a:pt x="5788" y="8816"/>
                  </a:lnTo>
                  <a:lnTo>
                    <a:pt x="6653" y="12745"/>
                  </a:lnTo>
                  <a:lnTo>
                    <a:pt x="8229" y="13237"/>
                  </a:lnTo>
                  <a:lnTo>
                    <a:pt x="12131" y="8391"/>
                  </a:lnTo>
                  <a:lnTo>
                    <a:pt x="11929" y="5826"/>
                  </a:lnTo>
                  <a:lnTo>
                    <a:pt x="10281" y="5248"/>
                  </a:lnTo>
                  <a:lnTo>
                    <a:pt x="11205" y="2373"/>
                  </a:lnTo>
                  <a:lnTo>
                    <a:pt x="1586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h3801"/>
            <p:cNvSpPr/>
            <p:nvPr/>
          </p:nvSpPr>
          <p:spPr>
            <a:xfrm>
              <a:off x="6673942" y="3088495"/>
              <a:ext cx="35622" cy="49798"/>
            </a:xfrm>
            <a:custGeom>
              <a:avLst/>
              <a:pathLst>
                <a:path w="35622" h="49798">
                  <a:moveTo>
                    <a:pt x="29790" y="1151"/>
                  </a:moveTo>
                  <a:lnTo>
                    <a:pt x="27403" y="3204"/>
                  </a:lnTo>
                  <a:lnTo>
                    <a:pt x="25868" y="1635"/>
                  </a:lnTo>
                  <a:lnTo>
                    <a:pt x="24616" y="4511"/>
                  </a:lnTo>
                  <a:lnTo>
                    <a:pt x="25491" y="7361"/>
                  </a:lnTo>
                  <a:lnTo>
                    <a:pt x="28049" y="8141"/>
                  </a:lnTo>
                  <a:lnTo>
                    <a:pt x="29293" y="10074"/>
                  </a:lnTo>
                  <a:lnTo>
                    <a:pt x="28768" y="16732"/>
                  </a:lnTo>
                  <a:lnTo>
                    <a:pt x="27687" y="18443"/>
                  </a:lnTo>
                  <a:lnTo>
                    <a:pt x="29586" y="21708"/>
                  </a:lnTo>
                  <a:lnTo>
                    <a:pt x="35622" y="23524"/>
                  </a:lnTo>
                  <a:lnTo>
                    <a:pt x="33913" y="29037"/>
                  </a:lnTo>
                  <a:lnTo>
                    <a:pt x="34207" y="34126"/>
                  </a:lnTo>
                  <a:lnTo>
                    <a:pt x="31383" y="39782"/>
                  </a:lnTo>
                  <a:lnTo>
                    <a:pt x="31483" y="48174"/>
                  </a:lnTo>
                  <a:lnTo>
                    <a:pt x="21823" y="44928"/>
                  </a:lnTo>
                  <a:lnTo>
                    <a:pt x="15128" y="47730"/>
                  </a:lnTo>
                  <a:lnTo>
                    <a:pt x="14584" y="49114"/>
                  </a:lnTo>
                  <a:lnTo>
                    <a:pt x="12926" y="49798"/>
                  </a:lnTo>
                  <a:lnTo>
                    <a:pt x="12674" y="48514"/>
                  </a:lnTo>
                  <a:lnTo>
                    <a:pt x="13770" y="46460"/>
                  </a:lnTo>
                  <a:lnTo>
                    <a:pt x="17519" y="42488"/>
                  </a:lnTo>
                  <a:lnTo>
                    <a:pt x="21125" y="41132"/>
                  </a:lnTo>
                  <a:lnTo>
                    <a:pt x="20702" y="36885"/>
                  </a:lnTo>
                  <a:lnTo>
                    <a:pt x="19451" y="35959"/>
                  </a:lnTo>
                  <a:lnTo>
                    <a:pt x="18081" y="35713"/>
                  </a:lnTo>
                  <a:lnTo>
                    <a:pt x="16443" y="38843"/>
                  </a:lnTo>
                  <a:lnTo>
                    <a:pt x="16635" y="40657"/>
                  </a:lnTo>
                  <a:lnTo>
                    <a:pt x="15947" y="41624"/>
                  </a:lnTo>
                  <a:lnTo>
                    <a:pt x="12618" y="43707"/>
                  </a:lnTo>
                  <a:lnTo>
                    <a:pt x="8553" y="44881"/>
                  </a:lnTo>
                  <a:lnTo>
                    <a:pt x="5827" y="47704"/>
                  </a:lnTo>
                  <a:lnTo>
                    <a:pt x="1737" y="48664"/>
                  </a:lnTo>
                  <a:lnTo>
                    <a:pt x="632" y="46142"/>
                  </a:lnTo>
                  <a:lnTo>
                    <a:pt x="973" y="45758"/>
                  </a:lnTo>
                  <a:lnTo>
                    <a:pt x="2951" y="45215"/>
                  </a:lnTo>
                  <a:lnTo>
                    <a:pt x="3965" y="44046"/>
                  </a:lnTo>
                  <a:lnTo>
                    <a:pt x="659" y="41679"/>
                  </a:lnTo>
                  <a:lnTo>
                    <a:pt x="0" y="39817"/>
                  </a:lnTo>
                  <a:lnTo>
                    <a:pt x="647" y="37224"/>
                  </a:lnTo>
                  <a:lnTo>
                    <a:pt x="4666" y="30515"/>
                  </a:lnTo>
                  <a:lnTo>
                    <a:pt x="4487" y="21431"/>
                  </a:lnTo>
                  <a:lnTo>
                    <a:pt x="5131" y="19510"/>
                  </a:lnTo>
                  <a:lnTo>
                    <a:pt x="9808" y="16646"/>
                  </a:lnTo>
                  <a:lnTo>
                    <a:pt x="13864" y="16335"/>
                  </a:lnTo>
                  <a:lnTo>
                    <a:pt x="16238" y="15147"/>
                  </a:lnTo>
                  <a:lnTo>
                    <a:pt x="16435" y="12055"/>
                  </a:lnTo>
                  <a:lnTo>
                    <a:pt x="15334" y="7376"/>
                  </a:lnTo>
                  <a:lnTo>
                    <a:pt x="13755" y="4435"/>
                  </a:lnTo>
                  <a:lnTo>
                    <a:pt x="19047" y="4467"/>
                  </a:lnTo>
                  <a:lnTo>
                    <a:pt x="20604" y="3186"/>
                  </a:lnTo>
                  <a:lnTo>
                    <a:pt x="19691" y="1514"/>
                  </a:lnTo>
                  <a:lnTo>
                    <a:pt x="22638" y="472"/>
                  </a:lnTo>
                  <a:lnTo>
                    <a:pt x="2381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h3802"/>
            <p:cNvSpPr/>
            <p:nvPr/>
          </p:nvSpPr>
          <p:spPr>
            <a:xfrm>
              <a:off x="6767128" y="3275419"/>
              <a:ext cx="21863" cy="31058"/>
            </a:xfrm>
            <a:custGeom>
              <a:avLst/>
              <a:pathLst>
                <a:path w="21863" h="31058">
                  <a:moveTo>
                    <a:pt x="19644" y="524"/>
                  </a:moveTo>
                  <a:lnTo>
                    <a:pt x="20698" y="1218"/>
                  </a:lnTo>
                  <a:lnTo>
                    <a:pt x="21683" y="3621"/>
                  </a:lnTo>
                  <a:lnTo>
                    <a:pt x="21691" y="8074"/>
                  </a:lnTo>
                  <a:lnTo>
                    <a:pt x="20757" y="11446"/>
                  </a:lnTo>
                  <a:lnTo>
                    <a:pt x="16567" y="10946"/>
                  </a:lnTo>
                  <a:lnTo>
                    <a:pt x="13505" y="11824"/>
                  </a:lnTo>
                  <a:lnTo>
                    <a:pt x="9642" y="13661"/>
                  </a:lnTo>
                  <a:lnTo>
                    <a:pt x="7180" y="16634"/>
                  </a:lnTo>
                  <a:lnTo>
                    <a:pt x="7176" y="17726"/>
                  </a:lnTo>
                  <a:lnTo>
                    <a:pt x="8090" y="21419"/>
                  </a:lnTo>
                  <a:lnTo>
                    <a:pt x="10945" y="24637"/>
                  </a:lnTo>
                  <a:lnTo>
                    <a:pt x="12357" y="24074"/>
                  </a:lnTo>
                  <a:lnTo>
                    <a:pt x="12942" y="22748"/>
                  </a:lnTo>
                  <a:lnTo>
                    <a:pt x="14899" y="23481"/>
                  </a:lnTo>
                  <a:lnTo>
                    <a:pt x="19966" y="26635"/>
                  </a:lnTo>
                  <a:lnTo>
                    <a:pt x="21863" y="29247"/>
                  </a:lnTo>
                  <a:lnTo>
                    <a:pt x="14978" y="31058"/>
                  </a:lnTo>
                  <a:lnTo>
                    <a:pt x="9161" y="24075"/>
                  </a:lnTo>
                  <a:lnTo>
                    <a:pt x="4422" y="24178"/>
                  </a:lnTo>
                  <a:lnTo>
                    <a:pt x="3069" y="22817"/>
                  </a:lnTo>
                  <a:lnTo>
                    <a:pt x="3431" y="20672"/>
                  </a:lnTo>
                  <a:lnTo>
                    <a:pt x="2793" y="16128"/>
                  </a:lnTo>
                  <a:lnTo>
                    <a:pt x="0" y="13308"/>
                  </a:lnTo>
                  <a:lnTo>
                    <a:pt x="104" y="11909"/>
                  </a:lnTo>
                  <a:lnTo>
                    <a:pt x="3260" y="12019"/>
                  </a:lnTo>
                  <a:lnTo>
                    <a:pt x="6609" y="9884"/>
                  </a:lnTo>
                  <a:lnTo>
                    <a:pt x="8627" y="7047"/>
                  </a:lnTo>
                  <a:lnTo>
                    <a:pt x="8981" y="4280"/>
                  </a:lnTo>
                  <a:lnTo>
                    <a:pt x="1890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h3803"/>
            <p:cNvSpPr/>
            <p:nvPr/>
          </p:nvSpPr>
          <p:spPr>
            <a:xfrm>
              <a:off x="6801394" y="3210166"/>
              <a:ext cx="34240" cy="41081"/>
            </a:xfrm>
            <a:custGeom>
              <a:avLst/>
              <a:pathLst>
                <a:path w="34240" h="41081">
                  <a:moveTo>
                    <a:pt x="7736" y="1989"/>
                  </a:moveTo>
                  <a:lnTo>
                    <a:pt x="15917" y="7662"/>
                  </a:lnTo>
                  <a:lnTo>
                    <a:pt x="12946" y="10094"/>
                  </a:lnTo>
                  <a:lnTo>
                    <a:pt x="12966" y="12153"/>
                  </a:lnTo>
                  <a:lnTo>
                    <a:pt x="13791" y="13261"/>
                  </a:lnTo>
                  <a:lnTo>
                    <a:pt x="17043" y="16899"/>
                  </a:lnTo>
                  <a:lnTo>
                    <a:pt x="24079" y="18613"/>
                  </a:lnTo>
                  <a:lnTo>
                    <a:pt x="26388" y="20248"/>
                  </a:lnTo>
                  <a:lnTo>
                    <a:pt x="28718" y="22645"/>
                  </a:lnTo>
                  <a:lnTo>
                    <a:pt x="29158" y="24859"/>
                  </a:lnTo>
                  <a:lnTo>
                    <a:pt x="33783" y="27031"/>
                  </a:lnTo>
                  <a:lnTo>
                    <a:pt x="34240" y="28613"/>
                  </a:lnTo>
                  <a:lnTo>
                    <a:pt x="31629" y="28453"/>
                  </a:lnTo>
                  <a:lnTo>
                    <a:pt x="29838" y="30684"/>
                  </a:lnTo>
                  <a:lnTo>
                    <a:pt x="29569" y="33113"/>
                  </a:lnTo>
                  <a:lnTo>
                    <a:pt x="23690" y="38909"/>
                  </a:lnTo>
                  <a:lnTo>
                    <a:pt x="17664" y="41081"/>
                  </a:lnTo>
                  <a:lnTo>
                    <a:pt x="14865" y="39321"/>
                  </a:lnTo>
                  <a:lnTo>
                    <a:pt x="9387" y="39177"/>
                  </a:lnTo>
                  <a:lnTo>
                    <a:pt x="5769" y="36309"/>
                  </a:lnTo>
                  <a:lnTo>
                    <a:pt x="1599" y="29646"/>
                  </a:lnTo>
                  <a:lnTo>
                    <a:pt x="2104" y="25584"/>
                  </a:lnTo>
                  <a:lnTo>
                    <a:pt x="0" y="7855"/>
                  </a:lnTo>
                  <a:lnTo>
                    <a:pt x="628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h3804"/>
            <p:cNvSpPr/>
            <p:nvPr/>
          </p:nvSpPr>
          <p:spPr>
            <a:xfrm>
              <a:off x="6693966" y="3159410"/>
              <a:ext cx="22817" cy="31625"/>
            </a:xfrm>
            <a:custGeom>
              <a:avLst/>
              <a:pathLst>
                <a:path w="22817" h="31625">
                  <a:moveTo>
                    <a:pt x="8259" y="3484"/>
                  </a:moveTo>
                  <a:lnTo>
                    <a:pt x="10967" y="7055"/>
                  </a:lnTo>
                  <a:lnTo>
                    <a:pt x="12864" y="4303"/>
                  </a:lnTo>
                  <a:lnTo>
                    <a:pt x="15711" y="6950"/>
                  </a:lnTo>
                  <a:lnTo>
                    <a:pt x="16039" y="8689"/>
                  </a:lnTo>
                  <a:lnTo>
                    <a:pt x="18668" y="9896"/>
                  </a:lnTo>
                  <a:lnTo>
                    <a:pt x="21123" y="10099"/>
                  </a:lnTo>
                  <a:lnTo>
                    <a:pt x="22430" y="13399"/>
                  </a:lnTo>
                  <a:lnTo>
                    <a:pt x="22817" y="19596"/>
                  </a:lnTo>
                  <a:lnTo>
                    <a:pt x="21450" y="25436"/>
                  </a:lnTo>
                  <a:lnTo>
                    <a:pt x="20476" y="25271"/>
                  </a:lnTo>
                  <a:lnTo>
                    <a:pt x="19230" y="27699"/>
                  </a:lnTo>
                  <a:lnTo>
                    <a:pt x="9560" y="31625"/>
                  </a:lnTo>
                  <a:lnTo>
                    <a:pt x="8045" y="31405"/>
                  </a:lnTo>
                  <a:lnTo>
                    <a:pt x="7295" y="29666"/>
                  </a:lnTo>
                  <a:lnTo>
                    <a:pt x="9320" y="27433"/>
                  </a:lnTo>
                  <a:lnTo>
                    <a:pt x="6040" y="24839"/>
                  </a:lnTo>
                  <a:lnTo>
                    <a:pt x="3195" y="20762"/>
                  </a:lnTo>
                  <a:lnTo>
                    <a:pt x="0" y="17701"/>
                  </a:lnTo>
                  <a:lnTo>
                    <a:pt x="2008" y="10127"/>
                  </a:lnTo>
                  <a:lnTo>
                    <a:pt x="2427" y="4073"/>
                  </a:lnTo>
                  <a:lnTo>
                    <a:pt x="4021" y="728"/>
                  </a:lnTo>
                  <a:lnTo>
                    <a:pt x="691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h3805"/>
            <p:cNvSpPr/>
            <p:nvPr/>
          </p:nvSpPr>
          <p:spPr>
            <a:xfrm>
              <a:off x="6740700" y="3279941"/>
              <a:ext cx="30849" cy="22916"/>
            </a:xfrm>
            <a:custGeom>
              <a:avLst/>
              <a:pathLst>
                <a:path w="30849" h="22916">
                  <a:moveTo>
                    <a:pt x="22269" y="1143"/>
                  </a:moveTo>
                  <a:lnTo>
                    <a:pt x="21840" y="5401"/>
                  </a:lnTo>
                  <a:lnTo>
                    <a:pt x="20671" y="7364"/>
                  </a:lnTo>
                  <a:lnTo>
                    <a:pt x="22257" y="8042"/>
                  </a:lnTo>
                  <a:lnTo>
                    <a:pt x="23780" y="7683"/>
                  </a:lnTo>
                  <a:lnTo>
                    <a:pt x="25704" y="5457"/>
                  </a:lnTo>
                  <a:lnTo>
                    <a:pt x="26531" y="7387"/>
                  </a:lnTo>
                  <a:lnTo>
                    <a:pt x="26427" y="8787"/>
                  </a:lnTo>
                  <a:lnTo>
                    <a:pt x="29221" y="11606"/>
                  </a:lnTo>
                  <a:lnTo>
                    <a:pt x="29858" y="16150"/>
                  </a:lnTo>
                  <a:lnTo>
                    <a:pt x="29496" y="18296"/>
                  </a:lnTo>
                  <a:lnTo>
                    <a:pt x="30849" y="19656"/>
                  </a:lnTo>
                  <a:lnTo>
                    <a:pt x="27353" y="20573"/>
                  </a:lnTo>
                  <a:lnTo>
                    <a:pt x="25891" y="22916"/>
                  </a:lnTo>
                  <a:lnTo>
                    <a:pt x="18323" y="21453"/>
                  </a:lnTo>
                  <a:lnTo>
                    <a:pt x="0" y="15645"/>
                  </a:lnTo>
                  <a:lnTo>
                    <a:pt x="3650" y="15022"/>
                  </a:lnTo>
                  <a:lnTo>
                    <a:pt x="2866" y="11274"/>
                  </a:lnTo>
                  <a:lnTo>
                    <a:pt x="1008" y="10277"/>
                  </a:lnTo>
                  <a:lnTo>
                    <a:pt x="2777" y="6794"/>
                  </a:lnTo>
                  <a:lnTo>
                    <a:pt x="5569" y="6779"/>
                  </a:lnTo>
                  <a:lnTo>
                    <a:pt x="7566" y="8480"/>
                  </a:lnTo>
                  <a:lnTo>
                    <a:pt x="11829" y="9013"/>
                  </a:lnTo>
                  <a:lnTo>
                    <a:pt x="17449" y="7166"/>
                  </a:lnTo>
                  <a:lnTo>
                    <a:pt x="20037" y="4782"/>
                  </a:lnTo>
                  <a:lnTo>
                    <a:pt x="20223" y="3894"/>
                  </a:lnTo>
                  <a:lnTo>
                    <a:pt x="19834" y="2532"/>
                  </a:lnTo>
                  <a:lnTo>
                    <a:pt x="19210" y="2774"/>
                  </a:lnTo>
                  <a:lnTo>
                    <a:pt x="17390" y="1332"/>
                  </a:lnTo>
                  <a:lnTo>
                    <a:pt x="2082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h3806"/>
            <p:cNvSpPr/>
            <p:nvPr/>
          </p:nvSpPr>
          <p:spPr>
            <a:xfrm>
              <a:off x="6694268" y="3228342"/>
              <a:ext cx="36213" cy="45115"/>
            </a:xfrm>
            <a:custGeom>
              <a:avLst/>
              <a:pathLst>
                <a:path w="36213" h="45115">
                  <a:moveTo>
                    <a:pt x="19967" y="2478"/>
                  </a:moveTo>
                  <a:lnTo>
                    <a:pt x="24225" y="1874"/>
                  </a:lnTo>
                  <a:lnTo>
                    <a:pt x="25445" y="10041"/>
                  </a:lnTo>
                  <a:lnTo>
                    <a:pt x="23979" y="12118"/>
                  </a:lnTo>
                  <a:lnTo>
                    <a:pt x="23745" y="13647"/>
                  </a:lnTo>
                  <a:lnTo>
                    <a:pt x="25327" y="15232"/>
                  </a:lnTo>
                  <a:lnTo>
                    <a:pt x="28797" y="16300"/>
                  </a:lnTo>
                  <a:lnTo>
                    <a:pt x="34073" y="14697"/>
                  </a:lnTo>
                  <a:lnTo>
                    <a:pt x="36213" y="18627"/>
                  </a:lnTo>
                  <a:lnTo>
                    <a:pt x="35623" y="43671"/>
                  </a:lnTo>
                  <a:lnTo>
                    <a:pt x="32769" y="45115"/>
                  </a:lnTo>
                  <a:lnTo>
                    <a:pt x="32068" y="42736"/>
                  </a:lnTo>
                  <a:lnTo>
                    <a:pt x="30802" y="41328"/>
                  </a:lnTo>
                  <a:lnTo>
                    <a:pt x="27709" y="40029"/>
                  </a:lnTo>
                  <a:lnTo>
                    <a:pt x="25865" y="39349"/>
                  </a:lnTo>
                  <a:lnTo>
                    <a:pt x="24493" y="34937"/>
                  </a:lnTo>
                  <a:lnTo>
                    <a:pt x="21780" y="33061"/>
                  </a:lnTo>
                  <a:lnTo>
                    <a:pt x="19311" y="35261"/>
                  </a:lnTo>
                  <a:lnTo>
                    <a:pt x="16972" y="31057"/>
                  </a:lnTo>
                  <a:lnTo>
                    <a:pt x="10745" y="28827"/>
                  </a:lnTo>
                  <a:lnTo>
                    <a:pt x="11131" y="31910"/>
                  </a:lnTo>
                  <a:lnTo>
                    <a:pt x="8174" y="31441"/>
                  </a:lnTo>
                  <a:lnTo>
                    <a:pt x="6133" y="29347"/>
                  </a:lnTo>
                  <a:lnTo>
                    <a:pt x="6597" y="26412"/>
                  </a:lnTo>
                  <a:lnTo>
                    <a:pt x="10235" y="26552"/>
                  </a:lnTo>
                  <a:lnTo>
                    <a:pt x="11445" y="23894"/>
                  </a:lnTo>
                  <a:lnTo>
                    <a:pt x="6961" y="21200"/>
                  </a:lnTo>
                  <a:lnTo>
                    <a:pt x="3491" y="17390"/>
                  </a:lnTo>
                  <a:lnTo>
                    <a:pt x="4956" y="13160"/>
                  </a:lnTo>
                  <a:lnTo>
                    <a:pt x="2163" y="12476"/>
                  </a:lnTo>
                  <a:lnTo>
                    <a:pt x="2138" y="11636"/>
                  </a:lnTo>
                  <a:lnTo>
                    <a:pt x="0" y="4083"/>
                  </a:lnTo>
                  <a:lnTo>
                    <a:pt x="1943" y="3797"/>
                  </a:lnTo>
                  <a:lnTo>
                    <a:pt x="11512" y="6608"/>
                  </a:lnTo>
                  <a:lnTo>
                    <a:pt x="15969" y="9904"/>
                  </a:lnTo>
                  <a:lnTo>
                    <a:pt x="18338" y="9129"/>
                  </a:lnTo>
                  <a:lnTo>
                    <a:pt x="17038" y="706"/>
                  </a:lnTo>
                  <a:lnTo>
                    <a:pt x="18098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h3807"/>
            <p:cNvSpPr/>
            <p:nvPr/>
          </p:nvSpPr>
          <p:spPr>
            <a:xfrm>
              <a:off x="6533986" y="3096269"/>
              <a:ext cx="61795" cy="84198"/>
            </a:xfrm>
            <a:custGeom>
              <a:avLst/>
              <a:pathLst>
                <a:path w="61795" h="84198">
                  <a:moveTo>
                    <a:pt x="31138" y="344"/>
                  </a:moveTo>
                  <a:lnTo>
                    <a:pt x="35949" y="5917"/>
                  </a:lnTo>
                  <a:lnTo>
                    <a:pt x="35920" y="8804"/>
                  </a:lnTo>
                  <a:lnTo>
                    <a:pt x="38717" y="9573"/>
                  </a:lnTo>
                  <a:lnTo>
                    <a:pt x="40268" y="8167"/>
                  </a:lnTo>
                  <a:lnTo>
                    <a:pt x="44557" y="6564"/>
                  </a:lnTo>
                  <a:lnTo>
                    <a:pt x="60626" y="4293"/>
                  </a:lnTo>
                  <a:lnTo>
                    <a:pt x="61098" y="4962"/>
                  </a:lnTo>
                  <a:lnTo>
                    <a:pt x="61795" y="10096"/>
                  </a:lnTo>
                  <a:lnTo>
                    <a:pt x="57873" y="14226"/>
                  </a:lnTo>
                  <a:lnTo>
                    <a:pt x="54767" y="12172"/>
                  </a:lnTo>
                  <a:lnTo>
                    <a:pt x="53833" y="9531"/>
                  </a:lnTo>
                  <a:lnTo>
                    <a:pt x="51047" y="10183"/>
                  </a:lnTo>
                  <a:lnTo>
                    <a:pt x="47349" y="13548"/>
                  </a:lnTo>
                  <a:lnTo>
                    <a:pt x="45901" y="17761"/>
                  </a:lnTo>
                  <a:lnTo>
                    <a:pt x="49549" y="24724"/>
                  </a:lnTo>
                  <a:lnTo>
                    <a:pt x="50332" y="28432"/>
                  </a:lnTo>
                  <a:lnTo>
                    <a:pt x="47049" y="35622"/>
                  </a:lnTo>
                  <a:lnTo>
                    <a:pt x="44836" y="38704"/>
                  </a:lnTo>
                  <a:lnTo>
                    <a:pt x="41094" y="39405"/>
                  </a:lnTo>
                  <a:lnTo>
                    <a:pt x="41001" y="48403"/>
                  </a:lnTo>
                  <a:lnTo>
                    <a:pt x="40461" y="51265"/>
                  </a:lnTo>
                  <a:lnTo>
                    <a:pt x="38690" y="54357"/>
                  </a:lnTo>
                  <a:lnTo>
                    <a:pt x="37787" y="60358"/>
                  </a:lnTo>
                  <a:lnTo>
                    <a:pt x="38685" y="63465"/>
                  </a:lnTo>
                  <a:lnTo>
                    <a:pt x="42191" y="67756"/>
                  </a:lnTo>
                  <a:lnTo>
                    <a:pt x="43951" y="72500"/>
                  </a:lnTo>
                  <a:lnTo>
                    <a:pt x="43591" y="77443"/>
                  </a:lnTo>
                  <a:lnTo>
                    <a:pt x="40319" y="81848"/>
                  </a:lnTo>
                  <a:lnTo>
                    <a:pt x="35478" y="84198"/>
                  </a:lnTo>
                  <a:lnTo>
                    <a:pt x="32591" y="82146"/>
                  </a:lnTo>
                  <a:lnTo>
                    <a:pt x="30609" y="79183"/>
                  </a:lnTo>
                  <a:lnTo>
                    <a:pt x="25964" y="76130"/>
                  </a:lnTo>
                  <a:lnTo>
                    <a:pt x="17552" y="73567"/>
                  </a:lnTo>
                  <a:lnTo>
                    <a:pt x="12815" y="75685"/>
                  </a:lnTo>
                  <a:lnTo>
                    <a:pt x="4883" y="70360"/>
                  </a:lnTo>
                  <a:lnTo>
                    <a:pt x="5699" y="69986"/>
                  </a:lnTo>
                  <a:lnTo>
                    <a:pt x="4107" y="68261"/>
                  </a:lnTo>
                  <a:lnTo>
                    <a:pt x="0" y="66496"/>
                  </a:lnTo>
                  <a:lnTo>
                    <a:pt x="55" y="62182"/>
                  </a:lnTo>
                  <a:lnTo>
                    <a:pt x="2020" y="57194"/>
                  </a:lnTo>
                  <a:lnTo>
                    <a:pt x="6372" y="50906"/>
                  </a:lnTo>
                  <a:lnTo>
                    <a:pt x="15158" y="44069"/>
                  </a:lnTo>
                  <a:lnTo>
                    <a:pt x="16395" y="36602"/>
                  </a:lnTo>
                  <a:lnTo>
                    <a:pt x="16880" y="23533"/>
                  </a:lnTo>
                  <a:lnTo>
                    <a:pt x="29640" y="13827"/>
                  </a:lnTo>
                  <a:lnTo>
                    <a:pt x="26092" y="7880"/>
                  </a:lnTo>
                  <a:lnTo>
                    <a:pt x="2722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h3808"/>
            <p:cNvSpPr/>
            <p:nvPr/>
          </p:nvSpPr>
          <p:spPr>
            <a:xfrm>
              <a:off x="6731992" y="3135334"/>
              <a:ext cx="45240" cy="38654"/>
            </a:xfrm>
            <a:custGeom>
              <a:avLst/>
              <a:pathLst>
                <a:path w="45240" h="38654">
                  <a:moveTo>
                    <a:pt x="18069" y="389"/>
                  </a:moveTo>
                  <a:lnTo>
                    <a:pt x="18742" y="1072"/>
                  </a:lnTo>
                  <a:lnTo>
                    <a:pt x="17296" y="1077"/>
                  </a:lnTo>
                  <a:lnTo>
                    <a:pt x="16986" y="5150"/>
                  </a:lnTo>
                  <a:lnTo>
                    <a:pt x="22257" y="3803"/>
                  </a:lnTo>
                  <a:lnTo>
                    <a:pt x="22973" y="6111"/>
                  </a:lnTo>
                  <a:lnTo>
                    <a:pt x="25558" y="7886"/>
                  </a:lnTo>
                  <a:lnTo>
                    <a:pt x="27945" y="8113"/>
                  </a:lnTo>
                  <a:lnTo>
                    <a:pt x="30556" y="9579"/>
                  </a:lnTo>
                  <a:lnTo>
                    <a:pt x="35489" y="15006"/>
                  </a:lnTo>
                  <a:lnTo>
                    <a:pt x="33367" y="17960"/>
                  </a:lnTo>
                  <a:lnTo>
                    <a:pt x="35418" y="21321"/>
                  </a:lnTo>
                  <a:lnTo>
                    <a:pt x="39909" y="21982"/>
                  </a:lnTo>
                  <a:lnTo>
                    <a:pt x="41112" y="24173"/>
                  </a:lnTo>
                  <a:lnTo>
                    <a:pt x="41068" y="25620"/>
                  </a:lnTo>
                  <a:lnTo>
                    <a:pt x="43086" y="27213"/>
                  </a:lnTo>
                  <a:lnTo>
                    <a:pt x="43043" y="29023"/>
                  </a:lnTo>
                  <a:lnTo>
                    <a:pt x="45240" y="30284"/>
                  </a:lnTo>
                  <a:lnTo>
                    <a:pt x="42368" y="32662"/>
                  </a:lnTo>
                  <a:lnTo>
                    <a:pt x="39160" y="32001"/>
                  </a:lnTo>
                  <a:lnTo>
                    <a:pt x="35110" y="37288"/>
                  </a:lnTo>
                  <a:lnTo>
                    <a:pt x="31285" y="38654"/>
                  </a:lnTo>
                  <a:lnTo>
                    <a:pt x="17780" y="33750"/>
                  </a:lnTo>
                  <a:lnTo>
                    <a:pt x="11103" y="32721"/>
                  </a:lnTo>
                  <a:lnTo>
                    <a:pt x="9326" y="33416"/>
                  </a:lnTo>
                  <a:lnTo>
                    <a:pt x="6982" y="36555"/>
                  </a:lnTo>
                  <a:lnTo>
                    <a:pt x="5563" y="35774"/>
                  </a:lnTo>
                  <a:lnTo>
                    <a:pt x="3500" y="32136"/>
                  </a:lnTo>
                  <a:lnTo>
                    <a:pt x="680" y="29908"/>
                  </a:lnTo>
                  <a:lnTo>
                    <a:pt x="0" y="30121"/>
                  </a:lnTo>
                  <a:lnTo>
                    <a:pt x="2717" y="25239"/>
                  </a:lnTo>
                  <a:lnTo>
                    <a:pt x="4033" y="18400"/>
                  </a:lnTo>
                  <a:lnTo>
                    <a:pt x="4729" y="13670"/>
                  </a:lnTo>
                  <a:lnTo>
                    <a:pt x="3859" y="10534"/>
                  </a:lnTo>
                  <a:lnTo>
                    <a:pt x="3499" y="10261"/>
                  </a:lnTo>
                  <a:lnTo>
                    <a:pt x="5567" y="6146"/>
                  </a:lnTo>
                  <a:lnTo>
                    <a:pt x="10152" y="6351"/>
                  </a:lnTo>
                  <a:lnTo>
                    <a:pt x="13025" y="3437"/>
                  </a:lnTo>
                  <a:lnTo>
                    <a:pt x="12733" y="2376"/>
                  </a:lnTo>
                  <a:lnTo>
                    <a:pt x="1514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h3809"/>
            <p:cNvSpPr/>
            <p:nvPr/>
          </p:nvSpPr>
          <p:spPr>
            <a:xfrm>
              <a:off x="6664569" y="3077159"/>
              <a:ext cx="32011" cy="57094"/>
            </a:xfrm>
            <a:custGeom>
              <a:avLst/>
              <a:pathLst>
                <a:path w="32011" h="57094">
                  <a:moveTo>
                    <a:pt x="21060" y="2400"/>
                  </a:moveTo>
                  <a:lnTo>
                    <a:pt x="22002" y="4337"/>
                  </a:lnTo>
                  <a:lnTo>
                    <a:pt x="28896" y="4988"/>
                  </a:lnTo>
                  <a:lnTo>
                    <a:pt x="31883" y="7722"/>
                  </a:lnTo>
                  <a:lnTo>
                    <a:pt x="32011" y="11808"/>
                  </a:lnTo>
                  <a:lnTo>
                    <a:pt x="29064" y="12849"/>
                  </a:lnTo>
                  <a:lnTo>
                    <a:pt x="29976" y="14522"/>
                  </a:lnTo>
                  <a:lnTo>
                    <a:pt x="28419" y="15803"/>
                  </a:lnTo>
                  <a:lnTo>
                    <a:pt x="23127" y="15771"/>
                  </a:lnTo>
                  <a:lnTo>
                    <a:pt x="24706" y="18712"/>
                  </a:lnTo>
                  <a:lnTo>
                    <a:pt x="25808" y="23391"/>
                  </a:lnTo>
                  <a:lnTo>
                    <a:pt x="25610" y="26482"/>
                  </a:lnTo>
                  <a:lnTo>
                    <a:pt x="23236" y="27670"/>
                  </a:lnTo>
                  <a:lnTo>
                    <a:pt x="19180" y="27981"/>
                  </a:lnTo>
                  <a:lnTo>
                    <a:pt x="14504" y="30846"/>
                  </a:lnTo>
                  <a:lnTo>
                    <a:pt x="13860" y="32767"/>
                  </a:lnTo>
                  <a:lnTo>
                    <a:pt x="14038" y="41851"/>
                  </a:lnTo>
                  <a:lnTo>
                    <a:pt x="10020" y="48559"/>
                  </a:lnTo>
                  <a:lnTo>
                    <a:pt x="9372" y="51153"/>
                  </a:lnTo>
                  <a:lnTo>
                    <a:pt x="10031" y="53014"/>
                  </a:lnTo>
                  <a:lnTo>
                    <a:pt x="13337" y="55381"/>
                  </a:lnTo>
                  <a:lnTo>
                    <a:pt x="12323" y="56550"/>
                  </a:lnTo>
                  <a:lnTo>
                    <a:pt x="10346" y="57094"/>
                  </a:lnTo>
                  <a:lnTo>
                    <a:pt x="7988" y="52239"/>
                  </a:lnTo>
                  <a:lnTo>
                    <a:pt x="3262" y="49518"/>
                  </a:lnTo>
                  <a:lnTo>
                    <a:pt x="1559" y="45464"/>
                  </a:lnTo>
                  <a:lnTo>
                    <a:pt x="0" y="38811"/>
                  </a:lnTo>
                  <a:lnTo>
                    <a:pt x="635" y="35819"/>
                  </a:lnTo>
                  <a:lnTo>
                    <a:pt x="3343" y="37505"/>
                  </a:lnTo>
                  <a:lnTo>
                    <a:pt x="5716" y="34782"/>
                  </a:lnTo>
                  <a:lnTo>
                    <a:pt x="3896" y="31282"/>
                  </a:lnTo>
                  <a:lnTo>
                    <a:pt x="6166" y="29192"/>
                  </a:lnTo>
                  <a:lnTo>
                    <a:pt x="15189" y="24360"/>
                  </a:lnTo>
                  <a:lnTo>
                    <a:pt x="14376" y="20230"/>
                  </a:lnTo>
                  <a:lnTo>
                    <a:pt x="9675" y="22240"/>
                  </a:lnTo>
                  <a:lnTo>
                    <a:pt x="7692" y="24894"/>
                  </a:lnTo>
                  <a:lnTo>
                    <a:pt x="6423" y="23146"/>
                  </a:lnTo>
                  <a:lnTo>
                    <a:pt x="6029" y="20794"/>
                  </a:lnTo>
                  <a:lnTo>
                    <a:pt x="6526" y="20367"/>
                  </a:lnTo>
                  <a:lnTo>
                    <a:pt x="7730" y="20488"/>
                  </a:lnTo>
                  <a:lnTo>
                    <a:pt x="8141" y="21283"/>
                  </a:lnTo>
                  <a:lnTo>
                    <a:pt x="9218" y="20947"/>
                  </a:lnTo>
                  <a:lnTo>
                    <a:pt x="10066" y="19280"/>
                  </a:lnTo>
                  <a:lnTo>
                    <a:pt x="9121" y="16192"/>
                  </a:lnTo>
                  <a:lnTo>
                    <a:pt x="11103" y="14619"/>
                  </a:lnTo>
                  <a:lnTo>
                    <a:pt x="9492" y="12092"/>
                  </a:lnTo>
                  <a:lnTo>
                    <a:pt x="6552" y="11328"/>
                  </a:lnTo>
                  <a:lnTo>
                    <a:pt x="7589" y="7838"/>
                  </a:lnTo>
                  <a:lnTo>
                    <a:pt x="15468" y="5304"/>
                  </a:lnTo>
                  <a:lnTo>
                    <a:pt x="19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h3810"/>
            <p:cNvSpPr/>
            <p:nvPr/>
          </p:nvSpPr>
          <p:spPr>
            <a:xfrm>
              <a:off x="6414432" y="3057995"/>
              <a:ext cx="65018" cy="75734"/>
            </a:xfrm>
            <a:custGeom>
              <a:avLst/>
              <a:pathLst>
                <a:path w="65018" h="75734">
                  <a:moveTo>
                    <a:pt x="21990" y="145"/>
                  </a:moveTo>
                  <a:lnTo>
                    <a:pt x="22633" y="1198"/>
                  </a:lnTo>
                  <a:lnTo>
                    <a:pt x="31597" y="1280"/>
                  </a:lnTo>
                  <a:lnTo>
                    <a:pt x="34322" y="4364"/>
                  </a:lnTo>
                  <a:lnTo>
                    <a:pt x="36788" y="10749"/>
                  </a:lnTo>
                  <a:lnTo>
                    <a:pt x="42283" y="13592"/>
                  </a:lnTo>
                  <a:lnTo>
                    <a:pt x="46158" y="14767"/>
                  </a:lnTo>
                  <a:lnTo>
                    <a:pt x="44230" y="16800"/>
                  </a:lnTo>
                  <a:lnTo>
                    <a:pt x="41664" y="22784"/>
                  </a:lnTo>
                  <a:lnTo>
                    <a:pt x="46977" y="27694"/>
                  </a:lnTo>
                  <a:lnTo>
                    <a:pt x="52890" y="35296"/>
                  </a:lnTo>
                  <a:lnTo>
                    <a:pt x="49411" y="40712"/>
                  </a:lnTo>
                  <a:lnTo>
                    <a:pt x="49808" y="44050"/>
                  </a:lnTo>
                  <a:lnTo>
                    <a:pt x="65018" y="53837"/>
                  </a:lnTo>
                  <a:lnTo>
                    <a:pt x="61696" y="59034"/>
                  </a:lnTo>
                  <a:lnTo>
                    <a:pt x="63373" y="63464"/>
                  </a:lnTo>
                  <a:lnTo>
                    <a:pt x="61474" y="65485"/>
                  </a:lnTo>
                  <a:lnTo>
                    <a:pt x="56278" y="69385"/>
                  </a:lnTo>
                  <a:lnTo>
                    <a:pt x="54917" y="73647"/>
                  </a:lnTo>
                  <a:lnTo>
                    <a:pt x="49378" y="75734"/>
                  </a:lnTo>
                  <a:lnTo>
                    <a:pt x="48261" y="74034"/>
                  </a:lnTo>
                  <a:lnTo>
                    <a:pt x="47614" y="73998"/>
                  </a:lnTo>
                  <a:lnTo>
                    <a:pt x="47210" y="75074"/>
                  </a:lnTo>
                  <a:lnTo>
                    <a:pt x="44268" y="74178"/>
                  </a:lnTo>
                  <a:lnTo>
                    <a:pt x="40386" y="71563"/>
                  </a:lnTo>
                  <a:lnTo>
                    <a:pt x="32012" y="71838"/>
                  </a:lnTo>
                  <a:lnTo>
                    <a:pt x="22986" y="65547"/>
                  </a:lnTo>
                  <a:lnTo>
                    <a:pt x="15366" y="61979"/>
                  </a:lnTo>
                  <a:lnTo>
                    <a:pt x="14809" y="64002"/>
                  </a:lnTo>
                  <a:lnTo>
                    <a:pt x="10957" y="62441"/>
                  </a:lnTo>
                  <a:lnTo>
                    <a:pt x="5908" y="58403"/>
                  </a:lnTo>
                  <a:lnTo>
                    <a:pt x="2647" y="57273"/>
                  </a:lnTo>
                  <a:lnTo>
                    <a:pt x="650" y="54270"/>
                  </a:lnTo>
                  <a:lnTo>
                    <a:pt x="3132" y="51767"/>
                  </a:lnTo>
                  <a:lnTo>
                    <a:pt x="9448" y="48729"/>
                  </a:lnTo>
                  <a:lnTo>
                    <a:pt x="10120" y="47768"/>
                  </a:lnTo>
                  <a:lnTo>
                    <a:pt x="9909" y="45879"/>
                  </a:lnTo>
                  <a:lnTo>
                    <a:pt x="2458" y="43339"/>
                  </a:lnTo>
                  <a:lnTo>
                    <a:pt x="291" y="43391"/>
                  </a:lnTo>
                  <a:lnTo>
                    <a:pt x="0" y="41803"/>
                  </a:lnTo>
                  <a:lnTo>
                    <a:pt x="1172" y="39902"/>
                  </a:lnTo>
                  <a:lnTo>
                    <a:pt x="3539" y="40655"/>
                  </a:lnTo>
                  <a:lnTo>
                    <a:pt x="5242" y="34484"/>
                  </a:lnTo>
                  <a:lnTo>
                    <a:pt x="5202" y="30518"/>
                  </a:lnTo>
                  <a:lnTo>
                    <a:pt x="2011" y="24877"/>
                  </a:lnTo>
                  <a:lnTo>
                    <a:pt x="3784" y="20771"/>
                  </a:lnTo>
                  <a:lnTo>
                    <a:pt x="2048" y="13434"/>
                  </a:lnTo>
                  <a:lnTo>
                    <a:pt x="2878" y="8998"/>
                  </a:lnTo>
                  <a:lnTo>
                    <a:pt x="5796" y="6219"/>
                  </a:lnTo>
                  <a:lnTo>
                    <a:pt x="7848" y="4018"/>
                  </a:lnTo>
                  <a:lnTo>
                    <a:pt x="14120" y="1349"/>
                  </a:lnTo>
                  <a:lnTo>
                    <a:pt x="1978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h3811"/>
            <p:cNvSpPr/>
            <p:nvPr/>
          </p:nvSpPr>
          <p:spPr>
            <a:xfrm>
              <a:off x="6649284" y="3089888"/>
              <a:ext cx="30474" cy="44749"/>
            </a:xfrm>
            <a:custGeom>
              <a:avLst/>
              <a:pathLst>
                <a:path w="30474" h="44749">
                  <a:moveTo>
                    <a:pt x="19138" y="0"/>
                  </a:moveTo>
                  <a:lnTo>
                    <a:pt x="24406" y="3462"/>
                  </a:lnTo>
                  <a:lnTo>
                    <a:pt x="25351" y="6551"/>
                  </a:lnTo>
                  <a:lnTo>
                    <a:pt x="24503" y="8218"/>
                  </a:lnTo>
                  <a:lnTo>
                    <a:pt x="23426" y="8554"/>
                  </a:lnTo>
                  <a:lnTo>
                    <a:pt x="23016" y="7759"/>
                  </a:lnTo>
                  <a:lnTo>
                    <a:pt x="21812" y="7638"/>
                  </a:lnTo>
                  <a:lnTo>
                    <a:pt x="21315" y="8065"/>
                  </a:lnTo>
                  <a:lnTo>
                    <a:pt x="21708" y="10417"/>
                  </a:lnTo>
                  <a:lnTo>
                    <a:pt x="22978" y="12165"/>
                  </a:lnTo>
                  <a:lnTo>
                    <a:pt x="24960" y="9511"/>
                  </a:lnTo>
                  <a:lnTo>
                    <a:pt x="29661" y="7501"/>
                  </a:lnTo>
                  <a:lnTo>
                    <a:pt x="30474" y="11631"/>
                  </a:lnTo>
                  <a:lnTo>
                    <a:pt x="21451" y="16463"/>
                  </a:lnTo>
                  <a:lnTo>
                    <a:pt x="19181" y="18553"/>
                  </a:lnTo>
                  <a:lnTo>
                    <a:pt x="21002" y="22053"/>
                  </a:lnTo>
                  <a:lnTo>
                    <a:pt x="18629" y="24776"/>
                  </a:lnTo>
                  <a:lnTo>
                    <a:pt x="15920" y="23090"/>
                  </a:lnTo>
                  <a:lnTo>
                    <a:pt x="15285" y="26082"/>
                  </a:lnTo>
                  <a:lnTo>
                    <a:pt x="16845" y="32735"/>
                  </a:lnTo>
                  <a:lnTo>
                    <a:pt x="18548" y="36788"/>
                  </a:lnTo>
                  <a:lnTo>
                    <a:pt x="23274" y="39510"/>
                  </a:lnTo>
                  <a:lnTo>
                    <a:pt x="25631" y="44365"/>
                  </a:lnTo>
                  <a:lnTo>
                    <a:pt x="25290" y="44749"/>
                  </a:lnTo>
                  <a:lnTo>
                    <a:pt x="13611" y="41262"/>
                  </a:lnTo>
                  <a:lnTo>
                    <a:pt x="8523" y="38692"/>
                  </a:lnTo>
                  <a:lnTo>
                    <a:pt x="5778" y="39338"/>
                  </a:lnTo>
                  <a:lnTo>
                    <a:pt x="5988" y="41717"/>
                  </a:lnTo>
                  <a:lnTo>
                    <a:pt x="4546" y="42372"/>
                  </a:lnTo>
                  <a:lnTo>
                    <a:pt x="0" y="38018"/>
                  </a:lnTo>
                  <a:lnTo>
                    <a:pt x="1178" y="36430"/>
                  </a:lnTo>
                  <a:lnTo>
                    <a:pt x="2656" y="37737"/>
                  </a:lnTo>
                  <a:lnTo>
                    <a:pt x="4080" y="37728"/>
                  </a:lnTo>
                  <a:lnTo>
                    <a:pt x="5971" y="31401"/>
                  </a:lnTo>
                  <a:lnTo>
                    <a:pt x="5841" y="24279"/>
                  </a:lnTo>
                  <a:lnTo>
                    <a:pt x="8550" y="20652"/>
                  </a:lnTo>
                  <a:lnTo>
                    <a:pt x="9711" y="16625"/>
                  </a:lnTo>
                  <a:lnTo>
                    <a:pt x="14741" y="11201"/>
                  </a:lnTo>
                  <a:lnTo>
                    <a:pt x="14636" y="8850"/>
                  </a:lnTo>
                  <a:lnTo>
                    <a:pt x="13473" y="7523"/>
                  </a:lnTo>
                  <a:lnTo>
                    <a:pt x="11854" y="2234"/>
                  </a:lnTo>
                  <a:lnTo>
                    <a:pt x="11942" y="122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h3812"/>
            <p:cNvSpPr/>
            <p:nvPr/>
          </p:nvSpPr>
          <p:spPr>
            <a:xfrm>
              <a:off x="6766131" y="3181493"/>
              <a:ext cx="29784" cy="24442"/>
            </a:xfrm>
            <a:custGeom>
              <a:avLst/>
              <a:pathLst>
                <a:path w="29784" h="24442">
                  <a:moveTo>
                    <a:pt x="19770" y="3317"/>
                  </a:moveTo>
                  <a:lnTo>
                    <a:pt x="21187" y="4966"/>
                  </a:lnTo>
                  <a:lnTo>
                    <a:pt x="20108" y="7086"/>
                  </a:lnTo>
                  <a:lnTo>
                    <a:pt x="20877" y="11259"/>
                  </a:lnTo>
                  <a:lnTo>
                    <a:pt x="24627" y="11780"/>
                  </a:lnTo>
                  <a:lnTo>
                    <a:pt x="26413" y="13695"/>
                  </a:lnTo>
                  <a:lnTo>
                    <a:pt x="29711" y="19987"/>
                  </a:lnTo>
                  <a:lnTo>
                    <a:pt x="29784" y="20571"/>
                  </a:lnTo>
                  <a:lnTo>
                    <a:pt x="26081" y="22319"/>
                  </a:lnTo>
                  <a:lnTo>
                    <a:pt x="25351" y="23461"/>
                  </a:lnTo>
                  <a:lnTo>
                    <a:pt x="24528" y="24442"/>
                  </a:lnTo>
                  <a:lnTo>
                    <a:pt x="19654" y="23348"/>
                  </a:lnTo>
                  <a:lnTo>
                    <a:pt x="15613" y="23868"/>
                  </a:lnTo>
                  <a:lnTo>
                    <a:pt x="8867" y="23667"/>
                  </a:lnTo>
                  <a:lnTo>
                    <a:pt x="9072" y="19591"/>
                  </a:lnTo>
                  <a:lnTo>
                    <a:pt x="11313" y="13220"/>
                  </a:lnTo>
                  <a:lnTo>
                    <a:pt x="8788" y="6313"/>
                  </a:lnTo>
                  <a:lnTo>
                    <a:pt x="5293" y="7355"/>
                  </a:lnTo>
                  <a:lnTo>
                    <a:pt x="0" y="5788"/>
                  </a:lnTo>
                  <a:lnTo>
                    <a:pt x="4517" y="1223"/>
                  </a:lnTo>
                  <a:lnTo>
                    <a:pt x="708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h3813"/>
            <p:cNvSpPr/>
            <p:nvPr/>
          </p:nvSpPr>
          <p:spPr>
            <a:xfrm>
              <a:off x="6509569" y="3166629"/>
              <a:ext cx="71168" cy="69729"/>
            </a:xfrm>
            <a:custGeom>
              <a:avLst/>
              <a:pathLst>
                <a:path w="71168" h="69729">
                  <a:moveTo>
                    <a:pt x="37232" y="5324"/>
                  </a:moveTo>
                  <a:lnTo>
                    <a:pt x="41969" y="3206"/>
                  </a:lnTo>
                  <a:lnTo>
                    <a:pt x="50381" y="5770"/>
                  </a:lnTo>
                  <a:lnTo>
                    <a:pt x="55026" y="8823"/>
                  </a:lnTo>
                  <a:lnTo>
                    <a:pt x="57008" y="11786"/>
                  </a:lnTo>
                  <a:lnTo>
                    <a:pt x="59895" y="13837"/>
                  </a:lnTo>
                  <a:lnTo>
                    <a:pt x="64736" y="11487"/>
                  </a:lnTo>
                  <a:lnTo>
                    <a:pt x="68008" y="7082"/>
                  </a:lnTo>
                  <a:lnTo>
                    <a:pt x="69975" y="9900"/>
                  </a:lnTo>
                  <a:lnTo>
                    <a:pt x="69520" y="15406"/>
                  </a:lnTo>
                  <a:lnTo>
                    <a:pt x="69781" y="16792"/>
                  </a:lnTo>
                  <a:lnTo>
                    <a:pt x="68154" y="19172"/>
                  </a:lnTo>
                  <a:lnTo>
                    <a:pt x="70303" y="23159"/>
                  </a:lnTo>
                  <a:lnTo>
                    <a:pt x="66953" y="24973"/>
                  </a:lnTo>
                  <a:lnTo>
                    <a:pt x="67477" y="32132"/>
                  </a:lnTo>
                  <a:lnTo>
                    <a:pt x="71071" y="32471"/>
                  </a:lnTo>
                  <a:lnTo>
                    <a:pt x="71168" y="33177"/>
                  </a:lnTo>
                  <a:lnTo>
                    <a:pt x="68403" y="36895"/>
                  </a:lnTo>
                  <a:lnTo>
                    <a:pt x="66176" y="43424"/>
                  </a:lnTo>
                  <a:lnTo>
                    <a:pt x="67656" y="46072"/>
                  </a:lnTo>
                  <a:lnTo>
                    <a:pt x="67993" y="48587"/>
                  </a:lnTo>
                  <a:lnTo>
                    <a:pt x="66894" y="52111"/>
                  </a:lnTo>
                  <a:lnTo>
                    <a:pt x="64357" y="54537"/>
                  </a:lnTo>
                  <a:lnTo>
                    <a:pt x="64491" y="55973"/>
                  </a:lnTo>
                  <a:lnTo>
                    <a:pt x="62391" y="62411"/>
                  </a:lnTo>
                  <a:lnTo>
                    <a:pt x="60094" y="63126"/>
                  </a:lnTo>
                  <a:lnTo>
                    <a:pt x="59413" y="64199"/>
                  </a:lnTo>
                  <a:lnTo>
                    <a:pt x="63723" y="67708"/>
                  </a:lnTo>
                  <a:lnTo>
                    <a:pt x="61550" y="69532"/>
                  </a:lnTo>
                  <a:lnTo>
                    <a:pt x="60142" y="69729"/>
                  </a:lnTo>
                  <a:lnTo>
                    <a:pt x="53401" y="67434"/>
                  </a:lnTo>
                  <a:lnTo>
                    <a:pt x="53359" y="68276"/>
                  </a:lnTo>
                  <a:lnTo>
                    <a:pt x="46444" y="66631"/>
                  </a:lnTo>
                  <a:lnTo>
                    <a:pt x="4646" y="51275"/>
                  </a:lnTo>
                  <a:lnTo>
                    <a:pt x="2597" y="46739"/>
                  </a:lnTo>
                  <a:lnTo>
                    <a:pt x="0" y="44309"/>
                  </a:lnTo>
                  <a:lnTo>
                    <a:pt x="5778" y="36033"/>
                  </a:lnTo>
                  <a:lnTo>
                    <a:pt x="3953" y="30911"/>
                  </a:lnTo>
                  <a:lnTo>
                    <a:pt x="4579" y="29379"/>
                  </a:lnTo>
                  <a:lnTo>
                    <a:pt x="6410" y="27411"/>
                  </a:lnTo>
                  <a:lnTo>
                    <a:pt x="11944" y="24751"/>
                  </a:lnTo>
                  <a:lnTo>
                    <a:pt x="9346" y="19392"/>
                  </a:lnTo>
                  <a:lnTo>
                    <a:pt x="11802" y="12737"/>
                  </a:lnTo>
                  <a:lnTo>
                    <a:pt x="15153" y="15120"/>
                  </a:lnTo>
                  <a:lnTo>
                    <a:pt x="19858" y="15536"/>
                  </a:lnTo>
                  <a:lnTo>
                    <a:pt x="21748" y="12204"/>
                  </a:lnTo>
                  <a:lnTo>
                    <a:pt x="22447" y="9933"/>
                  </a:lnTo>
                  <a:lnTo>
                    <a:pt x="19904" y="10427"/>
                  </a:lnTo>
                  <a:lnTo>
                    <a:pt x="22637" y="913"/>
                  </a:lnTo>
                  <a:lnTo>
                    <a:pt x="2929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h3814"/>
            <p:cNvSpPr/>
            <p:nvPr/>
          </p:nvSpPr>
          <p:spPr>
            <a:xfrm>
              <a:off x="6598731" y="3194275"/>
              <a:ext cx="57182" cy="65361"/>
            </a:xfrm>
            <a:custGeom>
              <a:avLst/>
              <a:pathLst>
                <a:path w="57182" h="65361">
                  <a:moveTo>
                    <a:pt x="21177" y="419"/>
                  </a:moveTo>
                  <a:lnTo>
                    <a:pt x="24582" y="3953"/>
                  </a:lnTo>
                  <a:lnTo>
                    <a:pt x="26224" y="6898"/>
                  </a:lnTo>
                  <a:lnTo>
                    <a:pt x="28989" y="6438"/>
                  </a:lnTo>
                  <a:lnTo>
                    <a:pt x="30225" y="9607"/>
                  </a:lnTo>
                  <a:lnTo>
                    <a:pt x="36573" y="17386"/>
                  </a:lnTo>
                  <a:lnTo>
                    <a:pt x="40000" y="23163"/>
                  </a:lnTo>
                  <a:lnTo>
                    <a:pt x="43742" y="24383"/>
                  </a:lnTo>
                  <a:lnTo>
                    <a:pt x="44774" y="22829"/>
                  </a:lnTo>
                  <a:lnTo>
                    <a:pt x="51204" y="20844"/>
                  </a:lnTo>
                  <a:lnTo>
                    <a:pt x="53735" y="21128"/>
                  </a:lnTo>
                  <a:lnTo>
                    <a:pt x="51531" y="24988"/>
                  </a:lnTo>
                  <a:lnTo>
                    <a:pt x="57182" y="33457"/>
                  </a:lnTo>
                  <a:lnTo>
                    <a:pt x="52648" y="34297"/>
                  </a:lnTo>
                  <a:lnTo>
                    <a:pt x="52066" y="39460"/>
                  </a:lnTo>
                  <a:lnTo>
                    <a:pt x="48280" y="39832"/>
                  </a:lnTo>
                  <a:lnTo>
                    <a:pt x="46618" y="41928"/>
                  </a:lnTo>
                  <a:lnTo>
                    <a:pt x="48442" y="47183"/>
                  </a:lnTo>
                  <a:lnTo>
                    <a:pt x="52568" y="49147"/>
                  </a:lnTo>
                  <a:lnTo>
                    <a:pt x="47073" y="57696"/>
                  </a:lnTo>
                  <a:lnTo>
                    <a:pt x="43983" y="61108"/>
                  </a:lnTo>
                  <a:lnTo>
                    <a:pt x="47756" y="62792"/>
                  </a:lnTo>
                  <a:lnTo>
                    <a:pt x="47973" y="64908"/>
                  </a:lnTo>
                  <a:lnTo>
                    <a:pt x="42997" y="65361"/>
                  </a:lnTo>
                  <a:lnTo>
                    <a:pt x="38644" y="63436"/>
                  </a:lnTo>
                  <a:lnTo>
                    <a:pt x="35179" y="64224"/>
                  </a:lnTo>
                  <a:lnTo>
                    <a:pt x="35059" y="64815"/>
                  </a:lnTo>
                  <a:lnTo>
                    <a:pt x="21257" y="60813"/>
                  </a:lnTo>
                  <a:lnTo>
                    <a:pt x="8871" y="56044"/>
                  </a:lnTo>
                  <a:lnTo>
                    <a:pt x="9402" y="55762"/>
                  </a:lnTo>
                  <a:lnTo>
                    <a:pt x="8468" y="54401"/>
                  </a:lnTo>
                  <a:lnTo>
                    <a:pt x="5694" y="52361"/>
                  </a:lnTo>
                  <a:lnTo>
                    <a:pt x="2354" y="51545"/>
                  </a:lnTo>
                  <a:lnTo>
                    <a:pt x="503" y="47264"/>
                  </a:lnTo>
                  <a:lnTo>
                    <a:pt x="0" y="43680"/>
                  </a:lnTo>
                  <a:lnTo>
                    <a:pt x="3012" y="36797"/>
                  </a:lnTo>
                  <a:lnTo>
                    <a:pt x="6554" y="36634"/>
                  </a:lnTo>
                  <a:lnTo>
                    <a:pt x="9521" y="35223"/>
                  </a:lnTo>
                  <a:lnTo>
                    <a:pt x="6144" y="33052"/>
                  </a:lnTo>
                  <a:lnTo>
                    <a:pt x="9578" y="28047"/>
                  </a:lnTo>
                  <a:lnTo>
                    <a:pt x="10094" y="18802"/>
                  </a:lnTo>
                  <a:lnTo>
                    <a:pt x="22329" y="12040"/>
                  </a:lnTo>
                  <a:lnTo>
                    <a:pt x="16477" y="6482"/>
                  </a:lnTo>
                  <a:lnTo>
                    <a:pt x="189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h3815"/>
            <p:cNvSpPr/>
            <p:nvPr/>
          </p:nvSpPr>
          <p:spPr>
            <a:xfrm>
              <a:off x="6475906" y="3072586"/>
              <a:ext cx="87721" cy="94957"/>
            </a:xfrm>
            <a:custGeom>
              <a:avLst/>
              <a:pathLst>
                <a:path w="87721" h="94957">
                  <a:moveTo>
                    <a:pt x="60220" y="1421"/>
                  </a:moveTo>
                  <a:lnTo>
                    <a:pt x="61710" y="1260"/>
                  </a:lnTo>
                  <a:lnTo>
                    <a:pt x="65068" y="654"/>
                  </a:lnTo>
                  <a:lnTo>
                    <a:pt x="66787" y="3915"/>
                  </a:lnTo>
                  <a:lnTo>
                    <a:pt x="69596" y="6631"/>
                  </a:lnTo>
                  <a:lnTo>
                    <a:pt x="72794" y="9282"/>
                  </a:lnTo>
                  <a:lnTo>
                    <a:pt x="74560" y="8342"/>
                  </a:lnTo>
                  <a:lnTo>
                    <a:pt x="77830" y="11531"/>
                  </a:lnTo>
                  <a:lnTo>
                    <a:pt x="76492" y="12499"/>
                  </a:lnTo>
                  <a:lnTo>
                    <a:pt x="75291" y="15653"/>
                  </a:lnTo>
                  <a:lnTo>
                    <a:pt x="76874" y="19217"/>
                  </a:lnTo>
                  <a:lnTo>
                    <a:pt x="77848" y="20014"/>
                  </a:lnTo>
                  <a:lnTo>
                    <a:pt x="78903" y="19611"/>
                  </a:lnTo>
                  <a:lnTo>
                    <a:pt x="79087" y="17805"/>
                  </a:lnTo>
                  <a:lnTo>
                    <a:pt x="80943" y="16524"/>
                  </a:lnTo>
                  <a:lnTo>
                    <a:pt x="83187" y="18549"/>
                  </a:lnTo>
                  <a:lnTo>
                    <a:pt x="85303" y="23683"/>
                  </a:lnTo>
                  <a:lnTo>
                    <a:pt x="84172" y="31564"/>
                  </a:lnTo>
                  <a:lnTo>
                    <a:pt x="87721" y="37510"/>
                  </a:lnTo>
                  <a:lnTo>
                    <a:pt x="74960" y="47216"/>
                  </a:lnTo>
                  <a:lnTo>
                    <a:pt x="74475" y="60285"/>
                  </a:lnTo>
                  <a:lnTo>
                    <a:pt x="73238" y="67752"/>
                  </a:lnTo>
                  <a:lnTo>
                    <a:pt x="64452" y="74589"/>
                  </a:lnTo>
                  <a:lnTo>
                    <a:pt x="60100" y="80877"/>
                  </a:lnTo>
                  <a:lnTo>
                    <a:pt x="58135" y="85865"/>
                  </a:lnTo>
                  <a:lnTo>
                    <a:pt x="58080" y="90179"/>
                  </a:lnTo>
                  <a:lnTo>
                    <a:pt x="62187" y="91944"/>
                  </a:lnTo>
                  <a:lnTo>
                    <a:pt x="63779" y="93669"/>
                  </a:lnTo>
                  <a:lnTo>
                    <a:pt x="62963" y="94043"/>
                  </a:lnTo>
                  <a:lnTo>
                    <a:pt x="56300" y="94957"/>
                  </a:lnTo>
                  <a:lnTo>
                    <a:pt x="51077" y="90020"/>
                  </a:lnTo>
                  <a:lnTo>
                    <a:pt x="46375" y="88118"/>
                  </a:lnTo>
                  <a:lnTo>
                    <a:pt x="42540" y="81960"/>
                  </a:lnTo>
                  <a:lnTo>
                    <a:pt x="36211" y="84112"/>
                  </a:lnTo>
                  <a:lnTo>
                    <a:pt x="36800" y="88568"/>
                  </a:lnTo>
                  <a:lnTo>
                    <a:pt x="29425" y="91909"/>
                  </a:lnTo>
                  <a:lnTo>
                    <a:pt x="24431" y="75269"/>
                  </a:lnTo>
                  <a:lnTo>
                    <a:pt x="26550" y="69400"/>
                  </a:lnTo>
                  <a:lnTo>
                    <a:pt x="19289" y="67796"/>
                  </a:lnTo>
                  <a:lnTo>
                    <a:pt x="17152" y="62235"/>
                  </a:lnTo>
                  <a:lnTo>
                    <a:pt x="17262" y="60333"/>
                  </a:lnTo>
                  <a:lnTo>
                    <a:pt x="14624" y="56100"/>
                  </a:lnTo>
                  <a:lnTo>
                    <a:pt x="6701" y="51679"/>
                  </a:lnTo>
                  <a:lnTo>
                    <a:pt x="0" y="50894"/>
                  </a:lnTo>
                  <a:lnTo>
                    <a:pt x="1898" y="48873"/>
                  </a:lnTo>
                  <a:lnTo>
                    <a:pt x="222" y="44444"/>
                  </a:lnTo>
                  <a:lnTo>
                    <a:pt x="3544" y="39247"/>
                  </a:lnTo>
                  <a:lnTo>
                    <a:pt x="5746" y="40479"/>
                  </a:lnTo>
                  <a:lnTo>
                    <a:pt x="10557" y="40649"/>
                  </a:lnTo>
                  <a:lnTo>
                    <a:pt x="12498" y="38579"/>
                  </a:lnTo>
                  <a:lnTo>
                    <a:pt x="14320" y="37700"/>
                  </a:lnTo>
                  <a:lnTo>
                    <a:pt x="18229" y="41018"/>
                  </a:lnTo>
                  <a:lnTo>
                    <a:pt x="34302" y="44644"/>
                  </a:lnTo>
                  <a:lnTo>
                    <a:pt x="37115" y="39258"/>
                  </a:lnTo>
                  <a:lnTo>
                    <a:pt x="37466" y="34980"/>
                  </a:lnTo>
                  <a:lnTo>
                    <a:pt x="40695" y="32159"/>
                  </a:lnTo>
                  <a:lnTo>
                    <a:pt x="43600" y="31920"/>
                  </a:lnTo>
                  <a:lnTo>
                    <a:pt x="45099" y="29463"/>
                  </a:lnTo>
                  <a:lnTo>
                    <a:pt x="44474" y="20898"/>
                  </a:lnTo>
                  <a:lnTo>
                    <a:pt x="46727" y="19681"/>
                  </a:lnTo>
                  <a:lnTo>
                    <a:pt x="47934" y="17977"/>
                  </a:lnTo>
                  <a:lnTo>
                    <a:pt x="49348" y="13308"/>
                  </a:lnTo>
                  <a:lnTo>
                    <a:pt x="47958" y="9505"/>
                  </a:lnTo>
                  <a:lnTo>
                    <a:pt x="48220" y="8041"/>
                  </a:lnTo>
                  <a:lnTo>
                    <a:pt x="50406" y="7652"/>
                  </a:lnTo>
                  <a:lnTo>
                    <a:pt x="51179" y="4513"/>
                  </a:lnTo>
                  <a:lnTo>
                    <a:pt x="50787" y="4745"/>
                  </a:lnTo>
                  <a:lnTo>
                    <a:pt x="51436" y="3178"/>
                  </a:lnTo>
                  <a:lnTo>
                    <a:pt x="5517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h3816"/>
            <p:cNvSpPr/>
            <p:nvPr/>
          </p:nvSpPr>
          <p:spPr>
            <a:xfrm>
              <a:off x="6655478" y="3040993"/>
              <a:ext cx="28277" cy="18514"/>
            </a:xfrm>
            <a:custGeom>
              <a:avLst/>
              <a:pathLst>
                <a:path w="28277" h="18514">
                  <a:moveTo>
                    <a:pt x="9713" y="4288"/>
                  </a:moveTo>
                  <a:lnTo>
                    <a:pt x="11627" y="5367"/>
                  </a:lnTo>
                  <a:lnTo>
                    <a:pt x="15272" y="5670"/>
                  </a:lnTo>
                  <a:lnTo>
                    <a:pt x="19502" y="9442"/>
                  </a:lnTo>
                  <a:lnTo>
                    <a:pt x="22705" y="9409"/>
                  </a:lnTo>
                  <a:lnTo>
                    <a:pt x="25724" y="6922"/>
                  </a:lnTo>
                  <a:lnTo>
                    <a:pt x="26872" y="7496"/>
                  </a:lnTo>
                  <a:lnTo>
                    <a:pt x="28277" y="9760"/>
                  </a:lnTo>
                  <a:lnTo>
                    <a:pt x="28038" y="12250"/>
                  </a:lnTo>
                  <a:lnTo>
                    <a:pt x="26056" y="14431"/>
                  </a:lnTo>
                  <a:lnTo>
                    <a:pt x="21488" y="15095"/>
                  </a:lnTo>
                  <a:lnTo>
                    <a:pt x="21581" y="17680"/>
                  </a:lnTo>
                  <a:lnTo>
                    <a:pt x="18969" y="18514"/>
                  </a:lnTo>
                  <a:lnTo>
                    <a:pt x="10255" y="13798"/>
                  </a:lnTo>
                  <a:lnTo>
                    <a:pt x="2118" y="15200"/>
                  </a:lnTo>
                  <a:lnTo>
                    <a:pt x="0" y="11737"/>
                  </a:lnTo>
                  <a:lnTo>
                    <a:pt x="658" y="8355"/>
                  </a:lnTo>
                  <a:lnTo>
                    <a:pt x="518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h3817"/>
            <p:cNvSpPr/>
            <p:nvPr/>
          </p:nvSpPr>
          <p:spPr>
            <a:xfrm>
              <a:off x="6762351" y="3205160"/>
              <a:ext cx="21630" cy="33019"/>
            </a:xfrm>
            <a:custGeom>
              <a:avLst/>
              <a:pathLst>
                <a:path w="21630" h="33019">
                  <a:moveTo>
                    <a:pt x="19393" y="200"/>
                  </a:moveTo>
                  <a:lnTo>
                    <a:pt x="21630" y="3857"/>
                  </a:lnTo>
                  <a:lnTo>
                    <a:pt x="21442" y="4914"/>
                  </a:lnTo>
                  <a:lnTo>
                    <a:pt x="18765" y="11385"/>
                  </a:lnTo>
                  <a:lnTo>
                    <a:pt x="9512" y="22455"/>
                  </a:lnTo>
                  <a:lnTo>
                    <a:pt x="8314" y="25913"/>
                  </a:lnTo>
                  <a:lnTo>
                    <a:pt x="8965" y="30241"/>
                  </a:lnTo>
                  <a:lnTo>
                    <a:pt x="8659" y="30849"/>
                  </a:lnTo>
                  <a:lnTo>
                    <a:pt x="421" y="33019"/>
                  </a:lnTo>
                  <a:lnTo>
                    <a:pt x="0" y="32390"/>
                  </a:lnTo>
                  <a:lnTo>
                    <a:pt x="3655" y="30544"/>
                  </a:lnTo>
                  <a:lnTo>
                    <a:pt x="4412" y="28364"/>
                  </a:lnTo>
                  <a:lnTo>
                    <a:pt x="4024" y="25377"/>
                  </a:lnTo>
                  <a:lnTo>
                    <a:pt x="2471" y="22832"/>
                  </a:lnTo>
                  <a:lnTo>
                    <a:pt x="1950" y="16515"/>
                  </a:lnTo>
                  <a:lnTo>
                    <a:pt x="2592" y="13156"/>
                  </a:lnTo>
                  <a:lnTo>
                    <a:pt x="6406" y="9135"/>
                  </a:lnTo>
                  <a:lnTo>
                    <a:pt x="6050" y="7576"/>
                  </a:lnTo>
                  <a:lnTo>
                    <a:pt x="8190" y="3434"/>
                  </a:lnTo>
                  <a:lnTo>
                    <a:pt x="9788" y="2015"/>
                  </a:lnTo>
                  <a:lnTo>
                    <a:pt x="11662" y="1708"/>
                  </a:lnTo>
                  <a:lnTo>
                    <a:pt x="1264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h3818"/>
            <p:cNvSpPr/>
            <p:nvPr/>
          </p:nvSpPr>
          <p:spPr>
            <a:xfrm>
              <a:off x="6620449" y="3057396"/>
              <a:ext cx="55223" cy="52064"/>
            </a:xfrm>
            <a:custGeom>
              <a:avLst/>
              <a:pathLst>
                <a:path w="55223" h="52064">
                  <a:moveTo>
                    <a:pt x="8328" y="0"/>
                  </a:moveTo>
                  <a:lnTo>
                    <a:pt x="12003" y="4007"/>
                  </a:lnTo>
                  <a:lnTo>
                    <a:pt x="15218" y="5956"/>
                  </a:lnTo>
                  <a:lnTo>
                    <a:pt x="15698" y="6939"/>
                  </a:lnTo>
                  <a:lnTo>
                    <a:pt x="14800" y="12344"/>
                  </a:lnTo>
                  <a:lnTo>
                    <a:pt x="16943" y="18636"/>
                  </a:lnTo>
                  <a:lnTo>
                    <a:pt x="16229" y="19443"/>
                  </a:lnTo>
                  <a:lnTo>
                    <a:pt x="16479" y="21014"/>
                  </a:lnTo>
                  <a:lnTo>
                    <a:pt x="17915" y="22257"/>
                  </a:lnTo>
                  <a:lnTo>
                    <a:pt x="19138" y="22309"/>
                  </a:lnTo>
                  <a:lnTo>
                    <a:pt x="19625" y="15587"/>
                  </a:lnTo>
                  <a:lnTo>
                    <a:pt x="21812" y="13669"/>
                  </a:lnTo>
                  <a:lnTo>
                    <a:pt x="27016" y="16345"/>
                  </a:lnTo>
                  <a:lnTo>
                    <a:pt x="29870" y="19573"/>
                  </a:lnTo>
                  <a:lnTo>
                    <a:pt x="31059" y="20013"/>
                  </a:lnTo>
                  <a:lnTo>
                    <a:pt x="32339" y="23292"/>
                  </a:lnTo>
                  <a:lnTo>
                    <a:pt x="34261" y="25601"/>
                  </a:lnTo>
                  <a:lnTo>
                    <a:pt x="38752" y="26840"/>
                  </a:lnTo>
                  <a:lnTo>
                    <a:pt x="44602" y="23360"/>
                  </a:lnTo>
                  <a:lnTo>
                    <a:pt x="45038" y="22237"/>
                  </a:lnTo>
                  <a:lnTo>
                    <a:pt x="47345" y="21952"/>
                  </a:lnTo>
                  <a:lnTo>
                    <a:pt x="48665" y="23348"/>
                  </a:lnTo>
                  <a:lnTo>
                    <a:pt x="47991" y="25286"/>
                  </a:lnTo>
                  <a:lnTo>
                    <a:pt x="51709" y="27602"/>
                  </a:lnTo>
                  <a:lnTo>
                    <a:pt x="50672" y="31091"/>
                  </a:lnTo>
                  <a:lnTo>
                    <a:pt x="53612" y="31856"/>
                  </a:lnTo>
                  <a:lnTo>
                    <a:pt x="55223" y="34383"/>
                  </a:lnTo>
                  <a:lnTo>
                    <a:pt x="53241" y="35955"/>
                  </a:lnTo>
                  <a:lnTo>
                    <a:pt x="47973" y="32492"/>
                  </a:lnTo>
                  <a:lnTo>
                    <a:pt x="40777" y="33718"/>
                  </a:lnTo>
                  <a:lnTo>
                    <a:pt x="40688" y="34726"/>
                  </a:lnTo>
                  <a:lnTo>
                    <a:pt x="38137" y="34397"/>
                  </a:lnTo>
                  <a:lnTo>
                    <a:pt x="33478" y="36770"/>
                  </a:lnTo>
                  <a:lnTo>
                    <a:pt x="32553" y="39645"/>
                  </a:lnTo>
                  <a:lnTo>
                    <a:pt x="34202" y="40224"/>
                  </a:lnTo>
                  <a:lnTo>
                    <a:pt x="34403" y="42789"/>
                  </a:lnTo>
                  <a:lnTo>
                    <a:pt x="30501" y="47634"/>
                  </a:lnTo>
                  <a:lnTo>
                    <a:pt x="28926" y="47142"/>
                  </a:lnTo>
                  <a:lnTo>
                    <a:pt x="28061" y="43213"/>
                  </a:lnTo>
                  <a:lnTo>
                    <a:pt x="25971" y="42319"/>
                  </a:lnTo>
                  <a:lnTo>
                    <a:pt x="23013" y="44422"/>
                  </a:lnTo>
                  <a:lnTo>
                    <a:pt x="22272" y="46627"/>
                  </a:lnTo>
                  <a:lnTo>
                    <a:pt x="20397" y="50149"/>
                  </a:lnTo>
                  <a:lnTo>
                    <a:pt x="12681" y="52064"/>
                  </a:lnTo>
                  <a:lnTo>
                    <a:pt x="11216" y="51354"/>
                  </a:lnTo>
                  <a:lnTo>
                    <a:pt x="9528" y="48162"/>
                  </a:lnTo>
                  <a:lnTo>
                    <a:pt x="15499" y="46657"/>
                  </a:lnTo>
                  <a:lnTo>
                    <a:pt x="20783" y="46394"/>
                  </a:lnTo>
                  <a:lnTo>
                    <a:pt x="21001" y="44311"/>
                  </a:lnTo>
                  <a:lnTo>
                    <a:pt x="16355" y="42790"/>
                  </a:lnTo>
                  <a:lnTo>
                    <a:pt x="8002" y="44844"/>
                  </a:lnTo>
                  <a:lnTo>
                    <a:pt x="816" y="47659"/>
                  </a:lnTo>
                  <a:lnTo>
                    <a:pt x="0" y="46056"/>
                  </a:lnTo>
                  <a:lnTo>
                    <a:pt x="4442" y="39115"/>
                  </a:lnTo>
                  <a:lnTo>
                    <a:pt x="3332" y="38085"/>
                  </a:lnTo>
                  <a:lnTo>
                    <a:pt x="709" y="37796"/>
                  </a:lnTo>
                  <a:lnTo>
                    <a:pt x="110" y="35623"/>
                  </a:lnTo>
                  <a:lnTo>
                    <a:pt x="4030" y="29922"/>
                  </a:lnTo>
                  <a:lnTo>
                    <a:pt x="4136" y="28190"/>
                  </a:lnTo>
                  <a:lnTo>
                    <a:pt x="3482" y="26480"/>
                  </a:lnTo>
                  <a:lnTo>
                    <a:pt x="6644" y="26083"/>
                  </a:lnTo>
                  <a:lnTo>
                    <a:pt x="8309" y="23630"/>
                  </a:lnTo>
                  <a:lnTo>
                    <a:pt x="9015" y="21242"/>
                  </a:lnTo>
                  <a:lnTo>
                    <a:pt x="8714" y="19878"/>
                  </a:lnTo>
                  <a:lnTo>
                    <a:pt x="10553" y="17569"/>
                  </a:lnTo>
                  <a:lnTo>
                    <a:pt x="3162" y="10000"/>
                  </a:lnTo>
                  <a:lnTo>
                    <a:pt x="2128" y="6640"/>
                  </a:lnTo>
                  <a:lnTo>
                    <a:pt x="3007" y="4758"/>
                  </a:lnTo>
                  <a:lnTo>
                    <a:pt x="3052" y="156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h3819"/>
            <p:cNvSpPr/>
            <p:nvPr/>
          </p:nvSpPr>
          <p:spPr>
            <a:xfrm>
              <a:off x="6711227" y="3187541"/>
              <a:ext cx="35898" cy="43280"/>
            </a:xfrm>
            <a:custGeom>
              <a:avLst/>
              <a:pathLst>
                <a:path w="35898" h="43280">
                  <a:moveTo>
                    <a:pt x="8622" y="423"/>
                  </a:moveTo>
                  <a:lnTo>
                    <a:pt x="10565" y="1751"/>
                  </a:lnTo>
                  <a:lnTo>
                    <a:pt x="10756" y="4386"/>
                  </a:lnTo>
                  <a:lnTo>
                    <a:pt x="12561" y="6180"/>
                  </a:lnTo>
                  <a:lnTo>
                    <a:pt x="16407" y="7148"/>
                  </a:lnTo>
                  <a:lnTo>
                    <a:pt x="20885" y="7308"/>
                  </a:lnTo>
                  <a:lnTo>
                    <a:pt x="27613" y="9129"/>
                  </a:lnTo>
                  <a:lnTo>
                    <a:pt x="29978" y="13583"/>
                  </a:lnTo>
                  <a:lnTo>
                    <a:pt x="29369" y="14312"/>
                  </a:lnTo>
                  <a:lnTo>
                    <a:pt x="31415" y="18965"/>
                  </a:lnTo>
                  <a:lnTo>
                    <a:pt x="35898" y="23904"/>
                  </a:lnTo>
                  <a:lnTo>
                    <a:pt x="33937" y="30340"/>
                  </a:lnTo>
                  <a:lnTo>
                    <a:pt x="26541" y="36389"/>
                  </a:lnTo>
                  <a:lnTo>
                    <a:pt x="17503" y="36918"/>
                  </a:lnTo>
                  <a:lnTo>
                    <a:pt x="16552" y="38169"/>
                  </a:lnTo>
                  <a:lnTo>
                    <a:pt x="16195" y="41786"/>
                  </a:lnTo>
                  <a:lnTo>
                    <a:pt x="13538" y="39208"/>
                  </a:lnTo>
                  <a:lnTo>
                    <a:pt x="7266" y="42676"/>
                  </a:lnTo>
                  <a:lnTo>
                    <a:pt x="3008" y="43280"/>
                  </a:lnTo>
                  <a:lnTo>
                    <a:pt x="1139" y="40801"/>
                  </a:lnTo>
                  <a:lnTo>
                    <a:pt x="359" y="40260"/>
                  </a:lnTo>
                  <a:lnTo>
                    <a:pt x="1224" y="37748"/>
                  </a:lnTo>
                  <a:lnTo>
                    <a:pt x="984" y="34211"/>
                  </a:lnTo>
                  <a:lnTo>
                    <a:pt x="4187" y="30752"/>
                  </a:lnTo>
                  <a:lnTo>
                    <a:pt x="5746" y="25121"/>
                  </a:lnTo>
                  <a:lnTo>
                    <a:pt x="1681" y="22859"/>
                  </a:lnTo>
                  <a:lnTo>
                    <a:pt x="0" y="13861"/>
                  </a:lnTo>
                  <a:lnTo>
                    <a:pt x="1105" y="8095"/>
                  </a:lnTo>
                  <a:lnTo>
                    <a:pt x="2549" y="3576"/>
                  </a:lnTo>
                  <a:lnTo>
                    <a:pt x="3858" y="1710"/>
                  </a:lnTo>
                  <a:lnTo>
                    <a:pt x="6629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h3820"/>
            <p:cNvSpPr/>
            <p:nvPr/>
          </p:nvSpPr>
          <p:spPr>
            <a:xfrm>
              <a:off x="6551197" y="3080703"/>
              <a:ext cx="19610" cy="15910"/>
            </a:xfrm>
            <a:custGeom>
              <a:avLst/>
              <a:pathLst>
                <a:path w="19610" h="15910">
                  <a:moveTo>
                    <a:pt x="16903" y="2102"/>
                  </a:moveTo>
                  <a:lnTo>
                    <a:pt x="18421" y="2885"/>
                  </a:lnTo>
                  <a:lnTo>
                    <a:pt x="18347" y="4904"/>
                  </a:lnTo>
                  <a:lnTo>
                    <a:pt x="19405" y="7153"/>
                  </a:lnTo>
                  <a:lnTo>
                    <a:pt x="19610" y="9696"/>
                  </a:lnTo>
                  <a:lnTo>
                    <a:pt x="18530" y="9689"/>
                  </a:lnTo>
                  <a:lnTo>
                    <a:pt x="17628" y="8092"/>
                  </a:lnTo>
                  <a:lnTo>
                    <a:pt x="15892" y="7276"/>
                  </a:lnTo>
                  <a:lnTo>
                    <a:pt x="15118" y="11598"/>
                  </a:lnTo>
                  <a:lnTo>
                    <a:pt x="16042" y="11404"/>
                  </a:lnTo>
                  <a:lnTo>
                    <a:pt x="16333" y="12500"/>
                  </a:lnTo>
                  <a:lnTo>
                    <a:pt x="13927" y="15910"/>
                  </a:lnTo>
                  <a:lnTo>
                    <a:pt x="10012" y="15566"/>
                  </a:lnTo>
                  <a:lnTo>
                    <a:pt x="7896" y="10432"/>
                  </a:lnTo>
                  <a:lnTo>
                    <a:pt x="5652" y="8407"/>
                  </a:lnTo>
                  <a:lnTo>
                    <a:pt x="3796" y="9688"/>
                  </a:lnTo>
                  <a:lnTo>
                    <a:pt x="3612" y="11494"/>
                  </a:lnTo>
                  <a:lnTo>
                    <a:pt x="2557" y="11897"/>
                  </a:lnTo>
                  <a:lnTo>
                    <a:pt x="1583" y="11100"/>
                  </a:lnTo>
                  <a:lnTo>
                    <a:pt x="0" y="7536"/>
                  </a:lnTo>
                  <a:lnTo>
                    <a:pt x="1201" y="4382"/>
                  </a:lnTo>
                  <a:lnTo>
                    <a:pt x="2539" y="3414"/>
                  </a:lnTo>
                  <a:lnTo>
                    <a:pt x="3418" y="5203"/>
                  </a:lnTo>
                  <a:lnTo>
                    <a:pt x="7218" y="8232"/>
                  </a:lnTo>
                  <a:lnTo>
                    <a:pt x="11480" y="3112"/>
                  </a:lnTo>
                  <a:lnTo>
                    <a:pt x="1313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h3821"/>
            <p:cNvSpPr/>
            <p:nvPr/>
          </p:nvSpPr>
          <p:spPr>
            <a:xfrm>
              <a:off x="6776129" y="3230118"/>
              <a:ext cx="28062" cy="19362"/>
            </a:xfrm>
            <a:custGeom>
              <a:avLst/>
              <a:pathLst>
                <a:path w="28062" h="19362">
                  <a:moveTo>
                    <a:pt x="17647" y="666"/>
                  </a:moveTo>
                  <a:lnTo>
                    <a:pt x="21380" y="4847"/>
                  </a:lnTo>
                  <a:lnTo>
                    <a:pt x="23776" y="9625"/>
                  </a:lnTo>
                  <a:lnTo>
                    <a:pt x="28062" y="15068"/>
                  </a:lnTo>
                  <a:lnTo>
                    <a:pt x="26121" y="17911"/>
                  </a:lnTo>
                  <a:lnTo>
                    <a:pt x="24114" y="14400"/>
                  </a:lnTo>
                  <a:lnTo>
                    <a:pt x="13780" y="19362"/>
                  </a:lnTo>
                  <a:lnTo>
                    <a:pt x="9412" y="17435"/>
                  </a:lnTo>
                  <a:lnTo>
                    <a:pt x="6882" y="17647"/>
                  </a:lnTo>
                  <a:lnTo>
                    <a:pt x="6747" y="12555"/>
                  </a:lnTo>
                  <a:lnTo>
                    <a:pt x="5467" y="9465"/>
                  </a:lnTo>
                  <a:lnTo>
                    <a:pt x="3837" y="7573"/>
                  </a:lnTo>
                  <a:lnTo>
                    <a:pt x="347" y="8732"/>
                  </a:lnTo>
                  <a:lnTo>
                    <a:pt x="0" y="8068"/>
                  </a:lnTo>
                  <a:lnTo>
                    <a:pt x="3881" y="4157"/>
                  </a:lnTo>
                  <a:lnTo>
                    <a:pt x="7191" y="2140"/>
                  </a:lnTo>
                  <a:lnTo>
                    <a:pt x="13878" y="3582"/>
                  </a:lnTo>
                  <a:lnTo>
                    <a:pt x="14501" y="1644"/>
                  </a:lnTo>
                  <a:lnTo>
                    <a:pt x="1622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h3822"/>
            <p:cNvSpPr/>
            <p:nvPr/>
          </p:nvSpPr>
          <p:spPr>
            <a:xfrm>
              <a:off x="6774304" y="3286366"/>
              <a:ext cx="26730" cy="18301"/>
            </a:xfrm>
            <a:custGeom>
              <a:avLst/>
              <a:pathLst>
                <a:path w="26730" h="18301">
                  <a:moveTo>
                    <a:pt x="13580" y="500"/>
                  </a:moveTo>
                  <a:lnTo>
                    <a:pt x="17856" y="977"/>
                  </a:lnTo>
                  <a:lnTo>
                    <a:pt x="20162" y="2348"/>
                  </a:lnTo>
                  <a:lnTo>
                    <a:pt x="26730" y="12309"/>
                  </a:lnTo>
                  <a:lnTo>
                    <a:pt x="18984" y="15590"/>
                  </a:lnTo>
                  <a:lnTo>
                    <a:pt x="14687" y="18301"/>
                  </a:lnTo>
                  <a:lnTo>
                    <a:pt x="12790" y="15688"/>
                  </a:lnTo>
                  <a:lnTo>
                    <a:pt x="7722" y="12535"/>
                  </a:lnTo>
                  <a:lnTo>
                    <a:pt x="5766" y="11801"/>
                  </a:lnTo>
                  <a:lnTo>
                    <a:pt x="5180" y="13127"/>
                  </a:lnTo>
                  <a:lnTo>
                    <a:pt x="3768" y="13690"/>
                  </a:lnTo>
                  <a:lnTo>
                    <a:pt x="913" y="10473"/>
                  </a:lnTo>
                  <a:lnTo>
                    <a:pt x="0" y="6779"/>
                  </a:lnTo>
                  <a:lnTo>
                    <a:pt x="3" y="5688"/>
                  </a:lnTo>
                  <a:lnTo>
                    <a:pt x="2465" y="2714"/>
                  </a:lnTo>
                  <a:lnTo>
                    <a:pt x="6329" y="877"/>
                  </a:lnTo>
                  <a:lnTo>
                    <a:pt x="939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h3823"/>
            <p:cNvSpPr/>
            <p:nvPr/>
          </p:nvSpPr>
          <p:spPr>
            <a:xfrm>
              <a:off x="6797335" y="3161452"/>
              <a:ext cx="11691" cy="16734"/>
            </a:xfrm>
            <a:custGeom>
              <a:avLst/>
              <a:pathLst>
                <a:path w="11691" h="16734">
                  <a:moveTo>
                    <a:pt x="10445" y="2971"/>
                  </a:moveTo>
                  <a:lnTo>
                    <a:pt x="11691" y="8643"/>
                  </a:lnTo>
                  <a:lnTo>
                    <a:pt x="9412" y="8977"/>
                  </a:lnTo>
                  <a:lnTo>
                    <a:pt x="7923" y="10467"/>
                  </a:lnTo>
                  <a:lnTo>
                    <a:pt x="9800" y="15697"/>
                  </a:lnTo>
                  <a:lnTo>
                    <a:pt x="8099" y="16734"/>
                  </a:lnTo>
                  <a:lnTo>
                    <a:pt x="1267" y="10305"/>
                  </a:lnTo>
                  <a:lnTo>
                    <a:pt x="459" y="8923"/>
                  </a:lnTo>
                  <a:lnTo>
                    <a:pt x="943" y="7096"/>
                  </a:lnTo>
                  <a:lnTo>
                    <a:pt x="1906" y="6705"/>
                  </a:lnTo>
                  <a:lnTo>
                    <a:pt x="0" y="2331"/>
                  </a:lnTo>
                  <a:lnTo>
                    <a:pt x="3594" y="2110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h3824"/>
            <p:cNvSpPr/>
            <p:nvPr/>
          </p:nvSpPr>
          <p:spPr>
            <a:xfrm>
              <a:off x="6562928" y="3227854"/>
              <a:ext cx="45204" cy="22466"/>
            </a:xfrm>
            <a:custGeom>
              <a:avLst/>
              <a:pathLst>
                <a:path w="45204" h="22466">
                  <a:moveTo>
                    <a:pt x="13982" y="0"/>
                  </a:moveTo>
                  <a:lnTo>
                    <a:pt x="19643" y="3142"/>
                  </a:lnTo>
                  <a:lnTo>
                    <a:pt x="24672" y="4656"/>
                  </a:lnTo>
                  <a:lnTo>
                    <a:pt x="26967" y="5819"/>
                  </a:lnTo>
                  <a:lnTo>
                    <a:pt x="27112" y="10004"/>
                  </a:lnTo>
                  <a:lnTo>
                    <a:pt x="30045" y="12751"/>
                  </a:lnTo>
                  <a:lnTo>
                    <a:pt x="35178" y="14227"/>
                  </a:lnTo>
                  <a:lnTo>
                    <a:pt x="36306" y="13685"/>
                  </a:lnTo>
                  <a:lnTo>
                    <a:pt x="38156" y="17966"/>
                  </a:lnTo>
                  <a:lnTo>
                    <a:pt x="41496" y="18782"/>
                  </a:lnTo>
                  <a:lnTo>
                    <a:pt x="44270" y="20822"/>
                  </a:lnTo>
                  <a:lnTo>
                    <a:pt x="45204" y="22183"/>
                  </a:lnTo>
                  <a:lnTo>
                    <a:pt x="44673" y="22466"/>
                  </a:lnTo>
                  <a:lnTo>
                    <a:pt x="0" y="7051"/>
                  </a:lnTo>
                  <a:lnTo>
                    <a:pt x="41" y="6209"/>
                  </a:lnTo>
                  <a:lnTo>
                    <a:pt x="6782" y="8504"/>
                  </a:lnTo>
                  <a:lnTo>
                    <a:pt x="8191" y="8307"/>
                  </a:lnTo>
                  <a:lnTo>
                    <a:pt x="10364" y="6483"/>
                  </a:lnTo>
                  <a:lnTo>
                    <a:pt x="6054" y="2974"/>
                  </a:lnTo>
                  <a:lnTo>
                    <a:pt x="6734" y="1901"/>
                  </a:lnTo>
                  <a:lnTo>
                    <a:pt x="9032" y="1187"/>
                  </a:lnTo>
                  <a:lnTo>
                    <a:pt x="8737" y="2260"/>
                  </a:lnTo>
                  <a:lnTo>
                    <a:pt x="12073" y="2361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h3825"/>
            <p:cNvSpPr/>
            <p:nvPr/>
          </p:nvSpPr>
          <p:spPr>
            <a:xfrm>
              <a:off x="6685630" y="3060825"/>
              <a:ext cx="29066" cy="24099"/>
            </a:xfrm>
            <a:custGeom>
              <a:avLst/>
              <a:pathLst>
                <a:path w="29066" h="24099">
                  <a:moveTo>
                    <a:pt x="9029" y="0"/>
                  </a:moveTo>
                  <a:lnTo>
                    <a:pt x="11290" y="457"/>
                  </a:lnTo>
                  <a:lnTo>
                    <a:pt x="13017" y="1142"/>
                  </a:lnTo>
                  <a:lnTo>
                    <a:pt x="15077" y="4728"/>
                  </a:lnTo>
                  <a:lnTo>
                    <a:pt x="16345" y="5320"/>
                  </a:lnTo>
                  <a:lnTo>
                    <a:pt x="20532" y="11612"/>
                  </a:lnTo>
                  <a:lnTo>
                    <a:pt x="29066" y="13099"/>
                  </a:lnTo>
                  <a:lnTo>
                    <a:pt x="25416" y="17447"/>
                  </a:lnTo>
                  <a:lnTo>
                    <a:pt x="20145" y="17846"/>
                  </a:lnTo>
                  <a:lnTo>
                    <a:pt x="14987" y="19790"/>
                  </a:lnTo>
                  <a:lnTo>
                    <a:pt x="13147" y="23065"/>
                  </a:lnTo>
                  <a:lnTo>
                    <a:pt x="11884" y="24099"/>
                  </a:lnTo>
                  <a:lnTo>
                    <a:pt x="10822" y="24057"/>
                  </a:lnTo>
                  <a:lnTo>
                    <a:pt x="7836" y="21322"/>
                  </a:lnTo>
                  <a:lnTo>
                    <a:pt x="941" y="20672"/>
                  </a:lnTo>
                  <a:lnTo>
                    <a:pt x="0" y="18734"/>
                  </a:lnTo>
                  <a:lnTo>
                    <a:pt x="647" y="18562"/>
                  </a:lnTo>
                  <a:lnTo>
                    <a:pt x="3504" y="12498"/>
                  </a:lnTo>
                  <a:lnTo>
                    <a:pt x="4083" y="7431"/>
                  </a:lnTo>
                  <a:lnTo>
                    <a:pt x="2892" y="3025"/>
                  </a:lnTo>
                  <a:lnTo>
                    <a:pt x="6619" y="47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h3826"/>
            <p:cNvSpPr/>
            <p:nvPr/>
          </p:nvSpPr>
          <p:spPr>
            <a:xfrm>
              <a:off x="6660663" y="3035077"/>
              <a:ext cx="29422" cy="15832"/>
            </a:xfrm>
            <a:custGeom>
              <a:avLst/>
              <a:pathLst>
                <a:path w="29422" h="15832">
                  <a:moveTo>
                    <a:pt x="8721" y="1726"/>
                  </a:moveTo>
                  <a:lnTo>
                    <a:pt x="12218" y="7692"/>
                  </a:lnTo>
                  <a:lnTo>
                    <a:pt x="13334" y="7162"/>
                  </a:lnTo>
                  <a:lnTo>
                    <a:pt x="13105" y="5551"/>
                  </a:lnTo>
                  <a:lnTo>
                    <a:pt x="13626" y="5228"/>
                  </a:lnTo>
                  <a:lnTo>
                    <a:pt x="16908" y="5406"/>
                  </a:lnTo>
                  <a:lnTo>
                    <a:pt x="18033" y="5811"/>
                  </a:lnTo>
                  <a:lnTo>
                    <a:pt x="17959" y="6464"/>
                  </a:lnTo>
                  <a:lnTo>
                    <a:pt x="18017" y="7836"/>
                  </a:lnTo>
                  <a:lnTo>
                    <a:pt x="19262" y="9396"/>
                  </a:lnTo>
                  <a:lnTo>
                    <a:pt x="23149" y="10706"/>
                  </a:lnTo>
                  <a:lnTo>
                    <a:pt x="27792" y="7456"/>
                  </a:lnTo>
                  <a:lnTo>
                    <a:pt x="29422" y="11719"/>
                  </a:lnTo>
                  <a:lnTo>
                    <a:pt x="25918" y="15832"/>
                  </a:lnTo>
                  <a:lnTo>
                    <a:pt x="23092" y="15676"/>
                  </a:lnTo>
                  <a:lnTo>
                    <a:pt x="21686" y="13412"/>
                  </a:lnTo>
                  <a:lnTo>
                    <a:pt x="20539" y="12838"/>
                  </a:lnTo>
                  <a:lnTo>
                    <a:pt x="17519" y="15325"/>
                  </a:lnTo>
                  <a:lnTo>
                    <a:pt x="14317" y="15358"/>
                  </a:lnTo>
                  <a:lnTo>
                    <a:pt x="10087" y="11586"/>
                  </a:lnTo>
                  <a:lnTo>
                    <a:pt x="6442" y="11283"/>
                  </a:lnTo>
                  <a:lnTo>
                    <a:pt x="4528" y="10204"/>
                  </a:lnTo>
                  <a:lnTo>
                    <a:pt x="0" y="5915"/>
                  </a:lnTo>
                  <a:lnTo>
                    <a:pt x="3877" y="6141"/>
                  </a:lnTo>
                  <a:lnTo>
                    <a:pt x="6740" y="8825"/>
                  </a:lnTo>
                  <a:lnTo>
                    <a:pt x="7639" y="8635"/>
                  </a:lnTo>
                  <a:lnTo>
                    <a:pt x="3309" y="2107"/>
                  </a:lnTo>
                  <a:lnTo>
                    <a:pt x="465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h3827"/>
            <p:cNvSpPr/>
            <p:nvPr/>
          </p:nvSpPr>
          <p:spPr>
            <a:xfrm>
              <a:off x="6741564" y="3185440"/>
              <a:ext cx="13332" cy="17628"/>
            </a:xfrm>
            <a:custGeom>
              <a:avLst/>
              <a:pathLst>
                <a:path w="13332" h="17628">
                  <a:moveTo>
                    <a:pt x="12525" y="6685"/>
                  </a:moveTo>
                  <a:lnTo>
                    <a:pt x="13332" y="9936"/>
                  </a:lnTo>
                  <a:lnTo>
                    <a:pt x="11754" y="13044"/>
                  </a:lnTo>
                  <a:lnTo>
                    <a:pt x="11853" y="14988"/>
                  </a:lnTo>
                  <a:lnTo>
                    <a:pt x="11347" y="17201"/>
                  </a:lnTo>
                  <a:lnTo>
                    <a:pt x="9817" y="17628"/>
                  </a:lnTo>
                  <a:lnTo>
                    <a:pt x="6680" y="14382"/>
                  </a:lnTo>
                  <a:lnTo>
                    <a:pt x="4192" y="13398"/>
                  </a:lnTo>
                  <a:lnTo>
                    <a:pt x="637" y="14333"/>
                  </a:lnTo>
                  <a:lnTo>
                    <a:pt x="0" y="12142"/>
                  </a:lnTo>
                  <a:lnTo>
                    <a:pt x="1502" y="3960"/>
                  </a:lnTo>
                  <a:lnTo>
                    <a:pt x="4268" y="0"/>
                  </a:lnTo>
                  <a:lnTo>
                    <a:pt x="6731" y="15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h3828"/>
            <p:cNvSpPr/>
            <p:nvPr/>
          </p:nvSpPr>
          <p:spPr>
            <a:xfrm>
              <a:off x="6696453" y="3071608"/>
              <a:ext cx="43761" cy="67332"/>
            </a:xfrm>
            <a:custGeom>
              <a:avLst/>
              <a:pathLst>
                <a:path w="43761" h="67332">
                  <a:moveTo>
                    <a:pt x="32959" y="0"/>
                  </a:moveTo>
                  <a:lnTo>
                    <a:pt x="34283" y="5105"/>
                  </a:lnTo>
                  <a:lnTo>
                    <a:pt x="38762" y="8275"/>
                  </a:lnTo>
                  <a:lnTo>
                    <a:pt x="41291" y="11879"/>
                  </a:lnTo>
                  <a:lnTo>
                    <a:pt x="41408" y="13137"/>
                  </a:lnTo>
                  <a:lnTo>
                    <a:pt x="40444" y="15058"/>
                  </a:lnTo>
                  <a:lnTo>
                    <a:pt x="41611" y="16260"/>
                  </a:lnTo>
                  <a:lnTo>
                    <a:pt x="41181" y="17263"/>
                  </a:lnTo>
                  <a:lnTo>
                    <a:pt x="42041" y="19450"/>
                  </a:lnTo>
                  <a:lnTo>
                    <a:pt x="42065" y="25925"/>
                  </a:lnTo>
                  <a:lnTo>
                    <a:pt x="43166" y="25805"/>
                  </a:lnTo>
                  <a:lnTo>
                    <a:pt x="43761" y="26478"/>
                  </a:lnTo>
                  <a:lnTo>
                    <a:pt x="42066" y="27734"/>
                  </a:lnTo>
                  <a:lnTo>
                    <a:pt x="29906" y="28082"/>
                  </a:lnTo>
                  <a:lnTo>
                    <a:pt x="27106" y="30831"/>
                  </a:lnTo>
                  <a:lnTo>
                    <a:pt x="25149" y="42319"/>
                  </a:lnTo>
                  <a:lnTo>
                    <a:pt x="23672" y="43056"/>
                  </a:lnTo>
                  <a:lnTo>
                    <a:pt x="22593" y="46533"/>
                  </a:lnTo>
                  <a:lnTo>
                    <a:pt x="26513" y="51279"/>
                  </a:lnTo>
                  <a:lnTo>
                    <a:pt x="28651" y="51712"/>
                  </a:lnTo>
                  <a:lnTo>
                    <a:pt x="28784" y="54704"/>
                  </a:lnTo>
                  <a:lnTo>
                    <a:pt x="25640" y="55437"/>
                  </a:lnTo>
                  <a:lnTo>
                    <a:pt x="28336" y="61370"/>
                  </a:lnTo>
                  <a:lnTo>
                    <a:pt x="23848" y="67332"/>
                  </a:lnTo>
                  <a:lnTo>
                    <a:pt x="20936" y="65586"/>
                  </a:lnTo>
                  <a:lnTo>
                    <a:pt x="16496" y="64602"/>
                  </a:lnTo>
                  <a:lnTo>
                    <a:pt x="12305" y="66338"/>
                  </a:lnTo>
                  <a:lnTo>
                    <a:pt x="8972" y="65061"/>
                  </a:lnTo>
                  <a:lnTo>
                    <a:pt x="8872" y="56669"/>
                  </a:lnTo>
                  <a:lnTo>
                    <a:pt x="11696" y="51013"/>
                  </a:lnTo>
                  <a:lnTo>
                    <a:pt x="11402" y="45923"/>
                  </a:lnTo>
                  <a:lnTo>
                    <a:pt x="13111" y="40411"/>
                  </a:lnTo>
                  <a:lnTo>
                    <a:pt x="7075" y="38595"/>
                  </a:lnTo>
                  <a:lnTo>
                    <a:pt x="5176" y="35330"/>
                  </a:lnTo>
                  <a:lnTo>
                    <a:pt x="6257" y="33618"/>
                  </a:lnTo>
                  <a:lnTo>
                    <a:pt x="6782" y="26960"/>
                  </a:lnTo>
                  <a:lnTo>
                    <a:pt x="5538" y="25027"/>
                  </a:lnTo>
                  <a:lnTo>
                    <a:pt x="2980" y="24248"/>
                  </a:lnTo>
                  <a:lnTo>
                    <a:pt x="2105" y="21398"/>
                  </a:lnTo>
                  <a:lnTo>
                    <a:pt x="3357" y="18522"/>
                  </a:lnTo>
                  <a:lnTo>
                    <a:pt x="4892" y="20090"/>
                  </a:lnTo>
                  <a:lnTo>
                    <a:pt x="7279" y="18038"/>
                  </a:lnTo>
                  <a:lnTo>
                    <a:pt x="1304" y="16886"/>
                  </a:lnTo>
                  <a:lnTo>
                    <a:pt x="127" y="17359"/>
                  </a:lnTo>
                  <a:lnTo>
                    <a:pt x="0" y="13273"/>
                  </a:lnTo>
                  <a:lnTo>
                    <a:pt x="1061" y="13315"/>
                  </a:lnTo>
                  <a:lnTo>
                    <a:pt x="2324" y="12282"/>
                  </a:lnTo>
                  <a:lnTo>
                    <a:pt x="4164" y="9007"/>
                  </a:lnTo>
                  <a:lnTo>
                    <a:pt x="9322" y="7063"/>
                  </a:lnTo>
                  <a:lnTo>
                    <a:pt x="14593" y="6663"/>
                  </a:lnTo>
                  <a:lnTo>
                    <a:pt x="18243" y="2316"/>
                  </a:lnTo>
                  <a:lnTo>
                    <a:pt x="25555" y="1941"/>
                  </a:lnTo>
                  <a:lnTo>
                    <a:pt x="25318" y="2882"/>
                  </a:lnTo>
                  <a:lnTo>
                    <a:pt x="27378" y="4300"/>
                  </a:lnTo>
                  <a:lnTo>
                    <a:pt x="28201" y="2708"/>
                  </a:lnTo>
                  <a:lnTo>
                    <a:pt x="31025" y="513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h3829"/>
            <p:cNvSpPr/>
            <p:nvPr/>
          </p:nvSpPr>
          <p:spPr>
            <a:xfrm>
              <a:off x="6793963" y="3301147"/>
              <a:ext cx="16569" cy="26303"/>
            </a:xfrm>
            <a:custGeom>
              <a:avLst/>
              <a:pathLst>
                <a:path w="16569" h="26303">
                  <a:moveTo>
                    <a:pt x="11448" y="42"/>
                  </a:moveTo>
                  <a:lnTo>
                    <a:pt x="15419" y="2135"/>
                  </a:lnTo>
                  <a:lnTo>
                    <a:pt x="16569" y="8114"/>
                  </a:lnTo>
                  <a:lnTo>
                    <a:pt x="16538" y="12890"/>
                  </a:lnTo>
                  <a:lnTo>
                    <a:pt x="13342" y="13305"/>
                  </a:lnTo>
                  <a:lnTo>
                    <a:pt x="12811" y="15551"/>
                  </a:lnTo>
                  <a:lnTo>
                    <a:pt x="13248" y="20544"/>
                  </a:lnTo>
                  <a:lnTo>
                    <a:pt x="9927" y="22614"/>
                  </a:lnTo>
                  <a:lnTo>
                    <a:pt x="8356" y="26303"/>
                  </a:lnTo>
                  <a:lnTo>
                    <a:pt x="6412" y="23188"/>
                  </a:lnTo>
                  <a:lnTo>
                    <a:pt x="1240" y="18265"/>
                  </a:lnTo>
                  <a:lnTo>
                    <a:pt x="0" y="16248"/>
                  </a:lnTo>
                  <a:lnTo>
                    <a:pt x="7777" y="14606"/>
                  </a:lnTo>
                  <a:lnTo>
                    <a:pt x="7431" y="10411"/>
                  </a:lnTo>
                  <a:lnTo>
                    <a:pt x="4390" y="8587"/>
                  </a:lnTo>
                  <a:lnTo>
                    <a:pt x="4313" y="7551"/>
                  </a:lnTo>
                  <a:lnTo>
                    <a:pt x="9870" y="4519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h3830"/>
            <p:cNvSpPr/>
            <p:nvPr/>
          </p:nvSpPr>
          <p:spPr>
            <a:xfrm>
              <a:off x="6770665" y="3240558"/>
              <a:ext cx="12456" cy="15869"/>
            </a:xfrm>
            <a:custGeom>
              <a:avLst/>
              <a:pathLst>
                <a:path w="12456" h="15869">
                  <a:moveTo>
                    <a:pt x="3471" y="19"/>
                  </a:moveTo>
                  <a:lnTo>
                    <a:pt x="6125" y="16"/>
                  </a:lnTo>
                  <a:lnTo>
                    <a:pt x="9400" y="1974"/>
                  </a:lnTo>
                  <a:lnTo>
                    <a:pt x="12212" y="2115"/>
                  </a:lnTo>
                  <a:lnTo>
                    <a:pt x="12346" y="7207"/>
                  </a:lnTo>
                  <a:lnTo>
                    <a:pt x="11380" y="9023"/>
                  </a:lnTo>
                  <a:lnTo>
                    <a:pt x="12456" y="15141"/>
                  </a:lnTo>
                  <a:lnTo>
                    <a:pt x="11762" y="15869"/>
                  </a:lnTo>
                  <a:lnTo>
                    <a:pt x="6680" y="12426"/>
                  </a:lnTo>
                  <a:lnTo>
                    <a:pt x="3788" y="4973"/>
                  </a:lnTo>
                  <a:lnTo>
                    <a:pt x="500" y="2479"/>
                  </a:lnTo>
                  <a:lnTo>
                    <a:pt x="0" y="1444"/>
                  </a:lnTo>
                  <a:lnTo>
                    <a:pt x="1256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h3831"/>
            <p:cNvSpPr/>
            <p:nvPr/>
          </p:nvSpPr>
          <p:spPr>
            <a:xfrm>
              <a:off x="6801356" y="2836260"/>
              <a:ext cx="17878" cy="14754"/>
            </a:xfrm>
            <a:custGeom>
              <a:avLst/>
              <a:pathLst>
                <a:path w="17878" h="14754">
                  <a:moveTo>
                    <a:pt x="17878" y="2812"/>
                  </a:moveTo>
                  <a:lnTo>
                    <a:pt x="16824" y="6615"/>
                  </a:lnTo>
                  <a:lnTo>
                    <a:pt x="13980" y="11932"/>
                  </a:lnTo>
                  <a:lnTo>
                    <a:pt x="13593" y="13918"/>
                  </a:lnTo>
                  <a:lnTo>
                    <a:pt x="10699" y="14754"/>
                  </a:lnTo>
                  <a:lnTo>
                    <a:pt x="8473" y="13336"/>
                  </a:lnTo>
                  <a:lnTo>
                    <a:pt x="7135" y="13669"/>
                  </a:lnTo>
                  <a:lnTo>
                    <a:pt x="5728" y="13006"/>
                  </a:lnTo>
                  <a:lnTo>
                    <a:pt x="4077" y="12290"/>
                  </a:lnTo>
                  <a:lnTo>
                    <a:pt x="3552" y="12472"/>
                  </a:lnTo>
                  <a:lnTo>
                    <a:pt x="0" y="11716"/>
                  </a:lnTo>
                  <a:lnTo>
                    <a:pt x="4379" y="6084"/>
                  </a:lnTo>
                  <a:lnTo>
                    <a:pt x="7910" y="3303"/>
                  </a:lnTo>
                  <a:lnTo>
                    <a:pt x="10879" y="3568"/>
                  </a:lnTo>
                  <a:lnTo>
                    <a:pt x="14846" y="1215"/>
                  </a:lnTo>
                  <a:lnTo>
                    <a:pt x="1556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h3832"/>
            <p:cNvSpPr/>
            <p:nvPr/>
          </p:nvSpPr>
          <p:spPr>
            <a:xfrm>
              <a:off x="6709011" y="2878002"/>
              <a:ext cx="15767" cy="8837"/>
            </a:xfrm>
            <a:custGeom>
              <a:avLst/>
              <a:pathLst>
                <a:path w="15767" h="8837">
                  <a:moveTo>
                    <a:pt x="12730" y="992"/>
                  </a:moveTo>
                  <a:lnTo>
                    <a:pt x="10976" y="2830"/>
                  </a:lnTo>
                  <a:lnTo>
                    <a:pt x="15767" y="6139"/>
                  </a:lnTo>
                  <a:lnTo>
                    <a:pt x="15553" y="7240"/>
                  </a:lnTo>
                  <a:lnTo>
                    <a:pt x="10046" y="7185"/>
                  </a:lnTo>
                  <a:lnTo>
                    <a:pt x="6322" y="8837"/>
                  </a:lnTo>
                  <a:lnTo>
                    <a:pt x="3000" y="8404"/>
                  </a:lnTo>
                  <a:lnTo>
                    <a:pt x="0" y="6993"/>
                  </a:lnTo>
                  <a:lnTo>
                    <a:pt x="2931" y="3988"/>
                  </a:lnTo>
                  <a:lnTo>
                    <a:pt x="9139" y="1721"/>
                  </a:lnTo>
                  <a:lnTo>
                    <a:pt x="9332" y="467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h3833"/>
            <p:cNvSpPr/>
            <p:nvPr/>
          </p:nvSpPr>
          <p:spPr>
            <a:xfrm>
              <a:off x="6771882" y="2798486"/>
              <a:ext cx="31950" cy="23642"/>
            </a:xfrm>
            <a:custGeom>
              <a:avLst/>
              <a:pathLst>
                <a:path w="31950" h="23642">
                  <a:moveTo>
                    <a:pt x="31633" y="3877"/>
                  </a:moveTo>
                  <a:lnTo>
                    <a:pt x="24497" y="12631"/>
                  </a:lnTo>
                  <a:lnTo>
                    <a:pt x="26300" y="19174"/>
                  </a:lnTo>
                  <a:lnTo>
                    <a:pt x="23402" y="18383"/>
                  </a:lnTo>
                  <a:lnTo>
                    <a:pt x="23005" y="16062"/>
                  </a:lnTo>
                  <a:lnTo>
                    <a:pt x="21786" y="15012"/>
                  </a:lnTo>
                  <a:lnTo>
                    <a:pt x="19690" y="14871"/>
                  </a:lnTo>
                  <a:lnTo>
                    <a:pt x="15041" y="18752"/>
                  </a:lnTo>
                  <a:lnTo>
                    <a:pt x="8289" y="20426"/>
                  </a:lnTo>
                  <a:lnTo>
                    <a:pt x="8529" y="21911"/>
                  </a:lnTo>
                  <a:lnTo>
                    <a:pt x="7693" y="23642"/>
                  </a:lnTo>
                  <a:lnTo>
                    <a:pt x="3596" y="22098"/>
                  </a:lnTo>
                  <a:lnTo>
                    <a:pt x="3851" y="22662"/>
                  </a:lnTo>
                  <a:lnTo>
                    <a:pt x="2143" y="22443"/>
                  </a:lnTo>
                  <a:lnTo>
                    <a:pt x="2078" y="21794"/>
                  </a:lnTo>
                  <a:lnTo>
                    <a:pt x="3871" y="21346"/>
                  </a:lnTo>
                  <a:lnTo>
                    <a:pt x="3868" y="18152"/>
                  </a:lnTo>
                  <a:lnTo>
                    <a:pt x="1219" y="13470"/>
                  </a:lnTo>
                  <a:lnTo>
                    <a:pt x="1357" y="8980"/>
                  </a:lnTo>
                  <a:lnTo>
                    <a:pt x="0" y="7502"/>
                  </a:lnTo>
                  <a:lnTo>
                    <a:pt x="4833" y="5757"/>
                  </a:lnTo>
                  <a:lnTo>
                    <a:pt x="7745" y="9195"/>
                  </a:lnTo>
                  <a:lnTo>
                    <a:pt x="12447" y="7429"/>
                  </a:lnTo>
                  <a:lnTo>
                    <a:pt x="17834" y="2021"/>
                  </a:lnTo>
                  <a:lnTo>
                    <a:pt x="19999" y="3058"/>
                  </a:lnTo>
                  <a:lnTo>
                    <a:pt x="20140" y="4532"/>
                  </a:lnTo>
                  <a:lnTo>
                    <a:pt x="19301" y="6906"/>
                  </a:lnTo>
                  <a:lnTo>
                    <a:pt x="21007" y="8253"/>
                  </a:lnTo>
                  <a:lnTo>
                    <a:pt x="27481" y="4711"/>
                  </a:lnTo>
                  <a:lnTo>
                    <a:pt x="3195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h3834"/>
            <p:cNvSpPr/>
            <p:nvPr/>
          </p:nvSpPr>
          <p:spPr>
            <a:xfrm>
              <a:off x="6763867" y="2747513"/>
              <a:ext cx="15974" cy="42753"/>
            </a:xfrm>
            <a:custGeom>
              <a:avLst/>
              <a:pathLst>
                <a:path w="15974" h="42753">
                  <a:moveTo>
                    <a:pt x="5886" y="0"/>
                  </a:moveTo>
                  <a:lnTo>
                    <a:pt x="4631" y="4116"/>
                  </a:lnTo>
                  <a:lnTo>
                    <a:pt x="4323" y="15320"/>
                  </a:lnTo>
                  <a:lnTo>
                    <a:pt x="5604" y="22959"/>
                  </a:lnTo>
                  <a:lnTo>
                    <a:pt x="8150" y="29721"/>
                  </a:lnTo>
                  <a:lnTo>
                    <a:pt x="7975" y="32026"/>
                  </a:lnTo>
                  <a:lnTo>
                    <a:pt x="9344" y="33492"/>
                  </a:lnTo>
                  <a:lnTo>
                    <a:pt x="14503" y="31192"/>
                  </a:lnTo>
                  <a:lnTo>
                    <a:pt x="15974" y="32386"/>
                  </a:lnTo>
                  <a:lnTo>
                    <a:pt x="13111" y="38174"/>
                  </a:lnTo>
                  <a:lnTo>
                    <a:pt x="14223" y="40143"/>
                  </a:lnTo>
                  <a:lnTo>
                    <a:pt x="8800" y="42753"/>
                  </a:lnTo>
                  <a:lnTo>
                    <a:pt x="5867" y="41956"/>
                  </a:lnTo>
                  <a:lnTo>
                    <a:pt x="4905" y="40429"/>
                  </a:lnTo>
                  <a:lnTo>
                    <a:pt x="4765" y="39576"/>
                  </a:lnTo>
                  <a:lnTo>
                    <a:pt x="5613" y="40113"/>
                  </a:lnTo>
                  <a:lnTo>
                    <a:pt x="8229" y="38059"/>
                  </a:lnTo>
                  <a:lnTo>
                    <a:pt x="7057" y="35971"/>
                  </a:lnTo>
                  <a:lnTo>
                    <a:pt x="6448" y="35862"/>
                  </a:lnTo>
                  <a:lnTo>
                    <a:pt x="6237" y="36786"/>
                  </a:lnTo>
                  <a:lnTo>
                    <a:pt x="2071" y="34610"/>
                  </a:lnTo>
                  <a:lnTo>
                    <a:pt x="0" y="28829"/>
                  </a:lnTo>
                  <a:lnTo>
                    <a:pt x="1325" y="28487"/>
                  </a:lnTo>
                  <a:lnTo>
                    <a:pt x="3053" y="27564"/>
                  </a:lnTo>
                  <a:lnTo>
                    <a:pt x="4183" y="20670"/>
                  </a:lnTo>
                  <a:lnTo>
                    <a:pt x="1919" y="17784"/>
                  </a:lnTo>
                  <a:lnTo>
                    <a:pt x="634" y="14646"/>
                  </a:lnTo>
                  <a:lnTo>
                    <a:pt x="3775" y="6042"/>
                  </a:lnTo>
                  <a:lnTo>
                    <a:pt x="3462" y="3822"/>
                  </a:lnTo>
                  <a:lnTo>
                    <a:pt x="427" y="128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h3835"/>
            <p:cNvSpPr/>
            <p:nvPr/>
          </p:nvSpPr>
          <p:spPr>
            <a:xfrm>
              <a:off x="6800444" y="2769548"/>
              <a:ext cx="17418" cy="16963"/>
            </a:xfrm>
            <a:custGeom>
              <a:avLst/>
              <a:pathLst>
                <a:path w="17418" h="16963">
                  <a:moveTo>
                    <a:pt x="8304" y="1194"/>
                  </a:moveTo>
                  <a:lnTo>
                    <a:pt x="11259" y="3404"/>
                  </a:lnTo>
                  <a:lnTo>
                    <a:pt x="11931" y="4946"/>
                  </a:lnTo>
                  <a:lnTo>
                    <a:pt x="10976" y="5704"/>
                  </a:lnTo>
                  <a:lnTo>
                    <a:pt x="12294" y="6844"/>
                  </a:lnTo>
                  <a:lnTo>
                    <a:pt x="13389" y="7160"/>
                  </a:lnTo>
                  <a:lnTo>
                    <a:pt x="15234" y="6432"/>
                  </a:lnTo>
                  <a:lnTo>
                    <a:pt x="15860" y="8584"/>
                  </a:lnTo>
                  <a:lnTo>
                    <a:pt x="17418" y="8733"/>
                  </a:lnTo>
                  <a:lnTo>
                    <a:pt x="15836" y="11713"/>
                  </a:lnTo>
                  <a:lnTo>
                    <a:pt x="12027" y="14924"/>
                  </a:lnTo>
                  <a:lnTo>
                    <a:pt x="10467" y="15922"/>
                  </a:lnTo>
                  <a:lnTo>
                    <a:pt x="6312" y="15971"/>
                  </a:lnTo>
                  <a:lnTo>
                    <a:pt x="3131" y="16963"/>
                  </a:lnTo>
                  <a:lnTo>
                    <a:pt x="1627" y="15730"/>
                  </a:lnTo>
                  <a:lnTo>
                    <a:pt x="2302" y="15206"/>
                  </a:lnTo>
                  <a:lnTo>
                    <a:pt x="762" y="12793"/>
                  </a:lnTo>
                  <a:lnTo>
                    <a:pt x="979" y="9373"/>
                  </a:lnTo>
                  <a:lnTo>
                    <a:pt x="2896" y="8685"/>
                  </a:lnTo>
                  <a:lnTo>
                    <a:pt x="3205" y="6824"/>
                  </a:lnTo>
                  <a:lnTo>
                    <a:pt x="2414" y="3836"/>
                  </a:lnTo>
                  <a:lnTo>
                    <a:pt x="0" y="3206"/>
                  </a:lnTo>
                  <a:lnTo>
                    <a:pt x="727" y="1725"/>
                  </a:lnTo>
                  <a:lnTo>
                    <a:pt x="3324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h3836"/>
            <p:cNvSpPr/>
            <p:nvPr/>
          </p:nvSpPr>
          <p:spPr>
            <a:xfrm>
              <a:off x="6770349" y="2782398"/>
              <a:ext cx="24131" cy="23590"/>
            </a:xfrm>
            <a:custGeom>
              <a:avLst/>
              <a:pathLst>
                <a:path w="24131" h="23590">
                  <a:moveTo>
                    <a:pt x="24131" y="0"/>
                  </a:moveTo>
                  <a:lnTo>
                    <a:pt x="23704" y="2133"/>
                  </a:lnTo>
                  <a:lnTo>
                    <a:pt x="21543" y="4804"/>
                  </a:lnTo>
                  <a:lnTo>
                    <a:pt x="17458" y="6163"/>
                  </a:lnTo>
                  <a:lnTo>
                    <a:pt x="15399" y="5589"/>
                  </a:lnTo>
                  <a:lnTo>
                    <a:pt x="14945" y="6050"/>
                  </a:lnTo>
                  <a:lnTo>
                    <a:pt x="14292" y="9494"/>
                  </a:lnTo>
                  <a:lnTo>
                    <a:pt x="17880" y="11613"/>
                  </a:lnTo>
                  <a:lnTo>
                    <a:pt x="15954" y="14534"/>
                  </a:lnTo>
                  <a:lnTo>
                    <a:pt x="12616" y="16133"/>
                  </a:lnTo>
                  <a:lnTo>
                    <a:pt x="6678" y="16291"/>
                  </a:lnTo>
                  <a:lnTo>
                    <a:pt x="4172" y="18732"/>
                  </a:lnTo>
                  <a:lnTo>
                    <a:pt x="4710" y="20652"/>
                  </a:lnTo>
                  <a:lnTo>
                    <a:pt x="6366" y="21844"/>
                  </a:lnTo>
                  <a:lnTo>
                    <a:pt x="1533" y="23590"/>
                  </a:lnTo>
                  <a:lnTo>
                    <a:pt x="0" y="20012"/>
                  </a:lnTo>
                  <a:lnTo>
                    <a:pt x="2316" y="15882"/>
                  </a:lnTo>
                  <a:lnTo>
                    <a:pt x="2279" y="13933"/>
                  </a:lnTo>
                  <a:lnTo>
                    <a:pt x="663" y="11701"/>
                  </a:lnTo>
                  <a:lnTo>
                    <a:pt x="2319" y="7867"/>
                  </a:lnTo>
                  <a:lnTo>
                    <a:pt x="7741" y="5258"/>
                  </a:lnTo>
                  <a:lnTo>
                    <a:pt x="10023" y="5722"/>
                  </a:lnTo>
                  <a:lnTo>
                    <a:pt x="14184" y="4787"/>
                  </a:lnTo>
                  <a:lnTo>
                    <a:pt x="19702" y="112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h3837"/>
            <p:cNvSpPr/>
            <p:nvPr/>
          </p:nvSpPr>
          <p:spPr>
            <a:xfrm>
              <a:off x="6706228" y="2851751"/>
              <a:ext cx="22071" cy="19736"/>
            </a:xfrm>
            <a:custGeom>
              <a:avLst/>
              <a:pathLst>
                <a:path w="22071" h="19736">
                  <a:moveTo>
                    <a:pt x="20346" y="0"/>
                  </a:moveTo>
                  <a:lnTo>
                    <a:pt x="21904" y="2911"/>
                  </a:lnTo>
                  <a:lnTo>
                    <a:pt x="19822" y="5639"/>
                  </a:lnTo>
                  <a:lnTo>
                    <a:pt x="19220" y="10365"/>
                  </a:lnTo>
                  <a:lnTo>
                    <a:pt x="22071" y="13822"/>
                  </a:lnTo>
                  <a:lnTo>
                    <a:pt x="19003" y="14398"/>
                  </a:lnTo>
                  <a:lnTo>
                    <a:pt x="15109" y="19736"/>
                  </a:lnTo>
                  <a:lnTo>
                    <a:pt x="13451" y="19392"/>
                  </a:lnTo>
                  <a:lnTo>
                    <a:pt x="11043" y="18728"/>
                  </a:lnTo>
                  <a:lnTo>
                    <a:pt x="8955" y="17888"/>
                  </a:lnTo>
                  <a:lnTo>
                    <a:pt x="6761" y="13794"/>
                  </a:lnTo>
                  <a:lnTo>
                    <a:pt x="6953" y="11448"/>
                  </a:lnTo>
                  <a:lnTo>
                    <a:pt x="515" y="9821"/>
                  </a:lnTo>
                  <a:lnTo>
                    <a:pt x="0" y="9413"/>
                  </a:lnTo>
                  <a:lnTo>
                    <a:pt x="676" y="8367"/>
                  </a:lnTo>
                  <a:lnTo>
                    <a:pt x="10158" y="9377"/>
                  </a:lnTo>
                  <a:lnTo>
                    <a:pt x="11319" y="8960"/>
                  </a:lnTo>
                  <a:lnTo>
                    <a:pt x="11967" y="7736"/>
                  </a:lnTo>
                  <a:lnTo>
                    <a:pt x="12425" y="10310"/>
                  </a:lnTo>
                  <a:lnTo>
                    <a:pt x="14117" y="10033"/>
                  </a:lnTo>
                  <a:lnTo>
                    <a:pt x="16366" y="8339"/>
                  </a:lnTo>
                  <a:lnTo>
                    <a:pt x="16513" y="6597"/>
                  </a:lnTo>
                  <a:lnTo>
                    <a:pt x="15320" y="3316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h3838"/>
            <p:cNvSpPr/>
            <p:nvPr/>
          </p:nvSpPr>
          <p:spPr>
            <a:xfrm>
              <a:off x="6787470" y="2745479"/>
              <a:ext cx="7679" cy="8797"/>
            </a:xfrm>
            <a:custGeom>
              <a:avLst/>
              <a:pathLst>
                <a:path w="7679" h="8797">
                  <a:moveTo>
                    <a:pt x="7524" y="4380"/>
                  </a:moveTo>
                  <a:lnTo>
                    <a:pt x="7679" y="6046"/>
                  </a:lnTo>
                  <a:lnTo>
                    <a:pt x="6200" y="8568"/>
                  </a:lnTo>
                  <a:lnTo>
                    <a:pt x="4521" y="8797"/>
                  </a:lnTo>
                  <a:lnTo>
                    <a:pt x="1362" y="7795"/>
                  </a:lnTo>
                  <a:lnTo>
                    <a:pt x="0" y="5148"/>
                  </a:lnTo>
                  <a:lnTo>
                    <a:pt x="4164" y="1625"/>
                  </a:lnTo>
                  <a:lnTo>
                    <a:pt x="374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h3839"/>
            <p:cNvSpPr/>
            <p:nvPr/>
          </p:nvSpPr>
          <p:spPr>
            <a:xfrm>
              <a:off x="6700370" y="2840421"/>
              <a:ext cx="21783" cy="20708"/>
            </a:xfrm>
            <a:custGeom>
              <a:avLst/>
              <a:pathLst>
                <a:path w="21783" h="20708">
                  <a:moveTo>
                    <a:pt x="11968" y="0"/>
                  </a:moveTo>
                  <a:lnTo>
                    <a:pt x="21680" y="175"/>
                  </a:lnTo>
                  <a:lnTo>
                    <a:pt x="21783" y="4747"/>
                  </a:lnTo>
                  <a:lnTo>
                    <a:pt x="19124" y="7033"/>
                  </a:lnTo>
                  <a:lnTo>
                    <a:pt x="16893" y="6537"/>
                  </a:lnTo>
                  <a:lnTo>
                    <a:pt x="14283" y="7159"/>
                  </a:lnTo>
                  <a:lnTo>
                    <a:pt x="14235" y="8171"/>
                  </a:lnTo>
                  <a:lnTo>
                    <a:pt x="18954" y="16833"/>
                  </a:lnTo>
                  <a:lnTo>
                    <a:pt x="17826" y="19067"/>
                  </a:lnTo>
                  <a:lnTo>
                    <a:pt x="17177" y="20290"/>
                  </a:lnTo>
                  <a:lnTo>
                    <a:pt x="16016" y="20708"/>
                  </a:lnTo>
                  <a:lnTo>
                    <a:pt x="6534" y="19697"/>
                  </a:lnTo>
                  <a:lnTo>
                    <a:pt x="2614" y="19314"/>
                  </a:lnTo>
                  <a:lnTo>
                    <a:pt x="2381" y="16572"/>
                  </a:lnTo>
                  <a:lnTo>
                    <a:pt x="0" y="13123"/>
                  </a:lnTo>
                  <a:lnTo>
                    <a:pt x="2174" y="12858"/>
                  </a:lnTo>
                  <a:lnTo>
                    <a:pt x="6586" y="10313"/>
                  </a:lnTo>
                  <a:lnTo>
                    <a:pt x="8055" y="3041"/>
                  </a:lnTo>
                  <a:lnTo>
                    <a:pt x="7546" y="92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h3840"/>
            <p:cNvSpPr/>
            <p:nvPr/>
          </p:nvSpPr>
          <p:spPr>
            <a:xfrm>
              <a:off x="6750426" y="2883275"/>
              <a:ext cx="14662" cy="14518"/>
            </a:xfrm>
            <a:custGeom>
              <a:avLst/>
              <a:pathLst>
                <a:path w="14662" h="14518">
                  <a:moveTo>
                    <a:pt x="7769" y="1309"/>
                  </a:moveTo>
                  <a:lnTo>
                    <a:pt x="10009" y="1897"/>
                  </a:lnTo>
                  <a:lnTo>
                    <a:pt x="12241" y="2744"/>
                  </a:lnTo>
                  <a:lnTo>
                    <a:pt x="14662" y="6897"/>
                  </a:lnTo>
                  <a:lnTo>
                    <a:pt x="13471" y="8596"/>
                  </a:lnTo>
                  <a:lnTo>
                    <a:pt x="8855" y="14255"/>
                  </a:lnTo>
                  <a:lnTo>
                    <a:pt x="5629" y="12356"/>
                  </a:lnTo>
                  <a:lnTo>
                    <a:pt x="5101" y="13519"/>
                  </a:lnTo>
                  <a:lnTo>
                    <a:pt x="4714" y="14518"/>
                  </a:lnTo>
                  <a:lnTo>
                    <a:pt x="3720" y="13541"/>
                  </a:lnTo>
                  <a:lnTo>
                    <a:pt x="3788" y="9797"/>
                  </a:lnTo>
                  <a:lnTo>
                    <a:pt x="931" y="4588"/>
                  </a:lnTo>
                  <a:lnTo>
                    <a:pt x="0" y="238"/>
                  </a:lnTo>
                  <a:lnTo>
                    <a:pt x="43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h3841"/>
            <p:cNvSpPr/>
            <p:nvPr/>
          </p:nvSpPr>
          <p:spPr>
            <a:xfrm>
              <a:off x="6714605" y="2845169"/>
              <a:ext cx="12690" cy="16893"/>
            </a:xfrm>
            <a:custGeom>
              <a:avLst/>
              <a:pathLst>
                <a:path w="12690" h="16893">
                  <a:moveTo>
                    <a:pt x="11705" y="3629"/>
                  </a:moveTo>
                  <a:lnTo>
                    <a:pt x="12690" y="6262"/>
                  </a:lnTo>
                  <a:lnTo>
                    <a:pt x="11969" y="6582"/>
                  </a:lnTo>
                  <a:lnTo>
                    <a:pt x="6942" y="9899"/>
                  </a:lnTo>
                  <a:lnTo>
                    <a:pt x="8136" y="13179"/>
                  </a:lnTo>
                  <a:lnTo>
                    <a:pt x="7989" y="14921"/>
                  </a:lnTo>
                  <a:lnTo>
                    <a:pt x="5740" y="16615"/>
                  </a:lnTo>
                  <a:lnTo>
                    <a:pt x="4047" y="16893"/>
                  </a:lnTo>
                  <a:lnTo>
                    <a:pt x="3590" y="14319"/>
                  </a:lnTo>
                  <a:lnTo>
                    <a:pt x="4719" y="12085"/>
                  </a:lnTo>
                  <a:lnTo>
                    <a:pt x="0" y="3424"/>
                  </a:lnTo>
                  <a:lnTo>
                    <a:pt x="48" y="2411"/>
                  </a:lnTo>
                  <a:lnTo>
                    <a:pt x="2658" y="1789"/>
                  </a:lnTo>
                  <a:lnTo>
                    <a:pt x="4889" y="2285"/>
                  </a:lnTo>
                  <a:lnTo>
                    <a:pt x="7547" y="0"/>
                  </a:lnTo>
                  <a:lnTo>
                    <a:pt x="8928" y="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h3842"/>
            <p:cNvSpPr/>
            <p:nvPr/>
          </p:nvSpPr>
          <p:spPr>
            <a:xfrm>
              <a:off x="6760436" y="2885172"/>
              <a:ext cx="34322" cy="25330"/>
            </a:xfrm>
            <a:custGeom>
              <a:avLst/>
              <a:pathLst>
                <a:path w="34322" h="25330">
                  <a:moveTo>
                    <a:pt x="6364" y="485"/>
                  </a:moveTo>
                  <a:lnTo>
                    <a:pt x="8164" y="1553"/>
                  </a:lnTo>
                  <a:lnTo>
                    <a:pt x="6719" y="5074"/>
                  </a:lnTo>
                  <a:lnTo>
                    <a:pt x="10157" y="5331"/>
                  </a:lnTo>
                  <a:lnTo>
                    <a:pt x="12637" y="4284"/>
                  </a:lnTo>
                  <a:lnTo>
                    <a:pt x="18155" y="4784"/>
                  </a:lnTo>
                  <a:lnTo>
                    <a:pt x="19550" y="6180"/>
                  </a:lnTo>
                  <a:lnTo>
                    <a:pt x="19654" y="8460"/>
                  </a:lnTo>
                  <a:lnTo>
                    <a:pt x="21442" y="8515"/>
                  </a:lnTo>
                  <a:lnTo>
                    <a:pt x="25064" y="6293"/>
                  </a:lnTo>
                  <a:lnTo>
                    <a:pt x="27471" y="3781"/>
                  </a:lnTo>
                  <a:lnTo>
                    <a:pt x="28297" y="4308"/>
                  </a:lnTo>
                  <a:lnTo>
                    <a:pt x="26741" y="8080"/>
                  </a:lnTo>
                  <a:lnTo>
                    <a:pt x="32315" y="10725"/>
                  </a:lnTo>
                  <a:lnTo>
                    <a:pt x="34125" y="12615"/>
                  </a:lnTo>
                  <a:lnTo>
                    <a:pt x="34322" y="13780"/>
                  </a:lnTo>
                  <a:lnTo>
                    <a:pt x="33360" y="16099"/>
                  </a:lnTo>
                  <a:lnTo>
                    <a:pt x="29294" y="15729"/>
                  </a:lnTo>
                  <a:lnTo>
                    <a:pt x="29036" y="19115"/>
                  </a:lnTo>
                  <a:lnTo>
                    <a:pt x="23516" y="21819"/>
                  </a:lnTo>
                  <a:lnTo>
                    <a:pt x="19621" y="22705"/>
                  </a:lnTo>
                  <a:lnTo>
                    <a:pt x="18036" y="23038"/>
                  </a:lnTo>
                  <a:lnTo>
                    <a:pt x="18340" y="24898"/>
                  </a:lnTo>
                  <a:lnTo>
                    <a:pt x="17816" y="25330"/>
                  </a:lnTo>
                  <a:lnTo>
                    <a:pt x="15463" y="23131"/>
                  </a:lnTo>
                  <a:lnTo>
                    <a:pt x="16930" y="20482"/>
                  </a:lnTo>
                  <a:lnTo>
                    <a:pt x="13694" y="20589"/>
                  </a:lnTo>
                  <a:lnTo>
                    <a:pt x="11808" y="19301"/>
                  </a:lnTo>
                  <a:lnTo>
                    <a:pt x="8915" y="17960"/>
                  </a:lnTo>
                  <a:lnTo>
                    <a:pt x="10111" y="12473"/>
                  </a:lnTo>
                  <a:lnTo>
                    <a:pt x="3462" y="6698"/>
                  </a:lnTo>
                  <a:lnTo>
                    <a:pt x="4652" y="5000"/>
                  </a:lnTo>
                  <a:lnTo>
                    <a:pt x="2231" y="8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h3843"/>
            <p:cNvSpPr/>
            <p:nvPr/>
          </p:nvSpPr>
          <p:spPr>
            <a:xfrm>
              <a:off x="6734135" y="2744581"/>
              <a:ext cx="23967" cy="20781"/>
            </a:xfrm>
            <a:custGeom>
              <a:avLst/>
              <a:pathLst>
                <a:path w="23967" h="20781">
                  <a:moveTo>
                    <a:pt x="23967" y="5920"/>
                  </a:moveTo>
                  <a:lnTo>
                    <a:pt x="19007" y="8331"/>
                  </a:lnTo>
                  <a:lnTo>
                    <a:pt x="19061" y="10557"/>
                  </a:lnTo>
                  <a:lnTo>
                    <a:pt x="18059" y="12214"/>
                  </a:lnTo>
                  <a:lnTo>
                    <a:pt x="12611" y="14663"/>
                  </a:lnTo>
                  <a:lnTo>
                    <a:pt x="10910" y="17597"/>
                  </a:lnTo>
                  <a:lnTo>
                    <a:pt x="10628" y="19895"/>
                  </a:lnTo>
                  <a:lnTo>
                    <a:pt x="9735" y="20486"/>
                  </a:lnTo>
                  <a:lnTo>
                    <a:pt x="8982" y="20071"/>
                  </a:lnTo>
                  <a:lnTo>
                    <a:pt x="8736" y="19281"/>
                  </a:lnTo>
                  <a:lnTo>
                    <a:pt x="6231" y="20781"/>
                  </a:lnTo>
                  <a:lnTo>
                    <a:pt x="5009" y="20496"/>
                  </a:lnTo>
                  <a:lnTo>
                    <a:pt x="2095" y="17558"/>
                  </a:lnTo>
                  <a:lnTo>
                    <a:pt x="689" y="15183"/>
                  </a:lnTo>
                  <a:lnTo>
                    <a:pt x="0" y="11677"/>
                  </a:lnTo>
                  <a:lnTo>
                    <a:pt x="1441" y="10034"/>
                  </a:lnTo>
                  <a:lnTo>
                    <a:pt x="54" y="7595"/>
                  </a:lnTo>
                  <a:lnTo>
                    <a:pt x="4223" y="4241"/>
                  </a:lnTo>
                  <a:lnTo>
                    <a:pt x="10480" y="3611"/>
                  </a:lnTo>
                  <a:lnTo>
                    <a:pt x="15012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h3844"/>
            <p:cNvSpPr/>
            <p:nvPr/>
          </p:nvSpPr>
          <p:spPr>
            <a:xfrm>
              <a:off x="6807225" y="2848193"/>
              <a:ext cx="16808" cy="16739"/>
            </a:xfrm>
            <a:custGeom>
              <a:avLst/>
              <a:pathLst>
                <a:path w="16808" h="16739">
                  <a:moveTo>
                    <a:pt x="10194" y="1741"/>
                  </a:moveTo>
                  <a:lnTo>
                    <a:pt x="12798" y="4300"/>
                  </a:lnTo>
                  <a:lnTo>
                    <a:pt x="13887" y="7720"/>
                  </a:lnTo>
                  <a:lnTo>
                    <a:pt x="14763" y="12470"/>
                  </a:lnTo>
                  <a:lnTo>
                    <a:pt x="16808" y="13302"/>
                  </a:lnTo>
                  <a:lnTo>
                    <a:pt x="15031" y="14518"/>
                  </a:lnTo>
                  <a:lnTo>
                    <a:pt x="13490" y="13742"/>
                  </a:lnTo>
                  <a:lnTo>
                    <a:pt x="8579" y="16739"/>
                  </a:lnTo>
                  <a:lnTo>
                    <a:pt x="5066" y="14349"/>
                  </a:lnTo>
                  <a:lnTo>
                    <a:pt x="1234" y="12546"/>
                  </a:lnTo>
                  <a:lnTo>
                    <a:pt x="0" y="6546"/>
                  </a:lnTo>
                  <a:lnTo>
                    <a:pt x="1594" y="3519"/>
                  </a:lnTo>
                  <a:lnTo>
                    <a:pt x="1266" y="1736"/>
                  </a:lnTo>
                  <a:lnTo>
                    <a:pt x="2604" y="1404"/>
                  </a:lnTo>
                  <a:lnTo>
                    <a:pt x="4830" y="2822"/>
                  </a:lnTo>
                  <a:lnTo>
                    <a:pt x="7724" y="1985"/>
                  </a:lnTo>
                  <a:lnTo>
                    <a:pt x="8111" y="0"/>
                  </a:lnTo>
                  <a:lnTo>
                    <a:pt x="10724" y="699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h3845"/>
            <p:cNvSpPr/>
            <p:nvPr/>
          </p:nvSpPr>
          <p:spPr>
            <a:xfrm>
              <a:off x="6804909" y="2848551"/>
              <a:ext cx="2176" cy="1514"/>
            </a:xfrm>
            <a:custGeom>
              <a:avLst/>
              <a:pathLst>
                <a:path w="2176" h="1514">
                  <a:moveTo>
                    <a:pt x="194" y="1514"/>
                  </a:moveTo>
                  <a:lnTo>
                    <a:pt x="0" y="181"/>
                  </a:lnTo>
                  <a:lnTo>
                    <a:pt x="524" y="0"/>
                  </a:lnTo>
                  <a:lnTo>
                    <a:pt x="2176" y="715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h3846"/>
            <p:cNvSpPr/>
            <p:nvPr/>
          </p:nvSpPr>
          <p:spPr>
            <a:xfrm>
              <a:off x="6775139" y="2813357"/>
              <a:ext cx="20146" cy="25533"/>
            </a:xfrm>
            <a:custGeom>
              <a:avLst/>
              <a:pathLst>
                <a:path w="20146" h="25533">
                  <a:moveTo>
                    <a:pt x="18530" y="140"/>
                  </a:moveTo>
                  <a:lnTo>
                    <a:pt x="19748" y="1190"/>
                  </a:lnTo>
                  <a:lnTo>
                    <a:pt x="20146" y="3511"/>
                  </a:lnTo>
                  <a:lnTo>
                    <a:pt x="18280" y="5249"/>
                  </a:lnTo>
                  <a:lnTo>
                    <a:pt x="18169" y="9215"/>
                  </a:lnTo>
                  <a:lnTo>
                    <a:pt x="16896" y="11663"/>
                  </a:lnTo>
                  <a:lnTo>
                    <a:pt x="14364" y="13979"/>
                  </a:lnTo>
                  <a:lnTo>
                    <a:pt x="10190" y="15709"/>
                  </a:lnTo>
                  <a:lnTo>
                    <a:pt x="15145" y="21392"/>
                  </a:lnTo>
                  <a:lnTo>
                    <a:pt x="15622" y="23108"/>
                  </a:lnTo>
                  <a:lnTo>
                    <a:pt x="11272" y="22270"/>
                  </a:lnTo>
                  <a:lnTo>
                    <a:pt x="10100" y="22691"/>
                  </a:lnTo>
                  <a:lnTo>
                    <a:pt x="9546" y="24116"/>
                  </a:lnTo>
                  <a:lnTo>
                    <a:pt x="7452" y="25533"/>
                  </a:lnTo>
                  <a:lnTo>
                    <a:pt x="3063" y="22779"/>
                  </a:lnTo>
                  <a:lnTo>
                    <a:pt x="3669" y="21595"/>
                  </a:lnTo>
                  <a:lnTo>
                    <a:pt x="0" y="13649"/>
                  </a:lnTo>
                  <a:lnTo>
                    <a:pt x="595" y="7791"/>
                  </a:lnTo>
                  <a:lnTo>
                    <a:pt x="340" y="7227"/>
                  </a:lnTo>
                  <a:lnTo>
                    <a:pt x="4436" y="8770"/>
                  </a:lnTo>
                  <a:lnTo>
                    <a:pt x="5273" y="7040"/>
                  </a:lnTo>
                  <a:lnTo>
                    <a:pt x="5033" y="5555"/>
                  </a:lnTo>
                  <a:lnTo>
                    <a:pt x="11785" y="3881"/>
                  </a:lnTo>
                  <a:lnTo>
                    <a:pt x="1643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h3847"/>
            <p:cNvSpPr/>
            <p:nvPr/>
          </p:nvSpPr>
          <p:spPr>
            <a:xfrm>
              <a:off x="6743976" y="2800319"/>
              <a:ext cx="34831" cy="41952"/>
            </a:xfrm>
            <a:custGeom>
              <a:avLst/>
              <a:pathLst>
                <a:path w="34831" h="41952">
                  <a:moveTo>
                    <a:pt x="26372" y="2091"/>
                  </a:moveTo>
                  <a:lnTo>
                    <a:pt x="27905" y="5669"/>
                  </a:lnTo>
                  <a:lnTo>
                    <a:pt x="29262" y="7147"/>
                  </a:lnTo>
                  <a:lnTo>
                    <a:pt x="29125" y="11638"/>
                  </a:lnTo>
                  <a:lnTo>
                    <a:pt x="31774" y="16319"/>
                  </a:lnTo>
                  <a:lnTo>
                    <a:pt x="31777" y="19513"/>
                  </a:lnTo>
                  <a:lnTo>
                    <a:pt x="29984" y="19962"/>
                  </a:lnTo>
                  <a:lnTo>
                    <a:pt x="30049" y="20611"/>
                  </a:lnTo>
                  <a:lnTo>
                    <a:pt x="31757" y="20829"/>
                  </a:lnTo>
                  <a:lnTo>
                    <a:pt x="31162" y="26688"/>
                  </a:lnTo>
                  <a:lnTo>
                    <a:pt x="34831" y="34634"/>
                  </a:lnTo>
                  <a:lnTo>
                    <a:pt x="34225" y="35818"/>
                  </a:lnTo>
                  <a:lnTo>
                    <a:pt x="33604" y="35017"/>
                  </a:lnTo>
                  <a:lnTo>
                    <a:pt x="28142" y="34791"/>
                  </a:lnTo>
                  <a:lnTo>
                    <a:pt x="21843" y="36242"/>
                  </a:lnTo>
                  <a:lnTo>
                    <a:pt x="18097" y="41879"/>
                  </a:lnTo>
                  <a:lnTo>
                    <a:pt x="17155" y="41952"/>
                  </a:lnTo>
                  <a:lnTo>
                    <a:pt x="17154" y="40462"/>
                  </a:lnTo>
                  <a:lnTo>
                    <a:pt x="15865" y="39068"/>
                  </a:lnTo>
                  <a:lnTo>
                    <a:pt x="14000" y="39990"/>
                  </a:lnTo>
                  <a:lnTo>
                    <a:pt x="9189" y="38214"/>
                  </a:lnTo>
                  <a:lnTo>
                    <a:pt x="7060" y="36646"/>
                  </a:lnTo>
                  <a:lnTo>
                    <a:pt x="8184" y="33464"/>
                  </a:lnTo>
                  <a:lnTo>
                    <a:pt x="5697" y="29432"/>
                  </a:lnTo>
                  <a:lnTo>
                    <a:pt x="1837" y="26038"/>
                  </a:lnTo>
                  <a:lnTo>
                    <a:pt x="416" y="24364"/>
                  </a:lnTo>
                  <a:lnTo>
                    <a:pt x="0" y="21540"/>
                  </a:lnTo>
                  <a:lnTo>
                    <a:pt x="3881" y="12459"/>
                  </a:lnTo>
                  <a:lnTo>
                    <a:pt x="3452" y="10907"/>
                  </a:lnTo>
                  <a:lnTo>
                    <a:pt x="7832" y="8434"/>
                  </a:lnTo>
                  <a:lnTo>
                    <a:pt x="7219" y="5518"/>
                  </a:lnTo>
                  <a:lnTo>
                    <a:pt x="8039" y="3331"/>
                  </a:lnTo>
                  <a:lnTo>
                    <a:pt x="12204" y="3062"/>
                  </a:lnTo>
                  <a:lnTo>
                    <a:pt x="13090" y="3593"/>
                  </a:lnTo>
                  <a:lnTo>
                    <a:pt x="13712" y="5763"/>
                  </a:lnTo>
                  <a:lnTo>
                    <a:pt x="2322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h3848"/>
            <p:cNvSpPr/>
            <p:nvPr/>
          </p:nvSpPr>
          <p:spPr>
            <a:xfrm>
              <a:off x="6741177" y="2788511"/>
              <a:ext cx="26027" cy="23954"/>
            </a:xfrm>
            <a:custGeom>
              <a:avLst/>
              <a:pathLst>
                <a:path w="26027" h="23954">
                  <a:moveTo>
                    <a:pt x="10919" y="0"/>
                  </a:moveTo>
                  <a:lnTo>
                    <a:pt x="12294" y="2334"/>
                  </a:lnTo>
                  <a:lnTo>
                    <a:pt x="12214" y="5892"/>
                  </a:lnTo>
                  <a:lnTo>
                    <a:pt x="15609" y="8693"/>
                  </a:lnTo>
                  <a:lnTo>
                    <a:pt x="17664" y="8410"/>
                  </a:lnTo>
                  <a:lnTo>
                    <a:pt x="22961" y="4922"/>
                  </a:lnTo>
                  <a:lnTo>
                    <a:pt x="26027" y="11808"/>
                  </a:lnTo>
                  <a:lnTo>
                    <a:pt x="16511" y="17572"/>
                  </a:lnTo>
                  <a:lnTo>
                    <a:pt x="15889" y="15401"/>
                  </a:lnTo>
                  <a:lnTo>
                    <a:pt x="15003" y="14870"/>
                  </a:lnTo>
                  <a:lnTo>
                    <a:pt x="10838" y="15139"/>
                  </a:lnTo>
                  <a:lnTo>
                    <a:pt x="10018" y="17327"/>
                  </a:lnTo>
                  <a:lnTo>
                    <a:pt x="10631" y="20242"/>
                  </a:lnTo>
                  <a:lnTo>
                    <a:pt x="6251" y="22715"/>
                  </a:lnTo>
                  <a:lnTo>
                    <a:pt x="4783" y="23954"/>
                  </a:lnTo>
                  <a:lnTo>
                    <a:pt x="0" y="12967"/>
                  </a:lnTo>
                  <a:lnTo>
                    <a:pt x="4953" y="7164"/>
                  </a:lnTo>
                  <a:lnTo>
                    <a:pt x="9559" y="25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h3849"/>
            <p:cNvSpPr/>
            <p:nvPr/>
          </p:nvSpPr>
          <p:spPr>
            <a:xfrm>
              <a:off x="6772088" y="2873502"/>
              <a:ext cx="16406" cy="20185"/>
            </a:xfrm>
            <a:custGeom>
              <a:avLst/>
              <a:pathLst>
                <a:path w="16406" h="20185">
                  <a:moveTo>
                    <a:pt x="15338" y="5696"/>
                  </a:moveTo>
                  <a:lnTo>
                    <a:pt x="16406" y="6458"/>
                  </a:lnTo>
                  <a:lnTo>
                    <a:pt x="12007" y="12399"/>
                  </a:lnTo>
                  <a:lnTo>
                    <a:pt x="16288" y="14574"/>
                  </a:lnTo>
                  <a:lnTo>
                    <a:pt x="15818" y="15451"/>
                  </a:lnTo>
                  <a:lnTo>
                    <a:pt x="13411" y="17964"/>
                  </a:lnTo>
                  <a:lnTo>
                    <a:pt x="9790" y="20185"/>
                  </a:lnTo>
                  <a:lnTo>
                    <a:pt x="8001" y="20130"/>
                  </a:lnTo>
                  <a:lnTo>
                    <a:pt x="7897" y="17850"/>
                  </a:lnTo>
                  <a:lnTo>
                    <a:pt x="6502" y="16454"/>
                  </a:lnTo>
                  <a:lnTo>
                    <a:pt x="984" y="15954"/>
                  </a:lnTo>
                  <a:lnTo>
                    <a:pt x="0" y="13886"/>
                  </a:lnTo>
                  <a:lnTo>
                    <a:pt x="428" y="12261"/>
                  </a:lnTo>
                  <a:lnTo>
                    <a:pt x="3288" y="11242"/>
                  </a:lnTo>
                  <a:lnTo>
                    <a:pt x="6927" y="1691"/>
                  </a:lnTo>
                  <a:lnTo>
                    <a:pt x="7993" y="2809"/>
                  </a:lnTo>
                  <a:lnTo>
                    <a:pt x="11545" y="3664"/>
                  </a:lnTo>
                  <a:lnTo>
                    <a:pt x="13429" y="586"/>
                  </a:lnTo>
                  <a:lnTo>
                    <a:pt x="13785" y="533"/>
                  </a:lnTo>
                  <a:lnTo>
                    <a:pt x="1580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h3850"/>
            <p:cNvSpPr/>
            <p:nvPr/>
          </p:nvSpPr>
          <p:spPr>
            <a:xfrm>
              <a:off x="6725231" y="2854603"/>
              <a:ext cx="14138" cy="12799"/>
            </a:xfrm>
            <a:custGeom>
              <a:avLst/>
              <a:pathLst>
                <a:path w="14138" h="12799">
                  <a:moveTo>
                    <a:pt x="8110" y="1913"/>
                  </a:moveTo>
                  <a:lnTo>
                    <a:pt x="8669" y="4792"/>
                  </a:lnTo>
                  <a:lnTo>
                    <a:pt x="14028" y="3031"/>
                  </a:lnTo>
                  <a:lnTo>
                    <a:pt x="14138" y="5662"/>
                  </a:lnTo>
                  <a:lnTo>
                    <a:pt x="11193" y="12085"/>
                  </a:lnTo>
                  <a:lnTo>
                    <a:pt x="9565" y="11531"/>
                  </a:lnTo>
                  <a:lnTo>
                    <a:pt x="5410" y="11683"/>
                  </a:lnTo>
                  <a:lnTo>
                    <a:pt x="4186" y="11830"/>
                  </a:lnTo>
                  <a:lnTo>
                    <a:pt x="3692" y="12799"/>
                  </a:lnTo>
                  <a:lnTo>
                    <a:pt x="134" y="12201"/>
                  </a:lnTo>
                  <a:lnTo>
                    <a:pt x="0" y="11546"/>
                  </a:lnTo>
                  <a:lnTo>
                    <a:pt x="3068" y="10970"/>
                  </a:lnTo>
                  <a:lnTo>
                    <a:pt x="217" y="7513"/>
                  </a:lnTo>
                  <a:lnTo>
                    <a:pt x="818" y="2788"/>
                  </a:lnTo>
                  <a:lnTo>
                    <a:pt x="2900" y="59"/>
                  </a:lnTo>
                  <a:lnTo>
                    <a:pt x="504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h3851"/>
            <p:cNvSpPr/>
            <p:nvPr/>
          </p:nvSpPr>
          <p:spPr>
            <a:xfrm>
              <a:off x="6732833" y="2866647"/>
              <a:ext cx="32804" cy="26704"/>
            </a:xfrm>
            <a:custGeom>
              <a:avLst/>
              <a:pathLst>
                <a:path w="32804" h="26704">
                  <a:moveTo>
                    <a:pt x="14126" y="606"/>
                  </a:moveTo>
                  <a:lnTo>
                    <a:pt x="26527" y="3851"/>
                  </a:lnTo>
                  <a:lnTo>
                    <a:pt x="27470" y="4487"/>
                  </a:lnTo>
                  <a:lnTo>
                    <a:pt x="29347" y="1215"/>
                  </a:lnTo>
                  <a:lnTo>
                    <a:pt x="32804" y="1249"/>
                  </a:lnTo>
                  <a:lnTo>
                    <a:pt x="32175" y="4958"/>
                  </a:lnTo>
                  <a:lnTo>
                    <a:pt x="30622" y="7206"/>
                  </a:lnTo>
                  <a:lnTo>
                    <a:pt x="29471" y="6371"/>
                  </a:lnTo>
                  <a:lnTo>
                    <a:pt x="25755" y="7244"/>
                  </a:lnTo>
                  <a:lnTo>
                    <a:pt x="24122" y="8806"/>
                  </a:lnTo>
                  <a:lnTo>
                    <a:pt x="25362" y="17936"/>
                  </a:lnTo>
                  <a:lnTo>
                    <a:pt x="18029" y="16627"/>
                  </a:lnTo>
                  <a:lnTo>
                    <a:pt x="12860" y="17456"/>
                  </a:lnTo>
                  <a:lnTo>
                    <a:pt x="9709" y="14905"/>
                  </a:lnTo>
                  <a:lnTo>
                    <a:pt x="7820" y="16102"/>
                  </a:lnTo>
                  <a:lnTo>
                    <a:pt x="7066" y="21152"/>
                  </a:lnTo>
                  <a:lnTo>
                    <a:pt x="8211" y="26602"/>
                  </a:lnTo>
                  <a:lnTo>
                    <a:pt x="5563" y="26704"/>
                  </a:lnTo>
                  <a:lnTo>
                    <a:pt x="3007" y="21620"/>
                  </a:lnTo>
                  <a:lnTo>
                    <a:pt x="562" y="20442"/>
                  </a:lnTo>
                  <a:lnTo>
                    <a:pt x="0" y="18150"/>
                  </a:lnTo>
                  <a:lnTo>
                    <a:pt x="1088" y="14013"/>
                  </a:lnTo>
                  <a:lnTo>
                    <a:pt x="4561" y="13954"/>
                  </a:lnTo>
                  <a:lnTo>
                    <a:pt x="7252" y="12673"/>
                  </a:lnTo>
                  <a:lnTo>
                    <a:pt x="7984" y="8339"/>
                  </a:lnTo>
                  <a:lnTo>
                    <a:pt x="6891" y="6126"/>
                  </a:lnTo>
                  <a:lnTo>
                    <a:pt x="8559" y="3362"/>
                  </a:lnTo>
                  <a:lnTo>
                    <a:pt x="10436" y="4037"/>
                  </a:lnTo>
                  <a:lnTo>
                    <a:pt x="11311" y="3278"/>
                  </a:lnTo>
                  <a:lnTo>
                    <a:pt x="1166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h3852"/>
            <p:cNvSpPr/>
            <p:nvPr/>
          </p:nvSpPr>
          <p:spPr>
            <a:xfrm>
              <a:off x="6781494" y="2846594"/>
              <a:ext cx="18991" cy="29428"/>
            </a:xfrm>
            <a:custGeom>
              <a:avLst/>
              <a:pathLst>
                <a:path w="18991" h="29428">
                  <a:moveTo>
                    <a:pt x="18617" y="1244"/>
                  </a:moveTo>
                  <a:lnTo>
                    <a:pt x="16159" y="3620"/>
                  </a:lnTo>
                  <a:lnTo>
                    <a:pt x="15490" y="5843"/>
                  </a:lnTo>
                  <a:lnTo>
                    <a:pt x="18991" y="16080"/>
                  </a:lnTo>
                  <a:lnTo>
                    <a:pt x="17944" y="22969"/>
                  </a:lnTo>
                  <a:lnTo>
                    <a:pt x="15832" y="27290"/>
                  </a:lnTo>
                  <a:lnTo>
                    <a:pt x="13947" y="29428"/>
                  </a:lnTo>
                  <a:lnTo>
                    <a:pt x="7555" y="26929"/>
                  </a:lnTo>
                  <a:lnTo>
                    <a:pt x="8831" y="23986"/>
                  </a:lnTo>
                  <a:lnTo>
                    <a:pt x="9044" y="20379"/>
                  </a:lnTo>
                  <a:lnTo>
                    <a:pt x="8788" y="19993"/>
                  </a:lnTo>
                  <a:lnTo>
                    <a:pt x="8213" y="20918"/>
                  </a:lnTo>
                  <a:lnTo>
                    <a:pt x="5993" y="21677"/>
                  </a:lnTo>
                  <a:lnTo>
                    <a:pt x="1115" y="18951"/>
                  </a:lnTo>
                  <a:lnTo>
                    <a:pt x="677" y="14108"/>
                  </a:lnTo>
                  <a:lnTo>
                    <a:pt x="1303" y="12969"/>
                  </a:lnTo>
                  <a:lnTo>
                    <a:pt x="0" y="10852"/>
                  </a:lnTo>
                  <a:lnTo>
                    <a:pt x="560" y="8826"/>
                  </a:lnTo>
                  <a:lnTo>
                    <a:pt x="5187" y="4967"/>
                  </a:lnTo>
                  <a:lnTo>
                    <a:pt x="9019" y="3451"/>
                  </a:lnTo>
                  <a:lnTo>
                    <a:pt x="113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h3853"/>
            <p:cNvSpPr/>
            <p:nvPr/>
          </p:nvSpPr>
          <p:spPr>
            <a:xfrm>
              <a:off x="6746960" y="2853389"/>
              <a:ext cx="14658" cy="17109"/>
            </a:xfrm>
            <a:custGeom>
              <a:avLst/>
              <a:pathLst>
                <a:path w="14658" h="17109">
                  <a:moveTo>
                    <a:pt x="8924" y="0"/>
                  </a:moveTo>
                  <a:lnTo>
                    <a:pt x="9073" y="450"/>
                  </a:lnTo>
                  <a:lnTo>
                    <a:pt x="8216" y="4186"/>
                  </a:lnTo>
                  <a:lnTo>
                    <a:pt x="12078" y="6188"/>
                  </a:lnTo>
                  <a:lnTo>
                    <a:pt x="14658" y="5748"/>
                  </a:lnTo>
                  <a:lnTo>
                    <a:pt x="13148" y="15921"/>
                  </a:lnTo>
                  <a:lnTo>
                    <a:pt x="12400" y="17109"/>
                  </a:lnTo>
                  <a:lnTo>
                    <a:pt x="0" y="13864"/>
                  </a:lnTo>
                  <a:lnTo>
                    <a:pt x="600" y="12761"/>
                  </a:lnTo>
                  <a:lnTo>
                    <a:pt x="779" y="5413"/>
                  </a:lnTo>
                  <a:lnTo>
                    <a:pt x="3332" y="2932"/>
                  </a:lnTo>
                  <a:lnTo>
                    <a:pt x="7473" y="38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h3854"/>
            <p:cNvSpPr/>
            <p:nvPr/>
          </p:nvSpPr>
          <p:spPr>
            <a:xfrm>
              <a:off x="6759360" y="2853198"/>
              <a:ext cx="19902" cy="18407"/>
            </a:xfrm>
            <a:custGeom>
              <a:avLst/>
              <a:pathLst>
                <a:path w="19902" h="18407">
                  <a:moveTo>
                    <a:pt x="11134" y="0"/>
                  </a:moveTo>
                  <a:lnTo>
                    <a:pt x="15458" y="2831"/>
                  </a:lnTo>
                  <a:lnTo>
                    <a:pt x="13346" y="6128"/>
                  </a:lnTo>
                  <a:lnTo>
                    <a:pt x="13536" y="7509"/>
                  </a:lnTo>
                  <a:lnTo>
                    <a:pt x="14695" y="7204"/>
                  </a:lnTo>
                  <a:lnTo>
                    <a:pt x="16814" y="3376"/>
                  </a:lnTo>
                  <a:lnTo>
                    <a:pt x="19186" y="5835"/>
                  </a:lnTo>
                  <a:lnTo>
                    <a:pt x="18467" y="6773"/>
                  </a:lnTo>
                  <a:lnTo>
                    <a:pt x="18518" y="8603"/>
                  </a:lnTo>
                  <a:lnTo>
                    <a:pt x="19902" y="9910"/>
                  </a:lnTo>
                  <a:lnTo>
                    <a:pt x="19701" y="10752"/>
                  </a:lnTo>
                  <a:lnTo>
                    <a:pt x="15046" y="14226"/>
                  </a:lnTo>
                  <a:lnTo>
                    <a:pt x="11810" y="13150"/>
                  </a:lnTo>
                  <a:lnTo>
                    <a:pt x="9957" y="15797"/>
                  </a:lnTo>
                  <a:lnTo>
                    <a:pt x="5647" y="18407"/>
                  </a:lnTo>
                  <a:lnTo>
                    <a:pt x="6277" y="14698"/>
                  </a:lnTo>
                  <a:lnTo>
                    <a:pt x="2820" y="14664"/>
                  </a:lnTo>
                  <a:lnTo>
                    <a:pt x="943" y="17936"/>
                  </a:lnTo>
                  <a:lnTo>
                    <a:pt x="0" y="17300"/>
                  </a:lnTo>
                  <a:lnTo>
                    <a:pt x="748" y="16111"/>
                  </a:lnTo>
                  <a:lnTo>
                    <a:pt x="2258" y="5938"/>
                  </a:lnTo>
                  <a:lnTo>
                    <a:pt x="4023" y="609"/>
                  </a:lnTo>
                  <a:lnTo>
                    <a:pt x="6142" y="159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h3855"/>
            <p:cNvSpPr/>
            <p:nvPr/>
          </p:nvSpPr>
          <p:spPr>
            <a:xfrm>
              <a:off x="6727901" y="2766207"/>
              <a:ext cx="28616" cy="47486"/>
            </a:xfrm>
            <a:custGeom>
              <a:avLst/>
              <a:pathLst>
                <a:path w="28616" h="47486">
                  <a:moveTo>
                    <a:pt x="15643" y="0"/>
                  </a:moveTo>
                  <a:lnTo>
                    <a:pt x="21459" y="4476"/>
                  </a:lnTo>
                  <a:lnTo>
                    <a:pt x="24608" y="4180"/>
                  </a:lnTo>
                  <a:lnTo>
                    <a:pt x="26222" y="4949"/>
                  </a:lnTo>
                  <a:lnTo>
                    <a:pt x="27298" y="5932"/>
                  </a:lnTo>
                  <a:lnTo>
                    <a:pt x="26742" y="6874"/>
                  </a:lnTo>
                  <a:lnTo>
                    <a:pt x="28616" y="11017"/>
                  </a:lnTo>
                  <a:lnTo>
                    <a:pt x="26905" y="12945"/>
                  </a:lnTo>
                  <a:lnTo>
                    <a:pt x="26626" y="15172"/>
                  </a:lnTo>
                  <a:lnTo>
                    <a:pt x="22835" y="22554"/>
                  </a:lnTo>
                  <a:lnTo>
                    <a:pt x="18229" y="29467"/>
                  </a:lnTo>
                  <a:lnTo>
                    <a:pt x="13276" y="35270"/>
                  </a:lnTo>
                  <a:lnTo>
                    <a:pt x="18059" y="46258"/>
                  </a:lnTo>
                  <a:lnTo>
                    <a:pt x="16690" y="47486"/>
                  </a:lnTo>
                  <a:lnTo>
                    <a:pt x="11638" y="45208"/>
                  </a:lnTo>
                  <a:lnTo>
                    <a:pt x="9330" y="38337"/>
                  </a:lnTo>
                  <a:lnTo>
                    <a:pt x="9933" y="36109"/>
                  </a:lnTo>
                  <a:lnTo>
                    <a:pt x="11166" y="35117"/>
                  </a:lnTo>
                  <a:lnTo>
                    <a:pt x="9724" y="31839"/>
                  </a:lnTo>
                  <a:lnTo>
                    <a:pt x="7827" y="30960"/>
                  </a:lnTo>
                  <a:lnTo>
                    <a:pt x="2319" y="33710"/>
                  </a:lnTo>
                  <a:lnTo>
                    <a:pt x="2604" y="31592"/>
                  </a:lnTo>
                  <a:lnTo>
                    <a:pt x="2034" y="29982"/>
                  </a:lnTo>
                  <a:lnTo>
                    <a:pt x="420" y="30673"/>
                  </a:lnTo>
                  <a:lnTo>
                    <a:pt x="0" y="30027"/>
                  </a:lnTo>
                  <a:lnTo>
                    <a:pt x="1201" y="27282"/>
                  </a:lnTo>
                  <a:lnTo>
                    <a:pt x="4079" y="24615"/>
                  </a:lnTo>
                  <a:lnTo>
                    <a:pt x="8549" y="25445"/>
                  </a:lnTo>
                  <a:lnTo>
                    <a:pt x="9522" y="24375"/>
                  </a:lnTo>
                  <a:lnTo>
                    <a:pt x="7049" y="19246"/>
                  </a:lnTo>
                  <a:lnTo>
                    <a:pt x="5350" y="18845"/>
                  </a:lnTo>
                  <a:lnTo>
                    <a:pt x="3752" y="16426"/>
                  </a:lnTo>
                  <a:lnTo>
                    <a:pt x="4706" y="8871"/>
                  </a:lnTo>
                  <a:lnTo>
                    <a:pt x="6987" y="8608"/>
                  </a:lnTo>
                  <a:lnTo>
                    <a:pt x="8435" y="7130"/>
                  </a:lnTo>
                  <a:lnTo>
                    <a:pt x="7830" y="6075"/>
                  </a:lnTo>
                  <a:lnTo>
                    <a:pt x="10354" y="4982"/>
                  </a:lnTo>
                  <a:lnTo>
                    <a:pt x="13962" y="81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h3856"/>
            <p:cNvSpPr/>
            <p:nvPr/>
          </p:nvSpPr>
          <p:spPr>
            <a:xfrm>
              <a:off x="6688256" y="2858009"/>
              <a:ext cx="14593" cy="18582"/>
            </a:xfrm>
            <a:custGeom>
              <a:avLst/>
              <a:pathLst>
                <a:path w="14593" h="18582">
                  <a:moveTo>
                    <a:pt x="14342" y="1586"/>
                  </a:moveTo>
                  <a:lnTo>
                    <a:pt x="12371" y="3702"/>
                  </a:lnTo>
                  <a:lnTo>
                    <a:pt x="12352" y="7463"/>
                  </a:lnTo>
                  <a:lnTo>
                    <a:pt x="14497" y="14740"/>
                  </a:lnTo>
                  <a:lnTo>
                    <a:pt x="14593" y="15502"/>
                  </a:lnTo>
                  <a:lnTo>
                    <a:pt x="10959" y="18582"/>
                  </a:lnTo>
                  <a:lnTo>
                    <a:pt x="3140" y="12724"/>
                  </a:lnTo>
                  <a:lnTo>
                    <a:pt x="0" y="12525"/>
                  </a:lnTo>
                  <a:lnTo>
                    <a:pt x="279" y="10977"/>
                  </a:lnTo>
                  <a:lnTo>
                    <a:pt x="2350" y="7766"/>
                  </a:lnTo>
                  <a:lnTo>
                    <a:pt x="2727" y="4578"/>
                  </a:lnTo>
                  <a:lnTo>
                    <a:pt x="1984" y="2312"/>
                  </a:lnTo>
                  <a:lnTo>
                    <a:pt x="563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h3857"/>
            <p:cNvSpPr/>
            <p:nvPr/>
          </p:nvSpPr>
          <p:spPr>
            <a:xfrm>
              <a:off x="6815336" y="2813361"/>
              <a:ext cx="32078" cy="35531"/>
            </a:xfrm>
            <a:custGeom>
              <a:avLst/>
              <a:pathLst>
                <a:path w="32078" h="35531">
                  <a:moveTo>
                    <a:pt x="25289" y="222"/>
                  </a:moveTo>
                  <a:lnTo>
                    <a:pt x="32078" y="12907"/>
                  </a:lnTo>
                  <a:lnTo>
                    <a:pt x="26330" y="15378"/>
                  </a:lnTo>
                  <a:lnTo>
                    <a:pt x="24858" y="20613"/>
                  </a:lnTo>
                  <a:lnTo>
                    <a:pt x="17560" y="24667"/>
                  </a:lnTo>
                  <a:lnTo>
                    <a:pt x="14018" y="28087"/>
                  </a:lnTo>
                  <a:lnTo>
                    <a:pt x="8874" y="28284"/>
                  </a:lnTo>
                  <a:lnTo>
                    <a:pt x="6803" y="29973"/>
                  </a:lnTo>
                  <a:lnTo>
                    <a:pt x="4713" y="34487"/>
                  </a:lnTo>
                  <a:lnTo>
                    <a:pt x="2613" y="35531"/>
                  </a:lnTo>
                  <a:lnTo>
                    <a:pt x="0" y="34832"/>
                  </a:lnTo>
                  <a:lnTo>
                    <a:pt x="2843" y="29514"/>
                  </a:lnTo>
                  <a:lnTo>
                    <a:pt x="3897" y="25712"/>
                  </a:lnTo>
                  <a:lnTo>
                    <a:pt x="1582" y="22899"/>
                  </a:lnTo>
                  <a:lnTo>
                    <a:pt x="1706" y="20884"/>
                  </a:lnTo>
                  <a:lnTo>
                    <a:pt x="7402" y="15298"/>
                  </a:lnTo>
                  <a:lnTo>
                    <a:pt x="13089" y="10713"/>
                  </a:lnTo>
                  <a:lnTo>
                    <a:pt x="15336" y="11059"/>
                  </a:lnTo>
                  <a:lnTo>
                    <a:pt x="17453" y="10468"/>
                  </a:lnTo>
                  <a:lnTo>
                    <a:pt x="23238" y="2786"/>
                  </a:lnTo>
                  <a:lnTo>
                    <a:pt x="24455" y="558"/>
                  </a:lnTo>
                  <a:lnTo>
                    <a:pt x="2408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h3858"/>
            <p:cNvSpPr/>
            <p:nvPr/>
          </p:nvSpPr>
          <p:spPr>
            <a:xfrm>
              <a:off x="6791736" y="2903804"/>
              <a:ext cx="30760" cy="31370"/>
            </a:xfrm>
            <a:custGeom>
              <a:avLst/>
              <a:pathLst>
                <a:path w="30760" h="31370">
                  <a:moveTo>
                    <a:pt x="24334" y="515"/>
                  </a:moveTo>
                  <a:lnTo>
                    <a:pt x="24746" y="1744"/>
                  </a:lnTo>
                  <a:lnTo>
                    <a:pt x="26325" y="2250"/>
                  </a:lnTo>
                  <a:lnTo>
                    <a:pt x="27251" y="781"/>
                  </a:lnTo>
                  <a:lnTo>
                    <a:pt x="30760" y="1589"/>
                  </a:lnTo>
                  <a:lnTo>
                    <a:pt x="29947" y="3434"/>
                  </a:lnTo>
                  <a:lnTo>
                    <a:pt x="27049" y="5330"/>
                  </a:lnTo>
                  <a:lnTo>
                    <a:pt x="23977" y="4957"/>
                  </a:lnTo>
                  <a:lnTo>
                    <a:pt x="22311" y="8435"/>
                  </a:lnTo>
                  <a:lnTo>
                    <a:pt x="13864" y="16717"/>
                  </a:lnTo>
                  <a:lnTo>
                    <a:pt x="13304" y="19397"/>
                  </a:lnTo>
                  <a:lnTo>
                    <a:pt x="14276" y="20116"/>
                  </a:lnTo>
                  <a:lnTo>
                    <a:pt x="16379" y="19663"/>
                  </a:lnTo>
                  <a:lnTo>
                    <a:pt x="17341" y="20097"/>
                  </a:lnTo>
                  <a:lnTo>
                    <a:pt x="18285" y="22186"/>
                  </a:lnTo>
                  <a:lnTo>
                    <a:pt x="17463" y="23488"/>
                  </a:lnTo>
                  <a:lnTo>
                    <a:pt x="17780" y="26135"/>
                  </a:lnTo>
                  <a:lnTo>
                    <a:pt x="22019" y="27871"/>
                  </a:lnTo>
                  <a:lnTo>
                    <a:pt x="20419" y="30157"/>
                  </a:lnTo>
                  <a:lnTo>
                    <a:pt x="17253" y="29364"/>
                  </a:lnTo>
                  <a:lnTo>
                    <a:pt x="8155" y="29489"/>
                  </a:lnTo>
                  <a:lnTo>
                    <a:pt x="8024" y="30703"/>
                  </a:lnTo>
                  <a:lnTo>
                    <a:pt x="4921" y="31370"/>
                  </a:lnTo>
                  <a:lnTo>
                    <a:pt x="2986" y="27603"/>
                  </a:lnTo>
                  <a:lnTo>
                    <a:pt x="4189" y="26080"/>
                  </a:lnTo>
                  <a:lnTo>
                    <a:pt x="3754" y="24425"/>
                  </a:lnTo>
                  <a:lnTo>
                    <a:pt x="0" y="20769"/>
                  </a:lnTo>
                  <a:lnTo>
                    <a:pt x="987" y="19582"/>
                  </a:lnTo>
                  <a:lnTo>
                    <a:pt x="2383" y="14030"/>
                  </a:lnTo>
                  <a:lnTo>
                    <a:pt x="14781" y="6726"/>
                  </a:lnTo>
                  <a:lnTo>
                    <a:pt x="19126" y="2598"/>
                  </a:lnTo>
                  <a:lnTo>
                    <a:pt x="19295" y="1318"/>
                  </a:lnTo>
                  <a:lnTo>
                    <a:pt x="2171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h3859"/>
            <p:cNvSpPr/>
            <p:nvPr/>
          </p:nvSpPr>
          <p:spPr>
            <a:xfrm>
              <a:off x="6805040" y="2905394"/>
              <a:ext cx="27603" cy="26282"/>
            </a:xfrm>
            <a:custGeom>
              <a:avLst/>
              <a:pathLst>
                <a:path w="27603" h="26282">
                  <a:moveTo>
                    <a:pt x="19313" y="384"/>
                  </a:moveTo>
                  <a:lnTo>
                    <a:pt x="21415" y="5638"/>
                  </a:lnTo>
                  <a:lnTo>
                    <a:pt x="23162" y="8179"/>
                  </a:lnTo>
                  <a:lnTo>
                    <a:pt x="25430" y="8379"/>
                  </a:lnTo>
                  <a:lnTo>
                    <a:pt x="27603" y="9726"/>
                  </a:lnTo>
                  <a:lnTo>
                    <a:pt x="27520" y="12272"/>
                  </a:lnTo>
                  <a:lnTo>
                    <a:pt x="21033" y="15170"/>
                  </a:lnTo>
                  <a:lnTo>
                    <a:pt x="14719" y="14273"/>
                  </a:lnTo>
                  <a:lnTo>
                    <a:pt x="12415" y="14976"/>
                  </a:lnTo>
                  <a:lnTo>
                    <a:pt x="12665" y="17465"/>
                  </a:lnTo>
                  <a:lnTo>
                    <a:pt x="13689" y="17482"/>
                  </a:lnTo>
                  <a:lnTo>
                    <a:pt x="13415" y="19361"/>
                  </a:lnTo>
                  <a:lnTo>
                    <a:pt x="8715" y="26282"/>
                  </a:lnTo>
                  <a:lnTo>
                    <a:pt x="4476" y="24546"/>
                  </a:lnTo>
                  <a:lnTo>
                    <a:pt x="4159" y="21898"/>
                  </a:lnTo>
                  <a:lnTo>
                    <a:pt x="4981" y="20596"/>
                  </a:lnTo>
                  <a:lnTo>
                    <a:pt x="4037" y="18507"/>
                  </a:lnTo>
                  <a:lnTo>
                    <a:pt x="3075" y="18073"/>
                  </a:lnTo>
                  <a:lnTo>
                    <a:pt x="972" y="18527"/>
                  </a:lnTo>
                  <a:lnTo>
                    <a:pt x="0" y="17808"/>
                  </a:lnTo>
                  <a:lnTo>
                    <a:pt x="559" y="15127"/>
                  </a:lnTo>
                  <a:lnTo>
                    <a:pt x="9007" y="6845"/>
                  </a:lnTo>
                  <a:lnTo>
                    <a:pt x="10673" y="3367"/>
                  </a:lnTo>
                  <a:lnTo>
                    <a:pt x="13745" y="3740"/>
                  </a:lnTo>
                  <a:lnTo>
                    <a:pt x="16643" y="1844"/>
                  </a:lnTo>
                  <a:lnTo>
                    <a:pt x="1745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h3860"/>
            <p:cNvSpPr/>
            <p:nvPr/>
          </p:nvSpPr>
          <p:spPr>
            <a:xfrm>
              <a:off x="6774522" y="2782398"/>
              <a:ext cx="29053" cy="25283"/>
            </a:xfrm>
            <a:custGeom>
              <a:avLst/>
              <a:pathLst>
                <a:path w="29053" h="25283">
                  <a:moveTo>
                    <a:pt x="24099" y="1836"/>
                  </a:moveTo>
                  <a:lnTo>
                    <a:pt x="25465" y="1619"/>
                  </a:lnTo>
                  <a:lnTo>
                    <a:pt x="27549" y="2880"/>
                  </a:lnTo>
                  <a:lnTo>
                    <a:pt x="29053" y="4113"/>
                  </a:lnTo>
                  <a:lnTo>
                    <a:pt x="27026" y="5982"/>
                  </a:lnTo>
                  <a:lnTo>
                    <a:pt x="24984" y="11881"/>
                  </a:lnTo>
                  <a:lnTo>
                    <a:pt x="24898" y="13460"/>
                  </a:lnTo>
                  <a:lnTo>
                    <a:pt x="26594" y="15867"/>
                  </a:lnTo>
                  <a:lnTo>
                    <a:pt x="20621" y="18289"/>
                  </a:lnTo>
                  <a:lnTo>
                    <a:pt x="20193" y="17607"/>
                  </a:lnTo>
                  <a:lnTo>
                    <a:pt x="17500" y="20620"/>
                  </a:lnTo>
                  <a:lnTo>
                    <a:pt x="17359" y="19146"/>
                  </a:lnTo>
                  <a:lnTo>
                    <a:pt x="15195" y="18109"/>
                  </a:lnTo>
                  <a:lnTo>
                    <a:pt x="9808" y="23517"/>
                  </a:lnTo>
                  <a:lnTo>
                    <a:pt x="5105" y="25283"/>
                  </a:lnTo>
                  <a:lnTo>
                    <a:pt x="2194" y="21844"/>
                  </a:lnTo>
                  <a:lnTo>
                    <a:pt x="538" y="20652"/>
                  </a:lnTo>
                  <a:lnTo>
                    <a:pt x="0" y="18732"/>
                  </a:lnTo>
                  <a:lnTo>
                    <a:pt x="2506" y="16291"/>
                  </a:lnTo>
                  <a:lnTo>
                    <a:pt x="8443" y="16133"/>
                  </a:lnTo>
                  <a:lnTo>
                    <a:pt x="11781" y="14534"/>
                  </a:lnTo>
                  <a:lnTo>
                    <a:pt x="13707" y="11613"/>
                  </a:lnTo>
                  <a:lnTo>
                    <a:pt x="10119" y="9494"/>
                  </a:lnTo>
                  <a:lnTo>
                    <a:pt x="10773" y="6050"/>
                  </a:lnTo>
                  <a:lnTo>
                    <a:pt x="11227" y="5589"/>
                  </a:lnTo>
                  <a:lnTo>
                    <a:pt x="13286" y="6163"/>
                  </a:lnTo>
                  <a:lnTo>
                    <a:pt x="17371" y="4804"/>
                  </a:lnTo>
                  <a:lnTo>
                    <a:pt x="19531" y="2133"/>
                  </a:lnTo>
                  <a:lnTo>
                    <a:pt x="1995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h3861"/>
            <p:cNvSpPr/>
            <p:nvPr/>
          </p:nvSpPr>
          <p:spPr>
            <a:xfrm>
              <a:off x="6739463" y="2900060"/>
              <a:ext cx="12974" cy="12233"/>
            </a:xfrm>
            <a:custGeom>
              <a:avLst/>
              <a:pathLst>
                <a:path w="12974" h="12233">
                  <a:moveTo>
                    <a:pt x="11965" y="3452"/>
                  </a:moveTo>
                  <a:lnTo>
                    <a:pt x="12974" y="5024"/>
                  </a:lnTo>
                  <a:lnTo>
                    <a:pt x="12929" y="7218"/>
                  </a:lnTo>
                  <a:lnTo>
                    <a:pt x="11783" y="7933"/>
                  </a:lnTo>
                  <a:lnTo>
                    <a:pt x="10499" y="7477"/>
                  </a:lnTo>
                  <a:lnTo>
                    <a:pt x="8588" y="12233"/>
                  </a:lnTo>
                  <a:lnTo>
                    <a:pt x="5792" y="11709"/>
                  </a:lnTo>
                  <a:lnTo>
                    <a:pt x="1461" y="9453"/>
                  </a:lnTo>
                  <a:lnTo>
                    <a:pt x="0" y="5231"/>
                  </a:lnTo>
                  <a:lnTo>
                    <a:pt x="3466" y="3094"/>
                  </a:lnTo>
                  <a:lnTo>
                    <a:pt x="6055" y="1824"/>
                  </a:lnTo>
                  <a:lnTo>
                    <a:pt x="7513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h3862"/>
            <p:cNvSpPr/>
            <p:nvPr/>
          </p:nvSpPr>
          <p:spPr>
            <a:xfrm>
              <a:off x="6684240" y="2869890"/>
              <a:ext cx="27771" cy="26954"/>
            </a:xfrm>
            <a:custGeom>
              <a:avLst/>
              <a:pathLst>
                <a:path w="27771" h="26954">
                  <a:moveTo>
                    <a:pt x="4015" y="644"/>
                  </a:moveTo>
                  <a:lnTo>
                    <a:pt x="7156" y="843"/>
                  </a:lnTo>
                  <a:lnTo>
                    <a:pt x="14975" y="6701"/>
                  </a:lnTo>
                  <a:lnTo>
                    <a:pt x="18608" y="3621"/>
                  </a:lnTo>
                  <a:lnTo>
                    <a:pt x="18513" y="2859"/>
                  </a:lnTo>
                  <a:lnTo>
                    <a:pt x="18993" y="2481"/>
                  </a:lnTo>
                  <a:lnTo>
                    <a:pt x="24191" y="8688"/>
                  </a:lnTo>
                  <a:lnTo>
                    <a:pt x="27702" y="12101"/>
                  </a:lnTo>
                  <a:lnTo>
                    <a:pt x="24770" y="15106"/>
                  </a:lnTo>
                  <a:lnTo>
                    <a:pt x="27771" y="16517"/>
                  </a:lnTo>
                  <a:lnTo>
                    <a:pt x="26060" y="21715"/>
                  </a:lnTo>
                  <a:lnTo>
                    <a:pt x="22450" y="23890"/>
                  </a:lnTo>
                  <a:lnTo>
                    <a:pt x="22703" y="26011"/>
                  </a:lnTo>
                  <a:lnTo>
                    <a:pt x="24355" y="26954"/>
                  </a:lnTo>
                  <a:lnTo>
                    <a:pt x="18778" y="26564"/>
                  </a:lnTo>
                  <a:lnTo>
                    <a:pt x="17703" y="25687"/>
                  </a:lnTo>
                  <a:lnTo>
                    <a:pt x="15845" y="21712"/>
                  </a:lnTo>
                  <a:lnTo>
                    <a:pt x="17416" y="20796"/>
                  </a:lnTo>
                  <a:lnTo>
                    <a:pt x="15795" y="19895"/>
                  </a:lnTo>
                  <a:lnTo>
                    <a:pt x="13415" y="18764"/>
                  </a:lnTo>
                  <a:lnTo>
                    <a:pt x="7563" y="18550"/>
                  </a:lnTo>
                  <a:lnTo>
                    <a:pt x="5314" y="12387"/>
                  </a:lnTo>
                  <a:lnTo>
                    <a:pt x="2889" y="10436"/>
                  </a:lnTo>
                  <a:lnTo>
                    <a:pt x="2152" y="7716"/>
                  </a:lnTo>
                  <a:lnTo>
                    <a:pt x="0" y="1169"/>
                  </a:lnTo>
                  <a:lnTo>
                    <a:pt x="994" y="1797"/>
                  </a:lnTo>
                  <a:lnTo>
                    <a:pt x="206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h3863"/>
            <p:cNvSpPr/>
            <p:nvPr/>
          </p:nvSpPr>
          <p:spPr>
            <a:xfrm>
              <a:off x="6811696" y="2774404"/>
              <a:ext cx="14211" cy="19635"/>
            </a:xfrm>
            <a:custGeom>
              <a:avLst/>
              <a:pathLst>
                <a:path w="14211" h="19635">
                  <a:moveTo>
                    <a:pt x="7792" y="1741"/>
                  </a:moveTo>
                  <a:lnTo>
                    <a:pt x="11482" y="2459"/>
                  </a:lnTo>
                  <a:lnTo>
                    <a:pt x="12625" y="1894"/>
                  </a:lnTo>
                  <a:lnTo>
                    <a:pt x="14089" y="4753"/>
                  </a:lnTo>
                  <a:lnTo>
                    <a:pt x="11202" y="5937"/>
                  </a:lnTo>
                  <a:lnTo>
                    <a:pt x="10375" y="8622"/>
                  </a:lnTo>
                  <a:lnTo>
                    <a:pt x="10240" y="12340"/>
                  </a:lnTo>
                  <a:lnTo>
                    <a:pt x="11125" y="14961"/>
                  </a:lnTo>
                  <a:lnTo>
                    <a:pt x="14211" y="15313"/>
                  </a:lnTo>
                  <a:lnTo>
                    <a:pt x="13448" y="17749"/>
                  </a:lnTo>
                  <a:lnTo>
                    <a:pt x="11873" y="18761"/>
                  </a:lnTo>
                  <a:lnTo>
                    <a:pt x="10851" y="18379"/>
                  </a:lnTo>
                  <a:lnTo>
                    <a:pt x="2922" y="19635"/>
                  </a:lnTo>
                  <a:lnTo>
                    <a:pt x="1159" y="18021"/>
                  </a:lnTo>
                  <a:lnTo>
                    <a:pt x="4332" y="16527"/>
                  </a:lnTo>
                  <a:lnTo>
                    <a:pt x="2890" y="14228"/>
                  </a:lnTo>
                  <a:lnTo>
                    <a:pt x="0" y="13520"/>
                  </a:lnTo>
                  <a:lnTo>
                    <a:pt x="776" y="10068"/>
                  </a:lnTo>
                  <a:lnTo>
                    <a:pt x="4584" y="6858"/>
                  </a:lnTo>
                  <a:lnTo>
                    <a:pt x="6166" y="3877"/>
                  </a:lnTo>
                  <a:lnTo>
                    <a:pt x="4608" y="3728"/>
                  </a:lnTo>
                  <a:lnTo>
                    <a:pt x="3982" y="1577"/>
                  </a:lnTo>
                  <a:lnTo>
                    <a:pt x="4172" y="321"/>
                  </a:lnTo>
                  <a:lnTo>
                    <a:pt x="528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h3864"/>
            <p:cNvSpPr/>
            <p:nvPr/>
          </p:nvSpPr>
          <p:spPr>
            <a:xfrm>
              <a:off x="6708431" y="2873906"/>
              <a:ext cx="13991" cy="8084"/>
            </a:xfrm>
            <a:custGeom>
              <a:avLst/>
              <a:pathLst>
                <a:path w="13991" h="8084">
                  <a:moveTo>
                    <a:pt x="13511" y="1288"/>
                  </a:moveTo>
                  <a:lnTo>
                    <a:pt x="11303" y="2691"/>
                  </a:lnTo>
                  <a:lnTo>
                    <a:pt x="12692" y="4095"/>
                  </a:lnTo>
                  <a:lnTo>
                    <a:pt x="9911" y="4563"/>
                  </a:lnTo>
                  <a:lnTo>
                    <a:pt x="9719" y="5817"/>
                  </a:lnTo>
                  <a:lnTo>
                    <a:pt x="3510" y="8084"/>
                  </a:lnTo>
                  <a:lnTo>
                    <a:pt x="0" y="4671"/>
                  </a:lnTo>
                  <a:lnTo>
                    <a:pt x="1788" y="3420"/>
                  </a:lnTo>
                  <a:lnTo>
                    <a:pt x="3023" y="3806"/>
                  </a:lnTo>
                  <a:lnTo>
                    <a:pt x="7195" y="2749"/>
                  </a:lnTo>
                  <a:lnTo>
                    <a:pt x="1399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h3865"/>
            <p:cNvSpPr/>
            <p:nvPr/>
          </p:nvSpPr>
          <p:spPr>
            <a:xfrm>
              <a:off x="6766281" y="2871536"/>
              <a:ext cx="12735" cy="18967"/>
            </a:xfrm>
            <a:custGeom>
              <a:avLst/>
              <a:pathLst>
                <a:path w="12735" h="18967">
                  <a:moveTo>
                    <a:pt x="12735" y="3657"/>
                  </a:moveTo>
                  <a:lnTo>
                    <a:pt x="9095" y="13208"/>
                  </a:lnTo>
                  <a:lnTo>
                    <a:pt x="6235" y="14227"/>
                  </a:lnTo>
                  <a:lnTo>
                    <a:pt x="5807" y="15852"/>
                  </a:lnTo>
                  <a:lnTo>
                    <a:pt x="6792" y="17920"/>
                  </a:lnTo>
                  <a:lnTo>
                    <a:pt x="4312" y="18967"/>
                  </a:lnTo>
                  <a:lnTo>
                    <a:pt x="873" y="18711"/>
                  </a:lnTo>
                  <a:lnTo>
                    <a:pt x="2318" y="15189"/>
                  </a:lnTo>
                  <a:lnTo>
                    <a:pt x="518" y="14121"/>
                  </a:lnTo>
                  <a:lnTo>
                    <a:pt x="0" y="10060"/>
                  </a:lnTo>
                  <a:lnTo>
                    <a:pt x="960" y="8640"/>
                  </a:lnTo>
                  <a:lnTo>
                    <a:pt x="2890" y="7597"/>
                  </a:lnTo>
                  <a:lnTo>
                    <a:pt x="915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h3866"/>
            <p:cNvSpPr/>
            <p:nvPr/>
          </p:nvSpPr>
          <p:spPr>
            <a:xfrm>
              <a:off x="6706805" y="2805136"/>
              <a:ext cx="23963" cy="40283"/>
            </a:xfrm>
            <a:custGeom>
              <a:avLst/>
              <a:pathLst>
                <a:path w="23963" h="40283">
                  <a:moveTo>
                    <a:pt x="13074" y="0"/>
                  </a:moveTo>
                  <a:lnTo>
                    <a:pt x="13920" y="4014"/>
                  </a:lnTo>
                  <a:lnTo>
                    <a:pt x="13384" y="6307"/>
                  </a:lnTo>
                  <a:lnTo>
                    <a:pt x="16192" y="11056"/>
                  </a:lnTo>
                  <a:lnTo>
                    <a:pt x="16663" y="16917"/>
                  </a:lnTo>
                  <a:lnTo>
                    <a:pt x="15493" y="18071"/>
                  </a:lnTo>
                  <a:lnTo>
                    <a:pt x="22266" y="22033"/>
                  </a:lnTo>
                  <a:lnTo>
                    <a:pt x="19613" y="27290"/>
                  </a:lnTo>
                  <a:lnTo>
                    <a:pt x="23231" y="32425"/>
                  </a:lnTo>
                  <a:lnTo>
                    <a:pt x="23963" y="38617"/>
                  </a:lnTo>
                  <a:lnTo>
                    <a:pt x="22033" y="40283"/>
                  </a:lnTo>
                  <a:lnTo>
                    <a:pt x="20130" y="38658"/>
                  </a:lnTo>
                  <a:lnTo>
                    <a:pt x="20907" y="37245"/>
                  </a:lnTo>
                  <a:lnTo>
                    <a:pt x="19115" y="35809"/>
                  </a:lnTo>
                  <a:lnTo>
                    <a:pt x="15244" y="35460"/>
                  </a:lnTo>
                  <a:lnTo>
                    <a:pt x="5532" y="35284"/>
                  </a:lnTo>
                  <a:lnTo>
                    <a:pt x="1110" y="36208"/>
                  </a:lnTo>
                  <a:lnTo>
                    <a:pt x="0" y="31396"/>
                  </a:lnTo>
                  <a:lnTo>
                    <a:pt x="1189" y="30662"/>
                  </a:lnTo>
                  <a:lnTo>
                    <a:pt x="1556" y="28801"/>
                  </a:lnTo>
                  <a:lnTo>
                    <a:pt x="601" y="27168"/>
                  </a:lnTo>
                  <a:lnTo>
                    <a:pt x="5521" y="22844"/>
                  </a:lnTo>
                  <a:lnTo>
                    <a:pt x="2408" y="17781"/>
                  </a:lnTo>
                  <a:lnTo>
                    <a:pt x="2633" y="14981"/>
                  </a:lnTo>
                  <a:lnTo>
                    <a:pt x="3314" y="10700"/>
                  </a:lnTo>
                  <a:lnTo>
                    <a:pt x="1577" y="7025"/>
                  </a:lnTo>
                  <a:lnTo>
                    <a:pt x="2150" y="136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h3867"/>
            <p:cNvSpPr/>
            <p:nvPr/>
          </p:nvSpPr>
          <p:spPr>
            <a:xfrm>
              <a:off x="6709075" y="2755447"/>
              <a:ext cx="28348" cy="38085"/>
            </a:xfrm>
            <a:custGeom>
              <a:avLst/>
              <a:pathLst>
                <a:path w="28348" h="38085">
                  <a:moveTo>
                    <a:pt x="12236" y="1916"/>
                  </a:moveTo>
                  <a:lnTo>
                    <a:pt x="23532" y="19631"/>
                  </a:lnTo>
                  <a:lnTo>
                    <a:pt x="22578" y="27186"/>
                  </a:lnTo>
                  <a:lnTo>
                    <a:pt x="24176" y="29605"/>
                  </a:lnTo>
                  <a:lnTo>
                    <a:pt x="25875" y="30006"/>
                  </a:lnTo>
                  <a:lnTo>
                    <a:pt x="28348" y="35134"/>
                  </a:lnTo>
                  <a:lnTo>
                    <a:pt x="27375" y="36205"/>
                  </a:lnTo>
                  <a:lnTo>
                    <a:pt x="22905" y="35375"/>
                  </a:lnTo>
                  <a:lnTo>
                    <a:pt x="20027" y="38042"/>
                  </a:lnTo>
                  <a:lnTo>
                    <a:pt x="18963" y="38085"/>
                  </a:lnTo>
                  <a:lnTo>
                    <a:pt x="14850" y="35258"/>
                  </a:lnTo>
                  <a:lnTo>
                    <a:pt x="17091" y="30415"/>
                  </a:lnTo>
                  <a:lnTo>
                    <a:pt x="15718" y="29230"/>
                  </a:lnTo>
                  <a:lnTo>
                    <a:pt x="12380" y="27307"/>
                  </a:lnTo>
                  <a:lnTo>
                    <a:pt x="8810" y="28103"/>
                  </a:lnTo>
                  <a:lnTo>
                    <a:pt x="7918" y="27648"/>
                  </a:lnTo>
                  <a:lnTo>
                    <a:pt x="6537" y="24369"/>
                  </a:lnTo>
                  <a:lnTo>
                    <a:pt x="7045" y="23056"/>
                  </a:lnTo>
                  <a:lnTo>
                    <a:pt x="6428" y="21767"/>
                  </a:lnTo>
                  <a:lnTo>
                    <a:pt x="5303" y="20604"/>
                  </a:lnTo>
                  <a:lnTo>
                    <a:pt x="4527" y="21350"/>
                  </a:lnTo>
                  <a:lnTo>
                    <a:pt x="3171" y="15282"/>
                  </a:lnTo>
                  <a:lnTo>
                    <a:pt x="3200" y="11394"/>
                  </a:lnTo>
                  <a:lnTo>
                    <a:pt x="98" y="9720"/>
                  </a:lnTo>
                  <a:lnTo>
                    <a:pt x="0" y="8064"/>
                  </a:lnTo>
                  <a:lnTo>
                    <a:pt x="1905" y="6485"/>
                  </a:lnTo>
                  <a:lnTo>
                    <a:pt x="2792" y="3400"/>
                  </a:lnTo>
                  <a:lnTo>
                    <a:pt x="2418" y="2846"/>
                  </a:lnTo>
                  <a:lnTo>
                    <a:pt x="936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h3868"/>
            <p:cNvSpPr/>
            <p:nvPr/>
          </p:nvSpPr>
          <p:spPr>
            <a:xfrm>
              <a:off x="6644282" y="2829249"/>
              <a:ext cx="40452" cy="29599"/>
            </a:xfrm>
            <a:custGeom>
              <a:avLst/>
              <a:pathLst>
                <a:path w="40452" h="29599">
                  <a:moveTo>
                    <a:pt x="35898" y="1006"/>
                  </a:moveTo>
                  <a:lnTo>
                    <a:pt x="34689" y="3847"/>
                  </a:lnTo>
                  <a:lnTo>
                    <a:pt x="35033" y="4886"/>
                  </a:lnTo>
                  <a:lnTo>
                    <a:pt x="36067" y="6101"/>
                  </a:lnTo>
                  <a:lnTo>
                    <a:pt x="38776" y="4488"/>
                  </a:lnTo>
                  <a:lnTo>
                    <a:pt x="40452" y="9759"/>
                  </a:lnTo>
                  <a:lnTo>
                    <a:pt x="36092" y="17066"/>
                  </a:lnTo>
                  <a:lnTo>
                    <a:pt x="35461" y="21769"/>
                  </a:lnTo>
                  <a:lnTo>
                    <a:pt x="36749" y="22172"/>
                  </a:lnTo>
                  <a:lnTo>
                    <a:pt x="33900" y="25937"/>
                  </a:lnTo>
                  <a:lnTo>
                    <a:pt x="31129" y="25164"/>
                  </a:lnTo>
                  <a:lnTo>
                    <a:pt x="23696" y="27934"/>
                  </a:lnTo>
                  <a:lnTo>
                    <a:pt x="20433" y="25526"/>
                  </a:lnTo>
                  <a:lnTo>
                    <a:pt x="17542" y="25119"/>
                  </a:lnTo>
                  <a:lnTo>
                    <a:pt x="16207" y="26297"/>
                  </a:lnTo>
                  <a:lnTo>
                    <a:pt x="8209" y="27150"/>
                  </a:lnTo>
                  <a:lnTo>
                    <a:pt x="3878" y="26803"/>
                  </a:lnTo>
                  <a:lnTo>
                    <a:pt x="3053" y="26133"/>
                  </a:lnTo>
                  <a:lnTo>
                    <a:pt x="0" y="29599"/>
                  </a:lnTo>
                  <a:lnTo>
                    <a:pt x="2281" y="4647"/>
                  </a:lnTo>
                  <a:lnTo>
                    <a:pt x="2316" y="4265"/>
                  </a:lnTo>
                  <a:lnTo>
                    <a:pt x="8919" y="7176"/>
                  </a:lnTo>
                  <a:lnTo>
                    <a:pt x="8888" y="8882"/>
                  </a:lnTo>
                  <a:lnTo>
                    <a:pt x="10707" y="11372"/>
                  </a:lnTo>
                  <a:lnTo>
                    <a:pt x="12509" y="10047"/>
                  </a:lnTo>
                  <a:lnTo>
                    <a:pt x="13854" y="6741"/>
                  </a:lnTo>
                  <a:lnTo>
                    <a:pt x="19644" y="3905"/>
                  </a:lnTo>
                  <a:lnTo>
                    <a:pt x="21456" y="4101"/>
                  </a:lnTo>
                  <a:lnTo>
                    <a:pt x="22889" y="6316"/>
                  </a:lnTo>
                  <a:lnTo>
                    <a:pt x="25500" y="7555"/>
                  </a:lnTo>
                  <a:lnTo>
                    <a:pt x="26627" y="7141"/>
                  </a:lnTo>
                  <a:lnTo>
                    <a:pt x="26747" y="4210"/>
                  </a:lnTo>
                  <a:lnTo>
                    <a:pt x="29228" y="1545"/>
                  </a:lnTo>
                  <a:lnTo>
                    <a:pt x="352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h3869"/>
            <p:cNvSpPr/>
            <p:nvPr/>
          </p:nvSpPr>
          <p:spPr>
            <a:xfrm>
              <a:off x="6710219" y="2870480"/>
              <a:ext cx="12203" cy="7232"/>
            </a:xfrm>
            <a:custGeom>
              <a:avLst/>
              <a:pathLst>
                <a:path w="12203" h="7232">
                  <a:moveTo>
                    <a:pt x="9460" y="664"/>
                  </a:moveTo>
                  <a:lnTo>
                    <a:pt x="12203" y="3426"/>
                  </a:lnTo>
                  <a:lnTo>
                    <a:pt x="5407" y="6175"/>
                  </a:lnTo>
                  <a:lnTo>
                    <a:pt x="1235" y="7232"/>
                  </a:lnTo>
                  <a:lnTo>
                    <a:pt x="0" y="6847"/>
                  </a:lnTo>
                  <a:lnTo>
                    <a:pt x="2748" y="4382"/>
                  </a:lnTo>
                  <a:lnTo>
                    <a:pt x="4647" y="623"/>
                  </a:lnTo>
                  <a:lnTo>
                    <a:pt x="70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h3870"/>
            <p:cNvSpPr/>
            <p:nvPr/>
          </p:nvSpPr>
          <p:spPr>
            <a:xfrm>
              <a:off x="6812756" y="2750177"/>
              <a:ext cx="20960" cy="26686"/>
            </a:xfrm>
            <a:custGeom>
              <a:avLst/>
              <a:pathLst>
                <a:path w="20960" h="26686">
                  <a:moveTo>
                    <a:pt x="13270" y="88"/>
                  </a:moveTo>
                  <a:lnTo>
                    <a:pt x="14515" y="1398"/>
                  </a:lnTo>
                  <a:lnTo>
                    <a:pt x="15319" y="3909"/>
                  </a:lnTo>
                  <a:lnTo>
                    <a:pt x="16552" y="4588"/>
                  </a:lnTo>
                  <a:lnTo>
                    <a:pt x="19823" y="6897"/>
                  </a:lnTo>
                  <a:lnTo>
                    <a:pt x="20960" y="9165"/>
                  </a:lnTo>
                  <a:lnTo>
                    <a:pt x="20860" y="12041"/>
                  </a:lnTo>
                  <a:lnTo>
                    <a:pt x="19391" y="15525"/>
                  </a:lnTo>
                  <a:lnTo>
                    <a:pt x="15797" y="15820"/>
                  </a:lnTo>
                  <a:lnTo>
                    <a:pt x="11564" y="26121"/>
                  </a:lnTo>
                  <a:lnTo>
                    <a:pt x="10422" y="26686"/>
                  </a:lnTo>
                  <a:lnTo>
                    <a:pt x="6732" y="25968"/>
                  </a:lnTo>
                  <a:lnTo>
                    <a:pt x="4224" y="24227"/>
                  </a:lnTo>
                  <a:lnTo>
                    <a:pt x="3112" y="24548"/>
                  </a:lnTo>
                  <a:lnTo>
                    <a:pt x="1146" y="23387"/>
                  </a:lnTo>
                  <a:lnTo>
                    <a:pt x="0" y="19921"/>
                  </a:lnTo>
                  <a:lnTo>
                    <a:pt x="3467" y="12311"/>
                  </a:lnTo>
                  <a:lnTo>
                    <a:pt x="3829" y="9391"/>
                  </a:lnTo>
                  <a:lnTo>
                    <a:pt x="2211" y="7606"/>
                  </a:lnTo>
                  <a:lnTo>
                    <a:pt x="3736" y="6696"/>
                  </a:lnTo>
                  <a:lnTo>
                    <a:pt x="6261" y="2956"/>
                  </a:lnTo>
                  <a:lnTo>
                    <a:pt x="5917" y="1822"/>
                  </a:lnTo>
                  <a:lnTo>
                    <a:pt x="7436" y="1408"/>
                  </a:lnTo>
                  <a:lnTo>
                    <a:pt x="9627" y="2560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h3871"/>
            <p:cNvSpPr/>
            <p:nvPr/>
          </p:nvSpPr>
          <p:spPr>
            <a:xfrm>
              <a:off x="6722050" y="2840597"/>
              <a:ext cx="24132" cy="26091"/>
            </a:xfrm>
            <a:custGeom>
              <a:avLst/>
              <a:pathLst>
                <a:path w="24132" h="26091">
                  <a:moveTo>
                    <a:pt x="3871" y="349"/>
                  </a:moveTo>
                  <a:lnTo>
                    <a:pt x="5662" y="1785"/>
                  </a:lnTo>
                  <a:lnTo>
                    <a:pt x="4886" y="3198"/>
                  </a:lnTo>
                  <a:lnTo>
                    <a:pt x="6789" y="4823"/>
                  </a:lnTo>
                  <a:lnTo>
                    <a:pt x="8295" y="7310"/>
                  </a:lnTo>
                  <a:lnTo>
                    <a:pt x="13894" y="6185"/>
                  </a:lnTo>
                  <a:lnTo>
                    <a:pt x="15424" y="6403"/>
                  </a:lnTo>
                  <a:lnTo>
                    <a:pt x="17313" y="7795"/>
                  </a:lnTo>
                  <a:lnTo>
                    <a:pt x="21549" y="8204"/>
                  </a:lnTo>
                  <a:lnTo>
                    <a:pt x="23129" y="6433"/>
                  </a:lnTo>
                  <a:lnTo>
                    <a:pt x="24132" y="10976"/>
                  </a:lnTo>
                  <a:lnTo>
                    <a:pt x="19882" y="12725"/>
                  </a:lnTo>
                  <a:lnTo>
                    <a:pt x="19597" y="14704"/>
                  </a:lnTo>
                  <a:lnTo>
                    <a:pt x="21195" y="24752"/>
                  </a:lnTo>
                  <a:lnTo>
                    <a:pt x="19923" y="25971"/>
                  </a:lnTo>
                  <a:lnTo>
                    <a:pt x="14375" y="26091"/>
                  </a:lnTo>
                  <a:lnTo>
                    <a:pt x="17320" y="19668"/>
                  </a:lnTo>
                  <a:lnTo>
                    <a:pt x="17210" y="17037"/>
                  </a:lnTo>
                  <a:lnTo>
                    <a:pt x="11851" y="18799"/>
                  </a:lnTo>
                  <a:lnTo>
                    <a:pt x="11292" y="15920"/>
                  </a:lnTo>
                  <a:lnTo>
                    <a:pt x="8228" y="14006"/>
                  </a:lnTo>
                  <a:lnTo>
                    <a:pt x="6082" y="14066"/>
                  </a:lnTo>
                  <a:lnTo>
                    <a:pt x="4524" y="11154"/>
                  </a:lnTo>
                  <a:lnTo>
                    <a:pt x="5246" y="10834"/>
                  </a:lnTo>
                  <a:lnTo>
                    <a:pt x="4261" y="8201"/>
                  </a:lnTo>
                  <a:lnTo>
                    <a:pt x="1483" y="4579"/>
                  </a:lnTo>
                  <a:lnTo>
                    <a:pt x="102" y="45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h3872"/>
            <p:cNvSpPr/>
            <p:nvPr/>
          </p:nvSpPr>
          <p:spPr>
            <a:xfrm>
              <a:off x="6728839" y="2826357"/>
              <a:ext cx="23322" cy="23677"/>
            </a:xfrm>
            <a:custGeom>
              <a:avLst/>
              <a:pathLst>
                <a:path w="23322" h="23677">
                  <a:moveTo>
                    <a:pt x="20835" y="3394"/>
                  </a:moveTo>
                  <a:lnTo>
                    <a:pt x="23322" y="7425"/>
                  </a:lnTo>
                  <a:lnTo>
                    <a:pt x="22197" y="10608"/>
                  </a:lnTo>
                  <a:lnTo>
                    <a:pt x="21268" y="11943"/>
                  </a:lnTo>
                  <a:lnTo>
                    <a:pt x="22117" y="16560"/>
                  </a:lnTo>
                  <a:lnTo>
                    <a:pt x="22158" y="22339"/>
                  </a:lnTo>
                  <a:lnTo>
                    <a:pt x="18271" y="23677"/>
                  </a:lnTo>
                  <a:lnTo>
                    <a:pt x="18050" y="20949"/>
                  </a:lnTo>
                  <a:lnTo>
                    <a:pt x="16214" y="20123"/>
                  </a:lnTo>
                  <a:lnTo>
                    <a:pt x="16340" y="20673"/>
                  </a:lnTo>
                  <a:lnTo>
                    <a:pt x="14760" y="22443"/>
                  </a:lnTo>
                  <a:lnTo>
                    <a:pt x="10524" y="22035"/>
                  </a:lnTo>
                  <a:lnTo>
                    <a:pt x="8635" y="20643"/>
                  </a:lnTo>
                  <a:lnTo>
                    <a:pt x="7105" y="20424"/>
                  </a:lnTo>
                  <a:lnTo>
                    <a:pt x="1506" y="21549"/>
                  </a:lnTo>
                  <a:lnTo>
                    <a:pt x="0" y="19063"/>
                  </a:lnTo>
                  <a:lnTo>
                    <a:pt x="1929" y="17396"/>
                  </a:lnTo>
                  <a:lnTo>
                    <a:pt x="1198" y="11204"/>
                  </a:lnTo>
                  <a:lnTo>
                    <a:pt x="4286" y="13312"/>
                  </a:lnTo>
                  <a:lnTo>
                    <a:pt x="6334" y="12841"/>
                  </a:lnTo>
                  <a:lnTo>
                    <a:pt x="11535" y="8533"/>
                  </a:lnTo>
                  <a:lnTo>
                    <a:pt x="15667" y="46"/>
                  </a:lnTo>
                  <a:lnTo>
                    <a:pt x="1697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h3873"/>
            <p:cNvSpPr/>
            <p:nvPr/>
          </p:nvSpPr>
          <p:spPr>
            <a:xfrm>
              <a:off x="6679744" y="2829757"/>
              <a:ext cx="28681" cy="23522"/>
            </a:xfrm>
            <a:custGeom>
              <a:avLst/>
              <a:pathLst>
                <a:path w="28681" h="23522">
                  <a:moveTo>
                    <a:pt x="19408" y="0"/>
                  </a:moveTo>
                  <a:lnTo>
                    <a:pt x="24077" y="1416"/>
                  </a:lnTo>
                  <a:lnTo>
                    <a:pt x="24244" y="4503"/>
                  </a:lnTo>
                  <a:lnTo>
                    <a:pt x="25036" y="6202"/>
                  </a:lnTo>
                  <a:lnTo>
                    <a:pt x="26890" y="4684"/>
                  </a:lnTo>
                  <a:lnTo>
                    <a:pt x="27662" y="2547"/>
                  </a:lnTo>
                  <a:lnTo>
                    <a:pt x="28618" y="4180"/>
                  </a:lnTo>
                  <a:lnTo>
                    <a:pt x="28251" y="6041"/>
                  </a:lnTo>
                  <a:lnTo>
                    <a:pt x="27061" y="6775"/>
                  </a:lnTo>
                  <a:lnTo>
                    <a:pt x="28172" y="11587"/>
                  </a:lnTo>
                  <a:lnTo>
                    <a:pt x="28681" y="13704"/>
                  </a:lnTo>
                  <a:lnTo>
                    <a:pt x="27212" y="20977"/>
                  </a:lnTo>
                  <a:lnTo>
                    <a:pt x="22800" y="23522"/>
                  </a:lnTo>
                  <a:lnTo>
                    <a:pt x="21688" y="21866"/>
                  </a:lnTo>
                  <a:lnTo>
                    <a:pt x="22009" y="20486"/>
                  </a:lnTo>
                  <a:lnTo>
                    <a:pt x="21352" y="19704"/>
                  </a:lnTo>
                  <a:lnTo>
                    <a:pt x="19324" y="19905"/>
                  </a:lnTo>
                  <a:lnTo>
                    <a:pt x="16301" y="22154"/>
                  </a:lnTo>
                  <a:lnTo>
                    <a:pt x="5091" y="20561"/>
                  </a:lnTo>
                  <a:lnTo>
                    <a:pt x="4243" y="21665"/>
                  </a:lnTo>
                  <a:lnTo>
                    <a:pt x="1287" y="21663"/>
                  </a:lnTo>
                  <a:lnTo>
                    <a:pt x="0" y="21260"/>
                  </a:lnTo>
                  <a:lnTo>
                    <a:pt x="630" y="16557"/>
                  </a:lnTo>
                  <a:lnTo>
                    <a:pt x="4990" y="9250"/>
                  </a:lnTo>
                  <a:lnTo>
                    <a:pt x="3314" y="3979"/>
                  </a:lnTo>
                  <a:lnTo>
                    <a:pt x="7929" y="1430"/>
                  </a:lnTo>
                  <a:lnTo>
                    <a:pt x="8760" y="1796"/>
                  </a:lnTo>
                  <a:lnTo>
                    <a:pt x="12584" y="1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h3874"/>
            <p:cNvSpPr/>
            <p:nvPr/>
          </p:nvSpPr>
          <p:spPr>
            <a:xfrm>
              <a:off x="6756956" y="2866348"/>
              <a:ext cx="18475" cy="19309"/>
            </a:xfrm>
            <a:custGeom>
              <a:avLst/>
              <a:pathLst>
                <a:path w="18475" h="19309">
                  <a:moveTo>
                    <a:pt x="17450" y="1076"/>
                  </a:moveTo>
                  <a:lnTo>
                    <a:pt x="18475" y="5187"/>
                  </a:lnTo>
                  <a:lnTo>
                    <a:pt x="12215" y="12785"/>
                  </a:lnTo>
                  <a:lnTo>
                    <a:pt x="10285" y="13827"/>
                  </a:lnTo>
                  <a:lnTo>
                    <a:pt x="9325" y="15248"/>
                  </a:lnTo>
                  <a:lnTo>
                    <a:pt x="9843" y="19309"/>
                  </a:lnTo>
                  <a:lnTo>
                    <a:pt x="3479" y="18824"/>
                  </a:lnTo>
                  <a:lnTo>
                    <a:pt x="1240" y="18235"/>
                  </a:lnTo>
                  <a:lnTo>
                    <a:pt x="0" y="9104"/>
                  </a:lnTo>
                  <a:lnTo>
                    <a:pt x="1633" y="7543"/>
                  </a:lnTo>
                  <a:lnTo>
                    <a:pt x="5349" y="6670"/>
                  </a:lnTo>
                  <a:lnTo>
                    <a:pt x="6499" y="7505"/>
                  </a:lnTo>
                  <a:lnTo>
                    <a:pt x="8052" y="5257"/>
                  </a:lnTo>
                  <a:lnTo>
                    <a:pt x="12361" y="2646"/>
                  </a:lnTo>
                  <a:lnTo>
                    <a:pt x="142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h3875"/>
            <p:cNvSpPr/>
            <p:nvPr/>
          </p:nvSpPr>
          <p:spPr>
            <a:xfrm>
              <a:off x="6789300" y="2762801"/>
              <a:ext cx="14724" cy="14119"/>
            </a:xfrm>
            <a:custGeom>
              <a:avLst/>
              <a:pathLst>
                <a:path w="14724" h="14119">
                  <a:moveTo>
                    <a:pt x="14724" y="586"/>
                  </a:moveTo>
                  <a:lnTo>
                    <a:pt x="11871" y="8473"/>
                  </a:lnTo>
                  <a:lnTo>
                    <a:pt x="11143" y="9954"/>
                  </a:lnTo>
                  <a:lnTo>
                    <a:pt x="7244" y="10307"/>
                  </a:lnTo>
                  <a:lnTo>
                    <a:pt x="6783" y="12416"/>
                  </a:lnTo>
                  <a:lnTo>
                    <a:pt x="5215" y="14095"/>
                  </a:lnTo>
                  <a:lnTo>
                    <a:pt x="1228" y="14119"/>
                  </a:lnTo>
                  <a:lnTo>
                    <a:pt x="1635" y="12795"/>
                  </a:lnTo>
                  <a:lnTo>
                    <a:pt x="0" y="9447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h3876"/>
            <p:cNvSpPr/>
            <p:nvPr/>
          </p:nvSpPr>
          <p:spPr>
            <a:xfrm>
              <a:off x="6832897" y="2807121"/>
              <a:ext cx="20983" cy="33556"/>
            </a:xfrm>
            <a:custGeom>
              <a:avLst/>
              <a:pathLst>
                <a:path w="20983" h="33556">
                  <a:moveTo>
                    <a:pt x="16590" y="4700"/>
                  </a:moveTo>
                  <a:lnTo>
                    <a:pt x="17043" y="7672"/>
                  </a:lnTo>
                  <a:lnTo>
                    <a:pt x="15848" y="9133"/>
                  </a:lnTo>
                  <a:lnTo>
                    <a:pt x="18325" y="15852"/>
                  </a:lnTo>
                  <a:lnTo>
                    <a:pt x="20983" y="17641"/>
                  </a:lnTo>
                  <a:lnTo>
                    <a:pt x="20635" y="20228"/>
                  </a:lnTo>
                  <a:lnTo>
                    <a:pt x="18043" y="23712"/>
                  </a:lnTo>
                  <a:lnTo>
                    <a:pt x="16668" y="25910"/>
                  </a:lnTo>
                  <a:lnTo>
                    <a:pt x="11691" y="28227"/>
                  </a:lnTo>
                  <a:lnTo>
                    <a:pt x="11013" y="31478"/>
                  </a:lnTo>
                  <a:lnTo>
                    <a:pt x="9208" y="33490"/>
                  </a:lnTo>
                  <a:lnTo>
                    <a:pt x="7753" y="32570"/>
                  </a:lnTo>
                  <a:lnTo>
                    <a:pt x="1883" y="33556"/>
                  </a:lnTo>
                  <a:lnTo>
                    <a:pt x="0" y="30907"/>
                  </a:lnTo>
                  <a:lnTo>
                    <a:pt x="7297" y="26853"/>
                  </a:lnTo>
                  <a:lnTo>
                    <a:pt x="8769" y="21618"/>
                  </a:lnTo>
                  <a:lnTo>
                    <a:pt x="14517" y="19146"/>
                  </a:lnTo>
                  <a:lnTo>
                    <a:pt x="7728" y="6461"/>
                  </a:lnTo>
                  <a:lnTo>
                    <a:pt x="109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h3877"/>
            <p:cNvSpPr/>
            <p:nvPr/>
          </p:nvSpPr>
          <p:spPr>
            <a:xfrm>
              <a:off x="6781426" y="2738943"/>
              <a:ext cx="37815" cy="24731"/>
            </a:xfrm>
            <a:custGeom>
              <a:avLst/>
              <a:pathLst>
                <a:path w="37815" h="24731">
                  <a:moveTo>
                    <a:pt x="16048" y="138"/>
                  </a:moveTo>
                  <a:lnTo>
                    <a:pt x="16535" y="3687"/>
                  </a:lnTo>
                  <a:lnTo>
                    <a:pt x="18800" y="8374"/>
                  </a:lnTo>
                  <a:lnTo>
                    <a:pt x="21332" y="9791"/>
                  </a:lnTo>
                  <a:lnTo>
                    <a:pt x="22331" y="11234"/>
                  </a:lnTo>
                  <a:lnTo>
                    <a:pt x="23515" y="11388"/>
                  </a:lnTo>
                  <a:lnTo>
                    <a:pt x="27935" y="10282"/>
                  </a:lnTo>
                  <a:lnTo>
                    <a:pt x="29534" y="10788"/>
                  </a:lnTo>
                  <a:lnTo>
                    <a:pt x="30613" y="9255"/>
                  </a:lnTo>
                  <a:lnTo>
                    <a:pt x="34056" y="7358"/>
                  </a:lnTo>
                  <a:lnTo>
                    <a:pt x="35529" y="6968"/>
                  </a:lnTo>
                  <a:lnTo>
                    <a:pt x="36621" y="6254"/>
                  </a:lnTo>
                  <a:lnTo>
                    <a:pt x="37815" y="6804"/>
                  </a:lnTo>
                  <a:lnTo>
                    <a:pt x="36699" y="10098"/>
                  </a:lnTo>
                  <a:lnTo>
                    <a:pt x="37247" y="13056"/>
                  </a:lnTo>
                  <a:lnTo>
                    <a:pt x="37591" y="14190"/>
                  </a:lnTo>
                  <a:lnTo>
                    <a:pt x="35065" y="17930"/>
                  </a:lnTo>
                  <a:lnTo>
                    <a:pt x="33541" y="18840"/>
                  </a:lnTo>
                  <a:lnTo>
                    <a:pt x="31853" y="18469"/>
                  </a:lnTo>
                  <a:lnTo>
                    <a:pt x="31882" y="16986"/>
                  </a:lnTo>
                  <a:lnTo>
                    <a:pt x="27181" y="17697"/>
                  </a:lnTo>
                  <a:lnTo>
                    <a:pt x="25115" y="19920"/>
                  </a:lnTo>
                  <a:lnTo>
                    <a:pt x="25648" y="22072"/>
                  </a:lnTo>
                  <a:lnTo>
                    <a:pt x="23987" y="24063"/>
                  </a:lnTo>
                  <a:lnTo>
                    <a:pt x="22598" y="24444"/>
                  </a:lnTo>
                  <a:lnTo>
                    <a:pt x="12404" y="23858"/>
                  </a:lnTo>
                  <a:lnTo>
                    <a:pt x="9141" y="24731"/>
                  </a:lnTo>
                  <a:lnTo>
                    <a:pt x="0" y="19052"/>
                  </a:lnTo>
                  <a:lnTo>
                    <a:pt x="203" y="15690"/>
                  </a:lnTo>
                  <a:lnTo>
                    <a:pt x="4277" y="13646"/>
                  </a:lnTo>
                  <a:lnTo>
                    <a:pt x="6043" y="11685"/>
                  </a:lnTo>
                  <a:lnTo>
                    <a:pt x="7406" y="14331"/>
                  </a:lnTo>
                  <a:lnTo>
                    <a:pt x="10564" y="15334"/>
                  </a:lnTo>
                  <a:lnTo>
                    <a:pt x="12244" y="15104"/>
                  </a:lnTo>
                  <a:lnTo>
                    <a:pt x="13722" y="12582"/>
                  </a:lnTo>
                  <a:lnTo>
                    <a:pt x="13568" y="10916"/>
                  </a:lnTo>
                  <a:lnTo>
                    <a:pt x="9792" y="6536"/>
                  </a:lnTo>
                  <a:lnTo>
                    <a:pt x="9025" y="5567"/>
                  </a:lnTo>
                  <a:lnTo>
                    <a:pt x="6955" y="6134"/>
                  </a:lnTo>
                  <a:lnTo>
                    <a:pt x="6790" y="5241"/>
                  </a:lnTo>
                  <a:lnTo>
                    <a:pt x="8228" y="2492"/>
                  </a:lnTo>
                  <a:lnTo>
                    <a:pt x="10790" y="889"/>
                  </a:lnTo>
                  <a:lnTo>
                    <a:pt x="1309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h3878"/>
            <p:cNvSpPr/>
            <p:nvPr/>
          </p:nvSpPr>
          <p:spPr>
            <a:xfrm>
              <a:off x="6708956" y="2782754"/>
              <a:ext cx="21549" cy="23744"/>
            </a:xfrm>
            <a:custGeom>
              <a:avLst/>
              <a:pathLst>
                <a:path w="21549" h="23744">
                  <a:moveTo>
                    <a:pt x="12499" y="0"/>
                  </a:moveTo>
                  <a:lnTo>
                    <a:pt x="15836" y="1923"/>
                  </a:lnTo>
                  <a:lnTo>
                    <a:pt x="17210" y="3108"/>
                  </a:lnTo>
                  <a:lnTo>
                    <a:pt x="14969" y="7951"/>
                  </a:lnTo>
                  <a:lnTo>
                    <a:pt x="19082" y="10778"/>
                  </a:lnTo>
                  <a:lnTo>
                    <a:pt x="20146" y="10735"/>
                  </a:lnTo>
                  <a:lnTo>
                    <a:pt x="18944" y="13480"/>
                  </a:lnTo>
                  <a:lnTo>
                    <a:pt x="19364" y="14126"/>
                  </a:lnTo>
                  <a:lnTo>
                    <a:pt x="20979" y="13435"/>
                  </a:lnTo>
                  <a:lnTo>
                    <a:pt x="21549" y="15044"/>
                  </a:lnTo>
                  <a:lnTo>
                    <a:pt x="15894" y="19849"/>
                  </a:lnTo>
                  <a:lnTo>
                    <a:pt x="15702" y="21644"/>
                  </a:lnTo>
                  <a:lnTo>
                    <a:pt x="10923" y="22382"/>
                  </a:lnTo>
                  <a:lnTo>
                    <a:pt x="0" y="23744"/>
                  </a:lnTo>
                  <a:lnTo>
                    <a:pt x="1898" y="20761"/>
                  </a:lnTo>
                  <a:lnTo>
                    <a:pt x="5519" y="10603"/>
                  </a:lnTo>
                  <a:lnTo>
                    <a:pt x="8037" y="341"/>
                  </a:lnTo>
                  <a:lnTo>
                    <a:pt x="8929" y="79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h3879"/>
            <p:cNvSpPr/>
            <p:nvPr/>
          </p:nvSpPr>
          <p:spPr>
            <a:xfrm>
              <a:off x="6719680" y="2871144"/>
              <a:ext cx="9702" cy="10679"/>
            </a:xfrm>
            <a:custGeom>
              <a:avLst/>
              <a:pathLst>
                <a:path w="9702" h="10679">
                  <a:moveTo>
                    <a:pt x="1657" y="343"/>
                  </a:moveTo>
                  <a:lnTo>
                    <a:pt x="9702" y="1340"/>
                  </a:lnTo>
                  <a:lnTo>
                    <a:pt x="7304" y="3506"/>
                  </a:lnTo>
                  <a:lnTo>
                    <a:pt x="6259" y="10475"/>
                  </a:lnTo>
                  <a:lnTo>
                    <a:pt x="4574" y="10679"/>
                  </a:lnTo>
                  <a:lnTo>
                    <a:pt x="2061" y="7850"/>
                  </a:lnTo>
                  <a:lnTo>
                    <a:pt x="1444" y="6858"/>
                  </a:lnTo>
                  <a:lnTo>
                    <a:pt x="55" y="5454"/>
                  </a:lnTo>
                  <a:lnTo>
                    <a:pt x="2262" y="4050"/>
                  </a:lnTo>
                  <a:lnTo>
                    <a:pt x="2742" y="2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h3880"/>
            <p:cNvSpPr/>
            <p:nvPr/>
          </p:nvSpPr>
          <p:spPr>
            <a:xfrm>
              <a:off x="6687165" y="2888440"/>
              <a:ext cx="27999" cy="27987"/>
            </a:xfrm>
            <a:custGeom>
              <a:avLst/>
              <a:pathLst>
                <a:path w="27999" h="27987">
                  <a:moveTo>
                    <a:pt x="10490" y="213"/>
                  </a:moveTo>
                  <a:lnTo>
                    <a:pt x="12869" y="1345"/>
                  </a:lnTo>
                  <a:lnTo>
                    <a:pt x="14491" y="2245"/>
                  </a:lnTo>
                  <a:lnTo>
                    <a:pt x="12920" y="3161"/>
                  </a:lnTo>
                  <a:lnTo>
                    <a:pt x="14778" y="7136"/>
                  </a:lnTo>
                  <a:lnTo>
                    <a:pt x="15853" y="8014"/>
                  </a:lnTo>
                  <a:lnTo>
                    <a:pt x="21429" y="8404"/>
                  </a:lnTo>
                  <a:lnTo>
                    <a:pt x="23967" y="5402"/>
                  </a:lnTo>
                  <a:lnTo>
                    <a:pt x="25173" y="5890"/>
                  </a:lnTo>
                  <a:lnTo>
                    <a:pt x="26131" y="7642"/>
                  </a:lnTo>
                  <a:lnTo>
                    <a:pt x="25131" y="10594"/>
                  </a:lnTo>
                  <a:lnTo>
                    <a:pt x="27999" y="16220"/>
                  </a:lnTo>
                  <a:lnTo>
                    <a:pt x="27378" y="16021"/>
                  </a:lnTo>
                  <a:lnTo>
                    <a:pt x="24186" y="17998"/>
                  </a:lnTo>
                  <a:lnTo>
                    <a:pt x="21216" y="20906"/>
                  </a:lnTo>
                  <a:lnTo>
                    <a:pt x="19741" y="23378"/>
                  </a:lnTo>
                  <a:lnTo>
                    <a:pt x="16579" y="24954"/>
                  </a:lnTo>
                  <a:lnTo>
                    <a:pt x="15823" y="26061"/>
                  </a:lnTo>
                  <a:lnTo>
                    <a:pt x="16094" y="27519"/>
                  </a:lnTo>
                  <a:lnTo>
                    <a:pt x="11103" y="27987"/>
                  </a:lnTo>
                  <a:lnTo>
                    <a:pt x="11144" y="24023"/>
                  </a:lnTo>
                  <a:lnTo>
                    <a:pt x="12584" y="19123"/>
                  </a:lnTo>
                  <a:lnTo>
                    <a:pt x="10482" y="18164"/>
                  </a:lnTo>
                  <a:lnTo>
                    <a:pt x="7885" y="19330"/>
                  </a:lnTo>
                  <a:lnTo>
                    <a:pt x="6140" y="16940"/>
                  </a:lnTo>
                  <a:lnTo>
                    <a:pt x="5838" y="16422"/>
                  </a:lnTo>
                  <a:lnTo>
                    <a:pt x="0" y="12962"/>
                  </a:lnTo>
                  <a:lnTo>
                    <a:pt x="1063" y="7077"/>
                  </a:lnTo>
                  <a:lnTo>
                    <a:pt x="4279" y="3375"/>
                  </a:lnTo>
                  <a:lnTo>
                    <a:pt x="46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h3881"/>
            <p:cNvSpPr/>
            <p:nvPr/>
          </p:nvSpPr>
          <p:spPr>
            <a:xfrm>
              <a:off x="6750737" y="2781380"/>
              <a:ext cx="13401" cy="15824"/>
            </a:xfrm>
            <a:custGeom>
              <a:avLst/>
              <a:pathLst>
                <a:path w="13401" h="15824">
                  <a:moveTo>
                    <a:pt x="5049" y="2218"/>
                  </a:moveTo>
                  <a:lnTo>
                    <a:pt x="7863" y="3793"/>
                  </a:lnTo>
                  <a:lnTo>
                    <a:pt x="10917" y="2985"/>
                  </a:lnTo>
                  <a:lnTo>
                    <a:pt x="12646" y="5828"/>
                  </a:lnTo>
                  <a:lnTo>
                    <a:pt x="13401" y="12052"/>
                  </a:lnTo>
                  <a:lnTo>
                    <a:pt x="8105" y="15541"/>
                  </a:lnTo>
                  <a:lnTo>
                    <a:pt x="6049" y="15824"/>
                  </a:lnTo>
                  <a:lnTo>
                    <a:pt x="2655" y="13023"/>
                  </a:lnTo>
                  <a:lnTo>
                    <a:pt x="2734" y="9465"/>
                  </a:lnTo>
                  <a:lnTo>
                    <a:pt x="1359" y="7130"/>
                  </a:lnTo>
                  <a:lnTo>
                    <a:pt x="0" y="7381"/>
                  </a:lnTo>
                  <a:lnTo>
                    <a:pt x="379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h3882"/>
            <p:cNvSpPr/>
            <p:nvPr/>
          </p:nvSpPr>
          <p:spPr>
            <a:xfrm>
              <a:off x="6706691" y="2885188"/>
              <a:ext cx="18632" cy="19472"/>
            </a:xfrm>
            <a:custGeom>
              <a:avLst/>
              <a:pathLst>
                <a:path w="18632" h="19472">
                  <a:moveTo>
                    <a:pt x="17873" y="54"/>
                  </a:moveTo>
                  <a:lnTo>
                    <a:pt x="18632" y="997"/>
                  </a:lnTo>
                  <a:lnTo>
                    <a:pt x="16821" y="1007"/>
                  </a:lnTo>
                  <a:lnTo>
                    <a:pt x="10729" y="8699"/>
                  </a:lnTo>
                  <a:lnTo>
                    <a:pt x="10601" y="9771"/>
                  </a:lnTo>
                  <a:lnTo>
                    <a:pt x="9217" y="10220"/>
                  </a:lnTo>
                  <a:lnTo>
                    <a:pt x="10306" y="13036"/>
                  </a:lnTo>
                  <a:lnTo>
                    <a:pt x="10426" y="17579"/>
                  </a:lnTo>
                  <a:lnTo>
                    <a:pt x="8474" y="19472"/>
                  </a:lnTo>
                  <a:lnTo>
                    <a:pt x="5606" y="13846"/>
                  </a:lnTo>
                  <a:lnTo>
                    <a:pt x="6606" y="10894"/>
                  </a:lnTo>
                  <a:lnTo>
                    <a:pt x="5648" y="9142"/>
                  </a:lnTo>
                  <a:lnTo>
                    <a:pt x="4441" y="8655"/>
                  </a:lnTo>
                  <a:lnTo>
                    <a:pt x="1904" y="11656"/>
                  </a:lnTo>
                  <a:lnTo>
                    <a:pt x="252" y="10712"/>
                  </a:lnTo>
                  <a:lnTo>
                    <a:pt x="0" y="8591"/>
                  </a:lnTo>
                  <a:lnTo>
                    <a:pt x="3609" y="6417"/>
                  </a:lnTo>
                  <a:lnTo>
                    <a:pt x="5320" y="1218"/>
                  </a:lnTo>
                  <a:lnTo>
                    <a:pt x="8642" y="1651"/>
                  </a:lnTo>
                  <a:lnTo>
                    <a:pt x="1236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h3883"/>
            <p:cNvSpPr/>
            <p:nvPr/>
          </p:nvSpPr>
          <p:spPr>
            <a:xfrm>
              <a:off x="6776979" y="2772755"/>
              <a:ext cx="26670" cy="15364"/>
            </a:xfrm>
            <a:custGeom>
              <a:avLst/>
              <a:pathLst>
                <a:path w="26670" h="15364">
                  <a:moveTo>
                    <a:pt x="23464" y="0"/>
                  </a:moveTo>
                  <a:lnTo>
                    <a:pt x="25879" y="629"/>
                  </a:lnTo>
                  <a:lnTo>
                    <a:pt x="26670" y="3617"/>
                  </a:lnTo>
                  <a:lnTo>
                    <a:pt x="26361" y="5478"/>
                  </a:lnTo>
                  <a:lnTo>
                    <a:pt x="24443" y="6166"/>
                  </a:lnTo>
                  <a:lnTo>
                    <a:pt x="24227" y="9586"/>
                  </a:lnTo>
                  <a:lnTo>
                    <a:pt x="25766" y="11999"/>
                  </a:lnTo>
                  <a:lnTo>
                    <a:pt x="25091" y="12523"/>
                  </a:lnTo>
                  <a:lnTo>
                    <a:pt x="23007" y="11262"/>
                  </a:lnTo>
                  <a:lnTo>
                    <a:pt x="21641" y="11479"/>
                  </a:lnTo>
                  <a:lnTo>
                    <a:pt x="17501" y="9642"/>
                  </a:lnTo>
                  <a:lnTo>
                    <a:pt x="13072" y="10768"/>
                  </a:lnTo>
                  <a:lnTo>
                    <a:pt x="7553" y="14430"/>
                  </a:lnTo>
                  <a:lnTo>
                    <a:pt x="3393" y="15364"/>
                  </a:lnTo>
                  <a:lnTo>
                    <a:pt x="1111" y="14901"/>
                  </a:lnTo>
                  <a:lnTo>
                    <a:pt x="0" y="12932"/>
                  </a:lnTo>
                  <a:lnTo>
                    <a:pt x="2863" y="7143"/>
                  </a:lnTo>
                  <a:lnTo>
                    <a:pt x="1391" y="5950"/>
                  </a:lnTo>
                  <a:lnTo>
                    <a:pt x="3191" y="3153"/>
                  </a:lnTo>
                  <a:lnTo>
                    <a:pt x="5707" y="1726"/>
                  </a:lnTo>
                  <a:lnTo>
                    <a:pt x="8564" y="1393"/>
                  </a:lnTo>
                  <a:lnTo>
                    <a:pt x="11713" y="1970"/>
                  </a:lnTo>
                  <a:lnTo>
                    <a:pt x="12107" y="4173"/>
                  </a:lnTo>
                  <a:lnTo>
                    <a:pt x="13549" y="4165"/>
                  </a:lnTo>
                  <a:lnTo>
                    <a:pt x="17536" y="4141"/>
                  </a:lnTo>
                  <a:lnTo>
                    <a:pt x="19103" y="2462"/>
                  </a:lnTo>
                  <a:lnTo>
                    <a:pt x="19565" y="35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h3884"/>
            <p:cNvSpPr/>
            <p:nvPr/>
          </p:nvSpPr>
          <p:spPr>
            <a:xfrm>
              <a:off x="6719880" y="2797167"/>
              <a:ext cx="27978" cy="42502"/>
            </a:xfrm>
            <a:custGeom>
              <a:avLst/>
              <a:pathLst>
                <a:path w="27978" h="42502">
                  <a:moveTo>
                    <a:pt x="15848" y="0"/>
                  </a:moveTo>
                  <a:lnTo>
                    <a:pt x="17746" y="879"/>
                  </a:lnTo>
                  <a:lnTo>
                    <a:pt x="19187" y="4157"/>
                  </a:lnTo>
                  <a:lnTo>
                    <a:pt x="17955" y="5148"/>
                  </a:lnTo>
                  <a:lnTo>
                    <a:pt x="17352" y="7377"/>
                  </a:lnTo>
                  <a:lnTo>
                    <a:pt x="19659" y="14248"/>
                  </a:lnTo>
                  <a:lnTo>
                    <a:pt x="24711" y="16526"/>
                  </a:lnTo>
                  <a:lnTo>
                    <a:pt x="26080" y="15298"/>
                  </a:lnTo>
                  <a:lnTo>
                    <a:pt x="27548" y="14059"/>
                  </a:lnTo>
                  <a:lnTo>
                    <a:pt x="27978" y="15611"/>
                  </a:lnTo>
                  <a:lnTo>
                    <a:pt x="24096" y="24692"/>
                  </a:lnTo>
                  <a:lnTo>
                    <a:pt x="24513" y="27516"/>
                  </a:lnTo>
                  <a:lnTo>
                    <a:pt x="25934" y="29189"/>
                  </a:lnTo>
                  <a:lnTo>
                    <a:pt x="24626" y="29236"/>
                  </a:lnTo>
                  <a:lnTo>
                    <a:pt x="20494" y="37723"/>
                  </a:lnTo>
                  <a:lnTo>
                    <a:pt x="15293" y="42031"/>
                  </a:lnTo>
                  <a:lnTo>
                    <a:pt x="13245" y="42502"/>
                  </a:lnTo>
                  <a:lnTo>
                    <a:pt x="10157" y="40394"/>
                  </a:lnTo>
                  <a:lnTo>
                    <a:pt x="6539" y="35260"/>
                  </a:lnTo>
                  <a:lnTo>
                    <a:pt x="9192" y="30002"/>
                  </a:lnTo>
                  <a:lnTo>
                    <a:pt x="2418" y="26040"/>
                  </a:lnTo>
                  <a:lnTo>
                    <a:pt x="3589" y="24886"/>
                  </a:lnTo>
                  <a:lnTo>
                    <a:pt x="3117" y="19025"/>
                  </a:lnTo>
                  <a:lnTo>
                    <a:pt x="310" y="14276"/>
                  </a:lnTo>
                  <a:lnTo>
                    <a:pt x="845" y="11984"/>
                  </a:lnTo>
                  <a:lnTo>
                    <a:pt x="0" y="7969"/>
                  </a:lnTo>
                  <a:lnTo>
                    <a:pt x="4779" y="7231"/>
                  </a:lnTo>
                  <a:lnTo>
                    <a:pt x="4971" y="5436"/>
                  </a:lnTo>
                  <a:lnTo>
                    <a:pt x="10626" y="631"/>
                  </a:lnTo>
                  <a:lnTo>
                    <a:pt x="10340" y="275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h3885"/>
            <p:cNvSpPr/>
            <p:nvPr/>
          </p:nvSpPr>
          <p:spPr>
            <a:xfrm>
              <a:off x="6811031" y="2875817"/>
              <a:ext cx="24876" cy="30238"/>
            </a:xfrm>
            <a:custGeom>
              <a:avLst/>
              <a:pathLst>
                <a:path w="24876" h="30238">
                  <a:moveTo>
                    <a:pt x="12818" y="0"/>
                  </a:moveTo>
                  <a:lnTo>
                    <a:pt x="11538" y="995"/>
                  </a:lnTo>
                  <a:lnTo>
                    <a:pt x="11970" y="2243"/>
                  </a:lnTo>
                  <a:lnTo>
                    <a:pt x="13019" y="2594"/>
                  </a:lnTo>
                  <a:lnTo>
                    <a:pt x="24876" y="971"/>
                  </a:lnTo>
                  <a:lnTo>
                    <a:pt x="23253" y="7021"/>
                  </a:lnTo>
                  <a:lnTo>
                    <a:pt x="24195" y="14374"/>
                  </a:lnTo>
                  <a:lnTo>
                    <a:pt x="22690" y="15849"/>
                  </a:lnTo>
                  <a:lnTo>
                    <a:pt x="17987" y="15463"/>
                  </a:lnTo>
                  <a:lnTo>
                    <a:pt x="14747" y="17441"/>
                  </a:lnTo>
                  <a:lnTo>
                    <a:pt x="15087" y="20053"/>
                  </a:lnTo>
                  <a:lnTo>
                    <a:pt x="14317" y="21397"/>
                  </a:lnTo>
                  <a:lnTo>
                    <a:pt x="7955" y="28769"/>
                  </a:lnTo>
                  <a:lnTo>
                    <a:pt x="7030" y="30238"/>
                  </a:lnTo>
                  <a:lnTo>
                    <a:pt x="5450" y="29731"/>
                  </a:lnTo>
                  <a:lnTo>
                    <a:pt x="5039" y="28502"/>
                  </a:lnTo>
                  <a:lnTo>
                    <a:pt x="2424" y="27987"/>
                  </a:lnTo>
                  <a:lnTo>
                    <a:pt x="0" y="29305"/>
                  </a:lnTo>
                  <a:lnTo>
                    <a:pt x="253" y="23274"/>
                  </a:lnTo>
                  <a:lnTo>
                    <a:pt x="1177" y="22436"/>
                  </a:lnTo>
                  <a:lnTo>
                    <a:pt x="1601" y="14842"/>
                  </a:lnTo>
                  <a:lnTo>
                    <a:pt x="2459" y="12965"/>
                  </a:lnTo>
                  <a:lnTo>
                    <a:pt x="3379" y="6038"/>
                  </a:lnTo>
                  <a:lnTo>
                    <a:pt x="2697" y="3875"/>
                  </a:lnTo>
                  <a:lnTo>
                    <a:pt x="4788" y="3488"/>
                  </a:lnTo>
                  <a:lnTo>
                    <a:pt x="6204" y="4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h3886"/>
            <p:cNvSpPr/>
            <p:nvPr/>
          </p:nvSpPr>
          <p:spPr>
            <a:xfrm>
              <a:off x="6780087" y="2920390"/>
              <a:ext cx="15839" cy="15648"/>
            </a:xfrm>
            <a:custGeom>
              <a:avLst/>
              <a:pathLst>
                <a:path w="15839" h="15648">
                  <a:moveTo>
                    <a:pt x="6199" y="420"/>
                  </a:moveTo>
                  <a:lnTo>
                    <a:pt x="6896" y="1516"/>
                  </a:lnTo>
                  <a:lnTo>
                    <a:pt x="8610" y="709"/>
                  </a:lnTo>
                  <a:lnTo>
                    <a:pt x="8535" y="0"/>
                  </a:lnTo>
                  <a:lnTo>
                    <a:pt x="10588" y="797"/>
                  </a:lnTo>
                  <a:lnTo>
                    <a:pt x="11649" y="4184"/>
                  </a:lnTo>
                  <a:lnTo>
                    <a:pt x="15403" y="7840"/>
                  </a:lnTo>
                  <a:lnTo>
                    <a:pt x="15839" y="9494"/>
                  </a:lnTo>
                  <a:lnTo>
                    <a:pt x="14635" y="11017"/>
                  </a:lnTo>
                  <a:lnTo>
                    <a:pt x="13008" y="12943"/>
                  </a:lnTo>
                  <a:lnTo>
                    <a:pt x="11716" y="10709"/>
                  </a:lnTo>
                  <a:lnTo>
                    <a:pt x="9667" y="10750"/>
                  </a:lnTo>
                  <a:lnTo>
                    <a:pt x="8499" y="12958"/>
                  </a:lnTo>
                  <a:lnTo>
                    <a:pt x="5954" y="15198"/>
                  </a:lnTo>
                  <a:lnTo>
                    <a:pt x="3557" y="15648"/>
                  </a:lnTo>
                  <a:lnTo>
                    <a:pt x="2264" y="14514"/>
                  </a:lnTo>
                  <a:lnTo>
                    <a:pt x="49" y="14730"/>
                  </a:lnTo>
                  <a:lnTo>
                    <a:pt x="0" y="8269"/>
                  </a:lnTo>
                  <a:lnTo>
                    <a:pt x="2343" y="9593"/>
                  </a:lnTo>
                  <a:lnTo>
                    <a:pt x="4796" y="8483"/>
                  </a:lnTo>
                  <a:lnTo>
                    <a:pt x="3499" y="1828"/>
                  </a:lnTo>
                  <a:lnTo>
                    <a:pt x="4321" y="184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h3887"/>
            <p:cNvSpPr/>
            <p:nvPr/>
          </p:nvSpPr>
          <p:spPr>
            <a:xfrm>
              <a:off x="6719987" y="2866134"/>
              <a:ext cx="24506" cy="20955"/>
            </a:xfrm>
            <a:custGeom>
              <a:avLst/>
              <a:pathLst>
                <a:path w="24506" h="20955">
                  <a:moveTo>
                    <a:pt x="16437" y="554"/>
                  </a:moveTo>
                  <a:lnTo>
                    <a:pt x="21985" y="434"/>
                  </a:lnTo>
                  <a:lnTo>
                    <a:pt x="24506" y="512"/>
                  </a:lnTo>
                  <a:lnTo>
                    <a:pt x="24157" y="3791"/>
                  </a:lnTo>
                  <a:lnTo>
                    <a:pt x="23282" y="4550"/>
                  </a:lnTo>
                  <a:lnTo>
                    <a:pt x="21406" y="3875"/>
                  </a:lnTo>
                  <a:lnTo>
                    <a:pt x="19737" y="6639"/>
                  </a:lnTo>
                  <a:lnTo>
                    <a:pt x="20830" y="8852"/>
                  </a:lnTo>
                  <a:lnTo>
                    <a:pt x="20098" y="13186"/>
                  </a:lnTo>
                  <a:lnTo>
                    <a:pt x="17407" y="14467"/>
                  </a:lnTo>
                  <a:lnTo>
                    <a:pt x="13934" y="14526"/>
                  </a:lnTo>
                  <a:lnTo>
                    <a:pt x="12846" y="18662"/>
                  </a:lnTo>
                  <a:lnTo>
                    <a:pt x="13408" y="20955"/>
                  </a:lnTo>
                  <a:lnTo>
                    <a:pt x="8070" y="19719"/>
                  </a:lnTo>
                  <a:lnTo>
                    <a:pt x="5335" y="20051"/>
                  </a:lnTo>
                  <a:lnTo>
                    <a:pt x="4577" y="19108"/>
                  </a:lnTo>
                  <a:lnTo>
                    <a:pt x="4791" y="18007"/>
                  </a:lnTo>
                  <a:lnTo>
                    <a:pt x="0" y="14698"/>
                  </a:lnTo>
                  <a:lnTo>
                    <a:pt x="1754" y="12860"/>
                  </a:lnTo>
                  <a:lnTo>
                    <a:pt x="4266" y="15689"/>
                  </a:lnTo>
                  <a:lnTo>
                    <a:pt x="5952" y="15485"/>
                  </a:lnTo>
                  <a:lnTo>
                    <a:pt x="6997" y="8516"/>
                  </a:lnTo>
                  <a:lnTo>
                    <a:pt x="9395" y="6350"/>
                  </a:lnTo>
                  <a:lnTo>
                    <a:pt x="1350" y="5353"/>
                  </a:lnTo>
                  <a:lnTo>
                    <a:pt x="5244" y="15"/>
                  </a:lnTo>
                  <a:lnTo>
                    <a:pt x="5378" y="669"/>
                  </a:lnTo>
                  <a:lnTo>
                    <a:pt x="8936" y="1268"/>
                  </a:lnTo>
                  <a:lnTo>
                    <a:pt x="9430" y="299"/>
                  </a:lnTo>
                  <a:lnTo>
                    <a:pt x="10654" y="152"/>
                  </a:lnTo>
                  <a:lnTo>
                    <a:pt x="1480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h3888"/>
            <p:cNvSpPr/>
            <p:nvPr/>
          </p:nvSpPr>
          <p:spPr>
            <a:xfrm>
              <a:off x="6674429" y="2849462"/>
              <a:ext cx="28555" cy="22224"/>
            </a:xfrm>
            <a:custGeom>
              <a:avLst/>
              <a:pathLst>
                <a:path w="28555" h="22224">
                  <a:moveTo>
                    <a:pt x="27324" y="781"/>
                  </a:moveTo>
                  <a:lnTo>
                    <a:pt x="27003" y="2161"/>
                  </a:lnTo>
                  <a:lnTo>
                    <a:pt x="28114" y="3817"/>
                  </a:lnTo>
                  <a:lnTo>
                    <a:pt x="25940" y="4082"/>
                  </a:lnTo>
                  <a:lnTo>
                    <a:pt x="28322" y="7530"/>
                  </a:lnTo>
                  <a:lnTo>
                    <a:pt x="28555" y="10272"/>
                  </a:lnTo>
                  <a:lnTo>
                    <a:pt x="28168" y="10132"/>
                  </a:lnTo>
                  <a:lnTo>
                    <a:pt x="19463" y="8546"/>
                  </a:lnTo>
                  <a:lnTo>
                    <a:pt x="15810" y="10858"/>
                  </a:lnTo>
                  <a:lnTo>
                    <a:pt x="16553" y="13125"/>
                  </a:lnTo>
                  <a:lnTo>
                    <a:pt x="16176" y="16313"/>
                  </a:lnTo>
                  <a:lnTo>
                    <a:pt x="14106" y="19523"/>
                  </a:lnTo>
                  <a:lnTo>
                    <a:pt x="13826" y="21072"/>
                  </a:lnTo>
                  <a:lnTo>
                    <a:pt x="11875" y="20427"/>
                  </a:lnTo>
                  <a:lnTo>
                    <a:pt x="10804" y="22224"/>
                  </a:lnTo>
                  <a:lnTo>
                    <a:pt x="9810" y="21596"/>
                  </a:lnTo>
                  <a:lnTo>
                    <a:pt x="8996" y="19868"/>
                  </a:lnTo>
                  <a:lnTo>
                    <a:pt x="7838" y="17812"/>
                  </a:lnTo>
                  <a:lnTo>
                    <a:pt x="6788" y="18561"/>
                  </a:lnTo>
                  <a:lnTo>
                    <a:pt x="4008" y="16197"/>
                  </a:lnTo>
                  <a:lnTo>
                    <a:pt x="140" y="11403"/>
                  </a:lnTo>
                  <a:lnTo>
                    <a:pt x="0" y="8507"/>
                  </a:lnTo>
                  <a:lnTo>
                    <a:pt x="1626" y="7525"/>
                  </a:lnTo>
                  <a:lnTo>
                    <a:pt x="4200" y="7937"/>
                  </a:lnTo>
                  <a:lnTo>
                    <a:pt x="3752" y="5723"/>
                  </a:lnTo>
                  <a:lnTo>
                    <a:pt x="6602" y="1958"/>
                  </a:lnTo>
                  <a:lnTo>
                    <a:pt x="9557" y="1960"/>
                  </a:lnTo>
                  <a:lnTo>
                    <a:pt x="10406" y="856"/>
                  </a:lnTo>
                  <a:lnTo>
                    <a:pt x="21616" y="2449"/>
                  </a:lnTo>
                  <a:lnTo>
                    <a:pt x="24638" y="200"/>
                  </a:lnTo>
                  <a:lnTo>
                    <a:pt x="2666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h3889"/>
            <p:cNvSpPr/>
            <p:nvPr/>
          </p:nvSpPr>
          <p:spPr>
            <a:xfrm>
              <a:off x="6755527" y="2891871"/>
              <a:ext cx="15020" cy="13789"/>
            </a:xfrm>
            <a:custGeom>
              <a:avLst/>
              <a:pathLst>
                <a:path w="15020" h="13789">
                  <a:moveTo>
                    <a:pt x="15020" y="5775"/>
                  </a:moveTo>
                  <a:lnTo>
                    <a:pt x="13823" y="11261"/>
                  </a:lnTo>
                  <a:lnTo>
                    <a:pt x="9320" y="13789"/>
                  </a:lnTo>
                  <a:lnTo>
                    <a:pt x="7076" y="12478"/>
                  </a:lnTo>
                  <a:lnTo>
                    <a:pt x="723" y="9389"/>
                  </a:lnTo>
                  <a:lnTo>
                    <a:pt x="0" y="4922"/>
                  </a:lnTo>
                  <a:lnTo>
                    <a:pt x="528" y="3760"/>
                  </a:lnTo>
                  <a:lnTo>
                    <a:pt x="3754" y="5658"/>
                  </a:lnTo>
                  <a:lnTo>
                    <a:pt x="837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h3890"/>
            <p:cNvSpPr/>
            <p:nvPr/>
          </p:nvSpPr>
          <p:spPr>
            <a:xfrm>
              <a:off x="6700608" y="2859595"/>
              <a:ext cx="16663" cy="18982"/>
            </a:xfrm>
            <a:custGeom>
              <a:avLst/>
              <a:pathLst>
                <a:path w="16663" h="18982">
                  <a:moveTo>
                    <a:pt x="2376" y="139"/>
                  </a:moveTo>
                  <a:lnTo>
                    <a:pt x="6296" y="523"/>
                  </a:lnTo>
                  <a:lnTo>
                    <a:pt x="5619" y="1569"/>
                  </a:lnTo>
                  <a:lnTo>
                    <a:pt x="6135" y="1977"/>
                  </a:lnTo>
                  <a:lnTo>
                    <a:pt x="12573" y="3604"/>
                  </a:lnTo>
                  <a:lnTo>
                    <a:pt x="12381" y="5949"/>
                  </a:lnTo>
                  <a:lnTo>
                    <a:pt x="14575" y="10044"/>
                  </a:lnTo>
                  <a:lnTo>
                    <a:pt x="16663" y="10884"/>
                  </a:lnTo>
                  <a:lnTo>
                    <a:pt x="14259" y="11507"/>
                  </a:lnTo>
                  <a:lnTo>
                    <a:pt x="12360" y="15267"/>
                  </a:lnTo>
                  <a:lnTo>
                    <a:pt x="9611" y="17731"/>
                  </a:lnTo>
                  <a:lnTo>
                    <a:pt x="7823" y="18982"/>
                  </a:lnTo>
                  <a:lnTo>
                    <a:pt x="2625" y="12775"/>
                  </a:lnTo>
                  <a:lnTo>
                    <a:pt x="2145" y="13153"/>
                  </a:lnTo>
                  <a:lnTo>
                    <a:pt x="0" y="5876"/>
                  </a:lnTo>
                  <a:lnTo>
                    <a:pt x="19" y="2115"/>
                  </a:lnTo>
                  <a:lnTo>
                    <a:pt x="199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h3891"/>
            <p:cNvSpPr/>
            <p:nvPr/>
          </p:nvSpPr>
          <p:spPr>
            <a:xfrm>
              <a:off x="6644282" y="2854368"/>
              <a:ext cx="39144" cy="18688"/>
            </a:xfrm>
            <a:custGeom>
              <a:avLst/>
              <a:pathLst>
                <a:path w="39144" h="18688">
                  <a:moveTo>
                    <a:pt x="31129" y="45"/>
                  </a:moveTo>
                  <a:lnTo>
                    <a:pt x="33900" y="818"/>
                  </a:lnTo>
                  <a:lnTo>
                    <a:pt x="34348" y="3031"/>
                  </a:lnTo>
                  <a:lnTo>
                    <a:pt x="31773" y="2619"/>
                  </a:lnTo>
                  <a:lnTo>
                    <a:pt x="30147" y="3602"/>
                  </a:lnTo>
                  <a:lnTo>
                    <a:pt x="30288" y="6498"/>
                  </a:lnTo>
                  <a:lnTo>
                    <a:pt x="34156" y="11291"/>
                  </a:lnTo>
                  <a:lnTo>
                    <a:pt x="36935" y="13656"/>
                  </a:lnTo>
                  <a:lnTo>
                    <a:pt x="37986" y="12907"/>
                  </a:lnTo>
                  <a:lnTo>
                    <a:pt x="39144" y="14963"/>
                  </a:lnTo>
                  <a:lnTo>
                    <a:pt x="34873" y="16071"/>
                  </a:lnTo>
                  <a:lnTo>
                    <a:pt x="29342" y="15776"/>
                  </a:lnTo>
                  <a:lnTo>
                    <a:pt x="25901" y="18688"/>
                  </a:lnTo>
                  <a:lnTo>
                    <a:pt x="22916" y="15948"/>
                  </a:lnTo>
                  <a:lnTo>
                    <a:pt x="18164" y="15629"/>
                  </a:lnTo>
                  <a:lnTo>
                    <a:pt x="15801" y="16272"/>
                  </a:lnTo>
                  <a:lnTo>
                    <a:pt x="12252" y="13763"/>
                  </a:lnTo>
                  <a:lnTo>
                    <a:pt x="7246" y="9218"/>
                  </a:lnTo>
                  <a:lnTo>
                    <a:pt x="8048" y="8933"/>
                  </a:lnTo>
                  <a:lnTo>
                    <a:pt x="7769" y="7990"/>
                  </a:lnTo>
                  <a:lnTo>
                    <a:pt x="1909" y="2855"/>
                  </a:lnTo>
                  <a:lnTo>
                    <a:pt x="0" y="4480"/>
                  </a:lnTo>
                  <a:lnTo>
                    <a:pt x="3053" y="1014"/>
                  </a:lnTo>
                  <a:lnTo>
                    <a:pt x="3878" y="1684"/>
                  </a:lnTo>
                  <a:lnTo>
                    <a:pt x="8209" y="2031"/>
                  </a:lnTo>
                  <a:lnTo>
                    <a:pt x="16207" y="1178"/>
                  </a:lnTo>
                  <a:lnTo>
                    <a:pt x="17542" y="0"/>
                  </a:lnTo>
                  <a:lnTo>
                    <a:pt x="20433" y="407"/>
                  </a:lnTo>
                  <a:lnTo>
                    <a:pt x="23696" y="281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h3892"/>
            <p:cNvSpPr/>
            <p:nvPr/>
          </p:nvSpPr>
          <p:spPr>
            <a:xfrm>
              <a:off x="6777828" y="2858381"/>
              <a:ext cx="12711" cy="15707"/>
            </a:xfrm>
            <a:custGeom>
              <a:avLst/>
              <a:pathLst>
                <a:path w="12711" h="15707">
                  <a:moveTo>
                    <a:pt x="3378" y="278"/>
                  </a:moveTo>
                  <a:lnTo>
                    <a:pt x="4343" y="2321"/>
                  </a:lnTo>
                  <a:lnTo>
                    <a:pt x="4781" y="7164"/>
                  </a:lnTo>
                  <a:lnTo>
                    <a:pt x="9659" y="9890"/>
                  </a:lnTo>
                  <a:lnTo>
                    <a:pt x="11880" y="9131"/>
                  </a:lnTo>
                  <a:lnTo>
                    <a:pt x="12454" y="8206"/>
                  </a:lnTo>
                  <a:lnTo>
                    <a:pt x="12711" y="8593"/>
                  </a:lnTo>
                  <a:lnTo>
                    <a:pt x="12497" y="12199"/>
                  </a:lnTo>
                  <a:lnTo>
                    <a:pt x="11221" y="15143"/>
                  </a:lnTo>
                  <a:lnTo>
                    <a:pt x="9495" y="14602"/>
                  </a:lnTo>
                  <a:lnTo>
                    <a:pt x="8046" y="15654"/>
                  </a:lnTo>
                  <a:lnTo>
                    <a:pt x="7689" y="15707"/>
                  </a:lnTo>
                  <a:lnTo>
                    <a:pt x="6501" y="14423"/>
                  </a:lnTo>
                  <a:lnTo>
                    <a:pt x="4929" y="14457"/>
                  </a:lnTo>
                  <a:lnTo>
                    <a:pt x="2300" y="12624"/>
                  </a:lnTo>
                  <a:lnTo>
                    <a:pt x="817" y="10794"/>
                  </a:lnTo>
                  <a:lnTo>
                    <a:pt x="1233" y="5569"/>
                  </a:lnTo>
                  <a:lnTo>
                    <a:pt x="1435" y="4727"/>
                  </a:lnTo>
                  <a:lnTo>
                    <a:pt x="51" y="3420"/>
                  </a:lnTo>
                  <a:lnTo>
                    <a:pt x="0" y="1590"/>
                  </a:lnTo>
                  <a:lnTo>
                    <a:pt x="718" y="652"/>
                  </a:lnTo>
                  <a:lnTo>
                    <a:pt x="217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h3893"/>
            <p:cNvSpPr/>
            <p:nvPr/>
          </p:nvSpPr>
          <p:spPr>
            <a:xfrm>
              <a:off x="6772643" y="2722548"/>
              <a:ext cx="24662" cy="35446"/>
            </a:xfrm>
            <a:custGeom>
              <a:avLst/>
              <a:pathLst>
                <a:path w="24662" h="35446">
                  <a:moveTo>
                    <a:pt x="24662" y="1176"/>
                  </a:moveTo>
                  <a:lnTo>
                    <a:pt x="23539" y="4915"/>
                  </a:lnTo>
                  <a:lnTo>
                    <a:pt x="22761" y="4609"/>
                  </a:lnTo>
                  <a:lnTo>
                    <a:pt x="21627" y="5795"/>
                  </a:lnTo>
                  <a:lnTo>
                    <a:pt x="21415" y="7291"/>
                  </a:lnTo>
                  <a:lnTo>
                    <a:pt x="16465" y="14867"/>
                  </a:lnTo>
                  <a:lnTo>
                    <a:pt x="19573" y="17283"/>
                  </a:lnTo>
                  <a:lnTo>
                    <a:pt x="17011" y="18887"/>
                  </a:lnTo>
                  <a:lnTo>
                    <a:pt x="15574" y="21635"/>
                  </a:lnTo>
                  <a:lnTo>
                    <a:pt x="15739" y="22528"/>
                  </a:lnTo>
                  <a:lnTo>
                    <a:pt x="17809" y="21962"/>
                  </a:lnTo>
                  <a:lnTo>
                    <a:pt x="18576" y="22930"/>
                  </a:lnTo>
                  <a:lnTo>
                    <a:pt x="18991" y="24556"/>
                  </a:lnTo>
                  <a:lnTo>
                    <a:pt x="14826" y="28079"/>
                  </a:lnTo>
                  <a:lnTo>
                    <a:pt x="13060" y="30041"/>
                  </a:lnTo>
                  <a:lnTo>
                    <a:pt x="8987" y="32085"/>
                  </a:lnTo>
                  <a:lnTo>
                    <a:pt x="8783" y="35446"/>
                  </a:lnTo>
                  <a:lnTo>
                    <a:pt x="5020" y="33166"/>
                  </a:lnTo>
                  <a:lnTo>
                    <a:pt x="2363" y="27277"/>
                  </a:lnTo>
                  <a:lnTo>
                    <a:pt x="327" y="26876"/>
                  </a:lnTo>
                  <a:lnTo>
                    <a:pt x="0" y="24891"/>
                  </a:lnTo>
                  <a:lnTo>
                    <a:pt x="1176" y="22910"/>
                  </a:lnTo>
                  <a:lnTo>
                    <a:pt x="3942" y="24968"/>
                  </a:lnTo>
                  <a:lnTo>
                    <a:pt x="6027" y="24879"/>
                  </a:lnTo>
                  <a:lnTo>
                    <a:pt x="9520" y="22428"/>
                  </a:lnTo>
                  <a:lnTo>
                    <a:pt x="10604" y="12611"/>
                  </a:lnTo>
                  <a:lnTo>
                    <a:pt x="9683" y="10840"/>
                  </a:lnTo>
                  <a:lnTo>
                    <a:pt x="2199" y="8125"/>
                  </a:lnTo>
                  <a:lnTo>
                    <a:pt x="685" y="6111"/>
                  </a:lnTo>
                  <a:lnTo>
                    <a:pt x="942" y="5617"/>
                  </a:lnTo>
                  <a:lnTo>
                    <a:pt x="15691" y="723"/>
                  </a:lnTo>
                  <a:lnTo>
                    <a:pt x="19292" y="2060"/>
                  </a:lnTo>
                  <a:lnTo>
                    <a:pt x="2051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h3894"/>
            <p:cNvSpPr/>
            <p:nvPr/>
          </p:nvSpPr>
          <p:spPr>
            <a:xfrm>
              <a:off x="6774407" y="2863950"/>
              <a:ext cx="11111" cy="13216"/>
            </a:xfrm>
            <a:custGeom>
              <a:avLst/>
              <a:pathLst>
                <a:path w="11111" h="13216">
                  <a:moveTo>
                    <a:pt x="4654" y="0"/>
                  </a:moveTo>
                  <a:lnTo>
                    <a:pt x="4238" y="5225"/>
                  </a:lnTo>
                  <a:lnTo>
                    <a:pt x="5721" y="7055"/>
                  </a:lnTo>
                  <a:lnTo>
                    <a:pt x="8350" y="8888"/>
                  </a:lnTo>
                  <a:lnTo>
                    <a:pt x="9922" y="8854"/>
                  </a:lnTo>
                  <a:lnTo>
                    <a:pt x="11111" y="10138"/>
                  </a:lnTo>
                  <a:lnTo>
                    <a:pt x="9227" y="13216"/>
                  </a:lnTo>
                  <a:lnTo>
                    <a:pt x="5675" y="12361"/>
                  </a:lnTo>
                  <a:lnTo>
                    <a:pt x="4609" y="11243"/>
                  </a:lnTo>
                  <a:lnTo>
                    <a:pt x="1024" y="7585"/>
                  </a:lnTo>
                  <a:lnTo>
                    <a:pt x="0" y="347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h3895"/>
            <p:cNvSpPr/>
            <p:nvPr/>
          </p:nvSpPr>
          <p:spPr>
            <a:xfrm>
              <a:off x="6693925" y="2753279"/>
              <a:ext cx="20191" cy="33464"/>
            </a:xfrm>
            <a:custGeom>
              <a:avLst/>
              <a:pathLst>
                <a:path w="20191" h="33464">
                  <a:moveTo>
                    <a:pt x="10281" y="0"/>
                  </a:moveTo>
                  <a:lnTo>
                    <a:pt x="12485" y="1311"/>
                  </a:lnTo>
                  <a:lnTo>
                    <a:pt x="14757" y="4161"/>
                  </a:lnTo>
                  <a:lnTo>
                    <a:pt x="17062" y="5321"/>
                  </a:lnTo>
                  <a:lnTo>
                    <a:pt x="17568" y="5014"/>
                  </a:lnTo>
                  <a:lnTo>
                    <a:pt x="17942" y="5569"/>
                  </a:lnTo>
                  <a:lnTo>
                    <a:pt x="17055" y="8653"/>
                  </a:lnTo>
                  <a:lnTo>
                    <a:pt x="15149" y="10233"/>
                  </a:lnTo>
                  <a:lnTo>
                    <a:pt x="15248" y="11888"/>
                  </a:lnTo>
                  <a:lnTo>
                    <a:pt x="18350" y="13563"/>
                  </a:lnTo>
                  <a:lnTo>
                    <a:pt x="18320" y="17450"/>
                  </a:lnTo>
                  <a:lnTo>
                    <a:pt x="19677" y="23518"/>
                  </a:lnTo>
                  <a:lnTo>
                    <a:pt x="20191" y="24132"/>
                  </a:lnTo>
                  <a:lnTo>
                    <a:pt x="16747" y="29345"/>
                  </a:lnTo>
                  <a:lnTo>
                    <a:pt x="11147" y="33464"/>
                  </a:lnTo>
                  <a:lnTo>
                    <a:pt x="7903" y="32750"/>
                  </a:lnTo>
                  <a:lnTo>
                    <a:pt x="4998" y="31174"/>
                  </a:lnTo>
                  <a:lnTo>
                    <a:pt x="3663" y="31767"/>
                  </a:lnTo>
                  <a:lnTo>
                    <a:pt x="0" y="26126"/>
                  </a:lnTo>
                  <a:lnTo>
                    <a:pt x="1484" y="23348"/>
                  </a:lnTo>
                  <a:lnTo>
                    <a:pt x="784" y="19933"/>
                  </a:lnTo>
                  <a:lnTo>
                    <a:pt x="2105" y="16503"/>
                  </a:lnTo>
                  <a:lnTo>
                    <a:pt x="3791" y="14711"/>
                  </a:lnTo>
                  <a:lnTo>
                    <a:pt x="4319" y="12587"/>
                  </a:lnTo>
                  <a:lnTo>
                    <a:pt x="3786" y="9305"/>
                  </a:lnTo>
                  <a:lnTo>
                    <a:pt x="2875" y="8916"/>
                  </a:lnTo>
                  <a:lnTo>
                    <a:pt x="1589" y="9617"/>
                  </a:lnTo>
                  <a:lnTo>
                    <a:pt x="311" y="7157"/>
                  </a:lnTo>
                  <a:lnTo>
                    <a:pt x="392" y="5579"/>
                  </a:lnTo>
                  <a:lnTo>
                    <a:pt x="1241" y="5490"/>
                  </a:lnTo>
                  <a:lnTo>
                    <a:pt x="6234" y="5316"/>
                  </a:lnTo>
                  <a:lnTo>
                    <a:pt x="7189" y="208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h3896"/>
            <p:cNvSpPr/>
            <p:nvPr/>
          </p:nvSpPr>
          <p:spPr>
            <a:xfrm>
              <a:off x="6732084" y="2732946"/>
              <a:ext cx="17063" cy="19230"/>
            </a:xfrm>
            <a:custGeom>
              <a:avLst/>
              <a:pathLst>
                <a:path w="17063" h="19230">
                  <a:moveTo>
                    <a:pt x="12497" y="1026"/>
                  </a:moveTo>
                  <a:lnTo>
                    <a:pt x="17063" y="11634"/>
                  </a:lnTo>
                  <a:lnTo>
                    <a:pt x="12530" y="15246"/>
                  </a:lnTo>
                  <a:lnTo>
                    <a:pt x="6274" y="15876"/>
                  </a:lnTo>
                  <a:lnTo>
                    <a:pt x="2104" y="19230"/>
                  </a:lnTo>
                  <a:lnTo>
                    <a:pt x="339" y="18318"/>
                  </a:lnTo>
                  <a:lnTo>
                    <a:pt x="1598" y="16003"/>
                  </a:lnTo>
                  <a:lnTo>
                    <a:pt x="512" y="11294"/>
                  </a:lnTo>
                  <a:lnTo>
                    <a:pt x="0" y="3681"/>
                  </a:lnTo>
                  <a:lnTo>
                    <a:pt x="1260" y="4000"/>
                  </a:lnTo>
                  <a:lnTo>
                    <a:pt x="1220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h3897"/>
            <p:cNvSpPr/>
            <p:nvPr/>
          </p:nvSpPr>
          <p:spPr>
            <a:xfrm>
              <a:off x="6797220" y="2861935"/>
              <a:ext cx="28552" cy="19479"/>
            </a:xfrm>
            <a:custGeom>
              <a:avLst/>
              <a:pathLst>
                <a:path w="28552" h="19479">
                  <a:moveTo>
                    <a:pt x="25037" y="776"/>
                  </a:moveTo>
                  <a:lnTo>
                    <a:pt x="25389" y="1912"/>
                  </a:lnTo>
                  <a:lnTo>
                    <a:pt x="23184" y="2262"/>
                  </a:lnTo>
                  <a:lnTo>
                    <a:pt x="23429" y="3251"/>
                  </a:lnTo>
                  <a:lnTo>
                    <a:pt x="28552" y="9595"/>
                  </a:lnTo>
                  <a:lnTo>
                    <a:pt x="28517" y="11979"/>
                  </a:lnTo>
                  <a:lnTo>
                    <a:pt x="26630" y="13881"/>
                  </a:lnTo>
                  <a:lnTo>
                    <a:pt x="20016" y="13928"/>
                  </a:lnTo>
                  <a:lnTo>
                    <a:pt x="18599" y="17370"/>
                  </a:lnTo>
                  <a:lnTo>
                    <a:pt x="16509" y="17756"/>
                  </a:lnTo>
                  <a:lnTo>
                    <a:pt x="15711" y="18639"/>
                  </a:lnTo>
                  <a:lnTo>
                    <a:pt x="10545" y="17380"/>
                  </a:lnTo>
                  <a:lnTo>
                    <a:pt x="6430" y="18325"/>
                  </a:lnTo>
                  <a:lnTo>
                    <a:pt x="4885" y="19479"/>
                  </a:lnTo>
                  <a:lnTo>
                    <a:pt x="632" y="18152"/>
                  </a:lnTo>
                  <a:lnTo>
                    <a:pt x="0" y="16112"/>
                  </a:lnTo>
                  <a:lnTo>
                    <a:pt x="2507" y="16660"/>
                  </a:lnTo>
                  <a:lnTo>
                    <a:pt x="3039" y="16890"/>
                  </a:lnTo>
                  <a:lnTo>
                    <a:pt x="6431" y="12906"/>
                  </a:lnTo>
                  <a:lnTo>
                    <a:pt x="10803" y="9372"/>
                  </a:lnTo>
                  <a:lnTo>
                    <a:pt x="11762" y="10107"/>
                  </a:lnTo>
                  <a:lnTo>
                    <a:pt x="14722" y="8760"/>
                  </a:lnTo>
                  <a:lnTo>
                    <a:pt x="13546" y="6173"/>
                  </a:lnTo>
                  <a:lnTo>
                    <a:pt x="15072" y="607"/>
                  </a:lnTo>
                  <a:lnTo>
                    <a:pt x="18585" y="2997"/>
                  </a:lnTo>
                  <a:lnTo>
                    <a:pt x="234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h3898"/>
            <p:cNvSpPr/>
            <p:nvPr/>
          </p:nvSpPr>
          <p:spPr>
            <a:xfrm>
              <a:off x="6743118" y="2746656"/>
              <a:ext cx="24933" cy="29344"/>
            </a:xfrm>
            <a:custGeom>
              <a:avLst/>
              <a:pathLst>
                <a:path w="24933" h="29344">
                  <a:moveTo>
                    <a:pt x="21176" y="2141"/>
                  </a:moveTo>
                  <a:lnTo>
                    <a:pt x="24212" y="4679"/>
                  </a:lnTo>
                  <a:lnTo>
                    <a:pt x="24525" y="6899"/>
                  </a:lnTo>
                  <a:lnTo>
                    <a:pt x="21384" y="15503"/>
                  </a:lnTo>
                  <a:lnTo>
                    <a:pt x="22669" y="18642"/>
                  </a:lnTo>
                  <a:lnTo>
                    <a:pt x="24933" y="21527"/>
                  </a:lnTo>
                  <a:lnTo>
                    <a:pt x="23802" y="28422"/>
                  </a:lnTo>
                  <a:lnTo>
                    <a:pt x="22075" y="29344"/>
                  </a:lnTo>
                  <a:lnTo>
                    <a:pt x="22611" y="27024"/>
                  </a:lnTo>
                  <a:lnTo>
                    <a:pt x="22102" y="26654"/>
                  </a:lnTo>
                  <a:lnTo>
                    <a:pt x="11525" y="26425"/>
                  </a:lnTo>
                  <a:lnTo>
                    <a:pt x="12082" y="25483"/>
                  </a:lnTo>
                  <a:lnTo>
                    <a:pt x="11005" y="24500"/>
                  </a:lnTo>
                  <a:lnTo>
                    <a:pt x="9392" y="23731"/>
                  </a:lnTo>
                  <a:lnTo>
                    <a:pt x="6243" y="24027"/>
                  </a:lnTo>
                  <a:lnTo>
                    <a:pt x="427" y="19551"/>
                  </a:lnTo>
                  <a:lnTo>
                    <a:pt x="0" y="17996"/>
                  </a:lnTo>
                  <a:lnTo>
                    <a:pt x="753" y="18411"/>
                  </a:lnTo>
                  <a:lnTo>
                    <a:pt x="1646" y="17820"/>
                  </a:lnTo>
                  <a:lnTo>
                    <a:pt x="1928" y="15522"/>
                  </a:lnTo>
                  <a:lnTo>
                    <a:pt x="3629" y="12589"/>
                  </a:lnTo>
                  <a:lnTo>
                    <a:pt x="9076" y="10140"/>
                  </a:lnTo>
                  <a:lnTo>
                    <a:pt x="10079" y="8482"/>
                  </a:lnTo>
                  <a:lnTo>
                    <a:pt x="10025" y="6256"/>
                  </a:lnTo>
                  <a:lnTo>
                    <a:pt x="14985" y="3845"/>
                  </a:lnTo>
                  <a:lnTo>
                    <a:pt x="18044" y="3422"/>
                  </a:lnTo>
                  <a:lnTo>
                    <a:pt x="1672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h3899"/>
            <p:cNvSpPr/>
            <p:nvPr/>
          </p:nvSpPr>
          <p:spPr>
            <a:xfrm>
              <a:off x="6741647" y="2836966"/>
              <a:ext cx="23240" cy="30287"/>
            </a:xfrm>
            <a:custGeom>
              <a:avLst/>
              <a:pathLst>
                <a:path w="23240" h="30287">
                  <a:moveTo>
                    <a:pt x="11519" y="1567"/>
                  </a:moveTo>
                  <a:lnTo>
                    <a:pt x="16329" y="3343"/>
                  </a:lnTo>
                  <a:lnTo>
                    <a:pt x="18195" y="2421"/>
                  </a:lnTo>
                  <a:lnTo>
                    <a:pt x="19484" y="3816"/>
                  </a:lnTo>
                  <a:lnTo>
                    <a:pt x="19485" y="5305"/>
                  </a:lnTo>
                  <a:lnTo>
                    <a:pt x="21284" y="8347"/>
                  </a:lnTo>
                  <a:lnTo>
                    <a:pt x="20709" y="11761"/>
                  </a:lnTo>
                  <a:lnTo>
                    <a:pt x="23240" y="14493"/>
                  </a:lnTo>
                  <a:lnTo>
                    <a:pt x="21736" y="16841"/>
                  </a:lnTo>
                  <a:lnTo>
                    <a:pt x="19971" y="22171"/>
                  </a:lnTo>
                  <a:lnTo>
                    <a:pt x="17391" y="22611"/>
                  </a:lnTo>
                  <a:lnTo>
                    <a:pt x="13529" y="20609"/>
                  </a:lnTo>
                  <a:lnTo>
                    <a:pt x="14386" y="16873"/>
                  </a:lnTo>
                  <a:lnTo>
                    <a:pt x="14237" y="16423"/>
                  </a:lnTo>
                  <a:lnTo>
                    <a:pt x="12786" y="16809"/>
                  </a:lnTo>
                  <a:lnTo>
                    <a:pt x="8645" y="19355"/>
                  </a:lnTo>
                  <a:lnTo>
                    <a:pt x="6092" y="21836"/>
                  </a:lnTo>
                  <a:lnTo>
                    <a:pt x="5913" y="29184"/>
                  </a:lnTo>
                  <a:lnTo>
                    <a:pt x="5312" y="30287"/>
                  </a:lnTo>
                  <a:lnTo>
                    <a:pt x="2846" y="29681"/>
                  </a:lnTo>
                  <a:lnTo>
                    <a:pt x="326" y="29602"/>
                  </a:lnTo>
                  <a:lnTo>
                    <a:pt x="1598" y="28383"/>
                  </a:lnTo>
                  <a:lnTo>
                    <a:pt x="0" y="18334"/>
                  </a:lnTo>
                  <a:lnTo>
                    <a:pt x="285" y="16356"/>
                  </a:lnTo>
                  <a:lnTo>
                    <a:pt x="4534" y="14607"/>
                  </a:lnTo>
                  <a:lnTo>
                    <a:pt x="3532" y="10064"/>
                  </a:lnTo>
                  <a:lnTo>
                    <a:pt x="3406" y="9514"/>
                  </a:lnTo>
                  <a:lnTo>
                    <a:pt x="5242" y="10341"/>
                  </a:lnTo>
                  <a:lnTo>
                    <a:pt x="5463" y="13068"/>
                  </a:lnTo>
                  <a:lnTo>
                    <a:pt x="9350" y="11730"/>
                  </a:lnTo>
                  <a:lnTo>
                    <a:pt x="9309" y="5952"/>
                  </a:lnTo>
                  <a:lnTo>
                    <a:pt x="8460" y="1334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h3900"/>
            <p:cNvSpPr/>
            <p:nvPr/>
          </p:nvSpPr>
          <p:spPr>
            <a:xfrm>
              <a:off x="6820404" y="2856195"/>
              <a:ext cx="20015" cy="22217"/>
            </a:xfrm>
            <a:custGeom>
              <a:avLst/>
              <a:pathLst>
                <a:path w="20015" h="22217">
                  <a:moveTo>
                    <a:pt x="16274" y="4329"/>
                  </a:moveTo>
                  <a:lnTo>
                    <a:pt x="15380" y="4732"/>
                  </a:lnTo>
                  <a:lnTo>
                    <a:pt x="15631" y="5787"/>
                  </a:lnTo>
                  <a:lnTo>
                    <a:pt x="18336" y="8071"/>
                  </a:lnTo>
                  <a:lnTo>
                    <a:pt x="18348" y="9509"/>
                  </a:lnTo>
                  <a:lnTo>
                    <a:pt x="18217" y="12810"/>
                  </a:lnTo>
                  <a:lnTo>
                    <a:pt x="20015" y="16198"/>
                  </a:lnTo>
                  <a:lnTo>
                    <a:pt x="18743" y="17767"/>
                  </a:lnTo>
                  <a:lnTo>
                    <a:pt x="15503" y="20593"/>
                  </a:lnTo>
                  <a:lnTo>
                    <a:pt x="3647" y="22217"/>
                  </a:lnTo>
                  <a:lnTo>
                    <a:pt x="2598" y="21866"/>
                  </a:lnTo>
                  <a:lnTo>
                    <a:pt x="2166" y="20617"/>
                  </a:lnTo>
                  <a:lnTo>
                    <a:pt x="3445" y="19622"/>
                  </a:lnTo>
                  <a:lnTo>
                    <a:pt x="5332" y="17720"/>
                  </a:lnTo>
                  <a:lnTo>
                    <a:pt x="5367" y="15336"/>
                  </a:lnTo>
                  <a:lnTo>
                    <a:pt x="244" y="8992"/>
                  </a:lnTo>
                  <a:lnTo>
                    <a:pt x="0" y="8002"/>
                  </a:lnTo>
                  <a:lnTo>
                    <a:pt x="2204" y="7653"/>
                  </a:lnTo>
                  <a:lnTo>
                    <a:pt x="1852" y="6517"/>
                  </a:lnTo>
                  <a:lnTo>
                    <a:pt x="3630" y="5301"/>
                  </a:lnTo>
                  <a:lnTo>
                    <a:pt x="1110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h3901"/>
            <p:cNvSpPr/>
            <p:nvPr/>
          </p:nvSpPr>
          <p:spPr>
            <a:xfrm>
              <a:off x="6795442" y="2847839"/>
              <a:ext cx="16849" cy="30986"/>
            </a:xfrm>
            <a:custGeom>
              <a:avLst/>
              <a:pathLst>
                <a:path w="16849" h="30986">
                  <a:moveTo>
                    <a:pt x="5914" y="138"/>
                  </a:moveTo>
                  <a:lnTo>
                    <a:pt x="9466" y="894"/>
                  </a:lnTo>
                  <a:lnTo>
                    <a:pt x="9661" y="2226"/>
                  </a:lnTo>
                  <a:lnTo>
                    <a:pt x="11642" y="1428"/>
                  </a:lnTo>
                  <a:lnTo>
                    <a:pt x="13049" y="2090"/>
                  </a:lnTo>
                  <a:lnTo>
                    <a:pt x="13377" y="3873"/>
                  </a:lnTo>
                  <a:lnTo>
                    <a:pt x="11783" y="6900"/>
                  </a:lnTo>
                  <a:lnTo>
                    <a:pt x="13017" y="12900"/>
                  </a:lnTo>
                  <a:lnTo>
                    <a:pt x="16849" y="14703"/>
                  </a:lnTo>
                  <a:lnTo>
                    <a:pt x="15323" y="20270"/>
                  </a:lnTo>
                  <a:lnTo>
                    <a:pt x="16500" y="22856"/>
                  </a:lnTo>
                  <a:lnTo>
                    <a:pt x="13539" y="24203"/>
                  </a:lnTo>
                  <a:lnTo>
                    <a:pt x="12580" y="23468"/>
                  </a:lnTo>
                  <a:lnTo>
                    <a:pt x="8208" y="27002"/>
                  </a:lnTo>
                  <a:lnTo>
                    <a:pt x="4816" y="30986"/>
                  </a:lnTo>
                  <a:lnTo>
                    <a:pt x="4284" y="30756"/>
                  </a:lnTo>
                  <a:lnTo>
                    <a:pt x="0" y="28183"/>
                  </a:lnTo>
                  <a:lnTo>
                    <a:pt x="1884" y="26046"/>
                  </a:lnTo>
                  <a:lnTo>
                    <a:pt x="3996" y="21724"/>
                  </a:lnTo>
                  <a:lnTo>
                    <a:pt x="5043" y="14836"/>
                  </a:lnTo>
                  <a:lnTo>
                    <a:pt x="1542" y="4598"/>
                  </a:lnTo>
                  <a:lnTo>
                    <a:pt x="2211" y="2375"/>
                  </a:lnTo>
                  <a:lnTo>
                    <a:pt x="466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h3902"/>
            <p:cNvSpPr/>
            <p:nvPr/>
          </p:nvSpPr>
          <p:spPr>
            <a:xfrm>
              <a:off x="6786286" y="2897735"/>
              <a:ext cx="24998" cy="26838"/>
            </a:xfrm>
            <a:custGeom>
              <a:avLst/>
              <a:pathLst>
                <a:path w="24998" h="26838">
                  <a:moveTo>
                    <a:pt x="24456" y="149"/>
                  </a:moveTo>
                  <a:lnTo>
                    <a:pt x="24998" y="1355"/>
                  </a:lnTo>
                  <a:lnTo>
                    <a:pt x="24745" y="7387"/>
                  </a:lnTo>
                  <a:lnTo>
                    <a:pt x="24576" y="8667"/>
                  </a:lnTo>
                  <a:lnTo>
                    <a:pt x="20232" y="12795"/>
                  </a:lnTo>
                  <a:lnTo>
                    <a:pt x="7833" y="20099"/>
                  </a:lnTo>
                  <a:lnTo>
                    <a:pt x="6437" y="25651"/>
                  </a:lnTo>
                  <a:lnTo>
                    <a:pt x="5450" y="26838"/>
                  </a:lnTo>
                  <a:lnTo>
                    <a:pt x="4389" y="23451"/>
                  </a:lnTo>
                  <a:lnTo>
                    <a:pt x="2336" y="22654"/>
                  </a:lnTo>
                  <a:lnTo>
                    <a:pt x="2411" y="23363"/>
                  </a:lnTo>
                  <a:lnTo>
                    <a:pt x="697" y="24171"/>
                  </a:lnTo>
                  <a:lnTo>
                    <a:pt x="0" y="23074"/>
                  </a:lnTo>
                  <a:lnTo>
                    <a:pt x="1151" y="18192"/>
                  </a:lnTo>
                  <a:lnTo>
                    <a:pt x="3151" y="15446"/>
                  </a:lnTo>
                  <a:lnTo>
                    <a:pt x="3401" y="11203"/>
                  </a:lnTo>
                  <a:lnTo>
                    <a:pt x="4916" y="8107"/>
                  </a:lnTo>
                  <a:lnTo>
                    <a:pt x="5421" y="7600"/>
                  </a:lnTo>
                  <a:lnTo>
                    <a:pt x="10144" y="8628"/>
                  </a:lnTo>
                  <a:lnTo>
                    <a:pt x="11725" y="5702"/>
                  </a:lnTo>
                  <a:lnTo>
                    <a:pt x="13299" y="4928"/>
                  </a:lnTo>
                  <a:lnTo>
                    <a:pt x="16107" y="5143"/>
                  </a:lnTo>
                  <a:lnTo>
                    <a:pt x="18535" y="4469"/>
                  </a:lnTo>
                  <a:lnTo>
                    <a:pt x="19237" y="914"/>
                  </a:lnTo>
                  <a:lnTo>
                    <a:pt x="2035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h3903"/>
            <p:cNvSpPr/>
            <p:nvPr/>
          </p:nvSpPr>
          <p:spPr>
            <a:xfrm>
              <a:off x="6685257" y="2817633"/>
              <a:ext cx="27069" cy="18327"/>
            </a:xfrm>
            <a:custGeom>
              <a:avLst/>
              <a:pathLst>
                <a:path w="27069" h="18327">
                  <a:moveTo>
                    <a:pt x="24181" y="2484"/>
                  </a:moveTo>
                  <a:lnTo>
                    <a:pt x="23956" y="5285"/>
                  </a:lnTo>
                  <a:lnTo>
                    <a:pt x="27069" y="10348"/>
                  </a:lnTo>
                  <a:lnTo>
                    <a:pt x="22149" y="14671"/>
                  </a:lnTo>
                  <a:lnTo>
                    <a:pt x="21376" y="16809"/>
                  </a:lnTo>
                  <a:lnTo>
                    <a:pt x="19522" y="18327"/>
                  </a:lnTo>
                  <a:lnTo>
                    <a:pt x="18731" y="16628"/>
                  </a:lnTo>
                  <a:lnTo>
                    <a:pt x="18563" y="13541"/>
                  </a:lnTo>
                  <a:lnTo>
                    <a:pt x="13895" y="12124"/>
                  </a:lnTo>
                  <a:lnTo>
                    <a:pt x="7071" y="12240"/>
                  </a:lnTo>
                  <a:lnTo>
                    <a:pt x="3247" y="13921"/>
                  </a:lnTo>
                  <a:lnTo>
                    <a:pt x="2415" y="13555"/>
                  </a:lnTo>
                  <a:lnTo>
                    <a:pt x="458" y="12724"/>
                  </a:lnTo>
                  <a:lnTo>
                    <a:pt x="638" y="7267"/>
                  </a:lnTo>
                  <a:lnTo>
                    <a:pt x="0" y="5741"/>
                  </a:lnTo>
                  <a:lnTo>
                    <a:pt x="1867" y="510"/>
                  </a:lnTo>
                  <a:lnTo>
                    <a:pt x="3866" y="0"/>
                  </a:lnTo>
                  <a:lnTo>
                    <a:pt x="6541" y="51"/>
                  </a:lnTo>
                  <a:lnTo>
                    <a:pt x="15714" y="3719"/>
                  </a:lnTo>
                  <a:lnTo>
                    <a:pt x="20474" y="3671"/>
                  </a:lnTo>
                  <a:lnTo>
                    <a:pt x="22846" y="20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h3904"/>
            <p:cNvSpPr/>
            <p:nvPr/>
          </p:nvSpPr>
          <p:spPr>
            <a:xfrm>
              <a:off x="6768191" y="2747354"/>
              <a:ext cx="25639" cy="33651"/>
            </a:xfrm>
            <a:custGeom>
              <a:avLst/>
              <a:pathLst>
                <a:path w="25639" h="33651">
                  <a:moveTo>
                    <a:pt x="3500" y="0"/>
                  </a:moveTo>
                  <a:lnTo>
                    <a:pt x="4778" y="2069"/>
                  </a:lnTo>
                  <a:lnTo>
                    <a:pt x="6815" y="2470"/>
                  </a:lnTo>
                  <a:lnTo>
                    <a:pt x="9472" y="8359"/>
                  </a:lnTo>
                  <a:lnTo>
                    <a:pt x="13234" y="10640"/>
                  </a:lnTo>
                  <a:lnTo>
                    <a:pt x="22376" y="16319"/>
                  </a:lnTo>
                  <a:lnTo>
                    <a:pt x="25639" y="15446"/>
                  </a:lnTo>
                  <a:lnTo>
                    <a:pt x="21108" y="24894"/>
                  </a:lnTo>
                  <a:lnTo>
                    <a:pt x="22744" y="28242"/>
                  </a:lnTo>
                  <a:lnTo>
                    <a:pt x="22337" y="29566"/>
                  </a:lnTo>
                  <a:lnTo>
                    <a:pt x="20895" y="29574"/>
                  </a:lnTo>
                  <a:lnTo>
                    <a:pt x="20501" y="27371"/>
                  </a:lnTo>
                  <a:lnTo>
                    <a:pt x="17352" y="26794"/>
                  </a:lnTo>
                  <a:lnTo>
                    <a:pt x="14495" y="27127"/>
                  </a:lnTo>
                  <a:lnTo>
                    <a:pt x="11979" y="28554"/>
                  </a:lnTo>
                  <a:lnTo>
                    <a:pt x="10179" y="31350"/>
                  </a:lnTo>
                  <a:lnTo>
                    <a:pt x="5020" y="33651"/>
                  </a:lnTo>
                  <a:lnTo>
                    <a:pt x="3651" y="32185"/>
                  </a:lnTo>
                  <a:lnTo>
                    <a:pt x="3826" y="29880"/>
                  </a:lnTo>
                  <a:lnTo>
                    <a:pt x="1280" y="23118"/>
                  </a:lnTo>
                  <a:lnTo>
                    <a:pt x="0" y="15479"/>
                  </a:lnTo>
                  <a:lnTo>
                    <a:pt x="307" y="4274"/>
                  </a:lnTo>
                  <a:lnTo>
                    <a:pt x="1562" y="15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h3905"/>
            <p:cNvSpPr/>
            <p:nvPr/>
          </p:nvSpPr>
          <p:spPr>
            <a:xfrm>
              <a:off x="6780057" y="2900901"/>
              <a:ext cx="17954" cy="15026"/>
            </a:xfrm>
            <a:custGeom>
              <a:avLst/>
              <a:pathLst>
                <a:path w="17954" h="15026">
                  <a:moveTo>
                    <a:pt x="13739" y="370"/>
                  </a:moveTo>
                  <a:lnTo>
                    <a:pt x="17954" y="2536"/>
                  </a:lnTo>
                  <a:lnTo>
                    <a:pt x="16374" y="5462"/>
                  </a:lnTo>
                  <a:lnTo>
                    <a:pt x="11650" y="4434"/>
                  </a:lnTo>
                  <a:lnTo>
                    <a:pt x="11145" y="4941"/>
                  </a:lnTo>
                  <a:lnTo>
                    <a:pt x="9630" y="8037"/>
                  </a:lnTo>
                  <a:lnTo>
                    <a:pt x="9380" y="12280"/>
                  </a:lnTo>
                  <a:lnTo>
                    <a:pt x="7380" y="15026"/>
                  </a:lnTo>
                  <a:lnTo>
                    <a:pt x="2420" y="9779"/>
                  </a:lnTo>
                  <a:lnTo>
                    <a:pt x="0" y="6976"/>
                  </a:lnTo>
                  <a:lnTo>
                    <a:pt x="3895" y="6090"/>
                  </a:lnTo>
                  <a:lnTo>
                    <a:pt x="9414" y="3386"/>
                  </a:lnTo>
                  <a:lnTo>
                    <a:pt x="967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h3906"/>
            <p:cNvSpPr/>
            <p:nvPr/>
          </p:nvSpPr>
          <p:spPr>
            <a:xfrm>
              <a:off x="6646598" y="2811738"/>
              <a:ext cx="42825" cy="28882"/>
            </a:xfrm>
            <a:custGeom>
              <a:avLst/>
              <a:pathLst>
                <a:path w="42825" h="28882">
                  <a:moveTo>
                    <a:pt x="36984" y="0"/>
                  </a:moveTo>
                  <a:lnTo>
                    <a:pt x="39489" y="2759"/>
                  </a:lnTo>
                  <a:lnTo>
                    <a:pt x="42825" y="3787"/>
                  </a:lnTo>
                  <a:lnTo>
                    <a:pt x="42526" y="5894"/>
                  </a:lnTo>
                  <a:lnTo>
                    <a:pt x="40526" y="6404"/>
                  </a:lnTo>
                  <a:lnTo>
                    <a:pt x="38659" y="11636"/>
                  </a:lnTo>
                  <a:lnTo>
                    <a:pt x="39297" y="13162"/>
                  </a:lnTo>
                  <a:lnTo>
                    <a:pt x="39117" y="18619"/>
                  </a:lnTo>
                  <a:lnTo>
                    <a:pt x="41074" y="19449"/>
                  </a:lnTo>
                  <a:lnTo>
                    <a:pt x="36460" y="21998"/>
                  </a:lnTo>
                  <a:lnTo>
                    <a:pt x="33751" y="23611"/>
                  </a:lnTo>
                  <a:lnTo>
                    <a:pt x="32717" y="22396"/>
                  </a:lnTo>
                  <a:lnTo>
                    <a:pt x="32373" y="21357"/>
                  </a:lnTo>
                  <a:lnTo>
                    <a:pt x="33582" y="18516"/>
                  </a:lnTo>
                  <a:lnTo>
                    <a:pt x="32968" y="17510"/>
                  </a:lnTo>
                  <a:lnTo>
                    <a:pt x="26911" y="19055"/>
                  </a:lnTo>
                  <a:lnTo>
                    <a:pt x="24430" y="21721"/>
                  </a:lnTo>
                  <a:lnTo>
                    <a:pt x="24310" y="24652"/>
                  </a:lnTo>
                  <a:lnTo>
                    <a:pt x="23183" y="25065"/>
                  </a:lnTo>
                  <a:lnTo>
                    <a:pt x="20572" y="23826"/>
                  </a:lnTo>
                  <a:lnTo>
                    <a:pt x="19139" y="21612"/>
                  </a:lnTo>
                  <a:lnTo>
                    <a:pt x="17328" y="21415"/>
                  </a:lnTo>
                  <a:lnTo>
                    <a:pt x="11537" y="24251"/>
                  </a:lnTo>
                  <a:lnTo>
                    <a:pt x="10193" y="27557"/>
                  </a:lnTo>
                  <a:lnTo>
                    <a:pt x="8391" y="28882"/>
                  </a:lnTo>
                  <a:lnTo>
                    <a:pt x="6572" y="26393"/>
                  </a:lnTo>
                  <a:lnTo>
                    <a:pt x="6603" y="24686"/>
                  </a:lnTo>
                  <a:lnTo>
                    <a:pt x="0" y="21775"/>
                  </a:lnTo>
                  <a:lnTo>
                    <a:pt x="669" y="14445"/>
                  </a:lnTo>
                  <a:lnTo>
                    <a:pt x="2159" y="14515"/>
                  </a:lnTo>
                  <a:lnTo>
                    <a:pt x="6719" y="12273"/>
                  </a:lnTo>
                  <a:lnTo>
                    <a:pt x="11032" y="11629"/>
                  </a:lnTo>
                  <a:lnTo>
                    <a:pt x="11801" y="10397"/>
                  </a:lnTo>
                  <a:lnTo>
                    <a:pt x="19039" y="8023"/>
                  </a:lnTo>
                  <a:lnTo>
                    <a:pt x="24040" y="8113"/>
                  </a:lnTo>
                  <a:lnTo>
                    <a:pt x="29920" y="2331"/>
                  </a:lnTo>
                  <a:lnTo>
                    <a:pt x="34176" y="32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h3907"/>
            <p:cNvSpPr/>
            <p:nvPr/>
          </p:nvSpPr>
          <p:spPr>
            <a:xfrm>
              <a:off x="6817420" y="2838029"/>
              <a:ext cx="24686" cy="17885"/>
            </a:xfrm>
            <a:custGeom>
              <a:avLst/>
              <a:pathLst>
                <a:path w="24686" h="17885">
                  <a:moveTo>
                    <a:pt x="23230" y="1663"/>
                  </a:moveTo>
                  <a:lnTo>
                    <a:pt x="24686" y="2582"/>
                  </a:lnTo>
                  <a:lnTo>
                    <a:pt x="24044" y="3100"/>
                  </a:lnTo>
                  <a:lnTo>
                    <a:pt x="22702" y="6486"/>
                  </a:lnTo>
                  <a:lnTo>
                    <a:pt x="21427" y="8046"/>
                  </a:lnTo>
                  <a:lnTo>
                    <a:pt x="15227" y="9553"/>
                  </a:lnTo>
                  <a:lnTo>
                    <a:pt x="15321" y="13209"/>
                  </a:lnTo>
                  <a:lnTo>
                    <a:pt x="14165" y="13892"/>
                  </a:lnTo>
                  <a:lnTo>
                    <a:pt x="9624" y="13844"/>
                  </a:lnTo>
                  <a:lnTo>
                    <a:pt x="6671" y="15126"/>
                  </a:lnTo>
                  <a:lnTo>
                    <a:pt x="3693" y="17885"/>
                  </a:lnTo>
                  <a:lnTo>
                    <a:pt x="2604" y="14464"/>
                  </a:lnTo>
                  <a:lnTo>
                    <a:pt x="0" y="11905"/>
                  </a:lnTo>
                  <a:lnTo>
                    <a:pt x="529" y="10864"/>
                  </a:lnTo>
                  <a:lnTo>
                    <a:pt x="2630" y="9820"/>
                  </a:lnTo>
                  <a:lnTo>
                    <a:pt x="4720" y="5305"/>
                  </a:lnTo>
                  <a:lnTo>
                    <a:pt x="6791" y="3616"/>
                  </a:lnTo>
                  <a:lnTo>
                    <a:pt x="11935" y="3419"/>
                  </a:lnTo>
                  <a:lnTo>
                    <a:pt x="15477" y="0"/>
                  </a:lnTo>
                  <a:lnTo>
                    <a:pt x="17360" y="264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h3908"/>
            <p:cNvSpPr/>
            <p:nvPr/>
          </p:nvSpPr>
          <p:spPr>
            <a:xfrm>
              <a:off x="6761132" y="2835110"/>
              <a:ext cx="31663" cy="25597"/>
            </a:xfrm>
            <a:custGeom>
              <a:avLst/>
              <a:pathLst>
                <a:path w="31663" h="25597">
                  <a:moveTo>
                    <a:pt x="10986" y="0"/>
                  </a:moveTo>
                  <a:lnTo>
                    <a:pt x="16448" y="226"/>
                  </a:lnTo>
                  <a:lnTo>
                    <a:pt x="17069" y="1027"/>
                  </a:lnTo>
                  <a:lnTo>
                    <a:pt x="21458" y="3781"/>
                  </a:lnTo>
                  <a:lnTo>
                    <a:pt x="23552" y="2363"/>
                  </a:lnTo>
                  <a:lnTo>
                    <a:pt x="24107" y="938"/>
                  </a:lnTo>
                  <a:lnTo>
                    <a:pt x="25278" y="517"/>
                  </a:lnTo>
                  <a:lnTo>
                    <a:pt x="29628" y="1355"/>
                  </a:lnTo>
                  <a:lnTo>
                    <a:pt x="29763" y="5735"/>
                  </a:lnTo>
                  <a:lnTo>
                    <a:pt x="31663" y="11484"/>
                  </a:lnTo>
                  <a:lnTo>
                    <a:pt x="29382" y="14936"/>
                  </a:lnTo>
                  <a:lnTo>
                    <a:pt x="25549" y="16451"/>
                  </a:lnTo>
                  <a:lnTo>
                    <a:pt x="20922" y="20310"/>
                  </a:lnTo>
                  <a:lnTo>
                    <a:pt x="20362" y="22337"/>
                  </a:lnTo>
                  <a:lnTo>
                    <a:pt x="21665" y="24453"/>
                  </a:lnTo>
                  <a:lnTo>
                    <a:pt x="21039" y="25592"/>
                  </a:lnTo>
                  <a:lnTo>
                    <a:pt x="20074" y="23549"/>
                  </a:lnTo>
                  <a:lnTo>
                    <a:pt x="18869" y="23271"/>
                  </a:lnTo>
                  <a:lnTo>
                    <a:pt x="17414" y="23923"/>
                  </a:lnTo>
                  <a:lnTo>
                    <a:pt x="15042" y="21464"/>
                  </a:lnTo>
                  <a:lnTo>
                    <a:pt x="12924" y="25293"/>
                  </a:lnTo>
                  <a:lnTo>
                    <a:pt x="11765" y="25597"/>
                  </a:lnTo>
                  <a:lnTo>
                    <a:pt x="11574" y="24216"/>
                  </a:lnTo>
                  <a:lnTo>
                    <a:pt x="13687" y="20919"/>
                  </a:lnTo>
                  <a:lnTo>
                    <a:pt x="9363" y="18088"/>
                  </a:lnTo>
                  <a:lnTo>
                    <a:pt x="4370" y="19680"/>
                  </a:lnTo>
                  <a:lnTo>
                    <a:pt x="2251" y="18697"/>
                  </a:lnTo>
                  <a:lnTo>
                    <a:pt x="3755" y="16348"/>
                  </a:lnTo>
                  <a:lnTo>
                    <a:pt x="1224" y="13616"/>
                  </a:lnTo>
                  <a:lnTo>
                    <a:pt x="1799" y="10203"/>
                  </a:lnTo>
                  <a:lnTo>
                    <a:pt x="0" y="7161"/>
                  </a:lnTo>
                  <a:lnTo>
                    <a:pt x="942" y="7088"/>
                  </a:lnTo>
                  <a:lnTo>
                    <a:pt x="4687" y="1451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h3909"/>
            <p:cNvSpPr/>
            <p:nvPr/>
          </p:nvSpPr>
          <p:spPr>
            <a:xfrm>
              <a:off x="6801172" y="2755929"/>
              <a:ext cx="15413" cy="20779"/>
            </a:xfrm>
            <a:custGeom>
              <a:avLst/>
              <a:pathLst>
                <a:path w="15413" h="20779">
                  <a:moveTo>
                    <a:pt x="12136" y="0"/>
                  </a:moveTo>
                  <a:lnTo>
                    <a:pt x="12108" y="1483"/>
                  </a:lnTo>
                  <a:lnTo>
                    <a:pt x="13795" y="1854"/>
                  </a:lnTo>
                  <a:lnTo>
                    <a:pt x="15413" y="3639"/>
                  </a:lnTo>
                  <a:lnTo>
                    <a:pt x="15051" y="6559"/>
                  </a:lnTo>
                  <a:lnTo>
                    <a:pt x="11583" y="14169"/>
                  </a:lnTo>
                  <a:lnTo>
                    <a:pt x="12729" y="17635"/>
                  </a:lnTo>
                  <a:lnTo>
                    <a:pt x="14696" y="18796"/>
                  </a:lnTo>
                  <a:lnTo>
                    <a:pt x="14506" y="20052"/>
                  </a:lnTo>
                  <a:lnTo>
                    <a:pt x="12661" y="20779"/>
                  </a:lnTo>
                  <a:lnTo>
                    <a:pt x="11566" y="20463"/>
                  </a:lnTo>
                  <a:lnTo>
                    <a:pt x="10248" y="19324"/>
                  </a:lnTo>
                  <a:lnTo>
                    <a:pt x="11203" y="18566"/>
                  </a:lnTo>
                  <a:lnTo>
                    <a:pt x="10531" y="17024"/>
                  </a:lnTo>
                  <a:lnTo>
                    <a:pt x="7576" y="14814"/>
                  </a:lnTo>
                  <a:lnTo>
                    <a:pt x="2596" y="13619"/>
                  </a:lnTo>
                  <a:lnTo>
                    <a:pt x="0" y="15345"/>
                  </a:lnTo>
                  <a:lnTo>
                    <a:pt x="2852" y="7458"/>
                  </a:lnTo>
                  <a:lnTo>
                    <a:pt x="4241" y="7076"/>
                  </a:lnTo>
                  <a:lnTo>
                    <a:pt x="5902" y="5086"/>
                  </a:lnTo>
                  <a:lnTo>
                    <a:pt x="5370" y="2933"/>
                  </a:lnTo>
                  <a:lnTo>
                    <a:pt x="7435" y="71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h3910"/>
            <p:cNvSpPr/>
            <p:nvPr/>
          </p:nvSpPr>
          <p:spPr>
            <a:xfrm>
              <a:off x="6718436" y="2751264"/>
              <a:ext cx="25109" cy="23814"/>
            </a:xfrm>
            <a:custGeom>
              <a:avLst/>
              <a:pathLst>
                <a:path w="25109" h="23814">
                  <a:moveTo>
                    <a:pt x="13988" y="0"/>
                  </a:moveTo>
                  <a:lnTo>
                    <a:pt x="15753" y="912"/>
                  </a:lnTo>
                  <a:lnTo>
                    <a:pt x="17140" y="3351"/>
                  </a:lnTo>
                  <a:lnTo>
                    <a:pt x="15699" y="4994"/>
                  </a:lnTo>
                  <a:lnTo>
                    <a:pt x="16388" y="8499"/>
                  </a:lnTo>
                  <a:lnTo>
                    <a:pt x="17794" y="10874"/>
                  </a:lnTo>
                  <a:lnTo>
                    <a:pt x="20708" y="13813"/>
                  </a:lnTo>
                  <a:lnTo>
                    <a:pt x="21930" y="14097"/>
                  </a:lnTo>
                  <a:lnTo>
                    <a:pt x="24435" y="12597"/>
                  </a:lnTo>
                  <a:lnTo>
                    <a:pt x="24681" y="13388"/>
                  </a:lnTo>
                  <a:lnTo>
                    <a:pt x="25109" y="14942"/>
                  </a:lnTo>
                  <a:lnTo>
                    <a:pt x="23427" y="15753"/>
                  </a:lnTo>
                  <a:lnTo>
                    <a:pt x="19819" y="19925"/>
                  </a:lnTo>
                  <a:lnTo>
                    <a:pt x="17296" y="21018"/>
                  </a:lnTo>
                  <a:lnTo>
                    <a:pt x="17900" y="22073"/>
                  </a:lnTo>
                  <a:lnTo>
                    <a:pt x="16452" y="23551"/>
                  </a:lnTo>
                  <a:lnTo>
                    <a:pt x="14172" y="23814"/>
                  </a:lnTo>
                  <a:lnTo>
                    <a:pt x="2875" y="6099"/>
                  </a:lnTo>
                  <a:lnTo>
                    <a:pt x="0" y="4182"/>
                  </a:lnTo>
                  <a:lnTo>
                    <a:pt x="384" y="3357"/>
                  </a:lnTo>
                  <a:lnTo>
                    <a:pt x="5327" y="93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h3911"/>
            <p:cNvSpPr/>
            <p:nvPr/>
          </p:nvSpPr>
          <p:spPr>
            <a:xfrm>
              <a:off x="6754527" y="2773081"/>
              <a:ext cx="18140" cy="29329"/>
            </a:xfrm>
            <a:custGeom>
              <a:avLst/>
              <a:pathLst>
                <a:path w="18140" h="29329">
                  <a:moveTo>
                    <a:pt x="10693" y="229"/>
                  </a:moveTo>
                  <a:lnTo>
                    <a:pt x="11201" y="599"/>
                  </a:lnTo>
                  <a:lnTo>
                    <a:pt x="10665" y="2918"/>
                  </a:lnTo>
                  <a:lnTo>
                    <a:pt x="9339" y="3261"/>
                  </a:lnTo>
                  <a:lnTo>
                    <a:pt x="11411" y="9041"/>
                  </a:lnTo>
                  <a:lnTo>
                    <a:pt x="15577" y="11218"/>
                  </a:lnTo>
                  <a:lnTo>
                    <a:pt x="15788" y="10294"/>
                  </a:lnTo>
                  <a:lnTo>
                    <a:pt x="16396" y="10403"/>
                  </a:lnTo>
                  <a:lnTo>
                    <a:pt x="17569" y="12491"/>
                  </a:lnTo>
                  <a:lnTo>
                    <a:pt x="14953" y="14545"/>
                  </a:lnTo>
                  <a:lnTo>
                    <a:pt x="14105" y="14008"/>
                  </a:lnTo>
                  <a:lnTo>
                    <a:pt x="14245" y="14860"/>
                  </a:lnTo>
                  <a:lnTo>
                    <a:pt x="15206" y="16388"/>
                  </a:lnTo>
                  <a:lnTo>
                    <a:pt x="18140" y="17184"/>
                  </a:lnTo>
                  <a:lnTo>
                    <a:pt x="16484" y="21018"/>
                  </a:lnTo>
                  <a:lnTo>
                    <a:pt x="18101" y="23249"/>
                  </a:lnTo>
                  <a:lnTo>
                    <a:pt x="18138" y="25199"/>
                  </a:lnTo>
                  <a:lnTo>
                    <a:pt x="15821" y="29329"/>
                  </a:lnTo>
                  <a:lnTo>
                    <a:pt x="12677" y="27237"/>
                  </a:lnTo>
                  <a:lnTo>
                    <a:pt x="9611" y="20351"/>
                  </a:lnTo>
                  <a:lnTo>
                    <a:pt x="8856" y="14127"/>
                  </a:lnTo>
                  <a:lnTo>
                    <a:pt x="7127" y="11284"/>
                  </a:lnTo>
                  <a:lnTo>
                    <a:pt x="4073" y="12091"/>
                  </a:lnTo>
                  <a:lnTo>
                    <a:pt x="1259" y="10517"/>
                  </a:lnTo>
                  <a:lnTo>
                    <a:pt x="0" y="8298"/>
                  </a:lnTo>
                  <a:lnTo>
                    <a:pt x="279" y="6071"/>
                  </a:lnTo>
                  <a:lnTo>
                    <a:pt x="1989" y="4143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h3912"/>
            <p:cNvSpPr/>
            <p:nvPr/>
          </p:nvSpPr>
          <p:spPr>
            <a:xfrm>
              <a:off x="6801296" y="2879316"/>
              <a:ext cx="13114" cy="9466"/>
            </a:xfrm>
            <a:custGeom>
              <a:avLst/>
              <a:pathLst>
                <a:path w="13114" h="9466">
                  <a:moveTo>
                    <a:pt x="11634" y="1258"/>
                  </a:moveTo>
                  <a:lnTo>
                    <a:pt x="12432" y="376"/>
                  </a:lnTo>
                  <a:lnTo>
                    <a:pt x="13114" y="2539"/>
                  </a:lnTo>
                  <a:lnTo>
                    <a:pt x="12193" y="9466"/>
                  </a:lnTo>
                  <a:lnTo>
                    <a:pt x="8484" y="9430"/>
                  </a:lnTo>
                  <a:lnTo>
                    <a:pt x="6620" y="5410"/>
                  </a:lnTo>
                  <a:lnTo>
                    <a:pt x="0" y="3926"/>
                  </a:lnTo>
                  <a:lnTo>
                    <a:pt x="808" y="2098"/>
                  </a:lnTo>
                  <a:lnTo>
                    <a:pt x="2354" y="944"/>
                  </a:lnTo>
                  <a:lnTo>
                    <a:pt x="646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h3913"/>
            <p:cNvSpPr/>
            <p:nvPr/>
          </p:nvSpPr>
          <p:spPr>
            <a:xfrm>
              <a:off x="6784096" y="2872984"/>
              <a:ext cx="29394" cy="30453"/>
            </a:xfrm>
            <a:custGeom>
              <a:avLst/>
              <a:pathLst>
                <a:path w="29394" h="30453">
                  <a:moveTo>
                    <a:pt x="4953" y="540"/>
                  </a:moveTo>
                  <a:lnTo>
                    <a:pt x="11346" y="3039"/>
                  </a:lnTo>
                  <a:lnTo>
                    <a:pt x="15630" y="5612"/>
                  </a:lnTo>
                  <a:lnTo>
                    <a:pt x="13123" y="5063"/>
                  </a:lnTo>
                  <a:lnTo>
                    <a:pt x="13756" y="7103"/>
                  </a:lnTo>
                  <a:lnTo>
                    <a:pt x="18009" y="8430"/>
                  </a:lnTo>
                  <a:lnTo>
                    <a:pt x="17200" y="10257"/>
                  </a:lnTo>
                  <a:lnTo>
                    <a:pt x="23821" y="11742"/>
                  </a:lnTo>
                  <a:lnTo>
                    <a:pt x="25685" y="15762"/>
                  </a:lnTo>
                  <a:lnTo>
                    <a:pt x="29394" y="15798"/>
                  </a:lnTo>
                  <a:lnTo>
                    <a:pt x="28536" y="17675"/>
                  </a:lnTo>
                  <a:lnTo>
                    <a:pt x="28113" y="25269"/>
                  </a:lnTo>
                  <a:lnTo>
                    <a:pt x="27188" y="26107"/>
                  </a:lnTo>
                  <a:lnTo>
                    <a:pt x="26646" y="24901"/>
                  </a:lnTo>
                  <a:lnTo>
                    <a:pt x="22549" y="24751"/>
                  </a:lnTo>
                  <a:lnTo>
                    <a:pt x="21427" y="25666"/>
                  </a:lnTo>
                  <a:lnTo>
                    <a:pt x="20726" y="29220"/>
                  </a:lnTo>
                  <a:lnTo>
                    <a:pt x="18298" y="29895"/>
                  </a:lnTo>
                  <a:lnTo>
                    <a:pt x="15489" y="29679"/>
                  </a:lnTo>
                  <a:lnTo>
                    <a:pt x="13915" y="30453"/>
                  </a:lnTo>
                  <a:lnTo>
                    <a:pt x="9700" y="28287"/>
                  </a:lnTo>
                  <a:lnTo>
                    <a:pt x="10662" y="25969"/>
                  </a:lnTo>
                  <a:lnTo>
                    <a:pt x="10464" y="24803"/>
                  </a:lnTo>
                  <a:lnTo>
                    <a:pt x="8655" y="22914"/>
                  </a:lnTo>
                  <a:lnTo>
                    <a:pt x="3081" y="20268"/>
                  </a:lnTo>
                  <a:lnTo>
                    <a:pt x="4636" y="16497"/>
                  </a:lnTo>
                  <a:lnTo>
                    <a:pt x="3811" y="15969"/>
                  </a:lnTo>
                  <a:lnTo>
                    <a:pt x="4281" y="15092"/>
                  </a:lnTo>
                  <a:lnTo>
                    <a:pt x="0" y="12917"/>
                  </a:lnTo>
                  <a:lnTo>
                    <a:pt x="4398" y="6976"/>
                  </a:lnTo>
                  <a:lnTo>
                    <a:pt x="3330" y="6214"/>
                  </a:lnTo>
                  <a:lnTo>
                    <a:pt x="3797" y="518"/>
                  </a:lnTo>
                  <a:lnTo>
                    <a:pt x="1778" y="1051"/>
                  </a:lnTo>
                  <a:lnTo>
                    <a:pt x="322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h3914"/>
            <p:cNvSpPr/>
            <p:nvPr/>
          </p:nvSpPr>
          <p:spPr>
            <a:xfrm>
              <a:off x="6678211" y="2776052"/>
              <a:ext cx="38782" cy="45301"/>
            </a:xfrm>
            <a:custGeom>
              <a:avLst/>
              <a:pathLst>
                <a:path w="38782" h="45301">
                  <a:moveTo>
                    <a:pt x="37291" y="1163"/>
                  </a:moveTo>
                  <a:lnTo>
                    <a:pt x="37908" y="2451"/>
                  </a:lnTo>
                  <a:lnTo>
                    <a:pt x="37401" y="3764"/>
                  </a:lnTo>
                  <a:lnTo>
                    <a:pt x="38782" y="7044"/>
                  </a:lnTo>
                  <a:lnTo>
                    <a:pt x="36264" y="17306"/>
                  </a:lnTo>
                  <a:lnTo>
                    <a:pt x="32643" y="27464"/>
                  </a:lnTo>
                  <a:lnTo>
                    <a:pt x="30744" y="30447"/>
                  </a:lnTo>
                  <a:lnTo>
                    <a:pt x="30171" y="36110"/>
                  </a:lnTo>
                  <a:lnTo>
                    <a:pt x="31908" y="39785"/>
                  </a:lnTo>
                  <a:lnTo>
                    <a:pt x="31227" y="44066"/>
                  </a:lnTo>
                  <a:lnTo>
                    <a:pt x="29892" y="41782"/>
                  </a:lnTo>
                  <a:lnTo>
                    <a:pt x="27520" y="45253"/>
                  </a:lnTo>
                  <a:lnTo>
                    <a:pt x="22760" y="45301"/>
                  </a:lnTo>
                  <a:lnTo>
                    <a:pt x="13586" y="41632"/>
                  </a:lnTo>
                  <a:lnTo>
                    <a:pt x="10912" y="41581"/>
                  </a:lnTo>
                  <a:lnTo>
                    <a:pt x="11212" y="39474"/>
                  </a:lnTo>
                  <a:lnTo>
                    <a:pt x="7875" y="38446"/>
                  </a:lnTo>
                  <a:lnTo>
                    <a:pt x="5371" y="35686"/>
                  </a:lnTo>
                  <a:lnTo>
                    <a:pt x="4912" y="32631"/>
                  </a:lnTo>
                  <a:lnTo>
                    <a:pt x="1640" y="30103"/>
                  </a:lnTo>
                  <a:lnTo>
                    <a:pt x="0" y="26469"/>
                  </a:lnTo>
                  <a:lnTo>
                    <a:pt x="619" y="25386"/>
                  </a:lnTo>
                  <a:lnTo>
                    <a:pt x="4875" y="22587"/>
                  </a:lnTo>
                  <a:lnTo>
                    <a:pt x="6951" y="15738"/>
                  </a:lnTo>
                  <a:lnTo>
                    <a:pt x="10943" y="12032"/>
                  </a:lnTo>
                  <a:lnTo>
                    <a:pt x="13315" y="6729"/>
                  </a:lnTo>
                  <a:lnTo>
                    <a:pt x="15713" y="3354"/>
                  </a:lnTo>
                  <a:lnTo>
                    <a:pt x="19377" y="8994"/>
                  </a:lnTo>
                  <a:lnTo>
                    <a:pt x="20712" y="8402"/>
                  </a:lnTo>
                  <a:lnTo>
                    <a:pt x="23617" y="9977"/>
                  </a:lnTo>
                  <a:lnTo>
                    <a:pt x="26861" y="10691"/>
                  </a:lnTo>
                  <a:lnTo>
                    <a:pt x="32461" y="6573"/>
                  </a:lnTo>
                  <a:lnTo>
                    <a:pt x="35905" y="1359"/>
                  </a:lnTo>
                  <a:lnTo>
                    <a:pt x="35391" y="745"/>
                  </a:lnTo>
                  <a:lnTo>
                    <a:pt x="3616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h3915"/>
            <p:cNvSpPr/>
            <p:nvPr/>
          </p:nvSpPr>
          <p:spPr>
            <a:xfrm>
              <a:off x="6741591" y="2883275"/>
              <a:ext cx="14659" cy="20237"/>
            </a:xfrm>
            <a:custGeom>
              <a:avLst/>
              <a:pathLst>
                <a:path w="14659" h="20237">
                  <a:moveTo>
                    <a:pt x="9271" y="0"/>
                  </a:moveTo>
                  <a:lnTo>
                    <a:pt x="8835" y="238"/>
                  </a:lnTo>
                  <a:lnTo>
                    <a:pt x="9766" y="4588"/>
                  </a:lnTo>
                  <a:lnTo>
                    <a:pt x="12623" y="9797"/>
                  </a:lnTo>
                  <a:lnTo>
                    <a:pt x="12555" y="13541"/>
                  </a:lnTo>
                  <a:lnTo>
                    <a:pt x="13549" y="14518"/>
                  </a:lnTo>
                  <a:lnTo>
                    <a:pt x="13936" y="13519"/>
                  </a:lnTo>
                  <a:lnTo>
                    <a:pt x="14659" y="17985"/>
                  </a:lnTo>
                  <a:lnTo>
                    <a:pt x="9837" y="20237"/>
                  </a:lnTo>
                  <a:lnTo>
                    <a:pt x="5385" y="16785"/>
                  </a:lnTo>
                  <a:lnTo>
                    <a:pt x="4949" y="14237"/>
                  </a:lnTo>
                  <a:lnTo>
                    <a:pt x="0" y="12717"/>
                  </a:lnTo>
                  <a:lnTo>
                    <a:pt x="430" y="10914"/>
                  </a:lnTo>
                  <a:lnTo>
                    <a:pt x="3806" y="8813"/>
                  </a:lnTo>
                  <a:lnTo>
                    <a:pt x="6264" y="8422"/>
                  </a:lnTo>
                  <a:lnTo>
                    <a:pt x="5944" y="2920"/>
                  </a:lnTo>
                  <a:lnTo>
                    <a:pt x="4103" y="82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h3916"/>
            <p:cNvSpPr/>
            <p:nvPr/>
          </p:nvSpPr>
          <p:spPr>
            <a:xfrm>
              <a:off x="6189888" y="2940006"/>
              <a:ext cx="31195" cy="19499"/>
            </a:xfrm>
            <a:custGeom>
              <a:avLst/>
              <a:pathLst>
                <a:path w="31195" h="19499">
                  <a:moveTo>
                    <a:pt x="26795" y="2606"/>
                  </a:moveTo>
                  <a:lnTo>
                    <a:pt x="28213" y="2940"/>
                  </a:lnTo>
                  <a:lnTo>
                    <a:pt x="29028" y="5842"/>
                  </a:lnTo>
                  <a:lnTo>
                    <a:pt x="28373" y="6268"/>
                  </a:lnTo>
                  <a:lnTo>
                    <a:pt x="28024" y="9443"/>
                  </a:lnTo>
                  <a:lnTo>
                    <a:pt x="31195" y="9609"/>
                  </a:lnTo>
                  <a:lnTo>
                    <a:pt x="23062" y="11906"/>
                  </a:lnTo>
                  <a:lnTo>
                    <a:pt x="21160" y="14129"/>
                  </a:lnTo>
                  <a:lnTo>
                    <a:pt x="16148" y="17396"/>
                  </a:lnTo>
                  <a:lnTo>
                    <a:pt x="11367" y="19499"/>
                  </a:lnTo>
                  <a:lnTo>
                    <a:pt x="6664" y="17971"/>
                  </a:lnTo>
                  <a:lnTo>
                    <a:pt x="7276" y="13243"/>
                  </a:lnTo>
                  <a:lnTo>
                    <a:pt x="5376" y="11152"/>
                  </a:lnTo>
                  <a:lnTo>
                    <a:pt x="2984" y="11040"/>
                  </a:lnTo>
                  <a:lnTo>
                    <a:pt x="0" y="5795"/>
                  </a:lnTo>
                  <a:lnTo>
                    <a:pt x="6701" y="3214"/>
                  </a:lnTo>
                  <a:lnTo>
                    <a:pt x="15924" y="2657"/>
                  </a:lnTo>
                  <a:lnTo>
                    <a:pt x="19418" y="389"/>
                  </a:lnTo>
                  <a:lnTo>
                    <a:pt x="22239" y="76"/>
                  </a:lnTo>
                  <a:lnTo>
                    <a:pt x="2582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h3917"/>
            <p:cNvSpPr/>
            <p:nvPr/>
          </p:nvSpPr>
          <p:spPr>
            <a:xfrm>
              <a:off x="6159742" y="2650503"/>
              <a:ext cx="59352" cy="29977"/>
            </a:xfrm>
            <a:custGeom>
              <a:avLst/>
              <a:pathLst>
                <a:path w="59352" h="29977">
                  <a:moveTo>
                    <a:pt x="40126" y="1594"/>
                  </a:moveTo>
                  <a:lnTo>
                    <a:pt x="40596" y="4301"/>
                  </a:lnTo>
                  <a:lnTo>
                    <a:pt x="40069" y="5532"/>
                  </a:lnTo>
                  <a:lnTo>
                    <a:pt x="38894" y="5913"/>
                  </a:lnTo>
                  <a:lnTo>
                    <a:pt x="38830" y="7275"/>
                  </a:lnTo>
                  <a:lnTo>
                    <a:pt x="40114" y="11644"/>
                  </a:lnTo>
                  <a:lnTo>
                    <a:pt x="44684" y="10648"/>
                  </a:lnTo>
                  <a:lnTo>
                    <a:pt x="45707" y="7894"/>
                  </a:lnTo>
                  <a:lnTo>
                    <a:pt x="49579" y="5811"/>
                  </a:lnTo>
                  <a:lnTo>
                    <a:pt x="54674" y="6748"/>
                  </a:lnTo>
                  <a:lnTo>
                    <a:pt x="57758" y="10048"/>
                  </a:lnTo>
                  <a:lnTo>
                    <a:pt x="57378" y="11722"/>
                  </a:lnTo>
                  <a:lnTo>
                    <a:pt x="55376" y="13554"/>
                  </a:lnTo>
                  <a:lnTo>
                    <a:pt x="54781" y="19923"/>
                  </a:lnTo>
                  <a:lnTo>
                    <a:pt x="58178" y="19220"/>
                  </a:lnTo>
                  <a:lnTo>
                    <a:pt x="59301" y="19562"/>
                  </a:lnTo>
                  <a:lnTo>
                    <a:pt x="59352" y="20960"/>
                  </a:lnTo>
                  <a:lnTo>
                    <a:pt x="54219" y="23751"/>
                  </a:lnTo>
                  <a:lnTo>
                    <a:pt x="50851" y="26477"/>
                  </a:lnTo>
                  <a:lnTo>
                    <a:pt x="42901" y="26863"/>
                  </a:lnTo>
                  <a:lnTo>
                    <a:pt x="37492" y="23366"/>
                  </a:lnTo>
                  <a:lnTo>
                    <a:pt x="35348" y="23697"/>
                  </a:lnTo>
                  <a:lnTo>
                    <a:pt x="34307" y="28996"/>
                  </a:lnTo>
                  <a:lnTo>
                    <a:pt x="30578" y="29977"/>
                  </a:lnTo>
                  <a:lnTo>
                    <a:pt x="16219" y="26952"/>
                  </a:lnTo>
                  <a:lnTo>
                    <a:pt x="9855" y="27743"/>
                  </a:lnTo>
                  <a:lnTo>
                    <a:pt x="7537" y="27338"/>
                  </a:lnTo>
                  <a:lnTo>
                    <a:pt x="1315" y="21604"/>
                  </a:lnTo>
                  <a:lnTo>
                    <a:pt x="0" y="14879"/>
                  </a:lnTo>
                  <a:lnTo>
                    <a:pt x="3870" y="14858"/>
                  </a:lnTo>
                  <a:lnTo>
                    <a:pt x="4864" y="13509"/>
                  </a:lnTo>
                  <a:lnTo>
                    <a:pt x="11613" y="14866"/>
                  </a:lnTo>
                  <a:lnTo>
                    <a:pt x="14499" y="12384"/>
                  </a:lnTo>
                  <a:lnTo>
                    <a:pt x="15528" y="9326"/>
                  </a:lnTo>
                  <a:lnTo>
                    <a:pt x="16928" y="8175"/>
                  </a:lnTo>
                  <a:lnTo>
                    <a:pt x="22220" y="10497"/>
                  </a:lnTo>
                  <a:lnTo>
                    <a:pt x="26671" y="10246"/>
                  </a:lnTo>
                  <a:lnTo>
                    <a:pt x="29089" y="10901"/>
                  </a:lnTo>
                  <a:lnTo>
                    <a:pt x="30646" y="10248"/>
                  </a:lnTo>
                  <a:lnTo>
                    <a:pt x="32776" y="4120"/>
                  </a:lnTo>
                  <a:lnTo>
                    <a:pt x="31400" y="927"/>
                  </a:lnTo>
                  <a:lnTo>
                    <a:pt x="3462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h3918"/>
            <p:cNvSpPr/>
            <p:nvPr/>
          </p:nvSpPr>
          <p:spPr>
            <a:xfrm>
              <a:off x="6230901" y="2967109"/>
              <a:ext cx="31502" cy="47908"/>
            </a:xfrm>
            <a:custGeom>
              <a:avLst/>
              <a:pathLst>
                <a:path w="31502" h="47908">
                  <a:moveTo>
                    <a:pt x="29949" y="1521"/>
                  </a:moveTo>
                  <a:lnTo>
                    <a:pt x="30330" y="2899"/>
                  </a:lnTo>
                  <a:lnTo>
                    <a:pt x="29312" y="5212"/>
                  </a:lnTo>
                  <a:lnTo>
                    <a:pt x="25675" y="8318"/>
                  </a:lnTo>
                  <a:lnTo>
                    <a:pt x="28854" y="9370"/>
                  </a:lnTo>
                  <a:lnTo>
                    <a:pt x="30586" y="13530"/>
                  </a:lnTo>
                  <a:lnTo>
                    <a:pt x="30656" y="14542"/>
                  </a:lnTo>
                  <a:lnTo>
                    <a:pt x="28688" y="16709"/>
                  </a:lnTo>
                  <a:lnTo>
                    <a:pt x="27320" y="20156"/>
                  </a:lnTo>
                  <a:lnTo>
                    <a:pt x="30330" y="21804"/>
                  </a:lnTo>
                  <a:lnTo>
                    <a:pt x="31502" y="23939"/>
                  </a:lnTo>
                  <a:lnTo>
                    <a:pt x="25428" y="33699"/>
                  </a:lnTo>
                  <a:lnTo>
                    <a:pt x="22711" y="35764"/>
                  </a:lnTo>
                  <a:lnTo>
                    <a:pt x="25062" y="37994"/>
                  </a:lnTo>
                  <a:lnTo>
                    <a:pt x="30106" y="37558"/>
                  </a:lnTo>
                  <a:lnTo>
                    <a:pt x="31432" y="42250"/>
                  </a:lnTo>
                  <a:lnTo>
                    <a:pt x="29739" y="43656"/>
                  </a:lnTo>
                  <a:lnTo>
                    <a:pt x="21861" y="47086"/>
                  </a:lnTo>
                  <a:lnTo>
                    <a:pt x="19280" y="46230"/>
                  </a:lnTo>
                  <a:lnTo>
                    <a:pt x="14690" y="47732"/>
                  </a:lnTo>
                  <a:lnTo>
                    <a:pt x="11208" y="46054"/>
                  </a:lnTo>
                  <a:lnTo>
                    <a:pt x="5831" y="45055"/>
                  </a:lnTo>
                  <a:lnTo>
                    <a:pt x="4151" y="47908"/>
                  </a:lnTo>
                  <a:lnTo>
                    <a:pt x="3852" y="39810"/>
                  </a:lnTo>
                  <a:lnTo>
                    <a:pt x="1912" y="36840"/>
                  </a:lnTo>
                  <a:lnTo>
                    <a:pt x="426" y="35793"/>
                  </a:lnTo>
                  <a:lnTo>
                    <a:pt x="0" y="34297"/>
                  </a:lnTo>
                  <a:lnTo>
                    <a:pt x="842" y="28857"/>
                  </a:lnTo>
                  <a:lnTo>
                    <a:pt x="3305" y="22455"/>
                  </a:lnTo>
                  <a:lnTo>
                    <a:pt x="1572" y="17814"/>
                  </a:lnTo>
                  <a:lnTo>
                    <a:pt x="2125" y="14893"/>
                  </a:lnTo>
                  <a:lnTo>
                    <a:pt x="4982" y="13368"/>
                  </a:lnTo>
                  <a:lnTo>
                    <a:pt x="9469" y="14846"/>
                  </a:lnTo>
                  <a:lnTo>
                    <a:pt x="12402" y="12905"/>
                  </a:lnTo>
                  <a:lnTo>
                    <a:pt x="15609" y="8718"/>
                  </a:lnTo>
                  <a:lnTo>
                    <a:pt x="15388" y="3871"/>
                  </a:lnTo>
                  <a:lnTo>
                    <a:pt x="19401" y="4747"/>
                  </a:lnTo>
                  <a:lnTo>
                    <a:pt x="22655" y="3859"/>
                  </a:lnTo>
                  <a:lnTo>
                    <a:pt x="23357" y="1337"/>
                  </a:lnTo>
                  <a:lnTo>
                    <a:pt x="25537" y="91"/>
                  </a:lnTo>
                  <a:lnTo>
                    <a:pt x="2880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h3919"/>
            <p:cNvSpPr/>
            <p:nvPr/>
          </p:nvSpPr>
          <p:spPr>
            <a:xfrm>
              <a:off x="6259716" y="2808001"/>
              <a:ext cx="16719" cy="20772"/>
            </a:xfrm>
            <a:custGeom>
              <a:avLst/>
              <a:pathLst>
                <a:path w="16719" h="20772">
                  <a:moveTo>
                    <a:pt x="5252" y="247"/>
                  </a:moveTo>
                  <a:lnTo>
                    <a:pt x="11150" y="4198"/>
                  </a:lnTo>
                  <a:lnTo>
                    <a:pt x="15611" y="14917"/>
                  </a:lnTo>
                  <a:lnTo>
                    <a:pt x="16719" y="16041"/>
                  </a:lnTo>
                  <a:lnTo>
                    <a:pt x="13002" y="20772"/>
                  </a:lnTo>
                  <a:lnTo>
                    <a:pt x="11728" y="20501"/>
                  </a:lnTo>
                  <a:lnTo>
                    <a:pt x="11241" y="16863"/>
                  </a:lnTo>
                  <a:lnTo>
                    <a:pt x="3574" y="16756"/>
                  </a:lnTo>
                  <a:lnTo>
                    <a:pt x="4452" y="15612"/>
                  </a:lnTo>
                  <a:lnTo>
                    <a:pt x="3283" y="11164"/>
                  </a:lnTo>
                  <a:lnTo>
                    <a:pt x="712" y="10933"/>
                  </a:lnTo>
                  <a:lnTo>
                    <a:pt x="0" y="9418"/>
                  </a:lnTo>
                  <a:lnTo>
                    <a:pt x="519" y="7647"/>
                  </a:lnTo>
                  <a:lnTo>
                    <a:pt x="1881" y="7047"/>
                  </a:lnTo>
                  <a:lnTo>
                    <a:pt x="2617" y="4416"/>
                  </a:lnTo>
                  <a:lnTo>
                    <a:pt x="1869" y="1827"/>
                  </a:lnTo>
                  <a:lnTo>
                    <a:pt x="24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h3920"/>
            <p:cNvSpPr/>
            <p:nvPr/>
          </p:nvSpPr>
          <p:spPr>
            <a:xfrm>
              <a:off x="6189966" y="2679499"/>
              <a:ext cx="33003" cy="49740"/>
            </a:xfrm>
            <a:custGeom>
              <a:avLst/>
              <a:pathLst>
                <a:path w="33003" h="49740">
                  <a:moveTo>
                    <a:pt x="4083" y="0"/>
                  </a:moveTo>
                  <a:lnTo>
                    <a:pt x="3381" y="3571"/>
                  </a:lnTo>
                  <a:lnTo>
                    <a:pt x="5698" y="2465"/>
                  </a:lnTo>
                  <a:lnTo>
                    <a:pt x="10254" y="4960"/>
                  </a:lnTo>
                  <a:lnTo>
                    <a:pt x="20505" y="6713"/>
                  </a:lnTo>
                  <a:lnTo>
                    <a:pt x="23901" y="8676"/>
                  </a:lnTo>
                  <a:lnTo>
                    <a:pt x="30890" y="7525"/>
                  </a:lnTo>
                  <a:lnTo>
                    <a:pt x="28809" y="12109"/>
                  </a:lnTo>
                  <a:lnTo>
                    <a:pt x="26085" y="13398"/>
                  </a:lnTo>
                  <a:lnTo>
                    <a:pt x="24733" y="16398"/>
                  </a:lnTo>
                  <a:lnTo>
                    <a:pt x="26553" y="19320"/>
                  </a:lnTo>
                  <a:lnTo>
                    <a:pt x="26607" y="20619"/>
                  </a:lnTo>
                  <a:lnTo>
                    <a:pt x="24036" y="22074"/>
                  </a:lnTo>
                  <a:lnTo>
                    <a:pt x="26287" y="26816"/>
                  </a:lnTo>
                  <a:lnTo>
                    <a:pt x="25591" y="34142"/>
                  </a:lnTo>
                  <a:lnTo>
                    <a:pt x="26316" y="37867"/>
                  </a:lnTo>
                  <a:lnTo>
                    <a:pt x="32780" y="41400"/>
                  </a:lnTo>
                  <a:lnTo>
                    <a:pt x="33003" y="43304"/>
                  </a:lnTo>
                  <a:lnTo>
                    <a:pt x="30805" y="43172"/>
                  </a:lnTo>
                  <a:lnTo>
                    <a:pt x="24702" y="46075"/>
                  </a:lnTo>
                  <a:lnTo>
                    <a:pt x="19409" y="49740"/>
                  </a:lnTo>
                  <a:lnTo>
                    <a:pt x="18983" y="47469"/>
                  </a:lnTo>
                  <a:lnTo>
                    <a:pt x="19657" y="39632"/>
                  </a:lnTo>
                  <a:lnTo>
                    <a:pt x="17839" y="35603"/>
                  </a:lnTo>
                  <a:lnTo>
                    <a:pt x="16465" y="33867"/>
                  </a:lnTo>
                  <a:lnTo>
                    <a:pt x="13577" y="34738"/>
                  </a:lnTo>
                  <a:lnTo>
                    <a:pt x="10914" y="34172"/>
                  </a:lnTo>
                  <a:lnTo>
                    <a:pt x="6933" y="30351"/>
                  </a:lnTo>
                  <a:lnTo>
                    <a:pt x="7156" y="29574"/>
                  </a:lnTo>
                  <a:lnTo>
                    <a:pt x="5766" y="27483"/>
                  </a:lnTo>
                  <a:lnTo>
                    <a:pt x="630" y="23719"/>
                  </a:lnTo>
                  <a:lnTo>
                    <a:pt x="0" y="22496"/>
                  </a:lnTo>
                  <a:lnTo>
                    <a:pt x="1008" y="12902"/>
                  </a:lnTo>
                  <a:lnTo>
                    <a:pt x="4067" y="9656"/>
                  </a:lnTo>
                  <a:lnTo>
                    <a:pt x="596" y="3379"/>
                  </a:lnTo>
                  <a:lnTo>
                    <a:pt x="353" y="981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h3921"/>
            <p:cNvSpPr/>
            <p:nvPr/>
          </p:nvSpPr>
          <p:spPr>
            <a:xfrm>
              <a:off x="6221105" y="2916961"/>
              <a:ext cx="24773" cy="21213"/>
            </a:xfrm>
            <a:custGeom>
              <a:avLst/>
              <a:pathLst>
                <a:path w="24773" h="21213">
                  <a:moveTo>
                    <a:pt x="21191" y="1075"/>
                  </a:moveTo>
                  <a:lnTo>
                    <a:pt x="21803" y="0"/>
                  </a:lnTo>
                  <a:lnTo>
                    <a:pt x="24249" y="6380"/>
                  </a:lnTo>
                  <a:lnTo>
                    <a:pt x="24773" y="8347"/>
                  </a:lnTo>
                  <a:lnTo>
                    <a:pt x="23490" y="10383"/>
                  </a:lnTo>
                  <a:lnTo>
                    <a:pt x="20493" y="12142"/>
                  </a:lnTo>
                  <a:lnTo>
                    <a:pt x="16509" y="16334"/>
                  </a:lnTo>
                  <a:lnTo>
                    <a:pt x="17435" y="19095"/>
                  </a:lnTo>
                  <a:lnTo>
                    <a:pt x="12539" y="21213"/>
                  </a:lnTo>
                  <a:lnTo>
                    <a:pt x="9864" y="20886"/>
                  </a:lnTo>
                  <a:lnTo>
                    <a:pt x="10128" y="18434"/>
                  </a:lnTo>
                  <a:lnTo>
                    <a:pt x="1019" y="9423"/>
                  </a:lnTo>
                  <a:lnTo>
                    <a:pt x="0" y="7044"/>
                  </a:lnTo>
                  <a:lnTo>
                    <a:pt x="556" y="2711"/>
                  </a:lnTo>
                  <a:lnTo>
                    <a:pt x="1402" y="1659"/>
                  </a:lnTo>
                  <a:lnTo>
                    <a:pt x="8750" y="1578"/>
                  </a:lnTo>
                  <a:lnTo>
                    <a:pt x="13029" y="227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h3922"/>
            <p:cNvSpPr/>
            <p:nvPr/>
          </p:nvSpPr>
          <p:spPr>
            <a:xfrm>
              <a:off x="6377235" y="2759845"/>
              <a:ext cx="16463" cy="28970"/>
            </a:xfrm>
            <a:custGeom>
              <a:avLst/>
              <a:pathLst>
                <a:path w="16463" h="28970">
                  <a:moveTo>
                    <a:pt x="8980" y="2970"/>
                  </a:moveTo>
                  <a:lnTo>
                    <a:pt x="12024" y="805"/>
                  </a:lnTo>
                  <a:lnTo>
                    <a:pt x="13521" y="1484"/>
                  </a:lnTo>
                  <a:lnTo>
                    <a:pt x="16285" y="4420"/>
                  </a:lnTo>
                  <a:lnTo>
                    <a:pt x="16463" y="6218"/>
                  </a:lnTo>
                  <a:lnTo>
                    <a:pt x="14398" y="6729"/>
                  </a:lnTo>
                  <a:lnTo>
                    <a:pt x="13538" y="9837"/>
                  </a:lnTo>
                  <a:lnTo>
                    <a:pt x="13329" y="15678"/>
                  </a:lnTo>
                  <a:lnTo>
                    <a:pt x="15101" y="22392"/>
                  </a:lnTo>
                  <a:lnTo>
                    <a:pt x="13231" y="28429"/>
                  </a:lnTo>
                  <a:lnTo>
                    <a:pt x="9520" y="28970"/>
                  </a:lnTo>
                  <a:lnTo>
                    <a:pt x="8784" y="28476"/>
                  </a:lnTo>
                  <a:lnTo>
                    <a:pt x="9989" y="25657"/>
                  </a:lnTo>
                  <a:lnTo>
                    <a:pt x="7978" y="24546"/>
                  </a:lnTo>
                  <a:lnTo>
                    <a:pt x="1640" y="24340"/>
                  </a:lnTo>
                  <a:lnTo>
                    <a:pt x="299" y="25867"/>
                  </a:lnTo>
                  <a:lnTo>
                    <a:pt x="0" y="23973"/>
                  </a:lnTo>
                  <a:lnTo>
                    <a:pt x="2035" y="20578"/>
                  </a:lnTo>
                  <a:lnTo>
                    <a:pt x="3231" y="16120"/>
                  </a:lnTo>
                  <a:lnTo>
                    <a:pt x="1677" y="1892"/>
                  </a:lnTo>
                  <a:lnTo>
                    <a:pt x="557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h3923"/>
            <p:cNvSpPr/>
            <p:nvPr/>
          </p:nvSpPr>
          <p:spPr>
            <a:xfrm>
              <a:off x="6349532" y="2724463"/>
              <a:ext cx="40593" cy="37592"/>
            </a:xfrm>
            <a:custGeom>
              <a:avLst/>
              <a:pathLst>
                <a:path w="40593" h="37592">
                  <a:moveTo>
                    <a:pt x="12966" y="1637"/>
                  </a:moveTo>
                  <a:lnTo>
                    <a:pt x="17706" y="1593"/>
                  </a:lnTo>
                  <a:lnTo>
                    <a:pt x="18361" y="2747"/>
                  </a:lnTo>
                  <a:lnTo>
                    <a:pt x="21212" y="3597"/>
                  </a:lnTo>
                  <a:lnTo>
                    <a:pt x="27176" y="3693"/>
                  </a:lnTo>
                  <a:lnTo>
                    <a:pt x="34204" y="2440"/>
                  </a:lnTo>
                  <a:lnTo>
                    <a:pt x="36569" y="3756"/>
                  </a:lnTo>
                  <a:lnTo>
                    <a:pt x="37637" y="3001"/>
                  </a:lnTo>
                  <a:lnTo>
                    <a:pt x="36090" y="13045"/>
                  </a:lnTo>
                  <a:lnTo>
                    <a:pt x="39686" y="13718"/>
                  </a:lnTo>
                  <a:lnTo>
                    <a:pt x="40593" y="16430"/>
                  </a:lnTo>
                  <a:lnTo>
                    <a:pt x="40242" y="17135"/>
                  </a:lnTo>
                  <a:lnTo>
                    <a:pt x="39074" y="17663"/>
                  </a:lnTo>
                  <a:lnTo>
                    <a:pt x="37995" y="23132"/>
                  </a:lnTo>
                  <a:lnTo>
                    <a:pt x="33266" y="27537"/>
                  </a:lnTo>
                  <a:lnTo>
                    <a:pt x="32038" y="33317"/>
                  </a:lnTo>
                  <a:lnTo>
                    <a:pt x="33276" y="35382"/>
                  </a:lnTo>
                  <a:lnTo>
                    <a:pt x="29380" y="37275"/>
                  </a:lnTo>
                  <a:lnTo>
                    <a:pt x="29312" y="36204"/>
                  </a:lnTo>
                  <a:lnTo>
                    <a:pt x="27196" y="34768"/>
                  </a:lnTo>
                  <a:lnTo>
                    <a:pt x="26641" y="36743"/>
                  </a:lnTo>
                  <a:lnTo>
                    <a:pt x="25904" y="37120"/>
                  </a:lnTo>
                  <a:lnTo>
                    <a:pt x="22267" y="37592"/>
                  </a:lnTo>
                  <a:lnTo>
                    <a:pt x="19180" y="36567"/>
                  </a:lnTo>
                  <a:lnTo>
                    <a:pt x="19359" y="32901"/>
                  </a:lnTo>
                  <a:lnTo>
                    <a:pt x="18214" y="31231"/>
                  </a:lnTo>
                  <a:lnTo>
                    <a:pt x="14170" y="29552"/>
                  </a:lnTo>
                  <a:lnTo>
                    <a:pt x="9307" y="29798"/>
                  </a:lnTo>
                  <a:lnTo>
                    <a:pt x="7754" y="27077"/>
                  </a:lnTo>
                  <a:lnTo>
                    <a:pt x="10158" y="25158"/>
                  </a:lnTo>
                  <a:lnTo>
                    <a:pt x="5642" y="21629"/>
                  </a:lnTo>
                  <a:lnTo>
                    <a:pt x="7781" y="20596"/>
                  </a:lnTo>
                  <a:lnTo>
                    <a:pt x="7321" y="15856"/>
                  </a:lnTo>
                  <a:lnTo>
                    <a:pt x="4361" y="13288"/>
                  </a:lnTo>
                  <a:lnTo>
                    <a:pt x="6300" y="10096"/>
                  </a:lnTo>
                  <a:lnTo>
                    <a:pt x="2098" y="9024"/>
                  </a:lnTo>
                  <a:lnTo>
                    <a:pt x="608" y="10162"/>
                  </a:lnTo>
                  <a:lnTo>
                    <a:pt x="0" y="8675"/>
                  </a:lnTo>
                  <a:lnTo>
                    <a:pt x="3116" y="3876"/>
                  </a:lnTo>
                  <a:lnTo>
                    <a:pt x="777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h3924"/>
            <p:cNvSpPr/>
            <p:nvPr/>
          </p:nvSpPr>
          <p:spPr>
            <a:xfrm>
              <a:off x="6108148" y="2805527"/>
              <a:ext cx="50311" cy="45141"/>
            </a:xfrm>
            <a:custGeom>
              <a:avLst/>
              <a:pathLst>
                <a:path w="50311" h="45141">
                  <a:moveTo>
                    <a:pt x="12086" y="20"/>
                  </a:moveTo>
                  <a:lnTo>
                    <a:pt x="15355" y="6183"/>
                  </a:lnTo>
                  <a:lnTo>
                    <a:pt x="16197" y="9687"/>
                  </a:lnTo>
                  <a:lnTo>
                    <a:pt x="15366" y="9864"/>
                  </a:lnTo>
                  <a:lnTo>
                    <a:pt x="15534" y="11022"/>
                  </a:lnTo>
                  <a:lnTo>
                    <a:pt x="16465" y="13694"/>
                  </a:lnTo>
                  <a:lnTo>
                    <a:pt x="19537" y="16555"/>
                  </a:lnTo>
                  <a:lnTo>
                    <a:pt x="20856" y="20462"/>
                  </a:lnTo>
                  <a:lnTo>
                    <a:pt x="22778" y="23310"/>
                  </a:lnTo>
                  <a:lnTo>
                    <a:pt x="32420" y="23838"/>
                  </a:lnTo>
                  <a:lnTo>
                    <a:pt x="35699" y="26692"/>
                  </a:lnTo>
                  <a:lnTo>
                    <a:pt x="36205" y="28255"/>
                  </a:lnTo>
                  <a:lnTo>
                    <a:pt x="40069" y="30444"/>
                  </a:lnTo>
                  <a:lnTo>
                    <a:pt x="40916" y="28231"/>
                  </a:lnTo>
                  <a:lnTo>
                    <a:pt x="40120" y="25897"/>
                  </a:lnTo>
                  <a:lnTo>
                    <a:pt x="44542" y="26495"/>
                  </a:lnTo>
                  <a:lnTo>
                    <a:pt x="50311" y="31373"/>
                  </a:lnTo>
                  <a:lnTo>
                    <a:pt x="48184" y="33680"/>
                  </a:lnTo>
                  <a:lnTo>
                    <a:pt x="48150" y="34384"/>
                  </a:lnTo>
                  <a:lnTo>
                    <a:pt x="46725" y="34960"/>
                  </a:lnTo>
                  <a:lnTo>
                    <a:pt x="36779" y="34865"/>
                  </a:lnTo>
                  <a:lnTo>
                    <a:pt x="34417" y="38945"/>
                  </a:lnTo>
                  <a:lnTo>
                    <a:pt x="27904" y="40737"/>
                  </a:lnTo>
                  <a:lnTo>
                    <a:pt x="27010" y="44803"/>
                  </a:lnTo>
                  <a:lnTo>
                    <a:pt x="24169" y="45141"/>
                  </a:lnTo>
                  <a:lnTo>
                    <a:pt x="22567" y="44324"/>
                  </a:lnTo>
                  <a:lnTo>
                    <a:pt x="22517" y="43750"/>
                  </a:lnTo>
                  <a:lnTo>
                    <a:pt x="23808" y="43690"/>
                  </a:lnTo>
                  <a:lnTo>
                    <a:pt x="24599" y="41223"/>
                  </a:lnTo>
                  <a:lnTo>
                    <a:pt x="18535" y="28735"/>
                  </a:lnTo>
                  <a:lnTo>
                    <a:pt x="17834" y="23765"/>
                  </a:lnTo>
                  <a:lnTo>
                    <a:pt x="13581" y="23567"/>
                  </a:lnTo>
                  <a:lnTo>
                    <a:pt x="11010" y="26106"/>
                  </a:lnTo>
                  <a:lnTo>
                    <a:pt x="9747" y="29298"/>
                  </a:lnTo>
                  <a:lnTo>
                    <a:pt x="8567" y="30409"/>
                  </a:lnTo>
                  <a:lnTo>
                    <a:pt x="6954" y="30086"/>
                  </a:lnTo>
                  <a:lnTo>
                    <a:pt x="5859" y="28321"/>
                  </a:lnTo>
                  <a:lnTo>
                    <a:pt x="2589" y="28872"/>
                  </a:lnTo>
                  <a:lnTo>
                    <a:pt x="2341" y="25841"/>
                  </a:lnTo>
                  <a:lnTo>
                    <a:pt x="368" y="24645"/>
                  </a:lnTo>
                  <a:lnTo>
                    <a:pt x="0" y="22789"/>
                  </a:lnTo>
                  <a:lnTo>
                    <a:pt x="4326" y="17223"/>
                  </a:lnTo>
                  <a:lnTo>
                    <a:pt x="3661" y="14458"/>
                  </a:lnTo>
                  <a:lnTo>
                    <a:pt x="1168" y="12565"/>
                  </a:lnTo>
                  <a:lnTo>
                    <a:pt x="5150" y="7881"/>
                  </a:lnTo>
                  <a:lnTo>
                    <a:pt x="5824" y="5248"/>
                  </a:lnTo>
                  <a:lnTo>
                    <a:pt x="7556" y="2664"/>
                  </a:lnTo>
                  <a:lnTo>
                    <a:pt x="1079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h3925"/>
            <p:cNvSpPr/>
            <p:nvPr/>
          </p:nvSpPr>
          <p:spPr>
            <a:xfrm>
              <a:off x="6184081" y="2911217"/>
              <a:ext cx="47152" cy="31730"/>
            </a:xfrm>
            <a:custGeom>
              <a:avLst/>
              <a:pathLst>
                <a:path w="47152" h="31730">
                  <a:moveTo>
                    <a:pt x="19250" y="813"/>
                  </a:moveTo>
                  <a:lnTo>
                    <a:pt x="31389" y="3352"/>
                  </a:lnTo>
                  <a:lnTo>
                    <a:pt x="33897" y="348"/>
                  </a:lnTo>
                  <a:lnTo>
                    <a:pt x="33896" y="3406"/>
                  </a:lnTo>
                  <a:lnTo>
                    <a:pt x="36819" y="6755"/>
                  </a:lnTo>
                  <a:lnTo>
                    <a:pt x="38426" y="7404"/>
                  </a:lnTo>
                  <a:lnTo>
                    <a:pt x="37580" y="8456"/>
                  </a:lnTo>
                  <a:lnTo>
                    <a:pt x="37023" y="12789"/>
                  </a:lnTo>
                  <a:lnTo>
                    <a:pt x="38043" y="15167"/>
                  </a:lnTo>
                  <a:lnTo>
                    <a:pt x="47152" y="24179"/>
                  </a:lnTo>
                  <a:lnTo>
                    <a:pt x="44481" y="24971"/>
                  </a:lnTo>
                  <a:lnTo>
                    <a:pt x="38417" y="30173"/>
                  </a:lnTo>
                  <a:lnTo>
                    <a:pt x="36004" y="31487"/>
                  </a:lnTo>
                  <a:lnTo>
                    <a:pt x="34020" y="31730"/>
                  </a:lnTo>
                  <a:lnTo>
                    <a:pt x="32602" y="31396"/>
                  </a:lnTo>
                  <a:lnTo>
                    <a:pt x="31635" y="28789"/>
                  </a:lnTo>
                  <a:lnTo>
                    <a:pt x="28046" y="28865"/>
                  </a:lnTo>
                  <a:lnTo>
                    <a:pt x="27323" y="27568"/>
                  </a:lnTo>
                  <a:lnTo>
                    <a:pt x="20332" y="24822"/>
                  </a:lnTo>
                  <a:lnTo>
                    <a:pt x="14746" y="26528"/>
                  </a:lnTo>
                  <a:lnTo>
                    <a:pt x="13368" y="25682"/>
                  </a:lnTo>
                  <a:lnTo>
                    <a:pt x="13608" y="22476"/>
                  </a:lnTo>
                  <a:lnTo>
                    <a:pt x="9499" y="21075"/>
                  </a:lnTo>
                  <a:lnTo>
                    <a:pt x="4533" y="20838"/>
                  </a:lnTo>
                  <a:lnTo>
                    <a:pt x="4237" y="20006"/>
                  </a:lnTo>
                  <a:lnTo>
                    <a:pt x="9736" y="12867"/>
                  </a:lnTo>
                  <a:lnTo>
                    <a:pt x="7438" y="10084"/>
                  </a:lnTo>
                  <a:lnTo>
                    <a:pt x="3509" y="11012"/>
                  </a:lnTo>
                  <a:lnTo>
                    <a:pt x="656" y="8808"/>
                  </a:lnTo>
                  <a:lnTo>
                    <a:pt x="0" y="6576"/>
                  </a:lnTo>
                  <a:lnTo>
                    <a:pt x="2134" y="3852"/>
                  </a:lnTo>
                  <a:lnTo>
                    <a:pt x="4511" y="3464"/>
                  </a:lnTo>
                  <a:lnTo>
                    <a:pt x="7852" y="1523"/>
                  </a:lnTo>
                  <a:lnTo>
                    <a:pt x="11284" y="0"/>
                  </a:lnTo>
                  <a:lnTo>
                    <a:pt x="17131" y="2454"/>
                  </a:lnTo>
                  <a:lnTo>
                    <a:pt x="17539" y="89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h3926"/>
            <p:cNvSpPr/>
            <p:nvPr/>
          </p:nvSpPr>
          <p:spPr>
            <a:xfrm>
              <a:off x="6245999" y="2945637"/>
              <a:ext cx="42962" cy="74385"/>
            </a:xfrm>
            <a:custGeom>
              <a:avLst/>
              <a:pathLst>
                <a:path w="42962" h="74385">
                  <a:moveTo>
                    <a:pt x="11046" y="0"/>
                  </a:moveTo>
                  <a:lnTo>
                    <a:pt x="12386" y="1477"/>
                  </a:lnTo>
                  <a:lnTo>
                    <a:pt x="13036" y="5789"/>
                  </a:lnTo>
                  <a:lnTo>
                    <a:pt x="19827" y="7797"/>
                  </a:lnTo>
                  <a:lnTo>
                    <a:pt x="19086" y="9577"/>
                  </a:lnTo>
                  <a:lnTo>
                    <a:pt x="20059" y="11895"/>
                  </a:lnTo>
                  <a:lnTo>
                    <a:pt x="26625" y="11825"/>
                  </a:lnTo>
                  <a:lnTo>
                    <a:pt x="28227" y="11150"/>
                  </a:lnTo>
                  <a:lnTo>
                    <a:pt x="31481" y="12944"/>
                  </a:lnTo>
                  <a:lnTo>
                    <a:pt x="32018" y="15831"/>
                  </a:lnTo>
                  <a:lnTo>
                    <a:pt x="33745" y="14755"/>
                  </a:lnTo>
                  <a:lnTo>
                    <a:pt x="35125" y="16342"/>
                  </a:lnTo>
                  <a:lnTo>
                    <a:pt x="35432" y="17795"/>
                  </a:lnTo>
                  <a:lnTo>
                    <a:pt x="33815" y="20479"/>
                  </a:lnTo>
                  <a:lnTo>
                    <a:pt x="28051" y="25338"/>
                  </a:lnTo>
                  <a:lnTo>
                    <a:pt x="26299" y="28090"/>
                  </a:lnTo>
                  <a:lnTo>
                    <a:pt x="29815" y="32609"/>
                  </a:lnTo>
                  <a:lnTo>
                    <a:pt x="34232" y="34195"/>
                  </a:lnTo>
                  <a:lnTo>
                    <a:pt x="35197" y="33929"/>
                  </a:lnTo>
                  <a:lnTo>
                    <a:pt x="35904" y="35123"/>
                  </a:lnTo>
                  <a:lnTo>
                    <a:pt x="35636" y="36649"/>
                  </a:lnTo>
                  <a:lnTo>
                    <a:pt x="32781" y="39869"/>
                  </a:lnTo>
                  <a:lnTo>
                    <a:pt x="35121" y="42580"/>
                  </a:lnTo>
                  <a:lnTo>
                    <a:pt x="39333" y="43814"/>
                  </a:lnTo>
                  <a:lnTo>
                    <a:pt x="39952" y="50233"/>
                  </a:lnTo>
                  <a:lnTo>
                    <a:pt x="42415" y="49872"/>
                  </a:lnTo>
                  <a:lnTo>
                    <a:pt x="42962" y="59666"/>
                  </a:lnTo>
                  <a:lnTo>
                    <a:pt x="39406" y="61823"/>
                  </a:lnTo>
                  <a:lnTo>
                    <a:pt x="38668" y="61411"/>
                  </a:lnTo>
                  <a:lnTo>
                    <a:pt x="37339" y="62306"/>
                  </a:lnTo>
                  <a:lnTo>
                    <a:pt x="32169" y="71345"/>
                  </a:lnTo>
                  <a:lnTo>
                    <a:pt x="29841" y="73745"/>
                  </a:lnTo>
                  <a:lnTo>
                    <a:pt x="27612" y="74385"/>
                  </a:lnTo>
                  <a:lnTo>
                    <a:pt x="24768" y="73124"/>
                  </a:lnTo>
                  <a:lnTo>
                    <a:pt x="21435" y="69631"/>
                  </a:lnTo>
                  <a:lnTo>
                    <a:pt x="20612" y="65841"/>
                  </a:lnTo>
                  <a:lnTo>
                    <a:pt x="19025" y="63182"/>
                  </a:lnTo>
                  <a:lnTo>
                    <a:pt x="16334" y="63723"/>
                  </a:lnTo>
                  <a:lnTo>
                    <a:pt x="15007" y="59031"/>
                  </a:lnTo>
                  <a:lnTo>
                    <a:pt x="9963" y="59467"/>
                  </a:lnTo>
                  <a:lnTo>
                    <a:pt x="7612" y="57236"/>
                  </a:lnTo>
                  <a:lnTo>
                    <a:pt x="10330" y="55172"/>
                  </a:lnTo>
                  <a:lnTo>
                    <a:pt x="16404" y="45412"/>
                  </a:lnTo>
                  <a:lnTo>
                    <a:pt x="15232" y="43276"/>
                  </a:lnTo>
                  <a:lnTo>
                    <a:pt x="12221" y="41628"/>
                  </a:lnTo>
                  <a:lnTo>
                    <a:pt x="13589" y="38182"/>
                  </a:lnTo>
                  <a:lnTo>
                    <a:pt x="15557" y="36015"/>
                  </a:lnTo>
                  <a:lnTo>
                    <a:pt x="15488" y="35002"/>
                  </a:lnTo>
                  <a:lnTo>
                    <a:pt x="13756" y="30842"/>
                  </a:lnTo>
                  <a:lnTo>
                    <a:pt x="10576" y="29791"/>
                  </a:lnTo>
                  <a:lnTo>
                    <a:pt x="14213" y="26685"/>
                  </a:lnTo>
                  <a:lnTo>
                    <a:pt x="15232" y="24371"/>
                  </a:lnTo>
                  <a:lnTo>
                    <a:pt x="14851" y="22993"/>
                  </a:lnTo>
                  <a:lnTo>
                    <a:pt x="13707" y="21472"/>
                  </a:lnTo>
                  <a:lnTo>
                    <a:pt x="10438" y="21564"/>
                  </a:lnTo>
                  <a:lnTo>
                    <a:pt x="8259" y="22809"/>
                  </a:lnTo>
                  <a:lnTo>
                    <a:pt x="7557" y="25331"/>
                  </a:lnTo>
                  <a:lnTo>
                    <a:pt x="4302" y="26219"/>
                  </a:lnTo>
                  <a:lnTo>
                    <a:pt x="290" y="25343"/>
                  </a:lnTo>
                  <a:lnTo>
                    <a:pt x="0" y="24177"/>
                  </a:lnTo>
                  <a:lnTo>
                    <a:pt x="2215" y="17812"/>
                  </a:lnTo>
                  <a:lnTo>
                    <a:pt x="1851" y="15063"/>
                  </a:lnTo>
                  <a:lnTo>
                    <a:pt x="8107" y="10505"/>
                  </a:lnTo>
                  <a:lnTo>
                    <a:pt x="8299" y="8211"/>
                  </a:lnTo>
                  <a:lnTo>
                    <a:pt x="5837" y="4051"/>
                  </a:lnTo>
                  <a:lnTo>
                    <a:pt x="8225" y="77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h3927"/>
            <p:cNvSpPr/>
            <p:nvPr/>
          </p:nvSpPr>
          <p:spPr>
            <a:xfrm>
              <a:off x="6222405" y="2875827"/>
              <a:ext cx="35424" cy="29941"/>
            </a:xfrm>
            <a:custGeom>
              <a:avLst/>
              <a:pathLst>
                <a:path w="35424" h="29941">
                  <a:moveTo>
                    <a:pt x="16572" y="1756"/>
                  </a:moveTo>
                  <a:lnTo>
                    <a:pt x="16270" y="3032"/>
                  </a:lnTo>
                  <a:lnTo>
                    <a:pt x="13253" y="4834"/>
                  </a:lnTo>
                  <a:lnTo>
                    <a:pt x="13517" y="6089"/>
                  </a:lnTo>
                  <a:lnTo>
                    <a:pt x="16648" y="7788"/>
                  </a:lnTo>
                  <a:lnTo>
                    <a:pt x="17418" y="6647"/>
                  </a:lnTo>
                  <a:lnTo>
                    <a:pt x="17250" y="5433"/>
                  </a:lnTo>
                  <a:lnTo>
                    <a:pt x="17888" y="4740"/>
                  </a:lnTo>
                  <a:lnTo>
                    <a:pt x="18756" y="5106"/>
                  </a:lnTo>
                  <a:lnTo>
                    <a:pt x="20213" y="5761"/>
                  </a:lnTo>
                  <a:lnTo>
                    <a:pt x="28553" y="13953"/>
                  </a:lnTo>
                  <a:lnTo>
                    <a:pt x="31957" y="14038"/>
                  </a:lnTo>
                  <a:lnTo>
                    <a:pt x="32972" y="14441"/>
                  </a:lnTo>
                  <a:lnTo>
                    <a:pt x="35424" y="17593"/>
                  </a:lnTo>
                  <a:lnTo>
                    <a:pt x="35395" y="18864"/>
                  </a:lnTo>
                  <a:lnTo>
                    <a:pt x="34243" y="18346"/>
                  </a:lnTo>
                  <a:lnTo>
                    <a:pt x="32494" y="18718"/>
                  </a:lnTo>
                  <a:lnTo>
                    <a:pt x="31433" y="20741"/>
                  </a:lnTo>
                  <a:lnTo>
                    <a:pt x="27566" y="21395"/>
                  </a:lnTo>
                  <a:lnTo>
                    <a:pt x="20749" y="23934"/>
                  </a:lnTo>
                  <a:lnTo>
                    <a:pt x="20198" y="25192"/>
                  </a:lnTo>
                  <a:lnTo>
                    <a:pt x="20549" y="29941"/>
                  </a:lnTo>
                  <a:lnTo>
                    <a:pt x="12591" y="28092"/>
                  </a:lnTo>
                  <a:lnTo>
                    <a:pt x="12571" y="26451"/>
                  </a:lnTo>
                  <a:lnTo>
                    <a:pt x="9938" y="21930"/>
                  </a:lnTo>
                  <a:lnTo>
                    <a:pt x="5649" y="24698"/>
                  </a:lnTo>
                  <a:lnTo>
                    <a:pt x="3791" y="27423"/>
                  </a:lnTo>
                  <a:lnTo>
                    <a:pt x="1592" y="26606"/>
                  </a:lnTo>
                  <a:lnTo>
                    <a:pt x="569" y="24236"/>
                  </a:lnTo>
                  <a:lnTo>
                    <a:pt x="0" y="20786"/>
                  </a:lnTo>
                  <a:lnTo>
                    <a:pt x="5038" y="13989"/>
                  </a:lnTo>
                  <a:lnTo>
                    <a:pt x="7630" y="12794"/>
                  </a:lnTo>
                  <a:lnTo>
                    <a:pt x="6766" y="11216"/>
                  </a:lnTo>
                  <a:lnTo>
                    <a:pt x="8325" y="6877"/>
                  </a:lnTo>
                  <a:lnTo>
                    <a:pt x="8083" y="1379"/>
                  </a:lnTo>
                  <a:lnTo>
                    <a:pt x="8826" y="396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h3928"/>
            <p:cNvSpPr/>
            <p:nvPr/>
          </p:nvSpPr>
          <p:spPr>
            <a:xfrm>
              <a:off x="6125089" y="2899210"/>
              <a:ext cx="37801" cy="40397"/>
            </a:xfrm>
            <a:custGeom>
              <a:avLst/>
              <a:pathLst>
                <a:path w="37801" h="40397">
                  <a:moveTo>
                    <a:pt x="13767" y="4274"/>
                  </a:moveTo>
                  <a:lnTo>
                    <a:pt x="20761" y="8242"/>
                  </a:lnTo>
                  <a:lnTo>
                    <a:pt x="24567" y="11932"/>
                  </a:lnTo>
                  <a:lnTo>
                    <a:pt x="26148" y="12411"/>
                  </a:lnTo>
                  <a:lnTo>
                    <a:pt x="29045" y="19582"/>
                  </a:lnTo>
                  <a:lnTo>
                    <a:pt x="30035" y="20732"/>
                  </a:lnTo>
                  <a:lnTo>
                    <a:pt x="34815" y="22908"/>
                  </a:lnTo>
                  <a:lnTo>
                    <a:pt x="36328" y="26508"/>
                  </a:lnTo>
                  <a:lnTo>
                    <a:pt x="37801" y="28241"/>
                  </a:lnTo>
                  <a:lnTo>
                    <a:pt x="34469" y="32670"/>
                  </a:lnTo>
                  <a:lnTo>
                    <a:pt x="32927" y="35333"/>
                  </a:lnTo>
                  <a:lnTo>
                    <a:pt x="28674" y="39840"/>
                  </a:lnTo>
                  <a:lnTo>
                    <a:pt x="22456" y="40397"/>
                  </a:lnTo>
                  <a:lnTo>
                    <a:pt x="18469" y="38185"/>
                  </a:lnTo>
                  <a:lnTo>
                    <a:pt x="13608" y="38731"/>
                  </a:lnTo>
                  <a:lnTo>
                    <a:pt x="13443" y="37216"/>
                  </a:lnTo>
                  <a:lnTo>
                    <a:pt x="10080" y="35581"/>
                  </a:lnTo>
                  <a:lnTo>
                    <a:pt x="9888" y="22400"/>
                  </a:lnTo>
                  <a:lnTo>
                    <a:pt x="7485" y="23066"/>
                  </a:lnTo>
                  <a:lnTo>
                    <a:pt x="623" y="17579"/>
                  </a:lnTo>
                  <a:lnTo>
                    <a:pt x="0" y="14840"/>
                  </a:lnTo>
                  <a:lnTo>
                    <a:pt x="1229" y="11859"/>
                  </a:lnTo>
                  <a:lnTo>
                    <a:pt x="2962" y="11804"/>
                  </a:lnTo>
                  <a:lnTo>
                    <a:pt x="2892" y="9771"/>
                  </a:lnTo>
                  <a:lnTo>
                    <a:pt x="2081" y="9261"/>
                  </a:lnTo>
                  <a:lnTo>
                    <a:pt x="6428" y="1915"/>
                  </a:lnTo>
                  <a:lnTo>
                    <a:pt x="1217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h3929"/>
            <p:cNvSpPr/>
            <p:nvPr/>
          </p:nvSpPr>
          <p:spPr>
            <a:xfrm>
              <a:off x="6224887" y="2820583"/>
              <a:ext cx="44633" cy="28416"/>
            </a:xfrm>
            <a:custGeom>
              <a:avLst/>
              <a:pathLst>
                <a:path w="44633" h="28416">
                  <a:moveTo>
                    <a:pt x="16368" y="226"/>
                  </a:moveTo>
                  <a:lnTo>
                    <a:pt x="18629" y="1217"/>
                  </a:lnTo>
                  <a:lnTo>
                    <a:pt x="18713" y="2274"/>
                  </a:lnTo>
                  <a:lnTo>
                    <a:pt x="15594" y="5664"/>
                  </a:lnTo>
                  <a:lnTo>
                    <a:pt x="16356" y="6756"/>
                  </a:lnTo>
                  <a:lnTo>
                    <a:pt x="18048" y="7114"/>
                  </a:lnTo>
                  <a:lnTo>
                    <a:pt x="22934" y="4263"/>
                  </a:lnTo>
                  <a:lnTo>
                    <a:pt x="26175" y="4290"/>
                  </a:lnTo>
                  <a:lnTo>
                    <a:pt x="26445" y="5168"/>
                  </a:lnTo>
                  <a:lnTo>
                    <a:pt x="29739" y="5405"/>
                  </a:lnTo>
                  <a:lnTo>
                    <a:pt x="29894" y="6085"/>
                  </a:lnTo>
                  <a:lnTo>
                    <a:pt x="34919" y="7931"/>
                  </a:lnTo>
                  <a:lnTo>
                    <a:pt x="40779" y="12337"/>
                  </a:lnTo>
                  <a:lnTo>
                    <a:pt x="44633" y="12385"/>
                  </a:lnTo>
                  <a:lnTo>
                    <a:pt x="43213" y="14285"/>
                  </a:lnTo>
                  <a:lnTo>
                    <a:pt x="38162" y="20343"/>
                  </a:lnTo>
                  <a:lnTo>
                    <a:pt x="34356" y="23660"/>
                  </a:lnTo>
                  <a:lnTo>
                    <a:pt x="32174" y="23505"/>
                  </a:lnTo>
                  <a:lnTo>
                    <a:pt x="29951" y="24587"/>
                  </a:lnTo>
                  <a:lnTo>
                    <a:pt x="28474" y="27038"/>
                  </a:lnTo>
                  <a:lnTo>
                    <a:pt x="26455" y="28235"/>
                  </a:lnTo>
                  <a:lnTo>
                    <a:pt x="19812" y="28416"/>
                  </a:lnTo>
                  <a:lnTo>
                    <a:pt x="15498" y="26480"/>
                  </a:lnTo>
                  <a:lnTo>
                    <a:pt x="11876" y="23756"/>
                  </a:lnTo>
                  <a:lnTo>
                    <a:pt x="7584" y="22153"/>
                  </a:lnTo>
                  <a:lnTo>
                    <a:pt x="6565" y="22508"/>
                  </a:lnTo>
                  <a:lnTo>
                    <a:pt x="5499" y="22153"/>
                  </a:lnTo>
                  <a:lnTo>
                    <a:pt x="2971" y="16010"/>
                  </a:lnTo>
                  <a:lnTo>
                    <a:pt x="0" y="13475"/>
                  </a:lnTo>
                  <a:lnTo>
                    <a:pt x="744" y="12364"/>
                  </a:lnTo>
                  <a:lnTo>
                    <a:pt x="311" y="10320"/>
                  </a:lnTo>
                  <a:lnTo>
                    <a:pt x="2685" y="5343"/>
                  </a:lnTo>
                  <a:lnTo>
                    <a:pt x="6953" y="567"/>
                  </a:lnTo>
                  <a:lnTo>
                    <a:pt x="1358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h3930"/>
            <p:cNvSpPr/>
            <p:nvPr/>
          </p:nvSpPr>
          <p:spPr>
            <a:xfrm>
              <a:off x="6151263" y="2771083"/>
              <a:ext cx="42018" cy="23307"/>
            </a:xfrm>
            <a:custGeom>
              <a:avLst/>
              <a:pathLst>
                <a:path w="42018" h="23307">
                  <a:moveTo>
                    <a:pt x="32962" y="8313"/>
                  </a:moveTo>
                  <a:lnTo>
                    <a:pt x="35045" y="12067"/>
                  </a:lnTo>
                  <a:lnTo>
                    <a:pt x="38032" y="12409"/>
                  </a:lnTo>
                  <a:lnTo>
                    <a:pt x="41728" y="14158"/>
                  </a:lnTo>
                  <a:lnTo>
                    <a:pt x="42018" y="17054"/>
                  </a:lnTo>
                  <a:lnTo>
                    <a:pt x="41033" y="22246"/>
                  </a:lnTo>
                  <a:lnTo>
                    <a:pt x="38997" y="23307"/>
                  </a:lnTo>
                  <a:lnTo>
                    <a:pt x="37292" y="21929"/>
                  </a:lnTo>
                  <a:lnTo>
                    <a:pt x="26550" y="19462"/>
                  </a:lnTo>
                  <a:lnTo>
                    <a:pt x="26710" y="13745"/>
                  </a:lnTo>
                  <a:lnTo>
                    <a:pt x="24927" y="11434"/>
                  </a:lnTo>
                  <a:lnTo>
                    <a:pt x="22143" y="11524"/>
                  </a:lnTo>
                  <a:lnTo>
                    <a:pt x="18682" y="14389"/>
                  </a:lnTo>
                  <a:lnTo>
                    <a:pt x="13094" y="14472"/>
                  </a:lnTo>
                  <a:lnTo>
                    <a:pt x="10147" y="11895"/>
                  </a:lnTo>
                  <a:lnTo>
                    <a:pt x="5187" y="9776"/>
                  </a:lnTo>
                  <a:lnTo>
                    <a:pt x="1766" y="12730"/>
                  </a:lnTo>
                  <a:lnTo>
                    <a:pt x="0" y="13142"/>
                  </a:lnTo>
                  <a:lnTo>
                    <a:pt x="4382" y="7553"/>
                  </a:lnTo>
                  <a:lnTo>
                    <a:pt x="5991" y="8191"/>
                  </a:lnTo>
                  <a:lnTo>
                    <a:pt x="6647" y="5709"/>
                  </a:lnTo>
                  <a:lnTo>
                    <a:pt x="6229" y="5395"/>
                  </a:lnTo>
                  <a:lnTo>
                    <a:pt x="17891" y="7797"/>
                  </a:lnTo>
                  <a:lnTo>
                    <a:pt x="22113" y="5790"/>
                  </a:lnTo>
                  <a:lnTo>
                    <a:pt x="26542" y="1624"/>
                  </a:lnTo>
                  <a:lnTo>
                    <a:pt x="26775" y="206"/>
                  </a:lnTo>
                  <a:lnTo>
                    <a:pt x="2788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h3931"/>
            <p:cNvSpPr/>
            <p:nvPr/>
          </p:nvSpPr>
          <p:spPr>
            <a:xfrm>
              <a:off x="6305091" y="2834878"/>
              <a:ext cx="31932" cy="22887"/>
            </a:xfrm>
            <a:custGeom>
              <a:avLst/>
              <a:pathLst>
                <a:path w="31932" h="22887">
                  <a:moveTo>
                    <a:pt x="31474" y="3755"/>
                  </a:moveTo>
                  <a:lnTo>
                    <a:pt x="31932" y="4695"/>
                  </a:lnTo>
                  <a:lnTo>
                    <a:pt x="30372" y="7630"/>
                  </a:lnTo>
                  <a:lnTo>
                    <a:pt x="24512" y="13184"/>
                  </a:lnTo>
                  <a:lnTo>
                    <a:pt x="23245" y="13122"/>
                  </a:lnTo>
                  <a:lnTo>
                    <a:pt x="22975" y="14977"/>
                  </a:lnTo>
                  <a:lnTo>
                    <a:pt x="17098" y="16612"/>
                  </a:lnTo>
                  <a:lnTo>
                    <a:pt x="16183" y="17482"/>
                  </a:lnTo>
                  <a:lnTo>
                    <a:pt x="14681" y="19697"/>
                  </a:lnTo>
                  <a:lnTo>
                    <a:pt x="16397" y="20611"/>
                  </a:lnTo>
                  <a:lnTo>
                    <a:pt x="16152" y="22887"/>
                  </a:lnTo>
                  <a:lnTo>
                    <a:pt x="12920" y="22451"/>
                  </a:lnTo>
                  <a:lnTo>
                    <a:pt x="11919" y="21504"/>
                  </a:lnTo>
                  <a:lnTo>
                    <a:pt x="10587" y="18830"/>
                  </a:lnTo>
                  <a:lnTo>
                    <a:pt x="10912" y="15849"/>
                  </a:lnTo>
                  <a:lnTo>
                    <a:pt x="9427" y="13000"/>
                  </a:lnTo>
                  <a:lnTo>
                    <a:pt x="3808" y="10653"/>
                  </a:lnTo>
                  <a:lnTo>
                    <a:pt x="0" y="11361"/>
                  </a:lnTo>
                  <a:lnTo>
                    <a:pt x="151" y="10171"/>
                  </a:lnTo>
                  <a:lnTo>
                    <a:pt x="2353" y="8536"/>
                  </a:lnTo>
                  <a:lnTo>
                    <a:pt x="4506" y="7841"/>
                  </a:lnTo>
                  <a:lnTo>
                    <a:pt x="8048" y="8587"/>
                  </a:lnTo>
                  <a:lnTo>
                    <a:pt x="9958" y="6291"/>
                  </a:lnTo>
                  <a:lnTo>
                    <a:pt x="10343" y="4261"/>
                  </a:lnTo>
                  <a:lnTo>
                    <a:pt x="12644" y="4311"/>
                  </a:lnTo>
                  <a:lnTo>
                    <a:pt x="13714" y="6030"/>
                  </a:lnTo>
                  <a:lnTo>
                    <a:pt x="15817" y="5537"/>
                  </a:lnTo>
                  <a:lnTo>
                    <a:pt x="17133" y="6806"/>
                  </a:lnTo>
                  <a:lnTo>
                    <a:pt x="20993" y="3621"/>
                  </a:lnTo>
                  <a:lnTo>
                    <a:pt x="20859" y="2021"/>
                  </a:lnTo>
                  <a:lnTo>
                    <a:pt x="22656" y="268"/>
                  </a:lnTo>
                  <a:lnTo>
                    <a:pt x="2420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h3932"/>
            <p:cNvSpPr/>
            <p:nvPr/>
          </p:nvSpPr>
          <p:spPr>
            <a:xfrm>
              <a:off x="6190714" y="2880304"/>
              <a:ext cx="30744" cy="34264"/>
            </a:xfrm>
            <a:custGeom>
              <a:avLst/>
              <a:pathLst>
                <a:path w="30744" h="34264">
                  <a:moveTo>
                    <a:pt x="14739" y="3824"/>
                  </a:moveTo>
                  <a:lnTo>
                    <a:pt x="16691" y="3493"/>
                  </a:lnTo>
                  <a:lnTo>
                    <a:pt x="17680" y="1847"/>
                  </a:lnTo>
                  <a:lnTo>
                    <a:pt x="20401" y="562"/>
                  </a:lnTo>
                  <a:lnTo>
                    <a:pt x="28113" y="932"/>
                  </a:lnTo>
                  <a:lnTo>
                    <a:pt x="30744" y="3599"/>
                  </a:lnTo>
                  <a:lnTo>
                    <a:pt x="27106" y="4590"/>
                  </a:lnTo>
                  <a:lnTo>
                    <a:pt x="26001" y="6053"/>
                  </a:lnTo>
                  <a:lnTo>
                    <a:pt x="24707" y="10389"/>
                  </a:lnTo>
                  <a:lnTo>
                    <a:pt x="24795" y="14196"/>
                  </a:lnTo>
                  <a:lnTo>
                    <a:pt x="26590" y="16204"/>
                  </a:lnTo>
                  <a:lnTo>
                    <a:pt x="26966" y="18321"/>
                  </a:lnTo>
                  <a:lnTo>
                    <a:pt x="26072" y="18836"/>
                  </a:lnTo>
                  <a:lnTo>
                    <a:pt x="26626" y="21699"/>
                  </a:lnTo>
                  <a:lnTo>
                    <a:pt x="25026" y="23605"/>
                  </a:lnTo>
                  <a:lnTo>
                    <a:pt x="21696" y="25181"/>
                  </a:lnTo>
                  <a:lnTo>
                    <a:pt x="25264" y="29276"/>
                  </a:lnTo>
                  <a:lnTo>
                    <a:pt x="29551" y="29583"/>
                  </a:lnTo>
                  <a:lnTo>
                    <a:pt x="29051" y="31703"/>
                  </a:lnTo>
                  <a:lnTo>
                    <a:pt x="27265" y="31261"/>
                  </a:lnTo>
                  <a:lnTo>
                    <a:pt x="24757" y="34264"/>
                  </a:lnTo>
                  <a:lnTo>
                    <a:pt x="12618" y="31725"/>
                  </a:lnTo>
                  <a:lnTo>
                    <a:pt x="10907" y="31808"/>
                  </a:lnTo>
                  <a:lnTo>
                    <a:pt x="10499" y="33366"/>
                  </a:lnTo>
                  <a:lnTo>
                    <a:pt x="4652" y="30912"/>
                  </a:lnTo>
                  <a:lnTo>
                    <a:pt x="1220" y="32436"/>
                  </a:lnTo>
                  <a:lnTo>
                    <a:pt x="3083" y="29865"/>
                  </a:lnTo>
                  <a:lnTo>
                    <a:pt x="3018" y="25334"/>
                  </a:lnTo>
                  <a:lnTo>
                    <a:pt x="616" y="22556"/>
                  </a:lnTo>
                  <a:lnTo>
                    <a:pt x="5" y="19170"/>
                  </a:lnTo>
                  <a:lnTo>
                    <a:pt x="0" y="10610"/>
                  </a:lnTo>
                  <a:lnTo>
                    <a:pt x="55" y="9843"/>
                  </a:lnTo>
                  <a:lnTo>
                    <a:pt x="2417" y="8869"/>
                  </a:lnTo>
                  <a:lnTo>
                    <a:pt x="4096" y="9037"/>
                  </a:lnTo>
                  <a:lnTo>
                    <a:pt x="6002" y="6784"/>
                  </a:lnTo>
                  <a:lnTo>
                    <a:pt x="6116" y="4296"/>
                  </a:lnTo>
                  <a:lnTo>
                    <a:pt x="11475" y="536"/>
                  </a:lnTo>
                  <a:lnTo>
                    <a:pt x="1352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h3933"/>
            <p:cNvSpPr/>
            <p:nvPr/>
          </p:nvSpPr>
          <p:spPr>
            <a:xfrm>
              <a:off x="6054263" y="2945220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h3934"/>
            <p:cNvSpPr/>
            <p:nvPr/>
          </p:nvSpPr>
          <p:spPr>
            <a:xfrm>
              <a:off x="6054590" y="29447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h3935"/>
            <p:cNvSpPr/>
            <p:nvPr/>
          </p:nvSpPr>
          <p:spPr>
            <a:xfrm>
              <a:off x="6054996" y="2944428"/>
              <a:ext cx="187" cy="189"/>
            </a:xfrm>
            <a:custGeom>
              <a:avLst/>
              <a:pathLst>
                <a:path w="187" h="189">
                  <a:moveTo>
                    <a:pt x="0" y="160"/>
                  </a:moveTo>
                  <a:lnTo>
                    <a:pt x="139" y="0"/>
                  </a:lnTo>
                  <a:lnTo>
                    <a:pt x="187" y="18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h3936"/>
            <p:cNvSpPr/>
            <p:nvPr/>
          </p:nvSpPr>
          <p:spPr>
            <a:xfrm>
              <a:off x="6054633" y="2944040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h3937"/>
            <p:cNvSpPr/>
            <p:nvPr/>
          </p:nvSpPr>
          <p:spPr>
            <a:xfrm>
              <a:off x="6054383" y="2943552"/>
              <a:ext cx="210" cy="301"/>
            </a:xfrm>
            <a:custGeom>
              <a:avLst/>
              <a:pathLst>
                <a:path w="210" h="301">
                  <a:moveTo>
                    <a:pt x="0" y="196"/>
                  </a:moveTo>
                  <a:lnTo>
                    <a:pt x="132" y="0"/>
                  </a:lnTo>
                  <a:lnTo>
                    <a:pt x="210" y="30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h3938"/>
            <p:cNvSpPr/>
            <p:nvPr/>
          </p:nvSpPr>
          <p:spPr>
            <a:xfrm>
              <a:off x="6052347" y="2942292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h3939"/>
            <p:cNvSpPr/>
            <p:nvPr/>
          </p:nvSpPr>
          <p:spPr>
            <a:xfrm>
              <a:off x="6052047" y="2942567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h3940"/>
            <p:cNvSpPr/>
            <p:nvPr/>
          </p:nvSpPr>
          <p:spPr>
            <a:xfrm>
              <a:off x="6053011" y="2941610"/>
              <a:ext cx="142" cy="48"/>
            </a:xfrm>
            <a:custGeom>
              <a:avLst/>
              <a:pathLst>
                <a:path w="142" h="48">
                  <a:moveTo>
                    <a:pt x="142" y="48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h3941"/>
            <p:cNvSpPr/>
            <p:nvPr/>
          </p:nvSpPr>
          <p:spPr>
            <a:xfrm>
              <a:off x="6051936" y="2940980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h3942"/>
            <p:cNvSpPr/>
            <p:nvPr/>
          </p:nvSpPr>
          <p:spPr>
            <a:xfrm>
              <a:off x="6050257" y="29395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h3943"/>
            <p:cNvSpPr/>
            <p:nvPr/>
          </p:nvSpPr>
          <p:spPr>
            <a:xfrm>
              <a:off x="6049755" y="2939334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h3944"/>
            <p:cNvSpPr/>
            <p:nvPr/>
          </p:nvSpPr>
          <p:spPr>
            <a:xfrm>
              <a:off x="6048674" y="293885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h3945"/>
            <p:cNvSpPr/>
            <p:nvPr/>
          </p:nvSpPr>
          <p:spPr>
            <a:xfrm>
              <a:off x="6048727" y="293865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h3946"/>
            <p:cNvSpPr/>
            <p:nvPr/>
          </p:nvSpPr>
          <p:spPr>
            <a:xfrm>
              <a:off x="6085043" y="2981291"/>
              <a:ext cx="300" cy="965"/>
            </a:xfrm>
            <a:custGeom>
              <a:avLst/>
              <a:pathLst>
                <a:path w="300" h="965">
                  <a:moveTo>
                    <a:pt x="66" y="965"/>
                  </a:moveTo>
                  <a:lnTo>
                    <a:pt x="0" y="349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h3947"/>
            <p:cNvSpPr/>
            <p:nvPr/>
          </p:nvSpPr>
          <p:spPr>
            <a:xfrm>
              <a:off x="6085457" y="2980669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h3948"/>
            <p:cNvSpPr/>
            <p:nvPr/>
          </p:nvSpPr>
          <p:spPr>
            <a:xfrm>
              <a:off x="6078497" y="29758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h3949"/>
            <p:cNvSpPr/>
            <p:nvPr/>
          </p:nvSpPr>
          <p:spPr>
            <a:xfrm>
              <a:off x="6069075" y="29717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h3950"/>
            <p:cNvSpPr/>
            <p:nvPr/>
          </p:nvSpPr>
          <p:spPr>
            <a:xfrm>
              <a:off x="6069462" y="297128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h3951"/>
            <p:cNvSpPr/>
            <p:nvPr/>
          </p:nvSpPr>
          <p:spPr>
            <a:xfrm>
              <a:off x="6060679" y="2961502"/>
              <a:ext cx="215" cy="233"/>
            </a:xfrm>
            <a:custGeom>
              <a:avLst/>
              <a:pathLst>
                <a:path w="215" h="233">
                  <a:moveTo>
                    <a:pt x="0" y="222"/>
                  </a:moveTo>
                  <a:lnTo>
                    <a:pt x="86" y="0"/>
                  </a:lnTo>
                  <a:lnTo>
                    <a:pt x="215" y="23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h3952"/>
            <p:cNvSpPr/>
            <p:nvPr/>
          </p:nvSpPr>
          <p:spPr>
            <a:xfrm>
              <a:off x="6060838" y="29557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h3953"/>
            <p:cNvSpPr/>
            <p:nvPr/>
          </p:nvSpPr>
          <p:spPr>
            <a:xfrm>
              <a:off x="6057481" y="2951208"/>
              <a:ext cx="310" cy="43"/>
            </a:xfrm>
            <a:custGeom>
              <a:avLst/>
              <a:pathLst>
                <a:path w="310" h="43">
                  <a:moveTo>
                    <a:pt x="310" y="0"/>
                  </a:moveTo>
                  <a:lnTo>
                    <a:pt x="0" y="4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h3954"/>
            <p:cNvSpPr/>
            <p:nvPr/>
          </p:nvSpPr>
          <p:spPr>
            <a:xfrm>
              <a:off x="6057240" y="2950919"/>
              <a:ext cx="515" cy="160"/>
            </a:xfrm>
            <a:custGeom>
              <a:avLst/>
              <a:pathLst>
                <a:path w="515" h="160">
                  <a:moveTo>
                    <a:pt x="0" y="157"/>
                  </a:moveTo>
                  <a:lnTo>
                    <a:pt x="205" y="0"/>
                  </a:lnTo>
                  <a:lnTo>
                    <a:pt x="515" y="16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h3955"/>
            <p:cNvSpPr/>
            <p:nvPr/>
          </p:nvSpPr>
          <p:spPr>
            <a:xfrm>
              <a:off x="6040537" y="2917135"/>
              <a:ext cx="77861" cy="63519"/>
            </a:xfrm>
            <a:custGeom>
              <a:avLst/>
              <a:pathLst>
                <a:path w="77861" h="63519">
                  <a:moveTo>
                    <a:pt x="26891" y="9154"/>
                  </a:moveTo>
                  <a:lnTo>
                    <a:pt x="29548" y="8129"/>
                  </a:lnTo>
                  <a:lnTo>
                    <a:pt x="34005" y="9843"/>
                  </a:lnTo>
                  <a:lnTo>
                    <a:pt x="39380" y="7053"/>
                  </a:lnTo>
                  <a:lnTo>
                    <a:pt x="43956" y="15412"/>
                  </a:lnTo>
                  <a:lnTo>
                    <a:pt x="45162" y="16153"/>
                  </a:lnTo>
                  <a:lnTo>
                    <a:pt x="52577" y="16031"/>
                  </a:lnTo>
                  <a:lnTo>
                    <a:pt x="58009" y="17167"/>
                  </a:lnTo>
                  <a:lnTo>
                    <a:pt x="62345" y="17247"/>
                  </a:lnTo>
                  <a:lnTo>
                    <a:pt x="68463" y="20286"/>
                  </a:lnTo>
                  <a:lnTo>
                    <a:pt x="67914" y="21302"/>
                  </a:lnTo>
                  <a:lnTo>
                    <a:pt x="69250" y="24205"/>
                  </a:lnTo>
                  <a:lnTo>
                    <a:pt x="76058" y="27337"/>
                  </a:lnTo>
                  <a:lnTo>
                    <a:pt x="77861" y="29475"/>
                  </a:lnTo>
                  <a:lnTo>
                    <a:pt x="75162" y="32316"/>
                  </a:lnTo>
                  <a:lnTo>
                    <a:pt x="77592" y="36808"/>
                  </a:lnTo>
                  <a:lnTo>
                    <a:pt x="72172" y="40222"/>
                  </a:lnTo>
                  <a:lnTo>
                    <a:pt x="70591" y="42460"/>
                  </a:lnTo>
                  <a:lnTo>
                    <a:pt x="67870" y="42597"/>
                  </a:lnTo>
                  <a:lnTo>
                    <a:pt x="65974" y="43953"/>
                  </a:lnTo>
                  <a:lnTo>
                    <a:pt x="65333" y="45437"/>
                  </a:lnTo>
                  <a:lnTo>
                    <a:pt x="66838" y="47772"/>
                  </a:lnTo>
                  <a:lnTo>
                    <a:pt x="66398" y="49797"/>
                  </a:lnTo>
                  <a:lnTo>
                    <a:pt x="62922" y="47296"/>
                  </a:lnTo>
                  <a:lnTo>
                    <a:pt x="61199" y="46902"/>
                  </a:lnTo>
                  <a:lnTo>
                    <a:pt x="60316" y="47302"/>
                  </a:lnTo>
                  <a:lnTo>
                    <a:pt x="60509" y="48232"/>
                  </a:lnTo>
                  <a:lnTo>
                    <a:pt x="55978" y="50313"/>
                  </a:lnTo>
                  <a:lnTo>
                    <a:pt x="49831" y="51443"/>
                  </a:lnTo>
                  <a:lnTo>
                    <a:pt x="48114" y="53979"/>
                  </a:lnTo>
                  <a:lnTo>
                    <a:pt x="51418" y="57617"/>
                  </a:lnTo>
                  <a:lnTo>
                    <a:pt x="49266" y="60875"/>
                  </a:lnTo>
                  <a:lnTo>
                    <a:pt x="49267" y="63038"/>
                  </a:lnTo>
                  <a:lnTo>
                    <a:pt x="45257" y="63519"/>
                  </a:lnTo>
                  <a:lnTo>
                    <a:pt x="45863" y="60278"/>
                  </a:lnTo>
                  <a:lnTo>
                    <a:pt x="47847" y="57930"/>
                  </a:lnTo>
                  <a:lnTo>
                    <a:pt x="46444" y="55640"/>
                  </a:lnTo>
                  <a:lnTo>
                    <a:pt x="42919" y="54844"/>
                  </a:lnTo>
                  <a:lnTo>
                    <a:pt x="37780" y="57450"/>
                  </a:lnTo>
                  <a:lnTo>
                    <a:pt x="28956" y="52414"/>
                  </a:lnTo>
                  <a:lnTo>
                    <a:pt x="22167" y="45748"/>
                  </a:lnTo>
                  <a:lnTo>
                    <a:pt x="21388" y="44110"/>
                  </a:lnTo>
                  <a:lnTo>
                    <a:pt x="22281" y="42290"/>
                  </a:lnTo>
                  <a:lnTo>
                    <a:pt x="21301" y="38831"/>
                  </a:lnTo>
                  <a:lnTo>
                    <a:pt x="17740" y="34702"/>
                  </a:lnTo>
                  <a:lnTo>
                    <a:pt x="14597" y="24047"/>
                  </a:lnTo>
                  <a:lnTo>
                    <a:pt x="12755" y="21725"/>
                  </a:lnTo>
                  <a:lnTo>
                    <a:pt x="7742" y="19145"/>
                  </a:lnTo>
                  <a:lnTo>
                    <a:pt x="0" y="13571"/>
                  </a:lnTo>
                  <a:lnTo>
                    <a:pt x="3616" y="13817"/>
                  </a:lnTo>
                  <a:lnTo>
                    <a:pt x="5733" y="11922"/>
                  </a:lnTo>
                  <a:lnTo>
                    <a:pt x="9582" y="4193"/>
                  </a:lnTo>
                  <a:lnTo>
                    <a:pt x="13280" y="5066"/>
                  </a:lnTo>
                  <a:lnTo>
                    <a:pt x="22278" y="0"/>
                  </a:lnTo>
                  <a:lnTo>
                    <a:pt x="23630" y="571"/>
                  </a:lnTo>
                  <a:lnTo>
                    <a:pt x="23948" y="1473"/>
                  </a:lnTo>
                  <a:lnTo>
                    <a:pt x="23872" y="4071"/>
                  </a:lnTo>
                  <a:lnTo>
                    <a:pt x="22248" y="590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h3956"/>
            <p:cNvSpPr/>
            <p:nvPr/>
          </p:nvSpPr>
          <p:spPr>
            <a:xfrm>
              <a:off x="6055334" y="2945677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h3957"/>
            <p:cNvSpPr/>
            <p:nvPr/>
          </p:nvSpPr>
          <p:spPr>
            <a:xfrm>
              <a:off x="6054993" y="2944081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h3958"/>
            <p:cNvSpPr/>
            <p:nvPr/>
          </p:nvSpPr>
          <p:spPr>
            <a:xfrm>
              <a:off x="6320772" y="2682191"/>
              <a:ext cx="36432" cy="24289"/>
            </a:xfrm>
            <a:custGeom>
              <a:avLst/>
              <a:pathLst>
                <a:path w="36432" h="24289">
                  <a:moveTo>
                    <a:pt x="16835" y="2786"/>
                  </a:moveTo>
                  <a:lnTo>
                    <a:pt x="18294" y="2815"/>
                  </a:lnTo>
                  <a:lnTo>
                    <a:pt x="21698" y="2972"/>
                  </a:lnTo>
                  <a:lnTo>
                    <a:pt x="29260" y="7478"/>
                  </a:lnTo>
                  <a:lnTo>
                    <a:pt x="34007" y="11247"/>
                  </a:lnTo>
                  <a:lnTo>
                    <a:pt x="36432" y="11732"/>
                  </a:lnTo>
                  <a:lnTo>
                    <a:pt x="34539" y="15276"/>
                  </a:lnTo>
                  <a:lnTo>
                    <a:pt x="25715" y="21728"/>
                  </a:lnTo>
                  <a:lnTo>
                    <a:pt x="21495" y="23454"/>
                  </a:lnTo>
                  <a:lnTo>
                    <a:pt x="16931" y="24289"/>
                  </a:lnTo>
                  <a:lnTo>
                    <a:pt x="13142" y="22193"/>
                  </a:lnTo>
                  <a:lnTo>
                    <a:pt x="6214" y="16589"/>
                  </a:lnTo>
                  <a:lnTo>
                    <a:pt x="440" y="13856"/>
                  </a:lnTo>
                  <a:lnTo>
                    <a:pt x="64" y="10918"/>
                  </a:lnTo>
                  <a:lnTo>
                    <a:pt x="879" y="8646"/>
                  </a:lnTo>
                  <a:lnTo>
                    <a:pt x="0" y="6045"/>
                  </a:lnTo>
                  <a:lnTo>
                    <a:pt x="266" y="5562"/>
                  </a:lnTo>
                  <a:lnTo>
                    <a:pt x="1149" y="6095"/>
                  </a:lnTo>
                  <a:lnTo>
                    <a:pt x="2765" y="5687"/>
                  </a:lnTo>
                  <a:lnTo>
                    <a:pt x="5593" y="3864"/>
                  </a:lnTo>
                  <a:lnTo>
                    <a:pt x="6354" y="1742"/>
                  </a:lnTo>
                  <a:lnTo>
                    <a:pt x="9110" y="293"/>
                  </a:lnTo>
                  <a:lnTo>
                    <a:pt x="1271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h3959"/>
            <p:cNvSpPr/>
            <p:nvPr/>
          </p:nvSpPr>
          <p:spPr>
            <a:xfrm>
              <a:off x="6098557" y="2829095"/>
              <a:ext cx="37508" cy="41335"/>
            </a:xfrm>
            <a:custGeom>
              <a:avLst/>
              <a:pathLst>
                <a:path w="37508" h="41335">
                  <a:moveTo>
                    <a:pt x="27426" y="197"/>
                  </a:moveTo>
                  <a:lnTo>
                    <a:pt x="28126" y="5168"/>
                  </a:lnTo>
                  <a:lnTo>
                    <a:pt x="34191" y="17655"/>
                  </a:lnTo>
                  <a:lnTo>
                    <a:pt x="33400" y="20123"/>
                  </a:lnTo>
                  <a:lnTo>
                    <a:pt x="32109" y="20183"/>
                  </a:lnTo>
                  <a:lnTo>
                    <a:pt x="32159" y="20757"/>
                  </a:lnTo>
                  <a:lnTo>
                    <a:pt x="33761" y="21573"/>
                  </a:lnTo>
                  <a:lnTo>
                    <a:pt x="36602" y="21235"/>
                  </a:lnTo>
                  <a:lnTo>
                    <a:pt x="37508" y="25311"/>
                  </a:lnTo>
                  <a:lnTo>
                    <a:pt x="35019" y="25395"/>
                  </a:lnTo>
                  <a:lnTo>
                    <a:pt x="34715" y="26266"/>
                  </a:lnTo>
                  <a:lnTo>
                    <a:pt x="35264" y="26597"/>
                  </a:lnTo>
                  <a:lnTo>
                    <a:pt x="29786" y="30814"/>
                  </a:lnTo>
                  <a:lnTo>
                    <a:pt x="27576" y="31247"/>
                  </a:lnTo>
                  <a:lnTo>
                    <a:pt x="22166" y="29551"/>
                  </a:lnTo>
                  <a:lnTo>
                    <a:pt x="20884" y="27921"/>
                  </a:lnTo>
                  <a:lnTo>
                    <a:pt x="17859" y="27512"/>
                  </a:lnTo>
                  <a:lnTo>
                    <a:pt x="14649" y="30804"/>
                  </a:lnTo>
                  <a:lnTo>
                    <a:pt x="14311" y="31993"/>
                  </a:lnTo>
                  <a:lnTo>
                    <a:pt x="15480" y="33838"/>
                  </a:lnTo>
                  <a:lnTo>
                    <a:pt x="13269" y="38340"/>
                  </a:lnTo>
                  <a:lnTo>
                    <a:pt x="8516" y="41335"/>
                  </a:lnTo>
                  <a:lnTo>
                    <a:pt x="4424" y="38963"/>
                  </a:lnTo>
                  <a:lnTo>
                    <a:pt x="1241" y="36076"/>
                  </a:lnTo>
                  <a:lnTo>
                    <a:pt x="1109" y="32449"/>
                  </a:lnTo>
                  <a:lnTo>
                    <a:pt x="0" y="29799"/>
                  </a:lnTo>
                  <a:lnTo>
                    <a:pt x="1204" y="28822"/>
                  </a:lnTo>
                  <a:lnTo>
                    <a:pt x="4691" y="28295"/>
                  </a:lnTo>
                  <a:lnTo>
                    <a:pt x="8081" y="24853"/>
                  </a:lnTo>
                  <a:lnTo>
                    <a:pt x="9239" y="21669"/>
                  </a:lnTo>
                  <a:lnTo>
                    <a:pt x="13122" y="17130"/>
                  </a:lnTo>
                  <a:lnTo>
                    <a:pt x="13274" y="15842"/>
                  </a:lnTo>
                  <a:lnTo>
                    <a:pt x="11415" y="10964"/>
                  </a:lnTo>
                  <a:lnTo>
                    <a:pt x="12181" y="5304"/>
                  </a:lnTo>
                  <a:lnTo>
                    <a:pt x="15451" y="4753"/>
                  </a:lnTo>
                  <a:lnTo>
                    <a:pt x="16545" y="6519"/>
                  </a:lnTo>
                  <a:lnTo>
                    <a:pt x="18159" y="6842"/>
                  </a:lnTo>
                  <a:lnTo>
                    <a:pt x="19339" y="5731"/>
                  </a:lnTo>
                  <a:lnTo>
                    <a:pt x="20601" y="2538"/>
                  </a:lnTo>
                  <a:lnTo>
                    <a:pt x="2317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h3960"/>
            <p:cNvSpPr/>
            <p:nvPr/>
          </p:nvSpPr>
          <p:spPr>
            <a:xfrm>
              <a:off x="6312003" y="2741891"/>
              <a:ext cx="28214" cy="23188"/>
            </a:xfrm>
            <a:custGeom>
              <a:avLst/>
              <a:pathLst>
                <a:path w="28214" h="23188">
                  <a:moveTo>
                    <a:pt x="27940" y="810"/>
                  </a:moveTo>
                  <a:lnTo>
                    <a:pt x="27232" y="5051"/>
                  </a:lnTo>
                  <a:lnTo>
                    <a:pt x="22412" y="7729"/>
                  </a:lnTo>
                  <a:lnTo>
                    <a:pt x="23913" y="13404"/>
                  </a:lnTo>
                  <a:lnTo>
                    <a:pt x="25281" y="13829"/>
                  </a:lnTo>
                  <a:lnTo>
                    <a:pt x="26617" y="12495"/>
                  </a:lnTo>
                  <a:lnTo>
                    <a:pt x="27203" y="12643"/>
                  </a:lnTo>
                  <a:lnTo>
                    <a:pt x="28214" y="14111"/>
                  </a:lnTo>
                  <a:lnTo>
                    <a:pt x="27367" y="15090"/>
                  </a:lnTo>
                  <a:lnTo>
                    <a:pt x="20260" y="16421"/>
                  </a:lnTo>
                  <a:lnTo>
                    <a:pt x="16665" y="17930"/>
                  </a:lnTo>
                  <a:lnTo>
                    <a:pt x="10797" y="21799"/>
                  </a:lnTo>
                  <a:lnTo>
                    <a:pt x="8599" y="20538"/>
                  </a:lnTo>
                  <a:lnTo>
                    <a:pt x="4248" y="22649"/>
                  </a:lnTo>
                  <a:lnTo>
                    <a:pt x="674" y="23188"/>
                  </a:lnTo>
                  <a:lnTo>
                    <a:pt x="0" y="19323"/>
                  </a:lnTo>
                  <a:lnTo>
                    <a:pt x="1902" y="16494"/>
                  </a:lnTo>
                  <a:lnTo>
                    <a:pt x="241" y="13076"/>
                  </a:lnTo>
                  <a:lnTo>
                    <a:pt x="1994" y="11303"/>
                  </a:lnTo>
                  <a:lnTo>
                    <a:pt x="8426" y="7927"/>
                  </a:lnTo>
                  <a:lnTo>
                    <a:pt x="10791" y="5996"/>
                  </a:lnTo>
                  <a:lnTo>
                    <a:pt x="14484" y="7648"/>
                  </a:lnTo>
                  <a:lnTo>
                    <a:pt x="17655" y="5625"/>
                  </a:lnTo>
                  <a:lnTo>
                    <a:pt x="19021" y="1637"/>
                  </a:lnTo>
                  <a:lnTo>
                    <a:pt x="2276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h3961"/>
            <p:cNvSpPr/>
            <p:nvPr/>
          </p:nvSpPr>
          <p:spPr>
            <a:xfrm>
              <a:off x="6281247" y="2741851"/>
              <a:ext cx="34346" cy="32332"/>
            </a:xfrm>
            <a:custGeom>
              <a:avLst/>
              <a:pathLst>
                <a:path w="34346" h="32332">
                  <a:moveTo>
                    <a:pt x="8211" y="2573"/>
                  </a:moveTo>
                  <a:lnTo>
                    <a:pt x="9425" y="2486"/>
                  </a:lnTo>
                  <a:lnTo>
                    <a:pt x="9993" y="885"/>
                  </a:lnTo>
                  <a:lnTo>
                    <a:pt x="12278" y="841"/>
                  </a:lnTo>
                  <a:lnTo>
                    <a:pt x="16445" y="3658"/>
                  </a:lnTo>
                  <a:lnTo>
                    <a:pt x="16894" y="5877"/>
                  </a:lnTo>
                  <a:lnTo>
                    <a:pt x="19828" y="6444"/>
                  </a:lnTo>
                  <a:lnTo>
                    <a:pt x="26317" y="1377"/>
                  </a:lnTo>
                  <a:lnTo>
                    <a:pt x="32751" y="11344"/>
                  </a:lnTo>
                  <a:lnTo>
                    <a:pt x="30997" y="13117"/>
                  </a:lnTo>
                  <a:lnTo>
                    <a:pt x="32658" y="16535"/>
                  </a:lnTo>
                  <a:lnTo>
                    <a:pt x="30756" y="19364"/>
                  </a:lnTo>
                  <a:lnTo>
                    <a:pt x="31430" y="23228"/>
                  </a:lnTo>
                  <a:lnTo>
                    <a:pt x="31095" y="27374"/>
                  </a:lnTo>
                  <a:lnTo>
                    <a:pt x="33487" y="28265"/>
                  </a:lnTo>
                  <a:lnTo>
                    <a:pt x="34346" y="27754"/>
                  </a:lnTo>
                  <a:lnTo>
                    <a:pt x="32674" y="30048"/>
                  </a:lnTo>
                  <a:lnTo>
                    <a:pt x="27566" y="32332"/>
                  </a:lnTo>
                  <a:lnTo>
                    <a:pt x="25611" y="29836"/>
                  </a:lnTo>
                  <a:lnTo>
                    <a:pt x="24802" y="30266"/>
                  </a:lnTo>
                  <a:lnTo>
                    <a:pt x="22420" y="31063"/>
                  </a:lnTo>
                  <a:lnTo>
                    <a:pt x="21248" y="30654"/>
                  </a:lnTo>
                  <a:lnTo>
                    <a:pt x="16106" y="26397"/>
                  </a:lnTo>
                  <a:lnTo>
                    <a:pt x="14960" y="24538"/>
                  </a:lnTo>
                  <a:lnTo>
                    <a:pt x="14974" y="21212"/>
                  </a:lnTo>
                  <a:lnTo>
                    <a:pt x="11220" y="19373"/>
                  </a:lnTo>
                  <a:lnTo>
                    <a:pt x="5825" y="18841"/>
                  </a:lnTo>
                  <a:lnTo>
                    <a:pt x="4467" y="19603"/>
                  </a:lnTo>
                  <a:lnTo>
                    <a:pt x="994" y="17402"/>
                  </a:lnTo>
                  <a:lnTo>
                    <a:pt x="0" y="15680"/>
                  </a:lnTo>
                  <a:lnTo>
                    <a:pt x="2294" y="14646"/>
                  </a:lnTo>
                  <a:lnTo>
                    <a:pt x="3059" y="13114"/>
                  </a:lnTo>
                  <a:lnTo>
                    <a:pt x="2274" y="7237"/>
                  </a:lnTo>
                  <a:lnTo>
                    <a:pt x="3805" y="884"/>
                  </a:lnTo>
                  <a:lnTo>
                    <a:pt x="558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h3962"/>
            <p:cNvSpPr/>
            <p:nvPr/>
          </p:nvSpPr>
          <p:spPr>
            <a:xfrm>
              <a:off x="6103675" y="2861709"/>
              <a:ext cx="53569" cy="47513"/>
            </a:xfrm>
            <a:custGeom>
              <a:avLst/>
              <a:pathLst>
                <a:path w="53569" h="47513">
                  <a:moveTo>
                    <a:pt x="42134" y="1832"/>
                  </a:moveTo>
                  <a:lnTo>
                    <a:pt x="43617" y="4504"/>
                  </a:lnTo>
                  <a:lnTo>
                    <a:pt x="40633" y="4727"/>
                  </a:lnTo>
                  <a:lnTo>
                    <a:pt x="39645" y="5558"/>
                  </a:lnTo>
                  <a:lnTo>
                    <a:pt x="42688" y="9555"/>
                  </a:lnTo>
                  <a:lnTo>
                    <a:pt x="51535" y="6404"/>
                  </a:lnTo>
                  <a:lnTo>
                    <a:pt x="53569" y="7919"/>
                  </a:lnTo>
                  <a:lnTo>
                    <a:pt x="52257" y="12047"/>
                  </a:lnTo>
                  <a:lnTo>
                    <a:pt x="52259" y="13158"/>
                  </a:lnTo>
                  <a:lnTo>
                    <a:pt x="50528" y="14856"/>
                  </a:lnTo>
                  <a:lnTo>
                    <a:pt x="48942" y="15015"/>
                  </a:lnTo>
                  <a:lnTo>
                    <a:pt x="48101" y="13728"/>
                  </a:lnTo>
                  <a:lnTo>
                    <a:pt x="45292" y="15066"/>
                  </a:lnTo>
                  <a:lnTo>
                    <a:pt x="41291" y="18487"/>
                  </a:lnTo>
                  <a:lnTo>
                    <a:pt x="39182" y="23301"/>
                  </a:lnTo>
                  <a:lnTo>
                    <a:pt x="39036" y="25804"/>
                  </a:lnTo>
                  <a:lnTo>
                    <a:pt x="37166" y="29392"/>
                  </a:lnTo>
                  <a:lnTo>
                    <a:pt x="32760" y="31579"/>
                  </a:lnTo>
                  <a:lnTo>
                    <a:pt x="32616" y="36691"/>
                  </a:lnTo>
                  <a:lnTo>
                    <a:pt x="33592" y="37500"/>
                  </a:lnTo>
                  <a:lnTo>
                    <a:pt x="27842" y="39416"/>
                  </a:lnTo>
                  <a:lnTo>
                    <a:pt x="23494" y="46762"/>
                  </a:lnTo>
                  <a:lnTo>
                    <a:pt x="20605" y="44879"/>
                  </a:lnTo>
                  <a:lnTo>
                    <a:pt x="19701" y="46671"/>
                  </a:lnTo>
                  <a:lnTo>
                    <a:pt x="18457" y="47513"/>
                  </a:lnTo>
                  <a:lnTo>
                    <a:pt x="16052" y="45772"/>
                  </a:lnTo>
                  <a:lnTo>
                    <a:pt x="14198" y="39947"/>
                  </a:lnTo>
                  <a:lnTo>
                    <a:pt x="14160" y="32276"/>
                  </a:lnTo>
                  <a:lnTo>
                    <a:pt x="8654" y="26799"/>
                  </a:lnTo>
                  <a:lnTo>
                    <a:pt x="6820" y="26568"/>
                  </a:lnTo>
                  <a:lnTo>
                    <a:pt x="5241" y="22886"/>
                  </a:lnTo>
                  <a:lnTo>
                    <a:pt x="5103" y="20397"/>
                  </a:lnTo>
                  <a:lnTo>
                    <a:pt x="0" y="13414"/>
                  </a:lnTo>
                  <a:lnTo>
                    <a:pt x="784" y="11991"/>
                  </a:lnTo>
                  <a:lnTo>
                    <a:pt x="2155" y="14390"/>
                  </a:lnTo>
                  <a:lnTo>
                    <a:pt x="5030" y="15525"/>
                  </a:lnTo>
                  <a:lnTo>
                    <a:pt x="8088" y="12951"/>
                  </a:lnTo>
                  <a:lnTo>
                    <a:pt x="12120" y="12486"/>
                  </a:lnTo>
                  <a:lnTo>
                    <a:pt x="26669" y="13486"/>
                  </a:lnTo>
                  <a:lnTo>
                    <a:pt x="29481" y="15389"/>
                  </a:lnTo>
                  <a:lnTo>
                    <a:pt x="32582" y="13314"/>
                  </a:lnTo>
                  <a:lnTo>
                    <a:pt x="30718" y="9931"/>
                  </a:lnTo>
                  <a:lnTo>
                    <a:pt x="30550" y="5551"/>
                  </a:lnTo>
                  <a:lnTo>
                    <a:pt x="33773" y="3782"/>
                  </a:lnTo>
                  <a:lnTo>
                    <a:pt x="35567" y="1514"/>
                  </a:lnTo>
                  <a:lnTo>
                    <a:pt x="3673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h3963"/>
            <p:cNvSpPr/>
            <p:nvPr/>
          </p:nvSpPr>
          <p:spPr>
            <a:xfrm>
              <a:off x="6209376" y="2849808"/>
              <a:ext cx="32360" cy="27775"/>
            </a:xfrm>
            <a:custGeom>
              <a:avLst/>
              <a:pathLst>
                <a:path w="32360" h="27775">
                  <a:moveTo>
                    <a:pt x="29826" y="9749"/>
                  </a:moveTo>
                  <a:lnTo>
                    <a:pt x="29612" y="13507"/>
                  </a:lnTo>
                  <a:lnTo>
                    <a:pt x="32308" y="17281"/>
                  </a:lnTo>
                  <a:lnTo>
                    <a:pt x="32360" y="25175"/>
                  </a:lnTo>
                  <a:lnTo>
                    <a:pt x="29600" y="27775"/>
                  </a:lnTo>
                  <a:lnTo>
                    <a:pt x="23705" y="26018"/>
                  </a:lnTo>
                  <a:lnTo>
                    <a:pt x="24082" y="24728"/>
                  </a:lnTo>
                  <a:lnTo>
                    <a:pt x="19581" y="24636"/>
                  </a:lnTo>
                  <a:lnTo>
                    <a:pt x="17679" y="25987"/>
                  </a:lnTo>
                  <a:lnTo>
                    <a:pt x="15860" y="25887"/>
                  </a:lnTo>
                  <a:lnTo>
                    <a:pt x="10259" y="22451"/>
                  </a:lnTo>
                  <a:lnTo>
                    <a:pt x="8090" y="20325"/>
                  </a:lnTo>
                  <a:lnTo>
                    <a:pt x="7459" y="13209"/>
                  </a:lnTo>
                  <a:lnTo>
                    <a:pt x="5808" y="13039"/>
                  </a:lnTo>
                  <a:lnTo>
                    <a:pt x="2741" y="14928"/>
                  </a:lnTo>
                  <a:lnTo>
                    <a:pt x="0" y="12654"/>
                  </a:lnTo>
                  <a:lnTo>
                    <a:pt x="2580" y="11813"/>
                  </a:lnTo>
                  <a:lnTo>
                    <a:pt x="2158" y="9096"/>
                  </a:lnTo>
                  <a:lnTo>
                    <a:pt x="6268" y="6014"/>
                  </a:lnTo>
                  <a:lnTo>
                    <a:pt x="8011" y="2167"/>
                  </a:lnTo>
                  <a:lnTo>
                    <a:pt x="12021" y="3808"/>
                  </a:lnTo>
                  <a:lnTo>
                    <a:pt x="13418" y="872"/>
                  </a:lnTo>
                  <a:lnTo>
                    <a:pt x="13405" y="1977"/>
                  </a:lnTo>
                  <a:lnTo>
                    <a:pt x="2157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h3964"/>
            <p:cNvSpPr/>
            <p:nvPr/>
          </p:nvSpPr>
          <p:spPr>
            <a:xfrm>
              <a:off x="6217889" y="2774115"/>
              <a:ext cx="39739" cy="47685"/>
            </a:xfrm>
            <a:custGeom>
              <a:avLst/>
              <a:pathLst>
                <a:path w="39739" h="47685">
                  <a:moveTo>
                    <a:pt x="20694" y="346"/>
                  </a:moveTo>
                  <a:lnTo>
                    <a:pt x="25654" y="2869"/>
                  </a:lnTo>
                  <a:lnTo>
                    <a:pt x="25825" y="4370"/>
                  </a:lnTo>
                  <a:lnTo>
                    <a:pt x="27913" y="4935"/>
                  </a:lnTo>
                  <a:lnTo>
                    <a:pt x="31883" y="4258"/>
                  </a:lnTo>
                  <a:lnTo>
                    <a:pt x="32856" y="6429"/>
                  </a:lnTo>
                  <a:lnTo>
                    <a:pt x="37634" y="16610"/>
                  </a:lnTo>
                  <a:lnTo>
                    <a:pt x="36730" y="22273"/>
                  </a:lnTo>
                  <a:lnTo>
                    <a:pt x="39739" y="25082"/>
                  </a:lnTo>
                  <a:lnTo>
                    <a:pt x="39095" y="28240"/>
                  </a:lnTo>
                  <a:lnTo>
                    <a:pt x="35135" y="32416"/>
                  </a:lnTo>
                  <a:lnTo>
                    <a:pt x="30337" y="33261"/>
                  </a:lnTo>
                  <a:lnTo>
                    <a:pt x="29257" y="34649"/>
                  </a:lnTo>
                  <a:lnTo>
                    <a:pt x="28870" y="38301"/>
                  </a:lnTo>
                  <a:lnTo>
                    <a:pt x="29520" y="41959"/>
                  </a:lnTo>
                  <a:lnTo>
                    <a:pt x="27199" y="44380"/>
                  </a:lnTo>
                  <a:lnTo>
                    <a:pt x="26851" y="47522"/>
                  </a:lnTo>
                  <a:lnTo>
                    <a:pt x="25628" y="47685"/>
                  </a:lnTo>
                  <a:lnTo>
                    <a:pt x="23367" y="46694"/>
                  </a:lnTo>
                  <a:lnTo>
                    <a:pt x="20582" y="46467"/>
                  </a:lnTo>
                  <a:lnTo>
                    <a:pt x="13952" y="47035"/>
                  </a:lnTo>
                  <a:lnTo>
                    <a:pt x="13916" y="45618"/>
                  </a:lnTo>
                  <a:lnTo>
                    <a:pt x="10925" y="44258"/>
                  </a:lnTo>
                  <a:lnTo>
                    <a:pt x="7068" y="44265"/>
                  </a:lnTo>
                  <a:lnTo>
                    <a:pt x="3748" y="35721"/>
                  </a:lnTo>
                  <a:lnTo>
                    <a:pt x="1064" y="35613"/>
                  </a:lnTo>
                  <a:lnTo>
                    <a:pt x="185" y="33667"/>
                  </a:lnTo>
                  <a:lnTo>
                    <a:pt x="410" y="32656"/>
                  </a:lnTo>
                  <a:lnTo>
                    <a:pt x="2969" y="31972"/>
                  </a:lnTo>
                  <a:lnTo>
                    <a:pt x="4838" y="33229"/>
                  </a:lnTo>
                  <a:lnTo>
                    <a:pt x="6256" y="29573"/>
                  </a:lnTo>
                  <a:lnTo>
                    <a:pt x="5655" y="26202"/>
                  </a:lnTo>
                  <a:lnTo>
                    <a:pt x="4694" y="25792"/>
                  </a:lnTo>
                  <a:lnTo>
                    <a:pt x="3257" y="27798"/>
                  </a:lnTo>
                  <a:lnTo>
                    <a:pt x="1976" y="27855"/>
                  </a:lnTo>
                  <a:lnTo>
                    <a:pt x="1107" y="27574"/>
                  </a:lnTo>
                  <a:lnTo>
                    <a:pt x="0" y="25701"/>
                  </a:lnTo>
                  <a:lnTo>
                    <a:pt x="135" y="22945"/>
                  </a:lnTo>
                  <a:lnTo>
                    <a:pt x="1905" y="21484"/>
                  </a:lnTo>
                  <a:lnTo>
                    <a:pt x="1594" y="19780"/>
                  </a:lnTo>
                  <a:lnTo>
                    <a:pt x="931" y="17829"/>
                  </a:lnTo>
                  <a:lnTo>
                    <a:pt x="3366" y="13697"/>
                  </a:lnTo>
                  <a:lnTo>
                    <a:pt x="928" y="9825"/>
                  </a:lnTo>
                  <a:lnTo>
                    <a:pt x="5439" y="3008"/>
                  </a:lnTo>
                  <a:lnTo>
                    <a:pt x="11145" y="2865"/>
                  </a:lnTo>
                  <a:lnTo>
                    <a:pt x="153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h3965"/>
            <p:cNvSpPr/>
            <p:nvPr/>
          </p:nvSpPr>
          <p:spPr>
            <a:xfrm>
              <a:off x="6237615" y="2922931"/>
              <a:ext cx="30543" cy="30803"/>
            </a:xfrm>
            <a:custGeom>
              <a:avLst/>
              <a:pathLst>
                <a:path w="30543" h="30803">
                  <a:moveTo>
                    <a:pt x="14333" y="0"/>
                  </a:moveTo>
                  <a:lnTo>
                    <a:pt x="13478" y="992"/>
                  </a:lnTo>
                  <a:lnTo>
                    <a:pt x="13374" y="5092"/>
                  </a:lnTo>
                  <a:lnTo>
                    <a:pt x="17082" y="8820"/>
                  </a:lnTo>
                  <a:lnTo>
                    <a:pt x="16958" y="11250"/>
                  </a:lnTo>
                  <a:lnTo>
                    <a:pt x="18733" y="14343"/>
                  </a:lnTo>
                  <a:lnTo>
                    <a:pt x="25461" y="19388"/>
                  </a:lnTo>
                  <a:lnTo>
                    <a:pt x="25345" y="21806"/>
                  </a:lnTo>
                  <a:lnTo>
                    <a:pt x="27434" y="24885"/>
                  </a:lnTo>
                  <a:lnTo>
                    <a:pt x="30543" y="27545"/>
                  </a:lnTo>
                  <a:lnTo>
                    <a:pt x="29680" y="30803"/>
                  </a:lnTo>
                  <a:lnTo>
                    <a:pt x="28211" y="30502"/>
                  </a:lnTo>
                  <a:lnTo>
                    <a:pt x="21420" y="28494"/>
                  </a:lnTo>
                  <a:lnTo>
                    <a:pt x="20770" y="24182"/>
                  </a:lnTo>
                  <a:lnTo>
                    <a:pt x="19430" y="22705"/>
                  </a:lnTo>
                  <a:lnTo>
                    <a:pt x="16609" y="23482"/>
                  </a:lnTo>
                  <a:lnTo>
                    <a:pt x="16756" y="20204"/>
                  </a:lnTo>
                  <a:lnTo>
                    <a:pt x="18827" y="18980"/>
                  </a:lnTo>
                  <a:lnTo>
                    <a:pt x="17306" y="16892"/>
                  </a:lnTo>
                  <a:lnTo>
                    <a:pt x="12869" y="16184"/>
                  </a:lnTo>
                  <a:lnTo>
                    <a:pt x="10694" y="17410"/>
                  </a:lnTo>
                  <a:lnTo>
                    <a:pt x="6440" y="14485"/>
                  </a:lnTo>
                  <a:lnTo>
                    <a:pt x="925" y="13125"/>
                  </a:lnTo>
                  <a:lnTo>
                    <a:pt x="0" y="10364"/>
                  </a:lnTo>
                  <a:lnTo>
                    <a:pt x="3983" y="6172"/>
                  </a:lnTo>
                  <a:lnTo>
                    <a:pt x="6981" y="4413"/>
                  </a:lnTo>
                  <a:lnTo>
                    <a:pt x="8264" y="2377"/>
                  </a:lnTo>
                  <a:lnTo>
                    <a:pt x="7740" y="410"/>
                  </a:lnTo>
                  <a:lnTo>
                    <a:pt x="11760" y="74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h3966"/>
            <p:cNvSpPr/>
            <p:nvPr/>
          </p:nvSpPr>
          <p:spPr>
            <a:xfrm>
              <a:off x="6281414" y="2827068"/>
              <a:ext cx="37391" cy="19834"/>
            </a:xfrm>
            <a:custGeom>
              <a:avLst/>
              <a:pathLst>
                <a:path w="37391" h="19834">
                  <a:moveTo>
                    <a:pt x="22931" y="8"/>
                  </a:moveTo>
                  <a:lnTo>
                    <a:pt x="27385" y="2823"/>
                  </a:lnTo>
                  <a:lnTo>
                    <a:pt x="30708" y="2396"/>
                  </a:lnTo>
                  <a:lnTo>
                    <a:pt x="36673" y="6849"/>
                  </a:lnTo>
                  <a:lnTo>
                    <a:pt x="37391" y="13840"/>
                  </a:lnTo>
                  <a:lnTo>
                    <a:pt x="36322" y="12121"/>
                  </a:lnTo>
                  <a:lnTo>
                    <a:pt x="34021" y="12071"/>
                  </a:lnTo>
                  <a:lnTo>
                    <a:pt x="33635" y="14101"/>
                  </a:lnTo>
                  <a:lnTo>
                    <a:pt x="31725" y="16397"/>
                  </a:lnTo>
                  <a:lnTo>
                    <a:pt x="28183" y="15650"/>
                  </a:lnTo>
                  <a:lnTo>
                    <a:pt x="26031" y="16346"/>
                  </a:lnTo>
                  <a:lnTo>
                    <a:pt x="23828" y="17981"/>
                  </a:lnTo>
                  <a:lnTo>
                    <a:pt x="23677" y="19171"/>
                  </a:lnTo>
                  <a:lnTo>
                    <a:pt x="21367" y="19834"/>
                  </a:lnTo>
                  <a:lnTo>
                    <a:pt x="17993" y="19229"/>
                  </a:lnTo>
                  <a:lnTo>
                    <a:pt x="15444" y="17299"/>
                  </a:lnTo>
                  <a:lnTo>
                    <a:pt x="5127" y="16257"/>
                  </a:lnTo>
                  <a:lnTo>
                    <a:pt x="776" y="17416"/>
                  </a:lnTo>
                  <a:lnTo>
                    <a:pt x="0" y="15539"/>
                  </a:lnTo>
                  <a:lnTo>
                    <a:pt x="1223" y="7028"/>
                  </a:lnTo>
                  <a:lnTo>
                    <a:pt x="1887" y="6190"/>
                  </a:lnTo>
                  <a:lnTo>
                    <a:pt x="6453" y="6517"/>
                  </a:lnTo>
                  <a:lnTo>
                    <a:pt x="7217" y="3921"/>
                  </a:lnTo>
                  <a:lnTo>
                    <a:pt x="9488" y="2304"/>
                  </a:lnTo>
                  <a:lnTo>
                    <a:pt x="15446" y="5352"/>
                  </a:lnTo>
                  <a:lnTo>
                    <a:pt x="17775" y="5253"/>
                  </a:lnTo>
                  <a:lnTo>
                    <a:pt x="20755" y="3384"/>
                  </a:lnTo>
                  <a:lnTo>
                    <a:pt x="19468" y="2407"/>
                  </a:lnTo>
                  <a:lnTo>
                    <a:pt x="2071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h3967"/>
            <p:cNvSpPr/>
            <p:nvPr/>
          </p:nvSpPr>
          <p:spPr>
            <a:xfrm>
              <a:off x="6292483" y="2895179"/>
              <a:ext cx="29006" cy="42331"/>
            </a:xfrm>
            <a:custGeom>
              <a:avLst/>
              <a:pathLst>
                <a:path w="29006" h="42331">
                  <a:moveTo>
                    <a:pt x="23101" y="2984"/>
                  </a:moveTo>
                  <a:lnTo>
                    <a:pt x="24596" y="5536"/>
                  </a:lnTo>
                  <a:lnTo>
                    <a:pt x="29006" y="9243"/>
                  </a:lnTo>
                  <a:lnTo>
                    <a:pt x="27638" y="15704"/>
                  </a:lnTo>
                  <a:lnTo>
                    <a:pt x="28043" y="19133"/>
                  </a:lnTo>
                  <a:lnTo>
                    <a:pt x="25897" y="19865"/>
                  </a:lnTo>
                  <a:lnTo>
                    <a:pt x="22079" y="19305"/>
                  </a:lnTo>
                  <a:lnTo>
                    <a:pt x="18988" y="23595"/>
                  </a:lnTo>
                  <a:lnTo>
                    <a:pt x="20040" y="27770"/>
                  </a:lnTo>
                  <a:lnTo>
                    <a:pt x="23064" y="33176"/>
                  </a:lnTo>
                  <a:lnTo>
                    <a:pt x="21935" y="37351"/>
                  </a:lnTo>
                  <a:lnTo>
                    <a:pt x="14490" y="38125"/>
                  </a:lnTo>
                  <a:lnTo>
                    <a:pt x="11879" y="41260"/>
                  </a:lnTo>
                  <a:lnTo>
                    <a:pt x="6970" y="40499"/>
                  </a:lnTo>
                  <a:lnTo>
                    <a:pt x="3933" y="41281"/>
                  </a:lnTo>
                  <a:lnTo>
                    <a:pt x="2882" y="42331"/>
                  </a:lnTo>
                  <a:lnTo>
                    <a:pt x="1572" y="40533"/>
                  </a:lnTo>
                  <a:lnTo>
                    <a:pt x="4991" y="35088"/>
                  </a:lnTo>
                  <a:lnTo>
                    <a:pt x="2683" y="29673"/>
                  </a:lnTo>
                  <a:lnTo>
                    <a:pt x="0" y="26618"/>
                  </a:lnTo>
                  <a:lnTo>
                    <a:pt x="1866" y="21470"/>
                  </a:lnTo>
                  <a:lnTo>
                    <a:pt x="742" y="13767"/>
                  </a:lnTo>
                  <a:lnTo>
                    <a:pt x="1095" y="12750"/>
                  </a:lnTo>
                  <a:lnTo>
                    <a:pt x="7276" y="9901"/>
                  </a:lnTo>
                  <a:lnTo>
                    <a:pt x="9063" y="580"/>
                  </a:lnTo>
                  <a:lnTo>
                    <a:pt x="1208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h3968"/>
            <p:cNvSpPr/>
            <p:nvPr/>
          </p:nvSpPr>
          <p:spPr>
            <a:xfrm>
              <a:off x="6288607" y="2892654"/>
              <a:ext cx="12939" cy="43057"/>
            </a:xfrm>
            <a:custGeom>
              <a:avLst/>
              <a:pathLst>
                <a:path w="12939" h="43057">
                  <a:moveTo>
                    <a:pt x="12939" y="3105"/>
                  </a:moveTo>
                  <a:lnTo>
                    <a:pt x="11152" y="12425"/>
                  </a:lnTo>
                  <a:lnTo>
                    <a:pt x="4971" y="15274"/>
                  </a:lnTo>
                  <a:lnTo>
                    <a:pt x="4617" y="16292"/>
                  </a:lnTo>
                  <a:lnTo>
                    <a:pt x="5742" y="23995"/>
                  </a:lnTo>
                  <a:lnTo>
                    <a:pt x="3875" y="29142"/>
                  </a:lnTo>
                  <a:lnTo>
                    <a:pt x="6559" y="32197"/>
                  </a:lnTo>
                  <a:lnTo>
                    <a:pt x="8867" y="37612"/>
                  </a:lnTo>
                  <a:lnTo>
                    <a:pt x="5448" y="43057"/>
                  </a:lnTo>
                  <a:lnTo>
                    <a:pt x="1783" y="42505"/>
                  </a:lnTo>
                  <a:lnTo>
                    <a:pt x="769" y="39674"/>
                  </a:lnTo>
                  <a:lnTo>
                    <a:pt x="1605" y="36642"/>
                  </a:lnTo>
                  <a:lnTo>
                    <a:pt x="1242" y="29301"/>
                  </a:lnTo>
                  <a:lnTo>
                    <a:pt x="0" y="27694"/>
                  </a:lnTo>
                  <a:lnTo>
                    <a:pt x="712" y="24800"/>
                  </a:lnTo>
                  <a:lnTo>
                    <a:pt x="4638" y="19793"/>
                  </a:lnTo>
                  <a:lnTo>
                    <a:pt x="3725" y="7218"/>
                  </a:lnTo>
                  <a:lnTo>
                    <a:pt x="929" y="4331"/>
                  </a:lnTo>
                  <a:lnTo>
                    <a:pt x="3389" y="1474"/>
                  </a:lnTo>
                  <a:lnTo>
                    <a:pt x="819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h3969"/>
            <p:cNvSpPr/>
            <p:nvPr/>
          </p:nvSpPr>
          <p:spPr>
            <a:xfrm>
              <a:off x="6312342" y="2756982"/>
              <a:ext cx="30855" cy="23160"/>
            </a:xfrm>
            <a:custGeom>
              <a:avLst/>
              <a:pathLst>
                <a:path w="30855" h="23160">
                  <a:moveTo>
                    <a:pt x="27028" y="0"/>
                  </a:moveTo>
                  <a:lnTo>
                    <a:pt x="28826" y="3082"/>
                  </a:lnTo>
                  <a:lnTo>
                    <a:pt x="30109" y="4031"/>
                  </a:lnTo>
                  <a:lnTo>
                    <a:pt x="30153" y="7464"/>
                  </a:lnTo>
                  <a:lnTo>
                    <a:pt x="29666" y="9057"/>
                  </a:lnTo>
                  <a:lnTo>
                    <a:pt x="30855" y="11958"/>
                  </a:lnTo>
                  <a:lnTo>
                    <a:pt x="30083" y="14133"/>
                  </a:lnTo>
                  <a:lnTo>
                    <a:pt x="27528" y="16285"/>
                  </a:lnTo>
                  <a:lnTo>
                    <a:pt x="28408" y="19917"/>
                  </a:lnTo>
                  <a:lnTo>
                    <a:pt x="27449" y="20110"/>
                  </a:lnTo>
                  <a:lnTo>
                    <a:pt x="26137" y="22315"/>
                  </a:lnTo>
                  <a:lnTo>
                    <a:pt x="21074" y="23160"/>
                  </a:lnTo>
                  <a:lnTo>
                    <a:pt x="16738" y="20962"/>
                  </a:lnTo>
                  <a:lnTo>
                    <a:pt x="14744" y="18807"/>
                  </a:lnTo>
                  <a:lnTo>
                    <a:pt x="14894" y="16016"/>
                  </a:lnTo>
                  <a:lnTo>
                    <a:pt x="10384" y="16069"/>
                  </a:lnTo>
                  <a:lnTo>
                    <a:pt x="9982" y="13747"/>
                  </a:lnTo>
                  <a:lnTo>
                    <a:pt x="10498" y="12474"/>
                  </a:lnTo>
                  <a:lnTo>
                    <a:pt x="9881" y="11720"/>
                  </a:lnTo>
                  <a:lnTo>
                    <a:pt x="4503" y="13131"/>
                  </a:lnTo>
                  <a:lnTo>
                    <a:pt x="3250" y="12623"/>
                  </a:lnTo>
                  <a:lnTo>
                    <a:pt x="2391" y="13133"/>
                  </a:lnTo>
                  <a:lnTo>
                    <a:pt x="0" y="12243"/>
                  </a:lnTo>
                  <a:lnTo>
                    <a:pt x="335" y="8097"/>
                  </a:lnTo>
                  <a:lnTo>
                    <a:pt x="3909" y="7559"/>
                  </a:lnTo>
                  <a:lnTo>
                    <a:pt x="8260" y="5448"/>
                  </a:lnTo>
                  <a:lnTo>
                    <a:pt x="10458" y="6709"/>
                  </a:lnTo>
                  <a:lnTo>
                    <a:pt x="16326" y="2840"/>
                  </a:lnTo>
                  <a:lnTo>
                    <a:pt x="19921" y="133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h3970"/>
            <p:cNvSpPr/>
            <p:nvPr/>
          </p:nvSpPr>
          <p:spPr>
            <a:xfrm>
              <a:off x="6227514" y="2896568"/>
              <a:ext cx="33364" cy="22671"/>
            </a:xfrm>
            <a:custGeom>
              <a:avLst/>
              <a:pathLst>
                <a:path w="33364" h="22671">
                  <a:moveTo>
                    <a:pt x="26323" y="0"/>
                  </a:moveTo>
                  <a:lnTo>
                    <a:pt x="26422" y="1423"/>
                  </a:lnTo>
                  <a:lnTo>
                    <a:pt x="29291" y="2794"/>
                  </a:lnTo>
                  <a:lnTo>
                    <a:pt x="32175" y="5455"/>
                  </a:lnTo>
                  <a:lnTo>
                    <a:pt x="33364" y="9143"/>
                  </a:lnTo>
                  <a:lnTo>
                    <a:pt x="29966" y="8734"/>
                  </a:lnTo>
                  <a:lnTo>
                    <a:pt x="27428" y="9889"/>
                  </a:lnTo>
                  <a:lnTo>
                    <a:pt x="30120" y="14070"/>
                  </a:lnTo>
                  <a:lnTo>
                    <a:pt x="26661" y="18029"/>
                  </a:lnTo>
                  <a:lnTo>
                    <a:pt x="18236" y="17360"/>
                  </a:lnTo>
                  <a:lnTo>
                    <a:pt x="17147" y="17636"/>
                  </a:lnTo>
                  <a:lnTo>
                    <a:pt x="15394" y="20392"/>
                  </a:lnTo>
                  <a:lnTo>
                    <a:pt x="14782" y="21468"/>
                  </a:lnTo>
                  <a:lnTo>
                    <a:pt x="6620" y="22671"/>
                  </a:lnTo>
                  <a:lnTo>
                    <a:pt x="2341" y="21971"/>
                  </a:lnTo>
                  <a:lnTo>
                    <a:pt x="0" y="16113"/>
                  </a:lnTo>
                  <a:lnTo>
                    <a:pt x="2697" y="11295"/>
                  </a:lnTo>
                  <a:lnTo>
                    <a:pt x="7482" y="7350"/>
                  </a:lnTo>
                  <a:lnTo>
                    <a:pt x="15440" y="9199"/>
                  </a:lnTo>
                  <a:lnTo>
                    <a:pt x="15089" y="4451"/>
                  </a:lnTo>
                  <a:lnTo>
                    <a:pt x="15640" y="3192"/>
                  </a:lnTo>
                  <a:lnTo>
                    <a:pt x="22457" y="65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h3971"/>
            <p:cNvSpPr/>
            <p:nvPr/>
          </p:nvSpPr>
          <p:spPr>
            <a:xfrm>
              <a:off x="6339871" y="2759232"/>
              <a:ext cx="40595" cy="30389"/>
            </a:xfrm>
            <a:custGeom>
              <a:avLst/>
              <a:pathLst>
                <a:path w="40595" h="30389">
                  <a:moveTo>
                    <a:pt x="36857" y="0"/>
                  </a:moveTo>
                  <a:lnTo>
                    <a:pt x="38973" y="1435"/>
                  </a:lnTo>
                  <a:lnTo>
                    <a:pt x="39041" y="2506"/>
                  </a:lnTo>
                  <a:lnTo>
                    <a:pt x="40595" y="16734"/>
                  </a:lnTo>
                  <a:lnTo>
                    <a:pt x="39399" y="21192"/>
                  </a:lnTo>
                  <a:lnTo>
                    <a:pt x="37364" y="24586"/>
                  </a:lnTo>
                  <a:lnTo>
                    <a:pt x="37664" y="26480"/>
                  </a:lnTo>
                  <a:lnTo>
                    <a:pt x="37499" y="28027"/>
                  </a:lnTo>
                  <a:lnTo>
                    <a:pt x="36681" y="28271"/>
                  </a:lnTo>
                  <a:lnTo>
                    <a:pt x="30926" y="27417"/>
                  </a:lnTo>
                  <a:lnTo>
                    <a:pt x="17885" y="27907"/>
                  </a:lnTo>
                  <a:lnTo>
                    <a:pt x="15176" y="30180"/>
                  </a:lnTo>
                  <a:lnTo>
                    <a:pt x="12593" y="30389"/>
                  </a:lnTo>
                  <a:lnTo>
                    <a:pt x="9985" y="30287"/>
                  </a:lnTo>
                  <a:lnTo>
                    <a:pt x="8639" y="28419"/>
                  </a:lnTo>
                  <a:lnTo>
                    <a:pt x="8829" y="25219"/>
                  </a:lnTo>
                  <a:lnTo>
                    <a:pt x="7600" y="24042"/>
                  </a:lnTo>
                  <a:lnTo>
                    <a:pt x="1828" y="21357"/>
                  </a:lnTo>
                  <a:lnTo>
                    <a:pt x="571" y="18790"/>
                  </a:lnTo>
                  <a:lnTo>
                    <a:pt x="879" y="17667"/>
                  </a:lnTo>
                  <a:lnTo>
                    <a:pt x="0" y="14035"/>
                  </a:lnTo>
                  <a:lnTo>
                    <a:pt x="2554" y="11883"/>
                  </a:lnTo>
                  <a:lnTo>
                    <a:pt x="3326" y="9708"/>
                  </a:lnTo>
                  <a:lnTo>
                    <a:pt x="2138" y="6807"/>
                  </a:lnTo>
                  <a:lnTo>
                    <a:pt x="2625" y="5215"/>
                  </a:lnTo>
                  <a:lnTo>
                    <a:pt x="5812" y="3635"/>
                  </a:lnTo>
                  <a:lnTo>
                    <a:pt x="7821" y="4129"/>
                  </a:lnTo>
                  <a:lnTo>
                    <a:pt x="8917" y="6386"/>
                  </a:lnTo>
                  <a:lnTo>
                    <a:pt x="9864" y="6464"/>
                  </a:lnTo>
                  <a:lnTo>
                    <a:pt x="15841" y="4363"/>
                  </a:lnTo>
                  <a:lnTo>
                    <a:pt x="17091" y="1889"/>
                  </a:lnTo>
                  <a:lnTo>
                    <a:pt x="21991" y="809"/>
                  </a:lnTo>
                  <a:lnTo>
                    <a:pt x="28841" y="1798"/>
                  </a:lnTo>
                  <a:lnTo>
                    <a:pt x="31928" y="2823"/>
                  </a:lnTo>
                  <a:lnTo>
                    <a:pt x="35566" y="2351"/>
                  </a:lnTo>
                  <a:lnTo>
                    <a:pt x="36302" y="197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h3972"/>
            <p:cNvSpPr/>
            <p:nvPr/>
          </p:nvSpPr>
          <p:spPr>
            <a:xfrm>
              <a:off x="6174870" y="2821073"/>
              <a:ext cx="36758" cy="32060"/>
            </a:xfrm>
            <a:custGeom>
              <a:avLst/>
              <a:pathLst>
                <a:path w="36758" h="32060">
                  <a:moveTo>
                    <a:pt x="34215" y="4101"/>
                  </a:moveTo>
                  <a:lnTo>
                    <a:pt x="36758" y="9212"/>
                  </a:lnTo>
                  <a:lnTo>
                    <a:pt x="30965" y="6637"/>
                  </a:lnTo>
                  <a:lnTo>
                    <a:pt x="29655" y="6875"/>
                  </a:lnTo>
                  <a:lnTo>
                    <a:pt x="29552" y="7647"/>
                  </a:lnTo>
                  <a:lnTo>
                    <a:pt x="24158" y="5941"/>
                  </a:lnTo>
                  <a:lnTo>
                    <a:pt x="22826" y="6155"/>
                  </a:lnTo>
                  <a:lnTo>
                    <a:pt x="22241" y="10086"/>
                  </a:lnTo>
                  <a:lnTo>
                    <a:pt x="18544" y="14782"/>
                  </a:lnTo>
                  <a:lnTo>
                    <a:pt x="19347" y="22608"/>
                  </a:lnTo>
                  <a:lnTo>
                    <a:pt x="21263" y="23107"/>
                  </a:lnTo>
                  <a:lnTo>
                    <a:pt x="22170" y="25625"/>
                  </a:lnTo>
                  <a:lnTo>
                    <a:pt x="20683" y="26678"/>
                  </a:lnTo>
                  <a:lnTo>
                    <a:pt x="17962" y="26664"/>
                  </a:lnTo>
                  <a:lnTo>
                    <a:pt x="14427" y="28016"/>
                  </a:lnTo>
                  <a:lnTo>
                    <a:pt x="12011" y="30710"/>
                  </a:lnTo>
                  <a:lnTo>
                    <a:pt x="10372" y="31454"/>
                  </a:lnTo>
                  <a:lnTo>
                    <a:pt x="6806" y="29743"/>
                  </a:lnTo>
                  <a:lnTo>
                    <a:pt x="4878" y="30198"/>
                  </a:lnTo>
                  <a:lnTo>
                    <a:pt x="4421" y="31736"/>
                  </a:lnTo>
                  <a:lnTo>
                    <a:pt x="1482" y="32060"/>
                  </a:lnTo>
                  <a:lnTo>
                    <a:pt x="0" y="23054"/>
                  </a:lnTo>
                  <a:lnTo>
                    <a:pt x="2015" y="23965"/>
                  </a:lnTo>
                  <a:lnTo>
                    <a:pt x="5666" y="22717"/>
                  </a:lnTo>
                  <a:lnTo>
                    <a:pt x="4230" y="20176"/>
                  </a:lnTo>
                  <a:lnTo>
                    <a:pt x="5988" y="13930"/>
                  </a:lnTo>
                  <a:lnTo>
                    <a:pt x="7384" y="12593"/>
                  </a:lnTo>
                  <a:lnTo>
                    <a:pt x="10679" y="13932"/>
                  </a:lnTo>
                  <a:lnTo>
                    <a:pt x="13599" y="11239"/>
                  </a:lnTo>
                  <a:lnTo>
                    <a:pt x="12946" y="8554"/>
                  </a:lnTo>
                  <a:lnTo>
                    <a:pt x="17535" y="7110"/>
                  </a:lnTo>
                  <a:lnTo>
                    <a:pt x="20787" y="1596"/>
                  </a:lnTo>
                  <a:lnTo>
                    <a:pt x="21930" y="600"/>
                  </a:lnTo>
                  <a:lnTo>
                    <a:pt x="2395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h3973"/>
            <p:cNvSpPr/>
            <p:nvPr/>
          </p:nvSpPr>
          <p:spPr>
            <a:xfrm>
              <a:off x="6139655" y="2780859"/>
              <a:ext cx="26433" cy="23553"/>
            </a:xfrm>
            <a:custGeom>
              <a:avLst/>
              <a:pathLst>
                <a:path w="26433" h="23553">
                  <a:moveTo>
                    <a:pt x="16795" y="0"/>
                  </a:moveTo>
                  <a:lnTo>
                    <a:pt x="21755" y="2119"/>
                  </a:lnTo>
                  <a:lnTo>
                    <a:pt x="24702" y="4696"/>
                  </a:lnTo>
                  <a:lnTo>
                    <a:pt x="23215" y="6724"/>
                  </a:lnTo>
                  <a:lnTo>
                    <a:pt x="23385" y="7725"/>
                  </a:lnTo>
                  <a:lnTo>
                    <a:pt x="26293" y="9410"/>
                  </a:lnTo>
                  <a:lnTo>
                    <a:pt x="25185" y="16543"/>
                  </a:lnTo>
                  <a:lnTo>
                    <a:pt x="26433" y="17294"/>
                  </a:lnTo>
                  <a:lnTo>
                    <a:pt x="25780" y="18252"/>
                  </a:lnTo>
                  <a:lnTo>
                    <a:pt x="18251" y="16518"/>
                  </a:lnTo>
                  <a:lnTo>
                    <a:pt x="17346" y="17897"/>
                  </a:lnTo>
                  <a:lnTo>
                    <a:pt x="18558" y="20514"/>
                  </a:lnTo>
                  <a:lnTo>
                    <a:pt x="18573" y="22472"/>
                  </a:lnTo>
                  <a:lnTo>
                    <a:pt x="14885" y="23553"/>
                  </a:lnTo>
                  <a:lnTo>
                    <a:pt x="12598" y="23305"/>
                  </a:lnTo>
                  <a:lnTo>
                    <a:pt x="11269" y="22236"/>
                  </a:lnTo>
                  <a:lnTo>
                    <a:pt x="7994" y="16710"/>
                  </a:lnTo>
                  <a:lnTo>
                    <a:pt x="3729" y="14647"/>
                  </a:lnTo>
                  <a:lnTo>
                    <a:pt x="0" y="16095"/>
                  </a:lnTo>
                  <a:lnTo>
                    <a:pt x="72" y="9491"/>
                  </a:lnTo>
                  <a:lnTo>
                    <a:pt x="1930" y="8871"/>
                  </a:lnTo>
                  <a:lnTo>
                    <a:pt x="4915" y="9850"/>
                  </a:lnTo>
                  <a:lnTo>
                    <a:pt x="7850" y="8683"/>
                  </a:lnTo>
                  <a:lnTo>
                    <a:pt x="11608" y="3366"/>
                  </a:lnTo>
                  <a:lnTo>
                    <a:pt x="13374" y="295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h3974"/>
            <p:cNvSpPr/>
            <p:nvPr/>
          </p:nvSpPr>
          <p:spPr>
            <a:xfrm>
              <a:off x="6240482" y="2815257"/>
              <a:ext cx="23686" cy="12440"/>
            </a:xfrm>
            <a:custGeom>
              <a:avLst/>
              <a:pathLst>
                <a:path w="23686" h="12440">
                  <a:moveTo>
                    <a:pt x="16462" y="0"/>
                  </a:moveTo>
                  <a:lnTo>
                    <a:pt x="19753" y="391"/>
                  </a:lnTo>
                  <a:lnTo>
                    <a:pt x="19233" y="2162"/>
                  </a:lnTo>
                  <a:lnTo>
                    <a:pt x="19946" y="3678"/>
                  </a:lnTo>
                  <a:lnTo>
                    <a:pt x="22517" y="3908"/>
                  </a:lnTo>
                  <a:lnTo>
                    <a:pt x="23686" y="8357"/>
                  </a:lnTo>
                  <a:lnTo>
                    <a:pt x="22808" y="9500"/>
                  </a:lnTo>
                  <a:lnTo>
                    <a:pt x="15588" y="7020"/>
                  </a:lnTo>
                  <a:lnTo>
                    <a:pt x="14152" y="7827"/>
                  </a:lnTo>
                  <a:lnTo>
                    <a:pt x="14145" y="10731"/>
                  </a:lnTo>
                  <a:lnTo>
                    <a:pt x="10851" y="10494"/>
                  </a:lnTo>
                  <a:lnTo>
                    <a:pt x="10581" y="9616"/>
                  </a:lnTo>
                  <a:lnTo>
                    <a:pt x="7340" y="9590"/>
                  </a:lnTo>
                  <a:lnTo>
                    <a:pt x="2453" y="12440"/>
                  </a:lnTo>
                  <a:lnTo>
                    <a:pt x="762" y="12082"/>
                  </a:lnTo>
                  <a:lnTo>
                    <a:pt x="0" y="10990"/>
                  </a:lnTo>
                  <a:lnTo>
                    <a:pt x="3119" y="7600"/>
                  </a:lnTo>
                  <a:lnTo>
                    <a:pt x="3035" y="6543"/>
                  </a:lnTo>
                  <a:lnTo>
                    <a:pt x="4258" y="6380"/>
                  </a:lnTo>
                  <a:lnTo>
                    <a:pt x="4606" y="3238"/>
                  </a:lnTo>
                  <a:lnTo>
                    <a:pt x="6928" y="817"/>
                  </a:lnTo>
                  <a:lnTo>
                    <a:pt x="6645" y="2047"/>
                  </a:lnTo>
                  <a:lnTo>
                    <a:pt x="7936" y="4743"/>
                  </a:lnTo>
                  <a:lnTo>
                    <a:pt x="13205" y="41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h3975"/>
            <p:cNvSpPr/>
            <p:nvPr/>
          </p:nvSpPr>
          <p:spPr>
            <a:xfrm>
              <a:off x="6304345" y="2817640"/>
              <a:ext cx="29787" cy="24043"/>
            </a:xfrm>
            <a:custGeom>
              <a:avLst/>
              <a:pathLst>
                <a:path w="29787" h="24043">
                  <a:moveTo>
                    <a:pt x="22066" y="0"/>
                  </a:moveTo>
                  <a:lnTo>
                    <a:pt x="26373" y="2581"/>
                  </a:lnTo>
                  <a:lnTo>
                    <a:pt x="24470" y="3899"/>
                  </a:lnTo>
                  <a:lnTo>
                    <a:pt x="24640" y="5848"/>
                  </a:lnTo>
                  <a:lnTo>
                    <a:pt x="28248" y="6201"/>
                  </a:lnTo>
                  <a:lnTo>
                    <a:pt x="29787" y="10329"/>
                  </a:lnTo>
                  <a:lnTo>
                    <a:pt x="28827" y="12658"/>
                  </a:lnTo>
                  <a:lnTo>
                    <a:pt x="26795" y="11642"/>
                  </a:lnTo>
                  <a:lnTo>
                    <a:pt x="23100" y="13357"/>
                  </a:lnTo>
                  <a:lnTo>
                    <a:pt x="22296" y="16097"/>
                  </a:lnTo>
                  <a:lnTo>
                    <a:pt x="23402" y="17505"/>
                  </a:lnTo>
                  <a:lnTo>
                    <a:pt x="21605" y="19258"/>
                  </a:lnTo>
                  <a:lnTo>
                    <a:pt x="21739" y="20858"/>
                  </a:lnTo>
                  <a:lnTo>
                    <a:pt x="17879" y="24043"/>
                  </a:lnTo>
                  <a:lnTo>
                    <a:pt x="16564" y="22774"/>
                  </a:lnTo>
                  <a:lnTo>
                    <a:pt x="14460" y="23267"/>
                  </a:lnTo>
                  <a:lnTo>
                    <a:pt x="13742" y="16277"/>
                  </a:lnTo>
                  <a:lnTo>
                    <a:pt x="7777" y="11823"/>
                  </a:lnTo>
                  <a:lnTo>
                    <a:pt x="4454" y="12250"/>
                  </a:lnTo>
                  <a:lnTo>
                    <a:pt x="0" y="9436"/>
                  </a:lnTo>
                  <a:lnTo>
                    <a:pt x="1704" y="3593"/>
                  </a:lnTo>
                  <a:lnTo>
                    <a:pt x="10056" y="651"/>
                  </a:lnTo>
                  <a:lnTo>
                    <a:pt x="16055" y="1713"/>
                  </a:lnTo>
                  <a:lnTo>
                    <a:pt x="17440" y="1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h3976"/>
            <p:cNvSpPr/>
            <p:nvPr/>
          </p:nvSpPr>
          <p:spPr>
            <a:xfrm>
              <a:off x="6223799" y="2638447"/>
              <a:ext cx="31551" cy="38642"/>
            </a:xfrm>
            <a:custGeom>
              <a:avLst/>
              <a:pathLst>
                <a:path w="31551" h="38642">
                  <a:moveTo>
                    <a:pt x="12286" y="0"/>
                  </a:moveTo>
                  <a:lnTo>
                    <a:pt x="15560" y="2161"/>
                  </a:lnTo>
                  <a:lnTo>
                    <a:pt x="19467" y="1824"/>
                  </a:lnTo>
                  <a:lnTo>
                    <a:pt x="24270" y="5811"/>
                  </a:lnTo>
                  <a:lnTo>
                    <a:pt x="31551" y="22402"/>
                  </a:lnTo>
                  <a:lnTo>
                    <a:pt x="30990" y="23777"/>
                  </a:lnTo>
                  <a:lnTo>
                    <a:pt x="25846" y="26727"/>
                  </a:lnTo>
                  <a:lnTo>
                    <a:pt x="25910" y="27530"/>
                  </a:lnTo>
                  <a:lnTo>
                    <a:pt x="22597" y="27803"/>
                  </a:lnTo>
                  <a:lnTo>
                    <a:pt x="16777" y="37568"/>
                  </a:lnTo>
                  <a:lnTo>
                    <a:pt x="15614" y="37577"/>
                  </a:lnTo>
                  <a:lnTo>
                    <a:pt x="13502" y="35785"/>
                  </a:lnTo>
                  <a:lnTo>
                    <a:pt x="12446" y="35864"/>
                  </a:lnTo>
                  <a:lnTo>
                    <a:pt x="10021" y="36986"/>
                  </a:lnTo>
                  <a:lnTo>
                    <a:pt x="10601" y="38511"/>
                  </a:lnTo>
                  <a:lnTo>
                    <a:pt x="5428" y="38642"/>
                  </a:lnTo>
                  <a:lnTo>
                    <a:pt x="3358" y="38130"/>
                  </a:lnTo>
                  <a:lnTo>
                    <a:pt x="125" y="35287"/>
                  </a:lnTo>
                  <a:lnTo>
                    <a:pt x="0" y="30744"/>
                  </a:lnTo>
                  <a:lnTo>
                    <a:pt x="2911" y="30936"/>
                  </a:lnTo>
                  <a:lnTo>
                    <a:pt x="4221" y="28747"/>
                  </a:lnTo>
                  <a:lnTo>
                    <a:pt x="8295" y="26915"/>
                  </a:lnTo>
                  <a:lnTo>
                    <a:pt x="8126" y="24270"/>
                  </a:lnTo>
                  <a:lnTo>
                    <a:pt x="4966" y="24406"/>
                  </a:lnTo>
                  <a:lnTo>
                    <a:pt x="8023" y="18347"/>
                  </a:lnTo>
                  <a:lnTo>
                    <a:pt x="10330" y="15657"/>
                  </a:lnTo>
                  <a:lnTo>
                    <a:pt x="8202" y="9606"/>
                  </a:lnTo>
                  <a:lnTo>
                    <a:pt x="8283" y="5818"/>
                  </a:lnTo>
                  <a:lnTo>
                    <a:pt x="10185" y="2695"/>
                  </a:lnTo>
                  <a:lnTo>
                    <a:pt x="9658" y="88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h3977"/>
            <p:cNvSpPr/>
            <p:nvPr/>
          </p:nvSpPr>
          <p:spPr>
            <a:xfrm>
              <a:off x="6221084" y="2949022"/>
              <a:ext cx="17422" cy="21548"/>
            </a:xfrm>
            <a:custGeom>
              <a:avLst/>
              <a:pathLst>
                <a:path w="17422" h="21548">
                  <a:moveTo>
                    <a:pt x="9092" y="5118"/>
                  </a:moveTo>
                  <a:lnTo>
                    <a:pt x="16439" y="8911"/>
                  </a:lnTo>
                  <a:lnTo>
                    <a:pt x="17422" y="15920"/>
                  </a:lnTo>
                  <a:lnTo>
                    <a:pt x="14799" y="18685"/>
                  </a:lnTo>
                  <a:lnTo>
                    <a:pt x="14669" y="21548"/>
                  </a:lnTo>
                  <a:lnTo>
                    <a:pt x="9791" y="16881"/>
                  </a:lnTo>
                  <a:lnTo>
                    <a:pt x="279" y="5066"/>
                  </a:lnTo>
                  <a:lnTo>
                    <a:pt x="626" y="3419"/>
                  </a:lnTo>
                  <a:lnTo>
                    <a:pt x="0" y="593"/>
                  </a:lnTo>
                  <a:lnTo>
                    <a:pt x="292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h3978"/>
            <p:cNvSpPr/>
            <p:nvPr/>
          </p:nvSpPr>
          <p:spPr>
            <a:xfrm>
              <a:off x="6185227" y="2827014"/>
              <a:ext cx="23614" cy="32672"/>
            </a:xfrm>
            <a:custGeom>
              <a:avLst/>
              <a:pathLst>
                <a:path w="23614" h="32672">
                  <a:moveTo>
                    <a:pt x="19194" y="1705"/>
                  </a:moveTo>
                  <a:lnTo>
                    <a:pt x="20176" y="2810"/>
                  </a:lnTo>
                  <a:lnTo>
                    <a:pt x="17943" y="5552"/>
                  </a:lnTo>
                  <a:lnTo>
                    <a:pt x="19730" y="11137"/>
                  </a:lnTo>
                  <a:lnTo>
                    <a:pt x="22092" y="11387"/>
                  </a:lnTo>
                  <a:lnTo>
                    <a:pt x="22652" y="19024"/>
                  </a:lnTo>
                  <a:lnTo>
                    <a:pt x="23614" y="21545"/>
                  </a:lnTo>
                  <a:lnTo>
                    <a:pt x="18894" y="26937"/>
                  </a:lnTo>
                  <a:lnTo>
                    <a:pt x="20726" y="32672"/>
                  </a:lnTo>
                  <a:lnTo>
                    <a:pt x="17564" y="31945"/>
                  </a:lnTo>
                  <a:lnTo>
                    <a:pt x="14229" y="28826"/>
                  </a:lnTo>
                  <a:lnTo>
                    <a:pt x="11379" y="29755"/>
                  </a:lnTo>
                  <a:lnTo>
                    <a:pt x="10126" y="28490"/>
                  </a:lnTo>
                  <a:lnTo>
                    <a:pt x="7034" y="27894"/>
                  </a:lnTo>
                  <a:lnTo>
                    <a:pt x="5178" y="28226"/>
                  </a:lnTo>
                  <a:lnTo>
                    <a:pt x="4671" y="29560"/>
                  </a:lnTo>
                  <a:lnTo>
                    <a:pt x="0" y="26138"/>
                  </a:lnTo>
                  <a:lnTo>
                    <a:pt x="14" y="25512"/>
                  </a:lnTo>
                  <a:lnTo>
                    <a:pt x="1653" y="24768"/>
                  </a:lnTo>
                  <a:lnTo>
                    <a:pt x="4069" y="22075"/>
                  </a:lnTo>
                  <a:lnTo>
                    <a:pt x="7604" y="20722"/>
                  </a:lnTo>
                  <a:lnTo>
                    <a:pt x="10325" y="20737"/>
                  </a:lnTo>
                  <a:lnTo>
                    <a:pt x="11812" y="19683"/>
                  </a:lnTo>
                  <a:lnTo>
                    <a:pt x="10905" y="17165"/>
                  </a:lnTo>
                  <a:lnTo>
                    <a:pt x="8989" y="16667"/>
                  </a:lnTo>
                  <a:lnTo>
                    <a:pt x="8186" y="8840"/>
                  </a:lnTo>
                  <a:lnTo>
                    <a:pt x="11883" y="4144"/>
                  </a:lnTo>
                  <a:lnTo>
                    <a:pt x="12468" y="214"/>
                  </a:lnTo>
                  <a:lnTo>
                    <a:pt x="1380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h3979"/>
            <p:cNvSpPr/>
            <p:nvPr/>
          </p:nvSpPr>
          <p:spPr>
            <a:xfrm>
              <a:off x="6172928" y="2890914"/>
              <a:ext cx="20868" cy="32247"/>
            </a:xfrm>
            <a:custGeom>
              <a:avLst/>
              <a:pathLst>
                <a:path w="20868" h="32247">
                  <a:moveTo>
                    <a:pt x="17785" y="0"/>
                  </a:moveTo>
                  <a:lnTo>
                    <a:pt x="17790" y="8560"/>
                  </a:lnTo>
                  <a:lnTo>
                    <a:pt x="18401" y="11946"/>
                  </a:lnTo>
                  <a:lnTo>
                    <a:pt x="20803" y="14724"/>
                  </a:lnTo>
                  <a:lnTo>
                    <a:pt x="20868" y="19255"/>
                  </a:lnTo>
                  <a:lnTo>
                    <a:pt x="19006" y="21826"/>
                  </a:lnTo>
                  <a:lnTo>
                    <a:pt x="15664" y="23767"/>
                  </a:lnTo>
                  <a:lnTo>
                    <a:pt x="13288" y="24155"/>
                  </a:lnTo>
                  <a:lnTo>
                    <a:pt x="11153" y="26878"/>
                  </a:lnTo>
                  <a:lnTo>
                    <a:pt x="11810" y="29111"/>
                  </a:lnTo>
                  <a:lnTo>
                    <a:pt x="14662" y="31314"/>
                  </a:lnTo>
                  <a:lnTo>
                    <a:pt x="13600" y="32247"/>
                  </a:lnTo>
                  <a:lnTo>
                    <a:pt x="6629" y="31671"/>
                  </a:lnTo>
                  <a:lnTo>
                    <a:pt x="3156" y="30183"/>
                  </a:lnTo>
                  <a:lnTo>
                    <a:pt x="0" y="26087"/>
                  </a:lnTo>
                  <a:lnTo>
                    <a:pt x="447" y="22034"/>
                  </a:lnTo>
                  <a:lnTo>
                    <a:pt x="2162" y="22428"/>
                  </a:lnTo>
                  <a:lnTo>
                    <a:pt x="4236" y="15524"/>
                  </a:lnTo>
                  <a:lnTo>
                    <a:pt x="9112" y="17526"/>
                  </a:lnTo>
                  <a:lnTo>
                    <a:pt x="7978" y="13579"/>
                  </a:lnTo>
                  <a:lnTo>
                    <a:pt x="10369" y="5144"/>
                  </a:lnTo>
                  <a:lnTo>
                    <a:pt x="13683" y="4053"/>
                  </a:lnTo>
                  <a:lnTo>
                    <a:pt x="14741" y="207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h3980"/>
            <p:cNvSpPr/>
            <p:nvPr/>
          </p:nvSpPr>
          <p:spPr>
            <a:xfrm>
              <a:off x="6004967" y="2860227"/>
              <a:ext cx="103950" cy="70725"/>
            </a:xfrm>
            <a:custGeom>
              <a:avLst/>
              <a:pathLst>
                <a:path w="103950" h="70725">
                  <a:moveTo>
                    <a:pt x="17549" y="1442"/>
                  </a:moveTo>
                  <a:lnTo>
                    <a:pt x="19057" y="2914"/>
                  </a:lnTo>
                  <a:lnTo>
                    <a:pt x="20579" y="7002"/>
                  </a:lnTo>
                  <a:lnTo>
                    <a:pt x="21944" y="7965"/>
                  </a:lnTo>
                  <a:lnTo>
                    <a:pt x="31940" y="5414"/>
                  </a:lnTo>
                  <a:lnTo>
                    <a:pt x="34641" y="8513"/>
                  </a:lnTo>
                  <a:lnTo>
                    <a:pt x="41166" y="7974"/>
                  </a:lnTo>
                  <a:lnTo>
                    <a:pt x="46277" y="6671"/>
                  </a:lnTo>
                  <a:lnTo>
                    <a:pt x="47047" y="5937"/>
                  </a:lnTo>
                  <a:lnTo>
                    <a:pt x="49990" y="4882"/>
                  </a:lnTo>
                  <a:lnTo>
                    <a:pt x="58604" y="13598"/>
                  </a:lnTo>
                  <a:lnTo>
                    <a:pt x="60782" y="13946"/>
                  </a:lnTo>
                  <a:lnTo>
                    <a:pt x="63816" y="15862"/>
                  </a:lnTo>
                  <a:lnTo>
                    <a:pt x="63471" y="18163"/>
                  </a:lnTo>
                  <a:lnTo>
                    <a:pt x="64060" y="19718"/>
                  </a:lnTo>
                  <a:lnTo>
                    <a:pt x="67770" y="22739"/>
                  </a:lnTo>
                  <a:lnTo>
                    <a:pt x="73329" y="23243"/>
                  </a:lnTo>
                  <a:lnTo>
                    <a:pt x="86593" y="21439"/>
                  </a:lnTo>
                  <a:lnTo>
                    <a:pt x="88092" y="17801"/>
                  </a:lnTo>
                  <a:lnTo>
                    <a:pt x="87227" y="16275"/>
                  </a:lnTo>
                  <a:lnTo>
                    <a:pt x="87562" y="14795"/>
                  </a:lnTo>
                  <a:lnTo>
                    <a:pt x="90458" y="12450"/>
                  </a:lnTo>
                  <a:lnTo>
                    <a:pt x="94719" y="11558"/>
                  </a:lnTo>
                  <a:lnTo>
                    <a:pt x="95513" y="12571"/>
                  </a:lnTo>
                  <a:lnTo>
                    <a:pt x="97638" y="12045"/>
                  </a:lnTo>
                  <a:lnTo>
                    <a:pt x="98054" y="10769"/>
                  </a:lnTo>
                  <a:lnTo>
                    <a:pt x="99492" y="13473"/>
                  </a:lnTo>
                  <a:lnTo>
                    <a:pt x="98708" y="14896"/>
                  </a:lnTo>
                  <a:lnTo>
                    <a:pt x="103811" y="21878"/>
                  </a:lnTo>
                  <a:lnTo>
                    <a:pt x="103950" y="24368"/>
                  </a:lnTo>
                  <a:lnTo>
                    <a:pt x="101303" y="26893"/>
                  </a:lnTo>
                  <a:lnTo>
                    <a:pt x="97776" y="25418"/>
                  </a:lnTo>
                  <a:lnTo>
                    <a:pt x="96150" y="25777"/>
                  </a:lnTo>
                  <a:lnTo>
                    <a:pt x="90806" y="30029"/>
                  </a:lnTo>
                  <a:lnTo>
                    <a:pt x="86334" y="32011"/>
                  </a:lnTo>
                  <a:lnTo>
                    <a:pt x="78010" y="38980"/>
                  </a:lnTo>
                  <a:lnTo>
                    <a:pt x="76967" y="41276"/>
                  </a:lnTo>
                  <a:lnTo>
                    <a:pt x="76050" y="41469"/>
                  </a:lnTo>
                  <a:lnTo>
                    <a:pt x="71892" y="39560"/>
                  </a:lnTo>
                  <a:lnTo>
                    <a:pt x="71423" y="38878"/>
                  </a:lnTo>
                  <a:lnTo>
                    <a:pt x="72064" y="37656"/>
                  </a:lnTo>
                  <a:lnTo>
                    <a:pt x="71119" y="37090"/>
                  </a:lnTo>
                  <a:lnTo>
                    <a:pt x="67696" y="39207"/>
                  </a:lnTo>
                  <a:lnTo>
                    <a:pt x="62398" y="44578"/>
                  </a:lnTo>
                  <a:lnTo>
                    <a:pt x="57849" y="56907"/>
                  </a:lnTo>
                  <a:lnTo>
                    <a:pt x="48851" y="61974"/>
                  </a:lnTo>
                  <a:lnTo>
                    <a:pt x="45153" y="61101"/>
                  </a:lnTo>
                  <a:lnTo>
                    <a:pt x="41304" y="68829"/>
                  </a:lnTo>
                  <a:lnTo>
                    <a:pt x="39187" y="70725"/>
                  </a:lnTo>
                  <a:lnTo>
                    <a:pt x="35570" y="70479"/>
                  </a:lnTo>
                  <a:lnTo>
                    <a:pt x="31030" y="66416"/>
                  </a:lnTo>
                  <a:lnTo>
                    <a:pt x="30827" y="64427"/>
                  </a:lnTo>
                  <a:lnTo>
                    <a:pt x="24746" y="56828"/>
                  </a:lnTo>
                  <a:lnTo>
                    <a:pt x="21987" y="51204"/>
                  </a:lnTo>
                  <a:lnTo>
                    <a:pt x="14653" y="41719"/>
                  </a:lnTo>
                  <a:lnTo>
                    <a:pt x="4581" y="26298"/>
                  </a:lnTo>
                  <a:lnTo>
                    <a:pt x="116" y="16527"/>
                  </a:lnTo>
                  <a:lnTo>
                    <a:pt x="0" y="8433"/>
                  </a:lnTo>
                  <a:lnTo>
                    <a:pt x="722" y="5865"/>
                  </a:lnTo>
                  <a:lnTo>
                    <a:pt x="8430" y="3433"/>
                  </a:lnTo>
                  <a:lnTo>
                    <a:pt x="9594" y="2152"/>
                  </a:lnTo>
                  <a:lnTo>
                    <a:pt x="9932" y="77"/>
                  </a:lnTo>
                  <a:lnTo>
                    <a:pt x="1119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h3981"/>
            <p:cNvSpPr/>
            <p:nvPr/>
          </p:nvSpPr>
          <p:spPr>
            <a:xfrm>
              <a:off x="6166019" y="2932055"/>
              <a:ext cx="46109" cy="26904"/>
            </a:xfrm>
            <a:custGeom>
              <a:avLst/>
              <a:pathLst>
                <a:path w="46109" h="26904">
                  <a:moveTo>
                    <a:pt x="22596" y="0"/>
                  </a:moveTo>
                  <a:lnTo>
                    <a:pt x="27562" y="237"/>
                  </a:lnTo>
                  <a:lnTo>
                    <a:pt x="31671" y="1638"/>
                  </a:lnTo>
                  <a:lnTo>
                    <a:pt x="31430" y="4844"/>
                  </a:lnTo>
                  <a:lnTo>
                    <a:pt x="32809" y="5690"/>
                  </a:lnTo>
                  <a:lnTo>
                    <a:pt x="38395" y="3983"/>
                  </a:lnTo>
                  <a:lnTo>
                    <a:pt x="45386" y="6729"/>
                  </a:lnTo>
                  <a:lnTo>
                    <a:pt x="46109" y="8027"/>
                  </a:lnTo>
                  <a:lnTo>
                    <a:pt x="43287" y="8341"/>
                  </a:lnTo>
                  <a:lnTo>
                    <a:pt x="39793" y="10608"/>
                  </a:lnTo>
                  <a:lnTo>
                    <a:pt x="30570" y="11166"/>
                  </a:lnTo>
                  <a:lnTo>
                    <a:pt x="23869" y="13746"/>
                  </a:lnTo>
                  <a:lnTo>
                    <a:pt x="26854" y="18992"/>
                  </a:lnTo>
                  <a:lnTo>
                    <a:pt x="29245" y="19104"/>
                  </a:lnTo>
                  <a:lnTo>
                    <a:pt x="31146" y="21195"/>
                  </a:lnTo>
                  <a:lnTo>
                    <a:pt x="30534" y="25922"/>
                  </a:lnTo>
                  <a:lnTo>
                    <a:pt x="28043" y="26904"/>
                  </a:lnTo>
                  <a:lnTo>
                    <a:pt x="24184" y="23012"/>
                  </a:lnTo>
                  <a:lnTo>
                    <a:pt x="22167" y="24171"/>
                  </a:lnTo>
                  <a:lnTo>
                    <a:pt x="23181" y="26457"/>
                  </a:lnTo>
                  <a:lnTo>
                    <a:pt x="15837" y="24021"/>
                  </a:lnTo>
                  <a:lnTo>
                    <a:pt x="6086" y="18710"/>
                  </a:lnTo>
                  <a:lnTo>
                    <a:pt x="4961" y="18682"/>
                  </a:lnTo>
                  <a:lnTo>
                    <a:pt x="3835" y="20354"/>
                  </a:lnTo>
                  <a:lnTo>
                    <a:pt x="0" y="10029"/>
                  </a:lnTo>
                  <a:lnTo>
                    <a:pt x="227" y="8311"/>
                  </a:lnTo>
                  <a:lnTo>
                    <a:pt x="4116" y="5540"/>
                  </a:lnTo>
                  <a:lnTo>
                    <a:pt x="5921" y="5862"/>
                  </a:lnTo>
                  <a:lnTo>
                    <a:pt x="10438" y="8446"/>
                  </a:lnTo>
                  <a:lnTo>
                    <a:pt x="15889" y="6413"/>
                  </a:lnTo>
                  <a:lnTo>
                    <a:pt x="18886" y="4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h3982"/>
            <p:cNvSpPr/>
            <p:nvPr/>
          </p:nvSpPr>
          <p:spPr>
            <a:xfrm>
              <a:off x="6298352" y="2768702"/>
              <a:ext cx="51504" cy="52894"/>
            </a:xfrm>
            <a:custGeom>
              <a:avLst/>
              <a:pathLst>
                <a:path w="51504" h="52894">
                  <a:moveTo>
                    <a:pt x="23872" y="0"/>
                  </a:moveTo>
                  <a:lnTo>
                    <a:pt x="24489" y="754"/>
                  </a:lnTo>
                  <a:lnTo>
                    <a:pt x="23973" y="2027"/>
                  </a:lnTo>
                  <a:lnTo>
                    <a:pt x="24374" y="4349"/>
                  </a:lnTo>
                  <a:lnTo>
                    <a:pt x="28885" y="4296"/>
                  </a:lnTo>
                  <a:lnTo>
                    <a:pt x="28735" y="7087"/>
                  </a:lnTo>
                  <a:lnTo>
                    <a:pt x="30729" y="9242"/>
                  </a:lnTo>
                  <a:lnTo>
                    <a:pt x="35065" y="11440"/>
                  </a:lnTo>
                  <a:lnTo>
                    <a:pt x="40127" y="10594"/>
                  </a:lnTo>
                  <a:lnTo>
                    <a:pt x="41440" y="8390"/>
                  </a:lnTo>
                  <a:lnTo>
                    <a:pt x="42398" y="8197"/>
                  </a:lnTo>
                  <a:lnTo>
                    <a:pt x="42090" y="9319"/>
                  </a:lnTo>
                  <a:lnTo>
                    <a:pt x="43347" y="11886"/>
                  </a:lnTo>
                  <a:lnTo>
                    <a:pt x="49119" y="14571"/>
                  </a:lnTo>
                  <a:lnTo>
                    <a:pt x="50348" y="15748"/>
                  </a:lnTo>
                  <a:lnTo>
                    <a:pt x="50158" y="18948"/>
                  </a:lnTo>
                  <a:lnTo>
                    <a:pt x="51504" y="20816"/>
                  </a:lnTo>
                  <a:lnTo>
                    <a:pt x="45842" y="24444"/>
                  </a:lnTo>
                  <a:lnTo>
                    <a:pt x="39488" y="30623"/>
                  </a:lnTo>
                  <a:lnTo>
                    <a:pt x="39466" y="33299"/>
                  </a:lnTo>
                  <a:lnTo>
                    <a:pt x="40539" y="36771"/>
                  </a:lnTo>
                  <a:lnTo>
                    <a:pt x="44647" y="40086"/>
                  </a:lnTo>
                  <a:lnTo>
                    <a:pt x="44528" y="44524"/>
                  </a:lnTo>
                  <a:lnTo>
                    <a:pt x="37254" y="49745"/>
                  </a:lnTo>
                  <a:lnTo>
                    <a:pt x="32366" y="51519"/>
                  </a:lnTo>
                  <a:lnTo>
                    <a:pt x="28059" y="48938"/>
                  </a:lnTo>
                  <a:lnTo>
                    <a:pt x="23433" y="48955"/>
                  </a:lnTo>
                  <a:lnTo>
                    <a:pt x="22048" y="50652"/>
                  </a:lnTo>
                  <a:lnTo>
                    <a:pt x="16049" y="49589"/>
                  </a:lnTo>
                  <a:lnTo>
                    <a:pt x="7697" y="52531"/>
                  </a:lnTo>
                  <a:lnTo>
                    <a:pt x="5844" y="52894"/>
                  </a:lnTo>
                  <a:lnTo>
                    <a:pt x="2369" y="49857"/>
                  </a:lnTo>
                  <a:lnTo>
                    <a:pt x="2993" y="46806"/>
                  </a:lnTo>
                  <a:lnTo>
                    <a:pt x="5429" y="46884"/>
                  </a:lnTo>
                  <a:lnTo>
                    <a:pt x="5327" y="45683"/>
                  </a:lnTo>
                  <a:lnTo>
                    <a:pt x="3916" y="44646"/>
                  </a:lnTo>
                  <a:lnTo>
                    <a:pt x="4851" y="41094"/>
                  </a:lnTo>
                  <a:lnTo>
                    <a:pt x="13876" y="39668"/>
                  </a:lnTo>
                  <a:lnTo>
                    <a:pt x="14271" y="38139"/>
                  </a:lnTo>
                  <a:lnTo>
                    <a:pt x="13187" y="37442"/>
                  </a:lnTo>
                  <a:lnTo>
                    <a:pt x="15424" y="28784"/>
                  </a:lnTo>
                  <a:lnTo>
                    <a:pt x="13150" y="22898"/>
                  </a:lnTo>
                  <a:lnTo>
                    <a:pt x="9781" y="19817"/>
                  </a:lnTo>
                  <a:lnTo>
                    <a:pt x="8227" y="19732"/>
                  </a:lnTo>
                  <a:lnTo>
                    <a:pt x="5164" y="22204"/>
                  </a:lnTo>
                  <a:lnTo>
                    <a:pt x="2580" y="22026"/>
                  </a:lnTo>
                  <a:lnTo>
                    <a:pt x="93" y="19768"/>
                  </a:lnTo>
                  <a:lnTo>
                    <a:pt x="0" y="15882"/>
                  </a:lnTo>
                  <a:lnTo>
                    <a:pt x="7697" y="3414"/>
                  </a:lnTo>
                  <a:lnTo>
                    <a:pt x="8506" y="2985"/>
                  </a:lnTo>
                  <a:lnTo>
                    <a:pt x="10461" y="5480"/>
                  </a:lnTo>
                  <a:lnTo>
                    <a:pt x="15569" y="3197"/>
                  </a:lnTo>
                  <a:lnTo>
                    <a:pt x="17241" y="902"/>
                  </a:lnTo>
                  <a:lnTo>
                    <a:pt x="18494" y="141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h3983"/>
            <p:cNvSpPr/>
            <p:nvPr/>
          </p:nvSpPr>
          <p:spPr>
            <a:xfrm>
              <a:off x="6260215" y="2797883"/>
              <a:ext cx="45833" cy="36729"/>
            </a:xfrm>
            <a:custGeom>
              <a:avLst/>
              <a:pathLst>
                <a:path w="45833" h="36729">
                  <a:moveTo>
                    <a:pt x="28991" y="0"/>
                  </a:moveTo>
                  <a:lnTo>
                    <a:pt x="28727" y="3260"/>
                  </a:lnTo>
                  <a:lnTo>
                    <a:pt x="34426" y="11304"/>
                  </a:lnTo>
                  <a:lnTo>
                    <a:pt x="36659" y="11448"/>
                  </a:lnTo>
                  <a:lnTo>
                    <a:pt x="42052" y="15466"/>
                  </a:lnTo>
                  <a:lnTo>
                    <a:pt x="43464" y="16503"/>
                  </a:lnTo>
                  <a:lnTo>
                    <a:pt x="43565" y="17703"/>
                  </a:lnTo>
                  <a:lnTo>
                    <a:pt x="41130" y="17625"/>
                  </a:lnTo>
                  <a:lnTo>
                    <a:pt x="40505" y="20677"/>
                  </a:lnTo>
                  <a:lnTo>
                    <a:pt x="43980" y="23713"/>
                  </a:lnTo>
                  <a:lnTo>
                    <a:pt x="45833" y="23350"/>
                  </a:lnTo>
                  <a:lnTo>
                    <a:pt x="44129" y="29193"/>
                  </a:lnTo>
                  <a:lnTo>
                    <a:pt x="41916" y="29184"/>
                  </a:lnTo>
                  <a:lnTo>
                    <a:pt x="40666" y="31592"/>
                  </a:lnTo>
                  <a:lnTo>
                    <a:pt x="41953" y="32569"/>
                  </a:lnTo>
                  <a:lnTo>
                    <a:pt x="38974" y="34438"/>
                  </a:lnTo>
                  <a:lnTo>
                    <a:pt x="36644" y="34537"/>
                  </a:lnTo>
                  <a:lnTo>
                    <a:pt x="30686" y="31489"/>
                  </a:lnTo>
                  <a:lnTo>
                    <a:pt x="28416" y="33105"/>
                  </a:lnTo>
                  <a:lnTo>
                    <a:pt x="27652" y="35701"/>
                  </a:lnTo>
                  <a:lnTo>
                    <a:pt x="23086" y="35375"/>
                  </a:lnTo>
                  <a:lnTo>
                    <a:pt x="22421" y="36213"/>
                  </a:lnTo>
                  <a:lnTo>
                    <a:pt x="20907" y="36729"/>
                  </a:lnTo>
                  <a:lnTo>
                    <a:pt x="21098" y="32531"/>
                  </a:lnTo>
                  <a:lnTo>
                    <a:pt x="16639" y="27786"/>
                  </a:lnTo>
                  <a:lnTo>
                    <a:pt x="16219" y="26159"/>
                  </a:lnTo>
                  <a:lnTo>
                    <a:pt x="15112" y="25035"/>
                  </a:lnTo>
                  <a:lnTo>
                    <a:pt x="10650" y="14316"/>
                  </a:lnTo>
                  <a:lnTo>
                    <a:pt x="4752" y="10365"/>
                  </a:lnTo>
                  <a:lnTo>
                    <a:pt x="1924" y="10117"/>
                  </a:lnTo>
                  <a:lnTo>
                    <a:pt x="0" y="7160"/>
                  </a:lnTo>
                  <a:lnTo>
                    <a:pt x="6116" y="9111"/>
                  </a:lnTo>
                  <a:lnTo>
                    <a:pt x="11836" y="6686"/>
                  </a:lnTo>
                  <a:lnTo>
                    <a:pt x="14964" y="4507"/>
                  </a:lnTo>
                  <a:lnTo>
                    <a:pt x="19523" y="3376"/>
                  </a:lnTo>
                  <a:lnTo>
                    <a:pt x="23097" y="89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h3984"/>
            <p:cNvSpPr/>
            <p:nvPr/>
          </p:nvSpPr>
          <p:spPr>
            <a:xfrm>
              <a:off x="6198572" y="2633433"/>
              <a:ext cx="35558" cy="35951"/>
            </a:xfrm>
            <a:custGeom>
              <a:avLst/>
              <a:pathLst>
                <a:path w="35558" h="35951">
                  <a:moveTo>
                    <a:pt x="9568" y="0"/>
                  </a:moveTo>
                  <a:lnTo>
                    <a:pt x="13576" y="766"/>
                  </a:lnTo>
                  <a:lnTo>
                    <a:pt x="16396" y="4266"/>
                  </a:lnTo>
                  <a:lnTo>
                    <a:pt x="17991" y="4895"/>
                  </a:lnTo>
                  <a:lnTo>
                    <a:pt x="18734" y="7171"/>
                  </a:lnTo>
                  <a:lnTo>
                    <a:pt x="26801" y="8702"/>
                  </a:lnTo>
                  <a:lnTo>
                    <a:pt x="29655" y="7273"/>
                  </a:lnTo>
                  <a:lnTo>
                    <a:pt x="30266" y="5207"/>
                  </a:lnTo>
                  <a:lnTo>
                    <a:pt x="31728" y="4123"/>
                  </a:lnTo>
                  <a:lnTo>
                    <a:pt x="33382" y="4164"/>
                  </a:lnTo>
                  <a:lnTo>
                    <a:pt x="34885" y="5897"/>
                  </a:lnTo>
                  <a:lnTo>
                    <a:pt x="35412" y="7709"/>
                  </a:lnTo>
                  <a:lnTo>
                    <a:pt x="33511" y="10832"/>
                  </a:lnTo>
                  <a:lnTo>
                    <a:pt x="33430" y="14621"/>
                  </a:lnTo>
                  <a:lnTo>
                    <a:pt x="35558" y="20672"/>
                  </a:lnTo>
                  <a:lnTo>
                    <a:pt x="33250" y="23362"/>
                  </a:lnTo>
                  <a:lnTo>
                    <a:pt x="30194" y="29420"/>
                  </a:lnTo>
                  <a:lnTo>
                    <a:pt x="33354" y="29284"/>
                  </a:lnTo>
                  <a:lnTo>
                    <a:pt x="33522" y="31929"/>
                  </a:lnTo>
                  <a:lnTo>
                    <a:pt x="29449" y="33761"/>
                  </a:lnTo>
                  <a:lnTo>
                    <a:pt x="28139" y="35951"/>
                  </a:lnTo>
                  <a:lnTo>
                    <a:pt x="25227" y="35758"/>
                  </a:lnTo>
                  <a:lnTo>
                    <a:pt x="18547" y="28791"/>
                  </a:lnTo>
                  <a:lnTo>
                    <a:pt x="18928" y="27118"/>
                  </a:lnTo>
                  <a:lnTo>
                    <a:pt x="15843" y="23818"/>
                  </a:lnTo>
                  <a:lnTo>
                    <a:pt x="10749" y="22881"/>
                  </a:lnTo>
                  <a:lnTo>
                    <a:pt x="6877" y="24964"/>
                  </a:lnTo>
                  <a:lnTo>
                    <a:pt x="5854" y="27718"/>
                  </a:lnTo>
                  <a:lnTo>
                    <a:pt x="1283" y="28714"/>
                  </a:lnTo>
                  <a:lnTo>
                    <a:pt x="0" y="24345"/>
                  </a:lnTo>
                  <a:lnTo>
                    <a:pt x="64" y="22983"/>
                  </a:lnTo>
                  <a:lnTo>
                    <a:pt x="1238" y="22602"/>
                  </a:lnTo>
                  <a:lnTo>
                    <a:pt x="1765" y="21371"/>
                  </a:lnTo>
                  <a:lnTo>
                    <a:pt x="1296" y="18664"/>
                  </a:lnTo>
                  <a:lnTo>
                    <a:pt x="3480" y="18099"/>
                  </a:lnTo>
                  <a:lnTo>
                    <a:pt x="5613" y="16299"/>
                  </a:lnTo>
                  <a:lnTo>
                    <a:pt x="3373" y="12660"/>
                  </a:lnTo>
                  <a:lnTo>
                    <a:pt x="719" y="11076"/>
                  </a:lnTo>
                  <a:lnTo>
                    <a:pt x="2876" y="335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h3985"/>
            <p:cNvSpPr/>
            <p:nvPr/>
          </p:nvSpPr>
          <p:spPr>
            <a:xfrm>
              <a:off x="6108452" y="2916790"/>
              <a:ext cx="30245" cy="38568"/>
            </a:xfrm>
            <a:custGeom>
              <a:avLst/>
              <a:pathLst>
                <a:path w="30245" h="38568">
                  <a:moveTo>
                    <a:pt x="24121" y="5487"/>
                  </a:moveTo>
                  <a:lnTo>
                    <a:pt x="26525" y="4821"/>
                  </a:lnTo>
                  <a:lnTo>
                    <a:pt x="26717" y="18002"/>
                  </a:lnTo>
                  <a:lnTo>
                    <a:pt x="30080" y="19637"/>
                  </a:lnTo>
                  <a:lnTo>
                    <a:pt x="30245" y="21151"/>
                  </a:lnTo>
                  <a:lnTo>
                    <a:pt x="29110" y="22423"/>
                  </a:lnTo>
                  <a:lnTo>
                    <a:pt x="28407" y="25749"/>
                  </a:lnTo>
                  <a:lnTo>
                    <a:pt x="28924" y="26597"/>
                  </a:lnTo>
                  <a:lnTo>
                    <a:pt x="26846" y="30402"/>
                  </a:lnTo>
                  <a:lnTo>
                    <a:pt x="25147" y="31047"/>
                  </a:lnTo>
                  <a:lnTo>
                    <a:pt x="19924" y="30494"/>
                  </a:lnTo>
                  <a:lnTo>
                    <a:pt x="16584" y="31918"/>
                  </a:lnTo>
                  <a:lnTo>
                    <a:pt x="19070" y="37637"/>
                  </a:lnTo>
                  <a:lnTo>
                    <a:pt x="17194" y="38568"/>
                  </a:lnTo>
                  <a:lnTo>
                    <a:pt x="9678" y="37153"/>
                  </a:lnTo>
                  <a:lnTo>
                    <a:pt x="7247" y="32662"/>
                  </a:lnTo>
                  <a:lnTo>
                    <a:pt x="9946" y="29821"/>
                  </a:lnTo>
                  <a:lnTo>
                    <a:pt x="8143" y="27682"/>
                  </a:lnTo>
                  <a:lnTo>
                    <a:pt x="1335" y="24550"/>
                  </a:lnTo>
                  <a:lnTo>
                    <a:pt x="0" y="21648"/>
                  </a:lnTo>
                  <a:lnTo>
                    <a:pt x="549" y="20631"/>
                  </a:lnTo>
                  <a:lnTo>
                    <a:pt x="1859" y="20345"/>
                  </a:lnTo>
                  <a:lnTo>
                    <a:pt x="2225" y="16907"/>
                  </a:lnTo>
                  <a:lnTo>
                    <a:pt x="3255" y="15445"/>
                  </a:lnTo>
                  <a:lnTo>
                    <a:pt x="7020" y="17494"/>
                  </a:lnTo>
                  <a:lnTo>
                    <a:pt x="10794" y="11829"/>
                  </a:lnTo>
                  <a:lnTo>
                    <a:pt x="15643" y="11688"/>
                  </a:lnTo>
                  <a:lnTo>
                    <a:pt x="16430" y="7822"/>
                  </a:lnTo>
                  <a:lnTo>
                    <a:pt x="16504" y="581"/>
                  </a:lnTo>
                  <a:lnTo>
                    <a:pt x="17259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h3986"/>
            <p:cNvSpPr/>
            <p:nvPr/>
          </p:nvSpPr>
          <p:spPr>
            <a:xfrm>
              <a:off x="6254627" y="2822277"/>
              <a:ext cx="18091" cy="10690"/>
            </a:xfrm>
            <a:custGeom>
              <a:avLst/>
              <a:pathLst>
                <a:path w="18091" h="10690">
                  <a:moveTo>
                    <a:pt x="8662" y="2480"/>
                  </a:moveTo>
                  <a:lnTo>
                    <a:pt x="16329" y="2587"/>
                  </a:lnTo>
                  <a:lnTo>
                    <a:pt x="16816" y="6225"/>
                  </a:lnTo>
                  <a:lnTo>
                    <a:pt x="18091" y="6496"/>
                  </a:lnTo>
                  <a:lnTo>
                    <a:pt x="14893" y="10690"/>
                  </a:lnTo>
                  <a:lnTo>
                    <a:pt x="11039" y="10643"/>
                  </a:lnTo>
                  <a:lnTo>
                    <a:pt x="5179" y="6237"/>
                  </a:lnTo>
                  <a:lnTo>
                    <a:pt x="154" y="4391"/>
                  </a:lnTo>
                  <a:lnTo>
                    <a:pt x="0" y="3711"/>
                  </a:lnTo>
                  <a:lnTo>
                    <a:pt x="7" y="807"/>
                  </a:lnTo>
                  <a:lnTo>
                    <a:pt x="144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h3987"/>
            <p:cNvSpPr/>
            <p:nvPr/>
          </p:nvSpPr>
          <p:spPr>
            <a:xfrm>
              <a:off x="5989340" y="2827307"/>
              <a:ext cx="62674" cy="41433"/>
            </a:xfrm>
            <a:custGeom>
              <a:avLst/>
              <a:pathLst>
                <a:path w="62674" h="41433">
                  <a:moveTo>
                    <a:pt x="41717" y="0"/>
                  </a:moveTo>
                  <a:lnTo>
                    <a:pt x="42321" y="4117"/>
                  </a:lnTo>
                  <a:lnTo>
                    <a:pt x="45013" y="3668"/>
                  </a:lnTo>
                  <a:lnTo>
                    <a:pt x="44061" y="1570"/>
                  </a:lnTo>
                  <a:lnTo>
                    <a:pt x="44352" y="713"/>
                  </a:lnTo>
                  <a:lnTo>
                    <a:pt x="47456" y="111"/>
                  </a:lnTo>
                  <a:lnTo>
                    <a:pt x="48104" y="1611"/>
                  </a:lnTo>
                  <a:lnTo>
                    <a:pt x="52174" y="3570"/>
                  </a:lnTo>
                  <a:lnTo>
                    <a:pt x="52729" y="4907"/>
                  </a:lnTo>
                  <a:lnTo>
                    <a:pt x="51679" y="6713"/>
                  </a:lnTo>
                  <a:lnTo>
                    <a:pt x="53312" y="13614"/>
                  </a:lnTo>
                  <a:lnTo>
                    <a:pt x="58649" y="17372"/>
                  </a:lnTo>
                  <a:lnTo>
                    <a:pt x="57008" y="24944"/>
                  </a:lnTo>
                  <a:lnTo>
                    <a:pt x="56829" y="30395"/>
                  </a:lnTo>
                  <a:lnTo>
                    <a:pt x="61406" y="38294"/>
                  </a:lnTo>
                  <a:lnTo>
                    <a:pt x="62674" y="38858"/>
                  </a:lnTo>
                  <a:lnTo>
                    <a:pt x="61904" y="39591"/>
                  </a:lnTo>
                  <a:lnTo>
                    <a:pt x="56793" y="40894"/>
                  </a:lnTo>
                  <a:lnTo>
                    <a:pt x="50269" y="41433"/>
                  </a:lnTo>
                  <a:lnTo>
                    <a:pt x="47567" y="38335"/>
                  </a:lnTo>
                  <a:lnTo>
                    <a:pt x="37571" y="40886"/>
                  </a:lnTo>
                  <a:lnTo>
                    <a:pt x="36206" y="39922"/>
                  </a:lnTo>
                  <a:lnTo>
                    <a:pt x="34684" y="35834"/>
                  </a:lnTo>
                  <a:lnTo>
                    <a:pt x="33176" y="34362"/>
                  </a:lnTo>
                  <a:lnTo>
                    <a:pt x="26817" y="32920"/>
                  </a:lnTo>
                  <a:lnTo>
                    <a:pt x="25559" y="32997"/>
                  </a:lnTo>
                  <a:lnTo>
                    <a:pt x="25221" y="35072"/>
                  </a:lnTo>
                  <a:lnTo>
                    <a:pt x="24057" y="36353"/>
                  </a:lnTo>
                  <a:lnTo>
                    <a:pt x="16349" y="38785"/>
                  </a:lnTo>
                  <a:lnTo>
                    <a:pt x="14658" y="32716"/>
                  </a:lnTo>
                  <a:lnTo>
                    <a:pt x="2622" y="19853"/>
                  </a:lnTo>
                  <a:lnTo>
                    <a:pt x="874" y="16331"/>
                  </a:lnTo>
                  <a:lnTo>
                    <a:pt x="0" y="11243"/>
                  </a:lnTo>
                  <a:lnTo>
                    <a:pt x="9232" y="4057"/>
                  </a:lnTo>
                  <a:lnTo>
                    <a:pt x="18795" y="1855"/>
                  </a:lnTo>
                  <a:lnTo>
                    <a:pt x="28218" y="1670"/>
                  </a:lnTo>
                  <a:lnTo>
                    <a:pt x="33217" y="333"/>
                  </a:lnTo>
                  <a:lnTo>
                    <a:pt x="37009" y="74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h3988"/>
            <p:cNvSpPr/>
            <p:nvPr/>
          </p:nvSpPr>
          <p:spPr>
            <a:xfrm>
              <a:off x="6329164" y="2838573"/>
              <a:ext cx="36393" cy="23118"/>
            </a:xfrm>
            <a:custGeom>
              <a:avLst/>
              <a:pathLst>
                <a:path w="36393" h="23118">
                  <a:moveTo>
                    <a:pt x="11643" y="0"/>
                  </a:moveTo>
                  <a:lnTo>
                    <a:pt x="23847" y="1849"/>
                  </a:lnTo>
                  <a:lnTo>
                    <a:pt x="25435" y="2088"/>
                  </a:lnTo>
                  <a:lnTo>
                    <a:pt x="30617" y="6289"/>
                  </a:lnTo>
                  <a:lnTo>
                    <a:pt x="35745" y="9284"/>
                  </a:lnTo>
                  <a:lnTo>
                    <a:pt x="36393" y="12010"/>
                  </a:lnTo>
                  <a:lnTo>
                    <a:pt x="35701" y="14135"/>
                  </a:lnTo>
                  <a:lnTo>
                    <a:pt x="33276" y="14924"/>
                  </a:lnTo>
                  <a:lnTo>
                    <a:pt x="26147" y="13358"/>
                  </a:lnTo>
                  <a:lnTo>
                    <a:pt x="24460" y="13657"/>
                  </a:lnTo>
                  <a:lnTo>
                    <a:pt x="16199" y="18115"/>
                  </a:lnTo>
                  <a:lnTo>
                    <a:pt x="16012" y="21106"/>
                  </a:lnTo>
                  <a:lnTo>
                    <a:pt x="8391" y="23118"/>
                  </a:lnTo>
                  <a:lnTo>
                    <a:pt x="6066" y="21900"/>
                  </a:lnTo>
                  <a:lnTo>
                    <a:pt x="6888" y="19045"/>
                  </a:lnTo>
                  <a:lnTo>
                    <a:pt x="0" y="18857"/>
                  </a:lnTo>
                  <a:lnTo>
                    <a:pt x="867" y="9972"/>
                  </a:lnTo>
                  <a:lnTo>
                    <a:pt x="438" y="9489"/>
                  </a:lnTo>
                  <a:lnTo>
                    <a:pt x="6298" y="3934"/>
                  </a:lnTo>
                  <a:lnTo>
                    <a:pt x="8882" y="409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h3989"/>
            <p:cNvSpPr/>
            <p:nvPr/>
          </p:nvSpPr>
          <p:spPr>
            <a:xfrm>
              <a:off x="6268101" y="2824042"/>
              <a:ext cx="14535" cy="20441"/>
            </a:xfrm>
            <a:custGeom>
              <a:avLst/>
              <a:pathLst>
                <a:path w="14535" h="20441">
                  <a:moveTo>
                    <a:pt x="8754" y="1627"/>
                  </a:moveTo>
                  <a:lnTo>
                    <a:pt x="13212" y="6372"/>
                  </a:lnTo>
                  <a:lnTo>
                    <a:pt x="13022" y="10569"/>
                  </a:lnTo>
                  <a:lnTo>
                    <a:pt x="14535" y="10054"/>
                  </a:lnTo>
                  <a:lnTo>
                    <a:pt x="13312" y="18564"/>
                  </a:lnTo>
                  <a:lnTo>
                    <a:pt x="14089" y="20441"/>
                  </a:lnTo>
                  <a:lnTo>
                    <a:pt x="9906" y="19797"/>
                  </a:lnTo>
                  <a:lnTo>
                    <a:pt x="4287" y="14094"/>
                  </a:lnTo>
                  <a:lnTo>
                    <a:pt x="1204" y="13375"/>
                  </a:lnTo>
                  <a:lnTo>
                    <a:pt x="0" y="10825"/>
                  </a:lnTo>
                  <a:lnTo>
                    <a:pt x="1420" y="8925"/>
                  </a:lnTo>
                  <a:lnTo>
                    <a:pt x="4617" y="4731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h3990"/>
            <p:cNvSpPr/>
            <p:nvPr/>
          </p:nvSpPr>
          <p:spPr>
            <a:xfrm>
              <a:off x="6258086" y="2834868"/>
              <a:ext cx="19921" cy="18294"/>
            </a:xfrm>
            <a:custGeom>
              <a:avLst/>
              <a:pathLst>
                <a:path w="19921" h="18294">
                  <a:moveTo>
                    <a:pt x="11219" y="2549"/>
                  </a:moveTo>
                  <a:lnTo>
                    <a:pt x="14303" y="3268"/>
                  </a:lnTo>
                  <a:lnTo>
                    <a:pt x="19921" y="8972"/>
                  </a:lnTo>
                  <a:lnTo>
                    <a:pt x="19267" y="11181"/>
                  </a:lnTo>
                  <a:lnTo>
                    <a:pt x="19429" y="14248"/>
                  </a:lnTo>
                  <a:lnTo>
                    <a:pt x="17078" y="17248"/>
                  </a:lnTo>
                  <a:lnTo>
                    <a:pt x="11861" y="18294"/>
                  </a:lnTo>
                  <a:lnTo>
                    <a:pt x="7630" y="16911"/>
                  </a:lnTo>
                  <a:lnTo>
                    <a:pt x="3015" y="16434"/>
                  </a:lnTo>
                  <a:lnTo>
                    <a:pt x="1362" y="17477"/>
                  </a:lnTo>
                  <a:lnTo>
                    <a:pt x="0" y="10617"/>
                  </a:lnTo>
                  <a:lnTo>
                    <a:pt x="1157" y="9375"/>
                  </a:lnTo>
                  <a:lnTo>
                    <a:pt x="4963" y="6058"/>
                  </a:lnTo>
                  <a:lnTo>
                    <a:pt x="1001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h3991"/>
            <p:cNvSpPr/>
            <p:nvPr/>
          </p:nvSpPr>
          <p:spPr>
            <a:xfrm>
              <a:off x="6246759" y="2802355"/>
              <a:ext cx="15573" cy="17644"/>
            </a:xfrm>
            <a:custGeom>
              <a:avLst/>
              <a:pathLst>
                <a:path w="15573" h="17644">
                  <a:moveTo>
                    <a:pt x="13456" y="2687"/>
                  </a:moveTo>
                  <a:lnTo>
                    <a:pt x="15381" y="5645"/>
                  </a:lnTo>
                  <a:lnTo>
                    <a:pt x="14825" y="7472"/>
                  </a:lnTo>
                  <a:lnTo>
                    <a:pt x="15573" y="10062"/>
                  </a:lnTo>
                  <a:lnTo>
                    <a:pt x="14837" y="12693"/>
                  </a:lnTo>
                  <a:lnTo>
                    <a:pt x="13476" y="13292"/>
                  </a:lnTo>
                  <a:lnTo>
                    <a:pt x="10185" y="12901"/>
                  </a:lnTo>
                  <a:lnTo>
                    <a:pt x="6927" y="17022"/>
                  </a:lnTo>
                  <a:lnTo>
                    <a:pt x="1658" y="17644"/>
                  </a:lnTo>
                  <a:lnTo>
                    <a:pt x="367" y="14949"/>
                  </a:lnTo>
                  <a:lnTo>
                    <a:pt x="650" y="13718"/>
                  </a:lnTo>
                  <a:lnTo>
                    <a:pt x="0" y="10061"/>
                  </a:lnTo>
                  <a:lnTo>
                    <a:pt x="387" y="6408"/>
                  </a:lnTo>
                  <a:lnTo>
                    <a:pt x="1467" y="5020"/>
                  </a:lnTo>
                  <a:lnTo>
                    <a:pt x="6265" y="4175"/>
                  </a:lnTo>
                  <a:lnTo>
                    <a:pt x="1022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h3992"/>
            <p:cNvSpPr/>
            <p:nvPr/>
          </p:nvSpPr>
          <p:spPr>
            <a:xfrm>
              <a:off x="6088652" y="2964037"/>
              <a:ext cx="39748" cy="27137"/>
            </a:xfrm>
            <a:custGeom>
              <a:avLst/>
              <a:pathLst>
                <a:path w="39748" h="27137">
                  <a:moveTo>
                    <a:pt x="14807" y="394"/>
                  </a:moveTo>
                  <a:lnTo>
                    <a:pt x="18283" y="2895"/>
                  </a:lnTo>
                  <a:lnTo>
                    <a:pt x="17427" y="2467"/>
                  </a:lnTo>
                  <a:lnTo>
                    <a:pt x="15833" y="3266"/>
                  </a:lnTo>
                  <a:lnTo>
                    <a:pt x="15681" y="4740"/>
                  </a:lnTo>
                  <a:lnTo>
                    <a:pt x="16158" y="7243"/>
                  </a:lnTo>
                  <a:lnTo>
                    <a:pt x="18392" y="8918"/>
                  </a:lnTo>
                  <a:lnTo>
                    <a:pt x="31550" y="2295"/>
                  </a:lnTo>
                  <a:lnTo>
                    <a:pt x="36300" y="1438"/>
                  </a:lnTo>
                  <a:lnTo>
                    <a:pt x="39748" y="9104"/>
                  </a:lnTo>
                  <a:lnTo>
                    <a:pt x="39256" y="12193"/>
                  </a:lnTo>
                  <a:lnTo>
                    <a:pt x="39261" y="14036"/>
                  </a:lnTo>
                  <a:lnTo>
                    <a:pt x="36260" y="17863"/>
                  </a:lnTo>
                  <a:lnTo>
                    <a:pt x="34103" y="17766"/>
                  </a:lnTo>
                  <a:lnTo>
                    <a:pt x="32160" y="15104"/>
                  </a:lnTo>
                  <a:lnTo>
                    <a:pt x="29700" y="14134"/>
                  </a:lnTo>
                  <a:lnTo>
                    <a:pt x="28511" y="14391"/>
                  </a:lnTo>
                  <a:lnTo>
                    <a:pt x="24430" y="19007"/>
                  </a:lnTo>
                  <a:lnTo>
                    <a:pt x="21937" y="27137"/>
                  </a:lnTo>
                  <a:lnTo>
                    <a:pt x="19345" y="26448"/>
                  </a:lnTo>
                  <a:lnTo>
                    <a:pt x="17901" y="23714"/>
                  </a:lnTo>
                  <a:lnTo>
                    <a:pt x="11827" y="21818"/>
                  </a:lnTo>
                  <a:lnTo>
                    <a:pt x="10630" y="23777"/>
                  </a:lnTo>
                  <a:lnTo>
                    <a:pt x="10344" y="24191"/>
                  </a:lnTo>
                  <a:lnTo>
                    <a:pt x="9141" y="23292"/>
                  </a:lnTo>
                  <a:lnTo>
                    <a:pt x="11335" y="20882"/>
                  </a:lnTo>
                  <a:lnTo>
                    <a:pt x="10065" y="18805"/>
                  </a:lnTo>
                  <a:lnTo>
                    <a:pt x="6303" y="17165"/>
                  </a:lnTo>
                  <a:lnTo>
                    <a:pt x="2003" y="17228"/>
                  </a:lnTo>
                  <a:lnTo>
                    <a:pt x="1152" y="16136"/>
                  </a:lnTo>
                  <a:lnTo>
                    <a:pt x="1151" y="13973"/>
                  </a:lnTo>
                  <a:lnTo>
                    <a:pt x="3303" y="10715"/>
                  </a:lnTo>
                  <a:lnTo>
                    <a:pt x="0" y="7077"/>
                  </a:lnTo>
                  <a:lnTo>
                    <a:pt x="1716" y="4541"/>
                  </a:lnTo>
                  <a:lnTo>
                    <a:pt x="7863" y="3411"/>
                  </a:lnTo>
                  <a:lnTo>
                    <a:pt x="12394" y="1330"/>
                  </a:lnTo>
                  <a:lnTo>
                    <a:pt x="12201" y="400"/>
                  </a:lnTo>
                  <a:lnTo>
                    <a:pt x="1308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h3993"/>
            <p:cNvSpPr/>
            <p:nvPr/>
          </p:nvSpPr>
          <p:spPr>
            <a:xfrm>
              <a:off x="6353012" y="2820953"/>
              <a:ext cx="26213" cy="31755"/>
            </a:xfrm>
            <a:custGeom>
              <a:avLst/>
              <a:pathLst>
                <a:path w="26213" h="31755">
                  <a:moveTo>
                    <a:pt x="13233" y="802"/>
                  </a:moveTo>
                  <a:lnTo>
                    <a:pt x="18546" y="541"/>
                  </a:lnTo>
                  <a:lnTo>
                    <a:pt x="18964" y="43"/>
                  </a:lnTo>
                  <a:lnTo>
                    <a:pt x="22953" y="5655"/>
                  </a:lnTo>
                  <a:lnTo>
                    <a:pt x="24781" y="10775"/>
                  </a:lnTo>
                  <a:lnTo>
                    <a:pt x="25801" y="10904"/>
                  </a:lnTo>
                  <a:lnTo>
                    <a:pt x="25781" y="12207"/>
                  </a:lnTo>
                  <a:lnTo>
                    <a:pt x="24641" y="13519"/>
                  </a:lnTo>
                  <a:lnTo>
                    <a:pt x="22436" y="13792"/>
                  </a:lnTo>
                  <a:lnTo>
                    <a:pt x="16333" y="17339"/>
                  </a:lnTo>
                  <a:lnTo>
                    <a:pt x="15812" y="20124"/>
                  </a:lnTo>
                  <a:lnTo>
                    <a:pt x="18084" y="28859"/>
                  </a:lnTo>
                  <a:lnTo>
                    <a:pt x="26213" y="29837"/>
                  </a:lnTo>
                  <a:lnTo>
                    <a:pt x="24809" y="30978"/>
                  </a:lnTo>
                  <a:lnTo>
                    <a:pt x="21540" y="31643"/>
                  </a:lnTo>
                  <a:lnTo>
                    <a:pt x="17396" y="29487"/>
                  </a:lnTo>
                  <a:lnTo>
                    <a:pt x="11853" y="31755"/>
                  </a:lnTo>
                  <a:lnTo>
                    <a:pt x="12545" y="29630"/>
                  </a:lnTo>
                  <a:lnTo>
                    <a:pt x="11897" y="26904"/>
                  </a:lnTo>
                  <a:lnTo>
                    <a:pt x="6769" y="23909"/>
                  </a:lnTo>
                  <a:lnTo>
                    <a:pt x="1587" y="19708"/>
                  </a:lnTo>
                  <a:lnTo>
                    <a:pt x="0" y="19469"/>
                  </a:lnTo>
                  <a:lnTo>
                    <a:pt x="1044" y="13603"/>
                  </a:lnTo>
                  <a:lnTo>
                    <a:pt x="3723" y="9379"/>
                  </a:lnTo>
                  <a:lnTo>
                    <a:pt x="4538" y="6864"/>
                  </a:lnTo>
                  <a:lnTo>
                    <a:pt x="3339" y="6063"/>
                  </a:lnTo>
                  <a:lnTo>
                    <a:pt x="3628" y="1575"/>
                  </a:lnTo>
                  <a:lnTo>
                    <a:pt x="4819" y="343"/>
                  </a:lnTo>
                  <a:lnTo>
                    <a:pt x="873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h3994"/>
            <p:cNvSpPr/>
            <p:nvPr/>
          </p:nvSpPr>
          <p:spPr>
            <a:xfrm>
              <a:off x="6058738" y="2768501"/>
              <a:ext cx="55796" cy="39079"/>
            </a:xfrm>
            <a:custGeom>
              <a:avLst/>
              <a:pathLst>
                <a:path w="55796" h="39079">
                  <a:moveTo>
                    <a:pt x="35180" y="17"/>
                  </a:moveTo>
                  <a:lnTo>
                    <a:pt x="36557" y="1071"/>
                  </a:lnTo>
                  <a:lnTo>
                    <a:pt x="39156" y="1448"/>
                  </a:lnTo>
                  <a:lnTo>
                    <a:pt x="40016" y="737"/>
                  </a:lnTo>
                  <a:lnTo>
                    <a:pt x="40696" y="1730"/>
                  </a:lnTo>
                  <a:lnTo>
                    <a:pt x="40207" y="4203"/>
                  </a:lnTo>
                  <a:lnTo>
                    <a:pt x="45348" y="8345"/>
                  </a:lnTo>
                  <a:lnTo>
                    <a:pt x="50295" y="10226"/>
                  </a:lnTo>
                  <a:lnTo>
                    <a:pt x="51279" y="11429"/>
                  </a:lnTo>
                  <a:lnTo>
                    <a:pt x="52417" y="11496"/>
                  </a:lnTo>
                  <a:lnTo>
                    <a:pt x="53501" y="15761"/>
                  </a:lnTo>
                  <a:lnTo>
                    <a:pt x="55796" y="20307"/>
                  </a:lnTo>
                  <a:lnTo>
                    <a:pt x="55481" y="21449"/>
                  </a:lnTo>
                  <a:lnTo>
                    <a:pt x="53971" y="22260"/>
                  </a:lnTo>
                  <a:lnTo>
                    <a:pt x="50717" y="21996"/>
                  </a:lnTo>
                  <a:lnTo>
                    <a:pt x="48901" y="23132"/>
                  </a:lnTo>
                  <a:lnTo>
                    <a:pt x="47592" y="28056"/>
                  </a:lnTo>
                  <a:lnTo>
                    <a:pt x="39852" y="33790"/>
                  </a:lnTo>
                  <a:lnTo>
                    <a:pt x="38467" y="37756"/>
                  </a:lnTo>
                  <a:lnTo>
                    <a:pt x="37788" y="37951"/>
                  </a:lnTo>
                  <a:lnTo>
                    <a:pt x="32469" y="35346"/>
                  </a:lnTo>
                  <a:lnTo>
                    <a:pt x="29644" y="35002"/>
                  </a:lnTo>
                  <a:lnTo>
                    <a:pt x="26976" y="37299"/>
                  </a:lnTo>
                  <a:lnTo>
                    <a:pt x="23301" y="39079"/>
                  </a:lnTo>
                  <a:lnTo>
                    <a:pt x="20611" y="36062"/>
                  </a:lnTo>
                  <a:lnTo>
                    <a:pt x="18516" y="35489"/>
                  </a:lnTo>
                  <a:lnTo>
                    <a:pt x="13495" y="37682"/>
                  </a:lnTo>
                  <a:lnTo>
                    <a:pt x="12226" y="36669"/>
                  </a:lnTo>
                  <a:lnTo>
                    <a:pt x="9938" y="32148"/>
                  </a:lnTo>
                  <a:lnTo>
                    <a:pt x="10371" y="31961"/>
                  </a:lnTo>
                  <a:lnTo>
                    <a:pt x="12237" y="30976"/>
                  </a:lnTo>
                  <a:lnTo>
                    <a:pt x="12402" y="27514"/>
                  </a:lnTo>
                  <a:lnTo>
                    <a:pt x="11349" y="25503"/>
                  </a:lnTo>
                  <a:lnTo>
                    <a:pt x="5447" y="21635"/>
                  </a:lnTo>
                  <a:lnTo>
                    <a:pt x="4604" y="15994"/>
                  </a:lnTo>
                  <a:lnTo>
                    <a:pt x="1839" y="14418"/>
                  </a:lnTo>
                  <a:lnTo>
                    <a:pt x="0" y="10525"/>
                  </a:lnTo>
                  <a:lnTo>
                    <a:pt x="1118" y="9604"/>
                  </a:lnTo>
                  <a:lnTo>
                    <a:pt x="4724" y="9406"/>
                  </a:lnTo>
                  <a:lnTo>
                    <a:pt x="13278" y="12488"/>
                  </a:lnTo>
                  <a:lnTo>
                    <a:pt x="15052" y="10117"/>
                  </a:lnTo>
                  <a:lnTo>
                    <a:pt x="19360" y="8548"/>
                  </a:lnTo>
                  <a:lnTo>
                    <a:pt x="25272" y="2390"/>
                  </a:lnTo>
                  <a:lnTo>
                    <a:pt x="29076" y="0"/>
                  </a:lnTo>
                  <a:lnTo>
                    <a:pt x="32441" y="17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h3995"/>
            <p:cNvSpPr/>
            <p:nvPr/>
          </p:nvSpPr>
          <p:spPr>
            <a:xfrm>
              <a:off x="6337818" y="2789519"/>
              <a:ext cx="17555" cy="23351"/>
            </a:xfrm>
            <a:custGeom>
              <a:avLst/>
              <a:pathLst>
                <a:path w="17555" h="23351">
                  <a:moveTo>
                    <a:pt x="14646" y="102"/>
                  </a:moveTo>
                  <a:lnTo>
                    <a:pt x="12765" y="1909"/>
                  </a:lnTo>
                  <a:lnTo>
                    <a:pt x="12898" y="3703"/>
                  </a:lnTo>
                  <a:lnTo>
                    <a:pt x="14469" y="5190"/>
                  </a:lnTo>
                  <a:lnTo>
                    <a:pt x="17290" y="4449"/>
                  </a:lnTo>
                  <a:lnTo>
                    <a:pt x="17555" y="9156"/>
                  </a:lnTo>
                  <a:lnTo>
                    <a:pt x="13452" y="22883"/>
                  </a:lnTo>
                  <a:lnTo>
                    <a:pt x="9613" y="23351"/>
                  </a:lnTo>
                  <a:lnTo>
                    <a:pt x="6364" y="21448"/>
                  </a:lnTo>
                  <a:lnTo>
                    <a:pt x="5180" y="19269"/>
                  </a:lnTo>
                  <a:lnTo>
                    <a:pt x="1072" y="15954"/>
                  </a:lnTo>
                  <a:lnTo>
                    <a:pt x="0" y="12482"/>
                  </a:lnTo>
                  <a:lnTo>
                    <a:pt x="22" y="9806"/>
                  </a:lnTo>
                  <a:lnTo>
                    <a:pt x="6375" y="3627"/>
                  </a:lnTo>
                  <a:lnTo>
                    <a:pt x="1203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h3996"/>
            <p:cNvSpPr/>
            <p:nvPr/>
          </p:nvSpPr>
          <p:spPr>
            <a:xfrm>
              <a:off x="6390467" y="2765794"/>
              <a:ext cx="26055" cy="26088"/>
            </a:xfrm>
            <a:custGeom>
              <a:avLst/>
              <a:pathLst>
                <a:path w="26055" h="26088">
                  <a:moveTo>
                    <a:pt x="26055" y="532"/>
                  </a:moveTo>
                  <a:lnTo>
                    <a:pt x="24222" y="4009"/>
                  </a:lnTo>
                  <a:lnTo>
                    <a:pt x="20202" y="16061"/>
                  </a:lnTo>
                  <a:lnTo>
                    <a:pt x="17503" y="17025"/>
                  </a:lnTo>
                  <a:lnTo>
                    <a:pt x="15645" y="16748"/>
                  </a:lnTo>
                  <a:lnTo>
                    <a:pt x="11891" y="21758"/>
                  </a:lnTo>
                  <a:lnTo>
                    <a:pt x="11646" y="23435"/>
                  </a:lnTo>
                  <a:lnTo>
                    <a:pt x="9595" y="25286"/>
                  </a:lnTo>
                  <a:lnTo>
                    <a:pt x="7238" y="26088"/>
                  </a:lnTo>
                  <a:lnTo>
                    <a:pt x="7124" y="24196"/>
                  </a:lnTo>
                  <a:lnTo>
                    <a:pt x="0" y="22481"/>
                  </a:lnTo>
                  <a:lnTo>
                    <a:pt x="1869" y="16444"/>
                  </a:lnTo>
                  <a:lnTo>
                    <a:pt x="97" y="9729"/>
                  </a:lnTo>
                  <a:lnTo>
                    <a:pt x="306" y="3888"/>
                  </a:lnTo>
                  <a:lnTo>
                    <a:pt x="1167" y="780"/>
                  </a:lnTo>
                  <a:lnTo>
                    <a:pt x="3231" y="270"/>
                  </a:lnTo>
                  <a:lnTo>
                    <a:pt x="4638" y="3222"/>
                  </a:lnTo>
                  <a:lnTo>
                    <a:pt x="7528" y="3443"/>
                  </a:lnTo>
                  <a:lnTo>
                    <a:pt x="14027" y="2729"/>
                  </a:lnTo>
                  <a:lnTo>
                    <a:pt x="16754" y="1330"/>
                  </a:lnTo>
                  <a:lnTo>
                    <a:pt x="22027" y="2451"/>
                  </a:lnTo>
                  <a:lnTo>
                    <a:pt x="2509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h3997"/>
            <p:cNvSpPr/>
            <p:nvPr/>
          </p:nvSpPr>
          <p:spPr>
            <a:xfrm>
              <a:off x="6278596" y="2843326"/>
              <a:ext cx="48855" cy="36385"/>
            </a:xfrm>
            <a:custGeom>
              <a:avLst/>
              <a:pathLst>
                <a:path w="48855" h="36385">
                  <a:moveTo>
                    <a:pt x="18262" y="1041"/>
                  </a:moveTo>
                  <a:lnTo>
                    <a:pt x="20811" y="2971"/>
                  </a:lnTo>
                  <a:lnTo>
                    <a:pt x="24185" y="3576"/>
                  </a:lnTo>
                  <a:lnTo>
                    <a:pt x="26495" y="2913"/>
                  </a:lnTo>
                  <a:lnTo>
                    <a:pt x="30303" y="2205"/>
                  </a:lnTo>
                  <a:lnTo>
                    <a:pt x="35923" y="4552"/>
                  </a:lnTo>
                  <a:lnTo>
                    <a:pt x="37407" y="7400"/>
                  </a:lnTo>
                  <a:lnTo>
                    <a:pt x="37082" y="10382"/>
                  </a:lnTo>
                  <a:lnTo>
                    <a:pt x="38414" y="13056"/>
                  </a:lnTo>
                  <a:lnTo>
                    <a:pt x="39415" y="14002"/>
                  </a:lnTo>
                  <a:lnTo>
                    <a:pt x="42647" y="14439"/>
                  </a:lnTo>
                  <a:lnTo>
                    <a:pt x="41193" y="23881"/>
                  </a:lnTo>
                  <a:lnTo>
                    <a:pt x="48331" y="23836"/>
                  </a:lnTo>
                  <a:lnTo>
                    <a:pt x="48513" y="24489"/>
                  </a:lnTo>
                  <a:lnTo>
                    <a:pt x="48855" y="28677"/>
                  </a:lnTo>
                  <a:lnTo>
                    <a:pt x="47733" y="29322"/>
                  </a:lnTo>
                  <a:lnTo>
                    <a:pt x="43176" y="29230"/>
                  </a:lnTo>
                  <a:lnTo>
                    <a:pt x="37034" y="32650"/>
                  </a:lnTo>
                  <a:lnTo>
                    <a:pt x="36214" y="32177"/>
                  </a:lnTo>
                  <a:lnTo>
                    <a:pt x="33147" y="32672"/>
                  </a:lnTo>
                  <a:lnTo>
                    <a:pt x="34487" y="33228"/>
                  </a:lnTo>
                  <a:lnTo>
                    <a:pt x="35094" y="34375"/>
                  </a:lnTo>
                  <a:lnTo>
                    <a:pt x="33388" y="36385"/>
                  </a:lnTo>
                  <a:lnTo>
                    <a:pt x="30727" y="35174"/>
                  </a:lnTo>
                  <a:lnTo>
                    <a:pt x="28066" y="30267"/>
                  </a:lnTo>
                  <a:lnTo>
                    <a:pt x="18012" y="28575"/>
                  </a:lnTo>
                  <a:lnTo>
                    <a:pt x="15118" y="28332"/>
                  </a:lnTo>
                  <a:lnTo>
                    <a:pt x="10628" y="29558"/>
                  </a:lnTo>
                  <a:lnTo>
                    <a:pt x="8764" y="27256"/>
                  </a:lnTo>
                  <a:lnTo>
                    <a:pt x="10378" y="14722"/>
                  </a:lnTo>
                  <a:lnTo>
                    <a:pt x="9193" y="9091"/>
                  </a:lnTo>
                  <a:lnTo>
                    <a:pt x="3953" y="8918"/>
                  </a:lnTo>
                  <a:lnTo>
                    <a:pt x="341" y="10548"/>
                  </a:lnTo>
                  <a:lnTo>
                    <a:pt x="0" y="9441"/>
                  </a:lnTo>
                  <a:lnTo>
                    <a:pt x="1044" y="7431"/>
                  </a:lnTo>
                  <a:lnTo>
                    <a:pt x="4781" y="5844"/>
                  </a:lnTo>
                  <a:lnTo>
                    <a:pt x="5883" y="4454"/>
                  </a:lnTo>
                  <a:lnTo>
                    <a:pt x="5537" y="3694"/>
                  </a:lnTo>
                  <a:lnTo>
                    <a:pt x="3084" y="2654"/>
                  </a:lnTo>
                  <a:lnTo>
                    <a:pt x="2687" y="1781"/>
                  </a:lnTo>
                  <a:lnTo>
                    <a:pt x="3590" y="1176"/>
                  </a:lnTo>
                  <a:lnTo>
                    <a:pt x="794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h3998"/>
            <p:cNvSpPr/>
            <p:nvPr/>
          </p:nvSpPr>
          <p:spPr>
            <a:xfrm>
              <a:off x="6136291" y="2873702"/>
              <a:ext cx="28338" cy="33750"/>
            </a:xfrm>
            <a:custGeom>
              <a:avLst/>
              <a:pathLst>
                <a:path w="28338" h="33750">
                  <a:moveTo>
                    <a:pt x="22553" y="4695"/>
                  </a:moveTo>
                  <a:lnTo>
                    <a:pt x="22524" y="9032"/>
                  </a:lnTo>
                  <a:lnTo>
                    <a:pt x="21037" y="10607"/>
                  </a:lnTo>
                  <a:lnTo>
                    <a:pt x="20696" y="12578"/>
                  </a:lnTo>
                  <a:lnTo>
                    <a:pt x="21842" y="13481"/>
                  </a:lnTo>
                  <a:lnTo>
                    <a:pt x="23986" y="13398"/>
                  </a:lnTo>
                  <a:lnTo>
                    <a:pt x="24991" y="14110"/>
                  </a:lnTo>
                  <a:lnTo>
                    <a:pt x="28338" y="17711"/>
                  </a:lnTo>
                  <a:lnTo>
                    <a:pt x="27340" y="19386"/>
                  </a:lnTo>
                  <a:lnTo>
                    <a:pt x="22660" y="22811"/>
                  </a:lnTo>
                  <a:lnTo>
                    <a:pt x="18145" y="30014"/>
                  </a:lnTo>
                  <a:lnTo>
                    <a:pt x="16422" y="30409"/>
                  </a:lnTo>
                  <a:lnTo>
                    <a:pt x="13503" y="28674"/>
                  </a:lnTo>
                  <a:lnTo>
                    <a:pt x="9623" y="29596"/>
                  </a:lnTo>
                  <a:lnTo>
                    <a:pt x="10172" y="31677"/>
                  </a:lnTo>
                  <a:lnTo>
                    <a:pt x="9558" y="33750"/>
                  </a:lnTo>
                  <a:lnTo>
                    <a:pt x="2564" y="29782"/>
                  </a:lnTo>
                  <a:lnTo>
                    <a:pt x="976" y="25507"/>
                  </a:lnTo>
                  <a:lnTo>
                    <a:pt x="0" y="24697"/>
                  </a:lnTo>
                  <a:lnTo>
                    <a:pt x="144" y="19586"/>
                  </a:lnTo>
                  <a:lnTo>
                    <a:pt x="4550" y="17399"/>
                  </a:lnTo>
                  <a:lnTo>
                    <a:pt x="6420" y="13810"/>
                  </a:lnTo>
                  <a:lnTo>
                    <a:pt x="6566" y="11308"/>
                  </a:lnTo>
                  <a:lnTo>
                    <a:pt x="8675" y="6493"/>
                  </a:lnTo>
                  <a:lnTo>
                    <a:pt x="12676" y="3073"/>
                  </a:lnTo>
                  <a:lnTo>
                    <a:pt x="15485" y="1735"/>
                  </a:lnTo>
                  <a:lnTo>
                    <a:pt x="16326" y="3022"/>
                  </a:lnTo>
                  <a:lnTo>
                    <a:pt x="17912" y="2862"/>
                  </a:lnTo>
                  <a:lnTo>
                    <a:pt x="19643" y="1165"/>
                  </a:lnTo>
                  <a:lnTo>
                    <a:pt x="19641" y="54"/>
                  </a:lnTo>
                  <a:lnTo>
                    <a:pt x="2206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h3999"/>
            <p:cNvSpPr/>
            <p:nvPr/>
          </p:nvSpPr>
          <p:spPr>
            <a:xfrm>
              <a:off x="6235659" y="2867089"/>
              <a:ext cx="34455" cy="23284"/>
            </a:xfrm>
            <a:custGeom>
              <a:avLst/>
              <a:pathLst>
                <a:path w="34455" h="23284">
                  <a:moveTo>
                    <a:pt x="8778" y="15"/>
                  </a:moveTo>
                  <a:lnTo>
                    <a:pt x="7959" y="1212"/>
                  </a:lnTo>
                  <a:lnTo>
                    <a:pt x="9176" y="2447"/>
                  </a:lnTo>
                  <a:lnTo>
                    <a:pt x="14029" y="4713"/>
                  </a:lnTo>
                  <a:lnTo>
                    <a:pt x="16499" y="4771"/>
                  </a:lnTo>
                  <a:lnTo>
                    <a:pt x="17357" y="4097"/>
                  </a:lnTo>
                  <a:lnTo>
                    <a:pt x="21766" y="4602"/>
                  </a:lnTo>
                  <a:lnTo>
                    <a:pt x="27227" y="6338"/>
                  </a:lnTo>
                  <a:lnTo>
                    <a:pt x="34455" y="9569"/>
                  </a:lnTo>
                  <a:lnTo>
                    <a:pt x="34002" y="10851"/>
                  </a:lnTo>
                  <a:lnTo>
                    <a:pt x="28837" y="11400"/>
                  </a:lnTo>
                  <a:lnTo>
                    <a:pt x="28374" y="12279"/>
                  </a:lnTo>
                  <a:lnTo>
                    <a:pt x="29917" y="15453"/>
                  </a:lnTo>
                  <a:lnTo>
                    <a:pt x="29780" y="16348"/>
                  </a:lnTo>
                  <a:lnTo>
                    <a:pt x="26198" y="15857"/>
                  </a:lnTo>
                  <a:lnTo>
                    <a:pt x="24411" y="17168"/>
                  </a:lnTo>
                  <a:lnTo>
                    <a:pt x="24167" y="17662"/>
                  </a:lnTo>
                  <a:lnTo>
                    <a:pt x="25704" y="19003"/>
                  </a:lnTo>
                  <a:lnTo>
                    <a:pt x="25186" y="23284"/>
                  </a:lnTo>
                  <a:lnTo>
                    <a:pt x="19982" y="20702"/>
                  </a:lnTo>
                  <a:lnTo>
                    <a:pt x="18703" y="22775"/>
                  </a:lnTo>
                  <a:lnTo>
                    <a:pt x="15299" y="22691"/>
                  </a:lnTo>
                  <a:lnTo>
                    <a:pt x="6959" y="14499"/>
                  </a:lnTo>
                  <a:lnTo>
                    <a:pt x="5503" y="13843"/>
                  </a:lnTo>
                  <a:lnTo>
                    <a:pt x="4634" y="13477"/>
                  </a:lnTo>
                  <a:lnTo>
                    <a:pt x="3996" y="14170"/>
                  </a:lnTo>
                  <a:lnTo>
                    <a:pt x="4164" y="15384"/>
                  </a:lnTo>
                  <a:lnTo>
                    <a:pt x="3394" y="16526"/>
                  </a:lnTo>
                  <a:lnTo>
                    <a:pt x="264" y="14826"/>
                  </a:lnTo>
                  <a:lnTo>
                    <a:pt x="0" y="13571"/>
                  </a:lnTo>
                  <a:lnTo>
                    <a:pt x="3016" y="11770"/>
                  </a:lnTo>
                  <a:lnTo>
                    <a:pt x="3318" y="10493"/>
                  </a:lnTo>
                  <a:lnTo>
                    <a:pt x="6077" y="7894"/>
                  </a:lnTo>
                  <a:lnTo>
                    <a:pt x="602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h4000"/>
            <p:cNvSpPr/>
            <p:nvPr/>
          </p:nvSpPr>
          <p:spPr>
            <a:xfrm>
              <a:off x="6314341" y="2688236"/>
              <a:ext cx="48930" cy="55292"/>
            </a:xfrm>
            <a:custGeom>
              <a:avLst/>
              <a:pathLst>
                <a:path w="48930" h="55292">
                  <a:moveTo>
                    <a:pt x="7310" y="2601"/>
                  </a:moveTo>
                  <a:lnTo>
                    <a:pt x="6495" y="4873"/>
                  </a:lnTo>
                  <a:lnTo>
                    <a:pt x="6871" y="7810"/>
                  </a:lnTo>
                  <a:lnTo>
                    <a:pt x="12645" y="10543"/>
                  </a:lnTo>
                  <a:lnTo>
                    <a:pt x="19573" y="16147"/>
                  </a:lnTo>
                  <a:lnTo>
                    <a:pt x="23362" y="18243"/>
                  </a:lnTo>
                  <a:lnTo>
                    <a:pt x="27926" y="17408"/>
                  </a:lnTo>
                  <a:lnTo>
                    <a:pt x="32146" y="15683"/>
                  </a:lnTo>
                  <a:lnTo>
                    <a:pt x="40970" y="9230"/>
                  </a:lnTo>
                  <a:lnTo>
                    <a:pt x="42863" y="5686"/>
                  </a:lnTo>
                  <a:lnTo>
                    <a:pt x="46773" y="7780"/>
                  </a:lnTo>
                  <a:lnTo>
                    <a:pt x="44841" y="12817"/>
                  </a:lnTo>
                  <a:lnTo>
                    <a:pt x="44649" y="18619"/>
                  </a:lnTo>
                  <a:lnTo>
                    <a:pt x="46353" y="17567"/>
                  </a:lnTo>
                  <a:lnTo>
                    <a:pt x="46642" y="15794"/>
                  </a:lnTo>
                  <a:lnTo>
                    <a:pt x="47935" y="16208"/>
                  </a:lnTo>
                  <a:lnTo>
                    <a:pt x="48930" y="22400"/>
                  </a:lnTo>
                  <a:lnTo>
                    <a:pt x="41183" y="33542"/>
                  </a:lnTo>
                  <a:lnTo>
                    <a:pt x="42970" y="36226"/>
                  </a:lnTo>
                  <a:lnTo>
                    <a:pt x="38307" y="40103"/>
                  </a:lnTo>
                  <a:lnTo>
                    <a:pt x="35191" y="44902"/>
                  </a:lnTo>
                  <a:lnTo>
                    <a:pt x="35799" y="46389"/>
                  </a:lnTo>
                  <a:lnTo>
                    <a:pt x="31108" y="49618"/>
                  </a:lnTo>
                  <a:lnTo>
                    <a:pt x="28324" y="49889"/>
                  </a:lnTo>
                  <a:lnTo>
                    <a:pt x="27730" y="48801"/>
                  </a:lnTo>
                  <a:lnTo>
                    <a:pt x="26581" y="48555"/>
                  </a:lnTo>
                  <a:lnTo>
                    <a:pt x="21767" y="48962"/>
                  </a:lnTo>
                  <a:lnTo>
                    <a:pt x="20144" y="52352"/>
                  </a:lnTo>
                  <a:lnTo>
                    <a:pt x="20425" y="53655"/>
                  </a:lnTo>
                  <a:lnTo>
                    <a:pt x="16683" y="55292"/>
                  </a:lnTo>
                  <a:lnTo>
                    <a:pt x="16556" y="52253"/>
                  </a:lnTo>
                  <a:lnTo>
                    <a:pt x="12322" y="47848"/>
                  </a:lnTo>
                  <a:lnTo>
                    <a:pt x="10899" y="47210"/>
                  </a:lnTo>
                  <a:lnTo>
                    <a:pt x="13532" y="44846"/>
                  </a:lnTo>
                  <a:lnTo>
                    <a:pt x="16956" y="41958"/>
                  </a:lnTo>
                  <a:lnTo>
                    <a:pt x="16944" y="32718"/>
                  </a:lnTo>
                  <a:lnTo>
                    <a:pt x="18479" y="27797"/>
                  </a:lnTo>
                  <a:lnTo>
                    <a:pt x="19967" y="25580"/>
                  </a:lnTo>
                  <a:lnTo>
                    <a:pt x="19271" y="22422"/>
                  </a:lnTo>
                  <a:lnTo>
                    <a:pt x="13575" y="20495"/>
                  </a:lnTo>
                  <a:lnTo>
                    <a:pt x="12189" y="17041"/>
                  </a:lnTo>
                  <a:lnTo>
                    <a:pt x="9698" y="17198"/>
                  </a:lnTo>
                  <a:lnTo>
                    <a:pt x="9048" y="15864"/>
                  </a:lnTo>
                  <a:lnTo>
                    <a:pt x="4458" y="14249"/>
                  </a:lnTo>
                  <a:lnTo>
                    <a:pt x="3294" y="11210"/>
                  </a:lnTo>
                  <a:lnTo>
                    <a:pt x="3534" y="6843"/>
                  </a:lnTo>
                  <a:lnTo>
                    <a:pt x="271" y="5726"/>
                  </a:lnTo>
                  <a:lnTo>
                    <a:pt x="0" y="5312"/>
                  </a:lnTo>
                  <a:lnTo>
                    <a:pt x="2200" y="4797"/>
                  </a:lnTo>
                  <a:lnTo>
                    <a:pt x="4553" y="3104"/>
                  </a:lnTo>
                  <a:lnTo>
                    <a:pt x="643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h4001"/>
            <p:cNvSpPr/>
            <p:nvPr/>
          </p:nvSpPr>
          <p:spPr>
            <a:xfrm>
              <a:off x="6214571" y="2831835"/>
              <a:ext cx="16882" cy="19950"/>
            </a:xfrm>
            <a:custGeom>
              <a:avLst/>
              <a:pathLst>
                <a:path w="16882" h="19950">
                  <a:moveTo>
                    <a:pt x="10316" y="2223"/>
                  </a:moveTo>
                  <a:lnTo>
                    <a:pt x="13288" y="4758"/>
                  </a:lnTo>
                  <a:lnTo>
                    <a:pt x="15816" y="10901"/>
                  </a:lnTo>
                  <a:lnTo>
                    <a:pt x="16882" y="11256"/>
                  </a:lnTo>
                  <a:lnTo>
                    <a:pt x="15611" y="11881"/>
                  </a:lnTo>
                  <a:lnTo>
                    <a:pt x="15577" y="15605"/>
                  </a:lnTo>
                  <a:lnTo>
                    <a:pt x="16377" y="17973"/>
                  </a:lnTo>
                  <a:lnTo>
                    <a:pt x="8211" y="19950"/>
                  </a:lnTo>
                  <a:lnTo>
                    <a:pt x="8223" y="18846"/>
                  </a:lnTo>
                  <a:lnTo>
                    <a:pt x="8220" y="14100"/>
                  </a:lnTo>
                  <a:lnTo>
                    <a:pt x="6423" y="11019"/>
                  </a:lnTo>
                  <a:lnTo>
                    <a:pt x="4785" y="10768"/>
                  </a:lnTo>
                  <a:lnTo>
                    <a:pt x="3067" y="9320"/>
                  </a:lnTo>
                  <a:lnTo>
                    <a:pt x="619" y="6095"/>
                  </a:lnTo>
                  <a:lnTo>
                    <a:pt x="0" y="3718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h4002"/>
            <p:cNvSpPr/>
            <p:nvPr/>
          </p:nvSpPr>
          <p:spPr>
            <a:xfrm>
              <a:off x="6173592" y="2794880"/>
              <a:ext cx="30376" cy="23388"/>
            </a:xfrm>
            <a:custGeom>
              <a:avLst/>
              <a:pathLst>
                <a:path w="30376" h="23388">
                  <a:moveTo>
                    <a:pt x="18304" y="157"/>
                  </a:moveTo>
                  <a:lnTo>
                    <a:pt x="21691" y="2389"/>
                  </a:lnTo>
                  <a:lnTo>
                    <a:pt x="23575" y="2692"/>
                  </a:lnTo>
                  <a:lnTo>
                    <a:pt x="26938" y="1007"/>
                  </a:lnTo>
                  <a:lnTo>
                    <a:pt x="30210" y="1886"/>
                  </a:lnTo>
                  <a:lnTo>
                    <a:pt x="30376" y="2912"/>
                  </a:lnTo>
                  <a:lnTo>
                    <a:pt x="21816" y="13567"/>
                  </a:lnTo>
                  <a:lnTo>
                    <a:pt x="19412" y="10934"/>
                  </a:lnTo>
                  <a:lnTo>
                    <a:pt x="19511" y="9749"/>
                  </a:lnTo>
                  <a:lnTo>
                    <a:pt x="16991" y="10994"/>
                  </a:lnTo>
                  <a:lnTo>
                    <a:pt x="15701" y="13914"/>
                  </a:lnTo>
                  <a:lnTo>
                    <a:pt x="16339" y="17806"/>
                  </a:lnTo>
                  <a:lnTo>
                    <a:pt x="19034" y="20579"/>
                  </a:lnTo>
                  <a:lnTo>
                    <a:pt x="16291" y="20295"/>
                  </a:lnTo>
                  <a:lnTo>
                    <a:pt x="15208" y="19576"/>
                  </a:lnTo>
                  <a:lnTo>
                    <a:pt x="13443" y="20147"/>
                  </a:lnTo>
                  <a:lnTo>
                    <a:pt x="7618" y="23388"/>
                  </a:lnTo>
                  <a:lnTo>
                    <a:pt x="4669" y="21803"/>
                  </a:lnTo>
                  <a:lnTo>
                    <a:pt x="0" y="17255"/>
                  </a:lnTo>
                  <a:lnTo>
                    <a:pt x="35" y="14290"/>
                  </a:lnTo>
                  <a:lnTo>
                    <a:pt x="2974" y="8999"/>
                  </a:lnTo>
                  <a:lnTo>
                    <a:pt x="6771" y="10964"/>
                  </a:lnTo>
                  <a:lnTo>
                    <a:pt x="8943" y="10526"/>
                  </a:lnTo>
                  <a:lnTo>
                    <a:pt x="13117" y="5430"/>
                  </a:lnTo>
                  <a:lnTo>
                    <a:pt x="1614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h4003"/>
            <p:cNvSpPr/>
            <p:nvPr/>
          </p:nvSpPr>
          <p:spPr>
            <a:xfrm>
              <a:off x="6203802" y="2781304"/>
              <a:ext cx="17453" cy="19108"/>
            </a:xfrm>
            <a:custGeom>
              <a:avLst/>
              <a:pathLst>
                <a:path w="17453" h="19108">
                  <a:moveTo>
                    <a:pt x="7328" y="350"/>
                  </a:moveTo>
                  <a:lnTo>
                    <a:pt x="12641" y="3191"/>
                  </a:lnTo>
                  <a:lnTo>
                    <a:pt x="15014" y="2636"/>
                  </a:lnTo>
                  <a:lnTo>
                    <a:pt x="17453" y="6507"/>
                  </a:lnTo>
                  <a:lnTo>
                    <a:pt x="15018" y="10639"/>
                  </a:lnTo>
                  <a:lnTo>
                    <a:pt x="15681" y="12591"/>
                  </a:lnTo>
                  <a:lnTo>
                    <a:pt x="13691" y="13802"/>
                  </a:lnTo>
                  <a:lnTo>
                    <a:pt x="12316" y="13273"/>
                  </a:lnTo>
                  <a:lnTo>
                    <a:pt x="8325" y="17565"/>
                  </a:lnTo>
                  <a:lnTo>
                    <a:pt x="5403" y="19108"/>
                  </a:lnTo>
                  <a:lnTo>
                    <a:pt x="4834" y="19080"/>
                  </a:lnTo>
                  <a:lnTo>
                    <a:pt x="5724" y="18793"/>
                  </a:lnTo>
                  <a:lnTo>
                    <a:pt x="5754" y="17738"/>
                  </a:lnTo>
                  <a:lnTo>
                    <a:pt x="166" y="16487"/>
                  </a:lnTo>
                  <a:lnTo>
                    <a:pt x="0" y="15461"/>
                  </a:lnTo>
                  <a:lnTo>
                    <a:pt x="2132" y="7579"/>
                  </a:lnTo>
                  <a:lnTo>
                    <a:pt x="2288" y="2284"/>
                  </a:lnTo>
                  <a:lnTo>
                    <a:pt x="359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h4004"/>
            <p:cNvSpPr/>
            <p:nvPr/>
          </p:nvSpPr>
          <p:spPr>
            <a:xfrm>
              <a:off x="6381570" y="2740855"/>
              <a:ext cx="47505" cy="28382"/>
            </a:xfrm>
            <a:custGeom>
              <a:avLst/>
              <a:pathLst>
                <a:path w="47505" h="28382">
                  <a:moveTo>
                    <a:pt x="24839" y="351"/>
                  </a:moveTo>
                  <a:lnTo>
                    <a:pt x="28208" y="2041"/>
                  </a:lnTo>
                  <a:lnTo>
                    <a:pt x="32750" y="2341"/>
                  </a:lnTo>
                  <a:lnTo>
                    <a:pt x="34379" y="3414"/>
                  </a:lnTo>
                  <a:lnTo>
                    <a:pt x="36151" y="6072"/>
                  </a:lnTo>
                  <a:lnTo>
                    <a:pt x="37587" y="9428"/>
                  </a:lnTo>
                  <a:lnTo>
                    <a:pt x="37654" y="11683"/>
                  </a:lnTo>
                  <a:lnTo>
                    <a:pt x="40475" y="10981"/>
                  </a:lnTo>
                  <a:lnTo>
                    <a:pt x="43588" y="9018"/>
                  </a:lnTo>
                  <a:lnTo>
                    <a:pt x="43622" y="7933"/>
                  </a:lnTo>
                  <a:lnTo>
                    <a:pt x="47505" y="6563"/>
                  </a:lnTo>
                  <a:lnTo>
                    <a:pt x="47435" y="9345"/>
                  </a:lnTo>
                  <a:lnTo>
                    <a:pt x="46408" y="12368"/>
                  </a:lnTo>
                  <a:lnTo>
                    <a:pt x="44141" y="12946"/>
                  </a:lnTo>
                  <a:lnTo>
                    <a:pt x="42063" y="16543"/>
                  </a:lnTo>
                  <a:lnTo>
                    <a:pt x="41607" y="18215"/>
                  </a:lnTo>
                  <a:lnTo>
                    <a:pt x="42627" y="20001"/>
                  </a:lnTo>
                  <a:lnTo>
                    <a:pt x="40415" y="21227"/>
                  </a:lnTo>
                  <a:lnTo>
                    <a:pt x="36312" y="21610"/>
                  </a:lnTo>
                  <a:lnTo>
                    <a:pt x="36237" y="24404"/>
                  </a:lnTo>
                  <a:lnTo>
                    <a:pt x="34951" y="25471"/>
                  </a:lnTo>
                  <a:lnTo>
                    <a:pt x="33986" y="24938"/>
                  </a:lnTo>
                  <a:lnTo>
                    <a:pt x="30924" y="27390"/>
                  </a:lnTo>
                  <a:lnTo>
                    <a:pt x="25651" y="26269"/>
                  </a:lnTo>
                  <a:lnTo>
                    <a:pt x="22924" y="27668"/>
                  </a:lnTo>
                  <a:lnTo>
                    <a:pt x="16424" y="28382"/>
                  </a:lnTo>
                  <a:lnTo>
                    <a:pt x="13534" y="28161"/>
                  </a:lnTo>
                  <a:lnTo>
                    <a:pt x="12127" y="25208"/>
                  </a:lnTo>
                  <a:lnTo>
                    <a:pt x="11949" y="23410"/>
                  </a:lnTo>
                  <a:lnTo>
                    <a:pt x="9186" y="20474"/>
                  </a:lnTo>
                  <a:lnTo>
                    <a:pt x="7689" y="19795"/>
                  </a:lnTo>
                  <a:lnTo>
                    <a:pt x="4645" y="21959"/>
                  </a:lnTo>
                  <a:lnTo>
                    <a:pt x="1238" y="18989"/>
                  </a:lnTo>
                  <a:lnTo>
                    <a:pt x="0" y="16925"/>
                  </a:lnTo>
                  <a:lnTo>
                    <a:pt x="1228" y="11145"/>
                  </a:lnTo>
                  <a:lnTo>
                    <a:pt x="5957" y="6739"/>
                  </a:lnTo>
                  <a:lnTo>
                    <a:pt x="7036" y="1271"/>
                  </a:lnTo>
                  <a:lnTo>
                    <a:pt x="8204" y="742"/>
                  </a:lnTo>
                  <a:lnTo>
                    <a:pt x="9510" y="534"/>
                  </a:lnTo>
                  <a:lnTo>
                    <a:pt x="12583" y="3125"/>
                  </a:lnTo>
                  <a:lnTo>
                    <a:pt x="12375" y="3850"/>
                  </a:lnTo>
                  <a:lnTo>
                    <a:pt x="18649" y="6244"/>
                  </a:lnTo>
                  <a:lnTo>
                    <a:pt x="20910" y="3992"/>
                  </a:lnTo>
                  <a:lnTo>
                    <a:pt x="20264" y="871"/>
                  </a:lnTo>
                  <a:lnTo>
                    <a:pt x="2249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h4005"/>
            <p:cNvSpPr/>
            <p:nvPr/>
          </p:nvSpPr>
          <p:spPr>
            <a:xfrm>
              <a:off x="6217913" y="2935396"/>
              <a:ext cx="38529" cy="46606"/>
            </a:xfrm>
            <a:custGeom>
              <a:avLst/>
              <a:pathLst>
                <a:path w="38529" h="46606">
                  <a:moveTo>
                    <a:pt x="13057" y="2451"/>
                  </a:moveTo>
                  <a:lnTo>
                    <a:pt x="15732" y="2778"/>
                  </a:lnTo>
                  <a:lnTo>
                    <a:pt x="20627" y="660"/>
                  </a:lnTo>
                  <a:lnTo>
                    <a:pt x="26142" y="2021"/>
                  </a:lnTo>
                  <a:lnTo>
                    <a:pt x="30396" y="4945"/>
                  </a:lnTo>
                  <a:lnTo>
                    <a:pt x="32571" y="3719"/>
                  </a:lnTo>
                  <a:lnTo>
                    <a:pt x="37008" y="4428"/>
                  </a:lnTo>
                  <a:lnTo>
                    <a:pt x="38529" y="6515"/>
                  </a:lnTo>
                  <a:lnTo>
                    <a:pt x="36459" y="7739"/>
                  </a:lnTo>
                  <a:lnTo>
                    <a:pt x="36311" y="11017"/>
                  </a:lnTo>
                  <a:lnTo>
                    <a:pt x="33924" y="14291"/>
                  </a:lnTo>
                  <a:lnTo>
                    <a:pt x="36386" y="18452"/>
                  </a:lnTo>
                  <a:lnTo>
                    <a:pt x="36194" y="20746"/>
                  </a:lnTo>
                  <a:lnTo>
                    <a:pt x="29938" y="25304"/>
                  </a:lnTo>
                  <a:lnTo>
                    <a:pt x="30302" y="28053"/>
                  </a:lnTo>
                  <a:lnTo>
                    <a:pt x="28086" y="34417"/>
                  </a:lnTo>
                  <a:lnTo>
                    <a:pt x="28376" y="35584"/>
                  </a:lnTo>
                  <a:lnTo>
                    <a:pt x="28597" y="40431"/>
                  </a:lnTo>
                  <a:lnTo>
                    <a:pt x="25390" y="44618"/>
                  </a:lnTo>
                  <a:lnTo>
                    <a:pt x="22457" y="46559"/>
                  </a:lnTo>
                  <a:lnTo>
                    <a:pt x="17970" y="45081"/>
                  </a:lnTo>
                  <a:lnTo>
                    <a:pt x="15113" y="46606"/>
                  </a:lnTo>
                  <a:lnTo>
                    <a:pt x="15686" y="39751"/>
                  </a:lnTo>
                  <a:lnTo>
                    <a:pt x="16836" y="38456"/>
                  </a:lnTo>
                  <a:lnTo>
                    <a:pt x="17840" y="35174"/>
                  </a:lnTo>
                  <a:lnTo>
                    <a:pt x="17970" y="32311"/>
                  </a:lnTo>
                  <a:lnTo>
                    <a:pt x="20593" y="29546"/>
                  </a:lnTo>
                  <a:lnTo>
                    <a:pt x="19610" y="22537"/>
                  </a:lnTo>
                  <a:lnTo>
                    <a:pt x="12264" y="18744"/>
                  </a:lnTo>
                  <a:lnTo>
                    <a:pt x="6097" y="13625"/>
                  </a:lnTo>
                  <a:lnTo>
                    <a:pt x="3171" y="14219"/>
                  </a:lnTo>
                  <a:lnTo>
                    <a:pt x="0" y="14053"/>
                  </a:lnTo>
                  <a:lnTo>
                    <a:pt x="349" y="10879"/>
                  </a:lnTo>
                  <a:lnTo>
                    <a:pt x="1004" y="10452"/>
                  </a:lnTo>
                  <a:lnTo>
                    <a:pt x="188" y="7550"/>
                  </a:lnTo>
                  <a:lnTo>
                    <a:pt x="2172" y="7308"/>
                  </a:lnTo>
                  <a:lnTo>
                    <a:pt x="4586" y="5993"/>
                  </a:lnTo>
                  <a:lnTo>
                    <a:pt x="10650" y="792"/>
                  </a:lnTo>
                  <a:lnTo>
                    <a:pt x="1332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h4006"/>
            <p:cNvSpPr/>
            <p:nvPr/>
          </p:nvSpPr>
          <p:spPr>
            <a:xfrm>
              <a:off x="6156333" y="2834864"/>
              <a:ext cx="41435" cy="46173"/>
            </a:xfrm>
            <a:custGeom>
              <a:avLst/>
              <a:pathLst>
                <a:path w="41435" h="46173">
                  <a:moveTo>
                    <a:pt x="7279" y="2487"/>
                  </a:moveTo>
                  <a:lnTo>
                    <a:pt x="8855" y="5584"/>
                  </a:lnTo>
                  <a:lnTo>
                    <a:pt x="13754" y="11082"/>
                  </a:lnTo>
                  <a:lnTo>
                    <a:pt x="16134" y="11156"/>
                  </a:lnTo>
                  <a:lnTo>
                    <a:pt x="17559" y="9102"/>
                  </a:lnTo>
                  <a:lnTo>
                    <a:pt x="18536" y="9263"/>
                  </a:lnTo>
                  <a:lnTo>
                    <a:pt x="20018" y="18269"/>
                  </a:lnTo>
                  <a:lnTo>
                    <a:pt x="22957" y="17944"/>
                  </a:lnTo>
                  <a:lnTo>
                    <a:pt x="23415" y="16407"/>
                  </a:lnTo>
                  <a:lnTo>
                    <a:pt x="25342" y="15952"/>
                  </a:lnTo>
                  <a:lnTo>
                    <a:pt x="28909" y="17663"/>
                  </a:lnTo>
                  <a:lnTo>
                    <a:pt x="28894" y="18289"/>
                  </a:lnTo>
                  <a:lnTo>
                    <a:pt x="33565" y="21710"/>
                  </a:lnTo>
                  <a:lnTo>
                    <a:pt x="34073" y="20377"/>
                  </a:lnTo>
                  <a:lnTo>
                    <a:pt x="35928" y="20044"/>
                  </a:lnTo>
                  <a:lnTo>
                    <a:pt x="39021" y="20641"/>
                  </a:lnTo>
                  <a:lnTo>
                    <a:pt x="40273" y="21906"/>
                  </a:lnTo>
                  <a:lnTo>
                    <a:pt x="41435" y="24474"/>
                  </a:lnTo>
                  <a:lnTo>
                    <a:pt x="40657" y="32387"/>
                  </a:lnTo>
                  <a:lnTo>
                    <a:pt x="39835" y="34497"/>
                  </a:lnTo>
                  <a:lnTo>
                    <a:pt x="34603" y="37415"/>
                  </a:lnTo>
                  <a:lnTo>
                    <a:pt x="31503" y="37643"/>
                  </a:lnTo>
                  <a:lnTo>
                    <a:pt x="30675" y="42073"/>
                  </a:lnTo>
                  <a:lnTo>
                    <a:pt x="28935" y="43068"/>
                  </a:lnTo>
                  <a:lnTo>
                    <a:pt x="23646" y="41807"/>
                  </a:lnTo>
                  <a:lnTo>
                    <a:pt x="19316" y="42471"/>
                  </a:lnTo>
                  <a:lnTo>
                    <a:pt x="18694" y="40814"/>
                  </a:lnTo>
                  <a:lnTo>
                    <a:pt x="18889" y="37877"/>
                  </a:lnTo>
                  <a:lnTo>
                    <a:pt x="17697" y="36886"/>
                  </a:lnTo>
                  <a:lnTo>
                    <a:pt x="15521" y="38670"/>
                  </a:lnTo>
                  <a:lnTo>
                    <a:pt x="14170" y="41563"/>
                  </a:lnTo>
                  <a:lnTo>
                    <a:pt x="10472" y="45919"/>
                  </a:lnTo>
                  <a:lnTo>
                    <a:pt x="8566" y="46173"/>
                  </a:lnTo>
                  <a:lnTo>
                    <a:pt x="7231" y="45596"/>
                  </a:lnTo>
                  <a:lnTo>
                    <a:pt x="9608" y="44205"/>
                  </a:lnTo>
                  <a:lnTo>
                    <a:pt x="11413" y="38884"/>
                  </a:lnTo>
                  <a:lnTo>
                    <a:pt x="10264" y="37703"/>
                  </a:lnTo>
                  <a:lnTo>
                    <a:pt x="9316" y="34789"/>
                  </a:lnTo>
                  <a:lnTo>
                    <a:pt x="8337" y="24190"/>
                  </a:lnTo>
                  <a:lnTo>
                    <a:pt x="8893" y="22774"/>
                  </a:lnTo>
                  <a:lnTo>
                    <a:pt x="6455" y="20839"/>
                  </a:lnTo>
                  <a:lnTo>
                    <a:pt x="5383" y="20786"/>
                  </a:lnTo>
                  <a:lnTo>
                    <a:pt x="1368" y="5837"/>
                  </a:lnTo>
                  <a:lnTo>
                    <a:pt x="0" y="4344"/>
                  </a:lnTo>
                  <a:lnTo>
                    <a:pt x="2126" y="2036"/>
                  </a:lnTo>
                  <a:lnTo>
                    <a:pt x="299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h4007"/>
            <p:cNvSpPr/>
            <p:nvPr/>
          </p:nvSpPr>
          <p:spPr>
            <a:xfrm>
              <a:off x="6143320" y="2855651"/>
              <a:ext cx="27984" cy="37592"/>
            </a:xfrm>
            <a:custGeom>
              <a:avLst/>
              <a:pathLst>
                <a:path w="27984" h="37592">
                  <a:moveTo>
                    <a:pt x="19468" y="53"/>
                  </a:moveTo>
                  <a:lnTo>
                    <a:pt x="21905" y="1987"/>
                  </a:lnTo>
                  <a:lnTo>
                    <a:pt x="21350" y="3404"/>
                  </a:lnTo>
                  <a:lnTo>
                    <a:pt x="22328" y="14002"/>
                  </a:lnTo>
                  <a:lnTo>
                    <a:pt x="23276" y="16916"/>
                  </a:lnTo>
                  <a:lnTo>
                    <a:pt x="24426" y="18097"/>
                  </a:lnTo>
                  <a:lnTo>
                    <a:pt x="22621" y="23418"/>
                  </a:lnTo>
                  <a:lnTo>
                    <a:pt x="20244" y="24809"/>
                  </a:lnTo>
                  <a:lnTo>
                    <a:pt x="21353" y="25658"/>
                  </a:lnTo>
                  <a:lnTo>
                    <a:pt x="21233" y="28174"/>
                  </a:lnTo>
                  <a:lnTo>
                    <a:pt x="22917" y="30638"/>
                  </a:lnTo>
                  <a:lnTo>
                    <a:pt x="27984" y="35647"/>
                  </a:lnTo>
                  <a:lnTo>
                    <a:pt x="27962" y="36463"/>
                  </a:lnTo>
                  <a:lnTo>
                    <a:pt x="25654" y="37592"/>
                  </a:lnTo>
                  <a:lnTo>
                    <a:pt x="20311" y="37438"/>
                  </a:lnTo>
                  <a:lnTo>
                    <a:pt x="21309" y="35763"/>
                  </a:lnTo>
                  <a:lnTo>
                    <a:pt x="17961" y="32162"/>
                  </a:lnTo>
                  <a:lnTo>
                    <a:pt x="16957" y="31450"/>
                  </a:lnTo>
                  <a:lnTo>
                    <a:pt x="14813" y="31533"/>
                  </a:lnTo>
                  <a:lnTo>
                    <a:pt x="13666" y="30630"/>
                  </a:lnTo>
                  <a:lnTo>
                    <a:pt x="14008" y="28659"/>
                  </a:lnTo>
                  <a:lnTo>
                    <a:pt x="15495" y="27084"/>
                  </a:lnTo>
                  <a:lnTo>
                    <a:pt x="15523" y="22746"/>
                  </a:lnTo>
                  <a:lnTo>
                    <a:pt x="15034" y="18051"/>
                  </a:lnTo>
                  <a:lnTo>
                    <a:pt x="12612" y="18106"/>
                  </a:lnTo>
                  <a:lnTo>
                    <a:pt x="13924" y="13977"/>
                  </a:lnTo>
                  <a:lnTo>
                    <a:pt x="11890" y="12462"/>
                  </a:lnTo>
                  <a:lnTo>
                    <a:pt x="3043" y="15614"/>
                  </a:lnTo>
                  <a:lnTo>
                    <a:pt x="0" y="11617"/>
                  </a:lnTo>
                  <a:lnTo>
                    <a:pt x="987" y="10785"/>
                  </a:lnTo>
                  <a:lnTo>
                    <a:pt x="3972" y="10563"/>
                  </a:lnTo>
                  <a:lnTo>
                    <a:pt x="9169" y="9765"/>
                  </a:lnTo>
                  <a:lnTo>
                    <a:pt x="14146" y="5611"/>
                  </a:lnTo>
                  <a:lnTo>
                    <a:pt x="15848" y="2081"/>
                  </a:lnTo>
                  <a:lnTo>
                    <a:pt x="1839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h4008"/>
            <p:cNvSpPr/>
            <p:nvPr/>
          </p:nvSpPr>
          <p:spPr>
            <a:xfrm>
              <a:off x="6217257" y="2753768"/>
              <a:ext cx="36176" cy="26775"/>
            </a:xfrm>
            <a:custGeom>
              <a:avLst/>
              <a:pathLst>
                <a:path w="36176" h="26775">
                  <a:moveTo>
                    <a:pt x="7846" y="795"/>
                  </a:moveTo>
                  <a:lnTo>
                    <a:pt x="8965" y="3550"/>
                  </a:lnTo>
                  <a:lnTo>
                    <a:pt x="11485" y="4993"/>
                  </a:lnTo>
                  <a:lnTo>
                    <a:pt x="14611" y="3889"/>
                  </a:lnTo>
                  <a:lnTo>
                    <a:pt x="18742" y="3760"/>
                  </a:lnTo>
                  <a:lnTo>
                    <a:pt x="22690" y="1930"/>
                  </a:lnTo>
                  <a:lnTo>
                    <a:pt x="28550" y="2725"/>
                  </a:lnTo>
                  <a:lnTo>
                    <a:pt x="27759" y="4286"/>
                  </a:lnTo>
                  <a:lnTo>
                    <a:pt x="30697" y="8873"/>
                  </a:lnTo>
                  <a:lnTo>
                    <a:pt x="33796" y="12364"/>
                  </a:lnTo>
                  <a:lnTo>
                    <a:pt x="36176" y="13865"/>
                  </a:lnTo>
                  <a:lnTo>
                    <a:pt x="34754" y="23047"/>
                  </a:lnTo>
                  <a:lnTo>
                    <a:pt x="35312" y="25471"/>
                  </a:lnTo>
                  <a:lnTo>
                    <a:pt x="33488" y="26775"/>
                  </a:lnTo>
                  <a:lnTo>
                    <a:pt x="32516" y="24604"/>
                  </a:lnTo>
                  <a:lnTo>
                    <a:pt x="28545" y="25281"/>
                  </a:lnTo>
                  <a:lnTo>
                    <a:pt x="26457" y="24716"/>
                  </a:lnTo>
                  <a:lnTo>
                    <a:pt x="26286" y="23216"/>
                  </a:lnTo>
                  <a:lnTo>
                    <a:pt x="21326" y="20693"/>
                  </a:lnTo>
                  <a:lnTo>
                    <a:pt x="15958" y="20346"/>
                  </a:lnTo>
                  <a:lnTo>
                    <a:pt x="11777" y="23211"/>
                  </a:lnTo>
                  <a:lnTo>
                    <a:pt x="6072" y="23354"/>
                  </a:lnTo>
                  <a:lnTo>
                    <a:pt x="5573" y="22367"/>
                  </a:lnTo>
                  <a:lnTo>
                    <a:pt x="5868" y="19731"/>
                  </a:lnTo>
                  <a:lnTo>
                    <a:pt x="8012" y="16506"/>
                  </a:lnTo>
                  <a:lnTo>
                    <a:pt x="7308" y="14219"/>
                  </a:lnTo>
                  <a:lnTo>
                    <a:pt x="5772" y="14007"/>
                  </a:lnTo>
                  <a:lnTo>
                    <a:pt x="2084" y="16127"/>
                  </a:lnTo>
                  <a:lnTo>
                    <a:pt x="0" y="13771"/>
                  </a:lnTo>
                  <a:lnTo>
                    <a:pt x="3053" y="4394"/>
                  </a:lnTo>
                  <a:lnTo>
                    <a:pt x="645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h4009"/>
            <p:cNvSpPr/>
            <p:nvPr/>
          </p:nvSpPr>
          <p:spPr>
            <a:xfrm>
              <a:off x="6062786" y="2884595"/>
              <a:ext cx="65265" cy="52825"/>
            </a:xfrm>
            <a:custGeom>
              <a:avLst/>
              <a:pathLst>
                <a:path w="65265" h="52825">
                  <a:moveTo>
                    <a:pt x="47709" y="3681"/>
                  </a:moveTo>
                  <a:lnTo>
                    <a:pt x="49544" y="3912"/>
                  </a:lnTo>
                  <a:lnTo>
                    <a:pt x="55049" y="9390"/>
                  </a:lnTo>
                  <a:lnTo>
                    <a:pt x="55088" y="17060"/>
                  </a:lnTo>
                  <a:lnTo>
                    <a:pt x="56941" y="22885"/>
                  </a:lnTo>
                  <a:lnTo>
                    <a:pt x="59346" y="24627"/>
                  </a:lnTo>
                  <a:lnTo>
                    <a:pt x="60591" y="23784"/>
                  </a:lnTo>
                  <a:lnTo>
                    <a:pt x="61494" y="21993"/>
                  </a:lnTo>
                  <a:lnTo>
                    <a:pt x="64384" y="23876"/>
                  </a:lnTo>
                  <a:lnTo>
                    <a:pt x="65195" y="24386"/>
                  </a:lnTo>
                  <a:lnTo>
                    <a:pt x="65265" y="26419"/>
                  </a:lnTo>
                  <a:lnTo>
                    <a:pt x="63532" y="26474"/>
                  </a:lnTo>
                  <a:lnTo>
                    <a:pt x="62303" y="29454"/>
                  </a:lnTo>
                  <a:lnTo>
                    <a:pt x="62926" y="32194"/>
                  </a:lnTo>
                  <a:lnTo>
                    <a:pt x="62171" y="32775"/>
                  </a:lnTo>
                  <a:lnTo>
                    <a:pt x="62096" y="40016"/>
                  </a:lnTo>
                  <a:lnTo>
                    <a:pt x="61309" y="43883"/>
                  </a:lnTo>
                  <a:lnTo>
                    <a:pt x="56460" y="44023"/>
                  </a:lnTo>
                  <a:lnTo>
                    <a:pt x="52687" y="49688"/>
                  </a:lnTo>
                  <a:lnTo>
                    <a:pt x="48921" y="47640"/>
                  </a:lnTo>
                  <a:lnTo>
                    <a:pt x="47892" y="49101"/>
                  </a:lnTo>
                  <a:lnTo>
                    <a:pt x="47525" y="52539"/>
                  </a:lnTo>
                  <a:lnTo>
                    <a:pt x="46215" y="52825"/>
                  </a:lnTo>
                  <a:lnTo>
                    <a:pt x="40097" y="49787"/>
                  </a:lnTo>
                  <a:lnTo>
                    <a:pt x="35761" y="49707"/>
                  </a:lnTo>
                  <a:lnTo>
                    <a:pt x="30328" y="48570"/>
                  </a:lnTo>
                  <a:lnTo>
                    <a:pt x="22914" y="48693"/>
                  </a:lnTo>
                  <a:lnTo>
                    <a:pt x="21707" y="47951"/>
                  </a:lnTo>
                  <a:lnTo>
                    <a:pt x="17132" y="39592"/>
                  </a:lnTo>
                  <a:lnTo>
                    <a:pt x="11757" y="42383"/>
                  </a:lnTo>
                  <a:lnTo>
                    <a:pt x="7300" y="40668"/>
                  </a:lnTo>
                  <a:lnTo>
                    <a:pt x="4643" y="41694"/>
                  </a:lnTo>
                  <a:lnTo>
                    <a:pt x="0" y="38441"/>
                  </a:lnTo>
                  <a:lnTo>
                    <a:pt x="1624" y="36611"/>
                  </a:lnTo>
                  <a:lnTo>
                    <a:pt x="1700" y="34013"/>
                  </a:lnTo>
                  <a:lnTo>
                    <a:pt x="1382" y="33111"/>
                  </a:lnTo>
                  <a:lnTo>
                    <a:pt x="30" y="32539"/>
                  </a:lnTo>
                  <a:lnTo>
                    <a:pt x="4579" y="20210"/>
                  </a:lnTo>
                  <a:lnTo>
                    <a:pt x="9877" y="14839"/>
                  </a:lnTo>
                  <a:lnTo>
                    <a:pt x="13300" y="12722"/>
                  </a:lnTo>
                  <a:lnTo>
                    <a:pt x="14245" y="13288"/>
                  </a:lnTo>
                  <a:lnTo>
                    <a:pt x="13604" y="14510"/>
                  </a:lnTo>
                  <a:lnTo>
                    <a:pt x="14073" y="15192"/>
                  </a:lnTo>
                  <a:lnTo>
                    <a:pt x="18231" y="17101"/>
                  </a:lnTo>
                  <a:lnTo>
                    <a:pt x="19148" y="16908"/>
                  </a:lnTo>
                  <a:lnTo>
                    <a:pt x="20191" y="14612"/>
                  </a:lnTo>
                  <a:lnTo>
                    <a:pt x="28515" y="7643"/>
                  </a:lnTo>
                  <a:lnTo>
                    <a:pt x="32987" y="5661"/>
                  </a:lnTo>
                  <a:lnTo>
                    <a:pt x="38331" y="1409"/>
                  </a:lnTo>
                  <a:lnTo>
                    <a:pt x="39957" y="1050"/>
                  </a:lnTo>
                  <a:lnTo>
                    <a:pt x="43484" y="2525"/>
                  </a:lnTo>
                  <a:lnTo>
                    <a:pt x="4613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h4010"/>
            <p:cNvSpPr/>
            <p:nvPr/>
          </p:nvSpPr>
          <p:spPr>
            <a:xfrm>
              <a:off x="6034747" y="2823442"/>
              <a:ext cx="230" cy="127"/>
            </a:xfrm>
            <a:custGeom>
              <a:avLst/>
              <a:pathLst>
                <a:path w="230" h="127">
                  <a:moveTo>
                    <a:pt x="0" y="31"/>
                  </a:moveTo>
                  <a:lnTo>
                    <a:pt x="230" y="0"/>
                  </a:lnTo>
                  <a:lnTo>
                    <a:pt x="157" y="127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h4011"/>
            <p:cNvSpPr/>
            <p:nvPr/>
          </p:nvSpPr>
          <p:spPr>
            <a:xfrm>
              <a:off x="6031057" y="2779027"/>
              <a:ext cx="40083" cy="53188"/>
            </a:xfrm>
            <a:custGeom>
              <a:avLst/>
              <a:pathLst>
                <a:path w="40083" h="53188">
                  <a:moveTo>
                    <a:pt x="29519" y="3892"/>
                  </a:moveTo>
                  <a:lnTo>
                    <a:pt x="32284" y="5469"/>
                  </a:lnTo>
                  <a:lnTo>
                    <a:pt x="33128" y="11109"/>
                  </a:lnTo>
                  <a:lnTo>
                    <a:pt x="39029" y="14977"/>
                  </a:lnTo>
                  <a:lnTo>
                    <a:pt x="40083" y="16988"/>
                  </a:lnTo>
                  <a:lnTo>
                    <a:pt x="39918" y="20450"/>
                  </a:lnTo>
                  <a:lnTo>
                    <a:pt x="38051" y="21436"/>
                  </a:lnTo>
                  <a:lnTo>
                    <a:pt x="35804" y="21247"/>
                  </a:lnTo>
                  <a:lnTo>
                    <a:pt x="30625" y="24014"/>
                  </a:lnTo>
                  <a:lnTo>
                    <a:pt x="28153" y="27782"/>
                  </a:lnTo>
                  <a:lnTo>
                    <a:pt x="26232" y="28294"/>
                  </a:lnTo>
                  <a:lnTo>
                    <a:pt x="23699" y="26954"/>
                  </a:lnTo>
                  <a:lnTo>
                    <a:pt x="20816" y="27763"/>
                  </a:lnTo>
                  <a:lnTo>
                    <a:pt x="19503" y="29056"/>
                  </a:lnTo>
                  <a:lnTo>
                    <a:pt x="23938" y="41492"/>
                  </a:lnTo>
                  <a:lnTo>
                    <a:pt x="23164" y="47080"/>
                  </a:lnTo>
                  <a:lnTo>
                    <a:pt x="21172" y="48642"/>
                  </a:lnTo>
                  <a:lnTo>
                    <a:pt x="20561" y="47152"/>
                  </a:lnTo>
                  <a:lnTo>
                    <a:pt x="18627" y="46299"/>
                  </a:lnTo>
                  <a:lnTo>
                    <a:pt x="14640" y="48554"/>
                  </a:lnTo>
                  <a:lnTo>
                    <a:pt x="11012" y="53188"/>
                  </a:lnTo>
                  <a:lnTo>
                    <a:pt x="10457" y="51851"/>
                  </a:lnTo>
                  <a:lnTo>
                    <a:pt x="6386" y="49891"/>
                  </a:lnTo>
                  <a:lnTo>
                    <a:pt x="5738" y="48391"/>
                  </a:lnTo>
                  <a:lnTo>
                    <a:pt x="2634" y="48994"/>
                  </a:lnTo>
                  <a:lnTo>
                    <a:pt x="2343" y="49850"/>
                  </a:lnTo>
                  <a:lnTo>
                    <a:pt x="3296" y="51949"/>
                  </a:lnTo>
                  <a:lnTo>
                    <a:pt x="603" y="52397"/>
                  </a:lnTo>
                  <a:lnTo>
                    <a:pt x="0" y="48280"/>
                  </a:lnTo>
                  <a:lnTo>
                    <a:pt x="7674" y="43073"/>
                  </a:lnTo>
                  <a:lnTo>
                    <a:pt x="10643" y="36213"/>
                  </a:lnTo>
                  <a:lnTo>
                    <a:pt x="10620" y="33888"/>
                  </a:lnTo>
                  <a:lnTo>
                    <a:pt x="9399" y="31708"/>
                  </a:lnTo>
                  <a:lnTo>
                    <a:pt x="5427" y="29398"/>
                  </a:lnTo>
                  <a:lnTo>
                    <a:pt x="5745" y="28213"/>
                  </a:lnTo>
                  <a:lnTo>
                    <a:pt x="7765" y="27018"/>
                  </a:lnTo>
                  <a:lnTo>
                    <a:pt x="8774" y="25539"/>
                  </a:lnTo>
                  <a:lnTo>
                    <a:pt x="11033" y="20391"/>
                  </a:lnTo>
                  <a:lnTo>
                    <a:pt x="14648" y="17627"/>
                  </a:lnTo>
                  <a:lnTo>
                    <a:pt x="17725" y="18280"/>
                  </a:lnTo>
                  <a:lnTo>
                    <a:pt x="19034" y="15357"/>
                  </a:lnTo>
                  <a:lnTo>
                    <a:pt x="18070" y="14909"/>
                  </a:lnTo>
                  <a:lnTo>
                    <a:pt x="17769" y="12851"/>
                  </a:lnTo>
                  <a:lnTo>
                    <a:pt x="19918" y="7239"/>
                  </a:lnTo>
                  <a:lnTo>
                    <a:pt x="21803" y="4857"/>
                  </a:lnTo>
                  <a:lnTo>
                    <a:pt x="2768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h4012"/>
            <p:cNvSpPr/>
            <p:nvPr/>
          </p:nvSpPr>
          <p:spPr>
            <a:xfrm>
              <a:off x="6203171" y="2827711"/>
              <a:ext cx="19623" cy="34752"/>
            </a:xfrm>
            <a:custGeom>
              <a:avLst/>
              <a:pathLst>
                <a:path w="19623" h="34752">
                  <a:moveTo>
                    <a:pt x="2664" y="0"/>
                  </a:moveTo>
                  <a:lnTo>
                    <a:pt x="8457" y="2574"/>
                  </a:lnTo>
                  <a:lnTo>
                    <a:pt x="11649" y="4124"/>
                  </a:lnTo>
                  <a:lnTo>
                    <a:pt x="11399" y="7842"/>
                  </a:lnTo>
                  <a:lnTo>
                    <a:pt x="12018" y="10219"/>
                  </a:lnTo>
                  <a:lnTo>
                    <a:pt x="14466" y="13444"/>
                  </a:lnTo>
                  <a:lnTo>
                    <a:pt x="16185" y="14892"/>
                  </a:lnTo>
                  <a:lnTo>
                    <a:pt x="17823" y="15143"/>
                  </a:lnTo>
                  <a:lnTo>
                    <a:pt x="19619" y="18224"/>
                  </a:lnTo>
                  <a:lnTo>
                    <a:pt x="19623" y="22970"/>
                  </a:lnTo>
                  <a:lnTo>
                    <a:pt x="18227" y="25906"/>
                  </a:lnTo>
                  <a:lnTo>
                    <a:pt x="14217" y="24265"/>
                  </a:lnTo>
                  <a:lnTo>
                    <a:pt x="12473" y="28111"/>
                  </a:lnTo>
                  <a:lnTo>
                    <a:pt x="8363" y="31194"/>
                  </a:lnTo>
                  <a:lnTo>
                    <a:pt x="8786" y="33910"/>
                  </a:lnTo>
                  <a:lnTo>
                    <a:pt x="6205" y="34752"/>
                  </a:lnTo>
                  <a:lnTo>
                    <a:pt x="2782" y="31976"/>
                  </a:lnTo>
                  <a:lnTo>
                    <a:pt x="950" y="26241"/>
                  </a:lnTo>
                  <a:lnTo>
                    <a:pt x="5671" y="20849"/>
                  </a:lnTo>
                  <a:lnTo>
                    <a:pt x="4708" y="18328"/>
                  </a:lnTo>
                  <a:lnTo>
                    <a:pt x="4148" y="10691"/>
                  </a:lnTo>
                  <a:lnTo>
                    <a:pt x="1787" y="10441"/>
                  </a:lnTo>
                  <a:lnTo>
                    <a:pt x="0" y="4856"/>
                  </a:lnTo>
                  <a:lnTo>
                    <a:pt x="2232" y="2114"/>
                  </a:lnTo>
                  <a:lnTo>
                    <a:pt x="1250" y="1009"/>
                  </a:lnTo>
                  <a:lnTo>
                    <a:pt x="1353" y="23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h4013"/>
            <p:cNvSpPr/>
            <p:nvPr/>
          </p:nvSpPr>
          <p:spPr>
            <a:xfrm>
              <a:off x="6249363" y="2864899"/>
              <a:ext cx="24686" cy="20519"/>
            </a:xfrm>
            <a:custGeom>
              <a:avLst/>
              <a:pathLst>
                <a:path w="24686" h="20519">
                  <a:moveTo>
                    <a:pt x="1946" y="939"/>
                  </a:moveTo>
                  <a:lnTo>
                    <a:pt x="8262" y="3691"/>
                  </a:lnTo>
                  <a:lnTo>
                    <a:pt x="13141" y="3793"/>
                  </a:lnTo>
                  <a:lnTo>
                    <a:pt x="19630" y="6260"/>
                  </a:lnTo>
                  <a:lnTo>
                    <a:pt x="21445" y="8279"/>
                  </a:lnTo>
                  <a:lnTo>
                    <a:pt x="24686" y="8827"/>
                  </a:lnTo>
                  <a:lnTo>
                    <a:pt x="24649" y="11421"/>
                  </a:lnTo>
                  <a:lnTo>
                    <a:pt x="22959" y="15377"/>
                  </a:lnTo>
                  <a:lnTo>
                    <a:pt x="23293" y="16602"/>
                  </a:lnTo>
                  <a:lnTo>
                    <a:pt x="22272" y="20519"/>
                  </a:lnTo>
                  <a:lnTo>
                    <a:pt x="16213" y="17643"/>
                  </a:lnTo>
                  <a:lnTo>
                    <a:pt x="14670" y="14469"/>
                  </a:lnTo>
                  <a:lnTo>
                    <a:pt x="15133" y="13590"/>
                  </a:lnTo>
                  <a:lnTo>
                    <a:pt x="20298" y="13041"/>
                  </a:lnTo>
                  <a:lnTo>
                    <a:pt x="20751" y="11760"/>
                  </a:lnTo>
                  <a:lnTo>
                    <a:pt x="13523" y="8529"/>
                  </a:lnTo>
                  <a:lnTo>
                    <a:pt x="8062" y="6793"/>
                  </a:lnTo>
                  <a:lnTo>
                    <a:pt x="3653" y="6287"/>
                  </a:lnTo>
                  <a:lnTo>
                    <a:pt x="128" y="3319"/>
                  </a:lnTo>
                  <a:lnTo>
                    <a:pt x="0" y="2091"/>
                  </a:lnTo>
                  <a:lnTo>
                    <a:pt x="160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h4014"/>
            <p:cNvSpPr/>
            <p:nvPr/>
          </p:nvSpPr>
          <p:spPr>
            <a:xfrm>
              <a:off x="6159558" y="2913837"/>
              <a:ext cx="34259" cy="28655"/>
            </a:xfrm>
            <a:custGeom>
              <a:avLst/>
              <a:pathLst>
                <a:path w="34259" h="28655">
                  <a:moveTo>
                    <a:pt x="10479" y="4100"/>
                  </a:moveTo>
                  <a:lnTo>
                    <a:pt x="13370" y="3164"/>
                  </a:lnTo>
                  <a:lnTo>
                    <a:pt x="16527" y="7260"/>
                  </a:lnTo>
                  <a:lnTo>
                    <a:pt x="20000" y="8748"/>
                  </a:lnTo>
                  <a:lnTo>
                    <a:pt x="26971" y="9324"/>
                  </a:lnTo>
                  <a:lnTo>
                    <a:pt x="28032" y="8391"/>
                  </a:lnTo>
                  <a:lnTo>
                    <a:pt x="31961" y="7463"/>
                  </a:lnTo>
                  <a:lnTo>
                    <a:pt x="34259" y="10246"/>
                  </a:lnTo>
                  <a:lnTo>
                    <a:pt x="28761" y="17386"/>
                  </a:lnTo>
                  <a:lnTo>
                    <a:pt x="29057" y="18217"/>
                  </a:lnTo>
                  <a:lnTo>
                    <a:pt x="25347" y="18267"/>
                  </a:lnTo>
                  <a:lnTo>
                    <a:pt x="22350" y="24630"/>
                  </a:lnTo>
                  <a:lnTo>
                    <a:pt x="16899" y="26664"/>
                  </a:lnTo>
                  <a:lnTo>
                    <a:pt x="12382" y="24079"/>
                  </a:lnTo>
                  <a:lnTo>
                    <a:pt x="10577" y="23758"/>
                  </a:lnTo>
                  <a:lnTo>
                    <a:pt x="6688" y="26528"/>
                  </a:lnTo>
                  <a:lnTo>
                    <a:pt x="6460" y="28247"/>
                  </a:lnTo>
                  <a:lnTo>
                    <a:pt x="5178" y="28655"/>
                  </a:lnTo>
                  <a:lnTo>
                    <a:pt x="1170" y="23936"/>
                  </a:lnTo>
                  <a:lnTo>
                    <a:pt x="708" y="19092"/>
                  </a:lnTo>
                  <a:lnTo>
                    <a:pt x="0" y="18043"/>
                  </a:lnTo>
                  <a:lnTo>
                    <a:pt x="3332" y="13614"/>
                  </a:lnTo>
                  <a:lnTo>
                    <a:pt x="6396" y="13074"/>
                  </a:lnTo>
                  <a:lnTo>
                    <a:pt x="5921" y="5727"/>
                  </a:lnTo>
                  <a:lnTo>
                    <a:pt x="3961" y="3687"/>
                  </a:lnTo>
                  <a:lnTo>
                    <a:pt x="4461" y="1361"/>
                  </a:lnTo>
                  <a:lnTo>
                    <a:pt x="583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h4015"/>
            <p:cNvSpPr/>
            <p:nvPr/>
          </p:nvSpPr>
          <p:spPr>
            <a:xfrm>
              <a:off x="6243267" y="2623839"/>
              <a:ext cx="37976" cy="37011"/>
            </a:xfrm>
            <a:custGeom>
              <a:avLst/>
              <a:pathLst>
                <a:path w="37976" h="37011">
                  <a:moveTo>
                    <a:pt x="18699" y="0"/>
                  </a:moveTo>
                  <a:lnTo>
                    <a:pt x="17266" y="2393"/>
                  </a:lnTo>
                  <a:lnTo>
                    <a:pt x="19850" y="3930"/>
                  </a:lnTo>
                  <a:lnTo>
                    <a:pt x="19271" y="9150"/>
                  </a:lnTo>
                  <a:lnTo>
                    <a:pt x="24050" y="12770"/>
                  </a:lnTo>
                  <a:lnTo>
                    <a:pt x="32026" y="15231"/>
                  </a:lnTo>
                  <a:lnTo>
                    <a:pt x="35765" y="17984"/>
                  </a:lnTo>
                  <a:lnTo>
                    <a:pt x="32848" y="19913"/>
                  </a:lnTo>
                  <a:lnTo>
                    <a:pt x="32615" y="21692"/>
                  </a:lnTo>
                  <a:lnTo>
                    <a:pt x="37798" y="22832"/>
                  </a:lnTo>
                  <a:lnTo>
                    <a:pt x="37976" y="24782"/>
                  </a:lnTo>
                  <a:lnTo>
                    <a:pt x="37356" y="28671"/>
                  </a:lnTo>
                  <a:lnTo>
                    <a:pt x="35001" y="29912"/>
                  </a:lnTo>
                  <a:lnTo>
                    <a:pt x="30571" y="30714"/>
                  </a:lnTo>
                  <a:lnTo>
                    <a:pt x="27289" y="30508"/>
                  </a:lnTo>
                  <a:lnTo>
                    <a:pt x="28325" y="33873"/>
                  </a:lnTo>
                  <a:lnTo>
                    <a:pt x="22534" y="34215"/>
                  </a:lnTo>
                  <a:lnTo>
                    <a:pt x="19375" y="32704"/>
                  </a:lnTo>
                  <a:lnTo>
                    <a:pt x="12083" y="37011"/>
                  </a:lnTo>
                  <a:lnTo>
                    <a:pt x="4803" y="20420"/>
                  </a:lnTo>
                  <a:lnTo>
                    <a:pt x="0" y="16433"/>
                  </a:lnTo>
                  <a:lnTo>
                    <a:pt x="1205" y="15979"/>
                  </a:lnTo>
                  <a:lnTo>
                    <a:pt x="2534" y="13479"/>
                  </a:lnTo>
                  <a:lnTo>
                    <a:pt x="2758" y="9080"/>
                  </a:lnTo>
                  <a:lnTo>
                    <a:pt x="4614" y="4473"/>
                  </a:lnTo>
                  <a:lnTo>
                    <a:pt x="9858" y="1694"/>
                  </a:lnTo>
                  <a:lnTo>
                    <a:pt x="12535" y="1006"/>
                  </a:lnTo>
                  <a:lnTo>
                    <a:pt x="15373" y="2448"/>
                  </a:lnTo>
                  <a:lnTo>
                    <a:pt x="16814" y="57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h4016"/>
            <p:cNvSpPr/>
            <p:nvPr/>
          </p:nvSpPr>
          <p:spPr>
            <a:xfrm>
              <a:off x="6104334" y="2931881"/>
              <a:ext cx="65520" cy="45240"/>
            </a:xfrm>
            <a:custGeom>
              <a:avLst/>
              <a:pathLst>
                <a:path w="65520" h="45240">
                  <a:moveTo>
                    <a:pt x="55932" y="1049"/>
                  </a:moveTo>
                  <a:lnTo>
                    <a:pt x="56394" y="5893"/>
                  </a:lnTo>
                  <a:lnTo>
                    <a:pt x="60402" y="10611"/>
                  </a:lnTo>
                  <a:lnTo>
                    <a:pt x="61685" y="10203"/>
                  </a:lnTo>
                  <a:lnTo>
                    <a:pt x="65520" y="20528"/>
                  </a:lnTo>
                  <a:lnTo>
                    <a:pt x="63736" y="25446"/>
                  </a:lnTo>
                  <a:lnTo>
                    <a:pt x="64475" y="26678"/>
                  </a:lnTo>
                  <a:lnTo>
                    <a:pt x="63246" y="31277"/>
                  </a:lnTo>
                  <a:lnTo>
                    <a:pt x="61036" y="32654"/>
                  </a:lnTo>
                  <a:lnTo>
                    <a:pt x="58303" y="35884"/>
                  </a:lnTo>
                  <a:lnTo>
                    <a:pt x="59441" y="40006"/>
                  </a:lnTo>
                  <a:lnTo>
                    <a:pt x="52215" y="41768"/>
                  </a:lnTo>
                  <a:lnTo>
                    <a:pt x="48040" y="41931"/>
                  </a:lnTo>
                  <a:lnTo>
                    <a:pt x="43772" y="40658"/>
                  </a:lnTo>
                  <a:lnTo>
                    <a:pt x="32149" y="44816"/>
                  </a:lnTo>
                  <a:lnTo>
                    <a:pt x="29476" y="45240"/>
                  </a:lnTo>
                  <a:lnTo>
                    <a:pt x="27728" y="44377"/>
                  </a:lnTo>
                  <a:lnTo>
                    <a:pt x="23575" y="44349"/>
                  </a:lnTo>
                  <a:lnTo>
                    <a:pt x="24067" y="41260"/>
                  </a:lnTo>
                  <a:lnTo>
                    <a:pt x="20619" y="33594"/>
                  </a:lnTo>
                  <a:lnTo>
                    <a:pt x="15868" y="34452"/>
                  </a:lnTo>
                  <a:lnTo>
                    <a:pt x="2711" y="41074"/>
                  </a:lnTo>
                  <a:lnTo>
                    <a:pt x="476" y="39400"/>
                  </a:lnTo>
                  <a:lnTo>
                    <a:pt x="0" y="36897"/>
                  </a:lnTo>
                  <a:lnTo>
                    <a:pt x="151" y="35422"/>
                  </a:lnTo>
                  <a:lnTo>
                    <a:pt x="1745" y="34623"/>
                  </a:lnTo>
                  <a:lnTo>
                    <a:pt x="2602" y="35051"/>
                  </a:lnTo>
                  <a:lnTo>
                    <a:pt x="3042" y="33026"/>
                  </a:lnTo>
                  <a:lnTo>
                    <a:pt x="1537" y="30691"/>
                  </a:lnTo>
                  <a:lnTo>
                    <a:pt x="2178" y="29207"/>
                  </a:lnTo>
                  <a:lnTo>
                    <a:pt x="4074" y="27851"/>
                  </a:lnTo>
                  <a:lnTo>
                    <a:pt x="6794" y="27714"/>
                  </a:lnTo>
                  <a:lnTo>
                    <a:pt x="8376" y="25476"/>
                  </a:lnTo>
                  <a:lnTo>
                    <a:pt x="13796" y="22062"/>
                  </a:lnTo>
                  <a:lnTo>
                    <a:pt x="21312" y="23477"/>
                  </a:lnTo>
                  <a:lnTo>
                    <a:pt x="23188" y="22545"/>
                  </a:lnTo>
                  <a:lnTo>
                    <a:pt x="20703" y="16827"/>
                  </a:lnTo>
                  <a:lnTo>
                    <a:pt x="24042" y="15402"/>
                  </a:lnTo>
                  <a:lnTo>
                    <a:pt x="29266" y="15956"/>
                  </a:lnTo>
                  <a:lnTo>
                    <a:pt x="30965" y="15310"/>
                  </a:lnTo>
                  <a:lnTo>
                    <a:pt x="33043" y="11506"/>
                  </a:lnTo>
                  <a:lnTo>
                    <a:pt x="32525" y="10657"/>
                  </a:lnTo>
                  <a:lnTo>
                    <a:pt x="33228" y="7332"/>
                  </a:lnTo>
                  <a:lnTo>
                    <a:pt x="34363" y="6060"/>
                  </a:lnTo>
                  <a:lnTo>
                    <a:pt x="39224" y="5514"/>
                  </a:lnTo>
                  <a:lnTo>
                    <a:pt x="43211" y="7726"/>
                  </a:lnTo>
                  <a:lnTo>
                    <a:pt x="49429" y="7169"/>
                  </a:lnTo>
                  <a:lnTo>
                    <a:pt x="53682" y="2662"/>
                  </a:lnTo>
                  <a:lnTo>
                    <a:pt x="5522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h4017"/>
            <p:cNvSpPr/>
            <p:nvPr/>
          </p:nvSpPr>
          <p:spPr>
            <a:xfrm>
              <a:off x="6099686" y="2855692"/>
              <a:ext cx="39556" cy="21542"/>
            </a:xfrm>
            <a:custGeom>
              <a:avLst/>
              <a:pathLst>
                <a:path w="39556" h="21542">
                  <a:moveTo>
                    <a:pt x="19755" y="1324"/>
                  </a:moveTo>
                  <a:lnTo>
                    <a:pt x="21037" y="2954"/>
                  </a:lnTo>
                  <a:lnTo>
                    <a:pt x="26447" y="4650"/>
                  </a:lnTo>
                  <a:lnTo>
                    <a:pt x="28656" y="4217"/>
                  </a:lnTo>
                  <a:lnTo>
                    <a:pt x="34134" y="0"/>
                  </a:lnTo>
                  <a:lnTo>
                    <a:pt x="35298" y="186"/>
                  </a:lnTo>
                  <a:lnTo>
                    <a:pt x="37431" y="3002"/>
                  </a:lnTo>
                  <a:lnTo>
                    <a:pt x="39556" y="7531"/>
                  </a:lnTo>
                  <a:lnTo>
                    <a:pt x="37762" y="9799"/>
                  </a:lnTo>
                  <a:lnTo>
                    <a:pt x="34539" y="11568"/>
                  </a:lnTo>
                  <a:lnTo>
                    <a:pt x="34707" y="15948"/>
                  </a:lnTo>
                  <a:lnTo>
                    <a:pt x="36571" y="19331"/>
                  </a:lnTo>
                  <a:lnTo>
                    <a:pt x="33470" y="21406"/>
                  </a:lnTo>
                  <a:lnTo>
                    <a:pt x="30659" y="19503"/>
                  </a:lnTo>
                  <a:lnTo>
                    <a:pt x="16109" y="18503"/>
                  </a:lnTo>
                  <a:lnTo>
                    <a:pt x="12077" y="18968"/>
                  </a:lnTo>
                  <a:lnTo>
                    <a:pt x="9020" y="21542"/>
                  </a:lnTo>
                  <a:lnTo>
                    <a:pt x="6144" y="20407"/>
                  </a:lnTo>
                  <a:lnTo>
                    <a:pt x="4773" y="18008"/>
                  </a:lnTo>
                  <a:lnTo>
                    <a:pt x="3335" y="15305"/>
                  </a:lnTo>
                  <a:lnTo>
                    <a:pt x="2919" y="16580"/>
                  </a:lnTo>
                  <a:lnTo>
                    <a:pt x="794" y="17107"/>
                  </a:lnTo>
                  <a:lnTo>
                    <a:pt x="0" y="16094"/>
                  </a:lnTo>
                  <a:lnTo>
                    <a:pt x="111" y="9479"/>
                  </a:lnTo>
                  <a:lnTo>
                    <a:pt x="3295" y="12366"/>
                  </a:lnTo>
                  <a:lnTo>
                    <a:pt x="7387" y="14738"/>
                  </a:lnTo>
                  <a:lnTo>
                    <a:pt x="12140" y="11743"/>
                  </a:lnTo>
                  <a:lnTo>
                    <a:pt x="14351" y="7241"/>
                  </a:lnTo>
                  <a:lnTo>
                    <a:pt x="13182" y="5396"/>
                  </a:lnTo>
                  <a:lnTo>
                    <a:pt x="13520" y="4207"/>
                  </a:lnTo>
                  <a:lnTo>
                    <a:pt x="16729" y="91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h4018"/>
            <p:cNvSpPr/>
            <p:nvPr/>
          </p:nvSpPr>
          <p:spPr>
            <a:xfrm>
              <a:off x="6133272" y="2839208"/>
              <a:ext cx="28444" cy="27005"/>
            </a:xfrm>
            <a:custGeom>
              <a:avLst/>
              <a:pathLst>
                <a:path w="28444" h="27005">
                  <a:moveTo>
                    <a:pt x="21600" y="1280"/>
                  </a:moveTo>
                  <a:lnTo>
                    <a:pt x="23026" y="703"/>
                  </a:lnTo>
                  <a:lnTo>
                    <a:pt x="23060" y="0"/>
                  </a:lnTo>
                  <a:lnTo>
                    <a:pt x="24429" y="1493"/>
                  </a:lnTo>
                  <a:lnTo>
                    <a:pt x="28444" y="16442"/>
                  </a:lnTo>
                  <a:lnTo>
                    <a:pt x="25897" y="18524"/>
                  </a:lnTo>
                  <a:lnTo>
                    <a:pt x="24195" y="22054"/>
                  </a:lnTo>
                  <a:lnTo>
                    <a:pt x="19217" y="26208"/>
                  </a:lnTo>
                  <a:lnTo>
                    <a:pt x="14020" y="27005"/>
                  </a:lnTo>
                  <a:lnTo>
                    <a:pt x="12537" y="24333"/>
                  </a:lnTo>
                  <a:lnTo>
                    <a:pt x="7141" y="22500"/>
                  </a:lnTo>
                  <a:lnTo>
                    <a:pt x="5970" y="24014"/>
                  </a:lnTo>
                  <a:lnTo>
                    <a:pt x="3844" y="19486"/>
                  </a:lnTo>
                  <a:lnTo>
                    <a:pt x="1711" y="16670"/>
                  </a:lnTo>
                  <a:lnTo>
                    <a:pt x="548" y="16483"/>
                  </a:lnTo>
                  <a:lnTo>
                    <a:pt x="0" y="16153"/>
                  </a:lnTo>
                  <a:lnTo>
                    <a:pt x="303" y="15282"/>
                  </a:lnTo>
                  <a:lnTo>
                    <a:pt x="2793" y="15198"/>
                  </a:lnTo>
                  <a:lnTo>
                    <a:pt x="1886" y="11122"/>
                  </a:lnTo>
                  <a:lnTo>
                    <a:pt x="2780" y="7056"/>
                  </a:lnTo>
                  <a:lnTo>
                    <a:pt x="9293" y="5264"/>
                  </a:lnTo>
                  <a:lnTo>
                    <a:pt x="11655" y="118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h4019"/>
            <p:cNvSpPr/>
            <p:nvPr/>
          </p:nvSpPr>
          <p:spPr>
            <a:xfrm>
              <a:off x="6410366" y="2651242"/>
              <a:ext cx="47829" cy="57750"/>
            </a:xfrm>
            <a:custGeom>
              <a:avLst/>
              <a:pathLst>
                <a:path w="47829" h="57750">
                  <a:moveTo>
                    <a:pt x="15441" y="118"/>
                  </a:moveTo>
                  <a:lnTo>
                    <a:pt x="23159" y="4000"/>
                  </a:lnTo>
                  <a:lnTo>
                    <a:pt x="28646" y="7815"/>
                  </a:lnTo>
                  <a:lnTo>
                    <a:pt x="31515" y="10618"/>
                  </a:lnTo>
                  <a:lnTo>
                    <a:pt x="32356" y="12870"/>
                  </a:lnTo>
                  <a:lnTo>
                    <a:pt x="41207" y="13228"/>
                  </a:lnTo>
                  <a:lnTo>
                    <a:pt x="42011" y="20561"/>
                  </a:lnTo>
                  <a:lnTo>
                    <a:pt x="45689" y="25576"/>
                  </a:lnTo>
                  <a:lnTo>
                    <a:pt x="46545" y="24989"/>
                  </a:lnTo>
                  <a:lnTo>
                    <a:pt x="47015" y="25376"/>
                  </a:lnTo>
                  <a:lnTo>
                    <a:pt x="47829" y="27240"/>
                  </a:lnTo>
                  <a:lnTo>
                    <a:pt x="44696" y="29833"/>
                  </a:lnTo>
                  <a:lnTo>
                    <a:pt x="39491" y="29677"/>
                  </a:lnTo>
                  <a:lnTo>
                    <a:pt x="40174" y="34714"/>
                  </a:lnTo>
                  <a:lnTo>
                    <a:pt x="42622" y="34862"/>
                  </a:lnTo>
                  <a:lnTo>
                    <a:pt x="38868" y="45483"/>
                  </a:lnTo>
                  <a:lnTo>
                    <a:pt x="40156" y="47898"/>
                  </a:lnTo>
                  <a:lnTo>
                    <a:pt x="39513" y="50007"/>
                  </a:lnTo>
                  <a:lnTo>
                    <a:pt x="36821" y="53870"/>
                  </a:lnTo>
                  <a:lnTo>
                    <a:pt x="35446" y="57511"/>
                  </a:lnTo>
                  <a:lnTo>
                    <a:pt x="33739" y="57750"/>
                  </a:lnTo>
                  <a:lnTo>
                    <a:pt x="30107" y="56025"/>
                  </a:lnTo>
                  <a:lnTo>
                    <a:pt x="28438" y="53447"/>
                  </a:lnTo>
                  <a:lnTo>
                    <a:pt x="28875" y="49336"/>
                  </a:lnTo>
                  <a:lnTo>
                    <a:pt x="22342" y="45251"/>
                  </a:lnTo>
                  <a:lnTo>
                    <a:pt x="15125" y="37885"/>
                  </a:lnTo>
                  <a:lnTo>
                    <a:pt x="13238" y="35492"/>
                  </a:lnTo>
                  <a:lnTo>
                    <a:pt x="14060" y="31959"/>
                  </a:lnTo>
                  <a:lnTo>
                    <a:pt x="10705" y="28315"/>
                  </a:lnTo>
                  <a:lnTo>
                    <a:pt x="8692" y="23658"/>
                  </a:lnTo>
                  <a:lnTo>
                    <a:pt x="6648" y="21610"/>
                  </a:lnTo>
                  <a:lnTo>
                    <a:pt x="1086" y="20439"/>
                  </a:lnTo>
                  <a:lnTo>
                    <a:pt x="0" y="16579"/>
                  </a:lnTo>
                  <a:lnTo>
                    <a:pt x="6770" y="14118"/>
                  </a:lnTo>
                  <a:lnTo>
                    <a:pt x="11453" y="14447"/>
                  </a:lnTo>
                  <a:lnTo>
                    <a:pt x="11750" y="10354"/>
                  </a:lnTo>
                  <a:lnTo>
                    <a:pt x="6828" y="10106"/>
                  </a:lnTo>
                  <a:lnTo>
                    <a:pt x="4817" y="8384"/>
                  </a:lnTo>
                  <a:lnTo>
                    <a:pt x="5539" y="6219"/>
                  </a:lnTo>
                  <a:lnTo>
                    <a:pt x="8717" y="4461"/>
                  </a:lnTo>
                  <a:lnTo>
                    <a:pt x="881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h4020"/>
            <p:cNvSpPr/>
            <p:nvPr/>
          </p:nvSpPr>
          <p:spPr>
            <a:xfrm>
              <a:off x="6180260" y="2867251"/>
              <a:ext cx="25003" cy="28807"/>
            </a:xfrm>
            <a:custGeom>
              <a:avLst/>
              <a:pathLst>
                <a:path w="25003" h="28807">
                  <a:moveTo>
                    <a:pt x="18530" y="2091"/>
                  </a:moveTo>
                  <a:lnTo>
                    <a:pt x="18902" y="5856"/>
                  </a:lnTo>
                  <a:lnTo>
                    <a:pt x="19616" y="6668"/>
                  </a:lnTo>
                  <a:lnTo>
                    <a:pt x="23060" y="7964"/>
                  </a:lnTo>
                  <a:lnTo>
                    <a:pt x="23540" y="7049"/>
                  </a:lnTo>
                  <a:lnTo>
                    <a:pt x="24518" y="7181"/>
                  </a:lnTo>
                  <a:lnTo>
                    <a:pt x="25003" y="9908"/>
                  </a:lnTo>
                  <a:lnTo>
                    <a:pt x="23980" y="13052"/>
                  </a:lnTo>
                  <a:lnTo>
                    <a:pt x="21929" y="13589"/>
                  </a:lnTo>
                  <a:lnTo>
                    <a:pt x="16570" y="17348"/>
                  </a:lnTo>
                  <a:lnTo>
                    <a:pt x="16455" y="19836"/>
                  </a:lnTo>
                  <a:lnTo>
                    <a:pt x="14550" y="22090"/>
                  </a:lnTo>
                  <a:lnTo>
                    <a:pt x="12871" y="21922"/>
                  </a:lnTo>
                  <a:lnTo>
                    <a:pt x="10509" y="22896"/>
                  </a:lnTo>
                  <a:lnTo>
                    <a:pt x="10453" y="23662"/>
                  </a:lnTo>
                  <a:lnTo>
                    <a:pt x="7410" y="25734"/>
                  </a:lnTo>
                  <a:lnTo>
                    <a:pt x="6352" y="27716"/>
                  </a:lnTo>
                  <a:lnTo>
                    <a:pt x="3038" y="28807"/>
                  </a:lnTo>
                  <a:lnTo>
                    <a:pt x="3789" y="25155"/>
                  </a:lnTo>
                  <a:lnTo>
                    <a:pt x="3000" y="21947"/>
                  </a:lnTo>
                  <a:lnTo>
                    <a:pt x="713" y="21558"/>
                  </a:lnTo>
                  <a:lnTo>
                    <a:pt x="0" y="20760"/>
                  </a:lnTo>
                  <a:lnTo>
                    <a:pt x="751" y="18301"/>
                  </a:lnTo>
                  <a:lnTo>
                    <a:pt x="4737" y="12497"/>
                  </a:lnTo>
                  <a:lnTo>
                    <a:pt x="5009" y="10681"/>
                  </a:lnTo>
                  <a:lnTo>
                    <a:pt x="6749" y="9686"/>
                  </a:lnTo>
                  <a:lnTo>
                    <a:pt x="7576" y="5256"/>
                  </a:lnTo>
                  <a:lnTo>
                    <a:pt x="10676" y="5027"/>
                  </a:lnTo>
                  <a:lnTo>
                    <a:pt x="15908" y="2109"/>
                  </a:lnTo>
                  <a:lnTo>
                    <a:pt x="1673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h4021"/>
            <p:cNvSpPr/>
            <p:nvPr/>
          </p:nvSpPr>
          <p:spPr>
            <a:xfrm>
              <a:off x="6244191" y="2843840"/>
              <a:ext cx="44783" cy="29886"/>
            </a:xfrm>
            <a:custGeom>
              <a:avLst/>
              <a:pathLst>
                <a:path w="44783" h="29886">
                  <a:moveTo>
                    <a:pt x="37995" y="662"/>
                  </a:moveTo>
                  <a:lnTo>
                    <a:pt x="37092" y="1267"/>
                  </a:lnTo>
                  <a:lnTo>
                    <a:pt x="37489" y="2140"/>
                  </a:lnTo>
                  <a:lnTo>
                    <a:pt x="39941" y="3180"/>
                  </a:lnTo>
                  <a:lnTo>
                    <a:pt x="40288" y="3940"/>
                  </a:lnTo>
                  <a:lnTo>
                    <a:pt x="39186" y="5330"/>
                  </a:lnTo>
                  <a:lnTo>
                    <a:pt x="35449" y="6917"/>
                  </a:lnTo>
                  <a:lnTo>
                    <a:pt x="34404" y="8926"/>
                  </a:lnTo>
                  <a:lnTo>
                    <a:pt x="34746" y="10034"/>
                  </a:lnTo>
                  <a:lnTo>
                    <a:pt x="38358" y="8404"/>
                  </a:lnTo>
                  <a:lnTo>
                    <a:pt x="43598" y="8576"/>
                  </a:lnTo>
                  <a:lnTo>
                    <a:pt x="44783" y="14208"/>
                  </a:lnTo>
                  <a:lnTo>
                    <a:pt x="43169" y="26742"/>
                  </a:lnTo>
                  <a:lnTo>
                    <a:pt x="40850" y="27127"/>
                  </a:lnTo>
                  <a:lnTo>
                    <a:pt x="38507" y="29326"/>
                  </a:lnTo>
                  <a:lnTo>
                    <a:pt x="32075" y="28347"/>
                  </a:lnTo>
                  <a:lnTo>
                    <a:pt x="29858" y="29886"/>
                  </a:lnTo>
                  <a:lnTo>
                    <a:pt x="26617" y="29338"/>
                  </a:lnTo>
                  <a:lnTo>
                    <a:pt x="24801" y="27319"/>
                  </a:lnTo>
                  <a:lnTo>
                    <a:pt x="18313" y="24852"/>
                  </a:lnTo>
                  <a:lnTo>
                    <a:pt x="13433" y="24750"/>
                  </a:lnTo>
                  <a:lnTo>
                    <a:pt x="7117" y="21998"/>
                  </a:lnTo>
                  <a:lnTo>
                    <a:pt x="6777" y="21059"/>
                  </a:lnTo>
                  <a:lnTo>
                    <a:pt x="2076" y="21414"/>
                  </a:lnTo>
                  <a:lnTo>
                    <a:pt x="226" y="20282"/>
                  </a:lnTo>
                  <a:lnTo>
                    <a:pt x="0" y="17373"/>
                  </a:lnTo>
                  <a:lnTo>
                    <a:pt x="971" y="13842"/>
                  </a:lnTo>
                  <a:lnTo>
                    <a:pt x="5150" y="13115"/>
                  </a:lnTo>
                  <a:lnTo>
                    <a:pt x="10247" y="14271"/>
                  </a:lnTo>
                  <a:lnTo>
                    <a:pt x="12855" y="14035"/>
                  </a:lnTo>
                  <a:lnTo>
                    <a:pt x="15258" y="8505"/>
                  </a:lnTo>
                  <a:lnTo>
                    <a:pt x="16910" y="7462"/>
                  </a:lnTo>
                  <a:lnTo>
                    <a:pt x="21525" y="7939"/>
                  </a:lnTo>
                  <a:lnTo>
                    <a:pt x="25756" y="9322"/>
                  </a:lnTo>
                  <a:lnTo>
                    <a:pt x="30973" y="8276"/>
                  </a:lnTo>
                  <a:lnTo>
                    <a:pt x="33324" y="5276"/>
                  </a:lnTo>
                  <a:lnTo>
                    <a:pt x="33162" y="2209"/>
                  </a:lnTo>
                  <a:lnTo>
                    <a:pt x="3381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h4022"/>
            <p:cNvSpPr/>
            <p:nvPr/>
          </p:nvSpPr>
          <p:spPr>
            <a:xfrm>
              <a:off x="6271681" y="2760692"/>
              <a:ext cx="34368" cy="37280"/>
            </a:xfrm>
            <a:custGeom>
              <a:avLst/>
              <a:pathLst>
                <a:path w="34368" h="37280">
                  <a:moveTo>
                    <a:pt x="20786" y="531"/>
                  </a:moveTo>
                  <a:lnTo>
                    <a:pt x="24540" y="2371"/>
                  </a:lnTo>
                  <a:lnTo>
                    <a:pt x="24526" y="5696"/>
                  </a:lnTo>
                  <a:lnTo>
                    <a:pt x="25672" y="7556"/>
                  </a:lnTo>
                  <a:lnTo>
                    <a:pt x="30814" y="11812"/>
                  </a:lnTo>
                  <a:lnTo>
                    <a:pt x="31986" y="12222"/>
                  </a:lnTo>
                  <a:lnTo>
                    <a:pt x="34368" y="11424"/>
                  </a:lnTo>
                  <a:lnTo>
                    <a:pt x="26671" y="23892"/>
                  </a:lnTo>
                  <a:lnTo>
                    <a:pt x="26764" y="27778"/>
                  </a:lnTo>
                  <a:lnTo>
                    <a:pt x="29251" y="30036"/>
                  </a:lnTo>
                  <a:lnTo>
                    <a:pt x="22151" y="35862"/>
                  </a:lnTo>
                  <a:lnTo>
                    <a:pt x="17526" y="37190"/>
                  </a:lnTo>
                  <a:lnTo>
                    <a:pt x="11632" y="37280"/>
                  </a:lnTo>
                  <a:lnTo>
                    <a:pt x="12477" y="36042"/>
                  </a:lnTo>
                  <a:lnTo>
                    <a:pt x="12064" y="32879"/>
                  </a:lnTo>
                  <a:lnTo>
                    <a:pt x="8912" y="27052"/>
                  </a:lnTo>
                  <a:lnTo>
                    <a:pt x="6936" y="26111"/>
                  </a:lnTo>
                  <a:lnTo>
                    <a:pt x="4889" y="27192"/>
                  </a:lnTo>
                  <a:lnTo>
                    <a:pt x="3567" y="25073"/>
                  </a:lnTo>
                  <a:lnTo>
                    <a:pt x="3392" y="21315"/>
                  </a:lnTo>
                  <a:lnTo>
                    <a:pt x="4" y="20194"/>
                  </a:lnTo>
                  <a:lnTo>
                    <a:pt x="0" y="19236"/>
                  </a:lnTo>
                  <a:lnTo>
                    <a:pt x="1059" y="18611"/>
                  </a:lnTo>
                  <a:lnTo>
                    <a:pt x="5689" y="17796"/>
                  </a:lnTo>
                  <a:lnTo>
                    <a:pt x="6768" y="16920"/>
                  </a:lnTo>
                  <a:lnTo>
                    <a:pt x="7164" y="13019"/>
                  </a:lnTo>
                  <a:lnTo>
                    <a:pt x="5298" y="12603"/>
                  </a:lnTo>
                  <a:lnTo>
                    <a:pt x="3619" y="14001"/>
                  </a:lnTo>
                  <a:lnTo>
                    <a:pt x="3234" y="13521"/>
                  </a:lnTo>
                  <a:lnTo>
                    <a:pt x="3854" y="8600"/>
                  </a:lnTo>
                  <a:lnTo>
                    <a:pt x="6441" y="5892"/>
                  </a:lnTo>
                  <a:lnTo>
                    <a:pt x="6949" y="4997"/>
                  </a:lnTo>
                  <a:lnTo>
                    <a:pt x="10644" y="4629"/>
                  </a:lnTo>
                  <a:lnTo>
                    <a:pt x="14033" y="761"/>
                  </a:lnTo>
                  <a:lnTo>
                    <a:pt x="1539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h4023"/>
            <p:cNvSpPr/>
            <p:nvPr/>
          </p:nvSpPr>
          <p:spPr>
            <a:xfrm>
              <a:off x="6172701" y="2719942"/>
              <a:ext cx="63172" cy="77629"/>
            </a:xfrm>
            <a:custGeom>
              <a:avLst/>
              <a:pathLst>
                <a:path w="63172" h="77629">
                  <a:moveTo>
                    <a:pt x="60375" y="2720"/>
                  </a:moveTo>
                  <a:lnTo>
                    <a:pt x="62445" y="5622"/>
                  </a:lnTo>
                  <a:lnTo>
                    <a:pt x="63172" y="6460"/>
                  </a:lnTo>
                  <a:lnTo>
                    <a:pt x="62923" y="10564"/>
                  </a:lnTo>
                  <a:lnTo>
                    <a:pt x="54260" y="12126"/>
                  </a:lnTo>
                  <a:lnTo>
                    <a:pt x="51294" y="11009"/>
                  </a:lnTo>
                  <a:lnTo>
                    <a:pt x="41145" y="13816"/>
                  </a:lnTo>
                  <a:lnTo>
                    <a:pt x="39364" y="15880"/>
                  </a:lnTo>
                  <a:lnTo>
                    <a:pt x="39253" y="18350"/>
                  </a:lnTo>
                  <a:lnTo>
                    <a:pt x="40107" y="20798"/>
                  </a:lnTo>
                  <a:lnTo>
                    <a:pt x="41834" y="19022"/>
                  </a:lnTo>
                  <a:lnTo>
                    <a:pt x="45376" y="18032"/>
                  </a:lnTo>
                  <a:lnTo>
                    <a:pt x="49008" y="19046"/>
                  </a:lnTo>
                  <a:lnTo>
                    <a:pt x="48234" y="26200"/>
                  </a:lnTo>
                  <a:lnTo>
                    <a:pt x="45655" y="25921"/>
                  </a:lnTo>
                  <a:lnTo>
                    <a:pt x="45572" y="26633"/>
                  </a:lnTo>
                  <a:lnTo>
                    <a:pt x="49020" y="29621"/>
                  </a:lnTo>
                  <a:lnTo>
                    <a:pt x="49941" y="29660"/>
                  </a:lnTo>
                  <a:lnTo>
                    <a:pt x="51008" y="33825"/>
                  </a:lnTo>
                  <a:lnTo>
                    <a:pt x="47609" y="38220"/>
                  </a:lnTo>
                  <a:lnTo>
                    <a:pt x="44556" y="47597"/>
                  </a:lnTo>
                  <a:lnTo>
                    <a:pt x="46640" y="49953"/>
                  </a:lnTo>
                  <a:lnTo>
                    <a:pt x="50328" y="47833"/>
                  </a:lnTo>
                  <a:lnTo>
                    <a:pt x="51864" y="48044"/>
                  </a:lnTo>
                  <a:lnTo>
                    <a:pt x="52568" y="50332"/>
                  </a:lnTo>
                  <a:lnTo>
                    <a:pt x="50424" y="53557"/>
                  </a:lnTo>
                  <a:lnTo>
                    <a:pt x="50129" y="56192"/>
                  </a:lnTo>
                  <a:lnTo>
                    <a:pt x="50628" y="57180"/>
                  </a:lnTo>
                  <a:lnTo>
                    <a:pt x="46116" y="63998"/>
                  </a:lnTo>
                  <a:lnTo>
                    <a:pt x="43742" y="64553"/>
                  </a:lnTo>
                  <a:lnTo>
                    <a:pt x="38429" y="61712"/>
                  </a:lnTo>
                  <a:lnTo>
                    <a:pt x="34701" y="61361"/>
                  </a:lnTo>
                  <a:lnTo>
                    <a:pt x="33389" y="63646"/>
                  </a:lnTo>
                  <a:lnTo>
                    <a:pt x="33233" y="68941"/>
                  </a:lnTo>
                  <a:lnTo>
                    <a:pt x="31101" y="76823"/>
                  </a:lnTo>
                  <a:lnTo>
                    <a:pt x="27829" y="75944"/>
                  </a:lnTo>
                  <a:lnTo>
                    <a:pt x="24466" y="77629"/>
                  </a:lnTo>
                  <a:lnTo>
                    <a:pt x="22582" y="77326"/>
                  </a:lnTo>
                  <a:lnTo>
                    <a:pt x="19195" y="75094"/>
                  </a:lnTo>
                  <a:lnTo>
                    <a:pt x="17035" y="74937"/>
                  </a:lnTo>
                  <a:lnTo>
                    <a:pt x="17560" y="74448"/>
                  </a:lnTo>
                  <a:lnTo>
                    <a:pt x="19595" y="73387"/>
                  </a:lnTo>
                  <a:lnTo>
                    <a:pt x="20581" y="68194"/>
                  </a:lnTo>
                  <a:lnTo>
                    <a:pt x="20291" y="65299"/>
                  </a:lnTo>
                  <a:lnTo>
                    <a:pt x="16595" y="63549"/>
                  </a:lnTo>
                  <a:lnTo>
                    <a:pt x="13608" y="63208"/>
                  </a:lnTo>
                  <a:lnTo>
                    <a:pt x="11525" y="59454"/>
                  </a:lnTo>
                  <a:lnTo>
                    <a:pt x="14333" y="59689"/>
                  </a:lnTo>
                  <a:lnTo>
                    <a:pt x="16069" y="56760"/>
                  </a:lnTo>
                  <a:lnTo>
                    <a:pt x="20690" y="54079"/>
                  </a:lnTo>
                  <a:lnTo>
                    <a:pt x="22795" y="50416"/>
                  </a:lnTo>
                  <a:lnTo>
                    <a:pt x="23674" y="44769"/>
                  </a:lnTo>
                  <a:lnTo>
                    <a:pt x="19739" y="43237"/>
                  </a:lnTo>
                  <a:lnTo>
                    <a:pt x="18667" y="43677"/>
                  </a:lnTo>
                  <a:lnTo>
                    <a:pt x="15856" y="42714"/>
                  </a:lnTo>
                  <a:lnTo>
                    <a:pt x="12649" y="40967"/>
                  </a:lnTo>
                  <a:lnTo>
                    <a:pt x="8294" y="35670"/>
                  </a:lnTo>
                  <a:lnTo>
                    <a:pt x="4437" y="35810"/>
                  </a:lnTo>
                  <a:lnTo>
                    <a:pt x="0" y="32174"/>
                  </a:lnTo>
                  <a:lnTo>
                    <a:pt x="50" y="29559"/>
                  </a:lnTo>
                  <a:lnTo>
                    <a:pt x="558" y="28368"/>
                  </a:lnTo>
                  <a:lnTo>
                    <a:pt x="3798" y="27727"/>
                  </a:lnTo>
                  <a:lnTo>
                    <a:pt x="11129" y="21658"/>
                  </a:lnTo>
                  <a:lnTo>
                    <a:pt x="16605" y="24320"/>
                  </a:lnTo>
                  <a:lnTo>
                    <a:pt x="23554" y="22711"/>
                  </a:lnTo>
                  <a:lnTo>
                    <a:pt x="25979" y="23819"/>
                  </a:lnTo>
                  <a:lnTo>
                    <a:pt x="28292" y="22824"/>
                  </a:lnTo>
                  <a:lnTo>
                    <a:pt x="28569" y="21911"/>
                  </a:lnTo>
                  <a:lnTo>
                    <a:pt x="27701" y="20101"/>
                  </a:lnTo>
                  <a:lnTo>
                    <a:pt x="28235" y="18945"/>
                  </a:lnTo>
                  <a:lnTo>
                    <a:pt x="30448" y="16446"/>
                  </a:lnTo>
                  <a:lnTo>
                    <a:pt x="32701" y="15733"/>
                  </a:lnTo>
                  <a:lnTo>
                    <a:pt x="35919" y="12505"/>
                  </a:lnTo>
                  <a:lnTo>
                    <a:pt x="36675" y="9297"/>
                  </a:lnTo>
                  <a:lnTo>
                    <a:pt x="41968" y="5632"/>
                  </a:lnTo>
                  <a:lnTo>
                    <a:pt x="48070" y="2729"/>
                  </a:lnTo>
                  <a:lnTo>
                    <a:pt x="50269" y="2861"/>
                  </a:lnTo>
                  <a:lnTo>
                    <a:pt x="53425" y="5975"/>
                  </a:lnTo>
                  <a:lnTo>
                    <a:pt x="54458" y="6015"/>
                  </a:lnTo>
                  <a:lnTo>
                    <a:pt x="55686" y="866"/>
                  </a:lnTo>
                  <a:lnTo>
                    <a:pt x="5960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h4024"/>
            <p:cNvSpPr/>
            <p:nvPr/>
          </p:nvSpPr>
          <p:spPr>
            <a:xfrm>
              <a:off x="6189286" y="2797792"/>
              <a:ext cx="20270" cy="25035"/>
            </a:xfrm>
            <a:custGeom>
              <a:avLst/>
              <a:pathLst>
                <a:path w="20270" h="25035">
                  <a:moveTo>
                    <a:pt x="20270" y="1250"/>
                  </a:moveTo>
                  <a:lnTo>
                    <a:pt x="20240" y="2305"/>
                  </a:lnTo>
                  <a:lnTo>
                    <a:pt x="19350" y="2593"/>
                  </a:lnTo>
                  <a:lnTo>
                    <a:pt x="17427" y="5890"/>
                  </a:lnTo>
                  <a:lnTo>
                    <a:pt x="16234" y="5995"/>
                  </a:lnTo>
                  <a:lnTo>
                    <a:pt x="15195" y="7985"/>
                  </a:lnTo>
                  <a:lnTo>
                    <a:pt x="17810" y="12486"/>
                  </a:lnTo>
                  <a:lnTo>
                    <a:pt x="16518" y="16145"/>
                  </a:lnTo>
                  <a:lnTo>
                    <a:pt x="11918" y="18727"/>
                  </a:lnTo>
                  <a:lnTo>
                    <a:pt x="7637" y="22895"/>
                  </a:lnTo>
                  <a:lnTo>
                    <a:pt x="7514" y="23881"/>
                  </a:lnTo>
                  <a:lnTo>
                    <a:pt x="6370" y="24877"/>
                  </a:lnTo>
                  <a:lnTo>
                    <a:pt x="3450" y="25035"/>
                  </a:lnTo>
                  <a:lnTo>
                    <a:pt x="2830" y="22180"/>
                  </a:lnTo>
                  <a:lnTo>
                    <a:pt x="0" y="17541"/>
                  </a:lnTo>
                  <a:lnTo>
                    <a:pt x="597" y="17383"/>
                  </a:lnTo>
                  <a:lnTo>
                    <a:pt x="3340" y="17667"/>
                  </a:lnTo>
                  <a:lnTo>
                    <a:pt x="645" y="14894"/>
                  </a:lnTo>
                  <a:lnTo>
                    <a:pt x="7" y="11002"/>
                  </a:lnTo>
                  <a:lnTo>
                    <a:pt x="1297" y="8082"/>
                  </a:lnTo>
                  <a:lnTo>
                    <a:pt x="3816" y="6837"/>
                  </a:lnTo>
                  <a:lnTo>
                    <a:pt x="3717" y="8022"/>
                  </a:lnTo>
                  <a:lnTo>
                    <a:pt x="6122" y="10655"/>
                  </a:lnTo>
                  <a:lnTo>
                    <a:pt x="1468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h4025"/>
            <p:cNvSpPr/>
            <p:nvPr/>
          </p:nvSpPr>
          <p:spPr>
            <a:xfrm>
              <a:off x="6272322" y="2870582"/>
              <a:ext cx="27591" cy="17639"/>
            </a:xfrm>
            <a:custGeom>
              <a:avLst/>
              <a:pathLst>
                <a:path w="27591" h="17639">
                  <a:moveTo>
                    <a:pt x="15038" y="0"/>
                  </a:moveTo>
                  <a:lnTo>
                    <a:pt x="16901" y="2301"/>
                  </a:lnTo>
                  <a:lnTo>
                    <a:pt x="21392" y="1076"/>
                  </a:lnTo>
                  <a:lnTo>
                    <a:pt x="24286" y="1319"/>
                  </a:lnTo>
                  <a:lnTo>
                    <a:pt x="25496" y="3838"/>
                  </a:lnTo>
                  <a:lnTo>
                    <a:pt x="27591" y="5461"/>
                  </a:lnTo>
                  <a:lnTo>
                    <a:pt x="27367" y="6255"/>
                  </a:lnTo>
                  <a:lnTo>
                    <a:pt x="25381" y="6094"/>
                  </a:lnTo>
                  <a:lnTo>
                    <a:pt x="23856" y="4846"/>
                  </a:lnTo>
                  <a:lnTo>
                    <a:pt x="22401" y="6719"/>
                  </a:lnTo>
                  <a:lnTo>
                    <a:pt x="19160" y="6400"/>
                  </a:lnTo>
                  <a:lnTo>
                    <a:pt x="18563" y="5170"/>
                  </a:lnTo>
                  <a:lnTo>
                    <a:pt x="15454" y="5356"/>
                  </a:lnTo>
                  <a:lnTo>
                    <a:pt x="14100" y="6875"/>
                  </a:lnTo>
                  <a:lnTo>
                    <a:pt x="15554" y="13752"/>
                  </a:lnTo>
                  <a:lnTo>
                    <a:pt x="14117" y="13284"/>
                  </a:lnTo>
                  <a:lnTo>
                    <a:pt x="12205" y="13785"/>
                  </a:lnTo>
                  <a:lnTo>
                    <a:pt x="11203" y="16148"/>
                  </a:lnTo>
                  <a:lnTo>
                    <a:pt x="8770" y="17639"/>
                  </a:lnTo>
                  <a:lnTo>
                    <a:pt x="5821" y="15867"/>
                  </a:lnTo>
                  <a:lnTo>
                    <a:pt x="4749" y="12930"/>
                  </a:lnTo>
                  <a:lnTo>
                    <a:pt x="334" y="10919"/>
                  </a:lnTo>
                  <a:lnTo>
                    <a:pt x="0" y="9693"/>
                  </a:lnTo>
                  <a:lnTo>
                    <a:pt x="1689" y="5738"/>
                  </a:lnTo>
                  <a:lnTo>
                    <a:pt x="1726" y="3144"/>
                  </a:lnTo>
                  <a:lnTo>
                    <a:pt x="3943" y="1605"/>
                  </a:lnTo>
                  <a:lnTo>
                    <a:pt x="10375" y="2583"/>
                  </a:lnTo>
                  <a:lnTo>
                    <a:pt x="12719" y="38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h4026"/>
            <p:cNvSpPr/>
            <p:nvPr/>
          </p:nvSpPr>
          <p:spPr>
            <a:xfrm>
              <a:off x="6140933" y="2585279"/>
              <a:ext cx="89966" cy="80102"/>
            </a:xfrm>
            <a:custGeom>
              <a:avLst/>
              <a:pathLst>
                <a:path w="89966" h="80102">
                  <a:moveTo>
                    <a:pt x="79067" y="2609"/>
                  </a:moveTo>
                  <a:lnTo>
                    <a:pt x="83793" y="1390"/>
                  </a:lnTo>
                  <a:lnTo>
                    <a:pt x="85129" y="1888"/>
                  </a:lnTo>
                  <a:lnTo>
                    <a:pt x="86014" y="2802"/>
                  </a:lnTo>
                  <a:lnTo>
                    <a:pt x="89966" y="16729"/>
                  </a:lnTo>
                  <a:lnTo>
                    <a:pt x="85681" y="25506"/>
                  </a:lnTo>
                  <a:lnTo>
                    <a:pt x="81312" y="27838"/>
                  </a:lnTo>
                  <a:lnTo>
                    <a:pt x="80985" y="30914"/>
                  </a:lnTo>
                  <a:lnTo>
                    <a:pt x="81728" y="33269"/>
                  </a:lnTo>
                  <a:lnTo>
                    <a:pt x="85565" y="36317"/>
                  </a:lnTo>
                  <a:lnTo>
                    <a:pt x="82414" y="39972"/>
                  </a:lnTo>
                  <a:lnTo>
                    <a:pt x="78984" y="48489"/>
                  </a:lnTo>
                  <a:lnTo>
                    <a:pt x="75630" y="53048"/>
                  </a:lnTo>
                  <a:lnTo>
                    <a:pt x="74035" y="52419"/>
                  </a:lnTo>
                  <a:lnTo>
                    <a:pt x="71216" y="48920"/>
                  </a:lnTo>
                  <a:lnTo>
                    <a:pt x="67207" y="48153"/>
                  </a:lnTo>
                  <a:lnTo>
                    <a:pt x="60516" y="51507"/>
                  </a:lnTo>
                  <a:lnTo>
                    <a:pt x="58358" y="59230"/>
                  </a:lnTo>
                  <a:lnTo>
                    <a:pt x="61012" y="60814"/>
                  </a:lnTo>
                  <a:lnTo>
                    <a:pt x="63253" y="64452"/>
                  </a:lnTo>
                  <a:lnTo>
                    <a:pt x="61119" y="66253"/>
                  </a:lnTo>
                  <a:lnTo>
                    <a:pt x="58935" y="66817"/>
                  </a:lnTo>
                  <a:lnTo>
                    <a:pt x="53433" y="65223"/>
                  </a:lnTo>
                  <a:lnTo>
                    <a:pt x="50209" y="66150"/>
                  </a:lnTo>
                  <a:lnTo>
                    <a:pt x="51585" y="69344"/>
                  </a:lnTo>
                  <a:lnTo>
                    <a:pt x="49455" y="75472"/>
                  </a:lnTo>
                  <a:lnTo>
                    <a:pt x="47898" y="76125"/>
                  </a:lnTo>
                  <a:lnTo>
                    <a:pt x="45481" y="75470"/>
                  </a:lnTo>
                  <a:lnTo>
                    <a:pt x="41029" y="75720"/>
                  </a:lnTo>
                  <a:lnTo>
                    <a:pt x="35738" y="73399"/>
                  </a:lnTo>
                  <a:lnTo>
                    <a:pt x="34337" y="74549"/>
                  </a:lnTo>
                  <a:lnTo>
                    <a:pt x="33308" y="77607"/>
                  </a:lnTo>
                  <a:lnTo>
                    <a:pt x="30422" y="80090"/>
                  </a:lnTo>
                  <a:lnTo>
                    <a:pt x="23673" y="78733"/>
                  </a:lnTo>
                  <a:lnTo>
                    <a:pt x="22679" y="80082"/>
                  </a:lnTo>
                  <a:lnTo>
                    <a:pt x="18809" y="80102"/>
                  </a:lnTo>
                  <a:lnTo>
                    <a:pt x="18806" y="78295"/>
                  </a:lnTo>
                  <a:lnTo>
                    <a:pt x="20092" y="77181"/>
                  </a:lnTo>
                  <a:lnTo>
                    <a:pt x="21798" y="71651"/>
                  </a:lnTo>
                  <a:lnTo>
                    <a:pt x="21203" y="70295"/>
                  </a:lnTo>
                  <a:lnTo>
                    <a:pt x="19712" y="69277"/>
                  </a:lnTo>
                  <a:lnTo>
                    <a:pt x="17554" y="69546"/>
                  </a:lnTo>
                  <a:lnTo>
                    <a:pt x="13836" y="71384"/>
                  </a:lnTo>
                  <a:lnTo>
                    <a:pt x="10597" y="69705"/>
                  </a:lnTo>
                  <a:lnTo>
                    <a:pt x="9975" y="67432"/>
                  </a:lnTo>
                  <a:lnTo>
                    <a:pt x="8574" y="67041"/>
                  </a:lnTo>
                  <a:lnTo>
                    <a:pt x="6225" y="68425"/>
                  </a:lnTo>
                  <a:lnTo>
                    <a:pt x="4886" y="70239"/>
                  </a:lnTo>
                  <a:lnTo>
                    <a:pt x="796" y="70334"/>
                  </a:lnTo>
                  <a:lnTo>
                    <a:pt x="28" y="70063"/>
                  </a:lnTo>
                  <a:lnTo>
                    <a:pt x="1020" y="58431"/>
                  </a:lnTo>
                  <a:lnTo>
                    <a:pt x="0" y="55034"/>
                  </a:lnTo>
                  <a:lnTo>
                    <a:pt x="5379" y="37839"/>
                  </a:lnTo>
                  <a:lnTo>
                    <a:pt x="8716" y="34583"/>
                  </a:lnTo>
                  <a:lnTo>
                    <a:pt x="10152" y="32069"/>
                  </a:lnTo>
                  <a:lnTo>
                    <a:pt x="8774" y="28925"/>
                  </a:lnTo>
                  <a:lnTo>
                    <a:pt x="8754" y="26017"/>
                  </a:lnTo>
                  <a:lnTo>
                    <a:pt x="9390" y="26442"/>
                  </a:lnTo>
                  <a:lnTo>
                    <a:pt x="12260" y="26615"/>
                  </a:lnTo>
                  <a:lnTo>
                    <a:pt x="13581" y="25977"/>
                  </a:lnTo>
                  <a:lnTo>
                    <a:pt x="13250" y="21707"/>
                  </a:lnTo>
                  <a:lnTo>
                    <a:pt x="15222" y="18395"/>
                  </a:lnTo>
                  <a:lnTo>
                    <a:pt x="17396" y="17468"/>
                  </a:lnTo>
                  <a:lnTo>
                    <a:pt x="18898" y="17331"/>
                  </a:lnTo>
                  <a:lnTo>
                    <a:pt x="20410" y="19877"/>
                  </a:lnTo>
                  <a:lnTo>
                    <a:pt x="23342" y="21510"/>
                  </a:lnTo>
                  <a:lnTo>
                    <a:pt x="23528" y="20311"/>
                  </a:lnTo>
                  <a:lnTo>
                    <a:pt x="22114" y="16759"/>
                  </a:lnTo>
                  <a:lnTo>
                    <a:pt x="19844" y="13291"/>
                  </a:lnTo>
                  <a:lnTo>
                    <a:pt x="19531" y="9730"/>
                  </a:lnTo>
                  <a:lnTo>
                    <a:pt x="21003" y="7209"/>
                  </a:lnTo>
                  <a:lnTo>
                    <a:pt x="24729" y="6362"/>
                  </a:lnTo>
                  <a:lnTo>
                    <a:pt x="26203" y="7640"/>
                  </a:lnTo>
                  <a:lnTo>
                    <a:pt x="29456" y="8644"/>
                  </a:lnTo>
                  <a:lnTo>
                    <a:pt x="29583" y="7145"/>
                  </a:lnTo>
                  <a:lnTo>
                    <a:pt x="28687" y="6203"/>
                  </a:lnTo>
                  <a:lnTo>
                    <a:pt x="30620" y="4561"/>
                  </a:lnTo>
                  <a:lnTo>
                    <a:pt x="32335" y="4316"/>
                  </a:lnTo>
                  <a:lnTo>
                    <a:pt x="33471" y="4459"/>
                  </a:lnTo>
                  <a:lnTo>
                    <a:pt x="34439" y="5698"/>
                  </a:lnTo>
                  <a:lnTo>
                    <a:pt x="36253" y="12217"/>
                  </a:lnTo>
                  <a:lnTo>
                    <a:pt x="32861" y="21395"/>
                  </a:lnTo>
                  <a:lnTo>
                    <a:pt x="31024" y="23622"/>
                  </a:lnTo>
                  <a:lnTo>
                    <a:pt x="31000" y="25167"/>
                  </a:lnTo>
                  <a:lnTo>
                    <a:pt x="33857" y="24736"/>
                  </a:lnTo>
                  <a:lnTo>
                    <a:pt x="36405" y="23031"/>
                  </a:lnTo>
                  <a:lnTo>
                    <a:pt x="39212" y="24492"/>
                  </a:lnTo>
                  <a:lnTo>
                    <a:pt x="40866" y="27917"/>
                  </a:lnTo>
                  <a:lnTo>
                    <a:pt x="43755" y="31248"/>
                  </a:lnTo>
                  <a:lnTo>
                    <a:pt x="49901" y="28548"/>
                  </a:lnTo>
                  <a:lnTo>
                    <a:pt x="52447" y="39822"/>
                  </a:lnTo>
                  <a:lnTo>
                    <a:pt x="56624" y="48223"/>
                  </a:lnTo>
                  <a:lnTo>
                    <a:pt x="60605" y="34039"/>
                  </a:lnTo>
                  <a:lnTo>
                    <a:pt x="58753" y="28815"/>
                  </a:lnTo>
                  <a:lnTo>
                    <a:pt x="58831" y="27341"/>
                  </a:lnTo>
                  <a:lnTo>
                    <a:pt x="60789" y="26000"/>
                  </a:lnTo>
                  <a:lnTo>
                    <a:pt x="62673" y="23349"/>
                  </a:lnTo>
                  <a:lnTo>
                    <a:pt x="63311" y="15619"/>
                  </a:lnTo>
                  <a:lnTo>
                    <a:pt x="65494" y="11374"/>
                  </a:lnTo>
                  <a:lnTo>
                    <a:pt x="65819" y="7535"/>
                  </a:lnTo>
                  <a:lnTo>
                    <a:pt x="67584" y="2124"/>
                  </a:lnTo>
                  <a:lnTo>
                    <a:pt x="7230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h4027"/>
            <p:cNvSpPr/>
            <p:nvPr/>
          </p:nvSpPr>
          <p:spPr>
            <a:xfrm>
              <a:off x="6307565" y="2727325"/>
              <a:ext cx="23459" cy="25870"/>
            </a:xfrm>
            <a:custGeom>
              <a:avLst/>
              <a:pathLst>
                <a:path w="23459" h="25870">
                  <a:moveTo>
                    <a:pt x="20308" y="5757"/>
                  </a:moveTo>
                  <a:lnTo>
                    <a:pt x="17675" y="8121"/>
                  </a:lnTo>
                  <a:lnTo>
                    <a:pt x="19098" y="8759"/>
                  </a:lnTo>
                  <a:lnTo>
                    <a:pt x="23332" y="13164"/>
                  </a:lnTo>
                  <a:lnTo>
                    <a:pt x="23459" y="16203"/>
                  </a:lnTo>
                  <a:lnTo>
                    <a:pt x="22094" y="20191"/>
                  </a:lnTo>
                  <a:lnTo>
                    <a:pt x="18922" y="22214"/>
                  </a:lnTo>
                  <a:lnTo>
                    <a:pt x="15229" y="20562"/>
                  </a:lnTo>
                  <a:lnTo>
                    <a:pt x="12865" y="22493"/>
                  </a:lnTo>
                  <a:lnTo>
                    <a:pt x="6433" y="25870"/>
                  </a:lnTo>
                  <a:lnTo>
                    <a:pt x="0" y="15902"/>
                  </a:lnTo>
                  <a:lnTo>
                    <a:pt x="1676" y="11127"/>
                  </a:lnTo>
                  <a:lnTo>
                    <a:pt x="5168" y="8130"/>
                  </a:lnTo>
                  <a:lnTo>
                    <a:pt x="10268" y="8460"/>
                  </a:lnTo>
                  <a:lnTo>
                    <a:pt x="12115" y="7619"/>
                  </a:lnTo>
                  <a:lnTo>
                    <a:pt x="15180" y="3600"/>
                  </a:lnTo>
                  <a:lnTo>
                    <a:pt x="1506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h4028"/>
            <p:cNvSpPr/>
            <p:nvPr/>
          </p:nvSpPr>
          <p:spPr>
            <a:xfrm>
              <a:off x="6269261" y="2892574"/>
              <a:ext cx="23984" cy="24880"/>
            </a:xfrm>
            <a:custGeom>
              <a:avLst/>
              <a:pathLst>
                <a:path w="23984" h="24880">
                  <a:moveTo>
                    <a:pt x="16391" y="0"/>
                  </a:moveTo>
                  <a:lnTo>
                    <a:pt x="20276" y="4411"/>
                  </a:lnTo>
                  <a:lnTo>
                    <a:pt x="23072" y="7298"/>
                  </a:lnTo>
                  <a:lnTo>
                    <a:pt x="23984" y="19873"/>
                  </a:lnTo>
                  <a:lnTo>
                    <a:pt x="20058" y="24880"/>
                  </a:lnTo>
                  <a:lnTo>
                    <a:pt x="19209" y="23153"/>
                  </a:lnTo>
                  <a:lnTo>
                    <a:pt x="9136" y="16175"/>
                  </a:lnTo>
                  <a:lnTo>
                    <a:pt x="7697" y="16584"/>
                  </a:lnTo>
                  <a:lnTo>
                    <a:pt x="7188" y="17747"/>
                  </a:lnTo>
                  <a:lnTo>
                    <a:pt x="5483" y="18128"/>
                  </a:lnTo>
                  <a:lnTo>
                    <a:pt x="1115" y="16206"/>
                  </a:lnTo>
                  <a:lnTo>
                    <a:pt x="0" y="14230"/>
                  </a:lnTo>
                  <a:lnTo>
                    <a:pt x="1521" y="13205"/>
                  </a:lnTo>
                  <a:lnTo>
                    <a:pt x="3290" y="13542"/>
                  </a:lnTo>
                  <a:lnTo>
                    <a:pt x="4599" y="3643"/>
                  </a:lnTo>
                  <a:lnTo>
                    <a:pt x="5386" y="2458"/>
                  </a:lnTo>
                  <a:lnTo>
                    <a:pt x="9973" y="2976"/>
                  </a:lnTo>
                  <a:lnTo>
                    <a:pt x="12633" y="4105"/>
                  </a:lnTo>
                  <a:lnTo>
                    <a:pt x="14236" y="2506"/>
                  </a:lnTo>
                  <a:lnTo>
                    <a:pt x="14759" y="88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h4029"/>
            <p:cNvSpPr/>
            <p:nvPr/>
          </p:nvSpPr>
          <p:spPr>
            <a:xfrm>
              <a:off x="6050561" y="2789951"/>
              <a:ext cx="69674" cy="67967"/>
            </a:xfrm>
            <a:custGeom>
              <a:avLst/>
              <a:pathLst>
                <a:path w="69674" h="67967">
                  <a:moveTo>
                    <a:pt x="63105" y="2696"/>
                  </a:moveTo>
                  <a:lnTo>
                    <a:pt x="65691" y="9079"/>
                  </a:lnTo>
                  <a:lnTo>
                    <a:pt x="69190" y="11717"/>
                  </a:lnTo>
                  <a:lnTo>
                    <a:pt x="69674" y="15597"/>
                  </a:lnTo>
                  <a:lnTo>
                    <a:pt x="68380" y="15576"/>
                  </a:lnTo>
                  <a:lnTo>
                    <a:pt x="65143" y="18240"/>
                  </a:lnTo>
                  <a:lnTo>
                    <a:pt x="63411" y="20824"/>
                  </a:lnTo>
                  <a:lnTo>
                    <a:pt x="62737" y="23458"/>
                  </a:lnTo>
                  <a:lnTo>
                    <a:pt x="58755" y="28142"/>
                  </a:lnTo>
                  <a:lnTo>
                    <a:pt x="61248" y="30034"/>
                  </a:lnTo>
                  <a:lnTo>
                    <a:pt x="61913" y="32800"/>
                  </a:lnTo>
                  <a:lnTo>
                    <a:pt x="57587" y="38365"/>
                  </a:lnTo>
                  <a:lnTo>
                    <a:pt x="57955" y="40221"/>
                  </a:lnTo>
                  <a:lnTo>
                    <a:pt x="59928" y="41417"/>
                  </a:lnTo>
                  <a:lnTo>
                    <a:pt x="60176" y="44449"/>
                  </a:lnTo>
                  <a:lnTo>
                    <a:pt x="59410" y="50108"/>
                  </a:lnTo>
                  <a:lnTo>
                    <a:pt x="61269" y="54986"/>
                  </a:lnTo>
                  <a:lnTo>
                    <a:pt x="61117" y="56274"/>
                  </a:lnTo>
                  <a:lnTo>
                    <a:pt x="57235" y="60813"/>
                  </a:lnTo>
                  <a:lnTo>
                    <a:pt x="56077" y="63997"/>
                  </a:lnTo>
                  <a:lnTo>
                    <a:pt x="52686" y="67439"/>
                  </a:lnTo>
                  <a:lnTo>
                    <a:pt x="49200" y="67967"/>
                  </a:lnTo>
                  <a:lnTo>
                    <a:pt x="47810" y="67706"/>
                  </a:lnTo>
                  <a:lnTo>
                    <a:pt x="43567" y="52485"/>
                  </a:lnTo>
                  <a:lnTo>
                    <a:pt x="38226" y="50576"/>
                  </a:lnTo>
                  <a:lnTo>
                    <a:pt x="36457" y="46500"/>
                  </a:lnTo>
                  <a:lnTo>
                    <a:pt x="37687" y="45335"/>
                  </a:lnTo>
                  <a:lnTo>
                    <a:pt x="37898" y="43800"/>
                  </a:lnTo>
                  <a:lnTo>
                    <a:pt x="36705" y="39777"/>
                  </a:lnTo>
                  <a:lnTo>
                    <a:pt x="35591" y="38580"/>
                  </a:lnTo>
                  <a:lnTo>
                    <a:pt x="29685" y="36738"/>
                  </a:lnTo>
                  <a:lnTo>
                    <a:pt x="27701" y="34575"/>
                  </a:lnTo>
                  <a:lnTo>
                    <a:pt x="23227" y="35687"/>
                  </a:lnTo>
                  <a:lnTo>
                    <a:pt x="21047" y="39165"/>
                  </a:lnTo>
                  <a:lnTo>
                    <a:pt x="20776" y="43098"/>
                  </a:lnTo>
                  <a:lnTo>
                    <a:pt x="19373" y="47295"/>
                  </a:lnTo>
                  <a:lnTo>
                    <a:pt x="11666" y="46339"/>
                  </a:lnTo>
                  <a:lnTo>
                    <a:pt x="10695" y="45008"/>
                  </a:lnTo>
                  <a:lnTo>
                    <a:pt x="10468" y="42213"/>
                  </a:lnTo>
                  <a:lnTo>
                    <a:pt x="9164" y="40758"/>
                  </a:lnTo>
                  <a:lnTo>
                    <a:pt x="4278" y="39211"/>
                  </a:lnTo>
                  <a:lnTo>
                    <a:pt x="5287" y="35938"/>
                  </a:lnTo>
                  <a:lnTo>
                    <a:pt x="3660" y="36156"/>
                  </a:lnTo>
                  <a:lnTo>
                    <a:pt x="4434" y="30568"/>
                  </a:lnTo>
                  <a:lnTo>
                    <a:pt x="0" y="18132"/>
                  </a:lnTo>
                  <a:lnTo>
                    <a:pt x="1312" y="16839"/>
                  </a:lnTo>
                  <a:lnTo>
                    <a:pt x="4196" y="16030"/>
                  </a:lnTo>
                  <a:lnTo>
                    <a:pt x="6728" y="17369"/>
                  </a:lnTo>
                  <a:lnTo>
                    <a:pt x="8649" y="16858"/>
                  </a:lnTo>
                  <a:lnTo>
                    <a:pt x="11121" y="13090"/>
                  </a:lnTo>
                  <a:lnTo>
                    <a:pt x="16301" y="10323"/>
                  </a:lnTo>
                  <a:lnTo>
                    <a:pt x="18548" y="10512"/>
                  </a:lnTo>
                  <a:lnTo>
                    <a:pt x="18115" y="10698"/>
                  </a:lnTo>
                  <a:lnTo>
                    <a:pt x="20403" y="15219"/>
                  </a:lnTo>
                  <a:lnTo>
                    <a:pt x="21672" y="16233"/>
                  </a:lnTo>
                  <a:lnTo>
                    <a:pt x="26693" y="14040"/>
                  </a:lnTo>
                  <a:lnTo>
                    <a:pt x="28788" y="14612"/>
                  </a:lnTo>
                  <a:lnTo>
                    <a:pt x="31478" y="17629"/>
                  </a:lnTo>
                  <a:lnTo>
                    <a:pt x="35153" y="15849"/>
                  </a:lnTo>
                  <a:lnTo>
                    <a:pt x="37821" y="13552"/>
                  </a:lnTo>
                  <a:lnTo>
                    <a:pt x="40646" y="13896"/>
                  </a:lnTo>
                  <a:lnTo>
                    <a:pt x="45965" y="16502"/>
                  </a:lnTo>
                  <a:lnTo>
                    <a:pt x="46643" y="16306"/>
                  </a:lnTo>
                  <a:lnTo>
                    <a:pt x="48029" y="12340"/>
                  </a:lnTo>
                  <a:lnTo>
                    <a:pt x="55769" y="6606"/>
                  </a:lnTo>
                  <a:lnTo>
                    <a:pt x="57078" y="1682"/>
                  </a:lnTo>
                  <a:lnTo>
                    <a:pt x="58894" y="547"/>
                  </a:lnTo>
                  <a:lnTo>
                    <a:pt x="62148" y="811"/>
                  </a:lnTo>
                  <a:lnTo>
                    <a:pt x="63658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h4030"/>
            <p:cNvSpPr/>
            <p:nvPr/>
          </p:nvSpPr>
          <p:spPr>
            <a:xfrm>
              <a:off x="6271635" y="2881502"/>
              <a:ext cx="16685" cy="15177"/>
            </a:xfrm>
            <a:custGeom>
              <a:avLst/>
              <a:pathLst>
                <a:path w="16685" h="15177">
                  <a:moveTo>
                    <a:pt x="5436" y="2011"/>
                  </a:moveTo>
                  <a:lnTo>
                    <a:pt x="6508" y="4948"/>
                  </a:lnTo>
                  <a:lnTo>
                    <a:pt x="9457" y="6719"/>
                  </a:lnTo>
                  <a:lnTo>
                    <a:pt x="11890" y="5228"/>
                  </a:lnTo>
                  <a:lnTo>
                    <a:pt x="12892" y="2865"/>
                  </a:lnTo>
                  <a:lnTo>
                    <a:pt x="14804" y="2364"/>
                  </a:lnTo>
                  <a:lnTo>
                    <a:pt x="16241" y="2833"/>
                  </a:lnTo>
                  <a:lnTo>
                    <a:pt x="16685" y="6247"/>
                  </a:lnTo>
                  <a:lnTo>
                    <a:pt x="14016" y="11072"/>
                  </a:lnTo>
                  <a:lnTo>
                    <a:pt x="12385" y="11954"/>
                  </a:lnTo>
                  <a:lnTo>
                    <a:pt x="11862" y="13578"/>
                  </a:lnTo>
                  <a:lnTo>
                    <a:pt x="10258" y="15177"/>
                  </a:lnTo>
                  <a:lnTo>
                    <a:pt x="7599" y="14049"/>
                  </a:lnTo>
                  <a:lnTo>
                    <a:pt x="3011" y="13530"/>
                  </a:lnTo>
                  <a:lnTo>
                    <a:pt x="2224" y="14716"/>
                  </a:lnTo>
                  <a:lnTo>
                    <a:pt x="832" y="12831"/>
                  </a:lnTo>
                  <a:lnTo>
                    <a:pt x="157" y="9788"/>
                  </a:lnTo>
                  <a:lnTo>
                    <a:pt x="138" y="8756"/>
                  </a:lnTo>
                  <a:lnTo>
                    <a:pt x="1847" y="7598"/>
                  </a:lnTo>
                  <a:lnTo>
                    <a:pt x="0" y="3916"/>
                  </a:lnTo>
                  <a:lnTo>
                    <a:pt x="102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h4031"/>
            <p:cNvSpPr/>
            <p:nvPr/>
          </p:nvSpPr>
          <p:spPr>
            <a:xfrm>
              <a:off x="6284296" y="2932530"/>
              <a:ext cx="54964" cy="32842"/>
            </a:xfrm>
            <a:custGeom>
              <a:avLst/>
              <a:pathLst>
                <a:path w="54964" h="32842">
                  <a:moveTo>
                    <a:pt x="30122" y="0"/>
                  </a:moveTo>
                  <a:lnTo>
                    <a:pt x="30173" y="1066"/>
                  </a:lnTo>
                  <a:lnTo>
                    <a:pt x="31894" y="3397"/>
                  </a:lnTo>
                  <a:lnTo>
                    <a:pt x="34549" y="5397"/>
                  </a:lnTo>
                  <a:lnTo>
                    <a:pt x="38215" y="6222"/>
                  </a:lnTo>
                  <a:lnTo>
                    <a:pt x="38740" y="7455"/>
                  </a:lnTo>
                  <a:lnTo>
                    <a:pt x="37570" y="9263"/>
                  </a:lnTo>
                  <a:lnTo>
                    <a:pt x="38712" y="11500"/>
                  </a:lnTo>
                  <a:lnTo>
                    <a:pt x="39094" y="14959"/>
                  </a:lnTo>
                  <a:lnTo>
                    <a:pt x="37582" y="18352"/>
                  </a:lnTo>
                  <a:lnTo>
                    <a:pt x="36093" y="19551"/>
                  </a:lnTo>
                  <a:lnTo>
                    <a:pt x="36227" y="20232"/>
                  </a:lnTo>
                  <a:lnTo>
                    <a:pt x="37592" y="20215"/>
                  </a:lnTo>
                  <a:lnTo>
                    <a:pt x="41681" y="17822"/>
                  </a:lnTo>
                  <a:lnTo>
                    <a:pt x="43488" y="18389"/>
                  </a:lnTo>
                  <a:lnTo>
                    <a:pt x="43764" y="20547"/>
                  </a:lnTo>
                  <a:lnTo>
                    <a:pt x="45276" y="20957"/>
                  </a:lnTo>
                  <a:lnTo>
                    <a:pt x="48764" y="19595"/>
                  </a:lnTo>
                  <a:lnTo>
                    <a:pt x="53599" y="16770"/>
                  </a:lnTo>
                  <a:lnTo>
                    <a:pt x="53791" y="16100"/>
                  </a:lnTo>
                  <a:lnTo>
                    <a:pt x="54964" y="18146"/>
                  </a:lnTo>
                  <a:lnTo>
                    <a:pt x="54502" y="19709"/>
                  </a:lnTo>
                  <a:lnTo>
                    <a:pt x="53612" y="21146"/>
                  </a:lnTo>
                  <a:lnTo>
                    <a:pt x="45916" y="26474"/>
                  </a:lnTo>
                  <a:lnTo>
                    <a:pt x="43109" y="25148"/>
                  </a:lnTo>
                  <a:lnTo>
                    <a:pt x="35928" y="25844"/>
                  </a:lnTo>
                  <a:lnTo>
                    <a:pt x="36117" y="27858"/>
                  </a:lnTo>
                  <a:lnTo>
                    <a:pt x="32521" y="32721"/>
                  </a:lnTo>
                  <a:lnTo>
                    <a:pt x="27918" y="27518"/>
                  </a:lnTo>
                  <a:lnTo>
                    <a:pt x="26704" y="29855"/>
                  </a:lnTo>
                  <a:lnTo>
                    <a:pt x="22501" y="32842"/>
                  </a:lnTo>
                  <a:lnTo>
                    <a:pt x="21216" y="26792"/>
                  </a:lnTo>
                  <a:lnTo>
                    <a:pt x="18240" y="23625"/>
                  </a:lnTo>
                  <a:lnTo>
                    <a:pt x="15805" y="25235"/>
                  </a:lnTo>
                  <a:lnTo>
                    <a:pt x="12819" y="24725"/>
                  </a:lnTo>
                  <a:lnTo>
                    <a:pt x="7380" y="22557"/>
                  </a:lnTo>
                  <a:lnTo>
                    <a:pt x="0" y="18308"/>
                  </a:lnTo>
                  <a:lnTo>
                    <a:pt x="1348" y="18544"/>
                  </a:lnTo>
                  <a:lnTo>
                    <a:pt x="3865" y="16668"/>
                  </a:lnTo>
                  <a:lnTo>
                    <a:pt x="6197" y="12625"/>
                  </a:lnTo>
                  <a:lnTo>
                    <a:pt x="4230" y="11891"/>
                  </a:lnTo>
                  <a:lnTo>
                    <a:pt x="3398" y="8884"/>
                  </a:lnTo>
                  <a:lnTo>
                    <a:pt x="5888" y="5973"/>
                  </a:lnTo>
                  <a:lnTo>
                    <a:pt x="6094" y="2630"/>
                  </a:lnTo>
                  <a:lnTo>
                    <a:pt x="9759" y="3182"/>
                  </a:lnTo>
                  <a:lnTo>
                    <a:pt x="11069" y="4980"/>
                  </a:lnTo>
                  <a:lnTo>
                    <a:pt x="12121" y="3930"/>
                  </a:lnTo>
                  <a:lnTo>
                    <a:pt x="15157" y="3148"/>
                  </a:lnTo>
                  <a:lnTo>
                    <a:pt x="20066" y="3909"/>
                  </a:lnTo>
                  <a:lnTo>
                    <a:pt x="22677" y="774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h4032"/>
            <p:cNvSpPr/>
            <p:nvPr/>
          </p:nvSpPr>
          <p:spPr>
            <a:xfrm>
              <a:off x="6156852" y="2899353"/>
              <a:ext cx="18345" cy="18585"/>
            </a:xfrm>
            <a:custGeom>
              <a:avLst/>
              <a:pathLst>
                <a:path w="18345" h="18585">
                  <a:moveTo>
                    <a:pt x="16373" y="0"/>
                  </a:moveTo>
                  <a:lnTo>
                    <a:pt x="18236" y="1955"/>
                  </a:lnTo>
                  <a:lnTo>
                    <a:pt x="18345" y="4713"/>
                  </a:lnTo>
                  <a:lnTo>
                    <a:pt x="14269" y="9701"/>
                  </a:lnTo>
                  <a:lnTo>
                    <a:pt x="13401" y="9323"/>
                  </a:lnTo>
                  <a:lnTo>
                    <a:pt x="13004" y="12194"/>
                  </a:lnTo>
                  <a:lnTo>
                    <a:pt x="16523" y="13595"/>
                  </a:lnTo>
                  <a:lnTo>
                    <a:pt x="16075" y="17648"/>
                  </a:lnTo>
                  <a:lnTo>
                    <a:pt x="13185" y="18585"/>
                  </a:lnTo>
                  <a:lnTo>
                    <a:pt x="8540" y="14484"/>
                  </a:lnTo>
                  <a:lnTo>
                    <a:pt x="7468" y="13742"/>
                  </a:lnTo>
                  <a:lnTo>
                    <a:pt x="690" y="14460"/>
                  </a:lnTo>
                  <a:lnTo>
                    <a:pt x="0" y="13392"/>
                  </a:lnTo>
                  <a:lnTo>
                    <a:pt x="1857" y="11296"/>
                  </a:lnTo>
                  <a:lnTo>
                    <a:pt x="2196" y="9857"/>
                  </a:lnTo>
                  <a:lnTo>
                    <a:pt x="1639" y="8773"/>
                  </a:lnTo>
                  <a:lnTo>
                    <a:pt x="4744" y="7515"/>
                  </a:lnTo>
                  <a:lnTo>
                    <a:pt x="7754" y="7573"/>
                  </a:lnTo>
                  <a:lnTo>
                    <a:pt x="13807" y="6116"/>
                  </a:lnTo>
                  <a:lnTo>
                    <a:pt x="14660" y="180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h4033"/>
            <p:cNvSpPr/>
            <p:nvPr/>
          </p:nvSpPr>
          <p:spPr>
            <a:xfrm>
              <a:off x="6242908" y="2899971"/>
              <a:ext cx="47584" cy="58609"/>
            </a:xfrm>
            <a:custGeom>
              <a:avLst/>
              <a:pathLst>
                <a:path w="47584" h="58609">
                  <a:moveTo>
                    <a:pt x="27227" y="2451"/>
                  </a:moveTo>
                  <a:lnTo>
                    <a:pt x="27874" y="5808"/>
                  </a:lnTo>
                  <a:lnTo>
                    <a:pt x="26352" y="6834"/>
                  </a:lnTo>
                  <a:lnTo>
                    <a:pt x="27467" y="8809"/>
                  </a:lnTo>
                  <a:lnTo>
                    <a:pt x="31835" y="10732"/>
                  </a:lnTo>
                  <a:lnTo>
                    <a:pt x="33540" y="10351"/>
                  </a:lnTo>
                  <a:lnTo>
                    <a:pt x="34049" y="9187"/>
                  </a:lnTo>
                  <a:lnTo>
                    <a:pt x="35489" y="8778"/>
                  </a:lnTo>
                  <a:lnTo>
                    <a:pt x="45561" y="15756"/>
                  </a:lnTo>
                  <a:lnTo>
                    <a:pt x="46411" y="17484"/>
                  </a:lnTo>
                  <a:lnTo>
                    <a:pt x="45698" y="20377"/>
                  </a:lnTo>
                  <a:lnTo>
                    <a:pt x="46941" y="21984"/>
                  </a:lnTo>
                  <a:lnTo>
                    <a:pt x="47304" y="29326"/>
                  </a:lnTo>
                  <a:lnTo>
                    <a:pt x="46468" y="32358"/>
                  </a:lnTo>
                  <a:lnTo>
                    <a:pt x="47481" y="35189"/>
                  </a:lnTo>
                  <a:lnTo>
                    <a:pt x="47275" y="38532"/>
                  </a:lnTo>
                  <a:lnTo>
                    <a:pt x="44785" y="41443"/>
                  </a:lnTo>
                  <a:lnTo>
                    <a:pt x="45617" y="44450"/>
                  </a:lnTo>
                  <a:lnTo>
                    <a:pt x="47584" y="45184"/>
                  </a:lnTo>
                  <a:lnTo>
                    <a:pt x="45252" y="49227"/>
                  </a:lnTo>
                  <a:lnTo>
                    <a:pt x="42736" y="51102"/>
                  </a:lnTo>
                  <a:lnTo>
                    <a:pt x="41387" y="50867"/>
                  </a:lnTo>
                  <a:lnTo>
                    <a:pt x="39934" y="50011"/>
                  </a:lnTo>
                  <a:lnTo>
                    <a:pt x="38483" y="50884"/>
                  </a:lnTo>
                  <a:lnTo>
                    <a:pt x="37652" y="52314"/>
                  </a:lnTo>
                  <a:lnTo>
                    <a:pt x="38559" y="52950"/>
                  </a:lnTo>
                  <a:lnTo>
                    <a:pt x="37242" y="57799"/>
                  </a:lnTo>
                  <a:lnTo>
                    <a:pt x="34572" y="58609"/>
                  </a:lnTo>
                  <a:lnTo>
                    <a:pt x="31318" y="56815"/>
                  </a:lnTo>
                  <a:lnTo>
                    <a:pt x="29716" y="57491"/>
                  </a:lnTo>
                  <a:lnTo>
                    <a:pt x="23150" y="57560"/>
                  </a:lnTo>
                  <a:lnTo>
                    <a:pt x="22176" y="55242"/>
                  </a:lnTo>
                  <a:lnTo>
                    <a:pt x="22917" y="53462"/>
                  </a:lnTo>
                  <a:lnTo>
                    <a:pt x="24387" y="53763"/>
                  </a:lnTo>
                  <a:lnTo>
                    <a:pt x="25249" y="50505"/>
                  </a:lnTo>
                  <a:lnTo>
                    <a:pt x="22140" y="47845"/>
                  </a:lnTo>
                  <a:lnTo>
                    <a:pt x="20051" y="44767"/>
                  </a:lnTo>
                  <a:lnTo>
                    <a:pt x="20167" y="42349"/>
                  </a:lnTo>
                  <a:lnTo>
                    <a:pt x="13440" y="37304"/>
                  </a:lnTo>
                  <a:lnTo>
                    <a:pt x="11664" y="34210"/>
                  </a:lnTo>
                  <a:lnTo>
                    <a:pt x="11788" y="31780"/>
                  </a:lnTo>
                  <a:lnTo>
                    <a:pt x="8081" y="28052"/>
                  </a:lnTo>
                  <a:lnTo>
                    <a:pt x="8184" y="23953"/>
                  </a:lnTo>
                  <a:lnTo>
                    <a:pt x="9039" y="22960"/>
                  </a:lnTo>
                  <a:lnTo>
                    <a:pt x="6466" y="23709"/>
                  </a:lnTo>
                  <a:lnTo>
                    <a:pt x="2446" y="23371"/>
                  </a:lnTo>
                  <a:lnTo>
                    <a:pt x="0" y="16990"/>
                  </a:lnTo>
                  <a:lnTo>
                    <a:pt x="1752" y="14234"/>
                  </a:lnTo>
                  <a:lnTo>
                    <a:pt x="2842" y="13958"/>
                  </a:lnTo>
                  <a:lnTo>
                    <a:pt x="11267" y="14627"/>
                  </a:lnTo>
                  <a:lnTo>
                    <a:pt x="14726" y="10667"/>
                  </a:lnTo>
                  <a:lnTo>
                    <a:pt x="12034" y="6487"/>
                  </a:lnTo>
                  <a:lnTo>
                    <a:pt x="14572" y="5331"/>
                  </a:lnTo>
                  <a:lnTo>
                    <a:pt x="17970" y="5740"/>
                  </a:lnTo>
                  <a:lnTo>
                    <a:pt x="18836" y="5816"/>
                  </a:lnTo>
                  <a:lnTo>
                    <a:pt x="21812" y="3666"/>
                  </a:lnTo>
                  <a:lnTo>
                    <a:pt x="22335" y="1905"/>
                  </a:lnTo>
                  <a:lnTo>
                    <a:pt x="21488" y="467"/>
                  </a:lnTo>
                  <a:lnTo>
                    <a:pt x="2297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h4034"/>
            <p:cNvSpPr/>
            <p:nvPr/>
          </p:nvSpPr>
          <p:spPr>
            <a:xfrm>
              <a:off x="6041019" y="2824526"/>
              <a:ext cx="58778" cy="58945"/>
            </a:xfrm>
            <a:custGeom>
              <a:avLst/>
              <a:pathLst>
                <a:path w="58778" h="58945">
                  <a:moveTo>
                    <a:pt x="37242" y="0"/>
                  </a:moveTo>
                  <a:lnTo>
                    <a:pt x="39227" y="2163"/>
                  </a:lnTo>
                  <a:lnTo>
                    <a:pt x="45133" y="4005"/>
                  </a:lnTo>
                  <a:lnTo>
                    <a:pt x="46246" y="5201"/>
                  </a:lnTo>
                  <a:lnTo>
                    <a:pt x="47440" y="9224"/>
                  </a:lnTo>
                  <a:lnTo>
                    <a:pt x="47229" y="10759"/>
                  </a:lnTo>
                  <a:lnTo>
                    <a:pt x="45999" y="11924"/>
                  </a:lnTo>
                  <a:lnTo>
                    <a:pt x="47768" y="16001"/>
                  </a:lnTo>
                  <a:lnTo>
                    <a:pt x="53109" y="17910"/>
                  </a:lnTo>
                  <a:lnTo>
                    <a:pt x="57352" y="33131"/>
                  </a:lnTo>
                  <a:lnTo>
                    <a:pt x="58742" y="33391"/>
                  </a:lnTo>
                  <a:lnTo>
                    <a:pt x="57537" y="34368"/>
                  </a:lnTo>
                  <a:lnTo>
                    <a:pt x="58646" y="37017"/>
                  </a:lnTo>
                  <a:lnTo>
                    <a:pt x="58778" y="40645"/>
                  </a:lnTo>
                  <a:lnTo>
                    <a:pt x="58666" y="47259"/>
                  </a:lnTo>
                  <a:lnTo>
                    <a:pt x="54406" y="48152"/>
                  </a:lnTo>
                  <a:lnTo>
                    <a:pt x="51510" y="50497"/>
                  </a:lnTo>
                  <a:lnTo>
                    <a:pt x="51174" y="51976"/>
                  </a:lnTo>
                  <a:lnTo>
                    <a:pt x="52039" y="53502"/>
                  </a:lnTo>
                  <a:lnTo>
                    <a:pt x="50540" y="57140"/>
                  </a:lnTo>
                  <a:lnTo>
                    <a:pt x="37276" y="58945"/>
                  </a:lnTo>
                  <a:lnTo>
                    <a:pt x="31718" y="58440"/>
                  </a:lnTo>
                  <a:lnTo>
                    <a:pt x="28008" y="55420"/>
                  </a:lnTo>
                  <a:lnTo>
                    <a:pt x="27418" y="53865"/>
                  </a:lnTo>
                  <a:lnTo>
                    <a:pt x="27764" y="51563"/>
                  </a:lnTo>
                  <a:lnTo>
                    <a:pt x="24730" y="49647"/>
                  </a:lnTo>
                  <a:lnTo>
                    <a:pt x="22552" y="49299"/>
                  </a:lnTo>
                  <a:lnTo>
                    <a:pt x="13937" y="40583"/>
                  </a:lnTo>
                  <a:lnTo>
                    <a:pt x="10995" y="41639"/>
                  </a:lnTo>
                  <a:lnTo>
                    <a:pt x="9726" y="41075"/>
                  </a:lnTo>
                  <a:lnTo>
                    <a:pt x="5149" y="33176"/>
                  </a:lnTo>
                  <a:lnTo>
                    <a:pt x="5328" y="27725"/>
                  </a:lnTo>
                  <a:lnTo>
                    <a:pt x="6969" y="20153"/>
                  </a:lnTo>
                  <a:lnTo>
                    <a:pt x="1632" y="16395"/>
                  </a:lnTo>
                  <a:lnTo>
                    <a:pt x="0" y="9494"/>
                  </a:lnTo>
                  <a:lnTo>
                    <a:pt x="1050" y="7688"/>
                  </a:lnTo>
                  <a:lnTo>
                    <a:pt x="4678" y="3054"/>
                  </a:lnTo>
                  <a:lnTo>
                    <a:pt x="8665" y="800"/>
                  </a:lnTo>
                  <a:lnTo>
                    <a:pt x="10599" y="1653"/>
                  </a:lnTo>
                  <a:lnTo>
                    <a:pt x="11210" y="3142"/>
                  </a:lnTo>
                  <a:lnTo>
                    <a:pt x="13202" y="1581"/>
                  </a:lnTo>
                  <a:lnTo>
                    <a:pt x="14829" y="1363"/>
                  </a:lnTo>
                  <a:lnTo>
                    <a:pt x="13820" y="4636"/>
                  </a:lnTo>
                  <a:lnTo>
                    <a:pt x="18706" y="6182"/>
                  </a:lnTo>
                  <a:lnTo>
                    <a:pt x="20010" y="7637"/>
                  </a:lnTo>
                  <a:lnTo>
                    <a:pt x="20237" y="10433"/>
                  </a:lnTo>
                  <a:lnTo>
                    <a:pt x="21208" y="11763"/>
                  </a:lnTo>
                  <a:lnTo>
                    <a:pt x="28915" y="12720"/>
                  </a:lnTo>
                  <a:lnTo>
                    <a:pt x="30317" y="8523"/>
                  </a:lnTo>
                  <a:lnTo>
                    <a:pt x="30589" y="4590"/>
                  </a:lnTo>
                  <a:lnTo>
                    <a:pt x="32769" y="111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h4035"/>
            <p:cNvSpPr/>
            <p:nvPr/>
          </p:nvSpPr>
          <p:spPr>
            <a:xfrm>
              <a:off x="6385623" y="2667821"/>
              <a:ext cx="66059" cy="84717"/>
            </a:xfrm>
            <a:custGeom>
              <a:avLst/>
              <a:pathLst>
                <a:path w="66059" h="84717">
                  <a:moveTo>
                    <a:pt x="25829" y="3859"/>
                  </a:moveTo>
                  <a:lnTo>
                    <a:pt x="31391" y="5030"/>
                  </a:lnTo>
                  <a:lnTo>
                    <a:pt x="33435" y="7079"/>
                  </a:lnTo>
                  <a:lnTo>
                    <a:pt x="35448" y="11735"/>
                  </a:lnTo>
                  <a:lnTo>
                    <a:pt x="38803" y="15379"/>
                  </a:lnTo>
                  <a:lnTo>
                    <a:pt x="37980" y="18913"/>
                  </a:lnTo>
                  <a:lnTo>
                    <a:pt x="39867" y="21305"/>
                  </a:lnTo>
                  <a:lnTo>
                    <a:pt x="47084" y="28671"/>
                  </a:lnTo>
                  <a:lnTo>
                    <a:pt x="53618" y="32756"/>
                  </a:lnTo>
                  <a:lnTo>
                    <a:pt x="53180" y="36868"/>
                  </a:lnTo>
                  <a:lnTo>
                    <a:pt x="54850" y="39445"/>
                  </a:lnTo>
                  <a:lnTo>
                    <a:pt x="58482" y="41170"/>
                  </a:lnTo>
                  <a:lnTo>
                    <a:pt x="60188" y="40931"/>
                  </a:lnTo>
                  <a:lnTo>
                    <a:pt x="58603" y="44301"/>
                  </a:lnTo>
                  <a:lnTo>
                    <a:pt x="63969" y="50422"/>
                  </a:lnTo>
                  <a:lnTo>
                    <a:pt x="64105" y="53097"/>
                  </a:lnTo>
                  <a:lnTo>
                    <a:pt x="66059" y="55930"/>
                  </a:lnTo>
                  <a:lnTo>
                    <a:pt x="56252" y="57352"/>
                  </a:lnTo>
                  <a:lnTo>
                    <a:pt x="53981" y="58946"/>
                  </a:lnTo>
                  <a:lnTo>
                    <a:pt x="58012" y="63495"/>
                  </a:lnTo>
                  <a:lnTo>
                    <a:pt x="57681" y="66680"/>
                  </a:lnTo>
                  <a:lnTo>
                    <a:pt x="58070" y="69946"/>
                  </a:lnTo>
                  <a:lnTo>
                    <a:pt x="56021" y="71581"/>
                  </a:lnTo>
                  <a:lnTo>
                    <a:pt x="47675" y="72772"/>
                  </a:lnTo>
                  <a:lnTo>
                    <a:pt x="45009" y="73927"/>
                  </a:lnTo>
                  <a:lnTo>
                    <a:pt x="44066" y="75105"/>
                  </a:lnTo>
                  <a:lnTo>
                    <a:pt x="43452" y="79597"/>
                  </a:lnTo>
                  <a:lnTo>
                    <a:pt x="39569" y="80967"/>
                  </a:lnTo>
                  <a:lnTo>
                    <a:pt x="39535" y="82052"/>
                  </a:lnTo>
                  <a:lnTo>
                    <a:pt x="36422" y="84015"/>
                  </a:lnTo>
                  <a:lnTo>
                    <a:pt x="33601" y="84717"/>
                  </a:lnTo>
                  <a:lnTo>
                    <a:pt x="33534" y="82462"/>
                  </a:lnTo>
                  <a:lnTo>
                    <a:pt x="32098" y="79106"/>
                  </a:lnTo>
                  <a:lnTo>
                    <a:pt x="30326" y="76448"/>
                  </a:lnTo>
                  <a:lnTo>
                    <a:pt x="28697" y="75375"/>
                  </a:lnTo>
                  <a:lnTo>
                    <a:pt x="24156" y="75075"/>
                  </a:lnTo>
                  <a:lnTo>
                    <a:pt x="20786" y="73385"/>
                  </a:lnTo>
                  <a:lnTo>
                    <a:pt x="18437" y="73033"/>
                  </a:lnTo>
                  <a:lnTo>
                    <a:pt x="16211" y="73905"/>
                  </a:lnTo>
                  <a:lnTo>
                    <a:pt x="16857" y="77026"/>
                  </a:lnTo>
                  <a:lnTo>
                    <a:pt x="14596" y="79278"/>
                  </a:lnTo>
                  <a:lnTo>
                    <a:pt x="8322" y="76883"/>
                  </a:lnTo>
                  <a:lnTo>
                    <a:pt x="8530" y="76159"/>
                  </a:lnTo>
                  <a:lnTo>
                    <a:pt x="5457" y="73568"/>
                  </a:lnTo>
                  <a:lnTo>
                    <a:pt x="4151" y="73776"/>
                  </a:lnTo>
                  <a:lnTo>
                    <a:pt x="4502" y="73071"/>
                  </a:lnTo>
                  <a:lnTo>
                    <a:pt x="3595" y="70359"/>
                  </a:lnTo>
                  <a:lnTo>
                    <a:pt x="0" y="69687"/>
                  </a:lnTo>
                  <a:lnTo>
                    <a:pt x="1546" y="59643"/>
                  </a:lnTo>
                  <a:lnTo>
                    <a:pt x="4062" y="57565"/>
                  </a:lnTo>
                  <a:lnTo>
                    <a:pt x="5240" y="55091"/>
                  </a:lnTo>
                  <a:lnTo>
                    <a:pt x="2939" y="54045"/>
                  </a:lnTo>
                  <a:lnTo>
                    <a:pt x="3019" y="53458"/>
                  </a:lnTo>
                  <a:lnTo>
                    <a:pt x="9347" y="51134"/>
                  </a:lnTo>
                  <a:lnTo>
                    <a:pt x="12895" y="48148"/>
                  </a:lnTo>
                  <a:lnTo>
                    <a:pt x="16872" y="43003"/>
                  </a:lnTo>
                  <a:lnTo>
                    <a:pt x="20273" y="36148"/>
                  </a:lnTo>
                  <a:lnTo>
                    <a:pt x="21320" y="30579"/>
                  </a:lnTo>
                  <a:lnTo>
                    <a:pt x="20608" y="27118"/>
                  </a:lnTo>
                  <a:lnTo>
                    <a:pt x="21316" y="22125"/>
                  </a:lnTo>
                  <a:lnTo>
                    <a:pt x="19984" y="19813"/>
                  </a:lnTo>
                  <a:lnTo>
                    <a:pt x="18278" y="20890"/>
                  </a:lnTo>
                  <a:lnTo>
                    <a:pt x="17356" y="20565"/>
                  </a:lnTo>
                  <a:lnTo>
                    <a:pt x="15568" y="18842"/>
                  </a:lnTo>
                  <a:lnTo>
                    <a:pt x="15685" y="16521"/>
                  </a:lnTo>
                  <a:lnTo>
                    <a:pt x="6597" y="16362"/>
                  </a:lnTo>
                  <a:lnTo>
                    <a:pt x="7719" y="13289"/>
                  </a:lnTo>
                  <a:lnTo>
                    <a:pt x="8997" y="12176"/>
                  </a:lnTo>
                  <a:lnTo>
                    <a:pt x="10230" y="12701"/>
                  </a:lnTo>
                  <a:lnTo>
                    <a:pt x="11059" y="11090"/>
                  </a:lnTo>
                  <a:lnTo>
                    <a:pt x="13588" y="7897"/>
                  </a:lnTo>
                  <a:lnTo>
                    <a:pt x="13958" y="4315"/>
                  </a:lnTo>
                  <a:lnTo>
                    <a:pt x="2474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h4036"/>
            <p:cNvSpPr/>
            <p:nvPr/>
          </p:nvSpPr>
          <p:spPr>
            <a:xfrm>
              <a:off x="6163565" y="2871750"/>
              <a:ext cx="21704" cy="23484"/>
            </a:xfrm>
            <a:custGeom>
              <a:avLst/>
              <a:pathLst>
                <a:path w="21704" h="23484">
                  <a:moveTo>
                    <a:pt x="10465" y="0"/>
                  </a:moveTo>
                  <a:lnTo>
                    <a:pt x="11657" y="991"/>
                  </a:lnTo>
                  <a:lnTo>
                    <a:pt x="11462" y="3927"/>
                  </a:lnTo>
                  <a:lnTo>
                    <a:pt x="12084" y="5584"/>
                  </a:lnTo>
                  <a:lnTo>
                    <a:pt x="16415" y="4920"/>
                  </a:lnTo>
                  <a:lnTo>
                    <a:pt x="21704" y="6182"/>
                  </a:lnTo>
                  <a:lnTo>
                    <a:pt x="21432" y="7998"/>
                  </a:lnTo>
                  <a:lnTo>
                    <a:pt x="17446" y="13802"/>
                  </a:lnTo>
                  <a:lnTo>
                    <a:pt x="16694" y="16261"/>
                  </a:lnTo>
                  <a:lnTo>
                    <a:pt x="17407" y="17059"/>
                  </a:lnTo>
                  <a:lnTo>
                    <a:pt x="19695" y="17448"/>
                  </a:lnTo>
                  <a:lnTo>
                    <a:pt x="20484" y="20656"/>
                  </a:lnTo>
                  <a:lnTo>
                    <a:pt x="12644" y="23257"/>
                  </a:lnTo>
                  <a:lnTo>
                    <a:pt x="10256" y="23432"/>
                  </a:lnTo>
                  <a:lnTo>
                    <a:pt x="9026" y="23484"/>
                  </a:lnTo>
                  <a:lnTo>
                    <a:pt x="5410" y="21492"/>
                  </a:lnTo>
                  <a:lnTo>
                    <a:pt x="7718" y="20363"/>
                  </a:lnTo>
                  <a:lnTo>
                    <a:pt x="7740" y="19547"/>
                  </a:lnTo>
                  <a:lnTo>
                    <a:pt x="2673" y="14538"/>
                  </a:lnTo>
                  <a:lnTo>
                    <a:pt x="989" y="12074"/>
                  </a:lnTo>
                  <a:lnTo>
                    <a:pt x="1109" y="9558"/>
                  </a:lnTo>
                  <a:lnTo>
                    <a:pt x="0" y="8709"/>
                  </a:lnTo>
                  <a:lnTo>
                    <a:pt x="1334" y="9286"/>
                  </a:lnTo>
                  <a:lnTo>
                    <a:pt x="3240" y="9033"/>
                  </a:lnTo>
                  <a:lnTo>
                    <a:pt x="6938" y="4676"/>
                  </a:lnTo>
                  <a:lnTo>
                    <a:pt x="8289" y="178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h4037"/>
            <p:cNvSpPr/>
            <p:nvPr/>
          </p:nvSpPr>
          <p:spPr>
            <a:xfrm>
              <a:off x="6230148" y="2842736"/>
              <a:ext cx="29300" cy="29124"/>
            </a:xfrm>
            <a:custGeom>
              <a:avLst/>
              <a:pathLst>
                <a:path w="29300" h="29124">
                  <a:moveTo>
                    <a:pt x="2323" y="0"/>
                  </a:moveTo>
                  <a:lnTo>
                    <a:pt x="6615" y="1603"/>
                  </a:lnTo>
                  <a:lnTo>
                    <a:pt x="10237" y="4326"/>
                  </a:lnTo>
                  <a:lnTo>
                    <a:pt x="14552" y="6262"/>
                  </a:lnTo>
                  <a:lnTo>
                    <a:pt x="21194" y="6081"/>
                  </a:lnTo>
                  <a:lnTo>
                    <a:pt x="23213" y="4885"/>
                  </a:lnTo>
                  <a:lnTo>
                    <a:pt x="24690" y="2433"/>
                  </a:lnTo>
                  <a:lnTo>
                    <a:pt x="26913" y="1351"/>
                  </a:lnTo>
                  <a:lnTo>
                    <a:pt x="29095" y="1507"/>
                  </a:lnTo>
                  <a:lnTo>
                    <a:pt x="27937" y="2749"/>
                  </a:lnTo>
                  <a:lnTo>
                    <a:pt x="29300" y="9609"/>
                  </a:lnTo>
                  <a:lnTo>
                    <a:pt x="26897" y="15138"/>
                  </a:lnTo>
                  <a:lnTo>
                    <a:pt x="24289" y="15374"/>
                  </a:lnTo>
                  <a:lnTo>
                    <a:pt x="19192" y="14219"/>
                  </a:lnTo>
                  <a:lnTo>
                    <a:pt x="15013" y="14946"/>
                  </a:lnTo>
                  <a:lnTo>
                    <a:pt x="14042" y="18476"/>
                  </a:lnTo>
                  <a:lnTo>
                    <a:pt x="14269" y="21386"/>
                  </a:lnTo>
                  <a:lnTo>
                    <a:pt x="16118" y="22518"/>
                  </a:lnTo>
                  <a:lnTo>
                    <a:pt x="20819" y="22162"/>
                  </a:lnTo>
                  <a:lnTo>
                    <a:pt x="19214" y="24253"/>
                  </a:lnTo>
                  <a:lnTo>
                    <a:pt x="19343" y="25481"/>
                  </a:lnTo>
                  <a:lnTo>
                    <a:pt x="22867" y="28450"/>
                  </a:lnTo>
                  <a:lnTo>
                    <a:pt x="22009" y="29124"/>
                  </a:lnTo>
                  <a:lnTo>
                    <a:pt x="19539" y="29066"/>
                  </a:lnTo>
                  <a:lnTo>
                    <a:pt x="14686" y="26800"/>
                  </a:lnTo>
                  <a:lnTo>
                    <a:pt x="13470" y="25565"/>
                  </a:lnTo>
                  <a:lnTo>
                    <a:pt x="14288" y="24368"/>
                  </a:lnTo>
                  <a:lnTo>
                    <a:pt x="11536" y="24353"/>
                  </a:lnTo>
                  <a:lnTo>
                    <a:pt x="8840" y="20579"/>
                  </a:lnTo>
                  <a:lnTo>
                    <a:pt x="9054" y="16821"/>
                  </a:lnTo>
                  <a:lnTo>
                    <a:pt x="799" y="7071"/>
                  </a:lnTo>
                  <a:lnTo>
                    <a:pt x="0" y="4704"/>
                  </a:lnTo>
                  <a:lnTo>
                    <a:pt x="34" y="979"/>
                  </a:lnTo>
                  <a:lnTo>
                    <a:pt x="1304" y="35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h4038"/>
            <p:cNvSpPr/>
            <p:nvPr/>
          </p:nvSpPr>
          <p:spPr>
            <a:xfrm>
              <a:off x="6193348" y="2662225"/>
              <a:ext cx="42923" cy="44130"/>
            </a:xfrm>
            <a:custGeom>
              <a:avLst/>
              <a:pathLst>
                <a:path w="42923" h="44130">
                  <a:moveTo>
                    <a:pt x="30451" y="6966"/>
                  </a:moveTo>
                  <a:lnTo>
                    <a:pt x="30576" y="11509"/>
                  </a:lnTo>
                  <a:lnTo>
                    <a:pt x="33809" y="14353"/>
                  </a:lnTo>
                  <a:lnTo>
                    <a:pt x="35880" y="14865"/>
                  </a:lnTo>
                  <a:lnTo>
                    <a:pt x="36600" y="17093"/>
                  </a:lnTo>
                  <a:lnTo>
                    <a:pt x="39099" y="18749"/>
                  </a:lnTo>
                  <a:lnTo>
                    <a:pt x="41009" y="18984"/>
                  </a:lnTo>
                  <a:lnTo>
                    <a:pt x="42923" y="22522"/>
                  </a:lnTo>
                  <a:lnTo>
                    <a:pt x="42540" y="25535"/>
                  </a:lnTo>
                  <a:lnTo>
                    <a:pt x="38338" y="33154"/>
                  </a:lnTo>
                  <a:lnTo>
                    <a:pt x="37564" y="35028"/>
                  </a:lnTo>
                  <a:lnTo>
                    <a:pt x="38164" y="38446"/>
                  </a:lnTo>
                  <a:lnTo>
                    <a:pt x="37582" y="41860"/>
                  </a:lnTo>
                  <a:lnTo>
                    <a:pt x="35059" y="40870"/>
                  </a:lnTo>
                  <a:lnTo>
                    <a:pt x="33128" y="43876"/>
                  </a:lnTo>
                  <a:lnTo>
                    <a:pt x="30675" y="44130"/>
                  </a:lnTo>
                  <a:lnTo>
                    <a:pt x="25846" y="43137"/>
                  </a:lnTo>
                  <a:lnTo>
                    <a:pt x="22905" y="44091"/>
                  </a:lnTo>
                  <a:lnTo>
                    <a:pt x="20654" y="39348"/>
                  </a:lnTo>
                  <a:lnTo>
                    <a:pt x="23225" y="37893"/>
                  </a:lnTo>
                  <a:lnTo>
                    <a:pt x="23171" y="36595"/>
                  </a:lnTo>
                  <a:lnTo>
                    <a:pt x="21351" y="33673"/>
                  </a:lnTo>
                  <a:lnTo>
                    <a:pt x="22703" y="30672"/>
                  </a:lnTo>
                  <a:lnTo>
                    <a:pt x="25427" y="29384"/>
                  </a:lnTo>
                  <a:lnTo>
                    <a:pt x="27508" y="24800"/>
                  </a:lnTo>
                  <a:lnTo>
                    <a:pt x="20519" y="25950"/>
                  </a:lnTo>
                  <a:lnTo>
                    <a:pt x="17123" y="23987"/>
                  </a:lnTo>
                  <a:lnTo>
                    <a:pt x="6872" y="22234"/>
                  </a:lnTo>
                  <a:lnTo>
                    <a:pt x="2316" y="19740"/>
                  </a:lnTo>
                  <a:lnTo>
                    <a:pt x="0" y="20846"/>
                  </a:lnTo>
                  <a:lnTo>
                    <a:pt x="701" y="17274"/>
                  </a:lnTo>
                  <a:lnTo>
                    <a:pt x="1741" y="11975"/>
                  </a:lnTo>
                  <a:lnTo>
                    <a:pt x="3886" y="11644"/>
                  </a:lnTo>
                  <a:lnTo>
                    <a:pt x="9295" y="15141"/>
                  </a:lnTo>
                  <a:lnTo>
                    <a:pt x="17245" y="14755"/>
                  </a:lnTo>
                  <a:lnTo>
                    <a:pt x="20613" y="12029"/>
                  </a:lnTo>
                  <a:lnTo>
                    <a:pt x="25745" y="9238"/>
                  </a:lnTo>
                  <a:lnTo>
                    <a:pt x="25695" y="7840"/>
                  </a:lnTo>
                  <a:lnTo>
                    <a:pt x="24571" y="7498"/>
                  </a:lnTo>
                  <a:lnTo>
                    <a:pt x="21174" y="8201"/>
                  </a:lnTo>
                  <a:lnTo>
                    <a:pt x="21769" y="1832"/>
                  </a:lnTo>
                  <a:lnTo>
                    <a:pt x="2377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h4039"/>
            <p:cNvSpPr/>
            <p:nvPr/>
          </p:nvSpPr>
          <p:spPr>
            <a:xfrm>
              <a:off x="6272298" y="2949982"/>
              <a:ext cx="70236" cy="45887"/>
            </a:xfrm>
            <a:custGeom>
              <a:avLst/>
              <a:pathLst>
                <a:path w="70236" h="45887">
                  <a:moveTo>
                    <a:pt x="11997" y="856"/>
                  </a:moveTo>
                  <a:lnTo>
                    <a:pt x="19378" y="5105"/>
                  </a:lnTo>
                  <a:lnTo>
                    <a:pt x="24816" y="7273"/>
                  </a:lnTo>
                  <a:lnTo>
                    <a:pt x="27802" y="7783"/>
                  </a:lnTo>
                  <a:lnTo>
                    <a:pt x="30237" y="6173"/>
                  </a:lnTo>
                  <a:lnTo>
                    <a:pt x="33213" y="9340"/>
                  </a:lnTo>
                  <a:lnTo>
                    <a:pt x="34498" y="15390"/>
                  </a:lnTo>
                  <a:lnTo>
                    <a:pt x="38701" y="12403"/>
                  </a:lnTo>
                  <a:lnTo>
                    <a:pt x="39915" y="10066"/>
                  </a:lnTo>
                  <a:lnTo>
                    <a:pt x="44518" y="15269"/>
                  </a:lnTo>
                  <a:lnTo>
                    <a:pt x="48114" y="10406"/>
                  </a:lnTo>
                  <a:lnTo>
                    <a:pt x="47925" y="8391"/>
                  </a:lnTo>
                  <a:lnTo>
                    <a:pt x="55106" y="7695"/>
                  </a:lnTo>
                  <a:lnTo>
                    <a:pt x="57913" y="9022"/>
                  </a:lnTo>
                  <a:lnTo>
                    <a:pt x="65609" y="3693"/>
                  </a:lnTo>
                  <a:lnTo>
                    <a:pt x="66499" y="2257"/>
                  </a:lnTo>
                  <a:lnTo>
                    <a:pt x="69525" y="2939"/>
                  </a:lnTo>
                  <a:lnTo>
                    <a:pt x="70236" y="4847"/>
                  </a:lnTo>
                  <a:lnTo>
                    <a:pt x="67907" y="6208"/>
                  </a:lnTo>
                  <a:lnTo>
                    <a:pt x="67301" y="8522"/>
                  </a:lnTo>
                  <a:lnTo>
                    <a:pt x="70009" y="9981"/>
                  </a:lnTo>
                  <a:lnTo>
                    <a:pt x="67260" y="12435"/>
                  </a:lnTo>
                  <a:lnTo>
                    <a:pt x="63591" y="18155"/>
                  </a:lnTo>
                  <a:lnTo>
                    <a:pt x="60736" y="24056"/>
                  </a:lnTo>
                  <a:lnTo>
                    <a:pt x="57616" y="33200"/>
                  </a:lnTo>
                  <a:lnTo>
                    <a:pt x="55931" y="35633"/>
                  </a:lnTo>
                  <a:lnTo>
                    <a:pt x="52660" y="34611"/>
                  </a:lnTo>
                  <a:lnTo>
                    <a:pt x="46331" y="31033"/>
                  </a:lnTo>
                  <a:lnTo>
                    <a:pt x="44051" y="32254"/>
                  </a:lnTo>
                  <a:lnTo>
                    <a:pt x="41687" y="33728"/>
                  </a:lnTo>
                  <a:lnTo>
                    <a:pt x="38991" y="36546"/>
                  </a:lnTo>
                  <a:lnTo>
                    <a:pt x="38227" y="36947"/>
                  </a:lnTo>
                  <a:lnTo>
                    <a:pt x="35798" y="37643"/>
                  </a:lnTo>
                  <a:lnTo>
                    <a:pt x="33905" y="37215"/>
                  </a:lnTo>
                  <a:lnTo>
                    <a:pt x="33597" y="36254"/>
                  </a:lnTo>
                  <a:lnTo>
                    <a:pt x="31208" y="37060"/>
                  </a:lnTo>
                  <a:lnTo>
                    <a:pt x="27893" y="40008"/>
                  </a:lnTo>
                  <a:lnTo>
                    <a:pt x="23103" y="40683"/>
                  </a:lnTo>
                  <a:lnTo>
                    <a:pt x="20648" y="43185"/>
                  </a:lnTo>
                  <a:lnTo>
                    <a:pt x="16115" y="45526"/>
                  </a:lnTo>
                  <a:lnTo>
                    <a:pt x="13653" y="45887"/>
                  </a:lnTo>
                  <a:lnTo>
                    <a:pt x="13034" y="39468"/>
                  </a:lnTo>
                  <a:lnTo>
                    <a:pt x="8821" y="38235"/>
                  </a:lnTo>
                  <a:lnTo>
                    <a:pt x="6481" y="35523"/>
                  </a:lnTo>
                  <a:lnTo>
                    <a:pt x="9337" y="32303"/>
                  </a:lnTo>
                  <a:lnTo>
                    <a:pt x="9605" y="30778"/>
                  </a:lnTo>
                  <a:lnTo>
                    <a:pt x="8898" y="29584"/>
                  </a:lnTo>
                  <a:lnTo>
                    <a:pt x="7933" y="29850"/>
                  </a:lnTo>
                  <a:lnTo>
                    <a:pt x="3516" y="28263"/>
                  </a:lnTo>
                  <a:lnTo>
                    <a:pt x="0" y="23745"/>
                  </a:lnTo>
                  <a:lnTo>
                    <a:pt x="1752" y="20992"/>
                  </a:lnTo>
                  <a:lnTo>
                    <a:pt x="7516" y="16133"/>
                  </a:lnTo>
                  <a:lnTo>
                    <a:pt x="9133" y="13450"/>
                  </a:lnTo>
                  <a:lnTo>
                    <a:pt x="8826" y="11996"/>
                  </a:lnTo>
                  <a:lnTo>
                    <a:pt x="7446" y="10409"/>
                  </a:lnTo>
                  <a:lnTo>
                    <a:pt x="5719" y="11485"/>
                  </a:lnTo>
                  <a:lnTo>
                    <a:pt x="5182" y="8598"/>
                  </a:lnTo>
                  <a:lnTo>
                    <a:pt x="7853" y="7788"/>
                  </a:lnTo>
                  <a:lnTo>
                    <a:pt x="9169" y="2939"/>
                  </a:lnTo>
                  <a:lnTo>
                    <a:pt x="8262" y="2303"/>
                  </a:lnTo>
                  <a:lnTo>
                    <a:pt x="9093" y="873"/>
                  </a:lnTo>
                  <a:lnTo>
                    <a:pt x="1054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h4040"/>
            <p:cNvSpPr/>
            <p:nvPr/>
          </p:nvSpPr>
          <p:spPr>
            <a:xfrm>
              <a:off x="6371977" y="2798955"/>
              <a:ext cx="36847" cy="32902"/>
            </a:xfrm>
            <a:custGeom>
              <a:avLst/>
              <a:pathLst>
                <a:path w="36847" h="32902">
                  <a:moveTo>
                    <a:pt x="19994" y="1032"/>
                  </a:moveTo>
                  <a:lnTo>
                    <a:pt x="21277" y="3250"/>
                  </a:lnTo>
                  <a:lnTo>
                    <a:pt x="22058" y="953"/>
                  </a:lnTo>
                  <a:lnTo>
                    <a:pt x="24323" y="1810"/>
                  </a:lnTo>
                  <a:lnTo>
                    <a:pt x="23659" y="4449"/>
                  </a:lnTo>
                  <a:lnTo>
                    <a:pt x="24801" y="5753"/>
                  </a:lnTo>
                  <a:lnTo>
                    <a:pt x="30470" y="8680"/>
                  </a:lnTo>
                  <a:lnTo>
                    <a:pt x="29769" y="11964"/>
                  </a:lnTo>
                  <a:lnTo>
                    <a:pt x="30319" y="14567"/>
                  </a:lnTo>
                  <a:lnTo>
                    <a:pt x="31341" y="15057"/>
                  </a:lnTo>
                  <a:lnTo>
                    <a:pt x="35462" y="14693"/>
                  </a:lnTo>
                  <a:lnTo>
                    <a:pt x="36847" y="18813"/>
                  </a:lnTo>
                  <a:lnTo>
                    <a:pt x="36427" y="23799"/>
                  </a:lnTo>
                  <a:lnTo>
                    <a:pt x="35347" y="26710"/>
                  </a:lnTo>
                  <a:lnTo>
                    <a:pt x="30816" y="28779"/>
                  </a:lnTo>
                  <a:lnTo>
                    <a:pt x="29996" y="28198"/>
                  </a:lnTo>
                  <a:lnTo>
                    <a:pt x="27043" y="28311"/>
                  </a:lnTo>
                  <a:lnTo>
                    <a:pt x="18269" y="31410"/>
                  </a:lnTo>
                  <a:lnTo>
                    <a:pt x="10758" y="30768"/>
                  </a:lnTo>
                  <a:lnTo>
                    <a:pt x="7939" y="31700"/>
                  </a:lnTo>
                  <a:lnTo>
                    <a:pt x="6836" y="32902"/>
                  </a:lnTo>
                  <a:lnTo>
                    <a:pt x="5816" y="32773"/>
                  </a:lnTo>
                  <a:lnTo>
                    <a:pt x="3988" y="27653"/>
                  </a:lnTo>
                  <a:lnTo>
                    <a:pt x="0" y="22041"/>
                  </a:lnTo>
                  <a:lnTo>
                    <a:pt x="3102" y="15528"/>
                  </a:lnTo>
                  <a:lnTo>
                    <a:pt x="2414" y="13549"/>
                  </a:lnTo>
                  <a:lnTo>
                    <a:pt x="10692" y="7365"/>
                  </a:lnTo>
                  <a:lnTo>
                    <a:pt x="11437" y="4419"/>
                  </a:lnTo>
                  <a:lnTo>
                    <a:pt x="13689" y="2048"/>
                  </a:lnTo>
                  <a:lnTo>
                    <a:pt x="17264" y="17"/>
                  </a:lnTo>
                  <a:lnTo>
                    <a:pt x="1845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h4041"/>
            <p:cNvSpPr/>
            <p:nvPr/>
          </p:nvSpPr>
          <p:spPr>
            <a:xfrm>
              <a:off x="6319772" y="2848000"/>
              <a:ext cx="16281" cy="19207"/>
            </a:xfrm>
            <a:custGeom>
              <a:avLst/>
              <a:pathLst>
                <a:path w="16281" h="19207">
                  <a:moveTo>
                    <a:pt x="9831" y="62"/>
                  </a:moveTo>
                  <a:lnTo>
                    <a:pt x="10259" y="545"/>
                  </a:lnTo>
                  <a:lnTo>
                    <a:pt x="9392" y="9430"/>
                  </a:lnTo>
                  <a:lnTo>
                    <a:pt x="16281" y="9619"/>
                  </a:lnTo>
                  <a:lnTo>
                    <a:pt x="15459" y="12473"/>
                  </a:lnTo>
                  <a:lnTo>
                    <a:pt x="13597" y="17140"/>
                  </a:lnTo>
                  <a:lnTo>
                    <a:pt x="11958" y="17838"/>
                  </a:lnTo>
                  <a:lnTo>
                    <a:pt x="8884" y="16936"/>
                  </a:lnTo>
                  <a:lnTo>
                    <a:pt x="7696" y="17507"/>
                  </a:lnTo>
                  <a:lnTo>
                    <a:pt x="7155" y="19161"/>
                  </a:lnTo>
                  <a:lnTo>
                    <a:pt x="17" y="19207"/>
                  </a:lnTo>
                  <a:lnTo>
                    <a:pt x="1471" y="9764"/>
                  </a:lnTo>
                  <a:lnTo>
                    <a:pt x="1716" y="7489"/>
                  </a:lnTo>
                  <a:lnTo>
                    <a:pt x="0" y="6574"/>
                  </a:lnTo>
                  <a:lnTo>
                    <a:pt x="1502" y="4359"/>
                  </a:lnTo>
                  <a:lnTo>
                    <a:pt x="2417" y="3489"/>
                  </a:lnTo>
                  <a:lnTo>
                    <a:pt x="8294" y="1854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h4042"/>
            <p:cNvSpPr/>
            <p:nvPr/>
          </p:nvSpPr>
          <p:spPr>
            <a:xfrm>
              <a:off x="6334415" y="2733488"/>
              <a:ext cx="34476" cy="32208"/>
            </a:xfrm>
            <a:custGeom>
              <a:avLst/>
              <a:pathLst>
                <a:path w="34476" h="32208">
                  <a:moveTo>
                    <a:pt x="21417" y="1071"/>
                  </a:moveTo>
                  <a:lnTo>
                    <a:pt x="19477" y="4263"/>
                  </a:lnTo>
                  <a:lnTo>
                    <a:pt x="22438" y="6831"/>
                  </a:lnTo>
                  <a:lnTo>
                    <a:pt x="22898" y="11571"/>
                  </a:lnTo>
                  <a:lnTo>
                    <a:pt x="20758" y="12604"/>
                  </a:lnTo>
                  <a:lnTo>
                    <a:pt x="25275" y="16134"/>
                  </a:lnTo>
                  <a:lnTo>
                    <a:pt x="22870" y="18052"/>
                  </a:lnTo>
                  <a:lnTo>
                    <a:pt x="24423" y="20773"/>
                  </a:lnTo>
                  <a:lnTo>
                    <a:pt x="29286" y="20527"/>
                  </a:lnTo>
                  <a:lnTo>
                    <a:pt x="33331" y="22206"/>
                  </a:lnTo>
                  <a:lnTo>
                    <a:pt x="34476" y="23876"/>
                  </a:lnTo>
                  <a:lnTo>
                    <a:pt x="34296" y="27542"/>
                  </a:lnTo>
                  <a:lnTo>
                    <a:pt x="27446" y="26554"/>
                  </a:lnTo>
                  <a:lnTo>
                    <a:pt x="22546" y="27633"/>
                  </a:lnTo>
                  <a:lnTo>
                    <a:pt x="21296" y="30107"/>
                  </a:lnTo>
                  <a:lnTo>
                    <a:pt x="15319" y="32208"/>
                  </a:lnTo>
                  <a:lnTo>
                    <a:pt x="14372" y="32130"/>
                  </a:lnTo>
                  <a:lnTo>
                    <a:pt x="13276" y="29873"/>
                  </a:lnTo>
                  <a:lnTo>
                    <a:pt x="11267" y="29379"/>
                  </a:lnTo>
                  <a:lnTo>
                    <a:pt x="8080" y="30959"/>
                  </a:lnTo>
                  <a:lnTo>
                    <a:pt x="8036" y="27525"/>
                  </a:lnTo>
                  <a:lnTo>
                    <a:pt x="6753" y="26577"/>
                  </a:lnTo>
                  <a:lnTo>
                    <a:pt x="4955" y="23494"/>
                  </a:lnTo>
                  <a:lnTo>
                    <a:pt x="5801" y="22514"/>
                  </a:lnTo>
                  <a:lnTo>
                    <a:pt x="4791" y="21046"/>
                  </a:lnTo>
                  <a:lnTo>
                    <a:pt x="4205" y="20899"/>
                  </a:lnTo>
                  <a:lnTo>
                    <a:pt x="2868" y="22232"/>
                  </a:lnTo>
                  <a:lnTo>
                    <a:pt x="1501" y="21808"/>
                  </a:lnTo>
                  <a:lnTo>
                    <a:pt x="0" y="16133"/>
                  </a:lnTo>
                  <a:lnTo>
                    <a:pt x="4820" y="13454"/>
                  </a:lnTo>
                  <a:lnTo>
                    <a:pt x="5528" y="9214"/>
                  </a:lnTo>
                  <a:lnTo>
                    <a:pt x="351" y="8403"/>
                  </a:lnTo>
                  <a:lnTo>
                    <a:pt x="69" y="7101"/>
                  </a:lnTo>
                  <a:lnTo>
                    <a:pt x="1692" y="3710"/>
                  </a:lnTo>
                  <a:lnTo>
                    <a:pt x="6507" y="3303"/>
                  </a:lnTo>
                  <a:lnTo>
                    <a:pt x="7655" y="3550"/>
                  </a:lnTo>
                  <a:lnTo>
                    <a:pt x="8249" y="4637"/>
                  </a:lnTo>
                  <a:lnTo>
                    <a:pt x="11033" y="4366"/>
                  </a:lnTo>
                  <a:lnTo>
                    <a:pt x="15725" y="1137"/>
                  </a:lnTo>
                  <a:lnTo>
                    <a:pt x="1721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h4043"/>
            <p:cNvSpPr/>
            <p:nvPr/>
          </p:nvSpPr>
          <p:spPr>
            <a:xfrm>
              <a:off x="6250745" y="2761975"/>
              <a:ext cx="33413" cy="45019"/>
            </a:xfrm>
            <a:custGeom>
              <a:avLst/>
              <a:pathLst>
                <a:path w="33413" h="45019">
                  <a:moveTo>
                    <a:pt x="18264" y="0"/>
                  </a:moveTo>
                  <a:lnTo>
                    <a:pt x="27376" y="4609"/>
                  </a:lnTo>
                  <a:lnTo>
                    <a:pt x="24789" y="7317"/>
                  </a:lnTo>
                  <a:lnTo>
                    <a:pt x="24169" y="12238"/>
                  </a:lnTo>
                  <a:lnTo>
                    <a:pt x="24555" y="12718"/>
                  </a:lnTo>
                  <a:lnTo>
                    <a:pt x="26233" y="11321"/>
                  </a:lnTo>
                  <a:lnTo>
                    <a:pt x="28099" y="11737"/>
                  </a:lnTo>
                  <a:lnTo>
                    <a:pt x="27703" y="15637"/>
                  </a:lnTo>
                  <a:lnTo>
                    <a:pt x="26625" y="16513"/>
                  </a:lnTo>
                  <a:lnTo>
                    <a:pt x="21994" y="17328"/>
                  </a:lnTo>
                  <a:lnTo>
                    <a:pt x="20935" y="17953"/>
                  </a:lnTo>
                  <a:lnTo>
                    <a:pt x="20939" y="18911"/>
                  </a:lnTo>
                  <a:lnTo>
                    <a:pt x="24327" y="20032"/>
                  </a:lnTo>
                  <a:lnTo>
                    <a:pt x="24502" y="23790"/>
                  </a:lnTo>
                  <a:lnTo>
                    <a:pt x="25824" y="25909"/>
                  </a:lnTo>
                  <a:lnTo>
                    <a:pt x="27871" y="24828"/>
                  </a:lnTo>
                  <a:lnTo>
                    <a:pt x="29848" y="25769"/>
                  </a:lnTo>
                  <a:lnTo>
                    <a:pt x="33000" y="31596"/>
                  </a:lnTo>
                  <a:lnTo>
                    <a:pt x="33413" y="34759"/>
                  </a:lnTo>
                  <a:lnTo>
                    <a:pt x="32567" y="35997"/>
                  </a:lnTo>
                  <a:lnTo>
                    <a:pt x="28993" y="39284"/>
                  </a:lnTo>
                  <a:lnTo>
                    <a:pt x="24434" y="40415"/>
                  </a:lnTo>
                  <a:lnTo>
                    <a:pt x="21306" y="42594"/>
                  </a:lnTo>
                  <a:lnTo>
                    <a:pt x="15586" y="45019"/>
                  </a:lnTo>
                  <a:lnTo>
                    <a:pt x="9469" y="43068"/>
                  </a:lnTo>
                  <a:lnTo>
                    <a:pt x="6238" y="40380"/>
                  </a:lnTo>
                  <a:lnTo>
                    <a:pt x="6883" y="37222"/>
                  </a:lnTo>
                  <a:lnTo>
                    <a:pt x="3874" y="34412"/>
                  </a:lnTo>
                  <a:lnTo>
                    <a:pt x="4778" y="28750"/>
                  </a:lnTo>
                  <a:lnTo>
                    <a:pt x="0" y="18568"/>
                  </a:lnTo>
                  <a:lnTo>
                    <a:pt x="1823" y="17264"/>
                  </a:lnTo>
                  <a:lnTo>
                    <a:pt x="1265" y="14840"/>
                  </a:lnTo>
                  <a:lnTo>
                    <a:pt x="2687" y="5658"/>
                  </a:lnTo>
                  <a:lnTo>
                    <a:pt x="8341" y="3260"/>
                  </a:lnTo>
                  <a:lnTo>
                    <a:pt x="10652" y="4874"/>
                  </a:lnTo>
                  <a:lnTo>
                    <a:pt x="12254" y="3462"/>
                  </a:lnTo>
                  <a:lnTo>
                    <a:pt x="12638" y="1130"/>
                  </a:lnTo>
                  <a:lnTo>
                    <a:pt x="15733" y="145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h4044"/>
            <p:cNvSpPr/>
            <p:nvPr/>
          </p:nvSpPr>
          <p:spPr>
            <a:xfrm>
              <a:off x="6176268" y="2564106"/>
              <a:ext cx="34364" cy="52421"/>
            </a:xfrm>
            <a:custGeom>
              <a:avLst/>
              <a:pathLst>
                <a:path w="34364" h="52421">
                  <a:moveTo>
                    <a:pt x="17073" y="0"/>
                  </a:moveTo>
                  <a:lnTo>
                    <a:pt x="17905" y="1815"/>
                  </a:lnTo>
                  <a:lnTo>
                    <a:pt x="32218" y="2195"/>
                  </a:lnTo>
                  <a:lnTo>
                    <a:pt x="34364" y="4795"/>
                  </a:lnTo>
                  <a:lnTo>
                    <a:pt x="32615" y="12243"/>
                  </a:lnTo>
                  <a:lnTo>
                    <a:pt x="33123" y="15046"/>
                  </a:lnTo>
                  <a:lnTo>
                    <a:pt x="31850" y="16670"/>
                  </a:lnTo>
                  <a:lnTo>
                    <a:pt x="26733" y="18498"/>
                  </a:lnTo>
                  <a:lnTo>
                    <a:pt x="22757" y="20899"/>
                  </a:lnTo>
                  <a:lnTo>
                    <a:pt x="20483" y="27215"/>
                  </a:lnTo>
                  <a:lnTo>
                    <a:pt x="20611" y="33138"/>
                  </a:lnTo>
                  <a:lnTo>
                    <a:pt x="18694" y="36676"/>
                  </a:lnTo>
                  <a:lnTo>
                    <a:pt x="21336" y="39870"/>
                  </a:lnTo>
                  <a:lnTo>
                    <a:pt x="21221" y="40564"/>
                  </a:lnTo>
                  <a:lnTo>
                    <a:pt x="14566" y="49721"/>
                  </a:lnTo>
                  <a:lnTo>
                    <a:pt x="8419" y="52421"/>
                  </a:lnTo>
                  <a:lnTo>
                    <a:pt x="5530" y="49090"/>
                  </a:lnTo>
                  <a:lnTo>
                    <a:pt x="3876" y="45665"/>
                  </a:lnTo>
                  <a:lnTo>
                    <a:pt x="4766" y="45640"/>
                  </a:lnTo>
                  <a:lnTo>
                    <a:pt x="8187" y="39114"/>
                  </a:lnTo>
                  <a:lnTo>
                    <a:pt x="13457" y="34115"/>
                  </a:lnTo>
                  <a:lnTo>
                    <a:pt x="14174" y="32423"/>
                  </a:lnTo>
                  <a:lnTo>
                    <a:pt x="13103" y="29422"/>
                  </a:lnTo>
                  <a:lnTo>
                    <a:pt x="6109" y="25235"/>
                  </a:lnTo>
                  <a:lnTo>
                    <a:pt x="6860" y="24413"/>
                  </a:lnTo>
                  <a:lnTo>
                    <a:pt x="7171" y="21317"/>
                  </a:lnTo>
                  <a:lnTo>
                    <a:pt x="6708" y="18653"/>
                  </a:lnTo>
                  <a:lnTo>
                    <a:pt x="4402" y="17456"/>
                  </a:lnTo>
                  <a:lnTo>
                    <a:pt x="3219" y="13824"/>
                  </a:lnTo>
                  <a:lnTo>
                    <a:pt x="5233" y="9492"/>
                  </a:lnTo>
                  <a:lnTo>
                    <a:pt x="0" y="7047"/>
                  </a:lnTo>
                  <a:lnTo>
                    <a:pt x="913" y="3341"/>
                  </a:lnTo>
                  <a:lnTo>
                    <a:pt x="4235" y="637"/>
                  </a:lnTo>
                  <a:lnTo>
                    <a:pt x="6025" y="17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h4045"/>
            <p:cNvSpPr/>
            <p:nvPr/>
          </p:nvSpPr>
          <p:spPr>
            <a:xfrm>
              <a:off x="6252715" y="2605107"/>
              <a:ext cx="31763" cy="24224"/>
            </a:xfrm>
            <a:custGeom>
              <a:avLst/>
              <a:pathLst>
                <a:path w="31763" h="24224">
                  <a:moveTo>
                    <a:pt x="11833" y="0"/>
                  </a:moveTo>
                  <a:lnTo>
                    <a:pt x="16177" y="307"/>
                  </a:lnTo>
                  <a:lnTo>
                    <a:pt x="21939" y="3277"/>
                  </a:lnTo>
                  <a:lnTo>
                    <a:pt x="21908" y="6890"/>
                  </a:lnTo>
                  <a:lnTo>
                    <a:pt x="17329" y="11613"/>
                  </a:lnTo>
                  <a:lnTo>
                    <a:pt x="15908" y="15423"/>
                  </a:lnTo>
                  <a:lnTo>
                    <a:pt x="16762" y="16014"/>
                  </a:lnTo>
                  <a:lnTo>
                    <a:pt x="22241" y="14004"/>
                  </a:lnTo>
                  <a:lnTo>
                    <a:pt x="29328" y="14158"/>
                  </a:lnTo>
                  <a:lnTo>
                    <a:pt x="31307" y="16181"/>
                  </a:lnTo>
                  <a:lnTo>
                    <a:pt x="31763" y="18432"/>
                  </a:lnTo>
                  <a:lnTo>
                    <a:pt x="28418" y="22820"/>
                  </a:lnTo>
                  <a:lnTo>
                    <a:pt x="23329" y="24224"/>
                  </a:lnTo>
                  <a:lnTo>
                    <a:pt x="19871" y="17992"/>
                  </a:lnTo>
                  <a:lnTo>
                    <a:pt x="12644" y="15664"/>
                  </a:lnTo>
                  <a:lnTo>
                    <a:pt x="11170" y="16298"/>
                  </a:lnTo>
                  <a:lnTo>
                    <a:pt x="9251" y="18731"/>
                  </a:lnTo>
                  <a:lnTo>
                    <a:pt x="7367" y="19308"/>
                  </a:lnTo>
                  <a:lnTo>
                    <a:pt x="6531" y="18138"/>
                  </a:lnTo>
                  <a:lnTo>
                    <a:pt x="6431" y="15423"/>
                  </a:lnTo>
                  <a:lnTo>
                    <a:pt x="7561" y="13457"/>
                  </a:lnTo>
                  <a:lnTo>
                    <a:pt x="6564" y="12504"/>
                  </a:lnTo>
                  <a:lnTo>
                    <a:pt x="1785" y="12320"/>
                  </a:lnTo>
                  <a:lnTo>
                    <a:pt x="0" y="7122"/>
                  </a:lnTo>
                  <a:lnTo>
                    <a:pt x="238" y="4925"/>
                  </a:lnTo>
                  <a:lnTo>
                    <a:pt x="5751" y="801"/>
                  </a:lnTo>
                  <a:lnTo>
                    <a:pt x="6823" y="2506"/>
                  </a:lnTo>
                  <a:lnTo>
                    <a:pt x="9043" y="679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h4046"/>
            <p:cNvSpPr/>
            <p:nvPr/>
          </p:nvSpPr>
          <p:spPr>
            <a:xfrm>
              <a:off x="6153725" y="2747688"/>
              <a:ext cx="42650" cy="31943"/>
            </a:xfrm>
            <a:custGeom>
              <a:avLst/>
              <a:pathLst>
                <a:path w="42650" h="31943">
                  <a:moveTo>
                    <a:pt x="19026" y="1813"/>
                  </a:moveTo>
                  <a:lnTo>
                    <a:pt x="18975" y="4428"/>
                  </a:lnTo>
                  <a:lnTo>
                    <a:pt x="23413" y="8065"/>
                  </a:lnTo>
                  <a:lnTo>
                    <a:pt x="27270" y="7924"/>
                  </a:lnTo>
                  <a:lnTo>
                    <a:pt x="31625" y="13221"/>
                  </a:lnTo>
                  <a:lnTo>
                    <a:pt x="34831" y="14968"/>
                  </a:lnTo>
                  <a:lnTo>
                    <a:pt x="37643" y="15931"/>
                  </a:lnTo>
                  <a:lnTo>
                    <a:pt x="38715" y="15492"/>
                  </a:lnTo>
                  <a:lnTo>
                    <a:pt x="42650" y="17023"/>
                  </a:lnTo>
                  <a:lnTo>
                    <a:pt x="41771" y="22670"/>
                  </a:lnTo>
                  <a:lnTo>
                    <a:pt x="39666" y="26334"/>
                  </a:lnTo>
                  <a:lnTo>
                    <a:pt x="35044" y="29014"/>
                  </a:lnTo>
                  <a:lnTo>
                    <a:pt x="33308" y="31943"/>
                  </a:lnTo>
                  <a:lnTo>
                    <a:pt x="30501" y="31709"/>
                  </a:lnTo>
                  <a:lnTo>
                    <a:pt x="25424" y="23395"/>
                  </a:lnTo>
                  <a:lnTo>
                    <a:pt x="24314" y="23602"/>
                  </a:lnTo>
                  <a:lnTo>
                    <a:pt x="24081" y="25019"/>
                  </a:lnTo>
                  <a:lnTo>
                    <a:pt x="19652" y="29186"/>
                  </a:lnTo>
                  <a:lnTo>
                    <a:pt x="15429" y="31192"/>
                  </a:lnTo>
                  <a:lnTo>
                    <a:pt x="3767" y="28791"/>
                  </a:lnTo>
                  <a:lnTo>
                    <a:pt x="2236" y="28722"/>
                  </a:lnTo>
                  <a:lnTo>
                    <a:pt x="623" y="27690"/>
                  </a:lnTo>
                  <a:lnTo>
                    <a:pt x="70" y="24897"/>
                  </a:lnTo>
                  <a:lnTo>
                    <a:pt x="0" y="20647"/>
                  </a:lnTo>
                  <a:lnTo>
                    <a:pt x="1251" y="16111"/>
                  </a:lnTo>
                  <a:lnTo>
                    <a:pt x="2075" y="15664"/>
                  </a:lnTo>
                  <a:lnTo>
                    <a:pt x="2672" y="13797"/>
                  </a:lnTo>
                  <a:lnTo>
                    <a:pt x="3438" y="8440"/>
                  </a:lnTo>
                  <a:lnTo>
                    <a:pt x="1849" y="6002"/>
                  </a:lnTo>
                  <a:lnTo>
                    <a:pt x="2540" y="2992"/>
                  </a:lnTo>
                  <a:lnTo>
                    <a:pt x="4422" y="1091"/>
                  </a:lnTo>
                  <a:lnTo>
                    <a:pt x="9234" y="2148"/>
                  </a:lnTo>
                  <a:lnTo>
                    <a:pt x="1719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h4047"/>
            <p:cNvSpPr/>
            <p:nvPr/>
          </p:nvSpPr>
          <p:spPr>
            <a:xfrm>
              <a:off x="6111156" y="2778801"/>
              <a:ext cx="41709" cy="57170"/>
            </a:xfrm>
            <a:custGeom>
              <a:avLst/>
              <a:pathLst>
                <a:path w="41709" h="57170">
                  <a:moveTo>
                    <a:pt x="3980" y="0"/>
                  </a:moveTo>
                  <a:lnTo>
                    <a:pt x="6926" y="1276"/>
                  </a:lnTo>
                  <a:lnTo>
                    <a:pt x="8472" y="2757"/>
                  </a:lnTo>
                  <a:lnTo>
                    <a:pt x="12862" y="10691"/>
                  </a:lnTo>
                  <a:lnTo>
                    <a:pt x="15416" y="13514"/>
                  </a:lnTo>
                  <a:lnTo>
                    <a:pt x="17781" y="15446"/>
                  </a:lnTo>
                  <a:lnTo>
                    <a:pt x="22622" y="17061"/>
                  </a:lnTo>
                  <a:lnTo>
                    <a:pt x="29671" y="25345"/>
                  </a:lnTo>
                  <a:lnTo>
                    <a:pt x="32653" y="26432"/>
                  </a:lnTo>
                  <a:lnTo>
                    <a:pt x="35950" y="29405"/>
                  </a:lnTo>
                  <a:lnTo>
                    <a:pt x="37088" y="36905"/>
                  </a:lnTo>
                  <a:lnTo>
                    <a:pt x="39864" y="39986"/>
                  </a:lnTo>
                  <a:lnTo>
                    <a:pt x="41709" y="40883"/>
                  </a:lnTo>
                  <a:lnTo>
                    <a:pt x="38518" y="45252"/>
                  </a:lnTo>
                  <a:lnTo>
                    <a:pt x="40917" y="49597"/>
                  </a:lnTo>
                  <a:lnTo>
                    <a:pt x="40290" y="50694"/>
                  </a:lnTo>
                  <a:lnTo>
                    <a:pt x="41534" y="53221"/>
                  </a:lnTo>
                  <a:lnTo>
                    <a:pt x="37112" y="52623"/>
                  </a:lnTo>
                  <a:lnTo>
                    <a:pt x="37909" y="54958"/>
                  </a:lnTo>
                  <a:lnTo>
                    <a:pt x="37061" y="57170"/>
                  </a:lnTo>
                  <a:lnTo>
                    <a:pt x="33197" y="54981"/>
                  </a:lnTo>
                  <a:lnTo>
                    <a:pt x="32691" y="53418"/>
                  </a:lnTo>
                  <a:lnTo>
                    <a:pt x="29413" y="50564"/>
                  </a:lnTo>
                  <a:lnTo>
                    <a:pt x="19770" y="50037"/>
                  </a:lnTo>
                  <a:lnTo>
                    <a:pt x="17848" y="47188"/>
                  </a:lnTo>
                  <a:lnTo>
                    <a:pt x="16529" y="43281"/>
                  </a:lnTo>
                  <a:lnTo>
                    <a:pt x="13458" y="40420"/>
                  </a:lnTo>
                  <a:lnTo>
                    <a:pt x="12526" y="37748"/>
                  </a:lnTo>
                  <a:lnTo>
                    <a:pt x="12359" y="36590"/>
                  </a:lnTo>
                  <a:lnTo>
                    <a:pt x="13189" y="36413"/>
                  </a:lnTo>
                  <a:lnTo>
                    <a:pt x="12348" y="32909"/>
                  </a:lnTo>
                  <a:lnTo>
                    <a:pt x="9079" y="26746"/>
                  </a:lnTo>
                  <a:lnTo>
                    <a:pt x="8595" y="22866"/>
                  </a:lnTo>
                  <a:lnTo>
                    <a:pt x="5096" y="20229"/>
                  </a:lnTo>
                  <a:lnTo>
                    <a:pt x="2510" y="13846"/>
                  </a:lnTo>
                  <a:lnTo>
                    <a:pt x="3063" y="11149"/>
                  </a:lnTo>
                  <a:lnTo>
                    <a:pt x="3378" y="10007"/>
                  </a:lnTo>
                  <a:lnTo>
                    <a:pt x="1083" y="5461"/>
                  </a:lnTo>
                  <a:lnTo>
                    <a:pt x="0" y="119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h4048"/>
            <p:cNvSpPr/>
            <p:nvPr/>
          </p:nvSpPr>
          <p:spPr>
            <a:xfrm>
              <a:off x="6145850" y="2902377"/>
              <a:ext cx="20104" cy="25074"/>
            </a:xfrm>
            <a:custGeom>
              <a:avLst/>
              <a:pathLst>
                <a:path w="20104" h="25074">
                  <a:moveTo>
                    <a:pt x="3944" y="0"/>
                  </a:moveTo>
                  <a:lnTo>
                    <a:pt x="6863" y="1734"/>
                  </a:lnTo>
                  <a:lnTo>
                    <a:pt x="6029" y="3141"/>
                  </a:lnTo>
                  <a:lnTo>
                    <a:pt x="8492" y="4585"/>
                  </a:lnTo>
                  <a:lnTo>
                    <a:pt x="12641" y="5749"/>
                  </a:lnTo>
                  <a:lnTo>
                    <a:pt x="13199" y="6833"/>
                  </a:lnTo>
                  <a:lnTo>
                    <a:pt x="12859" y="8273"/>
                  </a:lnTo>
                  <a:lnTo>
                    <a:pt x="11002" y="10368"/>
                  </a:lnTo>
                  <a:lnTo>
                    <a:pt x="11692" y="11436"/>
                  </a:lnTo>
                  <a:lnTo>
                    <a:pt x="18471" y="10719"/>
                  </a:lnTo>
                  <a:lnTo>
                    <a:pt x="19543" y="11460"/>
                  </a:lnTo>
                  <a:lnTo>
                    <a:pt x="18169" y="12822"/>
                  </a:lnTo>
                  <a:lnTo>
                    <a:pt x="17669" y="15148"/>
                  </a:lnTo>
                  <a:lnTo>
                    <a:pt x="19628" y="17188"/>
                  </a:lnTo>
                  <a:lnTo>
                    <a:pt x="20104" y="24535"/>
                  </a:lnTo>
                  <a:lnTo>
                    <a:pt x="17039" y="25074"/>
                  </a:lnTo>
                  <a:lnTo>
                    <a:pt x="15567" y="23342"/>
                  </a:lnTo>
                  <a:lnTo>
                    <a:pt x="14053" y="19742"/>
                  </a:lnTo>
                  <a:lnTo>
                    <a:pt x="9274" y="17565"/>
                  </a:lnTo>
                  <a:lnTo>
                    <a:pt x="8283" y="16416"/>
                  </a:lnTo>
                  <a:lnTo>
                    <a:pt x="5387" y="9244"/>
                  </a:lnTo>
                  <a:lnTo>
                    <a:pt x="3806" y="8766"/>
                  </a:lnTo>
                  <a:lnTo>
                    <a:pt x="0" y="5076"/>
                  </a:lnTo>
                  <a:lnTo>
                    <a:pt x="613" y="3002"/>
                  </a:lnTo>
                  <a:lnTo>
                    <a:pt x="64" y="92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h4049"/>
            <p:cNvSpPr/>
            <p:nvPr/>
          </p:nvSpPr>
          <p:spPr>
            <a:xfrm>
              <a:off x="6152242" y="2785472"/>
              <a:ext cx="25903" cy="29794"/>
            </a:xfrm>
            <a:custGeom>
              <a:avLst/>
              <a:pathLst>
                <a:path w="25903" h="29794">
                  <a:moveTo>
                    <a:pt x="17704" y="0"/>
                  </a:moveTo>
                  <a:lnTo>
                    <a:pt x="19973" y="2129"/>
                  </a:lnTo>
                  <a:lnTo>
                    <a:pt x="20696" y="8986"/>
                  </a:lnTo>
                  <a:lnTo>
                    <a:pt x="20213" y="12010"/>
                  </a:lnTo>
                  <a:lnTo>
                    <a:pt x="25903" y="15652"/>
                  </a:lnTo>
                  <a:lnTo>
                    <a:pt x="24324" y="18406"/>
                  </a:lnTo>
                  <a:lnTo>
                    <a:pt x="21385" y="23697"/>
                  </a:lnTo>
                  <a:lnTo>
                    <a:pt x="21349" y="26662"/>
                  </a:lnTo>
                  <a:lnTo>
                    <a:pt x="20479" y="27805"/>
                  </a:lnTo>
                  <a:lnTo>
                    <a:pt x="16574" y="29794"/>
                  </a:lnTo>
                  <a:lnTo>
                    <a:pt x="13351" y="28287"/>
                  </a:lnTo>
                  <a:lnTo>
                    <a:pt x="3723" y="26623"/>
                  </a:lnTo>
                  <a:lnTo>
                    <a:pt x="3535" y="24572"/>
                  </a:lnTo>
                  <a:lnTo>
                    <a:pt x="2594" y="23115"/>
                  </a:lnTo>
                  <a:lnTo>
                    <a:pt x="1531" y="22517"/>
                  </a:lnTo>
                  <a:lnTo>
                    <a:pt x="0" y="23048"/>
                  </a:lnTo>
                  <a:lnTo>
                    <a:pt x="11" y="18692"/>
                  </a:lnTo>
                  <a:lnTo>
                    <a:pt x="2298" y="18940"/>
                  </a:lnTo>
                  <a:lnTo>
                    <a:pt x="5986" y="17859"/>
                  </a:lnTo>
                  <a:lnTo>
                    <a:pt x="5971" y="15901"/>
                  </a:lnTo>
                  <a:lnTo>
                    <a:pt x="4759" y="13284"/>
                  </a:lnTo>
                  <a:lnTo>
                    <a:pt x="5665" y="11905"/>
                  </a:lnTo>
                  <a:lnTo>
                    <a:pt x="13193" y="13638"/>
                  </a:lnTo>
                  <a:lnTo>
                    <a:pt x="13846" y="12681"/>
                  </a:lnTo>
                  <a:lnTo>
                    <a:pt x="12598" y="11930"/>
                  </a:lnTo>
                  <a:lnTo>
                    <a:pt x="13707" y="4797"/>
                  </a:lnTo>
                  <a:lnTo>
                    <a:pt x="10799" y="3112"/>
                  </a:lnTo>
                  <a:lnTo>
                    <a:pt x="10628" y="2111"/>
                  </a:lnTo>
                  <a:lnTo>
                    <a:pt x="12115" y="8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h4050"/>
            <p:cNvSpPr/>
            <p:nvPr/>
          </p:nvSpPr>
          <p:spPr>
            <a:xfrm>
              <a:off x="6355525" y="2684183"/>
              <a:ext cx="51419" cy="44036"/>
            </a:xfrm>
            <a:custGeom>
              <a:avLst/>
              <a:pathLst>
                <a:path w="51419" h="44036">
                  <a:moveTo>
                    <a:pt x="45783" y="159"/>
                  </a:moveTo>
                  <a:lnTo>
                    <a:pt x="45667" y="2480"/>
                  </a:lnTo>
                  <a:lnTo>
                    <a:pt x="47455" y="4203"/>
                  </a:lnTo>
                  <a:lnTo>
                    <a:pt x="48377" y="4528"/>
                  </a:lnTo>
                  <a:lnTo>
                    <a:pt x="50083" y="3451"/>
                  </a:lnTo>
                  <a:lnTo>
                    <a:pt x="51414" y="5763"/>
                  </a:lnTo>
                  <a:lnTo>
                    <a:pt x="50707" y="10756"/>
                  </a:lnTo>
                  <a:lnTo>
                    <a:pt x="51419" y="14217"/>
                  </a:lnTo>
                  <a:lnTo>
                    <a:pt x="50371" y="19786"/>
                  </a:lnTo>
                  <a:lnTo>
                    <a:pt x="46970" y="26641"/>
                  </a:lnTo>
                  <a:lnTo>
                    <a:pt x="42993" y="31786"/>
                  </a:lnTo>
                  <a:lnTo>
                    <a:pt x="39446" y="34772"/>
                  </a:lnTo>
                  <a:lnTo>
                    <a:pt x="33117" y="37096"/>
                  </a:lnTo>
                  <a:lnTo>
                    <a:pt x="33037" y="37683"/>
                  </a:lnTo>
                  <a:lnTo>
                    <a:pt x="35338" y="38729"/>
                  </a:lnTo>
                  <a:lnTo>
                    <a:pt x="34160" y="41203"/>
                  </a:lnTo>
                  <a:lnTo>
                    <a:pt x="31645" y="43281"/>
                  </a:lnTo>
                  <a:lnTo>
                    <a:pt x="30577" y="44036"/>
                  </a:lnTo>
                  <a:lnTo>
                    <a:pt x="28211" y="42720"/>
                  </a:lnTo>
                  <a:lnTo>
                    <a:pt x="21183" y="43972"/>
                  </a:lnTo>
                  <a:lnTo>
                    <a:pt x="15220" y="43876"/>
                  </a:lnTo>
                  <a:lnTo>
                    <a:pt x="12369" y="43026"/>
                  </a:lnTo>
                  <a:lnTo>
                    <a:pt x="11713" y="41873"/>
                  </a:lnTo>
                  <a:lnTo>
                    <a:pt x="6973" y="41917"/>
                  </a:lnTo>
                  <a:lnTo>
                    <a:pt x="1787" y="40279"/>
                  </a:lnTo>
                  <a:lnTo>
                    <a:pt x="0" y="37594"/>
                  </a:lnTo>
                  <a:lnTo>
                    <a:pt x="7746" y="26452"/>
                  </a:lnTo>
                  <a:lnTo>
                    <a:pt x="6752" y="20260"/>
                  </a:lnTo>
                  <a:lnTo>
                    <a:pt x="5458" y="19847"/>
                  </a:lnTo>
                  <a:lnTo>
                    <a:pt x="5169" y="21619"/>
                  </a:lnTo>
                  <a:lnTo>
                    <a:pt x="3465" y="22672"/>
                  </a:lnTo>
                  <a:lnTo>
                    <a:pt x="3657" y="16869"/>
                  </a:lnTo>
                  <a:lnTo>
                    <a:pt x="5590" y="11833"/>
                  </a:lnTo>
                  <a:lnTo>
                    <a:pt x="12104" y="15371"/>
                  </a:lnTo>
                  <a:lnTo>
                    <a:pt x="13835" y="14857"/>
                  </a:lnTo>
                  <a:lnTo>
                    <a:pt x="15486" y="11712"/>
                  </a:lnTo>
                  <a:lnTo>
                    <a:pt x="22352" y="11713"/>
                  </a:lnTo>
                  <a:lnTo>
                    <a:pt x="24512" y="7744"/>
                  </a:lnTo>
                  <a:lnTo>
                    <a:pt x="28551" y="7565"/>
                  </a:lnTo>
                  <a:lnTo>
                    <a:pt x="32530" y="5522"/>
                  </a:lnTo>
                  <a:lnTo>
                    <a:pt x="35444" y="851"/>
                  </a:lnTo>
                  <a:lnTo>
                    <a:pt x="3669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h4051"/>
            <p:cNvSpPr/>
            <p:nvPr/>
          </p:nvSpPr>
          <p:spPr>
            <a:xfrm>
              <a:off x="6151880" y="2892407"/>
              <a:ext cx="32169" cy="20935"/>
            </a:xfrm>
            <a:custGeom>
              <a:avLst/>
              <a:pathLst>
                <a:path w="32169" h="20935">
                  <a:moveTo>
                    <a:pt x="17094" y="836"/>
                  </a:moveTo>
                  <a:lnTo>
                    <a:pt x="20711" y="2827"/>
                  </a:lnTo>
                  <a:lnTo>
                    <a:pt x="21941" y="2775"/>
                  </a:lnTo>
                  <a:lnTo>
                    <a:pt x="24329" y="2600"/>
                  </a:lnTo>
                  <a:lnTo>
                    <a:pt x="32169" y="0"/>
                  </a:lnTo>
                  <a:lnTo>
                    <a:pt x="31418" y="3651"/>
                  </a:lnTo>
                  <a:lnTo>
                    <a:pt x="29027" y="12086"/>
                  </a:lnTo>
                  <a:lnTo>
                    <a:pt x="30161" y="16033"/>
                  </a:lnTo>
                  <a:lnTo>
                    <a:pt x="25285" y="14031"/>
                  </a:lnTo>
                  <a:lnTo>
                    <a:pt x="23211" y="20935"/>
                  </a:lnTo>
                  <a:lnTo>
                    <a:pt x="21496" y="20541"/>
                  </a:lnTo>
                  <a:lnTo>
                    <a:pt x="17976" y="19140"/>
                  </a:lnTo>
                  <a:lnTo>
                    <a:pt x="18374" y="16269"/>
                  </a:lnTo>
                  <a:lnTo>
                    <a:pt x="19242" y="16647"/>
                  </a:lnTo>
                  <a:lnTo>
                    <a:pt x="23318" y="11659"/>
                  </a:lnTo>
                  <a:lnTo>
                    <a:pt x="23208" y="8901"/>
                  </a:lnTo>
                  <a:lnTo>
                    <a:pt x="21346" y="6945"/>
                  </a:lnTo>
                  <a:lnTo>
                    <a:pt x="19632" y="8752"/>
                  </a:lnTo>
                  <a:lnTo>
                    <a:pt x="18780" y="13061"/>
                  </a:lnTo>
                  <a:lnTo>
                    <a:pt x="12727" y="14519"/>
                  </a:lnTo>
                  <a:lnTo>
                    <a:pt x="9717" y="14460"/>
                  </a:lnTo>
                  <a:lnTo>
                    <a:pt x="6612" y="15718"/>
                  </a:lnTo>
                  <a:lnTo>
                    <a:pt x="2462" y="14555"/>
                  </a:lnTo>
                  <a:lnTo>
                    <a:pt x="0" y="13110"/>
                  </a:lnTo>
                  <a:lnTo>
                    <a:pt x="834" y="11704"/>
                  </a:lnTo>
                  <a:lnTo>
                    <a:pt x="2557" y="11309"/>
                  </a:lnTo>
                  <a:lnTo>
                    <a:pt x="7071" y="4106"/>
                  </a:lnTo>
                  <a:lnTo>
                    <a:pt x="11752" y="68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h4052"/>
            <p:cNvSpPr/>
            <p:nvPr/>
          </p:nvSpPr>
          <p:spPr>
            <a:xfrm>
              <a:off x="6368825" y="2827154"/>
              <a:ext cx="33968" cy="23636"/>
            </a:xfrm>
            <a:custGeom>
              <a:avLst/>
              <a:pathLst>
                <a:path w="33968" h="23636">
                  <a:moveTo>
                    <a:pt x="30194" y="112"/>
                  </a:moveTo>
                  <a:lnTo>
                    <a:pt x="33148" y="0"/>
                  </a:lnTo>
                  <a:lnTo>
                    <a:pt x="33968" y="581"/>
                  </a:lnTo>
                  <a:lnTo>
                    <a:pt x="31872" y="6200"/>
                  </a:lnTo>
                  <a:lnTo>
                    <a:pt x="26585" y="14393"/>
                  </a:lnTo>
                  <a:lnTo>
                    <a:pt x="24219" y="19720"/>
                  </a:lnTo>
                  <a:lnTo>
                    <a:pt x="22804" y="20443"/>
                  </a:lnTo>
                  <a:lnTo>
                    <a:pt x="16148" y="20354"/>
                  </a:lnTo>
                  <a:lnTo>
                    <a:pt x="14808" y="23147"/>
                  </a:lnTo>
                  <a:lnTo>
                    <a:pt x="10400" y="23636"/>
                  </a:lnTo>
                  <a:lnTo>
                    <a:pt x="2271" y="22658"/>
                  </a:lnTo>
                  <a:lnTo>
                    <a:pt x="0" y="13924"/>
                  </a:lnTo>
                  <a:lnTo>
                    <a:pt x="520" y="11138"/>
                  </a:lnTo>
                  <a:lnTo>
                    <a:pt x="6623" y="7591"/>
                  </a:lnTo>
                  <a:lnTo>
                    <a:pt x="8828" y="7318"/>
                  </a:lnTo>
                  <a:lnTo>
                    <a:pt x="9968" y="6007"/>
                  </a:lnTo>
                  <a:lnTo>
                    <a:pt x="9988" y="4703"/>
                  </a:lnTo>
                  <a:lnTo>
                    <a:pt x="11091" y="3501"/>
                  </a:lnTo>
                  <a:lnTo>
                    <a:pt x="13910" y="2570"/>
                  </a:lnTo>
                  <a:lnTo>
                    <a:pt x="21421" y="321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h4053"/>
            <p:cNvSpPr/>
            <p:nvPr/>
          </p:nvSpPr>
          <p:spPr>
            <a:xfrm>
              <a:off x="6196607" y="2855841"/>
              <a:ext cx="28629" cy="28287"/>
            </a:xfrm>
            <a:custGeom>
              <a:avLst/>
              <a:pathLst>
                <a:path w="28629" h="28287">
                  <a:moveTo>
                    <a:pt x="2850" y="0"/>
                  </a:moveTo>
                  <a:lnTo>
                    <a:pt x="6184" y="3119"/>
                  </a:lnTo>
                  <a:lnTo>
                    <a:pt x="9346" y="3846"/>
                  </a:lnTo>
                  <a:lnTo>
                    <a:pt x="12769" y="6622"/>
                  </a:lnTo>
                  <a:lnTo>
                    <a:pt x="15510" y="8896"/>
                  </a:lnTo>
                  <a:lnTo>
                    <a:pt x="18578" y="7007"/>
                  </a:lnTo>
                  <a:lnTo>
                    <a:pt x="20229" y="7177"/>
                  </a:lnTo>
                  <a:lnTo>
                    <a:pt x="20860" y="14293"/>
                  </a:lnTo>
                  <a:lnTo>
                    <a:pt x="23028" y="16419"/>
                  </a:lnTo>
                  <a:lnTo>
                    <a:pt x="28629" y="19855"/>
                  </a:lnTo>
                  <a:lnTo>
                    <a:pt x="26378" y="23706"/>
                  </a:lnTo>
                  <a:lnTo>
                    <a:pt x="23815" y="25683"/>
                  </a:lnTo>
                  <a:lnTo>
                    <a:pt x="22220" y="25396"/>
                  </a:lnTo>
                  <a:lnTo>
                    <a:pt x="14508" y="25025"/>
                  </a:lnTo>
                  <a:lnTo>
                    <a:pt x="11787" y="26311"/>
                  </a:lnTo>
                  <a:lnTo>
                    <a:pt x="10798" y="27957"/>
                  </a:lnTo>
                  <a:lnTo>
                    <a:pt x="8846" y="28287"/>
                  </a:lnTo>
                  <a:lnTo>
                    <a:pt x="7633" y="24463"/>
                  </a:lnTo>
                  <a:lnTo>
                    <a:pt x="8656" y="21319"/>
                  </a:lnTo>
                  <a:lnTo>
                    <a:pt x="8171" y="18592"/>
                  </a:lnTo>
                  <a:lnTo>
                    <a:pt x="7193" y="18460"/>
                  </a:lnTo>
                  <a:lnTo>
                    <a:pt x="6713" y="19374"/>
                  </a:lnTo>
                  <a:lnTo>
                    <a:pt x="3268" y="18078"/>
                  </a:lnTo>
                  <a:lnTo>
                    <a:pt x="2555" y="17266"/>
                  </a:lnTo>
                  <a:lnTo>
                    <a:pt x="2183" y="13502"/>
                  </a:lnTo>
                  <a:lnTo>
                    <a:pt x="384" y="11410"/>
                  </a:lnTo>
                  <a:lnTo>
                    <a:pt x="1162" y="3497"/>
                  </a:lnTo>
                  <a:lnTo>
                    <a:pt x="0" y="92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h4054"/>
            <p:cNvSpPr/>
            <p:nvPr/>
          </p:nvSpPr>
          <p:spPr>
            <a:xfrm>
              <a:off x="6326641" y="2813116"/>
              <a:ext cx="30909" cy="29547"/>
            </a:xfrm>
            <a:custGeom>
              <a:avLst/>
              <a:pathLst>
                <a:path w="30909" h="29547">
                  <a:moveTo>
                    <a:pt x="22235" y="0"/>
                  </a:moveTo>
                  <a:lnTo>
                    <a:pt x="27228" y="1660"/>
                  </a:lnTo>
                  <a:lnTo>
                    <a:pt x="29115" y="3158"/>
                  </a:lnTo>
                  <a:lnTo>
                    <a:pt x="29935" y="5074"/>
                  </a:lnTo>
                  <a:lnTo>
                    <a:pt x="29619" y="6690"/>
                  </a:lnTo>
                  <a:lnTo>
                    <a:pt x="27806" y="6978"/>
                  </a:lnTo>
                  <a:lnTo>
                    <a:pt x="27577" y="8906"/>
                  </a:lnTo>
                  <a:lnTo>
                    <a:pt x="29999" y="9412"/>
                  </a:lnTo>
                  <a:lnTo>
                    <a:pt x="29709" y="13900"/>
                  </a:lnTo>
                  <a:lnTo>
                    <a:pt x="30909" y="14700"/>
                  </a:lnTo>
                  <a:lnTo>
                    <a:pt x="30093" y="17216"/>
                  </a:lnTo>
                  <a:lnTo>
                    <a:pt x="27414" y="21440"/>
                  </a:lnTo>
                  <a:lnTo>
                    <a:pt x="26370" y="27306"/>
                  </a:lnTo>
                  <a:lnTo>
                    <a:pt x="14166" y="25456"/>
                  </a:lnTo>
                  <a:lnTo>
                    <a:pt x="11405" y="29547"/>
                  </a:lnTo>
                  <a:lnTo>
                    <a:pt x="8821" y="29391"/>
                  </a:lnTo>
                  <a:lnTo>
                    <a:pt x="10381" y="26456"/>
                  </a:lnTo>
                  <a:lnTo>
                    <a:pt x="9923" y="25516"/>
                  </a:lnTo>
                  <a:lnTo>
                    <a:pt x="2656" y="21761"/>
                  </a:lnTo>
                  <a:lnTo>
                    <a:pt x="1106" y="22029"/>
                  </a:lnTo>
                  <a:lnTo>
                    <a:pt x="0" y="20621"/>
                  </a:lnTo>
                  <a:lnTo>
                    <a:pt x="803" y="17880"/>
                  </a:lnTo>
                  <a:lnTo>
                    <a:pt x="4498" y="16166"/>
                  </a:lnTo>
                  <a:lnTo>
                    <a:pt x="6530" y="17182"/>
                  </a:lnTo>
                  <a:lnTo>
                    <a:pt x="7490" y="14853"/>
                  </a:lnTo>
                  <a:lnTo>
                    <a:pt x="5952" y="10725"/>
                  </a:lnTo>
                  <a:lnTo>
                    <a:pt x="2343" y="10371"/>
                  </a:lnTo>
                  <a:lnTo>
                    <a:pt x="2173" y="8423"/>
                  </a:lnTo>
                  <a:lnTo>
                    <a:pt x="4076" y="7105"/>
                  </a:lnTo>
                  <a:lnTo>
                    <a:pt x="8964" y="5330"/>
                  </a:lnTo>
                  <a:lnTo>
                    <a:pt x="16238" y="11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h4055"/>
            <p:cNvSpPr/>
            <p:nvPr/>
          </p:nvSpPr>
          <p:spPr>
            <a:xfrm>
              <a:off x="6218827" y="2874444"/>
              <a:ext cx="14632" cy="12599"/>
            </a:xfrm>
            <a:custGeom>
              <a:avLst/>
              <a:pathLst>
                <a:path w="14632" h="12599">
                  <a:moveTo>
                    <a:pt x="10130" y="0"/>
                  </a:moveTo>
                  <a:lnTo>
                    <a:pt x="14632" y="92"/>
                  </a:lnTo>
                  <a:lnTo>
                    <a:pt x="14255" y="1382"/>
                  </a:lnTo>
                  <a:lnTo>
                    <a:pt x="12404" y="1779"/>
                  </a:lnTo>
                  <a:lnTo>
                    <a:pt x="11661" y="2762"/>
                  </a:lnTo>
                  <a:lnTo>
                    <a:pt x="11903" y="8259"/>
                  </a:lnTo>
                  <a:lnTo>
                    <a:pt x="10344" y="12599"/>
                  </a:lnTo>
                  <a:lnTo>
                    <a:pt x="2631" y="9459"/>
                  </a:lnTo>
                  <a:lnTo>
                    <a:pt x="0" y="6792"/>
                  </a:lnTo>
                  <a:lnTo>
                    <a:pt x="1595" y="7079"/>
                  </a:lnTo>
                  <a:lnTo>
                    <a:pt x="4158" y="5102"/>
                  </a:lnTo>
                  <a:lnTo>
                    <a:pt x="6409" y="1251"/>
                  </a:lnTo>
                  <a:lnTo>
                    <a:pt x="8228" y="135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h4056"/>
            <p:cNvSpPr/>
            <p:nvPr/>
          </p:nvSpPr>
          <p:spPr>
            <a:xfrm>
              <a:off x="6253838" y="2882543"/>
              <a:ext cx="20021" cy="23574"/>
            </a:xfrm>
            <a:custGeom>
              <a:avLst/>
              <a:pathLst>
                <a:path w="20021" h="23574">
                  <a:moveTo>
                    <a:pt x="17797" y="2875"/>
                  </a:moveTo>
                  <a:lnTo>
                    <a:pt x="19644" y="6558"/>
                  </a:lnTo>
                  <a:lnTo>
                    <a:pt x="17935" y="7715"/>
                  </a:lnTo>
                  <a:lnTo>
                    <a:pt x="17954" y="8748"/>
                  </a:lnTo>
                  <a:lnTo>
                    <a:pt x="18629" y="11790"/>
                  </a:lnTo>
                  <a:lnTo>
                    <a:pt x="20021" y="13675"/>
                  </a:lnTo>
                  <a:lnTo>
                    <a:pt x="18712" y="23574"/>
                  </a:lnTo>
                  <a:lnTo>
                    <a:pt x="16944" y="23237"/>
                  </a:lnTo>
                  <a:lnTo>
                    <a:pt x="16297" y="19879"/>
                  </a:lnTo>
                  <a:lnTo>
                    <a:pt x="12046" y="17428"/>
                  </a:lnTo>
                  <a:lnTo>
                    <a:pt x="10558" y="17895"/>
                  </a:lnTo>
                  <a:lnTo>
                    <a:pt x="11406" y="19334"/>
                  </a:lnTo>
                  <a:lnTo>
                    <a:pt x="10882" y="21095"/>
                  </a:lnTo>
                  <a:lnTo>
                    <a:pt x="7907" y="23245"/>
                  </a:lnTo>
                  <a:lnTo>
                    <a:pt x="7040" y="23169"/>
                  </a:lnTo>
                  <a:lnTo>
                    <a:pt x="5851" y="19481"/>
                  </a:lnTo>
                  <a:lnTo>
                    <a:pt x="2967" y="16819"/>
                  </a:lnTo>
                  <a:lnTo>
                    <a:pt x="98" y="15449"/>
                  </a:lnTo>
                  <a:lnTo>
                    <a:pt x="0" y="14025"/>
                  </a:lnTo>
                  <a:lnTo>
                    <a:pt x="1061" y="12002"/>
                  </a:lnTo>
                  <a:lnTo>
                    <a:pt x="2810" y="11631"/>
                  </a:lnTo>
                  <a:lnTo>
                    <a:pt x="3962" y="12149"/>
                  </a:lnTo>
                  <a:lnTo>
                    <a:pt x="3991" y="10878"/>
                  </a:lnTo>
                  <a:lnTo>
                    <a:pt x="1539" y="7726"/>
                  </a:lnTo>
                  <a:lnTo>
                    <a:pt x="524" y="7322"/>
                  </a:lnTo>
                  <a:lnTo>
                    <a:pt x="1802" y="5249"/>
                  </a:lnTo>
                  <a:lnTo>
                    <a:pt x="7006" y="7831"/>
                  </a:lnTo>
                  <a:lnTo>
                    <a:pt x="7524" y="3549"/>
                  </a:lnTo>
                  <a:lnTo>
                    <a:pt x="5987" y="2209"/>
                  </a:lnTo>
                  <a:lnTo>
                    <a:pt x="6231" y="1715"/>
                  </a:lnTo>
                  <a:lnTo>
                    <a:pt x="8018" y="404"/>
                  </a:lnTo>
                  <a:lnTo>
                    <a:pt x="11601" y="895"/>
                  </a:lnTo>
                  <a:lnTo>
                    <a:pt x="1173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h4057"/>
            <p:cNvSpPr/>
            <p:nvPr/>
          </p:nvSpPr>
          <p:spPr>
            <a:xfrm>
              <a:off x="6196800" y="2803682"/>
              <a:ext cx="35040" cy="30375"/>
            </a:xfrm>
            <a:custGeom>
              <a:avLst/>
              <a:pathLst>
                <a:path w="35040" h="30375">
                  <a:moveTo>
                    <a:pt x="12812" y="611"/>
                  </a:moveTo>
                  <a:lnTo>
                    <a:pt x="18277" y="3967"/>
                  </a:lnTo>
                  <a:lnTo>
                    <a:pt x="21499" y="3088"/>
                  </a:lnTo>
                  <a:lnTo>
                    <a:pt x="21273" y="4099"/>
                  </a:lnTo>
                  <a:lnTo>
                    <a:pt x="22153" y="6046"/>
                  </a:lnTo>
                  <a:lnTo>
                    <a:pt x="24836" y="6154"/>
                  </a:lnTo>
                  <a:lnTo>
                    <a:pt x="28156" y="14697"/>
                  </a:lnTo>
                  <a:lnTo>
                    <a:pt x="32013" y="14691"/>
                  </a:lnTo>
                  <a:lnTo>
                    <a:pt x="35004" y="16051"/>
                  </a:lnTo>
                  <a:lnTo>
                    <a:pt x="35040" y="17467"/>
                  </a:lnTo>
                  <a:lnTo>
                    <a:pt x="30772" y="22244"/>
                  </a:lnTo>
                  <a:lnTo>
                    <a:pt x="28398" y="27221"/>
                  </a:lnTo>
                  <a:lnTo>
                    <a:pt x="28830" y="29264"/>
                  </a:lnTo>
                  <a:lnTo>
                    <a:pt x="28086" y="30375"/>
                  </a:lnTo>
                  <a:lnTo>
                    <a:pt x="18019" y="28152"/>
                  </a:lnTo>
                  <a:lnTo>
                    <a:pt x="14827" y="26602"/>
                  </a:lnTo>
                  <a:lnTo>
                    <a:pt x="12284" y="21491"/>
                  </a:lnTo>
                  <a:lnTo>
                    <a:pt x="2020" y="17390"/>
                  </a:lnTo>
                  <a:lnTo>
                    <a:pt x="0" y="17991"/>
                  </a:lnTo>
                  <a:lnTo>
                    <a:pt x="123" y="17005"/>
                  </a:lnTo>
                  <a:lnTo>
                    <a:pt x="4403" y="12836"/>
                  </a:lnTo>
                  <a:lnTo>
                    <a:pt x="9004" y="10254"/>
                  </a:lnTo>
                  <a:lnTo>
                    <a:pt x="10295" y="6596"/>
                  </a:lnTo>
                  <a:lnTo>
                    <a:pt x="7680" y="2094"/>
                  </a:lnTo>
                  <a:lnTo>
                    <a:pt x="8720" y="105"/>
                  </a:lnTo>
                  <a:lnTo>
                    <a:pt x="99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h4058"/>
            <p:cNvSpPr/>
            <p:nvPr/>
          </p:nvSpPr>
          <p:spPr>
            <a:xfrm>
              <a:off x="6212410" y="2897758"/>
              <a:ext cx="22586" cy="20863"/>
            </a:xfrm>
            <a:custGeom>
              <a:avLst/>
              <a:pathLst>
                <a:path w="22586" h="20863">
                  <a:moveTo>
                    <a:pt x="22566" y="4520"/>
                  </a:moveTo>
                  <a:lnTo>
                    <a:pt x="22586" y="6161"/>
                  </a:lnTo>
                  <a:lnTo>
                    <a:pt x="17802" y="10105"/>
                  </a:lnTo>
                  <a:lnTo>
                    <a:pt x="15104" y="14923"/>
                  </a:lnTo>
                  <a:lnTo>
                    <a:pt x="17446" y="20782"/>
                  </a:lnTo>
                  <a:lnTo>
                    <a:pt x="10097" y="20863"/>
                  </a:lnTo>
                  <a:lnTo>
                    <a:pt x="8490" y="20214"/>
                  </a:lnTo>
                  <a:lnTo>
                    <a:pt x="5568" y="16865"/>
                  </a:lnTo>
                  <a:lnTo>
                    <a:pt x="5569" y="13807"/>
                  </a:lnTo>
                  <a:lnTo>
                    <a:pt x="7355" y="14249"/>
                  </a:lnTo>
                  <a:lnTo>
                    <a:pt x="7855" y="12129"/>
                  </a:lnTo>
                  <a:lnTo>
                    <a:pt x="3568" y="11823"/>
                  </a:lnTo>
                  <a:lnTo>
                    <a:pt x="0" y="7728"/>
                  </a:lnTo>
                  <a:lnTo>
                    <a:pt x="3330" y="6152"/>
                  </a:lnTo>
                  <a:lnTo>
                    <a:pt x="4929" y="4246"/>
                  </a:lnTo>
                  <a:lnTo>
                    <a:pt x="4376" y="1383"/>
                  </a:lnTo>
                  <a:lnTo>
                    <a:pt x="7665" y="2702"/>
                  </a:lnTo>
                  <a:lnTo>
                    <a:pt x="10564" y="2305"/>
                  </a:lnTo>
                  <a:lnTo>
                    <a:pt x="11588" y="4675"/>
                  </a:lnTo>
                  <a:lnTo>
                    <a:pt x="13786" y="5493"/>
                  </a:lnTo>
                  <a:lnTo>
                    <a:pt x="15645" y="2767"/>
                  </a:lnTo>
                  <a:lnTo>
                    <a:pt x="1993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h4059"/>
            <p:cNvSpPr/>
            <p:nvPr/>
          </p:nvSpPr>
          <p:spPr>
            <a:xfrm>
              <a:off x="6260534" y="2620772"/>
              <a:ext cx="26260" cy="21339"/>
            </a:xfrm>
            <a:custGeom>
              <a:avLst/>
              <a:pathLst>
                <a:path w="26260" h="21339">
                  <a:moveTo>
                    <a:pt x="12052" y="2327"/>
                  </a:moveTo>
                  <a:lnTo>
                    <a:pt x="15510" y="8560"/>
                  </a:lnTo>
                  <a:lnTo>
                    <a:pt x="20599" y="7155"/>
                  </a:lnTo>
                  <a:lnTo>
                    <a:pt x="23943" y="2767"/>
                  </a:lnTo>
                  <a:lnTo>
                    <a:pt x="26260" y="5200"/>
                  </a:lnTo>
                  <a:lnTo>
                    <a:pt x="25997" y="7652"/>
                  </a:lnTo>
                  <a:lnTo>
                    <a:pt x="20854" y="10689"/>
                  </a:lnTo>
                  <a:lnTo>
                    <a:pt x="20507" y="16276"/>
                  </a:lnTo>
                  <a:lnTo>
                    <a:pt x="22512" y="16390"/>
                  </a:lnTo>
                  <a:lnTo>
                    <a:pt x="23828" y="17167"/>
                  </a:lnTo>
                  <a:lnTo>
                    <a:pt x="24009" y="18301"/>
                  </a:lnTo>
                  <a:lnTo>
                    <a:pt x="21254" y="21339"/>
                  </a:lnTo>
                  <a:lnTo>
                    <a:pt x="18498" y="21052"/>
                  </a:lnTo>
                  <a:lnTo>
                    <a:pt x="14759" y="18299"/>
                  </a:lnTo>
                  <a:lnTo>
                    <a:pt x="6783" y="15838"/>
                  </a:lnTo>
                  <a:lnTo>
                    <a:pt x="2004" y="12217"/>
                  </a:lnTo>
                  <a:lnTo>
                    <a:pt x="2583" y="6998"/>
                  </a:lnTo>
                  <a:lnTo>
                    <a:pt x="0" y="5460"/>
                  </a:lnTo>
                  <a:lnTo>
                    <a:pt x="1432" y="3067"/>
                  </a:lnTo>
                  <a:lnTo>
                    <a:pt x="3351" y="634"/>
                  </a:lnTo>
                  <a:lnTo>
                    <a:pt x="482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h4060"/>
            <p:cNvSpPr/>
            <p:nvPr/>
          </p:nvSpPr>
          <p:spPr>
            <a:xfrm>
              <a:off x="6206713" y="2793895"/>
              <a:ext cx="17431" cy="13754"/>
            </a:xfrm>
            <a:custGeom>
              <a:avLst/>
              <a:pathLst>
                <a:path w="17431" h="13754">
                  <a:moveTo>
                    <a:pt x="9405" y="682"/>
                  </a:moveTo>
                  <a:lnTo>
                    <a:pt x="10780" y="1210"/>
                  </a:lnTo>
                  <a:lnTo>
                    <a:pt x="12770" y="0"/>
                  </a:lnTo>
                  <a:lnTo>
                    <a:pt x="13081" y="1703"/>
                  </a:lnTo>
                  <a:lnTo>
                    <a:pt x="11311" y="3164"/>
                  </a:lnTo>
                  <a:lnTo>
                    <a:pt x="11175" y="5921"/>
                  </a:lnTo>
                  <a:lnTo>
                    <a:pt x="12283" y="7794"/>
                  </a:lnTo>
                  <a:lnTo>
                    <a:pt x="13152" y="8075"/>
                  </a:lnTo>
                  <a:lnTo>
                    <a:pt x="14433" y="8017"/>
                  </a:lnTo>
                  <a:lnTo>
                    <a:pt x="15870" y="6011"/>
                  </a:lnTo>
                  <a:lnTo>
                    <a:pt x="16831" y="6421"/>
                  </a:lnTo>
                  <a:lnTo>
                    <a:pt x="17431" y="9793"/>
                  </a:lnTo>
                  <a:lnTo>
                    <a:pt x="16014" y="13448"/>
                  </a:lnTo>
                  <a:lnTo>
                    <a:pt x="14145" y="12191"/>
                  </a:lnTo>
                  <a:lnTo>
                    <a:pt x="11586" y="12875"/>
                  </a:lnTo>
                  <a:lnTo>
                    <a:pt x="8364" y="13754"/>
                  </a:lnTo>
                  <a:lnTo>
                    <a:pt x="2899" y="10397"/>
                  </a:lnTo>
                  <a:lnTo>
                    <a:pt x="0" y="9786"/>
                  </a:lnTo>
                  <a:lnTo>
                    <a:pt x="1923" y="6489"/>
                  </a:lnTo>
                  <a:lnTo>
                    <a:pt x="2492" y="6517"/>
                  </a:lnTo>
                  <a:lnTo>
                    <a:pt x="5414" y="497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h4061"/>
            <p:cNvSpPr/>
            <p:nvPr/>
          </p:nvSpPr>
          <p:spPr>
            <a:xfrm>
              <a:off x="6342880" y="2784185"/>
              <a:ext cx="54824" cy="38343"/>
            </a:xfrm>
            <a:custGeom>
              <a:avLst/>
              <a:pathLst>
                <a:path w="54824" h="38343">
                  <a:moveTo>
                    <a:pt x="44343" y="1316"/>
                  </a:moveTo>
                  <a:lnTo>
                    <a:pt x="43138" y="4135"/>
                  </a:lnTo>
                  <a:lnTo>
                    <a:pt x="43875" y="4630"/>
                  </a:lnTo>
                  <a:lnTo>
                    <a:pt x="47586" y="4089"/>
                  </a:lnTo>
                  <a:lnTo>
                    <a:pt x="54711" y="5804"/>
                  </a:lnTo>
                  <a:lnTo>
                    <a:pt x="54824" y="7696"/>
                  </a:lnTo>
                  <a:lnTo>
                    <a:pt x="52377" y="9094"/>
                  </a:lnTo>
                  <a:lnTo>
                    <a:pt x="50244" y="15245"/>
                  </a:lnTo>
                  <a:lnTo>
                    <a:pt x="51155" y="15723"/>
                  </a:lnTo>
                  <a:lnTo>
                    <a:pt x="50374" y="18020"/>
                  </a:lnTo>
                  <a:lnTo>
                    <a:pt x="49091" y="15802"/>
                  </a:lnTo>
                  <a:lnTo>
                    <a:pt x="47555" y="14770"/>
                  </a:lnTo>
                  <a:lnTo>
                    <a:pt x="46361" y="14787"/>
                  </a:lnTo>
                  <a:lnTo>
                    <a:pt x="42785" y="16818"/>
                  </a:lnTo>
                  <a:lnTo>
                    <a:pt x="40534" y="19189"/>
                  </a:lnTo>
                  <a:lnTo>
                    <a:pt x="39789" y="22135"/>
                  </a:lnTo>
                  <a:lnTo>
                    <a:pt x="31511" y="28319"/>
                  </a:lnTo>
                  <a:lnTo>
                    <a:pt x="32198" y="30298"/>
                  </a:lnTo>
                  <a:lnTo>
                    <a:pt x="29096" y="36811"/>
                  </a:lnTo>
                  <a:lnTo>
                    <a:pt x="28678" y="37309"/>
                  </a:lnTo>
                  <a:lnTo>
                    <a:pt x="23365" y="37570"/>
                  </a:lnTo>
                  <a:lnTo>
                    <a:pt x="18869" y="36767"/>
                  </a:lnTo>
                  <a:lnTo>
                    <a:pt x="14951" y="37111"/>
                  </a:lnTo>
                  <a:lnTo>
                    <a:pt x="13760" y="38343"/>
                  </a:lnTo>
                  <a:lnTo>
                    <a:pt x="11339" y="37837"/>
                  </a:lnTo>
                  <a:lnTo>
                    <a:pt x="11567" y="35909"/>
                  </a:lnTo>
                  <a:lnTo>
                    <a:pt x="13381" y="35621"/>
                  </a:lnTo>
                  <a:lnTo>
                    <a:pt x="13696" y="34006"/>
                  </a:lnTo>
                  <a:lnTo>
                    <a:pt x="12877" y="32090"/>
                  </a:lnTo>
                  <a:lnTo>
                    <a:pt x="10989" y="30591"/>
                  </a:lnTo>
                  <a:lnTo>
                    <a:pt x="5996" y="28931"/>
                  </a:lnTo>
                  <a:lnTo>
                    <a:pt x="0" y="29041"/>
                  </a:lnTo>
                  <a:lnTo>
                    <a:pt x="119" y="24603"/>
                  </a:lnTo>
                  <a:lnTo>
                    <a:pt x="1302" y="26782"/>
                  </a:lnTo>
                  <a:lnTo>
                    <a:pt x="4552" y="28685"/>
                  </a:lnTo>
                  <a:lnTo>
                    <a:pt x="8390" y="28218"/>
                  </a:lnTo>
                  <a:lnTo>
                    <a:pt x="12494" y="14490"/>
                  </a:lnTo>
                  <a:lnTo>
                    <a:pt x="12229" y="9783"/>
                  </a:lnTo>
                  <a:lnTo>
                    <a:pt x="9407" y="10524"/>
                  </a:lnTo>
                  <a:lnTo>
                    <a:pt x="7836" y="9037"/>
                  </a:lnTo>
                  <a:lnTo>
                    <a:pt x="7704" y="7243"/>
                  </a:lnTo>
                  <a:lnTo>
                    <a:pt x="9584" y="5436"/>
                  </a:lnTo>
                  <a:lnTo>
                    <a:pt x="12166" y="5227"/>
                  </a:lnTo>
                  <a:lnTo>
                    <a:pt x="14875" y="2953"/>
                  </a:lnTo>
                  <a:lnTo>
                    <a:pt x="27917" y="2463"/>
                  </a:lnTo>
                  <a:lnTo>
                    <a:pt x="33672" y="3318"/>
                  </a:lnTo>
                  <a:lnTo>
                    <a:pt x="34489" y="3074"/>
                  </a:lnTo>
                  <a:lnTo>
                    <a:pt x="34654" y="1527"/>
                  </a:lnTo>
                  <a:lnTo>
                    <a:pt x="35995" y="0"/>
                  </a:lnTo>
                  <a:lnTo>
                    <a:pt x="42332" y="20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h4062"/>
            <p:cNvSpPr/>
            <p:nvPr/>
          </p:nvSpPr>
          <p:spPr>
            <a:xfrm>
              <a:off x="6169946" y="2782518"/>
              <a:ext cx="20315" cy="23326"/>
            </a:xfrm>
            <a:custGeom>
              <a:avLst/>
              <a:pathLst>
                <a:path w="20315" h="23326">
                  <a:moveTo>
                    <a:pt x="6244" y="0"/>
                  </a:moveTo>
                  <a:lnTo>
                    <a:pt x="8027" y="2311"/>
                  </a:lnTo>
                  <a:lnTo>
                    <a:pt x="7867" y="8028"/>
                  </a:lnTo>
                  <a:lnTo>
                    <a:pt x="18609" y="10495"/>
                  </a:lnTo>
                  <a:lnTo>
                    <a:pt x="20315" y="11873"/>
                  </a:lnTo>
                  <a:lnTo>
                    <a:pt x="19789" y="12361"/>
                  </a:lnTo>
                  <a:lnTo>
                    <a:pt x="16762" y="17792"/>
                  </a:lnTo>
                  <a:lnTo>
                    <a:pt x="12588" y="22888"/>
                  </a:lnTo>
                  <a:lnTo>
                    <a:pt x="10416" y="23326"/>
                  </a:lnTo>
                  <a:lnTo>
                    <a:pt x="6620" y="21361"/>
                  </a:lnTo>
                  <a:lnTo>
                    <a:pt x="8199" y="18607"/>
                  </a:lnTo>
                  <a:lnTo>
                    <a:pt x="2509" y="14964"/>
                  </a:lnTo>
                  <a:lnTo>
                    <a:pt x="2992" y="11941"/>
                  </a:lnTo>
                  <a:lnTo>
                    <a:pt x="2269" y="5083"/>
                  </a:lnTo>
                  <a:lnTo>
                    <a:pt x="0" y="2954"/>
                  </a:lnTo>
                  <a:lnTo>
                    <a:pt x="3460" y="8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h4063"/>
            <p:cNvSpPr/>
            <p:nvPr/>
          </p:nvSpPr>
          <p:spPr>
            <a:xfrm>
              <a:off x="6149675" y="2807990"/>
              <a:ext cx="45982" cy="38030"/>
            </a:xfrm>
            <a:custGeom>
              <a:avLst/>
              <a:pathLst>
                <a:path w="45982" h="38030">
                  <a:moveTo>
                    <a:pt x="5162" y="597"/>
                  </a:moveTo>
                  <a:lnTo>
                    <a:pt x="6103" y="2054"/>
                  </a:lnTo>
                  <a:lnTo>
                    <a:pt x="6290" y="4105"/>
                  </a:lnTo>
                  <a:lnTo>
                    <a:pt x="15919" y="5769"/>
                  </a:lnTo>
                  <a:lnTo>
                    <a:pt x="19141" y="7276"/>
                  </a:lnTo>
                  <a:lnTo>
                    <a:pt x="23047" y="5287"/>
                  </a:lnTo>
                  <a:lnTo>
                    <a:pt x="23917" y="4144"/>
                  </a:lnTo>
                  <a:lnTo>
                    <a:pt x="28586" y="8692"/>
                  </a:lnTo>
                  <a:lnTo>
                    <a:pt x="31535" y="10277"/>
                  </a:lnTo>
                  <a:lnTo>
                    <a:pt x="37360" y="7036"/>
                  </a:lnTo>
                  <a:lnTo>
                    <a:pt x="39125" y="6465"/>
                  </a:lnTo>
                  <a:lnTo>
                    <a:pt x="40208" y="7184"/>
                  </a:lnTo>
                  <a:lnTo>
                    <a:pt x="39611" y="7342"/>
                  </a:lnTo>
                  <a:lnTo>
                    <a:pt x="42442" y="11982"/>
                  </a:lnTo>
                  <a:lnTo>
                    <a:pt x="43061" y="14836"/>
                  </a:lnTo>
                  <a:lnTo>
                    <a:pt x="45982" y="14678"/>
                  </a:lnTo>
                  <a:lnTo>
                    <a:pt x="42730" y="20193"/>
                  </a:lnTo>
                  <a:lnTo>
                    <a:pt x="38141" y="21637"/>
                  </a:lnTo>
                  <a:lnTo>
                    <a:pt x="38794" y="24321"/>
                  </a:lnTo>
                  <a:lnTo>
                    <a:pt x="35874" y="27014"/>
                  </a:lnTo>
                  <a:lnTo>
                    <a:pt x="32579" y="25676"/>
                  </a:lnTo>
                  <a:lnTo>
                    <a:pt x="31183" y="27012"/>
                  </a:lnTo>
                  <a:lnTo>
                    <a:pt x="29425" y="33258"/>
                  </a:lnTo>
                  <a:lnTo>
                    <a:pt x="30861" y="35799"/>
                  </a:lnTo>
                  <a:lnTo>
                    <a:pt x="27210" y="37047"/>
                  </a:lnTo>
                  <a:lnTo>
                    <a:pt x="25194" y="36137"/>
                  </a:lnTo>
                  <a:lnTo>
                    <a:pt x="24218" y="35975"/>
                  </a:lnTo>
                  <a:lnTo>
                    <a:pt x="22792" y="38030"/>
                  </a:lnTo>
                  <a:lnTo>
                    <a:pt x="20413" y="37956"/>
                  </a:lnTo>
                  <a:lnTo>
                    <a:pt x="15514" y="32457"/>
                  </a:lnTo>
                  <a:lnTo>
                    <a:pt x="13937" y="29360"/>
                  </a:lnTo>
                  <a:lnTo>
                    <a:pt x="9650" y="26873"/>
                  </a:lnTo>
                  <a:lnTo>
                    <a:pt x="8784" y="28910"/>
                  </a:lnTo>
                  <a:lnTo>
                    <a:pt x="3015" y="24032"/>
                  </a:lnTo>
                  <a:lnTo>
                    <a:pt x="1772" y="21505"/>
                  </a:lnTo>
                  <a:lnTo>
                    <a:pt x="2399" y="20408"/>
                  </a:lnTo>
                  <a:lnTo>
                    <a:pt x="0" y="16063"/>
                  </a:lnTo>
                  <a:lnTo>
                    <a:pt x="3191" y="11694"/>
                  </a:lnTo>
                  <a:lnTo>
                    <a:pt x="1345" y="10797"/>
                  </a:lnTo>
                  <a:lnTo>
                    <a:pt x="1948" y="10234"/>
                  </a:lnTo>
                  <a:lnTo>
                    <a:pt x="1901" y="1426"/>
                  </a:lnTo>
                  <a:lnTo>
                    <a:pt x="2567" y="530"/>
                  </a:lnTo>
                  <a:lnTo>
                    <a:pt x="409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h4064"/>
            <p:cNvSpPr/>
            <p:nvPr/>
          </p:nvSpPr>
          <p:spPr>
            <a:xfrm>
              <a:off x="6215421" y="2883904"/>
              <a:ext cx="14614" cy="16556"/>
            </a:xfrm>
            <a:custGeom>
              <a:avLst/>
              <a:pathLst>
                <a:path w="14614" h="16556">
                  <a:moveTo>
                    <a:pt x="13750" y="3139"/>
                  </a:moveTo>
                  <a:lnTo>
                    <a:pt x="14614" y="4717"/>
                  </a:lnTo>
                  <a:lnTo>
                    <a:pt x="12022" y="5912"/>
                  </a:lnTo>
                  <a:lnTo>
                    <a:pt x="6983" y="12709"/>
                  </a:lnTo>
                  <a:lnTo>
                    <a:pt x="7553" y="16159"/>
                  </a:lnTo>
                  <a:lnTo>
                    <a:pt x="4653" y="16556"/>
                  </a:lnTo>
                  <a:lnTo>
                    <a:pt x="1365" y="15236"/>
                  </a:lnTo>
                  <a:lnTo>
                    <a:pt x="2258" y="14721"/>
                  </a:lnTo>
                  <a:lnTo>
                    <a:pt x="1882" y="12605"/>
                  </a:lnTo>
                  <a:lnTo>
                    <a:pt x="88" y="10596"/>
                  </a:lnTo>
                  <a:lnTo>
                    <a:pt x="0" y="6789"/>
                  </a:lnTo>
                  <a:lnTo>
                    <a:pt x="1294" y="2453"/>
                  </a:lnTo>
                  <a:lnTo>
                    <a:pt x="2398" y="990"/>
                  </a:lnTo>
                  <a:lnTo>
                    <a:pt x="603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h4065"/>
            <p:cNvSpPr/>
            <p:nvPr/>
          </p:nvSpPr>
          <p:spPr>
            <a:xfrm>
              <a:off x="6288942" y="2788435"/>
              <a:ext cx="24833" cy="24914"/>
            </a:xfrm>
            <a:custGeom>
              <a:avLst/>
              <a:pathLst>
                <a:path w="24833" h="24914">
                  <a:moveTo>
                    <a:pt x="19190" y="84"/>
                  </a:moveTo>
                  <a:lnTo>
                    <a:pt x="22559" y="3165"/>
                  </a:lnTo>
                  <a:lnTo>
                    <a:pt x="24833" y="9051"/>
                  </a:lnTo>
                  <a:lnTo>
                    <a:pt x="22597" y="17710"/>
                  </a:lnTo>
                  <a:lnTo>
                    <a:pt x="23681" y="18407"/>
                  </a:lnTo>
                  <a:lnTo>
                    <a:pt x="23285" y="19935"/>
                  </a:lnTo>
                  <a:lnTo>
                    <a:pt x="14260" y="21361"/>
                  </a:lnTo>
                  <a:lnTo>
                    <a:pt x="13325" y="24914"/>
                  </a:lnTo>
                  <a:lnTo>
                    <a:pt x="7932" y="20896"/>
                  </a:lnTo>
                  <a:lnTo>
                    <a:pt x="5699" y="20753"/>
                  </a:lnTo>
                  <a:lnTo>
                    <a:pt x="0" y="12709"/>
                  </a:lnTo>
                  <a:lnTo>
                    <a:pt x="264" y="9448"/>
                  </a:lnTo>
                  <a:lnTo>
                    <a:pt x="4889" y="8120"/>
                  </a:lnTo>
                  <a:lnTo>
                    <a:pt x="11989" y="2293"/>
                  </a:lnTo>
                  <a:lnTo>
                    <a:pt x="14574" y="2472"/>
                  </a:lnTo>
                  <a:lnTo>
                    <a:pt x="1763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h4066"/>
            <p:cNvSpPr/>
            <p:nvPr/>
          </p:nvSpPr>
          <p:spPr>
            <a:xfrm>
              <a:off x="6642713" y="3000980"/>
              <a:ext cx="19736" cy="31278"/>
            </a:xfrm>
            <a:custGeom>
              <a:avLst/>
              <a:pathLst>
                <a:path w="19736" h="31278">
                  <a:moveTo>
                    <a:pt x="12189" y="271"/>
                  </a:moveTo>
                  <a:lnTo>
                    <a:pt x="13612" y="1000"/>
                  </a:lnTo>
                  <a:lnTo>
                    <a:pt x="13547" y="5507"/>
                  </a:lnTo>
                  <a:lnTo>
                    <a:pt x="14454" y="8562"/>
                  </a:lnTo>
                  <a:lnTo>
                    <a:pt x="16650" y="10854"/>
                  </a:lnTo>
                  <a:lnTo>
                    <a:pt x="18505" y="15009"/>
                  </a:lnTo>
                  <a:lnTo>
                    <a:pt x="18281" y="17251"/>
                  </a:lnTo>
                  <a:lnTo>
                    <a:pt x="19736" y="20677"/>
                  </a:lnTo>
                  <a:lnTo>
                    <a:pt x="18560" y="20363"/>
                  </a:lnTo>
                  <a:lnTo>
                    <a:pt x="18201" y="20940"/>
                  </a:lnTo>
                  <a:lnTo>
                    <a:pt x="17558" y="26274"/>
                  </a:lnTo>
                  <a:lnTo>
                    <a:pt x="16466" y="26478"/>
                  </a:lnTo>
                  <a:lnTo>
                    <a:pt x="15053" y="27997"/>
                  </a:lnTo>
                  <a:lnTo>
                    <a:pt x="17400" y="31278"/>
                  </a:lnTo>
                  <a:lnTo>
                    <a:pt x="11950" y="30901"/>
                  </a:lnTo>
                  <a:lnTo>
                    <a:pt x="13089" y="28809"/>
                  </a:lnTo>
                  <a:lnTo>
                    <a:pt x="11630" y="25499"/>
                  </a:lnTo>
                  <a:lnTo>
                    <a:pt x="7578" y="22011"/>
                  </a:lnTo>
                  <a:lnTo>
                    <a:pt x="3554" y="22234"/>
                  </a:lnTo>
                  <a:lnTo>
                    <a:pt x="0" y="19297"/>
                  </a:lnTo>
                  <a:lnTo>
                    <a:pt x="214" y="17286"/>
                  </a:lnTo>
                  <a:lnTo>
                    <a:pt x="2281" y="17503"/>
                  </a:lnTo>
                  <a:lnTo>
                    <a:pt x="4285" y="11823"/>
                  </a:lnTo>
                  <a:lnTo>
                    <a:pt x="1197" y="11326"/>
                  </a:lnTo>
                  <a:lnTo>
                    <a:pt x="1047" y="8335"/>
                  </a:lnTo>
                  <a:lnTo>
                    <a:pt x="4637" y="9441"/>
                  </a:lnTo>
                  <a:lnTo>
                    <a:pt x="4474" y="5323"/>
                  </a:lnTo>
                  <a:lnTo>
                    <a:pt x="69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h4067"/>
            <p:cNvSpPr/>
            <p:nvPr/>
          </p:nvSpPr>
          <p:spPr>
            <a:xfrm>
              <a:off x="6741010" y="2937040"/>
              <a:ext cx="13669" cy="12736"/>
            </a:xfrm>
            <a:custGeom>
              <a:avLst/>
              <a:pathLst>
                <a:path w="13669" h="12736">
                  <a:moveTo>
                    <a:pt x="4511" y="0"/>
                  </a:moveTo>
                  <a:lnTo>
                    <a:pt x="7200" y="235"/>
                  </a:lnTo>
                  <a:lnTo>
                    <a:pt x="11522" y="2178"/>
                  </a:lnTo>
                  <a:lnTo>
                    <a:pt x="11530" y="2919"/>
                  </a:lnTo>
                  <a:lnTo>
                    <a:pt x="13669" y="6898"/>
                  </a:lnTo>
                  <a:lnTo>
                    <a:pt x="11688" y="6897"/>
                  </a:lnTo>
                  <a:lnTo>
                    <a:pt x="6865" y="9941"/>
                  </a:lnTo>
                  <a:lnTo>
                    <a:pt x="37" y="12736"/>
                  </a:lnTo>
                  <a:lnTo>
                    <a:pt x="0" y="4699"/>
                  </a:lnTo>
                  <a:lnTo>
                    <a:pt x="2136" y="4821"/>
                  </a:lnTo>
                  <a:lnTo>
                    <a:pt x="3115" y="3247"/>
                  </a:lnTo>
                  <a:lnTo>
                    <a:pt x="1753" y="125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h4068"/>
            <p:cNvSpPr/>
            <p:nvPr/>
          </p:nvSpPr>
          <p:spPr>
            <a:xfrm>
              <a:off x="6645328" y="3036438"/>
              <a:ext cx="5259" cy="9084"/>
            </a:xfrm>
            <a:custGeom>
              <a:avLst/>
              <a:pathLst>
                <a:path w="5259" h="9084">
                  <a:moveTo>
                    <a:pt x="4032" y="100"/>
                  </a:moveTo>
                  <a:lnTo>
                    <a:pt x="5259" y="1816"/>
                  </a:lnTo>
                  <a:lnTo>
                    <a:pt x="4896" y="9084"/>
                  </a:lnTo>
                  <a:lnTo>
                    <a:pt x="0" y="7405"/>
                  </a:lnTo>
                  <a:lnTo>
                    <a:pt x="833" y="0"/>
                  </a:lnTo>
                  <a:lnTo>
                    <a:pt x="3230" y="12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h4069"/>
            <p:cNvSpPr/>
            <p:nvPr/>
          </p:nvSpPr>
          <p:spPr>
            <a:xfrm>
              <a:off x="6636035" y="3020277"/>
              <a:ext cx="19767" cy="15380"/>
            </a:xfrm>
            <a:custGeom>
              <a:avLst/>
              <a:pathLst>
                <a:path w="19767" h="15380">
                  <a:moveTo>
                    <a:pt x="14256" y="2714"/>
                  </a:moveTo>
                  <a:lnTo>
                    <a:pt x="18308" y="6202"/>
                  </a:lnTo>
                  <a:lnTo>
                    <a:pt x="19767" y="9511"/>
                  </a:lnTo>
                  <a:lnTo>
                    <a:pt x="18628" y="11603"/>
                  </a:lnTo>
                  <a:lnTo>
                    <a:pt x="11362" y="9978"/>
                  </a:lnTo>
                  <a:lnTo>
                    <a:pt x="10270" y="15380"/>
                  </a:lnTo>
                  <a:lnTo>
                    <a:pt x="2038" y="9238"/>
                  </a:lnTo>
                  <a:lnTo>
                    <a:pt x="1750" y="6397"/>
                  </a:lnTo>
                  <a:lnTo>
                    <a:pt x="2404" y="4139"/>
                  </a:lnTo>
                  <a:lnTo>
                    <a:pt x="0" y="2914"/>
                  </a:lnTo>
                  <a:lnTo>
                    <a:pt x="6677" y="0"/>
                  </a:lnTo>
                  <a:lnTo>
                    <a:pt x="10232" y="293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h4070"/>
            <p:cNvSpPr/>
            <p:nvPr/>
          </p:nvSpPr>
          <p:spPr>
            <a:xfrm>
              <a:off x="6742764" y="2925780"/>
              <a:ext cx="17529" cy="12516"/>
            </a:xfrm>
            <a:custGeom>
              <a:avLst/>
              <a:pathLst>
                <a:path w="17529" h="12516">
                  <a:moveTo>
                    <a:pt x="9142" y="420"/>
                  </a:moveTo>
                  <a:lnTo>
                    <a:pt x="10046" y="3387"/>
                  </a:lnTo>
                  <a:lnTo>
                    <a:pt x="11740" y="4313"/>
                  </a:lnTo>
                  <a:lnTo>
                    <a:pt x="15451" y="3693"/>
                  </a:lnTo>
                  <a:lnTo>
                    <a:pt x="17529" y="6284"/>
                  </a:lnTo>
                  <a:lnTo>
                    <a:pt x="14107" y="10745"/>
                  </a:lnTo>
                  <a:lnTo>
                    <a:pt x="10791" y="10075"/>
                  </a:lnTo>
                  <a:lnTo>
                    <a:pt x="3072" y="9798"/>
                  </a:lnTo>
                  <a:lnTo>
                    <a:pt x="2757" y="11259"/>
                  </a:lnTo>
                  <a:lnTo>
                    <a:pt x="0" y="12516"/>
                  </a:lnTo>
                  <a:lnTo>
                    <a:pt x="2278" y="5627"/>
                  </a:lnTo>
                  <a:lnTo>
                    <a:pt x="3986" y="3967"/>
                  </a:lnTo>
                  <a:lnTo>
                    <a:pt x="5990" y="3988"/>
                  </a:lnTo>
                  <a:lnTo>
                    <a:pt x="715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h4071"/>
            <p:cNvSpPr/>
            <p:nvPr/>
          </p:nvSpPr>
          <p:spPr>
            <a:xfrm>
              <a:off x="6766801" y="3007161"/>
              <a:ext cx="14933" cy="8185"/>
            </a:xfrm>
            <a:custGeom>
              <a:avLst/>
              <a:pathLst>
                <a:path w="14933" h="8185">
                  <a:moveTo>
                    <a:pt x="9736" y="7011"/>
                  </a:moveTo>
                  <a:lnTo>
                    <a:pt x="8286" y="6902"/>
                  </a:lnTo>
                  <a:lnTo>
                    <a:pt x="849" y="8185"/>
                  </a:lnTo>
                  <a:lnTo>
                    <a:pt x="0" y="7613"/>
                  </a:lnTo>
                  <a:lnTo>
                    <a:pt x="3574" y="1784"/>
                  </a:lnTo>
                  <a:lnTo>
                    <a:pt x="8774" y="1776"/>
                  </a:lnTo>
                  <a:lnTo>
                    <a:pt x="1493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h4072"/>
            <p:cNvSpPr/>
            <p:nvPr/>
          </p:nvSpPr>
          <p:spPr>
            <a:xfrm>
              <a:off x="6752541" y="2939960"/>
              <a:ext cx="3605" cy="4063"/>
            </a:xfrm>
            <a:custGeom>
              <a:avLst/>
              <a:pathLst>
                <a:path w="3605" h="4063">
                  <a:moveTo>
                    <a:pt x="3605" y="501"/>
                  </a:moveTo>
                  <a:lnTo>
                    <a:pt x="2618" y="3027"/>
                  </a:lnTo>
                  <a:lnTo>
                    <a:pt x="3148" y="4063"/>
                  </a:lnTo>
                  <a:lnTo>
                    <a:pt x="2139" y="3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h4073"/>
            <p:cNvSpPr/>
            <p:nvPr/>
          </p:nvSpPr>
          <p:spPr>
            <a:xfrm>
              <a:off x="6761833" y="2997953"/>
              <a:ext cx="7764" cy="15739"/>
            </a:xfrm>
            <a:custGeom>
              <a:avLst/>
              <a:pathLst>
                <a:path w="7764" h="15739">
                  <a:moveTo>
                    <a:pt x="2837" y="0"/>
                  </a:moveTo>
                  <a:lnTo>
                    <a:pt x="2566" y="770"/>
                  </a:lnTo>
                  <a:lnTo>
                    <a:pt x="5354" y="2144"/>
                  </a:lnTo>
                  <a:lnTo>
                    <a:pt x="5954" y="3082"/>
                  </a:lnTo>
                  <a:lnTo>
                    <a:pt x="7130" y="3965"/>
                  </a:lnTo>
                  <a:lnTo>
                    <a:pt x="7764" y="8184"/>
                  </a:lnTo>
                  <a:lnTo>
                    <a:pt x="4904" y="10994"/>
                  </a:lnTo>
                  <a:lnTo>
                    <a:pt x="2123" y="15149"/>
                  </a:lnTo>
                  <a:lnTo>
                    <a:pt x="810" y="15739"/>
                  </a:lnTo>
                  <a:lnTo>
                    <a:pt x="248" y="15094"/>
                  </a:lnTo>
                  <a:lnTo>
                    <a:pt x="538" y="12290"/>
                  </a:lnTo>
                  <a:lnTo>
                    <a:pt x="2526" y="10153"/>
                  </a:lnTo>
                  <a:lnTo>
                    <a:pt x="4209" y="6462"/>
                  </a:lnTo>
                  <a:lnTo>
                    <a:pt x="3899" y="5666"/>
                  </a:lnTo>
                  <a:lnTo>
                    <a:pt x="1111" y="4245"/>
                  </a:lnTo>
                  <a:lnTo>
                    <a:pt x="0" y="2128"/>
                  </a:lnTo>
                  <a:lnTo>
                    <a:pt x="562" y="1163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h4074"/>
            <p:cNvSpPr/>
            <p:nvPr/>
          </p:nvSpPr>
          <p:spPr>
            <a:xfrm>
              <a:off x="6569700" y="3007728"/>
              <a:ext cx="62029" cy="31190"/>
            </a:xfrm>
            <a:custGeom>
              <a:avLst/>
              <a:pathLst>
                <a:path w="62029" h="31190">
                  <a:moveTo>
                    <a:pt x="46917" y="0"/>
                  </a:moveTo>
                  <a:lnTo>
                    <a:pt x="49894" y="1004"/>
                  </a:lnTo>
                  <a:lnTo>
                    <a:pt x="49233" y="2240"/>
                  </a:lnTo>
                  <a:lnTo>
                    <a:pt x="49584" y="3074"/>
                  </a:lnTo>
                  <a:lnTo>
                    <a:pt x="52328" y="5258"/>
                  </a:lnTo>
                  <a:lnTo>
                    <a:pt x="51033" y="8031"/>
                  </a:lnTo>
                  <a:lnTo>
                    <a:pt x="49965" y="7462"/>
                  </a:lnTo>
                  <a:lnTo>
                    <a:pt x="48132" y="9137"/>
                  </a:lnTo>
                  <a:lnTo>
                    <a:pt x="47839" y="10138"/>
                  </a:lnTo>
                  <a:lnTo>
                    <a:pt x="48991" y="11845"/>
                  </a:lnTo>
                  <a:lnTo>
                    <a:pt x="50913" y="12493"/>
                  </a:lnTo>
                  <a:lnTo>
                    <a:pt x="52546" y="12196"/>
                  </a:lnTo>
                  <a:lnTo>
                    <a:pt x="55144" y="10575"/>
                  </a:lnTo>
                  <a:lnTo>
                    <a:pt x="59465" y="9518"/>
                  </a:lnTo>
                  <a:lnTo>
                    <a:pt x="62029" y="13175"/>
                  </a:lnTo>
                  <a:lnTo>
                    <a:pt x="60035" y="14768"/>
                  </a:lnTo>
                  <a:lnTo>
                    <a:pt x="60090" y="17768"/>
                  </a:lnTo>
                  <a:lnTo>
                    <a:pt x="57939" y="18605"/>
                  </a:lnTo>
                  <a:lnTo>
                    <a:pt x="54891" y="24117"/>
                  </a:lnTo>
                  <a:lnTo>
                    <a:pt x="48767" y="26893"/>
                  </a:lnTo>
                  <a:lnTo>
                    <a:pt x="47656" y="26291"/>
                  </a:lnTo>
                  <a:lnTo>
                    <a:pt x="45744" y="27008"/>
                  </a:lnTo>
                  <a:lnTo>
                    <a:pt x="45571" y="27675"/>
                  </a:lnTo>
                  <a:lnTo>
                    <a:pt x="40845" y="26669"/>
                  </a:lnTo>
                  <a:lnTo>
                    <a:pt x="29609" y="27223"/>
                  </a:lnTo>
                  <a:lnTo>
                    <a:pt x="23918" y="29482"/>
                  </a:lnTo>
                  <a:lnTo>
                    <a:pt x="18478" y="30701"/>
                  </a:lnTo>
                  <a:lnTo>
                    <a:pt x="13370" y="30219"/>
                  </a:lnTo>
                  <a:lnTo>
                    <a:pt x="13322" y="31190"/>
                  </a:lnTo>
                  <a:lnTo>
                    <a:pt x="12300" y="29894"/>
                  </a:lnTo>
                  <a:lnTo>
                    <a:pt x="8409" y="27549"/>
                  </a:lnTo>
                  <a:lnTo>
                    <a:pt x="6982" y="27383"/>
                  </a:lnTo>
                  <a:lnTo>
                    <a:pt x="4153" y="23252"/>
                  </a:lnTo>
                  <a:lnTo>
                    <a:pt x="0" y="21716"/>
                  </a:lnTo>
                  <a:lnTo>
                    <a:pt x="1253" y="21124"/>
                  </a:lnTo>
                  <a:lnTo>
                    <a:pt x="6015" y="21007"/>
                  </a:lnTo>
                  <a:lnTo>
                    <a:pt x="12814" y="24021"/>
                  </a:lnTo>
                  <a:lnTo>
                    <a:pt x="15845" y="23586"/>
                  </a:lnTo>
                  <a:lnTo>
                    <a:pt x="18479" y="17738"/>
                  </a:lnTo>
                  <a:lnTo>
                    <a:pt x="24555" y="19433"/>
                  </a:lnTo>
                  <a:lnTo>
                    <a:pt x="25365" y="20960"/>
                  </a:lnTo>
                  <a:lnTo>
                    <a:pt x="27109" y="21768"/>
                  </a:lnTo>
                  <a:lnTo>
                    <a:pt x="30135" y="21140"/>
                  </a:lnTo>
                  <a:lnTo>
                    <a:pt x="31475" y="19944"/>
                  </a:lnTo>
                  <a:lnTo>
                    <a:pt x="33241" y="15775"/>
                  </a:lnTo>
                  <a:lnTo>
                    <a:pt x="34135" y="7124"/>
                  </a:lnTo>
                  <a:lnTo>
                    <a:pt x="31629" y="2829"/>
                  </a:lnTo>
                  <a:lnTo>
                    <a:pt x="29670" y="2185"/>
                  </a:lnTo>
                  <a:lnTo>
                    <a:pt x="28498" y="950"/>
                  </a:lnTo>
                  <a:lnTo>
                    <a:pt x="33630" y="1030"/>
                  </a:lnTo>
                  <a:lnTo>
                    <a:pt x="34965" y="1060"/>
                  </a:lnTo>
                  <a:lnTo>
                    <a:pt x="40616" y="4210"/>
                  </a:lnTo>
                  <a:lnTo>
                    <a:pt x="45741" y="30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h4075"/>
            <p:cNvSpPr/>
            <p:nvPr/>
          </p:nvSpPr>
          <p:spPr>
            <a:xfrm>
              <a:off x="6752533" y="2935855"/>
              <a:ext cx="5540" cy="8168"/>
            </a:xfrm>
            <a:custGeom>
              <a:avLst/>
              <a:pathLst>
                <a:path w="5540" h="8168">
                  <a:moveTo>
                    <a:pt x="4338" y="670"/>
                  </a:moveTo>
                  <a:lnTo>
                    <a:pt x="5540" y="4593"/>
                  </a:lnTo>
                  <a:lnTo>
                    <a:pt x="5310" y="5900"/>
                  </a:lnTo>
                  <a:lnTo>
                    <a:pt x="3155" y="8168"/>
                  </a:lnTo>
                  <a:lnTo>
                    <a:pt x="2626" y="7131"/>
                  </a:lnTo>
                  <a:lnTo>
                    <a:pt x="3613" y="4605"/>
                  </a:lnTo>
                  <a:lnTo>
                    <a:pt x="7" y="4104"/>
                  </a:lnTo>
                  <a:lnTo>
                    <a:pt x="0" y="3363"/>
                  </a:lnTo>
                  <a:lnTo>
                    <a:pt x="102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h4076"/>
            <p:cNvSpPr/>
            <p:nvPr/>
          </p:nvSpPr>
          <p:spPr>
            <a:xfrm>
              <a:off x="6688710" y="2979703"/>
              <a:ext cx="6129" cy="7500"/>
            </a:xfrm>
            <a:custGeom>
              <a:avLst/>
              <a:pathLst>
                <a:path w="6129" h="7500">
                  <a:moveTo>
                    <a:pt x="3822" y="1991"/>
                  </a:moveTo>
                  <a:lnTo>
                    <a:pt x="6039" y="3849"/>
                  </a:lnTo>
                  <a:lnTo>
                    <a:pt x="6129" y="5190"/>
                  </a:lnTo>
                  <a:lnTo>
                    <a:pt x="3529" y="7500"/>
                  </a:lnTo>
                  <a:lnTo>
                    <a:pt x="493" y="7365"/>
                  </a:lnTo>
                  <a:lnTo>
                    <a:pt x="0" y="4960"/>
                  </a:lnTo>
                  <a:lnTo>
                    <a:pt x="676" y="3046"/>
                  </a:lnTo>
                  <a:lnTo>
                    <a:pt x="22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h4077"/>
            <p:cNvSpPr/>
            <p:nvPr/>
          </p:nvSpPr>
          <p:spPr>
            <a:xfrm>
              <a:off x="6641254" y="2969732"/>
              <a:ext cx="23229" cy="31519"/>
            </a:xfrm>
            <a:custGeom>
              <a:avLst/>
              <a:pathLst>
                <a:path w="23229" h="31519">
                  <a:moveTo>
                    <a:pt x="19918" y="0"/>
                  </a:moveTo>
                  <a:lnTo>
                    <a:pt x="23229" y="4519"/>
                  </a:lnTo>
                  <a:lnTo>
                    <a:pt x="23113" y="5738"/>
                  </a:lnTo>
                  <a:lnTo>
                    <a:pt x="20556" y="11972"/>
                  </a:lnTo>
                  <a:lnTo>
                    <a:pt x="18224" y="14549"/>
                  </a:lnTo>
                  <a:lnTo>
                    <a:pt x="14774" y="20801"/>
                  </a:lnTo>
                  <a:lnTo>
                    <a:pt x="15597" y="22056"/>
                  </a:lnTo>
                  <a:lnTo>
                    <a:pt x="15204" y="30638"/>
                  </a:lnTo>
                  <a:lnTo>
                    <a:pt x="13648" y="31519"/>
                  </a:lnTo>
                  <a:lnTo>
                    <a:pt x="8457" y="31247"/>
                  </a:lnTo>
                  <a:lnTo>
                    <a:pt x="6210" y="31277"/>
                  </a:lnTo>
                  <a:lnTo>
                    <a:pt x="7770" y="28230"/>
                  </a:lnTo>
                  <a:lnTo>
                    <a:pt x="7338" y="22298"/>
                  </a:lnTo>
                  <a:lnTo>
                    <a:pt x="2862" y="14408"/>
                  </a:lnTo>
                  <a:lnTo>
                    <a:pt x="345" y="13550"/>
                  </a:lnTo>
                  <a:lnTo>
                    <a:pt x="198" y="11492"/>
                  </a:lnTo>
                  <a:lnTo>
                    <a:pt x="0" y="9533"/>
                  </a:lnTo>
                  <a:lnTo>
                    <a:pt x="2972" y="9285"/>
                  </a:lnTo>
                  <a:lnTo>
                    <a:pt x="3713" y="11116"/>
                  </a:lnTo>
                  <a:lnTo>
                    <a:pt x="4444" y="10702"/>
                  </a:lnTo>
                  <a:lnTo>
                    <a:pt x="5385" y="3194"/>
                  </a:lnTo>
                  <a:lnTo>
                    <a:pt x="8603" y="1956"/>
                  </a:lnTo>
                  <a:lnTo>
                    <a:pt x="10363" y="2069"/>
                  </a:lnTo>
                  <a:lnTo>
                    <a:pt x="9771" y="5640"/>
                  </a:lnTo>
                  <a:lnTo>
                    <a:pt x="14554" y="6105"/>
                  </a:lnTo>
                  <a:lnTo>
                    <a:pt x="16052" y="5397"/>
                  </a:lnTo>
                  <a:lnTo>
                    <a:pt x="16299" y="3951"/>
                  </a:lnTo>
                  <a:lnTo>
                    <a:pt x="15913" y="2633"/>
                  </a:lnTo>
                  <a:lnTo>
                    <a:pt x="14941" y="2927"/>
                  </a:lnTo>
                  <a:lnTo>
                    <a:pt x="14301" y="1830"/>
                  </a:lnTo>
                  <a:lnTo>
                    <a:pt x="14450" y="6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h4078"/>
            <p:cNvSpPr/>
            <p:nvPr/>
          </p:nvSpPr>
          <p:spPr>
            <a:xfrm>
              <a:off x="6758464" y="2999116"/>
              <a:ext cx="7577" cy="13931"/>
            </a:xfrm>
            <a:custGeom>
              <a:avLst/>
              <a:pathLst>
                <a:path w="7577" h="13931">
                  <a:moveTo>
                    <a:pt x="3930" y="0"/>
                  </a:moveTo>
                  <a:lnTo>
                    <a:pt x="3368" y="965"/>
                  </a:lnTo>
                  <a:lnTo>
                    <a:pt x="4479" y="3082"/>
                  </a:lnTo>
                  <a:lnTo>
                    <a:pt x="7268" y="4503"/>
                  </a:lnTo>
                  <a:lnTo>
                    <a:pt x="7577" y="5298"/>
                  </a:lnTo>
                  <a:lnTo>
                    <a:pt x="5895" y="8990"/>
                  </a:lnTo>
                  <a:lnTo>
                    <a:pt x="3907" y="11127"/>
                  </a:lnTo>
                  <a:lnTo>
                    <a:pt x="3617" y="13931"/>
                  </a:lnTo>
                  <a:lnTo>
                    <a:pt x="364" y="8730"/>
                  </a:lnTo>
                  <a:lnTo>
                    <a:pt x="0" y="5698"/>
                  </a:lnTo>
                  <a:lnTo>
                    <a:pt x="972" y="5859"/>
                  </a:lnTo>
                  <a:lnTo>
                    <a:pt x="3138" y="3858"/>
                  </a:lnTo>
                  <a:lnTo>
                    <a:pt x="3140" y="8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h4079"/>
            <p:cNvSpPr/>
            <p:nvPr/>
          </p:nvSpPr>
          <p:spPr>
            <a:xfrm>
              <a:off x="6620360" y="2919232"/>
              <a:ext cx="24141" cy="27271"/>
            </a:xfrm>
            <a:custGeom>
              <a:avLst/>
              <a:pathLst>
                <a:path w="24141" h="27271">
                  <a:moveTo>
                    <a:pt x="6917" y="833"/>
                  </a:moveTo>
                  <a:lnTo>
                    <a:pt x="5728" y="3827"/>
                  </a:lnTo>
                  <a:lnTo>
                    <a:pt x="7214" y="3406"/>
                  </a:lnTo>
                  <a:lnTo>
                    <a:pt x="8216" y="1407"/>
                  </a:lnTo>
                  <a:lnTo>
                    <a:pt x="21689" y="4971"/>
                  </a:lnTo>
                  <a:lnTo>
                    <a:pt x="19570" y="5558"/>
                  </a:lnTo>
                  <a:lnTo>
                    <a:pt x="19592" y="9137"/>
                  </a:lnTo>
                  <a:lnTo>
                    <a:pt x="21047" y="12189"/>
                  </a:lnTo>
                  <a:lnTo>
                    <a:pt x="24141" y="15598"/>
                  </a:lnTo>
                  <a:lnTo>
                    <a:pt x="19246" y="20962"/>
                  </a:lnTo>
                  <a:lnTo>
                    <a:pt x="18905" y="25023"/>
                  </a:lnTo>
                  <a:lnTo>
                    <a:pt x="20386" y="25772"/>
                  </a:lnTo>
                  <a:lnTo>
                    <a:pt x="17191" y="27271"/>
                  </a:lnTo>
                  <a:lnTo>
                    <a:pt x="15076" y="26622"/>
                  </a:lnTo>
                  <a:lnTo>
                    <a:pt x="16011" y="24433"/>
                  </a:lnTo>
                  <a:lnTo>
                    <a:pt x="14087" y="26169"/>
                  </a:lnTo>
                  <a:lnTo>
                    <a:pt x="7654" y="24806"/>
                  </a:lnTo>
                  <a:lnTo>
                    <a:pt x="8278" y="21644"/>
                  </a:lnTo>
                  <a:lnTo>
                    <a:pt x="3546" y="21430"/>
                  </a:lnTo>
                  <a:lnTo>
                    <a:pt x="857" y="197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h4080"/>
            <p:cNvSpPr/>
            <p:nvPr/>
          </p:nvSpPr>
          <p:spPr>
            <a:xfrm>
              <a:off x="6725434" y="2881552"/>
              <a:ext cx="22421" cy="27440"/>
            </a:xfrm>
            <a:custGeom>
              <a:avLst/>
              <a:pathLst>
                <a:path w="22421" h="27440">
                  <a:moveTo>
                    <a:pt x="17108" y="0"/>
                  </a:moveTo>
                  <a:lnTo>
                    <a:pt x="20260" y="2550"/>
                  </a:lnTo>
                  <a:lnTo>
                    <a:pt x="22101" y="4642"/>
                  </a:lnTo>
                  <a:lnTo>
                    <a:pt x="22421" y="10144"/>
                  </a:lnTo>
                  <a:lnTo>
                    <a:pt x="19963" y="10535"/>
                  </a:lnTo>
                  <a:lnTo>
                    <a:pt x="16587" y="12636"/>
                  </a:lnTo>
                  <a:lnTo>
                    <a:pt x="16157" y="14439"/>
                  </a:lnTo>
                  <a:lnTo>
                    <a:pt x="21106" y="15960"/>
                  </a:lnTo>
                  <a:lnTo>
                    <a:pt x="21542" y="18507"/>
                  </a:lnTo>
                  <a:lnTo>
                    <a:pt x="20084" y="20331"/>
                  </a:lnTo>
                  <a:lnTo>
                    <a:pt x="17495" y="21602"/>
                  </a:lnTo>
                  <a:lnTo>
                    <a:pt x="17122" y="19047"/>
                  </a:lnTo>
                  <a:lnTo>
                    <a:pt x="13092" y="22382"/>
                  </a:lnTo>
                  <a:lnTo>
                    <a:pt x="12558" y="27440"/>
                  </a:lnTo>
                  <a:lnTo>
                    <a:pt x="9820" y="26421"/>
                  </a:lnTo>
                  <a:lnTo>
                    <a:pt x="8048" y="24757"/>
                  </a:lnTo>
                  <a:lnTo>
                    <a:pt x="8159" y="22341"/>
                  </a:lnTo>
                  <a:lnTo>
                    <a:pt x="7424" y="20574"/>
                  </a:lnTo>
                  <a:lnTo>
                    <a:pt x="6251" y="19706"/>
                  </a:lnTo>
                  <a:lnTo>
                    <a:pt x="5963" y="17670"/>
                  </a:lnTo>
                  <a:lnTo>
                    <a:pt x="8458" y="17033"/>
                  </a:lnTo>
                  <a:lnTo>
                    <a:pt x="9551" y="15335"/>
                  </a:lnTo>
                  <a:lnTo>
                    <a:pt x="1885" y="14353"/>
                  </a:lnTo>
                  <a:lnTo>
                    <a:pt x="0" y="12772"/>
                  </a:lnTo>
                  <a:lnTo>
                    <a:pt x="4744" y="9905"/>
                  </a:lnTo>
                  <a:lnTo>
                    <a:pt x="6527" y="7239"/>
                  </a:lnTo>
                  <a:lnTo>
                    <a:pt x="5520" y="5550"/>
                  </a:lnTo>
                  <a:lnTo>
                    <a:pt x="2623" y="4300"/>
                  </a:lnTo>
                  <a:lnTo>
                    <a:pt x="7961" y="5536"/>
                  </a:lnTo>
                  <a:lnTo>
                    <a:pt x="10406" y="6715"/>
                  </a:lnTo>
                  <a:lnTo>
                    <a:pt x="12963" y="11799"/>
                  </a:lnTo>
                  <a:lnTo>
                    <a:pt x="15610" y="11697"/>
                  </a:lnTo>
                  <a:lnTo>
                    <a:pt x="14465" y="6247"/>
                  </a:lnTo>
                  <a:lnTo>
                    <a:pt x="15219" y="119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h4081"/>
            <p:cNvSpPr/>
            <p:nvPr/>
          </p:nvSpPr>
          <p:spPr>
            <a:xfrm>
              <a:off x="6591975" y="2971630"/>
              <a:ext cx="13265" cy="15341"/>
            </a:xfrm>
            <a:custGeom>
              <a:avLst/>
              <a:pathLst>
                <a:path w="13265" h="15341">
                  <a:moveTo>
                    <a:pt x="5709" y="394"/>
                  </a:moveTo>
                  <a:lnTo>
                    <a:pt x="6426" y="1777"/>
                  </a:lnTo>
                  <a:lnTo>
                    <a:pt x="10694" y="4684"/>
                  </a:lnTo>
                  <a:lnTo>
                    <a:pt x="11496" y="4550"/>
                  </a:lnTo>
                  <a:lnTo>
                    <a:pt x="13265" y="7510"/>
                  </a:lnTo>
                  <a:lnTo>
                    <a:pt x="11387" y="9038"/>
                  </a:lnTo>
                  <a:lnTo>
                    <a:pt x="11131" y="10320"/>
                  </a:lnTo>
                  <a:lnTo>
                    <a:pt x="12136" y="10278"/>
                  </a:lnTo>
                  <a:lnTo>
                    <a:pt x="12031" y="12841"/>
                  </a:lnTo>
                  <a:lnTo>
                    <a:pt x="10747" y="15341"/>
                  </a:lnTo>
                  <a:lnTo>
                    <a:pt x="8708" y="15139"/>
                  </a:lnTo>
                  <a:lnTo>
                    <a:pt x="6818" y="13404"/>
                  </a:lnTo>
                  <a:lnTo>
                    <a:pt x="809" y="11537"/>
                  </a:lnTo>
                  <a:lnTo>
                    <a:pt x="0" y="11936"/>
                  </a:lnTo>
                  <a:lnTo>
                    <a:pt x="1847" y="8933"/>
                  </a:lnTo>
                  <a:lnTo>
                    <a:pt x="1519" y="2412"/>
                  </a:lnTo>
                  <a:lnTo>
                    <a:pt x="2104" y="1061"/>
                  </a:lnTo>
                  <a:lnTo>
                    <a:pt x="335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h4082"/>
            <p:cNvSpPr/>
            <p:nvPr/>
          </p:nvSpPr>
          <p:spPr>
            <a:xfrm>
              <a:off x="6611133" y="2884667"/>
              <a:ext cx="30218" cy="28642"/>
            </a:xfrm>
            <a:custGeom>
              <a:avLst/>
              <a:pathLst>
                <a:path w="30218" h="28642">
                  <a:moveTo>
                    <a:pt x="1127" y="0"/>
                  </a:moveTo>
                  <a:lnTo>
                    <a:pt x="2182" y="1297"/>
                  </a:lnTo>
                  <a:lnTo>
                    <a:pt x="7455" y="3615"/>
                  </a:lnTo>
                  <a:lnTo>
                    <a:pt x="9073" y="2972"/>
                  </a:lnTo>
                  <a:lnTo>
                    <a:pt x="9499" y="4283"/>
                  </a:lnTo>
                  <a:lnTo>
                    <a:pt x="11335" y="5915"/>
                  </a:lnTo>
                  <a:lnTo>
                    <a:pt x="20710" y="9741"/>
                  </a:lnTo>
                  <a:lnTo>
                    <a:pt x="21499" y="14596"/>
                  </a:lnTo>
                  <a:lnTo>
                    <a:pt x="26634" y="14806"/>
                  </a:lnTo>
                  <a:lnTo>
                    <a:pt x="30218" y="17408"/>
                  </a:lnTo>
                  <a:lnTo>
                    <a:pt x="29331" y="18251"/>
                  </a:lnTo>
                  <a:lnTo>
                    <a:pt x="27332" y="17420"/>
                  </a:lnTo>
                  <a:lnTo>
                    <a:pt x="26263" y="19262"/>
                  </a:lnTo>
                  <a:lnTo>
                    <a:pt x="25267" y="19029"/>
                  </a:lnTo>
                  <a:lnTo>
                    <a:pt x="21878" y="20768"/>
                  </a:lnTo>
                  <a:lnTo>
                    <a:pt x="21317" y="23243"/>
                  </a:lnTo>
                  <a:lnTo>
                    <a:pt x="22160" y="23752"/>
                  </a:lnTo>
                  <a:lnTo>
                    <a:pt x="22731" y="28270"/>
                  </a:lnTo>
                  <a:lnTo>
                    <a:pt x="20136" y="28296"/>
                  </a:lnTo>
                  <a:lnTo>
                    <a:pt x="16001" y="28642"/>
                  </a:lnTo>
                  <a:lnTo>
                    <a:pt x="8401" y="24871"/>
                  </a:lnTo>
                  <a:lnTo>
                    <a:pt x="7741" y="23174"/>
                  </a:lnTo>
                  <a:lnTo>
                    <a:pt x="10910" y="23625"/>
                  </a:lnTo>
                  <a:lnTo>
                    <a:pt x="10711" y="22793"/>
                  </a:lnTo>
                  <a:lnTo>
                    <a:pt x="6436" y="20839"/>
                  </a:lnTo>
                  <a:lnTo>
                    <a:pt x="3260" y="16537"/>
                  </a:lnTo>
                  <a:lnTo>
                    <a:pt x="3014" y="8705"/>
                  </a:lnTo>
                  <a:lnTo>
                    <a:pt x="3774" y="6927"/>
                  </a:lnTo>
                  <a:lnTo>
                    <a:pt x="459" y="5834"/>
                  </a:lnTo>
                  <a:lnTo>
                    <a:pt x="0" y="4468"/>
                  </a:lnTo>
                  <a:lnTo>
                    <a:pt x="437" y="205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h4083"/>
            <p:cNvSpPr/>
            <p:nvPr/>
          </p:nvSpPr>
          <p:spPr>
            <a:xfrm>
              <a:off x="6715908" y="2894325"/>
              <a:ext cx="19076" cy="15987"/>
            </a:xfrm>
            <a:custGeom>
              <a:avLst/>
              <a:pathLst>
                <a:path w="19076" h="15987">
                  <a:moveTo>
                    <a:pt x="8966" y="3464"/>
                  </a:moveTo>
                  <a:lnTo>
                    <a:pt x="9885" y="1985"/>
                  </a:lnTo>
                  <a:lnTo>
                    <a:pt x="9525" y="0"/>
                  </a:lnTo>
                  <a:lnTo>
                    <a:pt x="11411" y="1580"/>
                  </a:lnTo>
                  <a:lnTo>
                    <a:pt x="19076" y="2562"/>
                  </a:lnTo>
                  <a:lnTo>
                    <a:pt x="17984" y="4260"/>
                  </a:lnTo>
                  <a:lnTo>
                    <a:pt x="15488" y="4897"/>
                  </a:lnTo>
                  <a:lnTo>
                    <a:pt x="15777" y="6933"/>
                  </a:lnTo>
                  <a:lnTo>
                    <a:pt x="14285" y="8533"/>
                  </a:lnTo>
                  <a:lnTo>
                    <a:pt x="12969" y="6417"/>
                  </a:lnTo>
                  <a:lnTo>
                    <a:pt x="12142" y="15987"/>
                  </a:lnTo>
                  <a:lnTo>
                    <a:pt x="9781" y="15742"/>
                  </a:lnTo>
                  <a:lnTo>
                    <a:pt x="9848" y="12913"/>
                  </a:lnTo>
                  <a:lnTo>
                    <a:pt x="8846" y="11988"/>
                  </a:lnTo>
                  <a:lnTo>
                    <a:pt x="6305" y="12187"/>
                  </a:lnTo>
                  <a:lnTo>
                    <a:pt x="1209" y="8442"/>
                  </a:lnTo>
                  <a:lnTo>
                    <a:pt x="1089" y="3899"/>
                  </a:lnTo>
                  <a:lnTo>
                    <a:pt x="0" y="1083"/>
                  </a:lnTo>
                  <a:lnTo>
                    <a:pt x="1383" y="63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h4084"/>
            <p:cNvSpPr/>
            <p:nvPr/>
          </p:nvSpPr>
          <p:spPr>
            <a:xfrm>
              <a:off x="6728153" y="2940132"/>
              <a:ext cx="5383" cy="7544"/>
            </a:xfrm>
            <a:custGeom>
              <a:avLst/>
              <a:pathLst>
                <a:path w="5383" h="7544">
                  <a:moveTo>
                    <a:pt x="5383" y="5134"/>
                  </a:moveTo>
                  <a:lnTo>
                    <a:pt x="4283" y="7544"/>
                  </a:lnTo>
                  <a:lnTo>
                    <a:pt x="0" y="5837"/>
                  </a:lnTo>
                  <a:lnTo>
                    <a:pt x="1593" y="0"/>
                  </a:lnTo>
                  <a:lnTo>
                    <a:pt x="3218" y="214"/>
                  </a:lnTo>
                  <a:lnTo>
                    <a:pt x="4431" y="420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h4085"/>
            <p:cNvSpPr/>
            <p:nvPr/>
          </p:nvSpPr>
          <p:spPr>
            <a:xfrm>
              <a:off x="6714668" y="2937696"/>
              <a:ext cx="11627" cy="11712"/>
            </a:xfrm>
            <a:custGeom>
              <a:avLst/>
              <a:pathLst>
                <a:path w="11627" h="11712">
                  <a:moveTo>
                    <a:pt x="6108" y="2062"/>
                  </a:moveTo>
                  <a:lnTo>
                    <a:pt x="7818" y="2338"/>
                  </a:lnTo>
                  <a:lnTo>
                    <a:pt x="9270" y="1769"/>
                  </a:lnTo>
                  <a:lnTo>
                    <a:pt x="11627" y="2614"/>
                  </a:lnTo>
                  <a:lnTo>
                    <a:pt x="10596" y="3871"/>
                  </a:lnTo>
                  <a:lnTo>
                    <a:pt x="9552" y="9134"/>
                  </a:lnTo>
                  <a:lnTo>
                    <a:pt x="10242" y="10920"/>
                  </a:lnTo>
                  <a:lnTo>
                    <a:pt x="4850" y="9562"/>
                  </a:lnTo>
                  <a:lnTo>
                    <a:pt x="3857" y="11712"/>
                  </a:lnTo>
                  <a:lnTo>
                    <a:pt x="0" y="9260"/>
                  </a:lnTo>
                  <a:lnTo>
                    <a:pt x="3640" y="4179"/>
                  </a:lnTo>
                  <a:lnTo>
                    <a:pt x="3864" y="0"/>
                  </a:lnTo>
                  <a:lnTo>
                    <a:pt x="6188" y="11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h4086"/>
            <p:cNvSpPr/>
            <p:nvPr/>
          </p:nvSpPr>
          <p:spPr>
            <a:xfrm>
              <a:off x="6679433" y="2973494"/>
              <a:ext cx="5068" cy="7488"/>
            </a:xfrm>
            <a:custGeom>
              <a:avLst/>
              <a:pathLst>
                <a:path w="5068" h="7488">
                  <a:moveTo>
                    <a:pt x="457" y="0"/>
                  </a:moveTo>
                  <a:lnTo>
                    <a:pt x="942" y="1775"/>
                  </a:lnTo>
                  <a:lnTo>
                    <a:pt x="4752" y="1697"/>
                  </a:lnTo>
                  <a:lnTo>
                    <a:pt x="5068" y="7311"/>
                  </a:lnTo>
                  <a:lnTo>
                    <a:pt x="2783" y="7488"/>
                  </a:lnTo>
                  <a:lnTo>
                    <a:pt x="1341" y="6126"/>
                  </a:lnTo>
                  <a:lnTo>
                    <a:pt x="0" y="180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h4087"/>
            <p:cNvSpPr/>
            <p:nvPr/>
          </p:nvSpPr>
          <p:spPr>
            <a:xfrm>
              <a:off x="6717292" y="2885853"/>
              <a:ext cx="14669" cy="11936"/>
            </a:xfrm>
            <a:custGeom>
              <a:avLst/>
              <a:pathLst>
                <a:path w="14669" h="11936">
                  <a:moveTo>
                    <a:pt x="10765" y="0"/>
                  </a:moveTo>
                  <a:lnTo>
                    <a:pt x="13662" y="1249"/>
                  </a:lnTo>
                  <a:lnTo>
                    <a:pt x="14669" y="2938"/>
                  </a:lnTo>
                  <a:lnTo>
                    <a:pt x="12886" y="5604"/>
                  </a:lnTo>
                  <a:lnTo>
                    <a:pt x="8142" y="8471"/>
                  </a:lnTo>
                  <a:lnTo>
                    <a:pt x="8501" y="10456"/>
                  </a:lnTo>
                  <a:lnTo>
                    <a:pt x="7582" y="11936"/>
                  </a:lnTo>
                  <a:lnTo>
                    <a:pt x="0" y="9106"/>
                  </a:lnTo>
                  <a:lnTo>
                    <a:pt x="128" y="8034"/>
                  </a:lnTo>
                  <a:lnTo>
                    <a:pt x="6220" y="342"/>
                  </a:lnTo>
                  <a:lnTo>
                    <a:pt x="8031" y="33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h4088"/>
            <p:cNvSpPr/>
            <p:nvPr/>
          </p:nvSpPr>
          <p:spPr>
            <a:xfrm>
              <a:off x="6710984" y="2910659"/>
              <a:ext cx="10629" cy="8392"/>
            </a:xfrm>
            <a:custGeom>
              <a:avLst/>
              <a:pathLst>
                <a:path w="10629" h="8392">
                  <a:moveTo>
                    <a:pt x="7980" y="373"/>
                  </a:moveTo>
                  <a:lnTo>
                    <a:pt x="9095" y="1231"/>
                  </a:lnTo>
                  <a:lnTo>
                    <a:pt x="10629" y="3437"/>
                  </a:lnTo>
                  <a:lnTo>
                    <a:pt x="7601" y="8392"/>
                  </a:lnTo>
                  <a:lnTo>
                    <a:pt x="5238" y="3667"/>
                  </a:lnTo>
                  <a:lnTo>
                    <a:pt x="0" y="6425"/>
                  </a:lnTo>
                  <a:lnTo>
                    <a:pt x="397" y="4584"/>
                  </a:lnTo>
                  <a:lnTo>
                    <a:pt x="44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h4089"/>
            <p:cNvSpPr/>
            <p:nvPr/>
          </p:nvSpPr>
          <p:spPr>
            <a:xfrm>
              <a:off x="6746949" y="2969435"/>
              <a:ext cx="32173" cy="19651"/>
            </a:xfrm>
            <a:custGeom>
              <a:avLst/>
              <a:pathLst>
                <a:path w="32173" h="19651">
                  <a:moveTo>
                    <a:pt x="30234" y="1220"/>
                  </a:moveTo>
                  <a:lnTo>
                    <a:pt x="32173" y="6383"/>
                  </a:lnTo>
                  <a:lnTo>
                    <a:pt x="30037" y="7625"/>
                  </a:lnTo>
                  <a:lnTo>
                    <a:pt x="21647" y="9879"/>
                  </a:lnTo>
                  <a:lnTo>
                    <a:pt x="16550" y="13848"/>
                  </a:lnTo>
                  <a:lnTo>
                    <a:pt x="15417" y="13004"/>
                  </a:lnTo>
                  <a:lnTo>
                    <a:pt x="15067" y="11563"/>
                  </a:lnTo>
                  <a:lnTo>
                    <a:pt x="12201" y="8964"/>
                  </a:lnTo>
                  <a:lnTo>
                    <a:pt x="10896" y="8642"/>
                  </a:lnTo>
                  <a:lnTo>
                    <a:pt x="9827" y="12079"/>
                  </a:lnTo>
                  <a:lnTo>
                    <a:pt x="8727" y="11156"/>
                  </a:lnTo>
                  <a:lnTo>
                    <a:pt x="5097" y="19651"/>
                  </a:lnTo>
                  <a:lnTo>
                    <a:pt x="1632" y="17871"/>
                  </a:lnTo>
                  <a:lnTo>
                    <a:pt x="0" y="13555"/>
                  </a:lnTo>
                  <a:lnTo>
                    <a:pt x="2538" y="11787"/>
                  </a:lnTo>
                  <a:lnTo>
                    <a:pt x="4953" y="9257"/>
                  </a:lnTo>
                  <a:lnTo>
                    <a:pt x="4517" y="6682"/>
                  </a:lnTo>
                  <a:lnTo>
                    <a:pt x="6369" y="3924"/>
                  </a:lnTo>
                  <a:lnTo>
                    <a:pt x="9843" y="4077"/>
                  </a:lnTo>
                  <a:lnTo>
                    <a:pt x="13452" y="2440"/>
                  </a:lnTo>
                  <a:lnTo>
                    <a:pt x="17095" y="3273"/>
                  </a:lnTo>
                  <a:lnTo>
                    <a:pt x="22704" y="928"/>
                  </a:lnTo>
                  <a:lnTo>
                    <a:pt x="2758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h4090"/>
            <p:cNvSpPr/>
            <p:nvPr/>
          </p:nvSpPr>
          <p:spPr>
            <a:xfrm>
              <a:off x="6760251" y="2975784"/>
              <a:ext cx="25153" cy="11975"/>
            </a:xfrm>
            <a:custGeom>
              <a:avLst/>
              <a:pathLst>
                <a:path w="25153" h="11975">
                  <a:moveTo>
                    <a:pt x="25153" y="724"/>
                  </a:moveTo>
                  <a:lnTo>
                    <a:pt x="23391" y="3033"/>
                  </a:lnTo>
                  <a:lnTo>
                    <a:pt x="23151" y="9463"/>
                  </a:lnTo>
                  <a:lnTo>
                    <a:pt x="23960" y="11549"/>
                  </a:lnTo>
                  <a:lnTo>
                    <a:pt x="24095" y="11975"/>
                  </a:lnTo>
                  <a:lnTo>
                    <a:pt x="20372" y="9722"/>
                  </a:lnTo>
                  <a:lnTo>
                    <a:pt x="12432" y="10192"/>
                  </a:lnTo>
                  <a:lnTo>
                    <a:pt x="7674" y="11524"/>
                  </a:lnTo>
                  <a:lnTo>
                    <a:pt x="7025" y="10835"/>
                  </a:lnTo>
                  <a:lnTo>
                    <a:pt x="3832" y="11762"/>
                  </a:lnTo>
                  <a:lnTo>
                    <a:pt x="2988" y="11939"/>
                  </a:lnTo>
                  <a:lnTo>
                    <a:pt x="0" y="10222"/>
                  </a:lnTo>
                  <a:lnTo>
                    <a:pt x="834" y="7468"/>
                  </a:lnTo>
                  <a:lnTo>
                    <a:pt x="2115" y="6655"/>
                  </a:lnTo>
                  <a:lnTo>
                    <a:pt x="3248" y="7499"/>
                  </a:lnTo>
                  <a:lnTo>
                    <a:pt x="8345" y="3530"/>
                  </a:lnTo>
                  <a:lnTo>
                    <a:pt x="16735" y="1276"/>
                  </a:lnTo>
                  <a:lnTo>
                    <a:pt x="18871" y="34"/>
                  </a:lnTo>
                  <a:lnTo>
                    <a:pt x="21296" y="2111"/>
                  </a:lnTo>
                  <a:lnTo>
                    <a:pt x="2464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h4091"/>
            <p:cNvSpPr/>
            <p:nvPr/>
          </p:nvSpPr>
          <p:spPr>
            <a:xfrm>
              <a:off x="6745522" y="2935578"/>
              <a:ext cx="8033" cy="3639"/>
            </a:xfrm>
            <a:custGeom>
              <a:avLst/>
              <a:pathLst>
                <a:path w="8033" h="3639">
                  <a:moveTo>
                    <a:pt x="8033" y="276"/>
                  </a:moveTo>
                  <a:lnTo>
                    <a:pt x="7011" y="3639"/>
                  </a:lnTo>
                  <a:lnTo>
                    <a:pt x="2689" y="1696"/>
                  </a:lnTo>
                  <a:lnTo>
                    <a:pt x="0" y="1461"/>
                  </a:lnTo>
                  <a:lnTo>
                    <a:pt x="314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h4092"/>
            <p:cNvSpPr/>
            <p:nvPr/>
          </p:nvSpPr>
          <p:spPr>
            <a:xfrm>
              <a:off x="6657766" y="3019999"/>
              <a:ext cx="17445" cy="17186"/>
            </a:xfrm>
            <a:custGeom>
              <a:avLst/>
              <a:pathLst>
                <a:path w="17445" h="17186">
                  <a:moveTo>
                    <a:pt x="10249" y="983"/>
                  </a:moveTo>
                  <a:lnTo>
                    <a:pt x="12018" y="2292"/>
                  </a:lnTo>
                  <a:lnTo>
                    <a:pt x="15161" y="6142"/>
                  </a:lnTo>
                  <a:lnTo>
                    <a:pt x="16125" y="9593"/>
                  </a:lnTo>
                  <a:lnTo>
                    <a:pt x="17445" y="11347"/>
                  </a:lnTo>
                  <a:lnTo>
                    <a:pt x="17307" y="11746"/>
                  </a:lnTo>
                  <a:lnTo>
                    <a:pt x="16214" y="10879"/>
                  </a:lnTo>
                  <a:lnTo>
                    <a:pt x="12178" y="10414"/>
                  </a:lnTo>
                  <a:lnTo>
                    <a:pt x="8031" y="10746"/>
                  </a:lnTo>
                  <a:lnTo>
                    <a:pt x="5769" y="12113"/>
                  </a:lnTo>
                  <a:lnTo>
                    <a:pt x="7555" y="15078"/>
                  </a:lnTo>
                  <a:lnTo>
                    <a:pt x="6207" y="17186"/>
                  </a:lnTo>
                  <a:lnTo>
                    <a:pt x="2347" y="12259"/>
                  </a:lnTo>
                  <a:lnTo>
                    <a:pt x="0" y="8978"/>
                  </a:lnTo>
                  <a:lnTo>
                    <a:pt x="1413" y="7459"/>
                  </a:lnTo>
                  <a:lnTo>
                    <a:pt x="2505" y="7254"/>
                  </a:lnTo>
                  <a:lnTo>
                    <a:pt x="3148" y="1921"/>
                  </a:lnTo>
                  <a:lnTo>
                    <a:pt x="3507" y="1344"/>
                  </a:lnTo>
                  <a:lnTo>
                    <a:pt x="4682" y="1657"/>
                  </a:lnTo>
                  <a:lnTo>
                    <a:pt x="5795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h4093"/>
            <p:cNvSpPr/>
            <p:nvPr/>
          </p:nvSpPr>
          <p:spPr>
            <a:xfrm>
              <a:off x="6663536" y="3030414"/>
              <a:ext cx="15877" cy="12356"/>
            </a:xfrm>
            <a:custGeom>
              <a:avLst/>
              <a:pathLst>
                <a:path w="15877" h="12356">
                  <a:moveTo>
                    <a:pt x="10444" y="464"/>
                  </a:moveTo>
                  <a:lnTo>
                    <a:pt x="11537" y="1331"/>
                  </a:lnTo>
                  <a:lnTo>
                    <a:pt x="14778" y="5470"/>
                  </a:lnTo>
                  <a:lnTo>
                    <a:pt x="15877" y="10246"/>
                  </a:lnTo>
                  <a:lnTo>
                    <a:pt x="15087" y="11127"/>
                  </a:lnTo>
                  <a:lnTo>
                    <a:pt x="15161" y="10475"/>
                  </a:lnTo>
                  <a:lnTo>
                    <a:pt x="14036" y="10069"/>
                  </a:lnTo>
                  <a:lnTo>
                    <a:pt x="10754" y="9891"/>
                  </a:lnTo>
                  <a:lnTo>
                    <a:pt x="10233" y="10214"/>
                  </a:lnTo>
                  <a:lnTo>
                    <a:pt x="10462" y="11825"/>
                  </a:lnTo>
                  <a:lnTo>
                    <a:pt x="9346" y="12356"/>
                  </a:lnTo>
                  <a:lnTo>
                    <a:pt x="5849" y="6389"/>
                  </a:lnTo>
                  <a:lnTo>
                    <a:pt x="1785" y="4663"/>
                  </a:lnTo>
                  <a:lnTo>
                    <a:pt x="0" y="1698"/>
                  </a:lnTo>
                  <a:lnTo>
                    <a:pt x="2261" y="331"/>
                  </a:lnTo>
                  <a:lnTo>
                    <a:pt x="640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h4094"/>
            <p:cNvSpPr/>
            <p:nvPr/>
          </p:nvSpPr>
          <p:spPr>
            <a:xfrm>
              <a:off x="6681532" y="3005242"/>
              <a:ext cx="14391" cy="33274"/>
            </a:xfrm>
            <a:custGeom>
              <a:avLst/>
              <a:pathLst>
                <a:path w="14391" h="33274">
                  <a:moveTo>
                    <a:pt x="7907" y="3495"/>
                  </a:moveTo>
                  <a:lnTo>
                    <a:pt x="8505" y="1832"/>
                  </a:lnTo>
                  <a:lnTo>
                    <a:pt x="10111" y="5160"/>
                  </a:lnTo>
                  <a:lnTo>
                    <a:pt x="9131" y="9409"/>
                  </a:lnTo>
                  <a:lnTo>
                    <a:pt x="8234" y="10125"/>
                  </a:lnTo>
                  <a:lnTo>
                    <a:pt x="8245" y="12876"/>
                  </a:lnTo>
                  <a:lnTo>
                    <a:pt x="8631" y="13675"/>
                  </a:lnTo>
                  <a:lnTo>
                    <a:pt x="11099" y="14259"/>
                  </a:lnTo>
                  <a:lnTo>
                    <a:pt x="12871" y="13186"/>
                  </a:lnTo>
                  <a:lnTo>
                    <a:pt x="13977" y="18445"/>
                  </a:lnTo>
                  <a:lnTo>
                    <a:pt x="14391" y="24742"/>
                  </a:lnTo>
                  <a:lnTo>
                    <a:pt x="11747" y="31009"/>
                  </a:lnTo>
                  <a:lnTo>
                    <a:pt x="10357" y="31670"/>
                  </a:lnTo>
                  <a:lnTo>
                    <a:pt x="10059" y="33274"/>
                  </a:lnTo>
                  <a:lnTo>
                    <a:pt x="3948" y="27151"/>
                  </a:lnTo>
                  <a:lnTo>
                    <a:pt x="3642" y="25664"/>
                  </a:lnTo>
                  <a:lnTo>
                    <a:pt x="3530" y="22146"/>
                  </a:lnTo>
                  <a:lnTo>
                    <a:pt x="0" y="18143"/>
                  </a:lnTo>
                  <a:lnTo>
                    <a:pt x="299" y="17398"/>
                  </a:lnTo>
                  <a:lnTo>
                    <a:pt x="1637" y="12914"/>
                  </a:lnTo>
                  <a:lnTo>
                    <a:pt x="3688" y="10807"/>
                  </a:lnTo>
                  <a:lnTo>
                    <a:pt x="6664" y="264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h4095"/>
            <p:cNvSpPr/>
            <p:nvPr/>
          </p:nvSpPr>
          <p:spPr>
            <a:xfrm>
              <a:off x="6720776" y="2929829"/>
              <a:ext cx="7799" cy="10480"/>
            </a:xfrm>
            <a:custGeom>
              <a:avLst/>
              <a:pathLst>
                <a:path w="7799" h="10480">
                  <a:moveTo>
                    <a:pt x="7799" y="1248"/>
                  </a:moveTo>
                  <a:lnTo>
                    <a:pt x="7699" y="8005"/>
                  </a:lnTo>
                  <a:lnTo>
                    <a:pt x="5519" y="10480"/>
                  </a:lnTo>
                  <a:lnTo>
                    <a:pt x="3162" y="9636"/>
                  </a:lnTo>
                  <a:lnTo>
                    <a:pt x="1710" y="10204"/>
                  </a:lnTo>
                  <a:lnTo>
                    <a:pt x="0" y="9928"/>
                  </a:lnTo>
                  <a:lnTo>
                    <a:pt x="80" y="9000"/>
                  </a:lnTo>
                  <a:lnTo>
                    <a:pt x="714" y="2110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h4096"/>
            <p:cNvSpPr/>
            <p:nvPr/>
          </p:nvSpPr>
          <p:spPr>
            <a:xfrm>
              <a:off x="6728927" y="2926381"/>
              <a:ext cx="5590" cy="3675"/>
            </a:xfrm>
            <a:custGeom>
              <a:avLst/>
              <a:pathLst>
                <a:path w="5590" h="3675">
                  <a:moveTo>
                    <a:pt x="4906" y="587"/>
                  </a:moveTo>
                  <a:lnTo>
                    <a:pt x="5590" y="1997"/>
                  </a:lnTo>
                  <a:lnTo>
                    <a:pt x="5174" y="3675"/>
                  </a:lnTo>
                  <a:lnTo>
                    <a:pt x="1380" y="2926"/>
                  </a:lnTo>
                  <a:lnTo>
                    <a:pt x="0" y="2572"/>
                  </a:lnTo>
                  <a:lnTo>
                    <a:pt x="854" y="0"/>
                  </a:lnTo>
                  <a:lnTo>
                    <a:pt x="4766" y="53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h4097"/>
            <p:cNvSpPr/>
            <p:nvPr/>
          </p:nvSpPr>
          <p:spPr>
            <a:xfrm>
              <a:off x="6685108" y="2987304"/>
              <a:ext cx="4017" cy="2069"/>
            </a:xfrm>
            <a:custGeom>
              <a:avLst/>
              <a:pathLst>
                <a:path w="4017" h="2069">
                  <a:moveTo>
                    <a:pt x="4017" y="1510"/>
                  </a:moveTo>
                  <a:lnTo>
                    <a:pt x="0" y="2069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h4098"/>
            <p:cNvSpPr/>
            <p:nvPr/>
          </p:nvSpPr>
          <p:spPr>
            <a:xfrm>
              <a:off x="6632451" y="2902559"/>
              <a:ext cx="30063" cy="19631"/>
            </a:xfrm>
            <a:custGeom>
              <a:avLst/>
              <a:pathLst>
                <a:path w="30063" h="19631">
                  <a:moveTo>
                    <a:pt x="19353" y="7125"/>
                  </a:moveTo>
                  <a:lnTo>
                    <a:pt x="20424" y="6454"/>
                  </a:lnTo>
                  <a:lnTo>
                    <a:pt x="21590" y="10370"/>
                  </a:lnTo>
                  <a:lnTo>
                    <a:pt x="25111" y="12407"/>
                  </a:lnTo>
                  <a:lnTo>
                    <a:pt x="25847" y="13745"/>
                  </a:lnTo>
                  <a:lnTo>
                    <a:pt x="29105" y="16059"/>
                  </a:lnTo>
                  <a:lnTo>
                    <a:pt x="30063" y="18589"/>
                  </a:lnTo>
                  <a:lnTo>
                    <a:pt x="18570" y="19631"/>
                  </a:lnTo>
                  <a:lnTo>
                    <a:pt x="2497" y="12432"/>
                  </a:lnTo>
                  <a:lnTo>
                    <a:pt x="1439" y="11737"/>
                  </a:lnTo>
                  <a:lnTo>
                    <a:pt x="1414" y="10378"/>
                  </a:lnTo>
                  <a:lnTo>
                    <a:pt x="843" y="5860"/>
                  </a:lnTo>
                  <a:lnTo>
                    <a:pt x="0" y="5350"/>
                  </a:lnTo>
                  <a:lnTo>
                    <a:pt x="560" y="2876"/>
                  </a:lnTo>
                  <a:lnTo>
                    <a:pt x="3950" y="1137"/>
                  </a:lnTo>
                  <a:lnTo>
                    <a:pt x="4945" y="1370"/>
                  </a:lnTo>
                  <a:lnTo>
                    <a:pt x="8229" y="2164"/>
                  </a:lnTo>
                  <a:lnTo>
                    <a:pt x="9377" y="1504"/>
                  </a:lnTo>
                  <a:lnTo>
                    <a:pt x="8652" y="1420"/>
                  </a:lnTo>
                  <a:lnTo>
                    <a:pt x="962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h4099"/>
            <p:cNvSpPr/>
            <p:nvPr/>
          </p:nvSpPr>
          <p:spPr>
            <a:xfrm>
              <a:off x="6629999" y="2858668"/>
              <a:ext cx="35836" cy="32214"/>
            </a:xfrm>
            <a:custGeom>
              <a:avLst/>
              <a:pathLst>
                <a:path w="35836" h="32214">
                  <a:moveTo>
                    <a:pt x="3406" y="2725"/>
                  </a:moveTo>
                  <a:lnTo>
                    <a:pt x="4060" y="6587"/>
                  </a:lnTo>
                  <a:lnTo>
                    <a:pt x="7720" y="7024"/>
                  </a:lnTo>
                  <a:lnTo>
                    <a:pt x="7241" y="4727"/>
                  </a:lnTo>
                  <a:lnTo>
                    <a:pt x="16180" y="7553"/>
                  </a:lnTo>
                  <a:lnTo>
                    <a:pt x="28121" y="13567"/>
                  </a:lnTo>
                  <a:lnTo>
                    <a:pt x="30577" y="12624"/>
                  </a:lnTo>
                  <a:lnTo>
                    <a:pt x="30550" y="15424"/>
                  </a:lnTo>
                  <a:lnTo>
                    <a:pt x="30263" y="20473"/>
                  </a:lnTo>
                  <a:lnTo>
                    <a:pt x="35836" y="22529"/>
                  </a:lnTo>
                  <a:lnTo>
                    <a:pt x="35602" y="26337"/>
                  </a:lnTo>
                  <a:lnTo>
                    <a:pt x="33264" y="25972"/>
                  </a:lnTo>
                  <a:lnTo>
                    <a:pt x="30012" y="29698"/>
                  </a:lnTo>
                  <a:lnTo>
                    <a:pt x="28791" y="29910"/>
                  </a:lnTo>
                  <a:lnTo>
                    <a:pt x="22629" y="26603"/>
                  </a:lnTo>
                  <a:lnTo>
                    <a:pt x="19017" y="25553"/>
                  </a:lnTo>
                  <a:lnTo>
                    <a:pt x="17837" y="26520"/>
                  </a:lnTo>
                  <a:lnTo>
                    <a:pt x="18400" y="30148"/>
                  </a:lnTo>
                  <a:lnTo>
                    <a:pt x="12733" y="32214"/>
                  </a:lnTo>
                  <a:lnTo>
                    <a:pt x="7084" y="24587"/>
                  </a:lnTo>
                  <a:lnTo>
                    <a:pt x="7339" y="22226"/>
                  </a:lnTo>
                  <a:lnTo>
                    <a:pt x="5932" y="20469"/>
                  </a:lnTo>
                  <a:lnTo>
                    <a:pt x="5204" y="17975"/>
                  </a:lnTo>
                  <a:lnTo>
                    <a:pt x="6397" y="13018"/>
                  </a:lnTo>
                  <a:lnTo>
                    <a:pt x="2990" y="8295"/>
                  </a:lnTo>
                  <a:lnTo>
                    <a:pt x="1013" y="3867"/>
                  </a:lnTo>
                  <a:lnTo>
                    <a:pt x="0" y="1744"/>
                  </a:lnTo>
                  <a:lnTo>
                    <a:pt x="63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h4100"/>
            <p:cNvSpPr/>
            <p:nvPr/>
          </p:nvSpPr>
          <p:spPr>
            <a:xfrm>
              <a:off x="6763956" y="2997016"/>
              <a:ext cx="22939" cy="17758"/>
            </a:xfrm>
            <a:custGeom>
              <a:avLst/>
              <a:pathLst>
                <a:path w="22939" h="17758">
                  <a:moveTo>
                    <a:pt x="19702" y="0"/>
                  </a:moveTo>
                  <a:lnTo>
                    <a:pt x="20620" y="1002"/>
                  </a:lnTo>
                  <a:lnTo>
                    <a:pt x="21674" y="2128"/>
                  </a:lnTo>
                  <a:lnTo>
                    <a:pt x="22939" y="6000"/>
                  </a:lnTo>
                  <a:lnTo>
                    <a:pt x="22108" y="7528"/>
                  </a:lnTo>
                  <a:lnTo>
                    <a:pt x="21513" y="8359"/>
                  </a:lnTo>
                  <a:lnTo>
                    <a:pt x="17777" y="10145"/>
                  </a:lnTo>
                  <a:lnTo>
                    <a:pt x="11618" y="11921"/>
                  </a:lnTo>
                  <a:lnTo>
                    <a:pt x="6419" y="11929"/>
                  </a:lnTo>
                  <a:lnTo>
                    <a:pt x="2844" y="17758"/>
                  </a:lnTo>
                  <a:lnTo>
                    <a:pt x="0" y="16085"/>
                  </a:lnTo>
                  <a:lnTo>
                    <a:pt x="2780" y="11930"/>
                  </a:lnTo>
                  <a:lnTo>
                    <a:pt x="5640" y="9120"/>
                  </a:lnTo>
                  <a:lnTo>
                    <a:pt x="5006" y="4901"/>
                  </a:lnTo>
                  <a:lnTo>
                    <a:pt x="3830" y="4018"/>
                  </a:lnTo>
                  <a:lnTo>
                    <a:pt x="4844" y="1835"/>
                  </a:lnTo>
                  <a:lnTo>
                    <a:pt x="10466" y="36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h4101"/>
            <p:cNvSpPr/>
            <p:nvPr/>
          </p:nvSpPr>
          <p:spPr>
            <a:xfrm>
              <a:off x="6756713" y="2903133"/>
              <a:ext cx="30724" cy="26850"/>
            </a:xfrm>
            <a:custGeom>
              <a:avLst/>
              <a:pathLst>
                <a:path w="30724" h="26850">
                  <a:moveTo>
                    <a:pt x="12638" y="0"/>
                  </a:moveTo>
                  <a:lnTo>
                    <a:pt x="15531" y="1341"/>
                  </a:lnTo>
                  <a:lnTo>
                    <a:pt x="12895" y="5557"/>
                  </a:lnTo>
                  <a:lnTo>
                    <a:pt x="9878" y="4294"/>
                  </a:lnTo>
                  <a:lnTo>
                    <a:pt x="10125" y="7213"/>
                  </a:lnTo>
                  <a:lnTo>
                    <a:pt x="12517" y="9528"/>
                  </a:lnTo>
                  <a:lnTo>
                    <a:pt x="15793" y="10980"/>
                  </a:lnTo>
                  <a:lnTo>
                    <a:pt x="13363" y="15473"/>
                  </a:lnTo>
                  <a:lnTo>
                    <a:pt x="15171" y="16698"/>
                  </a:lnTo>
                  <a:lnTo>
                    <a:pt x="20529" y="8623"/>
                  </a:lnTo>
                  <a:lnTo>
                    <a:pt x="23214" y="7662"/>
                  </a:lnTo>
                  <a:lnTo>
                    <a:pt x="24595" y="8702"/>
                  </a:lnTo>
                  <a:lnTo>
                    <a:pt x="25764" y="7548"/>
                  </a:lnTo>
                  <a:lnTo>
                    <a:pt x="30724" y="12794"/>
                  </a:lnTo>
                  <a:lnTo>
                    <a:pt x="29572" y="17677"/>
                  </a:lnTo>
                  <a:lnTo>
                    <a:pt x="27694" y="17442"/>
                  </a:lnTo>
                  <a:lnTo>
                    <a:pt x="26872" y="19085"/>
                  </a:lnTo>
                  <a:lnTo>
                    <a:pt x="28170" y="25741"/>
                  </a:lnTo>
                  <a:lnTo>
                    <a:pt x="25717" y="26850"/>
                  </a:lnTo>
                  <a:lnTo>
                    <a:pt x="23373" y="25526"/>
                  </a:lnTo>
                  <a:lnTo>
                    <a:pt x="23905" y="24430"/>
                  </a:lnTo>
                  <a:lnTo>
                    <a:pt x="20496" y="22093"/>
                  </a:lnTo>
                  <a:lnTo>
                    <a:pt x="14619" y="19775"/>
                  </a:lnTo>
                  <a:lnTo>
                    <a:pt x="12245" y="19192"/>
                  </a:lnTo>
                  <a:lnTo>
                    <a:pt x="10494" y="20740"/>
                  </a:lnTo>
                  <a:lnTo>
                    <a:pt x="9367" y="20348"/>
                  </a:lnTo>
                  <a:lnTo>
                    <a:pt x="10130" y="17911"/>
                  </a:lnTo>
                  <a:lnTo>
                    <a:pt x="12239" y="15666"/>
                  </a:lnTo>
                  <a:lnTo>
                    <a:pt x="11202" y="14622"/>
                  </a:lnTo>
                  <a:lnTo>
                    <a:pt x="9442" y="17774"/>
                  </a:lnTo>
                  <a:lnTo>
                    <a:pt x="8420" y="16695"/>
                  </a:lnTo>
                  <a:lnTo>
                    <a:pt x="7972" y="16500"/>
                  </a:lnTo>
                  <a:lnTo>
                    <a:pt x="0" y="12683"/>
                  </a:lnTo>
                  <a:lnTo>
                    <a:pt x="522" y="11016"/>
                  </a:lnTo>
                  <a:lnTo>
                    <a:pt x="1461" y="10511"/>
                  </a:lnTo>
                  <a:lnTo>
                    <a:pt x="3446" y="12595"/>
                  </a:lnTo>
                  <a:lnTo>
                    <a:pt x="5774" y="12865"/>
                  </a:lnTo>
                  <a:lnTo>
                    <a:pt x="6315" y="11996"/>
                  </a:lnTo>
                  <a:lnTo>
                    <a:pt x="6641" y="11172"/>
                  </a:lnTo>
                  <a:lnTo>
                    <a:pt x="4571" y="8178"/>
                  </a:lnTo>
                  <a:lnTo>
                    <a:pt x="5890" y="1216"/>
                  </a:lnTo>
                  <a:lnTo>
                    <a:pt x="8134" y="2527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h4102"/>
            <p:cNvSpPr/>
            <p:nvPr/>
          </p:nvSpPr>
          <p:spPr>
            <a:xfrm>
              <a:off x="6636762" y="2945005"/>
              <a:ext cx="26221" cy="35843"/>
            </a:xfrm>
            <a:custGeom>
              <a:avLst/>
              <a:pathLst>
                <a:path w="26221" h="35843">
                  <a:moveTo>
                    <a:pt x="3984" y="0"/>
                  </a:moveTo>
                  <a:lnTo>
                    <a:pt x="11497" y="714"/>
                  </a:lnTo>
                  <a:lnTo>
                    <a:pt x="16282" y="4804"/>
                  </a:lnTo>
                  <a:lnTo>
                    <a:pt x="16475" y="7073"/>
                  </a:lnTo>
                  <a:lnTo>
                    <a:pt x="18690" y="8242"/>
                  </a:lnTo>
                  <a:lnTo>
                    <a:pt x="22889" y="8472"/>
                  </a:lnTo>
                  <a:lnTo>
                    <a:pt x="23380" y="7617"/>
                  </a:lnTo>
                  <a:lnTo>
                    <a:pt x="26045" y="9091"/>
                  </a:lnTo>
                  <a:lnTo>
                    <a:pt x="24852" y="12399"/>
                  </a:lnTo>
                  <a:lnTo>
                    <a:pt x="26221" y="14486"/>
                  </a:lnTo>
                  <a:lnTo>
                    <a:pt x="25410" y="14452"/>
                  </a:lnTo>
                  <a:lnTo>
                    <a:pt x="23108" y="16490"/>
                  </a:lnTo>
                  <a:lnTo>
                    <a:pt x="23551" y="20599"/>
                  </a:lnTo>
                  <a:lnTo>
                    <a:pt x="25088" y="22161"/>
                  </a:lnTo>
                  <a:lnTo>
                    <a:pt x="24410" y="24726"/>
                  </a:lnTo>
                  <a:lnTo>
                    <a:pt x="18941" y="25391"/>
                  </a:lnTo>
                  <a:lnTo>
                    <a:pt x="18792" y="26557"/>
                  </a:lnTo>
                  <a:lnTo>
                    <a:pt x="19432" y="27653"/>
                  </a:lnTo>
                  <a:lnTo>
                    <a:pt x="20405" y="27359"/>
                  </a:lnTo>
                  <a:lnTo>
                    <a:pt x="20791" y="28678"/>
                  </a:lnTo>
                  <a:lnTo>
                    <a:pt x="20543" y="30123"/>
                  </a:lnTo>
                  <a:lnTo>
                    <a:pt x="19045" y="30832"/>
                  </a:lnTo>
                  <a:lnTo>
                    <a:pt x="14262" y="30366"/>
                  </a:lnTo>
                  <a:lnTo>
                    <a:pt x="14854" y="26796"/>
                  </a:lnTo>
                  <a:lnTo>
                    <a:pt x="13094" y="26683"/>
                  </a:lnTo>
                  <a:lnTo>
                    <a:pt x="9877" y="27921"/>
                  </a:lnTo>
                  <a:lnTo>
                    <a:pt x="8936" y="35429"/>
                  </a:lnTo>
                  <a:lnTo>
                    <a:pt x="8204" y="35843"/>
                  </a:lnTo>
                  <a:lnTo>
                    <a:pt x="7463" y="34012"/>
                  </a:lnTo>
                  <a:lnTo>
                    <a:pt x="4491" y="34260"/>
                  </a:lnTo>
                  <a:lnTo>
                    <a:pt x="2473" y="30117"/>
                  </a:lnTo>
                  <a:lnTo>
                    <a:pt x="2791" y="28628"/>
                  </a:lnTo>
                  <a:lnTo>
                    <a:pt x="1693" y="24694"/>
                  </a:lnTo>
                  <a:lnTo>
                    <a:pt x="2220" y="21634"/>
                  </a:lnTo>
                  <a:lnTo>
                    <a:pt x="5365" y="16262"/>
                  </a:lnTo>
                  <a:lnTo>
                    <a:pt x="9708" y="14883"/>
                  </a:lnTo>
                  <a:lnTo>
                    <a:pt x="8773" y="12771"/>
                  </a:lnTo>
                  <a:lnTo>
                    <a:pt x="0" y="6823"/>
                  </a:lnTo>
                  <a:lnTo>
                    <a:pt x="789" y="149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h4103"/>
            <p:cNvSpPr/>
            <p:nvPr/>
          </p:nvSpPr>
          <p:spPr>
            <a:xfrm>
              <a:off x="6719495" y="2917297"/>
              <a:ext cx="8727" cy="14642"/>
            </a:xfrm>
            <a:custGeom>
              <a:avLst/>
              <a:pathLst>
                <a:path w="8727" h="14642">
                  <a:moveTo>
                    <a:pt x="6903" y="0"/>
                  </a:moveTo>
                  <a:lnTo>
                    <a:pt x="7912" y="1645"/>
                  </a:lnTo>
                  <a:lnTo>
                    <a:pt x="8727" y="4853"/>
                  </a:lnTo>
                  <a:lnTo>
                    <a:pt x="7180" y="4653"/>
                  </a:lnTo>
                  <a:lnTo>
                    <a:pt x="5451" y="5379"/>
                  </a:lnTo>
                  <a:lnTo>
                    <a:pt x="4664" y="7874"/>
                  </a:lnTo>
                  <a:lnTo>
                    <a:pt x="5494" y="8926"/>
                  </a:lnTo>
                  <a:lnTo>
                    <a:pt x="6910" y="8578"/>
                  </a:lnTo>
                  <a:lnTo>
                    <a:pt x="5929" y="12532"/>
                  </a:lnTo>
                  <a:lnTo>
                    <a:pt x="1995" y="14642"/>
                  </a:lnTo>
                  <a:lnTo>
                    <a:pt x="1816" y="10865"/>
                  </a:lnTo>
                  <a:lnTo>
                    <a:pt x="2790" y="4687"/>
                  </a:lnTo>
                  <a:lnTo>
                    <a:pt x="1091" y="4367"/>
                  </a:lnTo>
                  <a:lnTo>
                    <a:pt x="609" y="6175"/>
                  </a:lnTo>
                  <a:lnTo>
                    <a:pt x="0" y="2303"/>
                  </a:lnTo>
                  <a:lnTo>
                    <a:pt x="3853" y="5258"/>
                  </a:lnTo>
                  <a:lnTo>
                    <a:pt x="5001" y="5420"/>
                  </a:lnTo>
                  <a:lnTo>
                    <a:pt x="5721" y="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h4104"/>
            <p:cNvSpPr/>
            <p:nvPr/>
          </p:nvSpPr>
          <p:spPr>
            <a:xfrm>
              <a:off x="6575604" y="3034397"/>
              <a:ext cx="55080" cy="24564"/>
            </a:xfrm>
            <a:custGeom>
              <a:avLst/>
              <a:pathLst>
                <a:path w="55080" h="24564">
                  <a:moveTo>
                    <a:pt x="23705" y="554"/>
                  </a:moveTo>
                  <a:lnTo>
                    <a:pt x="34941" y="0"/>
                  </a:lnTo>
                  <a:lnTo>
                    <a:pt x="39667" y="1006"/>
                  </a:lnTo>
                  <a:lnTo>
                    <a:pt x="41098" y="1723"/>
                  </a:lnTo>
                  <a:lnTo>
                    <a:pt x="42536" y="6321"/>
                  </a:lnTo>
                  <a:lnTo>
                    <a:pt x="42905" y="7875"/>
                  </a:lnTo>
                  <a:lnTo>
                    <a:pt x="42284" y="11476"/>
                  </a:lnTo>
                  <a:lnTo>
                    <a:pt x="48013" y="15246"/>
                  </a:lnTo>
                  <a:lnTo>
                    <a:pt x="54860" y="15291"/>
                  </a:lnTo>
                  <a:lnTo>
                    <a:pt x="55080" y="16827"/>
                  </a:lnTo>
                  <a:lnTo>
                    <a:pt x="53832" y="19632"/>
                  </a:lnTo>
                  <a:lnTo>
                    <a:pt x="51709" y="21615"/>
                  </a:lnTo>
                  <a:lnTo>
                    <a:pt x="53173" y="22998"/>
                  </a:lnTo>
                  <a:lnTo>
                    <a:pt x="47897" y="24564"/>
                  </a:lnTo>
                  <a:lnTo>
                    <a:pt x="47865" y="23183"/>
                  </a:lnTo>
                  <a:lnTo>
                    <a:pt x="46585" y="21561"/>
                  </a:lnTo>
                  <a:lnTo>
                    <a:pt x="42214" y="18342"/>
                  </a:lnTo>
                  <a:lnTo>
                    <a:pt x="41697" y="17307"/>
                  </a:lnTo>
                  <a:lnTo>
                    <a:pt x="42500" y="15658"/>
                  </a:lnTo>
                  <a:lnTo>
                    <a:pt x="40037" y="14403"/>
                  </a:lnTo>
                  <a:lnTo>
                    <a:pt x="30645" y="17749"/>
                  </a:lnTo>
                  <a:lnTo>
                    <a:pt x="26297" y="17980"/>
                  </a:lnTo>
                  <a:lnTo>
                    <a:pt x="20638" y="16798"/>
                  </a:lnTo>
                  <a:lnTo>
                    <a:pt x="18417" y="16977"/>
                  </a:lnTo>
                  <a:lnTo>
                    <a:pt x="16012" y="19837"/>
                  </a:lnTo>
                  <a:lnTo>
                    <a:pt x="12743" y="21080"/>
                  </a:lnTo>
                  <a:lnTo>
                    <a:pt x="9956" y="20706"/>
                  </a:lnTo>
                  <a:lnTo>
                    <a:pt x="6772" y="24104"/>
                  </a:lnTo>
                  <a:lnTo>
                    <a:pt x="1681" y="21781"/>
                  </a:lnTo>
                  <a:lnTo>
                    <a:pt x="0" y="18318"/>
                  </a:lnTo>
                  <a:lnTo>
                    <a:pt x="1096" y="13804"/>
                  </a:lnTo>
                  <a:lnTo>
                    <a:pt x="4662" y="11929"/>
                  </a:lnTo>
                  <a:lnTo>
                    <a:pt x="5735" y="6077"/>
                  </a:lnTo>
                  <a:lnTo>
                    <a:pt x="7418" y="4520"/>
                  </a:lnTo>
                  <a:lnTo>
                    <a:pt x="7466" y="3549"/>
                  </a:lnTo>
                  <a:lnTo>
                    <a:pt x="12574" y="4032"/>
                  </a:lnTo>
                  <a:lnTo>
                    <a:pt x="18014" y="281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h4105"/>
            <p:cNvSpPr/>
            <p:nvPr/>
          </p:nvSpPr>
          <p:spPr>
            <a:xfrm>
              <a:off x="6619678" y="2970444"/>
              <a:ext cx="21775" cy="18434"/>
            </a:xfrm>
            <a:custGeom>
              <a:avLst/>
              <a:pathLst>
                <a:path w="21775" h="18434">
                  <a:moveTo>
                    <a:pt x="19557" y="4678"/>
                  </a:moveTo>
                  <a:lnTo>
                    <a:pt x="21576" y="8821"/>
                  </a:lnTo>
                  <a:lnTo>
                    <a:pt x="21775" y="10780"/>
                  </a:lnTo>
                  <a:lnTo>
                    <a:pt x="20808" y="12162"/>
                  </a:lnTo>
                  <a:lnTo>
                    <a:pt x="20219" y="15266"/>
                  </a:lnTo>
                  <a:lnTo>
                    <a:pt x="18655" y="16408"/>
                  </a:lnTo>
                  <a:lnTo>
                    <a:pt x="13892" y="17417"/>
                  </a:lnTo>
                  <a:lnTo>
                    <a:pt x="4445" y="18434"/>
                  </a:lnTo>
                  <a:lnTo>
                    <a:pt x="3367" y="13974"/>
                  </a:lnTo>
                  <a:lnTo>
                    <a:pt x="2296" y="12599"/>
                  </a:lnTo>
                  <a:lnTo>
                    <a:pt x="0" y="11990"/>
                  </a:lnTo>
                  <a:lnTo>
                    <a:pt x="1553" y="11101"/>
                  </a:lnTo>
                  <a:lnTo>
                    <a:pt x="4156" y="3254"/>
                  </a:lnTo>
                  <a:lnTo>
                    <a:pt x="4717" y="1294"/>
                  </a:lnTo>
                  <a:lnTo>
                    <a:pt x="6778" y="2019"/>
                  </a:lnTo>
                  <a:lnTo>
                    <a:pt x="9049" y="4230"/>
                  </a:lnTo>
                  <a:lnTo>
                    <a:pt x="9932" y="2297"/>
                  </a:lnTo>
                  <a:lnTo>
                    <a:pt x="123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h4106"/>
            <p:cNvSpPr/>
            <p:nvPr/>
          </p:nvSpPr>
          <p:spPr>
            <a:xfrm>
              <a:off x="6720079" y="2900600"/>
              <a:ext cx="25176" cy="21571"/>
            </a:xfrm>
            <a:custGeom>
              <a:avLst/>
              <a:pathLst>
                <a:path w="25176" h="21571">
                  <a:moveTo>
                    <a:pt x="22850" y="2554"/>
                  </a:moveTo>
                  <a:lnTo>
                    <a:pt x="19384" y="4691"/>
                  </a:lnTo>
                  <a:lnTo>
                    <a:pt x="20845" y="8913"/>
                  </a:lnTo>
                  <a:lnTo>
                    <a:pt x="25176" y="11169"/>
                  </a:lnTo>
                  <a:lnTo>
                    <a:pt x="22954" y="13602"/>
                  </a:lnTo>
                  <a:lnTo>
                    <a:pt x="19043" y="14808"/>
                  </a:lnTo>
                  <a:lnTo>
                    <a:pt x="19888" y="15723"/>
                  </a:lnTo>
                  <a:lnTo>
                    <a:pt x="24686" y="17176"/>
                  </a:lnTo>
                  <a:lnTo>
                    <a:pt x="24525" y="20174"/>
                  </a:lnTo>
                  <a:lnTo>
                    <a:pt x="23263" y="21571"/>
                  </a:lnTo>
                  <a:lnTo>
                    <a:pt x="18063" y="20841"/>
                  </a:lnTo>
                  <a:lnTo>
                    <a:pt x="17778" y="18198"/>
                  </a:lnTo>
                  <a:lnTo>
                    <a:pt x="12371" y="18976"/>
                  </a:lnTo>
                  <a:lnTo>
                    <a:pt x="12875" y="17349"/>
                  </a:lnTo>
                  <a:lnTo>
                    <a:pt x="10759" y="16928"/>
                  </a:lnTo>
                  <a:lnTo>
                    <a:pt x="7328" y="18342"/>
                  </a:lnTo>
                  <a:lnTo>
                    <a:pt x="6319" y="16696"/>
                  </a:lnTo>
                  <a:lnTo>
                    <a:pt x="5673" y="13127"/>
                  </a:lnTo>
                  <a:lnTo>
                    <a:pt x="1534" y="13496"/>
                  </a:lnTo>
                  <a:lnTo>
                    <a:pt x="0" y="11290"/>
                  </a:lnTo>
                  <a:lnTo>
                    <a:pt x="2135" y="5912"/>
                  </a:lnTo>
                  <a:lnTo>
                    <a:pt x="4675" y="5713"/>
                  </a:lnTo>
                  <a:lnTo>
                    <a:pt x="5677" y="6638"/>
                  </a:lnTo>
                  <a:lnTo>
                    <a:pt x="5611" y="9466"/>
                  </a:lnTo>
                  <a:lnTo>
                    <a:pt x="7972" y="9712"/>
                  </a:lnTo>
                  <a:lnTo>
                    <a:pt x="8798" y="142"/>
                  </a:lnTo>
                  <a:lnTo>
                    <a:pt x="10115" y="2258"/>
                  </a:lnTo>
                  <a:lnTo>
                    <a:pt x="11606" y="658"/>
                  </a:lnTo>
                  <a:lnTo>
                    <a:pt x="12779" y="1527"/>
                  </a:lnTo>
                  <a:lnTo>
                    <a:pt x="13513" y="3293"/>
                  </a:lnTo>
                  <a:lnTo>
                    <a:pt x="13403" y="5709"/>
                  </a:lnTo>
                  <a:lnTo>
                    <a:pt x="15175" y="7373"/>
                  </a:lnTo>
                  <a:lnTo>
                    <a:pt x="17913" y="8392"/>
                  </a:lnTo>
                  <a:lnTo>
                    <a:pt x="18447" y="3335"/>
                  </a:lnTo>
                  <a:lnTo>
                    <a:pt x="2247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h4107"/>
            <p:cNvSpPr/>
            <p:nvPr/>
          </p:nvSpPr>
          <p:spPr>
            <a:xfrm>
              <a:off x="6639266" y="2922423"/>
              <a:ext cx="26427" cy="31054"/>
            </a:xfrm>
            <a:custGeom>
              <a:avLst/>
              <a:pathLst>
                <a:path w="26427" h="31054">
                  <a:moveTo>
                    <a:pt x="11597" y="7389"/>
                  </a:moveTo>
                  <a:lnTo>
                    <a:pt x="9869" y="10051"/>
                  </a:lnTo>
                  <a:lnTo>
                    <a:pt x="14209" y="14218"/>
                  </a:lnTo>
                  <a:lnTo>
                    <a:pt x="20034" y="11688"/>
                  </a:lnTo>
                  <a:lnTo>
                    <a:pt x="23852" y="7345"/>
                  </a:lnTo>
                  <a:lnTo>
                    <a:pt x="26427" y="8191"/>
                  </a:lnTo>
                  <a:lnTo>
                    <a:pt x="26402" y="9688"/>
                  </a:lnTo>
                  <a:lnTo>
                    <a:pt x="25531" y="8818"/>
                  </a:lnTo>
                  <a:lnTo>
                    <a:pt x="24583" y="9533"/>
                  </a:lnTo>
                  <a:lnTo>
                    <a:pt x="21885" y="13146"/>
                  </a:lnTo>
                  <a:lnTo>
                    <a:pt x="19589" y="19509"/>
                  </a:lnTo>
                  <a:lnTo>
                    <a:pt x="22418" y="21121"/>
                  </a:lnTo>
                  <a:lnTo>
                    <a:pt x="21179" y="22419"/>
                  </a:lnTo>
                  <a:lnTo>
                    <a:pt x="21648" y="25760"/>
                  </a:lnTo>
                  <a:lnTo>
                    <a:pt x="22713" y="26608"/>
                  </a:lnTo>
                  <a:lnTo>
                    <a:pt x="23935" y="24425"/>
                  </a:lnTo>
                  <a:lnTo>
                    <a:pt x="24929" y="24852"/>
                  </a:lnTo>
                  <a:lnTo>
                    <a:pt x="22907" y="29854"/>
                  </a:lnTo>
                  <a:lnTo>
                    <a:pt x="20876" y="30199"/>
                  </a:lnTo>
                  <a:lnTo>
                    <a:pt x="20385" y="31054"/>
                  </a:lnTo>
                  <a:lnTo>
                    <a:pt x="16186" y="30824"/>
                  </a:lnTo>
                  <a:lnTo>
                    <a:pt x="13971" y="29655"/>
                  </a:lnTo>
                  <a:lnTo>
                    <a:pt x="13778" y="27386"/>
                  </a:lnTo>
                  <a:lnTo>
                    <a:pt x="8993" y="23296"/>
                  </a:lnTo>
                  <a:lnTo>
                    <a:pt x="1480" y="22582"/>
                  </a:lnTo>
                  <a:lnTo>
                    <a:pt x="0" y="21832"/>
                  </a:lnTo>
                  <a:lnTo>
                    <a:pt x="340" y="17771"/>
                  </a:lnTo>
                  <a:lnTo>
                    <a:pt x="5235" y="12407"/>
                  </a:lnTo>
                  <a:lnTo>
                    <a:pt x="2142" y="8998"/>
                  </a:lnTo>
                  <a:lnTo>
                    <a:pt x="687" y="5946"/>
                  </a:lnTo>
                  <a:lnTo>
                    <a:pt x="664" y="2367"/>
                  </a:lnTo>
                  <a:lnTo>
                    <a:pt x="2783" y="1780"/>
                  </a:lnTo>
                  <a:lnTo>
                    <a:pt x="3637" y="282"/>
                  </a:lnTo>
                  <a:lnTo>
                    <a:pt x="45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h4108"/>
            <p:cNvSpPr/>
            <p:nvPr/>
          </p:nvSpPr>
          <p:spPr>
            <a:xfrm>
              <a:off x="6747431" y="2901260"/>
              <a:ext cx="15923" cy="20065"/>
            </a:xfrm>
            <a:custGeom>
              <a:avLst/>
              <a:pathLst>
                <a:path w="15923" h="20065">
                  <a:moveTo>
                    <a:pt x="15173" y="3089"/>
                  </a:moveTo>
                  <a:lnTo>
                    <a:pt x="13853" y="10050"/>
                  </a:lnTo>
                  <a:lnTo>
                    <a:pt x="15923" y="13045"/>
                  </a:lnTo>
                  <a:lnTo>
                    <a:pt x="15597" y="13868"/>
                  </a:lnTo>
                  <a:lnTo>
                    <a:pt x="15056" y="14738"/>
                  </a:lnTo>
                  <a:lnTo>
                    <a:pt x="12729" y="14468"/>
                  </a:lnTo>
                  <a:lnTo>
                    <a:pt x="10744" y="12383"/>
                  </a:lnTo>
                  <a:lnTo>
                    <a:pt x="9804" y="12888"/>
                  </a:lnTo>
                  <a:lnTo>
                    <a:pt x="9282" y="14555"/>
                  </a:lnTo>
                  <a:lnTo>
                    <a:pt x="8061" y="17218"/>
                  </a:lnTo>
                  <a:lnTo>
                    <a:pt x="5806" y="16697"/>
                  </a:lnTo>
                  <a:lnTo>
                    <a:pt x="4884" y="20065"/>
                  </a:lnTo>
                  <a:lnTo>
                    <a:pt x="4153" y="19833"/>
                  </a:lnTo>
                  <a:lnTo>
                    <a:pt x="1231" y="17608"/>
                  </a:lnTo>
                  <a:lnTo>
                    <a:pt x="0" y="12567"/>
                  </a:lnTo>
                  <a:lnTo>
                    <a:pt x="620" y="11032"/>
                  </a:lnTo>
                  <a:lnTo>
                    <a:pt x="2531" y="6276"/>
                  </a:lnTo>
                  <a:lnTo>
                    <a:pt x="3816" y="6732"/>
                  </a:lnTo>
                  <a:lnTo>
                    <a:pt x="4962" y="6017"/>
                  </a:lnTo>
                  <a:lnTo>
                    <a:pt x="5006" y="3823"/>
                  </a:lnTo>
                  <a:lnTo>
                    <a:pt x="3998" y="2252"/>
                  </a:lnTo>
                  <a:lnTo>
                    <a:pt x="88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h4109"/>
            <p:cNvSpPr/>
            <p:nvPr/>
          </p:nvSpPr>
          <p:spPr>
            <a:xfrm>
              <a:off x="6658856" y="2926129"/>
              <a:ext cx="24327" cy="22903"/>
            </a:xfrm>
            <a:custGeom>
              <a:avLst/>
              <a:pathLst>
                <a:path w="24327" h="22903">
                  <a:moveTo>
                    <a:pt x="11701" y="1215"/>
                  </a:moveTo>
                  <a:lnTo>
                    <a:pt x="10979" y="4639"/>
                  </a:lnTo>
                  <a:lnTo>
                    <a:pt x="13395" y="7632"/>
                  </a:lnTo>
                  <a:lnTo>
                    <a:pt x="18737" y="10687"/>
                  </a:lnTo>
                  <a:lnTo>
                    <a:pt x="19768" y="6855"/>
                  </a:lnTo>
                  <a:lnTo>
                    <a:pt x="24327" y="9910"/>
                  </a:lnTo>
                  <a:lnTo>
                    <a:pt x="24264" y="13824"/>
                  </a:lnTo>
                  <a:lnTo>
                    <a:pt x="22418" y="14006"/>
                  </a:lnTo>
                  <a:lnTo>
                    <a:pt x="21105" y="15183"/>
                  </a:lnTo>
                  <a:lnTo>
                    <a:pt x="18928" y="20808"/>
                  </a:lnTo>
                  <a:lnTo>
                    <a:pt x="13890" y="22872"/>
                  </a:lnTo>
                  <a:lnTo>
                    <a:pt x="6044" y="22282"/>
                  </a:lnTo>
                  <a:lnTo>
                    <a:pt x="5339" y="21146"/>
                  </a:lnTo>
                  <a:lnTo>
                    <a:pt x="4345" y="20720"/>
                  </a:lnTo>
                  <a:lnTo>
                    <a:pt x="3124" y="22903"/>
                  </a:lnTo>
                  <a:lnTo>
                    <a:pt x="2058" y="22055"/>
                  </a:lnTo>
                  <a:lnTo>
                    <a:pt x="1590" y="18714"/>
                  </a:lnTo>
                  <a:lnTo>
                    <a:pt x="2828" y="17416"/>
                  </a:lnTo>
                  <a:lnTo>
                    <a:pt x="0" y="15803"/>
                  </a:lnTo>
                  <a:lnTo>
                    <a:pt x="2295" y="9440"/>
                  </a:lnTo>
                  <a:lnTo>
                    <a:pt x="4994" y="5828"/>
                  </a:lnTo>
                  <a:lnTo>
                    <a:pt x="5942" y="5113"/>
                  </a:lnTo>
                  <a:lnTo>
                    <a:pt x="6812" y="5983"/>
                  </a:lnTo>
                  <a:lnTo>
                    <a:pt x="6837" y="4486"/>
                  </a:lnTo>
                  <a:lnTo>
                    <a:pt x="4262" y="3639"/>
                  </a:lnTo>
                  <a:lnTo>
                    <a:pt x="4807" y="1833"/>
                  </a:lnTo>
                  <a:lnTo>
                    <a:pt x="6323" y="1222"/>
                  </a:lnTo>
                  <a:lnTo>
                    <a:pt x="8762" y="1580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h4110"/>
            <p:cNvSpPr/>
            <p:nvPr/>
          </p:nvSpPr>
          <p:spPr>
            <a:xfrm>
              <a:off x="6756777" y="2978077"/>
              <a:ext cx="5589" cy="5175"/>
            </a:xfrm>
            <a:custGeom>
              <a:avLst/>
              <a:pathLst>
                <a:path w="5589" h="5175">
                  <a:moveTo>
                    <a:pt x="2373" y="322"/>
                  </a:moveTo>
                  <a:lnTo>
                    <a:pt x="5239" y="2920"/>
                  </a:lnTo>
                  <a:lnTo>
                    <a:pt x="5589" y="4362"/>
                  </a:lnTo>
                  <a:lnTo>
                    <a:pt x="4309" y="5175"/>
                  </a:lnTo>
                  <a:lnTo>
                    <a:pt x="0" y="3437"/>
                  </a:lnTo>
                  <a:lnTo>
                    <a:pt x="106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h4111"/>
            <p:cNvSpPr/>
            <p:nvPr/>
          </p:nvSpPr>
          <p:spPr>
            <a:xfrm>
              <a:off x="6728476" y="2929307"/>
              <a:ext cx="5625" cy="8866"/>
            </a:xfrm>
            <a:custGeom>
              <a:avLst/>
              <a:pathLst>
                <a:path w="5625" h="8866">
                  <a:moveTo>
                    <a:pt x="5625" y="749"/>
                  </a:moveTo>
                  <a:lnTo>
                    <a:pt x="4008" y="8866"/>
                  </a:lnTo>
                  <a:lnTo>
                    <a:pt x="661" y="8772"/>
                  </a:lnTo>
                  <a:lnTo>
                    <a:pt x="0" y="8528"/>
                  </a:lnTo>
                  <a:lnTo>
                    <a:pt x="100" y="1771"/>
                  </a:lnTo>
                  <a:lnTo>
                    <a:pt x="1831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h4112"/>
            <p:cNvSpPr/>
            <p:nvPr/>
          </p:nvSpPr>
          <p:spPr>
            <a:xfrm>
              <a:off x="6686956" y="2971770"/>
              <a:ext cx="20950" cy="12983"/>
            </a:xfrm>
            <a:custGeom>
              <a:avLst/>
              <a:pathLst>
                <a:path w="20950" h="12983">
                  <a:moveTo>
                    <a:pt x="11571" y="1110"/>
                  </a:moveTo>
                  <a:lnTo>
                    <a:pt x="13005" y="797"/>
                  </a:lnTo>
                  <a:lnTo>
                    <a:pt x="15898" y="1039"/>
                  </a:lnTo>
                  <a:lnTo>
                    <a:pt x="16635" y="1799"/>
                  </a:lnTo>
                  <a:lnTo>
                    <a:pt x="17622" y="8420"/>
                  </a:lnTo>
                  <a:lnTo>
                    <a:pt x="19680" y="9396"/>
                  </a:lnTo>
                  <a:lnTo>
                    <a:pt x="19914" y="9387"/>
                  </a:lnTo>
                  <a:lnTo>
                    <a:pt x="20683" y="9999"/>
                  </a:lnTo>
                  <a:lnTo>
                    <a:pt x="20950" y="10998"/>
                  </a:lnTo>
                  <a:lnTo>
                    <a:pt x="10223" y="12983"/>
                  </a:lnTo>
                  <a:lnTo>
                    <a:pt x="9451" y="8947"/>
                  </a:lnTo>
                  <a:lnTo>
                    <a:pt x="5576" y="9924"/>
                  </a:lnTo>
                  <a:lnTo>
                    <a:pt x="1979" y="7932"/>
                  </a:lnTo>
                  <a:lnTo>
                    <a:pt x="224" y="7946"/>
                  </a:lnTo>
                  <a:lnTo>
                    <a:pt x="0" y="3596"/>
                  </a:lnTo>
                  <a:lnTo>
                    <a:pt x="7066" y="569"/>
                  </a:lnTo>
                  <a:lnTo>
                    <a:pt x="1022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h4113"/>
            <p:cNvSpPr/>
            <p:nvPr/>
          </p:nvSpPr>
          <p:spPr>
            <a:xfrm>
              <a:off x="6746106" y="2987307"/>
              <a:ext cx="16288" cy="17667"/>
            </a:xfrm>
            <a:custGeom>
              <a:avLst/>
              <a:pathLst>
                <a:path w="16288" h="17667">
                  <a:moveTo>
                    <a:pt x="5940" y="1780"/>
                  </a:moveTo>
                  <a:lnTo>
                    <a:pt x="6758" y="3603"/>
                  </a:lnTo>
                  <a:lnTo>
                    <a:pt x="13947" y="6880"/>
                  </a:lnTo>
                  <a:lnTo>
                    <a:pt x="14579" y="5611"/>
                  </a:lnTo>
                  <a:lnTo>
                    <a:pt x="16288" y="11808"/>
                  </a:lnTo>
                  <a:lnTo>
                    <a:pt x="15498" y="11817"/>
                  </a:lnTo>
                  <a:lnTo>
                    <a:pt x="15496" y="15667"/>
                  </a:lnTo>
                  <a:lnTo>
                    <a:pt x="13330" y="17667"/>
                  </a:lnTo>
                  <a:lnTo>
                    <a:pt x="12357" y="17507"/>
                  </a:lnTo>
                  <a:lnTo>
                    <a:pt x="8656" y="16027"/>
                  </a:lnTo>
                  <a:lnTo>
                    <a:pt x="7054" y="13565"/>
                  </a:lnTo>
                  <a:lnTo>
                    <a:pt x="2439" y="13560"/>
                  </a:lnTo>
                  <a:lnTo>
                    <a:pt x="0" y="11924"/>
                  </a:lnTo>
                  <a:lnTo>
                    <a:pt x="1474" y="10533"/>
                  </a:lnTo>
                  <a:lnTo>
                    <a:pt x="2182" y="8323"/>
                  </a:lnTo>
                  <a:lnTo>
                    <a:pt x="2312" y="6162"/>
                  </a:lnTo>
                  <a:lnTo>
                    <a:pt x="1245" y="3624"/>
                  </a:lnTo>
                  <a:lnTo>
                    <a:pt x="1090" y="1176"/>
                  </a:lnTo>
                  <a:lnTo>
                    <a:pt x="247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h4114"/>
            <p:cNvSpPr/>
            <p:nvPr/>
          </p:nvSpPr>
          <p:spPr>
            <a:xfrm>
              <a:off x="6766591" y="2904474"/>
              <a:ext cx="15885" cy="15357"/>
            </a:xfrm>
            <a:custGeom>
              <a:avLst/>
              <a:pathLst>
                <a:path w="15885" h="15357">
                  <a:moveTo>
                    <a:pt x="7538" y="1287"/>
                  </a:moveTo>
                  <a:lnTo>
                    <a:pt x="10774" y="1180"/>
                  </a:lnTo>
                  <a:lnTo>
                    <a:pt x="9307" y="3829"/>
                  </a:lnTo>
                  <a:lnTo>
                    <a:pt x="11661" y="6028"/>
                  </a:lnTo>
                  <a:lnTo>
                    <a:pt x="12184" y="5596"/>
                  </a:lnTo>
                  <a:lnTo>
                    <a:pt x="11880" y="3736"/>
                  </a:lnTo>
                  <a:lnTo>
                    <a:pt x="13465" y="3403"/>
                  </a:lnTo>
                  <a:lnTo>
                    <a:pt x="15885" y="6206"/>
                  </a:lnTo>
                  <a:lnTo>
                    <a:pt x="14717" y="7361"/>
                  </a:lnTo>
                  <a:lnTo>
                    <a:pt x="13335" y="6320"/>
                  </a:lnTo>
                  <a:lnTo>
                    <a:pt x="10651" y="7282"/>
                  </a:lnTo>
                  <a:lnTo>
                    <a:pt x="5293" y="15357"/>
                  </a:lnTo>
                  <a:lnTo>
                    <a:pt x="3485" y="14131"/>
                  </a:lnTo>
                  <a:lnTo>
                    <a:pt x="5915" y="9638"/>
                  </a:lnTo>
                  <a:lnTo>
                    <a:pt x="2638" y="8186"/>
                  </a:lnTo>
                  <a:lnTo>
                    <a:pt x="247" y="5871"/>
                  </a:lnTo>
                  <a:lnTo>
                    <a:pt x="0" y="2952"/>
                  </a:lnTo>
                  <a:lnTo>
                    <a:pt x="3017" y="4215"/>
                  </a:lnTo>
                  <a:lnTo>
                    <a:pt x="565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h4115"/>
            <p:cNvSpPr/>
            <p:nvPr/>
          </p:nvSpPr>
          <p:spPr>
            <a:xfrm>
              <a:off x="6682633" y="2980717"/>
              <a:ext cx="26253" cy="18175"/>
            </a:xfrm>
            <a:custGeom>
              <a:avLst/>
              <a:pathLst>
                <a:path w="26253" h="18175">
                  <a:moveTo>
                    <a:pt x="14546" y="4036"/>
                  </a:moveTo>
                  <a:lnTo>
                    <a:pt x="25273" y="2051"/>
                  </a:lnTo>
                  <a:lnTo>
                    <a:pt x="26035" y="2976"/>
                  </a:lnTo>
                  <a:lnTo>
                    <a:pt x="21877" y="4427"/>
                  </a:lnTo>
                  <a:lnTo>
                    <a:pt x="10917" y="6109"/>
                  </a:lnTo>
                  <a:lnTo>
                    <a:pt x="9689" y="7708"/>
                  </a:lnTo>
                  <a:lnTo>
                    <a:pt x="9110" y="10439"/>
                  </a:lnTo>
                  <a:lnTo>
                    <a:pt x="14568" y="10710"/>
                  </a:lnTo>
                  <a:lnTo>
                    <a:pt x="26253" y="13215"/>
                  </a:lnTo>
                  <a:lnTo>
                    <a:pt x="23048" y="14614"/>
                  </a:lnTo>
                  <a:lnTo>
                    <a:pt x="10792" y="16206"/>
                  </a:lnTo>
                  <a:lnTo>
                    <a:pt x="9975" y="15643"/>
                  </a:lnTo>
                  <a:lnTo>
                    <a:pt x="6453" y="18175"/>
                  </a:lnTo>
                  <a:lnTo>
                    <a:pt x="6468" y="18024"/>
                  </a:lnTo>
                  <a:lnTo>
                    <a:pt x="5664" y="10667"/>
                  </a:lnTo>
                  <a:lnTo>
                    <a:pt x="6491" y="8097"/>
                  </a:lnTo>
                  <a:lnTo>
                    <a:pt x="2549" y="6586"/>
                  </a:lnTo>
                  <a:lnTo>
                    <a:pt x="61" y="5683"/>
                  </a:lnTo>
                  <a:lnTo>
                    <a:pt x="0" y="3634"/>
                  </a:lnTo>
                  <a:lnTo>
                    <a:pt x="2616" y="1958"/>
                  </a:lnTo>
                  <a:lnTo>
                    <a:pt x="2483" y="1110"/>
                  </a:lnTo>
                  <a:lnTo>
                    <a:pt x="6752" y="2032"/>
                  </a:lnTo>
                  <a:lnTo>
                    <a:pt x="6076" y="3945"/>
                  </a:lnTo>
                  <a:lnTo>
                    <a:pt x="6570" y="6350"/>
                  </a:lnTo>
                  <a:lnTo>
                    <a:pt x="9606" y="6486"/>
                  </a:lnTo>
                  <a:lnTo>
                    <a:pt x="12206" y="4175"/>
                  </a:lnTo>
                  <a:lnTo>
                    <a:pt x="12115" y="2835"/>
                  </a:lnTo>
                  <a:lnTo>
                    <a:pt x="9898" y="977"/>
                  </a:lnTo>
                  <a:lnTo>
                    <a:pt x="1377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h4116"/>
            <p:cNvSpPr/>
            <p:nvPr/>
          </p:nvSpPr>
          <p:spPr>
            <a:xfrm>
              <a:off x="6696056" y="2944939"/>
              <a:ext cx="23321" cy="14654"/>
            </a:xfrm>
            <a:custGeom>
              <a:avLst/>
              <a:pathLst>
                <a:path w="23321" h="14654">
                  <a:moveTo>
                    <a:pt x="16495" y="626"/>
                  </a:moveTo>
                  <a:lnTo>
                    <a:pt x="18611" y="2017"/>
                  </a:lnTo>
                  <a:lnTo>
                    <a:pt x="22468" y="4469"/>
                  </a:lnTo>
                  <a:lnTo>
                    <a:pt x="23321" y="7555"/>
                  </a:lnTo>
                  <a:lnTo>
                    <a:pt x="21678" y="12851"/>
                  </a:lnTo>
                  <a:lnTo>
                    <a:pt x="19751" y="14654"/>
                  </a:lnTo>
                  <a:lnTo>
                    <a:pt x="19239" y="13700"/>
                  </a:lnTo>
                  <a:lnTo>
                    <a:pt x="15119" y="11567"/>
                  </a:lnTo>
                  <a:lnTo>
                    <a:pt x="5974" y="12686"/>
                  </a:lnTo>
                  <a:lnTo>
                    <a:pt x="3990" y="14124"/>
                  </a:lnTo>
                  <a:lnTo>
                    <a:pt x="2074" y="14125"/>
                  </a:lnTo>
                  <a:lnTo>
                    <a:pt x="0" y="12886"/>
                  </a:lnTo>
                  <a:lnTo>
                    <a:pt x="563" y="10729"/>
                  </a:lnTo>
                  <a:lnTo>
                    <a:pt x="2599" y="11862"/>
                  </a:lnTo>
                  <a:lnTo>
                    <a:pt x="4201" y="11174"/>
                  </a:lnTo>
                  <a:lnTo>
                    <a:pt x="5659" y="7193"/>
                  </a:lnTo>
                  <a:lnTo>
                    <a:pt x="10456" y="2417"/>
                  </a:lnTo>
                  <a:lnTo>
                    <a:pt x="12187" y="1958"/>
                  </a:lnTo>
                  <a:lnTo>
                    <a:pt x="1383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h4117"/>
            <p:cNvSpPr/>
            <p:nvPr/>
          </p:nvSpPr>
          <p:spPr>
            <a:xfrm>
              <a:off x="6580200" y="3048801"/>
              <a:ext cx="43301" cy="37234"/>
            </a:xfrm>
            <a:custGeom>
              <a:avLst/>
              <a:pathLst>
                <a:path w="43301" h="37234">
                  <a:moveTo>
                    <a:pt x="37904" y="1255"/>
                  </a:moveTo>
                  <a:lnTo>
                    <a:pt x="37101" y="2903"/>
                  </a:lnTo>
                  <a:lnTo>
                    <a:pt x="37617" y="3938"/>
                  </a:lnTo>
                  <a:lnTo>
                    <a:pt x="41989" y="7157"/>
                  </a:lnTo>
                  <a:lnTo>
                    <a:pt x="43269" y="8780"/>
                  </a:lnTo>
                  <a:lnTo>
                    <a:pt x="43301" y="10160"/>
                  </a:lnTo>
                  <a:lnTo>
                    <a:pt x="43256" y="13353"/>
                  </a:lnTo>
                  <a:lnTo>
                    <a:pt x="42377" y="15235"/>
                  </a:lnTo>
                  <a:lnTo>
                    <a:pt x="40928" y="18427"/>
                  </a:lnTo>
                  <a:lnTo>
                    <a:pt x="39269" y="18228"/>
                  </a:lnTo>
                  <a:lnTo>
                    <a:pt x="35019" y="20844"/>
                  </a:lnTo>
                  <a:lnTo>
                    <a:pt x="26580" y="27704"/>
                  </a:lnTo>
                  <a:lnTo>
                    <a:pt x="25470" y="29515"/>
                  </a:lnTo>
                  <a:lnTo>
                    <a:pt x="20702" y="33500"/>
                  </a:lnTo>
                  <a:lnTo>
                    <a:pt x="19425" y="35811"/>
                  </a:lnTo>
                  <a:lnTo>
                    <a:pt x="18146" y="35479"/>
                  </a:lnTo>
                  <a:lnTo>
                    <a:pt x="16826" y="37234"/>
                  </a:lnTo>
                  <a:lnTo>
                    <a:pt x="7453" y="30244"/>
                  </a:lnTo>
                  <a:lnTo>
                    <a:pt x="7989" y="26763"/>
                  </a:lnTo>
                  <a:lnTo>
                    <a:pt x="10016" y="21828"/>
                  </a:lnTo>
                  <a:lnTo>
                    <a:pt x="8641" y="17995"/>
                  </a:lnTo>
                  <a:lnTo>
                    <a:pt x="6909" y="16696"/>
                  </a:lnTo>
                  <a:lnTo>
                    <a:pt x="6095" y="16664"/>
                  </a:lnTo>
                  <a:lnTo>
                    <a:pt x="4368" y="19042"/>
                  </a:lnTo>
                  <a:lnTo>
                    <a:pt x="2277" y="20229"/>
                  </a:lnTo>
                  <a:lnTo>
                    <a:pt x="0" y="14818"/>
                  </a:lnTo>
                  <a:lnTo>
                    <a:pt x="1361" y="10043"/>
                  </a:lnTo>
                  <a:lnTo>
                    <a:pt x="2176" y="9701"/>
                  </a:lnTo>
                  <a:lnTo>
                    <a:pt x="5360" y="6303"/>
                  </a:lnTo>
                  <a:lnTo>
                    <a:pt x="8147" y="6676"/>
                  </a:lnTo>
                  <a:lnTo>
                    <a:pt x="11416" y="5434"/>
                  </a:lnTo>
                  <a:lnTo>
                    <a:pt x="13821" y="2573"/>
                  </a:lnTo>
                  <a:lnTo>
                    <a:pt x="16042" y="2394"/>
                  </a:lnTo>
                  <a:lnTo>
                    <a:pt x="21701" y="3576"/>
                  </a:lnTo>
                  <a:lnTo>
                    <a:pt x="26049" y="3346"/>
                  </a:lnTo>
                  <a:lnTo>
                    <a:pt x="354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h4118"/>
            <p:cNvSpPr/>
            <p:nvPr/>
          </p:nvSpPr>
          <p:spPr>
            <a:xfrm>
              <a:off x="6656028" y="2950921"/>
              <a:ext cx="27309" cy="50561"/>
            </a:xfrm>
            <a:custGeom>
              <a:avLst/>
              <a:pathLst>
                <a:path w="27309" h="50561">
                  <a:moveTo>
                    <a:pt x="12225" y="144"/>
                  </a:moveTo>
                  <a:lnTo>
                    <a:pt x="14454" y="7076"/>
                  </a:lnTo>
                  <a:lnTo>
                    <a:pt x="15688" y="8541"/>
                  </a:lnTo>
                  <a:lnTo>
                    <a:pt x="14081" y="10757"/>
                  </a:lnTo>
                  <a:lnTo>
                    <a:pt x="16013" y="13207"/>
                  </a:lnTo>
                  <a:lnTo>
                    <a:pt x="16814" y="13344"/>
                  </a:lnTo>
                  <a:lnTo>
                    <a:pt x="17656" y="11875"/>
                  </a:lnTo>
                  <a:lnTo>
                    <a:pt x="20949" y="13756"/>
                  </a:lnTo>
                  <a:lnTo>
                    <a:pt x="22224" y="11406"/>
                  </a:lnTo>
                  <a:lnTo>
                    <a:pt x="25218" y="14644"/>
                  </a:lnTo>
                  <a:lnTo>
                    <a:pt x="27309" y="20358"/>
                  </a:lnTo>
                  <a:lnTo>
                    <a:pt x="23598" y="21557"/>
                  </a:lnTo>
                  <a:lnTo>
                    <a:pt x="23862" y="22573"/>
                  </a:lnTo>
                  <a:lnTo>
                    <a:pt x="23404" y="24373"/>
                  </a:lnTo>
                  <a:lnTo>
                    <a:pt x="18625" y="24310"/>
                  </a:lnTo>
                  <a:lnTo>
                    <a:pt x="15674" y="26165"/>
                  </a:lnTo>
                  <a:lnTo>
                    <a:pt x="15674" y="30682"/>
                  </a:lnTo>
                  <a:lnTo>
                    <a:pt x="14113" y="32258"/>
                  </a:lnTo>
                  <a:lnTo>
                    <a:pt x="14371" y="32994"/>
                  </a:lnTo>
                  <a:lnTo>
                    <a:pt x="13169" y="35456"/>
                  </a:lnTo>
                  <a:lnTo>
                    <a:pt x="9710" y="37722"/>
                  </a:lnTo>
                  <a:lnTo>
                    <a:pt x="4386" y="44694"/>
                  </a:lnTo>
                  <a:lnTo>
                    <a:pt x="4220" y="50561"/>
                  </a:lnTo>
                  <a:lnTo>
                    <a:pt x="430" y="49449"/>
                  </a:lnTo>
                  <a:lnTo>
                    <a:pt x="822" y="40867"/>
                  </a:lnTo>
                  <a:lnTo>
                    <a:pt x="0" y="39612"/>
                  </a:lnTo>
                  <a:lnTo>
                    <a:pt x="3449" y="33360"/>
                  </a:lnTo>
                  <a:lnTo>
                    <a:pt x="5781" y="30784"/>
                  </a:lnTo>
                  <a:lnTo>
                    <a:pt x="8338" y="24549"/>
                  </a:lnTo>
                  <a:lnTo>
                    <a:pt x="8454" y="23330"/>
                  </a:lnTo>
                  <a:lnTo>
                    <a:pt x="5144" y="18811"/>
                  </a:lnTo>
                  <a:lnTo>
                    <a:pt x="5822" y="16246"/>
                  </a:lnTo>
                  <a:lnTo>
                    <a:pt x="4285" y="14684"/>
                  </a:lnTo>
                  <a:lnTo>
                    <a:pt x="3842" y="10574"/>
                  </a:lnTo>
                  <a:lnTo>
                    <a:pt x="6144" y="8537"/>
                  </a:lnTo>
                  <a:lnTo>
                    <a:pt x="6955" y="8570"/>
                  </a:lnTo>
                  <a:lnTo>
                    <a:pt x="11113" y="5424"/>
                  </a:lnTo>
                  <a:lnTo>
                    <a:pt x="1138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h4119"/>
            <p:cNvSpPr/>
            <p:nvPr/>
          </p:nvSpPr>
          <p:spPr>
            <a:xfrm>
              <a:off x="6596072" y="2996398"/>
              <a:ext cx="9973" cy="12360"/>
            </a:xfrm>
            <a:custGeom>
              <a:avLst/>
              <a:pathLst>
                <a:path w="9973" h="12360">
                  <a:moveTo>
                    <a:pt x="8546" y="10487"/>
                  </a:moveTo>
                  <a:lnTo>
                    <a:pt x="7258" y="12360"/>
                  </a:lnTo>
                  <a:lnTo>
                    <a:pt x="2126" y="12280"/>
                  </a:lnTo>
                  <a:lnTo>
                    <a:pt x="0" y="9228"/>
                  </a:lnTo>
                  <a:lnTo>
                    <a:pt x="1917" y="7998"/>
                  </a:lnTo>
                  <a:lnTo>
                    <a:pt x="1901" y="4841"/>
                  </a:lnTo>
                  <a:lnTo>
                    <a:pt x="2769" y="2760"/>
                  </a:lnTo>
                  <a:lnTo>
                    <a:pt x="997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h4120"/>
            <p:cNvSpPr/>
            <p:nvPr/>
          </p:nvSpPr>
          <p:spPr>
            <a:xfrm>
              <a:off x="6629165" y="3007607"/>
              <a:ext cx="17833" cy="17889"/>
            </a:xfrm>
            <a:custGeom>
              <a:avLst/>
              <a:pathLst>
                <a:path w="17833" h="17889">
                  <a:moveTo>
                    <a:pt x="14783" y="321"/>
                  </a:moveTo>
                  <a:lnTo>
                    <a:pt x="14595" y="1708"/>
                  </a:lnTo>
                  <a:lnTo>
                    <a:pt x="14745" y="4698"/>
                  </a:lnTo>
                  <a:lnTo>
                    <a:pt x="17833" y="5196"/>
                  </a:lnTo>
                  <a:lnTo>
                    <a:pt x="15829" y="10875"/>
                  </a:lnTo>
                  <a:lnTo>
                    <a:pt x="13762" y="10659"/>
                  </a:lnTo>
                  <a:lnTo>
                    <a:pt x="13548" y="12669"/>
                  </a:lnTo>
                  <a:lnTo>
                    <a:pt x="6870" y="15584"/>
                  </a:lnTo>
                  <a:lnTo>
                    <a:pt x="625" y="17889"/>
                  </a:lnTo>
                  <a:lnTo>
                    <a:pt x="570" y="14889"/>
                  </a:lnTo>
                  <a:lnTo>
                    <a:pt x="2564" y="13296"/>
                  </a:lnTo>
                  <a:lnTo>
                    <a:pt x="0" y="9640"/>
                  </a:lnTo>
                  <a:lnTo>
                    <a:pt x="6061" y="2713"/>
                  </a:lnTo>
                  <a:lnTo>
                    <a:pt x="12536" y="4362"/>
                  </a:lnTo>
                  <a:lnTo>
                    <a:pt x="1319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h4121"/>
            <p:cNvSpPr/>
            <p:nvPr/>
          </p:nvSpPr>
          <p:spPr>
            <a:xfrm>
              <a:off x="6674839" y="2876593"/>
              <a:ext cx="16964" cy="15222"/>
            </a:xfrm>
            <a:custGeom>
              <a:avLst/>
              <a:pathLst>
                <a:path w="16964" h="15222">
                  <a:moveTo>
                    <a:pt x="11553" y="1013"/>
                  </a:moveTo>
                  <a:lnTo>
                    <a:pt x="12290" y="3733"/>
                  </a:lnTo>
                  <a:lnTo>
                    <a:pt x="14715" y="5683"/>
                  </a:lnTo>
                  <a:lnTo>
                    <a:pt x="16964" y="11847"/>
                  </a:lnTo>
                  <a:lnTo>
                    <a:pt x="16605" y="15222"/>
                  </a:lnTo>
                  <a:lnTo>
                    <a:pt x="9009" y="12806"/>
                  </a:lnTo>
                  <a:lnTo>
                    <a:pt x="6847" y="13265"/>
                  </a:lnTo>
                  <a:lnTo>
                    <a:pt x="3284" y="12179"/>
                  </a:lnTo>
                  <a:lnTo>
                    <a:pt x="1108" y="8604"/>
                  </a:lnTo>
                  <a:lnTo>
                    <a:pt x="0" y="1298"/>
                  </a:lnTo>
                  <a:lnTo>
                    <a:pt x="572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h4122"/>
            <p:cNvSpPr/>
            <p:nvPr/>
          </p:nvSpPr>
          <p:spPr>
            <a:xfrm>
              <a:off x="6673289" y="3018680"/>
              <a:ext cx="18302" cy="27103"/>
            </a:xfrm>
            <a:custGeom>
              <a:avLst/>
              <a:pathLst>
                <a:path w="18302" h="27103">
                  <a:moveTo>
                    <a:pt x="3422" y="0"/>
                  </a:moveTo>
                  <a:lnTo>
                    <a:pt x="7200" y="1508"/>
                  </a:lnTo>
                  <a:lnTo>
                    <a:pt x="8543" y="3959"/>
                  </a:lnTo>
                  <a:lnTo>
                    <a:pt x="8243" y="4705"/>
                  </a:lnTo>
                  <a:lnTo>
                    <a:pt x="7622" y="7947"/>
                  </a:lnTo>
                  <a:lnTo>
                    <a:pt x="11885" y="12225"/>
                  </a:lnTo>
                  <a:lnTo>
                    <a:pt x="12191" y="13712"/>
                  </a:lnTo>
                  <a:lnTo>
                    <a:pt x="18302" y="19836"/>
                  </a:lnTo>
                  <a:lnTo>
                    <a:pt x="15167" y="23853"/>
                  </a:lnTo>
                  <a:lnTo>
                    <a:pt x="10524" y="27103"/>
                  </a:lnTo>
                  <a:lnTo>
                    <a:pt x="6637" y="25792"/>
                  </a:lnTo>
                  <a:lnTo>
                    <a:pt x="5392" y="24232"/>
                  </a:lnTo>
                  <a:lnTo>
                    <a:pt x="5334" y="22861"/>
                  </a:lnTo>
                  <a:lnTo>
                    <a:pt x="6124" y="21980"/>
                  </a:lnTo>
                  <a:lnTo>
                    <a:pt x="5025" y="17203"/>
                  </a:lnTo>
                  <a:lnTo>
                    <a:pt x="1784" y="13065"/>
                  </a:lnTo>
                  <a:lnTo>
                    <a:pt x="1922" y="12665"/>
                  </a:lnTo>
                  <a:lnTo>
                    <a:pt x="2000" y="9284"/>
                  </a:lnTo>
                  <a:lnTo>
                    <a:pt x="0" y="5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h4123"/>
            <p:cNvSpPr/>
            <p:nvPr/>
          </p:nvSpPr>
          <p:spPr>
            <a:xfrm>
              <a:off x="6735205" y="2911769"/>
              <a:ext cx="16379" cy="23319"/>
            </a:xfrm>
            <a:custGeom>
              <a:avLst/>
              <a:pathLst>
                <a:path w="16379" h="23319">
                  <a:moveTo>
                    <a:pt x="12846" y="523"/>
                  </a:moveTo>
                  <a:lnTo>
                    <a:pt x="12225" y="2058"/>
                  </a:lnTo>
                  <a:lnTo>
                    <a:pt x="13457" y="7099"/>
                  </a:lnTo>
                  <a:lnTo>
                    <a:pt x="16379" y="9324"/>
                  </a:lnTo>
                  <a:lnTo>
                    <a:pt x="14717" y="14010"/>
                  </a:lnTo>
                  <a:lnTo>
                    <a:pt x="13548" y="17999"/>
                  </a:lnTo>
                  <a:lnTo>
                    <a:pt x="11544" y="17977"/>
                  </a:lnTo>
                  <a:lnTo>
                    <a:pt x="9836" y="19638"/>
                  </a:lnTo>
                  <a:lnTo>
                    <a:pt x="6604" y="18754"/>
                  </a:lnTo>
                  <a:lnTo>
                    <a:pt x="5122" y="20196"/>
                  </a:lnTo>
                  <a:lnTo>
                    <a:pt x="6019" y="21768"/>
                  </a:lnTo>
                  <a:lnTo>
                    <a:pt x="4368" y="23138"/>
                  </a:lnTo>
                  <a:lnTo>
                    <a:pt x="2658" y="23319"/>
                  </a:lnTo>
                  <a:lnTo>
                    <a:pt x="0" y="18020"/>
                  </a:lnTo>
                  <a:lnTo>
                    <a:pt x="1872" y="13392"/>
                  </a:lnTo>
                  <a:lnTo>
                    <a:pt x="2936" y="9672"/>
                  </a:lnTo>
                  <a:lnTo>
                    <a:pt x="8137" y="10402"/>
                  </a:lnTo>
                  <a:lnTo>
                    <a:pt x="9398" y="9005"/>
                  </a:lnTo>
                  <a:lnTo>
                    <a:pt x="9560" y="6007"/>
                  </a:lnTo>
                  <a:lnTo>
                    <a:pt x="4762" y="4554"/>
                  </a:lnTo>
                  <a:lnTo>
                    <a:pt x="3916" y="3639"/>
                  </a:lnTo>
                  <a:lnTo>
                    <a:pt x="7828" y="2433"/>
                  </a:lnTo>
                  <a:lnTo>
                    <a:pt x="1004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h4124"/>
            <p:cNvSpPr/>
            <p:nvPr/>
          </p:nvSpPr>
          <p:spPr>
            <a:xfrm>
              <a:off x="6702988" y="2902768"/>
              <a:ext cx="19225" cy="16648"/>
            </a:xfrm>
            <a:custGeom>
              <a:avLst/>
              <a:pathLst>
                <a:path w="19225" h="16648">
                  <a:moveTo>
                    <a:pt x="19225" y="3744"/>
                  </a:moveTo>
                  <a:lnTo>
                    <a:pt x="17090" y="9122"/>
                  </a:lnTo>
                  <a:lnTo>
                    <a:pt x="15975" y="8264"/>
                  </a:lnTo>
                  <a:lnTo>
                    <a:pt x="12462" y="7891"/>
                  </a:lnTo>
                  <a:lnTo>
                    <a:pt x="8392" y="12475"/>
                  </a:lnTo>
                  <a:lnTo>
                    <a:pt x="7995" y="14317"/>
                  </a:lnTo>
                  <a:lnTo>
                    <a:pt x="7789" y="16203"/>
                  </a:lnTo>
                  <a:lnTo>
                    <a:pt x="2525" y="16648"/>
                  </a:lnTo>
                  <a:lnTo>
                    <a:pt x="146" y="15316"/>
                  </a:lnTo>
                  <a:lnTo>
                    <a:pt x="271" y="13191"/>
                  </a:lnTo>
                  <a:lnTo>
                    <a:pt x="0" y="11733"/>
                  </a:lnTo>
                  <a:lnTo>
                    <a:pt x="755" y="10627"/>
                  </a:lnTo>
                  <a:lnTo>
                    <a:pt x="3918" y="9050"/>
                  </a:lnTo>
                  <a:lnTo>
                    <a:pt x="5393" y="6579"/>
                  </a:lnTo>
                  <a:lnTo>
                    <a:pt x="8363" y="3671"/>
                  </a:lnTo>
                  <a:lnTo>
                    <a:pt x="11555" y="1694"/>
                  </a:lnTo>
                  <a:lnTo>
                    <a:pt x="12176" y="1892"/>
                  </a:lnTo>
                  <a:lnTo>
                    <a:pt x="141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h4125"/>
            <p:cNvSpPr/>
            <p:nvPr/>
          </p:nvSpPr>
          <p:spPr>
            <a:xfrm>
              <a:off x="6612459" y="2907841"/>
              <a:ext cx="18810" cy="15859"/>
            </a:xfrm>
            <a:custGeom>
              <a:avLst/>
              <a:pathLst>
                <a:path w="18810" h="15859">
                  <a:moveTo>
                    <a:pt x="6415" y="0"/>
                  </a:moveTo>
                  <a:lnTo>
                    <a:pt x="7075" y="1696"/>
                  </a:lnTo>
                  <a:lnTo>
                    <a:pt x="14675" y="5468"/>
                  </a:lnTo>
                  <a:lnTo>
                    <a:pt x="18810" y="5121"/>
                  </a:lnTo>
                  <a:lnTo>
                    <a:pt x="17719" y="10457"/>
                  </a:lnTo>
                  <a:lnTo>
                    <a:pt x="16779" y="10324"/>
                  </a:lnTo>
                  <a:lnTo>
                    <a:pt x="15637" y="11462"/>
                  </a:lnTo>
                  <a:lnTo>
                    <a:pt x="15115" y="14797"/>
                  </a:lnTo>
                  <a:lnTo>
                    <a:pt x="13629" y="15218"/>
                  </a:lnTo>
                  <a:lnTo>
                    <a:pt x="14818" y="12224"/>
                  </a:lnTo>
                  <a:lnTo>
                    <a:pt x="7900" y="11391"/>
                  </a:lnTo>
                  <a:lnTo>
                    <a:pt x="7668" y="9983"/>
                  </a:lnTo>
                  <a:lnTo>
                    <a:pt x="4392" y="12787"/>
                  </a:lnTo>
                  <a:lnTo>
                    <a:pt x="3657" y="13674"/>
                  </a:lnTo>
                  <a:lnTo>
                    <a:pt x="3644" y="15859"/>
                  </a:lnTo>
                  <a:lnTo>
                    <a:pt x="0" y="15830"/>
                  </a:lnTo>
                  <a:lnTo>
                    <a:pt x="694" y="13223"/>
                  </a:lnTo>
                  <a:lnTo>
                    <a:pt x="226" y="5690"/>
                  </a:lnTo>
                  <a:lnTo>
                    <a:pt x="1580" y="178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h4126"/>
            <p:cNvSpPr/>
            <p:nvPr/>
          </p:nvSpPr>
          <p:spPr>
            <a:xfrm>
              <a:off x="6752047" y="2980592"/>
              <a:ext cx="9038" cy="8766"/>
            </a:xfrm>
            <a:custGeom>
              <a:avLst/>
              <a:pathLst>
                <a:path w="9038" h="8766">
                  <a:moveTo>
                    <a:pt x="4729" y="922"/>
                  </a:moveTo>
                  <a:lnTo>
                    <a:pt x="9038" y="2660"/>
                  </a:lnTo>
                  <a:lnTo>
                    <a:pt x="8204" y="5414"/>
                  </a:lnTo>
                  <a:lnTo>
                    <a:pt x="5260" y="5349"/>
                  </a:lnTo>
                  <a:lnTo>
                    <a:pt x="4182" y="6584"/>
                  </a:lnTo>
                  <a:lnTo>
                    <a:pt x="4507" y="8766"/>
                  </a:lnTo>
                  <a:lnTo>
                    <a:pt x="0" y="8495"/>
                  </a:lnTo>
                  <a:lnTo>
                    <a:pt x="362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h4127"/>
            <p:cNvSpPr/>
            <p:nvPr/>
          </p:nvSpPr>
          <p:spPr>
            <a:xfrm>
              <a:off x="6652876" y="2884640"/>
              <a:ext cx="16647" cy="30326"/>
            </a:xfrm>
            <a:custGeom>
              <a:avLst/>
              <a:pathLst>
                <a:path w="16647" h="30326">
                  <a:moveTo>
                    <a:pt x="9978" y="3301"/>
                  </a:moveTo>
                  <a:lnTo>
                    <a:pt x="12672" y="8662"/>
                  </a:lnTo>
                  <a:lnTo>
                    <a:pt x="5938" y="13814"/>
                  </a:lnTo>
                  <a:lnTo>
                    <a:pt x="5928" y="15014"/>
                  </a:lnTo>
                  <a:lnTo>
                    <a:pt x="10492" y="14919"/>
                  </a:lnTo>
                  <a:lnTo>
                    <a:pt x="15903" y="12688"/>
                  </a:lnTo>
                  <a:lnTo>
                    <a:pt x="16647" y="13908"/>
                  </a:lnTo>
                  <a:lnTo>
                    <a:pt x="15102" y="16217"/>
                  </a:lnTo>
                  <a:lnTo>
                    <a:pt x="15032" y="18144"/>
                  </a:lnTo>
                  <a:lnTo>
                    <a:pt x="13423" y="24807"/>
                  </a:lnTo>
                  <a:lnTo>
                    <a:pt x="12006" y="25487"/>
                  </a:lnTo>
                  <a:lnTo>
                    <a:pt x="7068" y="25532"/>
                  </a:lnTo>
                  <a:lnTo>
                    <a:pt x="5129" y="26562"/>
                  </a:lnTo>
                  <a:lnTo>
                    <a:pt x="4686" y="30326"/>
                  </a:lnTo>
                  <a:lnTo>
                    <a:pt x="1165" y="28289"/>
                  </a:lnTo>
                  <a:lnTo>
                    <a:pt x="0" y="24372"/>
                  </a:lnTo>
                  <a:lnTo>
                    <a:pt x="2548" y="22972"/>
                  </a:lnTo>
                  <a:lnTo>
                    <a:pt x="1552" y="17108"/>
                  </a:lnTo>
                  <a:lnTo>
                    <a:pt x="2277" y="14850"/>
                  </a:lnTo>
                  <a:lnTo>
                    <a:pt x="7433" y="11382"/>
                  </a:lnTo>
                  <a:lnTo>
                    <a:pt x="8869" y="4432"/>
                  </a:lnTo>
                  <a:lnTo>
                    <a:pt x="7134" y="3726"/>
                  </a:lnTo>
                  <a:lnTo>
                    <a:pt x="1038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h4128"/>
            <p:cNvSpPr/>
            <p:nvPr/>
          </p:nvSpPr>
          <p:spPr>
            <a:xfrm>
              <a:off x="6660142" y="2939953"/>
              <a:ext cx="27237" cy="22004"/>
            </a:xfrm>
            <a:custGeom>
              <a:avLst/>
              <a:pathLst>
                <a:path w="27237" h="22004">
                  <a:moveTo>
                    <a:pt x="22977" y="0"/>
                  </a:moveTo>
                  <a:lnTo>
                    <a:pt x="24039" y="962"/>
                  </a:lnTo>
                  <a:lnTo>
                    <a:pt x="23154" y="1025"/>
                  </a:lnTo>
                  <a:lnTo>
                    <a:pt x="23599" y="3829"/>
                  </a:lnTo>
                  <a:lnTo>
                    <a:pt x="27237" y="8330"/>
                  </a:lnTo>
                  <a:lnTo>
                    <a:pt x="22820" y="9902"/>
                  </a:lnTo>
                  <a:lnTo>
                    <a:pt x="18928" y="13184"/>
                  </a:lnTo>
                  <a:lnTo>
                    <a:pt x="17114" y="20115"/>
                  </a:lnTo>
                  <a:lnTo>
                    <a:pt x="18076" y="19989"/>
                  </a:lnTo>
                  <a:lnTo>
                    <a:pt x="18633" y="21649"/>
                  </a:lnTo>
                  <a:lnTo>
                    <a:pt x="17624" y="22004"/>
                  </a:lnTo>
                  <a:lnTo>
                    <a:pt x="13414" y="20994"/>
                  </a:lnTo>
                  <a:lnTo>
                    <a:pt x="11574" y="19508"/>
                  </a:lnTo>
                  <a:lnTo>
                    <a:pt x="10340" y="18043"/>
                  </a:lnTo>
                  <a:lnTo>
                    <a:pt x="8111" y="11112"/>
                  </a:lnTo>
                  <a:lnTo>
                    <a:pt x="7274" y="10967"/>
                  </a:lnTo>
                  <a:lnTo>
                    <a:pt x="6998" y="16392"/>
                  </a:lnTo>
                  <a:lnTo>
                    <a:pt x="2841" y="19538"/>
                  </a:lnTo>
                  <a:lnTo>
                    <a:pt x="1472" y="17451"/>
                  </a:lnTo>
                  <a:lnTo>
                    <a:pt x="2665" y="14142"/>
                  </a:lnTo>
                  <a:lnTo>
                    <a:pt x="0" y="12669"/>
                  </a:lnTo>
                  <a:lnTo>
                    <a:pt x="2031" y="12323"/>
                  </a:lnTo>
                  <a:lnTo>
                    <a:pt x="4052" y="7321"/>
                  </a:lnTo>
                  <a:lnTo>
                    <a:pt x="4757" y="8457"/>
                  </a:lnTo>
                  <a:lnTo>
                    <a:pt x="12604" y="9047"/>
                  </a:lnTo>
                  <a:lnTo>
                    <a:pt x="17641" y="6983"/>
                  </a:lnTo>
                  <a:lnTo>
                    <a:pt x="19818" y="1359"/>
                  </a:lnTo>
                  <a:lnTo>
                    <a:pt x="21131" y="182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h4129"/>
            <p:cNvSpPr/>
            <p:nvPr/>
          </p:nvSpPr>
          <p:spPr>
            <a:xfrm>
              <a:off x="6584126" y="2991838"/>
              <a:ext cx="22688" cy="14207"/>
            </a:xfrm>
            <a:custGeom>
              <a:avLst/>
              <a:pathLst>
                <a:path w="22688" h="14207">
                  <a:moveTo>
                    <a:pt x="8161" y="0"/>
                  </a:moveTo>
                  <a:lnTo>
                    <a:pt x="14373" y="1881"/>
                  </a:lnTo>
                  <a:lnTo>
                    <a:pt x="22688" y="1346"/>
                  </a:lnTo>
                  <a:lnTo>
                    <a:pt x="21920" y="4559"/>
                  </a:lnTo>
                  <a:lnTo>
                    <a:pt x="14715" y="7320"/>
                  </a:lnTo>
                  <a:lnTo>
                    <a:pt x="13847" y="9401"/>
                  </a:lnTo>
                  <a:lnTo>
                    <a:pt x="13863" y="12558"/>
                  </a:lnTo>
                  <a:lnTo>
                    <a:pt x="11946" y="13788"/>
                  </a:lnTo>
                  <a:lnTo>
                    <a:pt x="9605" y="14207"/>
                  </a:lnTo>
                  <a:lnTo>
                    <a:pt x="8085" y="11495"/>
                  </a:lnTo>
                  <a:lnTo>
                    <a:pt x="5299" y="10241"/>
                  </a:lnTo>
                  <a:lnTo>
                    <a:pt x="0" y="9913"/>
                  </a:lnTo>
                  <a:lnTo>
                    <a:pt x="2233" y="2389"/>
                  </a:lnTo>
                  <a:lnTo>
                    <a:pt x="5241" y="37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h4130"/>
            <p:cNvSpPr/>
            <p:nvPr/>
          </p:nvSpPr>
          <p:spPr>
            <a:xfrm>
              <a:off x="6725425" y="2923740"/>
              <a:ext cx="8268" cy="7337"/>
            </a:xfrm>
            <a:custGeom>
              <a:avLst/>
              <a:pathLst>
                <a:path w="8268" h="7337">
                  <a:moveTo>
                    <a:pt x="8268" y="3177"/>
                  </a:moveTo>
                  <a:lnTo>
                    <a:pt x="4356" y="2640"/>
                  </a:lnTo>
                  <a:lnTo>
                    <a:pt x="3501" y="5212"/>
                  </a:lnTo>
                  <a:lnTo>
                    <a:pt x="4882" y="5566"/>
                  </a:lnTo>
                  <a:lnTo>
                    <a:pt x="3151" y="7337"/>
                  </a:lnTo>
                  <a:lnTo>
                    <a:pt x="0" y="6088"/>
                  </a:lnTo>
                  <a:lnTo>
                    <a:pt x="980" y="2134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h4131"/>
            <p:cNvSpPr/>
            <p:nvPr/>
          </p:nvSpPr>
          <p:spPr>
            <a:xfrm>
              <a:off x="6752047" y="2985941"/>
              <a:ext cx="11192" cy="8246"/>
            </a:xfrm>
            <a:custGeom>
              <a:avLst/>
              <a:pathLst>
                <a:path w="11192" h="8246">
                  <a:moveTo>
                    <a:pt x="8204" y="65"/>
                  </a:moveTo>
                  <a:lnTo>
                    <a:pt x="11192" y="1783"/>
                  </a:lnTo>
                  <a:lnTo>
                    <a:pt x="8638" y="6978"/>
                  </a:lnTo>
                  <a:lnTo>
                    <a:pt x="8007" y="8246"/>
                  </a:lnTo>
                  <a:lnTo>
                    <a:pt x="817" y="4969"/>
                  </a:lnTo>
                  <a:lnTo>
                    <a:pt x="0" y="3146"/>
                  </a:lnTo>
                  <a:lnTo>
                    <a:pt x="4507" y="3417"/>
                  </a:lnTo>
                  <a:lnTo>
                    <a:pt x="4182" y="1235"/>
                  </a:lnTo>
                  <a:lnTo>
                    <a:pt x="526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h4132"/>
            <p:cNvSpPr/>
            <p:nvPr/>
          </p:nvSpPr>
          <p:spPr>
            <a:xfrm>
              <a:off x="6678253" y="2957825"/>
              <a:ext cx="21708" cy="24924"/>
            </a:xfrm>
            <a:custGeom>
              <a:avLst/>
              <a:pathLst>
                <a:path w="21708" h="24924">
                  <a:moveTo>
                    <a:pt x="19878" y="1239"/>
                  </a:moveTo>
                  <a:lnTo>
                    <a:pt x="19103" y="9067"/>
                  </a:lnTo>
                  <a:lnTo>
                    <a:pt x="21708" y="14742"/>
                  </a:lnTo>
                  <a:lnTo>
                    <a:pt x="20274" y="15055"/>
                  </a:lnTo>
                  <a:lnTo>
                    <a:pt x="18924" y="13944"/>
                  </a:lnTo>
                  <a:lnTo>
                    <a:pt x="15769" y="14514"/>
                  </a:lnTo>
                  <a:lnTo>
                    <a:pt x="8703" y="17541"/>
                  </a:lnTo>
                  <a:lnTo>
                    <a:pt x="8927" y="21891"/>
                  </a:lnTo>
                  <a:lnTo>
                    <a:pt x="10682" y="21877"/>
                  </a:lnTo>
                  <a:lnTo>
                    <a:pt x="11132" y="24924"/>
                  </a:lnTo>
                  <a:lnTo>
                    <a:pt x="6863" y="24003"/>
                  </a:lnTo>
                  <a:lnTo>
                    <a:pt x="6248" y="22980"/>
                  </a:lnTo>
                  <a:lnTo>
                    <a:pt x="5932" y="17366"/>
                  </a:lnTo>
                  <a:lnTo>
                    <a:pt x="2122" y="17444"/>
                  </a:lnTo>
                  <a:lnTo>
                    <a:pt x="1637" y="15669"/>
                  </a:lnTo>
                  <a:lnTo>
                    <a:pt x="1373" y="14653"/>
                  </a:lnTo>
                  <a:lnTo>
                    <a:pt x="5084" y="13453"/>
                  </a:lnTo>
                  <a:lnTo>
                    <a:pt x="2993" y="7739"/>
                  </a:lnTo>
                  <a:lnTo>
                    <a:pt x="0" y="4502"/>
                  </a:lnTo>
                  <a:lnTo>
                    <a:pt x="745" y="4433"/>
                  </a:lnTo>
                  <a:lnTo>
                    <a:pt x="4376" y="4274"/>
                  </a:lnTo>
                  <a:lnTo>
                    <a:pt x="10997" y="2420"/>
                  </a:lnTo>
                  <a:lnTo>
                    <a:pt x="12142" y="771"/>
                  </a:lnTo>
                  <a:lnTo>
                    <a:pt x="178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h4133"/>
            <p:cNvSpPr/>
            <p:nvPr/>
          </p:nvSpPr>
          <p:spPr>
            <a:xfrm>
              <a:off x="6688991" y="2942918"/>
              <a:ext cx="17521" cy="13883"/>
            </a:xfrm>
            <a:custGeom>
              <a:avLst/>
              <a:pathLst>
                <a:path w="17521" h="13883">
                  <a:moveTo>
                    <a:pt x="16735" y="666"/>
                  </a:moveTo>
                  <a:lnTo>
                    <a:pt x="17521" y="4438"/>
                  </a:lnTo>
                  <a:lnTo>
                    <a:pt x="12724" y="9214"/>
                  </a:lnTo>
                  <a:lnTo>
                    <a:pt x="11266" y="13195"/>
                  </a:lnTo>
                  <a:lnTo>
                    <a:pt x="9665" y="13883"/>
                  </a:lnTo>
                  <a:lnTo>
                    <a:pt x="7628" y="12750"/>
                  </a:lnTo>
                  <a:lnTo>
                    <a:pt x="3802" y="8100"/>
                  </a:lnTo>
                  <a:lnTo>
                    <a:pt x="0" y="5383"/>
                  </a:lnTo>
                  <a:lnTo>
                    <a:pt x="2211" y="3222"/>
                  </a:lnTo>
                  <a:lnTo>
                    <a:pt x="5299" y="1539"/>
                  </a:lnTo>
                  <a:lnTo>
                    <a:pt x="1354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h4134"/>
            <p:cNvSpPr/>
            <p:nvPr/>
          </p:nvSpPr>
          <p:spPr>
            <a:xfrm>
              <a:off x="6697357" y="2956506"/>
              <a:ext cx="18451" cy="16303"/>
            </a:xfrm>
            <a:custGeom>
              <a:avLst/>
              <a:pathLst>
                <a:path w="18451" h="16303">
                  <a:moveTo>
                    <a:pt x="17939" y="2133"/>
                  </a:moveTo>
                  <a:lnTo>
                    <a:pt x="18451" y="3087"/>
                  </a:lnTo>
                  <a:lnTo>
                    <a:pt x="16642" y="4150"/>
                  </a:lnTo>
                  <a:lnTo>
                    <a:pt x="8582" y="11257"/>
                  </a:lnTo>
                  <a:lnTo>
                    <a:pt x="5498" y="16303"/>
                  </a:lnTo>
                  <a:lnTo>
                    <a:pt x="2604" y="16061"/>
                  </a:lnTo>
                  <a:lnTo>
                    <a:pt x="0" y="10386"/>
                  </a:lnTo>
                  <a:lnTo>
                    <a:pt x="774" y="2558"/>
                  </a:lnTo>
                  <a:lnTo>
                    <a:pt x="2690" y="2557"/>
                  </a:lnTo>
                  <a:lnTo>
                    <a:pt x="4674" y="1119"/>
                  </a:lnTo>
                  <a:lnTo>
                    <a:pt x="138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h4135"/>
            <p:cNvSpPr/>
            <p:nvPr/>
          </p:nvSpPr>
          <p:spPr>
            <a:xfrm>
              <a:off x="6683297" y="2939345"/>
              <a:ext cx="21404" cy="8955"/>
            </a:xfrm>
            <a:custGeom>
              <a:avLst/>
              <a:pathLst>
                <a:path w="21404" h="8955">
                  <a:moveTo>
                    <a:pt x="18880" y="0"/>
                  </a:moveTo>
                  <a:lnTo>
                    <a:pt x="21404" y="524"/>
                  </a:lnTo>
                  <a:lnTo>
                    <a:pt x="19242" y="3572"/>
                  </a:lnTo>
                  <a:lnTo>
                    <a:pt x="10993" y="5111"/>
                  </a:lnTo>
                  <a:lnTo>
                    <a:pt x="7905" y="6794"/>
                  </a:lnTo>
                  <a:lnTo>
                    <a:pt x="5693" y="8955"/>
                  </a:lnTo>
                  <a:lnTo>
                    <a:pt x="4082" y="8938"/>
                  </a:lnTo>
                  <a:lnTo>
                    <a:pt x="444" y="4437"/>
                  </a:lnTo>
                  <a:lnTo>
                    <a:pt x="0" y="1633"/>
                  </a:lnTo>
                  <a:lnTo>
                    <a:pt x="884" y="1569"/>
                  </a:lnTo>
                  <a:lnTo>
                    <a:pt x="6385" y="251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h4136"/>
            <p:cNvSpPr/>
            <p:nvPr/>
          </p:nvSpPr>
          <p:spPr>
            <a:xfrm>
              <a:off x="6748514" y="2958412"/>
              <a:ext cx="36382" cy="19483"/>
            </a:xfrm>
            <a:custGeom>
              <a:avLst/>
              <a:pathLst>
                <a:path w="36382" h="19483">
                  <a:moveTo>
                    <a:pt x="33154" y="1581"/>
                  </a:moveTo>
                  <a:lnTo>
                    <a:pt x="32638" y="10207"/>
                  </a:lnTo>
                  <a:lnTo>
                    <a:pt x="36382" y="17372"/>
                  </a:lnTo>
                  <a:lnTo>
                    <a:pt x="33034" y="19483"/>
                  </a:lnTo>
                  <a:lnTo>
                    <a:pt x="30609" y="17406"/>
                  </a:lnTo>
                  <a:lnTo>
                    <a:pt x="28669" y="12243"/>
                  </a:lnTo>
                  <a:lnTo>
                    <a:pt x="26024" y="11022"/>
                  </a:lnTo>
                  <a:lnTo>
                    <a:pt x="21139" y="11951"/>
                  </a:lnTo>
                  <a:lnTo>
                    <a:pt x="15530" y="14296"/>
                  </a:lnTo>
                  <a:lnTo>
                    <a:pt x="11888" y="13463"/>
                  </a:lnTo>
                  <a:lnTo>
                    <a:pt x="8279" y="15100"/>
                  </a:lnTo>
                  <a:lnTo>
                    <a:pt x="4804" y="14947"/>
                  </a:lnTo>
                  <a:lnTo>
                    <a:pt x="0" y="9936"/>
                  </a:lnTo>
                  <a:lnTo>
                    <a:pt x="5842" y="6949"/>
                  </a:lnTo>
                  <a:lnTo>
                    <a:pt x="8585" y="2865"/>
                  </a:lnTo>
                  <a:lnTo>
                    <a:pt x="17078" y="1001"/>
                  </a:lnTo>
                  <a:lnTo>
                    <a:pt x="19431" y="543"/>
                  </a:lnTo>
                  <a:lnTo>
                    <a:pt x="22635" y="2090"/>
                  </a:lnTo>
                  <a:lnTo>
                    <a:pt x="25406" y="1377"/>
                  </a:lnTo>
                  <a:lnTo>
                    <a:pt x="2680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h4137"/>
            <p:cNvSpPr/>
            <p:nvPr/>
          </p:nvSpPr>
          <p:spPr>
            <a:xfrm>
              <a:off x="6760686" y="2987546"/>
              <a:ext cx="8624" cy="11569"/>
            </a:xfrm>
            <a:custGeom>
              <a:avLst/>
              <a:pathLst>
                <a:path w="8624" h="11569">
                  <a:moveTo>
                    <a:pt x="3398" y="0"/>
                  </a:moveTo>
                  <a:lnTo>
                    <a:pt x="4172" y="1343"/>
                  </a:lnTo>
                  <a:lnTo>
                    <a:pt x="6608" y="1576"/>
                  </a:lnTo>
                  <a:lnTo>
                    <a:pt x="8387" y="2880"/>
                  </a:lnTo>
                  <a:lnTo>
                    <a:pt x="8624" y="4548"/>
                  </a:lnTo>
                  <a:lnTo>
                    <a:pt x="5438" y="9414"/>
                  </a:lnTo>
                  <a:lnTo>
                    <a:pt x="3984" y="10406"/>
                  </a:lnTo>
                  <a:lnTo>
                    <a:pt x="1709" y="11569"/>
                  </a:lnTo>
                  <a:lnTo>
                    <a:pt x="0" y="5372"/>
                  </a:lnTo>
                  <a:lnTo>
                    <a:pt x="2554" y="17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h4138"/>
            <p:cNvSpPr/>
            <p:nvPr/>
          </p:nvSpPr>
          <p:spPr>
            <a:xfrm>
              <a:off x="6757843" y="2940448"/>
              <a:ext cx="1996" cy="1433"/>
            </a:xfrm>
            <a:custGeom>
              <a:avLst/>
              <a:pathLst>
                <a:path w="1996" h="1433">
                  <a:moveTo>
                    <a:pt x="1996" y="1433"/>
                  </a:moveTo>
                  <a:lnTo>
                    <a:pt x="0" y="130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h4139"/>
            <p:cNvSpPr/>
            <p:nvPr/>
          </p:nvSpPr>
          <p:spPr>
            <a:xfrm>
              <a:off x="6763082" y="2922325"/>
              <a:ext cx="17537" cy="13773"/>
            </a:xfrm>
            <a:custGeom>
              <a:avLst/>
              <a:pathLst>
                <a:path w="17537" h="13773">
                  <a:moveTo>
                    <a:pt x="14127" y="2900"/>
                  </a:moveTo>
                  <a:lnTo>
                    <a:pt x="17537" y="5237"/>
                  </a:lnTo>
                  <a:lnTo>
                    <a:pt x="17005" y="6333"/>
                  </a:lnTo>
                  <a:lnTo>
                    <a:pt x="17054" y="12795"/>
                  </a:lnTo>
                  <a:lnTo>
                    <a:pt x="15293" y="13773"/>
                  </a:lnTo>
                  <a:lnTo>
                    <a:pt x="13194" y="12259"/>
                  </a:lnTo>
                  <a:lnTo>
                    <a:pt x="0" y="11739"/>
                  </a:lnTo>
                  <a:lnTo>
                    <a:pt x="171" y="8672"/>
                  </a:lnTo>
                  <a:lnTo>
                    <a:pt x="125" y="6725"/>
                  </a:lnTo>
                  <a:lnTo>
                    <a:pt x="2389" y="6087"/>
                  </a:lnTo>
                  <a:lnTo>
                    <a:pt x="3248" y="3849"/>
                  </a:lnTo>
                  <a:lnTo>
                    <a:pt x="1250" y="3685"/>
                  </a:lnTo>
                  <a:lnTo>
                    <a:pt x="2998" y="1156"/>
                  </a:lnTo>
                  <a:lnTo>
                    <a:pt x="4125" y="1548"/>
                  </a:lnTo>
                  <a:lnTo>
                    <a:pt x="5876" y="0"/>
                  </a:lnTo>
                  <a:lnTo>
                    <a:pt x="8250" y="58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h4140"/>
            <p:cNvSpPr/>
            <p:nvPr/>
          </p:nvSpPr>
          <p:spPr>
            <a:xfrm>
              <a:off x="6764686" y="2919633"/>
              <a:ext cx="1469" cy="3414"/>
            </a:xfrm>
            <a:custGeom>
              <a:avLst/>
              <a:pathLst>
                <a:path w="1469" h="3414">
                  <a:moveTo>
                    <a:pt x="447" y="194"/>
                  </a:moveTo>
                  <a:lnTo>
                    <a:pt x="1469" y="1273"/>
                  </a:lnTo>
                  <a:lnTo>
                    <a:pt x="189" y="34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h4141"/>
            <p:cNvSpPr/>
            <p:nvPr/>
          </p:nvSpPr>
          <p:spPr>
            <a:xfrm>
              <a:off x="6627575" y="2912938"/>
              <a:ext cx="40241" cy="23704"/>
            </a:xfrm>
            <a:custGeom>
              <a:avLst/>
              <a:pathLst>
                <a:path w="40241" h="23704">
                  <a:moveTo>
                    <a:pt x="6290" y="0"/>
                  </a:moveTo>
                  <a:lnTo>
                    <a:pt x="6315" y="1358"/>
                  </a:lnTo>
                  <a:lnTo>
                    <a:pt x="7374" y="2053"/>
                  </a:lnTo>
                  <a:lnTo>
                    <a:pt x="23447" y="9253"/>
                  </a:lnTo>
                  <a:lnTo>
                    <a:pt x="34939" y="8210"/>
                  </a:lnTo>
                  <a:lnTo>
                    <a:pt x="35206" y="7685"/>
                  </a:lnTo>
                  <a:lnTo>
                    <a:pt x="36829" y="8310"/>
                  </a:lnTo>
                  <a:lnTo>
                    <a:pt x="38802" y="10833"/>
                  </a:lnTo>
                  <a:lnTo>
                    <a:pt x="38731" y="11936"/>
                  </a:lnTo>
                  <a:lnTo>
                    <a:pt x="40241" y="13190"/>
                  </a:lnTo>
                  <a:lnTo>
                    <a:pt x="40043" y="14771"/>
                  </a:lnTo>
                  <a:lnTo>
                    <a:pt x="37603" y="14413"/>
                  </a:lnTo>
                  <a:lnTo>
                    <a:pt x="36088" y="15024"/>
                  </a:lnTo>
                  <a:lnTo>
                    <a:pt x="35543" y="16830"/>
                  </a:lnTo>
                  <a:lnTo>
                    <a:pt x="31725" y="21173"/>
                  </a:lnTo>
                  <a:lnTo>
                    <a:pt x="25900" y="23704"/>
                  </a:lnTo>
                  <a:lnTo>
                    <a:pt x="21560" y="19537"/>
                  </a:lnTo>
                  <a:lnTo>
                    <a:pt x="23288" y="16874"/>
                  </a:lnTo>
                  <a:lnTo>
                    <a:pt x="16218" y="9485"/>
                  </a:lnTo>
                  <a:lnTo>
                    <a:pt x="15329" y="9767"/>
                  </a:lnTo>
                  <a:lnTo>
                    <a:pt x="14474" y="11265"/>
                  </a:lnTo>
                  <a:lnTo>
                    <a:pt x="1001" y="7702"/>
                  </a:lnTo>
                  <a:lnTo>
                    <a:pt x="0" y="9700"/>
                  </a:lnTo>
                  <a:lnTo>
                    <a:pt x="522" y="6366"/>
                  </a:lnTo>
                  <a:lnTo>
                    <a:pt x="1663" y="5227"/>
                  </a:lnTo>
                  <a:lnTo>
                    <a:pt x="2603" y="5360"/>
                  </a:lnTo>
                  <a:lnTo>
                    <a:pt x="3695" y="2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h4142"/>
            <p:cNvSpPr/>
            <p:nvPr/>
          </p:nvSpPr>
          <p:spPr>
            <a:xfrm>
              <a:off x="6709631" y="2921664"/>
              <a:ext cx="12654" cy="17165"/>
            </a:xfrm>
            <a:custGeom>
              <a:avLst/>
              <a:pathLst>
                <a:path w="12654" h="17165">
                  <a:moveTo>
                    <a:pt x="12654" y="320"/>
                  </a:moveTo>
                  <a:lnTo>
                    <a:pt x="11680" y="6498"/>
                  </a:lnTo>
                  <a:lnTo>
                    <a:pt x="11859" y="10275"/>
                  </a:lnTo>
                  <a:lnTo>
                    <a:pt x="11224" y="17165"/>
                  </a:lnTo>
                  <a:lnTo>
                    <a:pt x="8900" y="16031"/>
                  </a:lnTo>
                  <a:lnTo>
                    <a:pt x="2739" y="14717"/>
                  </a:lnTo>
                  <a:lnTo>
                    <a:pt x="1550" y="13915"/>
                  </a:lnTo>
                  <a:lnTo>
                    <a:pt x="0" y="10417"/>
                  </a:lnTo>
                  <a:lnTo>
                    <a:pt x="1208" y="8166"/>
                  </a:lnTo>
                  <a:lnTo>
                    <a:pt x="2001" y="7957"/>
                  </a:lnTo>
                  <a:lnTo>
                    <a:pt x="2251" y="4818"/>
                  </a:lnTo>
                  <a:lnTo>
                    <a:pt x="9175" y="3226"/>
                  </a:lnTo>
                  <a:lnTo>
                    <a:pt x="10473" y="1808"/>
                  </a:lnTo>
                  <a:lnTo>
                    <a:pt x="1095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h4143"/>
            <p:cNvSpPr/>
            <p:nvPr/>
          </p:nvSpPr>
          <p:spPr>
            <a:xfrm>
              <a:off x="6615272" y="3023191"/>
              <a:ext cx="33285" cy="40161"/>
            </a:xfrm>
            <a:custGeom>
              <a:avLst/>
              <a:pathLst>
                <a:path w="33285" h="40161">
                  <a:moveTo>
                    <a:pt x="20763" y="0"/>
                  </a:moveTo>
                  <a:lnTo>
                    <a:pt x="23168" y="1225"/>
                  </a:lnTo>
                  <a:lnTo>
                    <a:pt x="22514" y="3483"/>
                  </a:lnTo>
                  <a:lnTo>
                    <a:pt x="22801" y="6324"/>
                  </a:lnTo>
                  <a:lnTo>
                    <a:pt x="31033" y="12465"/>
                  </a:lnTo>
                  <a:lnTo>
                    <a:pt x="33285" y="13372"/>
                  </a:lnTo>
                  <a:lnTo>
                    <a:pt x="30888" y="13247"/>
                  </a:lnTo>
                  <a:lnTo>
                    <a:pt x="30055" y="20652"/>
                  </a:lnTo>
                  <a:lnTo>
                    <a:pt x="26487" y="21295"/>
                  </a:lnTo>
                  <a:lnTo>
                    <a:pt x="26575" y="23492"/>
                  </a:lnTo>
                  <a:lnTo>
                    <a:pt x="28315" y="28459"/>
                  </a:lnTo>
                  <a:lnTo>
                    <a:pt x="24217" y="30522"/>
                  </a:lnTo>
                  <a:lnTo>
                    <a:pt x="21842" y="34323"/>
                  </a:lnTo>
                  <a:lnTo>
                    <a:pt x="22467" y="35728"/>
                  </a:lnTo>
                  <a:lnTo>
                    <a:pt x="20396" y="40161"/>
                  </a:lnTo>
                  <a:lnTo>
                    <a:pt x="17181" y="38211"/>
                  </a:lnTo>
                  <a:lnTo>
                    <a:pt x="13505" y="34204"/>
                  </a:lnTo>
                  <a:lnTo>
                    <a:pt x="12041" y="32821"/>
                  </a:lnTo>
                  <a:lnTo>
                    <a:pt x="14164" y="30838"/>
                  </a:lnTo>
                  <a:lnTo>
                    <a:pt x="15412" y="28033"/>
                  </a:lnTo>
                  <a:lnTo>
                    <a:pt x="15192" y="26498"/>
                  </a:lnTo>
                  <a:lnTo>
                    <a:pt x="8345" y="26452"/>
                  </a:lnTo>
                  <a:lnTo>
                    <a:pt x="2616" y="22682"/>
                  </a:lnTo>
                  <a:lnTo>
                    <a:pt x="3237" y="19081"/>
                  </a:lnTo>
                  <a:lnTo>
                    <a:pt x="2869" y="17527"/>
                  </a:lnTo>
                  <a:lnTo>
                    <a:pt x="1430" y="12930"/>
                  </a:lnTo>
                  <a:lnTo>
                    <a:pt x="0" y="12212"/>
                  </a:lnTo>
                  <a:lnTo>
                    <a:pt x="172" y="11545"/>
                  </a:lnTo>
                  <a:lnTo>
                    <a:pt x="2084" y="10828"/>
                  </a:lnTo>
                  <a:lnTo>
                    <a:pt x="3196" y="11430"/>
                  </a:lnTo>
                  <a:lnTo>
                    <a:pt x="9319" y="8654"/>
                  </a:lnTo>
                  <a:lnTo>
                    <a:pt x="12367" y="3142"/>
                  </a:lnTo>
                  <a:lnTo>
                    <a:pt x="14519" y="230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h4144"/>
            <p:cNvSpPr/>
            <p:nvPr/>
          </p:nvSpPr>
          <p:spPr>
            <a:xfrm>
              <a:off x="6635894" y="2856912"/>
              <a:ext cx="26552" cy="17179"/>
            </a:xfrm>
            <a:custGeom>
              <a:avLst/>
              <a:pathLst>
                <a:path w="26552" h="17179">
                  <a:moveTo>
                    <a:pt x="8387" y="1935"/>
                  </a:moveTo>
                  <a:lnTo>
                    <a:pt x="10297" y="310"/>
                  </a:lnTo>
                  <a:lnTo>
                    <a:pt x="16157" y="5445"/>
                  </a:lnTo>
                  <a:lnTo>
                    <a:pt x="16435" y="6388"/>
                  </a:lnTo>
                  <a:lnTo>
                    <a:pt x="15634" y="6674"/>
                  </a:lnTo>
                  <a:lnTo>
                    <a:pt x="20640" y="11218"/>
                  </a:lnTo>
                  <a:lnTo>
                    <a:pt x="24189" y="13727"/>
                  </a:lnTo>
                  <a:lnTo>
                    <a:pt x="26552" y="13084"/>
                  </a:lnTo>
                  <a:lnTo>
                    <a:pt x="26524" y="15593"/>
                  </a:lnTo>
                  <a:lnTo>
                    <a:pt x="25478" y="15107"/>
                  </a:lnTo>
                  <a:lnTo>
                    <a:pt x="24655" y="17179"/>
                  </a:lnTo>
                  <a:lnTo>
                    <a:pt x="24682" y="14379"/>
                  </a:lnTo>
                  <a:lnTo>
                    <a:pt x="22226" y="15322"/>
                  </a:lnTo>
                  <a:lnTo>
                    <a:pt x="10285" y="9309"/>
                  </a:lnTo>
                  <a:lnTo>
                    <a:pt x="1346" y="6482"/>
                  </a:lnTo>
                  <a:lnTo>
                    <a:pt x="648" y="6276"/>
                  </a:lnTo>
                  <a:lnTo>
                    <a:pt x="0" y="4258"/>
                  </a:lnTo>
                  <a:lnTo>
                    <a:pt x="477" y="2053"/>
                  </a:lnTo>
                  <a:lnTo>
                    <a:pt x="206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h4145"/>
            <p:cNvSpPr/>
            <p:nvPr/>
          </p:nvSpPr>
          <p:spPr>
            <a:xfrm>
              <a:off x="6762080" y="2930997"/>
              <a:ext cx="1172" cy="3067"/>
            </a:xfrm>
            <a:custGeom>
              <a:avLst/>
              <a:pathLst>
                <a:path w="1172" h="3067">
                  <a:moveTo>
                    <a:pt x="0" y="1531"/>
                  </a:moveTo>
                  <a:lnTo>
                    <a:pt x="1172" y="0"/>
                  </a:lnTo>
                  <a:lnTo>
                    <a:pt x="1001" y="306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h4146"/>
            <p:cNvSpPr/>
            <p:nvPr/>
          </p:nvSpPr>
          <p:spPr>
            <a:xfrm>
              <a:off x="6754420" y="2915816"/>
              <a:ext cx="14532" cy="13235"/>
            </a:xfrm>
            <a:custGeom>
              <a:avLst/>
              <a:pathLst>
                <a:path w="14532" h="13235">
                  <a:moveTo>
                    <a:pt x="10455" y="7231"/>
                  </a:moveTo>
                  <a:lnTo>
                    <a:pt x="11735" y="5090"/>
                  </a:lnTo>
                  <a:lnTo>
                    <a:pt x="13495" y="1939"/>
                  </a:lnTo>
                  <a:lnTo>
                    <a:pt x="14532" y="2983"/>
                  </a:lnTo>
                  <a:lnTo>
                    <a:pt x="12422" y="5228"/>
                  </a:lnTo>
                  <a:lnTo>
                    <a:pt x="11660" y="7665"/>
                  </a:lnTo>
                  <a:lnTo>
                    <a:pt x="9912" y="10195"/>
                  </a:lnTo>
                  <a:lnTo>
                    <a:pt x="11909" y="10359"/>
                  </a:lnTo>
                  <a:lnTo>
                    <a:pt x="11051" y="12597"/>
                  </a:lnTo>
                  <a:lnTo>
                    <a:pt x="8786" y="13235"/>
                  </a:lnTo>
                  <a:lnTo>
                    <a:pt x="8942" y="10866"/>
                  </a:lnTo>
                  <a:lnTo>
                    <a:pt x="0" y="6180"/>
                  </a:lnTo>
                  <a:lnTo>
                    <a:pt x="1071" y="2662"/>
                  </a:lnTo>
                  <a:lnTo>
                    <a:pt x="2292" y="0"/>
                  </a:lnTo>
                  <a:lnTo>
                    <a:pt x="10265" y="381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h4147"/>
            <p:cNvSpPr/>
            <p:nvPr/>
          </p:nvSpPr>
          <p:spPr>
            <a:xfrm>
              <a:off x="6674677" y="2990692"/>
              <a:ext cx="8831" cy="4270"/>
            </a:xfrm>
            <a:custGeom>
              <a:avLst/>
              <a:pathLst>
                <a:path w="8831" h="4270">
                  <a:moveTo>
                    <a:pt x="1417" y="0"/>
                  </a:moveTo>
                  <a:lnTo>
                    <a:pt x="8831" y="703"/>
                  </a:lnTo>
                  <a:lnTo>
                    <a:pt x="8376" y="1531"/>
                  </a:lnTo>
                  <a:lnTo>
                    <a:pt x="8081" y="4270"/>
                  </a:lnTo>
                  <a:lnTo>
                    <a:pt x="0" y="262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h4148"/>
            <p:cNvSpPr/>
            <p:nvPr/>
          </p:nvSpPr>
          <p:spPr>
            <a:xfrm>
              <a:off x="6669835" y="2929143"/>
              <a:ext cx="8789" cy="7673"/>
            </a:xfrm>
            <a:custGeom>
              <a:avLst/>
              <a:pathLst>
                <a:path w="8789" h="7673">
                  <a:moveTo>
                    <a:pt x="8789" y="3841"/>
                  </a:moveTo>
                  <a:lnTo>
                    <a:pt x="7758" y="7673"/>
                  </a:lnTo>
                  <a:lnTo>
                    <a:pt x="2415" y="4618"/>
                  </a:lnTo>
                  <a:lnTo>
                    <a:pt x="0" y="1625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h4149"/>
            <p:cNvSpPr/>
            <p:nvPr/>
          </p:nvSpPr>
          <p:spPr>
            <a:xfrm>
              <a:off x="6657563" y="2909448"/>
              <a:ext cx="25949" cy="19604"/>
            </a:xfrm>
            <a:custGeom>
              <a:avLst/>
              <a:pathLst>
                <a:path w="25949" h="19604">
                  <a:moveTo>
                    <a:pt x="16784" y="6762"/>
                  </a:moveTo>
                  <a:lnTo>
                    <a:pt x="15298" y="10898"/>
                  </a:lnTo>
                  <a:lnTo>
                    <a:pt x="18971" y="12520"/>
                  </a:lnTo>
                  <a:lnTo>
                    <a:pt x="20075" y="13806"/>
                  </a:lnTo>
                  <a:lnTo>
                    <a:pt x="20123" y="15706"/>
                  </a:lnTo>
                  <a:lnTo>
                    <a:pt x="25949" y="14863"/>
                  </a:lnTo>
                  <a:lnTo>
                    <a:pt x="23403" y="19238"/>
                  </a:lnTo>
                  <a:lnTo>
                    <a:pt x="19677" y="19604"/>
                  </a:lnTo>
                  <a:lnTo>
                    <a:pt x="12994" y="17896"/>
                  </a:lnTo>
                  <a:lnTo>
                    <a:pt x="10253" y="16680"/>
                  </a:lnTo>
                  <a:lnTo>
                    <a:pt x="8743" y="15426"/>
                  </a:lnTo>
                  <a:lnTo>
                    <a:pt x="8814" y="14323"/>
                  </a:lnTo>
                  <a:lnTo>
                    <a:pt x="6841" y="11800"/>
                  </a:lnTo>
                  <a:lnTo>
                    <a:pt x="5218" y="11175"/>
                  </a:lnTo>
                  <a:lnTo>
                    <a:pt x="4951" y="11700"/>
                  </a:lnTo>
                  <a:lnTo>
                    <a:pt x="3994" y="9170"/>
                  </a:lnTo>
                  <a:lnTo>
                    <a:pt x="736" y="6856"/>
                  </a:lnTo>
                  <a:lnTo>
                    <a:pt x="0" y="5518"/>
                  </a:lnTo>
                  <a:lnTo>
                    <a:pt x="442" y="1755"/>
                  </a:lnTo>
                  <a:lnTo>
                    <a:pt x="2382" y="724"/>
                  </a:lnTo>
                  <a:lnTo>
                    <a:pt x="7319" y="680"/>
                  </a:lnTo>
                  <a:lnTo>
                    <a:pt x="8736" y="0"/>
                  </a:lnTo>
                  <a:lnTo>
                    <a:pt x="12579" y="257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h4150"/>
            <p:cNvSpPr/>
            <p:nvPr/>
          </p:nvSpPr>
          <p:spPr>
            <a:xfrm>
              <a:off x="6670110" y="2948284"/>
              <a:ext cx="22684" cy="16393"/>
            </a:xfrm>
            <a:custGeom>
              <a:avLst/>
              <a:pathLst>
                <a:path w="22684" h="16393">
                  <a:moveTo>
                    <a:pt x="18881" y="17"/>
                  </a:moveTo>
                  <a:lnTo>
                    <a:pt x="22684" y="2735"/>
                  </a:lnTo>
                  <a:lnTo>
                    <a:pt x="18161" y="8513"/>
                  </a:lnTo>
                  <a:lnTo>
                    <a:pt x="8888" y="13974"/>
                  </a:lnTo>
                  <a:lnTo>
                    <a:pt x="8143" y="14043"/>
                  </a:lnTo>
                  <a:lnTo>
                    <a:pt x="6867" y="16393"/>
                  </a:lnTo>
                  <a:lnTo>
                    <a:pt x="3575" y="14512"/>
                  </a:lnTo>
                  <a:lnTo>
                    <a:pt x="2733" y="15981"/>
                  </a:lnTo>
                  <a:lnTo>
                    <a:pt x="1931" y="15844"/>
                  </a:lnTo>
                  <a:lnTo>
                    <a:pt x="0" y="13394"/>
                  </a:lnTo>
                  <a:lnTo>
                    <a:pt x="1607" y="11178"/>
                  </a:lnTo>
                  <a:lnTo>
                    <a:pt x="3447" y="12664"/>
                  </a:lnTo>
                  <a:lnTo>
                    <a:pt x="7657" y="13674"/>
                  </a:lnTo>
                  <a:lnTo>
                    <a:pt x="8666" y="13319"/>
                  </a:lnTo>
                  <a:lnTo>
                    <a:pt x="8109" y="11659"/>
                  </a:lnTo>
                  <a:lnTo>
                    <a:pt x="7147" y="11784"/>
                  </a:lnTo>
                  <a:lnTo>
                    <a:pt x="8961" y="4854"/>
                  </a:lnTo>
                  <a:lnTo>
                    <a:pt x="12853" y="1572"/>
                  </a:lnTo>
                  <a:lnTo>
                    <a:pt x="1727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h4151"/>
            <p:cNvSpPr/>
            <p:nvPr/>
          </p:nvSpPr>
          <p:spPr>
            <a:xfrm>
              <a:off x="6680911" y="3023385"/>
              <a:ext cx="4263" cy="7520"/>
            </a:xfrm>
            <a:custGeom>
              <a:avLst/>
              <a:pathLst>
                <a:path w="4263" h="7520">
                  <a:moveTo>
                    <a:pt x="4263" y="7520"/>
                  </a:moveTo>
                  <a:lnTo>
                    <a:pt x="0" y="3242"/>
                  </a:lnTo>
                  <a:lnTo>
                    <a:pt x="621" y="0"/>
                  </a:lnTo>
                  <a:lnTo>
                    <a:pt x="4151" y="40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h4152"/>
            <p:cNvSpPr/>
            <p:nvPr/>
          </p:nvSpPr>
          <p:spPr>
            <a:xfrm>
              <a:off x="6671515" y="3004730"/>
              <a:ext cx="16681" cy="17909"/>
            </a:xfrm>
            <a:custGeom>
              <a:avLst/>
              <a:pathLst>
                <a:path w="16681" h="17909">
                  <a:moveTo>
                    <a:pt x="4707" y="2678"/>
                  </a:moveTo>
                  <a:lnTo>
                    <a:pt x="8342" y="3446"/>
                  </a:lnTo>
                  <a:lnTo>
                    <a:pt x="8865" y="3390"/>
                  </a:lnTo>
                  <a:lnTo>
                    <a:pt x="9134" y="1886"/>
                  </a:lnTo>
                  <a:lnTo>
                    <a:pt x="10608" y="2448"/>
                  </a:lnTo>
                  <a:lnTo>
                    <a:pt x="16364" y="614"/>
                  </a:lnTo>
                  <a:lnTo>
                    <a:pt x="16681" y="776"/>
                  </a:lnTo>
                  <a:lnTo>
                    <a:pt x="13705" y="11319"/>
                  </a:lnTo>
                  <a:lnTo>
                    <a:pt x="11654" y="13426"/>
                  </a:lnTo>
                  <a:lnTo>
                    <a:pt x="10316" y="17909"/>
                  </a:lnTo>
                  <a:lnTo>
                    <a:pt x="8973" y="15458"/>
                  </a:lnTo>
                  <a:lnTo>
                    <a:pt x="5195" y="13950"/>
                  </a:lnTo>
                  <a:lnTo>
                    <a:pt x="1773" y="14465"/>
                  </a:lnTo>
                  <a:lnTo>
                    <a:pt x="1665" y="11717"/>
                  </a:lnTo>
                  <a:lnTo>
                    <a:pt x="77" y="6823"/>
                  </a:lnTo>
                  <a:lnTo>
                    <a:pt x="0" y="1098"/>
                  </a:lnTo>
                  <a:lnTo>
                    <a:pt x="1438" y="48"/>
                  </a:lnTo>
                  <a:lnTo>
                    <a:pt x="39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h4153"/>
            <p:cNvSpPr/>
            <p:nvPr/>
          </p:nvSpPr>
          <p:spPr>
            <a:xfrm>
              <a:off x="6743913" y="2961533"/>
              <a:ext cx="10592" cy="6815"/>
            </a:xfrm>
            <a:custGeom>
              <a:avLst/>
              <a:pathLst>
                <a:path w="10592" h="6815">
                  <a:moveTo>
                    <a:pt x="10592" y="1896"/>
                  </a:moveTo>
                  <a:lnTo>
                    <a:pt x="10443" y="3828"/>
                  </a:lnTo>
                  <a:lnTo>
                    <a:pt x="4601" y="6815"/>
                  </a:lnTo>
                  <a:lnTo>
                    <a:pt x="2062" y="6409"/>
                  </a:lnTo>
                  <a:lnTo>
                    <a:pt x="0" y="2815"/>
                  </a:lnTo>
                  <a:lnTo>
                    <a:pt x="2926" y="2071"/>
                  </a:lnTo>
                  <a:lnTo>
                    <a:pt x="49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h4154"/>
            <p:cNvSpPr/>
            <p:nvPr/>
          </p:nvSpPr>
          <p:spPr>
            <a:xfrm>
              <a:off x="6587466" y="2983168"/>
              <a:ext cx="19348" cy="10551"/>
            </a:xfrm>
            <a:custGeom>
              <a:avLst/>
              <a:pathLst>
                <a:path w="19348" h="10551">
                  <a:moveTo>
                    <a:pt x="11327" y="1867"/>
                  </a:moveTo>
                  <a:lnTo>
                    <a:pt x="13218" y="3601"/>
                  </a:lnTo>
                  <a:lnTo>
                    <a:pt x="15256" y="3803"/>
                  </a:lnTo>
                  <a:lnTo>
                    <a:pt x="14425" y="5123"/>
                  </a:lnTo>
                  <a:lnTo>
                    <a:pt x="17499" y="6543"/>
                  </a:lnTo>
                  <a:lnTo>
                    <a:pt x="19037" y="8272"/>
                  </a:lnTo>
                  <a:lnTo>
                    <a:pt x="19348" y="10016"/>
                  </a:lnTo>
                  <a:lnTo>
                    <a:pt x="11033" y="10551"/>
                  </a:lnTo>
                  <a:lnTo>
                    <a:pt x="4821" y="8670"/>
                  </a:lnTo>
                  <a:lnTo>
                    <a:pt x="1901" y="9045"/>
                  </a:lnTo>
                  <a:lnTo>
                    <a:pt x="0" y="7113"/>
                  </a:lnTo>
                  <a:lnTo>
                    <a:pt x="547" y="4579"/>
                  </a:lnTo>
                  <a:lnTo>
                    <a:pt x="4509" y="399"/>
                  </a:lnTo>
                  <a:lnTo>
                    <a:pt x="531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h4155"/>
            <p:cNvSpPr/>
            <p:nvPr/>
          </p:nvSpPr>
          <p:spPr>
            <a:xfrm>
              <a:off x="6601431" y="2951709"/>
              <a:ext cx="28736" cy="23106"/>
            </a:xfrm>
            <a:custGeom>
              <a:avLst/>
              <a:pathLst>
                <a:path w="28736" h="23106">
                  <a:moveTo>
                    <a:pt x="11234" y="638"/>
                  </a:moveTo>
                  <a:lnTo>
                    <a:pt x="11958" y="3362"/>
                  </a:lnTo>
                  <a:lnTo>
                    <a:pt x="18195" y="5162"/>
                  </a:lnTo>
                  <a:lnTo>
                    <a:pt x="21245" y="5283"/>
                  </a:lnTo>
                  <a:lnTo>
                    <a:pt x="24361" y="13073"/>
                  </a:lnTo>
                  <a:lnTo>
                    <a:pt x="28736" y="18985"/>
                  </a:lnTo>
                  <a:lnTo>
                    <a:pt x="28179" y="21032"/>
                  </a:lnTo>
                  <a:lnTo>
                    <a:pt x="27296" y="22966"/>
                  </a:lnTo>
                  <a:lnTo>
                    <a:pt x="25025" y="20754"/>
                  </a:lnTo>
                  <a:lnTo>
                    <a:pt x="22964" y="20029"/>
                  </a:lnTo>
                  <a:lnTo>
                    <a:pt x="22403" y="21989"/>
                  </a:lnTo>
                  <a:lnTo>
                    <a:pt x="20768" y="21573"/>
                  </a:lnTo>
                  <a:lnTo>
                    <a:pt x="19239" y="19359"/>
                  </a:lnTo>
                  <a:lnTo>
                    <a:pt x="16256" y="17696"/>
                  </a:lnTo>
                  <a:lnTo>
                    <a:pt x="10988" y="16947"/>
                  </a:lnTo>
                  <a:lnTo>
                    <a:pt x="8532" y="19497"/>
                  </a:lnTo>
                  <a:lnTo>
                    <a:pt x="8407" y="22610"/>
                  </a:lnTo>
                  <a:lnTo>
                    <a:pt x="2156" y="23106"/>
                  </a:lnTo>
                  <a:lnTo>
                    <a:pt x="3012" y="20754"/>
                  </a:lnTo>
                  <a:lnTo>
                    <a:pt x="0" y="13153"/>
                  </a:lnTo>
                  <a:lnTo>
                    <a:pt x="1631" y="10698"/>
                  </a:lnTo>
                  <a:lnTo>
                    <a:pt x="4044" y="9487"/>
                  </a:lnTo>
                  <a:lnTo>
                    <a:pt x="6951" y="6320"/>
                  </a:lnTo>
                  <a:lnTo>
                    <a:pt x="5064" y="4499"/>
                  </a:lnTo>
                  <a:lnTo>
                    <a:pt x="5617" y="13"/>
                  </a:lnTo>
                  <a:lnTo>
                    <a:pt x="824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h4156"/>
            <p:cNvSpPr/>
            <p:nvPr/>
          </p:nvSpPr>
          <p:spPr>
            <a:xfrm>
              <a:off x="6669835" y="2905381"/>
              <a:ext cx="29914" cy="30657"/>
            </a:xfrm>
            <a:custGeom>
              <a:avLst/>
              <a:pathLst>
                <a:path w="29914" h="30657">
                  <a:moveTo>
                    <a:pt x="25215" y="2389"/>
                  </a:moveTo>
                  <a:lnTo>
                    <a:pt x="27812" y="1224"/>
                  </a:lnTo>
                  <a:lnTo>
                    <a:pt x="29914" y="2183"/>
                  </a:lnTo>
                  <a:lnTo>
                    <a:pt x="28474" y="7082"/>
                  </a:lnTo>
                  <a:lnTo>
                    <a:pt x="28434" y="11047"/>
                  </a:lnTo>
                  <a:lnTo>
                    <a:pt x="25754" y="14876"/>
                  </a:lnTo>
                  <a:lnTo>
                    <a:pt x="24993" y="20318"/>
                  </a:lnTo>
                  <a:lnTo>
                    <a:pt x="24458" y="26155"/>
                  </a:lnTo>
                  <a:lnTo>
                    <a:pt x="21497" y="25671"/>
                  </a:lnTo>
                  <a:lnTo>
                    <a:pt x="20763" y="30474"/>
                  </a:lnTo>
                  <a:lnTo>
                    <a:pt x="13348" y="30657"/>
                  </a:lnTo>
                  <a:lnTo>
                    <a:pt x="8789" y="27602"/>
                  </a:lnTo>
                  <a:lnTo>
                    <a:pt x="4648" y="23761"/>
                  </a:lnTo>
                  <a:lnTo>
                    <a:pt x="0" y="25387"/>
                  </a:lnTo>
                  <a:lnTo>
                    <a:pt x="722" y="21963"/>
                  </a:lnTo>
                  <a:lnTo>
                    <a:pt x="7404" y="23671"/>
                  </a:lnTo>
                  <a:lnTo>
                    <a:pt x="11131" y="23304"/>
                  </a:lnTo>
                  <a:lnTo>
                    <a:pt x="13677" y="18930"/>
                  </a:lnTo>
                  <a:lnTo>
                    <a:pt x="7851" y="19773"/>
                  </a:lnTo>
                  <a:lnTo>
                    <a:pt x="7802" y="17873"/>
                  </a:lnTo>
                  <a:lnTo>
                    <a:pt x="6699" y="16587"/>
                  </a:lnTo>
                  <a:lnTo>
                    <a:pt x="11994" y="13896"/>
                  </a:lnTo>
                  <a:lnTo>
                    <a:pt x="14272" y="14570"/>
                  </a:lnTo>
                  <a:lnTo>
                    <a:pt x="14921" y="16279"/>
                  </a:lnTo>
                  <a:lnTo>
                    <a:pt x="16734" y="16533"/>
                  </a:lnTo>
                  <a:lnTo>
                    <a:pt x="18815" y="8980"/>
                  </a:lnTo>
                  <a:lnTo>
                    <a:pt x="20424" y="5687"/>
                  </a:lnTo>
                  <a:lnTo>
                    <a:pt x="24594" y="3530"/>
                  </a:lnTo>
                  <a:lnTo>
                    <a:pt x="2347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h4157"/>
            <p:cNvSpPr/>
            <p:nvPr/>
          </p:nvSpPr>
          <p:spPr>
            <a:xfrm>
              <a:off x="6718585" y="2913728"/>
              <a:ext cx="7813" cy="8989"/>
            </a:xfrm>
            <a:custGeom>
              <a:avLst/>
              <a:pathLst>
                <a:path w="7813" h="8989">
                  <a:moveTo>
                    <a:pt x="7813" y="3568"/>
                  </a:moveTo>
                  <a:lnTo>
                    <a:pt x="6631" y="3585"/>
                  </a:lnTo>
                  <a:lnTo>
                    <a:pt x="5911" y="8989"/>
                  </a:lnTo>
                  <a:lnTo>
                    <a:pt x="4763" y="8827"/>
                  </a:lnTo>
                  <a:lnTo>
                    <a:pt x="910" y="5872"/>
                  </a:lnTo>
                  <a:lnTo>
                    <a:pt x="0" y="5323"/>
                  </a:lnTo>
                  <a:lnTo>
                    <a:pt x="3028" y="368"/>
                  </a:lnTo>
                  <a:lnTo>
                    <a:pt x="716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h4158"/>
            <p:cNvSpPr/>
            <p:nvPr/>
          </p:nvSpPr>
          <p:spPr>
            <a:xfrm>
              <a:off x="6656260" y="3001980"/>
              <a:ext cx="19028" cy="29365"/>
            </a:xfrm>
            <a:custGeom>
              <a:avLst/>
              <a:pathLst>
                <a:path w="19028" h="29365">
                  <a:moveTo>
                    <a:pt x="4487" y="196"/>
                  </a:moveTo>
                  <a:lnTo>
                    <a:pt x="6339" y="1328"/>
                  </a:lnTo>
                  <a:lnTo>
                    <a:pt x="13172" y="675"/>
                  </a:lnTo>
                  <a:lnTo>
                    <a:pt x="13303" y="3983"/>
                  </a:lnTo>
                  <a:lnTo>
                    <a:pt x="15255" y="3848"/>
                  </a:lnTo>
                  <a:lnTo>
                    <a:pt x="15332" y="9573"/>
                  </a:lnTo>
                  <a:lnTo>
                    <a:pt x="16920" y="14467"/>
                  </a:lnTo>
                  <a:lnTo>
                    <a:pt x="17028" y="17216"/>
                  </a:lnTo>
                  <a:lnTo>
                    <a:pt x="19028" y="25984"/>
                  </a:lnTo>
                  <a:lnTo>
                    <a:pt x="18951" y="29365"/>
                  </a:lnTo>
                  <a:lnTo>
                    <a:pt x="17631" y="27612"/>
                  </a:lnTo>
                  <a:lnTo>
                    <a:pt x="16666" y="24160"/>
                  </a:lnTo>
                  <a:lnTo>
                    <a:pt x="13524" y="20310"/>
                  </a:lnTo>
                  <a:lnTo>
                    <a:pt x="11755" y="19002"/>
                  </a:lnTo>
                  <a:lnTo>
                    <a:pt x="7301" y="18018"/>
                  </a:lnTo>
                  <a:lnTo>
                    <a:pt x="6188" y="19676"/>
                  </a:lnTo>
                  <a:lnTo>
                    <a:pt x="4734" y="16251"/>
                  </a:lnTo>
                  <a:lnTo>
                    <a:pt x="4957" y="14008"/>
                  </a:lnTo>
                  <a:lnTo>
                    <a:pt x="3103" y="9853"/>
                  </a:lnTo>
                  <a:lnTo>
                    <a:pt x="907" y="7562"/>
                  </a:lnTo>
                  <a:lnTo>
                    <a:pt x="0" y="4507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h4159"/>
            <p:cNvSpPr/>
            <p:nvPr/>
          </p:nvSpPr>
          <p:spPr>
            <a:xfrm>
              <a:off x="6683949" y="2988815"/>
              <a:ext cx="5175" cy="2570"/>
            </a:xfrm>
            <a:custGeom>
              <a:avLst/>
              <a:pathLst>
                <a:path w="5175" h="2570">
                  <a:moveTo>
                    <a:pt x="4348" y="2570"/>
                  </a:moveTo>
                  <a:lnTo>
                    <a:pt x="0" y="1505"/>
                  </a:lnTo>
                  <a:lnTo>
                    <a:pt x="1158" y="558"/>
                  </a:lnTo>
                  <a:lnTo>
                    <a:pt x="517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h4160"/>
            <p:cNvSpPr/>
            <p:nvPr/>
          </p:nvSpPr>
          <p:spPr>
            <a:xfrm>
              <a:off x="6561199" y="3001752"/>
              <a:ext cx="42636" cy="29998"/>
            </a:xfrm>
            <a:custGeom>
              <a:avLst/>
              <a:pathLst>
                <a:path w="42636" h="29998">
                  <a:moveTo>
                    <a:pt x="28226" y="328"/>
                  </a:moveTo>
                  <a:lnTo>
                    <a:pt x="31012" y="1581"/>
                  </a:lnTo>
                  <a:lnTo>
                    <a:pt x="32532" y="4294"/>
                  </a:lnTo>
                  <a:lnTo>
                    <a:pt x="34873" y="3874"/>
                  </a:lnTo>
                  <a:lnTo>
                    <a:pt x="36999" y="6926"/>
                  </a:lnTo>
                  <a:lnTo>
                    <a:pt x="38171" y="8161"/>
                  </a:lnTo>
                  <a:lnTo>
                    <a:pt x="40131" y="8805"/>
                  </a:lnTo>
                  <a:lnTo>
                    <a:pt x="42636" y="13100"/>
                  </a:lnTo>
                  <a:lnTo>
                    <a:pt x="41742" y="21751"/>
                  </a:lnTo>
                  <a:lnTo>
                    <a:pt x="39976" y="25920"/>
                  </a:lnTo>
                  <a:lnTo>
                    <a:pt x="38636" y="27117"/>
                  </a:lnTo>
                  <a:lnTo>
                    <a:pt x="35610" y="27745"/>
                  </a:lnTo>
                  <a:lnTo>
                    <a:pt x="33866" y="26936"/>
                  </a:lnTo>
                  <a:lnTo>
                    <a:pt x="33057" y="25410"/>
                  </a:lnTo>
                  <a:lnTo>
                    <a:pt x="26980" y="23715"/>
                  </a:lnTo>
                  <a:lnTo>
                    <a:pt x="24346" y="29562"/>
                  </a:lnTo>
                  <a:lnTo>
                    <a:pt x="21315" y="29998"/>
                  </a:lnTo>
                  <a:lnTo>
                    <a:pt x="14516" y="26983"/>
                  </a:lnTo>
                  <a:lnTo>
                    <a:pt x="9754" y="27100"/>
                  </a:lnTo>
                  <a:lnTo>
                    <a:pt x="8501" y="27692"/>
                  </a:lnTo>
                  <a:lnTo>
                    <a:pt x="8586" y="28636"/>
                  </a:lnTo>
                  <a:lnTo>
                    <a:pt x="3164" y="25999"/>
                  </a:lnTo>
                  <a:lnTo>
                    <a:pt x="0" y="22652"/>
                  </a:lnTo>
                  <a:lnTo>
                    <a:pt x="7119" y="15511"/>
                  </a:lnTo>
                  <a:lnTo>
                    <a:pt x="8824" y="11971"/>
                  </a:lnTo>
                  <a:lnTo>
                    <a:pt x="9551" y="7870"/>
                  </a:lnTo>
                  <a:lnTo>
                    <a:pt x="15027" y="5226"/>
                  </a:lnTo>
                  <a:lnTo>
                    <a:pt x="17217" y="5176"/>
                  </a:lnTo>
                  <a:lnTo>
                    <a:pt x="22339" y="1246"/>
                  </a:lnTo>
                  <a:lnTo>
                    <a:pt x="2292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h4161"/>
            <p:cNvSpPr/>
            <p:nvPr/>
          </p:nvSpPr>
          <p:spPr>
            <a:xfrm>
              <a:off x="6739452" y="2941411"/>
              <a:ext cx="42466" cy="19091"/>
            </a:xfrm>
            <a:custGeom>
              <a:avLst/>
              <a:pathLst>
                <a:path w="42466" h="19091">
                  <a:moveTo>
                    <a:pt x="26231" y="548"/>
                  </a:moveTo>
                  <a:lnTo>
                    <a:pt x="28977" y="2462"/>
                  </a:lnTo>
                  <a:lnTo>
                    <a:pt x="33978" y="4252"/>
                  </a:lnTo>
                  <a:lnTo>
                    <a:pt x="40803" y="10290"/>
                  </a:lnTo>
                  <a:lnTo>
                    <a:pt x="42466" y="10366"/>
                  </a:lnTo>
                  <a:lnTo>
                    <a:pt x="41561" y="11328"/>
                  </a:lnTo>
                  <a:lnTo>
                    <a:pt x="42191" y="15139"/>
                  </a:lnTo>
                  <a:lnTo>
                    <a:pt x="41554" y="17892"/>
                  </a:lnTo>
                  <a:lnTo>
                    <a:pt x="42216" y="18582"/>
                  </a:lnTo>
                  <a:lnTo>
                    <a:pt x="35869" y="17000"/>
                  </a:lnTo>
                  <a:lnTo>
                    <a:pt x="34467" y="18378"/>
                  </a:lnTo>
                  <a:lnTo>
                    <a:pt x="31696" y="19091"/>
                  </a:lnTo>
                  <a:lnTo>
                    <a:pt x="28493" y="17543"/>
                  </a:lnTo>
                  <a:lnTo>
                    <a:pt x="26140" y="18002"/>
                  </a:lnTo>
                  <a:lnTo>
                    <a:pt x="11935" y="15596"/>
                  </a:lnTo>
                  <a:lnTo>
                    <a:pt x="11770" y="13860"/>
                  </a:lnTo>
                  <a:lnTo>
                    <a:pt x="10053" y="11379"/>
                  </a:lnTo>
                  <a:lnTo>
                    <a:pt x="5783" y="12883"/>
                  </a:lnTo>
                  <a:lnTo>
                    <a:pt x="4477" y="15972"/>
                  </a:lnTo>
                  <a:lnTo>
                    <a:pt x="333" y="15021"/>
                  </a:lnTo>
                  <a:lnTo>
                    <a:pt x="0" y="9087"/>
                  </a:lnTo>
                  <a:lnTo>
                    <a:pt x="1595" y="8364"/>
                  </a:lnTo>
                  <a:lnTo>
                    <a:pt x="8423" y="5569"/>
                  </a:lnTo>
                  <a:lnTo>
                    <a:pt x="13246" y="2525"/>
                  </a:lnTo>
                  <a:lnTo>
                    <a:pt x="15227" y="2527"/>
                  </a:lnTo>
                  <a:lnTo>
                    <a:pt x="16236" y="2612"/>
                  </a:lnTo>
                  <a:lnTo>
                    <a:pt x="18390" y="344"/>
                  </a:lnTo>
                  <a:lnTo>
                    <a:pt x="20387" y="470"/>
                  </a:lnTo>
                  <a:lnTo>
                    <a:pt x="2171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h4162"/>
            <p:cNvSpPr/>
            <p:nvPr/>
          </p:nvSpPr>
          <p:spPr>
            <a:xfrm>
              <a:off x="6683120" y="2924994"/>
              <a:ext cx="29249" cy="16862"/>
            </a:xfrm>
            <a:custGeom>
              <a:avLst/>
              <a:pathLst>
                <a:path w="29249" h="16862">
                  <a:moveTo>
                    <a:pt x="18616" y="0"/>
                  </a:moveTo>
                  <a:lnTo>
                    <a:pt x="22498" y="3923"/>
                  </a:lnTo>
                  <a:lnTo>
                    <a:pt x="22826" y="5296"/>
                  </a:lnTo>
                  <a:lnTo>
                    <a:pt x="27719" y="4836"/>
                  </a:lnTo>
                  <a:lnTo>
                    <a:pt x="26510" y="7087"/>
                  </a:lnTo>
                  <a:lnTo>
                    <a:pt x="28061" y="10585"/>
                  </a:lnTo>
                  <a:lnTo>
                    <a:pt x="29249" y="11387"/>
                  </a:lnTo>
                  <a:lnTo>
                    <a:pt x="26567" y="14457"/>
                  </a:lnTo>
                  <a:lnTo>
                    <a:pt x="23147" y="12965"/>
                  </a:lnTo>
                  <a:lnTo>
                    <a:pt x="21581" y="14875"/>
                  </a:lnTo>
                  <a:lnTo>
                    <a:pt x="19057" y="14351"/>
                  </a:lnTo>
                  <a:lnTo>
                    <a:pt x="6562" y="16862"/>
                  </a:lnTo>
                  <a:lnTo>
                    <a:pt x="1061" y="15921"/>
                  </a:lnTo>
                  <a:lnTo>
                    <a:pt x="0" y="14959"/>
                  </a:lnTo>
                  <a:lnTo>
                    <a:pt x="62" y="11044"/>
                  </a:lnTo>
                  <a:lnTo>
                    <a:pt x="7478" y="10861"/>
                  </a:lnTo>
                  <a:lnTo>
                    <a:pt x="8212" y="6057"/>
                  </a:lnTo>
                  <a:lnTo>
                    <a:pt x="11172" y="6542"/>
                  </a:lnTo>
                  <a:lnTo>
                    <a:pt x="11708" y="70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h4163"/>
            <p:cNvSpPr/>
            <p:nvPr/>
          </p:nvSpPr>
          <p:spPr>
            <a:xfrm>
              <a:off x="6745937" y="2967942"/>
              <a:ext cx="7382" cy="13280"/>
            </a:xfrm>
            <a:custGeom>
              <a:avLst/>
              <a:pathLst>
                <a:path w="7382" h="13280">
                  <a:moveTo>
                    <a:pt x="2577" y="406"/>
                  </a:moveTo>
                  <a:lnTo>
                    <a:pt x="7382" y="5417"/>
                  </a:lnTo>
                  <a:lnTo>
                    <a:pt x="5529" y="8175"/>
                  </a:lnTo>
                  <a:lnTo>
                    <a:pt x="5966" y="10750"/>
                  </a:lnTo>
                  <a:lnTo>
                    <a:pt x="3551" y="13280"/>
                  </a:lnTo>
                  <a:lnTo>
                    <a:pt x="951" y="12470"/>
                  </a:lnTo>
                  <a:lnTo>
                    <a:pt x="0" y="9998"/>
                  </a:lnTo>
                  <a:lnTo>
                    <a:pt x="1636" y="1354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h4164"/>
            <p:cNvSpPr/>
            <p:nvPr/>
          </p:nvSpPr>
          <p:spPr>
            <a:xfrm>
              <a:off x="6734107" y="2928378"/>
              <a:ext cx="1098" cy="1667"/>
            </a:xfrm>
            <a:custGeom>
              <a:avLst/>
              <a:pathLst>
                <a:path w="1098" h="1667">
                  <a:moveTo>
                    <a:pt x="410" y="0"/>
                  </a:moveTo>
                  <a:lnTo>
                    <a:pt x="1098" y="1411"/>
                  </a:lnTo>
                  <a:lnTo>
                    <a:pt x="0" y="1667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h4165"/>
            <p:cNvSpPr/>
            <p:nvPr/>
          </p:nvSpPr>
          <p:spPr>
            <a:xfrm>
              <a:off x="6730462" y="2917529"/>
              <a:ext cx="2492" cy="2047"/>
            </a:xfrm>
            <a:custGeom>
              <a:avLst/>
              <a:pathLst>
                <a:path w="2492" h="2047">
                  <a:moveTo>
                    <a:pt x="376" y="0"/>
                  </a:moveTo>
                  <a:lnTo>
                    <a:pt x="2492" y="420"/>
                  </a:lnTo>
                  <a:lnTo>
                    <a:pt x="1987" y="2047"/>
                  </a:lnTo>
                  <a:lnTo>
                    <a:pt x="0" y="2003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h4166"/>
            <p:cNvSpPr/>
            <p:nvPr/>
          </p:nvSpPr>
          <p:spPr>
            <a:xfrm>
              <a:off x="6601891" y="2975788"/>
              <a:ext cx="32991" cy="24737"/>
            </a:xfrm>
            <a:custGeom>
              <a:avLst/>
              <a:pathLst>
                <a:path w="32991" h="24737">
                  <a:moveTo>
                    <a:pt x="10884" y="0"/>
                  </a:moveTo>
                  <a:lnTo>
                    <a:pt x="15784" y="1088"/>
                  </a:lnTo>
                  <a:lnTo>
                    <a:pt x="19339" y="5757"/>
                  </a:lnTo>
                  <a:lnTo>
                    <a:pt x="17786" y="6646"/>
                  </a:lnTo>
                  <a:lnTo>
                    <a:pt x="20082" y="7256"/>
                  </a:lnTo>
                  <a:lnTo>
                    <a:pt x="21153" y="8630"/>
                  </a:lnTo>
                  <a:lnTo>
                    <a:pt x="22231" y="13091"/>
                  </a:lnTo>
                  <a:lnTo>
                    <a:pt x="31679" y="12073"/>
                  </a:lnTo>
                  <a:lnTo>
                    <a:pt x="32991" y="13365"/>
                  </a:lnTo>
                  <a:lnTo>
                    <a:pt x="31254" y="17376"/>
                  </a:lnTo>
                  <a:lnTo>
                    <a:pt x="29517" y="19574"/>
                  </a:lnTo>
                  <a:lnTo>
                    <a:pt x="27757" y="20767"/>
                  </a:lnTo>
                  <a:lnTo>
                    <a:pt x="25436" y="19861"/>
                  </a:lnTo>
                  <a:lnTo>
                    <a:pt x="21900" y="19606"/>
                  </a:lnTo>
                  <a:lnTo>
                    <a:pt x="21713" y="24737"/>
                  </a:lnTo>
                  <a:lnTo>
                    <a:pt x="9898" y="23888"/>
                  </a:lnTo>
                  <a:lnTo>
                    <a:pt x="7054" y="23003"/>
                  </a:lnTo>
                  <a:lnTo>
                    <a:pt x="4154" y="20610"/>
                  </a:lnTo>
                  <a:lnTo>
                    <a:pt x="4922" y="17396"/>
                  </a:lnTo>
                  <a:lnTo>
                    <a:pt x="4611" y="15652"/>
                  </a:lnTo>
                  <a:lnTo>
                    <a:pt x="3074" y="13923"/>
                  </a:lnTo>
                  <a:lnTo>
                    <a:pt x="0" y="12503"/>
                  </a:lnTo>
                  <a:lnTo>
                    <a:pt x="830" y="11184"/>
                  </a:lnTo>
                  <a:lnTo>
                    <a:pt x="2115" y="8684"/>
                  </a:lnTo>
                  <a:lnTo>
                    <a:pt x="2220" y="6120"/>
                  </a:lnTo>
                  <a:lnTo>
                    <a:pt x="1214" y="6163"/>
                  </a:lnTo>
                  <a:lnTo>
                    <a:pt x="1471" y="4881"/>
                  </a:lnTo>
                  <a:lnTo>
                    <a:pt x="3349" y="3352"/>
                  </a:lnTo>
                  <a:lnTo>
                    <a:pt x="5089" y="1264"/>
                  </a:lnTo>
                  <a:lnTo>
                    <a:pt x="7048" y="1034"/>
                  </a:lnTo>
                  <a:lnTo>
                    <a:pt x="7121" y="5315"/>
                  </a:lnTo>
                  <a:lnTo>
                    <a:pt x="8677" y="6780"/>
                  </a:lnTo>
                  <a:lnTo>
                    <a:pt x="9397" y="5834"/>
                  </a:lnTo>
                  <a:lnTo>
                    <a:pt x="8635" y="3314"/>
                  </a:lnTo>
                  <a:lnTo>
                    <a:pt x="8850" y="33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h4167"/>
            <p:cNvSpPr/>
            <p:nvPr/>
          </p:nvSpPr>
          <p:spPr>
            <a:xfrm>
              <a:off x="6658804" y="2869331"/>
              <a:ext cx="34199" cy="38233"/>
            </a:xfrm>
            <a:custGeom>
              <a:avLst/>
              <a:pathLst>
                <a:path w="34199" h="38233">
                  <a:moveTo>
                    <a:pt x="8393" y="985"/>
                  </a:moveTo>
                  <a:lnTo>
                    <a:pt x="11378" y="3724"/>
                  </a:lnTo>
                  <a:lnTo>
                    <a:pt x="14820" y="813"/>
                  </a:lnTo>
                  <a:lnTo>
                    <a:pt x="20350" y="1108"/>
                  </a:lnTo>
                  <a:lnTo>
                    <a:pt x="24621" y="0"/>
                  </a:lnTo>
                  <a:lnTo>
                    <a:pt x="25435" y="1728"/>
                  </a:lnTo>
                  <a:lnTo>
                    <a:pt x="27588" y="8275"/>
                  </a:lnTo>
                  <a:lnTo>
                    <a:pt x="21762" y="7262"/>
                  </a:lnTo>
                  <a:lnTo>
                    <a:pt x="16034" y="8560"/>
                  </a:lnTo>
                  <a:lnTo>
                    <a:pt x="17143" y="15866"/>
                  </a:lnTo>
                  <a:lnTo>
                    <a:pt x="19319" y="19441"/>
                  </a:lnTo>
                  <a:lnTo>
                    <a:pt x="22882" y="20527"/>
                  </a:lnTo>
                  <a:lnTo>
                    <a:pt x="25044" y="20068"/>
                  </a:lnTo>
                  <a:lnTo>
                    <a:pt x="32640" y="22484"/>
                  </a:lnTo>
                  <a:lnTo>
                    <a:pt x="29423" y="26186"/>
                  </a:lnTo>
                  <a:lnTo>
                    <a:pt x="28360" y="32072"/>
                  </a:lnTo>
                  <a:lnTo>
                    <a:pt x="34199" y="35531"/>
                  </a:lnTo>
                  <a:lnTo>
                    <a:pt x="32168" y="38233"/>
                  </a:lnTo>
                  <a:lnTo>
                    <a:pt x="30993" y="35389"/>
                  </a:lnTo>
                  <a:lnTo>
                    <a:pt x="26213" y="33752"/>
                  </a:lnTo>
                  <a:lnTo>
                    <a:pt x="21131" y="34009"/>
                  </a:lnTo>
                  <a:lnTo>
                    <a:pt x="19461" y="35000"/>
                  </a:lnTo>
                  <a:lnTo>
                    <a:pt x="13350" y="33129"/>
                  </a:lnTo>
                  <a:lnTo>
                    <a:pt x="10725" y="33887"/>
                  </a:lnTo>
                  <a:lnTo>
                    <a:pt x="9104" y="33453"/>
                  </a:lnTo>
                  <a:lnTo>
                    <a:pt x="9173" y="31526"/>
                  </a:lnTo>
                  <a:lnTo>
                    <a:pt x="10718" y="29217"/>
                  </a:lnTo>
                  <a:lnTo>
                    <a:pt x="9974" y="27997"/>
                  </a:lnTo>
                  <a:lnTo>
                    <a:pt x="4564" y="30228"/>
                  </a:lnTo>
                  <a:lnTo>
                    <a:pt x="0" y="30323"/>
                  </a:lnTo>
                  <a:lnTo>
                    <a:pt x="9" y="29123"/>
                  </a:lnTo>
                  <a:lnTo>
                    <a:pt x="6744" y="23971"/>
                  </a:lnTo>
                  <a:lnTo>
                    <a:pt x="4050" y="18610"/>
                  </a:lnTo>
                  <a:lnTo>
                    <a:pt x="4458" y="15309"/>
                  </a:lnTo>
                  <a:lnTo>
                    <a:pt x="6797" y="15674"/>
                  </a:lnTo>
                  <a:lnTo>
                    <a:pt x="7030" y="11866"/>
                  </a:lnTo>
                  <a:lnTo>
                    <a:pt x="1457" y="9810"/>
                  </a:lnTo>
                  <a:lnTo>
                    <a:pt x="1744" y="4761"/>
                  </a:lnTo>
                  <a:lnTo>
                    <a:pt x="2568" y="2689"/>
                  </a:lnTo>
                  <a:lnTo>
                    <a:pt x="3614" y="3174"/>
                  </a:lnTo>
                  <a:lnTo>
                    <a:pt x="3642" y="66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h4168"/>
            <p:cNvSpPr/>
            <p:nvPr/>
          </p:nvSpPr>
          <p:spPr>
            <a:xfrm>
              <a:off x="6682758" y="2990320"/>
              <a:ext cx="6343" cy="8421"/>
            </a:xfrm>
            <a:custGeom>
              <a:avLst/>
              <a:pathLst>
                <a:path w="6343" h="8421">
                  <a:moveTo>
                    <a:pt x="1191" y="0"/>
                  </a:moveTo>
                  <a:lnTo>
                    <a:pt x="5540" y="1064"/>
                  </a:lnTo>
                  <a:lnTo>
                    <a:pt x="6343" y="8421"/>
                  </a:lnTo>
                  <a:lnTo>
                    <a:pt x="812" y="4638"/>
                  </a:lnTo>
                  <a:lnTo>
                    <a:pt x="0" y="4641"/>
                  </a:lnTo>
                  <a:lnTo>
                    <a:pt x="295" y="1903"/>
                  </a:lnTo>
                  <a:lnTo>
                    <a:pt x="684" y="190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h4169"/>
            <p:cNvSpPr/>
            <p:nvPr/>
          </p:nvSpPr>
          <p:spPr>
            <a:xfrm>
              <a:off x="6678998" y="2951019"/>
              <a:ext cx="17621" cy="11239"/>
            </a:xfrm>
            <a:custGeom>
              <a:avLst/>
              <a:pathLst>
                <a:path w="17621" h="11239">
                  <a:moveTo>
                    <a:pt x="17621" y="4649"/>
                  </a:moveTo>
                  <a:lnTo>
                    <a:pt x="17058" y="6806"/>
                  </a:lnTo>
                  <a:lnTo>
                    <a:pt x="11397" y="7578"/>
                  </a:lnTo>
                  <a:lnTo>
                    <a:pt x="10252" y="9226"/>
                  </a:lnTo>
                  <a:lnTo>
                    <a:pt x="3631" y="11080"/>
                  </a:lnTo>
                  <a:lnTo>
                    <a:pt x="0" y="11239"/>
                  </a:lnTo>
                  <a:lnTo>
                    <a:pt x="9273" y="5778"/>
                  </a:lnTo>
                  <a:lnTo>
                    <a:pt x="13795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h4170"/>
            <p:cNvSpPr/>
            <p:nvPr/>
          </p:nvSpPr>
          <p:spPr>
            <a:xfrm>
              <a:off x="6637115" y="3030255"/>
              <a:ext cx="31188" cy="28664"/>
            </a:xfrm>
            <a:custGeom>
              <a:avLst/>
              <a:pathLst>
                <a:path w="31188" h="28664">
                  <a:moveTo>
                    <a:pt x="17549" y="1625"/>
                  </a:moveTo>
                  <a:lnTo>
                    <a:pt x="22998" y="2003"/>
                  </a:lnTo>
                  <a:lnTo>
                    <a:pt x="26858" y="6929"/>
                  </a:lnTo>
                  <a:lnTo>
                    <a:pt x="31188" y="13457"/>
                  </a:lnTo>
                  <a:lnTo>
                    <a:pt x="30289" y="13647"/>
                  </a:lnTo>
                  <a:lnTo>
                    <a:pt x="27426" y="10963"/>
                  </a:lnTo>
                  <a:lnTo>
                    <a:pt x="23548" y="10737"/>
                  </a:lnTo>
                  <a:lnTo>
                    <a:pt x="19021" y="19093"/>
                  </a:lnTo>
                  <a:lnTo>
                    <a:pt x="18363" y="22475"/>
                  </a:lnTo>
                  <a:lnTo>
                    <a:pt x="17454" y="23646"/>
                  </a:lnTo>
                  <a:lnTo>
                    <a:pt x="15635" y="22528"/>
                  </a:lnTo>
                  <a:lnTo>
                    <a:pt x="11244" y="25807"/>
                  </a:lnTo>
                  <a:lnTo>
                    <a:pt x="5898" y="26179"/>
                  </a:lnTo>
                  <a:lnTo>
                    <a:pt x="624" y="28664"/>
                  </a:lnTo>
                  <a:lnTo>
                    <a:pt x="0" y="27259"/>
                  </a:lnTo>
                  <a:lnTo>
                    <a:pt x="2374" y="23458"/>
                  </a:lnTo>
                  <a:lnTo>
                    <a:pt x="6472" y="21395"/>
                  </a:lnTo>
                  <a:lnTo>
                    <a:pt x="4732" y="16428"/>
                  </a:lnTo>
                  <a:lnTo>
                    <a:pt x="4644" y="14231"/>
                  </a:lnTo>
                  <a:lnTo>
                    <a:pt x="8212" y="13589"/>
                  </a:lnTo>
                  <a:lnTo>
                    <a:pt x="13109" y="15267"/>
                  </a:lnTo>
                  <a:lnTo>
                    <a:pt x="13471" y="7999"/>
                  </a:lnTo>
                  <a:lnTo>
                    <a:pt x="12245" y="6283"/>
                  </a:lnTo>
                  <a:lnTo>
                    <a:pt x="11443" y="6308"/>
                  </a:lnTo>
                  <a:lnTo>
                    <a:pt x="9191" y="5402"/>
                  </a:lnTo>
                  <a:lnTo>
                    <a:pt x="1028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h4171"/>
            <p:cNvSpPr/>
            <p:nvPr/>
          </p:nvSpPr>
          <p:spPr>
            <a:xfrm>
              <a:off x="6599560" y="2917825"/>
              <a:ext cx="29079" cy="34521"/>
            </a:xfrm>
            <a:custGeom>
              <a:avLst/>
              <a:pathLst>
                <a:path w="29079" h="34521">
                  <a:moveTo>
                    <a:pt x="20568" y="0"/>
                  </a:moveTo>
                  <a:lnTo>
                    <a:pt x="20800" y="1407"/>
                  </a:lnTo>
                  <a:lnTo>
                    <a:pt x="21657" y="21191"/>
                  </a:lnTo>
                  <a:lnTo>
                    <a:pt x="24346" y="22837"/>
                  </a:lnTo>
                  <a:lnTo>
                    <a:pt x="29079" y="23051"/>
                  </a:lnTo>
                  <a:lnTo>
                    <a:pt x="28455" y="26214"/>
                  </a:lnTo>
                  <a:lnTo>
                    <a:pt x="26531" y="26354"/>
                  </a:lnTo>
                  <a:lnTo>
                    <a:pt x="23564" y="29354"/>
                  </a:lnTo>
                  <a:lnTo>
                    <a:pt x="22813" y="32131"/>
                  </a:lnTo>
                  <a:lnTo>
                    <a:pt x="23456" y="32537"/>
                  </a:lnTo>
                  <a:lnTo>
                    <a:pt x="22114" y="34201"/>
                  </a:lnTo>
                  <a:lnTo>
                    <a:pt x="19428" y="33628"/>
                  </a:lnTo>
                  <a:lnTo>
                    <a:pt x="19824" y="31178"/>
                  </a:lnTo>
                  <a:lnTo>
                    <a:pt x="16199" y="29878"/>
                  </a:lnTo>
                  <a:lnTo>
                    <a:pt x="15276" y="30629"/>
                  </a:lnTo>
                  <a:lnTo>
                    <a:pt x="15241" y="33554"/>
                  </a:lnTo>
                  <a:lnTo>
                    <a:pt x="13104" y="34521"/>
                  </a:lnTo>
                  <a:lnTo>
                    <a:pt x="10117" y="33883"/>
                  </a:lnTo>
                  <a:lnTo>
                    <a:pt x="9296" y="33154"/>
                  </a:lnTo>
                  <a:lnTo>
                    <a:pt x="7943" y="29252"/>
                  </a:lnTo>
                  <a:lnTo>
                    <a:pt x="5849" y="26773"/>
                  </a:lnTo>
                  <a:lnTo>
                    <a:pt x="4388" y="26184"/>
                  </a:lnTo>
                  <a:lnTo>
                    <a:pt x="2143" y="21467"/>
                  </a:lnTo>
                  <a:lnTo>
                    <a:pt x="1506" y="18403"/>
                  </a:lnTo>
                  <a:lnTo>
                    <a:pt x="2025" y="17084"/>
                  </a:lnTo>
                  <a:lnTo>
                    <a:pt x="0" y="13840"/>
                  </a:lnTo>
                  <a:lnTo>
                    <a:pt x="689" y="9277"/>
                  </a:lnTo>
                  <a:lnTo>
                    <a:pt x="3938" y="7584"/>
                  </a:lnTo>
                  <a:lnTo>
                    <a:pt x="3959" y="8998"/>
                  </a:lnTo>
                  <a:lnTo>
                    <a:pt x="8161" y="9013"/>
                  </a:lnTo>
                  <a:lnTo>
                    <a:pt x="12899" y="5847"/>
                  </a:lnTo>
                  <a:lnTo>
                    <a:pt x="16543" y="5875"/>
                  </a:lnTo>
                  <a:lnTo>
                    <a:pt x="16556" y="3691"/>
                  </a:lnTo>
                  <a:lnTo>
                    <a:pt x="17291" y="280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h4172"/>
            <p:cNvSpPr/>
            <p:nvPr/>
          </p:nvSpPr>
          <p:spPr>
            <a:xfrm>
              <a:off x="6751179" y="2957008"/>
              <a:ext cx="14413" cy="8354"/>
            </a:xfrm>
            <a:custGeom>
              <a:avLst/>
              <a:pathLst>
                <a:path w="14413" h="8354">
                  <a:moveTo>
                    <a:pt x="14413" y="2405"/>
                  </a:moveTo>
                  <a:lnTo>
                    <a:pt x="5920" y="4269"/>
                  </a:lnTo>
                  <a:lnTo>
                    <a:pt x="3177" y="8354"/>
                  </a:lnTo>
                  <a:lnTo>
                    <a:pt x="3326" y="6421"/>
                  </a:lnTo>
                  <a:lnTo>
                    <a:pt x="3600" y="3521"/>
                  </a:lnTo>
                  <a:lnTo>
                    <a:pt x="0" y="2000"/>
                  </a:lnTo>
                  <a:lnTo>
                    <a:pt x="20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h4173"/>
            <p:cNvSpPr/>
            <p:nvPr/>
          </p:nvSpPr>
          <p:spPr>
            <a:xfrm>
              <a:off x="6735458" y="2948889"/>
              <a:ext cx="11381" cy="15459"/>
            </a:xfrm>
            <a:custGeom>
              <a:avLst/>
              <a:pathLst>
                <a:path w="11381" h="15459">
                  <a:moveTo>
                    <a:pt x="3994" y="1609"/>
                  </a:moveTo>
                  <a:lnTo>
                    <a:pt x="4327" y="7543"/>
                  </a:lnTo>
                  <a:lnTo>
                    <a:pt x="8471" y="8495"/>
                  </a:lnTo>
                  <a:lnTo>
                    <a:pt x="11381" y="14715"/>
                  </a:lnTo>
                  <a:lnTo>
                    <a:pt x="8454" y="15459"/>
                  </a:lnTo>
                  <a:lnTo>
                    <a:pt x="886" y="11664"/>
                  </a:lnTo>
                  <a:lnTo>
                    <a:pt x="1099" y="9107"/>
                  </a:lnTo>
                  <a:lnTo>
                    <a:pt x="1586" y="5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h4174"/>
            <p:cNvSpPr/>
            <p:nvPr/>
          </p:nvSpPr>
          <p:spPr>
            <a:xfrm>
              <a:off x="6749923" y="2917958"/>
              <a:ext cx="13440" cy="14571"/>
            </a:xfrm>
            <a:custGeom>
              <a:avLst/>
              <a:pathLst>
                <a:path w="13440" h="14571">
                  <a:moveTo>
                    <a:pt x="5569" y="520"/>
                  </a:moveTo>
                  <a:lnTo>
                    <a:pt x="4497" y="4038"/>
                  </a:lnTo>
                  <a:lnTo>
                    <a:pt x="13440" y="8723"/>
                  </a:lnTo>
                  <a:lnTo>
                    <a:pt x="13283" y="11092"/>
                  </a:lnTo>
                  <a:lnTo>
                    <a:pt x="13330" y="13039"/>
                  </a:lnTo>
                  <a:lnTo>
                    <a:pt x="12157" y="14571"/>
                  </a:lnTo>
                  <a:lnTo>
                    <a:pt x="10370" y="14106"/>
                  </a:lnTo>
                  <a:lnTo>
                    <a:pt x="8292" y="11515"/>
                  </a:lnTo>
                  <a:lnTo>
                    <a:pt x="4581" y="12135"/>
                  </a:lnTo>
                  <a:lnTo>
                    <a:pt x="2887" y="11209"/>
                  </a:lnTo>
                  <a:lnTo>
                    <a:pt x="1983" y="8242"/>
                  </a:lnTo>
                  <a:lnTo>
                    <a:pt x="0" y="7821"/>
                  </a:lnTo>
                  <a:lnTo>
                    <a:pt x="1661" y="3135"/>
                  </a:lnTo>
                  <a:lnTo>
                    <a:pt x="2392" y="3367"/>
                  </a:lnTo>
                  <a:lnTo>
                    <a:pt x="3314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h4175"/>
            <p:cNvSpPr/>
            <p:nvPr/>
          </p:nvSpPr>
          <p:spPr>
            <a:xfrm>
              <a:off x="6617540" y="3006238"/>
              <a:ext cx="21186" cy="13983"/>
            </a:xfrm>
            <a:custGeom>
              <a:avLst/>
              <a:pathLst>
                <a:path w="21186" h="13983">
                  <a:moveTo>
                    <a:pt x="15500" y="1681"/>
                  </a:moveTo>
                  <a:lnTo>
                    <a:pt x="21186" y="1465"/>
                  </a:lnTo>
                  <a:lnTo>
                    <a:pt x="17686" y="4082"/>
                  </a:lnTo>
                  <a:lnTo>
                    <a:pt x="11625" y="11009"/>
                  </a:lnTo>
                  <a:lnTo>
                    <a:pt x="7304" y="12065"/>
                  </a:lnTo>
                  <a:lnTo>
                    <a:pt x="4706" y="13687"/>
                  </a:lnTo>
                  <a:lnTo>
                    <a:pt x="3073" y="13983"/>
                  </a:lnTo>
                  <a:lnTo>
                    <a:pt x="1152" y="13336"/>
                  </a:lnTo>
                  <a:lnTo>
                    <a:pt x="0" y="11629"/>
                  </a:lnTo>
                  <a:lnTo>
                    <a:pt x="292" y="10627"/>
                  </a:lnTo>
                  <a:lnTo>
                    <a:pt x="2126" y="8953"/>
                  </a:lnTo>
                  <a:lnTo>
                    <a:pt x="3193" y="9521"/>
                  </a:lnTo>
                  <a:lnTo>
                    <a:pt x="4488" y="6749"/>
                  </a:lnTo>
                  <a:lnTo>
                    <a:pt x="1744" y="4564"/>
                  </a:lnTo>
                  <a:lnTo>
                    <a:pt x="1393" y="3730"/>
                  </a:lnTo>
                  <a:lnTo>
                    <a:pt x="2054" y="2495"/>
                  </a:lnTo>
                  <a:lnTo>
                    <a:pt x="1133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h4176"/>
            <p:cNvSpPr/>
            <p:nvPr/>
          </p:nvSpPr>
          <p:spPr>
            <a:xfrm>
              <a:off x="6674547" y="2982922"/>
              <a:ext cx="6248" cy="1860"/>
            </a:xfrm>
            <a:custGeom>
              <a:avLst/>
              <a:pathLst>
                <a:path w="6248" h="1860">
                  <a:moveTo>
                    <a:pt x="6248" y="0"/>
                  </a:moveTo>
                  <a:lnTo>
                    <a:pt x="4236" y="1860"/>
                  </a:lnTo>
                  <a:lnTo>
                    <a:pt x="0" y="80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h4177"/>
            <p:cNvSpPr/>
            <p:nvPr/>
          </p:nvSpPr>
          <p:spPr>
            <a:xfrm>
              <a:off x="6670142" y="2975231"/>
              <a:ext cx="15108" cy="8493"/>
            </a:xfrm>
            <a:custGeom>
              <a:avLst/>
              <a:pathLst>
                <a:path w="15108" h="8493">
                  <a:moveTo>
                    <a:pt x="9291" y="63"/>
                  </a:moveTo>
                  <a:lnTo>
                    <a:pt x="10632" y="4389"/>
                  </a:lnTo>
                  <a:lnTo>
                    <a:pt x="12074" y="5752"/>
                  </a:lnTo>
                  <a:lnTo>
                    <a:pt x="14359" y="5575"/>
                  </a:lnTo>
                  <a:lnTo>
                    <a:pt x="14975" y="6597"/>
                  </a:lnTo>
                  <a:lnTo>
                    <a:pt x="15108" y="7445"/>
                  </a:lnTo>
                  <a:lnTo>
                    <a:pt x="10654" y="7690"/>
                  </a:lnTo>
                  <a:lnTo>
                    <a:pt x="4405" y="8493"/>
                  </a:lnTo>
                  <a:lnTo>
                    <a:pt x="0" y="7948"/>
                  </a:lnTo>
                  <a:lnTo>
                    <a:pt x="1561" y="6371"/>
                  </a:lnTo>
                  <a:lnTo>
                    <a:pt x="1561" y="1855"/>
                  </a:lnTo>
                  <a:lnTo>
                    <a:pt x="45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h4178"/>
            <p:cNvSpPr/>
            <p:nvPr/>
          </p:nvSpPr>
          <p:spPr>
            <a:xfrm>
              <a:off x="6688939" y="3005242"/>
              <a:ext cx="1127" cy="3495"/>
            </a:xfrm>
            <a:custGeom>
              <a:avLst/>
              <a:pathLst>
                <a:path w="1127" h="3495">
                  <a:moveTo>
                    <a:pt x="1098" y="1832"/>
                  </a:moveTo>
                  <a:lnTo>
                    <a:pt x="500" y="3495"/>
                  </a:lnTo>
                  <a:lnTo>
                    <a:pt x="0" y="0"/>
                  </a:lnTo>
                  <a:lnTo>
                    <a:pt x="1127" y="18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h4179"/>
            <p:cNvSpPr/>
            <p:nvPr/>
          </p:nvSpPr>
          <p:spPr>
            <a:xfrm>
              <a:off x="6680650" y="2994958"/>
              <a:ext cx="8451" cy="12219"/>
            </a:xfrm>
            <a:custGeom>
              <a:avLst/>
              <a:pathLst>
                <a:path w="8451" h="12219">
                  <a:moveTo>
                    <a:pt x="8436" y="3934"/>
                  </a:moveTo>
                  <a:lnTo>
                    <a:pt x="7229" y="10385"/>
                  </a:lnTo>
                  <a:lnTo>
                    <a:pt x="1473" y="12219"/>
                  </a:lnTo>
                  <a:lnTo>
                    <a:pt x="0" y="11657"/>
                  </a:lnTo>
                  <a:lnTo>
                    <a:pt x="277" y="9988"/>
                  </a:lnTo>
                  <a:lnTo>
                    <a:pt x="1575" y="9909"/>
                  </a:lnTo>
                  <a:lnTo>
                    <a:pt x="2751" y="5874"/>
                  </a:lnTo>
                  <a:lnTo>
                    <a:pt x="2919" y="0"/>
                  </a:lnTo>
                  <a:lnTo>
                    <a:pt x="8451" y="378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h4180"/>
            <p:cNvSpPr/>
            <p:nvPr/>
          </p:nvSpPr>
          <p:spPr>
            <a:xfrm>
              <a:off x="6666299" y="2902461"/>
              <a:ext cx="28130" cy="19507"/>
            </a:xfrm>
            <a:custGeom>
              <a:avLst/>
              <a:pathLst>
                <a:path w="28130" h="19507">
                  <a:moveTo>
                    <a:pt x="5855" y="0"/>
                  </a:moveTo>
                  <a:lnTo>
                    <a:pt x="11966" y="1870"/>
                  </a:lnTo>
                  <a:lnTo>
                    <a:pt x="13636" y="879"/>
                  </a:lnTo>
                  <a:lnTo>
                    <a:pt x="18719" y="622"/>
                  </a:lnTo>
                  <a:lnTo>
                    <a:pt x="23498" y="2260"/>
                  </a:lnTo>
                  <a:lnTo>
                    <a:pt x="24673" y="5103"/>
                  </a:lnTo>
                  <a:lnTo>
                    <a:pt x="26704" y="2401"/>
                  </a:lnTo>
                  <a:lnTo>
                    <a:pt x="27006" y="2920"/>
                  </a:lnTo>
                  <a:lnTo>
                    <a:pt x="28130" y="6450"/>
                  </a:lnTo>
                  <a:lnTo>
                    <a:pt x="23960" y="8608"/>
                  </a:lnTo>
                  <a:lnTo>
                    <a:pt x="22351" y="11900"/>
                  </a:lnTo>
                  <a:lnTo>
                    <a:pt x="20269" y="19454"/>
                  </a:lnTo>
                  <a:lnTo>
                    <a:pt x="18457" y="19199"/>
                  </a:lnTo>
                  <a:lnTo>
                    <a:pt x="17808" y="17490"/>
                  </a:lnTo>
                  <a:lnTo>
                    <a:pt x="15530" y="16816"/>
                  </a:lnTo>
                  <a:lnTo>
                    <a:pt x="10235" y="19507"/>
                  </a:lnTo>
                  <a:lnTo>
                    <a:pt x="6562" y="17886"/>
                  </a:lnTo>
                  <a:lnTo>
                    <a:pt x="8047" y="13749"/>
                  </a:lnTo>
                  <a:lnTo>
                    <a:pt x="3842" y="9558"/>
                  </a:lnTo>
                  <a:lnTo>
                    <a:pt x="0" y="6987"/>
                  </a:lnTo>
                  <a:lnTo>
                    <a:pt x="1609" y="324"/>
                  </a:lnTo>
                  <a:lnTo>
                    <a:pt x="3230" y="758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h4181"/>
            <p:cNvSpPr/>
            <p:nvPr/>
          </p:nvSpPr>
          <p:spPr>
            <a:xfrm>
              <a:off x="6620207" y="2883255"/>
              <a:ext cx="41539" cy="26429"/>
            </a:xfrm>
            <a:custGeom>
              <a:avLst/>
              <a:pathLst>
                <a:path w="41539" h="26429">
                  <a:moveTo>
                    <a:pt x="16876" y="0"/>
                  </a:moveTo>
                  <a:lnTo>
                    <a:pt x="22525" y="7627"/>
                  </a:lnTo>
                  <a:lnTo>
                    <a:pt x="28192" y="5560"/>
                  </a:lnTo>
                  <a:lnTo>
                    <a:pt x="27628" y="1932"/>
                  </a:lnTo>
                  <a:lnTo>
                    <a:pt x="28809" y="965"/>
                  </a:lnTo>
                  <a:lnTo>
                    <a:pt x="32421" y="2016"/>
                  </a:lnTo>
                  <a:lnTo>
                    <a:pt x="38583" y="5322"/>
                  </a:lnTo>
                  <a:lnTo>
                    <a:pt x="39803" y="5111"/>
                  </a:lnTo>
                  <a:lnTo>
                    <a:pt x="41539" y="5817"/>
                  </a:lnTo>
                  <a:lnTo>
                    <a:pt x="40102" y="12767"/>
                  </a:lnTo>
                  <a:lnTo>
                    <a:pt x="34946" y="16235"/>
                  </a:lnTo>
                  <a:lnTo>
                    <a:pt x="34221" y="18493"/>
                  </a:lnTo>
                  <a:lnTo>
                    <a:pt x="35217" y="24357"/>
                  </a:lnTo>
                  <a:lnTo>
                    <a:pt x="32669" y="25757"/>
                  </a:lnTo>
                  <a:lnTo>
                    <a:pt x="31598" y="26429"/>
                  </a:lnTo>
                  <a:lnTo>
                    <a:pt x="21873" y="19303"/>
                  </a:lnTo>
                  <a:lnTo>
                    <a:pt x="20896" y="20724"/>
                  </a:lnTo>
                  <a:lnTo>
                    <a:pt x="21621" y="20808"/>
                  </a:lnTo>
                  <a:lnTo>
                    <a:pt x="20473" y="21468"/>
                  </a:lnTo>
                  <a:lnTo>
                    <a:pt x="17190" y="20674"/>
                  </a:lnTo>
                  <a:lnTo>
                    <a:pt x="18258" y="18832"/>
                  </a:lnTo>
                  <a:lnTo>
                    <a:pt x="20258" y="19663"/>
                  </a:lnTo>
                  <a:lnTo>
                    <a:pt x="21145" y="18820"/>
                  </a:lnTo>
                  <a:lnTo>
                    <a:pt x="17560" y="16218"/>
                  </a:lnTo>
                  <a:lnTo>
                    <a:pt x="12426" y="16008"/>
                  </a:lnTo>
                  <a:lnTo>
                    <a:pt x="11636" y="11153"/>
                  </a:lnTo>
                  <a:lnTo>
                    <a:pt x="2261" y="7327"/>
                  </a:lnTo>
                  <a:lnTo>
                    <a:pt x="426" y="5695"/>
                  </a:lnTo>
                  <a:lnTo>
                    <a:pt x="0" y="4384"/>
                  </a:lnTo>
                  <a:lnTo>
                    <a:pt x="3666" y="3521"/>
                  </a:lnTo>
                  <a:lnTo>
                    <a:pt x="7017" y="733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h4182"/>
            <p:cNvSpPr/>
            <p:nvPr/>
          </p:nvSpPr>
          <p:spPr>
            <a:xfrm>
              <a:off x="6727407" y="2917529"/>
              <a:ext cx="10735" cy="9439"/>
            </a:xfrm>
            <a:custGeom>
              <a:avLst/>
              <a:pathLst>
                <a:path w="10735" h="9439">
                  <a:moveTo>
                    <a:pt x="10450" y="1269"/>
                  </a:moveTo>
                  <a:lnTo>
                    <a:pt x="10735" y="3912"/>
                  </a:lnTo>
                  <a:lnTo>
                    <a:pt x="9670" y="7632"/>
                  </a:lnTo>
                  <a:lnTo>
                    <a:pt x="6426" y="9439"/>
                  </a:lnTo>
                  <a:lnTo>
                    <a:pt x="6286" y="9388"/>
                  </a:lnTo>
                  <a:lnTo>
                    <a:pt x="2715" y="6211"/>
                  </a:lnTo>
                  <a:lnTo>
                    <a:pt x="815" y="4621"/>
                  </a:lnTo>
                  <a:lnTo>
                    <a:pt x="0" y="1413"/>
                  </a:lnTo>
                  <a:lnTo>
                    <a:pt x="3431" y="0"/>
                  </a:lnTo>
                  <a:lnTo>
                    <a:pt x="3055" y="2003"/>
                  </a:lnTo>
                  <a:lnTo>
                    <a:pt x="5043" y="204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h4183"/>
            <p:cNvSpPr/>
            <p:nvPr/>
          </p:nvSpPr>
          <p:spPr>
            <a:xfrm>
              <a:off x="6603331" y="2981224"/>
              <a:ext cx="46380" cy="30745"/>
            </a:xfrm>
            <a:custGeom>
              <a:avLst/>
              <a:pathLst>
                <a:path w="46380" h="30745">
                  <a:moveTo>
                    <a:pt x="38269" y="2058"/>
                  </a:moveTo>
                  <a:lnTo>
                    <a:pt x="40785" y="2916"/>
                  </a:lnTo>
                  <a:lnTo>
                    <a:pt x="45261" y="10806"/>
                  </a:lnTo>
                  <a:lnTo>
                    <a:pt x="45693" y="16738"/>
                  </a:lnTo>
                  <a:lnTo>
                    <a:pt x="44133" y="19784"/>
                  </a:lnTo>
                  <a:lnTo>
                    <a:pt x="46380" y="19755"/>
                  </a:lnTo>
                  <a:lnTo>
                    <a:pt x="43857" y="25079"/>
                  </a:lnTo>
                  <a:lnTo>
                    <a:pt x="44019" y="29197"/>
                  </a:lnTo>
                  <a:lnTo>
                    <a:pt x="40429" y="28090"/>
                  </a:lnTo>
                  <a:lnTo>
                    <a:pt x="40618" y="26704"/>
                  </a:lnTo>
                  <a:lnTo>
                    <a:pt x="39032" y="26382"/>
                  </a:lnTo>
                  <a:lnTo>
                    <a:pt x="38370" y="30745"/>
                  </a:lnTo>
                  <a:lnTo>
                    <a:pt x="31895" y="29096"/>
                  </a:lnTo>
                  <a:lnTo>
                    <a:pt x="35395" y="26478"/>
                  </a:lnTo>
                  <a:lnTo>
                    <a:pt x="29709" y="26694"/>
                  </a:lnTo>
                  <a:lnTo>
                    <a:pt x="25544" y="25013"/>
                  </a:lnTo>
                  <a:lnTo>
                    <a:pt x="16263" y="27508"/>
                  </a:lnTo>
                  <a:lnTo>
                    <a:pt x="13286" y="26503"/>
                  </a:lnTo>
                  <a:lnTo>
                    <a:pt x="12110" y="26813"/>
                  </a:lnTo>
                  <a:lnTo>
                    <a:pt x="6985" y="30714"/>
                  </a:lnTo>
                  <a:lnTo>
                    <a:pt x="1334" y="27564"/>
                  </a:lnTo>
                  <a:lnTo>
                    <a:pt x="0" y="27533"/>
                  </a:lnTo>
                  <a:lnTo>
                    <a:pt x="1287" y="25660"/>
                  </a:lnTo>
                  <a:lnTo>
                    <a:pt x="2715" y="15173"/>
                  </a:lnTo>
                  <a:lnTo>
                    <a:pt x="5615" y="17566"/>
                  </a:lnTo>
                  <a:lnTo>
                    <a:pt x="8459" y="18451"/>
                  </a:lnTo>
                  <a:lnTo>
                    <a:pt x="20274" y="19300"/>
                  </a:lnTo>
                  <a:lnTo>
                    <a:pt x="20461" y="14169"/>
                  </a:lnTo>
                  <a:lnTo>
                    <a:pt x="23996" y="14425"/>
                  </a:lnTo>
                  <a:lnTo>
                    <a:pt x="26318" y="15331"/>
                  </a:lnTo>
                  <a:lnTo>
                    <a:pt x="28078" y="14138"/>
                  </a:lnTo>
                  <a:lnTo>
                    <a:pt x="29815" y="11939"/>
                  </a:lnTo>
                  <a:lnTo>
                    <a:pt x="31551" y="7929"/>
                  </a:lnTo>
                  <a:lnTo>
                    <a:pt x="30239" y="6637"/>
                  </a:lnTo>
                  <a:lnTo>
                    <a:pt x="35002" y="5627"/>
                  </a:lnTo>
                  <a:lnTo>
                    <a:pt x="36565" y="4486"/>
                  </a:lnTo>
                  <a:lnTo>
                    <a:pt x="37155" y="1382"/>
                  </a:lnTo>
                  <a:lnTo>
                    <a:pt x="3812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h4184"/>
            <p:cNvSpPr/>
            <p:nvPr/>
          </p:nvSpPr>
          <p:spPr>
            <a:xfrm>
              <a:off x="6724160" y="2921951"/>
              <a:ext cx="5962" cy="4272"/>
            </a:xfrm>
            <a:custGeom>
              <a:avLst/>
              <a:pathLst>
                <a:path w="5962" h="4272">
                  <a:moveTo>
                    <a:pt x="4062" y="200"/>
                  </a:moveTo>
                  <a:lnTo>
                    <a:pt x="5962" y="1789"/>
                  </a:lnTo>
                  <a:lnTo>
                    <a:pt x="2245" y="3924"/>
                  </a:lnTo>
                  <a:lnTo>
                    <a:pt x="830" y="4272"/>
                  </a:lnTo>
                  <a:lnTo>
                    <a:pt x="0" y="3220"/>
                  </a:lnTo>
                  <a:lnTo>
                    <a:pt x="786" y="725"/>
                  </a:lnTo>
                  <a:lnTo>
                    <a:pt x="251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h4185"/>
            <p:cNvSpPr/>
            <p:nvPr/>
          </p:nvSpPr>
          <p:spPr>
            <a:xfrm>
              <a:off x="6654902" y="2993261"/>
              <a:ext cx="28668" cy="14916"/>
            </a:xfrm>
            <a:custGeom>
              <a:avLst/>
              <a:pathLst>
                <a:path w="28668" h="14916">
                  <a:moveTo>
                    <a:pt x="19774" y="54"/>
                  </a:moveTo>
                  <a:lnTo>
                    <a:pt x="27856" y="1701"/>
                  </a:lnTo>
                  <a:lnTo>
                    <a:pt x="28668" y="1697"/>
                  </a:lnTo>
                  <a:lnTo>
                    <a:pt x="28499" y="7571"/>
                  </a:lnTo>
                  <a:lnTo>
                    <a:pt x="27324" y="11606"/>
                  </a:lnTo>
                  <a:lnTo>
                    <a:pt x="26025" y="11686"/>
                  </a:lnTo>
                  <a:lnTo>
                    <a:pt x="25748" y="13355"/>
                  </a:lnTo>
                  <a:lnTo>
                    <a:pt x="25479" y="14859"/>
                  </a:lnTo>
                  <a:lnTo>
                    <a:pt x="24956" y="14916"/>
                  </a:lnTo>
                  <a:lnTo>
                    <a:pt x="21320" y="14147"/>
                  </a:lnTo>
                  <a:lnTo>
                    <a:pt x="20542" y="11469"/>
                  </a:lnTo>
                  <a:lnTo>
                    <a:pt x="18051" y="11517"/>
                  </a:lnTo>
                  <a:lnTo>
                    <a:pt x="16613" y="12568"/>
                  </a:lnTo>
                  <a:lnTo>
                    <a:pt x="14661" y="12702"/>
                  </a:lnTo>
                  <a:lnTo>
                    <a:pt x="14530" y="9395"/>
                  </a:lnTo>
                  <a:lnTo>
                    <a:pt x="7697" y="10048"/>
                  </a:lnTo>
                  <a:lnTo>
                    <a:pt x="5845" y="8915"/>
                  </a:lnTo>
                  <a:lnTo>
                    <a:pt x="1423" y="8719"/>
                  </a:lnTo>
                  <a:lnTo>
                    <a:pt x="0" y="7990"/>
                  </a:lnTo>
                  <a:lnTo>
                    <a:pt x="1556" y="7109"/>
                  </a:lnTo>
                  <a:lnTo>
                    <a:pt x="5346" y="8221"/>
                  </a:lnTo>
                  <a:lnTo>
                    <a:pt x="5512" y="2353"/>
                  </a:lnTo>
                  <a:lnTo>
                    <a:pt x="16155" y="1563"/>
                  </a:lnTo>
                  <a:lnTo>
                    <a:pt x="1633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h4186"/>
            <p:cNvSpPr/>
            <p:nvPr/>
          </p:nvSpPr>
          <p:spPr>
            <a:xfrm>
              <a:off x="6594649" y="2962407"/>
              <a:ext cx="29185" cy="20161"/>
            </a:xfrm>
            <a:custGeom>
              <a:avLst/>
              <a:pathLst>
                <a:path w="29185" h="20161">
                  <a:moveTo>
                    <a:pt x="8413" y="0"/>
                  </a:moveTo>
                  <a:lnTo>
                    <a:pt x="6781" y="2455"/>
                  </a:lnTo>
                  <a:lnTo>
                    <a:pt x="9794" y="10055"/>
                  </a:lnTo>
                  <a:lnTo>
                    <a:pt x="8938" y="12408"/>
                  </a:lnTo>
                  <a:lnTo>
                    <a:pt x="15189" y="11912"/>
                  </a:lnTo>
                  <a:lnTo>
                    <a:pt x="15313" y="8798"/>
                  </a:lnTo>
                  <a:lnTo>
                    <a:pt x="17769" y="6249"/>
                  </a:lnTo>
                  <a:lnTo>
                    <a:pt x="23038" y="6998"/>
                  </a:lnTo>
                  <a:lnTo>
                    <a:pt x="26021" y="8661"/>
                  </a:lnTo>
                  <a:lnTo>
                    <a:pt x="27550" y="10875"/>
                  </a:lnTo>
                  <a:lnTo>
                    <a:pt x="29185" y="11291"/>
                  </a:lnTo>
                  <a:lnTo>
                    <a:pt x="26581" y="19138"/>
                  </a:lnTo>
                  <a:lnTo>
                    <a:pt x="23026" y="14469"/>
                  </a:lnTo>
                  <a:lnTo>
                    <a:pt x="18126" y="13380"/>
                  </a:lnTo>
                  <a:lnTo>
                    <a:pt x="16093" y="13716"/>
                  </a:lnTo>
                  <a:lnTo>
                    <a:pt x="15877" y="16695"/>
                  </a:lnTo>
                  <a:lnTo>
                    <a:pt x="16639" y="19215"/>
                  </a:lnTo>
                  <a:lnTo>
                    <a:pt x="15919" y="20161"/>
                  </a:lnTo>
                  <a:lnTo>
                    <a:pt x="14363" y="18695"/>
                  </a:lnTo>
                  <a:lnTo>
                    <a:pt x="14290" y="14415"/>
                  </a:lnTo>
                  <a:lnTo>
                    <a:pt x="12331" y="14645"/>
                  </a:lnTo>
                  <a:lnTo>
                    <a:pt x="10591" y="16733"/>
                  </a:lnTo>
                  <a:lnTo>
                    <a:pt x="8822" y="13773"/>
                  </a:lnTo>
                  <a:lnTo>
                    <a:pt x="8020" y="13907"/>
                  </a:lnTo>
                  <a:lnTo>
                    <a:pt x="3753" y="11000"/>
                  </a:lnTo>
                  <a:lnTo>
                    <a:pt x="3035" y="9617"/>
                  </a:lnTo>
                  <a:lnTo>
                    <a:pt x="683" y="9223"/>
                  </a:lnTo>
                  <a:lnTo>
                    <a:pt x="0" y="5003"/>
                  </a:lnTo>
                  <a:lnTo>
                    <a:pt x="2133" y="107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h4187"/>
            <p:cNvSpPr/>
            <p:nvPr/>
          </p:nvSpPr>
          <p:spPr>
            <a:xfrm>
              <a:off x="6733834" y="2925162"/>
              <a:ext cx="3244" cy="4628"/>
            </a:xfrm>
            <a:custGeom>
              <a:avLst/>
              <a:pathLst>
                <a:path w="3244" h="4628">
                  <a:moveTo>
                    <a:pt x="3244" y="0"/>
                  </a:moveTo>
                  <a:lnTo>
                    <a:pt x="1371" y="4628"/>
                  </a:lnTo>
                  <a:lnTo>
                    <a:pt x="683" y="3216"/>
                  </a:lnTo>
                  <a:lnTo>
                    <a:pt x="0" y="180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h4188"/>
            <p:cNvSpPr/>
            <p:nvPr/>
          </p:nvSpPr>
          <p:spPr>
            <a:xfrm>
              <a:off x="6612665" y="2943666"/>
              <a:ext cx="33806" cy="31457"/>
            </a:xfrm>
            <a:custGeom>
              <a:avLst/>
              <a:pathLst>
                <a:path w="33806" h="31457">
                  <a:moveTo>
                    <a:pt x="23706" y="0"/>
                  </a:moveTo>
                  <a:lnTo>
                    <a:pt x="22772" y="2189"/>
                  </a:lnTo>
                  <a:lnTo>
                    <a:pt x="24887" y="2838"/>
                  </a:lnTo>
                  <a:lnTo>
                    <a:pt x="24097" y="8163"/>
                  </a:lnTo>
                  <a:lnTo>
                    <a:pt x="32870" y="14110"/>
                  </a:lnTo>
                  <a:lnTo>
                    <a:pt x="33806" y="16223"/>
                  </a:lnTo>
                  <a:lnTo>
                    <a:pt x="29462" y="17602"/>
                  </a:lnTo>
                  <a:lnTo>
                    <a:pt x="26317" y="22974"/>
                  </a:lnTo>
                  <a:lnTo>
                    <a:pt x="25790" y="26034"/>
                  </a:lnTo>
                  <a:lnTo>
                    <a:pt x="26888" y="29968"/>
                  </a:lnTo>
                  <a:lnTo>
                    <a:pt x="26570" y="31457"/>
                  </a:lnTo>
                  <a:lnTo>
                    <a:pt x="19339" y="26778"/>
                  </a:lnTo>
                  <a:lnTo>
                    <a:pt x="16945" y="29075"/>
                  </a:lnTo>
                  <a:lnTo>
                    <a:pt x="17501" y="27028"/>
                  </a:lnTo>
                  <a:lnTo>
                    <a:pt x="13127" y="21116"/>
                  </a:lnTo>
                  <a:lnTo>
                    <a:pt x="10011" y="13326"/>
                  </a:lnTo>
                  <a:lnTo>
                    <a:pt x="6961" y="13205"/>
                  </a:lnTo>
                  <a:lnTo>
                    <a:pt x="724" y="11405"/>
                  </a:lnTo>
                  <a:lnTo>
                    <a:pt x="0" y="8681"/>
                  </a:lnTo>
                  <a:lnTo>
                    <a:pt x="2136" y="7714"/>
                  </a:lnTo>
                  <a:lnTo>
                    <a:pt x="2171" y="4789"/>
                  </a:lnTo>
                  <a:lnTo>
                    <a:pt x="3095" y="4037"/>
                  </a:lnTo>
                  <a:lnTo>
                    <a:pt x="6719" y="5338"/>
                  </a:lnTo>
                  <a:lnTo>
                    <a:pt x="6323" y="7787"/>
                  </a:lnTo>
                  <a:lnTo>
                    <a:pt x="9009" y="8361"/>
                  </a:lnTo>
                  <a:lnTo>
                    <a:pt x="10351" y="6697"/>
                  </a:lnTo>
                  <a:lnTo>
                    <a:pt x="9708" y="6291"/>
                  </a:lnTo>
                  <a:lnTo>
                    <a:pt x="10459" y="3514"/>
                  </a:lnTo>
                  <a:lnTo>
                    <a:pt x="13426" y="514"/>
                  </a:lnTo>
                  <a:lnTo>
                    <a:pt x="15350" y="373"/>
                  </a:lnTo>
                  <a:lnTo>
                    <a:pt x="21782" y="173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h4189"/>
            <p:cNvSpPr/>
            <p:nvPr/>
          </p:nvSpPr>
          <p:spPr>
            <a:xfrm>
              <a:off x="6756872" y="2932064"/>
              <a:ext cx="25047" cy="19713"/>
            </a:xfrm>
            <a:custGeom>
              <a:avLst/>
              <a:pathLst>
                <a:path w="25047" h="19713">
                  <a:moveTo>
                    <a:pt x="5208" y="465"/>
                  </a:moveTo>
                  <a:lnTo>
                    <a:pt x="6209" y="2000"/>
                  </a:lnTo>
                  <a:lnTo>
                    <a:pt x="19404" y="2520"/>
                  </a:lnTo>
                  <a:lnTo>
                    <a:pt x="21502" y="4034"/>
                  </a:lnTo>
                  <a:lnTo>
                    <a:pt x="18592" y="10139"/>
                  </a:lnTo>
                  <a:lnTo>
                    <a:pt x="19583" y="12057"/>
                  </a:lnTo>
                  <a:lnTo>
                    <a:pt x="21664" y="13593"/>
                  </a:lnTo>
                  <a:lnTo>
                    <a:pt x="25047" y="19713"/>
                  </a:lnTo>
                  <a:lnTo>
                    <a:pt x="23384" y="19637"/>
                  </a:lnTo>
                  <a:lnTo>
                    <a:pt x="16559" y="13599"/>
                  </a:lnTo>
                  <a:lnTo>
                    <a:pt x="11557" y="11809"/>
                  </a:lnTo>
                  <a:lnTo>
                    <a:pt x="8812" y="9895"/>
                  </a:lnTo>
                  <a:lnTo>
                    <a:pt x="4298" y="9346"/>
                  </a:lnTo>
                  <a:lnTo>
                    <a:pt x="2968" y="9817"/>
                  </a:lnTo>
                  <a:lnTo>
                    <a:pt x="1202" y="8384"/>
                  </a:lnTo>
                  <a:lnTo>
                    <a:pt x="0" y="4461"/>
                  </a:lnTo>
                  <a:lnTo>
                    <a:pt x="342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h4190"/>
            <p:cNvSpPr/>
            <p:nvPr/>
          </p:nvSpPr>
          <p:spPr>
            <a:xfrm>
              <a:off x="6687880" y="2993933"/>
              <a:ext cx="22290" cy="29754"/>
            </a:xfrm>
            <a:custGeom>
              <a:avLst/>
              <a:pathLst>
                <a:path w="22290" h="29754">
                  <a:moveTo>
                    <a:pt x="22290" y="268"/>
                  </a:moveTo>
                  <a:lnTo>
                    <a:pt x="19759" y="4518"/>
                  </a:lnTo>
                  <a:lnTo>
                    <a:pt x="19818" y="11233"/>
                  </a:lnTo>
                  <a:lnTo>
                    <a:pt x="20642" y="11982"/>
                  </a:lnTo>
                  <a:lnTo>
                    <a:pt x="19775" y="13593"/>
                  </a:lnTo>
                  <a:lnTo>
                    <a:pt x="20795" y="15913"/>
                  </a:lnTo>
                  <a:lnTo>
                    <a:pt x="21134" y="19823"/>
                  </a:lnTo>
                  <a:lnTo>
                    <a:pt x="20429" y="21478"/>
                  </a:lnTo>
                  <a:lnTo>
                    <a:pt x="17439" y="24216"/>
                  </a:lnTo>
                  <a:lnTo>
                    <a:pt x="14910" y="27067"/>
                  </a:lnTo>
                  <a:lnTo>
                    <a:pt x="9715" y="29643"/>
                  </a:lnTo>
                  <a:lnTo>
                    <a:pt x="7630" y="29754"/>
                  </a:lnTo>
                  <a:lnTo>
                    <a:pt x="6524" y="24495"/>
                  </a:lnTo>
                  <a:lnTo>
                    <a:pt x="4752" y="25568"/>
                  </a:lnTo>
                  <a:lnTo>
                    <a:pt x="2284" y="24983"/>
                  </a:lnTo>
                  <a:lnTo>
                    <a:pt x="1897" y="24185"/>
                  </a:lnTo>
                  <a:lnTo>
                    <a:pt x="1887" y="21433"/>
                  </a:lnTo>
                  <a:lnTo>
                    <a:pt x="2783" y="20718"/>
                  </a:lnTo>
                  <a:lnTo>
                    <a:pt x="3763" y="16469"/>
                  </a:lnTo>
                  <a:lnTo>
                    <a:pt x="2157" y="13141"/>
                  </a:lnTo>
                  <a:lnTo>
                    <a:pt x="2187" y="11494"/>
                  </a:lnTo>
                  <a:lnTo>
                    <a:pt x="1059" y="11308"/>
                  </a:lnTo>
                  <a:lnTo>
                    <a:pt x="316" y="11573"/>
                  </a:lnTo>
                  <a:lnTo>
                    <a:pt x="0" y="11411"/>
                  </a:lnTo>
                  <a:lnTo>
                    <a:pt x="1206" y="4959"/>
                  </a:lnTo>
                  <a:lnTo>
                    <a:pt x="4728" y="2427"/>
                  </a:lnTo>
                  <a:lnTo>
                    <a:pt x="5546" y="2990"/>
                  </a:lnTo>
                  <a:lnTo>
                    <a:pt x="17802" y="1398"/>
                  </a:lnTo>
                  <a:lnTo>
                    <a:pt x="2100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h4191"/>
            <p:cNvSpPr/>
            <p:nvPr/>
          </p:nvSpPr>
          <p:spPr>
            <a:xfrm>
              <a:off x="6676094" y="2986401"/>
              <a:ext cx="9089" cy="5826"/>
            </a:xfrm>
            <a:custGeom>
              <a:avLst/>
              <a:pathLst>
                <a:path w="9089" h="5826">
                  <a:moveTo>
                    <a:pt x="9089" y="902"/>
                  </a:moveTo>
                  <a:lnTo>
                    <a:pt x="9014" y="2972"/>
                  </a:lnTo>
                  <a:lnTo>
                    <a:pt x="7855" y="3919"/>
                  </a:lnTo>
                  <a:lnTo>
                    <a:pt x="7348" y="5826"/>
                  </a:lnTo>
                  <a:lnTo>
                    <a:pt x="6959" y="5822"/>
                  </a:lnTo>
                  <a:lnTo>
                    <a:pt x="7413" y="4993"/>
                  </a:lnTo>
                  <a:lnTo>
                    <a:pt x="0" y="4290"/>
                  </a:lnTo>
                  <a:lnTo>
                    <a:pt x="282" y="2530"/>
                  </a:lnTo>
                  <a:lnTo>
                    <a:pt x="660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h4192"/>
            <p:cNvSpPr/>
            <p:nvPr/>
          </p:nvSpPr>
          <p:spPr>
            <a:xfrm>
              <a:off x="6729137" y="2929790"/>
              <a:ext cx="15904" cy="20708"/>
            </a:xfrm>
            <a:custGeom>
              <a:avLst/>
              <a:pathLst>
                <a:path w="15904" h="20708">
                  <a:moveTo>
                    <a:pt x="8726" y="5298"/>
                  </a:moveTo>
                  <a:lnTo>
                    <a:pt x="10436" y="5117"/>
                  </a:lnTo>
                  <a:lnTo>
                    <a:pt x="12088" y="3747"/>
                  </a:lnTo>
                  <a:lnTo>
                    <a:pt x="11190" y="2175"/>
                  </a:lnTo>
                  <a:lnTo>
                    <a:pt x="12673" y="733"/>
                  </a:lnTo>
                  <a:lnTo>
                    <a:pt x="15904" y="1617"/>
                  </a:lnTo>
                  <a:lnTo>
                    <a:pt x="13626" y="8506"/>
                  </a:lnTo>
                  <a:lnTo>
                    <a:pt x="14988" y="10497"/>
                  </a:lnTo>
                  <a:lnTo>
                    <a:pt x="14009" y="12070"/>
                  </a:lnTo>
                  <a:lnTo>
                    <a:pt x="11872" y="11948"/>
                  </a:lnTo>
                  <a:lnTo>
                    <a:pt x="11910" y="19985"/>
                  </a:lnTo>
                  <a:lnTo>
                    <a:pt x="10315" y="20708"/>
                  </a:lnTo>
                  <a:lnTo>
                    <a:pt x="6320" y="19098"/>
                  </a:lnTo>
                  <a:lnTo>
                    <a:pt x="3299" y="17885"/>
                  </a:lnTo>
                  <a:lnTo>
                    <a:pt x="4399" y="15475"/>
                  </a:lnTo>
                  <a:lnTo>
                    <a:pt x="3447" y="14544"/>
                  </a:lnTo>
                  <a:lnTo>
                    <a:pt x="2234" y="10556"/>
                  </a:lnTo>
                  <a:lnTo>
                    <a:pt x="609" y="10341"/>
                  </a:lnTo>
                  <a:lnTo>
                    <a:pt x="0" y="8289"/>
                  </a:lnTo>
                  <a:lnTo>
                    <a:pt x="3346" y="8382"/>
                  </a:lnTo>
                  <a:lnTo>
                    <a:pt x="4969" y="256"/>
                  </a:lnTo>
                  <a:lnTo>
                    <a:pt x="606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h4193"/>
            <p:cNvSpPr/>
            <p:nvPr/>
          </p:nvSpPr>
          <p:spPr>
            <a:xfrm>
              <a:off x="6702540" y="2936381"/>
              <a:ext cx="15991" cy="10974"/>
            </a:xfrm>
            <a:custGeom>
              <a:avLst/>
              <a:pathLst>
                <a:path w="15991" h="10974">
                  <a:moveTo>
                    <a:pt x="15991" y="1314"/>
                  </a:moveTo>
                  <a:lnTo>
                    <a:pt x="15768" y="5493"/>
                  </a:lnTo>
                  <a:lnTo>
                    <a:pt x="12127" y="10575"/>
                  </a:lnTo>
                  <a:lnTo>
                    <a:pt x="10011" y="9183"/>
                  </a:lnTo>
                  <a:lnTo>
                    <a:pt x="7350" y="8557"/>
                  </a:lnTo>
                  <a:lnTo>
                    <a:pt x="5703" y="10516"/>
                  </a:lnTo>
                  <a:lnTo>
                    <a:pt x="3972" y="10974"/>
                  </a:lnTo>
                  <a:lnTo>
                    <a:pt x="3186" y="7202"/>
                  </a:lnTo>
                  <a:lnTo>
                    <a:pt x="0" y="6536"/>
                  </a:lnTo>
                  <a:lnTo>
                    <a:pt x="2162" y="3488"/>
                  </a:lnTo>
                  <a:lnTo>
                    <a:pt x="3728" y="1578"/>
                  </a:lnTo>
                  <a:lnTo>
                    <a:pt x="7147" y="3070"/>
                  </a:lnTo>
                  <a:lnTo>
                    <a:pt x="983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h4194"/>
            <p:cNvSpPr/>
            <p:nvPr/>
          </p:nvSpPr>
          <p:spPr>
            <a:xfrm>
              <a:off x="6677804" y="2982676"/>
              <a:ext cx="7445" cy="4631"/>
            </a:xfrm>
            <a:custGeom>
              <a:avLst/>
              <a:pathLst>
                <a:path w="7445" h="4631">
                  <a:moveTo>
                    <a:pt x="4829" y="1675"/>
                  </a:moveTo>
                  <a:lnTo>
                    <a:pt x="3848" y="3564"/>
                  </a:lnTo>
                  <a:lnTo>
                    <a:pt x="302" y="4631"/>
                  </a:lnTo>
                  <a:lnTo>
                    <a:pt x="0" y="2845"/>
                  </a:lnTo>
                  <a:lnTo>
                    <a:pt x="980" y="2106"/>
                  </a:lnTo>
                  <a:lnTo>
                    <a:pt x="2992" y="245"/>
                  </a:lnTo>
                  <a:lnTo>
                    <a:pt x="744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h4195"/>
            <p:cNvSpPr/>
            <p:nvPr/>
          </p:nvSpPr>
          <p:spPr>
            <a:xfrm>
              <a:off x="6660414" y="2983180"/>
              <a:ext cx="22280" cy="12435"/>
            </a:xfrm>
            <a:custGeom>
              <a:avLst/>
              <a:pathLst>
                <a:path w="22280" h="12435">
                  <a:moveTo>
                    <a:pt x="14133" y="545"/>
                  </a:moveTo>
                  <a:lnTo>
                    <a:pt x="18369" y="1602"/>
                  </a:lnTo>
                  <a:lnTo>
                    <a:pt x="17389" y="2342"/>
                  </a:lnTo>
                  <a:lnTo>
                    <a:pt x="17691" y="4127"/>
                  </a:lnTo>
                  <a:lnTo>
                    <a:pt x="21237" y="3061"/>
                  </a:lnTo>
                  <a:lnTo>
                    <a:pt x="22218" y="1171"/>
                  </a:lnTo>
                  <a:lnTo>
                    <a:pt x="22280" y="3221"/>
                  </a:lnTo>
                  <a:lnTo>
                    <a:pt x="15962" y="5751"/>
                  </a:lnTo>
                  <a:lnTo>
                    <a:pt x="15679" y="7512"/>
                  </a:lnTo>
                  <a:lnTo>
                    <a:pt x="14262" y="10135"/>
                  </a:lnTo>
                  <a:lnTo>
                    <a:pt x="10820" y="10081"/>
                  </a:lnTo>
                  <a:lnTo>
                    <a:pt x="10643" y="11644"/>
                  </a:lnTo>
                  <a:lnTo>
                    <a:pt x="0" y="12435"/>
                  </a:lnTo>
                  <a:lnTo>
                    <a:pt x="5324" y="5463"/>
                  </a:lnTo>
                  <a:lnTo>
                    <a:pt x="8783" y="3197"/>
                  </a:lnTo>
                  <a:lnTo>
                    <a:pt x="9985" y="735"/>
                  </a:lnTo>
                  <a:lnTo>
                    <a:pt x="972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h4196"/>
            <p:cNvSpPr/>
            <p:nvPr/>
          </p:nvSpPr>
          <p:spPr>
            <a:xfrm>
              <a:off x="6764084" y="2985507"/>
              <a:ext cx="21572" cy="15528"/>
            </a:xfrm>
            <a:custGeom>
              <a:avLst/>
              <a:pathLst>
                <a:path w="21572" h="15528">
                  <a:moveTo>
                    <a:pt x="20262" y="2252"/>
                  </a:moveTo>
                  <a:lnTo>
                    <a:pt x="20627" y="3432"/>
                  </a:lnTo>
                  <a:lnTo>
                    <a:pt x="20204" y="6796"/>
                  </a:lnTo>
                  <a:lnTo>
                    <a:pt x="21572" y="7858"/>
                  </a:lnTo>
                  <a:lnTo>
                    <a:pt x="21393" y="11237"/>
                  </a:lnTo>
                  <a:lnTo>
                    <a:pt x="20493" y="12512"/>
                  </a:lnTo>
                  <a:lnTo>
                    <a:pt x="19574" y="11509"/>
                  </a:lnTo>
                  <a:lnTo>
                    <a:pt x="10338" y="11870"/>
                  </a:lnTo>
                  <a:lnTo>
                    <a:pt x="4717" y="13344"/>
                  </a:lnTo>
                  <a:lnTo>
                    <a:pt x="3702" y="15528"/>
                  </a:lnTo>
                  <a:lnTo>
                    <a:pt x="3102" y="14589"/>
                  </a:lnTo>
                  <a:lnTo>
                    <a:pt x="315" y="13216"/>
                  </a:lnTo>
                  <a:lnTo>
                    <a:pt x="586" y="12445"/>
                  </a:lnTo>
                  <a:lnTo>
                    <a:pt x="2039" y="11454"/>
                  </a:lnTo>
                  <a:lnTo>
                    <a:pt x="5225" y="6588"/>
                  </a:lnTo>
                  <a:lnTo>
                    <a:pt x="4989" y="4919"/>
                  </a:lnTo>
                  <a:lnTo>
                    <a:pt x="3210" y="3616"/>
                  </a:lnTo>
                  <a:lnTo>
                    <a:pt x="773" y="3383"/>
                  </a:lnTo>
                  <a:lnTo>
                    <a:pt x="0" y="2039"/>
                  </a:lnTo>
                  <a:lnTo>
                    <a:pt x="3192" y="1113"/>
                  </a:lnTo>
                  <a:lnTo>
                    <a:pt x="3841" y="1801"/>
                  </a:lnTo>
                  <a:lnTo>
                    <a:pt x="8600" y="470"/>
                  </a:lnTo>
                  <a:lnTo>
                    <a:pt x="1653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h4197"/>
            <p:cNvSpPr/>
            <p:nvPr/>
          </p:nvSpPr>
          <p:spPr>
            <a:xfrm>
              <a:off x="6743930" y="2952790"/>
              <a:ext cx="10849" cy="10813"/>
            </a:xfrm>
            <a:custGeom>
              <a:avLst/>
              <a:pathLst>
                <a:path w="10849" h="10813">
                  <a:moveTo>
                    <a:pt x="7292" y="2481"/>
                  </a:moveTo>
                  <a:lnTo>
                    <a:pt x="7457" y="4217"/>
                  </a:lnTo>
                  <a:lnTo>
                    <a:pt x="7248" y="6217"/>
                  </a:lnTo>
                  <a:lnTo>
                    <a:pt x="10849" y="7738"/>
                  </a:lnTo>
                  <a:lnTo>
                    <a:pt x="10575" y="10638"/>
                  </a:lnTo>
                  <a:lnTo>
                    <a:pt x="4899" y="8742"/>
                  </a:lnTo>
                  <a:lnTo>
                    <a:pt x="2909" y="10813"/>
                  </a:lnTo>
                  <a:lnTo>
                    <a:pt x="0" y="4593"/>
                  </a:lnTo>
                  <a:lnTo>
                    <a:pt x="1306" y="1504"/>
                  </a:lnTo>
                  <a:lnTo>
                    <a:pt x="5576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h4198"/>
            <p:cNvSpPr/>
            <p:nvPr/>
          </p:nvSpPr>
          <p:spPr>
            <a:xfrm>
              <a:off x="6691744" y="2983694"/>
              <a:ext cx="20282" cy="10507"/>
            </a:xfrm>
            <a:custGeom>
              <a:avLst/>
              <a:pathLst>
                <a:path w="20282" h="10507">
                  <a:moveTo>
                    <a:pt x="20282" y="9396"/>
                  </a:moveTo>
                  <a:lnTo>
                    <a:pt x="18426" y="10507"/>
                  </a:lnTo>
                  <a:lnTo>
                    <a:pt x="17142" y="10239"/>
                  </a:lnTo>
                  <a:lnTo>
                    <a:pt x="5457" y="7733"/>
                  </a:lnTo>
                  <a:lnTo>
                    <a:pt x="0" y="7462"/>
                  </a:lnTo>
                  <a:lnTo>
                    <a:pt x="578" y="4732"/>
                  </a:lnTo>
                  <a:lnTo>
                    <a:pt x="1806" y="3132"/>
                  </a:lnTo>
                  <a:lnTo>
                    <a:pt x="12766" y="1450"/>
                  </a:lnTo>
                  <a:lnTo>
                    <a:pt x="1692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h4199"/>
            <p:cNvSpPr/>
            <p:nvPr/>
          </p:nvSpPr>
          <p:spPr>
            <a:xfrm>
              <a:off x="6694829" y="2914327"/>
              <a:ext cx="25275" cy="15963"/>
            </a:xfrm>
            <a:custGeom>
              <a:avLst/>
              <a:pathLst>
                <a:path w="25275" h="15963">
                  <a:moveTo>
                    <a:pt x="23756" y="4725"/>
                  </a:moveTo>
                  <a:lnTo>
                    <a:pt x="24666" y="5273"/>
                  </a:lnTo>
                  <a:lnTo>
                    <a:pt x="25275" y="9145"/>
                  </a:lnTo>
                  <a:lnTo>
                    <a:pt x="23978" y="10564"/>
                  </a:lnTo>
                  <a:lnTo>
                    <a:pt x="17053" y="12156"/>
                  </a:lnTo>
                  <a:lnTo>
                    <a:pt x="16803" y="15295"/>
                  </a:lnTo>
                  <a:lnTo>
                    <a:pt x="16011" y="15504"/>
                  </a:lnTo>
                  <a:lnTo>
                    <a:pt x="11118" y="15963"/>
                  </a:lnTo>
                  <a:lnTo>
                    <a:pt x="10790" y="14591"/>
                  </a:lnTo>
                  <a:lnTo>
                    <a:pt x="6907" y="10667"/>
                  </a:lnTo>
                  <a:lnTo>
                    <a:pt x="0" y="11372"/>
                  </a:lnTo>
                  <a:lnTo>
                    <a:pt x="760" y="5930"/>
                  </a:lnTo>
                  <a:lnTo>
                    <a:pt x="3440" y="2101"/>
                  </a:lnTo>
                  <a:lnTo>
                    <a:pt x="8431" y="1633"/>
                  </a:lnTo>
                  <a:lnTo>
                    <a:pt x="8306" y="3758"/>
                  </a:lnTo>
                  <a:lnTo>
                    <a:pt x="10685" y="5089"/>
                  </a:lnTo>
                  <a:lnTo>
                    <a:pt x="15948" y="4645"/>
                  </a:lnTo>
                  <a:lnTo>
                    <a:pt x="16154" y="2758"/>
                  </a:lnTo>
                  <a:lnTo>
                    <a:pt x="2139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h4200"/>
            <p:cNvSpPr/>
            <p:nvPr/>
          </p:nvSpPr>
          <p:spPr>
            <a:xfrm>
              <a:off x="6296609" y="2871902"/>
              <a:ext cx="19393" cy="14742"/>
            </a:xfrm>
            <a:custGeom>
              <a:avLst/>
              <a:pathLst>
                <a:path w="19393" h="14742">
                  <a:moveTo>
                    <a:pt x="10053" y="1691"/>
                  </a:moveTo>
                  <a:lnTo>
                    <a:pt x="12714" y="6598"/>
                  </a:lnTo>
                  <a:lnTo>
                    <a:pt x="15375" y="7809"/>
                  </a:lnTo>
                  <a:lnTo>
                    <a:pt x="17081" y="5799"/>
                  </a:lnTo>
                  <a:lnTo>
                    <a:pt x="16474" y="4652"/>
                  </a:lnTo>
                  <a:lnTo>
                    <a:pt x="15134" y="4096"/>
                  </a:lnTo>
                  <a:lnTo>
                    <a:pt x="18201" y="3601"/>
                  </a:lnTo>
                  <a:lnTo>
                    <a:pt x="19021" y="4074"/>
                  </a:lnTo>
                  <a:lnTo>
                    <a:pt x="19393" y="9964"/>
                  </a:lnTo>
                  <a:lnTo>
                    <a:pt x="19373" y="10486"/>
                  </a:lnTo>
                  <a:lnTo>
                    <a:pt x="17905" y="10686"/>
                  </a:lnTo>
                  <a:lnTo>
                    <a:pt x="11897" y="9780"/>
                  </a:lnTo>
                  <a:lnTo>
                    <a:pt x="10047" y="14453"/>
                  </a:lnTo>
                  <a:lnTo>
                    <a:pt x="8361" y="14742"/>
                  </a:lnTo>
                  <a:lnTo>
                    <a:pt x="8217" y="12313"/>
                  </a:lnTo>
                  <a:lnTo>
                    <a:pt x="6343" y="11782"/>
                  </a:lnTo>
                  <a:lnTo>
                    <a:pt x="4257" y="12344"/>
                  </a:lnTo>
                  <a:lnTo>
                    <a:pt x="1263" y="11069"/>
                  </a:lnTo>
                  <a:lnTo>
                    <a:pt x="277" y="9803"/>
                  </a:lnTo>
                  <a:lnTo>
                    <a:pt x="1095" y="4774"/>
                  </a:lnTo>
                  <a:lnTo>
                    <a:pt x="3080" y="4936"/>
                  </a:lnTo>
                  <a:lnTo>
                    <a:pt x="3305" y="4142"/>
                  </a:lnTo>
                  <a:lnTo>
                    <a:pt x="1209" y="25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h4201"/>
            <p:cNvSpPr/>
            <p:nvPr/>
          </p:nvSpPr>
          <p:spPr>
            <a:xfrm>
              <a:off x="6410340" y="2940826"/>
              <a:ext cx="19460" cy="21194"/>
            </a:xfrm>
            <a:custGeom>
              <a:avLst/>
              <a:pathLst>
                <a:path w="19460" h="21194">
                  <a:moveTo>
                    <a:pt x="19064" y="31"/>
                  </a:moveTo>
                  <a:lnTo>
                    <a:pt x="19460" y="3248"/>
                  </a:lnTo>
                  <a:lnTo>
                    <a:pt x="16651" y="4926"/>
                  </a:lnTo>
                  <a:lnTo>
                    <a:pt x="18694" y="9128"/>
                  </a:lnTo>
                  <a:lnTo>
                    <a:pt x="14712" y="11519"/>
                  </a:lnTo>
                  <a:lnTo>
                    <a:pt x="15518" y="12651"/>
                  </a:lnTo>
                  <a:lnTo>
                    <a:pt x="15994" y="15404"/>
                  </a:lnTo>
                  <a:lnTo>
                    <a:pt x="12448" y="18569"/>
                  </a:lnTo>
                  <a:lnTo>
                    <a:pt x="12074" y="19850"/>
                  </a:lnTo>
                  <a:lnTo>
                    <a:pt x="12831" y="21194"/>
                  </a:lnTo>
                  <a:lnTo>
                    <a:pt x="6760" y="19143"/>
                  </a:lnTo>
                  <a:lnTo>
                    <a:pt x="3821" y="10750"/>
                  </a:lnTo>
                  <a:lnTo>
                    <a:pt x="2193" y="9886"/>
                  </a:lnTo>
                  <a:lnTo>
                    <a:pt x="276" y="10449"/>
                  </a:lnTo>
                  <a:lnTo>
                    <a:pt x="592" y="7258"/>
                  </a:lnTo>
                  <a:lnTo>
                    <a:pt x="0" y="4743"/>
                  </a:lnTo>
                  <a:lnTo>
                    <a:pt x="561" y="3840"/>
                  </a:lnTo>
                  <a:lnTo>
                    <a:pt x="3246" y="5501"/>
                  </a:lnTo>
                  <a:lnTo>
                    <a:pt x="9193" y="4213"/>
                  </a:lnTo>
                  <a:lnTo>
                    <a:pt x="13242" y="2812"/>
                  </a:lnTo>
                  <a:lnTo>
                    <a:pt x="1491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h4202"/>
            <p:cNvSpPr/>
            <p:nvPr/>
          </p:nvSpPr>
          <p:spPr>
            <a:xfrm>
              <a:off x="6297946" y="3004381"/>
              <a:ext cx="41820" cy="65167"/>
            </a:xfrm>
            <a:custGeom>
              <a:avLst/>
              <a:pathLst>
                <a:path w="41820" h="65167">
                  <a:moveTo>
                    <a:pt x="30716" y="0"/>
                  </a:moveTo>
                  <a:lnTo>
                    <a:pt x="32126" y="1503"/>
                  </a:lnTo>
                  <a:lnTo>
                    <a:pt x="38469" y="1488"/>
                  </a:lnTo>
                  <a:lnTo>
                    <a:pt x="37223" y="4894"/>
                  </a:lnTo>
                  <a:lnTo>
                    <a:pt x="35925" y="16618"/>
                  </a:lnTo>
                  <a:lnTo>
                    <a:pt x="33372" y="19564"/>
                  </a:lnTo>
                  <a:lnTo>
                    <a:pt x="32443" y="24261"/>
                  </a:lnTo>
                  <a:lnTo>
                    <a:pt x="38643" y="37666"/>
                  </a:lnTo>
                  <a:lnTo>
                    <a:pt x="41820" y="39850"/>
                  </a:lnTo>
                  <a:lnTo>
                    <a:pt x="41685" y="42081"/>
                  </a:lnTo>
                  <a:lnTo>
                    <a:pt x="40834" y="42900"/>
                  </a:lnTo>
                  <a:lnTo>
                    <a:pt x="28747" y="46494"/>
                  </a:lnTo>
                  <a:lnTo>
                    <a:pt x="24529" y="48961"/>
                  </a:lnTo>
                  <a:lnTo>
                    <a:pt x="23473" y="63613"/>
                  </a:lnTo>
                  <a:lnTo>
                    <a:pt x="17403" y="65167"/>
                  </a:lnTo>
                  <a:lnTo>
                    <a:pt x="11083" y="63617"/>
                  </a:lnTo>
                  <a:lnTo>
                    <a:pt x="6449" y="59199"/>
                  </a:lnTo>
                  <a:lnTo>
                    <a:pt x="2721" y="57982"/>
                  </a:lnTo>
                  <a:lnTo>
                    <a:pt x="3843" y="49898"/>
                  </a:lnTo>
                  <a:lnTo>
                    <a:pt x="3700" y="42854"/>
                  </a:lnTo>
                  <a:lnTo>
                    <a:pt x="1297" y="37063"/>
                  </a:lnTo>
                  <a:lnTo>
                    <a:pt x="3829" y="34554"/>
                  </a:lnTo>
                  <a:lnTo>
                    <a:pt x="1838" y="31355"/>
                  </a:lnTo>
                  <a:lnTo>
                    <a:pt x="222" y="25044"/>
                  </a:lnTo>
                  <a:lnTo>
                    <a:pt x="0" y="20995"/>
                  </a:lnTo>
                  <a:lnTo>
                    <a:pt x="6323" y="16388"/>
                  </a:lnTo>
                  <a:lnTo>
                    <a:pt x="8907" y="14032"/>
                  </a:lnTo>
                  <a:lnTo>
                    <a:pt x="11725" y="13550"/>
                  </a:lnTo>
                  <a:lnTo>
                    <a:pt x="12523" y="14883"/>
                  </a:lnTo>
                  <a:lnTo>
                    <a:pt x="18235" y="11127"/>
                  </a:lnTo>
                  <a:lnTo>
                    <a:pt x="21926" y="11047"/>
                  </a:lnTo>
                  <a:lnTo>
                    <a:pt x="26311" y="4338"/>
                  </a:lnTo>
                  <a:lnTo>
                    <a:pt x="26467" y="2266"/>
                  </a:lnTo>
                  <a:lnTo>
                    <a:pt x="27787" y="63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h4203"/>
            <p:cNvSpPr/>
            <p:nvPr/>
          </p:nvSpPr>
          <p:spPr>
            <a:xfrm>
              <a:off x="6505280" y="2895573"/>
              <a:ext cx="16657" cy="22467"/>
            </a:xfrm>
            <a:custGeom>
              <a:avLst/>
              <a:pathLst>
                <a:path w="16657" h="22467">
                  <a:moveTo>
                    <a:pt x="10788" y="2210"/>
                  </a:moveTo>
                  <a:lnTo>
                    <a:pt x="13162" y="1850"/>
                  </a:lnTo>
                  <a:lnTo>
                    <a:pt x="14326" y="4947"/>
                  </a:lnTo>
                  <a:lnTo>
                    <a:pt x="15801" y="4840"/>
                  </a:lnTo>
                  <a:lnTo>
                    <a:pt x="16657" y="10016"/>
                  </a:lnTo>
                  <a:lnTo>
                    <a:pt x="14541" y="10728"/>
                  </a:lnTo>
                  <a:lnTo>
                    <a:pt x="13926" y="11909"/>
                  </a:lnTo>
                  <a:lnTo>
                    <a:pt x="10124" y="18275"/>
                  </a:lnTo>
                  <a:lnTo>
                    <a:pt x="11327" y="19381"/>
                  </a:lnTo>
                  <a:lnTo>
                    <a:pt x="11826" y="21224"/>
                  </a:lnTo>
                  <a:lnTo>
                    <a:pt x="11040" y="21935"/>
                  </a:lnTo>
                  <a:lnTo>
                    <a:pt x="10106" y="21236"/>
                  </a:lnTo>
                  <a:lnTo>
                    <a:pt x="6849" y="22467"/>
                  </a:lnTo>
                  <a:lnTo>
                    <a:pt x="3266" y="20816"/>
                  </a:lnTo>
                  <a:lnTo>
                    <a:pt x="3550" y="12025"/>
                  </a:lnTo>
                  <a:lnTo>
                    <a:pt x="704" y="10652"/>
                  </a:lnTo>
                  <a:lnTo>
                    <a:pt x="0" y="10241"/>
                  </a:lnTo>
                  <a:lnTo>
                    <a:pt x="706" y="8406"/>
                  </a:lnTo>
                  <a:lnTo>
                    <a:pt x="3099" y="9198"/>
                  </a:lnTo>
                  <a:lnTo>
                    <a:pt x="7684" y="6638"/>
                  </a:lnTo>
                  <a:lnTo>
                    <a:pt x="7943" y="2307"/>
                  </a:lnTo>
                  <a:lnTo>
                    <a:pt x="902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h4204"/>
            <p:cNvSpPr/>
            <p:nvPr/>
          </p:nvSpPr>
          <p:spPr>
            <a:xfrm>
              <a:off x="6424073" y="2863568"/>
              <a:ext cx="21193" cy="24338"/>
            </a:xfrm>
            <a:custGeom>
              <a:avLst/>
              <a:pathLst>
                <a:path w="21193" h="24338">
                  <a:moveTo>
                    <a:pt x="19381" y="601"/>
                  </a:moveTo>
                  <a:lnTo>
                    <a:pt x="18412" y="2029"/>
                  </a:lnTo>
                  <a:lnTo>
                    <a:pt x="20155" y="4503"/>
                  </a:lnTo>
                  <a:lnTo>
                    <a:pt x="21193" y="4717"/>
                  </a:lnTo>
                  <a:lnTo>
                    <a:pt x="20452" y="8744"/>
                  </a:lnTo>
                  <a:lnTo>
                    <a:pt x="19965" y="10792"/>
                  </a:lnTo>
                  <a:lnTo>
                    <a:pt x="15328" y="15808"/>
                  </a:lnTo>
                  <a:lnTo>
                    <a:pt x="12273" y="21562"/>
                  </a:lnTo>
                  <a:lnTo>
                    <a:pt x="11014" y="23918"/>
                  </a:lnTo>
                  <a:lnTo>
                    <a:pt x="5453" y="24338"/>
                  </a:lnTo>
                  <a:lnTo>
                    <a:pt x="2228" y="22712"/>
                  </a:lnTo>
                  <a:lnTo>
                    <a:pt x="4699" y="20229"/>
                  </a:lnTo>
                  <a:lnTo>
                    <a:pt x="2197" y="16229"/>
                  </a:lnTo>
                  <a:lnTo>
                    <a:pt x="889" y="16058"/>
                  </a:lnTo>
                  <a:lnTo>
                    <a:pt x="0" y="14062"/>
                  </a:lnTo>
                  <a:lnTo>
                    <a:pt x="2312" y="10550"/>
                  </a:lnTo>
                  <a:lnTo>
                    <a:pt x="4531" y="9573"/>
                  </a:lnTo>
                  <a:lnTo>
                    <a:pt x="4211" y="5983"/>
                  </a:lnTo>
                  <a:lnTo>
                    <a:pt x="2633" y="3681"/>
                  </a:lnTo>
                  <a:lnTo>
                    <a:pt x="12805" y="5119"/>
                  </a:lnTo>
                  <a:lnTo>
                    <a:pt x="16271" y="3116"/>
                  </a:lnTo>
                  <a:lnTo>
                    <a:pt x="1857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h4205"/>
            <p:cNvSpPr/>
            <p:nvPr/>
          </p:nvSpPr>
          <p:spPr>
            <a:xfrm>
              <a:off x="6589443" y="2930772"/>
              <a:ext cx="12261" cy="9555"/>
            </a:xfrm>
            <a:custGeom>
              <a:avLst/>
              <a:pathLst>
                <a:path w="12261" h="9555">
                  <a:moveTo>
                    <a:pt x="10117" y="893"/>
                  </a:moveTo>
                  <a:lnTo>
                    <a:pt x="12142" y="4136"/>
                  </a:lnTo>
                  <a:lnTo>
                    <a:pt x="11624" y="5456"/>
                  </a:lnTo>
                  <a:lnTo>
                    <a:pt x="12261" y="8520"/>
                  </a:lnTo>
                  <a:lnTo>
                    <a:pt x="3982" y="9555"/>
                  </a:lnTo>
                  <a:lnTo>
                    <a:pt x="1088" y="6276"/>
                  </a:lnTo>
                  <a:lnTo>
                    <a:pt x="0" y="3465"/>
                  </a:lnTo>
                  <a:lnTo>
                    <a:pt x="1977" y="1777"/>
                  </a:lnTo>
                  <a:lnTo>
                    <a:pt x="4148" y="54"/>
                  </a:lnTo>
                  <a:lnTo>
                    <a:pt x="848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h4206"/>
            <p:cNvSpPr/>
            <p:nvPr/>
          </p:nvSpPr>
          <p:spPr>
            <a:xfrm>
              <a:off x="6330389" y="2985566"/>
              <a:ext cx="51101" cy="60154"/>
            </a:xfrm>
            <a:custGeom>
              <a:avLst/>
              <a:pathLst>
                <a:path w="51101" h="60154">
                  <a:moveTo>
                    <a:pt x="46317" y="388"/>
                  </a:moveTo>
                  <a:lnTo>
                    <a:pt x="49521" y="440"/>
                  </a:lnTo>
                  <a:lnTo>
                    <a:pt x="47841" y="5868"/>
                  </a:lnTo>
                  <a:lnTo>
                    <a:pt x="42156" y="17421"/>
                  </a:lnTo>
                  <a:lnTo>
                    <a:pt x="41932" y="21300"/>
                  </a:lnTo>
                  <a:lnTo>
                    <a:pt x="40545" y="24871"/>
                  </a:lnTo>
                  <a:lnTo>
                    <a:pt x="36256" y="30677"/>
                  </a:lnTo>
                  <a:lnTo>
                    <a:pt x="34249" y="35818"/>
                  </a:lnTo>
                  <a:lnTo>
                    <a:pt x="36041" y="37762"/>
                  </a:lnTo>
                  <a:lnTo>
                    <a:pt x="37907" y="38499"/>
                  </a:lnTo>
                  <a:lnTo>
                    <a:pt x="50163" y="39835"/>
                  </a:lnTo>
                  <a:lnTo>
                    <a:pt x="50867" y="40249"/>
                  </a:lnTo>
                  <a:lnTo>
                    <a:pt x="51101" y="42453"/>
                  </a:lnTo>
                  <a:lnTo>
                    <a:pt x="47607" y="47059"/>
                  </a:lnTo>
                  <a:lnTo>
                    <a:pt x="46589" y="45011"/>
                  </a:lnTo>
                  <a:lnTo>
                    <a:pt x="44240" y="44425"/>
                  </a:lnTo>
                  <a:lnTo>
                    <a:pt x="41808" y="45526"/>
                  </a:lnTo>
                  <a:lnTo>
                    <a:pt x="41107" y="47069"/>
                  </a:lnTo>
                  <a:lnTo>
                    <a:pt x="42202" y="50937"/>
                  </a:lnTo>
                  <a:lnTo>
                    <a:pt x="43083" y="52068"/>
                  </a:lnTo>
                  <a:lnTo>
                    <a:pt x="45438" y="52480"/>
                  </a:lnTo>
                  <a:lnTo>
                    <a:pt x="46009" y="54080"/>
                  </a:lnTo>
                  <a:lnTo>
                    <a:pt x="41245" y="57832"/>
                  </a:lnTo>
                  <a:lnTo>
                    <a:pt x="34652" y="60154"/>
                  </a:lnTo>
                  <a:lnTo>
                    <a:pt x="24933" y="59672"/>
                  </a:lnTo>
                  <a:lnTo>
                    <a:pt x="17499" y="58455"/>
                  </a:lnTo>
                  <a:lnTo>
                    <a:pt x="11552" y="59502"/>
                  </a:lnTo>
                  <a:lnTo>
                    <a:pt x="9377" y="58664"/>
                  </a:lnTo>
                  <a:lnTo>
                    <a:pt x="6200" y="56480"/>
                  </a:lnTo>
                  <a:lnTo>
                    <a:pt x="0" y="43075"/>
                  </a:lnTo>
                  <a:lnTo>
                    <a:pt x="929" y="38378"/>
                  </a:lnTo>
                  <a:lnTo>
                    <a:pt x="3482" y="35432"/>
                  </a:lnTo>
                  <a:lnTo>
                    <a:pt x="4779" y="23708"/>
                  </a:lnTo>
                  <a:lnTo>
                    <a:pt x="6026" y="20302"/>
                  </a:lnTo>
                  <a:lnTo>
                    <a:pt x="9025" y="21924"/>
                  </a:lnTo>
                  <a:lnTo>
                    <a:pt x="9249" y="25613"/>
                  </a:lnTo>
                  <a:lnTo>
                    <a:pt x="14981" y="26155"/>
                  </a:lnTo>
                  <a:lnTo>
                    <a:pt x="16551" y="24435"/>
                  </a:lnTo>
                  <a:lnTo>
                    <a:pt x="16392" y="20737"/>
                  </a:lnTo>
                  <a:lnTo>
                    <a:pt x="13795" y="18972"/>
                  </a:lnTo>
                  <a:lnTo>
                    <a:pt x="15554" y="10094"/>
                  </a:lnTo>
                  <a:lnTo>
                    <a:pt x="18930" y="7681"/>
                  </a:lnTo>
                  <a:lnTo>
                    <a:pt x="20486" y="9852"/>
                  </a:lnTo>
                  <a:lnTo>
                    <a:pt x="21579" y="10224"/>
                  </a:lnTo>
                  <a:lnTo>
                    <a:pt x="24191" y="9228"/>
                  </a:lnTo>
                  <a:lnTo>
                    <a:pt x="25981" y="7059"/>
                  </a:lnTo>
                  <a:lnTo>
                    <a:pt x="26677" y="4635"/>
                  </a:lnTo>
                  <a:lnTo>
                    <a:pt x="28954" y="5463"/>
                  </a:lnTo>
                  <a:lnTo>
                    <a:pt x="31853" y="4298"/>
                  </a:lnTo>
                  <a:lnTo>
                    <a:pt x="35688" y="0"/>
                  </a:lnTo>
                  <a:lnTo>
                    <a:pt x="36945" y="225"/>
                  </a:lnTo>
                  <a:lnTo>
                    <a:pt x="38311" y="1877"/>
                  </a:lnTo>
                  <a:lnTo>
                    <a:pt x="40450" y="2418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h4207"/>
            <p:cNvSpPr/>
            <p:nvPr/>
          </p:nvSpPr>
          <p:spPr>
            <a:xfrm>
              <a:off x="6577677" y="2926956"/>
              <a:ext cx="13742" cy="8939"/>
            </a:xfrm>
            <a:custGeom>
              <a:avLst/>
              <a:pathLst>
                <a:path w="13742" h="8939">
                  <a:moveTo>
                    <a:pt x="6846" y="0"/>
                  </a:moveTo>
                  <a:lnTo>
                    <a:pt x="9683" y="655"/>
                  </a:lnTo>
                  <a:lnTo>
                    <a:pt x="13742" y="5593"/>
                  </a:lnTo>
                  <a:lnTo>
                    <a:pt x="11765" y="7281"/>
                  </a:lnTo>
                  <a:lnTo>
                    <a:pt x="9561" y="6866"/>
                  </a:lnTo>
                  <a:lnTo>
                    <a:pt x="8096" y="8920"/>
                  </a:lnTo>
                  <a:lnTo>
                    <a:pt x="4667" y="8939"/>
                  </a:lnTo>
                  <a:lnTo>
                    <a:pt x="0" y="711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h4208"/>
            <p:cNvSpPr/>
            <p:nvPr/>
          </p:nvSpPr>
          <p:spPr>
            <a:xfrm>
              <a:off x="6210482" y="3048260"/>
              <a:ext cx="108965" cy="72543"/>
            </a:xfrm>
            <a:custGeom>
              <a:avLst/>
              <a:pathLst>
                <a:path w="108965" h="72543">
                  <a:moveTo>
                    <a:pt x="21798" y="5006"/>
                  </a:moveTo>
                  <a:lnTo>
                    <a:pt x="25139" y="7887"/>
                  </a:lnTo>
                  <a:lnTo>
                    <a:pt x="30336" y="9722"/>
                  </a:lnTo>
                  <a:lnTo>
                    <a:pt x="34839" y="7808"/>
                  </a:lnTo>
                  <a:lnTo>
                    <a:pt x="35950" y="8774"/>
                  </a:lnTo>
                  <a:lnTo>
                    <a:pt x="37945" y="11639"/>
                  </a:lnTo>
                  <a:lnTo>
                    <a:pt x="38078" y="14172"/>
                  </a:lnTo>
                  <a:lnTo>
                    <a:pt x="37016" y="16339"/>
                  </a:lnTo>
                  <a:lnTo>
                    <a:pt x="36655" y="19834"/>
                  </a:lnTo>
                  <a:lnTo>
                    <a:pt x="38473" y="21305"/>
                  </a:lnTo>
                  <a:lnTo>
                    <a:pt x="40264" y="22105"/>
                  </a:lnTo>
                  <a:lnTo>
                    <a:pt x="45075" y="20943"/>
                  </a:lnTo>
                  <a:lnTo>
                    <a:pt x="45555" y="19809"/>
                  </a:lnTo>
                  <a:lnTo>
                    <a:pt x="45175" y="18250"/>
                  </a:lnTo>
                  <a:lnTo>
                    <a:pt x="54553" y="18711"/>
                  </a:lnTo>
                  <a:lnTo>
                    <a:pt x="55983" y="19885"/>
                  </a:lnTo>
                  <a:lnTo>
                    <a:pt x="52849" y="23714"/>
                  </a:lnTo>
                  <a:lnTo>
                    <a:pt x="51014" y="30806"/>
                  </a:lnTo>
                  <a:lnTo>
                    <a:pt x="51940" y="32728"/>
                  </a:lnTo>
                  <a:lnTo>
                    <a:pt x="53817" y="32267"/>
                  </a:lnTo>
                  <a:lnTo>
                    <a:pt x="62825" y="32596"/>
                  </a:lnTo>
                  <a:lnTo>
                    <a:pt x="67151" y="34143"/>
                  </a:lnTo>
                  <a:lnTo>
                    <a:pt x="75204" y="43133"/>
                  </a:lnTo>
                  <a:lnTo>
                    <a:pt x="88058" y="41164"/>
                  </a:lnTo>
                  <a:lnTo>
                    <a:pt x="91864" y="45129"/>
                  </a:lnTo>
                  <a:lnTo>
                    <a:pt x="95868" y="42571"/>
                  </a:lnTo>
                  <a:lnTo>
                    <a:pt x="97523" y="45008"/>
                  </a:lnTo>
                  <a:lnTo>
                    <a:pt x="100557" y="46385"/>
                  </a:lnTo>
                  <a:lnTo>
                    <a:pt x="105785" y="45212"/>
                  </a:lnTo>
                  <a:lnTo>
                    <a:pt x="107321" y="45496"/>
                  </a:lnTo>
                  <a:lnTo>
                    <a:pt x="108965" y="50237"/>
                  </a:lnTo>
                  <a:lnTo>
                    <a:pt x="106118" y="53639"/>
                  </a:lnTo>
                  <a:lnTo>
                    <a:pt x="103057" y="55990"/>
                  </a:lnTo>
                  <a:lnTo>
                    <a:pt x="102485" y="57905"/>
                  </a:lnTo>
                  <a:lnTo>
                    <a:pt x="103860" y="64348"/>
                  </a:lnTo>
                  <a:lnTo>
                    <a:pt x="102944" y="65521"/>
                  </a:lnTo>
                  <a:lnTo>
                    <a:pt x="103193" y="72543"/>
                  </a:lnTo>
                  <a:lnTo>
                    <a:pt x="76090" y="60003"/>
                  </a:lnTo>
                  <a:lnTo>
                    <a:pt x="72154" y="59093"/>
                  </a:lnTo>
                  <a:lnTo>
                    <a:pt x="66193" y="59016"/>
                  </a:lnTo>
                  <a:lnTo>
                    <a:pt x="55157" y="54436"/>
                  </a:lnTo>
                  <a:lnTo>
                    <a:pt x="51029" y="54114"/>
                  </a:lnTo>
                  <a:lnTo>
                    <a:pt x="40691" y="49686"/>
                  </a:lnTo>
                  <a:lnTo>
                    <a:pt x="37108" y="49342"/>
                  </a:lnTo>
                  <a:lnTo>
                    <a:pt x="24931" y="43241"/>
                  </a:lnTo>
                  <a:lnTo>
                    <a:pt x="21311" y="40633"/>
                  </a:lnTo>
                  <a:lnTo>
                    <a:pt x="19330" y="36125"/>
                  </a:lnTo>
                  <a:lnTo>
                    <a:pt x="19229" y="33464"/>
                  </a:lnTo>
                  <a:lnTo>
                    <a:pt x="17910" y="30305"/>
                  </a:lnTo>
                  <a:lnTo>
                    <a:pt x="13251" y="21359"/>
                  </a:lnTo>
                  <a:lnTo>
                    <a:pt x="7320" y="15542"/>
                  </a:lnTo>
                  <a:lnTo>
                    <a:pt x="3478" y="12500"/>
                  </a:lnTo>
                  <a:lnTo>
                    <a:pt x="0" y="10810"/>
                  </a:lnTo>
                  <a:lnTo>
                    <a:pt x="1753" y="7089"/>
                  </a:lnTo>
                  <a:lnTo>
                    <a:pt x="5258" y="6521"/>
                  </a:lnTo>
                  <a:lnTo>
                    <a:pt x="11078" y="2073"/>
                  </a:lnTo>
                  <a:lnTo>
                    <a:pt x="13755" y="809"/>
                  </a:lnTo>
                  <a:lnTo>
                    <a:pt x="16584" y="816"/>
                  </a:lnTo>
                  <a:lnTo>
                    <a:pt x="1806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h4209"/>
            <p:cNvSpPr/>
            <p:nvPr/>
          </p:nvSpPr>
          <p:spPr>
            <a:xfrm>
              <a:off x="6420206" y="2974939"/>
              <a:ext cx="32085" cy="41439"/>
            </a:xfrm>
            <a:custGeom>
              <a:avLst/>
              <a:pathLst>
                <a:path w="32085" h="41439">
                  <a:moveTo>
                    <a:pt x="25806" y="873"/>
                  </a:moveTo>
                  <a:lnTo>
                    <a:pt x="28482" y="1615"/>
                  </a:lnTo>
                  <a:lnTo>
                    <a:pt x="31322" y="1168"/>
                  </a:lnTo>
                  <a:lnTo>
                    <a:pt x="32085" y="5169"/>
                  </a:lnTo>
                  <a:lnTo>
                    <a:pt x="31416" y="7349"/>
                  </a:lnTo>
                  <a:lnTo>
                    <a:pt x="26488" y="12497"/>
                  </a:lnTo>
                  <a:lnTo>
                    <a:pt x="26071" y="13507"/>
                  </a:lnTo>
                  <a:lnTo>
                    <a:pt x="26600" y="15681"/>
                  </a:lnTo>
                  <a:lnTo>
                    <a:pt x="25896" y="18070"/>
                  </a:lnTo>
                  <a:lnTo>
                    <a:pt x="26746" y="22615"/>
                  </a:lnTo>
                  <a:lnTo>
                    <a:pt x="24954" y="25006"/>
                  </a:lnTo>
                  <a:lnTo>
                    <a:pt x="25992" y="28713"/>
                  </a:lnTo>
                  <a:lnTo>
                    <a:pt x="27742" y="31353"/>
                  </a:lnTo>
                  <a:lnTo>
                    <a:pt x="27579" y="32467"/>
                  </a:lnTo>
                  <a:lnTo>
                    <a:pt x="25366" y="33880"/>
                  </a:lnTo>
                  <a:lnTo>
                    <a:pt x="24743" y="35370"/>
                  </a:lnTo>
                  <a:lnTo>
                    <a:pt x="23934" y="37560"/>
                  </a:lnTo>
                  <a:lnTo>
                    <a:pt x="24543" y="39695"/>
                  </a:lnTo>
                  <a:lnTo>
                    <a:pt x="17923" y="41439"/>
                  </a:lnTo>
                  <a:lnTo>
                    <a:pt x="4720" y="31538"/>
                  </a:lnTo>
                  <a:lnTo>
                    <a:pt x="5859" y="30207"/>
                  </a:lnTo>
                  <a:lnTo>
                    <a:pt x="8361" y="29521"/>
                  </a:lnTo>
                  <a:lnTo>
                    <a:pt x="9150" y="28544"/>
                  </a:lnTo>
                  <a:lnTo>
                    <a:pt x="5967" y="17554"/>
                  </a:lnTo>
                  <a:lnTo>
                    <a:pt x="6891" y="13908"/>
                  </a:lnTo>
                  <a:lnTo>
                    <a:pt x="6247" y="11369"/>
                  </a:lnTo>
                  <a:lnTo>
                    <a:pt x="3783" y="9354"/>
                  </a:lnTo>
                  <a:lnTo>
                    <a:pt x="1208" y="8547"/>
                  </a:lnTo>
                  <a:lnTo>
                    <a:pt x="865" y="7632"/>
                  </a:lnTo>
                  <a:lnTo>
                    <a:pt x="2834" y="5531"/>
                  </a:lnTo>
                  <a:lnTo>
                    <a:pt x="5741" y="4581"/>
                  </a:lnTo>
                  <a:lnTo>
                    <a:pt x="5848" y="3674"/>
                  </a:lnTo>
                  <a:lnTo>
                    <a:pt x="2861" y="2547"/>
                  </a:lnTo>
                  <a:lnTo>
                    <a:pt x="0" y="3090"/>
                  </a:lnTo>
                  <a:lnTo>
                    <a:pt x="4260" y="0"/>
                  </a:lnTo>
                  <a:lnTo>
                    <a:pt x="11229" y="2671"/>
                  </a:lnTo>
                  <a:lnTo>
                    <a:pt x="17014" y="98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h4210"/>
            <p:cNvSpPr/>
            <p:nvPr/>
          </p:nvSpPr>
          <p:spPr>
            <a:xfrm>
              <a:off x="6300994" y="3029991"/>
              <a:ext cx="83895" cy="62522"/>
            </a:xfrm>
            <a:custGeom>
              <a:avLst/>
              <a:pathLst>
                <a:path w="83895" h="62522">
                  <a:moveTo>
                    <a:pt x="75985" y="586"/>
                  </a:moveTo>
                  <a:lnTo>
                    <a:pt x="77002" y="2634"/>
                  </a:lnTo>
                  <a:lnTo>
                    <a:pt x="78167" y="4268"/>
                  </a:lnTo>
                  <a:lnTo>
                    <a:pt x="78721" y="7420"/>
                  </a:lnTo>
                  <a:lnTo>
                    <a:pt x="77351" y="9485"/>
                  </a:lnTo>
                  <a:lnTo>
                    <a:pt x="77853" y="11420"/>
                  </a:lnTo>
                  <a:lnTo>
                    <a:pt x="79510" y="15643"/>
                  </a:lnTo>
                  <a:lnTo>
                    <a:pt x="81121" y="16509"/>
                  </a:lnTo>
                  <a:lnTo>
                    <a:pt x="82217" y="20003"/>
                  </a:lnTo>
                  <a:lnTo>
                    <a:pt x="82045" y="21022"/>
                  </a:lnTo>
                  <a:lnTo>
                    <a:pt x="83895" y="25523"/>
                  </a:lnTo>
                  <a:lnTo>
                    <a:pt x="77306" y="27700"/>
                  </a:lnTo>
                  <a:lnTo>
                    <a:pt x="72670" y="30142"/>
                  </a:lnTo>
                  <a:lnTo>
                    <a:pt x="70873" y="32343"/>
                  </a:lnTo>
                  <a:lnTo>
                    <a:pt x="70262" y="34652"/>
                  </a:lnTo>
                  <a:lnTo>
                    <a:pt x="72174" y="37466"/>
                  </a:lnTo>
                  <a:lnTo>
                    <a:pt x="70842" y="41927"/>
                  </a:lnTo>
                  <a:lnTo>
                    <a:pt x="69490" y="43231"/>
                  </a:lnTo>
                  <a:lnTo>
                    <a:pt x="67339" y="41930"/>
                  </a:lnTo>
                  <a:lnTo>
                    <a:pt x="65698" y="42231"/>
                  </a:lnTo>
                  <a:lnTo>
                    <a:pt x="63553" y="44120"/>
                  </a:lnTo>
                  <a:lnTo>
                    <a:pt x="63936" y="50047"/>
                  </a:lnTo>
                  <a:lnTo>
                    <a:pt x="59998" y="52685"/>
                  </a:lnTo>
                  <a:lnTo>
                    <a:pt x="56843" y="53207"/>
                  </a:lnTo>
                  <a:lnTo>
                    <a:pt x="50938" y="52640"/>
                  </a:lnTo>
                  <a:lnTo>
                    <a:pt x="48653" y="53993"/>
                  </a:lnTo>
                  <a:lnTo>
                    <a:pt x="45790" y="58926"/>
                  </a:lnTo>
                  <a:lnTo>
                    <a:pt x="46280" y="61149"/>
                  </a:lnTo>
                  <a:lnTo>
                    <a:pt x="44842" y="62522"/>
                  </a:lnTo>
                  <a:lnTo>
                    <a:pt x="32804" y="58789"/>
                  </a:lnTo>
                  <a:lnTo>
                    <a:pt x="26643" y="60759"/>
                  </a:lnTo>
                  <a:lnTo>
                    <a:pt x="22226" y="56323"/>
                  </a:lnTo>
                  <a:lnTo>
                    <a:pt x="18013" y="54196"/>
                  </a:lnTo>
                  <a:lnTo>
                    <a:pt x="14097" y="54709"/>
                  </a:lnTo>
                  <a:lnTo>
                    <a:pt x="9232" y="53249"/>
                  </a:lnTo>
                  <a:lnTo>
                    <a:pt x="8980" y="52293"/>
                  </a:lnTo>
                  <a:lnTo>
                    <a:pt x="0" y="42967"/>
                  </a:lnTo>
                  <a:lnTo>
                    <a:pt x="8035" y="38007"/>
                  </a:lnTo>
                  <a:lnTo>
                    <a:pt x="14355" y="39557"/>
                  </a:lnTo>
                  <a:lnTo>
                    <a:pt x="20425" y="38003"/>
                  </a:lnTo>
                  <a:lnTo>
                    <a:pt x="21481" y="23350"/>
                  </a:lnTo>
                  <a:lnTo>
                    <a:pt x="25699" y="20883"/>
                  </a:lnTo>
                  <a:lnTo>
                    <a:pt x="37786" y="17289"/>
                  </a:lnTo>
                  <a:lnTo>
                    <a:pt x="38637" y="16470"/>
                  </a:lnTo>
                  <a:lnTo>
                    <a:pt x="38772" y="14239"/>
                  </a:lnTo>
                  <a:lnTo>
                    <a:pt x="40947" y="15076"/>
                  </a:lnTo>
                  <a:lnTo>
                    <a:pt x="46894" y="14030"/>
                  </a:lnTo>
                  <a:lnTo>
                    <a:pt x="54328" y="15247"/>
                  </a:lnTo>
                  <a:lnTo>
                    <a:pt x="64047" y="15729"/>
                  </a:lnTo>
                  <a:lnTo>
                    <a:pt x="70640" y="13406"/>
                  </a:lnTo>
                  <a:lnTo>
                    <a:pt x="75404" y="9654"/>
                  </a:lnTo>
                  <a:lnTo>
                    <a:pt x="74833" y="8055"/>
                  </a:lnTo>
                  <a:lnTo>
                    <a:pt x="72478" y="7643"/>
                  </a:lnTo>
                  <a:lnTo>
                    <a:pt x="71597" y="6512"/>
                  </a:lnTo>
                  <a:lnTo>
                    <a:pt x="70502" y="2643"/>
                  </a:lnTo>
                  <a:lnTo>
                    <a:pt x="71203" y="1101"/>
                  </a:lnTo>
                  <a:lnTo>
                    <a:pt x="7363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h4211"/>
            <p:cNvSpPr/>
            <p:nvPr/>
          </p:nvSpPr>
          <p:spPr>
            <a:xfrm>
              <a:off x="6444140" y="2989492"/>
              <a:ext cx="50752" cy="57893"/>
            </a:xfrm>
            <a:custGeom>
              <a:avLst/>
              <a:pathLst>
                <a:path w="50752" h="57893">
                  <a:moveTo>
                    <a:pt x="6561" y="0"/>
                  </a:moveTo>
                  <a:lnTo>
                    <a:pt x="7883" y="476"/>
                  </a:lnTo>
                  <a:lnTo>
                    <a:pt x="8333" y="1962"/>
                  </a:lnTo>
                  <a:lnTo>
                    <a:pt x="14069" y="5839"/>
                  </a:lnTo>
                  <a:lnTo>
                    <a:pt x="14443" y="10001"/>
                  </a:lnTo>
                  <a:lnTo>
                    <a:pt x="16608" y="12010"/>
                  </a:lnTo>
                  <a:lnTo>
                    <a:pt x="18464" y="8934"/>
                  </a:lnTo>
                  <a:lnTo>
                    <a:pt x="22334" y="7104"/>
                  </a:lnTo>
                  <a:lnTo>
                    <a:pt x="31714" y="5973"/>
                  </a:lnTo>
                  <a:lnTo>
                    <a:pt x="31971" y="7076"/>
                  </a:lnTo>
                  <a:lnTo>
                    <a:pt x="33971" y="8064"/>
                  </a:lnTo>
                  <a:lnTo>
                    <a:pt x="35379" y="7225"/>
                  </a:lnTo>
                  <a:lnTo>
                    <a:pt x="36606" y="14456"/>
                  </a:lnTo>
                  <a:lnTo>
                    <a:pt x="37660" y="15722"/>
                  </a:lnTo>
                  <a:lnTo>
                    <a:pt x="41172" y="25256"/>
                  </a:lnTo>
                  <a:lnTo>
                    <a:pt x="50752" y="30127"/>
                  </a:lnTo>
                  <a:lnTo>
                    <a:pt x="50570" y="32890"/>
                  </a:lnTo>
                  <a:lnTo>
                    <a:pt x="48634" y="35962"/>
                  </a:lnTo>
                  <a:lnTo>
                    <a:pt x="47908" y="38946"/>
                  </a:lnTo>
                  <a:lnTo>
                    <a:pt x="48907" y="44140"/>
                  </a:lnTo>
                  <a:lnTo>
                    <a:pt x="45872" y="46939"/>
                  </a:lnTo>
                  <a:lnTo>
                    <a:pt x="46340" y="48647"/>
                  </a:lnTo>
                  <a:lnTo>
                    <a:pt x="44761" y="52564"/>
                  </a:lnTo>
                  <a:lnTo>
                    <a:pt x="37554" y="57332"/>
                  </a:lnTo>
                  <a:lnTo>
                    <a:pt x="33969" y="57893"/>
                  </a:lnTo>
                  <a:lnTo>
                    <a:pt x="28322" y="56512"/>
                  </a:lnTo>
                  <a:lnTo>
                    <a:pt x="26023" y="57512"/>
                  </a:lnTo>
                  <a:lnTo>
                    <a:pt x="24514" y="56974"/>
                  </a:lnTo>
                  <a:lnTo>
                    <a:pt x="15465" y="49778"/>
                  </a:lnTo>
                  <a:lnTo>
                    <a:pt x="13957" y="41445"/>
                  </a:lnTo>
                  <a:lnTo>
                    <a:pt x="5780" y="32583"/>
                  </a:lnTo>
                  <a:lnTo>
                    <a:pt x="6630" y="28791"/>
                  </a:lnTo>
                  <a:lnTo>
                    <a:pt x="3630" y="27663"/>
                  </a:lnTo>
                  <a:lnTo>
                    <a:pt x="608" y="25142"/>
                  </a:lnTo>
                  <a:lnTo>
                    <a:pt x="0" y="23007"/>
                  </a:lnTo>
                  <a:lnTo>
                    <a:pt x="808" y="20816"/>
                  </a:lnTo>
                  <a:lnTo>
                    <a:pt x="1431" y="19326"/>
                  </a:lnTo>
                  <a:lnTo>
                    <a:pt x="3644" y="17914"/>
                  </a:lnTo>
                  <a:lnTo>
                    <a:pt x="3807" y="16799"/>
                  </a:lnTo>
                  <a:lnTo>
                    <a:pt x="2057" y="14160"/>
                  </a:lnTo>
                  <a:lnTo>
                    <a:pt x="1019" y="10452"/>
                  </a:lnTo>
                  <a:lnTo>
                    <a:pt x="2811" y="8062"/>
                  </a:lnTo>
                  <a:lnTo>
                    <a:pt x="1962" y="3516"/>
                  </a:lnTo>
                  <a:lnTo>
                    <a:pt x="2665" y="112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h4212"/>
            <p:cNvSpPr/>
            <p:nvPr/>
          </p:nvSpPr>
          <p:spPr>
            <a:xfrm>
              <a:off x="6367618" y="2850301"/>
              <a:ext cx="23164" cy="14636"/>
            </a:xfrm>
            <a:custGeom>
              <a:avLst/>
              <a:pathLst>
                <a:path w="23164" h="14636">
                  <a:moveTo>
                    <a:pt x="16015" y="0"/>
                  </a:moveTo>
                  <a:lnTo>
                    <a:pt x="18885" y="3420"/>
                  </a:lnTo>
                  <a:lnTo>
                    <a:pt x="23164" y="6104"/>
                  </a:lnTo>
                  <a:lnTo>
                    <a:pt x="20212" y="9966"/>
                  </a:lnTo>
                  <a:lnTo>
                    <a:pt x="16559" y="13160"/>
                  </a:lnTo>
                  <a:lnTo>
                    <a:pt x="9598" y="14636"/>
                  </a:lnTo>
                  <a:lnTo>
                    <a:pt x="7793" y="9842"/>
                  </a:lnTo>
                  <a:lnTo>
                    <a:pt x="5526" y="8772"/>
                  </a:lnTo>
                  <a:lnTo>
                    <a:pt x="1194" y="8970"/>
                  </a:lnTo>
                  <a:lnTo>
                    <a:pt x="0" y="4036"/>
                  </a:lnTo>
                  <a:lnTo>
                    <a:pt x="2790" y="139"/>
                  </a:lnTo>
                  <a:lnTo>
                    <a:pt x="6934" y="2296"/>
                  </a:lnTo>
                  <a:lnTo>
                    <a:pt x="10204" y="1630"/>
                  </a:lnTo>
                  <a:lnTo>
                    <a:pt x="11607" y="48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h4213"/>
            <p:cNvSpPr/>
            <p:nvPr/>
          </p:nvSpPr>
          <p:spPr>
            <a:xfrm>
              <a:off x="6403805" y="2896467"/>
              <a:ext cx="33568" cy="32783"/>
            </a:xfrm>
            <a:custGeom>
              <a:avLst/>
              <a:pathLst>
                <a:path w="33568" h="32783">
                  <a:moveTo>
                    <a:pt x="7669" y="0"/>
                  </a:moveTo>
                  <a:lnTo>
                    <a:pt x="10497" y="229"/>
                  </a:lnTo>
                  <a:lnTo>
                    <a:pt x="13484" y="2154"/>
                  </a:lnTo>
                  <a:lnTo>
                    <a:pt x="13902" y="5235"/>
                  </a:lnTo>
                  <a:lnTo>
                    <a:pt x="18549" y="9363"/>
                  </a:lnTo>
                  <a:lnTo>
                    <a:pt x="24845" y="8390"/>
                  </a:lnTo>
                  <a:lnTo>
                    <a:pt x="33568" y="8832"/>
                  </a:lnTo>
                  <a:lnTo>
                    <a:pt x="30724" y="25638"/>
                  </a:lnTo>
                  <a:lnTo>
                    <a:pt x="28939" y="32385"/>
                  </a:lnTo>
                  <a:lnTo>
                    <a:pt x="22443" y="32783"/>
                  </a:lnTo>
                  <a:lnTo>
                    <a:pt x="23403" y="26949"/>
                  </a:lnTo>
                  <a:lnTo>
                    <a:pt x="18602" y="25853"/>
                  </a:lnTo>
                  <a:lnTo>
                    <a:pt x="13581" y="25921"/>
                  </a:lnTo>
                  <a:lnTo>
                    <a:pt x="10410" y="22696"/>
                  </a:lnTo>
                  <a:lnTo>
                    <a:pt x="7659" y="21029"/>
                  </a:lnTo>
                  <a:lnTo>
                    <a:pt x="5086" y="20844"/>
                  </a:lnTo>
                  <a:lnTo>
                    <a:pt x="2714" y="19593"/>
                  </a:lnTo>
                  <a:lnTo>
                    <a:pt x="0" y="15950"/>
                  </a:lnTo>
                  <a:lnTo>
                    <a:pt x="705" y="14643"/>
                  </a:lnTo>
                  <a:lnTo>
                    <a:pt x="3733" y="15238"/>
                  </a:lnTo>
                  <a:lnTo>
                    <a:pt x="10316" y="12716"/>
                  </a:lnTo>
                  <a:lnTo>
                    <a:pt x="10439" y="8116"/>
                  </a:lnTo>
                  <a:lnTo>
                    <a:pt x="8264" y="1733"/>
                  </a:lnTo>
                  <a:lnTo>
                    <a:pt x="7102" y="27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h4214"/>
            <p:cNvSpPr/>
            <p:nvPr/>
          </p:nvSpPr>
          <p:spPr>
            <a:xfrm>
              <a:off x="6376313" y="2899406"/>
              <a:ext cx="316" cy="539"/>
            </a:xfrm>
            <a:custGeom>
              <a:avLst/>
              <a:pathLst>
                <a:path w="316" h="539">
                  <a:moveTo>
                    <a:pt x="316" y="385"/>
                  </a:moveTo>
                  <a:lnTo>
                    <a:pt x="0" y="539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h4215"/>
            <p:cNvSpPr/>
            <p:nvPr/>
          </p:nvSpPr>
          <p:spPr>
            <a:xfrm>
              <a:off x="6358051" y="2879524"/>
              <a:ext cx="32025" cy="18930"/>
            </a:xfrm>
            <a:custGeom>
              <a:avLst/>
              <a:pathLst>
                <a:path w="32025" h="18930">
                  <a:moveTo>
                    <a:pt x="13206" y="2341"/>
                  </a:moveTo>
                  <a:lnTo>
                    <a:pt x="21508" y="2292"/>
                  </a:lnTo>
                  <a:lnTo>
                    <a:pt x="29558" y="3892"/>
                  </a:lnTo>
                  <a:lnTo>
                    <a:pt x="30324" y="5170"/>
                  </a:lnTo>
                  <a:lnTo>
                    <a:pt x="28549" y="9010"/>
                  </a:lnTo>
                  <a:lnTo>
                    <a:pt x="28840" y="10660"/>
                  </a:lnTo>
                  <a:lnTo>
                    <a:pt x="31391" y="10566"/>
                  </a:lnTo>
                  <a:lnTo>
                    <a:pt x="32025" y="11404"/>
                  </a:lnTo>
                  <a:lnTo>
                    <a:pt x="31090" y="14953"/>
                  </a:lnTo>
                  <a:lnTo>
                    <a:pt x="30158" y="15183"/>
                  </a:lnTo>
                  <a:lnTo>
                    <a:pt x="26048" y="14354"/>
                  </a:lnTo>
                  <a:lnTo>
                    <a:pt x="22356" y="15253"/>
                  </a:lnTo>
                  <a:lnTo>
                    <a:pt x="20234" y="18162"/>
                  </a:lnTo>
                  <a:lnTo>
                    <a:pt x="15591" y="18930"/>
                  </a:lnTo>
                  <a:lnTo>
                    <a:pt x="11016" y="14047"/>
                  </a:lnTo>
                  <a:lnTo>
                    <a:pt x="8888" y="13026"/>
                  </a:lnTo>
                  <a:lnTo>
                    <a:pt x="4190" y="15510"/>
                  </a:lnTo>
                  <a:lnTo>
                    <a:pt x="1869" y="14027"/>
                  </a:lnTo>
                  <a:lnTo>
                    <a:pt x="3457" y="12343"/>
                  </a:lnTo>
                  <a:lnTo>
                    <a:pt x="3149" y="11701"/>
                  </a:lnTo>
                  <a:lnTo>
                    <a:pt x="861" y="11320"/>
                  </a:lnTo>
                  <a:lnTo>
                    <a:pt x="0" y="7807"/>
                  </a:lnTo>
                  <a:lnTo>
                    <a:pt x="3109" y="7274"/>
                  </a:lnTo>
                  <a:lnTo>
                    <a:pt x="3924" y="4229"/>
                  </a:lnTo>
                  <a:lnTo>
                    <a:pt x="5403" y="373"/>
                  </a:lnTo>
                  <a:lnTo>
                    <a:pt x="7338" y="949"/>
                  </a:lnTo>
                  <a:lnTo>
                    <a:pt x="10080" y="0"/>
                  </a:lnTo>
                  <a:lnTo>
                    <a:pt x="11888" y="59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h4216"/>
            <p:cNvSpPr/>
            <p:nvPr/>
          </p:nvSpPr>
          <p:spPr>
            <a:xfrm>
              <a:off x="6394259" y="2863069"/>
              <a:ext cx="14529" cy="16564"/>
            </a:xfrm>
            <a:custGeom>
              <a:avLst/>
              <a:pathLst>
                <a:path w="14529" h="16564">
                  <a:moveTo>
                    <a:pt x="12199" y="1919"/>
                  </a:moveTo>
                  <a:lnTo>
                    <a:pt x="13068" y="3577"/>
                  </a:lnTo>
                  <a:lnTo>
                    <a:pt x="13321" y="6332"/>
                  </a:lnTo>
                  <a:lnTo>
                    <a:pt x="14529" y="7860"/>
                  </a:lnTo>
                  <a:lnTo>
                    <a:pt x="12920" y="7730"/>
                  </a:lnTo>
                  <a:lnTo>
                    <a:pt x="12537" y="10815"/>
                  </a:lnTo>
                  <a:lnTo>
                    <a:pt x="14334" y="14398"/>
                  </a:lnTo>
                  <a:lnTo>
                    <a:pt x="12466" y="16564"/>
                  </a:lnTo>
                  <a:lnTo>
                    <a:pt x="8351" y="14723"/>
                  </a:lnTo>
                  <a:lnTo>
                    <a:pt x="3180" y="10216"/>
                  </a:lnTo>
                  <a:lnTo>
                    <a:pt x="1794" y="5292"/>
                  </a:lnTo>
                  <a:lnTo>
                    <a:pt x="0" y="3560"/>
                  </a:lnTo>
                  <a:lnTo>
                    <a:pt x="899" y="2324"/>
                  </a:lnTo>
                  <a:lnTo>
                    <a:pt x="6147" y="1810"/>
                  </a:lnTo>
                  <a:lnTo>
                    <a:pt x="839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h4217"/>
            <p:cNvSpPr/>
            <p:nvPr/>
          </p:nvSpPr>
          <p:spPr>
            <a:xfrm>
              <a:off x="6519207" y="2894637"/>
              <a:ext cx="43220" cy="28907"/>
            </a:xfrm>
            <a:custGeom>
              <a:avLst/>
              <a:pathLst>
                <a:path w="43220" h="28907">
                  <a:moveTo>
                    <a:pt x="20615" y="2678"/>
                  </a:moveTo>
                  <a:lnTo>
                    <a:pt x="22369" y="7544"/>
                  </a:lnTo>
                  <a:lnTo>
                    <a:pt x="25715" y="7695"/>
                  </a:lnTo>
                  <a:lnTo>
                    <a:pt x="28876" y="4399"/>
                  </a:lnTo>
                  <a:lnTo>
                    <a:pt x="36731" y="2246"/>
                  </a:lnTo>
                  <a:lnTo>
                    <a:pt x="40017" y="2314"/>
                  </a:lnTo>
                  <a:lnTo>
                    <a:pt x="41509" y="2952"/>
                  </a:lnTo>
                  <a:lnTo>
                    <a:pt x="42857" y="5867"/>
                  </a:lnTo>
                  <a:lnTo>
                    <a:pt x="43220" y="8474"/>
                  </a:lnTo>
                  <a:lnTo>
                    <a:pt x="42482" y="13567"/>
                  </a:lnTo>
                  <a:lnTo>
                    <a:pt x="41247" y="18438"/>
                  </a:lnTo>
                  <a:lnTo>
                    <a:pt x="40234" y="19600"/>
                  </a:lnTo>
                  <a:lnTo>
                    <a:pt x="36658" y="19014"/>
                  </a:lnTo>
                  <a:lnTo>
                    <a:pt x="28818" y="21165"/>
                  </a:lnTo>
                  <a:lnTo>
                    <a:pt x="30288" y="24333"/>
                  </a:lnTo>
                  <a:lnTo>
                    <a:pt x="30906" y="27704"/>
                  </a:lnTo>
                  <a:lnTo>
                    <a:pt x="30506" y="28907"/>
                  </a:lnTo>
                  <a:lnTo>
                    <a:pt x="22858" y="27642"/>
                  </a:lnTo>
                  <a:lnTo>
                    <a:pt x="16948" y="20609"/>
                  </a:lnTo>
                  <a:lnTo>
                    <a:pt x="14942" y="16936"/>
                  </a:lnTo>
                  <a:lnTo>
                    <a:pt x="2043" y="14804"/>
                  </a:lnTo>
                  <a:lnTo>
                    <a:pt x="0" y="12845"/>
                  </a:lnTo>
                  <a:lnTo>
                    <a:pt x="614" y="11665"/>
                  </a:lnTo>
                  <a:lnTo>
                    <a:pt x="2730" y="10953"/>
                  </a:lnTo>
                  <a:lnTo>
                    <a:pt x="1875" y="5776"/>
                  </a:lnTo>
                  <a:lnTo>
                    <a:pt x="3094" y="5437"/>
                  </a:lnTo>
                  <a:lnTo>
                    <a:pt x="3107" y="1986"/>
                  </a:lnTo>
                  <a:lnTo>
                    <a:pt x="7783" y="2066"/>
                  </a:lnTo>
                  <a:lnTo>
                    <a:pt x="10433" y="4148"/>
                  </a:lnTo>
                  <a:lnTo>
                    <a:pt x="15716" y="5216"/>
                  </a:lnTo>
                  <a:lnTo>
                    <a:pt x="16320" y="2885"/>
                  </a:lnTo>
                  <a:lnTo>
                    <a:pt x="16005" y="714"/>
                  </a:lnTo>
                  <a:lnTo>
                    <a:pt x="1696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h4218"/>
            <p:cNvSpPr/>
            <p:nvPr/>
          </p:nvSpPr>
          <p:spPr>
            <a:xfrm>
              <a:off x="6305852" y="3048946"/>
              <a:ext cx="114376" cy="71291"/>
            </a:xfrm>
            <a:custGeom>
              <a:avLst/>
              <a:pathLst>
                <a:path w="114376" h="71291">
                  <a:moveTo>
                    <a:pt x="87129" y="0"/>
                  </a:moveTo>
                  <a:lnTo>
                    <a:pt x="88731" y="3283"/>
                  </a:lnTo>
                  <a:lnTo>
                    <a:pt x="94370" y="7352"/>
                  </a:lnTo>
                  <a:lnTo>
                    <a:pt x="103053" y="3656"/>
                  </a:lnTo>
                  <a:lnTo>
                    <a:pt x="107138" y="6433"/>
                  </a:lnTo>
                  <a:lnTo>
                    <a:pt x="111639" y="7552"/>
                  </a:lnTo>
                  <a:lnTo>
                    <a:pt x="113007" y="14164"/>
                  </a:lnTo>
                  <a:lnTo>
                    <a:pt x="114376" y="15268"/>
                  </a:lnTo>
                  <a:lnTo>
                    <a:pt x="111458" y="18048"/>
                  </a:lnTo>
                  <a:lnTo>
                    <a:pt x="110628" y="22483"/>
                  </a:lnTo>
                  <a:lnTo>
                    <a:pt x="112363" y="29820"/>
                  </a:lnTo>
                  <a:lnTo>
                    <a:pt x="110591" y="33927"/>
                  </a:lnTo>
                  <a:lnTo>
                    <a:pt x="113781" y="39567"/>
                  </a:lnTo>
                  <a:lnTo>
                    <a:pt x="113822" y="43534"/>
                  </a:lnTo>
                  <a:lnTo>
                    <a:pt x="112118" y="49704"/>
                  </a:lnTo>
                  <a:lnTo>
                    <a:pt x="109752" y="48951"/>
                  </a:lnTo>
                  <a:lnTo>
                    <a:pt x="108579" y="50853"/>
                  </a:lnTo>
                  <a:lnTo>
                    <a:pt x="108871" y="52441"/>
                  </a:lnTo>
                  <a:lnTo>
                    <a:pt x="106204" y="54382"/>
                  </a:lnTo>
                  <a:lnTo>
                    <a:pt x="103622" y="54834"/>
                  </a:lnTo>
                  <a:lnTo>
                    <a:pt x="100988" y="56722"/>
                  </a:lnTo>
                  <a:lnTo>
                    <a:pt x="91451" y="58733"/>
                  </a:lnTo>
                  <a:lnTo>
                    <a:pt x="83037" y="59477"/>
                  </a:lnTo>
                  <a:lnTo>
                    <a:pt x="85327" y="55211"/>
                  </a:lnTo>
                  <a:lnTo>
                    <a:pt x="84888" y="53680"/>
                  </a:lnTo>
                  <a:lnTo>
                    <a:pt x="68668" y="52160"/>
                  </a:lnTo>
                  <a:lnTo>
                    <a:pt x="69015" y="54533"/>
                  </a:lnTo>
                  <a:lnTo>
                    <a:pt x="65007" y="54197"/>
                  </a:lnTo>
                  <a:lnTo>
                    <a:pt x="61584" y="54610"/>
                  </a:lnTo>
                  <a:lnTo>
                    <a:pt x="59948" y="55587"/>
                  </a:lnTo>
                  <a:lnTo>
                    <a:pt x="60013" y="57128"/>
                  </a:lnTo>
                  <a:lnTo>
                    <a:pt x="60805" y="57884"/>
                  </a:lnTo>
                  <a:lnTo>
                    <a:pt x="60596" y="60735"/>
                  </a:lnTo>
                  <a:lnTo>
                    <a:pt x="51197" y="62306"/>
                  </a:lnTo>
                  <a:lnTo>
                    <a:pt x="49748" y="65471"/>
                  </a:lnTo>
                  <a:lnTo>
                    <a:pt x="49789" y="67760"/>
                  </a:lnTo>
                  <a:lnTo>
                    <a:pt x="45260" y="70230"/>
                  </a:lnTo>
                  <a:lnTo>
                    <a:pt x="39440" y="71291"/>
                  </a:lnTo>
                  <a:lnTo>
                    <a:pt x="38427" y="69976"/>
                  </a:lnTo>
                  <a:lnTo>
                    <a:pt x="38753" y="68371"/>
                  </a:lnTo>
                  <a:lnTo>
                    <a:pt x="37314" y="66224"/>
                  </a:lnTo>
                  <a:lnTo>
                    <a:pt x="32297" y="65499"/>
                  </a:lnTo>
                  <a:lnTo>
                    <a:pt x="31353" y="63065"/>
                  </a:lnTo>
                  <a:lnTo>
                    <a:pt x="29514" y="63264"/>
                  </a:lnTo>
                  <a:lnTo>
                    <a:pt x="25145" y="65613"/>
                  </a:lnTo>
                  <a:lnTo>
                    <a:pt x="25771" y="67189"/>
                  </a:lnTo>
                  <a:lnTo>
                    <a:pt x="23167" y="68998"/>
                  </a:lnTo>
                  <a:lnTo>
                    <a:pt x="19077" y="66926"/>
                  </a:lnTo>
                  <a:lnTo>
                    <a:pt x="18191" y="63589"/>
                  </a:lnTo>
                  <a:lnTo>
                    <a:pt x="17212" y="62747"/>
                  </a:lnTo>
                  <a:lnTo>
                    <a:pt x="12158" y="64861"/>
                  </a:lnTo>
                  <a:lnTo>
                    <a:pt x="8489" y="63662"/>
                  </a:lnTo>
                  <a:lnTo>
                    <a:pt x="7115" y="57219"/>
                  </a:lnTo>
                  <a:lnTo>
                    <a:pt x="7686" y="55304"/>
                  </a:lnTo>
                  <a:lnTo>
                    <a:pt x="10748" y="52952"/>
                  </a:lnTo>
                  <a:lnTo>
                    <a:pt x="13595" y="49551"/>
                  </a:lnTo>
                  <a:lnTo>
                    <a:pt x="11951" y="44810"/>
                  </a:lnTo>
                  <a:lnTo>
                    <a:pt x="10415" y="44525"/>
                  </a:lnTo>
                  <a:lnTo>
                    <a:pt x="5186" y="45698"/>
                  </a:lnTo>
                  <a:lnTo>
                    <a:pt x="2153" y="44322"/>
                  </a:lnTo>
                  <a:lnTo>
                    <a:pt x="498" y="41885"/>
                  </a:lnTo>
                  <a:lnTo>
                    <a:pt x="0" y="41019"/>
                  </a:lnTo>
                  <a:lnTo>
                    <a:pt x="615" y="37070"/>
                  </a:lnTo>
                  <a:lnTo>
                    <a:pt x="2811" y="33660"/>
                  </a:lnTo>
                  <a:lnTo>
                    <a:pt x="4122" y="33339"/>
                  </a:lnTo>
                  <a:lnTo>
                    <a:pt x="4374" y="34294"/>
                  </a:lnTo>
                  <a:lnTo>
                    <a:pt x="9238" y="35754"/>
                  </a:lnTo>
                  <a:lnTo>
                    <a:pt x="13155" y="35241"/>
                  </a:lnTo>
                  <a:lnTo>
                    <a:pt x="17367" y="37368"/>
                  </a:lnTo>
                  <a:lnTo>
                    <a:pt x="21784" y="41805"/>
                  </a:lnTo>
                  <a:lnTo>
                    <a:pt x="27946" y="39834"/>
                  </a:lnTo>
                  <a:lnTo>
                    <a:pt x="39984" y="43567"/>
                  </a:lnTo>
                  <a:lnTo>
                    <a:pt x="41421" y="42195"/>
                  </a:lnTo>
                  <a:lnTo>
                    <a:pt x="40932" y="39971"/>
                  </a:lnTo>
                  <a:lnTo>
                    <a:pt x="43794" y="35039"/>
                  </a:lnTo>
                  <a:lnTo>
                    <a:pt x="46080" y="33686"/>
                  </a:lnTo>
                  <a:lnTo>
                    <a:pt x="51985" y="34252"/>
                  </a:lnTo>
                  <a:lnTo>
                    <a:pt x="55140" y="33731"/>
                  </a:lnTo>
                  <a:lnTo>
                    <a:pt x="59078" y="31093"/>
                  </a:lnTo>
                  <a:lnTo>
                    <a:pt x="58695" y="25165"/>
                  </a:lnTo>
                  <a:lnTo>
                    <a:pt x="60840" y="23276"/>
                  </a:lnTo>
                  <a:lnTo>
                    <a:pt x="62480" y="22976"/>
                  </a:lnTo>
                  <a:lnTo>
                    <a:pt x="64631" y="24276"/>
                  </a:lnTo>
                  <a:lnTo>
                    <a:pt x="65984" y="22973"/>
                  </a:lnTo>
                  <a:lnTo>
                    <a:pt x="67316" y="18511"/>
                  </a:lnTo>
                  <a:lnTo>
                    <a:pt x="65404" y="15697"/>
                  </a:lnTo>
                  <a:lnTo>
                    <a:pt x="66015" y="13388"/>
                  </a:lnTo>
                  <a:lnTo>
                    <a:pt x="67811" y="11187"/>
                  </a:lnTo>
                  <a:lnTo>
                    <a:pt x="72447" y="8745"/>
                  </a:lnTo>
                  <a:lnTo>
                    <a:pt x="79037" y="6569"/>
                  </a:lnTo>
                  <a:lnTo>
                    <a:pt x="77187" y="2067"/>
                  </a:lnTo>
                  <a:lnTo>
                    <a:pt x="77358" y="104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h4219"/>
            <p:cNvSpPr/>
            <p:nvPr/>
          </p:nvSpPr>
          <p:spPr>
            <a:xfrm>
              <a:off x="6326927" y="2859680"/>
              <a:ext cx="18250" cy="8246"/>
            </a:xfrm>
            <a:custGeom>
              <a:avLst/>
              <a:pathLst>
                <a:path w="18250" h="8246">
                  <a:moveTo>
                    <a:pt x="18250" y="0"/>
                  </a:moveTo>
                  <a:lnTo>
                    <a:pt x="16097" y="6628"/>
                  </a:lnTo>
                  <a:lnTo>
                    <a:pt x="13780" y="8246"/>
                  </a:lnTo>
                  <a:lnTo>
                    <a:pt x="11593" y="7453"/>
                  </a:lnTo>
                  <a:lnTo>
                    <a:pt x="181" y="8136"/>
                  </a:lnTo>
                  <a:lnTo>
                    <a:pt x="0" y="7482"/>
                  </a:lnTo>
                  <a:lnTo>
                    <a:pt x="540" y="5828"/>
                  </a:lnTo>
                  <a:lnTo>
                    <a:pt x="1728" y="5257"/>
                  </a:lnTo>
                  <a:lnTo>
                    <a:pt x="4803" y="6159"/>
                  </a:lnTo>
                  <a:lnTo>
                    <a:pt x="6442" y="5460"/>
                  </a:lnTo>
                  <a:lnTo>
                    <a:pt x="8303" y="794"/>
                  </a:lnTo>
                  <a:lnTo>
                    <a:pt x="10628" y="201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h4220"/>
            <p:cNvSpPr/>
            <p:nvPr/>
          </p:nvSpPr>
          <p:spPr>
            <a:xfrm>
              <a:off x="6563071" y="2933074"/>
              <a:ext cx="24771" cy="17778"/>
            </a:xfrm>
            <a:custGeom>
              <a:avLst/>
              <a:pathLst>
                <a:path w="24771" h="17778">
                  <a:moveTo>
                    <a:pt x="14606" y="1001"/>
                  </a:moveTo>
                  <a:lnTo>
                    <a:pt x="19274" y="2822"/>
                  </a:lnTo>
                  <a:lnTo>
                    <a:pt x="18259" y="3086"/>
                  </a:lnTo>
                  <a:lnTo>
                    <a:pt x="18280" y="4787"/>
                  </a:lnTo>
                  <a:lnTo>
                    <a:pt x="23681" y="11288"/>
                  </a:lnTo>
                  <a:lnTo>
                    <a:pt x="24771" y="14401"/>
                  </a:lnTo>
                  <a:lnTo>
                    <a:pt x="24155" y="14879"/>
                  </a:lnTo>
                  <a:lnTo>
                    <a:pt x="21288" y="14139"/>
                  </a:lnTo>
                  <a:lnTo>
                    <a:pt x="16881" y="16423"/>
                  </a:lnTo>
                  <a:lnTo>
                    <a:pt x="14391" y="17618"/>
                  </a:lnTo>
                  <a:lnTo>
                    <a:pt x="7943" y="17731"/>
                  </a:lnTo>
                  <a:lnTo>
                    <a:pt x="3481" y="15594"/>
                  </a:lnTo>
                  <a:lnTo>
                    <a:pt x="1085" y="17778"/>
                  </a:lnTo>
                  <a:lnTo>
                    <a:pt x="0" y="16442"/>
                  </a:lnTo>
                  <a:lnTo>
                    <a:pt x="869" y="5410"/>
                  </a:lnTo>
                  <a:lnTo>
                    <a:pt x="4464" y="3553"/>
                  </a:lnTo>
                  <a:lnTo>
                    <a:pt x="8326" y="3350"/>
                  </a:lnTo>
                  <a:lnTo>
                    <a:pt x="9594" y="4030"/>
                  </a:lnTo>
                  <a:lnTo>
                    <a:pt x="11552" y="1750"/>
                  </a:lnTo>
                  <a:lnTo>
                    <a:pt x="12767" y="2249"/>
                  </a:lnTo>
                  <a:lnTo>
                    <a:pt x="1366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h4221"/>
            <p:cNvSpPr/>
            <p:nvPr/>
          </p:nvSpPr>
          <p:spPr>
            <a:xfrm>
              <a:off x="6584075" y="2857204"/>
              <a:ext cx="24131" cy="35550"/>
            </a:xfrm>
            <a:custGeom>
              <a:avLst/>
              <a:pathLst>
                <a:path w="24131" h="35550">
                  <a:moveTo>
                    <a:pt x="9829" y="293"/>
                  </a:moveTo>
                  <a:lnTo>
                    <a:pt x="15136" y="2367"/>
                  </a:lnTo>
                  <a:lnTo>
                    <a:pt x="24131" y="9244"/>
                  </a:lnTo>
                  <a:lnTo>
                    <a:pt x="22976" y="13163"/>
                  </a:lnTo>
                  <a:lnTo>
                    <a:pt x="20344" y="15650"/>
                  </a:lnTo>
                  <a:lnTo>
                    <a:pt x="22424" y="18659"/>
                  </a:lnTo>
                  <a:lnTo>
                    <a:pt x="22034" y="25088"/>
                  </a:lnTo>
                  <a:lnTo>
                    <a:pt x="15285" y="28922"/>
                  </a:lnTo>
                  <a:lnTo>
                    <a:pt x="7002" y="30246"/>
                  </a:lnTo>
                  <a:lnTo>
                    <a:pt x="5989" y="32906"/>
                  </a:lnTo>
                  <a:lnTo>
                    <a:pt x="6708" y="34165"/>
                  </a:lnTo>
                  <a:lnTo>
                    <a:pt x="4005" y="35550"/>
                  </a:lnTo>
                  <a:lnTo>
                    <a:pt x="3121" y="31821"/>
                  </a:lnTo>
                  <a:lnTo>
                    <a:pt x="4209" y="31909"/>
                  </a:lnTo>
                  <a:lnTo>
                    <a:pt x="4389" y="33179"/>
                  </a:lnTo>
                  <a:lnTo>
                    <a:pt x="4873" y="33128"/>
                  </a:lnTo>
                  <a:lnTo>
                    <a:pt x="4185" y="28135"/>
                  </a:lnTo>
                  <a:lnTo>
                    <a:pt x="3414" y="26315"/>
                  </a:lnTo>
                  <a:lnTo>
                    <a:pt x="865" y="24757"/>
                  </a:lnTo>
                  <a:lnTo>
                    <a:pt x="0" y="22846"/>
                  </a:lnTo>
                  <a:lnTo>
                    <a:pt x="613" y="19973"/>
                  </a:lnTo>
                  <a:lnTo>
                    <a:pt x="1798" y="18884"/>
                  </a:lnTo>
                  <a:lnTo>
                    <a:pt x="2912" y="18143"/>
                  </a:lnTo>
                  <a:lnTo>
                    <a:pt x="4899" y="10052"/>
                  </a:lnTo>
                  <a:lnTo>
                    <a:pt x="7808" y="4425"/>
                  </a:lnTo>
                  <a:lnTo>
                    <a:pt x="7811" y="3227"/>
                  </a:lnTo>
                  <a:lnTo>
                    <a:pt x="5736" y="1832"/>
                  </a:lnTo>
                  <a:lnTo>
                    <a:pt x="497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h4222"/>
            <p:cNvSpPr/>
            <p:nvPr/>
          </p:nvSpPr>
          <p:spPr>
            <a:xfrm>
              <a:off x="6425257" y="2927944"/>
              <a:ext cx="18949" cy="21558"/>
            </a:xfrm>
            <a:custGeom>
              <a:avLst/>
              <a:pathLst>
                <a:path w="18949" h="21558">
                  <a:moveTo>
                    <a:pt x="13455" y="304"/>
                  </a:moveTo>
                  <a:lnTo>
                    <a:pt x="14604" y="3036"/>
                  </a:lnTo>
                  <a:lnTo>
                    <a:pt x="16326" y="3305"/>
                  </a:lnTo>
                  <a:lnTo>
                    <a:pt x="18949" y="6467"/>
                  </a:lnTo>
                  <a:lnTo>
                    <a:pt x="18334" y="11913"/>
                  </a:lnTo>
                  <a:lnTo>
                    <a:pt x="13846" y="21021"/>
                  </a:lnTo>
                  <a:lnTo>
                    <a:pt x="11720" y="21558"/>
                  </a:lnTo>
                  <a:lnTo>
                    <a:pt x="9258" y="20854"/>
                  </a:lnTo>
                  <a:lnTo>
                    <a:pt x="5074" y="18204"/>
                  </a:lnTo>
                  <a:lnTo>
                    <a:pt x="4543" y="16130"/>
                  </a:lnTo>
                  <a:lnTo>
                    <a:pt x="4147" y="12913"/>
                  </a:lnTo>
                  <a:lnTo>
                    <a:pt x="0" y="12882"/>
                  </a:lnTo>
                  <a:lnTo>
                    <a:pt x="1322" y="8232"/>
                  </a:lnTo>
                  <a:lnTo>
                    <a:pt x="24" y="5043"/>
                  </a:lnTo>
                  <a:lnTo>
                    <a:pt x="992" y="1305"/>
                  </a:lnTo>
                  <a:lnTo>
                    <a:pt x="7487" y="907"/>
                  </a:lnTo>
                  <a:lnTo>
                    <a:pt x="8851" y="1491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h4223"/>
            <p:cNvSpPr/>
            <p:nvPr/>
          </p:nvSpPr>
          <p:spPr>
            <a:xfrm>
              <a:off x="6533988" y="3031937"/>
              <a:ext cx="30345" cy="56998"/>
            </a:xfrm>
            <a:custGeom>
              <a:avLst/>
              <a:pathLst>
                <a:path w="30345" h="56998">
                  <a:moveTo>
                    <a:pt x="7148" y="0"/>
                  </a:moveTo>
                  <a:lnTo>
                    <a:pt x="8075" y="2827"/>
                  </a:lnTo>
                  <a:lnTo>
                    <a:pt x="6224" y="4883"/>
                  </a:lnTo>
                  <a:lnTo>
                    <a:pt x="6496" y="9442"/>
                  </a:lnTo>
                  <a:lnTo>
                    <a:pt x="7259" y="9850"/>
                  </a:lnTo>
                  <a:lnTo>
                    <a:pt x="10338" y="16960"/>
                  </a:lnTo>
                  <a:lnTo>
                    <a:pt x="11795" y="21869"/>
                  </a:lnTo>
                  <a:lnTo>
                    <a:pt x="10322" y="31476"/>
                  </a:lnTo>
                  <a:lnTo>
                    <a:pt x="12718" y="36599"/>
                  </a:lnTo>
                  <a:lnTo>
                    <a:pt x="23217" y="42859"/>
                  </a:lnTo>
                  <a:lnTo>
                    <a:pt x="25633" y="45975"/>
                  </a:lnTo>
                  <a:lnTo>
                    <a:pt x="30345" y="48765"/>
                  </a:lnTo>
                  <a:lnTo>
                    <a:pt x="28689" y="51878"/>
                  </a:lnTo>
                  <a:lnTo>
                    <a:pt x="24427" y="56998"/>
                  </a:lnTo>
                  <a:lnTo>
                    <a:pt x="20627" y="53969"/>
                  </a:lnTo>
                  <a:lnTo>
                    <a:pt x="19748" y="52180"/>
                  </a:lnTo>
                  <a:lnTo>
                    <a:pt x="16478" y="48991"/>
                  </a:lnTo>
                  <a:lnTo>
                    <a:pt x="14712" y="49930"/>
                  </a:lnTo>
                  <a:lnTo>
                    <a:pt x="11514" y="47280"/>
                  </a:lnTo>
                  <a:lnTo>
                    <a:pt x="8705" y="44564"/>
                  </a:lnTo>
                  <a:lnTo>
                    <a:pt x="6986" y="41303"/>
                  </a:lnTo>
                  <a:lnTo>
                    <a:pt x="3628" y="41909"/>
                  </a:lnTo>
                  <a:lnTo>
                    <a:pt x="2125" y="37753"/>
                  </a:lnTo>
                  <a:lnTo>
                    <a:pt x="3186" y="31263"/>
                  </a:lnTo>
                  <a:lnTo>
                    <a:pt x="1028" y="23899"/>
                  </a:lnTo>
                  <a:lnTo>
                    <a:pt x="261" y="17651"/>
                  </a:lnTo>
                  <a:lnTo>
                    <a:pt x="1492" y="10963"/>
                  </a:lnTo>
                  <a:lnTo>
                    <a:pt x="1135" y="6995"/>
                  </a:lnTo>
                  <a:lnTo>
                    <a:pt x="0" y="3834"/>
                  </a:lnTo>
                  <a:lnTo>
                    <a:pt x="637" y="65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h4224"/>
            <p:cNvSpPr/>
            <p:nvPr/>
          </p:nvSpPr>
          <p:spPr>
            <a:xfrm>
              <a:off x="6542158" y="2958315"/>
              <a:ext cx="37843" cy="51914"/>
            </a:xfrm>
            <a:custGeom>
              <a:avLst/>
              <a:pathLst>
                <a:path w="37843" h="51914">
                  <a:moveTo>
                    <a:pt x="26570" y="8024"/>
                  </a:moveTo>
                  <a:lnTo>
                    <a:pt x="25990" y="11918"/>
                  </a:lnTo>
                  <a:lnTo>
                    <a:pt x="26816" y="16636"/>
                  </a:lnTo>
                  <a:lnTo>
                    <a:pt x="26102" y="19753"/>
                  </a:lnTo>
                  <a:lnTo>
                    <a:pt x="28703" y="24203"/>
                  </a:lnTo>
                  <a:lnTo>
                    <a:pt x="32557" y="23884"/>
                  </a:lnTo>
                  <a:lnTo>
                    <a:pt x="34568" y="22481"/>
                  </a:lnTo>
                  <a:lnTo>
                    <a:pt x="34946" y="23500"/>
                  </a:lnTo>
                  <a:lnTo>
                    <a:pt x="34380" y="26400"/>
                  </a:lnTo>
                  <a:lnTo>
                    <a:pt x="35948" y="30164"/>
                  </a:lnTo>
                  <a:lnTo>
                    <a:pt x="37540" y="31945"/>
                  </a:lnTo>
                  <a:lnTo>
                    <a:pt x="37843" y="34469"/>
                  </a:lnTo>
                  <a:lnTo>
                    <a:pt x="34601" y="37345"/>
                  </a:lnTo>
                  <a:lnTo>
                    <a:pt x="34861" y="43189"/>
                  </a:lnTo>
                  <a:lnTo>
                    <a:pt x="34068" y="48664"/>
                  </a:lnTo>
                  <a:lnTo>
                    <a:pt x="28592" y="51307"/>
                  </a:lnTo>
                  <a:lnTo>
                    <a:pt x="28449" y="50231"/>
                  </a:lnTo>
                  <a:lnTo>
                    <a:pt x="20956" y="41618"/>
                  </a:lnTo>
                  <a:lnTo>
                    <a:pt x="16538" y="39798"/>
                  </a:lnTo>
                  <a:lnTo>
                    <a:pt x="15300" y="41379"/>
                  </a:lnTo>
                  <a:lnTo>
                    <a:pt x="14721" y="44774"/>
                  </a:lnTo>
                  <a:lnTo>
                    <a:pt x="15364" y="46960"/>
                  </a:lnTo>
                  <a:lnTo>
                    <a:pt x="13481" y="51478"/>
                  </a:lnTo>
                  <a:lnTo>
                    <a:pt x="12614" y="51914"/>
                  </a:lnTo>
                  <a:lnTo>
                    <a:pt x="9017" y="50953"/>
                  </a:lnTo>
                  <a:lnTo>
                    <a:pt x="7986" y="48881"/>
                  </a:lnTo>
                  <a:lnTo>
                    <a:pt x="8142" y="44864"/>
                  </a:lnTo>
                  <a:lnTo>
                    <a:pt x="6735" y="36275"/>
                  </a:lnTo>
                  <a:lnTo>
                    <a:pt x="4926" y="30451"/>
                  </a:lnTo>
                  <a:lnTo>
                    <a:pt x="5280" y="29093"/>
                  </a:lnTo>
                  <a:lnTo>
                    <a:pt x="2729" y="18449"/>
                  </a:lnTo>
                  <a:lnTo>
                    <a:pt x="2233" y="9239"/>
                  </a:lnTo>
                  <a:lnTo>
                    <a:pt x="0" y="5663"/>
                  </a:lnTo>
                  <a:lnTo>
                    <a:pt x="2606" y="6366"/>
                  </a:lnTo>
                  <a:lnTo>
                    <a:pt x="3972" y="5958"/>
                  </a:lnTo>
                  <a:lnTo>
                    <a:pt x="6376" y="4634"/>
                  </a:lnTo>
                  <a:lnTo>
                    <a:pt x="7090" y="3095"/>
                  </a:lnTo>
                  <a:lnTo>
                    <a:pt x="9333" y="1407"/>
                  </a:lnTo>
                  <a:lnTo>
                    <a:pt x="18613" y="3500"/>
                  </a:lnTo>
                  <a:lnTo>
                    <a:pt x="19253" y="2229"/>
                  </a:lnTo>
                  <a:lnTo>
                    <a:pt x="1914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h4225"/>
            <p:cNvSpPr/>
            <p:nvPr/>
          </p:nvSpPr>
          <p:spPr>
            <a:xfrm>
              <a:off x="6466994" y="2947340"/>
              <a:ext cx="20291" cy="16533"/>
            </a:xfrm>
            <a:custGeom>
              <a:avLst/>
              <a:pathLst>
                <a:path w="20291" h="16533">
                  <a:moveTo>
                    <a:pt x="14184" y="0"/>
                  </a:moveTo>
                  <a:lnTo>
                    <a:pt x="19578" y="1287"/>
                  </a:lnTo>
                  <a:lnTo>
                    <a:pt x="20291" y="3059"/>
                  </a:lnTo>
                  <a:lnTo>
                    <a:pt x="19665" y="5837"/>
                  </a:lnTo>
                  <a:lnTo>
                    <a:pt x="20054" y="8664"/>
                  </a:lnTo>
                  <a:lnTo>
                    <a:pt x="19131" y="8858"/>
                  </a:lnTo>
                  <a:lnTo>
                    <a:pt x="16292" y="13799"/>
                  </a:lnTo>
                  <a:lnTo>
                    <a:pt x="12702" y="15778"/>
                  </a:lnTo>
                  <a:lnTo>
                    <a:pt x="9850" y="15912"/>
                  </a:lnTo>
                  <a:lnTo>
                    <a:pt x="9723" y="16533"/>
                  </a:lnTo>
                  <a:lnTo>
                    <a:pt x="0" y="14982"/>
                  </a:lnTo>
                  <a:lnTo>
                    <a:pt x="1666" y="10058"/>
                  </a:lnTo>
                  <a:lnTo>
                    <a:pt x="4473" y="9209"/>
                  </a:lnTo>
                  <a:lnTo>
                    <a:pt x="7110" y="7339"/>
                  </a:lnTo>
                  <a:lnTo>
                    <a:pt x="7667" y="6495"/>
                  </a:lnTo>
                  <a:lnTo>
                    <a:pt x="6450" y="6475"/>
                  </a:lnTo>
                  <a:lnTo>
                    <a:pt x="5983" y="4982"/>
                  </a:lnTo>
                  <a:lnTo>
                    <a:pt x="10519" y="72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h4226"/>
            <p:cNvSpPr/>
            <p:nvPr/>
          </p:nvSpPr>
          <p:spPr>
            <a:xfrm>
              <a:off x="6361320" y="2892550"/>
              <a:ext cx="15294" cy="14108"/>
            </a:xfrm>
            <a:custGeom>
              <a:avLst/>
              <a:pathLst>
                <a:path w="15294" h="14108">
                  <a:moveTo>
                    <a:pt x="7747" y="1020"/>
                  </a:moveTo>
                  <a:lnTo>
                    <a:pt x="12322" y="5904"/>
                  </a:lnTo>
                  <a:lnTo>
                    <a:pt x="12690" y="6931"/>
                  </a:lnTo>
                  <a:lnTo>
                    <a:pt x="15294" y="8660"/>
                  </a:lnTo>
                  <a:lnTo>
                    <a:pt x="14268" y="11610"/>
                  </a:lnTo>
                  <a:lnTo>
                    <a:pt x="11767" y="14108"/>
                  </a:lnTo>
                  <a:lnTo>
                    <a:pt x="6531" y="13305"/>
                  </a:lnTo>
                  <a:lnTo>
                    <a:pt x="2857" y="13497"/>
                  </a:lnTo>
                  <a:lnTo>
                    <a:pt x="1367" y="11722"/>
                  </a:lnTo>
                  <a:lnTo>
                    <a:pt x="811" y="8832"/>
                  </a:lnTo>
                  <a:lnTo>
                    <a:pt x="0" y="3745"/>
                  </a:lnTo>
                  <a:lnTo>
                    <a:pt x="921" y="2484"/>
                  </a:lnTo>
                  <a:lnTo>
                    <a:pt x="5619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h4227"/>
            <p:cNvSpPr/>
            <p:nvPr/>
          </p:nvSpPr>
          <p:spPr>
            <a:xfrm>
              <a:off x="6417289" y="2894205"/>
              <a:ext cx="37462" cy="12575"/>
            </a:xfrm>
            <a:custGeom>
              <a:avLst/>
              <a:pathLst>
                <a:path w="37462" h="12575">
                  <a:moveTo>
                    <a:pt x="35641" y="0"/>
                  </a:moveTo>
                  <a:lnTo>
                    <a:pt x="37462" y="4505"/>
                  </a:lnTo>
                  <a:lnTo>
                    <a:pt x="33765" y="5507"/>
                  </a:lnTo>
                  <a:lnTo>
                    <a:pt x="31237" y="7021"/>
                  </a:lnTo>
                  <a:lnTo>
                    <a:pt x="31949" y="10437"/>
                  </a:lnTo>
                  <a:lnTo>
                    <a:pt x="29601" y="10296"/>
                  </a:lnTo>
                  <a:lnTo>
                    <a:pt x="24956" y="12575"/>
                  </a:lnTo>
                  <a:lnTo>
                    <a:pt x="20084" y="11093"/>
                  </a:lnTo>
                  <a:lnTo>
                    <a:pt x="11360" y="10652"/>
                  </a:lnTo>
                  <a:lnTo>
                    <a:pt x="5065" y="11624"/>
                  </a:lnTo>
                  <a:lnTo>
                    <a:pt x="418" y="7496"/>
                  </a:lnTo>
                  <a:lnTo>
                    <a:pt x="0" y="4416"/>
                  </a:lnTo>
                  <a:lnTo>
                    <a:pt x="2515" y="3437"/>
                  </a:lnTo>
                  <a:lnTo>
                    <a:pt x="4615" y="5260"/>
                  </a:lnTo>
                  <a:lnTo>
                    <a:pt x="4403" y="7176"/>
                  </a:lnTo>
                  <a:lnTo>
                    <a:pt x="11248" y="6196"/>
                  </a:lnTo>
                  <a:lnTo>
                    <a:pt x="15103" y="3754"/>
                  </a:lnTo>
                  <a:lnTo>
                    <a:pt x="17003" y="5845"/>
                  </a:lnTo>
                  <a:lnTo>
                    <a:pt x="19465" y="5615"/>
                  </a:lnTo>
                  <a:lnTo>
                    <a:pt x="26418" y="831"/>
                  </a:lnTo>
                  <a:lnTo>
                    <a:pt x="27518" y="2674"/>
                  </a:lnTo>
                  <a:lnTo>
                    <a:pt x="31408" y="3792"/>
                  </a:lnTo>
                  <a:lnTo>
                    <a:pt x="32282" y="3434"/>
                  </a:lnTo>
                  <a:lnTo>
                    <a:pt x="32635" y="166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h4228"/>
            <p:cNvSpPr/>
            <p:nvPr/>
          </p:nvSpPr>
          <p:spPr>
            <a:xfrm>
              <a:off x="6303764" y="2886355"/>
              <a:ext cx="26513" cy="19956"/>
            </a:xfrm>
            <a:custGeom>
              <a:avLst/>
              <a:pathLst>
                <a:path w="26513" h="19956">
                  <a:moveTo>
                    <a:pt x="24970" y="228"/>
                  </a:moveTo>
                  <a:lnTo>
                    <a:pt x="26513" y="7297"/>
                  </a:lnTo>
                  <a:lnTo>
                    <a:pt x="25256" y="11419"/>
                  </a:lnTo>
                  <a:lnTo>
                    <a:pt x="22843" y="13286"/>
                  </a:lnTo>
                  <a:lnTo>
                    <a:pt x="24708" y="17632"/>
                  </a:lnTo>
                  <a:lnTo>
                    <a:pt x="24507" y="19673"/>
                  </a:lnTo>
                  <a:lnTo>
                    <a:pt x="22964" y="19956"/>
                  </a:lnTo>
                  <a:lnTo>
                    <a:pt x="17724" y="18066"/>
                  </a:lnTo>
                  <a:lnTo>
                    <a:pt x="13314" y="14360"/>
                  </a:lnTo>
                  <a:lnTo>
                    <a:pt x="11819" y="11808"/>
                  </a:lnTo>
                  <a:lnTo>
                    <a:pt x="804" y="8823"/>
                  </a:lnTo>
                  <a:lnTo>
                    <a:pt x="0" y="7597"/>
                  </a:lnTo>
                  <a:lnTo>
                    <a:pt x="1205" y="289"/>
                  </a:lnTo>
                  <a:lnTo>
                    <a:pt x="2891" y="0"/>
                  </a:lnTo>
                  <a:lnTo>
                    <a:pt x="3044" y="2450"/>
                  </a:lnTo>
                  <a:lnTo>
                    <a:pt x="6795" y="2187"/>
                  </a:lnTo>
                  <a:lnTo>
                    <a:pt x="17794" y="5748"/>
                  </a:lnTo>
                  <a:lnTo>
                    <a:pt x="19367" y="5405"/>
                  </a:lnTo>
                  <a:lnTo>
                    <a:pt x="19455" y="1425"/>
                  </a:lnTo>
                  <a:lnTo>
                    <a:pt x="21813" y="5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h4229"/>
            <p:cNvSpPr/>
            <p:nvPr/>
          </p:nvSpPr>
          <p:spPr>
            <a:xfrm>
              <a:off x="6314482" y="2959963"/>
              <a:ext cx="42584" cy="51758"/>
            </a:xfrm>
            <a:custGeom>
              <a:avLst/>
              <a:pathLst>
                <a:path w="42584" h="51758">
                  <a:moveTo>
                    <a:pt x="27825" y="0"/>
                  </a:moveTo>
                  <a:lnTo>
                    <a:pt x="30015" y="1410"/>
                  </a:lnTo>
                  <a:lnTo>
                    <a:pt x="30649" y="2873"/>
                  </a:lnTo>
                  <a:lnTo>
                    <a:pt x="34764" y="2895"/>
                  </a:lnTo>
                  <a:lnTo>
                    <a:pt x="35097" y="4711"/>
                  </a:lnTo>
                  <a:lnTo>
                    <a:pt x="32809" y="7619"/>
                  </a:lnTo>
                  <a:lnTo>
                    <a:pt x="32978" y="11472"/>
                  </a:lnTo>
                  <a:lnTo>
                    <a:pt x="36757" y="13136"/>
                  </a:lnTo>
                  <a:lnTo>
                    <a:pt x="35854" y="16684"/>
                  </a:lnTo>
                  <a:lnTo>
                    <a:pt x="42584" y="30238"/>
                  </a:lnTo>
                  <a:lnTo>
                    <a:pt x="41887" y="32662"/>
                  </a:lnTo>
                  <a:lnTo>
                    <a:pt x="40097" y="34831"/>
                  </a:lnTo>
                  <a:lnTo>
                    <a:pt x="37486" y="35827"/>
                  </a:lnTo>
                  <a:lnTo>
                    <a:pt x="36393" y="35455"/>
                  </a:lnTo>
                  <a:lnTo>
                    <a:pt x="34837" y="33284"/>
                  </a:lnTo>
                  <a:lnTo>
                    <a:pt x="31461" y="35697"/>
                  </a:lnTo>
                  <a:lnTo>
                    <a:pt x="29702" y="44575"/>
                  </a:lnTo>
                  <a:lnTo>
                    <a:pt x="32299" y="46340"/>
                  </a:lnTo>
                  <a:lnTo>
                    <a:pt x="32457" y="50038"/>
                  </a:lnTo>
                  <a:lnTo>
                    <a:pt x="30887" y="51758"/>
                  </a:lnTo>
                  <a:lnTo>
                    <a:pt x="25156" y="51216"/>
                  </a:lnTo>
                  <a:lnTo>
                    <a:pt x="24931" y="47527"/>
                  </a:lnTo>
                  <a:lnTo>
                    <a:pt x="21933" y="45905"/>
                  </a:lnTo>
                  <a:lnTo>
                    <a:pt x="15589" y="45920"/>
                  </a:lnTo>
                  <a:lnTo>
                    <a:pt x="14180" y="44417"/>
                  </a:lnTo>
                  <a:lnTo>
                    <a:pt x="14169" y="43039"/>
                  </a:lnTo>
                  <a:lnTo>
                    <a:pt x="10773" y="39873"/>
                  </a:lnTo>
                  <a:lnTo>
                    <a:pt x="6966" y="38349"/>
                  </a:lnTo>
                  <a:lnTo>
                    <a:pt x="5453" y="34428"/>
                  </a:lnTo>
                  <a:lnTo>
                    <a:pt x="1277" y="31860"/>
                  </a:lnTo>
                  <a:lnTo>
                    <a:pt x="229" y="28168"/>
                  </a:lnTo>
                  <a:lnTo>
                    <a:pt x="0" y="23755"/>
                  </a:lnTo>
                  <a:lnTo>
                    <a:pt x="1867" y="22272"/>
                  </a:lnTo>
                  <a:lnTo>
                    <a:pt x="4147" y="21052"/>
                  </a:lnTo>
                  <a:lnTo>
                    <a:pt x="10476" y="24630"/>
                  </a:lnTo>
                  <a:lnTo>
                    <a:pt x="13747" y="25652"/>
                  </a:lnTo>
                  <a:lnTo>
                    <a:pt x="15432" y="23219"/>
                  </a:lnTo>
                  <a:lnTo>
                    <a:pt x="18553" y="14074"/>
                  </a:lnTo>
                  <a:lnTo>
                    <a:pt x="21407" y="8173"/>
                  </a:lnTo>
                  <a:lnTo>
                    <a:pt x="25076" y="245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h4230"/>
            <p:cNvSpPr/>
            <p:nvPr/>
          </p:nvSpPr>
          <p:spPr>
            <a:xfrm>
              <a:off x="6492049" y="2988883"/>
              <a:ext cx="41412" cy="45368"/>
            </a:xfrm>
            <a:custGeom>
              <a:avLst/>
              <a:pathLst>
                <a:path w="41412" h="45368">
                  <a:moveTo>
                    <a:pt x="18699" y="0"/>
                  </a:moveTo>
                  <a:lnTo>
                    <a:pt x="20556" y="819"/>
                  </a:lnTo>
                  <a:lnTo>
                    <a:pt x="23981" y="11021"/>
                  </a:lnTo>
                  <a:lnTo>
                    <a:pt x="26157" y="12787"/>
                  </a:lnTo>
                  <a:lnTo>
                    <a:pt x="31862" y="11425"/>
                  </a:lnTo>
                  <a:lnTo>
                    <a:pt x="39560" y="18877"/>
                  </a:lnTo>
                  <a:lnTo>
                    <a:pt x="41412" y="24832"/>
                  </a:lnTo>
                  <a:lnTo>
                    <a:pt x="41270" y="26640"/>
                  </a:lnTo>
                  <a:lnTo>
                    <a:pt x="36820" y="36106"/>
                  </a:lnTo>
                  <a:lnTo>
                    <a:pt x="37695" y="38953"/>
                  </a:lnTo>
                  <a:lnTo>
                    <a:pt x="36592" y="40205"/>
                  </a:lnTo>
                  <a:lnTo>
                    <a:pt x="31842" y="40799"/>
                  </a:lnTo>
                  <a:lnTo>
                    <a:pt x="31058" y="40285"/>
                  </a:lnTo>
                  <a:lnTo>
                    <a:pt x="28333" y="40479"/>
                  </a:lnTo>
                  <a:lnTo>
                    <a:pt x="25268" y="44183"/>
                  </a:lnTo>
                  <a:lnTo>
                    <a:pt x="22374" y="43489"/>
                  </a:lnTo>
                  <a:lnTo>
                    <a:pt x="20572" y="39549"/>
                  </a:lnTo>
                  <a:lnTo>
                    <a:pt x="17618" y="37333"/>
                  </a:lnTo>
                  <a:lnTo>
                    <a:pt x="15421" y="38225"/>
                  </a:lnTo>
                  <a:lnTo>
                    <a:pt x="9318" y="43195"/>
                  </a:lnTo>
                  <a:lnTo>
                    <a:pt x="1869" y="45368"/>
                  </a:lnTo>
                  <a:lnTo>
                    <a:pt x="999" y="44749"/>
                  </a:lnTo>
                  <a:lnTo>
                    <a:pt x="0" y="39555"/>
                  </a:lnTo>
                  <a:lnTo>
                    <a:pt x="726" y="36571"/>
                  </a:lnTo>
                  <a:lnTo>
                    <a:pt x="2662" y="33499"/>
                  </a:lnTo>
                  <a:lnTo>
                    <a:pt x="2844" y="30736"/>
                  </a:lnTo>
                  <a:lnTo>
                    <a:pt x="3526" y="28279"/>
                  </a:lnTo>
                  <a:lnTo>
                    <a:pt x="6183" y="28505"/>
                  </a:lnTo>
                  <a:lnTo>
                    <a:pt x="6915" y="27462"/>
                  </a:lnTo>
                  <a:lnTo>
                    <a:pt x="4313" y="23777"/>
                  </a:lnTo>
                  <a:lnTo>
                    <a:pt x="4009" y="21659"/>
                  </a:lnTo>
                  <a:lnTo>
                    <a:pt x="8042" y="20872"/>
                  </a:lnTo>
                  <a:lnTo>
                    <a:pt x="14376" y="15960"/>
                  </a:lnTo>
                  <a:lnTo>
                    <a:pt x="11011" y="6852"/>
                  </a:lnTo>
                  <a:lnTo>
                    <a:pt x="11256" y="5896"/>
                  </a:lnTo>
                  <a:lnTo>
                    <a:pt x="15022" y="4430"/>
                  </a:lnTo>
                  <a:lnTo>
                    <a:pt x="15941" y="229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h4231"/>
            <p:cNvSpPr/>
            <p:nvPr/>
          </p:nvSpPr>
          <p:spPr>
            <a:xfrm>
              <a:off x="6369279" y="2914698"/>
              <a:ext cx="16738" cy="27828"/>
            </a:xfrm>
            <a:custGeom>
              <a:avLst/>
              <a:pathLst>
                <a:path w="16738" h="27828">
                  <a:moveTo>
                    <a:pt x="10640" y="2427"/>
                  </a:moveTo>
                  <a:lnTo>
                    <a:pt x="12439" y="4513"/>
                  </a:lnTo>
                  <a:lnTo>
                    <a:pt x="14441" y="11503"/>
                  </a:lnTo>
                  <a:lnTo>
                    <a:pt x="16738" y="18216"/>
                  </a:lnTo>
                  <a:lnTo>
                    <a:pt x="16181" y="23462"/>
                  </a:lnTo>
                  <a:lnTo>
                    <a:pt x="15283" y="25707"/>
                  </a:lnTo>
                  <a:lnTo>
                    <a:pt x="12689" y="27828"/>
                  </a:lnTo>
                  <a:lnTo>
                    <a:pt x="12407" y="22783"/>
                  </a:lnTo>
                  <a:lnTo>
                    <a:pt x="3766" y="23868"/>
                  </a:lnTo>
                  <a:lnTo>
                    <a:pt x="3179" y="26200"/>
                  </a:lnTo>
                  <a:lnTo>
                    <a:pt x="939" y="26496"/>
                  </a:lnTo>
                  <a:lnTo>
                    <a:pt x="0" y="23964"/>
                  </a:lnTo>
                  <a:lnTo>
                    <a:pt x="3063" y="16822"/>
                  </a:lnTo>
                  <a:lnTo>
                    <a:pt x="4443" y="9154"/>
                  </a:lnTo>
                  <a:lnTo>
                    <a:pt x="3475" y="2340"/>
                  </a:lnTo>
                  <a:lnTo>
                    <a:pt x="2948" y="1999"/>
                  </a:lnTo>
                  <a:lnTo>
                    <a:pt x="5332" y="901"/>
                  </a:lnTo>
                  <a:lnTo>
                    <a:pt x="8421" y="1577"/>
                  </a:lnTo>
                  <a:lnTo>
                    <a:pt x="1064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h4232"/>
            <p:cNvSpPr/>
            <p:nvPr/>
          </p:nvSpPr>
          <p:spPr>
            <a:xfrm>
              <a:off x="6493083" y="2881243"/>
              <a:ext cx="21217" cy="24982"/>
            </a:xfrm>
            <a:custGeom>
              <a:avLst/>
              <a:pathLst>
                <a:path w="21217" h="24982">
                  <a:moveTo>
                    <a:pt x="4211" y="0"/>
                  </a:moveTo>
                  <a:lnTo>
                    <a:pt x="8393" y="3838"/>
                  </a:lnTo>
                  <a:lnTo>
                    <a:pt x="10785" y="4352"/>
                  </a:lnTo>
                  <a:lnTo>
                    <a:pt x="19129" y="10026"/>
                  </a:lnTo>
                  <a:lnTo>
                    <a:pt x="20907" y="11814"/>
                  </a:lnTo>
                  <a:lnTo>
                    <a:pt x="21217" y="14329"/>
                  </a:lnTo>
                  <a:lnTo>
                    <a:pt x="20141" y="16637"/>
                  </a:lnTo>
                  <a:lnTo>
                    <a:pt x="19882" y="20968"/>
                  </a:lnTo>
                  <a:lnTo>
                    <a:pt x="15297" y="23528"/>
                  </a:lnTo>
                  <a:lnTo>
                    <a:pt x="12904" y="22736"/>
                  </a:lnTo>
                  <a:lnTo>
                    <a:pt x="12197" y="24571"/>
                  </a:lnTo>
                  <a:lnTo>
                    <a:pt x="12902" y="24982"/>
                  </a:lnTo>
                  <a:lnTo>
                    <a:pt x="6990" y="23667"/>
                  </a:lnTo>
                  <a:lnTo>
                    <a:pt x="6721" y="22007"/>
                  </a:lnTo>
                  <a:lnTo>
                    <a:pt x="8049" y="16028"/>
                  </a:lnTo>
                  <a:lnTo>
                    <a:pt x="6499" y="15103"/>
                  </a:lnTo>
                  <a:lnTo>
                    <a:pt x="0" y="15706"/>
                  </a:lnTo>
                  <a:lnTo>
                    <a:pt x="440" y="10246"/>
                  </a:lnTo>
                  <a:lnTo>
                    <a:pt x="599" y="8041"/>
                  </a:lnTo>
                  <a:lnTo>
                    <a:pt x="3096" y="7571"/>
                  </a:lnTo>
                  <a:lnTo>
                    <a:pt x="5266" y="6087"/>
                  </a:lnTo>
                  <a:lnTo>
                    <a:pt x="1165" y="4294"/>
                  </a:lnTo>
                  <a:lnTo>
                    <a:pt x="3369" y="3410"/>
                  </a:lnTo>
                  <a:lnTo>
                    <a:pt x="4146" y="1287"/>
                  </a:lnTo>
                  <a:lnTo>
                    <a:pt x="3685" y="17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h4233"/>
            <p:cNvSpPr/>
            <p:nvPr/>
          </p:nvSpPr>
          <p:spPr>
            <a:xfrm>
              <a:off x="6311471" y="2903988"/>
              <a:ext cx="27607" cy="35997"/>
            </a:xfrm>
            <a:custGeom>
              <a:avLst/>
              <a:pathLst>
                <a:path w="27607" h="35997">
                  <a:moveTo>
                    <a:pt x="23517" y="2538"/>
                  </a:moveTo>
                  <a:lnTo>
                    <a:pt x="24129" y="4389"/>
                  </a:lnTo>
                  <a:lnTo>
                    <a:pt x="27607" y="19245"/>
                  </a:lnTo>
                  <a:lnTo>
                    <a:pt x="24977" y="19255"/>
                  </a:lnTo>
                  <a:lnTo>
                    <a:pt x="18327" y="22645"/>
                  </a:lnTo>
                  <a:lnTo>
                    <a:pt x="18366" y="24879"/>
                  </a:lnTo>
                  <a:lnTo>
                    <a:pt x="16469" y="32828"/>
                  </a:lnTo>
                  <a:lnTo>
                    <a:pt x="13724" y="35736"/>
                  </a:lnTo>
                  <a:lnTo>
                    <a:pt x="11564" y="35997"/>
                  </a:lnTo>
                  <a:lnTo>
                    <a:pt x="11040" y="34764"/>
                  </a:lnTo>
                  <a:lnTo>
                    <a:pt x="7374" y="33939"/>
                  </a:lnTo>
                  <a:lnTo>
                    <a:pt x="4719" y="31939"/>
                  </a:lnTo>
                  <a:lnTo>
                    <a:pt x="2998" y="29608"/>
                  </a:lnTo>
                  <a:lnTo>
                    <a:pt x="2947" y="28542"/>
                  </a:lnTo>
                  <a:lnTo>
                    <a:pt x="4076" y="24367"/>
                  </a:lnTo>
                  <a:lnTo>
                    <a:pt x="1052" y="18961"/>
                  </a:lnTo>
                  <a:lnTo>
                    <a:pt x="0" y="14786"/>
                  </a:lnTo>
                  <a:lnTo>
                    <a:pt x="3091" y="10496"/>
                  </a:lnTo>
                  <a:lnTo>
                    <a:pt x="6909" y="11056"/>
                  </a:lnTo>
                  <a:lnTo>
                    <a:pt x="9055" y="10324"/>
                  </a:lnTo>
                  <a:lnTo>
                    <a:pt x="8650" y="6895"/>
                  </a:lnTo>
                  <a:lnTo>
                    <a:pt x="10018" y="434"/>
                  </a:lnTo>
                  <a:lnTo>
                    <a:pt x="15257" y="2324"/>
                  </a:lnTo>
                  <a:lnTo>
                    <a:pt x="16800" y="2040"/>
                  </a:lnTo>
                  <a:lnTo>
                    <a:pt x="170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h4234"/>
            <p:cNvSpPr/>
            <p:nvPr/>
          </p:nvSpPr>
          <p:spPr>
            <a:xfrm>
              <a:off x="6483657" y="2894888"/>
              <a:ext cx="17475" cy="14514"/>
            </a:xfrm>
            <a:custGeom>
              <a:avLst/>
              <a:pathLst>
                <a:path w="17475" h="14514">
                  <a:moveTo>
                    <a:pt x="6588" y="2026"/>
                  </a:moveTo>
                  <a:lnTo>
                    <a:pt x="9425" y="2061"/>
                  </a:lnTo>
                  <a:lnTo>
                    <a:pt x="15924" y="1458"/>
                  </a:lnTo>
                  <a:lnTo>
                    <a:pt x="17475" y="2384"/>
                  </a:lnTo>
                  <a:lnTo>
                    <a:pt x="16147" y="8362"/>
                  </a:lnTo>
                  <a:lnTo>
                    <a:pt x="16416" y="10022"/>
                  </a:lnTo>
                  <a:lnTo>
                    <a:pt x="12530" y="14001"/>
                  </a:lnTo>
                  <a:lnTo>
                    <a:pt x="5394" y="14514"/>
                  </a:lnTo>
                  <a:lnTo>
                    <a:pt x="3903" y="14058"/>
                  </a:lnTo>
                  <a:lnTo>
                    <a:pt x="0" y="14211"/>
                  </a:lnTo>
                  <a:lnTo>
                    <a:pt x="300" y="1620"/>
                  </a:lnTo>
                  <a:lnTo>
                    <a:pt x="779" y="759"/>
                  </a:lnTo>
                  <a:lnTo>
                    <a:pt x="273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h4235"/>
            <p:cNvSpPr/>
            <p:nvPr/>
          </p:nvSpPr>
          <p:spPr>
            <a:xfrm>
              <a:off x="6404206" y="2965664"/>
              <a:ext cx="23492" cy="14499"/>
            </a:xfrm>
            <a:custGeom>
              <a:avLst/>
              <a:pathLst>
                <a:path w="23492" h="14499">
                  <a:moveTo>
                    <a:pt x="17928" y="0"/>
                  </a:moveTo>
                  <a:lnTo>
                    <a:pt x="18037" y="1024"/>
                  </a:lnTo>
                  <a:lnTo>
                    <a:pt x="19415" y="2281"/>
                  </a:lnTo>
                  <a:lnTo>
                    <a:pt x="21333" y="1994"/>
                  </a:lnTo>
                  <a:lnTo>
                    <a:pt x="23492" y="4544"/>
                  </a:lnTo>
                  <a:lnTo>
                    <a:pt x="20260" y="9274"/>
                  </a:lnTo>
                  <a:lnTo>
                    <a:pt x="15999" y="12365"/>
                  </a:lnTo>
                  <a:lnTo>
                    <a:pt x="12907" y="14323"/>
                  </a:lnTo>
                  <a:lnTo>
                    <a:pt x="10222" y="12911"/>
                  </a:lnTo>
                  <a:lnTo>
                    <a:pt x="8168" y="13125"/>
                  </a:lnTo>
                  <a:lnTo>
                    <a:pt x="6147" y="14499"/>
                  </a:lnTo>
                  <a:lnTo>
                    <a:pt x="3697" y="10306"/>
                  </a:lnTo>
                  <a:lnTo>
                    <a:pt x="0" y="6320"/>
                  </a:lnTo>
                  <a:lnTo>
                    <a:pt x="590" y="3949"/>
                  </a:lnTo>
                  <a:lnTo>
                    <a:pt x="2944" y="1904"/>
                  </a:lnTo>
                  <a:lnTo>
                    <a:pt x="4893" y="1759"/>
                  </a:lnTo>
                  <a:lnTo>
                    <a:pt x="6697" y="864"/>
                  </a:lnTo>
                  <a:lnTo>
                    <a:pt x="7893" y="243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h4236"/>
            <p:cNvSpPr/>
            <p:nvPr/>
          </p:nvSpPr>
          <p:spPr>
            <a:xfrm>
              <a:off x="6354327" y="2850441"/>
              <a:ext cx="22889" cy="19740"/>
            </a:xfrm>
            <a:custGeom>
              <a:avLst/>
              <a:pathLst>
                <a:path w="22889" h="19740">
                  <a:moveTo>
                    <a:pt x="16082" y="0"/>
                  </a:moveTo>
                  <a:lnTo>
                    <a:pt x="13291" y="3896"/>
                  </a:lnTo>
                  <a:lnTo>
                    <a:pt x="14485" y="8830"/>
                  </a:lnTo>
                  <a:lnTo>
                    <a:pt x="18818" y="8632"/>
                  </a:lnTo>
                  <a:lnTo>
                    <a:pt x="21085" y="9703"/>
                  </a:lnTo>
                  <a:lnTo>
                    <a:pt x="22889" y="14496"/>
                  </a:lnTo>
                  <a:lnTo>
                    <a:pt x="22454" y="15885"/>
                  </a:lnTo>
                  <a:lnTo>
                    <a:pt x="17455" y="18682"/>
                  </a:lnTo>
                  <a:lnTo>
                    <a:pt x="11268" y="19740"/>
                  </a:lnTo>
                  <a:lnTo>
                    <a:pt x="8719" y="18140"/>
                  </a:lnTo>
                  <a:lnTo>
                    <a:pt x="6685" y="15445"/>
                  </a:lnTo>
                  <a:lnTo>
                    <a:pt x="0" y="15768"/>
                  </a:lnTo>
                  <a:lnTo>
                    <a:pt x="39" y="10014"/>
                  </a:lnTo>
                  <a:lnTo>
                    <a:pt x="733" y="6953"/>
                  </a:lnTo>
                  <a:lnTo>
                    <a:pt x="3477" y="4998"/>
                  </a:lnTo>
                  <a:lnTo>
                    <a:pt x="7815" y="4435"/>
                  </a:lnTo>
                  <a:lnTo>
                    <a:pt x="8114" y="3056"/>
                  </a:lnTo>
                  <a:lnTo>
                    <a:pt x="10539" y="226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h4237"/>
            <p:cNvSpPr/>
            <p:nvPr/>
          </p:nvSpPr>
          <p:spPr>
            <a:xfrm>
              <a:off x="6521250" y="2909442"/>
              <a:ext cx="21780" cy="30570"/>
            </a:xfrm>
            <a:custGeom>
              <a:avLst/>
              <a:pathLst>
                <a:path w="21780" h="30570">
                  <a:moveTo>
                    <a:pt x="12899" y="2131"/>
                  </a:moveTo>
                  <a:lnTo>
                    <a:pt x="14904" y="5804"/>
                  </a:lnTo>
                  <a:lnTo>
                    <a:pt x="20815" y="12837"/>
                  </a:lnTo>
                  <a:lnTo>
                    <a:pt x="19697" y="14868"/>
                  </a:lnTo>
                  <a:lnTo>
                    <a:pt x="17708" y="16149"/>
                  </a:lnTo>
                  <a:lnTo>
                    <a:pt x="16806" y="19326"/>
                  </a:lnTo>
                  <a:lnTo>
                    <a:pt x="17527" y="22878"/>
                  </a:lnTo>
                  <a:lnTo>
                    <a:pt x="19504" y="24667"/>
                  </a:lnTo>
                  <a:lnTo>
                    <a:pt x="21780" y="29717"/>
                  </a:lnTo>
                  <a:lnTo>
                    <a:pt x="19255" y="30570"/>
                  </a:lnTo>
                  <a:lnTo>
                    <a:pt x="16824" y="29500"/>
                  </a:lnTo>
                  <a:lnTo>
                    <a:pt x="13725" y="29356"/>
                  </a:lnTo>
                  <a:lnTo>
                    <a:pt x="12767" y="29919"/>
                  </a:lnTo>
                  <a:lnTo>
                    <a:pt x="12378" y="27537"/>
                  </a:lnTo>
                  <a:lnTo>
                    <a:pt x="9640" y="23465"/>
                  </a:lnTo>
                  <a:lnTo>
                    <a:pt x="8375" y="22596"/>
                  </a:lnTo>
                  <a:lnTo>
                    <a:pt x="7469" y="14341"/>
                  </a:lnTo>
                  <a:lnTo>
                    <a:pt x="8992" y="9516"/>
                  </a:lnTo>
                  <a:lnTo>
                    <a:pt x="6753" y="8645"/>
                  </a:lnTo>
                  <a:lnTo>
                    <a:pt x="3618" y="2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h4238"/>
            <p:cNvSpPr/>
            <p:nvPr/>
          </p:nvSpPr>
          <p:spPr>
            <a:xfrm>
              <a:off x="6403145" y="2865842"/>
              <a:ext cx="25458" cy="30854"/>
            </a:xfrm>
            <a:custGeom>
              <a:avLst/>
              <a:pathLst>
                <a:path w="25458" h="30854">
                  <a:moveTo>
                    <a:pt x="20965" y="1906"/>
                  </a:moveTo>
                  <a:lnTo>
                    <a:pt x="20380" y="2719"/>
                  </a:lnTo>
                  <a:lnTo>
                    <a:pt x="23561" y="1407"/>
                  </a:lnTo>
                  <a:lnTo>
                    <a:pt x="25139" y="3710"/>
                  </a:lnTo>
                  <a:lnTo>
                    <a:pt x="25458" y="7299"/>
                  </a:lnTo>
                  <a:lnTo>
                    <a:pt x="23240" y="8277"/>
                  </a:lnTo>
                  <a:lnTo>
                    <a:pt x="20927" y="11789"/>
                  </a:lnTo>
                  <a:lnTo>
                    <a:pt x="21817" y="13785"/>
                  </a:lnTo>
                  <a:lnTo>
                    <a:pt x="20457" y="15208"/>
                  </a:lnTo>
                  <a:lnTo>
                    <a:pt x="16476" y="23765"/>
                  </a:lnTo>
                  <a:lnTo>
                    <a:pt x="12415" y="27766"/>
                  </a:lnTo>
                  <a:lnTo>
                    <a:pt x="11157" y="30854"/>
                  </a:lnTo>
                  <a:lnTo>
                    <a:pt x="8329" y="30624"/>
                  </a:lnTo>
                  <a:lnTo>
                    <a:pt x="3341" y="22459"/>
                  </a:lnTo>
                  <a:lnTo>
                    <a:pt x="0" y="20339"/>
                  </a:lnTo>
                  <a:lnTo>
                    <a:pt x="4168" y="15788"/>
                  </a:lnTo>
                  <a:lnTo>
                    <a:pt x="3580" y="13791"/>
                  </a:lnTo>
                  <a:lnTo>
                    <a:pt x="5448" y="11624"/>
                  </a:lnTo>
                  <a:lnTo>
                    <a:pt x="3651" y="8041"/>
                  </a:lnTo>
                  <a:lnTo>
                    <a:pt x="4034" y="4957"/>
                  </a:lnTo>
                  <a:lnTo>
                    <a:pt x="5643" y="5087"/>
                  </a:lnTo>
                  <a:lnTo>
                    <a:pt x="6709" y="3735"/>
                  </a:lnTo>
                  <a:lnTo>
                    <a:pt x="7956" y="3469"/>
                  </a:lnTo>
                  <a:lnTo>
                    <a:pt x="8829" y="6093"/>
                  </a:lnTo>
                  <a:lnTo>
                    <a:pt x="10264" y="3613"/>
                  </a:lnTo>
                  <a:lnTo>
                    <a:pt x="14446" y="2784"/>
                  </a:lnTo>
                  <a:lnTo>
                    <a:pt x="1926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h4239"/>
            <p:cNvSpPr/>
            <p:nvPr/>
          </p:nvSpPr>
          <p:spPr>
            <a:xfrm>
              <a:off x="6505347" y="2916390"/>
              <a:ext cx="20943" cy="30511"/>
            </a:xfrm>
            <a:custGeom>
              <a:avLst/>
              <a:pathLst>
                <a:path w="20943" h="30511">
                  <a:moveTo>
                    <a:pt x="6782" y="1651"/>
                  </a:moveTo>
                  <a:lnTo>
                    <a:pt x="10039" y="420"/>
                  </a:lnTo>
                  <a:lnTo>
                    <a:pt x="10973" y="1119"/>
                  </a:lnTo>
                  <a:lnTo>
                    <a:pt x="11666" y="6163"/>
                  </a:lnTo>
                  <a:lnTo>
                    <a:pt x="17932" y="10448"/>
                  </a:lnTo>
                  <a:lnTo>
                    <a:pt x="18138" y="12539"/>
                  </a:lnTo>
                  <a:lnTo>
                    <a:pt x="19942" y="15030"/>
                  </a:lnTo>
                  <a:lnTo>
                    <a:pt x="20943" y="20309"/>
                  </a:lnTo>
                  <a:lnTo>
                    <a:pt x="12362" y="28156"/>
                  </a:lnTo>
                  <a:lnTo>
                    <a:pt x="7742" y="30511"/>
                  </a:lnTo>
                  <a:lnTo>
                    <a:pt x="4646" y="28337"/>
                  </a:lnTo>
                  <a:lnTo>
                    <a:pt x="3969" y="26687"/>
                  </a:lnTo>
                  <a:lnTo>
                    <a:pt x="5736" y="26488"/>
                  </a:lnTo>
                  <a:lnTo>
                    <a:pt x="5568" y="22671"/>
                  </a:lnTo>
                  <a:lnTo>
                    <a:pt x="2592" y="19305"/>
                  </a:lnTo>
                  <a:lnTo>
                    <a:pt x="0" y="14265"/>
                  </a:lnTo>
                  <a:lnTo>
                    <a:pt x="523" y="10299"/>
                  </a:lnTo>
                  <a:lnTo>
                    <a:pt x="1762" y="8688"/>
                  </a:lnTo>
                  <a:lnTo>
                    <a:pt x="1117" y="6897"/>
                  </a:lnTo>
                  <a:lnTo>
                    <a:pt x="3168" y="5328"/>
                  </a:lnTo>
                  <a:lnTo>
                    <a:pt x="3886" y="2788"/>
                  </a:lnTo>
                  <a:lnTo>
                    <a:pt x="319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h4240"/>
            <p:cNvSpPr/>
            <p:nvPr/>
          </p:nvSpPr>
          <p:spPr>
            <a:xfrm>
              <a:off x="6422415" y="2953478"/>
              <a:ext cx="36528" cy="24132"/>
            </a:xfrm>
            <a:custGeom>
              <a:avLst/>
              <a:pathLst>
                <a:path w="36528" h="24132">
                  <a:moveTo>
                    <a:pt x="8729" y="495"/>
                  </a:moveTo>
                  <a:lnTo>
                    <a:pt x="13440" y="3623"/>
                  </a:lnTo>
                  <a:lnTo>
                    <a:pt x="19797" y="5533"/>
                  </a:lnTo>
                  <a:lnTo>
                    <a:pt x="22417" y="4888"/>
                  </a:lnTo>
                  <a:lnTo>
                    <a:pt x="30272" y="6751"/>
                  </a:lnTo>
                  <a:lnTo>
                    <a:pt x="36528" y="9376"/>
                  </a:lnTo>
                  <a:lnTo>
                    <a:pt x="30270" y="19171"/>
                  </a:lnTo>
                  <a:lnTo>
                    <a:pt x="29113" y="22628"/>
                  </a:lnTo>
                  <a:lnTo>
                    <a:pt x="26273" y="23075"/>
                  </a:lnTo>
                  <a:lnTo>
                    <a:pt x="23597" y="22334"/>
                  </a:lnTo>
                  <a:lnTo>
                    <a:pt x="14805" y="22448"/>
                  </a:lnTo>
                  <a:lnTo>
                    <a:pt x="9020" y="24132"/>
                  </a:lnTo>
                  <a:lnTo>
                    <a:pt x="2051" y="21460"/>
                  </a:lnTo>
                  <a:lnTo>
                    <a:pt x="5284" y="16730"/>
                  </a:lnTo>
                  <a:lnTo>
                    <a:pt x="3124" y="14180"/>
                  </a:lnTo>
                  <a:lnTo>
                    <a:pt x="3030" y="10252"/>
                  </a:lnTo>
                  <a:lnTo>
                    <a:pt x="756" y="8542"/>
                  </a:lnTo>
                  <a:lnTo>
                    <a:pt x="0" y="7198"/>
                  </a:lnTo>
                  <a:lnTo>
                    <a:pt x="373" y="5917"/>
                  </a:lnTo>
                  <a:lnTo>
                    <a:pt x="3919" y="2752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h4241"/>
            <p:cNvSpPr/>
            <p:nvPr/>
          </p:nvSpPr>
          <p:spPr>
            <a:xfrm>
              <a:off x="6501476" y="2881449"/>
              <a:ext cx="18533" cy="16334"/>
            </a:xfrm>
            <a:custGeom>
              <a:avLst/>
              <a:pathLst>
                <a:path w="18533" h="16334">
                  <a:moveTo>
                    <a:pt x="10291" y="0"/>
                  </a:moveTo>
                  <a:lnTo>
                    <a:pt x="13508" y="1062"/>
                  </a:lnTo>
                  <a:lnTo>
                    <a:pt x="15667" y="3075"/>
                  </a:lnTo>
                  <a:lnTo>
                    <a:pt x="13290" y="5327"/>
                  </a:lnTo>
                  <a:lnTo>
                    <a:pt x="13441" y="6272"/>
                  </a:lnTo>
                  <a:lnTo>
                    <a:pt x="14304" y="7439"/>
                  </a:lnTo>
                  <a:lnTo>
                    <a:pt x="17040" y="7950"/>
                  </a:lnTo>
                  <a:lnTo>
                    <a:pt x="18533" y="9387"/>
                  </a:lnTo>
                  <a:lnTo>
                    <a:pt x="18242" y="10118"/>
                  </a:lnTo>
                  <a:lnTo>
                    <a:pt x="16846" y="10430"/>
                  </a:lnTo>
                  <a:lnTo>
                    <a:pt x="14413" y="14738"/>
                  </a:lnTo>
                  <a:lnTo>
                    <a:pt x="14592" y="16334"/>
                  </a:lnTo>
                  <a:lnTo>
                    <a:pt x="12823" y="14123"/>
                  </a:lnTo>
                  <a:lnTo>
                    <a:pt x="12514" y="11608"/>
                  </a:lnTo>
                  <a:lnTo>
                    <a:pt x="10735" y="9820"/>
                  </a:lnTo>
                  <a:lnTo>
                    <a:pt x="2391" y="4146"/>
                  </a:lnTo>
                  <a:lnTo>
                    <a:pt x="0" y="3632"/>
                  </a:lnTo>
                  <a:lnTo>
                    <a:pt x="5808" y="955"/>
                  </a:lnTo>
                  <a:lnTo>
                    <a:pt x="6410" y="29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h4242"/>
            <p:cNvSpPr/>
            <p:nvPr/>
          </p:nvSpPr>
          <p:spPr>
            <a:xfrm>
              <a:off x="6337660" y="2914832"/>
              <a:ext cx="36848" cy="35843"/>
            </a:xfrm>
            <a:custGeom>
              <a:avLst/>
              <a:pathLst>
                <a:path w="36848" h="35843">
                  <a:moveTo>
                    <a:pt x="23924" y="328"/>
                  </a:moveTo>
                  <a:lnTo>
                    <a:pt x="26335" y="5634"/>
                  </a:lnTo>
                  <a:lnTo>
                    <a:pt x="27793" y="7064"/>
                  </a:lnTo>
                  <a:lnTo>
                    <a:pt x="33090" y="5242"/>
                  </a:lnTo>
                  <a:lnTo>
                    <a:pt x="34566" y="1864"/>
                  </a:lnTo>
                  <a:lnTo>
                    <a:pt x="35094" y="2206"/>
                  </a:lnTo>
                  <a:lnTo>
                    <a:pt x="36062" y="9020"/>
                  </a:lnTo>
                  <a:lnTo>
                    <a:pt x="34682" y="16688"/>
                  </a:lnTo>
                  <a:lnTo>
                    <a:pt x="31618" y="23830"/>
                  </a:lnTo>
                  <a:lnTo>
                    <a:pt x="32557" y="26361"/>
                  </a:lnTo>
                  <a:lnTo>
                    <a:pt x="34797" y="26066"/>
                  </a:lnTo>
                  <a:lnTo>
                    <a:pt x="36848" y="27327"/>
                  </a:lnTo>
                  <a:lnTo>
                    <a:pt x="36435" y="29867"/>
                  </a:lnTo>
                  <a:lnTo>
                    <a:pt x="33860" y="30607"/>
                  </a:lnTo>
                  <a:lnTo>
                    <a:pt x="28296" y="28890"/>
                  </a:lnTo>
                  <a:lnTo>
                    <a:pt x="22058" y="28211"/>
                  </a:lnTo>
                  <a:lnTo>
                    <a:pt x="16515" y="27592"/>
                  </a:lnTo>
                  <a:lnTo>
                    <a:pt x="9409" y="29982"/>
                  </a:lnTo>
                  <a:lnTo>
                    <a:pt x="3049" y="33776"/>
                  </a:lnTo>
                  <a:lnTo>
                    <a:pt x="1442" y="35146"/>
                  </a:lnTo>
                  <a:lnTo>
                    <a:pt x="1600" y="35843"/>
                  </a:lnTo>
                  <a:lnTo>
                    <a:pt x="427" y="33798"/>
                  </a:lnTo>
                  <a:lnTo>
                    <a:pt x="1082" y="31954"/>
                  </a:lnTo>
                  <a:lnTo>
                    <a:pt x="0" y="30054"/>
                  </a:lnTo>
                  <a:lnTo>
                    <a:pt x="221" y="26299"/>
                  </a:lnTo>
                  <a:lnTo>
                    <a:pt x="2896" y="23852"/>
                  </a:lnTo>
                  <a:lnTo>
                    <a:pt x="15386" y="22796"/>
                  </a:lnTo>
                  <a:lnTo>
                    <a:pt x="14443" y="19416"/>
                  </a:lnTo>
                  <a:lnTo>
                    <a:pt x="14629" y="16180"/>
                  </a:lnTo>
                  <a:lnTo>
                    <a:pt x="16247" y="12122"/>
                  </a:lnTo>
                  <a:lnTo>
                    <a:pt x="18960" y="10402"/>
                  </a:lnTo>
                  <a:lnTo>
                    <a:pt x="20457" y="6689"/>
                  </a:lnTo>
                  <a:lnTo>
                    <a:pt x="21369" y="3251"/>
                  </a:lnTo>
                  <a:lnTo>
                    <a:pt x="20095" y="973"/>
                  </a:lnTo>
                  <a:lnTo>
                    <a:pt x="223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h4243"/>
            <p:cNvSpPr/>
            <p:nvPr/>
          </p:nvSpPr>
          <p:spPr>
            <a:xfrm>
              <a:off x="6306656" y="2881281"/>
              <a:ext cx="22078" cy="10823"/>
            </a:xfrm>
            <a:custGeom>
              <a:avLst/>
              <a:pathLst>
                <a:path w="22078" h="10823">
                  <a:moveTo>
                    <a:pt x="17851" y="0"/>
                  </a:moveTo>
                  <a:lnTo>
                    <a:pt x="21333" y="1247"/>
                  </a:lnTo>
                  <a:lnTo>
                    <a:pt x="22078" y="5303"/>
                  </a:lnTo>
                  <a:lnTo>
                    <a:pt x="18921" y="5134"/>
                  </a:lnTo>
                  <a:lnTo>
                    <a:pt x="16563" y="6499"/>
                  </a:lnTo>
                  <a:lnTo>
                    <a:pt x="16475" y="10480"/>
                  </a:lnTo>
                  <a:lnTo>
                    <a:pt x="14902" y="10823"/>
                  </a:lnTo>
                  <a:lnTo>
                    <a:pt x="3904" y="7262"/>
                  </a:lnTo>
                  <a:lnTo>
                    <a:pt x="153" y="7524"/>
                  </a:lnTo>
                  <a:lnTo>
                    <a:pt x="0" y="5074"/>
                  </a:lnTo>
                  <a:lnTo>
                    <a:pt x="1850" y="401"/>
                  </a:lnTo>
                  <a:lnTo>
                    <a:pt x="7857" y="1307"/>
                  </a:lnTo>
                  <a:lnTo>
                    <a:pt x="9325" y="1107"/>
                  </a:lnTo>
                  <a:lnTo>
                    <a:pt x="9346" y="58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h4244"/>
            <p:cNvSpPr/>
            <p:nvPr/>
          </p:nvSpPr>
          <p:spPr>
            <a:xfrm>
              <a:off x="6393607" y="2978592"/>
              <a:ext cx="20593" cy="29264"/>
            </a:xfrm>
            <a:custGeom>
              <a:avLst/>
              <a:pathLst>
                <a:path w="20593" h="29264">
                  <a:moveTo>
                    <a:pt x="6126" y="648"/>
                  </a:moveTo>
                  <a:lnTo>
                    <a:pt x="10432" y="2983"/>
                  </a:lnTo>
                  <a:lnTo>
                    <a:pt x="12978" y="3093"/>
                  </a:lnTo>
                  <a:lnTo>
                    <a:pt x="15907" y="2113"/>
                  </a:lnTo>
                  <a:lnTo>
                    <a:pt x="20593" y="7752"/>
                  </a:lnTo>
                  <a:lnTo>
                    <a:pt x="17796" y="14682"/>
                  </a:lnTo>
                  <a:lnTo>
                    <a:pt x="15457" y="15801"/>
                  </a:lnTo>
                  <a:lnTo>
                    <a:pt x="18183" y="22396"/>
                  </a:lnTo>
                  <a:lnTo>
                    <a:pt x="19631" y="24385"/>
                  </a:lnTo>
                  <a:lnTo>
                    <a:pt x="14174" y="26888"/>
                  </a:lnTo>
                  <a:lnTo>
                    <a:pt x="9400" y="26019"/>
                  </a:lnTo>
                  <a:lnTo>
                    <a:pt x="6513" y="26442"/>
                  </a:lnTo>
                  <a:lnTo>
                    <a:pt x="5030" y="29264"/>
                  </a:lnTo>
                  <a:lnTo>
                    <a:pt x="2921" y="26765"/>
                  </a:lnTo>
                  <a:lnTo>
                    <a:pt x="2257" y="21184"/>
                  </a:lnTo>
                  <a:lnTo>
                    <a:pt x="504" y="20094"/>
                  </a:lnTo>
                  <a:lnTo>
                    <a:pt x="0" y="11072"/>
                  </a:lnTo>
                  <a:lnTo>
                    <a:pt x="707" y="4497"/>
                  </a:lnTo>
                  <a:lnTo>
                    <a:pt x="1376" y="4546"/>
                  </a:lnTo>
                  <a:lnTo>
                    <a:pt x="1893" y="3055"/>
                  </a:lnTo>
                  <a:lnTo>
                    <a:pt x="981" y="637"/>
                  </a:lnTo>
                  <a:lnTo>
                    <a:pt x="2365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h4245"/>
            <p:cNvSpPr/>
            <p:nvPr/>
          </p:nvSpPr>
          <p:spPr>
            <a:xfrm>
              <a:off x="6377996" y="3002840"/>
              <a:ext cx="69774" cy="53658"/>
            </a:xfrm>
            <a:custGeom>
              <a:avLst/>
              <a:pathLst>
                <a:path w="69774" h="53658">
                  <a:moveTo>
                    <a:pt x="39360" y="0"/>
                  </a:moveTo>
                  <a:lnTo>
                    <a:pt x="41361" y="1367"/>
                  </a:lnTo>
                  <a:lnTo>
                    <a:pt x="42849" y="5367"/>
                  </a:lnTo>
                  <a:lnTo>
                    <a:pt x="46929" y="3637"/>
                  </a:lnTo>
                  <a:lnTo>
                    <a:pt x="60133" y="13538"/>
                  </a:lnTo>
                  <a:lnTo>
                    <a:pt x="66752" y="11794"/>
                  </a:lnTo>
                  <a:lnTo>
                    <a:pt x="69774" y="14315"/>
                  </a:lnTo>
                  <a:lnTo>
                    <a:pt x="67600" y="15569"/>
                  </a:lnTo>
                  <a:lnTo>
                    <a:pt x="68308" y="19623"/>
                  </a:lnTo>
                  <a:lnTo>
                    <a:pt x="67350" y="25210"/>
                  </a:lnTo>
                  <a:lnTo>
                    <a:pt x="65710" y="27291"/>
                  </a:lnTo>
                  <a:lnTo>
                    <a:pt x="63162" y="27952"/>
                  </a:lnTo>
                  <a:lnTo>
                    <a:pt x="60269" y="30546"/>
                  </a:lnTo>
                  <a:lnTo>
                    <a:pt x="59208" y="33193"/>
                  </a:lnTo>
                  <a:lnTo>
                    <a:pt x="58996" y="37377"/>
                  </a:lnTo>
                  <a:lnTo>
                    <a:pt x="56381" y="40114"/>
                  </a:lnTo>
                  <a:lnTo>
                    <a:pt x="54263" y="38559"/>
                  </a:lnTo>
                  <a:lnTo>
                    <a:pt x="51753" y="39229"/>
                  </a:lnTo>
                  <a:lnTo>
                    <a:pt x="51192" y="42174"/>
                  </a:lnTo>
                  <a:lnTo>
                    <a:pt x="49586" y="44162"/>
                  </a:lnTo>
                  <a:lnTo>
                    <a:pt x="42250" y="52218"/>
                  </a:lnTo>
                  <a:lnTo>
                    <a:pt x="39494" y="53658"/>
                  </a:lnTo>
                  <a:lnTo>
                    <a:pt x="34994" y="52539"/>
                  </a:lnTo>
                  <a:lnTo>
                    <a:pt x="30909" y="49762"/>
                  </a:lnTo>
                  <a:lnTo>
                    <a:pt x="22226" y="53458"/>
                  </a:lnTo>
                  <a:lnTo>
                    <a:pt x="16586" y="49389"/>
                  </a:lnTo>
                  <a:lnTo>
                    <a:pt x="14984" y="46106"/>
                  </a:lnTo>
                  <a:lnTo>
                    <a:pt x="5214" y="47154"/>
                  </a:lnTo>
                  <a:lnTo>
                    <a:pt x="4118" y="43660"/>
                  </a:lnTo>
                  <a:lnTo>
                    <a:pt x="2508" y="42794"/>
                  </a:lnTo>
                  <a:lnTo>
                    <a:pt x="850" y="38572"/>
                  </a:lnTo>
                  <a:lnTo>
                    <a:pt x="348" y="36637"/>
                  </a:lnTo>
                  <a:lnTo>
                    <a:pt x="1718" y="34572"/>
                  </a:lnTo>
                  <a:lnTo>
                    <a:pt x="1165" y="31420"/>
                  </a:lnTo>
                  <a:lnTo>
                    <a:pt x="0" y="29786"/>
                  </a:lnTo>
                  <a:lnTo>
                    <a:pt x="3494" y="25180"/>
                  </a:lnTo>
                  <a:lnTo>
                    <a:pt x="7099" y="25189"/>
                  </a:lnTo>
                  <a:lnTo>
                    <a:pt x="7762" y="24855"/>
                  </a:lnTo>
                  <a:lnTo>
                    <a:pt x="14568" y="28684"/>
                  </a:lnTo>
                  <a:lnTo>
                    <a:pt x="18171" y="29244"/>
                  </a:lnTo>
                  <a:lnTo>
                    <a:pt x="18790" y="27201"/>
                  </a:lnTo>
                  <a:lnTo>
                    <a:pt x="17460" y="20272"/>
                  </a:lnTo>
                  <a:lnTo>
                    <a:pt x="19025" y="18126"/>
                  </a:lnTo>
                  <a:lnTo>
                    <a:pt x="19683" y="5641"/>
                  </a:lnTo>
                  <a:lnTo>
                    <a:pt x="20641" y="5016"/>
                  </a:lnTo>
                  <a:lnTo>
                    <a:pt x="22123" y="2194"/>
                  </a:lnTo>
                  <a:lnTo>
                    <a:pt x="25011" y="1771"/>
                  </a:lnTo>
                  <a:lnTo>
                    <a:pt x="29785" y="2640"/>
                  </a:lnTo>
                  <a:lnTo>
                    <a:pt x="35242" y="13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h4246"/>
            <p:cNvSpPr/>
            <p:nvPr/>
          </p:nvSpPr>
          <p:spPr>
            <a:xfrm>
              <a:off x="6475682" y="2888109"/>
              <a:ext cx="17841" cy="10244"/>
            </a:xfrm>
            <a:custGeom>
              <a:avLst/>
              <a:pathLst>
                <a:path w="17841" h="10244">
                  <a:moveTo>
                    <a:pt x="7853" y="0"/>
                  </a:moveTo>
                  <a:lnTo>
                    <a:pt x="9480" y="804"/>
                  </a:lnTo>
                  <a:lnTo>
                    <a:pt x="13854" y="439"/>
                  </a:lnTo>
                  <a:lnTo>
                    <a:pt x="15825" y="2777"/>
                  </a:lnTo>
                  <a:lnTo>
                    <a:pt x="17841" y="3381"/>
                  </a:lnTo>
                  <a:lnTo>
                    <a:pt x="17400" y="8840"/>
                  </a:lnTo>
                  <a:lnTo>
                    <a:pt x="14562" y="8804"/>
                  </a:lnTo>
                  <a:lnTo>
                    <a:pt x="10709" y="6778"/>
                  </a:lnTo>
                  <a:lnTo>
                    <a:pt x="8754" y="7538"/>
                  </a:lnTo>
                  <a:lnTo>
                    <a:pt x="8275" y="8399"/>
                  </a:lnTo>
                  <a:lnTo>
                    <a:pt x="6428" y="7693"/>
                  </a:lnTo>
                  <a:lnTo>
                    <a:pt x="4966" y="10244"/>
                  </a:lnTo>
                  <a:lnTo>
                    <a:pt x="0" y="8199"/>
                  </a:lnTo>
                  <a:lnTo>
                    <a:pt x="3433" y="6207"/>
                  </a:lnTo>
                  <a:lnTo>
                    <a:pt x="2758" y="2820"/>
                  </a:lnTo>
                  <a:lnTo>
                    <a:pt x="3734" y="50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h4247"/>
            <p:cNvSpPr/>
            <p:nvPr/>
          </p:nvSpPr>
          <p:spPr>
            <a:xfrm>
              <a:off x="6448527" y="2897650"/>
              <a:ext cx="21024" cy="18718"/>
            </a:xfrm>
            <a:custGeom>
              <a:avLst/>
              <a:pathLst>
                <a:path w="21024" h="18718">
                  <a:moveTo>
                    <a:pt x="21024" y="5379"/>
                  </a:moveTo>
                  <a:lnTo>
                    <a:pt x="18199" y="11014"/>
                  </a:lnTo>
                  <a:lnTo>
                    <a:pt x="19874" y="15981"/>
                  </a:lnTo>
                  <a:lnTo>
                    <a:pt x="15230" y="16357"/>
                  </a:lnTo>
                  <a:lnTo>
                    <a:pt x="13990" y="18718"/>
                  </a:lnTo>
                  <a:lnTo>
                    <a:pt x="11887" y="18327"/>
                  </a:lnTo>
                  <a:lnTo>
                    <a:pt x="12196" y="15006"/>
                  </a:lnTo>
                  <a:lnTo>
                    <a:pt x="10379" y="11333"/>
                  </a:lnTo>
                  <a:lnTo>
                    <a:pt x="2749" y="10295"/>
                  </a:lnTo>
                  <a:lnTo>
                    <a:pt x="418" y="8938"/>
                  </a:lnTo>
                  <a:lnTo>
                    <a:pt x="711" y="6992"/>
                  </a:lnTo>
                  <a:lnTo>
                    <a:pt x="0" y="3576"/>
                  </a:lnTo>
                  <a:lnTo>
                    <a:pt x="2527" y="2062"/>
                  </a:lnTo>
                  <a:lnTo>
                    <a:pt x="6224" y="1060"/>
                  </a:lnTo>
                  <a:lnTo>
                    <a:pt x="7866" y="2136"/>
                  </a:lnTo>
                  <a:lnTo>
                    <a:pt x="10774" y="2021"/>
                  </a:lnTo>
                  <a:lnTo>
                    <a:pt x="1952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h4248"/>
            <p:cNvSpPr/>
            <p:nvPr/>
          </p:nvSpPr>
          <p:spPr>
            <a:xfrm>
              <a:off x="6462405" y="3026217"/>
              <a:ext cx="75212" cy="51114"/>
            </a:xfrm>
            <a:custGeom>
              <a:avLst/>
              <a:pathLst>
                <a:path w="75212" h="51114">
                  <a:moveTo>
                    <a:pt x="50216" y="2215"/>
                  </a:moveTo>
                  <a:lnTo>
                    <a:pt x="52018" y="6155"/>
                  </a:lnTo>
                  <a:lnTo>
                    <a:pt x="54912" y="6849"/>
                  </a:lnTo>
                  <a:lnTo>
                    <a:pt x="57977" y="3145"/>
                  </a:lnTo>
                  <a:lnTo>
                    <a:pt x="60702" y="2952"/>
                  </a:lnTo>
                  <a:lnTo>
                    <a:pt x="61486" y="3465"/>
                  </a:lnTo>
                  <a:lnTo>
                    <a:pt x="66236" y="2872"/>
                  </a:lnTo>
                  <a:lnTo>
                    <a:pt x="67339" y="1620"/>
                  </a:lnTo>
                  <a:lnTo>
                    <a:pt x="72221" y="6374"/>
                  </a:lnTo>
                  <a:lnTo>
                    <a:pt x="71583" y="9554"/>
                  </a:lnTo>
                  <a:lnTo>
                    <a:pt x="72718" y="12715"/>
                  </a:lnTo>
                  <a:lnTo>
                    <a:pt x="73076" y="16683"/>
                  </a:lnTo>
                  <a:lnTo>
                    <a:pt x="71844" y="23371"/>
                  </a:lnTo>
                  <a:lnTo>
                    <a:pt x="72611" y="29619"/>
                  </a:lnTo>
                  <a:lnTo>
                    <a:pt x="74769" y="36983"/>
                  </a:lnTo>
                  <a:lnTo>
                    <a:pt x="73708" y="43473"/>
                  </a:lnTo>
                  <a:lnTo>
                    <a:pt x="75212" y="47629"/>
                  </a:lnTo>
                  <a:lnTo>
                    <a:pt x="73721" y="47790"/>
                  </a:lnTo>
                  <a:lnTo>
                    <a:pt x="68671" y="46368"/>
                  </a:lnTo>
                  <a:lnTo>
                    <a:pt x="64937" y="49546"/>
                  </a:lnTo>
                  <a:lnTo>
                    <a:pt x="64288" y="51114"/>
                  </a:lnTo>
                  <a:lnTo>
                    <a:pt x="59242" y="50996"/>
                  </a:lnTo>
                  <a:lnTo>
                    <a:pt x="57130" y="46075"/>
                  </a:lnTo>
                  <a:lnTo>
                    <a:pt x="53776" y="41418"/>
                  </a:lnTo>
                  <a:lnTo>
                    <a:pt x="50878" y="41608"/>
                  </a:lnTo>
                  <a:lnTo>
                    <a:pt x="45127" y="44066"/>
                  </a:lnTo>
                  <a:lnTo>
                    <a:pt x="32869" y="41698"/>
                  </a:lnTo>
                  <a:lnTo>
                    <a:pt x="31086" y="40511"/>
                  </a:lnTo>
                  <a:lnTo>
                    <a:pt x="22477" y="40196"/>
                  </a:lnTo>
                  <a:lnTo>
                    <a:pt x="14035" y="42527"/>
                  </a:lnTo>
                  <a:lnTo>
                    <a:pt x="5384" y="45975"/>
                  </a:lnTo>
                  <a:lnTo>
                    <a:pt x="468" y="46132"/>
                  </a:lnTo>
                  <a:lnTo>
                    <a:pt x="0" y="43332"/>
                  </a:lnTo>
                  <a:lnTo>
                    <a:pt x="2808" y="39962"/>
                  </a:lnTo>
                  <a:lnTo>
                    <a:pt x="4586" y="35874"/>
                  </a:lnTo>
                  <a:lnTo>
                    <a:pt x="4627" y="30417"/>
                  </a:lnTo>
                  <a:lnTo>
                    <a:pt x="5895" y="24861"/>
                  </a:lnTo>
                  <a:lnTo>
                    <a:pt x="4245" y="22777"/>
                  </a:lnTo>
                  <a:lnTo>
                    <a:pt x="6250" y="20249"/>
                  </a:lnTo>
                  <a:lnTo>
                    <a:pt x="7758" y="20787"/>
                  </a:lnTo>
                  <a:lnTo>
                    <a:pt x="10058" y="19787"/>
                  </a:lnTo>
                  <a:lnTo>
                    <a:pt x="15705" y="21168"/>
                  </a:lnTo>
                  <a:lnTo>
                    <a:pt x="19290" y="20607"/>
                  </a:lnTo>
                  <a:lnTo>
                    <a:pt x="26497" y="15839"/>
                  </a:lnTo>
                  <a:lnTo>
                    <a:pt x="28075" y="11923"/>
                  </a:lnTo>
                  <a:lnTo>
                    <a:pt x="27608" y="10214"/>
                  </a:lnTo>
                  <a:lnTo>
                    <a:pt x="30643" y="7415"/>
                  </a:lnTo>
                  <a:lnTo>
                    <a:pt x="31513" y="8034"/>
                  </a:lnTo>
                  <a:lnTo>
                    <a:pt x="38962" y="5861"/>
                  </a:lnTo>
                  <a:lnTo>
                    <a:pt x="45065" y="891"/>
                  </a:lnTo>
                  <a:lnTo>
                    <a:pt x="4726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h4249"/>
            <p:cNvSpPr/>
            <p:nvPr/>
          </p:nvSpPr>
          <p:spPr>
            <a:xfrm>
              <a:off x="6459334" y="2942835"/>
              <a:ext cx="11163" cy="12114"/>
            </a:xfrm>
            <a:custGeom>
              <a:avLst/>
              <a:pathLst>
                <a:path w="11163" h="12114">
                  <a:moveTo>
                    <a:pt x="10535" y="6002"/>
                  </a:moveTo>
                  <a:lnTo>
                    <a:pt x="11163" y="7392"/>
                  </a:lnTo>
                  <a:lnTo>
                    <a:pt x="10154" y="12114"/>
                  </a:lnTo>
                  <a:lnTo>
                    <a:pt x="5686" y="11786"/>
                  </a:lnTo>
                  <a:lnTo>
                    <a:pt x="75" y="9294"/>
                  </a:lnTo>
                  <a:lnTo>
                    <a:pt x="2702" y="7862"/>
                  </a:lnTo>
                  <a:lnTo>
                    <a:pt x="2844" y="5517"/>
                  </a:lnTo>
                  <a:lnTo>
                    <a:pt x="0" y="1439"/>
                  </a:lnTo>
                  <a:lnTo>
                    <a:pt x="430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h4250"/>
            <p:cNvSpPr/>
            <p:nvPr/>
          </p:nvSpPr>
          <p:spPr>
            <a:xfrm>
              <a:off x="6515404" y="2907483"/>
              <a:ext cx="14837" cy="26203"/>
            </a:xfrm>
            <a:custGeom>
              <a:avLst/>
              <a:pathLst>
                <a:path w="14837" h="26203">
                  <a:moveTo>
                    <a:pt x="5845" y="1959"/>
                  </a:moveTo>
                  <a:lnTo>
                    <a:pt x="9463" y="4809"/>
                  </a:lnTo>
                  <a:lnTo>
                    <a:pt x="12598" y="10604"/>
                  </a:lnTo>
                  <a:lnTo>
                    <a:pt x="14837" y="11475"/>
                  </a:lnTo>
                  <a:lnTo>
                    <a:pt x="13314" y="16300"/>
                  </a:lnTo>
                  <a:lnTo>
                    <a:pt x="14220" y="24555"/>
                  </a:lnTo>
                  <a:lnTo>
                    <a:pt x="13408" y="26203"/>
                  </a:lnTo>
                  <a:lnTo>
                    <a:pt x="12590" y="26180"/>
                  </a:lnTo>
                  <a:lnTo>
                    <a:pt x="12018" y="24946"/>
                  </a:lnTo>
                  <a:lnTo>
                    <a:pt x="9885" y="23937"/>
                  </a:lnTo>
                  <a:lnTo>
                    <a:pt x="8080" y="21447"/>
                  </a:lnTo>
                  <a:lnTo>
                    <a:pt x="7875" y="19355"/>
                  </a:lnTo>
                  <a:lnTo>
                    <a:pt x="1609" y="15070"/>
                  </a:lnTo>
                  <a:lnTo>
                    <a:pt x="916" y="10026"/>
                  </a:lnTo>
                  <a:lnTo>
                    <a:pt x="1702" y="9315"/>
                  </a:lnTo>
                  <a:lnTo>
                    <a:pt x="1202" y="7471"/>
                  </a:lnTo>
                  <a:lnTo>
                    <a:pt x="0" y="6366"/>
                  </a:lnTo>
                  <a:lnTo>
                    <a:pt x="380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h4251"/>
            <p:cNvSpPr/>
            <p:nvPr/>
          </p:nvSpPr>
          <p:spPr>
            <a:xfrm>
              <a:off x="6570131" y="2916808"/>
              <a:ext cx="14393" cy="18515"/>
            </a:xfrm>
            <a:custGeom>
              <a:avLst/>
              <a:pathLst>
                <a:path w="14393" h="18515">
                  <a:moveTo>
                    <a:pt x="9590" y="679"/>
                  </a:moveTo>
                  <a:lnTo>
                    <a:pt x="9261" y="4003"/>
                  </a:lnTo>
                  <a:lnTo>
                    <a:pt x="11907" y="8074"/>
                  </a:lnTo>
                  <a:lnTo>
                    <a:pt x="14393" y="10148"/>
                  </a:lnTo>
                  <a:lnTo>
                    <a:pt x="7546" y="17267"/>
                  </a:lnTo>
                  <a:lnTo>
                    <a:pt x="6605" y="16265"/>
                  </a:lnTo>
                  <a:lnTo>
                    <a:pt x="5707" y="18515"/>
                  </a:lnTo>
                  <a:lnTo>
                    <a:pt x="4492" y="18016"/>
                  </a:lnTo>
                  <a:lnTo>
                    <a:pt x="0" y="2079"/>
                  </a:lnTo>
                  <a:lnTo>
                    <a:pt x="206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h4252"/>
            <p:cNvSpPr/>
            <p:nvPr/>
          </p:nvSpPr>
          <p:spPr>
            <a:xfrm>
              <a:off x="6352158" y="2865886"/>
              <a:ext cx="11296" cy="17867"/>
            </a:xfrm>
            <a:custGeom>
              <a:avLst/>
              <a:pathLst>
                <a:path w="11296" h="17867">
                  <a:moveTo>
                    <a:pt x="8853" y="0"/>
                  </a:moveTo>
                  <a:lnTo>
                    <a:pt x="10888" y="2695"/>
                  </a:lnTo>
                  <a:lnTo>
                    <a:pt x="9317" y="4833"/>
                  </a:lnTo>
                  <a:lnTo>
                    <a:pt x="10499" y="12517"/>
                  </a:lnTo>
                  <a:lnTo>
                    <a:pt x="11296" y="14010"/>
                  </a:lnTo>
                  <a:lnTo>
                    <a:pt x="9818" y="17867"/>
                  </a:lnTo>
                  <a:lnTo>
                    <a:pt x="7326" y="16659"/>
                  </a:lnTo>
                  <a:lnTo>
                    <a:pt x="4190" y="16348"/>
                  </a:lnTo>
                  <a:lnTo>
                    <a:pt x="2414" y="13815"/>
                  </a:lnTo>
                  <a:lnTo>
                    <a:pt x="2593" y="12606"/>
                  </a:lnTo>
                  <a:lnTo>
                    <a:pt x="0" y="9953"/>
                  </a:lnTo>
                  <a:lnTo>
                    <a:pt x="2002" y="4483"/>
                  </a:lnTo>
                  <a:lnTo>
                    <a:pt x="2168" y="32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h4253"/>
            <p:cNvSpPr/>
            <p:nvPr/>
          </p:nvSpPr>
          <p:spPr>
            <a:xfrm>
              <a:off x="6476718" y="2947200"/>
              <a:ext cx="39981" cy="43977"/>
            </a:xfrm>
            <a:custGeom>
              <a:avLst/>
              <a:pathLst>
                <a:path w="39981" h="43977">
                  <a:moveTo>
                    <a:pt x="26983" y="880"/>
                  </a:moveTo>
                  <a:lnTo>
                    <a:pt x="34974" y="5430"/>
                  </a:lnTo>
                  <a:lnTo>
                    <a:pt x="33300" y="9865"/>
                  </a:lnTo>
                  <a:lnTo>
                    <a:pt x="35127" y="11785"/>
                  </a:lnTo>
                  <a:lnTo>
                    <a:pt x="36905" y="18267"/>
                  </a:lnTo>
                  <a:lnTo>
                    <a:pt x="39981" y="21228"/>
                  </a:lnTo>
                  <a:lnTo>
                    <a:pt x="39807" y="22659"/>
                  </a:lnTo>
                  <a:lnTo>
                    <a:pt x="38376" y="27297"/>
                  </a:lnTo>
                  <a:lnTo>
                    <a:pt x="36756" y="38355"/>
                  </a:lnTo>
                  <a:lnTo>
                    <a:pt x="34030" y="41682"/>
                  </a:lnTo>
                  <a:lnTo>
                    <a:pt x="31272" y="43977"/>
                  </a:lnTo>
                  <a:lnTo>
                    <a:pt x="27946" y="41532"/>
                  </a:lnTo>
                  <a:lnTo>
                    <a:pt x="21876" y="42413"/>
                  </a:lnTo>
                  <a:lnTo>
                    <a:pt x="14715" y="38006"/>
                  </a:lnTo>
                  <a:lnTo>
                    <a:pt x="4553" y="37608"/>
                  </a:lnTo>
                  <a:lnTo>
                    <a:pt x="4317" y="38253"/>
                  </a:lnTo>
                  <a:lnTo>
                    <a:pt x="2257" y="38220"/>
                  </a:lnTo>
                  <a:lnTo>
                    <a:pt x="1228" y="36386"/>
                  </a:lnTo>
                  <a:lnTo>
                    <a:pt x="2162" y="30988"/>
                  </a:lnTo>
                  <a:lnTo>
                    <a:pt x="1593" y="30210"/>
                  </a:lnTo>
                  <a:lnTo>
                    <a:pt x="1059" y="21421"/>
                  </a:lnTo>
                  <a:lnTo>
                    <a:pt x="0" y="16672"/>
                  </a:lnTo>
                  <a:lnTo>
                    <a:pt x="127" y="16051"/>
                  </a:lnTo>
                  <a:lnTo>
                    <a:pt x="2978" y="15918"/>
                  </a:lnTo>
                  <a:lnTo>
                    <a:pt x="6569" y="13939"/>
                  </a:lnTo>
                  <a:lnTo>
                    <a:pt x="9408" y="8997"/>
                  </a:lnTo>
                  <a:lnTo>
                    <a:pt x="10330" y="8803"/>
                  </a:lnTo>
                  <a:lnTo>
                    <a:pt x="11780" y="9432"/>
                  </a:lnTo>
                  <a:lnTo>
                    <a:pt x="13287" y="7198"/>
                  </a:lnTo>
                  <a:lnTo>
                    <a:pt x="15284" y="7365"/>
                  </a:lnTo>
                  <a:lnTo>
                    <a:pt x="19614" y="10967"/>
                  </a:lnTo>
                  <a:lnTo>
                    <a:pt x="19248" y="6414"/>
                  </a:lnTo>
                  <a:lnTo>
                    <a:pt x="21012" y="2080"/>
                  </a:lnTo>
                  <a:lnTo>
                    <a:pt x="23831" y="209"/>
                  </a:lnTo>
                  <a:lnTo>
                    <a:pt x="25179" y="1774"/>
                  </a:lnTo>
                  <a:lnTo>
                    <a:pt x="2689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h4254"/>
            <p:cNvSpPr/>
            <p:nvPr/>
          </p:nvSpPr>
          <p:spPr>
            <a:xfrm>
              <a:off x="6559224" y="2890609"/>
              <a:ext cx="46605" cy="28278"/>
            </a:xfrm>
            <a:custGeom>
              <a:avLst/>
              <a:pathLst>
                <a:path w="46605" h="28278">
                  <a:moveTo>
                    <a:pt x="35597" y="0"/>
                  </a:moveTo>
                  <a:lnTo>
                    <a:pt x="37829" y="416"/>
                  </a:lnTo>
                  <a:lnTo>
                    <a:pt x="38630" y="1416"/>
                  </a:lnTo>
                  <a:lnTo>
                    <a:pt x="38264" y="5720"/>
                  </a:lnTo>
                  <a:lnTo>
                    <a:pt x="35282" y="10162"/>
                  </a:lnTo>
                  <a:lnTo>
                    <a:pt x="34248" y="12544"/>
                  </a:lnTo>
                  <a:lnTo>
                    <a:pt x="34785" y="13201"/>
                  </a:lnTo>
                  <a:lnTo>
                    <a:pt x="36894" y="14660"/>
                  </a:lnTo>
                  <a:lnTo>
                    <a:pt x="41188" y="11842"/>
                  </a:lnTo>
                  <a:lnTo>
                    <a:pt x="43986" y="12185"/>
                  </a:lnTo>
                  <a:lnTo>
                    <a:pt x="46100" y="16248"/>
                  </a:lnTo>
                  <a:lnTo>
                    <a:pt x="46605" y="18086"/>
                  </a:lnTo>
                  <a:lnTo>
                    <a:pt x="46131" y="20312"/>
                  </a:lnTo>
                  <a:lnTo>
                    <a:pt x="40201" y="21773"/>
                  </a:lnTo>
                  <a:lnTo>
                    <a:pt x="39514" y="21215"/>
                  </a:lnTo>
                  <a:lnTo>
                    <a:pt x="37302" y="20193"/>
                  </a:lnTo>
                  <a:lnTo>
                    <a:pt x="34983" y="21584"/>
                  </a:lnTo>
                  <a:lnTo>
                    <a:pt x="34431" y="25360"/>
                  </a:lnTo>
                  <a:lnTo>
                    <a:pt x="30279" y="22969"/>
                  </a:lnTo>
                  <a:lnTo>
                    <a:pt x="28960" y="23028"/>
                  </a:lnTo>
                  <a:lnTo>
                    <a:pt x="23721" y="23803"/>
                  </a:lnTo>
                  <a:lnTo>
                    <a:pt x="20497" y="26879"/>
                  </a:lnTo>
                  <a:lnTo>
                    <a:pt x="12975" y="26199"/>
                  </a:lnTo>
                  <a:lnTo>
                    <a:pt x="10907" y="28278"/>
                  </a:lnTo>
                  <a:lnTo>
                    <a:pt x="9767" y="26705"/>
                  </a:lnTo>
                  <a:lnTo>
                    <a:pt x="7383" y="25416"/>
                  </a:lnTo>
                  <a:lnTo>
                    <a:pt x="3658" y="25078"/>
                  </a:lnTo>
                  <a:lnTo>
                    <a:pt x="2799" y="24371"/>
                  </a:lnTo>
                  <a:lnTo>
                    <a:pt x="4100" y="21431"/>
                  </a:lnTo>
                  <a:lnTo>
                    <a:pt x="3251" y="18219"/>
                  </a:lnTo>
                  <a:lnTo>
                    <a:pt x="2465" y="17595"/>
                  </a:lnTo>
                  <a:lnTo>
                    <a:pt x="3203" y="12502"/>
                  </a:lnTo>
                  <a:lnTo>
                    <a:pt x="2840" y="9895"/>
                  </a:lnTo>
                  <a:lnTo>
                    <a:pt x="1492" y="6980"/>
                  </a:lnTo>
                  <a:lnTo>
                    <a:pt x="0" y="6342"/>
                  </a:lnTo>
                  <a:lnTo>
                    <a:pt x="1969" y="2903"/>
                  </a:lnTo>
                  <a:lnTo>
                    <a:pt x="2712" y="2331"/>
                  </a:lnTo>
                  <a:lnTo>
                    <a:pt x="6914" y="2160"/>
                  </a:lnTo>
                  <a:lnTo>
                    <a:pt x="6056" y="4215"/>
                  </a:lnTo>
                  <a:lnTo>
                    <a:pt x="4376" y="4171"/>
                  </a:lnTo>
                  <a:lnTo>
                    <a:pt x="3029" y="5205"/>
                  </a:lnTo>
                  <a:lnTo>
                    <a:pt x="2994" y="6180"/>
                  </a:lnTo>
                  <a:lnTo>
                    <a:pt x="7762" y="6170"/>
                  </a:lnTo>
                  <a:lnTo>
                    <a:pt x="11532" y="8678"/>
                  </a:lnTo>
                  <a:lnTo>
                    <a:pt x="17280" y="2567"/>
                  </a:lnTo>
                  <a:lnTo>
                    <a:pt x="19232" y="3098"/>
                  </a:lnTo>
                  <a:lnTo>
                    <a:pt x="28856" y="2146"/>
                  </a:lnTo>
                  <a:lnTo>
                    <a:pt x="31559" y="760"/>
                  </a:lnTo>
                  <a:lnTo>
                    <a:pt x="32679" y="1344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h4255"/>
            <p:cNvSpPr/>
            <p:nvPr/>
          </p:nvSpPr>
          <p:spPr>
            <a:xfrm>
              <a:off x="6285652" y="2875429"/>
              <a:ext cx="19318" cy="21556"/>
            </a:xfrm>
            <a:custGeom>
              <a:avLst/>
              <a:pathLst>
                <a:path w="19318" h="21556">
                  <a:moveTo>
                    <a:pt x="10526" y="0"/>
                  </a:moveTo>
                  <a:lnTo>
                    <a:pt x="12051" y="1247"/>
                  </a:lnTo>
                  <a:lnTo>
                    <a:pt x="11234" y="6275"/>
                  </a:lnTo>
                  <a:lnTo>
                    <a:pt x="12220" y="7541"/>
                  </a:lnTo>
                  <a:lnTo>
                    <a:pt x="15214" y="8817"/>
                  </a:lnTo>
                  <a:lnTo>
                    <a:pt x="17300" y="8255"/>
                  </a:lnTo>
                  <a:lnTo>
                    <a:pt x="19173" y="8786"/>
                  </a:lnTo>
                  <a:lnTo>
                    <a:pt x="19318" y="11215"/>
                  </a:lnTo>
                  <a:lnTo>
                    <a:pt x="18112" y="18523"/>
                  </a:lnTo>
                  <a:lnTo>
                    <a:pt x="18916" y="19749"/>
                  </a:lnTo>
                  <a:lnTo>
                    <a:pt x="15894" y="20330"/>
                  </a:lnTo>
                  <a:lnTo>
                    <a:pt x="11148" y="17225"/>
                  </a:lnTo>
                  <a:lnTo>
                    <a:pt x="6344" y="18699"/>
                  </a:lnTo>
                  <a:lnTo>
                    <a:pt x="3884" y="21556"/>
                  </a:lnTo>
                  <a:lnTo>
                    <a:pt x="0" y="17144"/>
                  </a:lnTo>
                  <a:lnTo>
                    <a:pt x="2669" y="12319"/>
                  </a:lnTo>
                  <a:lnTo>
                    <a:pt x="2224" y="8905"/>
                  </a:lnTo>
                  <a:lnTo>
                    <a:pt x="771" y="2028"/>
                  </a:lnTo>
                  <a:lnTo>
                    <a:pt x="2124" y="509"/>
                  </a:lnTo>
                  <a:lnTo>
                    <a:pt x="5234" y="323"/>
                  </a:lnTo>
                  <a:lnTo>
                    <a:pt x="5831" y="1553"/>
                  </a:lnTo>
                  <a:lnTo>
                    <a:pt x="9072" y="187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h4256"/>
            <p:cNvSpPr/>
            <p:nvPr/>
          </p:nvSpPr>
          <p:spPr>
            <a:xfrm>
              <a:off x="6313426" y="3101106"/>
              <a:ext cx="77754" cy="39982"/>
            </a:xfrm>
            <a:custGeom>
              <a:avLst/>
              <a:pathLst>
                <a:path w="77754" h="39982">
                  <a:moveTo>
                    <a:pt x="77315" y="1520"/>
                  </a:moveTo>
                  <a:lnTo>
                    <a:pt x="77754" y="3051"/>
                  </a:lnTo>
                  <a:lnTo>
                    <a:pt x="75463" y="7317"/>
                  </a:lnTo>
                  <a:lnTo>
                    <a:pt x="74174" y="7532"/>
                  </a:lnTo>
                  <a:lnTo>
                    <a:pt x="71963" y="10262"/>
                  </a:lnTo>
                  <a:lnTo>
                    <a:pt x="70110" y="15836"/>
                  </a:lnTo>
                  <a:lnTo>
                    <a:pt x="69371" y="26698"/>
                  </a:lnTo>
                  <a:lnTo>
                    <a:pt x="69803" y="29894"/>
                  </a:lnTo>
                  <a:lnTo>
                    <a:pt x="70631" y="31086"/>
                  </a:lnTo>
                  <a:lnTo>
                    <a:pt x="74708" y="33471"/>
                  </a:lnTo>
                  <a:lnTo>
                    <a:pt x="74787" y="37011"/>
                  </a:lnTo>
                  <a:lnTo>
                    <a:pt x="69690" y="39982"/>
                  </a:lnTo>
                  <a:lnTo>
                    <a:pt x="68554" y="39954"/>
                  </a:lnTo>
                  <a:lnTo>
                    <a:pt x="55104" y="33464"/>
                  </a:lnTo>
                  <a:lnTo>
                    <a:pt x="21213" y="24047"/>
                  </a:lnTo>
                  <a:lnTo>
                    <a:pt x="11495" y="23077"/>
                  </a:lnTo>
                  <a:lnTo>
                    <a:pt x="6136" y="20997"/>
                  </a:lnTo>
                  <a:lnTo>
                    <a:pt x="249" y="19696"/>
                  </a:lnTo>
                  <a:lnTo>
                    <a:pt x="0" y="12675"/>
                  </a:lnTo>
                  <a:lnTo>
                    <a:pt x="916" y="11501"/>
                  </a:lnTo>
                  <a:lnTo>
                    <a:pt x="4585" y="12701"/>
                  </a:lnTo>
                  <a:lnTo>
                    <a:pt x="9638" y="10586"/>
                  </a:lnTo>
                  <a:lnTo>
                    <a:pt x="10618" y="11429"/>
                  </a:lnTo>
                  <a:lnTo>
                    <a:pt x="11503" y="14765"/>
                  </a:lnTo>
                  <a:lnTo>
                    <a:pt x="15593" y="16838"/>
                  </a:lnTo>
                  <a:lnTo>
                    <a:pt x="18198" y="15029"/>
                  </a:lnTo>
                  <a:lnTo>
                    <a:pt x="17571" y="13453"/>
                  </a:lnTo>
                  <a:lnTo>
                    <a:pt x="21940" y="11104"/>
                  </a:lnTo>
                  <a:lnTo>
                    <a:pt x="23779" y="10905"/>
                  </a:lnTo>
                  <a:lnTo>
                    <a:pt x="24723" y="13339"/>
                  </a:lnTo>
                  <a:lnTo>
                    <a:pt x="29740" y="14064"/>
                  </a:lnTo>
                  <a:lnTo>
                    <a:pt x="31179" y="16211"/>
                  </a:lnTo>
                  <a:lnTo>
                    <a:pt x="30854" y="17816"/>
                  </a:lnTo>
                  <a:lnTo>
                    <a:pt x="31866" y="19131"/>
                  </a:lnTo>
                  <a:lnTo>
                    <a:pt x="37686" y="18070"/>
                  </a:lnTo>
                  <a:lnTo>
                    <a:pt x="42216" y="15600"/>
                  </a:lnTo>
                  <a:lnTo>
                    <a:pt x="42175" y="13311"/>
                  </a:lnTo>
                  <a:lnTo>
                    <a:pt x="43623" y="10146"/>
                  </a:lnTo>
                  <a:lnTo>
                    <a:pt x="53022" y="8575"/>
                  </a:lnTo>
                  <a:lnTo>
                    <a:pt x="53232" y="5724"/>
                  </a:lnTo>
                  <a:lnTo>
                    <a:pt x="52439" y="4968"/>
                  </a:lnTo>
                  <a:lnTo>
                    <a:pt x="52374" y="3427"/>
                  </a:lnTo>
                  <a:lnTo>
                    <a:pt x="54010" y="2450"/>
                  </a:lnTo>
                  <a:lnTo>
                    <a:pt x="57433" y="2037"/>
                  </a:lnTo>
                  <a:lnTo>
                    <a:pt x="61441" y="2373"/>
                  </a:lnTo>
                  <a:lnTo>
                    <a:pt x="61095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h4257"/>
            <p:cNvSpPr/>
            <p:nvPr/>
          </p:nvSpPr>
          <p:spPr>
            <a:xfrm>
              <a:off x="6459204" y="2908947"/>
              <a:ext cx="51879" cy="49220"/>
            </a:xfrm>
            <a:custGeom>
              <a:avLst/>
              <a:pathLst>
                <a:path w="51879" h="49220">
                  <a:moveTo>
                    <a:pt x="28356" y="0"/>
                  </a:moveTo>
                  <a:lnTo>
                    <a:pt x="25855" y="1881"/>
                  </a:lnTo>
                  <a:lnTo>
                    <a:pt x="31487" y="12310"/>
                  </a:lnTo>
                  <a:lnTo>
                    <a:pt x="35513" y="13383"/>
                  </a:lnTo>
                  <a:lnTo>
                    <a:pt x="39691" y="13560"/>
                  </a:lnTo>
                  <a:lnTo>
                    <a:pt x="39611" y="12210"/>
                  </a:lnTo>
                  <a:lnTo>
                    <a:pt x="44584" y="10720"/>
                  </a:lnTo>
                  <a:lnTo>
                    <a:pt x="45422" y="11671"/>
                  </a:lnTo>
                  <a:lnTo>
                    <a:pt x="45086" y="12966"/>
                  </a:lnTo>
                  <a:lnTo>
                    <a:pt x="47260" y="14340"/>
                  </a:lnTo>
                  <a:lnTo>
                    <a:pt x="47905" y="16131"/>
                  </a:lnTo>
                  <a:lnTo>
                    <a:pt x="46666" y="17742"/>
                  </a:lnTo>
                  <a:lnTo>
                    <a:pt x="46143" y="21708"/>
                  </a:lnTo>
                  <a:lnTo>
                    <a:pt x="48735" y="26748"/>
                  </a:lnTo>
                  <a:lnTo>
                    <a:pt x="51711" y="30114"/>
                  </a:lnTo>
                  <a:lnTo>
                    <a:pt x="51879" y="33931"/>
                  </a:lnTo>
                  <a:lnTo>
                    <a:pt x="50112" y="34130"/>
                  </a:lnTo>
                  <a:lnTo>
                    <a:pt x="45160" y="32498"/>
                  </a:lnTo>
                  <a:lnTo>
                    <a:pt x="42846" y="35034"/>
                  </a:lnTo>
                  <a:lnTo>
                    <a:pt x="43103" y="36950"/>
                  </a:lnTo>
                  <a:lnTo>
                    <a:pt x="44653" y="36770"/>
                  </a:lnTo>
                  <a:lnTo>
                    <a:pt x="44404" y="38253"/>
                  </a:lnTo>
                  <a:lnTo>
                    <a:pt x="42693" y="40027"/>
                  </a:lnTo>
                  <a:lnTo>
                    <a:pt x="41345" y="38462"/>
                  </a:lnTo>
                  <a:lnTo>
                    <a:pt x="38526" y="40334"/>
                  </a:lnTo>
                  <a:lnTo>
                    <a:pt x="36761" y="44667"/>
                  </a:lnTo>
                  <a:lnTo>
                    <a:pt x="37127" y="49220"/>
                  </a:lnTo>
                  <a:lnTo>
                    <a:pt x="32798" y="45618"/>
                  </a:lnTo>
                  <a:lnTo>
                    <a:pt x="30801" y="45451"/>
                  </a:lnTo>
                  <a:lnTo>
                    <a:pt x="29294" y="47685"/>
                  </a:lnTo>
                  <a:lnTo>
                    <a:pt x="27844" y="47057"/>
                  </a:lnTo>
                  <a:lnTo>
                    <a:pt x="27456" y="44230"/>
                  </a:lnTo>
                  <a:lnTo>
                    <a:pt x="28081" y="41452"/>
                  </a:lnTo>
                  <a:lnTo>
                    <a:pt x="27368" y="39680"/>
                  </a:lnTo>
                  <a:lnTo>
                    <a:pt x="21974" y="38392"/>
                  </a:lnTo>
                  <a:lnTo>
                    <a:pt x="18309" y="39116"/>
                  </a:lnTo>
                  <a:lnTo>
                    <a:pt x="13773" y="43375"/>
                  </a:lnTo>
                  <a:lnTo>
                    <a:pt x="14240" y="44868"/>
                  </a:lnTo>
                  <a:lnTo>
                    <a:pt x="15457" y="44888"/>
                  </a:lnTo>
                  <a:lnTo>
                    <a:pt x="14901" y="45732"/>
                  </a:lnTo>
                  <a:lnTo>
                    <a:pt x="12264" y="47602"/>
                  </a:lnTo>
                  <a:lnTo>
                    <a:pt x="9456" y="48451"/>
                  </a:lnTo>
                  <a:lnTo>
                    <a:pt x="10284" y="46002"/>
                  </a:lnTo>
                  <a:lnTo>
                    <a:pt x="11294" y="41280"/>
                  </a:lnTo>
                  <a:lnTo>
                    <a:pt x="13767" y="41122"/>
                  </a:lnTo>
                  <a:lnTo>
                    <a:pt x="16055" y="28606"/>
                  </a:lnTo>
                  <a:lnTo>
                    <a:pt x="12085" y="27310"/>
                  </a:lnTo>
                  <a:lnTo>
                    <a:pt x="10420" y="27628"/>
                  </a:lnTo>
                  <a:lnTo>
                    <a:pt x="8934" y="29704"/>
                  </a:lnTo>
                  <a:lnTo>
                    <a:pt x="6709" y="26241"/>
                  </a:lnTo>
                  <a:lnTo>
                    <a:pt x="7160" y="24163"/>
                  </a:lnTo>
                  <a:lnTo>
                    <a:pt x="10459" y="20398"/>
                  </a:lnTo>
                  <a:lnTo>
                    <a:pt x="9908" y="18797"/>
                  </a:lnTo>
                  <a:lnTo>
                    <a:pt x="8553" y="16642"/>
                  </a:lnTo>
                  <a:lnTo>
                    <a:pt x="7471" y="16122"/>
                  </a:lnTo>
                  <a:lnTo>
                    <a:pt x="5428" y="19050"/>
                  </a:lnTo>
                  <a:lnTo>
                    <a:pt x="2219" y="20613"/>
                  </a:lnTo>
                  <a:lnTo>
                    <a:pt x="1505" y="18667"/>
                  </a:lnTo>
                  <a:lnTo>
                    <a:pt x="1745" y="14248"/>
                  </a:lnTo>
                  <a:lnTo>
                    <a:pt x="0" y="11849"/>
                  </a:lnTo>
                  <a:lnTo>
                    <a:pt x="260" y="9955"/>
                  </a:lnTo>
                  <a:lnTo>
                    <a:pt x="1210" y="7030"/>
                  </a:lnTo>
                  <a:lnTo>
                    <a:pt x="3313" y="7422"/>
                  </a:lnTo>
                  <a:lnTo>
                    <a:pt x="4553" y="5060"/>
                  </a:lnTo>
                  <a:lnTo>
                    <a:pt x="9197" y="4684"/>
                  </a:lnTo>
                  <a:lnTo>
                    <a:pt x="14845" y="3931"/>
                  </a:lnTo>
                  <a:lnTo>
                    <a:pt x="16774" y="2683"/>
                  </a:lnTo>
                  <a:lnTo>
                    <a:pt x="24452" y="15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h4258"/>
            <p:cNvSpPr/>
            <p:nvPr/>
          </p:nvSpPr>
          <p:spPr>
            <a:xfrm>
              <a:off x="6206378" y="3023396"/>
              <a:ext cx="26269" cy="31954"/>
            </a:xfrm>
            <a:custGeom>
              <a:avLst/>
              <a:pathLst>
                <a:path w="26269" h="31954">
                  <a:moveTo>
                    <a:pt x="18060" y="2112"/>
                  </a:moveTo>
                  <a:lnTo>
                    <a:pt x="19044" y="2570"/>
                  </a:lnTo>
                  <a:lnTo>
                    <a:pt x="19574" y="6090"/>
                  </a:lnTo>
                  <a:lnTo>
                    <a:pt x="21408" y="8299"/>
                  </a:lnTo>
                  <a:lnTo>
                    <a:pt x="24371" y="9511"/>
                  </a:lnTo>
                  <a:lnTo>
                    <a:pt x="26269" y="13211"/>
                  </a:lnTo>
                  <a:lnTo>
                    <a:pt x="26164" y="16160"/>
                  </a:lnTo>
                  <a:lnTo>
                    <a:pt x="22172" y="24864"/>
                  </a:lnTo>
                  <a:lnTo>
                    <a:pt x="20688" y="25681"/>
                  </a:lnTo>
                  <a:lnTo>
                    <a:pt x="17858" y="25673"/>
                  </a:lnTo>
                  <a:lnTo>
                    <a:pt x="15181" y="26938"/>
                  </a:lnTo>
                  <a:lnTo>
                    <a:pt x="9362" y="31386"/>
                  </a:lnTo>
                  <a:lnTo>
                    <a:pt x="5857" y="31954"/>
                  </a:lnTo>
                  <a:lnTo>
                    <a:pt x="3875" y="28197"/>
                  </a:lnTo>
                  <a:lnTo>
                    <a:pt x="0" y="24782"/>
                  </a:lnTo>
                  <a:lnTo>
                    <a:pt x="4684" y="16265"/>
                  </a:lnTo>
                  <a:lnTo>
                    <a:pt x="6815" y="14229"/>
                  </a:lnTo>
                  <a:lnTo>
                    <a:pt x="11488" y="13091"/>
                  </a:lnTo>
                  <a:lnTo>
                    <a:pt x="13550" y="10948"/>
                  </a:lnTo>
                  <a:lnTo>
                    <a:pt x="13062" y="7995"/>
                  </a:lnTo>
                  <a:lnTo>
                    <a:pt x="13860" y="5814"/>
                  </a:lnTo>
                  <a:lnTo>
                    <a:pt x="11308" y="3071"/>
                  </a:lnTo>
                  <a:lnTo>
                    <a:pt x="12501" y="929"/>
                  </a:lnTo>
                  <a:lnTo>
                    <a:pt x="1372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h4259"/>
            <p:cNvSpPr/>
            <p:nvPr/>
          </p:nvSpPr>
          <p:spPr>
            <a:xfrm>
              <a:off x="6245591" y="3007048"/>
              <a:ext cx="64382" cy="86341"/>
            </a:xfrm>
            <a:custGeom>
              <a:avLst/>
              <a:pathLst>
                <a:path w="64382" h="86341">
                  <a:moveTo>
                    <a:pt x="39814" y="412"/>
                  </a:moveTo>
                  <a:lnTo>
                    <a:pt x="41561" y="3796"/>
                  </a:lnTo>
                  <a:lnTo>
                    <a:pt x="47584" y="9177"/>
                  </a:lnTo>
                  <a:lnTo>
                    <a:pt x="50625" y="6601"/>
                  </a:lnTo>
                  <a:lnTo>
                    <a:pt x="54441" y="7307"/>
                  </a:lnTo>
                  <a:lnTo>
                    <a:pt x="58677" y="13721"/>
                  </a:lnTo>
                  <a:lnTo>
                    <a:pt x="52354" y="18327"/>
                  </a:lnTo>
                  <a:lnTo>
                    <a:pt x="52576" y="22376"/>
                  </a:lnTo>
                  <a:lnTo>
                    <a:pt x="54193" y="28688"/>
                  </a:lnTo>
                  <a:lnTo>
                    <a:pt x="56183" y="31886"/>
                  </a:lnTo>
                  <a:lnTo>
                    <a:pt x="53651" y="34395"/>
                  </a:lnTo>
                  <a:lnTo>
                    <a:pt x="56054" y="40186"/>
                  </a:lnTo>
                  <a:lnTo>
                    <a:pt x="56197" y="47231"/>
                  </a:lnTo>
                  <a:lnTo>
                    <a:pt x="55076" y="55314"/>
                  </a:lnTo>
                  <a:lnTo>
                    <a:pt x="58803" y="56532"/>
                  </a:lnTo>
                  <a:lnTo>
                    <a:pt x="63438" y="60950"/>
                  </a:lnTo>
                  <a:lnTo>
                    <a:pt x="55402" y="65910"/>
                  </a:lnTo>
                  <a:lnTo>
                    <a:pt x="64382" y="75237"/>
                  </a:lnTo>
                  <a:lnTo>
                    <a:pt x="63072" y="75558"/>
                  </a:lnTo>
                  <a:lnTo>
                    <a:pt x="60875" y="78968"/>
                  </a:lnTo>
                  <a:lnTo>
                    <a:pt x="60260" y="82917"/>
                  </a:lnTo>
                  <a:lnTo>
                    <a:pt x="60758" y="83783"/>
                  </a:lnTo>
                  <a:lnTo>
                    <a:pt x="56754" y="86341"/>
                  </a:lnTo>
                  <a:lnTo>
                    <a:pt x="52948" y="82375"/>
                  </a:lnTo>
                  <a:lnTo>
                    <a:pt x="40094" y="84345"/>
                  </a:lnTo>
                  <a:lnTo>
                    <a:pt x="32041" y="75355"/>
                  </a:lnTo>
                  <a:lnTo>
                    <a:pt x="27716" y="73808"/>
                  </a:lnTo>
                  <a:lnTo>
                    <a:pt x="18708" y="73479"/>
                  </a:lnTo>
                  <a:lnTo>
                    <a:pt x="16830" y="73939"/>
                  </a:lnTo>
                  <a:lnTo>
                    <a:pt x="15904" y="72018"/>
                  </a:lnTo>
                  <a:lnTo>
                    <a:pt x="17739" y="64926"/>
                  </a:lnTo>
                  <a:lnTo>
                    <a:pt x="20874" y="61097"/>
                  </a:lnTo>
                  <a:lnTo>
                    <a:pt x="19443" y="59923"/>
                  </a:lnTo>
                  <a:lnTo>
                    <a:pt x="10065" y="59462"/>
                  </a:lnTo>
                  <a:lnTo>
                    <a:pt x="9749" y="54556"/>
                  </a:lnTo>
                  <a:lnTo>
                    <a:pt x="11106" y="51666"/>
                  </a:lnTo>
                  <a:lnTo>
                    <a:pt x="10139" y="45685"/>
                  </a:lnTo>
                  <a:lnTo>
                    <a:pt x="14232" y="45140"/>
                  </a:lnTo>
                  <a:lnTo>
                    <a:pt x="14527" y="42627"/>
                  </a:lnTo>
                  <a:lnTo>
                    <a:pt x="17115" y="38517"/>
                  </a:lnTo>
                  <a:lnTo>
                    <a:pt x="12815" y="31110"/>
                  </a:lnTo>
                  <a:lnTo>
                    <a:pt x="8003" y="25634"/>
                  </a:lnTo>
                  <a:lnTo>
                    <a:pt x="7506" y="24025"/>
                  </a:lnTo>
                  <a:lnTo>
                    <a:pt x="8480" y="23280"/>
                  </a:lnTo>
                  <a:lnTo>
                    <a:pt x="8349" y="19287"/>
                  </a:lnTo>
                  <a:lnTo>
                    <a:pt x="7203" y="15311"/>
                  </a:lnTo>
                  <a:lnTo>
                    <a:pt x="1759" y="11382"/>
                  </a:lnTo>
                  <a:lnTo>
                    <a:pt x="0" y="7793"/>
                  </a:lnTo>
                  <a:lnTo>
                    <a:pt x="4590" y="6291"/>
                  </a:lnTo>
                  <a:lnTo>
                    <a:pt x="7170" y="7147"/>
                  </a:lnTo>
                  <a:lnTo>
                    <a:pt x="15049" y="3717"/>
                  </a:lnTo>
                  <a:lnTo>
                    <a:pt x="16741" y="2311"/>
                  </a:lnTo>
                  <a:lnTo>
                    <a:pt x="19433" y="1771"/>
                  </a:lnTo>
                  <a:lnTo>
                    <a:pt x="21019" y="4430"/>
                  </a:lnTo>
                  <a:lnTo>
                    <a:pt x="21843" y="8219"/>
                  </a:lnTo>
                  <a:lnTo>
                    <a:pt x="25176" y="11712"/>
                  </a:lnTo>
                  <a:lnTo>
                    <a:pt x="28020" y="12974"/>
                  </a:lnTo>
                  <a:lnTo>
                    <a:pt x="30249" y="12334"/>
                  </a:lnTo>
                  <a:lnTo>
                    <a:pt x="32576" y="9934"/>
                  </a:lnTo>
                  <a:lnTo>
                    <a:pt x="37746" y="894"/>
                  </a:lnTo>
                  <a:lnTo>
                    <a:pt x="39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h4260"/>
            <p:cNvSpPr/>
            <p:nvPr/>
          </p:nvSpPr>
          <p:spPr>
            <a:xfrm>
              <a:off x="6432744" y="2904502"/>
              <a:ext cx="27979" cy="26747"/>
            </a:xfrm>
            <a:custGeom>
              <a:avLst/>
              <a:pathLst>
                <a:path w="27979" h="26747">
                  <a:moveTo>
                    <a:pt x="14146" y="0"/>
                  </a:moveTo>
                  <a:lnTo>
                    <a:pt x="16494" y="140"/>
                  </a:lnTo>
                  <a:lnTo>
                    <a:pt x="16201" y="2086"/>
                  </a:lnTo>
                  <a:lnTo>
                    <a:pt x="18532" y="3443"/>
                  </a:lnTo>
                  <a:lnTo>
                    <a:pt x="26162" y="4481"/>
                  </a:lnTo>
                  <a:lnTo>
                    <a:pt x="27979" y="8154"/>
                  </a:lnTo>
                  <a:lnTo>
                    <a:pt x="27670" y="11475"/>
                  </a:lnTo>
                  <a:lnTo>
                    <a:pt x="26720" y="14399"/>
                  </a:lnTo>
                  <a:lnTo>
                    <a:pt x="20691" y="15660"/>
                  </a:lnTo>
                  <a:lnTo>
                    <a:pt x="18859" y="17010"/>
                  </a:lnTo>
                  <a:lnTo>
                    <a:pt x="19027" y="18704"/>
                  </a:lnTo>
                  <a:lnTo>
                    <a:pt x="20308" y="19965"/>
                  </a:lnTo>
                  <a:lnTo>
                    <a:pt x="18439" y="21960"/>
                  </a:lnTo>
                  <a:lnTo>
                    <a:pt x="15789" y="22766"/>
                  </a:lnTo>
                  <a:lnTo>
                    <a:pt x="13571" y="21575"/>
                  </a:lnTo>
                  <a:lnTo>
                    <a:pt x="11505" y="22391"/>
                  </a:lnTo>
                  <a:lnTo>
                    <a:pt x="8469" y="24661"/>
                  </a:lnTo>
                  <a:lnTo>
                    <a:pt x="8839" y="26747"/>
                  </a:lnTo>
                  <a:lnTo>
                    <a:pt x="7117" y="26479"/>
                  </a:lnTo>
                  <a:lnTo>
                    <a:pt x="5968" y="23747"/>
                  </a:lnTo>
                  <a:lnTo>
                    <a:pt x="3628" y="23442"/>
                  </a:lnTo>
                  <a:lnTo>
                    <a:pt x="1363" y="24933"/>
                  </a:lnTo>
                  <a:lnTo>
                    <a:pt x="0" y="24350"/>
                  </a:lnTo>
                  <a:lnTo>
                    <a:pt x="1785" y="17603"/>
                  </a:lnTo>
                  <a:lnTo>
                    <a:pt x="4629" y="797"/>
                  </a:lnTo>
                  <a:lnTo>
                    <a:pt x="9501" y="2279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h4261"/>
            <p:cNvSpPr/>
            <p:nvPr/>
          </p:nvSpPr>
          <p:spPr>
            <a:xfrm>
              <a:off x="6590064" y="2881937"/>
              <a:ext cx="31980" cy="28503"/>
            </a:xfrm>
            <a:custGeom>
              <a:avLst/>
              <a:pathLst>
                <a:path w="31980" h="28503">
                  <a:moveTo>
                    <a:pt x="21043" y="916"/>
                  </a:moveTo>
                  <a:lnTo>
                    <a:pt x="23251" y="4027"/>
                  </a:lnTo>
                  <a:lnTo>
                    <a:pt x="22196" y="2729"/>
                  </a:lnTo>
                  <a:lnTo>
                    <a:pt x="21506" y="2935"/>
                  </a:lnTo>
                  <a:lnTo>
                    <a:pt x="21069" y="7197"/>
                  </a:lnTo>
                  <a:lnTo>
                    <a:pt x="21528" y="8564"/>
                  </a:lnTo>
                  <a:lnTo>
                    <a:pt x="24843" y="9657"/>
                  </a:lnTo>
                  <a:lnTo>
                    <a:pt x="24083" y="11434"/>
                  </a:lnTo>
                  <a:lnTo>
                    <a:pt x="24329" y="19266"/>
                  </a:lnTo>
                  <a:lnTo>
                    <a:pt x="27505" y="23569"/>
                  </a:lnTo>
                  <a:lnTo>
                    <a:pt x="31780" y="25522"/>
                  </a:lnTo>
                  <a:lnTo>
                    <a:pt x="31980" y="26355"/>
                  </a:lnTo>
                  <a:lnTo>
                    <a:pt x="28810" y="25903"/>
                  </a:lnTo>
                  <a:lnTo>
                    <a:pt x="23975" y="27686"/>
                  </a:lnTo>
                  <a:lnTo>
                    <a:pt x="22302" y="28503"/>
                  </a:lnTo>
                  <a:lnTo>
                    <a:pt x="19026" y="26907"/>
                  </a:lnTo>
                  <a:lnTo>
                    <a:pt x="17587" y="25082"/>
                  </a:lnTo>
                  <a:lnTo>
                    <a:pt x="15259" y="24920"/>
                  </a:lnTo>
                  <a:lnTo>
                    <a:pt x="13145" y="20857"/>
                  </a:lnTo>
                  <a:lnTo>
                    <a:pt x="10347" y="20514"/>
                  </a:lnTo>
                  <a:lnTo>
                    <a:pt x="6054" y="23331"/>
                  </a:lnTo>
                  <a:lnTo>
                    <a:pt x="3944" y="21872"/>
                  </a:lnTo>
                  <a:lnTo>
                    <a:pt x="3407" y="21216"/>
                  </a:lnTo>
                  <a:lnTo>
                    <a:pt x="4441" y="18834"/>
                  </a:lnTo>
                  <a:lnTo>
                    <a:pt x="7424" y="14392"/>
                  </a:lnTo>
                  <a:lnTo>
                    <a:pt x="7789" y="10088"/>
                  </a:lnTo>
                  <a:lnTo>
                    <a:pt x="6988" y="9087"/>
                  </a:lnTo>
                  <a:lnTo>
                    <a:pt x="4757" y="8671"/>
                  </a:lnTo>
                  <a:lnTo>
                    <a:pt x="1839" y="10016"/>
                  </a:lnTo>
                  <a:lnTo>
                    <a:pt x="719" y="9432"/>
                  </a:lnTo>
                  <a:lnTo>
                    <a:pt x="0" y="8173"/>
                  </a:lnTo>
                  <a:lnTo>
                    <a:pt x="1013" y="5512"/>
                  </a:lnTo>
                  <a:lnTo>
                    <a:pt x="9296" y="4188"/>
                  </a:lnTo>
                  <a:lnTo>
                    <a:pt x="16045" y="355"/>
                  </a:lnTo>
                  <a:lnTo>
                    <a:pt x="1756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h4262"/>
            <p:cNvSpPr/>
            <p:nvPr/>
          </p:nvSpPr>
          <p:spPr>
            <a:xfrm>
              <a:off x="6347291" y="2948225"/>
              <a:ext cx="34621" cy="42805"/>
            </a:xfrm>
            <a:custGeom>
              <a:avLst/>
              <a:pathLst>
                <a:path w="34621" h="42805">
                  <a:moveTo>
                    <a:pt x="19342" y="407"/>
                  </a:moveTo>
                  <a:lnTo>
                    <a:pt x="19470" y="3081"/>
                  </a:lnTo>
                  <a:lnTo>
                    <a:pt x="25311" y="2993"/>
                  </a:lnTo>
                  <a:lnTo>
                    <a:pt x="28113" y="4690"/>
                  </a:lnTo>
                  <a:lnTo>
                    <a:pt x="24689" y="11093"/>
                  </a:lnTo>
                  <a:lnTo>
                    <a:pt x="27088" y="14891"/>
                  </a:lnTo>
                  <a:lnTo>
                    <a:pt x="26890" y="19893"/>
                  </a:lnTo>
                  <a:lnTo>
                    <a:pt x="29667" y="22635"/>
                  </a:lnTo>
                  <a:lnTo>
                    <a:pt x="32525" y="28352"/>
                  </a:lnTo>
                  <a:lnTo>
                    <a:pt x="33337" y="28435"/>
                  </a:lnTo>
                  <a:lnTo>
                    <a:pt x="34621" y="31082"/>
                  </a:lnTo>
                  <a:lnTo>
                    <a:pt x="34485" y="35505"/>
                  </a:lnTo>
                  <a:lnTo>
                    <a:pt x="32618" y="37781"/>
                  </a:lnTo>
                  <a:lnTo>
                    <a:pt x="29415" y="37729"/>
                  </a:lnTo>
                  <a:lnTo>
                    <a:pt x="23548" y="39759"/>
                  </a:lnTo>
                  <a:lnTo>
                    <a:pt x="21409" y="39218"/>
                  </a:lnTo>
                  <a:lnTo>
                    <a:pt x="20043" y="37566"/>
                  </a:lnTo>
                  <a:lnTo>
                    <a:pt x="18785" y="37341"/>
                  </a:lnTo>
                  <a:lnTo>
                    <a:pt x="14950" y="41640"/>
                  </a:lnTo>
                  <a:lnTo>
                    <a:pt x="12052" y="42805"/>
                  </a:lnTo>
                  <a:lnTo>
                    <a:pt x="9775" y="41976"/>
                  </a:lnTo>
                  <a:lnTo>
                    <a:pt x="3045" y="28423"/>
                  </a:lnTo>
                  <a:lnTo>
                    <a:pt x="3947" y="24875"/>
                  </a:lnTo>
                  <a:lnTo>
                    <a:pt x="169" y="23211"/>
                  </a:lnTo>
                  <a:lnTo>
                    <a:pt x="0" y="19358"/>
                  </a:lnTo>
                  <a:lnTo>
                    <a:pt x="2288" y="16449"/>
                  </a:lnTo>
                  <a:lnTo>
                    <a:pt x="1954" y="14634"/>
                  </a:lnTo>
                  <a:lnTo>
                    <a:pt x="10791" y="9826"/>
                  </a:lnTo>
                  <a:lnTo>
                    <a:pt x="15651" y="11225"/>
                  </a:lnTo>
                  <a:lnTo>
                    <a:pt x="17791" y="10730"/>
                  </a:lnTo>
                  <a:lnTo>
                    <a:pt x="18525" y="1784"/>
                  </a:lnTo>
                  <a:lnTo>
                    <a:pt x="1811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h4263"/>
            <p:cNvSpPr/>
            <p:nvPr/>
          </p:nvSpPr>
          <p:spPr>
            <a:xfrm>
              <a:off x="6446277" y="2962322"/>
              <a:ext cx="36965" cy="39180"/>
            </a:xfrm>
            <a:custGeom>
              <a:avLst/>
              <a:pathLst>
                <a:path w="36965" h="39180">
                  <a:moveTo>
                    <a:pt x="30440" y="1550"/>
                  </a:moveTo>
                  <a:lnTo>
                    <a:pt x="31499" y="6299"/>
                  </a:lnTo>
                  <a:lnTo>
                    <a:pt x="32033" y="15087"/>
                  </a:lnTo>
                  <a:lnTo>
                    <a:pt x="32602" y="15866"/>
                  </a:lnTo>
                  <a:lnTo>
                    <a:pt x="31669" y="21264"/>
                  </a:lnTo>
                  <a:lnTo>
                    <a:pt x="32697" y="23098"/>
                  </a:lnTo>
                  <a:lnTo>
                    <a:pt x="34758" y="23131"/>
                  </a:lnTo>
                  <a:lnTo>
                    <a:pt x="35643" y="27836"/>
                  </a:lnTo>
                  <a:lnTo>
                    <a:pt x="36622" y="27922"/>
                  </a:lnTo>
                  <a:lnTo>
                    <a:pt x="36965" y="29473"/>
                  </a:lnTo>
                  <a:lnTo>
                    <a:pt x="35156" y="32888"/>
                  </a:lnTo>
                  <a:lnTo>
                    <a:pt x="33242" y="34394"/>
                  </a:lnTo>
                  <a:lnTo>
                    <a:pt x="31834" y="35233"/>
                  </a:lnTo>
                  <a:lnTo>
                    <a:pt x="29834" y="34245"/>
                  </a:lnTo>
                  <a:lnTo>
                    <a:pt x="29577" y="33142"/>
                  </a:lnTo>
                  <a:lnTo>
                    <a:pt x="20197" y="34274"/>
                  </a:lnTo>
                  <a:lnTo>
                    <a:pt x="16327" y="36104"/>
                  </a:lnTo>
                  <a:lnTo>
                    <a:pt x="14471" y="39180"/>
                  </a:lnTo>
                  <a:lnTo>
                    <a:pt x="12306" y="37171"/>
                  </a:lnTo>
                  <a:lnTo>
                    <a:pt x="11932" y="33009"/>
                  </a:lnTo>
                  <a:lnTo>
                    <a:pt x="6196" y="29132"/>
                  </a:lnTo>
                  <a:lnTo>
                    <a:pt x="5746" y="27646"/>
                  </a:lnTo>
                  <a:lnTo>
                    <a:pt x="4424" y="27169"/>
                  </a:lnTo>
                  <a:lnTo>
                    <a:pt x="528" y="28297"/>
                  </a:lnTo>
                  <a:lnTo>
                    <a:pt x="0" y="26123"/>
                  </a:lnTo>
                  <a:lnTo>
                    <a:pt x="416" y="25114"/>
                  </a:lnTo>
                  <a:lnTo>
                    <a:pt x="5344" y="19965"/>
                  </a:lnTo>
                  <a:lnTo>
                    <a:pt x="6013" y="17786"/>
                  </a:lnTo>
                  <a:lnTo>
                    <a:pt x="5250" y="13784"/>
                  </a:lnTo>
                  <a:lnTo>
                    <a:pt x="6407" y="10327"/>
                  </a:lnTo>
                  <a:lnTo>
                    <a:pt x="12665" y="532"/>
                  </a:lnTo>
                  <a:lnTo>
                    <a:pt x="207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h4264"/>
            <p:cNvSpPr/>
            <p:nvPr/>
          </p:nvSpPr>
          <p:spPr>
            <a:xfrm>
              <a:off x="6576226" y="2972268"/>
              <a:ext cx="17853" cy="34710"/>
            </a:xfrm>
            <a:custGeom>
              <a:avLst/>
              <a:pathLst>
                <a:path w="17853" h="34710">
                  <a:moveTo>
                    <a:pt x="14742" y="866"/>
                  </a:moveTo>
                  <a:lnTo>
                    <a:pt x="17853" y="423"/>
                  </a:lnTo>
                  <a:lnTo>
                    <a:pt x="17268" y="1775"/>
                  </a:lnTo>
                  <a:lnTo>
                    <a:pt x="17596" y="8295"/>
                  </a:lnTo>
                  <a:lnTo>
                    <a:pt x="15748" y="11299"/>
                  </a:lnTo>
                  <a:lnTo>
                    <a:pt x="11787" y="15479"/>
                  </a:lnTo>
                  <a:lnTo>
                    <a:pt x="11239" y="18013"/>
                  </a:lnTo>
                  <a:lnTo>
                    <a:pt x="13141" y="19945"/>
                  </a:lnTo>
                  <a:lnTo>
                    <a:pt x="10132" y="21960"/>
                  </a:lnTo>
                  <a:lnTo>
                    <a:pt x="7899" y="29484"/>
                  </a:lnTo>
                  <a:lnTo>
                    <a:pt x="7311" y="30730"/>
                  </a:lnTo>
                  <a:lnTo>
                    <a:pt x="2189" y="34660"/>
                  </a:lnTo>
                  <a:lnTo>
                    <a:pt x="0" y="34710"/>
                  </a:lnTo>
                  <a:lnTo>
                    <a:pt x="793" y="29236"/>
                  </a:lnTo>
                  <a:lnTo>
                    <a:pt x="533" y="23391"/>
                  </a:lnTo>
                  <a:lnTo>
                    <a:pt x="3774" y="20516"/>
                  </a:lnTo>
                  <a:lnTo>
                    <a:pt x="3471" y="17991"/>
                  </a:lnTo>
                  <a:lnTo>
                    <a:pt x="1880" y="16211"/>
                  </a:lnTo>
                  <a:lnTo>
                    <a:pt x="311" y="12447"/>
                  </a:lnTo>
                  <a:lnTo>
                    <a:pt x="877" y="9547"/>
                  </a:lnTo>
                  <a:lnTo>
                    <a:pt x="4187" y="7648"/>
                  </a:lnTo>
                  <a:lnTo>
                    <a:pt x="8883" y="6433"/>
                  </a:lnTo>
                  <a:lnTo>
                    <a:pt x="11091" y="682"/>
                  </a:lnTo>
                  <a:lnTo>
                    <a:pt x="1237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h4265"/>
            <p:cNvSpPr/>
            <p:nvPr/>
          </p:nvSpPr>
          <p:spPr>
            <a:xfrm>
              <a:off x="6404490" y="2922320"/>
              <a:ext cx="22717" cy="24007"/>
            </a:xfrm>
            <a:custGeom>
              <a:avLst/>
              <a:pathLst>
                <a:path w="22717" h="24007">
                  <a:moveTo>
                    <a:pt x="17917" y="0"/>
                  </a:moveTo>
                  <a:lnTo>
                    <a:pt x="22717" y="1096"/>
                  </a:lnTo>
                  <a:lnTo>
                    <a:pt x="21758" y="6929"/>
                  </a:lnTo>
                  <a:lnTo>
                    <a:pt x="20790" y="10667"/>
                  </a:lnTo>
                  <a:lnTo>
                    <a:pt x="22089" y="13856"/>
                  </a:lnTo>
                  <a:lnTo>
                    <a:pt x="20766" y="18506"/>
                  </a:lnTo>
                  <a:lnTo>
                    <a:pt x="19091" y="21318"/>
                  </a:lnTo>
                  <a:lnTo>
                    <a:pt x="15042" y="22719"/>
                  </a:lnTo>
                  <a:lnTo>
                    <a:pt x="9095" y="24007"/>
                  </a:lnTo>
                  <a:lnTo>
                    <a:pt x="6410" y="22346"/>
                  </a:lnTo>
                  <a:lnTo>
                    <a:pt x="4746" y="22602"/>
                  </a:lnTo>
                  <a:lnTo>
                    <a:pt x="3853" y="20471"/>
                  </a:lnTo>
                  <a:lnTo>
                    <a:pt x="2234" y="20488"/>
                  </a:lnTo>
                  <a:lnTo>
                    <a:pt x="0" y="17635"/>
                  </a:lnTo>
                  <a:lnTo>
                    <a:pt x="726" y="14256"/>
                  </a:lnTo>
                  <a:lnTo>
                    <a:pt x="2587" y="12454"/>
                  </a:lnTo>
                  <a:lnTo>
                    <a:pt x="3760" y="12456"/>
                  </a:lnTo>
                  <a:lnTo>
                    <a:pt x="7426" y="10516"/>
                  </a:lnTo>
                  <a:lnTo>
                    <a:pt x="11274" y="1774"/>
                  </a:lnTo>
                  <a:lnTo>
                    <a:pt x="12895" y="68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h4266"/>
            <p:cNvSpPr/>
            <p:nvPr/>
          </p:nvSpPr>
          <p:spPr>
            <a:xfrm>
              <a:off x="6579393" y="2910803"/>
              <a:ext cx="20856" cy="21747"/>
            </a:xfrm>
            <a:custGeom>
              <a:avLst/>
              <a:pathLst>
                <a:path w="20856" h="21747">
                  <a:moveTo>
                    <a:pt x="19345" y="1021"/>
                  </a:moveTo>
                  <a:lnTo>
                    <a:pt x="19805" y="3641"/>
                  </a:lnTo>
                  <a:lnTo>
                    <a:pt x="17118" y="6969"/>
                  </a:lnTo>
                  <a:lnTo>
                    <a:pt x="20643" y="10175"/>
                  </a:lnTo>
                  <a:lnTo>
                    <a:pt x="20320" y="15927"/>
                  </a:lnTo>
                  <a:lnTo>
                    <a:pt x="20856" y="16300"/>
                  </a:lnTo>
                  <a:lnTo>
                    <a:pt x="20167" y="20863"/>
                  </a:lnTo>
                  <a:lnTo>
                    <a:pt x="18531" y="19969"/>
                  </a:lnTo>
                  <a:lnTo>
                    <a:pt x="14198" y="20024"/>
                  </a:lnTo>
                  <a:lnTo>
                    <a:pt x="12027" y="21747"/>
                  </a:lnTo>
                  <a:lnTo>
                    <a:pt x="7968" y="16809"/>
                  </a:lnTo>
                  <a:lnTo>
                    <a:pt x="5131" y="16153"/>
                  </a:lnTo>
                  <a:lnTo>
                    <a:pt x="2645" y="14079"/>
                  </a:lnTo>
                  <a:lnTo>
                    <a:pt x="0" y="10008"/>
                  </a:lnTo>
                  <a:lnTo>
                    <a:pt x="328" y="6685"/>
                  </a:lnTo>
                  <a:lnTo>
                    <a:pt x="3552" y="3609"/>
                  </a:lnTo>
                  <a:lnTo>
                    <a:pt x="8791" y="2834"/>
                  </a:lnTo>
                  <a:lnTo>
                    <a:pt x="10110" y="2775"/>
                  </a:lnTo>
                  <a:lnTo>
                    <a:pt x="14262" y="5166"/>
                  </a:lnTo>
                  <a:lnTo>
                    <a:pt x="14814" y="1391"/>
                  </a:lnTo>
                  <a:lnTo>
                    <a:pt x="1713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h4267"/>
            <p:cNvSpPr/>
            <p:nvPr/>
          </p:nvSpPr>
          <p:spPr>
            <a:xfrm>
              <a:off x="6479520" y="2984809"/>
              <a:ext cx="28469" cy="34811"/>
            </a:xfrm>
            <a:custGeom>
              <a:avLst/>
              <a:pathLst>
                <a:path w="28469" h="34811">
                  <a:moveTo>
                    <a:pt x="19073" y="4804"/>
                  </a:moveTo>
                  <a:lnTo>
                    <a:pt x="25143" y="3924"/>
                  </a:lnTo>
                  <a:lnTo>
                    <a:pt x="28469" y="6368"/>
                  </a:lnTo>
                  <a:lnTo>
                    <a:pt x="27550" y="8505"/>
                  </a:lnTo>
                  <a:lnTo>
                    <a:pt x="23784" y="9970"/>
                  </a:lnTo>
                  <a:lnTo>
                    <a:pt x="23539" y="10926"/>
                  </a:lnTo>
                  <a:lnTo>
                    <a:pt x="26905" y="20035"/>
                  </a:lnTo>
                  <a:lnTo>
                    <a:pt x="20570" y="24946"/>
                  </a:lnTo>
                  <a:lnTo>
                    <a:pt x="16538" y="25733"/>
                  </a:lnTo>
                  <a:lnTo>
                    <a:pt x="16841" y="27852"/>
                  </a:lnTo>
                  <a:lnTo>
                    <a:pt x="19444" y="31536"/>
                  </a:lnTo>
                  <a:lnTo>
                    <a:pt x="18711" y="32580"/>
                  </a:lnTo>
                  <a:lnTo>
                    <a:pt x="16054" y="32353"/>
                  </a:lnTo>
                  <a:lnTo>
                    <a:pt x="15372" y="34811"/>
                  </a:lnTo>
                  <a:lnTo>
                    <a:pt x="5792" y="29940"/>
                  </a:lnTo>
                  <a:lnTo>
                    <a:pt x="2280" y="20406"/>
                  </a:lnTo>
                  <a:lnTo>
                    <a:pt x="1226" y="19140"/>
                  </a:lnTo>
                  <a:lnTo>
                    <a:pt x="0" y="11908"/>
                  </a:lnTo>
                  <a:lnTo>
                    <a:pt x="1913" y="10402"/>
                  </a:lnTo>
                  <a:lnTo>
                    <a:pt x="3722" y="6987"/>
                  </a:lnTo>
                  <a:lnTo>
                    <a:pt x="3379" y="5436"/>
                  </a:lnTo>
                  <a:lnTo>
                    <a:pt x="2400" y="5349"/>
                  </a:lnTo>
                  <a:lnTo>
                    <a:pt x="1515" y="645"/>
                  </a:lnTo>
                  <a:lnTo>
                    <a:pt x="1751" y="0"/>
                  </a:lnTo>
                  <a:lnTo>
                    <a:pt x="11912" y="39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h4268"/>
            <p:cNvSpPr/>
            <p:nvPr/>
          </p:nvSpPr>
          <p:spPr>
            <a:xfrm>
              <a:off x="6533172" y="2908204"/>
              <a:ext cx="41450" cy="56476"/>
            </a:xfrm>
            <a:custGeom>
              <a:avLst/>
              <a:pathLst>
                <a:path w="41450" h="56476">
                  <a:moveTo>
                    <a:pt x="29303" y="624"/>
                  </a:moveTo>
                  <a:lnTo>
                    <a:pt x="30152" y="3836"/>
                  </a:lnTo>
                  <a:lnTo>
                    <a:pt x="28851" y="6776"/>
                  </a:lnTo>
                  <a:lnTo>
                    <a:pt x="29710" y="7483"/>
                  </a:lnTo>
                  <a:lnTo>
                    <a:pt x="33435" y="7821"/>
                  </a:lnTo>
                  <a:lnTo>
                    <a:pt x="35818" y="9110"/>
                  </a:lnTo>
                  <a:lnTo>
                    <a:pt x="36958" y="10683"/>
                  </a:lnTo>
                  <a:lnTo>
                    <a:pt x="41450" y="26620"/>
                  </a:lnTo>
                  <a:lnTo>
                    <a:pt x="39492" y="28900"/>
                  </a:lnTo>
                  <a:lnTo>
                    <a:pt x="38225" y="28220"/>
                  </a:lnTo>
                  <a:lnTo>
                    <a:pt x="34363" y="28423"/>
                  </a:lnTo>
                  <a:lnTo>
                    <a:pt x="30767" y="30279"/>
                  </a:lnTo>
                  <a:lnTo>
                    <a:pt x="29898" y="41312"/>
                  </a:lnTo>
                  <a:lnTo>
                    <a:pt x="30984" y="42648"/>
                  </a:lnTo>
                  <a:lnTo>
                    <a:pt x="30940" y="43848"/>
                  </a:lnTo>
                  <a:lnTo>
                    <a:pt x="28681" y="44328"/>
                  </a:lnTo>
                  <a:lnTo>
                    <a:pt x="26189" y="47962"/>
                  </a:lnTo>
                  <a:lnTo>
                    <a:pt x="28126" y="50110"/>
                  </a:lnTo>
                  <a:lnTo>
                    <a:pt x="28238" y="52340"/>
                  </a:lnTo>
                  <a:lnTo>
                    <a:pt x="27598" y="53611"/>
                  </a:lnTo>
                  <a:lnTo>
                    <a:pt x="18319" y="51517"/>
                  </a:lnTo>
                  <a:lnTo>
                    <a:pt x="16076" y="53205"/>
                  </a:lnTo>
                  <a:lnTo>
                    <a:pt x="15362" y="54744"/>
                  </a:lnTo>
                  <a:lnTo>
                    <a:pt x="12957" y="56068"/>
                  </a:lnTo>
                  <a:lnTo>
                    <a:pt x="11592" y="56476"/>
                  </a:lnTo>
                  <a:lnTo>
                    <a:pt x="8985" y="55774"/>
                  </a:lnTo>
                  <a:lnTo>
                    <a:pt x="6998" y="51721"/>
                  </a:lnTo>
                  <a:lnTo>
                    <a:pt x="0" y="44330"/>
                  </a:lnTo>
                  <a:lnTo>
                    <a:pt x="845" y="31157"/>
                  </a:lnTo>
                  <a:lnTo>
                    <a:pt x="1802" y="30594"/>
                  </a:lnTo>
                  <a:lnTo>
                    <a:pt x="4901" y="30738"/>
                  </a:lnTo>
                  <a:lnTo>
                    <a:pt x="7332" y="31808"/>
                  </a:lnTo>
                  <a:lnTo>
                    <a:pt x="9857" y="30954"/>
                  </a:lnTo>
                  <a:lnTo>
                    <a:pt x="7582" y="25905"/>
                  </a:lnTo>
                  <a:lnTo>
                    <a:pt x="5605" y="24116"/>
                  </a:lnTo>
                  <a:lnTo>
                    <a:pt x="4883" y="20564"/>
                  </a:lnTo>
                  <a:lnTo>
                    <a:pt x="5785" y="17387"/>
                  </a:lnTo>
                  <a:lnTo>
                    <a:pt x="7774" y="16106"/>
                  </a:lnTo>
                  <a:lnTo>
                    <a:pt x="8892" y="14075"/>
                  </a:lnTo>
                  <a:lnTo>
                    <a:pt x="16541" y="15340"/>
                  </a:lnTo>
                  <a:lnTo>
                    <a:pt x="16941" y="14137"/>
                  </a:lnTo>
                  <a:lnTo>
                    <a:pt x="16322" y="10765"/>
                  </a:lnTo>
                  <a:lnTo>
                    <a:pt x="14852" y="7598"/>
                  </a:lnTo>
                  <a:lnTo>
                    <a:pt x="22693" y="5447"/>
                  </a:lnTo>
                  <a:lnTo>
                    <a:pt x="26269" y="6033"/>
                  </a:lnTo>
                  <a:lnTo>
                    <a:pt x="27282" y="4871"/>
                  </a:lnTo>
                  <a:lnTo>
                    <a:pt x="2851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h4269"/>
            <p:cNvSpPr/>
            <p:nvPr/>
          </p:nvSpPr>
          <p:spPr>
            <a:xfrm>
              <a:off x="6371981" y="2952915"/>
              <a:ext cx="20468" cy="23745"/>
            </a:xfrm>
            <a:custGeom>
              <a:avLst/>
              <a:pathLst>
                <a:path w="20468" h="23745">
                  <a:moveTo>
                    <a:pt x="11089" y="2739"/>
                  </a:moveTo>
                  <a:lnTo>
                    <a:pt x="18276" y="2204"/>
                  </a:lnTo>
                  <a:lnTo>
                    <a:pt x="18963" y="3038"/>
                  </a:lnTo>
                  <a:lnTo>
                    <a:pt x="18806" y="6737"/>
                  </a:lnTo>
                  <a:lnTo>
                    <a:pt x="20209" y="10730"/>
                  </a:lnTo>
                  <a:lnTo>
                    <a:pt x="20468" y="13726"/>
                  </a:lnTo>
                  <a:lnTo>
                    <a:pt x="17631" y="13598"/>
                  </a:lnTo>
                  <a:lnTo>
                    <a:pt x="13161" y="15355"/>
                  </a:lnTo>
                  <a:lnTo>
                    <a:pt x="11391" y="17692"/>
                  </a:lnTo>
                  <a:lnTo>
                    <a:pt x="8648" y="23745"/>
                  </a:lnTo>
                  <a:lnTo>
                    <a:pt x="7835" y="23662"/>
                  </a:lnTo>
                  <a:lnTo>
                    <a:pt x="4978" y="17945"/>
                  </a:lnTo>
                  <a:lnTo>
                    <a:pt x="2200" y="15203"/>
                  </a:lnTo>
                  <a:lnTo>
                    <a:pt x="2399" y="10201"/>
                  </a:lnTo>
                  <a:lnTo>
                    <a:pt x="0" y="6403"/>
                  </a:lnTo>
                  <a:lnTo>
                    <a:pt x="342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h4270"/>
            <p:cNvSpPr/>
            <p:nvPr/>
          </p:nvSpPr>
          <p:spPr>
            <a:xfrm>
              <a:off x="6409064" y="2977486"/>
              <a:ext cx="20291" cy="30720"/>
            </a:xfrm>
            <a:custGeom>
              <a:avLst/>
              <a:pathLst>
                <a:path w="20291" h="30720">
                  <a:moveTo>
                    <a:pt x="14002" y="0"/>
                  </a:moveTo>
                  <a:lnTo>
                    <a:pt x="16990" y="1126"/>
                  </a:lnTo>
                  <a:lnTo>
                    <a:pt x="16882" y="2033"/>
                  </a:lnTo>
                  <a:lnTo>
                    <a:pt x="13975" y="2983"/>
                  </a:lnTo>
                  <a:lnTo>
                    <a:pt x="12006" y="5084"/>
                  </a:lnTo>
                  <a:lnTo>
                    <a:pt x="12349" y="5999"/>
                  </a:lnTo>
                  <a:lnTo>
                    <a:pt x="14924" y="6806"/>
                  </a:lnTo>
                  <a:lnTo>
                    <a:pt x="17388" y="8821"/>
                  </a:lnTo>
                  <a:lnTo>
                    <a:pt x="18032" y="11360"/>
                  </a:lnTo>
                  <a:lnTo>
                    <a:pt x="17109" y="15006"/>
                  </a:lnTo>
                  <a:lnTo>
                    <a:pt x="20291" y="25997"/>
                  </a:lnTo>
                  <a:lnTo>
                    <a:pt x="19503" y="26973"/>
                  </a:lnTo>
                  <a:lnTo>
                    <a:pt x="17001" y="27659"/>
                  </a:lnTo>
                  <a:lnTo>
                    <a:pt x="15861" y="28990"/>
                  </a:lnTo>
                  <a:lnTo>
                    <a:pt x="11781" y="30720"/>
                  </a:lnTo>
                  <a:lnTo>
                    <a:pt x="10293" y="26721"/>
                  </a:lnTo>
                  <a:lnTo>
                    <a:pt x="8292" y="25353"/>
                  </a:lnTo>
                  <a:lnTo>
                    <a:pt x="4174" y="25491"/>
                  </a:lnTo>
                  <a:lnTo>
                    <a:pt x="2726" y="23502"/>
                  </a:lnTo>
                  <a:lnTo>
                    <a:pt x="0" y="16907"/>
                  </a:lnTo>
                  <a:lnTo>
                    <a:pt x="2339" y="15788"/>
                  </a:lnTo>
                  <a:lnTo>
                    <a:pt x="5135" y="8857"/>
                  </a:lnTo>
                  <a:lnTo>
                    <a:pt x="450" y="3218"/>
                  </a:lnTo>
                  <a:lnTo>
                    <a:pt x="1288" y="2677"/>
                  </a:lnTo>
                  <a:lnTo>
                    <a:pt x="3310" y="1303"/>
                  </a:lnTo>
                  <a:lnTo>
                    <a:pt x="5363" y="1089"/>
                  </a:lnTo>
                  <a:lnTo>
                    <a:pt x="8048" y="2501"/>
                  </a:lnTo>
                  <a:lnTo>
                    <a:pt x="11141" y="54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h4271"/>
            <p:cNvSpPr/>
            <p:nvPr/>
          </p:nvSpPr>
          <p:spPr>
            <a:xfrm>
              <a:off x="6402652" y="2851750"/>
              <a:ext cx="10757" cy="20185"/>
            </a:xfrm>
            <a:custGeom>
              <a:avLst/>
              <a:pathLst>
                <a:path w="10757" h="20185">
                  <a:moveTo>
                    <a:pt x="7226" y="10226"/>
                  </a:moveTo>
                  <a:lnTo>
                    <a:pt x="8253" y="14001"/>
                  </a:lnTo>
                  <a:lnTo>
                    <a:pt x="9123" y="15513"/>
                  </a:lnTo>
                  <a:lnTo>
                    <a:pt x="10649" y="16312"/>
                  </a:lnTo>
                  <a:lnTo>
                    <a:pt x="10757" y="17704"/>
                  </a:lnTo>
                  <a:lnTo>
                    <a:pt x="9322" y="20185"/>
                  </a:lnTo>
                  <a:lnTo>
                    <a:pt x="8448" y="17561"/>
                  </a:lnTo>
                  <a:lnTo>
                    <a:pt x="7201" y="17826"/>
                  </a:lnTo>
                  <a:lnTo>
                    <a:pt x="6135" y="19178"/>
                  </a:lnTo>
                  <a:lnTo>
                    <a:pt x="4927" y="17651"/>
                  </a:lnTo>
                  <a:lnTo>
                    <a:pt x="4675" y="14895"/>
                  </a:lnTo>
                  <a:lnTo>
                    <a:pt x="3806" y="13237"/>
                  </a:lnTo>
                  <a:lnTo>
                    <a:pt x="0" y="11318"/>
                  </a:lnTo>
                  <a:lnTo>
                    <a:pt x="2246" y="8200"/>
                  </a:lnTo>
                  <a:lnTo>
                    <a:pt x="3336" y="2901"/>
                  </a:lnTo>
                  <a:lnTo>
                    <a:pt x="721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h4272"/>
            <p:cNvSpPr/>
            <p:nvPr/>
          </p:nvSpPr>
          <p:spPr>
            <a:xfrm>
              <a:off x="6334969" y="2866308"/>
              <a:ext cx="19782" cy="17134"/>
            </a:xfrm>
            <a:custGeom>
              <a:avLst/>
              <a:pathLst>
                <a:path w="19782" h="17134">
                  <a:moveTo>
                    <a:pt x="8055" y="0"/>
                  </a:moveTo>
                  <a:lnTo>
                    <a:pt x="19191" y="4061"/>
                  </a:lnTo>
                  <a:lnTo>
                    <a:pt x="17188" y="9531"/>
                  </a:lnTo>
                  <a:lnTo>
                    <a:pt x="19782" y="12184"/>
                  </a:lnTo>
                  <a:lnTo>
                    <a:pt x="19603" y="13393"/>
                  </a:lnTo>
                  <a:lnTo>
                    <a:pt x="15432" y="12461"/>
                  </a:lnTo>
                  <a:lnTo>
                    <a:pt x="9946" y="16421"/>
                  </a:lnTo>
                  <a:lnTo>
                    <a:pt x="6379" y="14978"/>
                  </a:lnTo>
                  <a:lnTo>
                    <a:pt x="2870" y="17134"/>
                  </a:lnTo>
                  <a:lnTo>
                    <a:pt x="649" y="16733"/>
                  </a:lnTo>
                  <a:lnTo>
                    <a:pt x="0" y="14783"/>
                  </a:lnTo>
                  <a:lnTo>
                    <a:pt x="1808" y="8720"/>
                  </a:lnTo>
                  <a:lnTo>
                    <a:pt x="5222" y="8691"/>
                  </a:lnTo>
                  <a:lnTo>
                    <a:pt x="5660" y="8031"/>
                  </a:lnTo>
                  <a:lnTo>
                    <a:pt x="5738" y="1617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h4273"/>
            <p:cNvSpPr/>
            <p:nvPr/>
          </p:nvSpPr>
          <p:spPr>
            <a:xfrm>
              <a:off x="6414302" y="2879627"/>
              <a:ext cx="29404" cy="21754"/>
            </a:xfrm>
            <a:custGeom>
              <a:avLst/>
              <a:pathLst>
                <a:path w="29404" h="21754">
                  <a:moveTo>
                    <a:pt x="11968" y="170"/>
                  </a:moveTo>
                  <a:lnTo>
                    <a:pt x="14469" y="4170"/>
                  </a:lnTo>
                  <a:lnTo>
                    <a:pt x="11998" y="6654"/>
                  </a:lnTo>
                  <a:lnTo>
                    <a:pt x="15223" y="8279"/>
                  </a:lnTo>
                  <a:lnTo>
                    <a:pt x="20784" y="7859"/>
                  </a:lnTo>
                  <a:lnTo>
                    <a:pt x="22043" y="5504"/>
                  </a:lnTo>
                  <a:lnTo>
                    <a:pt x="23047" y="5192"/>
                  </a:lnTo>
                  <a:lnTo>
                    <a:pt x="25915" y="7746"/>
                  </a:lnTo>
                  <a:lnTo>
                    <a:pt x="27029" y="9850"/>
                  </a:lnTo>
                  <a:lnTo>
                    <a:pt x="26733" y="10945"/>
                  </a:lnTo>
                  <a:lnTo>
                    <a:pt x="25546" y="11707"/>
                  </a:lnTo>
                  <a:lnTo>
                    <a:pt x="25966" y="13169"/>
                  </a:lnTo>
                  <a:lnTo>
                    <a:pt x="29404" y="15409"/>
                  </a:lnTo>
                  <a:lnTo>
                    <a:pt x="22452" y="20193"/>
                  </a:lnTo>
                  <a:lnTo>
                    <a:pt x="19990" y="20423"/>
                  </a:lnTo>
                  <a:lnTo>
                    <a:pt x="18090" y="18332"/>
                  </a:lnTo>
                  <a:lnTo>
                    <a:pt x="14235" y="20774"/>
                  </a:lnTo>
                  <a:lnTo>
                    <a:pt x="7390" y="21754"/>
                  </a:lnTo>
                  <a:lnTo>
                    <a:pt x="7602" y="19838"/>
                  </a:lnTo>
                  <a:lnTo>
                    <a:pt x="5502" y="18015"/>
                  </a:lnTo>
                  <a:lnTo>
                    <a:pt x="2986" y="18994"/>
                  </a:lnTo>
                  <a:lnTo>
                    <a:pt x="0" y="17069"/>
                  </a:lnTo>
                  <a:lnTo>
                    <a:pt x="1258" y="13981"/>
                  </a:lnTo>
                  <a:lnTo>
                    <a:pt x="5319" y="9979"/>
                  </a:lnTo>
                  <a:lnTo>
                    <a:pt x="9300" y="1423"/>
                  </a:lnTo>
                  <a:lnTo>
                    <a:pt x="1066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h4274"/>
            <p:cNvSpPr/>
            <p:nvPr/>
          </p:nvSpPr>
          <p:spPr>
            <a:xfrm>
              <a:off x="6364638" y="2978180"/>
              <a:ext cx="29473" cy="49849"/>
            </a:xfrm>
            <a:custGeom>
              <a:avLst/>
              <a:pathLst>
                <a:path w="29473" h="49849">
                  <a:moveTo>
                    <a:pt x="19351" y="118"/>
                  </a:moveTo>
                  <a:lnTo>
                    <a:pt x="22552" y="5825"/>
                  </a:lnTo>
                  <a:lnTo>
                    <a:pt x="28968" y="11484"/>
                  </a:lnTo>
                  <a:lnTo>
                    <a:pt x="29473" y="20506"/>
                  </a:lnTo>
                  <a:lnTo>
                    <a:pt x="22235" y="22239"/>
                  </a:lnTo>
                  <a:lnTo>
                    <a:pt x="19767" y="25172"/>
                  </a:lnTo>
                  <a:lnTo>
                    <a:pt x="17196" y="30181"/>
                  </a:lnTo>
                  <a:lnTo>
                    <a:pt x="15321" y="39319"/>
                  </a:lnTo>
                  <a:lnTo>
                    <a:pt x="16835" y="44404"/>
                  </a:lnTo>
                  <a:lnTo>
                    <a:pt x="18995" y="48471"/>
                  </a:lnTo>
                  <a:lnTo>
                    <a:pt x="20458" y="49849"/>
                  </a:lnTo>
                  <a:lnTo>
                    <a:pt x="16852" y="49840"/>
                  </a:lnTo>
                  <a:lnTo>
                    <a:pt x="16618" y="47636"/>
                  </a:lnTo>
                  <a:lnTo>
                    <a:pt x="15914" y="47221"/>
                  </a:lnTo>
                  <a:lnTo>
                    <a:pt x="3658" y="45885"/>
                  </a:lnTo>
                  <a:lnTo>
                    <a:pt x="1792" y="45148"/>
                  </a:lnTo>
                  <a:lnTo>
                    <a:pt x="0" y="43204"/>
                  </a:lnTo>
                  <a:lnTo>
                    <a:pt x="2007" y="38064"/>
                  </a:lnTo>
                  <a:lnTo>
                    <a:pt x="6296" y="32258"/>
                  </a:lnTo>
                  <a:lnTo>
                    <a:pt x="7683" y="28686"/>
                  </a:lnTo>
                  <a:lnTo>
                    <a:pt x="7906" y="24808"/>
                  </a:lnTo>
                  <a:lnTo>
                    <a:pt x="13592" y="13255"/>
                  </a:lnTo>
                  <a:lnTo>
                    <a:pt x="15272" y="7826"/>
                  </a:lnTo>
                  <a:lnTo>
                    <a:pt x="17138" y="5550"/>
                  </a:lnTo>
                  <a:lnTo>
                    <a:pt x="17275" y="1127"/>
                  </a:lnTo>
                  <a:lnTo>
                    <a:pt x="1856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h4275"/>
            <p:cNvSpPr/>
            <p:nvPr/>
          </p:nvSpPr>
          <p:spPr>
            <a:xfrm>
              <a:off x="6343025" y="2851932"/>
              <a:ext cx="19416" cy="18437"/>
            </a:xfrm>
            <a:custGeom>
              <a:avLst/>
              <a:pathLst>
                <a:path w="19416" h="18437">
                  <a:moveTo>
                    <a:pt x="12286" y="0"/>
                  </a:moveTo>
                  <a:lnTo>
                    <a:pt x="19416" y="1565"/>
                  </a:lnTo>
                  <a:lnTo>
                    <a:pt x="19117" y="2944"/>
                  </a:lnTo>
                  <a:lnTo>
                    <a:pt x="14779" y="3506"/>
                  </a:lnTo>
                  <a:lnTo>
                    <a:pt x="12034" y="5462"/>
                  </a:lnTo>
                  <a:lnTo>
                    <a:pt x="11341" y="8522"/>
                  </a:lnTo>
                  <a:lnTo>
                    <a:pt x="11301" y="14276"/>
                  </a:lnTo>
                  <a:lnTo>
                    <a:pt x="11136" y="18437"/>
                  </a:lnTo>
                  <a:lnTo>
                    <a:pt x="0" y="14376"/>
                  </a:lnTo>
                  <a:lnTo>
                    <a:pt x="2152" y="7747"/>
                  </a:lnTo>
                  <a:lnTo>
                    <a:pt x="2338" y="4756"/>
                  </a:lnTo>
                  <a:lnTo>
                    <a:pt x="10600" y="29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h4276"/>
            <p:cNvSpPr/>
            <p:nvPr/>
          </p:nvSpPr>
          <p:spPr>
            <a:xfrm>
              <a:off x="6383720" y="2923359"/>
              <a:ext cx="23358" cy="19535"/>
            </a:xfrm>
            <a:custGeom>
              <a:avLst/>
              <a:pathLst>
                <a:path w="23358" h="19535">
                  <a:moveTo>
                    <a:pt x="7240" y="2503"/>
                  </a:moveTo>
                  <a:lnTo>
                    <a:pt x="6751" y="4212"/>
                  </a:lnTo>
                  <a:lnTo>
                    <a:pt x="7215" y="5002"/>
                  </a:lnTo>
                  <a:lnTo>
                    <a:pt x="9923" y="5835"/>
                  </a:lnTo>
                  <a:lnTo>
                    <a:pt x="15249" y="4844"/>
                  </a:lnTo>
                  <a:lnTo>
                    <a:pt x="17106" y="4292"/>
                  </a:lnTo>
                  <a:lnTo>
                    <a:pt x="16953" y="3469"/>
                  </a:lnTo>
                  <a:lnTo>
                    <a:pt x="19106" y="3317"/>
                  </a:lnTo>
                  <a:lnTo>
                    <a:pt x="23324" y="8138"/>
                  </a:lnTo>
                  <a:lnTo>
                    <a:pt x="23358" y="11415"/>
                  </a:lnTo>
                  <a:lnTo>
                    <a:pt x="21497" y="13217"/>
                  </a:lnTo>
                  <a:lnTo>
                    <a:pt x="20770" y="16596"/>
                  </a:lnTo>
                  <a:lnTo>
                    <a:pt x="23005" y="19449"/>
                  </a:lnTo>
                  <a:lnTo>
                    <a:pt x="20199" y="19535"/>
                  </a:lnTo>
                  <a:lnTo>
                    <a:pt x="9226" y="17646"/>
                  </a:lnTo>
                  <a:lnTo>
                    <a:pt x="6183" y="14782"/>
                  </a:lnTo>
                  <a:lnTo>
                    <a:pt x="1740" y="14801"/>
                  </a:lnTo>
                  <a:lnTo>
                    <a:pt x="2297" y="9555"/>
                  </a:lnTo>
                  <a:lnTo>
                    <a:pt x="0" y="2842"/>
                  </a:lnTo>
                  <a:lnTo>
                    <a:pt x="565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h4277"/>
            <p:cNvSpPr/>
            <p:nvPr/>
          </p:nvSpPr>
          <p:spPr>
            <a:xfrm>
              <a:off x="6285406" y="2982236"/>
              <a:ext cx="43256" cy="38533"/>
            </a:xfrm>
            <a:custGeom>
              <a:avLst/>
              <a:pathLst>
                <a:path w="43256" h="38533">
                  <a:moveTo>
                    <a:pt x="29076" y="1482"/>
                  </a:moveTo>
                  <a:lnTo>
                    <a:pt x="29306" y="5895"/>
                  </a:lnTo>
                  <a:lnTo>
                    <a:pt x="30354" y="9587"/>
                  </a:lnTo>
                  <a:lnTo>
                    <a:pt x="34530" y="12155"/>
                  </a:lnTo>
                  <a:lnTo>
                    <a:pt x="36043" y="16076"/>
                  </a:lnTo>
                  <a:lnTo>
                    <a:pt x="39849" y="17601"/>
                  </a:lnTo>
                  <a:lnTo>
                    <a:pt x="43246" y="20766"/>
                  </a:lnTo>
                  <a:lnTo>
                    <a:pt x="43256" y="22144"/>
                  </a:lnTo>
                  <a:lnTo>
                    <a:pt x="40327" y="22779"/>
                  </a:lnTo>
                  <a:lnTo>
                    <a:pt x="39007" y="24411"/>
                  </a:lnTo>
                  <a:lnTo>
                    <a:pt x="38851" y="26483"/>
                  </a:lnTo>
                  <a:lnTo>
                    <a:pt x="34466" y="33191"/>
                  </a:lnTo>
                  <a:lnTo>
                    <a:pt x="30776" y="33271"/>
                  </a:lnTo>
                  <a:lnTo>
                    <a:pt x="25063" y="37027"/>
                  </a:lnTo>
                  <a:lnTo>
                    <a:pt x="24265" y="35695"/>
                  </a:lnTo>
                  <a:lnTo>
                    <a:pt x="21447" y="36176"/>
                  </a:lnTo>
                  <a:lnTo>
                    <a:pt x="18863" y="38533"/>
                  </a:lnTo>
                  <a:lnTo>
                    <a:pt x="14627" y="32119"/>
                  </a:lnTo>
                  <a:lnTo>
                    <a:pt x="10811" y="31413"/>
                  </a:lnTo>
                  <a:lnTo>
                    <a:pt x="7770" y="33989"/>
                  </a:lnTo>
                  <a:lnTo>
                    <a:pt x="1747" y="28608"/>
                  </a:lnTo>
                  <a:lnTo>
                    <a:pt x="0" y="25224"/>
                  </a:lnTo>
                  <a:lnTo>
                    <a:pt x="3556" y="23067"/>
                  </a:lnTo>
                  <a:lnTo>
                    <a:pt x="3008" y="13272"/>
                  </a:lnTo>
                  <a:lnTo>
                    <a:pt x="7540" y="10931"/>
                  </a:lnTo>
                  <a:lnTo>
                    <a:pt x="9995" y="8429"/>
                  </a:lnTo>
                  <a:lnTo>
                    <a:pt x="14786" y="7754"/>
                  </a:lnTo>
                  <a:lnTo>
                    <a:pt x="18101" y="4806"/>
                  </a:lnTo>
                  <a:lnTo>
                    <a:pt x="20489" y="4000"/>
                  </a:lnTo>
                  <a:lnTo>
                    <a:pt x="20798" y="4961"/>
                  </a:lnTo>
                  <a:lnTo>
                    <a:pt x="22691" y="5389"/>
                  </a:lnTo>
                  <a:lnTo>
                    <a:pt x="25120" y="4693"/>
                  </a:lnTo>
                  <a:lnTo>
                    <a:pt x="25884" y="4292"/>
                  </a:lnTo>
                  <a:lnTo>
                    <a:pt x="28580" y="1474"/>
                  </a:lnTo>
                  <a:lnTo>
                    <a:pt x="3094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h4278"/>
            <p:cNvSpPr/>
            <p:nvPr/>
          </p:nvSpPr>
          <p:spPr>
            <a:xfrm>
              <a:off x="6581331" y="2933822"/>
              <a:ext cx="22618" cy="13904"/>
            </a:xfrm>
            <a:custGeom>
              <a:avLst/>
              <a:pathLst>
                <a:path w="22618" h="13904">
                  <a:moveTo>
                    <a:pt x="8111" y="415"/>
                  </a:moveTo>
                  <a:lnTo>
                    <a:pt x="9200" y="3226"/>
                  </a:lnTo>
                  <a:lnTo>
                    <a:pt x="12093" y="6505"/>
                  </a:lnTo>
                  <a:lnTo>
                    <a:pt x="20372" y="5470"/>
                  </a:lnTo>
                  <a:lnTo>
                    <a:pt x="22618" y="10187"/>
                  </a:lnTo>
                  <a:lnTo>
                    <a:pt x="21427" y="11889"/>
                  </a:lnTo>
                  <a:lnTo>
                    <a:pt x="18421" y="13205"/>
                  </a:lnTo>
                  <a:lnTo>
                    <a:pt x="12821" y="13904"/>
                  </a:lnTo>
                  <a:lnTo>
                    <a:pt x="6511" y="13652"/>
                  </a:lnTo>
                  <a:lnTo>
                    <a:pt x="5421" y="10539"/>
                  </a:lnTo>
                  <a:lnTo>
                    <a:pt x="20" y="4039"/>
                  </a:lnTo>
                  <a:lnTo>
                    <a:pt x="0" y="2337"/>
                  </a:lnTo>
                  <a:lnTo>
                    <a:pt x="1014" y="2073"/>
                  </a:lnTo>
                  <a:lnTo>
                    <a:pt x="4443" y="2054"/>
                  </a:lnTo>
                  <a:lnTo>
                    <a:pt x="5908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h4279"/>
            <p:cNvSpPr/>
            <p:nvPr/>
          </p:nvSpPr>
          <p:spPr>
            <a:xfrm>
              <a:off x="6379960" y="2998686"/>
              <a:ext cx="18677" cy="33398"/>
            </a:xfrm>
            <a:custGeom>
              <a:avLst/>
              <a:pathLst>
                <a:path w="18677" h="33398">
                  <a:moveTo>
                    <a:pt x="15904" y="1090"/>
                  </a:moveTo>
                  <a:lnTo>
                    <a:pt x="16568" y="6671"/>
                  </a:lnTo>
                  <a:lnTo>
                    <a:pt x="18677" y="9169"/>
                  </a:lnTo>
                  <a:lnTo>
                    <a:pt x="17720" y="9795"/>
                  </a:lnTo>
                  <a:lnTo>
                    <a:pt x="17061" y="22280"/>
                  </a:lnTo>
                  <a:lnTo>
                    <a:pt x="15497" y="24426"/>
                  </a:lnTo>
                  <a:lnTo>
                    <a:pt x="16826" y="31355"/>
                  </a:lnTo>
                  <a:lnTo>
                    <a:pt x="16207" y="33398"/>
                  </a:lnTo>
                  <a:lnTo>
                    <a:pt x="12605" y="32838"/>
                  </a:lnTo>
                  <a:lnTo>
                    <a:pt x="5798" y="29009"/>
                  </a:lnTo>
                  <a:lnTo>
                    <a:pt x="5136" y="29343"/>
                  </a:lnTo>
                  <a:lnTo>
                    <a:pt x="3673" y="27965"/>
                  </a:lnTo>
                  <a:lnTo>
                    <a:pt x="1513" y="23898"/>
                  </a:lnTo>
                  <a:lnTo>
                    <a:pt x="0" y="18813"/>
                  </a:lnTo>
                  <a:lnTo>
                    <a:pt x="1874" y="9674"/>
                  </a:lnTo>
                  <a:lnTo>
                    <a:pt x="4446" y="4665"/>
                  </a:lnTo>
                  <a:lnTo>
                    <a:pt x="6914" y="1733"/>
                  </a:lnTo>
                  <a:lnTo>
                    <a:pt x="1415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h4280"/>
            <p:cNvSpPr/>
            <p:nvPr/>
          </p:nvSpPr>
          <p:spPr>
            <a:xfrm>
              <a:off x="6452931" y="2887123"/>
              <a:ext cx="26486" cy="12663"/>
            </a:xfrm>
            <a:custGeom>
              <a:avLst/>
              <a:pathLst>
                <a:path w="26486" h="12663">
                  <a:moveTo>
                    <a:pt x="18228" y="1168"/>
                  </a:moveTo>
                  <a:lnTo>
                    <a:pt x="19686" y="1711"/>
                  </a:lnTo>
                  <a:lnTo>
                    <a:pt x="26486" y="1492"/>
                  </a:lnTo>
                  <a:lnTo>
                    <a:pt x="25509" y="3806"/>
                  </a:lnTo>
                  <a:lnTo>
                    <a:pt x="26184" y="7193"/>
                  </a:lnTo>
                  <a:lnTo>
                    <a:pt x="22751" y="9185"/>
                  </a:lnTo>
                  <a:lnTo>
                    <a:pt x="15122" y="10526"/>
                  </a:lnTo>
                  <a:lnTo>
                    <a:pt x="6371" y="12548"/>
                  </a:lnTo>
                  <a:lnTo>
                    <a:pt x="3462" y="12663"/>
                  </a:lnTo>
                  <a:lnTo>
                    <a:pt x="1820" y="11587"/>
                  </a:lnTo>
                  <a:lnTo>
                    <a:pt x="0" y="7082"/>
                  </a:lnTo>
                  <a:lnTo>
                    <a:pt x="5713" y="3884"/>
                  </a:lnTo>
                  <a:lnTo>
                    <a:pt x="1813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h4281"/>
            <p:cNvSpPr/>
            <p:nvPr/>
          </p:nvSpPr>
          <p:spPr>
            <a:xfrm>
              <a:off x="6361476" y="2863461"/>
              <a:ext cx="27254" cy="19955"/>
            </a:xfrm>
            <a:custGeom>
              <a:avLst/>
              <a:pathLst>
                <a:path w="27254" h="19955">
                  <a:moveTo>
                    <a:pt x="26815" y="1277"/>
                  </a:moveTo>
                  <a:lnTo>
                    <a:pt x="23799" y="9008"/>
                  </a:lnTo>
                  <a:lnTo>
                    <a:pt x="25353" y="15960"/>
                  </a:lnTo>
                  <a:lnTo>
                    <a:pt x="27254" y="17031"/>
                  </a:lnTo>
                  <a:lnTo>
                    <a:pt x="26133" y="19955"/>
                  </a:lnTo>
                  <a:lnTo>
                    <a:pt x="18084" y="18355"/>
                  </a:lnTo>
                  <a:lnTo>
                    <a:pt x="9781" y="18403"/>
                  </a:lnTo>
                  <a:lnTo>
                    <a:pt x="8464" y="16659"/>
                  </a:lnTo>
                  <a:lnTo>
                    <a:pt x="6655" y="16062"/>
                  </a:lnTo>
                  <a:lnTo>
                    <a:pt x="3914" y="17012"/>
                  </a:lnTo>
                  <a:lnTo>
                    <a:pt x="1979" y="16435"/>
                  </a:lnTo>
                  <a:lnTo>
                    <a:pt x="1181" y="14942"/>
                  </a:lnTo>
                  <a:lnTo>
                    <a:pt x="0" y="7258"/>
                  </a:lnTo>
                  <a:lnTo>
                    <a:pt x="1570" y="5120"/>
                  </a:lnTo>
                  <a:lnTo>
                    <a:pt x="4119" y="6720"/>
                  </a:lnTo>
                  <a:lnTo>
                    <a:pt x="10306" y="5662"/>
                  </a:lnTo>
                  <a:lnTo>
                    <a:pt x="15305" y="2864"/>
                  </a:lnTo>
                  <a:lnTo>
                    <a:pt x="15740" y="1476"/>
                  </a:lnTo>
                  <a:lnTo>
                    <a:pt x="2270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h4282"/>
            <p:cNvSpPr/>
            <p:nvPr/>
          </p:nvSpPr>
          <p:spPr>
            <a:xfrm>
              <a:off x="6417491" y="3017155"/>
              <a:ext cx="51164" cy="55607"/>
            </a:xfrm>
            <a:custGeom>
              <a:avLst/>
              <a:pathLst>
                <a:path w="51164" h="55607">
                  <a:moveTo>
                    <a:pt x="33280" y="1128"/>
                  </a:moveTo>
                  <a:lnTo>
                    <a:pt x="32430" y="4920"/>
                  </a:lnTo>
                  <a:lnTo>
                    <a:pt x="40606" y="13782"/>
                  </a:lnTo>
                  <a:lnTo>
                    <a:pt x="42114" y="22115"/>
                  </a:lnTo>
                  <a:lnTo>
                    <a:pt x="51164" y="29311"/>
                  </a:lnTo>
                  <a:lnTo>
                    <a:pt x="49159" y="31839"/>
                  </a:lnTo>
                  <a:lnTo>
                    <a:pt x="50808" y="33923"/>
                  </a:lnTo>
                  <a:lnTo>
                    <a:pt x="49540" y="39478"/>
                  </a:lnTo>
                  <a:lnTo>
                    <a:pt x="49500" y="44935"/>
                  </a:lnTo>
                  <a:lnTo>
                    <a:pt x="47721" y="49024"/>
                  </a:lnTo>
                  <a:lnTo>
                    <a:pt x="44913" y="52394"/>
                  </a:lnTo>
                  <a:lnTo>
                    <a:pt x="45382" y="55193"/>
                  </a:lnTo>
                  <a:lnTo>
                    <a:pt x="43098" y="55607"/>
                  </a:lnTo>
                  <a:lnTo>
                    <a:pt x="39223" y="54432"/>
                  </a:lnTo>
                  <a:lnTo>
                    <a:pt x="33729" y="51589"/>
                  </a:lnTo>
                  <a:lnTo>
                    <a:pt x="31262" y="45204"/>
                  </a:lnTo>
                  <a:lnTo>
                    <a:pt x="28537" y="42120"/>
                  </a:lnTo>
                  <a:lnTo>
                    <a:pt x="19573" y="42039"/>
                  </a:lnTo>
                  <a:lnTo>
                    <a:pt x="18931" y="40985"/>
                  </a:lnTo>
                  <a:lnTo>
                    <a:pt x="16725" y="40840"/>
                  </a:lnTo>
                  <a:lnTo>
                    <a:pt x="11060" y="42189"/>
                  </a:lnTo>
                  <a:lnTo>
                    <a:pt x="4788" y="44858"/>
                  </a:lnTo>
                  <a:lnTo>
                    <a:pt x="2737" y="47059"/>
                  </a:lnTo>
                  <a:lnTo>
                    <a:pt x="1368" y="45955"/>
                  </a:lnTo>
                  <a:lnTo>
                    <a:pt x="0" y="39343"/>
                  </a:lnTo>
                  <a:lnTo>
                    <a:pt x="2755" y="37903"/>
                  </a:lnTo>
                  <a:lnTo>
                    <a:pt x="10091" y="29846"/>
                  </a:lnTo>
                  <a:lnTo>
                    <a:pt x="11697" y="27858"/>
                  </a:lnTo>
                  <a:lnTo>
                    <a:pt x="12258" y="24913"/>
                  </a:lnTo>
                  <a:lnTo>
                    <a:pt x="14769" y="24243"/>
                  </a:lnTo>
                  <a:lnTo>
                    <a:pt x="16886" y="25798"/>
                  </a:lnTo>
                  <a:lnTo>
                    <a:pt x="19501" y="23062"/>
                  </a:lnTo>
                  <a:lnTo>
                    <a:pt x="19713" y="18877"/>
                  </a:lnTo>
                  <a:lnTo>
                    <a:pt x="20775" y="16230"/>
                  </a:lnTo>
                  <a:lnTo>
                    <a:pt x="23667" y="13636"/>
                  </a:lnTo>
                  <a:lnTo>
                    <a:pt x="26215" y="12976"/>
                  </a:lnTo>
                  <a:lnTo>
                    <a:pt x="27856" y="10894"/>
                  </a:lnTo>
                  <a:lnTo>
                    <a:pt x="28813" y="5308"/>
                  </a:lnTo>
                  <a:lnTo>
                    <a:pt x="28105" y="1254"/>
                  </a:lnTo>
                  <a:lnTo>
                    <a:pt x="302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h4283"/>
            <p:cNvSpPr/>
            <p:nvPr/>
          </p:nvSpPr>
          <p:spPr>
            <a:xfrm>
              <a:off x="6385275" y="2864739"/>
              <a:ext cx="22038" cy="22463"/>
            </a:xfrm>
            <a:custGeom>
              <a:avLst/>
              <a:pathLst>
                <a:path w="22038" h="22463">
                  <a:moveTo>
                    <a:pt x="4487" y="518"/>
                  </a:moveTo>
                  <a:lnTo>
                    <a:pt x="7399" y="3727"/>
                  </a:lnTo>
                  <a:lnTo>
                    <a:pt x="8983" y="1890"/>
                  </a:lnTo>
                  <a:lnTo>
                    <a:pt x="10778" y="3622"/>
                  </a:lnTo>
                  <a:lnTo>
                    <a:pt x="12164" y="8546"/>
                  </a:lnTo>
                  <a:lnTo>
                    <a:pt x="17335" y="13053"/>
                  </a:lnTo>
                  <a:lnTo>
                    <a:pt x="21450" y="14894"/>
                  </a:lnTo>
                  <a:lnTo>
                    <a:pt x="22038" y="16892"/>
                  </a:lnTo>
                  <a:lnTo>
                    <a:pt x="17869" y="21442"/>
                  </a:lnTo>
                  <a:lnTo>
                    <a:pt x="17652" y="21952"/>
                  </a:lnTo>
                  <a:lnTo>
                    <a:pt x="7614" y="22463"/>
                  </a:lnTo>
                  <a:lnTo>
                    <a:pt x="7674" y="18891"/>
                  </a:lnTo>
                  <a:lnTo>
                    <a:pt x="6723" y="17594"/>
                  </a:lnTo>
                  <a:lnTo>
                    <a:pt x="3455" y="15753"/>
                  </a:lnTo>
                  <a:lnTo>
                    <a:pt x="1554" y="14682"/>
                  </a:lnTo>
                  <a:lnTo>
                    <a:pt x="0" y="7731"/>
                  </a:lnTo>
                  <a:lnTo>
                    <a:pt x="301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h4284"/>
            <p:cNvSpPr/>
            <p:nvPr/>
          </p:nvSpPr>
          <p:spPr>
            <a:xfrm>
              <a:off x="6466727" y="2895803"/>
              <a:ext cx="17231" cy="17828"/>
            </a:xfrm>
            <a:custGeom>
              <a:avLst/>
              <a:pathLst>
                <a:path w="17231" h="17828">
                  <a:moveTo>
                    <a:pt x="17231" y="705"/>
                  </a:moveTo>
                  <a:lnTo>
                    <a:pt x="16930" y="13297"/>
                  </a:lnTo>
                  <a:lnTo>
                    <a:pt x="9252" y="15827"/>
                  </a:lnTo>
                  <a:lnTo>
                    <a:pt x="7323" y="17075"/>
                  </a:lnTo>
                  <a:lnTo>
                    <a:pt x="1675" y="17828"/>
                  </a:lnTo>
                  <a:lnTo>
                    <a:pt x="0" y="12861"/>
                  </a:lnTo>
                  <a:lnTo>
                    <a:pt x="2824" y="7226"/>
                  </a:lnTo>
                  <a:lnTo>
                    <a:pt x="1326" y="1847"/>
                  </a:lnTo>
                  <a:lnTo>
                    <a:pt x="8955" y="506"/>
                  </a:lnTo>
                  <a:lnTo>
                    <a:pt x="13922" y="2551"/>
                  </a:lnTo>
                  <a:lnTo>
                    <a:pt x="1538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h4285"/>
            <p:cNvSpPr/>
            <p:nvPr/>
          </p:nvSpPr>
          <p:spPr>
            <a:xfrm>
              <a:off x="6225422" y="3012164"/>
              <a:ext cx="37284" cy="58200"/>
            </a:xfrm>
            <a:custGeom>
              <a:avLst/>
              <a:pathLst>
                <a:path w="37284" h="58200">
                  <a:moveTo>
                    <a:pt x="16686" y="999"/>
                  </a:moveTo>
                  <a:lnTo>
                    <a:pt x="20169" y="2677"/>
                  </a:lnTo>
                  <a:lnTo>
                    <a:pt x="21928" y="6266"/>
                  </a:lnTo>
                  <a:lnTo>
                    <a:pt x="27372" y="10195"/>
                  </a:lnTo>
                  <a:lnTo>
                    <a:pt x="28518" y="14171"/>
                  </a:lnTo>
                  <a:lnTo>
                    <a:pt x="28649" y="18163"/>
                  </a:lnTo>
                  <a:lnTo>
                    <a:pt x="27675" y="18909"/>
                  </a:lnTo>
                  <a:lnTo>
                    <a:pt x="28172" y="20518"/>
                  </a:lnTo>
                  <a:lnTo>
                    <a:pt x="32984" y="25993"/>
                  </a:lnTo>
                  <a:lnTo>
                    <a:pt x="37284" y="33401"/>
                  </a:lnTo>
                  <a:lnTo>
                    <a:pt x="34696" y="37511"/>
                  </a:lnTo>
                  <a:lnTo>
                    <a:pt x="34401" y="40024"/>
                  </a:lnTo>
                  <a:lnTo>
                    <a:pt x="30308" y="40568"/>
                  </a:lnTo>
                  <a:lnTo>
                    <a:pt x="31275" y="46550"/>
                  </a:lnTo>
                  <a:lnTo>
                    <a:pt x="29918" y="49440"/>
                  </a:lnTo>
                  <a:lnTo>
                    <a:pt x="30234" y="54346"/>
                  </a:lnTo>
                  <a:lnTo>
                    <a:pt x="30614" y="55905"/>
                  </a:lnTo>
                  <a:lnTo>
                    <a:pt x="30134" y="57038"/>
                  </a:lnTo>
                  <a:lnTo>
                    <a:pt x="25323" y="58200"/>
                  </a:lnTo>
                  <a:lnTo>
                    <a:pt x="23532" y="57401"/>
                  </a:lnTo>
                  <a:lnTo>
                    <a:pt x="21714" y="55930"/>
                  </a:lnTo>
                  <a:lnTo>
                    <a:pt x="22075" y="52435"/>
                  </a:lnTo>
                  <a:lnTo>
                    <a:pt x="23137" y="50268"/>
                  </a:lnTo>
                  <a:lnTo>
                    <a:pt x="23004" y="47735"/>
                  </a:lnTo>
                  <a:lnTo>
                    <a:pt x="21009" y="44870"/>
                  </a:lnTo>
                  <a:lnTo>
                    <a:pt x="19898" y="43904"/>
                  </a:lnTo>
                  <a:lnTo>
                    <a:pt x="15395" y="45817"/>
                  </a:lnTo>
                  <a:lnTo>
                    <a:pt x="10198" y="43983"/>
                  </a:lnTo>
                  <a:lnTo>
                    <a:pt x="6857" y="41101"/>
                  </a:lnTo>
                  <a:lnTo>
                    <a:pt x="3128" y="36095"/>
                  </a:lnTo>
                  <a:lnTo>
                    <a:pt x="7119" y="27392"/>
                  </a:lnTo>
                  <a:lnTo>
                    <a:pt x="7225" y="24442"/>
                  </a:lnTo>
                  <a:lnTo>
                    <a:pt x="5327" y="20743"/>
                  </a:lnTo>
                  <a:lnTo>
                    <a:pt x="2364" y="19530"/>
                  </a:lnTo>
                  <a:lnTo>
                    <a:pt x="530" y="17322"/>
                  </a:lnTo>
                  <a:lnTo>
                    <a:pt x="0" y="13802"/>
                  </a:lnTo>
                  <a:lnTo>
                    <a:pt x="435" y="11381"/>
                  </a:lnTo>
                  <a:lnTo>
                    <a:pt x="1676" y="9718"/>
                  </a:lnTo>
                  <a:lnTo>
                    <a:pt x="3561" y="9371"/>
                  </a:lnTo>
                  <a:lnTo>
                    <a:pt x="9629" y="2853"/>
                  </a:lnTo>
                  <a:lnTo>
                    <a:pt x="1130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h4286"/>
            <p:cNvSpPr/>
            <p:nvPr/>
          </p:nvSpPr>
          <p:spPr>
            <a:xfrm>
              <a:off x="6379919" y="2905319"/>
              <a:ext cx="24592" cy="20881"/>
            </a:xfrm>
            <a:custGeom>
              <a:avLst/>
              <a:pathLst>
                <a:path w="24592" h="20881">
                  <a:moveTo>
                    <a:pt x="22682" y="742"/>
                  </a:moveTo>
                  <a:lnTo>
                    <a:pt x="22656" y="3681"/>
                  </a:lnTo>
                  <a:lnTo>
                    <a:pt x="23721" y="5484"/>
                  </a:lnTo>
                  <a:lnTo>
                    <a:pt x="24592" y="5791"/>
                  </a:lnTo>
                  <a:lnTo>
                    <a:pt x="23886" y="7097"/>
                  </a:lnTo>
                  <a:lnTo>
                    <a:pt x="23202" y="7454"/>
                  </a:lnTo>
                  <a:lnTo>
                    <a:pt x="22840" y="15331"/>
                  </a:lnTo>
                  <a:lnTo>
                    <a:pt x="23818" y="16937"/>
                  </a:lnTo>
                  <a:lnTo>
                    <a:pt x="22896" y="17719"/>
                  </a:lnTo>
                  <a:lnTo>
                    <a:pt x="16966" y="18327"/>
                  </a:lnTo>
                  <a:lnTo>
                    <a:pt x="16258" y="17586"/>
                  </a:lnTo>
                  <a:lnTo>
                    <a:pt x="16388" y="15790"/>
                  </a:lnTo>
                  <a:lnTo>
                    <a:pt x="11706" y="15136"/>
                  </a:lnTo>
                  <a:lnTo>
                    <a:pt x="9452" y="18039"/>
                  </a:lnTo>
                  <a:lnTo>
                    <a:pt x="3800" y="20881"/>
                  </a:lnTo>
                  <a:lnTo>
                    <a:pt x="1799" y="13892"/>
                  </a:lnTo>
                  <a:lnTo>
                    <a:pt x="0" y="11806"/>
                  </a:lnTo>
                  <a:lnTo>
                    <a:pt x="1" y="9378"/>
                  </a:lnTo>
                  <a:lnTo>
                    <a:pt x="4332" y="5908"/>
                  </a:lnTo>
                  <a:lnTo>
                    <a:pt x="2765" y="2545"/>
                  </a:lnTo>
                  <a:lnTo>
                    <a:pt x="4377" y="919"/>
                  </a:lnTo>
                  <a:lnTo>
                    <a:pt x="8477" y="1008"/>
                  </a:lnTo>
                  <a:lnTo>
                    <a:pt x="11236" y="2155"/>
                  </a:lnTo>
                  <a:lnTo>
                    <a:pt x="13194" y="354"/>
                  </a:lnTo>
                  <a:lnTo>
                    <a:pt x="1683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h4287"/>
            <p:cNvSpPr/>
            <p:nvPr/>
          </p:nvSpPr>
          <p:spPr>
            <a:xfrm>
              <a:off x="6389371" y="2912417"/>
              <a:ext cx="28015" cy="22359"/>
            </a:xfrm>
            <a:custGeom>
              <a:avLst/>
              <a:pathLst>
                <a:path w="28015" h="22359">
                  <a:moveTo>
                    <a:pt x="17148" y="3642"/>
                  </a:moveTo>
                  <a:lnTo>
                    <a:pt x="19520" y="4894"/>
                  </a:lnTo>
                  <a:lnTo>
                    <a:pt x="22093" y="5078"/>
                  </a:lnTo>
                  <a:lnTo>
                    <a:pt x="24844" y="6745"/>
                  </a:lnTo>
                  <a:lnTo>
                    <a:pt x="28015" y="9971"/>
                  </a:lnTo>
                  <a:lnTo>
                    <a:pt x="26393" y="11677"/>
                  </a:lnTo>
                  <a:lnTo>
                    <a:pt x="22546" y="20419"/>
                  </a:lnTo>
                  <a:lnTo>
                    <a:pt x="18879" y="22359"/>
                  </a:lnTo>
                  <a:lnTo>
                    <a:pt x="17707" y="22357"/>
                  </a:lnTo>
                  <a:lnTo>
                    <a:pt x="17673" y="19080"/>
                  </a:lnTo>
                  <a:lnTo>
                    <a:pt x="13454" y="14259"/>
                  </a:lnTo>
                  <a:lnTo>
                    <a:pt x="11302" y="14411"/>
                  </a:lnTo>
                  <a:lnTo>
                    <a:pt x="11454" y="15234"/>
                  </a:lnTo>
                  <a:lnTo>
                    <a:pt x="9598" y="15787"/>
                  </a:lnTo>
                  <a:lnTo>
                    <a:pt x="4272" y="16777"/>
                  </a:lnTo>
                  <a:lnTo>
                    <a:pt x="1564" y="15944"/>
                  </a:lnTo>
                  <a:lnTo>
                    <a:pt x="1100" y="15154"/>
                  </a:lnTo>
                  <a:lnTo>
                    <a:pt x="1589" y="13445"/>
                  </a:lnTo>
                  <a:lnTo>
                    <a:pt x="0" y="10942"/>
                  </a:lnTo>
                  <a:lnTo>
                    <a:pt x="2254" y="8038"/>
                  </a:lnTo>
                  <a:lnTo>
                    <a:pt x="6936" y="8692"/>
                  </a:lnTo>
                  <a:lnTo>
                    <a:pt x="6806" y="10489"/>
                  </a:lnTo>
                  <a:lnTo>
                    <a:pt x="7514" y="11230"/>
                  </a:lnTo>
                  <a:lnTo>
                    <a:pt x="13444" y="10621"/>
                  </a:lnTo>
                  <a:lnTo>
                    <a:pt x="14366" y="9839"/>
                  </a:lnTo>
                  <a:lnTo>
                    <a:pt x="13388" y="8233"/>
                  </a:lnTo>
                  <a:lnTo>
                    <a:pt x="13749" y="356"/>
                  </a:lnTo>
                  <a:lnTo>
                    <a:pt x="1443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h4288"/>
            <p:cNvSpPr/>
            <p:nvPr/>
          </p:nvSpPr>
          <p:spPr>
            <a:xfrm>
              <a:off x="6344916" y="2878770"/>
              <a:ext cx="17060" cy="16212"/>
            </a:xfrm>
            <a:custGeom>
              <a:avLst/>
              <a:pathLst>
                <a:path w="17060" h="16212">
                  <a:moveTo>
                    <a:pt x="9657" y="932"/>
                  </a:moveTo>
                  <a:lnTo>
                    <a:pt x="11432" y="3464"/>
                  </a:lnTo>
                  <a:lnTo>
                    <a:pt x="14568" y="3775"/>
                  </a:lnTo>
                  <a:lnTo>
                    <a:pt x="17060" y="4983"/>
                  </a:lnTo>
                  <a:lnTo>
                    <a:pt x="16244" y="8028"/>
                  </a:lnTo>
                  <a:lnTo>
                    <a:pt x="13135" y="8561"/>
                  </a:lnTo>
                  <a:lnTo>
                    <a:pt x="13996" y="12073"/>
                  </a:lnTo>
                  <a:lnTo>
                    <a:pt x="16284" y="12455"/>
                  </a:lnTo>
                  <a:lnTo>
                    <a:pt x="16592" y="13097"/>
                  </a:lnTo>
                  <a:lnTo>
                    <a:pt x="15004" y="14781"/>
                  </a:lnTo>
                  <a:lnTo>
                    <a:pt x="12402" y="16017"/>
                  </a:lnTo>
                  <a:lnTo>
                    <a:pt x="7631" y="15689"/>
                  </a:lnTo>
                  <a:lnTo>
                    <a:pt x="4477" y="16212"/>
                  </a:lnTo>
                  <a:lnTo>
                    <a:pt x="2631" y="15527"/>
                  </a:lnTo>
                  <a:lnTo>
                    <a:pt x="2519" y="12946"/>
                  </a:lnTo>
                  <a:lnTo>
                    <a:pt x="4689" y="7514"/>
                  </a:lnTo>
                  <a:lnTo>
                    <a:pt x="610" y="5494"/>
                  </a:lnTo>
                  <a:lnTo>
                    <a:pt x="0" y="396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h4289"/>
            <p:cNvSpPr/>
            <p:nvPr/>
          </p:nvSpPr>
          <p:spPr>
            <a:xfrm>
              <a:off x="6425052" y="2939857"/>
              <a:ext cx="44436" cy="22997"/>
            </a:xfrm>
            <a:custGeom>
              <a:avLst/>
              <a:pathLst>
                <a:path w="44436" h="22997">
                  <a:moveTo>
                    <a:pt x="20481" y="1146"/>
                  </a:moveTo>
                  <a:lnTo>
                    <a:pt x="19245" y="2412"/>
                  </a:lnTo>
                  <a:lnTo>
                    <a:pt x="19882" y="4306"/>
                  </a:lnTo>
                  <a:lnTo>
                    <a:pt x="22220" y="4702"/>
                  </a:lnTo>
                  <a:lnTo>
                    <a:pt x="25019" y="3834"/>
                  </a:lnTo>
                  <a:lnTo>
                    <a:pt x="30214" y="3721"/>
                  </a:lnTo>
                  <a:lnTo>
                    <a:pt x="34282" y="4417"/>
                  </a:lnTo>
                  <a:lnTo>
                    <a:pt x="37126" y="8495"/>
                  </a:lnTo>
                  <a:lnTo>
                    <a:pt x="36984" y="10840"/>
                  </a:lnTo>
                  <a:lnTo>
                    <a:pt x="34357" y="12272"/>
                  </a:lnTo>
                  <a:lnTo>
                    <a:pt x="39968" y="14764"/>
                  </a:lnTo>
                  <a:lnTo>
                    <a:pt x="44436" y="15092"/>
                  </a:lnTo>
                  <a:lnTo>
                    <a:pt x="43608" y="17540"/>
                  </a:lnTo>
                  <a:lnTo>
                    <a:pt x="41942" y="22465"/>
                  </a:lnTo>
                  <a:lnTo>
                    <a:pt x="33891" y="22997"/>
                  </a:lnTo>
                  <a:lnTo>
                    <a:pt x="27634" y="20372"/>
                  </a:lnTo>
                  <a:lnTo>
                    <a:pt x="19779" y="18509"/>
                  </a:lnTo>
                  <a:lnTo>
                    <a:pt x="17159" y="19153"/>
                  </a:lnTo>
                  <a:lnTo>
                    <a:pt x="10803" y="17244"/>
                  </a:lnTo>
                  <a:lnTo>
                    <a:pt x="6092" y="14116"/>
                  </a:lnTo>
                  <a:lnTo>
                    <a:pt x="805" y="13620"/>
                  </a:lnTo>
                  <a:lnTo>
                    <a:pt x="0" y="12488"/>
                  </a:lnTo>
                  <a:lnTo>
                    <a:pt x="3982" y="10097"/>
                  </a:lnTo>
                  <a:lnTo>
                    <a:pt x="1939" y="5895"/>
                  </a:lnTo>
                  <a:lnTo>
                    <a:pt x="4747" y="4217"/>
                  </a:lnTo>
                  <a:lnTo>
                    <a:pt x="5278" y="6291"/>
                  </a:lnTo>
                  <a:lnTo>
                    <a:pt x="9462" y="8941"/>
                  </a:lnTo>
                  <a:lnTo>
                    <a:pt x="11924" y="9645"/>
                  </a:lnTo>
                  <a:lnTo>
                    <a:pt x="14051" y="9108"/>
                  </a:lnTo>
                  <a:lnTo>
                    <a:pt x="1853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h4290"/>
            <p:cNvSpPr/>
            <p:nvPr/>
          </p:nvSpPr>
          <p:spPr>
            <a:xfrm>
              <a:off x="6338798" y="2942425"/>
              <a:ext cx="27019" cy="20434"/>
            </a:xfrm>
            <a:custGeom>
              <a:avLst/>
              <a:pathLst>
                <a:path w="27019" h="20434">
                  <a:moveTo>
                    <a:pt x="20920" y="618"/>
                  </a:moveTo>
                  <a:lnTo>
                    <a:pt x="23472" y="4248"/>
                  </a:lnTo>
                  <a:lnTo>
                    <a:pt x="26059" y="5001"/>
                  </a:lnTo>
                  <a:lnTo>
                    <a:pt x="26606" y="5799"/>
                  </a:lnTo>
                  <a:lnTo>
                    <a:pt x="27019" y="7584"/>
                  </a:lnTo>
                  <a:lnTo>
                    <a:pt x="26285" y="16530"/>
                  </a:lnTo>
                  <a:lnTo>
                    <a:pt x="24145" y="17025"/>
                  </a:lnTo>
                  <a:lnTo>
                    <a:pt x="19284" y="15626"/>
                  </a:lnTo>
                  <a:lnTo>
                    <a:pt x="10448" y="20434"/>
                  </a:lnTo>
                  <a:lnTo>
                    <a:pt x="6333" y="20412"/>
                  </a:lnTo>
                  <a:lnTo>
                    <a:pt x="5700" y="18949"/>
                  </a:lnTo>
                  <a:lnTo>
                    <a:pt x="3510" y="17538"/>
                  </a:lnTo>
                  <a:lnTo>
                    <a:pt x="801" y="16079"/>
                  </a:lnTo>
                  <a:lnTo>
                    <a:pt x="1407" y="13765"/>
                  </a:lnTo>
                  <a:lnTo>
                    <a:pt x="3736" y="12404"/>
                  </a:lnTo>
                  <a:lnTo>
                    <a:pt x="3026" y="10496"/>
                  </a:lnTo>
                  <a:lnTo>
                    <a:pt x="0" y="9814"/>
                  </a:lnTo>
                  <a:lnTo>
                    <a:pt x="462" y="8251"/>
                  </a:lnTo>
                  <a:lnTo>
                    <a:pt x="304" y="7553"/>
                  </a:lnTo>
                  <a:lnTo>
                    <a:pt x="1911" y="6184"/>
                  </a:lnTo>
                  <a:lnTo>
                    <a:pt x="8271" y="2390"/>
                  </a:lnTo>
                  <a:lnTo>
                    <a:pt x="1537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h4291"/>
            <p:cNvSpPr/>
            <p:nvPr/>
          </p:nvSpPr>
          <p:spPr>
            <a:xfrm>
              <a:off x="6383633" y="2846874"/>
              <a:ext cx="26233" cy="21591"/>
            </a:xfrm>
            <a:custGeom>
              <a:avLst/>
              <a:pathLst>
                <a:path w="26233" h="21591">
                  <a:moveTo>
                    <a:pt x="17762" y="2520"/>
                  </a:moveTo>
                  <a:lnTo>
                    <a:pt x="18674" y="3990"/>
                  </a:lnTo>
                  <a:lnTo>
                    <a:pt x="20617" y="2917"/>
                  </a:lnTo>
                  <a:lnTo>
                    <a:pt x="23692" y="2844"/>
                  </a:lnTo>
                  <a:lnTo>
                    <a:pt x="24439" y="4696"/>
                  </a:lnTo>
                  <a:lnTo>
                    <a:pt x="26233" y="4876"/>
                  </a:lnTo>
                  <a:lnTo>
                    <a:pt x="22355" y="7777"/>
                  </a:lnTo>
                  <a:lnTo>
                    <a:pt x="21265" y="13076"/>
                  </a:lnTo>
                  <a:lnTo>
                    <a:pt x="19018" y="16194"/>
                  </a:lnTo>
                  <a:lnTo>
                    <a:pt x="16773" y="18005"/>
                  </a:lnTo>
                  <a:lnTo>
                    <a:pt x="11524" y="18518"/>
                  </a:lnTo>
                  <a:lnTo>
                    <a:pt x="10625" y="19754"/>
                  </a:lnTo>
                  <a:lnTo>
                    <a:pt x="9041" y="21591"/>
                  </a:lnTo>
                  <a:lnTo>
                    <a:pt x="6129" y="18383"/>
                  </a:lnTo>
                  <a:lnTo>
                    <a:pt x="4658" y="17864"/>
                  </a:lnTo>
                  <a:lnTo>
                    <a:pt x="544" y="16587"/>
                  </a:lnTo>
                  <a:lnTo>
                    <a:pt x="4196" y="13393"/>
                  </a:lnTo>
                  <a:lnTo>
                    <a:pt x="7149" y="9531"/>
                  </a:lnTo>
                  <a:lnTo>
                    <a:pt x="2870" y="6847"/>
                  </a:lnTo>
                  <a:lnTo>
                    <a:pt x="0" y="3426"/>
                  </a:lnTo>
                  <a:lnTo>
                    <a:pt x="1340" y="634"/>
                  </a:lnTo>
                  <a:lnTo>
                    <a:pt x="7995" y="722"/>
                  </a:lnTo>
                  <a:lnTo>
                    <a:pt x="9411" y="0"/>
                  </a:lnTo>
                  <a:lnTo>
                    <a:pt x="12914" y="1097"/>
                  </a:lnTo>
                  <a:lnTo>
                    <a:pt x="17670" y="3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h4292"/>
            <p:cNvSpPr/>
            <p:nvPr/>
          </p:nvSpPr>
          <p:spPr>
            <a:xfrm>
              <a:off x="6391720" y="2894816"/>
              <a:ext cx="22524" cy="16888"/>
            </a:xfrm>
            <a:custGeom>
              <a:avLst/>
              <a:pathLst>
                <a:path w="22524" h="16888">
                  <a:moveTo>
                    <a:pt x="16472" y="99"/>
                  </a:moveTo>
                  <a:lnTo>
                    <a:pt x="17832" y="1651"/>
                  </a:lnTo>
                  <a:lnTo>
                    <a:pt x="19187" y="1926"/>
                  </a:lnTo>
                  <a:lnTo>
                    <a:pt x="20349" y="3383"/>
                  </a:lnTo>
                  <a:lnTo>
                    <a:pt x="22524" y="9767"/>
                  </a:lnTo>
                  <a:lnTo>
                    <a:pt x="22401" y="14366"/>
                  </a:lnTo>
                  <a:lnTo>
                    <a:pt x="15818" y="16888"/>
                  </a:lnTo>
                  <a:lnTo>
                    <a:pt x="12790" y="16294"/>
                  </a:lnTo>
                  <a:lnTo>
                    <a:pt x="11920" y="15987"/>
                  </a:lnTo>
                  <a:lnTo>
                    <a:pt x="10854" y="14184"/>
                  </a:lnTo>
                  <a:lnTo>
                    <a:pt x="10881" y="11245"/>
                  </a:lnTo>
                  <a:lnTo>
                    <a:pt x="5033" y="10503"/>
                  </a:lnTo>
                  <a:lnTo>
                    <a:pt x="1392" y="10858"/>
                  </a:lnTo>
                  <a:lnTo>
                    <a:pt x="0" y="4566"/>
                  </a:lnTo>
                  <a:lnTo>
                    <a:pt x="2178" y="3996"/>
                  </a:lnTo>
                  <a:lnTo>
                    <a:pt x="6812" y="4261"/>
                  </a:lnTo>
                  <a:lnTo>
                    <a:pt x="152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h4293"/>
            <p:cNvSpPr/>
            <p:nvPr/>
          </p:nvSpPr>
          <p:spPr>
            <a:xfrm>
              <a:off x="6436346" y="2859457"/>
              <a:ext cx="40225" cy="38539"/>
            </a:xfrm>
            <a:custGeom>
              <a:avLst/>
              <a:pathLst>
                <a:path w="40225" h="38539">
                  <a:moveTo>
                    <a:pt x="25862" y="399"/>
                  </a:moveTo>
                  <a:lnTo>
                    <a:pt x="28334" y="935"/>
                  </a:lnTo>
                  <a:lnTo>
                    <a:pt x="30748" y="1618"/>
                  </a:lnTo>
                  <a:lnTo>
                    <a:pt x="30896" y="0"/>
                  </a:lnTo>
                  <a:lnTo>
                    <a:pt x="32573" y="252"/>
                  </a:lnTo>
                  <a:lnTo>
                    <a:pt x="35421" y="3413"/>
                  </a:lnTo>
                  <a:lnTo>
                    <a:pt x="39226" y="3336"/>
                  </a:lnTo>
                  <a:lnTo>
                    <a:pt x="40225" y="5012"/>
                  </a:lnTo>
                  <a:lnTo>
                    <a:pt x="39057" y="9676"/>
                  </a:lnTo>
                  <a:lnTo>
                    <a:pt x="32684" y="9013"/>
                  </a:lnTo>
                  <a:lnTo>
                    <a:pt x="32401" y="12603"/>
                  </a:lnTo>
                  <a:lnTo>
                    <a:pt x="34234" y="15823"/>
                  </a:lnTo>
                  <a:lnTo>
                    <a:pt x="34451" y="23456"/>
                  </a:lnTo>
                  <a:lnTo>
                    <a:pt x="35860" y="23807"/>
                  </a:lnTo>
                  <a:lnTo>
                    <a:pt x="34721" y="27665"/>
                  </a:lnTo>
                  <a:lnTo>
                    <a:pt x="22298" y="31550"/>
                  </a:lnTo>
                  <a:lnTo>
                    <a:pt x="16584" y="34747"/>
                  </a:lnTo>
                  <a:lnTo>
                    <a:pt x="13579" y="36412"/>
                  </a:lnTo>
                  <a:lnTo>
                    <a:pt x="13225" y="38182"/>
                  </a:lnTo>
                  <a:lnTo>
                    <a:pt x="12351" y="38539"/>
                  </a:lnTo>
                  <a:lnTo>
                    <a:pt x="8462" y="37422"/>
                  </a:lnTo>
                  <a:lnTo>
                    <a:pt x="7361" y="35579"/>
                  </a:lnTo>
                  <a:lnTo>
                    <a:pt x="3923" y="33339"/>
                  </a:lnTo>
                  <a:lnTo>
                    <a:pt x="3502" y="31876"/>
                  </a:lnTo>
                  <a:lnTo>
                    <a:pt x="4690" y="31114"/>
                  </a:lnTo>
                  <a:lnTo>
                    <a:pt x="4986" y="30020"/>
                  </a:lnTo>
                  <a:lnTo>
                    <a:pt x="3872" y="27916"/>
                  </a:lnTo>
                  <a:lnTo>
                    <a:pt x="1004" y="25362"/>
                  </a:lnTo>
                  <a:lnTo>
                    <a:pt x="0" y="25673"/>
                  </a:lnTo>
                  <a:lnTo>
                    <a:pt x="3055" y="19919"/>
                  </a:lnTo>
                  <a:lnTo>
                    <a:pt x="7691" y="14903"/>
                  </a:lnTo>
                  <a:lnTo>
                    <a:pt x="8179" y="12855"/>
                  </a:lnTo>
                  <a:lnTo>
                    <a:pt x="10816" y="13614"/>
                  </a:lnTo>
                  <a:lnTo>
                    <a:pt x="10926" y="14597"/>
                  </a:lnTo>
                  <a:lnTo>
                    <a:pt x="12413" y="15115"/>
                  </a:lnTo>
                  <a:lnTo>
                    <a:pt x="14207" y="14942"/>
                  </a:lnTo>
                  <a:lnTo>
                    <a:pt x="16659" y="12914"/>
                  </a:lnTo>
                  <a:lnTo>
                    <a:pt x="15816" y="7697"/>
                  </a:lnTo>
                  <a:lnTo>
                    <a:pt x="19405" y="3598"/>
                  </a:lnTo>
                  <a:lnTo>
                    <a:pt x="22629" y="299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h4294"/>
            <p:cNvSpPr/>
            <p:nvPr/>
          </p:nvSpPr>
          <p:spPr>
            <a:xfrm>
              <a:off x="6441213" y="2918902"/>
              <a:ext cx="28449" cy="16286"/>
            </a:xfrm>
            <a:custGeom>
              <a:avLst/>
              <a:pathLst>
                <a:path w="28449" h="16286">
                  <a:moveTo>
                    <a:pt x="17990" y="1894"/>
                  </a:moveTo>
                  <a:lnTo>
                    <a:pt x="19735" y="4293"/>
                  </a:lnTo>
                  <a:lnTo>
                    <a:pt x="19495" y="8712"/>
                  </a:lnTo>
                  <a:lnTo>
                    <a:pt x="20210" y="10657"/>
                  </a:lnTo>
                  <a:lnTo>
                    <a:pt x="23419" y="9095"/>
                  </a:lnTo>
                  <a:lnTo>
                    <a:pt x="25462" y="6167"/>
                  </a:lnTo>
                  <a:lnTo>
                    <a:pt x="26544" y="6686"/>
                  </a:lnTo>
                  <a:lnTo>
                    <a:pt x="27899" y="8842"/>
                  </a:lnTo>
                  <a:lnTo>
                    <a:pt x="28449" y="10443"/>
                  </a:lnTo>
                  <a:lnTo>
                    <a:pt x="25151" y="14208"/>
                  </a:lnTo>
                  <a:lnTo>
                    <a:pt x="24700" y="16286"/>
                  </a:lnTo>
                  <a:lnTo>
                    <a:pt x="15477" y="15873"/>
                  </a:lnTo>
                  <a:lnTo>
                    <a:pt x="6445" y="13822"/>
                  </a:lnTo>
                  <a:lnTo>
                    <a:pt x="2992" y="15509"/>
                  </a:lnTo>
                  <a:lnTo>
                    <a:pt x="369" y="12347"/>
                  </a:lnTo>
                  <a:lnTo>
                    <a:pt x="0" y="10261"/>
                  </a:lnTo>
                  <a:lnTo>
                    <a:pt x="3036" y="7991"/>
                  </a:lnTo>
                  <a:lnTo>
                    <a:pt x="5102" y="7175"/>
                  </a:lnTo>
                  <a:lnTo>
                    <a:pt x="7320" y="8366"/>
                  </a:lnTo>
                  <a:lnTo>
                    <a:pt x="9970" y="7560"/>
                  </a:lnTo>
                  <a:lnTo>
                    <a:pt x="11839" y="5565"/>
                  </a:lnTo>
                  <a:lnTo>
                    <a:pt x="10558" y="4304"/>
                  </a:lnTo>
                  <a:lnTo>
                    <a:pt x="10390" y="2610"/>
                  </a:lnTo>
                  <a:lnTo>
                    <a:pt x="12222" y="1260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h4295"/>
            <p:cNvSpPr/>
            <p:nvPr/>
          </p:nvSpPr>
          <p:spPr>
            <a:xfrm>
              <a:off x="6334989" y="2904284"/>
              <a:ext cx="24040" cy="22671"/>
            </a:xfrm>
            <a:custGeom>
              <a:avLst/>
              <a:pathLst>
                <a:path w="24040" h="22671">
                  <a:moveTo>
                    <a:pt x="4497" y="945"/>
                  </a:moveTo>
                  <a:lnTo>
                    <a:pt x="7782" y="3439"/>
                  </a:lnTo>
                  <a:lnTo>
                    <a:pt x="9146" y="7461"/>
                  </a:lnTo>
                  <a:lnTo>
                    <a:pt x="8510" y="9434"/>
                  </a:lnTo>
                  <a:lnTo>
                    <a:pt x="8828" y="10924"/>
                  </a:lnTo>
                  <a:lnTo>
                    <a:pt x="17397" y="13346"/>
                  </a:lnTo>
                  <a:lnTo>
                    <a:pt x="22767" y="11521"/>
                  </a:lnTo>
                  <a:lnTo>
                    <a:pt x="24040" y="13799"/>
                  </a:lnTo>
                  <a:lnTo>
                    <a:pt x="23128" y="17238"/>
                  </a:lnTo>
                  <a:lnTo>
                    <a:pt x="21632" y="20950"/>
                  </a:lnTo>
                  <a:lnTo>
                    <a:pt x="18918" y="22671"/>
                  </a:lnTo>
                  <a:lnTo>
                    <a:pt x="16730" y="21606"/>
                  </a:lnTo>
                  <a:lnTo>
                    <a:pt x="7395" y="21283"/>
                  </a:lnTo>
                  <a:lnTo>
                    <a:pt x="5431" y="20053"/>
                  </a:lnTo>
                  <a:lnTo>
                    <a:pt x="8660" y="16843"/>
                  </a:lnTo>
                  <a:lnTo>
                    <a:pt x="8207" y="13867"/>
                  </a:lnTo>
                  <a:lnTo>
                    <a:pt x="5909" y="7974"/>
                  </a:lnTo>
                  <a:lnTo>
                    <a:pt x="2656" y="3976"/>
                  </a:lnTo>
                  <a:lnTo>
                    <a:pt x="611" y="4092"/>
                  </a:lnTo>
                  <a:lnTo>
                    <a:pt x="0" y="2242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h4296"/>
            <p:cNvSpPr/>
            <p:nvPr/>
          </p:nvSpPr>
          <p:spPr>
            <a:xfrm>
              <a:off x="6442485" y="2852942"/>
              <a:ext cx="24214" cy="21630"/>
            </a:xfrm>
            <a:custGeom>
              <a:avLst/>
              <a:pathLst>
                <a:path w="24214" h="21630">
                  <a:moveTo>
                    <a:pt x="19820" y="203"/>
                  </a:moveTo>
                  <a:lnTo>
                    <a:pt x="21968" y="1040"/>
                  </a:lnTo>
                  <a:lnTo>
                    <a:pt x="24214" y="3207"/>
                  </a:lnTo>
                  <a:lnTo>
                    <a:pt x="23684" y="5050"/>
                  </a:lnTo>
                  <a:lnTo>
                    <a:pt x="22318" y="5600"/>
                  </a:lnTo>
                  <a:lnTo>
                    <a:pt x="22195" y="7451"/>
                  </a:lnTo>
                  <a:lnTo>
                    <a:pt x="19723" y="6915"/>
                  </a:lnTo>
                  <a:lnTo>
                    <a:pt x="16490" y="9514"/>
                  </a:lnTo>
                  <a:lnTo>
                    <a:pt x="13266" y="10113"/>
                  </a:lnTo>
                  <a:lnTo>
                    <a:pt x="9677" y="14213"/>
                  </a:lnTo>
                  <a:lnTo>
                    <a:pt x="10520" y="19429"/>
                  </a:lnTo>
                  <a:lnTo>
                    <a:pt x="8068" y="21458"/>
                  </a:lnTo>
                  <a:lnTo>
                    <a:pt x="6273" y="21630"/>
                  </a:lnTo>
                  <a:lnTo>
                    <a:pt x="4787" y="21113"/>
                  </a:lnTo>
                  <a:lnTo>
                    <a:pt x="4676" y="20129"/>
                  </a:lnTo>
                  <a:lnTo>
                    <a:pt x="2040" y="19370"/>
                  </a:lnTo>
                  <a:lnTo>
                    <a:pt x="2780" y="15343"/>
                  </a:lnTo>
                  <a:lnTo>
                    <a:pt x="1742" y="15129"/>
                  </a:lnTo>
                  <a:lnTo>
                    <a:pt x="0" y="12655"/>
                  </a:lnTo>
                  <a:lnTo>
                    <a:pt x="968" y="11227"/>
                  </a:lnTo>
                  <a:lnTo>
                    <a:pt x="3230" y="3486"/>
                  </a:lnTo>
                  <a:lnTo>
                    <a:pt x="3501" y="2157"/>
                  </a:lnTo>
                  <a:lnTo>
                    <a:pt x="7478" y="2739"/>
                  </a:lnTo>
                  <a:lnTo>
                    <a:pt x="10598" y="1898"/>
                  </a:lnTo>
                  <a:lnTo>
                    <a:pt x="10349" y="1436"/>
                  </a:lnTo>
                  <a:lnTo>
                    <a:pt x="1150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h4297"/>
            <p:cNvSpPr/>
            <p:nvPr/>
          </p:nvSpPr>
          <p:spPr>
            <a:xfrm>
              <a:off x="6575257" y="2944010"/>
              <a:ext cx="34421" cy="29125"/>
            </a:xfrm>
            <a:custGeom>
              <a:avLst/>
              <a:pathLst>
                <a:path w="34421" h="29125">
                  <a:moveTo>
                    <a:pt x="30152" y="589"/>
                  </a:moveTo>
                  <a:lnTo>
                    <a:pt x="32247" y="3068"/>
                  </a:lnTo>
                  <a:lnTo>
                    <a:pt x="33599" y="6969"/>
                  </a:lnTo>
                  <a:lnTo>
                    <a:pt x="34421" y="7699"/>
                  </a:lnTo>
                  <a:lnTo>
                    <a:pt x="31791" y="7712"/>
                  </a:lnTo>
                  <a:lnTo>
                    <a:pt x="31238" y="12198"/>
                  </a:lnTo>
                  <a:lnTo>
                    <a:pt x="33125" y="14019"/>
                  </a:lnTo>
                  <a:lnTo>
                    <a:pt x="30218" y="17186"/>
                  </a:lnTo>
                  <a:lnTo>
                    <a:pt x="27805" y="18397"/>
                  </a:lnTo>
                  <a:lnTo>
                    <a:pt x="21525" y="19471"/>
                  </a:lnTo>
                  <a:lnTo>
                    <a:pt x="19392" y="23400"/>
                  </a:lnTo>
                  <a:lnTo>
                    <a:pt x="20075" y="27620"/>
                  </a:lnTo>
                  <a:lnTo>
                    <a:pt x="18823" y="28682"/>
                  </a:lnTo>
                  <a:lnTo>
                    <a:pt x="15712" y="29125"/>
                  </a:lnTo>
                  <a:lnTo>
                    <a:pt x="13346" y="28258"/>
                  </a:lnTo>
                  <a:lnTo>
                    <a:pt x="12061" y="28940"/>
                  </a:lnTo>
                  <a:lnTo>
                    <a:pt x="11332" y="26540"/>
                  </a:lnTo>
                  <a:lnTo>
                    <a:pt x="9881" y="25710"/>
                  </a:lnTo>
                  <a:lnTo>
                    <a:pt x="4223" y="25523"/>
                  </a:lnTo>
                  <a:lnTo>
                    <a:pt x="2262" y="27732"/>
                  </a:lnTo>
                  <a:lnTo>
                    <a:pt x="518" y="24194"/>
                  </a:lnTo>
                  <a:lnTo>
                    <a:pt x="0" y="18067"/>
                  </a:lnTo>
                  <a:lnTo>
                    <a:pt x="2964" y="15619"/>
                  </a:lnTo>
                  <a:lnTo>
                    <a:pt x="7394" y="13392"/>
                  </a:lnTo>
                  <a:lnTo>
                    <a:pt x="4696" y="5487"/>
                  </a:lnTo>
                  <a:lnTo>
                    <a:pt x="9103" y="3203"/>
                  </a:lnTo>
                  <a:lnTo>
                    <a:pt x="11969" y="3943"/>
                  </a:lnTo>
                  <a:lnTo>
                    <a:pt x="12586" y="3465"/>
                  </a:lnTo>
                  <a:lnTo>
                    <a:pt x="18896" y="3717"/>
                  </a:lnTo>
                  <a:lnTo>
                    <a:pt x="24495" y="3018"/>
                  </a:lnTo>
                  <a:lnTo>
                    <a:pt x="27501" y="1702"/>
                  </a:lnTo>
                  <a:lnTo>
                    <a:pt x="2869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h4298"/>
            <p:cNvSpPr/>
            <p:nvPr/>
          </p:nvSpPr>
          <p:spPr>
            <a:xfrm>
              <a:off x="6357915" y="2893878"/>
              <a:ext cx="35197" cy="28018"/>
            </a:xfrm>
            <a:custGeom>
              <a:avLst/>
              <a:pathLst>
                <a:path w="35197" h="28018">
                  <a:moveTo>
                    <a:pt x="33804" y="5504"/>
                  </a:moveTo>
                  <a:lnTo>
                    <a:pt x="35197" y="11795"/>
                  </a:lnTo>
                  <a:lnTo>
                    <a:pt x="33239" y="13596"/>
                  </a:lnTo>
                  <a:lnTo>
                    <a:pt x="30480" y="12449"/>
                  </a:lnTo>
                  <a:lnTo>
                    <a:pt x="26380" y="12360"/>
                  </a:lnTo>
                  <a:lnTo>
                    <a:pt x="24768" y="13986"/>
                  </a:lnTo>
                  <a:lnTo>
                    <a:pt x="26335" y="17349"/>
                  </a:lnTo>
                  <a:lnTo>
                    <a:pt x="22004" y="20819"/>
                  </a:lnTo>
                  <a:lnTo>
                    <a:pt x="19784" y="22397"/>
                  </a:lnTo>
                  <a:lnTo>
                    <a:pt x="16695" y="21721"/>
                  </a:lnTo>
                  <a:lnTo>
                    <a:pt x="14311" y="22819"/>
                  </a:lnTo>
                  <a:lnTo>
                    <a:pt x="12835" y="26196"/>
                  </a:lnTo>
                  <a:lnTo>
                    <a:pt x="7538" y="28018"/>
                  </a:lnTo>
                  <a:lnTo>
                    <a:pt x="6080" y="26588"/>
                  </a:lnTo>
                  <a:lnTo>
                    <a:pt x="3668" y="21283"/>
                  </a:lnTo>
                  <a:lnTo>
                    <a:pt x="2045" y="20954"/>
                  </a:lnTo>
                  <a:lnTo>
                    <a:pt x="3163" y="18147"/>
                  </a:lnTo>
                  <a:lnTo>
                    <a:pt x="0" y="14189"/>
                  </a:lnTo>
                  <a:lnTo>
                    <a:pt x="1440" y="12892"/>
                  </a:lnTo>
                  <a:lnTo>
                    <a:pt x="4629" y="12913"/>
                  </a:lnTo>
                  <a:lnTo>
                    <a:pt x="6262" y="12169"/>
                  </a:lnTo>
                  <a:lnTo>
                    <a:pt x="9936" y="11977"/>
                  </a:lnTo>
                  <a:lnTo>
                    <a:pt x="15172" y="12780"/>
                  </a:lnTo>
                  <a:lnTo>
                    <a:pt x="17673" y="10282"/>
                  </a:lnTo>
                  <a:lnTo>
                    <a:pt x="18699" y="7332"/>
                  </a:lnTo>
                  <a:lnTo>
                    <a:pt x="16095" y="5603"/>
                  </a:lnTo>
                  <a:lnTo>
                    <a:pt x="15728" y="4576"/>
                  </a:lnTo>
                  <a:lnTo>
                    <a:pt x="20371" y="3807"/>
                  </a:lnTo>
                  <a:lnTo>
                    <a:pt x="22492" y="899"/>
                  </a:lnTo>
                  <a:lnTo>
                    <a:pt x="26184" y="0"/>
                  </a:lnTo>
                  <a:lnTo>
                    <a:pt x="30294" y="828"/>
                  </a:lnTo>
                  <a:close/>
                  <a:moveTo>
                    <a:pt x="18714" y="5913"/>
                  </a:moveTo>
                  <a:lnTo>
                    <a:pt x="18436" y="5528"/>
                  </a:lnTo>
                  <a:lnTo>
                    <a:pt x="18397" y="6067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h4299"/>
            <p:cNvSpPr/>
            <p:nvPr/>
          </p:nvSpPr>
          <p:spPr>
            <a:xfrm>
              <a:off x="6485060" y="2904910"/>
              <a:ext cx="24173" cy="18377"/>
            </a:xfrm>
            <a:custGeom>
              <a:avLst/>
              <a:pathLst>
                <a:path w="24173" h="18377">
                  <a:moveTo>
                    <a:pt x="20925" y="1315"/>
                  </a:moveTo>
                  <a:lnTo>
                    <a:pt x="23770" y="2687"/>
                  </a:lnTo>
                  <a:lnTo>
                    <a:pt x="23487" y="11479"/>
                  </a:lnTo>
                  <a:lnTo>
                    <a:pt x="24173" y="14268"/>
                  </a:lnTo>
                  <a:lnTo>
                    <a:pt x="23456" y="16807"/>
                  </a:lnTo>
                  <a:lnTo>
                    <a:pt x="21404" y="18377"/>
                  </a:lnTo>
                  <a:lnTo>
                    <a:pt x="19230" y="17003"/>
                  </a:lnTo>
                  <a:lnTo>
                    <a:pt x="19566" y="15707"/>
                  </a:lnTo>
                  <a:lnTo>
                    <a:pt x="18728" y="14756"/>
                  </a:lnTo>
                  <a:lnTo>
                    <a:pt x="13755" y="16246"/>
                  </a:lnTo>
                  <a:lnTo>
                    <a:pt x="13835" y="17596"/>
                  </a:lnTo>
                  <a:lnTo>
                    <a:pt x="9658" y="17420"/>
                  </a:lnTo>
                  <a:lnTo>
                    <a:pt x="5631" y="16347"/>
                  </a:lnTo>
                  <a:lnTo>
                    <a:pt x="0" y="5917"/>
                  </a:lnTo>
                  <a:lnTo>
                    <a:pt x="2501" y="4036"/>
                  </a:lnTo>
                  <a:lnTo>
                    <a:pt x="3992" y="4492"/>
                  </a:lnTo>
                  <a:lnTo>
                    <a:pt x="11127" y="3979"/>
                  </a:lnTo>
                  <a:lnTo>
                    <a:pt x="1501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h4300"/>
            <p:cNvSpPr/>
            <p:nvPr/>
          </p:nvSpPr>
          <p:spPr>
            <a:xfrm>
              <a:off x="6510748" y="2969859"/>
              <a:ext cx="60002" cy="65715"/>
            </a:xfrm>
            <a:custGeom>
              <a:avLst/>
              <a:pathLst>
                <a:path w="60002" h="65715">
                  <a:moveTo>
                    <a:pt x="6741" y="1482"/>
                  </a:moveTo>
                  <a:lnTo>
                    <a:pt x="8622" y="1291"/>
                  </a:lnTo>
                  <a:lnTo>
                    <a:pt x="12643" y="2410"/>
                  </a:lnTo>
                  <a:lnTo>
                    <a:pt x="12888" y="4470"/>
                  </a:lnTo>
                  <a:lnTo>
                    <a:pt x="11865" y="4622"/>
                  </a:lnTo>
                  <a:lnTo>
                    <a:pt x="11490" y="6345"/>
                  </a:lnTo>
                  <a:lnTo>
                    <a:pt x="15185" y="10388"/>
                  </a:lnTo>
                  <a:lnTo>
                    <a:pt x="18309" y="10962"/>
                  </a:lnTo>
                  <a:lnTo>
                    <a:pt x="16231" y="14759"/>
                  </a:lnTo>
                  <a:lnTo>
                    <a:pt x="19288" y="19256"/>
                  </a:lnTo>
                  <a:lnTo>
                    <a:pt x="20654" y="19713"/>
                  </a:lnTo>
                  <a:lnTo>
                    <a:pt x="21745" y="19276"/>
                  </a:lnTo>
                  <a:lnTo>
                    <a:pt x="20796" y="16851"/>
                  </a:lnTo>
                  <a:lnTo>
                    <a:pt x="21598" y="15409"/>
                  </a:lnTo>
                  <a:lnTo>
                    <a:pt x="27115" y="10946"/>
                  </a:lnTo>
                  <a:lnTo>
                    <a:pt x="34138" y="6904"/>
                  </a:lnTo>
                  <a:lnTo>
                    <a:pt x="36690" y="17548"/>
                  </a:lnTo>
                  <a:lnTo>
                    <a:pt x="36336" y="18906"/>
                  </a:lnTo>
                  <a:lnTo>
                    <a:pt x="38145" y="24730"/>
                  </a:lnTo>
                  <a:lnTo>
                    <a:pt x="39551" y="33319"/>
                  </a:lnTo>
                  <a:lnTo>
                    <a:pt x="39396" y="37337"/>
                  </a:lnTo>
                  <a:lnTo>
                    <a:pt x="40426" y="39408"/>
                  </a:lnTo>
                  <a:lnTo>
                    <a:pt x="44023" y="40369"/>
                  </a:lnTo>
                  <a:lnTo>
                    <a:pt x="44890" y="39933"/>
                  </a:lnTo>
                  <a:lnTo>
                    <a:pt x="46773" y="35415"/>
                  </a:lnTo>
                  <a:lnTo>
                    <a:pt x="46130" y="33230"/>
                  </a:lnTo>
                  <a:lnTo>
                    <a:pt x="46710" y="29834"/>
                  </a:lnTo>
                  <a:lnTo>
                    <a:pt x="47948" y="28253"/>
                  </a:lnTo>
                  <a:lnTo>
                    <a:pt x="52366" y="30073"/>
                  </a:lnTo>
                  <a:lnTo>
                    <a:pt x="59858" y="38686"/>
                  </a:lnTo>
                  <a:lnTo>
                    <a:pt x="60002" y="39762"/>
                  </a:lnTo>
                  <a:lnTo>
                    <a:pt x="59275" y="43864"/>
                  </a:lnTo>
                  <a:lnTo>
                    <a:pt x="57569" y="47403"/>
                  </a:lnTo>
                  <a:lnTo>
                    <a:pt x="50450" y="54544"/>
                  </a:lnTo>
                  <a:lnTo>
                    <a:pt x="49435" y="56970"/>
                  </a:lnTo>
                  <a:lnTo>
                    <a:pt x="41137" y="65715"/>
                  </a:lnTo>
                  <a:lnTo>
                    <a:pt x="40025" y="65453"/>
                  </a:lnTo>
                  <a:lnTo>
                    <a:pt x="39560" y="60755"/>
                  </a:lnTo>
                  <a:lnTo>
                    <a:pt x="35069" y="56949"/>
                  </a:lnTo>
                  <a:lnTo>
                    <a:pt x="31891" y="57973"/>
                  </a:lnTo>
                  <a:lnTo>
                    <a:pt x="30232" y="61037"/>
                  </a:lnTo>
                  <a:lnTo>
                    <a:pt x="30387" y="62077"/>
                  </a:lnTo>
                  <a:lnTo>
                    <a:pt x="23877" y="62731"/>
                  </a:lnTo>
                  <a:lnTo>
                    <a:pt x="18996" y="57977"/>
                  </a:lnTo>
                  <a:lnTo>
                    <a:pt x="18121" y="55129"/>
                  </a:lnTo>
                  <a:lnTo>
                    <a:pt x="22571" y="45663"/>
                  </a:lnTo>
                  <a:lnTo>
                    <a:pt x="22712" y="43855"/>
                  </a:lnTo>
                  <a:lnTo>
                    <a:pt x="20861" y="37900"/>
                  </a:lnTo>
                  <a:lnTo>
                    <a:pt x="13162" y="30448"/>
                  </a:lnTo>
                  <a:lnTo>
                    <a:pt x="7458" y="31810"/>
                  </a:lnTo>
                  <a:lnTo>
                    <a:pt x="5282" y="30045"/>
                  </a:lnTo>
                  <a:lnTo>
                    <a:pt x="1856" y="19843"/>
                  </a:lnTo>
                  <a:lnTo>
                    <a:pt x="0" y="19023"/>
                  </a:lnTo>
                  <a:lnTo>
                    <a:pt x="2725" y="15696"/>
                  </a:lnTo>
                  <a:lnTo>
                    <a:pt x="4346" y="4638"/>
                  </a:lnTo>
                  <a:lnTo>
                    <a:pt x="577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h4301"/>
            <p:cNvSpPr/>
            <p:nvPr/>
          </p:nvSpPr>
          <p:spPr>
            <a:xfrm>
              <a:off x="6596512" y="2906858"/>
              <a:ext cx="17528" cy="20245"/>
            </a:xfrm>
            <a:custGeom>
              <a:avLst/>
              <a:pathLst>
                <a:path w="17528" h="20245">
                  <a:moveTo>
                    <a:pt x="11140" y="161"/>
                  </a:moveTo>
                  <a:lnTo>
                    <a:pt x="12578" y="1987"/>
                  </a:lnTo>
                  <a:lnTo>
                    <a:pt x="15855" y="3582"/>
                  </a:lnTo>
                  <a:lnTo>
                    <a:pt x="17528" y="2765"/>
                  </a:lnTo>
                  <a:lnTo>
                    <a:pt x="16174" y="6674"/>
                  </a:lnTo>
                  <a:lnTo>
                    <a:pt x="16642" y="14207"/>
                  </a:lnTo>
                  <a:lnTo>
                    <a:pt x="15947" y="16814"/>
                  </a:lnTo>
                  <a:lnTo>
                    <a:pt x="11210" y="19981"/>
                  </a:lnTo>
                  <a:lnTo>
                    <a:pt x="7008" y="19965"/>
                  </a:lnTo>
                  <a:lnTo>
                    <a:pt x="6986" y="18552"/>
                  </a:lnTo>
                  <a:lnTo>
                    <a:pt x="3737" y="20245"/>
                  </a:lnTo>
                  <a:lnTo>
                    <a:pt x="3201" y="19872"/>
                  </a:lnTo>
                  <a:lnTo>
                    <a:pt x="3524" y="14119"/>
                  </a:lnTo>
                  <a:lnTo>
                    <a:pt x="0" y="10913"/>
                  </a:lnTo>
                  <a:lnTo>
                    <a:pt x="2686" y="7586"/>
                  </a:lnTo>
                  <a:lnTo>
                    <a:pt x="2226" y="4966"/>
                  </a:lnTo>
                  <a:lnTo>
                    <a:pt x="2913" y="5524"/>
                  </a:lnTo>
                  <a:lnTo>
                    <a:pt x="8843" y="4063"/>
                  </a:lnTo>
                  <a:lnTo>
                    <a:pt x="9317" y="1837"/>
                  </a:lnTo>
                  <a:lnTo>
                    <a:pt x="881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h4302"/>
            <p:cNvSpPr/>
            <p:nvPr/>
          </p:nvSpPr>
          <p:spPr>
            <a:xfrm>
              <a:off x="6405587" y="2950712"/>
              <a:ext cx="19952" cy="17385"/>
            </a:xfrm>
            <a:custGeom>
              <a:avLst/>
              <a:pathLst>
                <a:path w="19952" h="17385">
                  <a:moveTo>
                    <a:pt x="8574" y="864"/>
                  </a:moveTo>
                  <a:lnTo>
                    <a:pt x="11513" y="9257"/>
                  </a:lnTo>
                  <a:lnTo>
                    <a:pt x="17583" y="11308"/>
                  </a:lnTo>
                  <a:lnTo>
                    <a:pt x="19858" y="13018"/>
                  </a:lnTo>
                  <a:lnTo>
                    <a:pt x="19952" y="16946"/>
                  </a:lnTo>
                  <a:lnTo>
                    <a:pt x="18034" y="17233"/>
                  </a:lnTo>
                  <a:lnTo>
                    <a:pt x="16656" y="15976"/>
                  </a:lnTo>
                  <a:lnTo>
                    <a:pt x="16547" y="14951"/>
                  </a:lnTo>
                  <a:lnTo>
                    <a:pt x="6512" y="17385"/>
                  </a:lnTo>
                  <a:lnTo>
                    <a:pt x="5316" y="15816"/>
                  </a:lnTo>
                  <a:lnTo>
                    <a:pt x="3512" y="16711"/>
                  </a:lnTo>
                  <a:lnTo>
                    <a:pt x="809" y="8054"/>
                  </a:lnTo>
                  <a:lnTo>
                    <a:pt x="3758" y="6105"/>
                  </a:lnTo>
                  <a:lnTo>
                    <a:pt x="0" y="2455"/>
                  </a:lnTo>
                  <a:lnTo>
                    <a:pt x="430" y="1341"/>
                  </a:lnTo>
                  <a:lnTo>
                    <a:pt x="3437" y="1340"/>
                  </a:lnTo>
                  <a:lnTo>
                    <a:pt x="5029" y="563"/>
                  </a:lnTo>
                  <a:lnTo>
                    <a:pt x="694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h4303"/>
            <p:cNvSpPr/>
            <p:nvPr/>
          </p:nvSpPr>
          <p:spPr>
            <a:xfrm>
              <a:off x="6502051" y="2931420"/>
              <a:ext cx="42835" cy="58152"/>
            </a:xfrm>
            <a:custGeom>
              <a:avLst/>
              <a:pathLst>
                <a:path w="42835" h="58152">
                  <a:moveTo>
                    <a:pt x="25372" y="1009"/>
                  </a:moveTo>
                  <a:lnTo>
                    <a:pt x="25943" y="2242"/>
                  </a:lnTo>
                  <a:lnTo>
                    <a:pt x="26761" y="2265"/>
                  </a:lnTo>
                  <a:lnTo>
                    <a:pt x="27574" y="618"/>
                  </a:lnTo>
                  <a:lnTo>
                    <a:pt x="28839" y="1486"/>
                  </a:lnTo>
                  <a:lnTo>
                    <a:pt x="31577" y="5559"/>
                  </a:lnTo>
                  <a:lnTo>
                    <a:pt x="31966" y="7941"/>
                  </a:lnTo>
                  <a:lnTo>
                    <a:pt x="31121" y="21114"/>
                  </a:lnTo>
                  <a:lnTo>
                    <a:pt x="38119" y="28505"/>
                  </a:lnTo>
                  <a:lnTo>
                    <a:pt x="40106" y="32558"/>
                  </a:lnTo>
                  <a:lnTo>
                    <a:pt x="42340" y="36133"/>
                  </a:lnTo>
                  <a:lnTo>
                    <a:pt x="42835" y="45343"/>
                  </a:lnTo>
                  <a:lnTo>
                    <a:pt x="35812" y="49386"/>
                  </a:lnTo>
                  <a:lnTo>
                    <a:pt x="30295" y="53848"/>
                  </a:lnTo>
                  <a:lnTo>
                    <a:pt x="29493" y="55290"/>
                  </a:lnTo>
                  <a:lnTo>
                    <a:pt x="30442" y="57716"/>
                  </a:lnTo>
                  <a:lnTo>
                    <a:pt x="29351" y="58152"/>
                  </a:lnTo>
                  <a:lnTo>
                    <a:pt x="27986" y="57695"/>
                  </a:lnTo>
                  <a:lnTo>
                    <a:pt x="24928" y="53199"/>
                  </a:lnTo>
                  <a:lnTo>
                    <a:pt x="27007" y="49402"/>
                  </a:lnTo>
                  <a:lnTo>
                    <a:pt x="23882" y="48827"/>
                  </a:lnTo>
                  <a:lnTo>
                    <a:pt x="20188" y="44785"/>
                  </a:lnTo>
                  <a:lnTo>
                    <a:pt x="20562" y="43061"/>
                  </a:lnTo>
                  <a:lnTo>
                    <a:pt x="21585" y="42909"/>
                  </a:lnTo>
                  <a:lnTo>
                    <a:pt x="21340" y="40850"/>
                  </a:lnTo>
                  <a:lnTo>
                    <a:pt x="17320" y="39730"/>
                  </a:lnTo>
                  <a:lnTo>
                    <a:pt x="15438" y="39921"/>
                  </a:lnTo>
                  <a:lnTo>
                    <a:pt x="14474" y="38439"/>
                  </a:lnTo>
                  <a:lnTo>
                    <a:pt x="14648" y="37008"/>
                  </a:lnTo>
                  <a:lnTo>
                    <a:pt x="11572" y="34047"/>
                  </a:lnTo>
                  <a:lnTo>
                    <a:pt x="9794" y="27566"/>
                  </a:lnTo>
                  <a:lnTo>
                    <a:pt x="7967" y="25645"/>
                  </a:lnTo>
                  <a:lnTo>
                    <a:pt x="9641" y="21211"/>
                  </a:lnTo>
                  <a:lnTo>
                    <a:pt x="1650" y="16660"/>
                  </a:lnTo>
                  <a:lnTo>
                    <a:pt x="1557" y="15780"/>
                  </a:lnTo>
                  <a:lnTo>
                    <a:pt x="1806" y="14297"/>
                  </a:lnTo>
                  <a:lnTo>
                    <a:pt x="256" y="14477"/>
                  </a:lnTo>
                  <a:lnTo>
                    <a:pt x="0" y="12561"/>
                  </a:lnTo>
                  <a:lnTo>
                    <a:pt x="2313" y="10025"/>
                  </a:lnTo>
                  <a:lnTo>
                    <a:pt x="7265" y="11656"/>
                  </a:lnTo>
                  <a:lnTo>
                    <a:pt x="7943" y="13307"/>
                  </a:lnTo>
                  <a:lnTo>
                    <a:pt x="11038" y="15481"/>
                  </a:lnTo>
                  <a:lnTo>
                    <a:pt x="15659" y="13126"/>
                  </a:lnTo>
                  <a:lnTo>
                    <a:pt x="24239" y="5279"/>
                  </a:lnTo>
                  <a:lnTo>
                    <a:pt x="2323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h4304"/>
            <p:cNvSpPr/>
            <p:nvPr/>
          </p:nvSpPr>
          <p:spPr>
            <a:xfrm>
              <a:off x="6443591" y="2932724"/>
              <a:ext cx="24548" cy="11835"/>
            </a:xfrm>
            <a:custGeom>
              <a:avLst/>
              <a:pathLst>
                <a:path w="24548" h="11835">
                  <a:moveTo>
                    <a:pt x="13100" y="2051"/>
                  </a:moveTo>
                  <a:lnTo>
                    <a:pt x="22323" y="2464"/>
                  </a:lnTo>
                  <a:lnTo>
                    <a:pt x="24548" y="5927"/>
                  </a:lnTo>
                  <a:lnTo>
                    <a:pt x="20050" y="10111"/>
                  </a:lnTo>
                  <a:lnTo>
                    <a:pt x="15743" y="11550"/>
                  </a:lnTo>
                  <a:lnTo>
                    <a:pt x="11676" y="10854"/>
                  </a:lnTo>
                  <a:lnTo>
                    <a:pt x="6480" y="10967"/>
                  </a:lnTo>
                  <a:lnTo>
                    <a:pt x="3682" y="11835"/>
                  </a:lnTo>
                  <a:lnTo>
                    <a:pt x="1344" y="11439"/>
                  </a:lnTo>
                  <a:lnTo>
                    <a:pt x="706" y="9546"/>
                  </a:lnTo>
                  <a:lnTo>
                    <a:pt x="1942" y="8279"/>
                  </a:lnTo>
                  <a:lnTo>
                    <a:pt x="0" y="7133"/>
                  </a:lnTo>
                  <a:lnTo>
                    <a:pt x="615" y="1687"/>
                  </a:lnTo>
                  <a:lnTo>
                    <a:pt x="406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h4305"/>
            <p:cNvSpPr/>
            <p:nvPr/>
          </p:nvSpPr>
          <p:spPr>
            <a:xfrm>
              <a:off x="6320389" y="2908261"/>
              <a:ext cx="33517" cy="45227"/>
            </a:xfrm>
            <a:custGeom>
              <a:avLst/>
              <a:pathLst>
                <a:path w="33517" h="45227">
                  <a:moveTo>
                    <a:pt x="17255" y="0"/>
                  </a:moveTo>
                  <a:lnTo>
                    <a:pt x="20508" y="3997"/>
                  </a:lnTo>
                  <a:lnTo>
                    <a:pt x="22806" y="9890"/>
                  </a:lnTo>
                  <a:lnTo>
                    <a:pt x="23260" y="12866"/>
                  </a:lnTo>
                  <a:lnTo>
                    <a:pt x="20031" y="16076"/>
                  </a:lnTo>
                  <a:lnTo>
                    <a:pt x="21994" y="17306"/>
                  </a:lnTo>
                  <a:lnTo>
                    <a:pt x="31329" y="17629"/>
                  </a:lnTo>
                  <a:lnTo>
                    <a:pt x="33517" y="18694"/>
                  </a:lnTo>
                  <a:lnTo>
                    <a:pt x="31900" y="22751"/>
                  </a:lnTo>
                  <a:lnTo>
                    <a:pt x="31714" y="25988"/>
                  </a:lnTo>
                  <a:lnTo>
                    <a:pt x="32656" y="29368"/>
                  </a:lnTo>
                  <a:lnTo>
                    <a:pt x="20167" y="30424"/>
                  </a:lnTo>
                  <a:lnTo>
                    <a:pt x="17492" y="32871"/>
                  </a:lnTo>
                  <a:lnTo>
                    <a:pt x="17270" y="36626"/>
                  </a:lnTo>
                  <a:lnTo>
                    <a:pt x="18352" y="38526"/>
                  </a:lnTo>
                  <a:lnTo>
                    <a:pt x="17698" y="40369"/>
                  </a:lnTo>
                  <a:lnTo>
                    <a:pt x="17505" y="41039"/>
                  </a:lnTo>
                  <a:lnTo>
                    <a:pt x="12670" y="43864"/>
                  </a:lnTo>
                  <a:lnTo>
                    <a:pt x="9182" y="45227"/>
                  </a:lnTo>
                  <a:lnTo>
                    <a:pt x="7670" y="44816"/>
                  </a:lnTo>
                  <a:lnTo>
                    <a:pt x="7394" y="42658"/>
                  </a:lnTo>
                  <a:lnTo>
                    <a:pt x="5587" y="42092"/>
                  </a:lnTo>
                  <a:lnTo>
                    <a:pt x="1499" y="44485"/>
                  </a:lnTo>
                  <a:lnTo>
                    <a:pt x="134" y="44501"/>
                  </a:lnTo>
                  <a:lnTo>
                    <a:pt x="0" y="43820"/>
                  </a:lnTo>
                  <a:lnTo>
                    <a:pt x="1488" y="42621"/>
                  </a:lnTo>
                  <a:lnTo>
                    <a:pt x="3000" y="39228"/>
                  </a:lnTo>
                  <a:lnTo>
                    <a:pt x="2618" y="35769"/>
                  </a:lnTo>
                  <a:lnTo>
                    <a:pt x="1476" y="33533"/>
                  </a:lnTo>
                  <a:lnTo>
                    <a:pt x="2646" y="31724"/>
                  </a:lnTo>
                  <a:lnTo>
                    <a:pt x="4806" y="31463"/>
                  </a:lnTo>
                  <a:lnTo>
                    <a:pt x="7551" y="28555"/>
                  </a:lnTo>
                  <a:lnTo>
                    <a:pt x="9447" y="20606"/>
                  </a:lnTo>
                  <a:lnTo>
                    <a:pt x="9409" y="18372"/>
                  </a:lnTo>
                  <a:lnTo>
                    <a:pt x="16059" y="14982"/>
                  </a:lnTo>
                  <a:lnTo>
                    <a:pt x="18689" y="14972"/>
                  </a:lnTo>
                  <a:lnTo>
                    <a:pt x="15210" y="11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h4306"/>
            <p:cNvSpPr/>
            <p:nvPr/>
          </p:nvSpPr>
          <p:spPr>
            <a:xfrm>
              <a:off x="6339316" y="2893552"/>
              <a:ext cx="24861" cy="24079"/>
            </a:xfrm>
            <a:custGeom>
              <a:avLst/>
              <a:pathLst>
                <a:path w="24861" h="24079">
                  <a:moveTo>
                    <a:pt x="22925" y="1482"/>
                  </a:moveTo>
                  <a:lnTo>
                    <a:pt x="22004" y="2743"/>
                  </a:lnTo>
                  <a:lnTo>
                    <a:pt x="22815" y="7831"/>
                  </a:lnTo>
                  <a:lnTo>
                    <a:pt x="23371" y="10721"/>
                  </a:lnTo>
                  <a:lnTo>
                    <a:pt x="24861" y="12495"/>
                  </a:lnTo>
                  <a:lnTo>
                    <a:pt x="23228" y="13239"/>
                  </a:lnTo>
                  <a:lnTo>
                    <a:pt x="20039" y="13219"/>
                  </a:lnTo>
                  <a:lnTo>
                    <a:pt x="18598" y="14516"/>
                  </a:lnTo>
                  <a:lnTo>
                    <a:pt x="21762" y="18473"/>
                  </a:lnTo>
                  <a:lnTo>
                    <a:pt x="20644" y="21280"/>
                  </a:lnTo>
                  <a:lnTo>
                    <a:pt x="18439" y="22254"/>
                  </a:lnTo>
                  <a:lnTo>
                    <a:pt x="13069" y="24079"/>
                  </a:lnTo>
                  <a:lnTo>
                    <a:pt x="4500" y="21656"/>
                  </a:lnTo>
                  <a:lnTo>
                    <a:pt x="4182" y="20166"/>
                  </a:lnTo>
                  <a:lnTo>
                    <a:pt x="4818" y="18193"/>
                  </a:lnTo>
                  <a:lnTo>
                    <a:pt x="3454" y="14172"/>
                  </a:lnTo>
                  <a:lnTo>
                    <a:pt x="170" y="11677"/>
                  </a:lnTo>
                  <a:lnTo>
                    <a:pt x="0" y="10732"/>
                  </a:lnTo>
                  <a:lnTo>
                    <a:pt x="6971" y="9413"/>
                  </a:lnTo>
                  <a:lnTo>
                    <a:pt x="5436" y="6579"/>
                  </a:lnTo>
                  <a:lnTo>
                    <a:pt x="5764" y="3816"/>
                  </a:lnTo>
                  <a:lnTo>
                    <a:pt x="9676" y="3191"/>
                  </a:lnTo>
                  <a:lnTo>
                    <a:pt x="10076" y="1430"/>
                  </a:lnTo>
                  <a:lnTo>
                    <a:pt x="13231" y="907"/>
                  </a:lnTo>
                  <a:lnTo>
                    <a:pt x="18002" y="1235"/>
                  </a:lnTo>
                  <a:lnTo>
                    <a:pt x="2060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h4307"/>
            <p:cNvSpPr/>
            <p:nvPr/>
          </p:nvSpPr>
          <p:spPr>
            <a:xfrm>
              <a:off x="6359718" y="2937481"/>
              <a:ext cx="51214" cy="52183"/>
            </a:xfrm>
            <a:custGeom>
              <a:avLst/>
              <a:pathLst>
                <a:path w="51214" h="52183">
                  <a:moveTo>
                    <a:pt x="30185" y="660"/>
                  </a:moveTo>
                  <a:lnTo>
                    <a:pt x="33228" y="3524"/>
                  </a:lnTo>
                  <a:lnTo>
                    <a:pt x="44201" y="5413"/>
                  </a:lnTo>
                  <a:lnTo>
                    <a:pt x="47007" y="5326"/>
                  </a:lnTo>
                  <a:lnTo>
                    <a:pt x="48625" y="5310"/>
                  </a:lnTo>
                  <a:lnTo>
                    <a:pt x="49518" y="7440"/>
                  </a:lnTo>
                  <a:lnTo>
                    <a:pt x="51183" y="7185"/>
                  </a:lnTo>
                  <a:lnTo>
                    <a:pt x="50621" y="8088"/>
                  </a:lnTo>
                  <a:lnTo>
                    <a:pt x="51214" y="10603"/>
                  </a:lnTo>
                  <a:lnTo>
                    <a:pt x="50898" y="13794"/>
                  </a:lnTo>
                  <a:lnTo>
                    <a:pt x="49306" y="14571"/>
                  </a:lnTo>
                  <a:lnTo>
                    <a:pt x="46299" y="14572"/>
                  </a:lnTo>
                  <a:lnTo>
                    <a:pt x="45868" y="15686"/>
                  </a:lnTo>
                  <a:lnTo>
                    <a:pt x="49627" y="19336"/>
                  </a:lnTo>
                  <a:lnTo>
                    <a:pt x="46678" y="21285"/>
                  </a:lnTo>
                  <a:lnTo>
                    <a:pt x="49381" y="29942"/>
                  </a:lnTo>
                  <a:lnTo>
                    <a:pt x="47432" y="30086"/>
                  </a:lnTo>
                  <a:lnTo>
                    <a:pt x="45077" y="32132"/>
                  </a:lnTo>
                  <a:lnTo>
                    <a:pt x="44487" y="34503"/>
                  </a:lnTo>
                  <a:lnTo>
                    <a:pt x="48185" y="38489"/>
                  </a:lnTo>
                  <a:lnTo>
                    <a:pt x="50634" y="42682"/>
                  </a:lnTo>
                  <a:lnTo>
                    <a:pt x="49796" y="43224"/>
                  </a:lnTo>
                  <a:lnTo>
                    <a:pt x="46868" y="44204"/>
                  </a:lnTo>
                  <a:lnTo>
                    <a:pt x="44321" y="44094"/>
                  </a:lnTo>
                  <a:lnTo>
                    <a:pt x="40015" y="41759"/>
                  </a:lnTo>
                  <a:lnTo>
                    <a:pt x="36254" y="41110"/>
                  </a:lnTo>
                  <a:lnTo>
                    <a:pt x="34871" y="41748"/>
                  </a:lnTo>
                  <a:lnTo>
                    <a:pt x="35782" y="44166"/>
                  </a:lnTo>
                  <a:lnTo>
                    <a:pt x="35265" y="45657"/>
                  </a:lnTo>
                  <a:lnTo>
                    <a:pt x="34596" y="45608"/>
                  </a:lnTo>
                  <a:lnTo>
                    <a:pt x="33889" y="52183"/>
                  </a:lnTo>
                  <a:lnTo>
                    <a:pt x="27473" y="46523"/>
                  </a:lnTo>
                  <a:lnTo>
                    <a:pt x="24271" y="40816"/>
                  </a:lnTo>
                  <a:lnTo>
                    <a:pt x="23481" y="40698"/>
                  </a:lnTo>
                  <a:lnTo>
                    <a:pt x="22195" y="41826"/>
                  </a:lnTo>
                  <a:lnTo>
                    <a:pt x="20910" y="39178"/>
                  </a:lnTo>
                  <a:lnTo>
                    <a:pt x="23654" y="33125"/>
                  </a:lnTo>
                  <a:lnTo>
                    <a:pt x="25424" y="30789"/>
                  </a:lnTo>
                  <a:lnTo>
                    <a:pt x="29894" y="29031"/>
                  </a:lnTo>
                  <a:lnTo>
                    <a:pt x="32731" y="29160"/>
                  </a:lnTo>
                  <a:lnTo>
                    <a:pt x="32472" y="26163"/>
                  </a:lnTo>
                  <a:lnTo>
                    <a:pt x="31069" y="22170"/>
                  </a:lnTo>
                  <a:lnTo>
                    <a:pt x="31225" y="18472"/>
                  </a:lnTo>
                  <a:lnTo>
                    <a:pt x="30538" y="17637"/>
                  </a:lnTo>
                  <a:lnTo>
                    <a:pt x="23352" y="18172"/>
                  </a:lnTo>
                  <a:lnTo>
                    <a:pt x="15687" y="15433"/>
                  </a:lnTo>
                  <a:lnTo>
                    <a:pt x="12884" y="13737"/>
                  </a:lnTo>
                  <a:lnTo>
                    <a:pt x="7044" y="13825"/>
                  </a:lnTo>
                  <a:lnTo>
                    <a:pt x="6915" y="11151"/>
                  </a:lnTo>
                  <a:lnTo>
                    <a:pt x="5685" y="10743"/>
                  </a:lnTo>
                  <a:lnTo>
                    <a:pt x="5138" y="9945"/>
                  </a:lnTo>
                  <a:lnTo>
                    <a:pt x="2551" y="9192"/>
                  </a:lnTo>
                  <a:lnTo>
                    <a:pt x="0" y="5562"/>
                  </a:lnTo>
                  <a:lnTo>
                    <a:pt x="6238" y="6241"/>
                  </a:lnTo>
                  <a:lnTo>
                    <a:pt x="11802" y="7958"/>
                  </a:lnTo>
                  <a:lnTo>
                    <a:pt x="14377" y="7218"/>
                  </a:lnTo>
                  <a:lnTo>
                    <a:pt x="14790" y="4678"/>
                  </a:lnTo>
                  <a:lnTo>
                    <a:pt x="12739" y="3417"/>
                  </a:lnTo>
                  <a:lnTo>
                    <a:pt x="13326" y="1084"/>
                  </a:lnTo>
                  <a:lnTo>
                    <a:pt x="21968" y="0"/>
                  </a:lnTo>
                  <a:lnTo>
                    <a:pt x="22250" y="5045"/>
                  </a:lnTo>
                  <a:lnTo>
                    <a:pt x="24844" y="2924"/>
                  </a:lnTo>
                  <a:lnTo>
                    <a:pt x="25742" y="67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h4308"/>
            <p:cNvSpPr/>
            <p:nvPr/>
          </p:nvSpPr>
          <p:spPr>
            <a:xfrm>
              <a:off x="6315630" y="2867133"/>
              <a:ext cx="25077" cy="15909"/>
            </a:xfrm>
            <a:custGeom>
              <a:avLst/>
              <a:pathLst>
                <a:path w="25077" h="15909">
                  <a:moveTo>
                    <a:pt x="22889" y="0"/>
                  </a:moveTo>
                  <a:lnTo>
                    <a:pt x="25077" y="793"/>
                  </a:lnTo>
                  <a:lnTo>
                    <a:pt x="24999" y="7206"/>
                  </a:lnTo>
                  <a:lnTo>
                    <a:pt x="24561" y="7867"/>
                  </a:lnTo>
                  <a:lnTo>
                    <a:pt x="21147" y="7896"/>
                  </a:lnTo>
                  <a:lnTo>
                    <a:pt x="19338" y="13958"/>
                  </a:lnTo>
                  <a:lnTo>
                    <a:pt x="19988" y="15909"/>
                  </a:lnTo>
                  <a:lnTo>
                    <a:pt x="16852" y="15897"/>
                  </a:lnTo>
                  <a:lnTo>
                    <a:pt x="13972" y="13917"/>
                  </a:lnTo>
                  <a:lnTo>
                    <a:pt x="12634" y="14406"/>
                  </a:lnTo>
                  <a:lnTo>
                    <a:pt x="12358" y="15395"/>
                  </a:lnTo>
                  <a:lnTo>
                    <a:pt x="8876" y="14148"/>
                  </a:lnTo>
                  <a:lnTo>
                    <a:pt x="371" y="14733"/>
                  </a:lnTo>
                  <a:lnTo>
                    <a:pt x="0" y="8843"/>
                  </a:lnTo>
                  <a:lnTo>
                    <a:pt x="6141" y="5423"/>
                  </a:lnTo>
                  <a:lnTo>
                    <a:pt x="10698" y="5516"/>
                  </a:lnTo>
                  <a:lnTo>
                    <a:pt x="11820" y="4870"/>
                  </a:lnTo>
                  <a:lnTo>
                    <a:pt x="11478" y="68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h4309"/>
            <p:cNvSpPr/>
            <p:nvPr/>
          </p:nvSpPr>
          <p:spPr>
            <a:xfrm>
              <a:off x="6326607" y="2881050"/>
              <a:ext cx="22998" cy="25476"/>
            </a:xfrm>
            <a:custGeom>
              <a:avLst/>
              <a:pathLst>
                <a:path w="22998" h="25476">
                  <a:moveTo>
                    <a:pt x="18308" y="1679"/>
                  </a:moveTo>
                  <a:lnTo>
                    <a:pt x="18919" y="3214"/>
                  </a:lnTo>
                  <a:lnTo>
                    <a:pt x="22998" y="5234"/>
                  </a:lnTo>
                  <a:lnTo>
                    <a:pt x="20828" y="10666"/>
                  </a:lnTo>
                  <a:lnTo>
                    <a:pt x="20939" y="13247"/>
                  </a:lnTo>
                  <a:lnTo>
                    <a:pt x="22785" y="13932"/>
                  </a:lnTo>
                  <a:lnTo>
                    <a:pt x="22385" y="15693"/>
                  </a:lnTo>
                  <a:lnTo>
                    <a:pt x="18473" y="16318"/>
                  </a:lnTo>
                  <a:lnTo>
                    <a:pt x="18145" y="19081"/>
                  </a:lnTo>
                  <a:lnTo>
                    <a:pt x="19680" y="21915"/>
                  </a:lnTo>
                  <a:lnTo>
                    <a:pt x="12709" y="23234"/>
                  </a:lnTo>
                  <a:lnTo>
                    <a:pt x="8381" y="25476"/>
                  </a:lnTo>
                  <a:lnTo>
                    <a:pt x="1864" y="22937"/>
                  </a:lnTo>
                  <a:lnTo>
                    <a:pt x="0" y="18592"/>
                  </a:lnTo>
                  <a:lnTo>
                    <a:pt x="2413" y="16725"/>
                  </a:lnTo>
                  <a:lnTo>
                    <a:pt x="3669" y="12603"/>
                  </a:lnTo>
                  <a:lnTo>
                    <a:pt x="2127" y="5534"/>
                  </a:lnTo>
                  <a:lnTo>
                    <a:pt x="1381" y="1478"/>
                  </a:lnTo>
                  <a:lnTo>
                    <a:pt x="1657" y="488"/>
                  </a:lnTo>
                  <a:lnTo>
                    <a:pt x="2996" y="0"/>
                  </a:lnTo>
                  <a:lnTo>
                    <a:pt x="5875" y="1980"/>
                  </a:lnTo>
                  <a:lnTo>
                    <a:pt x="9011" y="1992"/>
                  </a:lnTo>
                  <a:lnTo>
                    <a:pt x="11232" y="2392"/>
                  </a:lnTo>
                  <a:lnTo>
                    <a:pt x="14741" y="237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h4310"/>
            <p:cNvSpPr/>
            <p:nvPr/>
          </p:nvSpPr>
          <p:spPr>
            <a:xfrm>
              <a:off x="6386601" y="2880492"/>
              <a:ext cx="24873" cy="18890"/>
            </a:xfrm>
            <a:custGeom>
              <a:avLst/>
              <a:pathLst>
                <a:path w="24873" h="18890">
                  <a:moveTo>
                    <a:pt x="5397" y="1840"/>
                  </a:moveTo>
                  <a:lnTo>
                    <a:pt x="6348" y="3138"/>
                  </a:lnTo>
                  <a:lnTo>
                    <a:pt x="6288" y="6710"/>
                  </a:lnTo>
                  <a:lnTo>
                    <a:pt x="16326" y="6199"/>
                  </a:lnTo>
                  <a:lnTo>
                    <a:pt x="16543" y="5689"/>
                  </a:lnTo>
                  <a:lnTo>
                    <a:pt x="19885" y="7809"/>
                  </a:lnTo>
                  <a:lnTo>
                    <a:pt x="24873" y="15974"/>
                  </a:lnTo>
                  <a:lnTo>
                    <a:pt x="24306" y="16249"/>
                  </a:lnTo>
                  <a:lnTo>
                    <a:pt x="22952" y="15974"/>
                  </a:lnTo>
                  <a:lnTo>
                    <a:pt x="21591" y="14423"/>
                  </a:lnTo>
                  <a:lnTo>
                    <a:pt x="20407" y="14323"/>
                  </a:lnTo>
                  <a:lnTo>
                    <a:pt x="11931" y="18584"/>
                  </a:lnTo>
                  <a:lnTo>
                    <a:pt x="7297" y="18320"/>
                  </a:lnTo>
                  <a:lnTo>
                    <a:pt x="5119" y="18890"/>
                  </a:lnTo>
                  <a:lnTo>
                    <a:pt x="1608" y="14214"/>
                  </a:lnTo>
                  <a:lnTo>
                    <a:pt x="2540" y="13985"/>
                  </a:lnTo>
                  <a:lnTo>
                    <a:pt x="3475" y="10435"/>
                  </a:lnTo>
                  <a:lnTo>
                    <a:pt x="2841" y="9598"/>
                  </a:lnTo>
                  <a:lnTo>
                    <a:pt x="290" y="9692"/>
                  </a:lnTo>
                  <a:lnTo>
                    <a:pt x="0" y="8041"/>
                  </a:lnTo>
                  <a:lnTo>
                    <a:pt x="1774" y="4201"/>
                  </a:lnTo>
                  <a:lnTo>
                    <a:pt x="1008" y="2924"/>
                  </a:lnTo>
                  <a:lnTo>
                    <a:pt x="212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h4311"/>
            <p:cNvSpPr/>
            <p:nvPr/>
          </p:nvSpPr>
          <p:spPr>
            <a:xfrm>
              <a:off x="6559362" y="2948669"/>
              <a:ext cx="23289" cy="26282"/>
            </a:xfrm>
            <a:custGeom>
              <a:avLst/>
              <a:pathLst>
                <a:path w="23289" h="26282">
                  <a:moveTo>
                    <a:pt x="11653" y="2136"/>
                  </a:moveTo>
                  <a:lnTo>
                    <a:pt x="18100" y="2023"/>
                  </a:lnTo>
                  <a:lnTo>
                    <a:pt x="20591" y="828"/>
                  </a:lnTo>
                  <a:lnTo>
                    <a:pt x="23289" y="8733"/>
                  </a:lnTo>
                  <a:lnTo>
                    <a:pt x="18859" y="10960"/>
                  </a:lnTo>
                  <a:lnTo>
                    <a:pt x="15894" y="13408"/>
                  </a:lnTo>
                  <a:lnTo>
                    <a:pt x="16413" y="19535"/>
                  </a:lnTo>
                  <a:lnTo>
                    <a:pt x="18157" y="23073"/>
                  </a:lnTo>
                  <a:lnTo>
                    <a:pt x="14069" y="23452"/>
                  </a:lnTo>
                  <a:lnTo>
                    <a:pt x="11176" y="26132"/>
                  </a:lnTo>
                  <a:lnTo>
                    <a:pt x="9612" y="26282"/>
                  </a:lnTo>
                  <a:lnTo>
                    <a:pt x="8786" y="21564"/>
                  </a:lnTo>
                  <a:lnTo>
                    <a:pt x="9366" y="17670"/>
                  </a:lnTo>
                  <a:lnTo>
                    <a:pt x="1937" y="9645"/>
                  </a:lnTo>
                  <a:lnTo>
                    <a:pt x="0" y="7497"/>
                  </a:lnTo>
                  <a:lnTo>
                    <a:pt x="2492" y="3863"/>
                  </a:lnTo>
                  <a:lnTo>
                    <a:pt x="4750" y="3383"/>
                  </a:lnTo>
                  <a:lnTo>
                    <a:pt x="4794" y="2183"/>
                  </a:lnTo>
                  <a:lnTo>
                    <a:pt x="719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h4312"/>
            <p:cNvSpPr/>
            <p:nvPr/>
          </p:nvSpPr>
          <p:spPr>
            <a:xfrm>
              <a:off x="6568261" y="2969533"/>
              <a:ext cx="19057" cy="12984"/>
            </a:xfrm>
            <a:custGeom>
              <a:avLst/>
              <a:pathLst>
                <a:path w="19057" h="12984">
                  <a:moveTo>
                    <a:pt x="16877" y="187"/>
                  </a:moveTo>
                  <a:lnTo>
                    <a:pt x="18328" y="1016"/>
                  </a:lnTo>
                  <a:lnTo>
                    <a:pt x="19057" y="3417"/>
                  </a:lnTo>
                  <a:lnTo>
                    <a:pt x="16849" y="9168"/>
                  </a:lnTo>
                  <a:lnTo>
                    <a:pt x="12153" y="10382"/>
                  </a:lnTo>
                  <a:lnTo>
                    <a:pt x="8843" y="12282"/>
                  </a:lnTo>
                  <a:lnTo>
                    <a:pt x="8465" y="11263"/>
                  </a:lnTo>
                  <a:lnTo>
                    <a:pt x="6454" y="12666"/>
                  </a:lnTo>
                  <a:lnTo>
                    <a:pt x="2600" y="12984"/>
                  </a:lnTo>
                  <a:lnTo>
                    <a:pt x="0" y="8534"/>
                  </a:lnTo>
                  <a:lnTo>
                    <a:pt x="713" y="5418"/>
                  </a:lnTo>
                  <a:lnTo>
                    <a:pt x="2277" y="5267"/>
                  </a:lnTo>
                  <a:lnTo>
                    <a:pt x="5170" y="2587"/>
                  </a:lnTo>
                  <a:lnTo>
                    <a:pt x="9258" y="2209"/>
                  </a:lnTo>
                  <a:lnTo>
                    <a:pt x="1121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h4313"/>
            <p:cNvSpPr/>
            <p:nvPr/>
          </p:nvSpPr>
          <p:spPr>
            <a:xfrm>
              <a:off x="6463641" y="2936258"/>
              <a:ext cx="11618" cy="13969"/>
            </a:xfrm>
            <a:custGeom>
              <a:avLst/>
              <a:pathLst>
                <a:path w="11618" h="13969">
                  <a:moveTo>
                    <a:pt x="11618" y="1296"/>
                  </a:moveTo>
                  <a:lnTo>
                    <a:pt x="9329" y="13812"/>
                  </a:lnTo>
                  <a:lnTo>
                    <a:pt x="6857" y="13969"/>
                  </a:lnTo>
                  <a:lnTo>
                    <a:pt x="6228" y="12579"/>
                  </a:lnTo>
                  <a:lnTo>
                    <a:pt x="0" y="6577"/>
                  </a:lnTo>
                  <a:lnTo>
                    <a:pt x="4497" y="2393"/>
                  </a:lnTo>
                  <a:lnTo>
                    <a:pt x="5983" y="317"/>
                  </a:lnTo>
                  <a:lnTo>
                    <a:pt x="764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h4314"/>
            <p:cNvSpPr/>
            <p:nvPr/>
          </p:nvSpPr>
          <p:spPr>
            <a:xfrm>
              <a:off x="6749439" y="3007846"/>
              <a:ext cx="13204" cy="14186"/>
            </a:xfrm>
            <a:custGeom>
              <a:avLst/>
              <a:pathLst>
                <a:path w="13204" h="14186">
                  <a:moveTo>
                    <a:pt x="12642" y="5201"/>
                  </a:moveTo>
                  <a:lnTo>
                    <a:pt x="13204" y="5846"/>
                  </a:lnTo>
                  <a:lnTo>
                    <a:pt x="11639" y="9624"/>
                  </a:lnTo>
                  <a:lnTo>
                    <a:pt x="2887" y="14186"/>
                  </a:lnTo>
                  <a:lnTo>
                    <a:pt x="1395" y="13192"/>
                  </a:lnTo>
                  <a:lnTo>
                    <a:pt x="0" y="8815"/>
                  </a:lnTo>
                  <a:lnTo>
                    <a:pt x="3455" y="5437"/>
                  </a:lnTo>
                  <a:lnTo>
                    <a:pt x="5909" y="5058"/>
                  </a:lnTo>
                  <a:lnTo>
                    <a:pt x="7885" y="32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h4315"/>
            <p:cNvSpPr/>
            <p:nvPr/>
          </p:nvSpPr>
          <p:spPr>
            <a:xfrm>
              <a:off x="6738746" y="3021038"/>
              <a:ext cx="18378" cy="16096"/>
            </a:xfrm>
            <a:custGeom>
              <a:avLst/>
              <a:pathLst>
                <a:path w="18378" h="16096">
                  <a:moveTo>
                    <a:pt x="13580" y="993"/>
                  </a:moveTo>
                  <a:lnTo>
                    <a:pt x="15356" y="1950"/>
                  </a:lnTo>
                  <a:lnTo>
                    <a:pt x="16113" y="4583"/>
                  </a:lnTo>
                  <a:lnTo>
                    <a:pt x="15888" y="6416"/>
                  </a:lnTo>
                  <a:lnTo>
                    <a:pt x="14242" y="7763"/>
                  </a:lnTo>
                  <a:lnTo>
                    <a:pt x="13674" y="9889"/>
                  </a:lnTo>
                  <a:lnTo>
                    <a:pt x="18378" y="11170"/>
                  </a:lnTo>
                  <a:lnTo>
                    <a:pt x="14652" y="16096"/>
                  </a:lnTo>
                  <a:lnTo>
                    <a:pt x="11160" y="14675"/>
                  </a:lnTo>
                  <a:lnTo>
                    <a:pt x="9415" y="11274"/>
                  </a:lnTo>
                  <a:lnTo>
                    <a:pt x="5288" y="10240"/>
                  </a:lnTo>
                  <a:lnTo>
                    <a:pt x="92" y="7374"/>
                  </a:lnTo>
                  <a:lnTo>
                    <a:pt x="0" y="5733"/>
                  </a:lnTo>
                  <a:lnTo>
                    <a:pt x="895" y="4154"/>
                  </a:lnTo>
                  <a:lnTo>
                    <a:pt x="3926" y="4516"/>
                  </a:lnTo>
                  <a:lnTo>
                    <a:pt x="12088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h4316"/>
            <p:cNvSpPr/>
            <p:nvPr/>
          </p:nvSpPr>
          <p:spPr>
            <a:xfrm>
              <a:off x="6712465" y="3029353"/>
              <a:ext cx="10757" cy="14511"/>
            </a:xfrm>
            <a:custGeom>
              <a:avLst/>
              <a:pathLst>
                <a:path w="10757" h="14511">
                  <a:moveTo>
                    <a:pt x="5232" y="2007"/>
                  </a:moveTo>
                  <a:lnTo>
                    <a:pt x="7726" y="2277"/>
                  </a:lnTo>
                  <a:lnTo>
                    <a:pt x="10749" y="3737"/>
                  </a:lnTo>
                  <a:lnTo>
                    <a:pt x="10372" y="7771"/>
                  </a:lnTo>
                  <a:lnTo>
                    <a:pt x="9712" y="7829"/>
                  </a:lnTo>
                  <a:lnTo>
                    <a:pt x="10757" y="14026"/>
                  </a:lnTo>
                  <a:lnTo>
                    <a:pt x="10425" y="14511"/>
                  </a:lnTo>
                  <a:lnTo>
                    <a:pt x="9857" y="14125"/>
                  </a:lnTo>
                  <a:lnTo>
                    <a:pt x="10162" y="13126"/>
                  </a:lnTo>
                  <a:lnTo>
                    <a:pt x="6969" y="13623"/>
                  </a:lnTo>
                  <a:lnTo>
                    <a:pt x="335" y="12282"/>
                  </a:lnTo>
                  <a:lnTo>
                    <a:pt x="622" y="8278"/>
                  </a:lnTo>
                  <a:lnTo>
                    <a:pt x="0" y="6349"/>
                  </a:lnTo>
                  <a:lnTo>
                    <a:pt x="3571" y="5096"/>
                  </a:lnTo>
                  <a:lnTo>
                    <a:pt x="1753" y="2453"/>
                  </a:lnTo>
                  <a:lnTo>
                    <a:pt x="1590" y="447"/>
                  </a:lnTo>
                  <a:lnTo>
                    <a:pt x="39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h4317"/>
            <p:cNvSpPr/>
            <p:nvPr/>
          </p:nvSpPr>
          <p:spPr>
            <a:xfrm>
              <a:off x="6769818" y="3005376"/>
              <a:ext cx="15651" cy="23440"/>
            </a:xfrm>
            <a:custGeom>
              <a:avLst/>
              <a:pathLst>
                <a:path w="15651" h="23440">
                  <a:moveTo>
                    <a:pt x="7806" y="13602"/>
                  </a:moveTo>
                  <a:lnTo>
                    <a:pt x="6931" y="17883"/>
                  </a:lnTo>
                  <a:lnTo>
                    <a:pt x="5852" y="23440"/>
                  </a:lnTo>
                  <a:lnTo>
                    <a:pt x="0" y="22201"/>
                  </a:lnTo>
                  <a:lnTo>
                    <a:pt x="3640" y="15878"/>
                  </a:lnTo>
                  <a:lnTo>
                    <a:pt x="2736" y="12418"/>
                  </a:lnTo>
                  <a:lnTo>
                    <a:pt x="3165" y="10945"/>
                  </a:lnTo>
                  <a:lnTo>
                    <a:pt x="5268" y="8687"/>
                  </a:lnTo>
                  <a:lnTo>
                    <a:pt x="6719" y="8797"/>
                  </a:lnTo>
                  <a:lnTo>
                    <a:pt x="11915" y="1785"/>
                  </a:lnTo>
                  <a:lnTo>
                    <a:pt x="156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h4318"/>
            <p:cNvSpPr/>
            <p:nvPr/>
          </p:nvSpPr>
          <p:spPr>
            <a:xfrm>
              <a:off x="6707639" y="2993090"/>
              <a:ext cx="20717" cy="17758"/>
            </a:xfrm>
            <a:custGeom>
              <a:avLst/>
              <a:pathLst>
                <a:path w="20717" h="17758">
                  <a:moveTo>
                    <a:pt x="10349" y="4133"/>
                  </a:moveTo>
                  <a:lnTo>
                    <a:pt x="20717" y="4736"/>
                  </a:lnTo>
                  <a:lnTo>
                    <a:pt x="19347" y="9407"/>
                  </a:lnTo>
                  <a:lnTo>
                    <a:pt x="17473" y="12615"/>
                  </a:lnTo>
                  <a:lnTo>
                    <a:pt x="14357" y="15417"/>
                  </a:lnTo>
                  <a:lnTo>
                    <a:pt x="11951" y="17584"/>
                  </a:lnTo>
                  <a:lnTo>
                    <a:pt x="10390" y="17758"/>
                  </a:lnTo>
                  <a:lnTo>
                    <a:pt x="7308" y="15145"/>
                  </a:lnTo>
                  <a:lnTo>
                    <a:pt x="3004" y="12868"/>
                  </a:lnTo>
                  <a:lnTo>
                    <a:pt x="883" y="12825"/>
                  </a:lnTo>
                  <a:lnTo>
                    <a:pt x="58" y="12075"/>
                  </a:lnTo>
                  <a:lnTo>
                    <a:pt x="0" y="5360"/>
                  </a:lnTo>
                  <a:lnTo>
                    <a:pt x="2531" y="1110"/>
                  </a:lnTo>
                  <a:lnTo>
                    <a:pt x="438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h4319"/>
            <p:cNvSpPr/>
            <p:nvPr/>
          </p:nvSpPr>
          <p:spPr>
            <a:xfrm>
              <a:off x="6763431" y="3014064"/>
              <a:ext cx="11655" cy="15978"/>
            </a:xfrm>
            <a:custGeom>
              <a:avLst/>
              <a:pathLst>
                <a:path w="11655" h="15978">
                  <a:moveTo>
                    <a:pt x="11655" y="0"/>
                  </a:moveTo>
                  <a:lnTo>
                    <a:pt x="9553" y="2257"/>
                  </a:lnTo>
                  <a:lnTo>
                    <a:pt x="9123" y="3730"/>
                  </a:lnTo>
                  <a:lnTo>
                    <a:pt x="10027" y="7190"/>
                  </a:lnTo>
                  <a:lnTo>
                    <a:pt x="6387" y="13513"/>
                  </a:lnTo>
                  <a:lnTo>
                    <a:pt x="3380" y="14427"/>
                  </a:lnTo>
                  <a:lnTo>
                    <a:pt x="1896" y="15978"/>
                  </a:lnTo>
                  <a:lnTo>
                    <a:pt x="0" y="13602"/>
                  </a:lnTo>
                  <a:lnTo>
                    <a:pt x="4219" y="128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h4320"/>
            <p:cNvSpPr/>
            <p:nvPr/>
          </p:nvSpPr>
          <p:spPr>
            <a:xfrm>
              <a:off x="6719181" y="3023421"/>
              <a:ext cx="8563" cy="15881"/>
            </a:xfrm>
            <a:custGeom>
              <a:avLst/>
              <a:pathLst>
                <a:path w="8563" h="15881">
                  <a:moveTo>
                    <a:pt x="1695" y="0"/>
                  </a:moveTo>
                  <a:lnTo>
                    <a:pt x="8302" y="4621"/>
                  </a:lnTo>
                  <a:lnTo>
                    <a:pt x="8563" y="5594"/>
                  </a:lnTo>
                  <a:lnTo>
                    <a:pt x="7680" y="7874"/>
                  </a:lnTo>
                  <a:lnTo>
                    <a:pt x="8544" y="13788"/>
                  </a:lnTo>
                  <a:lnTo>
                    <a:pt x="5265" y="15881"/>
                  </a:lnTo>
                  <a:lnTo>
                    <a:pt x="3656" y="13703"/>
                  </a:lnTo>
                  <a:lnTo>
                    <a:pt x="4033" y="9669"/>
                  </a:lnTo>
                  <a:lnTo>
                    <a:pt x="1010" y="8209"/>
                  </a:lnTo>
                  <a:lnTo>
                    <a:pt x="1527" y="4295"/>
                  </a:lnTo>
                  <a:lnTo>
                    <a:pt x="437" y="4050"/>
                  </a:lnTo>
                  <a:lnTo>
                    <a:pt x="0" y="165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h4321"/>
            <p:cNvSpPr/>
            <p:nvPr/>
          </p:nvSpPr>
          <p:spPr>
            <a:xfrm>
              <a:off x="6765534" y="3054532"/>
              <a:ext cx="13881" cy="19745"/>
            </a:xfrm>
            <a:custGeom>
              <a:avLst/>
              <a:pathLst>
                <a:path w="13881" h="19745">
                  <a:moveTo>
                    <a:pt x="11272" y="0"/>
                  </a:moveTo>
                  <a:lnTo>
                    <a:pt x="12090" y="2315"/>
                  </a:lnTo>
                  <a:lnTo>
                    <a:pt x="11765" y="4342"/>
                  </a:lnTo>
                  <a:lnTo>
                    <a:pt x="13331" y="7848"/>
                  </a:lnTo>
                  <a:lnTo>
                    <a:pt x="13881" y="13061"/>
                  </a:lnTo>
                  <a:lnTo>
                    <a:pt x="12853" y="16071"/>
                  </a:lnTo>
                  <a:lnTo>
                    <a:pt x="13139" y="19027"/>
                  </a:lnTo>
                  <a:lnTo>
                    <a:pt x="10849" y="19745"/>
                  </a:lnTo>
                  <a:lnTo>
                    <a:pt x="7616" y="17722"/>
                  </a:lnTo>
                  <a:lnTo>
                    <a:pt x="6907" y="15599"/>
                  </a:lnTo>
                  <a:lnTo>
                    <a:pt x="3921" y="14522"/>
                  </a:lnTo>
                  <a:lnTo>
                    <a:pt x="1129" y="10460"/>
                  </a:lnTo>
                  <a:lnTo>
                    <a:pt x="0" y="4310"/>
                  </a:lnTo>
                  <a:lnTo>
                    <a:pt x="2317" y="3213"/>
                  </a:lnTo>
                  <a:lnTo>
                    <a:pt x="6764" y="2742"/>
                  </a:lnTo>
                  <a:lnTo>
                    <a:pt x="6625" y="2332"/>
                  </a:lnTo>
                  <a:lnTo>
                    <a:pt x="8019" y="2115"/>
                  </a:lnTo>
                  <a:lnTo>
                    <a:pt x="9525" y="1913"/>
                  </a:lnTo>
                  <a:lnTo>
                    <a:pt x="9517" y="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h4322"/>
            <p:cNvSpPr/>
            <p:nvPr/>
          </p:nvSpPr>
          <p:spPr>
            <a:xfrm>
              <a:off x="6775670" y="3018125"/>
              <a:ext cx="6818" cy="10691"/>
            </a:xfrm>
            <a:custGeom>
              <a:avLst/>
              <a:pathLst>
                <a:path w="6818" h="10691">
                  <a:moveTo>
                    <a:pt x="6818" y="1432"/>
                  </a:moveTo>
                  <a:lnTo>
                    <a:pt x="5739" y="3505"/>
                  </a:lnTo>
                  <a:lnTo>
                    <a:pt x="3918" y="6158"/>
                  </a:lnTo>
                  <a:lnTo>
                    <a:pt x="0" y="10691"/>
                  </a:lnTo>
                  <a:lnTo>
                    <a:pt x="1078" y="5134"/>
                  </a:lnTo>
                  <a:lnTo>
                    <a:pt x="2379" y="4085"/>
                  </a:lnTo>
                  <a:lnTo>
                    <a:pt x="2498" y="1936"/>
                  </a:lnTo>
                  <a:lnTo>
                    <a:pt x="5563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h4323"/>
            <p:cNvSpPr/>
            <p:nvPr/>
          </p:nvSpPr>
          <p:spPr>
            <a:xfrm>
              <a:off x="6711622" y="3041635"/>
              <a:ext cx="11005" cy="10947"/>
            </a:xfrm>
            <a:custGeom>
              <a:avLst/>
              <a:pathLst>
                <a:path w="11005" h="10947">
                  <a:moveTo>
                    <a:pt x="7813" y="1341"/>
                  </a:moveTo>
                  <a:lnTo>
                    <a:pt x="11005" y="844"/>
                  </a:lnTo>
                  <a:lnTo>
                    <a:pt x="10700" y="1843"/>
                  </a:lnTo>
                  <a:lnTo>
                    <a:pt x="10423" y="4655"/>
                  </a:lnTo>
                  <a:lnTo>
                    <a:pt x="8250" y="4506"/>
                  </a:lnTo>
                  <a:lnTo>
                    <a:pt x="7279" y="6077"/>
                  </a:lnTo>
                  <a:lnTo>
                    <a:pt x="7622" y="8188"/>
                  </a:lnTo>
                  <a:lnTo>
                    <a:pt x="6940" y="10947"/>
                  </a:lnTo>
                  <a:lnTo>
                    <a:pt x="2931" y="9705"/>
                  </a:lnTo>
                  <a:lnTo>
                    <a:pt x="3496" y="7427"/>
                  </a:lnTo>
                  <a:lnTo>
                    <a:pt x="2102" y="8324"/>
                  </a:lnTo>
                  <a:lnTo>
                    <a:pt x="0" y="7750"/>
                  </a:lnTo>
                  <a:lnTo>
                    <a:pt x="1507" y="2418"/>
                  </a:lnTo>
                  <a:lnTo>
                    <a:pt x="668" y="2186"/>
                  </a:lnTo>
                  <a:lnTo>
                    <a:pt x="117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h4324"/>
            <p:cNvSpPr/>
            <p:nvPr/>
          </p:nvSpPr>
          <p:spPr>
            <a:xfrm>
              <a:off x="6718419" y="3048768"/>
              <a:ext cx="36494" cy="39101"/>
            </a:xfrm>
            <a:custGeom>
              <a:avLst/>
              <a:pathLst>
                <a:path w="36494" h="39101">
                  <a:moveTo>
                    <a:pt x="8296" y="65"/>
                  </a:moveTo>
                  <a:lnTo>
                    <a:pt x="12637" y="1578"/>
                  </a:lnTo>
                  <a:lnTo>
                    <a:pt x="13054" y="0"/>
                  </a:lnTo>
                  <a:lnTo>
                    <a:pt x="15743" y="1733"/>
                  </a:lnTo>
                  <a:lnTo>
                    <a:pt x="18159" y="9147"/>
                  </a:lnTo>
                  <a:lnTo>
                    <a:pt x="21397" y="9690"/>
                  </a:lnTo>
                  <a:lnTo>
                    <a:pt x="24616" y="9809"/>
                  </a:lnTo>
                  <a:lnTo>
                    <a:pt x="26885" y="10719"/>
                  </a:lnTo>
                  <a:lnTo>
                    <a:pt x="28335" y="15907"/>
                  </a:lnTo>
                  <a:lnTo>
                    <a:pt x="34085" y="20805"/>
                  </a:lnTo>
                  <a:lnTo>
                    <a:pt x="36494" y="23861"/>
                  </a:lnTo>
                  <a:lnTo>
                    <a:pt x="33854" y="28129"/>
                  </a:lnTo>
                  <a:lnTo>
                    <a:pt x="29910" y="28797"/>
                  </a:lnTo>
                  <a:lnTo>
                    <a:pt x="19645" y="39101"/>
                  </a:lnTo>
                  <a:lnTo>
                    <a:pt x="18478" y="37898"/>
                  </a:lnTo>
                  <a:lnTo>
                    <a:pt x="19442" y="35977"/>
                  </a:lnTo>
                  <a:lnTo>
                    <a:pt x="19325" y="34720"/>
                  </a:lnTo>
                  <a:lnTo>
                    <a:pt x="16796" y="31115"/>
                  </a:lnTo>
                  <a:lnTo>
                    <a:pt x="12317" y="27946"/>
                  </a:lnTo>
                  <a:lnTo>
                    <a:pt x="10994" y="22840"/>
                  </a:lnTo>
                  <a:lnTo>
                    <a:pt x="9059" y="23354"/>
                  </a:lnTo>
                  <a:lnTo>
                    <a:pt x="6235" y="25549"/>
                  </a:lnTo>
                  <a:lnTo>
                    <a:pt x="5413" y="27141"/>
                  </a:lnTo>
                  <a:lnTo>
                    <a:pt x="3352" y="25722"/>
                  </a:lnTo>
                  <a:lnTo>
                    <a:pt x="3589" y="24781"/>
                  </a:lnTo>
                  <a:lnTo>
                    <a:pt x="3322" y="23545"/>
                  </a:lnTo>
                  <a:lnTo>
                    <a:pt x="6755" y="20763"/>
                  </a:lnTo>
                  <a:lnTo>
                    <a:pt x="713" y="21808"/>
                  </a:lnTo>
                  <a:lnTo>
                    <a:pt x="0" y="19374"/>
                  </a:lnTo>
                  <a:lnTo>
                    <a:pt x="2951" y="16716"/>
                  </a:lnTo>
                  <a:lnTo>
                    <a:pt x="8130" y="15609"/>
                  </a:lnTo>
                  <a:lnTo>
                    <a:pt x="9303" y="12853"/>
                  </a:lnTo>
                  <a:lnTo>
                    <a:pt x="9747" y="10698"/>
                  </a:lnTo>
                  <a:lnTo>
                    <a:pt x="9249" y="7580"/>
                  </a:lnTo>
                  <a:lnTo>
                    <a:pt x="4896" y="3314"/>
                  </a:lnTo>
                  <a:lnTo>
                    <a:pt x="6484" y="260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h4325"/>
            <p:cNvSpPr/>
            <p:nvPr/>
          </p:nvSpPr>
          <p:spPr>
            <a:xfrm>
              <a:off x="6692025" y="3050195"/>
              <a:ext cx="15525" cy="15949"/>
            </a:xfrm>
            <a:custGeom>
              <a:avLst/>
              <a:pathLst>
                <a:path w="15525" h="15949">
                  <a:moveTo>
                    <a:pt x="9757" y="3185"/>
                  </a:moveTo>
                  <a:lnTo>
                    <a:pt x="12436" y="4507"/>
                  </a:lnTo>
                  <a:lnTo>
                    <a:pt x="13151" y="1392"/>
                  </a:lnTo>
                  <a:lnTo>
                    <a:pt x="14859" y="3815"/>
                  </a:lnTo>
                  <a:lnTo>
                    <a:pt x="15525" y="9063"/>
                  </a:lnTo>
                  <a:lnTo>
                    <a:pt x="14493" y="11154"/>
                  </a:lnTo>
                  <a:lnTo>
                    <a:pt x="13867" y="15712"/>
                  </a:lnTo>
                  <a:lnTo>
                    <a:pt x="9950" y="15949"/>
                  </a:lnTo>
                  <a:lnTo>
                    <a:pt x="8681" y="15358"/>
                  </a:lnTo>
                  <a:lnTo>
                    <a:pt x="6622" y="11771"/>
                  </a:lnTo>
                  <a:lnTo>
                    <a:pt x="4894" y="11087"/>
                  </a:lnTo>
                  <a:lnTo>
                    <a:pt x="4098" y="7898"/>
                  </a:lnTo>
                  <a:lnTo>
                    <a:pt x="0" y="1442"/>
                  </a:lnTo>
                  <a:lnTo>
                    <a:pt x="1286" y="1467"/>
                  </a:lnTo>
                  <a:lnTo>
                    <a:pt x="2307" y="2687"/>
                  </a:lnTo>
                  <a:lnTo>
                    <a:pt x="4791" y="2399"/>
                  </a:lnTo>
                  <a:lnTo>
                    <a:pt x="607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h4326"/>
            <p:cNvSpPr/>
            <p:nvPr/>
          </p:nvSpPr>
          <p:spPr>
            <a:xfrm>
              <a:off x="6721997" y="2997827"/>
              <a:ext cx="20326" cy="22972"/>
            </a:xfrm>
            <a:custGeom>
              <a:avLst/>
              <a:pathLst>
                <a:path w="20326" h="22972">
                  <a:moveTo>
                    <a:pt x="15020" y="4718"/>
                  </a:moveTo>
                  <a:lnTo>
                    <a:pt x="19882" y="10810"/>
                  </a:lnTo>
                  <a:lnTo>
                    <a:pt x="20326" y="13306"/>
                  </a:lnTo>
                  <a:lnTo>
                    <a:pt x="20181" y="15163"/>
                  </a:lnTo>
                  <a:lnTo>
                    <a:pt x="18881" y="19264"/>
                  </a:lnTo>
                  <a:lnTo>
                    <a:pt x="11267" y="20603"/>
                  </a:lnTo>
                  <a:lnTo>
                    <a:pt x="9764" y="21531"/>
                  </a:lnTo>
                  <a:lnTo>
                    <a:pt x="10343" y="22028"/>
                  </a:lnTo>
                  <a:lnTo>
                    <a:pt x="7239" y="22972"/>
                  </a:lnTo>
                  <a:lnTo>
                    <a:pt x="1166" y="18295"/>
                  </a:lnTo>
                  <a:lnTo>
                    <a:pt x="1447" y="14028"/>
                  </a:lnTo>
                  <a:lnTo>
                    <a:pt x="0" y="10681"/>
                  </a:lnTo>
                  <a:lnTo>
                    <a:pt x="3115" y="7879"/>
                  </a:lnTo>
                  <a:lnTo>
                    <a:pt x="4990" y="4671"/>
                  </a:lnTo>
                  <a:lnTo>
                    <a:pt x="635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h4327"/>
            <p:cNvSpPr/>
            <p:nvPr/>
          </p:nvSpPr>
          <p:spPr>
            <a:xfrm>
              <a:off x="6703919" y="3034406"/>
              <a:ext cx="9169" cy="11648"/>
            </a:xfrm>
            <a:custGeom>
              <a:avLst/>
              <a:pathLst>
                <a:path w="9169" h="11648">
                  <a:moveTo>
                    <a:pt x="8013" y="485"/>
                  </a:moveTo>
                  <a:lnTo>
                    <a:pt x="8546" y="1296"/>
                  </a:lnTo>
                  <a:lnTo>
                    <a:pt x="9169" y="3225"/>
                  </a:lnTo>
                  <a:lnTo>
                    <a:pt x="8882" y="7229"/>
                  </a:lnTo>
                  <a:lnTo>
                    <a:pt x="8371" y="9415"/>
                  </a:lnTo>
                  <a:lnTo>
                    <a:pt x="2893" y="11648"/>
                  </a:lnTo>
                  <a:lnTo>
                    <a:pt x="3439" y="8355"/>
                  </a:lnTo>
                  <a:lnTo>
                    <a:pt x="0" y="4820"/>
                  </a:lnTo>
                  <a:lnTo>
                    <a:pt x="3892" y="2903"/>
                  </a:lnTo>
                  <a:lnTo>
                    <a:pt x="730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h4328"/>
            <p:cNvSpPr/>
            <p:nvPr/>
          </p:nvSpPr>
          <p:spPr>
            <a:xfrm>
              <a:off x="6746153" y="3003334"/>
              <a:ext cx="12675" cy="9948"/>
            </a:xfrm>
            <a:custGeom>
              <a:avLst/>
              <a:pathLst>
                <a:path w="12675" h="9948">
                  <a:moveTo>
                    <a:pt x="8610" y="0"/>
                  </a:moveTo>
                  <a:lnTo>
                    <a:pt x="12311" y="1479"/>
                  </a:lnTo>
                  <a:lnTo>
                    <a:pt x="12675" y="4511"/>
                  </a:lnTo>
                  <a:lnTo>
                    <a:pt x="11171" y="4544"/>
                  </a:lnTo>
                  <a:lnTo>
                    <a:pt x="9195" y="9570"/>
                  </a:lnTo>
                  <a:lnTo>
                    <a:pt x="6741" y="9948"/>
                  </a:lnTo>
                  <a:lnTo>
                    <a:pt x="6609" y="8557"/>
                  </a:lnTo>
                  <a:lnTo>
                    <a:pt x="5446" y="7595"/>
                  </a:lnTo>
                  <a:lnTo>
                    <a:pt x="0" y="5687"/>
                  </a:lnTo>
                  <a:lnTo>
                    <a:pt x="956" y="3390"/>
                  </a:lnTo>
                  <a:lnTo>
                    <a:pt x="2696" y="151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h4329"/>
            <p:cNvSpPr/>
            <p:nvPr/>
          </p:nvSpPr>
          <p:spPr>
            <a:xfrm>
              <a:off x="6752327" y="3013102"/>
              <a:ext cx="15323" cy="22835"/>
            </a:xfrm>
            <a:custGeom>
              <a:avLst/>
              <a:pathLst>
                <a:path w="15323" h="22835">
                  <a:moveTo>
                    <a:pt x="11629" y="0"/>
                  </a:moveTo>
                  <a:lnTo>
                    <a:pt x="14474" y="1673"/>
                  </a:lnTo>
                  <a:lnTo>
                    <a:pt x="15323" y="2244"/>
                  </a:lnTo>
                  <a:lnTo>
                    <a:pt x="11104" y="14564"/>
                  </a:lnTo>
                  <a:lnTo>
                    <a:pt x="13000" y="16940"/>
                  </a:lnTo>
                  <a:lnTo>
                    <a:pt x="14485" y="15389"/>
                  </a:lnTo>
                  <a:lnTo>
                    <a:pt x="14390" y="19451"/>
                  </a:lnTo>
                  <a:lnTo>
                    <a:pt x="10751" y="22714"/>
                  </a:lnTo>
                  <a:lnTo>
                    <a:pt x="7340" y="22835"/>
                  </a:lnTo>
                  <a:lnTo>
                    <a:pt x="6214" y="20223"/>
                  </a:lnTo>
                  <a:lnTo>
                    <a:pt x="4798" y="19106"/>
                  </a:lnTo>
                  <a:lnTo>
                    <a:pt x="93" y="17825"/>
                  </a:lnTo>
                  <a:lnTo>
                    <a:pt x="661" y="15700"/>
                  </a:lnTo>
                  <a:lnTo>
                    <a:pt x="2307" y="14352"/>
                  </a:lnTo>
                  <a:lnTo>
                    <a:pt x="2533" y="12520"/>
                  </a:lnTo>
                  <a:lnTo>
                    <a:pt x="1776" y="9887"/>
                  </a:lnTo>
                  <a:lnTo>
                    <a:pt x="0" y="8929"/>
                  </a:lnTo>
                  <a:lnTo>
                    <a:pt x="8751" y="4368"/>
                  </a:lnTo>
                  <a:lnTo>
                    <a:pt x="10316" y="58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h4330"/>
            <p:cNvSpPr/>
            <p:nvPr/>
          </p:nvSpPr>
          <p:spPr>
            <a:xfrm>
              <a:off x="6742178" y="3009022"/>
              <a:ext cx="10716" cy="11784"/>
            </a:xfrm>
            <a:custGeom>
              <a:avLst/>
              <a:pathLst>
                <a:path w="10716" h="11784">
                  <a:moveTo>
                    <a:pt x="3974" y="0"/>
                  </a:moveTo>
                  <a:lnTo>
                    <a:pt x="9420" y="1908"/>
                  </a:lnTo>
                  <a:lnTo>
                    <a:pt x="10583" y="2869"/>
                  </a:lnTo>
                  <a:lnTo>
                    <a:pt x="10716" y="4261"/>
                  </a:lnTo>
                  <a:lnTo>
                    <a:pt x="7260" y="7639"/>
                  </a:lnTo>
                  <a:lnTo>
                    <a:pt x="4507" y="6638"/>
                  </a:lnTo>
                  <a:lnTo>
                    <a:pt x="3226" y="8466"/>
                  </a:lnTo>
                  <a:lnTo>
                    <a:pt x="3502" y="11018"/>
                  </a:lnTo>
                  <a:lnTo>
                    <a:pt x="2855" y="11784"/>
                  </a:lnTo>
                  <a:lnTo>
                    <a:pt x="313" y="7081"/>
                  </a:lnTo>
                  <a:lnTo>
                    <a:pt x="966" y="5246"/>
                  </a:lnTo>
                  <a:lnTo>
                    <a:pt x="0" y="3967"/>
                  </a:lnTo>
                  <a:lnTo>
                    <a:pt x="145" y="211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h4331"/>
            <p:cNvSpPr/>
            <p:nvPr/>
          </p:nvSpPr>
          <p:spPr>
            <a:xfrm>
              <a:off x="6717112" y="3046142"/>
              <a:ext cx="9618" cy="8909"/>
            </a:xfrm>
            <a:custGeom>
              <a:avLst/>
              <a:pathLst>
                <a:path w="9618" h="8909">
                  <a:moveTo>
                    <a:pt x="6117" y="1703"/>
                  </a:moveTo>
                  <a:lnTo>
                    <a:pt x="9618" y="616"/>
                  </a:lnTo>
                  <a:lnTo>
                    <a:pt x="9602" y="2690"/>
                  </a:lnTo>
                  <a:lnTo>
                    <a:pt x="7790" y="5228"/>
                  </a:lnTo>
                  <a:lnTo>
                    <a:pt x="5586" y="4224"/>
                  </a:lnTo>
                  <a:lnTo>
                    <a:pt x="5475" y="5591"/>
                  </a:lnTo>
                  <a:lnTo>
                    <a:pt x="4281" y="6725"/>
                  </a:lnTo>
                  <a:lnTo>
                    <a:pt x="0" y="8909"/>
                  </a:lnTo>
                  <a:lnTo>
                    <a:pt x="119" y="7249"/>
                  </a:lnTo>
                  <a:lnTo>
                    <a:pt x="1450" y="6440"/>
                  </a:lnTo>
                  <a:lnTo>
                    <a:pt x="2132" y="3681"/>
                  </a:lnTo>
                  <a:lnTo>
                    <a:pt x="1789" y="1570"/>
                  </a:lnTo>
                  <a:lnTo>
                    <a:pt x="2760" y="0"/>
                  </a:lnTo>
                  <a:lnTo>
                    <a:pt x="4932" y="148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h4332"/>
            <p:cNvSpPr/>
            <p:nvPr/>
          </p:nvSpPr>
          <p:spPr>
            <a:xfrm>
              <a:off x="6693312" y="3039047"/>
              <a:ext cx="10980" cy="13835"/>
            </a:xfrm>
            <a:custGeom>
              <a:avLst/>
              <a:pathLst>
                <a:path w="10980" h="13835">
                  <a:moveTo>
                    <a:pt x="7658" y="995"/>
                  </a:moveTo>
                  <a:lnTo>
                    <a:pt x="8213" y="3318"/>
                  </a:lnTo>
                  <a:lnTo>
                    <a:pt x="10980" y="5875"/>
                  </a:lnTo>
                  <a:lnTo>
                    <a:pt x="4784" y="11148"/>
                  </a:lnTo>
                  <a:lnTo>
                    <a:pt x="3505" y="13548"/>
                  </a:lnTo>
                  <a:lnTo>
                    <a:pt x="1020" y="13835"/>
                  </a:lnTo>
                  <a:lnTo>
                    <a:pt x="0" y="12615"/>
                  </a:lnTo>
                  <a:lnTo>
                    <a:pt x="1076" y="12120"/>
                  </a:lnTo>
                  <a:lnTo>
                    <a:pt x="1909" y="8762"/>
                  </a:lnTo>
                  <a:lnTo>
                    <a:pt x="1174" y="7747"/>
                  </a:lnTo>
                  <a:lnTo>
                    <a:pt x="1462" y="5740"/>
                  </a:lnTo>
                  <a:lnTo>
                    <a:pt x="3211" y="1879"/>
                  </a:lnTo>
                  <a:lnTo>
                    <a:pt x="541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h4333"/>
            <p:cNvSpPr/>
            <p:nvPr/>
          </p:nvSpPr>
          <p:spPr>
            <a:xfrm>
              <a:off x="6743035" y="3045772"/>
              <a:ext cx="29263" cy="26856"/>
            </a:xfrm>
            <a:custGeom>
              <a:avLst/>
              <a:pathLst>
                <a:path w="29263" h="26856">
                  <a:moveTo>
                    <a:pt x="19671" y="0"/>
                  </a:moveTo>
                  <a:lnTo>
                    <a:pt x="22422" y="3882"/>
                  </a:lnTo>
                  <a:lnTo>
                    <a:pt x="22226" y="4580"/>
                  </a:lnTo>
                  <a:lnTo>
                    <a:pt x="20876" y="4626"/>
                  </a:lnTo>
                  <a:lnTo>
                    <a:pt x="20583" y="5796"/>
                  </a:lnTo>
                  <a:lnTo>
                    <a:pt x="26816" y="8930"/>
                  </a:lnTo>
                  <a:lnTo>
                    <a:pt x="29124" y="11092"/>
                  </a:lnTo>
                  <a:lnTo>
                    <a:pt x="29263" y="11501"/>
                  </a:lnTo>
                  <a:lnTo>
                    <a:pt x="24816" y="11973"/>
                  </a:lnTo>
                  <a:lnTo>
                    <a:pt x="22498" y="13069"/>
                  </a:lnTo>
                  <a:lnTo>
                    <a:pt x="23628" y="19220"/>
                  </a:lnTo>
                  <a:lnTo>
                    <a:pt x="20889" y="19046"/>
                  </a:lnTo>
                  <a:lnTo>
                    <a:pt x="20141" y="20973"/>
                  </a:lnTo>
                  <a:lnTo>
                    <a:pt x="16557" y="24462"/>
                  </a:lnTo>
                  <a:lnTo>
                    <a:pt x="11878" y="26856"/>
                  </a:lnTo>
                  <a:lnTo>
                    <a:pt x="9468" y="23800"/>
                  </a:lnTo>
                  <a:lnTo>
                    <a:pt x="3718" y="18902"/>
                  </a:lnTo>
                  <a:lnTo>
                    <a:pt x="2269" y="13715"/>
                  </a:lnTo>
                  <a:lnTo>
                    <a:pt x="0" y="12804"/>
                  </a:lnTo>
                  <a:lnTo>
                    <a:pt x="1164" y="11015"/>
                  </a:lnTo>
                  <a:lnTo>
                    <a:pt x="5056" y="10473"/>
                  </a:lnTo>
                  <a:lnTo>
                    <a:pt x="4524" y="7066"/>
                  </a:lnTo>
                  <a:lnTo>
                    <a:pt x="5861" y="2634"/>
                  </a:lnTo>
                  <a:lnTo>
                    <a:pt x="7339" y="2045"/>
                  </a:lnTo>
                  <a:lnTo>
                    <a:pt x="7507" y="6177"/>
                  </a:lnTo>
                  <a:lnTo>
                    <a:pt x="7008" y="6831"/>
                  </a:lnTo>
                  <a:lnTo>
                    <a:pt x="10396" y="7477"/>
                  </a:lnTo>
                  <a:lnTo>
                    <a:pt x="8231" y="2759"/>
                  </a:lnTo>
                  <a:lnTo>
                    <a:pt x="8853" y="1490"/>
                  </a:lnTo>
                  <a:lnTo>
                    <a:pt x="11636" y="415"/>
                  </a:lnTo>
                  <a:lnTo>
                    <a:pt x="15772" y="11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h4334"/>
            <p:cNvSpPr/>
            <p:nvPr/>
          </p:nvSpPr>
          <p:spPr>
            <a:xfrm>
              <a:off x="6737017" y="2998049"/>
              <a:ext cx="17746" cy="13083"/>
            </a:xfrm>
            <a:custGeom>
              <a:avLst/>
              <a:pathLst>
                <a:path w="17746" h="13083">
                  <a:moveTo>
                    <a:pt x="8557" y="679"/>
                  </a:moveTo>
                  <a:lnTo>
                    <a:pt x="8700" y="814"/>
                  </a:lnTo>
                  <a:lnTo>
                    <a:pt x="9089" y="1181"/>
                  </a:lnTo>
                  <a:lnTo>
                    <a:pt x="11528" y="2818"/>
                  </a:lnTo>
                  <a:lnTo>
                    <a:pt x="16143" y="2823"/>
                  </a:lnTo>
                  <a:lnTo>
                    <a:pt x="17746" y="5285"/>
                  </a:lnTo>
                  <a:lnTo>
                    <a:pt x="11832" y="6804"/>
                  </a:lnTo>
                  <a:lnTo>
                    <a:pt x="10092" y="8675"/>
                  </a:lnTo>
                  <a:lnTo>
                    <a:pt x="9135" y="10972"/>
                  </a:lnTo>
                  <a:lnTo>
                    <a:pt x="5306" y="13083"/>
                  </a:lnTo>
                  <a:lnTo>
                    <a:pt x="4861" y="10588"/>
                  </a:lnTo>
                  <a:lnTo>
                    <a:pt x="0" y="4495"/>
                  </a:lnTo>
                  <a:lnTo>
                    <a:pt x="344" y="3866"/>
                  </a:lnTo>
                  <a:lnTo>
                    <a:pt x="1812" y="1178"/>
                  </a:lnTo>
                  <a:lnTo>
                    <a:pt x="3264" y="99"/>
                  </a:lnTo>
                  <a:lnTo>
                    <a:pt x="339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h4335"/>
            <p:cNvSpPr/>
            <p:nvPr/>
          </p:nvSpPr>
          <p:spPr>
            <a:xfrm>
              <a:off x="6701976" y="3043822"/>
              <a:ext cx="23198" cy="30102"/>
            </a:xfrm>
            <a:custGeom>
              <a:avLst/>
              <a:pathLst>
                <a:path w="23198" h="30102">
                  <a:moveTo>
                    <a:pt x="11153" y="231"/>
                  </a:moveTo>
                  <a:lnTo>
                    <a:pt x="9645" y="5563"/>
                  </a:lnTo>
                  <a:lnTo>
                    <a:pt x="11747" y="6137"/>
                  </a:lnTo>
                  <a:lnTo>
                    <a:pt x="13142" y="5240"/>
                  </a:lnTo>
                  <a:lnTo>
                    <a:pt x="12577" y="7518"/>
                  </a:lnTo>
                  <a:lnTo>
                    <a:pt x="10095" y="9588"/>
                  </a:lnTo>
                  <a:lnTo>
                    <a:pt x="8624" y="13266"/>
                  </a:lnTo>
                  <a:lnTo>
                    <a:pt x="10076" y="16759"/>
                  </a:lnTo>
                  <a:lnTo>
                    <a:pt x="11980" y="19759"/>
                  </a:lnTo>
                  <a:lnTo>
                    <a:pt x="14889" y="20883"/>
                  </a:lnTo>
                  <a:lnTo>
                    <a:pt x="16871" y="17958"/>
                  </a:lnTo>
                  <a:lnTo>
                    <a:pt x="19394" y="21662"/>
                  </a:lnTo>
                  <a:lnTo>
                    <a:pt x="16442" y="24320"/>
                  </a:lnTo>
                  <a:lnTo>
                    <a:pt x="17156" y="26753"/>
                  </a:lnTo>
                  <a:lnTo>
                    <a:pt x="23198" y="25708"/>
                  </a:lnTo>
                  <a:lnTo>
                    <a:pt x="19765" y="28490"/>
                  </a:lnTo>
                  <a:lnTo>
                    <a:pt x="20032" y="29727"/>
                  </a:lnTo>
                  <a:lnTo>
                    <a:pt x="12720" y="30102"/>
                  </a:lnTo>
                  <a:lnTo>
                    <a:pt x="4186" y="28615"/>
                  </a:lnTo>
                  <a:lnTo>
                    <a:pt x="0" y="22322"/>
                  </a:lnTo>
                  <a:lnTo>
                    <a:pt x="3917" y="22085"/>
                  </a:lnTo>
                  <a:lnTo>
                    <a:pt x="4542" y="17527"/>
                  </a:lnTo>
                  <a:lnTo>
                    <a:pt x="5575" y="15436"/>
                  </a:lnTo>
                  <a:lnTo>
                    <a:pt x="4908" y="10189"/>
                  </a:lnTo>
                  <a:lnTo>
                    <a:pt x="3201" y="7765"/>
                  </a:lnTo>
                  <a:lnTo>
                    <a:pt x="3310" y="5253"/>
                  </a:lnTo>
                  <a:lnTo>
                    <a:pt x="2424" y="5244"/>
                  </a:lnTo>
                  <a:lnTo>
                    <a:pt x="2068" y="3917"/>
                  </a:lnTo>
                  <a:lnTo>
                    <a:pt x="4836" y="2232"/>
                  </a:lnTo>
                  <a:lnTo>
                    <a:pt x="1031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h4336"/>
            <p:cNvSpPr/>
            <p:nvPr/>
          </p:nvSpPr>
          <p:spPr>
            <a:xfrm>
              <a:off x="6695510" y="3018150"/>
              <a:ext cx="16422" cy="21076"/>
            </a:xfrm>
            <a:custGeom>
              <a:avLst/>
              <a:pathLst>
                <a:path w="16422" h="21076">
                  <a:moveTo>
                    <a:pt x="9809" y="0"/>
                  </a:moveTo>
                  <a:lnTo>
                    <a:pt x="11580" y="6486"/>
                  </a:lnTo>
                  <a:lnTo>
                    <a:pt x="8818" y="9582"/>
                  </a:lnTo>
                  <a:lnTo>
                    <a:pt x="9285" y="10950"/>
                  </a:lnTo>
                  <a:lnTo>
                    <a:pt x="16205" y="15029"/>
                  </a:lnTo>
                  <a:lnTo>
                    <a:pt x="16422" y="16742"/>
                  </a:lnTo>
                  <a:lnTo>
                    <a:pt x="15715" y="16256"/>
                  </a:lnTo>
                  <a:lnTo>
                    <a:pt x="12301" y="19159"/>
                  </a:lnTo>
                  <a:lnTo>
                    <a:pt x="8408" y="21076"/>
                  </a:lnTo>
                  <a:lnTo>
                    <a:pt x="4622" y="20357"/>
                  </a:lnTo>
                  <a:lnTo>
                    <a:pt x="3655" y="19713"/>
                  </a:lnTo>
                  <a:lnTo>
                    <a:pt x="716" y="13832"/>
                  </a:lnTo>
                  <a:lnTo>
                    <a:pt x="414" y="11834"/>
                  </a:lnTo>
                  <a:lnTo>
                    <a:pt x="0" y="5537"/>
                  </a:lnTo>
                  <a:lnTo>
                    <a:pt x="2085" y="5426"/>
                  </a:lnTo>
                  <a:lnTo>
                    <a:pt x="7280" y="285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h4337"/>
            <p:cNvSpPr/>
            <p:nvPr/>
          </p:nvSpPr>
          <p:spPr>
            <a:xfrm>
              <a:off x="6758808" y="3040351"/>
              <a:ext cx="14746" cy="16513"/>
            </a:xfrm>
            <a:custGeom>
              <a:avLst/>
              <a:pathLst>
                <a:path w="14746" h="16513">
                  <a:moveTo>
                    <a:pt x="2307" y="617"/>
                  </a:moveTo>
                  <a:lnTo>
                    <a:pt x="4440" y="647"/>
                  </a:lnTo>
                  <a:lnTo>
                    <a:pt x="7951" y="1987"/>
                  </a:lnTo>
                  <a:lnTo>
                    <a:pt x="9819" y="4069"/>
                  </a:lnTo>
                  <a:lnTo>
                    <a:pt x="12462" y="8291"/>
                  </a:lnTo>
                  <a:lnTo>
                    <a:pt x="13236" y="14308"/>
                  </a:lnTo>
                  <a:lnTo>
                    <a:pt x="14746" y="16296"/>
                  </a:lnTo>
                  <a:lnTo>
                    <a:pt x="13352" y="16513"/>
                  </a:lnTo>
                  <a:lnTo>
                    <a:pt x="11043" y="14352"/>
                  </a:lnTo>
                  <a:lnTo>
                    <a:pt x="4811" y="11218"/>
                  </a:lnTo>
                  <a:lnTo>
                    <a:pt x="5104" y="10048"/>
                  </a:lnTo>
                  <a:lnTo>
                    <a:pt x="6454" y="10001"/>
                  </a:lnTo>
                  <a:lnTo>
                    <a:pt x="6650" y="9303"/>
                  </a:lnTo>
                  <a:lnTo>
                    <a:pt x="3899" y="5421"/>
                  </a:lnTo>
                  <a:lnTo>
                    <a:pt x="0" y="6582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h4338"/>
            <p:cNvSpPr/>
            <p:nvPr/>
          </p:nvSpPr>
          <p:spPr>
            <a:xfrm>
              <a:off x="6719591" y="3016122"/>
              <a:ext cx="11061" cy="11920"/>
            </a:xfrm>
            <a:custGeom>
              <a:avLst/>
              <a:pathLst>
                <a:path w="11061" h="11920">
                  <a:moveTo>
                    <a:pt x="3572" y="0"/>
                  </a:moveTo>
                  <a:lnTo>
                    <a:pt x="9645" y="4677"/>
                  </a:lnTo>
                  <a:lnTo>
                    <a:pt x="10982" y="6525"/>
                  </a:lnTo>
                  <a:lnTo>
                    <a:pt x="11061" y="8159"/>
                  </a:lnTo>
                  <a:lnTo>
                    <a:pt x="7892" y="11920"/>
                  </a:lnTo>
                  <a:lnTo>
                    <a:pt x="1286" y="7298"/>
                  </a:lnTo>
                  <a:lnTo>
                    <a:pt x="0" y="6968"/>
                  </a:lnTo>
                  <a:lnTo>
                    <a:pt x="408" y="3797"/>
                  </a:lnTo>
                  <a:lnTo>
                    <a:pt x="4042" y="298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h4339"/>
            <p:cNvSpPr/>
            <p:nvPr/>
          </p:nvSpPr>
          <p:spPr>
            <a:xfrm>
              <a:off x="6761115" y="3037276"/>
              <a:ext cx="16551" cy="19371"/>
            </a:xfrm>
            <a:custGeom>
              <a:avLst/>
              <a:pathLst>
                <a:path w="16551" h="19371">
                  <a:moveTo>
                    <a:pt x="10609" y="2618"/>
                  </a:moveTo>
                  <a:lnTo>
                    <a:pt x="11440" y="902"/>
                  </a:lnTo>
                  <a:lnTo>
                    <a:pt x="13127" y="1550"/>
                  </a:lnTo>
                  <a:lnTo>
                    <a:pt x="14210" y="563"/>
                  </a:lnTo>
                  <a:lnTo>
                    <a:pt x="15707" y="1250"/>
                  </a:lnTo>
                  <a:lnTo>
                    <a:pt x="14793" y="3679"/>
                  </a:lnTo>
                  <a:lnTo>
                    <a:pt x="12895" y="5094"/>
                  </a:lnTo>
                  <a:lnTo>
                    <a:pt x="14580" y="9573"/>
                  </a:lnTo>
                  <a:lnTo>
                    <a:pt x="16551" y="15868"/>
                  </a:lnTo>
                  <a:lnTo>
                    <a:pt x="16337" y="17083"/>
                  </a:lnTo>
                  <a:lnTo>
                    <a:pt x="15691" y="17256"/>
                  </a:lnTo>
                  <a:lnTo>
                    <a:pt x="13935" y="17303"/>
                  </a:lnTo>
                  <a:lnTo>
                    <a:pt x="13944" y="19169"/>
                  </a:lnTo>
                  <a:lnTo>
                    <a:pt x="12438" y="19371"/>
                  </a:lnTo>
                  <a:lnTo>
                    <a:pt x="10929" y="17383"/>
                  </a:lnTo>
                  <a:lnTo>
                    <a:pt x="10154" y="11366"/>
                  </a:lnTo>
                  <a:lnTo>
                    <a:pt x="7512" y="7144"/>
                  </a:lnTo>
                  <a:lnTo>
                    <a:pt x="5644" y="5062"/>
                  </a:lnTo>
                  <a:lnTo>
                    <a:pt x="2132" y="3722"/>
                  </a:lnTo>
                  <a:lnTo>
                    <a:pt x="0" y="3692"/>
                  </a:lnTo>
                  <a:lnTo>
                    <a:pt x="1855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h4340"/>
            <p:cNvSpPr/>
            <p:nvPr/>
          </p:nvSpPr>
          <p:spPr>
            <a:xfrm>
              <a:off x="6704328" y="3018436"/>
              <a:ext cx="16380" cy="17266"/>
            </a:xfrm>
            <a:custGeom>
              <a:avLst/>
              <a:pathLst>
                <a:path w="16380" h="17266">
                  <a:moveTo>
                    <a:pt x="14852" y="6642"/>
                  </a:moveTo>
                  <a:lnTo>
                    <a:pt x="15290" y="9034"/>
                  </a:lnTo>
                  <a:lnTo>
                    <a:pt x="16380" y="9280"/>
                  </a:lnTo>
                  <a:lnTo>
                    <a:pt x="15863" y="13194"/>
                  </a:lnTo>
                  <a:lnTo>
                    <a:pt x="13368" y="12925"/>
                  </a:lnTo>
                  <a:lnTo>
                    <a:pt x="12046" y="10917"/>
                  </a:lnTo>
                  <a:lnTo>
                    <a:pt x="9727" y="11364"/>
                  </a:lnTo>
                  <a:lnTo>
                    <a:pt x="9890" y="13371"/>
                  </a:lnTo>
                  <a:lnTo>
                    <a:pt x="11708" y="16014"/>
                  </a:lnTo>
                  <a:lnTo>
                    <a:pt x="8136" y="17266"/>
                  </a:lnTo>
                  <a:lnTo>
                    <a:pt x="7604" y="16456"/>
                  </a:lnTo>
                  <a:lnTo>
                    <a:pt x="7386" y="14743"/>
                  </a:lnTo>
                  <a:lnTo>
                    <a:pt x="467" y="10664"/>
                  </a:lnTo>
                  <a:lnTo>
                    <a:pt x="0" y="9296"/>
                  </a:lnTo>
                  <a:lnTo>
                    <a:pt x="2761" y="6200"/>
                  </a:lnTo>
                  <a:lnTo>
                    <a:pt x="6480" y="9106"/>
                  </a:lnTo>
                  <a:lnTo>
                    <a:pt x="8950" y="8954"/>
                  </a:lnTo>
                  <a:lnTo>
                    <a:pt x="9136" y="7803"/>
                  </a:lnTo>
                  <a:lnTo>
                    <a:pt x="7126" y="4771"/>
                  </a:lnTo>
                  <a:lnTo>
                    <a:pt x="7042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h4341"/>
            <p:cNvSpPr/>
            <p:nvPr/>
          </p:nvSpPr>
          <p:spPr>
            <a:xfrm>
              <a:off x="6727484" y="3012990"/>
              <a:ext cx="23350" cy="22618"/>
            </a:xfrm>
            <a:custGeom>
              <a:avLst/>
              <a:pathLst>
                <a:path w="23350" h="22618">
                  <a:moveTo>
                    <a:pt x="15660" y="1278"/>
                  </a:moveTo>
                  <a:lnTo>
                    <a:pt x="15008" y="3113"/>
                  </a:lnTo>
                  <a:lnTo>
                    <a:pt x="17550" y="7816"/>
                  </a:lnTo>
                  <a:lnTo>
                    <a:pt x="18197" y="7050"/>
                  </a:lnTo>
                  <a:lnTo>
                    <a:pt x="17921" y="4498"/>
                  </a:lnTo>
                  <a:lnTo>
                    <a:pt x="19202" y="2670"/>
                  </a:lnTo>
                  <a:lnTo>
                    <a:pt x="21955" y="3671"/>
                  </a:lnTo>
                  <a:lnTo>
                    <a:pt x="23350" y="8048"/>
                  </a:lnTo>
                  <a:lnTo>
                    <a:pt x="15189" y="12565"/>
                  </a:lnTo>
                  <a:lnTo>
                    <a:pt x="12157" y="12203"/>
                  </a:lnTo>
                  <a:lnTo>
                    <a:pt x="11262" y="13781"/>
                  </a:lnTo>
                  <a:lnTo>
                    <a:pt x="11354" y="15423"/>
                  </a:lnTo>
                  <a:lnTo>
                    <a:pt x="11247" y="19268"/>
                  </a:lnTo>
                  <a:lnTo>
                    <a:pt x="7523" y="22618"/>
                  </a:lnTo>
                  <a:lnTo>
                    <a:pt x="6635" y="18540"/>
                  </a:lnTo>
                  <a:lnTo>
                    <a:pt x="4864" y="16670"/>
                  </a:lnTo>
                  <a:lnTo>
                    <a:pt x="3556" y="15734"/>
                  </a:lnTo>
                  <a:lnTo>
                    <a:pt x="261" y="16026"/>
                  </a:lnTo>
                  <a:lnTo>
                    <a:pt x="0" y="15053"/>
                  </a:lnTo>
                  <a:lnTo>
                    <a:pt x="3168" y="11291"/>
                  </a:lnTo>
                  <a:lnTo>
                    <a:pt x="3089" y="9657"/>
                  </a:lnTo>
                  <a:lnTo>
                    <a:pt x="1752" y="7809"/>
                  </a:lnTo>
                  <a:lnTo>
                    <a:pt x="4856" y="6865"/>
                  </a:lnTo>
                  <a:lnTo>
                    <a:pt x="4278" y="6367"/>
                  </a:lnTo>
                  <a:lnTo>
                    <a:pt x="5780" y="5440"/>
                  </a:lnTo>
                  <a:lnTo>
                    <a:pt x="13394" y="4101"/>
                  </a:lnTo>
                  <a:lnTo>
                    <a:pt x="1469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h4342"/>
            <p:cNvSpPr/>
            <p:nvPr/>
          </p:nvSpPr>
          <p:spPr>
            <a:xfrm>
              <a:off x="6710601" y="3050366"/>
              <a:ext cx="17565" cy="15118"/>
            </a:xfrm>
            <a:custGeom>
              <a:avLst/>
              <a:pathLst>
                <a:path w="17565" h="15118">
                  <a:moveTo>
                    <a:pt x="14302" y="1004"/>
                  </a:moveTo>
                  <a:lnTo>
                    <a:pt x="12714" y="1715"/>
                  </a:lnTo>
                  <a:lnTo>
                    <a:pt x="17067" y="5982"/>
                  </a:lnTo>
                  <a:lnTo>
                    <a:pt x="17565" y="9100"/>
                  </a:lnTo>
                  <a:lnTo>
                    <a:pt x="17121" y="11254"/>
                  </a:lnTo>
                  <a:lnTo>
                    <a:pt x="15948" y="14011"/>
                  </a:lnTo>
                  <a:lnTo>
                    <a:pt x="10769" y="15118"/>
                  </a:lnTo>
                  <a:lnTo>
                    <a:pt x="8246" y="11413"/>
                  </a:lnTo>
                  <a:lnTo>
                    <a:pt x="6264" y="14339"/>
                  </a:lnTo>
                  <a:lnTo>
                    <a:pt x="3356" y="13215"/>
                  </a:lnTo>
                  <a:lnTo>
                    <a:pt x="1451" y="10215"/>
                  </a:lnTo>
                  <a:lnTo>
                    <a:pt x="0" y="6722"/>
                  </a:lnTo>
                  <a:lnTo>
                    <a:pt x="1470" y="3044"/>
                  </a:lnTo>
                  <a:lnTo>
                    <a:pt x="3952" y="974"/>
                  </a:lnTo>
                  <a:lnTo>
                    <a:pt x="7961" y="2216"/>
                  </a:lnTo>
                  <a:lnTo>
                    <a:pt x="6630" y="3025"/>
                  </a:lnTo>
                  <a:lnTo>
                    <a:pt x="6511" y="4685"/>
                  </a:lnTo>
                  <a:lnTo>
                    <a:pt x="10792" y="2501"/>
                  </a:lnTo>
                  <a:lnTo>
                    <a:pt x="11986" y="1367"/>
                  </a:lnTo>
                  <a:lnTo>
                    <a:pt x="12097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h4343"/>
            <p:cNvSpPr/>
            <p:nvPr/>
          </p:nvSpPr>
          <p:spPr>
            <a:xfrm>
              <a:off x="6722045" y="3028724"/>
              <a:ext cx="23199" cy="29733"/>
            </a:xfrm>
            <a:custGeom>
              <a:avLst/>
              <a:pathLst>
                <a:path w="23199" h="29733">
                  <a:moveTo>
                    <a:pt x="8994" y="0"/>
                  </a:moveTo>
                  <a:lnTo>
                    <a:pt x="10303" y="935"/>
                  </a:lnTo>
                  <a:lnTo>
                    <a:pt x="12073" y="2805"/>
                  </a:lnTo>
                  <a:lnTo>
                    <a:pt x="12962" y="6883"/>
                  </a:lnTo>
                  <a:lnTo>
                    <a:pt x="14023" y="12475"/>
                  </a:lnTo>
                  <a:lnTo>
                    <a:pt x="12084" y="14691"/>
                  </a:lnTo>
                  <a:lnTo>
                    <a:pt x="12259" y="19961"/>
                  </a:lnTo>
                  <a:lnTo>
                    <a:pt x="16804" y="19137"/>
                  </a:lnTo>
                  <a:lnTo>
                    <a:pt x="22962" y="19387"/>
                  </a:lnTo>
                  <a:lnTo>
                    <a:pt x="23199" y="21945"/>
                  </a:lnTo>
                  <a:lnTo>
                    <a:pt x="20465" y="23421"/>
                  </a:lnTo>
                  <a:lnTo>
                    <a:pt x="18339" y="29694"/>
                  </a:lnTo>
                  <a:lnTo>
                    <a:pt x="17771" y="29733"/>
                  </a:lnTo>
                  <a:lnTo>
                    <a:pt x="14532" y="29191"/>
                  </a:lnTo>
                  <a:lnTo>
                    <a:pt x="12117" y="21776"/>
                  </a:lnTo>
                  <a:lnTo>
                    <a:pt x="9427" y="20043"/>
                  </a:lnTo>
                  <a:lnTo>
                    <a:pt x="9011" y="21621"/>
                  </a:lnTo>
                  <a:lnTo>
                    <a:pt x="4669" y="20108"/>
                  </a:lnTo>
                  <a:lnTo>
                    <a:pt x="4685" y="18033"/>
                  </a:lnTo>
                  <a:lnTo>
                    <a:pt x="1184" y="19120"/>
                  </a:lnTo>
                  <a:lnTo>
                    <a:pt x="0" y="17566"/>
                  </a:lnTo>
                  <a:lnTo>
                    <a:pt x="277" y="14754"/>
                  </a:lnTo>
                  <a:lnTo>
                    <a:pt x="845" y="15139"/>
                  </a:lnTo>
                  <a:lnTo>
                    <a:pt x="1177" y="14655"/>
                  </a:lnTo>
                  <a:lnTo>
                    <a:pt x="132" y="8457"/>
                  </a:lnTo>
                  <a:lnTo>
                    <a:pt x="792" y="8400"/>
                  </a:lnTo>
                  <a:lnTo>
                    <a:pt x="2402" y="10577"/>
                  </a:lnTo>
                  <a:lnTo>
                    <a:pt x="5680" y="8484"/>
                  </a:lnTo>
                  <a:lnTo>
                    <a:pt x="4817" y="2570"/>
                  </a:lnTo>
                  <a:lnTo>
                    <a:pt x="5699" y="29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h4344"/>
            <p:cNvSpPr/>
            <p:nvPr/>
          </p:nvSpPr>
          <p:spPr>
            <a:xfrm>
              <a:off x="6705319" y="3005916"/>
              <a:ext cx="18314" cy="21626"/>
            </a:xfrm>
            <a:custGeom>
              <a:avLst/>
              <a:pathLst>
                <a:path w="18314" h="21626">
                  <a:moveTo>
                    <a:pt x="5324" y="42"/>
                  </a:moveTo>
                  <a:lnTo>
                    <a:pt x="9628" y="2319"/>
                  </a:lnTo>
                  <a:lnTo>
                    <a:pt x="12709" y="4933"/>
                  </a:lnTo>
                  <a:lnTo>
                    <a:pt x="14271" y="4758"/>
                  </a:lnTo>
                  <a:lnTo>
                    <a:pt x="16677" y="2591"/>
                  </a:lnTo>
                  <a:lnTo>
                    <a:pt x="18124" y="5939"/>
                  </a:lnTo>
                  <a:lnTo>
                    <a:pt x="17843" y="10206"/>
                  </a:lnTo>
                  <a:lnTo>
                    <a:pt x="18314" y="13194"/>
                  </a:lnTo>
                  <a:lnTo>
                    <a:pt x="14680" y="14003"/>
                  </a:lnTo>
                  <a:lnTo>
                    <a:pt x="14271" y="17174"/>
                  </a:lnTo>
                  <a:lnTo>
                    <a:pt x="15557" y="17504"/>
                  </a:lnTo>
                  <a:lnTo>
                    <a:pt x="13861" y="19162"/>
                  </a:lnTo>
                  <a:lnTo>
                    <a:pt x="6051" y="12520"/>
                  </a:lnTo>
                  <a:lnTo>
                    <a:pt x="6135" y="17291"/>
                  </a:lnTo>
                  <a:lnTo>
                    <a:pt x="8145" y="20323"/>
                  </a:lnTo>
                  <a:lnTo>
                    <a:pt x="7959" y="21475"/>
                  </a:lnTo>
                  <a:lnTo>
                    <a:pt x="5489" y="21626"/>
                  </a:lnTo>
                  <a:lnTo>
                    <a:pt x="1770" y="18720"/>
                  </a:lnTo>
                  <a:lnTo>
                    <a:pt x="0" y="12234"/>
                  </a:lnTo>
                  <a:lnTo>
                    <a:pt x="2990" y="9496"/>
                  </a:lnTo>
                  <a:lnTo>
                    <a:pt x="3694" y="7840"/>
                  </a:lnTo>
                  <a:lnTo>
                    <a:pt x="3356" y="3930"/>
                  </a:lnTo>
                  <a:lnTo>
                    <a:pt x="2336" y="1610"/>
                  </a:lnTo>
                  <a:lnTo>
                    <a:pt x="320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h4345"/>
            <p:cNvSpPr/>
            <p:nvPr/>
          </p:nvSpPr>
          <p:spPr>
            <a:xfrm>
              <a:off x="6688456" y="3029984"/>
              <a:ext cx="12514" cy="21678"/>
            </a:xfrm>
            <a:custGeom>
              <a:avLst/>
              <a:pathLst>
                <a:path w="12514" h="21678">
                  <a:moveTo>
                    <a:pt x="7770" y="1998"/>
                  </a:moveTo>
                  <a:lnTo>
                    <a:pt x="10709" y="7879"/>
                  </a:lnTo>
                  <a:lnTo>
                    <a:pt x="11676" y="8522"/>
                  </a:lnTo>
                  <a:lnTo>
                    <a:pt x="12514" y="10058"/>
                  </a:lnTo>
                  <a:lnTo>
                    <a:pt x="10271" y="9062"/>
                  </a:lnTo>
                  <a:lnTo>
                    <a:pt x="8066" y="10942"/>
                  </a:lnTo>
                  <a:lnTo>
                    <a:pt x="6318" y="14802"/>
                  </a:lnTo>
                  <a:lnTo>
                    <a:pt x="6030" y="16809"/>
                  </a:lnTo>
                  <a:lnTo>
                    <a:pt x="6765" y="17824"/>
                  </a:lnTo>
                  <a:lnTo>
                    <a:pt x="5932" y="21182"/>
                  </a:lnTo>
                  <a:lnTo>
                    <a:pt x="4855" y="21678"/>
                  </a:lnTo>
                  <a:lnTo>
                    <a:pt x="3569" y="21653"/>
                  </a:lnTo>
                  <a:lnTo>
                    <a:pt x="1629" y="16812"/>
                  </a:lnTo>
                  <a:lnTo>
                    <a:pt x="0" y="12549"/>
                  </a:lnTo>
                  <a:lnTo>
                    <a:pt x="3135" y="8532"/>
                  </a:lnTo>
                  <a:lnTo>
                    <a:pt x="3433" y="6927"/>
                  </a:lnTo>
                  <a:lnTo>
                    <a:pt x="4824" y="6266"/>
                  </a:lnTo>
                  <a:lnTo>
                    <a:pt x="7467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h4346"/>
            <p:cNvSpPr/>
            <p:nvPr/>
          </p:nvSpPr>
          <p:spPr>
            <a:xfrm>
              <a:off x="6734129" y="3028413"/>
              <a:ext cx="28948" cy="30163"/>
            </a:xfrm>
            <a:custGeom>
              <a:avLst/>
              <a:pathLst>
                <a:path w="28948" h="30163">
                  <a:moveTo>
                    <a:pt x="9905" y="2865"/>
                  </a:moveTo>
                  <a:lnTo>
                    <a:pt x="14031" y="3899"/>
                  </a:lnTo>
                  <a:lnTo>
                    <a:pt x="15777" y="7301"/>
                  </a:lnTo>
                  <a:lnTo>
                    <a:pt x="19269" y="8721"/>
                  </a:lnTo>
                  <a:lnTo>
                    <a:pt x="22995" y="3795"/>
                  </a:lnTo>
                  <a:lnTo>
                    <a:pt x="24412" y="4912"/>
                  </a:lnTo>
                  <a:lnTo>
                    <a:pt x="25538" y="7524"/>
                  </a:lnTo>
                  <a:lnTo>
                    <a:pt x="28948" y="7403"/>
                  </a:lnTo>
                  <a:lnTo>
                    <a:pt x="28841" y="8863"/>
                  </a:lnTo>
                  <a:lnTo>
                    <a:pt x="26986" y="12555"/>
                  </a:lnTo>
                  <a:lnTo>
                    <a:pt x="25171" y="11938"/>
                  </a:lnTo>
                  <a:lnTo>
                    <a:pt x="24678" y="18520"/>
                  </a:lnTo>
                  <a:lnTo>
                    <a:pt x="20542" y="17775"/>
                  </a:lnTo>
                  <a:lnTo>
                    <a:pt x="17759" y="18849"/>
                  </a:lnTo>
                  <a:lnTo>
                    <a:pt x="17137" y="20119"/>
                  </a:lnTo>
                  <a:lnTo>
                    <a:pt x="19302" y="24837"/>
                  </a:lnTo>
                  <a:lnTo>
                    <a:pt x="15914" y="24191"/>
                  </a:lnTo>
                  <a:lnTo>
                    <a:pt x="16413" y="23537"/>
                  </a:lnTo>
                  <a:lnTo>
                    <a:pt x="16245" y="19405"/>
                  </a:lnTo>
                  <a:lnTo>
                    <a:pt x="14767" y="19993"/>
                  </a:lnTo>
                  <a:lnTo>
                    <a:pt x="13430" y="24425"/>
                  </a:lnTo>
                  <a:lnTo>
                    <a:pt x="13962" y="27832"/>
                  </a:lnTo>
                  <a:lnTo>
                    <a:pt x="10070" y="28374"/>
                  </a:lnTo>
                  <a:lnTo>
                    <a:pt x="8906" y="30163"/>
                  </a:lnTo>
                  <a:lnTo>
                    <a:pt x="5687" y="30044"/>
                  </a:lnTo>
                  <a:lnTo>
                    <a:pt x="6255" y="30006"/>
                  </a:lnTo>
                  <a:lnTo>
                    <a:pt x="8381" y="23732"/>
                  </a:lnTo>
                  <a:lnTo>
                    <a:pt x="11115" y="22257"/>
                  </a:lnTo>
                  <a:lnTo>
                    <a:pt x="10878" y="19698"/>
                  </a:lnTo>
                  <a:lnTo>
                    <a:pt x="4720" y="19448"/>
                  </a:lnTo>
                  <a:lnTo>
                    <a:pt x="175" y="20272"/>
                  </a:lnTo>
                  <a:lnTo>
                    <a:pt x="0" y="15002"/>
                  </a:lnTo>
                  <a:lnTo>
                    <a:pt x="1939" y="12787"/>
                  </a:lnTo>
                  <a:lnTo>
                    <a:pt x="878" y="7194"/>
                  </a:lnTo>
                  <a:lnTo>
                    <a:pt x="4602" y="3845"/>
                  </a:lnTo>
                  <a:lnTo>
                    <a:pt x="470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h4347"/>
            <p:cNvSpPr/>
            <p:nvPr/>
          </p:nvSpPr>
          <p:spPr>
            <a:xfrm>
              <a:off x="6698096" y="3038507"/>
              <a:ext cx="9261" cy="16195"/>
            </a:xfrm>
            <a:custGeom>
              <a:avLst/>
              <a:pathLst>
                <a:path w="9261" h="16195">
                  <a:moveTo>
                    <a:pt x="5822" y="719"/>
                  </a:moveTo>
                  <a:lnTo>
                    <a:pt x="9261" y="4254"/>
                  </a:lnTo>
                  <a:lnTo>
                    <a:pt x="8715" y="7547"/>
                  </a:lnTo>
                  <a:lnTo>
                    <a:pt x="5948" y="9232"/>
                  </a:lnTo>
                  <a:lnTo>
                    <a:pt x="6304" y="10559"/>
                  </a:lnTo>
                  <a:lnTo>
                    <a:pt x="7189" y="10568"/>
                  </a:lnTo>
                  <a:lnTo>
                    <a:pt x="7080" y="13080"/>
                  </a:lnTo>
                  <a:lnTo>
                    <a:pt x="6365" y="16195"/>
                  </a:lnTo>
                  <a:lnTo>
                    <a:pt x="3686" y="14873"/>
                  </a:lnTo>
                  <a:lnTo>
                    <a:pt x="0" y="11688"/>
                  </a:lnTo>
                  <a:lnTo>
                    <a:pt x="6196" y="6415"/>
                  </a:lnTo>
                  <a:lnTo>
                    <a:pt x="3429" y="3858"/>
                  </a:lnTo>
                  <a:lnTo>
                    <a:pt x="2873" y="1535"/>
                  </a:lnTo>
                  <a:lnTo>
                    <a:pt x="203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h4348"/>
            <p:cNvSpPr/>
            <p:nvPr/>
          </p:nvSpPr>
          <p:spPr>
            <a:xfrm>
              <a:off x="6766717" y="3024283"/>
              <a:ext cx="12871" cy="12033"/>
            </a:xfrm>
            <a:custGeom>
              <a:avLst/>
              <a:pathLst>
                <a:path w="12871" h="12033">
                  <a:moveTo>
                    <a:pt x="12871" y="0"/>
                  </a:moveTo>
                  <a:lnTo>
                    <a:pt x="12186" y="1560"/>
                  </a:lnTo>
                  <a:lnTo>
                    <a:pt x="9456" y="5336"/>
                  </a:lnTo>
                  <a:lnTo>
                    <a:pt x="6476" y="12033"/>
                  </a:lnTo>
                  <a:lnTo>
                    <a:pt x="0" y="8269"/>
                  </a:lnTo>
                  <a:lnTo>
                    <a:pt x="94" y="4208"/>
                  </a:lnTo>
                  <a:lnTo>
                    <a:pt x="3101" y="3293"/>
                  </a:lnTo>
                  <a:lnTo>
                    <a:pt x="8953" y="4533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h4349"/>
            <p:cNvSpPr/>
            <p:nvPr/>
          </p:nvSpPr>
          <p:spPr>
            <a:xfrm>
              <a:off x="6762971" y="3032553"/>
              <a:ext cx="10222" cy="7341"/>
            </a:xfrm>
            <a:custGeom>
              <a:avLst/>
              <a:pathLst>
                <a:path w="10222" h="7341">
                  <a:moveTo>
                    <a:pt x="10222" y="3763"/>
                  </a:moveTo>
                  <a:lnTo>
                    <a:pt x="9584" y="5624"/>
                  </a:lnTo>
                  <a:lnTo>
                    <a:pt x="8754" y="7341"/>
                  </a:lnTo>
                  <a:lnTo>
                    <a:pt x="0" y="4722"/>
                  </a:lnTo>
                  <a:lnTo>
                    <a:pt x="107" y="3263"/>
                  </a:lnTo>
                  <a:lnTo>
                    <a:pt x="374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h4350"/>
            <p:cNvSpPr/>
            <p:nvPr/>
          </p:nvSpPr>
          <p:spPr>
            <a:xfrm>
              <a:off x="5997374" y="2571696"/>
              <a:ext cx="76447" cy="48792"/>
            </a:xfrm>
            <a:custGeom>
              <a:avLst/>
              <a:pathLst>
                <a:path w="76447" h="48792">
                  <a:moveTo>
                    <a:pt x="30770" y="546"/>
                  </a:moveTo>
                  <a:lnTo>
                    <a:pt x="30932" y="4380"/>
                  </a:lnTo>
                  <a:lnTo>
                    <a:pt x="32970" y="11374"/>
                  </a:lnTo>
                  <a:lnTo>
                    <a:pt x="39533" y="10811"/>
                  </a:lnTo>
                  <a:lnTo>
                    <a:pt x="45665" y="11267"/>
                  </a:lnTo>
                  <a:lnTo>
                    <a:pt x="45731" y="9482"/>
                  </a:lnTo>
                  <a:lnTo>
                    <a:pt x="48230" y="9103"/>
                  </a:lnTo>
                  <a:lnTo>
                    <a:pt x="49823" y="12548"/>
                  </a:lnTo>
                  <a:lnTo>
                    <a:pt x="52807" y="15175"/>
                  </a:lnTo>
                  <a:lnTo>
                    <a:pt x="55376" y="15029"/>
                  </a:lnTo>
                  <a:lnTo>
                    <a:pt x="62868" y="11568"/>
                  </a:lnTo>
                  <a:lnTo>
                    <a:pt x="64575" y="9660"/>
                  </a:lnTo>
                  <a:lnTo>
                    <a:pt x="67521" y="1309"/>
                  </a:lnTo>
                  <a:lnTo>
                    <a:pt x="74494" y="9879"/>
                  </a:lnTo>
                  <a:lnTo>
                    <a:pt x="76447" y="20258"/>
                  </a:lnTo>
                  <a:lnTo>
                    <a:pt x="76373" y="21943"/>
                  </a:lnTo>
                  <a:lnTo>
                    <a:pt x="72439" y="24731"/>
                  </a:lnTo>
                  <a:lnTo>
                    <a:pt x="70172" y="27606"/>
                  </a:lnTo>
                  <a:lnTo>
                    <a:pt x="71824" y="34409"/>
                  </a:lnTo>
                  <a:lnTo>
                    <a:pt x="70816" y="36814"/>
                  </a:lnTo>
                  <a:lnTo>
                    <a:pt x="63293" y="36993"/>
                  </a:lnTo>
                  <a:lnTo>
                    <a:pt x="61892" y="37866"/>
                  </a:lnTo>
                  <a:lnTo>
                    <a:pt x="61236" y="44648"/>
                  </a:lnTo>
                  <a:lnTo>
                    <a:pt x="58221" y="48458"/>
                  </a:lnTo>
                  <a:lnTo>
                    <a:pt x="57346" y="48792"/>
                  </a:lnTo>
                  <a:lnTo>
                    <a:pt x="48189" y="46213"/>
                  </a:lnTo>
                  <a:lnTo>
                    <a:pt x="46394" y="47245"/>
                  </a:lnTo>
                  <a:lnTo>
                    <a:pt x="45195" y="42315"/>
                  </a:lnTo>
                  <a:lnTo>
                    <a:pt x="42075" y="42571"/>
                  </a:lnTo>
                  <a:lnTo>
                    <a:pt x="41477" y="38352"/>
                  </a:lnTo>
                  <a:lnTo>
                    <a:pt x="38711" y="34305"/>
                  </a:lnTo>
                  <a:lnTo>
                    <a:pt x="37128" y="34546"/>
                  </a:lnTo>
                  <a:lnTo>
                    <a:pt x="35298" y="36870"/>
                  </a:lnTo>
                  <a:lnTo>
                    <a:pt x="30924" y="34528"/>
                  </a:lnTo>
                  <a:lnTo>
                    <a:pt x="29483" y="30831"/>
                  </a:lnTo>
                  <a:lnTo>
                    <a:pt x="29689" y="26380"/>
                  </a:lnTo>
                  <a:lnTo>
                    <a:pt x="24596" y="25465"/>
                  </a:lnTo>
                  <a:lnTo>
                    <a:pt x="22049" y="23831"/>
                  </a:lnTo>
                  <a:lnTo>
                    <a:pt x="17797" y="23357"/>
                  </a:lnTo>
                  <a:lnTo>
                    <a:pt x="16653" y="24846"/>
                  </a:lnTo>
                  <a:lnTo>
                    <a:pt x="16419" y="27418"/>
                  </a:lnTo>
                  <a:lnTo>
                    <a:pt x="12538" y="24566"/>
                  </a:lnTo>
                  <a:lnTo>
                    <a:pt x="14408" y="23111"/>
                  </a:lnTo>
                  <a:lnTo>
                    <a:pt x="14311" y="21929"/>
                  </a:lnTo>
                  <a:lnTo>
                    <a:pt x="12764" y="20137"/>
                  </a:lnTo>
                  <a:lnTo>
                    <a:pt x="9989" y="18520"/>
                  </a:lnTo>
                  <a:lnTo>
                    <a:pt x="7062" y="18083"/>
                  </a:lnTo>
                  <a:lnTo>
                    <a:pt x="2170" y="15982"/>
                  </a:lnTo>
                  <a:lnTo>
                    <a:pt x="860" y="13925"/>
                  </a:lnTo>
                  <a:lnTo>
                    <a:pt x="0" y="9752"/>
                  </a:lnTo>
                  <a:lnTo>
                    <a:pt x="1885" y="8428"/>
                  </a:lnTo>
                  <a:lnTo>
                    <a:pt x="5655" y="7919"/>
                  </a:lnTo>
                  <a:lnTo>
                    <a:pt x="11883" y="13962"/>
                  </a:lnTo>
                  <a:lnTo>
                    <a:pt x="22994" y="18430"/>
                  </a:lnTo>
                  <a:lnTo>
                    <a:pt x="26403" y="16099"/>
                  </a:lnTo>
                  <a:lnTo>
                    <a:pt x="27260" y="13061"/>
                  </a:lnTo>
                  <a:lnTo>
                    <a:pt x="27032" y="8902"/>
                  </a:lnTo>
                  <a:lnTo>
                    <a:pt x="23688" y="2101"/>
                  </a:lnTo>
                  <a:lnTo>
                    <a:pt x="2433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h4351"/>
            <p:cNvSpPr/>
            <p:nvPr/>
          </p:nvSpPr>
          <p:spPr>
            <a:xfrm>
              <a:off x="6066796" y="2574466"/>
              <a:ext cx="84304" cy="141868"/>
            </a:xfrm>
            <a:custGeom>
              <a:avLst/>
              <a:pathLst>
                <a:path w="84304" h="141868">
                  <a:moveTo>
                    <a:pt x="29378" y="204"/>
                  </a:moveTo>
                  <a:lnTo>
                    <a:pt x="30946" y="2057"/>
                  </a:lnTo>
                  <a:lnTo>
                    <a:pt x="30348" y="5424"/>
                  </a:lnTo>
                  <a:lnTo>
                    <a:pt x="32190" y="9508"/>
                  </a:lnTo>
                  <a:lnTo>
                    <a:pt x="34864" y="10985"/>
                  </a:lnTo>
                  <a:lnTo>
                    <a:pt x="38152" y="11417"/>
                  </a:lnTo>
                  <a:lnTo>
                    <a:pt x="42282" y="10273"/>
                  </a:lnTo>
                  <a:lnTo>
                    <a:pt x="43709" y="13629"/>
                  </a:lnTo>
                  <a:lnTo>
                    <a:pt x="43678" y="22558"/>
                  </a:lnTo>
                  <a:lnTo>
                    <a:pt x="49500" y="22860"/>
                  </a:lnTo>
                  <a:lnTo>
                    <a:pt x="49150" y="24643"/>
                  </a:lnTo>
                  <a:lnTo>
                    <a:pt x="51635" y="30040"/>
                  </a:lnTo>
                  <a:lnTo>
                    <a:pt x="59871" y="36759"/>
                  </a:lnTo>
                  <a:lnTo>
                    <a:pt x="61978" y="36050"/>
                  </a:lnTo>
                  <a:lnTo>
                    <a:pt x="61859" y="34390"/>
                  </a:lnTo>
                  <a:lnTo>
                    <a:pt x="65183" y="31896"/>
                  </a:lnTo>
                  <a:lnTo>
                    <a:pt x="74949" y="27921"/>
                  </a:lnTo>
                  <a:lnTo>
                    <a:pt x="77431" y="29381"/>
                  </a:lnTo>
                  <a:lnTo>
                    <a:pt x="76896" y="30372"/>
                  </a:lnTo>
                  <a:lnTo>
                    <a:pt x="77253" y="32150"/>
                  </a:lnTo>
                  <a:lnTo>
                    <a:pt x="83504" y="34781"/>
                  </a:lnTo>
                  <a:lnTo>
                    <a:pt x="84304" y="35836"/>
                  </a:lnTo>
                  <a:lnTo>
                    <a:pt x="83527" y="37256"/>
                  </a:lnTo>
                  <a:lnTo>
                    <a:pt x="82891" y="36830"/>
                  </a:lnTo>
                  <a:lnTo>
                    <a:pt x="82910" y="39738"/>
                  </a:lnTo>
                  <a:lnTo>
                    <a:pt x="84289" y="42883"/>
                  </a:lnTo>
                  <a:lnTo>
                    <a:pt x="82853" y="45397"/>
                  </a:lnTo>
                  <a:lnTo>
                    <a:pt x="79515" y="48653"/>
                  </a:lnTo>
                  <a:lnTo>
                    <a:pt x="74136" y="65848"/>
                  </a:lnTo>
                  <a:lnTo>
                    <a:pt x="75156" y="69245"/>
                  </a:lnTo>
                  <a:lnTo>
                    <a:pt x="74164" y="80877"/>
                  </a:lnTo>
                  <a:lnTo>
                    <a:pt x="74933" y="81148"/>
                  </a:lnTo>
                  <a:lnTo>
                    <a:pt x="73714" y="83696"/>
                  </a:lnTo>
                  <a:lnTo>
                    <a:pt x="71828" y="84916"/>
                  </a:lnTo>
                  <a:lnTo>
                    <a:pt x="65946" y="86449"/>
                  </a:lnTo>
                  <a:lnTo>
                    <a:pt x="68151" y="94277"/>
                  </a:lnTo>
                  <a:lnTo>
                    <a:pt x="69555" y="95117"/>
                  </a:lnTo>
                  <a:lnTo>
                    <a:pt x="65117" y="107838"/>
                  </a:lnTo>
                  <a:lnTo>
                    <a:pt x="66434" y="108838"/>
                  </a:lnTo>
                  <a:lnTo>
                    <a:pt x="66975" y="110614"/>
                  </a:lnTo>
                  <a:lnTo>
                    <a:pt x="64928" y="115173"/>
                  </a:lnTo>
                  <a:lnTo>
                    <a:pt x="64437" y="118208"/>
                  </a:lnTo>
                  <a:lnTo>
                    <a:pt x="67241" y="118851"/>
                  </a:lnTo>
                  <a:lnTo>
                    <a:pt x="66096" y="124934"/>
                  </a:lnTo>
                  <a:lnTo>
                    <a:pt x="61764" y="124162"/>
                  </a:lnTo>
                  <a:lnTo>
                    <a:pt x="61640" y="128663"/>
                  </a:lnTo>
                  <a:lnTo>
                    <a:pt x="66624" y="134950"/>
                  </a:lnTo>
                  <a:lnTo>
                    <a:pt x="61686" y="140797"/>
                  </a:lnTo>
                  <a:lnTo>
                    <a:pt x="60850" y="139816"/>
                  </a:lnTo>
                  <a:lnTo>
                    <a:pt x="58815" y="139729"/>
                  </a:lnTo>
                  <a:lnTo>
                    <a:pt x="57256" y="141737"/>
                  </a:lnTo>
                  <a:lnTo>
                    <a:pt x="55192" y="141868"/>
                  </a:lnTo>
                  <a:lnTo>
                    <a:pt x="54145" y="141105"/>
                  </a:lnTo>
                  <a:lnTo>
                    <a:pt x="54024" y="138937"/>
                  </a:lnTo>
                  <a:lnTo>
                    <a:pt x="55959" y="136618"/>
                  </a:lnTo>
                  <a:lnTo>
                    <a:pt x="55786" y="135606"/>
                  </a:lnTo>
                  <a:lnTo>
                    <a:pt x="55212" y="134935"/>
                  </a:lnTo>
                  <a:lnTo>
                    <a:pt x="51842" y="134564"/>
                  </a:lnTo>
                  <a:lnTo>
                    <a:pt x="50802" y="130858"/>
                  </a:lnTo>
                  <a:lnTo>
                    <a:pt x="50853" y="129221"/>
                  </a:lnTo>
                  <a:lnTo>
                    <a:pt x="51519" y="128523"/>
                  </a:lnTo>
                  <a:lnTo>
                    <a:pt x="48200" y="124190"/>
                  </a:lnTo>
                  <a:lnTo>
                    <a:pt x="34892" y="95842"/>
                  </a:lnTo>
                  <a:lnTo>
                    <a:pt x="30821" y="94558"/>
                  </a:lnTo>
                  <a:lnTo>
                    <a:pt x="25506" y="96341"/>
                  </a:lnTo>
                  <a:lnTo>
                    <a:pt x="20846" y="99731"/>
                  </a:lnTo>
                  <a:lnTo>
                    <a:pt x="20495" y="100653"/>
                  </a:lnTo>
                  <a:lnTo>
                    <a:pt x="21447" y="102369"/>
                  </a:lnTo>
                  <a:lnTo>
                    <a:pt x="19510" y="103800"/>
                  </a:lnTo>
                  <a:lnTo>
                    <a:pt x="14807" y="103092"/>
                  </a:lnTo>
                  <a:lnTo>
                    <a:pt x="11772" y="103714"/>
                  </a:lnTo>
                  <a:lnTo>
                    <a:pt x="10645" y="102901"/>
                  </a:lnTo>
                  <a:lnTo>
                    <a:pt x="10575" y="99132"/>
                  </a:lnTo>
                  <a:lnTo>
                    <a:pt x="16211" y="93976"/>
                  </a:lnTo>
                  <a:lnTo>
                    <a:pt x="18512" y="93894"/>
                  </a:lnTo>
                  <a:lnTo>
                    <a:pt x="19265" y="95181"/>
                  </a:lnTo>
                  <a:lnTo>
                    <a:pt x="19599" y="89476"/>
                  </a:lnTo>
                  <a:lnTo>
                    <a:pt x="15123" y="91428"/>
                  </a:lnTo>
                  <a:lnTo>
                    <a:pt x="14841" y="90471"/>
                  </a:lnTo>
                  <a:lnTo>
                    <a:pt x="15041" y="88535"/>
                  </a:lnTo>
                  <a:lnTo>
                    <a:pt x="17191" y="84777"/>
                  </a:lnTo>
                  <a:lnTo>
                    <a:pt x="19645" y="84437"/>
                  </a:lnTo>
                  <a:lnTo>
                    <a:pt x="22207" y="81832"/>
                  </a:lnTo>
                  <a:lnTo>
                    <a:pt x="23069" y="79282"/>
                  </a:lnTo>
                  <a:lnTo>
                    <a:pt x="27483" y="77450"/>
                  </a:lnTo>
                  <a:lnTo>
                    <a:pt x="25965" y="74620"/>
                  </a:lnTo>
                  <a:lnTo>
                    <a:pt x="23091" y="73013"/>
                  </a:lnTo>
                  <a:lnTo>
                    <a:pt x="25591" y="68508"/>
                  </a:lnTo>
                  <a:lnTo>
                    <a:pt x="23378" y="62970"/>
                  </a:lnTo>
                  <a:lnTo>
                    <a:pt x="20233" y="60075"/>
                  </a:lnTo>
                  <a:lnTo>
                    <a:pt x="11351" y="58867"/>
                  </a:lnTo>
                  <a:lnTo>
                    <a:pt x="8750" y="57654"/>
                  </a:lnTo>
                  <a:lnTo>
                    <a:pt x="7709" y="58160"/>
                  </a:lnTo>
                  <a:lnTo>
                    <a:pt x="6274" y="56245"/>
                  </a:lnTo>
                  <a:lnTo>
                    <a:pt x="6900" y="52160"/>
                  </a:lnTo>
                  <a:lnTo>
                    <a:pt x="4126" y="50767"/>
                  </a:lnTo>
                  <a:lnTo>
                    <a:pt x="3520" y="49384"/>
                  </a:lnTo>
                  <a:lnTo>
                    <a:pt x="4186" y="45537"/>
                  </a:lnTo>
                  <a:lnTo>
                    <a:pt x="30" y="38774"/>
                  </a:lnTo>
                  <a:lnTo>
                    <a:pt x="0" y="37112"/>
                  </a:lnTo>
                  <a:lnTo>
                    <a:pt x="1394" y="34045"/>
                  </a:lnTo>
                  <a:lnTo>
                    <a:pt x="2401" y="31640"/>
                  </a:lnTo>
                  <a:lnTo>
                    <a:pt x="750" y="24836"/>
                  </a:lnTo>
                  <a:lnTo>
                    <a:pt x="3016" y="21961"/>
                  </a:lnTo>
                  <a:lnTo>
                    <a:pt x="6951" y="19173"/>
                  </a:lnTo>
                  <a:lnTo>
                    <a:pt x="7024" y="17488"/>
                  </a:lnTo>
                  <a:lnTo>
                    <a:pt x="10065" y="16768"/>
                  </a:lnTo>
                  <a:lnTo>
                    <a:pt x="21132" y="4894"/>
                  </a:lnTo>
                  <a:lnTo>
                    <a:pt x="2168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h4352"/>
            <p:cNvSpPr/>
            <p:nvPr/>
          </p:nvSpPr>
          <p:spPr>
            <a:xfrm>
              <a:off x="6008056" y="2608511"/>
              <a:ext cx="71233" cy="49562"/>
            </a:xfrm>
            <a:custGeom>
              <a:avLst/>
              <a:pathLst>
                <a:path w="71233" h="49562">
                  <a:moveTo>
                    <a:pt x="60135" y="0"/>
                  </a:moveTo>
                  <a:lnTo>
                    <a:pt x="58740" y="3067"/>
                  </a:lnTo>
                  <a:lnTo>
                    <a:pt x="58771" y="4729"/>
                  </a:lnTo>
                  <a:lnTo>
                    <a:pt x="62927" y="11492"/>
                  </a:lnTo>
                  <a:lnTo>
                    <a:pt x="62261" y="15339"/>
                  </a:lnTo>
                  <a:lnTo>
                    <a:pt x="62866" y="16722"/>
                  </a:lnTo>
                  <a:lnTo>
                    <a:pt x="65641" y="18115"/>
                  </a:lnTo>
                  <a:lnTo>
                    <a:pt x="65014" y="22200"/>
                  </a:lnTo>
                  <a:lnTo>
                    <a:pt x="66450" y="24114"/>
                  </a:lnTo>
                  <a:lnTo>
                    <a:pt x="69661" y="30751"/>
                  </a:lnTo>
                  <a:lnTo>
                    <a:pt x="71233" y="37022"/>
                  </a:lnTo>
                  <a:lnTo>
                    <a:pt x="69754" y="39397"/>
                  </a:lnTo>
                  <a:lnTo>
                    <a:pt x="66671" y="41145"/>
                  </a:lnTo>
                  <a:lnTo>
                    <a:pt x="68593" y="44254"/>
                  </a:lnTo>
                  <a:lnTo>
                    <a:pt x="66071" y="48610"/>
                  </a:lnTo>
                  <a:lnTo>
                    <a:pt x="58320" y="49562"/>
                  </a:lnTo>
                  <a:lnTo>
                    <a:pt x="57558" y="48710"/>
                  </a:lnTo>
                  <a:lnTo>
                    <a:pt x="54964" y="48176"/>
                  </a:lnTo>
                  <a:lnTo>
                    <a:pt x="53461" y="49507"/>
                  </a:lnTo>
                  <a:lnTo>
                    <a:pt x="48109" y="49202"/>
                  </a:lnTo>
                  <a:lnTo>
                    <a:pt x="50157" y="46287"/>
                  </a:lnTo>
                  <a:lnTo>
                    <a:pt x="48687" y="45089"/>
                  </a:lnTo>
                  <a:lnTo>
                    <a:pt x="38230" y="47253"/>
                  </a:lnTo>
                  <a:lnTo>
                    <a:pt x="37269" y="48157"/>
                  </a:lnTo>
                  <a:lnTo>
                    <a:pt x="36579" y="46090"/>
                  </a:lnTo>
                  <a:lnTo>
                    <a:pt x="35713" y="45633"/>
                  </a:lnTo>
                  <a:lnTo>
                    <a:pt x="34727" y="46114"/>
                  </a:lnTo>
                  <a:lnTo>
                    <a:pt x="34111" y="48845"/>
                  </a:lnTo>
                  <a:lnTo>
                    <a:pt x="30465" y="48672"/>
                  </a:lnTo>
                  <a:lnTo>
                    <a:pt x="29163" y="47504"/>
                  </a:lnTo>
                  <a:lnTo>
                    <a:pt x="29921" y="47464"/>
                  </a:lnTo>
                  <a:lnTo>
                    <a:pt x="30018" y="46284"/>
                  </a:lnTo>
                  <a:lnTo>
                    <a:pt x="24265" y="41461"/>
                  </a:lnTo>
                  <a:lnTo>
                    <a:pt x="13359" y="42077"/>
                  </a:lnTo>
                  <a:lnTo>
                    <a:pt x="9861" y="38707"/>
                  </a:lnTo>
                  <a:lnTo>
                    <a:pt x="9955" y="32245"/>
                  </a:lnTo>
                  <a:lnTo>
                    <a:pt x="6388" y="30681"/>
                  </a:lnTo>
                  <a:lnTo>
                    <a:pt x="4541" y="30867"/>
                  </a:lnTo>
                  <a:lnTo>
                    <a:pt x="1857" y="28922"/>
                  </a:lnTo>
                  <a:lnTo>
                    <a:pt x="101" y="24995"/>
                  </a:lnTo>
                  <a:lnTo>
                    <a:pt x="0" y="22185"/>
                  </a:lnTo>
                  <a:lnTo>
                    <a:pt x="7049" y="20783"/>
                  </a:lnTo>
                  <a:lnTo>
                    <a:pt x="7856" y="14282"/>
                  </a:lnTo>
                  <a:lnTo>
                    <a:pt x="9673" y="16684"/>
                  </a:lnTo>
                  <a:lnTo>
                    <a:pt x="12114" y="17769"/>
                  </a:lnTo>
                  <a:lnTo>
                    <a:pt x="16520" y="18326"/>
                  </a:lnTo>
                  <a:lnTo>
                    <a:pt x="18887" y="16517"/>
                  </a:lnTo>
                  <a:lnTo>
                    <a:pt x="18194" y="13981"/>
                  </a:lnTo>
                  <a:lnTo>
                    <a:pt x="18732" y="12949"/>
                  </a:lnTo>
                  <a:lnTo>
                    <a:pt x="23299" y="11145"/>
                  </a:lnTo>
                  <a:lnTo>
                    <a:pt x="23967" y="11967"/>
                  </a:lnTo>
                  <a:lnTo>
                    <a:pt x="23624" y="13490"/>
                  </a:lnTo>
                  <a:lnTo>
                    <a:pt x="26352" y="13804"/>
                  </a:lnTo>
                  <a:lnTo>
                    <a:pt x="35712" y="10431"/>
                  </a:lnTo>
                  <a:lnTo>
                    <a:pt x="37507" y="9398"/>
                  </a:lnTo>
                  <a:lnTo>
                    <a:pt x="46665" y="11977"/>
                  </a:lnTo>
                  <a:lnTo>
                    <a:pt x="47539" y="11643"/>
                  </a:lnTo>
                  <a:lnTo>
                    <a:pt x="50555" y="7834"/>
                  </a:lnTo>
                  <a:lnTo>
                    <a:pt x="51211" y="1052"/>
                  </a:lnTo>
                  <a:lnTo>
                    <a:pt x="52611" y="17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h4353"/>
            <p:cNvSpPr/>
            <p:nvPr/>
          </p:nvSpPr>
          <p:spPr>
            <a:xfrm>
              <a:off x="6045325" y="2632120"/>
              <a:ext cx="48954" cy="34068"/>
            </a:xfrm>
            <a:custGeom>
              <a:avLst/>
              <a:pathLst>
                <a:path w="48954" h="34068">
                  <a:moveTo>
                    <a:pt x="32823" y="1213"/>
                  </a:moveTo>
                  <a:lnTo>
                    <a:pt x="41704" y="2421"/>
                  </a:lnTo>
                  <a:lnTo>
                    <a:pt x="44849" y="5316"/>
                  </a:lnTo>
                  <a:lnTo>
                    <a:pt x="47062" y="10854"/>
                  </a:lnTo>
                  <a:lnTo>
                    <a:pt x="44563" y="15359"/>
                  </a:lnTo>
                  <a:lnTo>
                    <a:pt x="47437" y="16966"/>
                  </a:lnTo>
                  <a:lnTo>
                    <a:pt x="48954" y="19796"/>
                  </a:lnTo>
                  <a:lnTo>
                    <a:pt x="44541" y="21628"/>
                  </a:lnTo>
                  <a:lnTo>
                    <a:pt x="43678" y="24178"/>
                  </a:lnTo>
                  <a:lnTo>
                    <a:pt x="41117" y="26783"/>
                  </a:lnTo>
                  <a:lnTo>
                    <a:pt x="38662" y="27123"/>
                  </a:lnTo>
                  <a:lnTo>
                    <a:pt x="36512" y="30881"/>
                  </a:lnTo>
                  <a:lnTo>
                    <a:pt x="36312" y="32817"/>
                  </a:lnTo>
                  <a:lnTo>
                    <a:pt x="34483" y="31880"/>
                  </a:lnTo>
                  <a:lnTo>
                    <a:pt x="33294" y="32562"/>
                  </a:lnTo>
                  <a:lnTo>
                    <a:pt x="28513" y="32325"/>
                  </a:lnTo>
                  <a:lnTo>
                    <a:pt x="22546" y="31047"/>
                  </a:lnTo>
                  <a:lnTo>
                    <a:pt x="22556" y="30079"/>
                  </a:lnTo>
                  <a:lnTo>
                    <a:pt x="18769" y="30339"/>
                  </a:lnTo>
                  <a:lnTo>
                    <a:pt x="14959" y="31637"/>
                  </a:lnTo>
                  <a:lnTo>
                    <a:pt x="14630" y="34068"/>
                  </a:lnTo>
                  <a:lnTo>
                    <a:pt x="9655" y="33913"/>
                  </a:lnTo>
                  <a:lnTo>
                    <a:pt x="8105" y="33194"/>
                  </a:lnTo>
                  <a:lnTo>
                    <a:pt x="7022" y="30079"/>
                  </a:lnTo>
                  <a:lnTo>
                    <a:pt x="5050" y="29674"/>
                  </a:lnTo>
                  <a:lnTo>
                    <a:pt x="3311" y="31758"/>
                  </a:lnTo>
                  <a:lnTo>
                    <a:pt x="2539" y="25302"/>
                  </a:lnTo>
                  <a:lnTo>
                    <a:pt x="1804" y="24596"/>
                  </a:lnTo>
                  <a:lnTo>
                    <a:pt x="0" y="24549"/>
                  </a:lnTo>
                  <a:lnTo>
                    <a:pt x="961" y="23644"/>
                  </a:lnTo>
                  <a:lnTo>
                    <a:pt x="11418" y="21481"/>
                  </a:lnTo>
                  <a:lnTo>
                    <a:pt x="12888" y="22679"/>
                  </a:lnTo>
                  <a:lnTo>
                    <a:pt x="10840" y="25594"/>
                  </a:lnTo>
                  <a:lnTo>
                    <a:pt x="16192" y="25898"/>
                  </a:lnTo>
                  <a:lnTo>
                    <a:pt x="17694" y="24567"/>
                  </a:lnTo>
                  <a:lnTo>
                    <a:pt x="20289" y="25102"/>
                  </a:lnTo>
                  <a:lnTo>
                    <a:pt x="21051" y="25953"/>
                  </a:lnTo>
                  <a:lnTo>
                    <a:pt x="28802" y="25001"/>
                  </a:lnTo>
                  <a:lnTo>
                    <a:pt x="31324" y="20645"/>
                  </a:lnTo>
                  <a:lnTo>
                    <a:pt x="29402" y="17536"/>
                  </a:lnTo>
                  <a:lnTo>
                    <a:pt x="32485" y="15788"/>
                  </a:lnTo>
                  <a:lnTo>
                    <a:pt x="33963" y="13413"/>
                  </a:lnTo>
                  <a:lnTo>
                    <a:pt x="32392" y="7142"/>
                  </a:lnTo>
                  <a:lnTo>
                    <a:pt x="29181" y="506"/>
                  </a:lnTo>
                  <a:lnTo>
                    <a:pt x="30222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h4354"/>
            <p:cNvSpPr/>
            <p:nvPr/>
          </p:nvSpPr>
          <p:spPr>
            <a:xfrm>
              <a:off x="6056810" y="2669024"/>
              <a:ext cx="58187" cy="54614"/>
            </a:xfrm>
            <a:custGeom>
              <a:avLst/>
              <a:pathLst>
                <a:path w="58187" h="54614">
                  <a:moveTo>
                    <a:pt x="44878" y="1283"/>
                  </a:moveTo>
                  <a:lnTo>
                    <a:pt x="58187" y="29631"/>
                  </a:lnTo>
                  <a:lnTo>
                    <a:pt x="55825" y="31983"/>
                  </a:lnTo>
                  <a:lnTo>
                    <a:pt x="52356" y="31576"/>
                  </a:lnTo>
                  <a:lnTo>
                    <a:pt x="51857" y="32056"/>
                  </a:lnTo>
                  <a:lnTo>
                    <a:pt x="50638" y="36696"/>
                  </a:lnTo>
                  <a:lnTo>
                    <a:pt x="54610" y="41168"/>
                  </a:lnTo>
                  <a:lnTo>
                    <a:pt x="54353" y="41840"/>
                  </a:lnTo>
                  <a:lnTo>
                    <a:pt x="49150" y="44261"/>
                  </a:lnTo>
                  <a:lnTo>
                    <a:pt x="43058" y="48958"/>
                  </a:lnTo>
                  <a:lnTo>
                    <a:pt x="47582" y="51355"/>
                  </a:lnTo>
                  <a:lnTo>
                    <a:pt x="45635" y="54534"/>
                  </a:lnTo>
                  <a:lnTo>
                    <a:pt x="44542" y="54144"/>
                  </a:lnTo>
                  <a:lnTo>
                    <a:pt x="43745" y="52442"/>
                  </a:lnTo>
                  <a:lnTo>
                    <a:pt x="42381" y="52328"/>
                  </a:lnTo>
                  <a:lnTo>
                    <a:pt x="39229" y="54614"/>
                  </a:lnTo>
                  <a:lnTo>
                    <a:pt x="37776" y="54424"/>
                  </a:lnTo>
                  <a:lnTo>
                    <a:pt x="34215" y="52038"/>
                  </a:lnTo>
                  <a:lnTo>
                    <a:pt x="37010" y="51068"/>
                  </a:lnTo>
                  <a:lnTo>
                    <a:pt x="31486" y="46072"/>
                  </a:lnTo>
                  <a:lnTo>
                    <a:pt x="15885" y="44388"/>
                  </a:lnTo>
                  <a:lnTo>
                    <a:pt x="13420" y="42400"/>
                  </a:lnTo>
                  <a:lnTo>
                    <a:pt x="11365" y="42000"/>
                  </a:lnTo>
                  <a:lnTo>
                    <a:pt x="10692" y="42811"/>
                  </a:lnTo>
                  <a:lnTo>
                    <a:pt x="7388" y="41168"/>
                  </a:lnTo>
                  <a:lnTo>
                    <a:pt x="6053" y="38416"/>
                  </a:lnTo>
                  <a:lnTo>
                    <a:pt x="6396" y="36493"/>
                  </a:lnTo>
                  <a:lnTo>
                    <a:pt x="8079" y="35149"/>
                  </a:lnTo>
                  <a:lnTo>
                    <a:pt x="7603" y="30640"/>
                  </a:lnTo>
                  <a:lnTo>
                    <a:pt x="4321" y="27322"/>
                  </a:lnTo>
                  <a:lnTo>
                    <a:pt x="4239" y="24052"/>
                  </a:lnTo>
                  <a:lnTo>
                    <a:pt x="5747" y="21929"/>
                  </a:lnTo>
                  <a:lnTo>
                    <a:pt x="4777" y="20521"/>
                  </a:lnTo>
                  <a:lnTo>
                    <a:pt x="1339" y="20411"/>
                  </a:lnTo>
                  <a:lnTo>
                    <a:pt x="0" y="12804"/>
                  </a:lnTo>
                  <a:lnTo>
                    <a:pt x="4879" y="12014"/>
                  </a:lnTo>
                  <a:lnTo>
                    <a:pt x="9327" y="12399"/>
                  </a:lnTo>
                  <a:lnTo>
                    <a:pt x="10784" y="15266"/>
                  </a:lnTo>
                  <a:lnTo>
                    <a:pt x="14386" y="15893"/>
                  </a:lnTo>
                  <a:lnTo>
                    <a:pt x="18438" y="14837"/>
                  </a:lnTo>
                  <a:lnTo>
                    <a:pt x="21202" y="12719"/>
                  </a:lnTo>
                  <a:lnTo>
                    <a:pt x="21759" y="9156"/>
                  </a:lnTo>
                  <a:lnTo>
                    <a:pt x="24794" y="8533"/>
                  </a:lnTo>
                  <a:lnTo>
                    <a:pt x="29497" y="9241"/>
                  </a:lnTo>
                  <a:lnTo>
                    <a:pt x="31434" y="7811"/>
                  </a:lnTo>
                  <a:lnTo>
                    <a:pt x="30481" y="6094"/>
                  </a:lnTo>
                  <a:lnTo>
                    <a:pt x="30833" y="5173"/>
                  </a:lnTo>
                  <a:lnTo>
                    <a:pt x="35493" y="1783"/>
                  </a:lnTo>
                  <a:lnTo>
                    <a:pt x="4080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h4355"/>
            <p:cNvSpPr/>
            <p:nvPr/>
          </p:nvSpPr>
          <p:spPr>
            <a:xfrm>
              <a:off x="6006371" y="2633507"/>
              <a:ext cx="42265" cy="34702"/>
            </a:xfrm>
            <a:custGeom>
              <a:avLst/>
              <a:pathLst>
                <a:path w="42265" h="34702">
                  <a:moveTo>
                    <a:pt x="3542" y="3926"/>
                  </a:moveTo>
                  <a:lnTo>
                    <a:pt x="6225" y="5871"/>
                  </a:lnTo>
                  <a:lnTo>
                    <a:pt x="8073" y="5686"/>
                  </a:lnTo>
                  <a:lnTo>
                    <a:pt x="11639" y="7250"/>
                  </a:lnTo>
                  <a:lnTo>
                    <a:pt x="11546" y="13711"/>
                  </a:lnTo>
                  <a:lnTo>
                    <a:pt x="15044" y="17081"/>
                  </a:lnTo>
                  <a:lnTo>
                    <a:pt x="25950" y="16466"/>
                  </a:lnTo>
                  <a:lnTo>
                    <a:pt x="31702" y="21288"/>
                  </a:lnTo>
                  <a:lnTo>
                    <a:pt x="31605" y="22468"/>
                  </a:lnTo>
                  <a:lnTo>
                    <a:pt x="30847" y="22509"/>
                  </a:lnTo>
                  <a:lnTo>
                    <a:pt x="32149" y="23676"/>
                  </a:lnTo>
                  <a:lnTo>
                    <a:pt x="35795" y="23849"/>
                  </a:lnTo>
                  <a:lnTo>
                    <a:pt x="36411" y="21118"/>
                  </a:lnTo>
                  <a:lnTo>
                    <a:pt x="37398" y="20638"/>
                  </a:lnTo>
                  <a:lnTo>
                    <a:pt x="38264" y="21094"/>
                  </a:lnTo>
                  <a:lnTo>
                    <a:pt x="38953" y="23162"/>
                  </a:lnTo>
                  <a:lnTo>
                    <a:pt x="40757" y="23209"/>
                  </a:lnTo>
                  <a:lnTo>
                    <a:pt x="41492" y="23915"/>
                  </a:lnTo>
                  <a:lnTo>
                    <a:pt x="42265" y="30371"/>
                  </a:lnTo>
                  <a:lnTo>
                    <a:pt x="41659" y="31775"/>
                  </a:lnTo>
                  <a:lnTo>
                    <a:pt x="39397" y="32180"/>
                  </a:lnTo>
                  <a:lnTo>
                    <a:pt x="38596" y="31176"/>
                  </a:lnTo>
                  <a:lnTo>
                    <a:pt x="31618" y="30778"/>
                  </a:lnTo>
                  <a:lnTo>
                    <a:pt x="28821" y="33372"/>
                  </a:lnTo>
                  <a:lnTo>
                    <a:pt x="25099" y="34702"/>
                  </a:lnTo>
                  <a:lnTo>
                    <a:pt x="24261" y="23871"/>
                  </a:lnTo>
                  <a:lnTo>
                    <a:pt x="20090" y="25877"/>
                  </a:lnTo>
                  <a:lnTo>
                    <a:pt x="12308" y="21693"/>
                  </a:lnTo>
                  <a:lnTo>
                    <a:pt x="3843" y="7884"/>
                  </a:lnTo>
                  <a:lnTo>
                    <a:pt x="0" y="214"/>
                  </a:lnTo>
                  <a:lnTo>
                    <a:pt x="178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h4356"/>
            <p:cNvSpPr/>
            <p:nvPr/>
          </p:nvSpPr>
          <p:spPr>
            <a:xfrm>
              <a:off x="6128437" y="2652321"/>
              <a:ext cx="81186" cy="98359"/>
            </a:xfrm>
            <a:custGeom>
              <a:avLst/>
              <a:pathLst>
                <a:path w="81186" h="98359">
                  <a:moveTo>
                    <a:pt x="22471" y="391"/>
                  </a:moveTo>
                  <a:lnTo>
                    <a:pt x="23093" y="2664"/>
                  </a:lnTo>
                  <a:lnTo>
                    <a:pt x="26332" y="4342"/>
                  </a:lnTo>
                  <a:lnTo>
                    <a:pt x="30049" y="2504"/>
                  </a:lnTo>
                  <a:lnTo>
                    <a:pt x="32207" y="2236"/>
                  </a:lnTo>
                  <a:lnTo>
                    <a:pt x="33698" y="3254"/>
                  </a:lnTo>
                  <a:lnTo>
                    <a:pt x="34294" y="4609"/>
                  </a:lnTo>
                  <a:lnTo>
                    <a:pt x="32588" y="10140"/>
                  </a:lnTo>
                  <a:lnTo>
                    <a:pt x="31301" y="11254"/>
                  </a:lnTo>
                  <a:lnTo>
                    <a:pt x="31304" y="13061"/>
                  </a:lnTo>
                  <a:lnTo>
                    <a:pt x="32619" y="19786"/>
                  </a:lnTo>
                  <a:lnTo>
                    <a:pt x="38841" y="25520"/>
                  </a:lnTo>
                  <a:lnTo>
                    <a:pt x="41159" y="25926"/>
                  </a:lnTo>
                  <a:lnTo>
                    <a:pt x="47524" y="25134"/>
                  </a:lnTo>
                  <a:lnTo>
                    <a:pt x="61882" y="28160"/>
                  </a:lnTo>
                  <a:lnTo>
                    <a:pt x="62125" y="30557"/>
                  </a:lnTo>
                  <a:lnTo>
                    <a:pt x="65596" y="36835"/>
                  </a:lnTo>
                  <a:lnTo>
                    <a:pt x="62537" y="40081"/>
                  </a:lnTo>
                  <a:lnTo>
                    <a:pt x="61528" y="49675"/>
                  </a:lnTo>
                  <a:lnTo>
                    <a:pt x="62159" y="50898"/>
                  </a:lnTo>
                  <a:lnTo>
                    <a:pt x="67295" y="54661"/>
                  </a:lnTo>
                  <a:lnTo>
                    <a:pt x="68685" y="56753"/>
                  </a:lnTo>
                  <a:lnTo>
                    <a:pt x="68462" y="57529"/>
                  </a:lnTo>
                  <a:lnTo>
                    <a:pt x="72443" y="61351"/>
                  </a:lnTo>
                  <a:lnTo>
                    <a:pt x="75105" y="61917"/>
                  </a:lnTo>
                  <a:lnTo>
                    <a:pt x="77994" y="61046"/>
                  </a:lnTo>
                  <a:lnTo>
                    <a:pt x="79368" y="62782"/>
                  </a:lnTo>
                  <a:lnTo>
                    <a:pt x="81186" y="66810"/>
                  </a:lnTo>
                  <a:lnTo>
                    <a:pt x="80512" y="74648"/>
                  </a:lnTo>
                  <a:lnTo>
                    <a:pt x="80938" y="76919"/>
                  </a:lnTo>
                  <a:lnTo>
                    <a:pt x="80183" y="80127"/>
                  </a:lnTo>
                  <a:lnTo>
                    <a:pt x="76965" y="83355"/>
                  </a:lnTo>
                  <a:lnTo>
                    <a:pt x="74711" y="84068"/>
                  </a:lnTo>
                  <a:lnTo>
                    <a:pt x="72498" y="86566"/>
                  </a:lnTo>
                  <a:lnTo>
                    <a:pt x="71965" y="87722"/>
                  </a:lnTo>
                  <a:lnTo>
                    <a:pt x="72832" y="89533"/>
                  </a:lnTo>
                  <a:lnTo>
                    <a:pt x="72555" y="90445"/>
                  </a:lnTo>
                  <a:lnTo>
                    <a:pt x="70242" y="91441"/>
                  </a:lnTo>
                  <a:lnTo>
                    <a:pt x="67818" y="90333"/>
                  </a:lnTo>
                  <a:lnTo>
                    <a:pt x="60868" y="91942"/>
                  </a:lnTo>
                  <a:lnTo>
                    <a:pt x="55392" y="89280"/>
                  </a:lnTo>
                  <a:lnTo>
                    <a:pt x="48061" y="95349"/>
                  </a:lnTo>
                  <a:lnTo>
                    <a:pt x="44822" y="95989"/>
                  </a:lnTo>
                  <a:lnTo>
                    <a:pt x="44313" y="97181"/>
                  </a:lnTo>
                  <a:lnTo>
                    <a:pt x="42480" y="95367"/>
                  </a:lnTo>
                  <a:lnTo>
                    <a:pt x="34522" y="97515"/>
                  </a:lnTo>
                  <a:lnTo>
                    <a:pt x="29709" y="96458"/>
                  </a:lnTo>
                  <a:lnTo>
                    <a:pt x="27828" y="98359"/>
                  </a:lnTo>
                  <a:lnTo>
                    <a:pt x="25848" y="95281"/>
                  </a:lnTo>
                  <a:lnTo>
                    <a:pt x="24766" y="92373"/>
                  </a:lnTo>
                  <a:lnTo>
                    <a:pt x="18820" y="88362"/>
                  </a:lnTo>
                  <a:lnTo>
                    <a:pt x="17801" y="87878"/>
                  </a:lnTo>
                  <a:lnTo>
                    <a:pt x="14893" y="88701"/>
                  </a:lnTo>
                  <a:lnTo>
                    <a:pt x="13643" y="86686"/>
                  </a:lnTo>
                  <a:lnTo>
                    <a:pt x="13161" y="82470"/>
                  </a:lnTo>
                  <a:lnTo>
                    <a:pt x="11778" y="79639"/>
                  </a:lnTo>
                  <a:lnTo>
                    <a:pt x="10272" y="77784"/>
                  </a:lnTo>
                  <a:lnTo>
                    <a:pt x="8015" y="77265"/>
                  </a:lnTo>
                  <a:lnTo>
                    <a:pt x="6622" y="75872"/>
                  </a:lnTo>
                  <a:lnTo>
                    <a:pt x="5480" y="72076"/>
                  </a:lnTo>
                  <a:lnTo>
                    <a:pt x="5513" y="69418"/>
                  </a:lnTo>
                  <a:lnTo>
                    <a:pt x="2857" y="67983"/>
                  </a:lnTo>
                  <a:lnTo>
                    <a:pt x="1442" y="68822"/>
                  </a:lnTo>
                  <a:lnTo>
                    <a:pt x="469" y="68343"/>
                  </a:lnTo>
                  <a:lnTo>
                    <a:pt x="45" y="62942"/>
                  </a:lnTo>
                  <a:lnTo>
                    <a:pt x="4984" y="57095"/>
                  </a:lnTo>
                  <a:lnTo>
                    <a:pt x="0" y="50808"/>
                  </a:lnTo>
                  <a:lnTo>
                    <a:pt x="123" y="46307"/>
                  </a:lnTo>
                  <a:lnTo>
                    <a:pt x="4455" y="47079"/>
                  </a:lnTo>
                  <a:lnTo>
                    <a:pt x="5600" y="40996"/>
                  </a:lnTo>
                  <a:lnTo>
                    <a:pt x="2796" y="40352"/>
                  </a:lnTo>
                  <a:lnTo>
                    <a:pt x="3287" y="37318"/>
                  </a:lnTo>
                  <a:lnTo>
                    <a:pt x="5334" y="32759"/>
                  </a:lnTo>
                  <a:lnTo>
                    <a:pt x="4793" y="30983"/>
                  </a:lnTo>
                  <a:lnTo>
                    <a:pt x="3476" y="29982"/>
                  </a:lnTo>
                  <a:lnTo>
                    <a:pt x="7914" y="17262"/>
                  </a:lnTo>
                  <a:lnTo>
                    <a:pt x="6510" y="16422"/>
                  </a:lnTo>
                  <a:lnTo>
                    <a:pt x="4305" y="8594"/>
                  </a:lnTo>
                  <a:lnTo>
                    <a:pt x="10187" y="7061"/>
                  </a:lnTo>
                  <a:lnTo>
                    <a:pt x="12073" y="5841"/>
                  </a:lnTo>
                  <a:lnTo>
                    <a:pt x="13292" y="3293"/>
                  </a:lnTo>
                  <a:lnTo>
                    <a:pt x="17382" y="3197"/>
                  </a:lnTo>
                  <a:lnTo>
                    <a:pt x="18720" y="1384"/>
                  </a:lnTo>
                  <a:lnTo>
                    <a:pt x="2106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h4357"/>
            <p:cNvSpPr/>
            <p:nvPr/>
          </p:nvSpPr>
          <p:spPr>
            <a:xfrm>
              <a:off x="6038275" y="2763490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h4358"/>
            <p:cNvSpPr/>
            <p:nvPr/>
          </p:nvSpPr>
          <p:spPr>
            <a:xfrm>
              <a:off x="6027475" y="2725181"/>
              <a:ext cx="64620" cy="61450"/>
            </a:xfrm>
            <a:custGeom>
              <a:avLst/>
              <a:pathLst>
                <a:path w="64620" h="61450">
                  <a:moveTo>
                    <a:pt x="20669" y="1504"/>
                  </a:moveTo>
                  <a:lnTo>
                    <a:pt x="22076" y="2861"/>
                  </a:lnTo>
                  <a:lnTo>
                    <a:pt x="25513" y="2244"/>
                  </a:lnTo>
                  <a:lnTo>
                    <a:pt x="31055" y="7038"/>
                  </a:lnTo>
                  <a:lnTo>
                    <a:pt x="33947" y="4883"/>
                  </a:lnTo>
                  <a:lnTo>
                    <a:pt x="38083" y="3830"/>
                  </a:lnTo>
                  <a:lnTo>
                    <a:pt x="43292" y="6229"/>
                  </a:lnTo>
                  <a:lnTo>
                    <a:pt x="46320" y="8428"/>
                  </a:lnTo>
                  <a:lnTo>
                    <a:pt x="49010" y="9154"/>
                  </a:lnTo>
                  <a:lnTo>
                    <a:pt x="54076" y="8221"/>
                  </a:lnTo>
                  <a:lnTo>
                    <a:pt x="56756" y="5229"/>
                  </a:lnTo>
                  <a:lnTo>
                    <a:pt x="61306" y="5304"/>
                  </a:lnTo>
                  <a:lnTo>
                    <a:pt x="64102" y="6551"/>
                  </a:lnTo>
                  <a:lnTo>
                    <a:pt x="61363" y="17524"/>
                  </a:lnTo>
                  <a:lnTo>
                    <a:pt x="60131" y="18718"/>
                  </a:lnTo>
                  <a:lnTo>
                    <a:pt x="57900" y="19271"/>
                  </a:lnTo>
                  <a:lnTo>
                    <a:pt x="61789" y="22782"/>
                  </a:lnTo>
                  <a:lnTo>
                    <a:pt x="63471" y="25690"/>
                  </a:lnTo>
                  <a:lnTo>
                    <a:pt x="60509" y="25152"/>
                  </a:lnTo>
                  <a:lnTo>
                    <a:pt x="57732" y="26835"/>
                  </a:lnTo>
                  <a:lnTo>
                    <a:pt x="58986" y="34490"/>
                  </a:lnTo>
                  <a:lnTo>
                    <a:pt x="64620" y="41178"/>
                  </a:lnTo>
                  <a:lnTo>
                    <a:pt x="63705" y="43498"/>
                  </a:lnTo>
                  <a:lnTo>
                    <a:pt x="60340" y="43320"/>
                  </a:lnTo>
                  <a:lnTo>
                    <a:pt x="56535" y="45710"/>
                  </a:lnTo>
                  <a:lnTo>
                    <a:pt x="50623" y="51868"/>
                  </a:lnTo>
                  <a:lnTo>
                    <a:pt x="46316" y="53437"/>
                  </a:lnTo>
                  <a:lnTo>
                    <a:pt x="44542" y="55808"/>
                  </a:lnTo>
                  <a:lnTo>
                    <a:pt x="45322" y="50765"/>
                  </a:lnTo>
                  <a:lnTo>
                    <a:pt x="40781" y="45862"/>
                  </a:lnTo>
                  <a:lnTo>
                    <a:pt x="37532" y="44580"/>
                  </a:lnTo>
                  <a:lnTo>
                    <a:pt x="37065" y="45823"/>
                  </a:lnTo>
                  <a:lnTo>
                    <a:pt x="33300" y="48286"/>
                  </a:lnTo>
                  <a:lnTo>
                    <a:pt x="16582" y="49909"/>
                  </a:lnTo>
                  <a:lnTo>
                    <a:pt x="12552" y="55419"/>
                  </a:lnTo>
                  <a:lnTo>
                    <a:pt x="9025" y="56097"/>
                  </a:lnTo>
                  <a:lnTo>
                    <a:pt x="6536" y="59390"/>
                  </a:lnTo>
                  <a:lnTo>
                    <a:pt x="1748" y="61450"/>
                  </a:lnTo>
                  <a:lnTo>
                    <a:pt x="0" y="58453"/>
                  </a:lnTo>
                  <a:lnTo>
                    <a:pt x="5083" y="52499"/>
                  </a:lnTo>
                  <a:lnTo>
                    <a:pt x="1451" y="48760"/>
                  </a:lnTo>
                  <a:lnTo>
                    <a:pt x="3152" y="46615"/>
                  </a:lnTo>
                  <a:lnTo>
                    <a:pt x="6369" y="39965"/>
                  </a:lnTo>
                  <a:lnTo>
                    <a:pt x="10889" y="41434"/>
                  </a:lnTo>
                  <a:lnTo>
                    <a:pt x="14152" y="38603"/>
                  </a:lnTo>
                  <a:lnTo>
                    <a:pt x="15414" y="35829"/>
                  </a:lnTo>
                  <a:lnTo>
                    <a:pt x="16018" y="31436"/>
                  </a:lnTo>
                  <a:lnTo>
                    <a:pt x="15849" y="24008"/>
                  </a:lnTo>
                  <a:lnTo>
                    <a:pt x="17665" y="20014"/>
                  </a:lnTo>
                  <a:lnTo>
                    <a:pt x="16727" y="10177"/>
                  </a:lnTo>
                  <a:lnTo>
                    <a:pt x="14887" y="3265"/>
                  </a:lnTo>
                  <a:lnTo>
                    <a:pt x="15563" y="1310"/>
                  </a:lnTo>
                  <a:lnTo>
                    <a:pt x="18216" y="0"/>
                  </a:lnTo>
                  <a:lnTo>
                    <a:pt x="21044" y="614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h4359"/>
            <p:cNvSpPr/>
            <p:nvPr/>
          </p:nvSpPr>
          <p:spPr>
            <a:xfrm>
              <a:off x="6085207" y="2731733"/>
              <a:ext cx="26445" cy="38217"/>
            </a:xfrm>
            <a:custGeom>
              <a:avLst/>
              <a:pathLst>
                <a:path w="26445" h="38217">
                  <a:moveTo>
                    <a:pt x="15563" y="6775"/>
                  </a:moveTo>
                  <a:lnTo>
                    <a:pt x="18020" y="5360"/>
                  </a:lnTo>
                  <a:lnTo>
                    <a:pt x="20575" y="6176"/>
                  </a:lnTo>
                  <a:lnTo>
                    <a:pt x="18028" y="9786"/>
                  </a:lnTo>
                  <a:lnTo>
                    <a:pt x="19743" y="13131"/>
                  </a:lnTo>
                  <a:lnTo>
                    <a:pt x="24692" y="18257"/>
                  </a:lnTo>
                  <a:lnTo>
                    <a:pt x="26445" y="22165"/>
                  </a:lnTo>
                  <a:lnTo>
                    <a:pt x="26052" y="23148"/>
                  </a:lnTo>
                  <a:lnTo>
                    <a:pt x="22837" y="25816"/>
                  </a:lnTo>
                  <a:lnTo>
                    <a:pt x="21338" y="28766"/>
                  </a:lnTo>
                  <a:lnTo>
                    <a:pt x="17713" y="32060"/>
                  </a:lnTo>
                  <a:lnTo>
                    <a:pt x="14792" y="36957"/>
                  </a:lnTo>
                  <a:lnTo>
                    <a:pt x="13547" y="37506"/>
                  </a:lnTo>
                  <a:lnTo>
                    <a:pt x="12687" y="38217"/>
                  </a:lnTo>
                  <a:lnTo>
                    <a:pt x="10087" y="37840"/>
                  </a:lnTo>
                  <a:lnTo>
                    <a:pt x="8711" y="36786"/>
                  </a:lnTo>
                  <a:lnTo>
                    <a:pt x="5972" y="36947"/>
                  </a:lnTo>
                  <a:lnTo>
                    <a:pt x="6887" y="34627"/>
                  </a:lnTo>
                  <a:lnTo>
                    <a:pt x="1254" y="27938"/>
                  </a:lnTo>
                  <a:lnTo>
                    <a:pt x="0" y="20283"/>
                  </a:lnTo>
                  <a:lnTo>
                    <a:pt x="2776" y="18600"/>
                  </a:lnTo>
                  <a:lnTo>
                    <a:pt x="5739" y="19138"/>
                  </a:lnTo>
                  <a:lnTo>
                    <a:pt x="4057" y="16230"/>
                  </a:lnTo>
                  <a:lnTo>
                    <a:pt x="168" y="12720"/>
                  </a:lnTo>
                  <a:lnTo>
                    <a:pt x="2399" y="12166"/>
                  </a:lnTo>
                  <a:lnTo>
                    <a:pt x="3630" y="10972"/>
                  </a:lnTo>
                  <a:lnTo>
                    <a:pt x="6370" y="0"/>
                  </a:lnTo>
                  <a:lnTo>
                    <a:pt x="7003" y="515"/>
                  </a:lnTo>
                  <a:lnTo>
                    <a:pt x="9050" y="10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h4360"/>
            <p:cNvSpPr/>
            <p:nvPr/>
          </p:nvSpPr>
          <p:spPr>
            <a:xfrm>
              <a:off x="6052982" y="2711025"/>
              <a:ext cx="43669" cy="23311"/>
            </a:xfrm>
            <a:custGeom>
              <a:avLst/>
              <a:pathLst>
                <a:path w="43669" h="23311">
                  <a:moveTo>
                    <a:pt x="17248" y="400"/>
                  </a:moveTo>
                  <a:lnTo>
                    <a:pt x="19713" y="2388"/>
                  </a:lnTo>
                  <a:lnTo>
                    <a:pt x="35314" y="4072"/>
                  </a:lnTo>
                  <a:lnTo>
                    <a:pt x="40838" y="9068"/>
                  </a:lnTo>
                  <a:lnTo>
                    <a:pt x="38043" y="10037"/>
                  </a:lnTo>
                  <a:lnTo>
                    <a:pt x="41604" y="12423"/>
                  </a:lnTo>
                  <a:lnTo>
                    <a:pt x="43057" y="12613"/>
                  </a:lnTo>
                  <a:lnTo>
                    <a:pt x="43669" y="12705"/>
                  </a:lnTo>
                  <a:lnTo>
                    <a:pt x="43417" y="14785"/>
                  </a:lnTo>
                  <a:lnTo>
                    <a:pt x="41248" y="15278"/>
                  </a:lnTo>
                  <a:lnTo>
                    <a:pt x="38389" y="19911"/>
                  </a:lnTo>
                  <a:lnTo>
                    <a:pt x="39229" y="21223"/>
                  </a:lnTo>
                  <a:lnTo>
                    <a:pt x="38595" y="20708"/>
                  </a:lnTo>
                  <a:lnTo>
                    <a:pt x="35799" y="19460"/>
                  </a:lnTo>
                  <a:lnTo>
                    <a:pt x="31249" y="19386"/>
                  </a:lnTo>
                  <a:lnTo>
                    <a:pt x="28569" y="22378"/>
                  </a:lnTo>
                  <a:lnTo>
                    <a:pt x="23503" y="23311"/>
                  </a:lnTo>
                  <a:lnTo>
                    <a:pt x="20813" y="22584"/>
                  </a:lnTo>
                  <a:lnTo>
                    <a:pt x="17785" y="20385"/>
                  </a:lnTo>
                  <a:lnTo>
                    <a:pt x="12576" y="17987"/>
                  </a:lnTo>
                  <a:lnTo>
                    <a:pt x="8440" y="19039"/>
                  </a:lnTo>
                  <a:lnTo>
                    <a:pt x="5548" y="21194"/>
                  </a:lnTo>
                  <a:lnTo>
                    <a:pt x="6" y="16400"/>
                  </a:lnTo>
                  <a:lnTo>
                    <a:pt x="0" y="14857"/>
                  </a:lnTo>
                  <a:lnTo>
                    <a:pt x="1469" y="11867"/>
                  </a:lnTo>
                  <a:lnTo>
                    <a:pt x="4340" y="12428"/>
                  </a:lnTo>
                  <a:lnTo>
                    <a:pt x="5954" y="10627"/>
                  </a:lnTo>
                  <a:lnTo>
                    <a:pt x="6614" y="5631"/>
                  </a:lnTo>
                  <a:lnTo>
                    <a:pt x="7670" y="4900"/>
                  </a:lnTo>
                  <a:lnTo>
                    <a:pt x="11724" y="4424"/>
                  </a:lnTo>
                  <a:lnTo>
                    <a:pt x="13123" y="3362"/>
                  </a:lnTo>
                  <a:lnTo>
                    <a:pt x="14520" y="811"/>
                  </a:lnTo>
                  <a:lnTo>
                    <a:pt x="151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h4361"/>
            <p:cNvSpPr/>
            <p:nvPr/>
          </p:nvSpPr>
          <p:spPr>
            <a:xfrm>
              <a:off x="6015400" y="2521398"/>
              <a:ext cx="69505" cy="65474"/>
            </a:xfrm>
            <a:custGeom>
              <a:avLst/>
              <a:pathLst>
                <a:path w="69505" h="65474">
                  <a:moveTo>
                    <a:pt x="19025" y="1820"/>
                  </a:moveTo>
                  <a:lnTo>
                    <a:pt x="19914" y="3164"/>
                  </a:lnTo>
                  <a:lnTo>
                    <a:pt x="21441" y="15678"/>
                  </a:lnTo>
                  <a:lnTo>
                    <a:pt x="22571" y="17141"/>
                  </a:lnTo>
                  <a:lnTo>
                    <a:pt x="25454" y="15682"/>
                  </a:lnTo>
                  <a:lnTo>
                    <a:pt x="40214" y="16049"/>
                  </a:lnTo>
                  <a:lnTo>
                    <a:pt x="49865" y="15573"/>
                  </a:lnTo>
                  <a:lnTo>
                    <a:pt x="57913" y="13680"/>
                  </a:lnTo>
                  <a:lnTo>
                    <a:pt x="57335" y="14683"/>
                  </a:lnTo>
                  <a:lnTo>
                    <a:pt x="57033" y="20157"/>
                  </a:lnTo>
                  <a:lnTo>
                    <a:pt x="59278" y="25965"/>
                  </a:lnTo>
                  <a:lnTo>
                    <a:pt x="59201" y="30465"/>
                  </a:lnTo>
                  <a:lnTo>
                    <a:pt x="62389" y="33200"/>
                  </a:lnTo>
                  <a:lnTo>
                    <a:pt x="65148" y="31627"/>
                  </a:lnTo>
                  <a:lnTo>
                    <a:pt x="66875" y="32557"/>
                  </a:lnTo>
                  <a:lnTo>
                    <a:pt x="68238" y="34987"/>
                  </a:lnTo>
                  <a:lnTo>
                    <a:pt x="67006" y="41030"/>
                  </a:lnTo>
                  <a:lnTo>
                    <a:pt x="69505" y="42404"/>
                  </a:lnTo>
                  <a:lnTo>
                    <a:pt x="51237" y="47889"/>
                  </a:lnTo>
                  <a:lnTo>
                    <a:pt x="49986" y="49013"/>
                  </a:lnTo>
                  <a:lnTo>
                    <a:pt x="49495" y="51608"/>
                  </a:lnTo>
                  <a:lnTo>
                    <a:pt x="46548" y="59959"/>
                  </a:lnTo>
                  <a:lnTo>
                    <a:pt x="44842" y="61867"/>
                  </a:lnTo>
                  <a:lnTo>
                    <a:pt x="37350" y="65328"/>
                  </a:lnTo>
                  <a:lnTo>
                    <a:pt x="34781" y="65474"/>
                  </a:lnTo>
                  <a:lnTo>
                    <a:pt x="31797" y="62846"/>
                  </a:lnTo>
                  <a:lnTo>
                    <a:pt x="30203" y="59401"/>
                  </a:lnTo>
                  <a:lnTo>
                    <a:pt x="27705" y="59781"/>
                  </a:lnTo>
                  <a:lnTo>
                    <a:pt x="27638" y="61565"/>
                  </a:lnTo>
                  <a:lnTo>
                    <a:pt x="21507" y="61110"/>
                  </a:lnTo>
                  <a:lnTo>
                    <a:pt x="14944" y="61673"/>
                  </a:lnTo>
                  <a:lnTo>
                    <a:pt x="12906" y="54678"/>
                  </a:lnTo>
                  <a:lnTo>
                    <a:pt x="12743" y="50844"/>
                  </a:lnTo>
                  <a:lnTo>
                    <a:pt x="6309" y="50298"/>
                  </a:lnTo>
                  <a:lnTo>
                    <a:pt x="2525" y="51139"/>
                  </a:lnTo>
                  <a:lnTo>
                    <a:pt x="0" y="42404"/>
                  </a:lnTo>
                  <a:lnTo>
                    <a:pt x="109" y="36611"/>
                  </a:lnTo>
                  <a:lnTo>
                    <a:pt x="2142" y="32760"/>
                  </a:lnTo>
                  <a:lnTo>
                    <a:pt x="3331" y="32226"/>
                  </a:lnTo>
                  <a:lnTo>
                    <a:pt x="5693" y="23959"/>
                  </a:lnTo>
                  <a:lnTo>
                    <a:pt x="3330" y="17617"/>
                  </a:lnTo>
                  <a:lnTo>
                    <a:pt x="3064" y="14628"/>
                  </a:lnTo>
                  <a:lnTo>
                    <a:pt x="8395" y="12517"/>
                  </a:lnTo>
                  <a:lnTo>
                    <a:pt x="10807" y="7038"/>
                  </a:lnTo>
                  <a:lnTo>
                    <a:pt x="13406" y="7139"/>
                  </a:lnTo>
                  <a:lnTo>
                    <a:pt x="13104" y="1132"/>
                  </a:lnTo>
                  <a:lnTo>
                    <a:pt x="1541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h4362"/>
            <p:cNvSpPr/>
            <p:nvPr/>
          </p:nvSpPr>
          <p:spPr>
            <a:xfrm>
              <a:off x="6129549" y="2747009"/>
              <a:ext cx="28361" cy="42533"/>
            </a:xfrm>
            <a:custGeom>
              <a:avLst/>
              <a:pathLst>
                <a:path w="28361" h="42533">
                  <a:moveTo>
                    <a:pt x="24736" y="592"/>
                  </a:moveTo>
                  <a:lnTo>
                    <a:pt x="26716" y="3670"/>
                  </a:lnTo>
                  <a:lnTo>
                    <a:pt x="26025" y="6681"/>
                  </a:lnTo>
                  <a:lnTo>
                    <a:pt x="27614" y="9118"/>
                  </a:lnTo>
                  <a:lnTo>
                    <a:pt x="26848" y="14476"/>
                  </a:lnTo>
                  <a:lnTo>
                    <a:pt x="26250" y="16342"/>
                  </a:lnTo>
                  <a:lnTo>
                    <a:pt x="25426" y="16790"/>
                  </a:lnTo>
                  <a:lnTo>
                    <a:pt x="24175" y="21326"/>
                  </a:lnTo>
                  <a:lnTo>
                    <a:pt x="24246" y="25575"/>
                  </a:lnTo>
                  <a:lnTo>
                    <a:pt x="24799" y="28369"/>
                  </a:lnTo>
                  <a:lnTo>
                    <a:pt x="26411" y="29401"/>
                  </a:lnTo>
                  <a:lnTo>
                    <a:pt x="27943" y="29469"/>
                  </a:lnTo>
                  <a:lnTo>
                    <a:pt x="28361" y="29783"/>
                  </a:lnTo>
                  <a:lnTo>
                    <a:pt x="27705" y="32265"/>
                  </a:lnTo>
                  <a:lnTo>
                    <a:pt x="26096" y="31627"/>
                  </a:lnTo>
                  <a:lnTo>
                    <a:pt x="21714" y="37216"/>
                  </a:lnTo>
                  <a:lnTo>
                    <a:pt x="17957" y="42533"/>
                  </a:lnTo>
                  <a:lnTo>
                    <a:pt x="16640" y="38840"/>
                  </a:lnTo>
                  <a:lnTo>
                    <a:pt x="14985" y="37011"/>
                  </a:lnTo>
                  <a:lnTo>
                    <a:pt x="12594" y="31964"/>
                  </a:lnTo>
                  <a:lnTo>
                    <a:pt x="12263" y="28639"/>
                  </a:lnTo>
                  <a:lnTo>
                    <a:pt x="7129" y="28449"/>
                  </a:lnTo>
                  <a:lnTo>
                    <a:pt x="5500" y="30918"/>
                  </a:lnTo>
                  <a:lnTo>
                    <a:pt x="1581" y="31094"/>
                  </a:lnTo>
                  <a:lnTo>
                    <a:pt x="209" y="29034"/>
                  </a:lnTo>
                  <a:lnTo>
                    <a:pt x="0" y="26025"/>
                  </a:lnTo>
                  <a:lnTo>
                    <a:pt x="1111" y="23619"/>
                  </a:lnTo>
                  <a:lnTo>
                    <a:pt x="5185" y="23086"/>
                  </a:lnTo>
                  <a:lnTo>
                    <a:pt x="5589" y="22332"/>
                  </a:lnTo>
                  <a:lnTo>
                    <a:pt x="3134" y="17711"/>
                  </a:lnTo>
                  <a:lnTo>
                    <a:pt x="4337" y="16225"/>
                  </a:lnTo>
                  <a:lnTo>
                    <a:pt x="14377" y="16211"/>
                  </a:lnTo>
                  <a:lnTo>
                    <a:pt x="18604" y="14430"/>
                  </a:lnTo>
                  <a:lnTo>
                    <a:pt x="18657" y="13251"/>
                  </a:lnTo>
                  <a:lnTo>
                    <a:pt x="16366" y="10361"/>
                  </a:lnTo>
                  <a:lnTo>
                    <a:pt x="13772" y="4157"/>
                  </a:lnTo>
                  <a:lnTo>
                    <a:pt x="13677" y="112"/>
                  </a:lnTo>
                  <a:lnTo>
                    <a:pt x="15064" y="905"/>
                  </a:lnTo>
                  <a:lnTo>
                    <a:pt x="2211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h4363"/>
            <p:cNvSpPr/>
            <p:nvPr/>
          </p:nvSpPr>
          <p:spPr>
            <a:xfrm>
              <a:off x="6118085" y="2729586"/>
              <a:ext cx="36200" cy="35134"/>
            </a:xfrm>
            <a:custGeom>
              <a:avLst/>
              <a:pathLst>
                <a:path w="36200" h="35134">
                  <a:moveTo>
                    <a:pt x="20625" y="519"/>
                  </a:moveTo>
                  <a:lnTo>
                    <a:pt x="22130" y="2373"/>
                  </a:lnTo>
                  <a:lnTo>
                    <a:pt x="23514" y="5205"/>
                  </a:lnTo>
                  <a:lnTo>
                    <a:pt x="23995" y="9420"/>
                  </a:lnTo>
                  <a:lnTo>
                    <a:pt x="25245" y="11435"/>
                  </a:lnTo>
                  <a:lnTo>
                    <a:pt x="28153" y="10613"/>
                  </a:lnTo>
                  <a:lnTo>
                    <a:pt x="29172" y="11097"/>
                  </a:lnTo>
                  <a:lnTo>
                    <a:pt x="35119" y="15107"/>
                  </a:lnTo>
                  <a:lnTo>
                    <a:pt x="36200" y="18015"/>
                  </a:lnTo>
                  <a:lnTo>
                    <a:pt x="33578" y="17423"/>
                  </a:lnTo>
                  <a:lnTo>
                    <a:pt x="26528" y="18328"/>
                  </a:lnTo>
                  <a:lnTo>
                    <a:pt x="25141" y="17535"/>
                  </a:lnTo>
                  <a:lnTo>
                    <a:pt x="25237" y="21580"/>
                  </a:lnTo>
                  <a:lnTo>
                    <a:pt x="27830" y="27784"/>
                  </a:lnTo>
                  <a:lnTo>
                    <a:pt x="30121" y="30674"/>
                  </a:lnTo>
                  <a:lnTo>
                    <a:pt x="30069" y="31853"/>
                  </a:lnTo>
                  <a:lnTo>
                    <a:pt x="25842" y="33634"/>
                  </a:lnTo>
                  <a:lnTo>
                    <a:pt x="15801" y="33648"/>
                  </a:lnTo>
                  <a:lnTo>
                    <a:pt x="14599" y="35134"/>
                  </a:lnTo>
                  <a:lnTo>
                    <a:pt x="13065" y="34824"/>
                  </a:lnTo>
                  <a:lnTo>
                    <a:pt x="10003" y="28917"/>
                  </a:lnTo>
                  <a:lnTo>
                    <a:pt x="4121" y="26166"/>
                  </a:lnTo>
                  <a:lnTo>
                    <a:pt x="7725" y="23013"/>
                  </a:lnTo>
                  <a:lnTo>
                    <a:pt x="2553" y="20307"/>
                  </a:lnTo>
                  <a:lnTo>
                    <a:pt x="852" y="19482"/>
                  </a:lnTo>
                  <a:lnTo>
                    <a:pt x="0" y="16279"/>
                  </a:lnTo>
                  <a:lnTo>
                    <a:pt x="4701" y="15980"/>
                  </a:lnTo>
                  <a:lnTo>
                    <a:pt x="10438" y="12785"/>
                  </a:lnTo>
                  <a:lnTo>
                    <a:pt x="17202" y="7567"/>
                  </a:lnTo>
                  <a:lnTo>
                    <a:pt x="18487" y="5033"/>
                  </a:lnTo>
                  <a:lnTo>
                    <a:pt x="16983" y="2018"/>
                  </a:lnTo>
                  <a:lnTo>
                    <a:pt x="183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h4364"/>
            <p:cNvSpPr/>
            <p:nvPr/>
          </p:nvSpPr>
          <p:spPr>
            <a:xfrm>
              <a:off x="6091371" y="2698656"/>
              <a:ext cx="45201" cy="60860"/>
            </a:xfrm>
            <a:custGeom>
              <a:avLst/>
              <a:pathLst>
                <a:path w="45201" h="60860">
                  <a:moveTo>
                    <a:pt x="26945" y="4332"/>
                  </a:moveTo>
                  <a:lnTo>
                    <a:pt x="26279" y="5031"/>
                  </a:lnTo>
                  <a:lnTo>
                    <a:pt x="26227" y="6668"/>
                  </a:lnTo>
                  <a:lnTo>
                    <a:pt x="27267" y="10374"/>
                  </a:lnTo>
                  <a:lnTo>
                    <a:pt x="30638" y="10744"/>
                  </a:lnTo>
                  <a:lnTo>
                    <a:pt x="31212" y="11415"/>
                  </a:lnTo>
                  <a:lnTo>
                    <a:pt x="31385" y="12427"/>
                  </a:lnTo>
                  <a:lnTo>
                    <a:pt x="29450" y="14747"/>
                  </a:lnTo>
                  <a:lnTo>
                    <a:pt x="29571" y="16914"/>
                  </a:lnTo>
                  <a:lnTo>
                    <a:pt x="30618" y="17677"/>
                  </a:lnTo>
                  <a:lnTo>
                    <a:pt x="32682" y="17547"/>
                  </a:lnTo>
                  <a:lnTo>
                    <a:pt x="34241" y="15538"/>
                  </a:lnTo>
                  <a:lnTo>
                    <a:pt x="36276" y="15626"/>
                  </a:lnTo>
                  <a:lnTo>
                    <a:pt x="37112" y="16606"/>
                  </a:lnTo>
                  <a:lnTo>
                    <a:pt x="37536" y="22008"/>
                  </a:lnTo>
                  <a:lnTo>
                    <a:pt x="38508" y="22487"/>
                  </a:lnTo>
                  <a:lnTo>
                    <a:pt x="39924" y="21648"/>
                  </a:lnTo>
                  <a:lnTo>
                    <a:pt x="42580" y="23083"/>
                  </a:lnTo>
                  <a:lnTo>
                    <a:pt x="42546" y="25741"/>
                  </a:lnTo>
                  <a:lnTo>
                    <a:pt x="43688" y="29537"/>
                  </a:lnTo>
                  <a:lnTo>
                    <a:pt x="45082" y="30930"/>
                  </a:lnTo>
                  <a:lnTo>
                    <a:pt x="43697" y="32949"/>
                  </a:lnTo>
                  <a:lnTo>
                    <a:pt x="45201" y="35963"/>
                  </a:lnTo>
                  <a:lnTo>
                    <a:pt x="43916" y="38497"/>
                  </a:lnTo>
                  <a:lnTo>
                    <a:pt x="37152" y="43715"/>
                  </a:lnTo>
                  <a:lnTo>
                    <a:pt x="31415" y="46910"/>
                  </a:lnTo>
                  <a:lnTo>
                    <a:pt x="26714" y="47209"/>
                  </a:lnTo>
                  <a:lnTo>
                    <a:pt x="27566" y="50412"/>
                  </a:lnTo>
                  <a:lnTo>
                    <a:pt x="29267" y="51238"/>
                  </a:lnTo>
                  <a:lnTo>
                    <a:pt x="29702" y="53233"/>
                  </a:lnTo>
                  <a:lnTo>
                    <a:pt x="23972" y="55766"/>
                  </a:lnTo>
                  <a:lnTo>
                    <a:pt x="24286" y="58896"/>
                  </a:lnTo>
                  <a:lnTo>
                    <a:pt x="23444" y="60860"/>
                  </a:lnTo>
                  <a:lnTo>
                    <a:pt x="18529" y="51334"/>
                  </a:lnTo>
                  <a:lnTo>
                    <a:pt x="13580" y="46208"/>
                  </a:lnTo>
                  <a:lnTo>
                    <a:pt x="11864" y="42863"/>
                  </a:lnTo>
                  <a:lnTo>
                    <a:pt x="14412" y="39253"/>
                  </a:lnTo>
                  <a:lnTo>
                    <a:pt x="11857" y="38437"/>
                  </a:lnTo>
                  <a:lnTo>
                    <a:pt x="9400" y="39852"/>
                  </a:lnTo>
                  <a:lnTo>
                    <a:pt x="2887" y="34102"/>
                  </a:lnTo>
                  <a:lnTo>
                    <a:pt x="840" y="33592"/>
                  </a:lnTo>
                  <a:lnTo>
                    <a:pt x="0" y="32280"/>
                  </a:lnTo>
                  <a:lnTo>
                    <a:pt x="2859" y="27647"/>
                  </a:lnTo>
                  <a:lnTo>
                    <a:pt x="5028" y="27154"/>
                  </a:lnTo>
                  <a:lnTo>
                    <a:pt x="5280" y="25074"/>
                  </a:lnTo>
                  <a:lnTo>
                    <a:pt x="4668" y="24982"/>
                  </a:lnTo>
                  <a:lnTo>
                    <a:pt x="7820" y="22696"/>
                  </a:lnTo>
                  <a:lnTo>
                    <a:pt x="9184" y="22810"/>
                  </a:lnTo>
                  <a:lnTo>
                    <a:pt x="9981" y="24512"/>
                  </a:lnTo>
                  <a:lnTo>
                    <a:pt x="11074" y="24902"/>
                  </a:lnTo>
                  <a:lnTo>
                    <a:pt x="13021" y="21723"/>
                  </a:lnTo>
                  <a:lnTo>
                    <a:pt x="8497" y="19326"/>
                  </a:lnTo>
                  <a:lnTo>
                    <a:pt x="14589" y="14629"/>
                  </a:lnTo>
                  <a:lnTo>
                    <a:pt x="19792" y="12208"/>
                  </a:lnTo>
                  <a:lnTo>
                    <a:pt x="20049" y="11536"/>
                  </a:lnTo>
                  <a:lnTo>
                    <a:pt x="16077" y="7064"/>
                  </a:lnTo>
                  <a:lnTo>
                    <a:pt x="17296" y="2424"/>
                  </a:lnTo>
                  <a:lnTo>
                    <a:pt x="17795" y="1944"/>
                  </a:lnTo>
                  <a:lnTo>
                    <a:pt x="21264" y="2352"/>
                  </a:lnTo>
                  <a:lnTo>
                    <a:pt x="236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h4365"/>
            <p:cNvSpPr/>
            <p:nvPr/>
          </p:nvSpPr>
          <p:spPr>
            <a:xfrm>
              <a:off x="5972161" y="2666167"/>
              <a:ext cx="1006" cy="1409"/>
            </a:xfrm>
            <a:custGeom>
              <a:avLst/>
              <a:pathLst>
                <a:path w="1006" h="1409">
                  <a:moveTo>
                    <a:pt x="870" y="474"/>
                  </a:moveTo>
                  <a:lnTo>
                    <a:pt x="1006" y="1409"/>
                  </a:lnTo>
                  <a:lnTo>
                    <a:pt x="203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h4366"/>
            <p:cNvSpPr/>
            <p:nvPr/>
          </p:nvSpPr>
          <p:spPr>
            <a:xfrm>
              <a:off x="5998678" y="2614762"/>
              <a:ext cx="87718" cy="79072"/>
            </a:xfrm>
            <a:custGeom>
              <a:avLst/>
              <a:pathLst>
                <a:path w="87718" h="79072">
                  <a:moveTo>
                    <a:pt x="4534" y="6378"/>
                  </a:moveTo>
                  <a:lnTo>
                    <a:pt x="4863" y="12826"/>
                  </a:lnTo>
                  <a:lnTo>
                    <a:pt x="6657" y="17945"/>
                  </a:lnTo>
                  <a:lnTo>
                    <a:pt x="7693" y="18958"/>
                  </a:lnTo>
                  <a:lnTo>
                    <a:pt x="11536" y="26628"/>
                  </a:lnTo>
                  <a:lnTo>
                    <a:pt x="20002" y="40438"/>
                  </a:lnTo>
                  <a:lnTo>
                    <a:pt x="27783" y="44621"/>
                  </a:lnTo>
                  <a:lnTo>
                    <a:pt x="31955" y="42616"/>
                  </a:lnTo>
                  <a:lnTo>
                    <a:pt x="32792" y="53446"/>
                  </a:lnTo>
                  <a:lnTo>
                    <a:pt x="36514" y="52117"/>
                  </a:lnTo>
                  <a:lnTo>
                    <a:pt x="39312" y="49523"/>
                  </a:lnTo>
                  <a:lnTo>
                    <a:pt x="46289" y="49921"/>
                  </a:lnTo>
                  <a:lnTo>
                    <a:pt x="47091" y="50925"/>
                  </a:lnTo>
                  <a:lnTo>
                    <a:pt x="49353" y="50519"/>
                  </a:lnTo>
                  <a:lnTo>
                    <a:pt x="49958" y="49116"/>
                  </a:lnTo>
                  <a:lnTo>
                    <a:pt x="51697" y="47032"/>
                  </a:lnTo>
                  <a:lnTo>
                    <a:pt x="53669" y="47437"/>
                  </a:lnTo>
                  <a:lnTo>
                    <a:pt x="54752" y="50552"/>
                  </a:lnTo>
                  <a:lnTo>
                    <a:pt x="56302" y="51270"/>
                  </a:lnTo>
                  <a:lnTo>
                    <a:pt x="61277" y="51425"/>
                  </a:lnTo>
                  <a:lnTo>
                    <a:pt x="61607" y="48995"/>
                  </a:lnTo>
                  <a:lnTo>
                    <a:pt x="65416" y="47697"/>
                  </a:lnTo>
                  <a:lnTo>
                    <a:pt x="69203" y="47437"/>
                  </a:lnTo>
                  <a:lnTo>
                    <a:pt x="69193" y="48405"/>
                  </a:lnTo>
                  <a:lnTo>
                    <a:pt x="75160" y="49683"/>
                  </a:lnTo>
                  <a:lnTo>
                    <a:pt x="79941" y="49920"/>
                  </a:lnTo>
                  <a:lnTo>
                    <a:pt x="81130" y="49237"/>
                  </a:lnTo>
                  <a:lnTo>
                    <a:pt x="82960" y="50175"/>
                  </a:lnTo>
                  <a:lnTo>
                    <a:pt x="83242" y="51131"/>
                  </a:lnTo>
                  <a:lnTo>
                    <a:pt x="87718" y="49180"/>
                  </a:lnTo>
                  <a:lnTo>
                    <a:pt x="87383" y="54884"/>
                  </a:lnTo>
                  <a:lnTo>
                    <a:pt x="86631" y="53597"/>
                  </a:lnTo>
                  <a:lnTo>
                    <a:pt x="84329" y="53679"/>
                  </a:lnTo>
                  <a:lnTo>
                    <a:pt x="78694" y="58836"/>
                  </a:lnTo>
                  <a:lnTo>
                    <a:pt x="78764" y="62605"/>
                  </a:lnTo>
                  <a:lnTo>
                    <a:pt x="79891" y="63418"/>
                  </a:lnTo>
                  <a:lnTo>
                    <a:pt x="79334" y="66981"/>
                  </a:lnTo>
                  <a:lnTo>
                    <a:pt x="76570" y="69099"/>
                  </a:lnTo>
                  <a:lnTo>
                    <a:pt x="72518" y="70156"/>
                  </a:lnTo>
                  <a:lnTo>
                    <a:pt x="68916" y="69528"/>
                  </a:lnTo>
                  <a:lnTo>
                    <a:pt x="67459" y="66661"/>
                  </a:lnTo>
                  <a:lnTo>
                    <a:pt x="63011" y="66276"/>
                  </a:lnTo>
                  <a:lnTo>
                    <a:pt x="58132" y="67066"/>
                  </a:lnTo>
                  <a:lnTo>
                    <a:pt x="59472" y="74673"/>
                  </a:lnTo>
                  <a:lnTo>
                    <a:pt x="58542" y="74940"/>
                  </a:lnTo>
                  <a:lnTo>
                    <a:pt x="56343" y="71227"/>
                  </a:lnTo>
                  <a:lnTo>
                    <a:pt x="52858" y="72153"/>
                  </a:lnTo>
                  <a:lnTo>
                    <a:pt x="45503" y="72031"/>
                  </a:lnTo>
                  <a:lnTo>
                    <a:pt x="40640" y="67306"/>
                  </a:lnTo>
                  <a:lnTo>
                    <a:pt x="38558" y="67053"/>
                  </a:lnTo>
                  <a:lnTo>
                    <a:pt x="39847" y="70067"/>
                  </a:lnTo>
                  <a:lnTo>
                    <a:pt x="38652" y="71625"/>
                  </a:lnTo>
                  <a:lnTo>
                    <a:pt x="37878" y="71823"/>
                  </a:lnTo>
                  <a:lnTo>
                    <a:pt x="35295" y="70056"/>
                  </a:lnTo>
                  <a:lnTo>
                    <a:pt x="32674" y="71112"/>
                  </a:lnTo>
                  <a:lnTo>
                    <a:pt x="31604" y="71650"/>
                  </a:lnTo>
                  <a:lnTo>
                    <a:pt x="30815" y="74339"/>
                  </a:lnTo>
                  <a:lnTo>
                    <a:pt x="24628" y="77074"/>
                  </a:lnTo>
                  <a:lnTo>
                    <a:pt x="23848" y="76716"/>
                  </a:lnTo>
                  <a:lnTo>
                    <a:pt x="22232" y="79072"/>
                  </a:lnTo>
                  <a:lnTo>
                    <a:pt x="15714" y="63830"/>
                  </a:lnTo>
                  <a:lnTo>
                    <a:pt x="5431" y="44985"/>
                  </a:lnTo>
                  <a:lnTo>
                    <a:pt x="1031" y="35362"/>
                  </a:lnTo>
                  <a:lnTo>
                    <a:pt x="173" y="29666"/>
                  </a:lnTo>
                  <a:lnTo>
                    <a:pt x="1585" y="11375"/>
                  </a:lnTo>
                  <a:lnTo>
                    <a:pt x="0" y="0"/>
                  </a:lnTo>
                  <a:lnTo>
                    <a:pt x="2938" y="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h4367"/>
            <p:cNvSpPr/>
            <p:nvPr/>
          </p:nvSpPr>
          <p:spPr>
            <a:xfrm>
              <a:off x="5988722" y="2581449"/>
              <a:ext cx="55046" cy="52271"/>
            </a:xfrm>
            <a:custGeom>
              <a:avLst/>
              <a:pathLst>
                <a:path w="55046" h="52271">
                  <a:moveTo>
                    <a:pt x="8651" y="0"/>
                  </a:moveTo>
                  <a:lnTo>
                    <a:pt x="9512" y="4172"/>
                  </a:lnTo>
                  <a:lnTo>
                    <a:pt x="10822" y="6229"/>
                  </a:lnTo>
                  <a:lnTo>
                    <a:pt x="15714" y="8331"/>
                  </a:lnTo>
                  <a:lnTo>
                    <a:pt x="18641" y="8767"/>
                  </a:lnTo>
                  <a:lnTo>
                    <a:pt x="21416" y="10384"/>
                  </a:lnTo>
                  <a:lnTo>
                    <a:pt x="22963" y="12176"/>
                  </a:lnTo>
                  <a:lnTo>
                    <a:pt x="23060" y="13358"/>
                  </a:lnTo>
                  <a:lnTo>
                    <a:pt x="21190" y="14813"/>
                  </a:lnTo>
                  <a:lnTo>
                    <a:pt x="25071" y="17665"/>
                  </a:lnTo>
                  <a:lnTo>
                    <a:pt x="25305" y="15093"/>
                  </a:lnTo>
                  <a:lnTo>
                    <a:pt x="26449" y="13604"/>
                  </a:lnTo>
                  <a:lnTo>
                    <a:pt x="30701" y="14078"/>
                  </a:lnTo>
                  <a:lnTo>
                    <a:pt x="33248" y="15712"/>
                  </a:lnTo>
                  <a:lnTo>
                    <a:pt x="38341" y="16628"/>
                  </a:lnTo>
                  <a:lnTo>
                    <a:pt x="38135" y="21078"/>
                  </a:lnTo>
                  <a:lnTo>
                    <a:pt x="39576" y="24776"/>
                  </a:lnTo>
                  <a:lnTo>
                    <a:pt x="43950" y="27117"/>
                  </a:lnTo>
                  <a:lnTo>
                    <a:pt x="45780" y="24793"/>
                  </a:lnTo>
                  <a:lnTo>
                    <a:pt x="47363" y="24552"/>
                  </a:lnTo>
                  <a:lnTo>
                    <a:pt x="50128" y="28599"/>
                  </a:lnTo>
                  <a:lnTo>
                    <a:pt x="50727" y="32818"/>
                  </a:lnTo>
                  <a:lnTo>
                    <a:pt x="53847" y="32562"/>
                  </a:lnTo>
                  <a:lnTo>
                    <a:pt x="55046" y="37492"/>
                  </a:lnTo>
                  <a:lnTo>
                    <a:pt x="45686" y="40865"/>
                  </a:lnTo>
                  <a:lnTo>
                    <a:pt x="42957" y="40552"/>
                  </a:lnTo>
                  <a:lnTo>
                    <a:pt x="43301" y="39029"/>
                  </a:lnTo>
                  <a:lnTo>
                    <a:pt x="42632" y="38207"/>
                  </a:lnTo>
                  <a:lnTo>
                    <a:pt x="38066" y="40011"/>
                  </a:lnTo>
                  <a:lnTo>
                    <a:pt x="37527" y="41043"/>
                  </a:lnTo>
                  <a:lnTo>
                    <a:pt x="38220" y="43578"/>
                  </a:lnTo>
                  <a:lnTo>
                    <a:pt x="35853" y="45388"/>
                  </a:lnTo>
                  <a:lnTo>
                    <a:pt x="31448" y="44831"/>
                  </a:lnTo>
                  <a:lnTo>
                    <a:pt x="29007" y="43746"/>
                  </a:lnTo>
                  <a:lnTo>
                    <a:pt x="27189" y="41343"/>
                  </a:lnTo>
                  <a:lnTo>
                    <a:pt x="26383" y="47844"/>
                  </a:lnTo>
                  <a:lnTo>
                    <a:pt x="19333" y="49247"/>
                  </a:lnTo>
                  <a:lnTo>
                    <a:pt x="19435" y="52057"/>
                  </a:lnTo>
                  <a:lnTo>
                    <a:pt x="17648" y="52271"/>
                  </a:lnTo>
                  <a:lnTo>
                    <a:pt x="16612" y="51257"/>
                  </a:lnTo>
                  <a:lnTo>
                    <a:pt x="14819" y="46139"/>
                  </a:lnTo>
                  <a:lnTo>
                    <a:pt x="14489" y="39691"/>
                  </a:lnTo>
                  <a:lnTo>
                    <a:pt x="12894" y="33377"/>
                  </a:lnTo>
                  <a:lnTo>
                    <a:pt x="9955" y="33312"/>
                  </a:lnTo>
                  <a:lnTo>
                    <a:pt x="6472" y="19598"/>
                  </a:lnTo>
                  <a:lnTo>
                    <a:pt x="0" y="3883"/>
                  </a:lnTo>
                  <a:lnTo>
                    <a:pt x="1026" y="3692"/>
                  </a:lnTo>
                  <a:lnTo>
                    <a:pt x="4830" y="11457"/>
                  </a:lnTo>
                  <a:lnTo>
                    <a:pt x="6236" y="12356"/>
                  </a:lnTo>
                  <a:lnTo>
                    <a:pt x="8904" y="12372"/>
                  </a:lnTo>
                  <a:lnTo>
                    <a:pt x="9600" y="10793"/>
                  </a:lnTo>
                  <a:lnTo>
                    <a:pt x="9222" y="7734"/>
                  </a:lnTo>
                  <a:lnTo>
                    <a:pt x="6596" y="1572"/>
                  </a:lnTo>
                  <a:lnTo>
                    <a:pt x="6834" y="398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h4368"/>
            <p:cNvSpPr/>
            <p:nvPr/>
          </p:nvSpPr>
          <p:spPr>
            <a:xfrm>
              <a:off x="6110018" y="2772019"/>
              <a:ext cx="42236" cy="46769"/>
            </a:xfrm>
            <a:custGeom>
              <a:avLst/>
              <a:pathLst>
                <a:path w="42236" h="46769">
                  <a:moveTo>
                    <a:pt x="9704" y="5210"/>
                  </a:moveTo>
                  <a:lnTo>
                    <a:pt x="16557" y="0"/>
                  </a:lnTo>
                  <a:lnTo>
                    <a:pt x="18882" y="18"/>
                  </a:lnTo>
                  <a:lnTo>
                    <a:pt x="19531" y="1015"/>
                  </a:lnTo>
                  <a:lnTo>
                    <a:pt x="19740" y="4024"/>
                  </a:lnTo>
                  <a:lnTo>
                    <a:pt x="21112" y="6084"/>
                  </a:lnTo>
                  <a:lnTo>
                    <a:pt x="25031" y="5909"/>
                  </a:lnTo>
                  <a:lnTo>
                    <a:pt x="26661" y="3440"/>
                  </a:lnTo>
                  <a:lnTo>
                    <a:pt x="31795" y="3629"/>
                  </a:lnTo>
                  <a:lnTo>
                    <a:pt x="32125" y="6954"/>
                  </a:lnTo>
                  <a:lnTo>
                    <a:pt x="34517" y="12001"/>
                  </a:lnTo>
                  <a:lnTo>
                    <a:pt x="36171" y="13831"/>
                  </a:lnTo>
                  <a:lnTo>
                    <a:pt x="37488" y="17523"/>
                  </a:lnTo>
                  <a:lnTo>
                    <a:pt x="34552" y="18691"/>
                  </a:lnTo>
                  <a:lnTo>
                    <a:pt x="31568" y="17712"/>
                  </a:lnTo>
                  <a:lnTo>
                    <a:pt x="29709" y="18331"/>
                  </a:lnTo>
                  <a:lnTo>
                    <a:pt x="29637" y="24936"/>
                  </a:lnTo>
                  <a:lnTo>
                    <a:pt x="33367" y="23487"/>
                  </a:lnTo>
                  <a:lnTo>
                    <a:pt x="37631" y="25550"/>
                  </a:lnTo>
                  <a:lnTo>
                    <a:pt x="40907" y="31076"/>
                  </a:lnTo>
                  <a:lnTo>
                    <a:pt x="42236" y="32145"/>
                  </a:lnTo>
                  <a:lnTo>
                    <a:pt x="42224" y="36501"/>
                  </a:lnTo>
                  <a:lnTo>
                    <a:pt x="41558" y="37397"/>
                  </a:lnTo>
                  <a:lnTo>
                    <a:pt x="41605" y="46205"/>
                  </a:lnTo>
                  <a:lnTo>
                    <a:pt x="41002" y="46769"/>
                  </a:lnTo>
                  <a:lnTo>
                    <a:pt x="38227" y="43687"/>
                  </a:lnTo>
                  <a:lnTo>
                    <a:pt x="37088" y="36187"/>
                  </a:lnTo>
                  <a:lnTo>
                    <a:pt x="33792" y="33215"/>
                  </a:lnTo>
                  <a:lnTo>
                    <a:pt x="30809" y="32128"/>
                  </a:lnTo>
                  <a:lnTo>
                    <a:pt x="23760" y="23843"/>
                  </a:lnTo>
                  <a:lnTo>
                    <a:pt x="18919" y="22228"/>
                  </a:lnTo>
                  <a:lnTo>
                    <a:pt x="16554" y="20296"/>
                  </a:lnTo>
                  <a:lnTo>
                    <a:pt x="14000" y="17473"/>
                  </a:lnTo>
                  <a:lnTo>
                    <a:pt x="9610" y="9539"/>
                  </a:lnTo>
                  <a:lnTo>
                    <a:pt x="8064" y="8058"/>
                  </a:lnTo>
                  <a:lnTo>
                    <a:pt x="5118" y="6782"/>
                  </a:lnTo>
                  <a:lnTo>
                    <a:pt x="1138" y="7978"/>
                  </a:lnTo>
                  <a:lnTo>
                    <a:pt x="0" y="7912"/>
                  </a:lnTo>
                  <a:lnTo>
                    <a:pt x="5443" y="305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h4369"/>
            <p:cNvSpPr/>
            <p:nvPr/>
          </p:nvSpPr>
          <p:spPr>
            <a:xfrm>
              <a:off x="5927213" y="2726739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h4370"/>
            <p:cNvSpPr/>
            <p:nvPr/>
          </p:nvSpPr>
          <p:spPr>
            <a:xfrm>
              <a:off x="5903667" y="2707064"/>
              <a:ext cx="14670" cy="9145"/>
            </a:xfrm>
            <a:custGeom>
              <a:avLst/>
              <a:pathLst>
                <a:path w="14670" h="9145">
                  <a:moveTo>
                    <a:pt x="13717" y="1954"/>
                  </a:move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lnTo>
                    <a:pt x="0" y="3253"/>
                  </a:ln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h4371"/>
            <p:cNvSpPr/>
            <p:nvPr/>
          </p:nvSpPr>
          <p:spPr>
            <a:xfrm>
              <a:off x="6020910" y="2681815"/>
              <a:ext cx="46591" cy="46228"/>
            </a:xfrm>
            <a:custGeom>
              <a:avLst/>
              <a:pathLst>
                <a:path w="46591" h="46228">
                  <a:moveTo>
                    <a:pt x="34110" y="4173"/>
                  </a:moveTo>
                  <a:lnTo>
                    <a:pt x="36309" y="7887"/>
                  </a:lnTo>
                  <a:lnTo>
                    <a:pt x="37239" y="7620"/>
                  </a:lnTo>
                  <a:lnTo>
                    <a:pt x="40676" y="7730"/>
                  </a:lnTo>
                  <a:lnTo>
                    <a:pt x="41646" y="9138"/>
                  </a:lnTo>
                  <a:lnTo>
                    <a:pt x="40139" y="11261"/>
                  </a:lnTo>
                  <a:lnTo>
                    <a:pt x="40221" y="14531"/>
                  </a:lnTo>
                  <a:lnTo>
                    <a:pt x="43502" y="17849"/>
                  </a:lnTo>
                  <a:lnTo>
                    <a:pt x="43978" y="22358"/>
                  </a:lnTo>
                  <a:lnTo>
                    <a:pt x="42295" y="23702"/>
                  </a:lnTo>
                  <a:lnTo>
                    <a:pt x="41952" y="25625"/>
                  </a:lnTo>
                  <a:lnTo>
                    <a:pt x="43287" y="28377"/>
                  </a:lnTo>
                  <a:lnTo>
                    <a:pt x="46591" y="30021"/>
                  </a:lnTo>
                  <a:lnTo>
                    <a:pt x="45194" y="32572"/>
                  </a:lnTo>
                  <a:lnTo>
                    <a:pt x="43795" y="33633"/>
                  </a:lnTo>
                  <a:lnTo>
                    <a:pt x="39741" y="34110"/>
                  </a:lnTo>
                  <a:lnTo>
                    <a:pt x="38686" y="34841"/>
                  </a:lnTo>
                  <a:lnTo>
                    <a:pt x="38025" y="39836"/>
                  </a:lnTo>
                  <a:lnTo>
                    <a:pt x="36412" y="41637"/>
                  </a:lnTo>
                  <a:lnTo>
                    <a:pt x="33540" y="41076"/>
                  </a:lnTo>
                  <a:lnTo>
                    <a:pt x="32071" y="44067"/>
                  </a:lnTo>
                  <a:lnTo>
                    <a:pt x="32077" y="45610"/>
                  </a:lnTo>
                  <a:lnTo>
                    <a:pt x="28640" y="46228"/>
                  </a:lnTo>
                  <a:lnTo>
                    <a:pt x="27233" y="44870"/>
                  </a:lnTo>
                  <a:lnTo>
                    <a:pt x="27608" y="43980"/>
                  </a:lnTo>
                  <a:lnTo>
                    <a:pt x="24781" y="43366"/>
                  </a:lnTo>
                  <a:lnTo>
                    <a:pt x="22127" y="44676"/>
                  </a:lnTo>
                  <a:lnTo>
                    <a:pt x="27950" y="34928"/>
                  </a:lnTo>
                  <a:lnTo>
                    <a:pt x="27008" y="29344"/>
                  </a:lnTo>
                  <a:lnTo>
                    <a:pt x="23172" y="25175"/>
                  </a:lnTo>
                  <a:lnTo>
                    <a:pt x="22220" y="25060"/>
                  </a:lnTo>
                  <a:lnTo>
                    <a:pt x="20879" y="26489"/>
                  </a:lnTo>
                  <a:lnTo>
                    <a:pt x="19584" y="26774"/>
                  </a:lnTo>
                  <a:lnTo>
                    <a:pt x="3687" y="15702"/>
                  </a:lnTo>
                  <a:lnTo>
                    <a:pt x="0" y="12019"/>
                  </a:lnTo>
                  <a:lnTo>
                    <a:pt x="1615" y="9663"/>
                  </a:lnTo>
                  <a:lnTo>
                    <a:pt x="2395" y="10021"/>
                  </a:lnTo>
                  <a:lnTo>
                    <a:pt x="8582" y="7286"/>
                  </a:lnTo>
                  <a:lnTo>
                    <a:pt x="9371" y="4597"/>
                  </a:lnTo>
                  <a:lnTo>
                    <a:pt x="10441" y="4058"/>
                  </a:lnTo>
                  <a:lnTo>
                    <a:pt x="13062" y="3003"/>
                  </a:lnTo>
                  <a:lnTo>
                    <a:pt x="15645" y="4770"/>
                  </a:lnTo>
                  <a:lnTo>
                    <a:pt x="16419" y="4571"/>
                  </a:lnTo>
                  <a:lnTo>
                    <a:pt x="17615" y="3013"/>
                  </a:lnTo>
                  <a:lnTo>
                    <a:pt x="16325" y="0"/>
                  </a:lnTo>
                  <a:lnTo>
                    <a:pt x="18407" y="253"/>
                  </a:lnTo>
                  <a:lnTo>
                    <a:pt x="23270" y="4978"/>
                  </a:lnTo>
                  <a:lnTo>
                    <a:pt x="30625" y="510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h4372"/>
            <p:cNvSpPr/>
            <p:nvPr/>
          </p:nvSpPr>
          <p:spPr>
            <a:xfrm>
              <a:off x="5886816" y="2682743"/>
              <a:ext cx="15672" cy="17373"/>
            </a:xfrm>
            <a:custGeom>
              <a:avLst/>
              <a:pathLst>
                <a:path w="15672" h="17373">
                  <a:moveTo>
                    <a:pt x="12866" y="4619"/>
                  </a:moveTo>
                  <a:lnTo>
                    <a:pt x="15672" y="11531"/>
                  </a:lnTo>
                  <a:lnTo>
                    <a:pt x="14897" y="15027"/>
                  </a:lnTo>
                  <a:lnTo>
                    <a:pt x="12773" y="17373"/>
                  </a:ln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h4373"/>
            <p:cNvSpPr/>
            <p:nvPr/>
          </p:nvSpPr>
          <p:spPr>
            <a:xfrm>
              <a:off x="5883253" y="2672998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h4374"/>
            <p:cNvSpPr/>
            <p:nvPr/>
          </p:nvSpPr>
          <p:spPr>
            <a:xfrm>
              <a:off x="6010017" y="2769762"/>
              <a:ext cx="62779" cy="38663"/>
            </a:xfrm>
            <a:custGeom>
              <a:avLst/>
              <a:pathLst>
                <a:path w="62779" h="38663">
                  <a:moveTo>
                    <a:pt x="58238" y="1281"/>
                  </a:moveTo>
                  <a:lnTo>
                    <a:pt x="62779" y="6184"/>
                  </a:lnTo>
                  <a:lnTo>
                    <a:pt x="61999" y="11227"/>
                  </a:lnTo>
                  <a:lnTo>
                    <a:pt x="53445" y="8145"/>
                  </a:lnTo>
                  <a:lnTo>
                    <a:pt x="49838" y="8344"/>
                  </a:lnTo>
                  <a:lnTo>
                    <a:pt x="48720" y="9264"/>
                  </a:lnTo>
                  <a:lnTo>
                    <a:pt x="42843" y="14122"/>
                  </a:lnTo>
                  <a:lnTo>
                    <a:pt x="40958" y="16504"/>
                  </a:lnTo>
                  <a:lnTo>
                    <a:pt x="38809" y="22116"/>
                  </a:lnTo>
                  <a:lnTo>
                    <a:pt x="39111" y="24174"/>
                  </a:lnTo>
                  <a:lnTo>
                    <a:pt x="40074" y="24622"/>
                  </a:lnTo>
                  <a:lnTo>
                    <a:pt x="38765" y="27545"/>
                  </a:lnTo>
                  <a:lnTo>
                    <a:pt x="35688" y="26892"/>
                  </a:lnTo>
                  <a:lnTo>
                    <a:pt x="32073" y="29656"/>
                  </a:lnTo>
                  <a:lnTo>
                    <a:pt x="29815" y="34804"/>
                  </a:lnTo>
                  <a:lnTo>
                    <a:pt x="28805" y="36282"/>
                  </a:lnTo>
                  <a:lnTo>
                    <a:pt x="26785" y="37478"/>
                  </a:lnTo>
                  <a:lnTo>
                    <a:pt x="26467" y="38663"/>
                  </a:lnTo>
                  <a:lnTo>
                    <a:pt x="25782" y="38438"/>
                  </a:lnTo>
                  <a:lnTo>
                    <a:pt x="22762" y="31440"/>
                  </a:lnTo>
                  <a:lnTo>
                    <a:pt x="19246" y="28056"/>
                  </a:lnTo>
                  <a:lnTo>
                    <a:pt x="17457" y="27720"/>
                  </a:lnTo>
                  <a:lnTo>
                    <a:pt x="14461" y="30205"/>
                  </a:lnTo>
                  <a:lnTo>
                    <a:pt x="12022" y="30794"/>
                  </a:lnTo>
                  <a:lnTo>
                    <a:pt x="0" y="26261"/>
                  </a:lnTo>
                  <a:lnTo>
                    <a:pt x="11732" y="11410"/>
                  </a:lnTo>
                  <a:lnTo>
                    <a:pt x="13633" y="7686"/>
                  </a:lnTo>
                  <a:lnTo>
                    <a:pt x="18908" y="4180"/>
                  </a:lnTo>
                  <a:lnTo>
                    <a:pt x="22540" y="7918"/>
                  </a:lnTo>
                  <a:lnTo>
                    <a:pt x="17457" y="13873"/>
                  </a:lnTo>
                  <a:lnTo>
                    <a:pt x="19205" y="16870"/>
                  </a:lnTo>
                  <a:lnTo>
                    <a:pt x="23993" y="14809"/>
                  </a:lnTo>
                  <a:lnTo>
                    <a:pt x="26483" y="11517"/>
                  </a:lnTo>
                  <a:lnTo>
                    <a:pt x="30009" y="10838"/>
                  </a:lnTo>
                  <a:lnTo>
                    <a:pt x="34039" y="5328"/>
                  </a:lnTo>
                  <a:lnTo>
                    <a:pt x="50757" y="3705"/>
                  </a:lnTo>
                  <a:lnTo>
                    <a:pt x="54522" y="1242"/>
                  </a:lnTo>
                  <a:lnTo>
                    <a:pt x="5499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h4375"/>
            <p:cNvSpPr/>
            <p:nvPr/>
          </p:nvSpPr>
          <p:spPr>
            <a:xfrm>
              <a:off x="6098755" y="2749894"/>
              <a:ext cx="36383" cy="30037"/>
            </a:xfrm>
            <a:custGeom>
              <a:avLst/>
              <a:pathLst>
                <a:path w="36383" h="30037">
                  <a:moveTo>
                    <a:pt x="27056" y="2705"/>
                  </a:moveTo>
                  <a:lnTo>
                    <a:pt x="23451" y="5858"/>
                  </a:lnTo>
                  <a:lnTo>
                    <a:pt x="29333" y="8610"/>
                  </a:lnTo>
                  <a:lnTo>
                    <a:pt x="32395" y="14516"/>
                  </a:lnTo>
                  <a:lnTo>
                    <a:pt x="33929" y="14826"/>
                  </a:lnTo>
                  <a:lnTo>
                    <a:pt x="36383" y="19447"/>
                  </a:lnTo>
                  <a:lnTo>
                    <a:pt x="35979" y="20201"/>
                  </a:lnTo>
                  <a:lnTo>
                    <a:pt x="31905" y="20734"/>
                  </a:lnTo>
                  <a:lnTo>
                    <a:pt x="30794" y="23140"/>
                  </a:lnTo>
                  <a:lnTo>
                    <a:pt x="30145" y="22143"/>
                  </a:lnTo>
                  <a:lnTo>
                    <a:pt x="27820" y="22124"/>
                  </a:lnTo>
                  <a:lnTo>
                    <a:pt x="20967" y="27335"/>
                  </a:lnTo>
                  <a:lnTo>
                    <a:pt x="16706" y="25178"/>
                  </a:lnTo>
                  <a:lnTo>
                    <a:pt x="11262" y="30037"/>
                  </a:lnTo>
                  <a:lnTo>
                    <a:pt x="10278" y="28833"/>
                  </a:lnTo>
                  <a:lnTo>
                    <a:pt x="5332" y="26952"/>
                  </a:lnTo>
                  <a:lnTo>
                    <a:pt x="191" y="22811"/>
                  </a:lnTo>
                  <a:lnTo>
                    <a:pt x="679" y="20337"/>
                  </a:lnTo>
                  <a:lnTo>
                    <a:pt x="0" y="19345"/>
                  </a:lnTo>
                  <a:lnTo>
                    <a:pt x="1244" y="18796"/>
                  </a:lnTo>
                  <a:lnTo>
                    <a:pt x="4165" y="13899"/>
                  </a:lnTo>
                  <a:lnTo>
                    <a:pt x="7791" y="10605"/>
                  </a:lnTo>
                  <a:lnTo>
                    <a:pt x="9290" y="7655"/>
                  </a:lnTo>
                  <a:lnTo>
                    <a:pt x="12505" y="4987"/>
                  </a:lnTo>
                  <a:lnTo>
                    <a:pt x="12898" y="4003"/>
                  </a:lnTo>
                  <a:lnTo>
                    <a:pt x="11145" y="96"/>
                  </a:lnTo>
                  <a:lnTo>
                    <a:pt x="16060" y="9622"/>
                  </a:lnTo>
                  <a:lnTo>
                    <a:pt x="16902" y="7658"/>
                  </a:lnTo>
                  <a:lnTo>
                    <a:pt x="16588" y="4528"/>
                  </a:lnTo>
                  <a:lnTo>
                    <a:pt x="22318" y="1995"/>
                  </a:lnTo>
                  <a:lnTo>
                    <a:pt x="21883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h4376"/>
            <p:cNvSpPr/>
            <p:nvPr/>
          </p:nvSpPr>
          <p:spPr>
            <a:xfrm>
              <a:off x="6648679" y="2304033"/>
              <a:ext cx="13840" cy="11511"/>
            </a:xfrm>
            <a:custGeom>
              <a:avLst/>
              <a:pathLst>
                <a:path w="13840" h="11511">
                  <a:moveTo>
                    <a:pt x="1102" y="0"/>
                  </a:moveTo>
                  <a:lnTo>
                    <a:pt x="13671" y="265"/>
                  </a:lnTo>
                  <a:lnTo>
                    <a:pt x="13840" y="10502"/>
                  </a:lnTo>
                  <a:lnTo>
                    <a:pt x="11748" y="11511"/>
                  </a:lnTo>
                  <a:lnTo>
                    <a:pt x="269" y="11390"/>
                  </a:lnTo>
                  <a:lnTo>
                    <a:pt x="0" y="822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h4377"/>
            <p:cNvSpPr/>
            <p:nvPr/>
          </p:nvSpPr>
          <p:spPr>
            <a:xfrm>
              <a:off x="6540853" y="2207973"/>
              <a:ext cx="53261" cy="39768"/>
            </a:xfrm>
            <a:custGeom>
              <a:avLst/>
              <a:pathLst>
                <a:path w="53261" h="39768">
                  <a:moveTo>
                    <a:pt x="30964" y="3424"/>
                  </a:moveTo>
                  <a:lnTo>
                    <a:pt x="32500" y="3983"/>
                  </a:lnTo>
                  <a:lnTo>
                    <a:pt x="33765" y="6875"/>
                  </a:lnTo>
                  <a:lnTo>
                    <a:pt x="32909" y="13390"/>
                  </a:lnTo>
                  <a:lnTo>
                    <a:pt x="41655" y="18860"/>
                  </a:lnTo>
                  <a:lnTo>
                    <a:pt x="48877" y="27144"/>
                  </a:lnTo>
                  <a:lnTo>
                    <a:pt x="51143" y="31557"/>
                  </a:lnTo>
                  <a:lnTo>
                    <a:pt x="52030" y="35924"/>
                  </a:lnTo>
                  <a:lnTo>
                    <a:pt x="53261" y="37792"/>
                  </a:lnTo>
                  <a:lnTo>
                    <a:pt x="47091" y="39768"/>
                  </a:lnTo>
                  <a:lnTo>
                    <a:pt x="37241" y="34848"/>
                  </a:lnTo>
                  <a:lnTo>
                    <a:pt x="33073" y="37274"/>
                  </a:lnTo>
                  <a:lnTo>
                    <a:pt x="31108" y="37401"/>
                  </a:lnTo>
                  <a:lnTo>
                    <a:pt x="27488" y="35481"/>
                  </a:lnTo>
                  <a:lnTo>
                    <a:pt x="21659" y="34108"/>
                  </a:lnTo>
                  <a:lnTo>
                    <a:pt x="15818" y="33293"/>
                  </a:lnTo>
                  <a:lnTo>
                    <a:pt x="16371" y="30464"/>
                  </a:lnTo>
                  <a:lnTo>
                    <a:pt x="12084" y="29180"/>
                  </a:lnTo>
                  <a:lnTo>
                    <a:pt x="13210" y="28246"/>
                  </a:lnTo>
                  <a:lnTo>
                    <a:pt x="14156" y="27462"/>
                  </a:lnTo>
                  <a:lnTo>
                    <a:pt x="21725" y="28048"/>
                  </a:lnTo>
                  <a:lnTo>
                    <a:pt x="20760" y="25981"/>
                  </a:lnTo>
                  <a:lnTo>
                    <a:pt x="12802" y="23734"/>
                  </a:lnTo>
                  <a:lnTo>
                    <a:pt x="10519" y="21388"/>
                  </a:lnTo>
                  <a:lnTo>
                    <a:pt x="4331" y="21946"/>
                  </a:lnTo>
                  <a:lnTo>
                    <a:pt x="1095" y="17695"/>
                  </a:lnTo>
                  <a:lnTo>
                    <a:pt x="0" y="14037"/>
                  </a:lnTo>
                  <a:lnTo>
                    <a:pt x="693" y="14854"/>
                  </a:lnTo>
                  <a:lnTo>
                    <a:pt x="3220" y="13420"/>
                  </a:lnTo>
                  <a:lnTo>
                    <a:pt x="6471" y="10608"/>
                  </a:lnTo>
                  <a:lnTo>
                    <a:pt x="9041" y="6902"/>
                  </a:lnTo>
                  <a:lnTo>
                    <a:pt x="13630" y="4405"/>
                  </a:lnTo>
                  <a:lnTo>
                    <a:pt x="17638" y="5857"/>
                  </a:lnTo>
                  <a:lnTo>
                    <a:pt x="19354" y="4784"/>
                  </a:lnTo>
                  <a:lnTo>
                    <a:pt x="235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h4378"/>
            <p:cNvSpPr/>
            <p:nvPr/>
          </p:nvSpPr>
          <p:spPr>
            <a:xfrm>
              <a:off x="6578522" y="2069233"/>
              <a:ext cx="48289" cy="79823"/>
            </a:xfrm>
            <a:custGeom>
              <a:avLst/>
              <a:pathLst>
                <a:path w="48289" h="79823">
                  <a:moveTo>
                    <a:pt x="11950" y="499"/>
                  </a:moveTo>
                  <a:lnTo>
                    <a:pt x="12521" y="1697"/>
                  </a:lnTo>
                  <a:lnTo>
                    <a:pt x="12162" y="3621"/>
                  </a:lnTo>
                  <a:lnTo>
                    <a:pt x="20804" y="4742"/>
                  </a:lnTo>
                  <a:lnTo>
                    <a:pt x="24377" y="12007"/>
                  </a:lnTo>
                  <a:lnTo>
                    <a:pt x="23178" y="13596"/>
                  </a:lnTo>
                  <a:lnTo>
                    <a:pt x="29693" y="13295"/>
                  </a:lnTo>
                  <a:lnTo>
                    <a:pt x="33558" y="25392"/>
                  </a:lnTo>
                  <a:lnTo>
                    <a:pt x="35319" y="28180"/>
                  </a:lnTo>
                  <a:lnTo>
                    <a:pt x="28528" y="32786"/>
                  </a:lnTo>
                  <a:lnTo>
                    <a:pt x="35421" y="38360"/>
                  </a:lnTo>
                  <a:lnTo>
                    <a:pt x="37897" y="43791"/>
                  </a:lnTo>
                  <a:lnTo>
                    <a:pt x="37418" y="47235"/>
                  </a:lnTo>
                  <a:lnTo>
                    <a:pt x="35639" y="50484"/>
                  </a:lnTo>
                  <a:lnTo>
                    <a:pt x="35740" y="51847"/>
                  </a:lnTo>
                  <a:lnTo>
                    <a:pt x="41748" y="55108"/>
                  </a:lnTo>
                  <a:lnTo>
                    <a:pt x="40921" y="58525"/>
                  </a:lnTo>
                  <a:lnTo>
                    <a:pt x="42586" y="61329"/>
                  </a:lnTo>
                  <a:lnTo>
                    <a:pt x="47467" y="62116"/>
                  </a:lnTo>
                  <a:lnTo>
                    <a:pt x="48289" y="66083"/>
                  </a:lnTo>
                  <a:lnTo>
                    <a:pt x="47874" y="69079"/>
                  </a:lnTo>
                  <a:lnTo>
                    <a:pt x="44800" y="79823"/>
                  </a:lnTo>
                  <a:lnTo>
                    <a:pt x="37572" y="78323"/>
                  </a:lnTo>
                  <a:lnTo>
                    <a:pt x="33752" y="72500"/>
                  </a:lnTo>
                  <a:lnTo>
                    <a:pt x="31361" y="71170"/>
                  </a:lnTo>
                  <a:lnTo>
                    <a:pt x="19753" y="69551"/>
                  </a:lnTo>
                  <a:lnTo>
                    <a:pt x="16915" y="60508"/>
                  </a:lnTo>
                  <a:lnTo>
                    <a:pt x="13648" y="54220"/>
                  </a:lnTo>
                  <a:lnTo>
                    <a:pt x="15600" y="51210"/>
                  </a:lnTo>
                  <a:lnTo>
                    <a:pt x="15674" y="49650"/>
                  </a:lnTo>
                  <a:lnTo>
                    <a:pt x="15102" y="48956"/>
                  </a:lnTo>
                  <a:lnTo>
                    <a:pt x="12852" y="48673"/>
                  </a:lnTo>
                  <a:lnTo>
                    <a:pt x="9546" y="36789"/>
                  </a:lnTo>
                  <a:lnTo>
                    <a:pt x="8262" y="34543"/>
                  </a:lnTo>
                  <a:lnTo>
                    <a:pt x="4432" y="31385"/>
                  </a:lnTo>
                  <a:lnTo>
                    <a:pt x="5132" y="29667"/>
                  </a:lnTo>
                  <a:lnTo>
                    <a:pt x="4011" y="26147"/>
                  </a:lnTo>
                  <a:lnTo>
                    <a:pt x="2420" y="26236"/>
                  </a:lnTo>
                  <a:lnTo>
                    <a:pt x="0" y="14948"/>
                  </a:lnTo>
                  <a:lnTo>
                    <a:pt x="6495" y="14676"/>
                  </a:lnTo>
                  <a:lnTo>
                    <a:pt x="6518" y="12410"/>
                  </a:lnTo>
                  <a:lnTo>
                    <a:pt x="4077" y="7134"/>
                  </a:lnTo>
                  <a:lnTo>
                    <a:pt x="6918" y="7879"/>
                  </a:lnTo>
                  <a:lnTo>
                    <a:pt x="98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h4379"/>
            <p:cNvSpPr/>
            <p:nvPr/>
          </p:nvSpPr>
          <p:spPr>
            <a:xfrm>
              <a:off x="6642997" y="2185363"/>
              <a:ext cx="40781" cy="65595"/>
            </a:xfrm>
            <a:custGeom>
              <a:avLst/>
              <a:pathLst>
                <a:path w="40781" h="65595">
                  <a:moveTo>
                    <a:pt x="12466" y="3512"/>
                  </a:moveTo>
                  <a:lnTo>
                    <a:pt x="16294" y="7788"/>
                  </a:lnTo>
                  <a:lnTo>
                    <a:pt x="25769" y="3122"/>
                  </a:lnTo>
                  <a:lnTo>
                    <a:pt x="25770" y="8564"/>
                  </a:lnTo>
                  <a:lnTo>
                    <a:pt x="24266" y="9386"/>
                  </a:lnTo>
                  <a:lnTo>
                    <a:pt x="23562" y="11544"/>
                  </a:lnTo>
                  <a:lnTo>
                    <a:pt x="29710" y="9564"/>
                  </a:lnTo>
                  <a:lnTo>
                    <a:pt x="31370" y="13188"/>
                  </a:lnTo>
                  <a:lnTo>
                    <a:pt x="34523" y="10440"/>
                  </a:lnTo>
                  <a:lnTo>
                    <a:pt x="40781" y="18334"/>
                  </a:lnTo>
                  <a:lnTo>
                    <a:pt x="40719" y="19512"/>
                  </a:lnTo>
                  <a:lnTo>
                    <a:pt x="36563" y="21808"/>
                  </a:lnTo>
                  <a:lnTo>
                    <a:pt x="39051" y="25122"/>
                  </a:lnTo>
                  <a:lnTo>
                    <a:pt x="34557" y="28365"/>
                  </a:lnTo>
                  <a:lnTo>
                    <a:pt x="39795" y="36007"/>
                  </a:lnTo>
                  <a:lnTo>
                    <a:pt x="38007" y="46353"/>
                  </a:lnTo>
                  <a:lnTo>
                    <a:pt x="38657" y="47108"/>
                  </a:lnTo>
                  <a:lnTo>
                    <a:pt x="38999" y="53446"/>
                  </a:lnTo>
                  <a:lnTo>
                    <a:pt x="37307" y="53275"/>
                  </a:lnTo>
                  <a:lnTo>
                    <a:pt x="29284" y="56351"/>
                  </a:lnTo>
                  <a:lnTo>
                    <a:pt x="23078" y="51832"/>
                  </a:lnTo>
                  <a:lnTo>
                    <a:pt x="20528" y="50995"/>
                  </a:lnTo>
                  <a:lnTo>
                    <a:pt x="16519" y="51351"/>
                  </a:lnTo>
                  <a:lnTo>
                    <a:pt x="16827" y="54492"/>
                  </a:lnTo>
                  <a:lnTo>
                    <a:pt x="15724" y="56582"/>
                  </a:lnTo>
                  <a:lnTo>
                    <a:pt x="14899" y="56457"/>
                  </a:lnTo>
                  <a:lnTo>
                    <a:pt x="14655" y="53864"/>
                  </a:lnTo>
                  <a:lnTo>
                    <a:pt x="12347" y="54104"/>
                  </a:lnTo>
                  <a:lnTo>
                    <a:pt x="13232" y="63472"/>
                  </a:lnTo>
                  <a:lnTo>
                    <a:pt x="11509" y="63660"/>
                  </a:lnTo>
                  <a:lnTo>
                    <a:pt x="11180" y="60188"/>
                  </a:lnTo>
                  <a:lnTo>
                    <a:pt x="9023" y="60310"/>
                  </a:lnTo>
                  <a:lnTo>
                    <a:pt x="9531" y="65595"/>
                  </a:lnTo>
                  <a:lnTo>
                    <a:pt x="108" y="59668"/>
                  </a:lnTo>
                  <a:lnTo>
                    <a:pt x="1740" y="59327"/>
                  </a:lnTo>
                  <a:lnTo>
                    <a:pt x="4773" y="54415"/>
                  </a:lnTo>
                  <a:lnTo>
                    <a:pt x="9486" y="51938"/>
                  </a:lnTo>
                  <a:lnTo>
                    <a:pt x="10640" y="49578"/>
                  </a:lnTo>
                  <a:lnTo>
                    <a:pt x="7917" y="45931"/>
                  </a:lnTo>
                  <a:lnTo>
                    <a:pt x="5316" y="45265"/>
                  </a:lnTo>
                  <a:lnTo>
                    <a:pt x="4598" y="36982"/>
                  </a:lnTo>
                  <a:lnTo>
                    <a:pt x="1663" y="31513"/>
                  </a:lnTo>
                  <a:lnTo>
                    <a:pt x="0" y="30939"/>
                  </a:lnTo>
                  <a:lnTo>
                    <a:pt x="1623" y="28084"/>
                  </a:lnTo>
                  <a:lnTo>
                    <a:pt x="2471" y="23244"/>
                  </a:lnTo>
                  <a:lnTo>
                    <a:pt x="6848" y="24356"/>
                  </a:lnTo>
                  <a:lnTo>
                    <a:pt x="12727" y="17697"/>
                  </a:lnTo>
                  <a:lnTo>
                    <a:pt x="10367" y="15788"/>
                  </a:lnTo>
                  <a:lnTo>
                    <a:pt x="11272" y="11154"/>
                  </a:lnTo>
                  <a:lnTo>
                    <a:pt x="7561" y="5049"/>
                  </a:lnTo>
                  <a:lnTo>
                    <a:pt x="7669" y="3255"/>
                  </a:lnTo>
                  <a:lnTo>
                    <a:pt x="1073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h4380"/>
            <p:cNvSpPr/>
            <p:nvPr/>
          </p:nvSpPr>
          <p:spPr>
            <a:xfrm>
              <a:off x="6662636" y="2137254"/>
              <a:ext cx="27550" cy="28047"/>
            </a:xfrm>
            <a:custGeom>
              <a:avLst/>
              <a:pathLst>
                <a:path w="27550" h="28047">
                  <a:moveTo>
                    <a:pt x="27301" y="2666"/>
                  </a:moveTo>
                  <a:lnTo>
                    <a:pt x="27550" y="9037"/>
                  </a:lnTo>
                  <a:lnTo>
                    <a:pt x="20407" y="22673"/>
                  </a:lnTo>
                  <a:lnTo>
                    <a:pt x="22755" y="28047"/>
                  </a:lnTo>
                  <a:lnTo>
                    <a:pt x="21074" y="27954"/>
                  </a:lnTo>
                  <a:lnTo>
                    <a:pt x="12481" y="27590"/>
                  </a:lnTo>
                  <a:lnTo>
                    <a:pt x="6840" y="19937"/>
                  </a:lnTo>
                  <a:lnTo>
                    <a:pt x="3884" y="17597"/>
                  </a:lnTo>
                  <a:lnTo>
                    <a:pt x="165" y="17702"/>
                  </a:lnTo>
                  <a:lnTo>
                    <a:pt x="0" y="11610"/>
                  </a:lnTo>
                  <a:lnTo>
                    <a:pt x="4750" y="11420"/>
                  </a:lnTo>
                  <a:lnTo>
                    <a:pt x="10382" y="6776"/>
                  </a:lnTo>
                  <a:lnTo>
                    <a:pt x="13553" y="7690"/>
                  </a:lnTo>
                  <a:lnTo>
                    <a:pt x="13183" y="2118"/>
                  </a:lnTo>
                  <a:lnTo>
                    <a:pt x="19118" y="1552"/>
                  </a:lnTo>
                  <a:lnTo>
                    <a:pt x="20055" y="2985"/>
                  </a:lnTo>
                  <a:lnTo>
                    <a:pt x="20705" y="2812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h4381"/>
            <p:cNvSpPr/>
            <p:nvPr/>
          </p:nvSpPr>
          <p:spPr>
            <a:xfrm>
              <a:off x="6641600" y="2236359"/>
              <a:ext cx="84426" cy="53798"/>
            </a:xfrm>
            <a:custGeom>
              <a:avLst/>
              <a:pathLst>
                <a:path w="84426" h="53798">
                  <a:moveTo>
                    <a:pt x="24474" y="836"/>
                  </a:moveTo>
                  <a:lnTo>
                    <a:pt x="30681" y="5355"/>
                  </a:lnTo>
                  <a:lnTo>
                    <a:pt x="38704" y="2280"/>
                  </a:lnTo>
                  <a:lnTo>
                    <a:pt x="40396" y="2451"/>
                  </a:lnTo>
                  <a:lnTo>
                    <a:pt x="41070" y="2559"/>
                  </a:lnTo>
                  <a:lnTo>
                    <a:pt x="44400" y="1"/>
                  </a:lnTo>
                  <a:lnTo>
                    <a:pt x="47618" y="2170"/>
                  </a:lnTo>
                  <a:lnTo>
                    <a:pt x="52803" y="11167"/>
                  </a:lnTo>
                  <a:lnTo>
                    <a:pt x="56189" y="11172"/>
                  </a:lnTo>
                  <a:lnTo>
                    <a:pt x="56315" y="9220"/>
                  </a:lnTo>
                  <a:lnTo>
                    <a:pt x="58399" y="8334"/>
                  </a:lnTo>
                  <a:lnTo>
                    <a:pt x="62263" y="10936"/>
                  </a:lnTo>
                  <a:lnTo>
                    <a:pt x="61418" y="11690"/>
                  </a:lnTo>
                  <a:lnTo>
                    <a:pt x="62276" y="13828"/>
                  </a:lnTo>
                  <a:lnTo>
                    <a:pt x="65833" y="14062"/>
                  </a:lnTo>
                  <a:lnTo>
                    <a:pt x="68397" y="13104"/>
                  </a:lnTo>
                  <a:lnTo>
                    <a:pt x="74343" y="19470"/>
                  </a:lnTo>
                  <a:lnTo>
                    <a:pt x="76603" y="18507"/>
                  </a:lnTo>
                  <a:lnTo>
                    <a:pt x="77753" y="19969"/>
                  </a:lnTo>
                  <a:lnTo>
                    <a:pt x="80581" y="27473"/>
                  </a:lnTo>
                  <a:lnTo>
                    <a:pt x="82871" y="26670"/>
                  </a:lnTo>
                  <a:lnTo>
                    <a:pt x="83707" y="29877"/>
                  </a:lnTo>
                  <a:lnTo>
                    <a:pt x="84426" y="32785"/>
                  </a:lnTo>
                  <a:lnTo>
                    <a:pt x="78997" y="32975"/>
                  </a:lnTo>
                  <a:lnTo>
                    <a:pt x="81355" y="35240"/>
                  </a:lnTo>
                  <a:lnTo>
                    <a:pt x="79432" y="37868"/>
                  </a:lnTo>
                  <a:lnTo>
                    <a:pt x="83596" y="42270"/>
                  </a:lnTo>
                  <a:lnTo>
                    <a:pt x="83182" y="44038"/>
                  </a:lnTo>
                  <a:lnTo>
                    <a:pt x="80954" y="43841"/>
                  </a:lnTo>
                  <a:lnTo>
                    <a:pt x="79953" y="44498"/>
                  </a:lnTo>
                  <a:lnTo>
                    <a:pt x="78661" y="49026"/>
                  </a:lnTo>
                  <a:lnTo>
                    <a:pt x="76655" y="50975"/>
                  </a:lnTo>
                  <a:lnTo>
                    <a:pt x="69189" y="53093"/>
                  </a:lnTo>
                  <a:lnTo>
                    <a:pt x="68422" y="53798"/>
                  </a:lnTo>
                  <a:lnTo>
                    <a:pt x="65392" y="53569"/>
                  </a:lnTo>
                  <a:lnTo>
                    <a:pt x="65894" y="49888"/>
                  </a:lnTo>
                  <a:lnTo>
                    <a:pt x="67370" y="49985"/>
                  </a:lnTo>
                  <a:lnTo>
                    <a:pt x="67791" y="47930"/>
                  </a:lnTo>
                  <a:lnTo>
                    <a:pt x="53271" y="46259"/>
                  </a:lnTo>
                  <a:lnTo>
                    <a:pt x="53421" y="41730"/>
                  </a:lnTo>
                  <a:lnTo>
                    <a:pt x="47603" y="40955"/>
                  </a:lnTo>
                  <a:lnTo>
                    <a:pt x="47212" y="43523"/>
                  </a:lnTo>
                  <a:lnTo>
                    <a:pt x="45603" y="45043"/>
                  </a:lnTo>
                  <a:lnTo>
                    <a:pt x="44231" y="44914"/>
                  </a:lnTo>
                  <a:lnTo>
                    <a:pt x="44512" y="43237"/>
                  </a:lnTo>
                  <a:lnTo>
                    <a:pt x="42686" y="43202"/>
                  </a:lnTo>
                  <a:lnTo>
                    <a:pt x="42207" y="46360"/>
                  </a:lnTo>
                  <a:lnTo>
                    <a:pt x="42058" y="47986"/>
                  </a:lnTo>
                  <a:lnTo>
                    <a:pt x="38175" y="47393"/>
                  </a:lnTo>
                  <a:lnTo>
                    <a:pt x="38812" y="42351"/>
                  </a:lnTo>
                  <a:lnTo>
                    <a:pt x="35297" y="40351"/>
                  </a:lnTo>
                  <a:lnTo>
                    <a:pt x="30653" y="45003"/>
                  </a:lnTo>
                  <a:lnTo>
                    <a:pt x="23996" y="48670"/>
                  </a:lnTo>
                  <a:lnTo>
                    <a:pt x="18111" y="44351"/>
                  </a:lnTo>
                  <a:lnTo>
                    <a:pt x="7838" y="33798"/>
                  </a:lnTo>
                  <a:lnTo>
                    <a:pt x="5671" y="28575"/>
                  </a:lnTo>
                  <a:lnTo>
                    <a:pt x="3943" y="26445"/>
                  </a:lnTo>
                  <a:lnTo>
                    <a:pt x="2289" y="28104"/>
                  </a:lnTo>
                  <a:lnTo>
                    <a:pt x="712" y="26132"/>
                  </a:lnTo>
                  <a:lnTo>
                    <a:pt x="1964" y="19244"/>
                  </a:lnTo>
                  <a:lnTo>
                    <a:pt x="0" y="16016"/>
                  </a:lnTo>
                  <a:lnTo>
                    <a:pt x="843" y="14674"/>
                  </a:lnTo>
                  <a:lnTo>
                    <a:pt x="690" y="10184"/>
                  </a:lnTo>
                  <a:lnTo>
                    <a:pt x="1505" y="8672"/>
                  </a:lnTo>
                  <a:lnTo>
                    <a:pt x="10928" y="14599"/>
                  </a:lnTo>
                  <a:lnTo>
                    <a:pt x="10420" y="9314"/>
                  </a:lnTo>
                  <a:lnTo>
                    <a:pt x="12577" y="9192"/>
                  </a:lnTo>
                  <a:lnTo>
                    <a:pt x="12906" y="12664"/>
                  </a:lnTo>
                  <a:lnTo>
                    <a:pt x="14629" y="12476"/>
                  </a:lnTo>
                  <a:lnTo>
                    <a:pt x="13743" y="3108"/>
                  </a:lnTo>
                  <a:lnTo>
                    <a:pt x="16052" y="2868"/>
                  </a:lnTo>
                  <a:lnTo>
                    <a:pt x="16296" y="5461"/>
                  </a:lnTo>
                  <a:lnTo>
                    <a:pt x="17121" y="5586"/>
                  </a:lnTo>
                  <a:lnTo>
                    <a:pt x="18223" y="3496"/>
                  </a:lnTo>
                  <a:lnTo>
                    <a:pt x="17915" y="355"/>
                  </a:lnTo>
                  <a:lnTo>
                    <a:pt x="2192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h4382"/>
            <p:cNvSpPr/>
            <p:nvPr/>
          </p:nvSpPr>
          <p:spPr>
            <a:xfrm>
              <a:off x="6560796" y="2164651"/>
              <a:ext cx="18819" cy="25883"/>
            </a:xfrm>
            <a:custGeom>
              <a:avLst/>
              <a:pathLst>
                <a:path w="18819" h="25883">
                  <a:moveTo>
                    <a:pt x="2377" y="0"/>
                  </a:moveTo>
                  <a:lnTo>
                    <a:pt x="11581" y="5707"/>
                  </a:lnTo>
                  <a:lnTo>
                    <a:pt x="17195" y="10992"/>
                  </a:lnTo>
                  <a:lnTo>
                    <a:pt x="18819" y="14930"/>
                  </a:lnTo>
                  <a:lnTo>
                    <a:pt x="18432" y="15529"/>
                  </a:lnTo>
                  <a:lnTo>
                    <a:pt x="18250" y="15516"/>
                  </a:lnTo>
                  <a:lnTo>
                    <a:pt x="15170" y="14732"/>
                  </a:lnTo>
                  <a:lnTo>
                    <a:pt x="10639" y="22059"/>
                  </a:lnTo>
                  <a:lnTo>
                    <a:pt x="12097" y="23843"/>
                  </a:lnTo>
                  <a:lnTo>
                    <a:pt x="12308" y="25883"/>
                  </a:lnTo>
                  <a:lnTo>
                    <a:pt x="7905" y="25625"/>
                  </a:lnTo>
                  <a:lnTo>
                    <a:pt x="4739" y="25117"/>
                  </a:lnTo>
                  <a:lnTo>
                    <a:pt x="4112" y="19314"/>
                  </a:lnTo>
                  <a:lnTo>
                    <a:pt x="6027" y="13924"/>
                  </a:lnTo>
                  <a:lnTo>
                    <a:pt x="8846" y="9666"/>
                  </a:lnTo>
                  <a:lnTo>
                    <a:pt x="3764" y="5384"/>
                  </a:lnTo>
                  <a:lnTo>
                    <a:pt x="139" y="1711"/>
                  </a:lnTo>
                  <a:lnTo>
                    <a:pt x="0" y="7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h4383"/>
            <p:cNvSpPr/>
            <p:nvPr/>
          </p:nvSpPr>
          <p:spPr>
            <a:xfrm>
              <a:off x="6562512" y="2234883"/>
              <a:ext cx="53315" cy="35261"/>
            </a:xfrm>
            <a:custGeom>
              <a:avLst/>
              <a:pathLst>
                <a:path w="53315" h="35261">
                  <a:moveTo>
                    <a:pt x="39168" y="384"/>
                  </a:moveTo>
                  <a:lnTo>
                    <a:pt x="43133" y="5889"/>
                  </a:lnTo>
                  <a:lnTo>
                    <a:pt x="46802" y="1916"/>
                  </a:lnTo>
                  <a:lnTo>
                    <a:pt x="49804" y="5755"/>
                  </a:lnTo>
                  <a:lnTo>
                    <a:pt x="53315" y="8403"/>
                  </a:lnTo>
                  <a:lnTo>
                    <a:pt x="51254" y="12094"/>
                  </a:lnTo>
                  <a:lnTo>
                    <a:pt x="51214" y="18720"/>
                  </a:lnTo>
                  <a:lnTo>
                    <a:pt x="49296" y="21772"/>
                  </a:lnTo>
                  <a:lnTo>
                    <a:pt x="42487" y="26140"/>
                  </a:lnTo>
                  <a:lnTo>
                    <a:pt x="48442" y="32442"/>
                  </a:lnTo>
                  <a:lnTo>
                    <a:pt x="48270" y="33414"/>
                  </a:lnTo>
                  <a:lnTo>
                    <a:pt x="43295" y="30929"/>
                  </a:lnTo>
                  <a:lnTo>
                    <a:pt x="39222" y="35261"/>
                  </a:lnTo>
                  <a:lnTo>
                    <a:pt x="34927" y="29877"/>
                  </a:lnTo>
                  <a:lnTo>
                    <a:pt x="31288" y="29896"/>
                  </a:lnTo>
                  <a:lnTo>
                    <a:pt x="30114" y="25486"/>
                  </a:lnTo>
                  <a:lnTo>
                    <a:pt x="22584" y="21641"/>
                  </a:lnTo>
                  <a:lnTo>
                    <a:pt x="15284" y="23143"/>
                  </a:lnTo>
                  <a:lnTo>
                    <a:pt x="6724" y="22079"/>
                  </a:lnTo>
                  <a:lnTo>
                    <a:pt x="8631" y="13412"/>
                  </a:lnTo>
                  <a:lnTo>
                    <a:pt x="4212" y="11087"/>
                  </a:lnTo>
                  <a:lnTo>
                    <a:pt x="919" y="10655"/>
                  </a:lnTo>
                  <a:lnTo>
                    <a:pt x="0" y="7197"/>
                  </a:lnTo>
                  <a:lnTo>
                    <a:pt x="5828" y="8570"/>
                  </a:lnTo>
                  <a:lnTo>
                    <a:pt x="9449" y="10491"/>
                  </a:lnTo>
                  <a:lnTo>
                    <a:pt x="11414" y="10363"/>
                  </a:lnTo>
                  <a:lnTo>
                    <a:pt x="15581" y="7937"/>
                  </a:lnTo>
                  <a:lnTo>
                    <a:pt x="25431" y="12857"/>
                  </a:lnTo>
                  <a:lnTo>
                    <a:pt x="31602" y="10881"/>
                  </a:lnTo>
                  <a:lnTo>
                    <a:pt x="30371" y="9013"/>
                  </a:lnTo>
                  <a:lnTo>
                    <a:pt x="29484" y="4646"/>
                  </a:lnTo>
                  <a:lnTo>
                    <a:pt x="3660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h4384"/>
            <p:cNvSpPr/>
            <p:nvPr/>
          </p:nvSpPr>
          <p:spPr>
            <a:xfrm>
              <a:off x="6600434" y="2213759"/>
              <a:ext cx="53202" cy="42066"/>
            </a:xfrm>
            <a:custGeom>
              <a:avLst/>
              <a:pathLst>
                <a:path w="53202" h="42066">
                  <a:moveTo>
                    <a:pt x="35586" y="1482"/>
                  </a:moveTo>
                  <a:lnTo>
                    <a:pt x="37294" y="4072"/>
                  </a:lnTo>
                  <a:lnTo>
                    <a:pt x="38441" y="4066"/>
                  </a:lnTo>
                  <a:lnTo>
                    <a:pt x="40742" y="2390"/>
                  </a:lnTo>
                  <a:lnTo>
                    <a:pt x="42562" y="2543"/>
                  </a:lnTo>
                  <a:lnTo>
                    <a:pt x="44225" y="3117"/>
                  </a:lnTo>
                  <a:lnTo>
                    <a:pt x="47160" y="8585"/>
                  </a:lnTo>
                  <a:lnTo>
                    <a:pt x="47879" y="16869"/>
                  </a:lnTo>
                  <a:lnTo>
                    <a:pt x="50479" y="17535"/>
                  </a:lnTo>
                  <a:lnTo>
                    <a:pt x="53202" y="21182"/>
                  </a:lnTo>
                  <a:lnTo>
                    <a:pt x="52048" y="23542"/>
                  </a:lnTo>
                  <a:lnTo>
                    <a:pt x="47335" y="26019"/>
                  </a:lnTo>
                  <a:lnTo>
                    <a:pt x="44302" y="30931"/>
                  </a:lnTo>
                  <a:lnTo>
                    <a:pt x="42671" y="31272"/>
                  </a:lnTo>
                  <a:lnTo>
                    <a:pt x="41856" y="32784"/>
                  </a:lnTo>
                  <a:lnTo>
                    <a:pt x="42009" y="37274"/>
                  </a:lnTo>
                  <a:lnTo>
                    <a:pt x="41165" y="38616"/>
                  </a:lnTo>
                  <a:lnTo>
                    <a:pt x="40412" y="40667"/>
                  </a:lnTo>
                  <a:lnTo>
                    <a:pt x="38284" y="42066"/>
                  </a:lnTo>
                  <a:lnTo>
                    <a:pt x="26846" y="32653"/>
                  </a:lnTo>
                  <a:lnTo>
                    <a:pt x="25952" y="34300"/>
                  </a:lnTo>
                  <a:lnTo>
                    <a:pt x="27322" y="37221"/>
                  </a:lnTo>
                  <a:lnTo>
                    <a:pt x="25754" y="38250"/>
                  </a:lnTo>
                  <a:lnTo>
                    <a:pt x="17796" y="41435"/>
                  </a:lnTo>
                  <a:lnTo>
                    <a:pt x="14836" y="41067"/>
                  </a:lnTo>
                  <a:lnTo>
                    <a:pt x="13292" y="39844"/>
                  </a:lnTo>
                  <a:lnTo>
                    <a:pt x="13331" y="33218"/>
                  </a:lnTo>
                  <a:lnTo>
                    <a:pt x="15393" y="29527"/>
                  </a:lnTo>
                  <a:lnTo>
                    <a:pt x="11882" y="26879"/>
                  </a:lnTo>
                  <a:lnTo>
                    <a:pt x="8880" y="23040"/>
                  </a:lnTo>
                  <a:lnTo>
                    <a:pt x="5211" y="27013"/>
                  </a:lnTo>
                  <a:lnTo>
                    <a:pt x="1246" y="21508"/>
                  </a:lnTo>
                  <a:lnTo>
                    <a:pt x="0" y="19934"/>
                  </a:lnTo>
                  <a:lnTo>
                    <a:pt x="554" y="19016"/>
                  </a:lnTo>
                  <a:lnTo>
                    <a:pt x="4807" y="19121"/>
                  </a:lnTo>
                  <a:lnTo>
                    <a:pt x="8355" y="21774"/>
                  </a:lnTo>
                  <a:lnTo>
                    <a:pt x="13913" y="21420"/>
                  </a:lnTo>
                  <a:lnTo>
                    <a:pt x="11307" y="18602"/>
                  </a:lnTo>
                  <a:lnTo>
                    <a:pt x="10949" y="19363"/>
                  </a:lnTo>
                  <a:lnTo>
                    <a:pt x="7291" y="15732"/>
                  </a:lnTo>
                  <a:lnTo>
                    <a:pt x="7947" y="13380"/>
                  </a:lnTo>
                  <a:lnTo>
                    <a:pt x="15889" y="4977"/>
                  </a:lnTo>
                  <a:lnTo>
                    <a:pt x="18123" y="5190"/>
                  </a:lnTo>
                  <a:lnTo>
                    <a:pt x="20112" y="1578"/>
                  </a:lnTo>
                  <a:lnTo>
                    <a:pt x="22182" y="1854"/>
                  </a:lnTo>
                  <a:lnTo>
                    <a:pt x="24041" y="431"/>
                  </a:lnTo>
                  <a:lnTo>
                    <a:pt x="2647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h4385"/>
            <p:cNvSpPr/>
            <p:nvPr/>
          </p:nvSpPr>
          <p:spPr>
            <a:xfrm>
              <a:off x="6528087" y="2012247"/>
              <a:ext cx="93477" cy="90684"/>
            </a:xfrm>
            <a:custGeom>
              <a:avLst/>
              <a:pathLst>
                <a:path w="93477" h="90684">
                  <a:moveTo>
                    <a:pt x="47101" y="2254"/>
                  </a:moveTo>
                  <a:lnTo>
                    <a:pt x="46096" y="6240"/>
                  </a:lnTo>
                  <a:lnTo>
                    <a:pt x="61916" y="20559"/>
                  </a:lnTo>
                  <a:lnTo>
                    <a:pt x="69452" y="20461"/>
                  </a:lnTo>
                  <a:lnTo>
                    <a:pt x="70585" y="24762"/>
                  </a:lnTo>
                  <a:lnTo>
                    <a:pt x="70658" y="30135"/>
                  </a:lnTo>
                  <a:lnTo>
                    <a:pt x="76030" y="30060"/>
                  </a:lnTo>
                  <a:lnTo>
                    <a:pt x="78267" y="34332"/>
                  </a:lnTo>
                  <a:lnTo>
                    <a:pt x="78328" y="38636"/>
                  </a:lnTo>
                  <a:lnTo>
                    <a:pt x="76157" y="38667"/>
                  </a:lnTo>
                  <a:lnTo>
                    <a:pt x="76214" y="42965"/>
                  </a:lnTo>
                  <a:lnTo>
                    <a:pt x="81524" y="44739"/>
                  </a:lnTo>
                  <a:lnTo>
                    <a:pt x="86690" y="44909"/>
                  </a:lnTo>
                  <a:lnTo>
                    <a:pt x="88816" y="44081"/>
                  </a:lnTo>
                  <a:lnTo>
                    <a:pt x="93477" y="45122"/>
                  </a:lnTo>
                  <a:lnTo>
                    <a:pt x="89201" y="47953"/>
                  </a:lnTo>
                  <a:lnTo>
                    <a:pt x="87229" y="51476"/>
                  </a:lnTo>
                  <a:lnTo>
                    <a:pt x="89076" y="56484"/>
                  </a:lnTo>
                  <a:lnTo>
                    <a:pt x="87133" y="57313"/>
                  </a:lnTo>
                  <a:lnTo>
                    <a:pt x="86866" y="61951"/>
                  </a:lnTo>
                  <a:lnTo>
                    <a:pt x="82276" y="65416"/>
                  </a:lnTo>
                  <a:lnTo>
                    <a:pt x="80548" y="64244"/>
                  </a:lnTo>
                  <a:lnTo>
                    <a:pt x="79280" y="65573"/>
                  </a:lnTo>
                  <a:lnTo>
                    <a:pt x="79047" y="67973"/>
                  </a:lnTo>
                  <a:lnTo>
                    <a:pt x="80129" y="70281"/>
                  </a:lnTo>
                  <a:lnTo>
                    <a:pt x="73614" y="70582"/>
                  </a:lnTo>
                  <a:lnTo>
                    <a:pt x="74812" y="68994"/>
                  </a:lnTo>
                  <a:lnTo>
                    <a:pt x="71239" y="61728"/>
                  </a:lnTo>
                  <a:lnTo>
                    <a:pt x="62597" y="60607"/>
                  </a:lnTo>
                  <a:lnTo>
                    <a:pt x="62956" y="58683"/>
                  </a:lnTo>
                  <a:lnTo>
                    <a:pt x="62385" y="57486"/>
                  </a:lnTo>
                  <a:lnTo>
                    <a:pt x="60279" y="56986"/>
                  </a:lnTo>
                  <a:lnTo>
                    <a:pt x="57353" y="64865"/>
                  </a:lnTo>
                  <a:lnTo>
                    <a:pt x="54512" y="64120"/>
                  </a:lnTo>
                  <a:lnTo>
                    <a:pt x="56953" y="69396"/>
                  </a:lnTo>
                  <a:lnTo>
                    <a:pt x="56930" y="71662"/>
                  </a:lnTo>
                  <a:lnTo>
                    <a:pt x="50435" y="71935"/>
                  </a:lnTo>
                  <a:lnTo>
                    <a:pt x="52855" y="83222"/>
                  </a:lnTo>
                  <a:lnTo>
                    <a:pt x="53802" y="86040"/>
                  </a:lnTo>
                  <a:lnTo>
                    <a:pt x="47947" y="85678"/>
                  </a:lnTo>
                  <a:lnTo>
                    <a:pt x="39816" y="89615"/>
                  </a:lnTo>
                  <a:lnTo>
                    <a:pt x="37634" y="90684"/>
                  </a:lnTo>
                  <a:lnTo>
                    <a:pt x="37228" y="86001"/>
                  </a:lnTo>
                  <a:lnTo>
                    <a:pt x="24658" y="81441"/>
                  </a:lnTo>
                  <a:lnTo>
                    <a:pt x="26509" y="75629"/>
                  </a:lnTo>
                  <a:lnTo>
                    <a:pt x="31624" y="70041"/>
                  </a:lnTo>
                  <a:lnTo>
                    <a:pt x="31840" y="54108"/>
                  </a:lnTo>
                  <a:lnTo>
                    <a:pt x="31137" y="50172"/>
                  </a:lnTo>
                  <a:lnTo>
                    <a:pt x="32163" y="41491"/>
                  </a:lnTo>
                  <a:lnTo>
                    <a:pt x="19359" y="38024"/>
                  </a:lnTo>
                  <a:lnTo>
                    <a:pt x="17688" y="36689"/>
                  </a:lnTo>
                  <a:lnTo>
                    <a:pt x="13530" y="35203"/>
                  </a:lnTo>
                  <a:lnTo>
                    <a:pt x="10389" y="37033"/>
                  </a:lnTo>
                  <a:lnTo>
                    <a:pt x="9376" y="41470"/>
                  </a:lnTo>
                  <a:lnTo>
                    <a:pt x="497" y="38409"/>
                  </a:lnTo>
                  <a:lnTo>
                    <a:pt x="0" y="23960"/>
                  </a:lnTo>
                  <a:lnTo>
                    <a:pt x="16482" y="7175"/>
                  </a:lnTo>
                  <a:lnTo>
                    <a:pt x="436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h4386"/>
            <p:cNvSpPr/>
            <p:nvPr/>
          </p:nvSpPr>
          <p:spPr>
            <a:xfrm>
              <a:off x="6593467" y="2213236"/>
              <a:ext cx="27079" cy="22297"/>
            </a:xfrm>
            <a:custGeom>
              <a:avLst/>
              <a:pathLst>
                <a:path w="27079" h="22297">
                  <a:moveTo>
                    <a:pt x="26187" y="1099"/>
                  </a:moveTo>
                  <a:lnTo>
                    <a:pt x="27079" y="2101"/>
                  </a:lnTo>
                  <a:lnTo>
                    <a:pt x="25090" y="5713"/>
                  </a:lnTo>
                  <a:lnTo>
                    <a:pt x="22856" y="5500"/>
                  </a:lnTo>
                  <a:lnTo>
                    <a:pt x="14915" y="13903"/>
                  </a:lnTo>
                  <a:lnTo>
                    <a:pt x="14258" y="16256"/>
                  </a:lnTo>
                  <a:lnTo>
                    <a:pt x="17916" y="19886"/>
                  </a:lnTo>
                  <a:lnTo>
                    <a:pt x="18274" y="19125"/>
                  </a:lnTo>
                  <a:lnTo>
                    <a:pt x="20880" y="21943"/>
                  </a:lnTo>
                  <a:lnTo>
                    <a:pt x="15322" y="22297"/>
                  </a:lnTo>
                  <a:lnTo>
                    <a:pt x="11774" y="19644"/>
                  </a:lnTo>
                  <a:lnTo>
                    <a:pt x="7521" y="19539"/>
                  </a:lnTo>
                  <a:lnTo>
                    <a:pt x="6967" y="20457"/>
                  </a:lnTo>
                  <a:lnTo>
                    <a:pt x="276" y="10899"/>
                  </a:lnTo>
                  <a:lnTo>
                    <a:pt x="0" y="9303"/>
                  </a:lnTo>
                  <a:lnTo>
                    <a:pt x="3608" y="9727"/>
                  </a:lnTo>
                  <a:lnTo>
                    <a:pt x="12528" y="3347"/>
                  </a:lnTo>
                  <a:lnTo>
                    <a:pt x="13354" y="581"/>
                  </a:lnTo>
                  <a:lnTo>
                    <a:pt x="1446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h4387"/>
            <p:cNvSpPr/>
            <p:nvPr/>
          </p:nvSpPr>
          <p:spPr>
            <a:xfrm>
              <a:off x="6666180" y="2165209"/>
              <a:ext cx="31045" cy="37068"/>
            </a:xfrm>
            <a:custGeom>
              <a:avLst/>
              <a:pathLst>
                <a:path w="31045" h="37068">
                  <a:moveTo>
                    <a:pt x="19211" y="92"/>
                  </a:moveTo>
                  <a:lnTo>
                    <a:pt x="24386" y="11947"/>
                  </a:lnTo>
                  <a:lnTo>
                    <a:pt x="24772" y="21355"/>
                  </a:lnTo>
                  <a:lnTo>
                    <a:pt x="28479" y="23073"/>
                  </a:lnTo>
                  <a:lnTo>
                    <a:pt x="30251" y="22392"/>
                  </a:lnTo>
                  <a:lnTo>
                    <a:pt x="30417" y="29868"/>
                  </a:lnTo>
                  <a:lnTo>
                    <a:pt x="31045" y="30323"/>
                  </a:lnTo>
                  <a:lnTo>
                    <a:pt x="22065" y="37068"/>
                  </a:lnTo>
                  <a:lnTo>
                    <a:pt x="15869" y="29452"/>
                  </a:lnTo>
                  <a:lnTo>
                    <a:pt x="11340" y="30594"/>
                  </a:lnTo>
                  <a:lnTo>
                    <a:pt x="8186" y="33342"/>
                  </a:lnTo>
                  <a:lnTo>
                    <a:pt x="6527" y="29718"/>
                  </a:lnTo>
                  <a:lnTo>
                    <a:pt x="379" y="31698"/>
                  </a:lnTo>
                  <a:lnTo>
                    <a:pt x="1083" y="29540"/>
                  </a:lnTo>
                  <a:lnTo>
                    <a:pt x="2587" y="28718"/>
                  </a:lnTo>
                  <a:lnTo>
                    <a:pt x="2586" y="23276"/>
                  </a:lnTo>
                  <a:lnTo>
                    <a:pt x="2636" y="21947"/>
                  </a:lnTo>
                  <a:lnTo>
                    <a:pt x="4252" y="20517"/>
                  </a:lnTo>
                  <a:lnTo>
                    <a:pt x="0" y="12316"/>
                  </a:lnTo>
                  <a:lnTo>
                    <a:pt x="12651" y="12262"/>
                  </a:lnTo>
                  <a:lnTo>
                    <a:pt x="16836" y="10675"/>
                  </a:lnTo>
                  <a:lnTo>
                    <a:pt x="1752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h4388"/>
            <p:cNvSpPr/>
            <p:nvPr/>
          </p:nvSpPr>
          <p:spPr>
            <a:xfrm>
              <a:off x="6704121" y="2169595"/>
              <a:ext cx="68227" cy="53406"/>
            </a:xfrm>
            <a:custGeom>
              <a:avLst/>
              <a:pathLst>
                <a:path w="68227" h="53406">
                  <a:moveTo>
                    <a:pt x="50616" y="1085"/>
                  </a:moveTo>
                  <a:lnTo>
                    <a:pt x="66936" y="2949"/>
                  </a:lnTo>
                  <a:lnTo>
                    <a:pt x="68227" y="40054"/>
                  </a:lnTo>
                  <a:lnTo>
                    <a:pt x="56462" y="38476"/>
                  </a:lnTo>
                  <a:lnTo>
                    <a:pt x="56604" y="46352"/>
                  </a:lnTo>
                  <a:lnTo>
                    <a:pt x="52011" y="49541"/>
                  </a:lnTo>
                  <a:lnTo>
                    <a:pt x="49653" y="50263"/>
                  </a:lnTo>
                  <a:lnTo>
                    <a:pt x="47153" y="48773"/>
                  </a:lnTo>
                  <a:lnTo>
                    <a:pt x="46612" y="46579"/>
                  </a:lnTo>
                  <a:lnTo>
                    <a:pt x="42570" y="47109"/>
                  </a:lnTo>
                  <a:lnTo>
                    <a:pt x="35221" y="52366"/>
                  </a:lnTo>
                  <a:lnTo>
                    <a:pt x="30244" y="53406"/>
                  </a:lnTo>
                  <a:lnTo>
                    <a:pt x="24200" y="47545"/>
                  </a:lnTo>
                  <a:lnTo>
                    <a:pt x="21311" y="50833"/>
                  </a:lnTo>
                  <a:lnTo>
                    <a:pt x="20726" y="50783"/>
                  </a:lnTo>
                  <a:lnTo>
                    <a:pt x="15890" y="48130"/>
                  </a:lnTo>
                  <a:lnTo>
                    <a:pt x="7980" y="45958"/>
                  </a:lnTo>
                  <a:lnTo>
                    <a:pt x="6090" y="44465"/>
                  </a:lnTo>
                  <a:lnTo>
                    <a:pt x="0" y="32155"/>
                  </a:lnTo>
                  <a:lnTo>
                    <a:pt x="2935" y="30108"/>
                  </a:lnTo>
                  <a:lnTo>
                    <a:pt x="2732" y="22140"/>
                  </a:lnTo>
                  <a:lnTo>
                    <a:pt x="21991" y="25318"/>
                  </a:lnTo>
                  <a:lnTo>
                    <a:pt x="44846" y="8545"/>
                  </a:lnTo>
                  <a:lnTo>
                    <a:pt x="44617" y="1780"/>
                  </a:lnTo>
                  <a:lnTo>
                    <a:pt x="38881" y="2805"/>
                  </a:lnTo>
                  <a:lnTo>
                    <a:pt x="4125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h4389"/>
            <p:cNvSpPr/>
            <p:nvPr/>
          </p:nvSpPr>
          <p:spPr>
            <a:xfrm>
              <a:off x="6603389" y="2197177"/>
              <a:ext cx="41230" cy="20655"/>
            </a:xfrm>
            <a:custGeom>
              <a:avLst/>
              <a:pathLst>
                <a:path w="41230" h="20655">
                  <a:moveTo>
                    <a:pt x="4626" y="570"/>
                  </a:moveTo>
                  <a:lnTo>
                    <a:pt x="13909" y="3786"/>
                  </a:lnTo>
                  <a:lnTo>
                    <a:pt x="18173" y="8302"/>
                  </a:lnTo>
                  <a:lnTo>
                    <a:pt x="23207" y="9759"/>
                  </a:lnTo>
                  <a:lnTo>
                    <a:pt x="25701" y="9453"/>
                  </a:lnTo>
                  <a:lnTo>
                    <a:pt x="28674" y="10183"/>
                  </a:lnTo>
                  <a:lnTo>
                    <a:pt x="32935" y="11341"/>
                  </a:lnTo>
                  <a:lnTo>
                    <a:pt x="34562" y="11132"/>
                  </a:lnTo>
                  <a:lnTo>
                    <a:pt x="37741" y="12779"/>
                  </a:lnTo>
                  <a:lnTo>
                    <a:pt x="41230" y="16271"/>
                  </a:lnTo>
                  <a:lnTo>
                    <a:pt x="39607" y="19126"/>
                  </a:lnTo>
                  <a:lnTo>
                    <a:pt x="37787" y="18972"/>
                  </a:lnTo>
                  <a:lnTo>
                    <a:pt x="35486" y="20649"/>
                  </a:lnTo>
                  <a:lnTo>
                    <a:pt x="34339" y="20655"/>
                  </a:lnTo>
                  <a:lnTo>
                    <a:pt x="32631" y="18065"/>
                  </a:lnTo>
                  <a:lnTo>
                    <a:pt x="23522" y="16582"/>
                  </a:lnTo>
                  <a:lnTo>
                    <a:pt x="21086" y="17013"/>
                  </a:lnTo>
                  <a:lnTo>
                    <a:pt x="19228" y="18437"/>
                  </a:lnTo>
                  <a:lnTo>
                    <a:pt x="17157" y="18160"/>
                  </a:lnTo>
                  <a:lnTo>
                    <a:pt x="16266" y="17158"/>
                  </a:lnTo>
                  <a:lnTo>
                    <a:pt x="4546" y="16059"/>
                  </a:lnTo>
                  <a:lnTo>
                    <a:pt x="3458" y="14394"/>
                  </a:lnTo>
                  <a:lnTo>
                    <a:pt x="0" y="12586"/>
                  </a:lnTo>
                  <a:lnTo>
                    <a:pt x="3805" y="9144"/>
                  </a:lnTo>
                  <a:lnTo>
                    <a:pt x="5048" y="6888"/>
                  </a:lnTo>
                  <a:lnTo>
                    <a:pt x="4999" y="4276"/>
                  </a:lnTo>
                  <a:lnTo>
                    <a:pt x="1660" y="1856"/>
                  </a:lnTo>
                  <a:lnTo>
                    <a:pt x="1821" y="751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h4390"/>
            <p:cNvSpPr/>
            <p:nvPr/>
          </p:nvSpPr>
          <p:spPr>
            <a:xfrm>
              <a:off x="6639045" y="2069736"/>
              <a:ext cx="43489" cy="66302"/>
            </a:xfrm>
            <a:custGeom>
              <a:avLst/>
              <a:pathLst>
                <a:path w="43489" h="66302">
                  <a:moveTo>
                    <a:pt x="14531" y="0"/>
                  </a:moveTo>
                  <a:lnTo>
                    <a:pt x="22077" y="4384"/>
                  </a:lnTo>
                  <a:lnTo>
                    <a:pt x="23294" y="8224"/>
                  </a:lnTo>
                  <a:lnTo>
                    <a:pt x="19977" y="12932"/>
                  </a:lnTo>
                  <a:lnTo>
                    <a:pt x="19493" y="20703"/>
                  </a:lnTo>
                  <a:lnTo>
                    <a:pt x="15425" y="24504"/>
                  </a:lnTo>
                  <a:lnTo>
                    <a:pt x="14807" y="25968"/>
                  </a:lnTo>
                  <a:lnTo>
                    <a:pt x="15263" y="27456"/>
                  </a:lnTo>
                  <a:lnTo>
                    <a:pt x="28201" y="27926"/>
                  </a:lnTo>
                  <a:lnTo>
                    <a:pt x="43489" y="35759"/>
                  </a:lnTo>
                  <a:lnTo>
                    <a:pt x="43208" y="41301"/>
                  </a:lnTo>
                  <a:lnTo>
                    <a:pt x="42427" y="54088"/>
                  </a:lnTo>
                  <a:lnTo>
                    <a:pt x="41809" y="54655"/>
                  </a:lnTo>
                  <a:lnTo>
                    <a:pt x="38431" y="53782"/>
                  </a:lnTo>
                  <a:lnTo>
                    <a:pt x="36487" y="54420"/>
                  </a:lnTo>
                  <a:lnTo>
                    <a:pt x="36873" y="58895"/>
                  </a:lnTo>
                  <a:lnTo>
                    <a:pt x="35498" y="60670"/>
                  </a:lnTo>
                  <a:lnTo>
                    <a:pt x="24468" y="57889"/>
                  </a:lnTo>
                  <a:lnTo>
                    <a:pt x="20947" y="58530"/>
                  </a:lnTo>
                  <a:lnTo>
                    <a:pt x="21015" y="59795"/>
                  </a:lnTo>
                  <a:lnTo>
                    <a:pt x="16431" y="60999"/>
                  </a:lnTo>
                  <a:lnTo>
                    <a:pt x="17590" y="65440"/>
                  </a:lnTo>
                  <a:lnTo>
                    <a:pt x="14265" y="66302"/>
                  </a:lnTo>
                  <a:lnTo>
                    <a:pt x="7636" y="62924"/>
                  </a:lnTo>
                  <a:lnTo>
                    <a:pt x="7622" y="60434"/>
                  </a:lnTo>
                  <a:lnTo>
                    <a:pt x="8524" y="58128"/>
                  </a:lnTo>
                  <a:lnTo>
                    <a:pt x="8075" y="56189"/>
                  </a:lnTo>
                  <a:lnTo>
                    <a:pt x="9694" y="39491"/>
                  </a:lnTo>
                  <a:lnTo>
                    <a:pt x="12290" y="38312"/>
                  </a:lnTo>
                  <a:lnTo>
                    <a:pt x="12833" y="34956"/>
                  </a:lnTo>
                  <a:lnTo>
                    <a:pt x="11453" y="34371"/>
                  </a:lnTo>
                  <a:lnTo>
                    <a:pt x="10182" y="36126"/>
                  </a:lnTo>
                  <a:lnTo>
                    <a:pt x="7234" y="27402"/>
                  </a:lnTo>
                  <a:lnTo>
                    <a:pt x="0" y="25273"/>
                  </a:lnTo>
                  <a:lnTo>
                    <a:pt x="2381" y="18804"/>
                  </a:lnTo>
                  <a:lnTo>
                    <a:pt x="5470" y="19999"/>
                  </a:lnTo>
                  <a:lnTo>
                    <a:pt x="8259" y="14268"/>
                  </a:lnTo>
                  <a:lnTo>
                    <a:pt x="10158" y="12876"/>
                  </a:lnTo>
                  <a:lnTo>
                    <a:pt x="12375" y="9125"/>
                  </a:lnTo>
                  <a:lnTo>
                    <a:pt x="9067" y="7075"/>
                  </a:lnTo>
                  <a:lnTo>
                    <a:pt x="12720" y="64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h4391"/>
            <p:cNvSpPr/>
            <p:nvPr/>
          </p:nvSpPr>
          <p:spPr>
            <a:xfrm>
              <a:off x="6571817" y="2202190"/>
              <a:ext cx="29863" cy="37339"/>
            </a:xfrm>
            <a:custGeom>
              <a:avLst/>
              <a:pathLst>
                <a:path w="29863" h="37339">
                  <a:moveTo>
                    <a:pt x="7916" y="680"/>
                  </a:moveTo>
                  <a:lnTo>
                    <a:pt x="11244" y="4062"/>
                  </a:lnTo>
                  <a:lnTo>
                    <a:pt x="12841" y="5540"/>
                  </a:lnTo>
                  <a:lnTo>
                    <a:pt x="13425" y="8799"/>
                  </a:lnTo>
                  <a:lnTo>
                    <a:pt x="19409" y="11279"/>
                  </a:lnTo>
                  <a:lnTo>
                    <a:pt x="19495" y="13488"/>
                  </a:lnTo>
                  <a:lnTo>
                    <a:pt x="18419" y="14953"/>
                  </a:lnTo>
                  <a:lnTo>
                    <a:pt x="18335" y="20299"/>
                  </a:lnTo>
                  <a:lnTo>
                    <a:pt x="18701" y="20777"/>
                  </a:lnTo>
                  <a:lnTo>
                    <a:pt x="21650" y="20349"/>
                  </a:lnTo>
                  <a:lnTo>
                    <a:pt x="21926" y="21945"/>
                  </a:lnTo>
                  <a:lnTo>
                    <a:pt x="28617" y="31503"/>
                  </a:lnTo>
                  <a:lnTo>
                    <a:pt x="29863" y="33077"/>
                  </a:lnTo>
                  <a:lnTo>
                    <a:pt x="27304" y="32692"/>
                  </a:lnTo>
                  <a:lnTo>
                    <a:pt x="20179" y="37339"/>
                  </a:lnTo>
                  <a:lnTo>
                    <a:pt x="17913" y="32926"/>
                  </a:lnTo>
                  <a:lnTo>
                    <a:pt x="10691" y="24642"/>
                  </a:lnTo>
                  <a:lnTo>
                    <a:pt x="13979" y="17796"/>
                  </a:lnTo>
                  <a:lnTo>
                    <a:pt x="8921" y="15346"/>
                  </a:lnTo>
                  <a:lnTo>
                    <a:pt x="1536" y="9765"/>
                  </a:lnTo>
                  <a:lnTo>
                    <a:pt x="0" y="9206"/>
                  </a:lnTo>
                  <a:lnTo>
                    <a:pt x="2741" y="977"/>
                  </a:lnTo>
                  <a:lnTo>
                    <a:pt x="576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h4392"/>
            <p:cNvSpPr/>
            <p:nvPr/>
          </p:nvSpPr>
          <p:spPr>
            <a:xfrm>
              <a:off x="6583062" y="2205228"/>
              <a:ext cx="14393" cy="8241"/>
            </a:xfrm>
            <a:custGeom>
              <a:avLst/>
              <a:pathLst>
                <a:path w="14393" h="8241">
                  <a:moveTo>
                    <a:pt x="14035" y="4533"/>
                  </a:moveTo>
                  <a:lnTo>
                    <a:pt x="14393" y="6150"/>
                  </a:lnTo>
                  <a:lnTo>
                    <a:pt x="8164" y="8241"/>
                  </a:lnTo>
                  <a:lnTo>
                    <a:pt x="2181" y="5762"/>
                  </a:lnTo>
                  <a:lnTo>
                    <a:pt x="1596" y="2502"/>
                  </a:lnTo>
                  <a:lnTo>
                    <a:pt x="0" y="1025"/>
                  </a:lnTo>
                  <a:lnTo>
                    <a:pt x="750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h4393"/>
            <p:cNvSpPr/>
            <p:nvPr/>
          </p:nvSpPr>
          <p:spPr>
            <a:xfrm>
              <a:off x="6573354" y="2211956"/>
              <a:ext cx="12443" cy="14876"/>
            </a:xfrm>
            <a:custGeom>
              <a:avLst/>
              <a:pathLst>
                <a:path w="12443" h="14876">
                  <a:moveTo>
                    <a:pt x="7385" y="5580"/>
                  </a:moveTo>
                  <a:lnTo>
                    <a:pt x="12443" y="8031"/>
                  </a:lnTo>
                  <a:lnTo>
                    <a:pt x="9154" y="14876"/>
                  </a:lnTo>
                  <a:lnTo>
                    <a:pt x="409" y="9406"/>
                  </a:lnTo>
                  <a:lnTo>
                    <a:pt x="1265" y="28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h4394"/>
            <p:cNvSpPr/>
            <p:nvPr/>
          </p:nvSpPr>
          <p:spPr>
            <a:xfrm>
              <a:off x="6488921" y="2090933"/>
              <a:ext cx="81436" cy="103729"/>
            </a:xfrm>
            <a:custGeom>
              <a:avLst/>
              <a:pathLst>
                <a:path w="81436" h="103729">
                  <a:moveTo>
                    <a:pt x="54493" y="13267"/>
                  </a:moveTo>
                  <a:lnTo>
                    <a:pt x="54966" y="14858"/>
                  </a:lnTo>
                  <a:lnTo>
                    <a:pt x="56624" y="17506"/>
                  </a:lnTo>
                  <a:lnTo>
                    <a:pt x="60562" y="22922"/>
                  </a:lnTo>
                  <a:lnTo>
                    <a:pt x="62891" y="27960"/>
                  </a:lnTo>
                  <a:lnTo>
                    <a:pt x="62457" y="35996"/>
                  </a:lnTo>
                  <a:lnTo>
                    <a:pt x="74152" y="35711"/>
                  </a:lnTo>
                  <a:lnTo>
                    <a:pt x="74135" y="38093"/>
                  </a:lnTo>
                  <a:lnTo>
                    <a:pt x="75989" y="43631"/>
                  </a:lnTo>
                  <a:lnTo>
                    <a:pt x="77853" y="46050"/>
                  </a:lnTo>
                  <a:lnTo>
                    <a:pt x="78904" y="46481"/>
                  </a:lnTo>
                  <a:lnTo>
                    <a:pt x="78467" y="48700"/>
                  </a:lnTo>
                  <a:lnTo>
                    <a:pt x="81073" y="53818"/>
                  </a:lnTo>
                  <a:lnTo>
                    <a:pt x="81436" y="56373"/>
                  </a:lnTo>
                  <a:lnTo>
                    <a:pt x="76012" y="61999"/>
                  </a:lnTo>
                  <a:lnTo>
                    <a:pt x="73634" y="62248"/>
                  </a:lnTo>
                  <a:lnTo>
                    <a:pt x="69132" y="72663"/>
                  </a:lnTo>
                  <a:lnTo>
                    <a:pt x="71874" y="74479"/>
                  </a:lnTo>
                  <a:lnTo>
                    <a:pt x="72014" y="75430"/>
                  </a:lnTo>
                  <a:lnTo>
                    <a:pt x="75639" y="79102"/>
                  </a:lnTo>
                  <a:lnTo>
                    <a:pt x="80721" y="83384"/>
                  </a:lnTo>
                  <a:lnTo>
                    <a:pt x="77902" y="87643"/>
                  </a:lnTo>
                  <a:lnTo>
                    <a:pt x="75986" y="93033"/>
                  </a:lnTo>
                  <a:lnTo>
                    <a:pt x="76613" y="98836"/>
                  </a:lnTo>
                  <a:lnTo>
                    <a:pt x="73837" y="98500"/>
                  </a:lnTo>
                  <a:lnTo>
                    <a:pt x="64412" y="103729"/>
                  </a:lnTo>
                  <a:lnTo>
                    <a:pt x="64278" y="93621"/>
                  </a:lnTo>
                  <a:lnTo>
                    <a:pt x="63665" y="91317"/>
                  </a:lnTo>
                  <a:lnTo>
                    <a:pt x="60065" y="92994"/>
                  </a:lnTo>
                  <a:lnTo>
                    <a:pt x="52612" y="94081"/>
                  </a:lnTo>
                  <a:lnTo>
                    <a:pt x="50739" y="89484"/>
                  </a:lnTo>
                  <a:lnTo>
                    <a:pt x="48992" y="92243"/>
                  </a:lnTo>
                  <a:lnTo>
                    <a:pt x="46732" y="93478"/>
                  </a:lnTo>
                  <a:lnTo>
                    <a:pt x="42314" y="94737"/>
                  </a:lnTo>
                  <a:lnTo>
                    <a:pt x="40343" y="94147"/>
                  </a:lnTo>
                  <a:lnTo>
                    <a:pt x="35773" y="93925"/>
                  </a:lnTo>
                  <a:lnTo>
                    <a:pt x="32681" y="92791"/>
                  </a:lnTo>
                  <a:lnTo>
                    <a:pt x="32734" y="86630"/>
                  </a:lnTo>
                  <a:lnTo>
                    <a:pt x="31403" y="78676"/>
                  </a:lnTo>
                  <a:lnTo>
                    <a:pt x="28547" y="77367"/>
                  </a:lnTo>
                  <a:lnTo>
                    <a:pt x="24220" y="71126"/>
                  </a:lnTo>
                  <a:lnTo>
                    <a:pt x="17249" y="67559"/>
                  </a:lnTo>
                  <a:lnTo>
                    <a:pt x="14300" y="64111"/>
                  </a:lnTo>
                  <a:lnTo>
                    <a:pt x="11793" y="57706"/>
                  </a:lnTo>
                  <a:lnTo>
                    <a:pt x="0" y="43861"/>
                  </a:lnTo>
                  <a:lnTo>
                    <a:pt x="23767" y="22776"/>
                  </a:lnTo>
                  <a:lnTo>
                    <a:pt x="4828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h4395"/>
            <p:cNvSpPr/>
            <p:nvPr/>
          </p:nvSpPr>
          <p:spPr>
            <a:xfrm>
              <a:off x="6573301" y="2180168"/>
              <a:ext cx="13800" cy="15924"/>
            </a:xfrm>
            <a:custGeom>
              <a:avLst/>
              <a:pathLst>
                <a:path w="13800" h="15924">
                  <a:moveTo>
                    <a:pt x="5926" y="13"/>
                  </a:moveTo>
                  <a:lnTo>
                    <a:pt x="6232" y="1011"/>
                  </a:lnTo>
                  <a:lnTo>
                    <a:pt x="8714" y="704"/>
                  </a:lnTo>
                  <a:lnTo>
                    <a:pt x="11771" y="4113"/>
                  </a:lnTo>
                  <a:lnTo>
                    <a:pt x="10023" y="6461"/>
                  </a:lnTo>
                  <a:lnTo>
                    <a:pt x="13800" y="15767"/>
                  </a:lnTo>
                  <a:lnTo>
                    <a:pt x="5032" y="15924"/>
                  </a:lnTo>
                  <a:lnTo>
                    <a:pt x="3115" y="15337"/>
                  </a:lnTo>
                  <a:lnTo>
                    <a:pt x="0" y="10633"/>
                  </a:lnTo>
                  <a:lnTo>
                    <a:pt x="2075" y="10890"/>
                  </a:lnTo>
                  <a:lnTo>
                    <a:pt x="4558" y="6574"/>
                  </a:lnTo>
                  <a:lnTo>
                    <a:pt x="574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h4396"/>
            <p:cNvSpPr/>
            <p:nvPr/>
          </p:nvSpPr>
          <p:spPr>
            <a:xfrm>
              <a:off x="6568701" y="2190277"/>
              <a:ext cx="22442" cy="15976"/>
            </a:xfrm>
            <a:custGeom>
              <a:avLst/>
              <a:pathLst>
                <a:path w="22442" h="15976">
                  <a:moveTo>
                    <a:pt x="4403" y="258"/>
                  </a:moveTo>
                  <a:lnTo>
                    <a:pt x="4600" y="524"/>
                  </a:lnTo>
                  <a:lnTo>
                    <a:pt x="7715" y="5227"/>
                  </a:lnTo>
                  <a:lnTo>
                    <a:pt x="9632" y="5814"/>
                  </a:lnTo>
                  <a:lnTo>
                    <a:pt x="18400" y="5657"/>
                  </a:lnTo>
                  <a:lnTo>
                    <a:pt x="21134" y="5573"/>
                  </a:lnTo>
                  <a:lnTo>
                    <a:pt x="22442" y="11199"/>
                  </a:lnTo>
                  <a:lnTo>
                    <a:pt x="21502" y="11209"/>
                  </a:lnTo>
                  <a:lnTo>
                    <a:pt x="21870" y="14950"/>
                  </a:lnTo>
                  <a:lnTo>
                    <a:pt x="14361" y="15976"/>
                  </a:lnTo>
                  <a:lnTo>
                    <a:pt x="11032" y="12594"/>
                  </a:lnTo>
                  <a:lnTo>
                    <a:pt x="8882" y="11913"/>
                  </a:lnTo>
                  <a:lnTo>
                    <a:pt x="5858" y="128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h4397"/>
            <p:cNvSpPr/>
            <p:nvPr/>
          </p:nvSpPr>
          <p:spPr>
            <a:xfrm>
              <a:off x="6591945" y="2173185"/>
              <a:ext cx="15790" cy="16724"/>
            </a:xfrm>
            <a:custGeom>
              <a:avLst/>
              <a:pathLst>
                <a:path w="15790" h="16724">
                  <a:moveTo>
                    <a:pt x="11477" y="2877"/>
                  </a:moveTo>
                  <a:lnTo>
                    <a:pt x="14245" y="0"/>
                  </a:lnTo>
                  <a:lnTo>
                    <a:pt x="15790" y="4929"/>
                  </a:lnTo>
                  <a:lnTo>
                    <a:pt x="12594" y="9054"/>
                  </a:lnTo>
                  <a:lnTo>
                    <a:pt x="10148" y="13695"/>
                  </a:lnTo>
                  <a:lnTo>
                    <a:pt x="8422" y="15328"/>
                  </a:lnTo>
                  <a:lnTo>
                    <a:pt x="4520" y="16724"/>
                  </a:lnTo>
                  <a:lnTo>
                    <a:pt x="1724" y="14861"/>
                  </a:lnTo>
                  <a:lnTo>
                    <a:pt x="1144" y="13392"/>
                  </a:lnTo>
                  <a:lnTo>
                    <a:pt x="1866" y="7163"/>
                  </a:lnTo>
                  <a:lnTo>
                    <a:pt x="0" y="4915"/>
                  </a:lnTo>
                  <a:lnTo>
                    <a:pt x="1845" y="2235"/>
                  </a:lnTo>
                  <a:lnTo>
                    <a:pt x="8039" y="6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h4398"/>
            <p:cNvSpPr/>
            <p:nvPr/>
          </p:nvSpPr>
          <p:spPr>
            <a:xfrm>
              <a:off x="6623322" y="2123518"/>
              <a:ext cx="58431" cy="35583"/>
            </a:xfrm>
            <a:custGeom>
              <a:avLst/>
              <a:pathLst>
                <a:path w="58431" h="35583">
                  <a:moveTo>
                    <a:pt x="54154" y="0"/>
                  </a:moveTo>
                  <a:lnTo>
                    <a:pt x="57531" y="873"/>
                  </a:lnTo>
                  <a:lnTo>
                    <a:pt x="56082" y="11243"/>
                  </a:lnTo>
                  <a:lnTo>
                    <a:pt x="58431" y="15289"/>
                  </a:lnTo>
                  <a:lnTo>
                    <a:pt x="52496" y="15855"/>
                  </a:lnTo>
                  <a:lnTo>
                    <a:pt x="52866" y="21426"/>
                  </a:lnTo>
                  <a:lnTo>
                    <a:pt x="49695" y="20512"/>
                  </a:lnTo>
                  <a:lnTo>
                    <a:pt x="44063" y="25157"/>
                  </a:lnTo>
                  <a:lnTo>
                    <a:pt x="39313" y="25347"/>
                  </a:lnTo>
                  <a:lnTo>
                    <a:pt x="34270" y="24006"/>
                  </a:lnTo>
                  <a:lnTo>
                    <a:pt x="23731" y="32594"/>
                  </a:lnTo>
                  <a:lnTo>
                    <a:pt x="20695" y="32964"/>
                  </a:lnTo>
                  <a:lnTo>
                    <a:pt x="13751" y="35477"/>
                  </a:lnTo>
                  <a:lnTo>
                    <a:pt x="10412" y="35583"/>
                  </a:lnTo>
                  <a:lnTo>
                    <a:pt x="8356" y="33134"/>
                  </a:lnTo>
                  <a:lnTo>
                    <a:pt x="3879" y="31649"/>
                  </a:lnTo>
                  <a:lnTo>
                    <a:pt x="3077" y="30597"/>
                  </a:lnTo>
                  <a:lnTo>
                    <a:pt x="2669" y="29282"/>
                  </a:lnTo>
                  <a:lnTo>
                    <a:pt x="3883" y="24690"/>
                  </a:lnTo>
                  <a:lnTo>
                    <a:pt x="0" y="25537"/>
                  </a:lnTo>
                  <a:lnTo>
                    <a:pt x="3074" y="14794"/>
                  </a:lnTo>
                  <a:lnTo>
                    <a:pt x="3489" y="11797"/>
                  </a:lnTo>
                  <a:lnTo>
                    <a:pt x="2666" y="7831"/>
                  </a:lnTo>
                  <a:lnTo>
                    <a:pt x="5430" y="8906"/>
                  </a:lnTo>
                  <a:lnTo>
                    <a:pt x="16705" y="8465"/>
                  </a:lnTo>
                  <a:lnTo>
                    <a:pt x="19923" y="7773"/>
                  </a:lnTo>
                  <a:lnTo>
                    <a:pt x="24247" y="4346"/>
                  </a:lnTo>
                  <a:lnTo>
                    <a:pt x="23345" y="6651"/>
                  </a:lnTo>
                  <a:lnTo>
                    <a:pt x="23359" y="9142"/>
                  </a:lnTo>
                  <a:lnTo>
                    <a:pt x="29987" y="12520"/>
                  </a:lnTo>
                  <a:lnTo>
                    <a:pt x="33313" y="11658"/>
                  </a:lnTo>
                  <a:lnTo>
                    <a:pt x="32153" y="7217"/>
                  </a:lnTo>
                  <a:lnTo>
                    <a:pt x="36738" y="6013"/>
                  </a:lnTo>
                  <a:lnTo>
                    <a:pt x="36670" y="4748"/>
                  </a:lnTo>
                  <a:lnTo>
                    <a:pt x="40191" y="4106"/>
                  </a:lnTo>
                  <a:lnTo>
                    <a:pt x="51221" y="6888"/>
                  </a:lnTo>
                  <a:lnTo>
                    <a:pt x="52595" y="5112"/>
                  </a:lnTo>
                  <a:lnTo>
                    <a:pt x="52210" y="63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h4399"/>
            <p:cNvSpPr/>
            <p:nvPr/>
          </p:nvSpPr>
          <p:spPr>
            <a:xfrm>
              <a:off x="6571753" y="1963492"/>
              <a:ext cx="82757" cy="113235"/>
            </a:xfrm>
            <a:custGeom>
              <a:avLst/>
              <a:pathLst>
                <a:path w="82757" h="113235">
                  <a:moveTo>
                    <a:pt x="44640" y="21656"/>
                  </a:moveTo>
                  <a:lnTo>
                    <a:pt x="51565" y="14505"/>
                  </a:lnTo>
                  <a:lnTo>
                    <a:pt x="60891" y="2984"/>
                  </a:lnTo>
                  <a:lnTo>
                    <a:pt x="63096" y="3348"/>
                  </a:lnTo>
                  <a:lnTo>
                    <a:pt x="68798" y="7512"/>
                  </a:lnTo>
                  <a:lnTo>
                    <a:pt x="73269" y="13616"/>
                  </a:lnTo>
                  <a:lnTo>
                    <a:pt x="52447" y="29430"/>
                  </a:lnTo>
                  <a:lnTo>
                    <a:pt x="53318" y="36291"/>
                  </a:lnTo>
                  <a:lnTo>
                    <a:pt x="70299" y="42540"/>
                  </a:lnTo>
                  <a:lnTo>
                    <a:pt x="71806" y="60155"/>
                  </a:lnTo>
                  <a:lnTo>
                    <a:pt x="79607" y="82266"/>
                  </a:lnTo>
                  <a:lnTo>
                    <a:pt x="81768" y="83930"/>
                  </a:lnTo>
                  <a:lnTo>
                    <a:pt x="82757" y="86575"/>
                  </a:lnTo>
                  <a:lnTo>
                    <a:pt x="74058" y="104023"/>
                  </a:lnTo>
                  <a:lnTo>
                    <a:pt x="70204" y="103153"/>
                  </a:lnTo>
                  <a:lnTo>
                    <a:pt x="70645" y="107743"/>
                  </a:lnTo>
                  <a:lnTo>
                    <a:pt x="59745" y="108764"/>
                  </a:lnTo>
                  <a:lnTo>
                    <a:pt x="49144" y="113235"/>
                  </a:lnTo>
                  <a:lnTo>
                    <a:pt x="45409" y="105238"/>
                  </a:lnTo>
                  <a:lnTo>
                    <a:pt x="43562" y="100231"/>
                  </a:lnTo>
                  <a:lnTo>
                    <a:pt x="45534" y="96707"/>
                  </a:lnTo>
                  <a:lnTo>
                    <a:pt x="49811" y="93876"/>
                  </a:lnTo>
                  <a:lnTo>
                    <a:pt x="45149" y="92836"/>
                  </a:lnTo>
                  <a:lnTo>
                    <a:pt x="43023" y="93664"/>
                  </a:lnTo>
                  <a:lnTo>
                    <a:pt x="37857" y="93493"/>
                  </a:lnTo>
                  <a:lnTo>
                    <a:pt x="32548" y="91719"/>
                  </a:lnTo>
                  <a:lnTo>
                    <a:pt x="32490" y="87422"/>
                  </a:lnTo>
                  <a:lnTo>
                    <a:pt x="34661" y="87390"/>
                  </a:lnTo>
                  <a:lnTo>
                    <a:pt x="34600" y="83087"/>
                  </a:lnTo>
                  <a:lnTo>
                    <a:pt x="32363" y="78814"/>
                  </a:lnTo>
                  <a:lnTo>
                    <a:pt x="26991" y="78890"/>
                  </a:lnTo>
                  <a:lnTo>
                    <a:pt x="26918" y="73517"/>
                  </a:lnTo>
                  <a:lnTo>
                    <a:pt x="25785" y="69216"/>
                  </a:lnTo>
                  <a:lnTo>
                    <a:pt x="18249" y="69313"/>
                  </a:lnTo>
                  <a:lnTo>
                    <a:pt x="2429" y="54995"/>
                  </a:lnTo>
                  <a:lnTo>
                    <a:pt x="3435" y="51008"/>
                  </a:lnTo>
                  <a:lnTo>
                    <a:pt x="0" y="48754"/>
                  </a:lnTo>
                  <a:lnTo>
                    <a:pt x="7185" y="13866"/>
                  </a:lnTo>
                  <a:lnTo>
                    <a:pt x="13958" y="8259"/>
                  </a:lnTo>
                  <a:lnTo>
                    <a:pt x="2422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h4400"/>
            <p:cNvSpPr/>
            <p:nvPr/>
          </p:nvSpPr>
          <p:spPr>
            <a:xfrm>
              <a:off x="6619137" y="2410004"/>
              <a:ext cx="62728" cy="38076"/>
            </a:xfrm>
            <a:custGeom>
              <a:avLst/>
              <a:pathLst>
                <a:path w="62728" h="38076">
                  <a:moveTo>
                    <a:pt x="53093" y="625"/>
                  </a:moveTo>
                  <a:lnTo>
                    <a:pt x="55569" y="5704"/>
                  </a:lnTo>
                  <a:lnTo>
                    <a:pt x="59245" y="9216"/>
                  </a:lnTo>
                  <a:lnTo>
                    <a:pt x="62728" y="20383"/>
                  </a:lnTo>
                  <a:lnTo>
                    <a:pt x="61568" y="19994"/>
                  </a:lnTo>
                  <a:lnTo>
                    <a:pt x="58666" y="18953"/>
                  </a:lnTo>
                  <a:lnTo>
                    <a:pt x="49814" y="31379"/>
                  </a:lnTo>
                  <a:lnTo>
                    <a:pt x="45162" y="33335"/>
                  </a:lnTo>
                  <a:lnTo>
                    <a:pt x="40715" y="32095"/>
                  </a:lnTo>
                  <a:lnTo>
                    <a:pt x="28758" y="30648"/>
                  </a:lnTo>
                  <a:lnTo>
                    <a:pt x="24765" y="30732"/>
                  </a:lnTo>
                  <a:lnTo>
                    <a:pt x="18751" y="31992"/>
                  </a:lnTo>
                  <a:lnTo>
                    <a:pt x="16413" y="38076"/>
                  </a:lnTo>
                  <a:lnTo>
                    <a:pt x="13301" y="30771"/>
                  </a:lnTo>
                  <a:lnTo>
                    <a:pt x="9507" y="30528"/>
                  </a:lnTo>
                  <a:lnTo>
                    <a:pt x="9714" y="24568"/>
                  </a:lnTo>
                  <a:lnTo>
                    <a:pt x="7222" y="22345"/>
                  </a:lnTo>
                  <a:lnTo>
                    <a:pt x="0" y="19099"/>
                  </a:lnTo>
                  <a:lnTo>
                    <a:pt x="657" y="17993"/>
                  </a:lnTo>
                  <a:lnTo>
                    <a:pt x="1286" y="12314"/>
                  </a:lnTo>
                  <a:lnTo>
                    <a:pt x="2294" y="12235"/>
                  </a:lnTo>
                  <a:lnTo>
                    <a:pt x="4734" y="6466"/>
                  </a:lnTo>
                  <a:lnTo>
                    <a:pt x="6097" y="4756"/>
                  </a:lnTo>
                  <a:lnTo>
                    <a:pt x="12068" y="4980"/>
                  </a:lnTo>
                  <a:lnTo>
                    <a:pt x="16409" y="3166"/>
                  </a:lnTo>
                  <a:lnTo>
                    <a:pt x="17604" y="5470"/>
                  </a:lnTo>
                  <a:lnTo>
                    <a:pt x="19192" y="5388"/>
                  </a:lnTo>
                  <a:lnTo>
                    <a:pt x="29865" y="3648"/>
                  </a:lnTo>
                  <a:lnTo>
                    <a:pt x="31154" y="1560"/>
                  </a:lnTo>
                  <a:lnTo>
                    <a:pt x="38449" y="244"/>
                  </a:lnTo>
                  <a:lnTo>
                    <a:pt x="4991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h4401"/>
            <p:cNvSpPr/>
            <p:nvPr/>
          </p:nvSpPr>
          <p:spPr>
            <a:xfrm>
              <a:off x="6590153" y="2209761"/>
              <a:ext cx="16668" cy="13206"/>
            </a:xfrm>
            <a:custGeom>
              <a:avLst/>
              <a:pathLst>
                <a:path w="16668" h="13206">
                  <a:moveTo>
                    <a:pt x="10024" y="245"/>
                  </a:moveTo>
                  <a:lnTo>
                    <a:pt x="9380" y="2269"/>
                  </a:lnTo>
                  <a:lnTo>
                    <a:pt x="16668" y="4056"/>
                  </a:lnTo>
                  <a:lnTo>
                    <a:pt x="15843" y="6821"/>
                  </a:lnTo>
                  <a:lnTo>
                    <a:pt x="6923" y="13202"/>
                  </a:lnTo>
                  <a:lnTo>
                    <a:pt x="3314" y="12778"/>
                  </a:lnTo>
                  <a:lnTo>
                    <a:pt x="366" y="13206"/>
                  </a:lnTo>
                  <a:lnTo>
                    <a:pt x="0" y="12728"/>
                  </a:lnTo>
                  <a:lnTo>
                    <a:pt x="84" y="7381"/>
                  </a:lnTo>
                  <a:lnTo>
                    <a:pt x="1160" y="5917"/>
                  </a:lnTo>
                  <a:lnTo>
                    <a:pt x="1074" y="3707"/>
                  </a:lnTo>
                  <a:lnTo>
                    <a:pt x="7302" y="1616"/>
                  </a:lnTo>
                  <a:lnTo>
                    <a:pt x="694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h4402"/>
            <p:cNvSpPr/>
            <p:nvPr/>
          </p:nvSpPr>
          <p:spPr>
            <a:xfrm>
              <a:off x="6683043" y="2139921"/>
              <a:ext cx="25315" cy="49624"/>
            </a:xfrm>
            <a:custGeom>
              <a:avLst/>
              <a:pathLst>
                <a:path w="25315" h="49624">
                  <a:moveTo>
                    <a:pt x="14918" y="6220"/>
                  </a:moveTo>
                  <a:lnTo>
                    <a:pt x="21581" y="5420"/>
                  </a:lnTo>
                  <a:lnTo>
                    <a:pt x="25315" y="27137"/>
                  </a:lnTo>
                  <a:lnTo>
                    <a:pt x="23057" y="27184"/>
                  </a:lnTo>
                  <a:lnTo>
                    <a:pt x="22400" y="28286"/>
                  </a:lnTo>
                  <a:lnTo>
                    <a:pt x="22092" y="33282"/>
                  </a:lnTo>
                  <a:lnTo>
                    <a:pt x="22523" y="36233"/>
                  </a:lnTo>
                  <a:lnTo>
                    <a:pt x="23812" y="38181"/>
                  </a:lnTo>
                  <a:lnTo>
                    <a:pt x="23790" y="42125"/>
                  </a:lnTo>
                  <a:lnTo>
                    <a:pt x="22634" y="44846"/>
                  </a:lnTo>
                  <a:lnTo>
                    <a:pt x="23347" y="47433"/>
                  </a:lnTo>
                  <a:lnTo>
                    <a:pt x="23109" y="48609"/>
                  </a:lnTo>
                  <a:lnTo>
                    <a:pt x="17785" y="49624"/>
                  </a:lnTo>
                  <a:lnTo>
                    <a:pt x="15075" y="46313"/>
                  </a:lnTo>
                  <a:lnTo>
                    <a:pt x="13388" y="47680"/>
                  </a:lnTo>
                  <a:lnTo>
                    <a:pt x="11615" y="48361"/>
                  </a:lnTo>
                  <a:lnTo>
                    <a:pt x="7909" y="46642"/>
                  </a:lnTo>
                  <a:lnTo>
                    <a:pt x="7523" y="37235"/>
                  </a:lnTo>
                  <a:lnTo>
                    <a:pt x="2347" y="25380"/>
                  </a:lnTo>
                  <a:lnTo>
                    <a:pt x="0" y="20006"/>
                  </a:lnTo>
                  <a:lnTo>
                    <a:pt x="7142" y="6370"/>
                  </a:lnTo>
                  <a:lnTo>
                    <a:pt x="689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h4403"/>
            <p:cNvSpPr/>
            <p:nvPr/>
          </p:nvSpPr>
          <p:spPr>
            <a:xfrm>
              <a:off x="6605000" y="2252010"/>
              <a:ext cx="21729" cy="17918"/>
            </a:xfrm>
            <a:custGeom>
              <a:avLst/>
              <a:pathLst>
                <a:path w="21729" h="17918">
                  <a:moveTo>
                    <a:pt x="21729" y="10128"/>
                  </a:moveTo>
                  <a:lnTo>
                    <a:pt x="12100" y="14415"/>
                  </a:lnTo>
                  <a:lnTo>
                    <a:pt x="10799" y="16964"/>
                  </a:lnTo>
                  <a:lnTo>
                    <a:pt x="8549" y="17918"/>
                  </a:lnTo>
                  <a:lnTo>
                    <a:pt x="5782" y="16288"/>
                  </a:lnTo>
                  <a:lnTo>
                    <a:pt x="5954" y="15315"/>
                  </a:lnTo>
                  <a:lnTo>
                    <a:pt x="0" y="9013"/>
                  </a:lnTo>
                  <a:lnTo>
                    <a:pt x="6809" y="4645"/>
                  </a:lnTo>
                  <a:lnTo>
                    <a:pt x="8727" y="1593"/>
                  </a:lnTo>
                  <a:lnTo>
                    <a:pt x="10270" y="2816"/>
                  </a:lnTo>
                  <a:lnTo>
                    <a:pt x="13230" y="3184"/>
                  </a:lnTo>
                  <a:lnTo>
                    <a:pt x="211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h4404"/>
            <p:cNvSpPr/>
            <p:nvPr/>
          </p:nvSpPr>
          <p:spPr>
            <a:xfrm>
              <a:off x="6591815" y="2175345"/>
              <a:ext cx="21603" cy="22403"/>
            </a:xfrm>
            <a:custGeom>
              <a:avLst/>
              <a:pathLst>
                <a:path w="21603" h="22403">
                  <a:moveTo>
                    <a:pt x="21603" y="6520"/>
                  </a:moveTo>
                  <a:lnTo>
                    <a:pt x="19188" y="8360"/>
                  </a:lnTo>
                  <a:lnTo>
                    <a:pt x="18446" y="7493"/>
                  </a:lnTo>
                  <a:lnTo>
                    <a:pt x="18194" y="8034"/>
                  </a:lnTo>
                  <a:lnTo>
                    <a:pt x="20293" y="12054"/>
                  </a:lnTo>
                  <a:lnTo>
                    <a:pt x="20734" y="12701"/>
                  </a:lnTo>
                  <a:lnTo>
                    <a:pt x="19936" y="16488"/>
                  </a:lnTo>
                  <a:lnTo>
                    <a:pt x="17397" y="19011"/>
                  </a:lnTo>
                  <a:lnTo>
                    <a:pt x="16201" y="22403"/>
                  </a:lnTo>
                  <a:lnTo>
                    <a:pt x="15056" y="21832"/>
                  </a:lnTo>
                  <a:lnTo>
                    <a:pt x="14751" y="20808"/>
                  </a:lnTo>
                  <a:lnTo>
                    <a:pt x="9066" y="18828"/>
                  </a:lnTo>
                  <a:lnTo>
                    <a:pt x="2030" y="18816"/>
                  </a:lnTo>
                  <a:lnTo>
                    <a:pt x="1235" y="20112"/>
                  </a:lnTo>
                  <a:lnTo>
                    <a:pt x="0" y="16927"/>
                  </a:lnTo>
                  <a:lnTo>
                    <a:pt x="1854" y="12702"/>
                  </a:lnTo>
                  <a:lnTo>
                    <a:pt x="4650" y="14564"/>
                  </a:lnTo>
                  <a:lnTo>
                    <a:pt x="8552" y="13168"/>
                  </a:lnTo>
                  <a:lnTo>
                    <a:pt x="10278" y="11536"/>
                  </a:lnTo>
                  <a:lnTo>
                    <a:pt x="12724" y="6894"/>
                  </a:lnTo>
                  <a:lnTo>
                    <a:pt x="15920" y="2770"/>
                  </a:lnTo>
                  <a:lnTo>
                    <a:pt x="1877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h4405"/>
            <p:cNvSpPr/>
            <p:nvPr/>
          </p:nvSpPr>
          <p:spPr>
            <a:xfrm>
              <a:off x="6705136" y="2163340"/>
              <a:ext cx="43831" cy="31573"/>
            </a:xfrm>
            <a:custGeom>
              <a:avLst/>
              <a:pathLst>
                <a:path w="43831" h="31573">
                  <a:moveTo>
                    <a:pt x="32114" y="15877"/>
                  </a:moveTo>
                  <a:lnTo>
                    <a:pt x="37866" y="9060"/>
                  </a:lnTo>
                  <a:lnTo>
                    <a:pt x="43602" y="8035"/>
                  </a:lnTo>
                  <a:lnTo>
                    <a:pt x="43831" y="14801"/>
                  </a:lnTo>
                  <a:lnTo>
                    <a:pt x="20976" y="31573"/>
                  </a:lnTo>
                  <a:lnTo>
                    <a:pt x="1717" y="28396"/>
                  </a:lnTo>
                  <a:lnTo>
                    <a:pt x="1254" y="24015"/>
                  </a:lnTo>
                  <a:lnTo>
                    <a:pt x="541" y="21427"/>
                  </a:lnTo>
                  <a:lnTo>
                    <a:pt x="1697" y="18707"/>
                  </a:lnTo>
                  <a:lnTo>
                    <a:pt x="1719" y="14763"/>
                  </a:lnTo>
                  <a:lnTo>
                    <a:pt x="430" y="12815"/>
                  </a:lnTo>
                  <a:lnTo>
                    <a:pt x="0" y="9864"/>
                  </a:lnTo>
                  <a:lnTo>
                    <a:pt x="308" y="4868"/>
                  </a:lnTo>
                  <a:lnTo>
                    <a:pt x="965" y="3766"/>
                  </a:lnTo>
                  <a:lnTo>
                    <a:pt x="3222" y="3719"/>
                  </a:lnTo>
                  <a:lnTo>
                    <a:pt x="6056" y="6334"/>
                  </a:lnTo>
                  <a:lnTo>
                    <a:pt x="7497" y="6233"/>
                  </a:lnTo>
                  <a:lnTo>
                    <a:pt x="11134" y="3203"/>
                  </a:lnTo>
                  <a:lnTo>
                    <a:pt x="14414" y="1678"/>
                  </a:lnTo>
                  <a:lnTo>
                    <a:pt x="17124" y="1295"/>
                  </a:lnTo>
                  <a:lnTo>
                    <a:pt x="1853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h4406"/>
            <p:cNvSpPr/>
            <p:nvPr/>
          </p:nvSpPr>
          <p:spPr>
            <a:xfrm>
              <a:off x="6598309" y="2354571"/>
              <a:ext cx="70742" cy="68125"/>
            </a:xfrm>
            <a:custGeom>
              <a:avLst/>
              <a:pathLst>
                <a:path w="70742" h="68125">
                  <a:moveTo>
                    <a:pt x="64840" y="5039"/>
                  </a:moveTo>
                  <a:lnTo>
                    <a:pt x="67952" y="13056"/>
                  </a:lnTo>
                  <a:lnTo>
                    <a:pt x="67608" y="20818"/>
                  </a:lnTo>
                  <a:lnTo>
                    <a:pt x="61997" y="34326"/>
                  </a:lnTo>
                  <a:lnTo>
                    <a:pt x="61181" y="46242"/>
                  </a:lnTo>
                  <a:lnTo>
                    <a:pt x="70742" y="55432"/>
                  </a:lnTo>
                  <a:lnTo>
                    <a:pt x="59277" y="55677"/>
                  </a:lnTo>
                  <a:lnTo>
                    <a:pt x="51981" y="56992"/>
                  </a:lnTo>
                  <a:lnTo>
                    <a:pt x="50693" y="59081"/>
                  </a:lnTo>
                  <a:lnTo>
                    <a:pt x="40020" y="60821"/>
                  </a:lnTo>
                  <a:lnTo>
                    <a:pt x="38432" y="60903"/>
                  </a:lnTo>
                  <a:lnTo>
                    <a:pt x="37237" y="58599"/>
                  </a:lnTo>
                  <a:lnTo>
                    <a:pt x="32895" y="60413"/>
                  </a:lnTo>
                  <a:lnTo>
                    <a:pt x="26924" y="60188"/>
                  </a:lnTo>
                  <a:lnTo>
                    <a:pt x="25561" y="61898"/>
                  </a:lnTo>
                  <a:lnTo>
                    <a:pt x="23122" y="67668"/>
                  </a:lnTo>
                  <a:lnTo>
                    <a:pt x="22114" y="67747"/>
                  </a:lnTo>
                  <a:lnTo>
                    <a:pt x="17298" y="68125"/>
                  </a:lnTo>
                  <a:lnTo>
                    <a:pt x="12829" y="66013"/>
                  </a:lnTo>
                  <a:lnTo>
                    <a:pt x="10796" y="64316"/>
                  </a:lnTo>
                  <a:lnTo>
                    <a:pt x="10493" y="60924"/>
                  </a:lnTo>
                  <a:lnTo>
                    <a:pt x="11520" y="54421"/>
                  </a:lnTo>
                  <a:lnTo>
                    <a:pt x="5198" y="52105"/>
                  </a:lnTo>
                  <a:lnTo>
                    <a:pt x="7001" y="49787"/>
                  </a:lnTo>
                  <a:lnTo>
                    <a:pt x="2611" y="46821"/>
                  </a:lnTo>
                  <a:lnTo>
                    <a:pt x="2588" y="45310"/>
                  </a:lnTo>
                  <a:lnTo>
                    <a:pt x="5573" y="42086"/>
                  </a:lnTo>
                  <a:lnTo>
                    <a:pt x="1460" y="35886"/>
                  </a:lnTo>
                  <a:lnTo>
                    <a:pt x="0" y="31525"/>
                  </a:lnTo>
                  <a:lnTo>
                    <a:pt x="2210" y="31488"/>
                  </a:lnTo>
                  <a:lnTo>
                    <a:pt x="3147" y="29758"/>
                  </a:lnTo>
                  <a:lnTo>
                    <a:pt x="4533" y="29614"/>
                  </a:lnTo>
                  <a:lnTo>
                    <a:pt x="4553" y="27474"/>
                  </a:lnTo>
                  <a:lnTo>
                    <a:pt x="6739" y="25537"/>
                  </a:lnTo>
                  <a:lnTo>
                    <a:pt x="10898" y="24122"/>
                  </a:lnTo>
                  <a:lnTo>
                    <a:pt x="11904" y="25416"/>
                  </a:lnTo>
                  <a:lnTo>
                    <a:pt x="15435" y="24121"/>
                  </a:lnTo>
                  <a:lnTo>
                    <a:pt x="16083" y="18879"/>
                  </a:lnTo>
                  <a:lnTo>
                    <a:pt x="13301" y="7182"/>
                  </a:lnTo>
                  <a:lnTo>
                    <a:pt x="23857" y="5550"/>
                  </a:lnTo>
                  <a:lnTo>
                    <a:pt x="32844" y="6029"/>
                  </a:lnTo>
                  <a:lnTo>
                    <a:pt x="38928" y="1050"/>
                  </a:lnTo>
                  <a:lnTo>
                    <a:pt x="40696" y="1627"/>
                  </a:lnTo>
                  <a:lnTo>
                    <a:pt x="41005" y="4380"/>
                  </a:lnTo>
                  <a:lnTo>
                    <a:pt x="45901" y="12153"/>
                  </a:lnTo>
                  <a:lnTo>
                    <a:pt x="49174" y="14072"/>
                  </a:lnTo>
                  <a:lnTo>
                    <a:pt x="51185" y="13859"/>
                  </a:lnTo>
                  <a:lnTo>
                    <a:pt x="51520" y="11788"/>
                  </a:lnTo>
                  <a:lnTo>
                    <a:pt x="54758" y="7804"/>
                  </a:lnTo>
                  <a:lnTo>
                    <a:pt x="53647" y="2876"/>
                  </a:lnTo>
                  <a:lnTo>
                    <a:pt x="6267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h4407"/>
            <p:cNvSpPr/>
            <p:nvPr/>
          </p:nvSpPr>
          <p:spPr>
            <a:xfrm>
              <a:off x="6526427" y="2180418"/>
              <a:ext cx="48131" cy="42408"/>
            </a:xfrm>
            <a:custGeom>
              <a:avLst/>
              <a:pathLst>
                <a:path w="48131" h="42408">
                  <a:moveTo>
                    <a:pt x="15106" y="4596"/>
                  </a:moveTo>
                  <a:lnTo>
                    <a:pt x="22559" y="3509"/>
                  </a:lnTo>
                  <a:lnTo>
                    <a:pt x="26159" y="1832"/>
                  </a:lnTo>
                  <a:lnTo>
                    <a:pt x="26771" y="4136"/>
                  </a:lnTo>
                  <a:lnTo>
                    <a:pt x="26906" y="14244"/>
                  </a:lnTo>
                  <a:lnTo>
                    <a:pt x="36331" y="9015"/>
                  </a:lnTo>
                  <a:lnTo>
                    <a:pt x="39107" y="9351"/>
                  </a:lnTo>
                  <a:lnTo>
                    <a:pt x="42273" y="9859"/>
                  </a:lnTo>
                  <a:lnTo>
                    <a:pt x="48131" y="22749"/>
                  </a:lnTo>
                  <a:lnTo>
                    <a:pt x="45389" y="30979"/>
                  </a:lnTo>
                  <a:lnTo>
                    <a:pt x="38004" y="27554"/>
                  </a:lnTo>
                  <a:lnTo>
                    <a:pt x="33780" y="32339"/>
                  </a:lnTo>
                  <a:lnTo>
                    <a:pt x="32063" y="33411"/>
                  </a:lnTo>
                  <a:lnTo>
                    <a:pt x="28056" y="31960"/>
                  </a:lnTo>
                  <a:lnTo>
                    <a:pt x="23467" y="34456"/>
                  </a:lnTo>
                  <a:lnTo>
                    <a:pt x="20897" y="38163"/>
                  </a:lnTo>
                  <a:lnTo>
                    <a:pt x="17646" y="40975"/>
                  </a:lnTo>
                  <a:lnTo>
                    <a:pt x="15119" y="42408"/>
                  </a:lnTo>
                  <a:lnTo>
                    <a:pt x="14425" y="41592"/>
                  </a:lnTo>
                  <a:lnTo>
                    <a:pt x="8633" y="40954"/>
                  </a:lnTo>
                  <a:lnTo>
                    <a:pt x="8119" y="35732"/>
                  </a:lnTo>
                  <a:lnTo>
                    <a:pt x="6155" y="30905"/>
                  </a:lnTo>
                  <a:lnTo>
                    <a:pt x="0" y="19748"/>
                  </a:lnTo>
                  <a:lnTo>
                    <a:pt x="1559" y="15045"/>
                  </a:lnTo>
                  <a:lnTo>
                    <a:pt x="2768" y="13999"/>
                  </a:lnTo>
                  <a:lnTo>
                    <a:pt x="4129" y="8003"/>
                  </a:lnTo>
                  <a:lnTo>
                    <a:pt x="2836" y="4662"/>
                  </a:lnTo>
                  <a:lnTo>
                    <a:pt x="4808" y="5252"/>
                  </a:lnTo>
                  <a:lnTo>
                    <a:pt x="9225" y="3993"/>
                  </a:lnTo>
                  <a:lnTo>
                    <a:pt x="11485" y="2758"/>
                  </a:lnTo>
                  <a:lnTo>
                    <a:pt x="1323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h4408"/>
            <p:cNvSpPr/>
            <p:nvPr/>
          </p:nvSpPr>
          <p:spPr>
            <a:xfrm>
              <a:off x="6562358" y="2095380"/>
              <a:ext cx="36166" cy="50818"/>
            </a:xfrm>
            <a:custGeom>
              <a:avLst/>
              <a:pathLst>
                <a:path w="36166" h="50818">
                  <a:moveTo>
                    <a:pt x="21295" y="3520"/>
                  </a:moveTo>
                  <a:lnTo>
                    <a:pt x="20596" y="5237"/>
                  </a:lnTo>
                  <a:lnTo>
                    <a:pt x="24426" y="8396"/>
                  </a:lnTo>
                  <a:lnTo>
                    <a:pt x="25710" y="10642"/>
                  </a:lnTo>
                  <a:lnTo>
                    <a:pt x="29016" y="22526"/>
                  </a:lnTo>
                  <a:lnTo>
                    <a:pt x="31265" y="22809"/>
                  </a:lnTo>
                  <a:lnTo>
                    <a:pt x="31838" y="23503"/>
                  </a:lnTo>
                  <a:lnTo>
                    <a:pt x="31764" y="25063"/>
                  </a:lnTo>
                  <a:lnTo>
                    <a:pt x="29811" y="28073"/>
                  </a:lnTo>
                  <a:lnTo>
                    <a:pt x="33079" y="34361"/>
                  </a:lnTo>
                  <a:lnTo>
                    <a:pt x="35917" y="43404"/>
                  </a:lnTo>
                  <a:lnTo>
                    <a:pt x="36166" y="48313"/>
                  </a:lnTo>
                  <a:lnTo>
                    <a:pt x="31970" y="50818"/>
                  </a:lnTo>
                  <a:lnTo>
                    <a:pt x="25032" y="50182"/>
                  </a:lnTo>
                  <a:lnTo>
                    <a:pt x="21739" y="44656"/>
                  </a:lnTo>
                  <a:lnTo>
                    <a:pt x="18830" y="41338"/>
                  </a:lnTo>
                  <a:lnTo>
                    <a:pt x="14354" y="39762"/>
                  </a:lnTo>
                  <a:lnTo>
                    <a:pt x="13784" y="35662"/>
                  </a:lnTo>
                  <a:lnTo>
                    <a:pt x="9650" y="35977"/>
                  </a:lnTo>
                  <a:lnTo>
                    <a:pt x="7977" y="36740"/>
                  </a:lnTo>
                  <a:lnTo>
                    <a:pt x="7290" y="38877"/>
                  </a:lnTo>
                  <a:lnTo>
                    <a:pt x="4416" y="41603"/>
                  </a:lnTo>
                  <a:lnTo>
                    <a:pt x="2551" y="39184"/>
                  </a:lnTo>
                  <a:lnTo>
                    <a:pt x="697" y="33646"/>
                  </a:lnTo>
                  <a:lnTo>
                    <a:pt x="714" y="31265"/>
                  </a:lnTo>
                  <a:lnTo>
                    <a:pt x="0" y="30086"/>
                  </a:lnTo>
                  <a:lnTo>
                    <a:pt x="2059" y="24967"/>
                  </a:lnTo>
                  <a:lnTo>
                    <a:pt x="6447" y="22639"/>
                  </a:lnTo>
                  <a:lnTo>
                    <a:pt x="7709" y="21064"/>
                  </a:lnTo>
                  <a:lnTo>
                    <a:pt x="4028" y="14593"/>
                  </a:lnTo>
                  <a:lnTo>
                    <a:pt x="4051" y="13231"/>
                  </a:lnTo>
                  <a:lnTo>
                    <a:pt x="4906" y="14609"/>
                  </a:lnTo>
                  <a:lnTo>
                    <a:pt x="8394" y="13137"/>
                  </a:lnTo>
                  <a:lnTo>
                    <a:pt x="5544" y="6482"/>
                  </a:lnTo>
                  <a:lnTo>
                    <a:pt x="13676" y="2545"/>
                  </a:lnTo>
                  <a:lnTo>
                    <a:pt x="19530" y="2907"/>
                  </a:lnTo>
                  <a:lnTo>
                    <a:pt x="18583" y="89"/>
                  </a:lnTo>
                  <a:lnTo>
                    <a:pt x="2017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h4409"/>
            <p:cNvSpPr/>
            <p:nvPr/>
          </p:nvSpPr>
          <p:spPr>
            <a:xfrm>
              <a:off x="6589836" y="2192272"/>
              <a:ext cx="18602" cy="21546"/>
            </a:xfrm>
            <a:custGeom>
              <a:avLst/>
              <a:pathLst>
                <a:path w="18602" h="21546">
                  <a:moveTo>
                    <a:pt x="3214" y="3185"/>
                  </a:moveTo>
                  <a:lnTo>
                    <a:pt x="4009" y="1889"/>
                  </a:lnTo>
                  <a:lnTo>
                    <a:pt x="11045" y="1901"/>
                  </a:lnTo>
                  <a:lnTo>
                    <a:pt x="16731" y="3881"/>
                  </a:lnTo>
                  <a:lnTo>
                    <a:pt x="17035" y="4905"/>
                  </a:lnTo>
                  <a:lnTo>
                    <a:pt x="15375" y="5656"/>
                  </a:lnTo>
                  <a:lnTo>
                    <a:pt x="15214" y="6762"/>
                  </a:lnTo>
                  <a:lnTo>
                    <a:pt x="18552" y="9181"/>
                  </a:lnTo>
                  <a:lnTo>
                    <a:pt x="18602" y="11793"/>
                  </a:lnTo>
                  <a:lnTo>
                    <a:pt x="17359" y="14049"/>
                  </a:lnTo>
                  <a:lnTo>
                    <a:pt x="13553" y="17491"/>
                  </a:lnTo>
                  <a:lnTo>
                    <a:pt x="17011" y="19299"/>
                  </a:lnTo>
                  <a:lnTo>
                    <a:pt x="18099" y="20964"/>
                  </a:lnTo>
                  <a:lnTo>
                    <a:pt x="16985" y="21546"/>
                  </a:lnTo>
                  <a:lnTo>
                    <a:pt x="9697" y="19759"/>
                  </a:lnTo>
                  <a:lnTo>
                    <a:pt x="10341" y="17734"/>
                  </a:lnTo>
                  <a:lnTo>
                    <a:pt x="7262" y="17489"/>
                  </a:lnTo>
                  <a:lnTo>
                    <a:pt x="736" y="12955"/>
                  </a:lnTo>
                  <a:lnTo>
                    <a:pt x="367" y="9214"/>
                  </a:lnTo>
                  <a:lnTo>
                    <a:pt x="1307" y="9204"/>
                  </a:lnTo>
                  <a:lnTo>
                    <a:pt x="0" y="3578"/>
                  </a:lnTo>
                  <a:lnTo>
                    <a:pt x="19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h4410"/>
            <p:cNvSpPr/>
            <p:nvPr/>
          </p:nvSpPr>
          <p:spPr>
            <a:xfrm>
              <a:off x="6621910" y="2147524"/>
              <a:ext cx="53207" cy="45627"/>
            </a:xfrm>
            <a:custGeom>
              <a:avLst/>
              <a:pathLst>
                <a:path w="53207" h="45627">
                  <a:moveTo>
                    <a:pt x="40725" y="1340"/>
                  </a:moveTo>
                  <a:lnTo>
                    <a:pt x="40891" y="7432"/>
                  </a:lnTo>
                  <a:lnTo>
                    <a:pt x="44610" y="7327"/>
                  </a:lnTo>
                  <a:lnTo>
                    <a:pt x="47565" y="9667"/>
                  </a:lnTo>
                  <a:lnTo>
                    <a:pt x="53207" y="17320"/>
                  </a:lnTo>
                  <a:lnTo>
                    <a:pt x="42692" y="18015"/>
                  </a:lnTo>
                  <a:lnTo>
                    <a:pt x="41261" y="18365"/>
                  </a:lnTo>
                  <a:lnTo>
                    <a:pt x="39219" y="20692"/>
                  </a:lnTo>
                  <a:lnTo>
                    <a:pt x="44270" y="30001"/>
                  </a:lnTo>
                  <a:lnTo>
                    <a:pt x="48522" y="38201"/>
                  </a:lnTo>
                  <a:lnTo>
                    <a:pt x="46906" y="39632"/>
                  </a:lnTo>
                  <a:lnTo>
                    <a:pt x="46856" y="40961"/>
                  </a:lnTo>
                  <a:lnTo>
                    <a:pt x="37381" y="45627"/>
                  </a:lnTo>
                  <a:lnTo>
                    <a:pt x="33553" y="41351"/>
                  </a:lnTo>
                  <a:lnTo>
                    <a:pt x="31820" y="37838"/>
                  </a:lnTo>
                  <a:lnTo>
                    <a:pt x="22612" y="32288"/>
                  </a:lnTo>
                  <a:lnTo>
                    <a:pt x="18247" y="30864"/>
                  </a:lnTo>
                  <a:lnTo>
                    <a:pt x="18313" y="30229"/>
                  </a:lnTo>
                  <a:lnTo>
                    <a:pt x="16716" y="27549"/>
                  </a:lnTo>
                  <a:lnTo>
                    <a:pt x="9388" y="27570"/>
                  </a:lnTo>
                  <a:lnTo>
                    <a:pt x="8780" y="28150"/>
                  </a:lnTo>
                  <a:lnTo>
                    <a:pt x="5682" y="24013"/>
                  </a:lnTo>
                  <a:lnTo>
                    <a:pt x="5771" y="19472"/>
                  </a:lnTo>
                  <a:lnTo>
                    <a:pt x="2200" y="11577"/>
                  </a:lnTo>
                  <a:lnTo>
                    <a:pt x="229" y="10588"/>
                  </a:lnTo>
                  <a:lnTo>
                    <a:pt x="0" y="6278"/>
                  </a:lnTo>
                  <a:lnTo>
                    <a:pt x="2480" y="6884"/>
                  </a:lnTo>
                  <a:lnTo>
                    <a:pt x="4490" y="6590"/>
                  </a:lnTo>
                  <a:lnTo>
                    <a:pt x="5291" y="7642"/>
                  </a:lnTo>
                  <a:lnTo>
                    <a:pt x="9769" y="9128"/>
                  </a:lnTo>
                  <a:lnTo>
                    <a:pt x="11824" y="11576"/>
                  </a:lnTo>
                  <a:lnTo>
                    <a:pt x="15164" y="11470"/>
                  </a:lnTo>
                  <a:lnTo>
                    <a:pt x="22108" y="8957"/>
                  </a:lnTo>
                  <a:lnTo>
                    <a:pt x="25143" y="8588"/>
                  </a:lnTo>
                  <a:lnTo>
                    <a:pt x="3568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h4411"/>
            <p:cNvSpPr/>
            <p:nvPr/>
          </p:nvSpPr>
          <p:spPr>
            <a:xfrm>
              <a:off x="6571435" y="2179384"/>
              <a:ext cx="7610" cy="11673"/>
            </a:xfrm>
            <a:custGeom>
              <a:avLst/>
              <a:pathLst>
                <a:path w="7610" h="11673">
                  <a:moveTo>
                    <a:pt x="7610" y="783"/>
                  </a:moveTo>
                  <a:lnTo>
                    <a:pt x="6424" y="7357"/>
                  </a:lnTo>
                  <a:lnTo>
                    <a:pt x="3941" y="11673"/>
                  </a:lnTo>
                  <a:lnTo>
                    <a:pt x="1866" y="11416"/>
                  </a:lnTo>
                  <a:lnTo>
                    <a:pt x="1669" y="11150"/>
                  </a:lnTo>
                  <a:lnTo>
                    <a:pt x="1457" y="9110"/>
                  </a:lnTo>
                  <a:lnTo>
                    <a:pt x="0" y="7326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h4412"/>
            <p:cNvSpPr/>
            <p:nvPr/>
          </p:nvSpPr>
          <p:spPr>
            <a:xfrm>
              <a:off x="6531109" y="2266940"/>
              <a:ext cx="107459" cy="118591"/>
            </a:xfrm>
            <a:custGeom>
              <a:avLst/>
              <a:pathLst>
                <a:path w="107459" h="118591">
                  <a:moveTo>
                    <a:pt x="38000" y="2705"/>
                  </a:moveTo>
                  <a:lnTo>
                    <a:pt x="53264" y="7877"/>
                  </a:lnTo>
                  <a:lnTo>
                    <a:pt x="54268" y="9717"/>
                  </a:lnTo>
                  <a:lnTo>
                    <a:pt x="57014" y="11844"/>
                  </a:lnTo>
                  <a:lnTo>
                    <a:pt x="61846" y="14403"/>
                  </a:lnTo>
                  <a:lnTo>
                    <a:pt x="59855" y="16897"/>
                  </a:lnTo>
                  <a:lnTo>
                    <a:pt x="65322" y="23626"/>
                  </a:lnTo>
                  <a:lnTo>
                    <a:pt x="69484" y="27372"/>
                  </a:lnTo>
                  <a:lnTo>
                    <a:pt x="72172" y="28187"/>
                  </a:lnTo>
                  <a:lnTo>
                    <a:pt x="75550" y="36403"/>
                  </a:lnTo>
                  <a:lnTo>
                    <a:pt x="80767" y="40276"/>
                  </a:lnTo>
                  <a:lnTo>
                    <a:pt x="82552" y="42760"/>
                  </a:lnTo>
                  <a:lnTo>
                    <a:pt x="90756" y="40963"/>
                  </a:lnTo>
                  <a:lnTo>
                    <a:pt x="93141" y="43750"/>
                  </a:lnTo>
                  <a:lnTo>
                    <a:pt x="95197" y="46240"/>
                  </a:lnTo>
                  <a:lnTo>
                    <a:pt x="95810" y="49382"/>
                  </a:lnTo>
                  <a:lnTo>
                    <a:pt x="93204" y="53460"/>
                  </a:lnTo>
                  <a:lnTo>
                    <a:pt x="94536" y="56452"/>
                  </a:lnTo>
                  <a:lnTo>
                    <a:pt x="94412" y="57704"/>
                  </a:lnTo>
                  <a:lnTo>
                    <a:pt x="90348" y="61606"/>
                  </a:lnTo>
                  <a:lnTo>
                    <a:pt x="104631" y="74718"/>
                  </a:lnTo>
                  <a:lnTo>
                    <a:pt x="107459" y="81067"/>
                  </a:lnTo>
                  <a:lnTo>
                    <a:pt x="103837" y="85616"/>
                  </a:lnTo>
                  <a:lnTo>
                    <a:pt x="103481" y="87745"/>
                  </a:lnTo>
                  <a:lnTo>
                    <a:pt x="106129" y="88681"/>
                  </a:lnTo>
                  <a:lnTo>
                    <a:pt x="100044" y="93660"/>
                  </a:lnTo>
                  <a:lnTo>
                    <a:pt x="91057" y="93182"/>
                  </a:lnTo>
                  <a:lnTo>
                    <a:pt x="80501" y="94813"/>
                  </a:lnTo>
                  <a:lnTo>
                    <a:pt x="83284" y="106511"/>
                  </a:lnTo>
                  <a:lnTo>
                    <a:pt x="82636" y="111752"/>
                  </a:lnTo>
                  <a:lnTo>
                    <a:pt x="79105" y="113047"/>
                  </a:lnTo>
                  <a:lnTo>
                    <a:pt x="78098" y="111753"/>
                  </a:lnTo>
                  <a:lnTo>
                    <a:pt x="73940" y="113168"/>
                  </a:lnTo>
                  <a:lnTo>
                    <a:pt x="71753" y="115106"/>
                  </a:lnTo>
                  <a:lnTo>
                    <a:pt x="71734" y="117245"/>
                  </a:lnTo>
                  <a:lnTo>
                    <a:pt x="70347" y="117390"/>
                  </a:lnTo>
                  <a:lnTo>
                    <a:pt x="70337" y="114859"/>
                  </a:lnTo>
                  <a:lnTo>
                    <a:pt x="62613" y="111030"/>
                  </a:lnTo>
                  <a:lnTo>
                    <a:pt x="60935" y="118591"/>
                  </a:lnTo>
                  <a:lnTo>
                    <a:pt x="56303" y="111362"/>
                  </a:lnTo>
                  <a:lnTo>
                    <a:pt x="52710" y="111911"/>
                  </a:lnTo>
                  <a:lnTo>
                    <a:pt x="46416" y="104815"/>
                  </a:lnTo>
                  <a:lnTo>
                    <a:pt x="43332" y="96784"/>
                  </a:lnTo>
                  <a:lnTo>
                    <a:pt x="41791" y="96909"/>
                  </a:lnTo>
                  <a:lnTo>
                    <a:pt x="42128" y="98934"/>
                  </a:lnTo>
                  <a:lnTo>
                    <a:pt x="36471" y="100389"/>
                  </a:lnTo>
                  <a:lnTo>
                    <a:pt x="35539" y="94881"/>
                  </a:lnTo>
                  <a:lnTo>
                    <a:pt x="30387" y="97028"/>
                  </a:lnTo>
                  <a:lnTo>
                    <a:pt x="24787" y="101538"/>
                  </a:lnTo>
                  <a:lnTo>
                    <a:pt x="12966" y="90921"/>
                  </a:lnTo>
                  <a:lnTo>
                    <a:pt x="9614" y="94647"/>
                  </a:lnTo>
                  <a:lnTo>
                    <a:pt x="3249" y="83316"/>
                  </a:lnTo>
                  <a:lnTo>
                    <a:pt x="2606" y="78547"/>
                  </a:lnTo>
                  <a:lnTo>
                    <a:pt x="3376" y="60171"/>
                  </a:lnTo>
                  <a:lnTo>
                    <a:pt x="0" y="51470"/>
                  </a:lnTo>
                  <a:lnTo>
                    <a:pt x="128" y="50185"/>
                  </a:lnTo>
                  <a:lnTo>
                    <a:pt x="10744" y="40139"/>
                  </a:lnTo>
                  <a:lnTo>
                    <a:pt x="472" y="30950"/>
                  </a:lnTo>
                  <a:lnTo>
                    <a:pt x="2155" y="12316"/>
                  </a:lnTo>
                  <a:lnTo>
                    <a:pt x="2296" y="10887"/>
                  </a:lnTo>
                  <a:lnTo>
                    <a:pt x="12422" y="2330"/>
                  </a:lnTo>
                  <a:lnTo>
                    <a:pt x="2505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h4413"/>
            <p:cNvSpPr/>
            <p:nvPr/>
          </p:nvSpPr>
          <p:spPr>
            <a:xfrm>
              <a:off x="6621467" y="2177754"/>
              <a:ext cx="34257" cy="35694"/>
            </a:xfrm>
            <a:custGeom>
              <a:avLst/>
              <a:pathLst>
                <a:path w="34257" h="35694">
                  <a:moveTo>
                    <a:pt x="18689" y="635"/>
                  </a:moveTo>
                  <a:lnTo>
                    <a:pt x="23055" y="2058"/>
                  </a:lnTo>
                  <a:lnTo>
                    <a:pt x="32262" y="7609"/>
                  </a:lnTo>
                  <a:lnTo>
                    <a:pt x="29199" y="10865"/>
                  </a:lnTo>
                  <a:lnTo>
                    <a:pt x="29091" y="12659"/>
                  </a:lnTo>
                  <a:lnTo>
                    <a:pt x="32801" y="18764"/>
                  </a:lnTo>
                  <a:lnTo>
                    <a:pt x="31897" y="23398"/>
                  </a:lnTo>
                  <a:lnTo>
                    <a:pt x="34257" y="25307"/>
                  </a:lnTo>
                  <a:lnTo>
                    <a:pt x="28378" y="31966"/>
                  </a:lnTo>
                  <a:lnTo>
                    <a:pt x="24000" y="30853"/>
                  </a:lnTo>
                  <a:lnTo>
                    <a:pt x="23152" y="35694"/>
                  </a:lnTo>
                  <a:lnTo>
                    <a:pt x="19663" y="32202"/>
                  </a:lnTo>
                  <a:lnTo>
                    <a:pt x="16484" y="30555"/>
                  </a:lnTo>
                  <a:lnTo>
                    <a:pt x="14857" y="30764"/>
                  </a:lnTo>
                  <a:lnTo>
                    <a:pt x="10596" y="29607"/>
                  </a:lnTo>
                  <a:lnTo>
                    <a:pt x="8311" y="26492"/>
                  </a:lnTo>
                  <a:lnTo>
                    <a:pt x="9399" y="25504"/>
                  </a:lnTo>
                  <a:lnTo>
                    <a:pt x="8468" y="23052"/>
                  </a:lnTo>
                  <a:lnTo>
                    <a:pt x="5156" y="20611"/>
                  </a:lnTo>
                  <a:lnTo>
                    <a:pt x="1075" y="18989"/>
                  </a:lnTo>
                  <a:lnTo>
                    <a:pt x="0" y="12244"/>
                  </a:lnTo>
                  <a:lnTo>
                    <a:pt x="3679" y="12622"/>
                  </a:lnTo>
                  <a:lnTo>
                    <a:pt x="1875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h4414"/>
            <p:cNvSpPr/>
            <p:nvPr/>
          </p:nvSpPr>
          <p:spPr>
            <a:xfrm>
              <a:off x="6607051" y="2068731"/>
              <a:ext cx="44827" cy="63693"/>
            </a:xfrm>
            <a:custGeom>
              <a:avLst/>
              <a:pathLst>
                <a:path w="44827" h="63693">
                  <a:moveTo>
                    <a:pt x="41013" y="803"/>
                  </a:moveTo>
                  <a:lnTo>
                    <a:pt x="44715" y="1647"/>
                  </a:lnTo>
                  <a:lnTo>
                    <a:pt x="41061" y="8079"/>
                  </a:lnTo>
                  <a:lnTo>
                    <a:pt x="44369" y="10129"/>
                  </a:lnTo>
                  <a:lnTo>
                    <a:pt x="42153" y="13881"/>
                  </a:lnTo>
                  <a:lnTo>
                    <a:pt x="40253" y="15273"/>
                  </a:lnTo>
                  <a:lnTo>
                    <a:pt x="37464" y="21004"/>
                  </a:lnTo>
                  <a:lnTo>
                    <a:pt x="34375" y="19809"/>
                  </a:lnTo>
                  <a:lnTo>
                    <a:pt x="31994" y="26278"/>
                  </a:lnTo>
                  <a:lnTo>
                    <a:pt x="39228" y="28407"/>
                  </a:lnTo>
                  <a:lnTo>
                    <a:pt x="42177" y="37131"/>
                  </a:lnTo>
                  <a:lnTo>
                    <a:pt x="43447" y="35375"/>
                  </a:lnTo>
                  <a:lnTo>
                    <a:pt x="44827" y="35961"/>
                  </a:lnTo>
                  <a:lnTo>
                    <a:pt x="44284" y="39316"/>
                  </a:lnTo>
                  <a:lnTo>
                    <a:pt x="41688" y="40496"/>
                  </a:lnTo>
                  <a:lnTo>
                    <a:pt x="40070" y="57194"/>
                  </a:lnTo>
                  <a:lnTo>
                    <a:pt x="40518" y="59133"/>
                  </a:lnTo>
                  <a:lnTo>
                    <a:pt x="36195" y="62560"/>
                  </a:lnTo>
                  <a:lnTo>
                    <a:pt x="32977" y="63252"/>
                  </a:lnTo>
                  <a:lnTo>
                    <a:pt x="21702" y="63693"/>
                  </a:lnTo>
                  <a:lnTo>
                    <a:pt x="18938" y="62618"/>
                  </a:lnTo>
                  <a:lnTo>
                    <a:pt x="14057" y="61830"/>
                  </a:lnTo>
                  <a:lnTo>
                    <a:pt x="12392" y="59027"/>
                  </a:lnTo>
                  <a:lnTo>
                    <a:pt x="13219" y="55610"/>
                  </a:lnTo>
                  <a:lnTo>
                    <a:pt x="7211" y="52349"/>
                  </a:lnTo>
                  <a:lnTo>
                    <a:pt x="7110" y="50986"/>
                  </a:lnTo>
                  <a:lnTo>
                    <a:pt x="8889" y="47737"/>
                  </a:lnTo>
                  <a:lnTo>
                    <a:pt x="9368" y="44293"/>
                  </a:lnTo>
                  <a:lnTo>
                    <a:pt x="6893" y="38862"/>
                  </a:lnTo>
                  <a:lnTo>
                    <a:pt x="0" y="33288"/>
                  </a:lnTo>
                  <a:lnTo>
                    <a:pt x="6790" y="28682"/>
                  </a:lnTo>
                  <a:lnTo>
                    <a:pt x="5029" y="25894"/>
                  </a:lnTo>
                  <a:lnTo>
                    <a:pt x="1165" y="13797"/>
                  </a:lnTo>
                  <a:lnTo>
                    <a:pt x="83" y="11489"/>
                  </a:lnTo>
                  <a:lnTo>
                    <a:pt x="316" y="9088"/>
                  </a:lnTo>
                  <a:lnTo>
                    <a:pt x="1584" y="7759"/>
                  </a:lnTo>
                  <a:lnTo>
                    <a:pt x="3312" y="8931"/>
                  </a:lnTo>
                  <a:lnTo>
                    <a:pt x="7902" y="5467"/>
                  </a:lnTo>
                  <a:lnTo>
                    <a:pt x="8169" y="828"/>
                  </a:lnTo>
                  <a:lnTo>
                    <a:pt x="10112" y="0"/>
                  </a:lnTo>
                  <a:lnTo>
                    <a:pt x="13847" y="7996"/>
                  </a:lnTo>
                  <a:lnTo>
                    <a:pt x="24448" y="3525"/>
                  </a:lnTo>
                  <a:lnTo>
                    <a:pt x="35348" y="2504"/>
                  </a:lnTo>
                  <a:lnTo>
                    <a:pt x="36882" y="126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h4415"/>
            <p:cNvSpPr/>
            <p:nvPr/>
          </p:nvSpPr>
          <p:spPr>
            <a:xfrm>
              <a:off x="6608016" y="2175073"/>
              <a:ext cx="32207" cy="32287"/>
            </a:xfrm>
            <a:custGeom>
              <a:avLst/>
              <a:pathLst>
                <a:path w="32207" h="32287">
                  <a:moveTo>
                    <a:pt x="30609" y="0"/>
                  </a:moveTo>
                  <a:lnTo>
                    <a:pt x="32207" y="2680"/>
                  </a:lnTo>
                  <a:lnTo>
                    <a:pt x="17130" y="15302"/>
                  </a:lnTo>
                  <a:lnTo>
                    <a:pt x="13451" y="14924"/>
                  </a:lnTo>
                  <a:lnTo>
                    <a:pt x="14526" y="21669"/>
                  </a:lnTo>
                  <a:lnTo>
                    <a:pt x="18607" y="23291"/>
                  </a:lnTo>
                  <a:lnTo>
                    <a:pt x="21920" y="25732"/>
                  </a:lnTo>
                  <a:lnTo>
                    <a:pt x="22850" y="28184"/>
                  </a:lnTo>
                  <a:lnTo>
                    <a:pt x="21762" y="29172"/>
                  </a:lnTo>
                  <a:lnTo>
                    <a:pt x="24047" y="32287"/>
                  </a:lnTo>
                  <a:lnTo>
                    <a:pt x="21075" y="31557"/>
                  </a:lnTo>
                  <a:lnTo>
                    <a:pt x="18581" y="31862"/>
                  </a:lnTo>
                  <a:lnTo>
                    <a:pt x="13547" y="30406"/>
                  </a:lnTo>
                  <a:lnTo>
                    <a:pt x="9282" y="25889"/>
                  </a:lnTo>
                  <a:lnTo>
                    <a:pt x="0" y="22674"/>
                  </a:lnTo>
                  <a:lnTo>
                    <a:pt x="1195" y="19283"/>
                  </a:lnTo>
                  <a:lnTo>
                    <a:pt x="3735" y="16759"/>
                  </a:lnTo>
                  <a:lnTo>
                    <a:pt x="4532" y="12972"/>
                  </a:lnTo>
                  <a:lnTo>
                    <a:pt x="4092" y="12326"/>
                  </a:lnTo>
                  <a:lnTo>
                    <a:pt x="11313" y="11995"/>
                  </a:lnTo>
                  <a:lnTo>
                    <a:pt x="16315" y="13684"/>
                  </a:lnTo>
                  <a:lnTo>
                    <a:pt x="19226" y="11129"/>
                  </a:lnTo>
                  <a:lnTo>
                    <a:pt x="23830" y="2950"/>
                  </a:lnTo>
                  <a:lnTo>
                    <a:pt x="22674" y="601"/>
                  </a:lnTo>
                  <a:lnTo>
                    <a:pt x="23282" y="2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h4416"/>
            <p:cNvSpPr/>
            <p:nvPr/>
          </p:nvSpPr>
          <p:spPr>
            <a:xfrm>
              <a:off x="6661129" y="2164845"/>
              <a:ext cx="22580" cy="12680"/>
            </a:xfrm>
            <a:custGeom>
              <a:avLst/>
              <a:pathLst>
                <a:path w="22580" h="12680">
                  <a:moveTo>
                    <a:pt x="22580" y="363"/>
                  </a:moveTo>
                  <a:lnTo>
                    <a:pt x="21887" y="11039"/>
                  </a:lnTo>
                  <a:lnTo>
                    <a:pt x="17701" y="12625"/>
                  </a:lnTo>
                  <a:lnTo>
                    <a:pt x="5050" y="12680"/>
                  </a:lnTo>
                  <a:lnTo>
                    <a:pt x="0" y="3371"/>
                  </a:lnTo>
                  <a:lnTo>
                    <a:pt x="2041" y="1044"/>
                  </a:lnTo>
                  <a:lnTo>
                    <a:pt x="3473" y="694"/>
                  </a:lnTo>
                  <a:lnTo>
                    <a:pt x="1398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h4417"/>
            <p:cNvSpPr/>
            <p:nvPr/>
          </p:nvSpPr>
          <p:spPr>
            <a:xfrm>
              <a:off x="6606190" y="2158113"/>
              <a:ext cx="25655" cy="30644"/>
            </a:xfrm>
            <a:custGeom>
              <a:avLst/>
              <a:pathLst>
                <a:path w="25655" h="30644">
                  <a:moveTo>
                    <a:pt x="15948" y="0"/>
                  </a:moveTo>
                  <a:lnTo>
                    <a:pt x="17920" y="989"/>
                  </a:lnTo>
                  <a:lnTo>
                    <a:pt x="21490" y="8884"/>
                  </a:lnTo>
                  <a:lnTo>
                    <a:pt x="21402" y="13424"/>
                  </a:lnTo>
                  <a:lnTo>
                    <a:pt x="24499" y="17561"/>
                  </a:lnTo>
                  <a:lnTo>
                    <a:pt x="25655" y="19910"/>
                  </a:lnTo>
                  <a:lnTo>
                    <a:pt x="21052" y="28089"/>
                  </a:lnTo>
                  <a:lnTo>
                    <a:pt x="18141" y="30644"/>
                  </a:lnTo>
                  <a:lnTo>
                    <a:pt x="13138" y="28956"/>
                  </a:lnTo>
                  <a:lnTo>
                    <a:pt x="5917" y="29286"/>
                  </a:lnTo>
                  <a:lnTo>
                    <a:pt x="3818" y="25266"/>
                  </a:lnTo>
                  <a:lnTo>
                    <a:pt x="4070" y="24725"/>
                  </a:lnTo>
                  <a:lnTo>
                    <a:pt x="4813" y="25592"/>
                  </a:lnTo>
                  <a:lnTo>
                    <a:pt x="7227" y="23752"/>
                  </a:lnTo>
                  <a:lnTo>
                    <a:pt x="4394" y="17231"/>
                  </a:lnTo>
                  <a:lnTo>
                    <a:pt x="1545" y="20002"/>
                  </a:lnTo>
                  <a:lnTo>
                    <a:pt x="0" y="15072"/>
                  </a:lnTo>
                  <a:lnTo>
                    <a:pt x="4620" y="12100"/>
                  </a:lnTo>
                  <a:lnTo>
                    <a:pt x="1348" y="5640"/>
                  </a:lnTo>
                  <a:lnTo>
                    <a:pt x="10038" y="137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h4418"/>
            <p:cNvSpPr/>
            <p:nvPr/>
          </p:nvSpPr>
          <p:spPr>
            <a:xfrm>
              <a:off x="6624922" y="2277314"/>
              <a:ext cx="87036" cy="71800"/>
            </a:xfrm>
            <a:custGeom>
              <a:avLst/>
              <a:pathLst>
                <a:path w="87036" h="71800">
                  <a:moveTo>
                    <a:pt x="69949" y="5304"/>
                  </a:moveTo>
                  <a:lnTo>
                    <a:pt x="84469" y="6975"/>
                  </a:lnTo>
                  <a:lnTo>
                    <a:pt x="84048" y="9029"/>
                  </a:lnTo>
                  <a:lnTo>
                    <a:pt x="82571" y="8933"/>
                  </a:lnTo>
                  <a:lnTo>
                    <a:pt x="82070" y="12614"/>
                  </a:lnTo>
                  <a:lnTo>
                    <a:pt x="85100" y="12843"/>
                  </a:lnTo>
                  <a:lnTo>
                    <a:pt x="85866" y="12138"/>
                  </a:lnTo>
                  <a:lnTo>
                    <a:pt x="86741" y="13893"/>
                  </a:lnTo>
                  <a:lnTo>
                    <a:pt x="84427" y="16334"/>
                  </a:lnTo>
                  <a:lnTo>
                    <a:pt x="87036" y="27649"/>
                  </a:lnTo>
                  <a:lnTo>
                    <a:pt x="82168" y="33905"/>
                  </a:lnTo>
                  <a:lnTo>
                    <a:pt x="84866" y="44338"/>
                  </a:lnTo>
                  <a:lnTo>
                    <a:pt x="84130" y="43801"/>
                  </a:lnTo>
                  <a:lnTo>
                    <a:pt x="81520" y="44923"/>
                  </a:lnTo>
                  <a:lnTo>
                    <a:pt x="72541" y="41233"/>
                  </a:lnTo>
                  <a:lnTo>
                    <a:pt x="69346" y="43603"/>
                  </a:lnTo>
                  <a:lnTo>
                    <a:pt x="65075" y="45224"/>
                  </a:lnTo>
                  <a:lnTo>
                    <a:pt x="60754" y="49664"/>
                  </a:lnTo>
                  <a:lnTo>
                    <a:pt x="56181" y="50286"/>
                  </a:lnTo>
                  <a:lnTo>
                    <a:pt x="52391" y="53082"/>
                  </a:lnTo>
                  <a:lnTo>
                    <a:pt x="50495" y="56475"/>
                  </a:lnTo>
                  <a:lnTo>
                    <a:pt x="50681" y="61002"/>
                  </a:lnTo>
                  <a:lnTo>
                    <a:pt x="45657" y="64441"/>
                  </a:lnTo>
                  <a:lnTo>
                    <a:pt x="44769" y="64821"/>
                  </a:lnTo>
                  <a:lnTo>
                    <a:pt x="42453" y="63432"/>
                  </a:lnTo>
                  <a:lnTo>
                    <a:pt x="38765" y="63438"/>
                  </a:lnTo>
                  <a:lnTo>
                    <a:pt x="28503" y="69150"/>
                  </a:lnTo>
                  <a:lnTo>
                    <a:pt x="25468" y="71800"/>
                  </a:lnTo>
                  <a:lnTo>
                    <a:pt x="21137" y="68038"/>
                  </a:lnTo>
                  <a:lnTo>
                    <a:pt x="16677" y="60601"/>
                  </a:lnTo>
                  <a:lnTo>
                    <a:pt x="16737" y="57656"/>
                  </a:lnTo>
                  <a:lnTo>
                    <a:pt x="13536" y="49497"/>
                  </a:lnTo>
                  <a:lnTo>
                    <a:pt x="7796" y="40043"/>
                  </a:lnTo>
                  <a:lnTo>
                    <a:pt x="11762" y="37316"/>
                  </a:lnTo>
                  <a:lnTo>
                    <a:pt x="8411" y="31146"/>
                  </a:lnTo>
                  <a:lnTo>
                    <a:pt x="2353" y="35923"/>
                  </a:lnTo>
                  <a:lnTo>
                    <a:pt x="656" y="33759"/>
                  </a:lnTo>
                  <a:lnTo>
                    <a:pt x="0" y="31687"/>
                  </a:lnTo>
                  <a:lnTo>
                    <a:pt x="2688" y="29346"/>
                  </a:lnTo>
                  <a:lnTo>
                    <a:pt x="10002" y="26935"/>
                  </a:lnTo>
                  <a:lnTo>
                    <a:pt x="13560" y="23948"/>
                  </a:lnTo>
                  <a:lnTo>
                    <a:pt x="16139" y="19793"/>
                  </a:lnTo>
                  <a:lnTo>
                    <a:pt x="17667" y="19101"/>
                  </a:lnTo>
                  <a:lnTo>
                    <a:pt x="22858" y="19904"/>
                  </a:lnTo>
                  <a:lnTo>
                    <a:pt x="31212" y="24677"/>
                  </a:lnTo>
                  <a:lnTo>
                    <a:pt x="33483" y="24234"/>
                  </a:lnTo>
                  <a:lnTo>
                    <a:pt x="34470" y="22479"/>
                  </a:lnTo>
                  <a:lnTo>
                    <a:pt x="42658" y="18405"/>
                  </a:lnTo>
                  <a:lnTo>
                    <a:pt x="47416" y="19295"/>
                  </a:lnTo>
                  <a:lnTo>
                    <a:pt x="51474" y="17858"/>
                  </a:lnTo>
                  <a:lnTo>
                    <a:pt x="56486" y="20260"/>
                  </a:lnTo>
                  <a:lnTo>
                    <a:pt x="59036" y="19691"/>
                  </a:lnTo>
                  <a:lnTo>
                    <a:pt x="60875" y="16304"/>
                  </a:lnTo>
                  <a:lnTo>
                    <a:pt x="63555" y="16892"/>
                  </a:lnTo>
                  <a:lnTo>
                    <a:pt x="63964" y="13623"/>
                  </a:lnTo>
                  <a:lnTo>
                    <a:pt x="59418" y="12711"/>
                  </a:lnTo>
                  <a:lnTo>
                    <a:pt x="59848" y="8426"/>
                  </a:lnTo>
                  <a:lnTo>
                    <a:pt x="60670" y="8637"/>
                  </a:lnTo>
                  <a:lnTo>
                    <a:pt x="61093" y="5800"/>
                  </a:lnTo>
                  <a:lnTo>
                    <a:pt x="58885" y="5405"/>
                  </a:lnTo>
                  <a:lnTo>
                    <a:pt x="59363" y="2247"/>
                  </a:lnTo>
                  <a:lnTo>
                    <a:pt x="61189" y="2282"/>
                  </a:lnTo>
                  <a:lnTo>
                    <a:pt x="60909" y="3959"/>
                  </a:lnTo>
                  <a:lnTo>
                    <a:pt x="62280" y="4088"/>
                  </a:lnTo>
                  <a:lnTo>
                    <a:pt x="63889" y="2568"/>
                  </a:lnTo>
                  <a:lnTo>
                    <a:pt x="64281" y="0"/>
                  </a:lnTo>
                  <a:lnTo>
                    <a:pt x="70099" y="775"/>
                  </a:lnTo>
                  <a:close/>
                  <a:moveTo>
                    <a:pt x="24025" y="38108"/>
                  </a:moveTo>
                  <a:lnTo>
                    <a:pt x="35505" y="38230"/>
                  </a:lnTo>
                  <a:lnTo>
                    <a:pt x="37596" y="37220"/>
                  </a:lnTo>
                  <a:lnTo>
                    <a:pt x="37428" y="26983"/>
                  </a:lnTo>
                  <a:lnTo>
                    <a:pt x="24859" y="26718"/>
                  </a:lnTo>
                  <a:lnTo>
                    <a:pt x="23756" y="3494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h4419"/>
            <p:cNvSpPr/>
            <p:nvPr/>
          </p:nvSpPr>
          <p:spPr>
            <a:xfrm>
              <a:off x="6583888" y="2466419"/>
              <a:ext cx="48053" cy="40485"/>
            </a:xfrm>
            <a:custGeom>
              <a:avLst/>
              <a:pathLst>
                <a:path w="48053" h="40485">
                  <a:moveTo>
                    <a:pt x="25963" y="690"/>
                  </a:moveTo>
                  <a:lnTo>
                    <a:pt x="27423" y="2448"/>
                  </a:lnTo>
                  <a:lnTo>
                    <a:pt x="35116" y="5243"/>
                  </a:lnTo>
                  <a:lnTo>
                    <a:pt x="36939" y="1349"/>
                  </a:lnTo>
                  <a:lnTo>
                    <a:pt x="40021" y="3815"/>
                  </a:lnTo>
                  <a:lnTo>
                    <a:pt x="41000" y="6926"/>
                  </a:lnTo>
                  <a:lnTo>
                    <a:pt x="44950" y="8676"/>
                  </a:lnTo>
                  <a:lnTo>
                    <a:pt x="48053" y="22657"/>
                  </a:lnTo>
                  <a:lnTo>
                    <a:pt x="41310" y="21187"/>
                  </a:lnTo>
                  <a:lnTo>
                    <a:pt x="30580" y="20932"/>
                  </a:lnTo>
                  <a:lnTo>
                    <a:pt x="23569" y="27710"/>
                  </a:lnTo>
                  <a:lnTo>
                    <a:pt x="30966" y="31599"/>
                  </a:lnTo>
                  <a:lnTo>
                    <a:pt x="28254" y="40485"/>
                  </a:lnTo>
                  <a:lnTo>
                    <a:pt x="14559" y="38409"/>
                  </a:lnTo>
                  <a:lnTo>
                    <a:pt x="16877" y="31647"/>
                  </a:lnTo>
                  <a:lnTo>
                    <a:pt x="15569" y="31304"/>
                  </a:lnTo>
                  <a:lnTo>
                    <a:pt x="15375" y="32757"/>
                  </a:lnTo>
                  <a:lnTo>
                    <a:pt x="8960" y="31357"/>
                  </a:lnTo>
                  <a:lnTo>
                    <a:pt x="5975" y="37268"/>
                  </a:lnTo>
                  <a:lnTo>
                    <a:pt x="3185" y="37521"/>
                  </a:lnTo>
                  <a:lnTo>
                    <a:pt x="2071" y="33677"/>
                  </a:lnTo>
                  <a:lnTo>
                    <a:pt x="2471" y="25566"/>
                  </a:lnTo>
                  <a:lnTo>
                    <a:pt x="0" y="21702"/>
                  </a:lnTo>
                  <a:lnTo>
                    <a:pt x="3580" y="16656"/>
                  </a:lnTo>
                  <a:lnTo>
                    <a:pt x="3984" y="9593"/>
                  </a:lnTo>
                  <a:lnTo>
                    <a:pt x="6391" y="10128"/>
                  </a:lnTo>
                  <a:lnTo>
                    <a:pt x="6690" y="4810"/>
                  </a:lnTo>
                  <a:lnTo>
                    <a:pt x="7570" y="1860"/>
                  </a:lnTo>
                  <a:lnTo>
                    <a:pt x="11586" y="2078"/>
                  </a:lnTo>
                  <a:lnTo>
                    <a:pt x="13661" y="3182"/>
                  </a:lnTo>
                  <a:lnTo>
                    <a:pt x="18351" y="2260"/>
                  </a:lnTo>
                  <a:lnTo>
                    <a:pt x="23413" y="3634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h4420"/>
            <p:cNvSpPr/>
            <p:nvPr/>
          </p:nvSpPr>
          <p:spPr>
            <a:xfrm>
              <a:off x="6584374" y="2264761"/>
              <a:ext cx="43237" cy="45929"/>
            </a:xfrm>
            <a:custGeom>
              <a:avLst/>
              <a:pathLst>
                <a:path w="43237" h="45929">
                  <a:moveTo>
                    <a:pt x="13066" y="0"/>
                  </a:moveTo>
                  <a:lnTo>
                    <a:pt x="17360" y="5383"/>
                  </a:lnTo>
                  <a:lnTo>
                    <a:pt x="19027" y="7953"/>
                  </a:lnTo>
                  <a:lnTo>
                    <a:pt x="18954" y="9327"/>
                  </a:lnTo>
                  <a:lnTo>
                    <a:pt x="24119" y="16698"/>
                  </a:lnTo>
                  <a:lnTo>
                    <a:pt x="29119" y="18675"/>
                  </a:lnTo>
                  <a:lnTo>
                    <a:pt x="30414" y="22202"/>
                  </a:lnTo>
                  <a:lnTo>
                    <a:pt x="31660" y="23537"/>
                  </a:lnTo>
                  <a:lnTo>
                    <a:pt x="33238" y="24407"/>
                  </a:lnTo>
                  <a:lnTo>
                    <a:pt x="37052" y="24590"/>
                  </a:lnTo>
                  <a:lnTo>
                    <a:pt x="42158" y="41212"/>
                  </a:lnTo>
                  <a:lnTo>
                    <a:pt x="43237" y="41899"/>
                  </a:lnTo>
                  <a:lnTo>
                    <a:pt x="40548" y="44241"/>
                  </a:lnTo>
                  <a:lnTo>
                    <a:pt x="39876" y="45929"/>
                  </a:lnTo>
                  <a:lnTo>
                    <a:pt x="37492" y="43142"/>
                  </a:lnTo>
                  <a:lnTo>
                    <a:pt x="29287" y="44939"/>
                  </a:lnTo>
                  <a:lnTo>
                    <a:pt x="27502" y="42455"/>
                  </a:lnTo>
                  <a:lnTo>
                    <a:pt x="22285" y="38582"/>
                  </a:lnTo>
                  <a:lnTo>
                    <a:pt x="18907" y="30366"/>
                  </a:lnTo>
                  <a:lnTo>
                    <a:pt x="16220" y="29551"/>
                  </a:lnTo>
                  <a:lnTo>
                    <a:pt x="12057" y="25805"/>
                  </a:lnTo>
                  <a:lnTo>
                    <a:pt x="6591" y="19077"/>
                  </a:lnTo>
                  <a:lnTo>
                    <a:pt x="8581" y="16582"/>
                  </a:lnTo>
                  <a:lnTo>
                    <a:pt x="3750" y="14023"/>
                  </a:lnTo>
                  <a:lnTo>
                    <a:pt x="1004" y="11896"/>
                  </a:lnTo>
                  <a:lnTo>
                    <a:pt x="0" y="10056"/>
                  </a:lnTo>
                  <a:lnTo>
                    <a:pt x="648" y="5769"/>
                  </a:lnTo>
                  <a:lnTo>
                    <a:pt x="2854" y="6795"/>
                  </a:lnTo>
                  <a:lnTo>
                    <a:pt x="7613" y="7493"/>
                  </a:lnTo>
                  <a:lnTo>
                    <a:pt x="11039" y="6161"/>
                  </a:lnTo>
                  <a:lnTo>
                    <a:pt x="10489" y="4077"/>
                  </a:lnTo>
                  <a:lnTo>
                    <a:pt x="7423" y="1910"/>
                  </a:lnTo>
                  <a:lnTo>
                    <a:pt x="9427" y="1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h4421"/>
            <p:cNvSpPr/>
            <p:nvPr/>
          </p:nvSpPr>
          <p:spPr>
            <a:xfrm>
              <a:off x="6552879" y="2361822"/>
              <a:ext cx="82671" cy="153578"/>
            </a:xfrm>
            <a:custGeom>
              <a:avLst/>
              <a:pathLst>
                <a:path w="82671" h="153578">
                  <a:moveTo>
                    <a:pt x="14701" y="5507"/>
                  </a:moveTo>
                  <a:lnTo>
                    <a:pt x="20357" y="4052"/>
                  </a:lnTo>
                  <a:lnTo>
                    <a:pt x="20020" y="2027"/>
                  </a:lnTo>
                  <a:lnTo>
                    <a:pt x="21562" y="1902"/>
                  </a:lnTo>
                  <a:lnTo>
                    <a:pt x="24646" y="9933"/>
                  </a:lnTo>
                  <a:lnTo>
                    <a:pt x="30940" y="17029"/>
                  </a:lnTo>
                  <a:lnTo>
                    <a:pt x="34533" y="16480"/>
                  </a:lnTo>
                  <a:lnTo>
                    <a:pt x="39165" y="23709"/>
                  </a:lnTo>
                  <a:lnTo>
                    <a:pt x="40843" y="16148"/>
                  </a:lnTo>
                  <a:lnTo>
                    <a:pt x="48567" y="19977"/>
                  </a:lnTo>
                  <a:lnTo>
                    <a:pt x="48577" y="22508"/>
                  </a:lnTo>
                  <a:lnTo>
                    <a:pt x="47640" y="24238"/>
                  </a:lnTo>
                  <a:lnTo>
                    <a:pt x="45429" y="24274"/>
                  </a:lnTo>
                  <a:lnTo>
                    <a:pt x="46890" y="28635"/>
                  </a:lnTo>
                  <a:lnTo>
                    <a:pt x="51003" y="34836"/>
                  </a:lnTo>
                  <a:lnTo>
                    <a:pt x="48017" y="38060"/>
                  </a:lnTo>
                  <a:lnTo>
                    <a:pt x="48041" y="39571"/>
                  </a:lnTo>
                  <a:lnTo>
                    <a:pt x="52430" y="42536"/>
                  </a:lnTo>
                  <a:lnTo>
                    <a:pt x="50628" y="44855"/>
                  </a:lnTo>
                  <a:lnTo>
                    <a:pt x="56949" y="47170"/>
                  </a:lnTo>
                  <a:lnTo>
                    <a:pt x="55923" y="53674"/>
                  </a:lnTo>
                  <a:lnTo>
                    <a:pt x="56226" y="57066"/>
                  </a:lnTo>
                  <a:lnTo>
                    <a:pt x="58259" y="58763"/>
                  </a:lnTo>
                  <a:lnTo>
                    <a:pt x="62728" y="60875"/>
                  </a:lnTo>
                  <a:lnTo>
                    <a:pt x="67544" y="60496"/>
                  </a:lnTo>
                  <a:lnTo>
                    <a:pt x="66915" y="66176"/>
                  </a:lnTo>
                  <a:lnTo>
                    <a:pt x="66257" y="67281"/>
                  </a:lnTo>
                  <a:lnTo>
                    <a:pt x="73479" y="70528"/>
                  </a:lnTo>
                  <a:lnTo>
                    <a:pt x="75972" y="72750"/>
                  </a:lnTo>
                  <a:lnTo>
                    <a:pt x="75764" y="78710"/>
                  </a:lnTo>
                  <a:lnTo>
                    <a:pt x="79559" y="78953"/>
                  </a:lnTo>
                  <a:lnTo>
                    <a:pt x="82671" y="86259"/>
                  </a:lnTo>
                  <a:lnTo>
                    <a:pt x="79166" y="93265"/>
                  </a:lnTo>
                  <a:lnTo>
                    <a:pt x="74380" y="106196"/>
                  </a:lnTo>
                  <a:lnTo>
                    <a:pt x="75959" y="113273"/>
                  </a:lnTo>
                  <a:lnTo>
                    <a:pt x="72009" y="111523"/>
                  </a:lnTo>
                  <a:lnTo>
                    <a:pt x="71030" y="108413"/>
                  </a:lnTo>
                  <a:lnTo>
                    <a:pt x="67948" y="105947"/>
                  </a:lnTo>
                  <a:lnTo>
                    <a:pt x="66125" y="109840"/>
                  </a:lnTo>
                  <a:lnTo>
                    <a:pt x="58431" y="107045"/>
                  </a:lnTo>
                  <a:lnTo>
                    <a:pt x="56971" y="105287"/>
                  </a:lnTo>
                  <a:lnTo>
                    <a:pt x="52412" y="104597"/>
                  </a:lnTo>
                  <a:lnTo>
                    <a:pt x="54422" y="108232"/>
                  </a:lnTo>
                  <a:lnTo>
                    <a:pt x="49360" y="106857"/>
                  </a:lnTo>
                  <a:lnTo>
                    <a:pt x="44669" y="107779"/>
                  </a:lnTo>
                  <a:lnTo>
                    <a:pt x="42594" y="106676"/>
                  </a:lnTo>
                  <a:lnTo>
                    <a:pt x="38579" y="106458"/>
                  </a:lnTo>
                  <a:lnTo>
                    <a:pt x="37699" y="109408"/>
                  </a:lnTo>
                  <a:lnTo>
                    <a:pt x="37399" y="114725"/>
                  </a:lnTo>
                  <a:lnTo>
                    <a:pt x="34993" y="114190"/>
                  </a:lnTo>
                  <a:lnTo>
                    <a:pt x="34589" y="121253"/>
                  </a:lnTo>
                  <a:lnTo>
                    <a:pt x="31008" y="126299"/>
                  </a:lnTo>
                  <a:lnTo>
                    <a:pt x="33480" y="130163"/>
                  </a:lnTo>
                  <a:lnTo>
                    <a:pt x="33080" y="138275"/>
                  </a:lnTo>
                  <a:lnTo>
                    <a:pt x="34193" y="142118"/>
                  </a:lnTo>
                  <a:lnTo>
                    <a:pt x="29504" y="141431"/>
                  </a:lnTo>
                  <a:lnTo>
                    <a:pt x="30766" y="150489"/>
                  </a:lnTo>
                  <a:lnTo>
                    <a:pt x="35180" y="149651"/>
                  </a:lnTo>
                  <a:lnTo>
                    <a:pt x="34319" y="153578"/>
                  </a:lnTo>
                  <a:lnTo>
                    <a:pt x="18004" y="149993"/>
                  </a:lnTo>
                  <a:lnTo>
                    <a:pt x="17566" y="147658"/>
                  </a:lnTo>
                  <a:lnTo>
                    <a:pt x="20285" y="129516"/>
                  </a:lnTo>
                  <a:lnTo>
                    <a:pt x="13620" y="123092"/>
                  </a:lnTo>
                  <a:lnTo>
                    <a:pt x="16013" y="110304"/>
                  </a:lnTo>
                  <a:lnTo>
                    <a:pt x="19870" y="112265"/>
                  </a:lnTo>
                  <a:lnTo>
                    <a:pt x="19846" y="109697"/>
                  </a:lnTo>
                  <a:lnTo>
                    <a:pt x="18664" y="105713"/>
                  </a:lnTo>
                  <a:lnTo>
                    <a:pt x="16241" y="105521"/>
                  </a:lnTo>
                  <a:lnTo>
                    <a:pt x="16522" y="101187"/>
                  </a:lnTo>
                  <a:lnTo>
                    <a:pt x="17721" y="97754"/>
                  </a:lnTo>
                  <a:lnTo>
                    <a:pt x="21132" y="92545"/>
                  </a:lnTo>
                  <a:lnTo>
                    <a:pt x="20956" y="90264"/>
                  </a:lnTo>
                  <a:lnTo>
                    <a:pt x="18862" y="90674"/>
                  </a:lnTo>
                  <a:lnTo>
                    <a:pt x="15367" y="85594"/>
                  </a:lnTo>
                  <a:lnTo>
                    <a:pt x="15301" y="78176"/>
                  </a:lnTo>
                  <a:lnTo>
                    <a:pt x="11885" y="75974"/>
                  </a:lnTo>
                  <a:lnTo>
                    <a:pt x="12196" y="73357"/>
                  </a:lnTo>
                  <a:lnTo>
                    <a:pt x="9484" y="73066"/>
                  </a:lnTo>
                  <a:lnTo>
                    <a:pt x="10571" y="67564"/>
                  </a:lnTo>
                  <a:lnTo>
                    <a:pt x="9780" y="64119"/>
                  </a:lnTo>
                  <a:lnTo>
                    <a:pt x="8069" y="63874"/>
                  </a:lnTo>
                  <a:lnTo>
                    <a:pt x="10248" y="51237"/>
                  </a:lnTo>
                  <a:lnTo>
                    <a:pt x="12106" y="45784"/>
                  </a:lnTo>
                  <a:lnTo>
                    <a:pt x="10420" y="40206"/>
                  </a:lnTo>
                  <a:lnTo>
                    <a:pt x="12504" y="40200"/>
                  </a:lnTo>
                  <a:lnTo>
                    <a:pt x="12778" y="37639"/>
                  </a:lnTo>
                  <a:lnTo>
                    <a:pt x="2203" y="33697"/>
                  </a:lnTo>
                  <a:lnTo>
                    <a:pt x="4368" y="33170"/>
                  </a:lnTo>
                  <a:lnTo>
                    <a:pt x="5232" y="27725"/>
                  </a:lnTo>
                  <a:lnTo>
                    <a:pt x="0" y="27531"/>
                  </a:lnTo>
                  <a:lnTo>
                    <a:pt x="3469" y="12896"/>
                  </a:lnTo>
                  <a:lnTo>
                    <a:pt x="3016" y="6657"/>
                  </a:lnTo>
                  <a:lnTo>
                    <a:pt x="8617" y="2146"/>
                  </a:lnTo>
                  <a:lnTo>
                    <a:pt x="1376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h4422"/>
            <p:cNvSpPr/>
            <p:nvPr/>
          </p:nvSpPr>
          <p:spPr>
            <a:xfrm>
              <a:off x="6601735" y="2246413"/>
              <a:ext cx="87152" cy="60247"/>
            </a:xfrm>
            <a:custGeom>
              <a:avLst/>
              <a:pathLst>
                <a:path w="87152" h="60247">
                  <a:moveTo>
                    <a:pt x="36984" y="9412"/>
                  </a:moveTo>
                  <a:lnTo>
                    <a:pt x="39112" y="8013"/>
                  </a:lnTo>
                  <a:lnTo>
                    <a:pt x="39865" y="5962"/>
                  </a:lnTo>
                  <a:lnTo>
                    <a:pt x="41829" y="9190"/>
                  </a:lnTo>
                  <a:lnTo>
                    <a:pt x="40577" y="16078"/>
                  </a:lnTo>
                  <a:lnTo>
                    <a:pt x="42155" y="18050"/>
                  </a:lnTo>
                  <a:lnTo>
                    <a:pt x="43808" y="16391"/>
                  </a:lnTo>
                  <a:lnTo>
                    <a:pt x="45537" y="18521"/>
                  </a:lnTo>
                  <a:lnTo>
                    <a:pt x="47704" y="23744"/>
                  </a:lnTo>
                  <a:lnTo>
                    <a:pt x="57976" y="34297"/>
                  </a:lnTo>
                  <a:lnTo>
                    <a:pt x="63862" y="38616"/>
                  </a:lnTo>
                  <a:lnTo>
                    <a:pt x="70519" y="34949"/>
                  </a:lnTo>
                  <a:lnTo>
                    <a:pt x="75162" y="30297"/>
                  </a:lnTo>
                  <a:lnTo>
                    <a:pt x="78678" y="32297"/>
                  </a:lnTo>
                  <a:lnTo>
                    <a:pt x="78041" y="37338"/>
                  </a:lnTo>
                  <a:lnTo>
                    <a:pt x="81923" y="37932"/>
                  </a:lnTo>
                  <a:lnTo>
                    <a:pt x="82073" y="36306"/>
                  </a:lnTo>
                  <a:lnTo>
                    <a:pt x="84281" y="36701"/>
                  </a:lnTo>
                  <a:lnTo>
                    <a:pt x="83858" y="39538"/>
                  </a:lnTo>
                  <a:lnTo>
                    <a:pt x="83036" y="39328"/>
                  </a:lnTo>
                  <a:lnTo>
                    <a:pt x="82606" y="43612"/>
                  </a:lnTo>
                  <a:lnTo>
                    <a:pt x="87152" y="44524"/>
                  </a:lnTo>
                  <a:lnTo>
                    <a:pt x="86743" y="47793"/>
                  </a:lnTo>
                  <a:lnTo>
                    <a:pt x="84063" y="47205"/>
                  </a:lnTo>
                  <a:lnTo>
                    <a:pt x="82224" y="50592"/>
                  </a:lnTo>
                  <a:lnTo>
                    <a:pt x="79674" y="51161"/>
                  </a:lnTo>
                  <a:lnTo>
                    <a:pt x="74662" y="48759"/>
                  </a:lnTo>
                  <a:lnTo>
                    <a:pt x="70604" y="50196"/>
                  </a:lnTo>
                  <a:lnTo>
                    <a:pt x="65846" y="49306"/>
                  </a:lnTo>
                  <a:lnTo>
                    <a:pt x="57658" y="53380"/>
                  </a:lnTo>
                  <a:lnTo>
                    <a:pt x="56671" y="55135"/>
                  </a:lnTo>
                  <a:lnTo>
                    <a:pt x="54400" y="55579"/>
                  </a:lnTo>
                  <a:lnTo>
                    <a:pt x="46046" y="50805"/>
                  </a:lnTo>
                  <a:lnTo>
                    <a:pt x="40855" y="50002"/>
                  </a:lnTo>
                  <a:lnTo>
                    <a:pt x="39327" y="50694"/>
                  </a:lnTo>
                  <a:lnTo>
                    <a:pt x="36748" y="54849"/>
                  </a:lnTo>
                  <a:lnTo>
                    <a:pt x="33190" y="57836"/>
                  </a:lnTo>
                  <a:lnTo>
                    <a:pt x="25876" y="60247"/>
                  </a:lnTo>
                  <a:lnTo>
                    <a:pt x="24798" y="59559"/>
                  </a:lnTo>
                  <a:lnTo>
                    <a:pt x="19691" y="42937"/>
                  </a:lnTo>
                  <a:lnTo>
                    <a:pt x="15877" y="42755"/>
                  </a:lnTo>
                  <a:lnTo>
                    <a:pt x="14299" y="41884"/>
                  </a:lnTo>
                  <a:lnTo>
                    <a:pt x="13054" y="40549"/>
                  </a:lnTo>
                  <a:lnTo>
                    <a:pt x="11758" y="37022"/>
                  </a:lnTo>
                  <a:lnTo>
                    <a:pt x="6758" y="35046"/>
                  </a:lnTo>
                  <a:lnTo>
                    <a:pt x="1593" y="27674"/>
                  </a:lnTo>
                  <a:lnTo>
                    <a:pt x="1667" y="26300"/>
                  </a:lnTo>
                  <a:lnTo>
                    <a:pt x="0" y="23731"/>
                  </a:lnTo>
                  <a:lnTo>
                    <a:pt x="4073" y="19399"/>
                  </a:lnTo>
                  <a:lnTo>
                    <a:pt x="9048" y="21884"/>
                  </a:lnTo>
                  <a:lnTo>
                    <a:pt x="11814" y="23514"/>
                  </a:lnTo>
                  <a:lnTo>
                    <a:pt x="14064" y="22560"/>
                  </a:lnTo>
                  <a:lnTo>
                    <a:pt x="15366" y="20012"/>
                  </a:lnTo>
                  <a:lnTo>
                    <a:pt x="24994" y="15725"/>
                  </a:lnTo>
                  <a:lnTo>
                    <a:pt x="24454" y="5596"/>
                  </a:lnTo>
                  <a:lnTo>
                    <a:pt x="26022" y="4567"/>
                  </a:lnTo>
                  <a:lnTo>
                    <a:pt x="24652" y="1646"/>
                  </a:lnTo>
                  <a:lnTo>
                    <a:pt x="2554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h4423"/>
            <p:cNvSpPr/>
            <p:nvPr/>
          </p:nvSpPr>
          <p:spPr>
            <a:xfrm>
              <a:off x="6543415" y="2093688"/>
              <a:ext cx="27338" cy="33240"/>
            </a:xfrm>
            <a:custGeom>
              <a:avLst/>
              <a:pathLst>
                <a:path w="27338" h="33240">
                  <a:moveTo>
                    <a:pt x="21900" y="4559"/>
                  </a:moveTo>
                  <a:lnTo>
                    <a:pt x="22306" y="9242"/>
                  </a:lnTo>
                  <a:lnTo>
                    <a:pt x="24487" y="8173"/>
                  </a:lnTo>
                  <a:lnTo>
                    <a:pt x="27338" y="14829"/>
                  </a:lnTo>
                  <a:lnTo>
                    <a:pt x="23850" y="16301"/>
                  </a:lnTo>
                  <a:lnTo>
                    <a:pt x="22994" y="14922"/>
                  </a:lnTo>
                  <a:lnTo>
                    <a:pt x="22971" y="16285"/>
                  </a:lnTo>
                  <a:lnTo>
                    <a:pt x="26653" y="22755"/>
                  </a:lnTo>
                  <a:lnTo>
                    <a:pt x="25390" y="24330"/>
                  </a:lnTo>
                  <a:lnTo>
                    <a:pt x="21002" y="26659"/>
                  </a:lnTo>
                  <a:lnTo>
                    <a:pt x="18943" y="31777"/>
                  </a:lnTo>
                  <a:lnTo>
                    <a:pt x="19658" y="32956"/>
                  </a:lnTo>
                  <a:lnTo>
                    <a:pt x="7963" y="33240"/>
                  </a:lnTo>
                  <a:lnTo>
                    <a:pt x="8397" y="25204"/>
                  </a:lnTo>
                  <a:lnTo>
                    <a:pt x="6068" y="20167"/>
                  </a:lnTo>
                  <a:lnTo>
                    <a:pt x="2130" y="14750"/>
                  </a:lnTo>
                  <a:lnTo>
                    <a:pt x="472" y="12103"/>
                  </a:lnTo>
                  <a:lnTo>
                    <a:pt x="0" y="10511"/>
                  </a:lnTo>
                  <a:lnTo>
                    <a:pt x="531" y="11646"/>
                  </a:lnTo>
                  <a:lnTo>
                    <a:pt x="8672" y="3012"/>
                  </a:lnTo>
                  <a:lnTo>
                    <a:pt x="933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h4424"/>
            <p:cNvSpPr/>
            <p:nvPr/>
          </p:nvSpPr>
          <p:spPr>
            <a:xfrm>
              <a:off x="6677520" y="2186235"/>
              <a:ext cx="112689" cy="100416"/>
            </a:xfrm>
            <a:custGeom>
              <a:avLst/>
              <a:pathLst>
                <a:path w="112689" h="100416">
                  <a:moveTo>
                    <a:pt x="20598" y="0"/>
                  </a:moveTo>
                  <a:lnTo>
                    <a:pt x="23308" y="3311"/>
                  </a:lnTo>
                  <a:lnTo>
                    <a:pt x="28632" y="2295"/>
                  </a:lnTo>
                  <a:lnTo>
                    <a:pt x="28870" y="1120"/>
                  </a:lnTo>
                  <a:lnTo>
                    <a:pt x="29332" y="5500"/>
                  </a:lnTo>
                  <a:lnTo>
                    <a:pt x="29535" y="13468"/>
                  </a:lnTo>
                  <a:lnTo>
                    <a:pt x="26600" y="15515"/>
                  </a:lnTo>
                  <a:lnTo>
                    <a:pt x="32690" y="27825"/>
                  </a:lnTo>
                  <a:lnTo>
                    <a:pt x="34581" y="29318"/>
                  </a:lnTo>
                  <a:lnTo>
                    <a:pt x="42490" y="31491"/>
                  </a:lnTo>
                  <a:lnTo>
                    <a:pt x="47326" y="34143"/>
                  </a:lnTo>
                  <a:lnTo>
                    <a:pt x="47912" y="34194"/>
                  </a:lnTo>
                  <a:lnTo>
                    <a:pt x="50800" y="30906"/>
                  </a:lnTo>
                  <a:lnTo>
                    <a:pt x="56845" y="36767"/>
                  </a:lnTo>
                  <a:lnTo>
                    <a:pt x="61822" y="35727"/>
                  </a:lnTo>
                  <a:lnTo>
                    <a:pt x="69170" y="30469"/>
                  </a:lnTo>
                  <a:lnTo>
                    <a:pt x="73212" y="29939"/>
                  </a:lnTo>
                  <a:lnTo>
                    <a:pt x="73754" y="32133"/>
                  </a:lnTo>
                  <a:lnTo>
                    <a:pt x="76253" y="33623"/>
                  </a:lnTo>
                  <a:lnTo>
                    <a:pt x="78611" y="32901"/>
                  </a:lnTo>
                  <a:lnTo>
                    <a:pt x="83205" y="29713"/>
                  </a:lnTo>
                  <a:lnTo>
                    <a:pt x="83062" y="21836"/>
                  </a:lnTo>
                  <a:lnTo>
                    <a:pt x="94828" y="23415"/>
                  </a:lnTo>
                  <a:lnTo>
                    <a:pt x="95399" y="49179"/>
                  </a:lnTo>
                  <a:lnTo>
                    <a:pt x="111421" y="48785"/>
                  </a:lnTo>
                  <a:lnTo>
                    <a:pt x="112689" y="48758"/>
                  </a:lnTo>
                  <a:lnTo>
                    <a:pt x="112646" y="53741"/>
                  </a:lnTo>
                  <a:lnTo>
                    <a:pt x="65888" y="92956"/>
                  </a:lnTo>
                  <a:lnTo>
                    <a:pt x="58413" y="99585"/>
                  </a:lnTo>
                  <a:lnTo>
                    <a:pt x="50769" y="100416"/>
                  </a:lnTo>
                  <a:lnTo>
                    <a:pt x="48916" y="99890"/>
                  </a:lnTo>
                  <a:lnTo>
                    <a:pt x="47262" y="94162"/>
                  </a:lnTo>
                  <a:lnTo>
                    <a:pt x="47676" y="92394"/>
                  </a:lnTo>
                  <a:lnTo>
                    <a:pt x="43511" y="87992"/>
                  </a:lnTo>
                  <a:lnTo>
                    <a:pt x="45435" y="85365"/>
                  </a:lnTo>
                  <a:lnTo>
                    <a:pt x="43077" y="83099"/>
                  </a:lnTo>
                  <a:lnTo>
                    <a:pt x="48506" y="82910"/>
                  </a:lnTo>
                  <a:lnTo>
                    <a:pt x="47786" y="80001"/>
                  </a:lnTo>
                  <a:lnTo>
                    <a:pt x="46950" y="76795"/>
                  </a:lnTo>
                  <a:lnTo>
                    <a:pt x="44661" y="77597"/>
                  </a:lnTo>
                  <a:lnTo>
                    <a:pt x="41833" y="70094"/>
                  </a:lnTo>
                  <a:lnTo>
                    <a:pt x="40683" y="68632"/>
                  </a:lnTo>
                  <a:lnTo>
                    <a:pt x="38423" y="69594"/>
                  </a:lnTo>
                  <a:lnTo>
                    <a:pt x="32476" y="63228"/>
                  </a:lnTo>
                  <a:lnTo>
                    <a:pt x="29913" y="64186"/>
                  </a:lnTo>
                  <a:lnTo>
                    <a:pt x="26356" y="63952"/>
                  </a:lnTo>
                  <a:lnTo>
                    <a:pt x="25497" y="61814"/>
                  </a:lnTo>
                  <a:lnTo>
                    <a:pt x="26342" y="61061"/>
                  </a:lnTo>
                  <a:lnTo>
                    <a:pt x="22479" y="58458"/>
                  </a:lnTo>
                  <a:lnTo>
                    <a:pt x="20395" y="59344"/>
                  </a:lnTo>
                  <a:lnTo>
                    <a:pt x="20269" y="61297"/>
                  </a:lnTo>
                  <a:lnTo>
                    <a:pt x="16883" y="61291"/>
                  </a:lnTo>
                  <a:lnTo>
                    <a:pt x="11697" y="52294"/>
                  </a:lnTo>
                  <a:lnTo>
                    <a:pt x="8479" y="50125"/>
                  </a:lnTo>
                  <a:lnTo>
                    <a:pt x="5150" y="52684"/>
                  </a:lnTo>
                  <a:lnTo>
                    <a:pt x="4476" y="52575"/>
                  </a:lnTo>
                  <a:lnTo>
                    <a:pt x="4133" y="46237"/>
                  </a:lnTo>
                  <a:lnTo>
                    <a:pt x="3484" y="45482"/>
                  </a:lnTo>
                  <a:lnTo>
                    <a:pt x="5271" y="35135"/>
                  </a:lnTo>
                  <a:lnTo>
                    <a:pt x="33" y="27493"/>
                  </a:lnTo>
                  <a:lnTo>
                    <a:pt x="4527" y="24251"/>
                  </a:lnTo>
                  <a:lnTo>
                    <a:pt x="2040" y="20936"/>
                  </a:lnTo>
                  <a:lnTo>
                    <a:pt x="6195" y="18640"/>
                  </a:lnTo>
                  <a:lnTo>
                    <a:pt x="6258" y="17463"/>
                  </a:lnTo>
                  <a:lnTo>
                    <a:pt x="0" y="9568"/>
                  </a:lnTo>
                  <a:lnTo>
                    <a:pt x="4529" y="8426"/>
                  </a:lnTo>
                  <a:lnTo>
                    <a:pt x="10725" y="16042"/>
                  </a:lnTo>
                  <a:lnTo>
                    <a:pt x="19705" y="9298"/>
                  </a:lnTo>
                  <a:lnTo>
                    <a:pt x="19076" y="8842"/>
                  </a:lnTo>
                  <a:lnTo>
                    <a:pt x="18911" y="136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h4425"/>
            <p:cNvSpPr/>
            <p:nvPr/>
          </p:nvSpPr>
          <p:spPr>
            <a:xfrm>
              <a:off x="6558054" y="2131042"/>
              <a:ext cx="69152" cy="64892"/>
            </a:xfrm>
            <a:custGeom>
              <a:avLst/>
              <a:pathLst>
                <a:path w="69152" h="64892">
                  <a:moveTo>
                    <a:pt x="18658" y="4100"/>
                  </a:moveTo>
                  <a:lnTo>
                    <a:pt x="23135" y="5676"/>
                  </a:lnTo>
                  <a:lnTo>
                    <a:pt x="26043" y="8994"/>
                  </a:lnTo>
                  <a:lnTo>
                    <a:pt x="29337" y="14520"/>
                  </a:lnTo>
                  <a:lnTo>
                    <a:pt x="36275" y="15156"/>
                  </a:lnTo>
                  <a:lnTo>
                    <a:pt x="40471" y="12651"/>
                  </a:lnTo>
                  <a:lnTo>
                    <a:pt x="40222" y="7742"/>
                  </a:lnTo>
                  <a:lnTo>
                    <a:pt x="51829" y="9361"/>
                  </a:lnTo>
                  <a:lnTo>
                    <a:pt x="54220" y="10691"/>
                  </a:lnTo>
                  <a:lnTo>
                    <a:pt x="58040" y="16514"/>
                  </a:lnTo>
                  <a:lnTo>
                    <a:pt x="65268" y="18013"/>
                  </a:lnTo>
                  <a:lnTo>
                    <a:pt x="69152" y="17166"/>
                  </a:lnTo>
                  <a:lnTo>
                    <a:pt x="67938" y="21758"/>
                  </a:lnTo>
                  <a:lnTo>
                    <a:pt x="68346" y="23073"/>
                  </a:lnTo>
                  <a:lnTo>
                    <a:pt x="66336" y="23366"/>
                  </a:lnTo>
                  <a:lnTo>
                    <a:pt x="63856" y="22761"/>
                  </a:lnTo>
                  <a:lnTo>
                    <a:pt x="64085" y="27071"/>
                  </a:lnTo>
                  <a:lnTo>
                    <a:pt x="58175" y="28444"/>
                  </a:lnTo>
                  <a:lnTo>
                    <a:pt x="49485" y="32711"/>
                  </a:lnTo>
                  <a:lnTo>
                    <a:pt x="52757" y="39172"/>
                  </a:lnTo>
                  <a:lnTo>
                    <a:pt x="48136" y="42143"/>
                  </a:lnTo>
                  <a:lnTo>
                    <a:pt x="45368" y="45020"/>
                  </a:lnTo>
                  <a:lnTo>
                    <a:pt x="41931" y="42745"/>
                  </a:lnTo>
                  <a:lnTo>
                    <a:pt x="35736" y="44378"/>
                  </a:lnTo>
                  <a:lnTo>
                    <a:pt x="33891" y="47058"/>
                  </a:lnTo>
                  <a:lnTo>
                    <a:pt x="35758" y="49306"/>
                  </a:lnTo>
                  <a:lnTo>
                    <a:pt x="35035" y="55535"/>
                  </a:lnTo>
                  <a:lnTo>
                    <a:pt x="35615" y="57004"/>
                  </a:lnTo>
                  <a:lnTo>
                    <a:pt x="33760" y="61229"/>
                  </a:lnTo>
                  <a:lnTo>
                    <a:pt x="31781" y="64808"/>
                  </a:lnTo>
                  <a:lnTo>
                    <a:pt x="29047" y="64892"/>
                  </a:lnTo>
                  <a:lnTo>
                    <a:pt x="25271" y="55587"/>
                  </a:lnTo>
                  <a:lnTo>
                    <a:pt x="27019" y="53238"/>
                  </a:lnTo>
                  <a:lnTo>
                    <a:pt x="23962" y="49830"/>
                  </a:lnTo>
                  <a:lnTo>
                    <a:pt x="21480" y="50137"/>
                  </a:lnTo>
                  <a:lnTo>
                    <a:pt x="21174" y="49139"/>
                  </a:lnTo>
                  <a:lnTo>
                    <a:pt x="21561" y="48540"/>
                  </a:lnTo>
                  <a:lnTo>
                    <a:pt x="19937" y="44602"/>
                  </a:lnTo>
                  <a:lnTo>
                    <a:pt x="14323" y="39316"/>
                  </a:lnTo>
                  <a:lnTo>
                    <a:pt x="5119" y="33609"/>
                  </a:lnTo>
                  <a:lnTo>
                    <a:pt x="2741" y="34370"/>
                  </a:lnTo>
                  <a:lnTo>
                    <a:pt x="0" y="32554"/>
                  </a:lnTo>
                  <a:lnTo>
                    <a:pt x="4502" y="22139"/>
                  </a:lnTo>
                  <a:lnTo>
                    <a:pt x="6879" y="21890"/>
                  </a:lnTo>
                  <a:lnTo>
                    <a:pt x="12303" y="16264"/>
                  </a:lnTo>
                  <a:lnTo>
                    <a:pt x="11940" y="13709"/>
                  </a:lnTo>
                  <a:lnTo>
                    <a:pt x="9334" y="8591"/>
                  </a:lnTo>
                  <a:lnTo>
                    <a:pt x="9771" y="6372"/>
                  </a:lnTo>
                  <a:lnTo>
                    <a:pt x="8721" y="5941"/>
                  </a:lnTo>
                  <a:lnTo>
                    <a:pt x="11595" y="3214"/>
                  </a:lnTo>
                  <a:lnTo>
                    <a:pt x="12282" y="1078"/>
                  </a:lnTo>
                  <a:lnTo>
                    <a:pt x="13954" y="315"/>
                  </a:lnTo>
                  <a:lnTo>
                    <a:pt x="1808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h4426"/>
            <p:cNvSpPr/>
            <p:nvPr/>
          </p:nvSpPr>
          <p:spPr>
            <a:xfrm>
              <a:off x="6621457" y="2308461"/>
              <a:ext cx="31610" cy="60182"/>
            </a:xfrm>
            <a:custGeom>
              <a:avLst/>
              <a:pathLst>
                <a:path w="31610" h="60182">
                  <a:moveTo>
                    <a:pt x="15227" y="6170"/>
                  </a:moveTo>
                  <a:lnTo>
                    <a:pt x="11262" y="8896"/>
                  </a:lnTo>
                  <a:lnTo>
                    <a:pt x="17001" y="18351"/>
                  </a:lnTo>
                  <a:lnTo>
                    <a:pt x="20202" y="26510"/>
                  </a:lnTo>
                  <a:lnTo>
                    <a:pt x="20142" y="29454"/>
                  </a:lnTo>
                  <a:lnTo>
                    <a:pt x="24602" y="36891"/>
                  </a:lnTo>
                  <a:lnTo>
                    <a:pt x="28933" y="40654"/>
                  </a:lnTo>
                  <a:lnTo>
                    <a:pt x="30499" y="48987"/>
                  </a:lnTo>
                  <a:lnTo>
                    <a:pt x="31610" y="53914"/>
                  </a:lnTo>
                  <a:lnTo>
                    <a:pt x="28373" y="57898"/>
                  </a:lnTo>
                  <a:lnTo>
                    <a:pt x="28037" y="59970"/>
                  </a:lnTo>
                  <a:lnTo>
                    <a:pt x="26027" y="60182"/>
                  </a:lnTo>
                  <a:lnTo>
                    <a:pt x="22753" y="58263"/>
                  </a:lnTo>
                  <a:lnTo>
                    <a:pt x="17858" y="50490"/>
                  </a:lnTo>
                  <a:lnTo>
                    <a:pt x="17548" y="47737"/>
                  </a:lnTo>
                  <a:lnTo>
                    <a:pt x="15781" y="47160"/>
                  </a:lnTo>
                  <a:lnTo>
                    <a:pt x="13133" y="46224"/>
                  </a:lnTo>
                  <a:lnTo>
                    <a:pt x="13489" y="44095"/>
                  </a:lnTo>
                  <a:lnTo>
                    <a:pt x="17111" y="39546"/>
                  </a:lnTo>
                  <a:lnTo>
                    <a:pt x="14282" y="33197"/>
                  </a:lnTo>
                  <a:lnTo>
                    <a:pt x="0" y="20085"/>
                  </a:lnTo>
                  <a:lnTo>
                    <a:pt x="4064" y="16183"/>
                  </a:lnTo>
                  <a:lnTo>
                    <a:pt x="4188" y="14931"/>
                  </a:lnTo>
                  <a:lnTo>
                    <a:pt x="2856" y="11939"/>
                  </a:lnTo>
                  <a:lnTo>
                    <a:pt x="5462" y="7861"/>
                  </a:lnTo>
                  <a:lnTo>
                    <a:pt x="4849" y="4719"/>
                  </a:lnTo>
                  <a:lnTo>
                    <a:pt x="2793" y="2229"/>
                  </a:lnTo>
                  <a:lnTo>
                    <a:pt x="3465" y="541"/>
                  </a:lnTo>
                  <a:lnTo>
                    <a:pt x="4121" y="2612"/>
                  </a:lnTo>
                  <a:lnTo>
                    <a:pt x="5819" y="4777"/>
                  </a:lnTo>
                  <a:lnTo>
                    <a:pt x="1187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h4427"/>
            <p:cNvSpPr/>
            <p:nvPr/>
          </p:nvSpPr>
          <p:spPr>
            <a:xfrm>
              <a:off x="7062741" y="3245318"/>
              <a:ext cx="78672" cy="117538"/>
            </a:xfrm>
            <a:custGeom>
              <a:avLst/>
              <a:pathLst>
                <a:path w="78672" h="117538">
                  <a:moveTo>
                    <a:pt x="78672" y="3607"/>
                  </a:moveTo>
                  <a:lnTo>
                    <a:pt x="76659" y="4876"/>
                  </a:lnTo>
                  <a:lnTo>
                    <a:pt x="76124" y="6661"/>
                  </a:lnTo>
                  <a:lnTo>
                    <a:pt x="77013" y="7121"/>
                  </a:lnTo>
                  <a:lnTo>
                    <a:pt x="76847" y="9545"/>
                  </a:lnTo>
                  <a:lnTo>
                    <a:pt x="65614" y="14540"/>
                  </a:lnTo>
                  <a:lnTo>
                    <a:pt x="65782" y="16838"/>
                  </a:lnTo>
                  <a:lnTo>
                    <a:pt x="60976" y="22348"/>
                  </a:lnTo>
                  <a:lnTo>
                    <a:pt x="61256" y="23527"/>
                  </a:lnTo>
                  <a:lnTo>
                    <a:pt x="61860" y="23358"/>
                  </a:lnTo>
                  <a:lnTo>
                    <a:pt x="60752" y="29192"/>
                  </a:lnTo>
                  <a:lnTo>
                    <a:pt x="59145" y="30922"/>
                  </a:lnTo>
                  <a:lnTo>
                    <a:pt x="58955" y="36369"/>
                  </a:lnTo>
                  <a:lnTo>
                    <a:pt x="61480" y="41721"/>
                  </a:lnTo>
                  <a:lnTo>
                    <a:pt x="60507" y="43899"/>
                  </a:lnTo>
                  <a:lnTo>
                    <a:pt x="60995" y="44758"/>
                  </a:lnTo>
                  <a:lnTo>
                    <a:pt x="69678" y="47456"/>
                  </a:lnTo>
                  <a:lnTo>
                    <a:pt x="62104" y="60327"/>
                  </a:lnTo>
                  <a:lnTo>
                    <a:pt x="56075" y="59370"/>
                  </a:lnTo>
                  <a:lnTo>
                    <a:pt x="51782" y="56965"/>
                  </a:lnTo>
                  <a:lnTo>
                    <a:pt x="49984" y="55677"/>
                  </a:lnTo>
                  <a:lnTo>
                    <a:pt x="48629" y="57674"/>
                  </a:lnTo>
                  <a:lnTo>
                    <a:pt x="47085" y="57833"/>
                  </a:lnTo>
                  <a:lnTo>
                    <a:pt x="37888" y="53398"/>
                  </a:lnTo>
                  <a:lnTo>
                    <a:pt x="32089" y="58100"/>
                  </a:lnTo>
                  <a:lnTo>
                    <a:pt x="35943" y="60421"/>
                  </a:lnTo>
                  <a:lnTo>
                    <a:pt x="37577" y="63420"/>
                  </a:lnTo>
                  <a:lnTo>
                    <a:pt x="40160" y="63707"/>
                  </a:lnTo>
                  <a:lnTo>
                    <a:pt x="44220" y="60305"/>
                  </a:lnTo>
                  <a:lnTo>
                    <a:pt x="49887" y="61941"/>
                  </a:lnTo>
                  <a:lnTo>
                    <a:pt x="51280" y="63504"/>
                  </a:lnTo>
                  <a:lnTo>
                    <a:pt x="46392" y="75861"/>
                  </a:lnTo>
                  <a:lnTo>
                    <a:pt x="44767" y="76325"/>
                  </a:lnTo>
                  <a:lnTo>
                    <a:pt x="40727" y="70661"/>
                  </a:lnTo>
                  <a:lnTo>
                    <a:pt x="42448" y="67520"/>
                  </a:lnTo>
                  <a:lnTo>
                    <a:pt x="42856" y="66202"/>
                  </a:lnTo>
                  <a:lnTo>
                    <a:pt x="42316" y="66063"/>
                  </a:lnTo>
                  <a:lnTo>
                    <a:pt x="39216" y="67310"/>
                  </a:lnTo>
                  <a:lnTo>
                    <a:pt x="37253" y="69002"/>
                  </a:lnTo>
                  <a:lnTo>
                    <a:pt x="36708" y="70009"/>
                  </a:lnTo>
                  <a:lnTo>
                    <a:pt x="39056" y="72566"/>
                  </a:lnTo>
                  <a:lnTo>
                    <a:pt x="34172" y="79002"/>
                  </a:lnTo>
                  <a:lnTo>
                    <a:pt x="32648" y="78878"/>
                  </a:lnTo>
                  <a:lnTo>
                    <a:pt x="32012" y="79899"/>
                  </a:lnTo>
                  <a:lnTo>
                    <a:pt x="31335" y="79615"/>
                  </a:lnTo>
                  <a:lnTo>
                    <a:pt x="30815" y="77601"/>
                  </a:lnTo>
                  <a:lnTo>
                    <a:pt x="33915" y="76641"/>
                  </a:lnTo>
                  <a:lnTo>
                    <a:pt x="34628" y="75587"/>
                  </a:lnTo>
                  <a:lnTo>
                    <a:pt x="35217" y="68926"/>
                  </a:lnTo>
                  <a:lnTo>
                    <a:pt x="34353" y="66612"/>
                  </a:lnTo>
                  <a:lnTo>
                    <a:pt x="32986" y="65306"/>
                  </a:lnTo>
                  <a:lnTo>
                    <a:pt x="29233" y="63571"/>
                  </a:lnTo>
                  <a:lnTo>
                    <a:pt x="27323" y="66440"/>
                  </a:lnTo>
                  <a:lnTo>
                    <a:pt x="25106" y="66764"/>
                  </a:lnTo>
                  <a:lnTo>
                    <a:pt x="22907" y="69782"/>
                  </a:lnTo>
                  <a:lnTo>
                    <a:pt x="24288" y="74613"/>
                  </a:lnTo>
                  <a:lnTo>
                    <a:pt x="23838" y="76196"/>
                  </a:lnTo>
                  <a:lnTo>
                    <a:pt x="21693" y="78342"/>
                  </a:lnTo>
                  <a:lnTo>
                    <a:pt x="21208" y="81187"/>
                  </a:lnTo>
                  <a:lnTo>
                    <a:pt x="22292" y="83947"/>
                  </a:lnTo>
                  <a:lnTo>
                    <a:pt x="24630" y="83960"/>
                  </a:lnTo>
                  <a:lnTo>
                    <a:pt x="25055" y="82883"/>
                  </a:lnTo>
                  <a:lnTo>
                    <a:pt x="27314" y="81741"/>
                  </a:lnTo>
                  <a:lnTo>
                    <a:pt x="29716" y="82217"/>
                  </a:lnTo>
                  <a:lnTo>
                    <a:pt x="31782" y="83543"/>
                  </a:lnTo>
                  <a:lnTo>
                    <a:pt x="32775" y="84731"/>
                  </a:lnTo>
                  <a:lnTo>
                    <a:pt x="36278" y="86191"/>
                  </a:lnTo>
                  <a:lnTo>
                    <a:pt x="39315" y="86300"/>
                  </a:lnTo>
                  <a:lnTo>
                    <a:pt x="42485" y="84591"/>
                  </a:lnTo>
                  <a:lnTo>
                    <a:pt x="41924" y="83063"/>
                  </a:lnTo>
                  <a:lnTo>
                    <a:pt x="42422" y="82289"/>
                  </a:lnTo>
                  <a:lnTo>
                    <a:pt x="43706" y="81558"/>
                  </a:lnTo>
                  <a:lnTo>
                    <a:pt x="46429" y="81930"/>
                  </a:lnTo>
                  <a:lnTo>
                    <a:pt x="57117" y="87327"/>
                  </a:lnTo>
                  <a:lnTo>
                    <a:pt x="44432" y="95394"/>
                  </a:lnTo>
                  <a:lnTo>
                    <a:pt x="42984" y="95267"/>
                  </a:lnTo>
                  <a:lnTo>
                    <a:pt x="44096" y="93253"/>
                  </a:lnTo>
                  <a:lnTo>
                    <a:pt x="43120" y="92531"/>
                  </a:lnTo>
                  <a:lnTo>
                    <a:pt x="40100" y="91663"/>
                  </a:lnTo>
                  <a:lnTo>
                    <a:pt x="39728" y="93800"/>
                  </a:lnTo>
                  <a:lnTo>
                    <a:pt x="42391" y="98576"/>
                  </a:lnTo>
                  <a:lnTo>
                    <a:pt x="47086" y="99283"/>
                  </a:lnTo>
                  <a:lnTo>
                    <a:pt x="47118" y="95954"/>
                  </a:lnTo>
                  <a:lnTo>
                    <a:pt x="49854" y="95695"/>
                  </a:lnTo>
                  <a:lnTo>
                    <a:pt x="51211" y="100418"/>
                  </a:lnTo>
                  <a:lnTo>
                    <a:pt x="56085" y="108743"/>
                  </a:lnTo>
                  <a:lnTo>
                    <a:pt x="53377" y="114461"/>
                  </a:lnTo>
                  <a:lnTo>
                    <a:pt x="50375" y="114749"/>
                  </a:lnTo>
                  <a:lnTo>
                    <a:pt x="46679" y="113612"/>
                  </a:lnTo>
                  <a:lnTo>
                    <a:pt x="40185" y="117538"/>
                  </a:lnTo>
                  <a:lnTo>
                    <a:pt x="36975" y="115672"/>
                  </a:lnTo>
                  <a:lnTo>
                    <a:pt x="34895" y="109841"/>
                  </a:lnTo>
                  <a:lnTo>
                    <a:pt x="30211" y="111169"/>
                  </a:lnTo>
                  <a:lnTo>
                    <a:pt x="29518" y="109831"/>
                  </a:lnTo>
                  <a:lnTo>
                    <a:pt x="28778" y="105946"/>
                  </a:lnTo>
                  <a:lnTo>
                    <a:pt x="32211" y="104696"/>
                  </a:lnTo>
                  <a:lnTo>
                    <a:pt x="36382" y="106198"/>
                  </a:lnTo>
                  <a:lnTo>
                    <a:pt x="33339" y="101214"/>
                  </a:lnTo>
                  <a:lnTo>
                    <a:pt x="29727" y="99483"/>
                  </a:lnTo>
                  <a:lnTo>
                    <a:pt x="24954" y="98974"/>
                  </a:lnTo>
                  <a:lnTo>
                    <a:pt x="21695" y="97118"/>
                  </a:lnTo>
                  <a:lnTo>
                    <a:pt x="22250" y="94090"/>
                  </a:lnTo>
                  <a:lnTo>
                    <a:pt x="25216" y="91947"/>
                  </a:lnTo>
                  <a:lnTo>
                    <a:pt x="23399" y="91257"/>
                  </a:lnTo>
                  <a:lnTo>
                    <a:pt x="19851" y="86725"/>
                  </a:lnTo>
                  <a:lnTo>
                    <a:pt x="14714" y="83695"/>
                  </a:lnTo>
                  <a:lnTo>
                    <a:pt x="14698" y="81911"/>
                  </a:lnTo>
                  <a:lnTo>
                    <a:pt x="13481" y="80158"/>
                  </a:lnTo>
                  <a:lnTo>
                    <a:pt x="10560" y="78485"/>
                  </a:lnTo>
                  <a:lnTo>
                    <a:pt x="10405" y="77807"/>
                  </a:lnTo>
                  <a:lnTo>
                    <a:pt x="12356" y="75119"/>
                  </a:lnTo>
                  <a:lnTo>
                    <a:pt x="12366" y="72939"/>
                  </a:lnTo>
                  <a:lnTo>
                    <a:pt x="10708" y="68614"/>
                  </a:lnTo>
                  <a:lnTo>
                    <a:pt x="8092" y="71092"/>
                  </a:lnTo>
                  <a:lnTo>
                    <a:pt x="4113" y="69995"/>
                  </a:lnTo>
                  <a:lnTo>
                    <a:pt x="1446" y="67617"/>
                  </a:lnTo>
                  <a:lnTo>
                    <a:pt x="0" y="64714"/>
                  </a:lnTo>
                  <a:lnTo>
                    <a:pt x="4850" y="65586"/>
                  </a:lnTo>
                  <a:lnTo>
                    <a:pt x="11169" y="64858"/>
                  </a:lnTo>
                  <a:lnTo>
                    <a:pt x="12359" y="60518"/>
                  </a:lnTo>
                  <a:lnTo>
                    <a:pt x="7670" y="55775"/>
                  </a:lnTo>
                  <a:lnTo>
                    <a:pt x="2497" y="48345"/>
                  </a:lnTo>
                  <a:lnTo>
                    <a:pt x="3488" y="47700"/>
                  </a:lnTo>
                  <a:lnTo>
                    <a:pt x="5376" y="47921"/>
                  </a:lnTo>
                  <a:lnTo>
                    <a:pt x="3726" y="40893"/>
                  </a:lnTo>
                  <a:lnTo>
                    <a:pt x="2876" y="39591"/>
                  </a:lnTo>
                  <a:lnTo>
                    <a:pt x="9697" y="36780"/>
                  </a:lnTo>
                  <a:lnTo>
                    <a:pt x="13722" y="43141"/>
                  </a:lnTo>
                  <a:lnTo>
                    <a:pt x="18885" y="40980"/>
                  </a:lnTo>
                  <a:lnTo>
                    <a:pt x="25496" y="34206"/>
                  </a:lnTo>
                  <a:lnTo>
                    <a:pt x="25888" y="34296"/>
                  </a:lnTo>
                  <a:lnTo>
                    <a:pt x="27316" y="35300"/>
                  </a:lnTo>
                  <a:lnTo>
                    <a:pt x="28077" y="42667"/>
                  </a:lnTo>
                  <a:lnTo>
                    <a:pt x="26466" y="47902"/>
                  </a:lnTo>
                  <a:lnTo>
                    <a:pt x="26662" y="50071"/>
                  </a:lnTo>
                  <a:lnTo>
                    <a:pt x="31626" y="54932"/>
                  </a:lnTo>
                  <a:lnTo>
                    <a:pt x="35752" y="54438"/>
                  </a:lnTo>
                  <a:lnTo>
                    <a:pt x="35524" y="50945"/>
                  </a:lnTo>
                  <a:lnTo>
                    <a:pt x="37772" y="52074"/>
                  </a:lnTo>
                  <a:lnTo>
                    <a:pt x="45223" y="53043"/>
                  </a:lnTo>
                  <a:lnTo>
                    <a:pt x="51719" y="55224"/>
                  </a:lnTo>
                  <a:lnTo>
                    <a:pt x="49711" y="47491"/>
                  </a:lnTo>
                  <a:lnTo>
                    <a:pt x="51987" y="44366"/>
                  </a:lnTo>
                  <a:lnTo>
                    <a:pt x="55917" y="40726"/>
                  </a:lnTo>
                  <a:lnTo>
                    <a:pt x="55785" y="39568"/>
                  </a:lnTo>
                  <a:lnTo>
                    <a:pt x="53609" y="35287"/>
                  </a:lnTo>
                  <a:lnTo>
                    <a:pt x="41374" y="26812"/>
                  </a:lnTo>
                  <a:lnTo>
                    <a:pt x="42740" y="20412"/>
                  </a:lnTo>
                  <a:lnTo>
                    <a:pt x="43040" y="21555"/>
                  </a:lnTo>
                  <a:lnTo>
                    <a:pt x="46453" y="20195"/>
                  </a:lnTo>
                  <a:lnTo>
                    <a:pt x="55617" y="6938"/>
                  </a:lnTo>
                  <a:lnTo>
                    <a:pt x="57216" y="3140"/>
                  </a:lnTo>
                  <a:lnTo>
                    <a:pt x="61005" y="2756"/>
                  </a:lnTo>
                  <a:lnTo>
                    <a:pt x="64173" y="2449"/>
                  </a:lnTo>
                  <a:lnTo>
                    <a:pt x="66859" y="4329"/>
                  </a:lnTo>
                  <a:lnTo>
                    <a:pt x="7081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h4428"/>
            <p:cNvSpPr/>
            <p:nvPr/>
          </p:nvSpPr>
          <p:spPr>
            <a:xfrm>
              <a:off x="6885053" y="3234104"/>
              <a:ext cx="11261" cy="13971"/>
            </a:xfrm>
            <a:custGeom>
              <a:avLst/>
              <a:pathLst>
                <a:path w="11261" h="13971">
                  <a:moveTo>
                    <a:pt x="8188" y="563"/>
                  </a:moveTo>
                  <a:lnTo>
                    <a:pt x="7132" y="2046"/>
                  </a:lnTo>
                  <a:lnTo>
                    <a:pt x="9276" y="4083"/>
                  </a:lnTo>
                  <a:lnTo>
                    <a:pt x="9813" y="6755"/>
                  </a:lnTo>
                  <a:lnTo>
                    <a:pt x="10811" y="8967"/>
                  </a:lnTo>
                  <a:lnTo>
                    <a:pt x="11261" y="9657"/>
                  </a:lnTo>
                  <a:lnTo>
                    <a:pt x="9968" y="12462"/>
                  </a:lnTo>
                  <a:lnTo>
                    <a:pt x="7777" y="13971"/>
                  </a:lnTo>
                  <a:lnTo>
                    <a:pt x="6642" y="13764"/>
                  </a:lnTo>
                  <a:lnTo>
                    <a:pt x="7075" y="12260"/>
                  </a:lnTo>
                  <a:lnTo>
                    <a:pt x="1132" y="13958"/>
                  </a:lnTo>
                  <a:lnTo>
                    <a:pt x="0" y="13239"/>
                  </a:lnTo>
                  <a:lnTo>
                    <a:pt x="1806" y="13371"/>
                  </a:lnTo>
                  <a:lnTo>
                    <a:pt x="4930" y="8173"/>
                  </a:lnTo>
                  <a:lnTo>
                    <a:pt x="5145" y="2695"/>
                  </a:lnTo>
                  <a:lnTo>
                    <a:pt x="448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h4429"/>
            <p:cNvSpPr/>
            <p:nvPr/>
          </p:nvSpPr>
          <p:spPr>
            <a:xfrm>
              <a:off x="7074356" y="3237723"/>
              <a:ext cx="22028" cy="12676"/>
            </a:xfrm>
            <a:custGeom>
              <a:avLst/>
              <a:pathLst>
                <a:path w="22028" h="12676">
                  <a:moveTo>
                    <a:pt x="13774" y="0"/>
                  </a:moveTo>
                  <a:lnTo>
                    <a:pt x="16965" y="2487"/>
                  </a:lnTo>
                  <a:lnTo>
                    <a:pt x="16909" y="7957"/>
                  </a:lnTo>
                  <a:lnTo>
                    <a:pt x="22028" y="11124"/>
                  </a:lnTo>
                  <a:lnTo>
                    <a:pt x="18095" y="12676"/>
                  </a:lnTo>
                  <a:lnTo>
                    <a:pt x="9619" y="10832"/>
                  </a:lnTo>
                  <a:lnTo>
                    <a:pt x="5573" y="8557"/>
                  </a:lnTo>
                  <a:lnTo>
                    <a:pt x="3700" y="8409"/>
                  </a:lnTo>
                  <a:lnTo>
                    <a:pt x="1776" y="6493"/>
                  </a:lnTo>
                  <a:lnTo>
                    <a:pt x="0" y="3795"/>
                  </a:lnTo>
                  <a:lnTo>
                    <a:pt x="2267" y="3800"/>
                  </a:lnTo>
                  <a:lnTo>
                    <a:pt x="4836" y="968"/>
                  </a:lnTo>
                  <a:lnTo>
                    <a:pt x="6042" y="521"/>
                  </a:lnTo>
                  <a:lnTo>
                    <a:pt x="7580" y="796"/>
                  </a:lnTo>
                  <a:lnTo>
                    <a:pt x="7182" y="4330"/>
                  </a:lnTo>
                  <a:lnTo>
                    <a:pt x="10121" y="4635"/>
                  </a:lnTo>
                  <a:lnTo>
                    <a:pt x="10931" y="19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h4430"/>
            <p:cNvSpPr/>
            <p:nvPr/>
          </p:nvSpPr>
          <p:spPr>
            <a:xfrm>
              <a:off x="6891192" y="3164582"/>
              <a:ext cx="9405" cy="6027"/>
            </a:xfrm>
            <a:custGeom>
              <a:avLst/>
              <a:pathLst>
                <a:path w="9405" h="6027">
                  <a:moveTo>
                    <a:pt x="7622" y="0"/>
                  </a:moveTo>
                  <a:lnTo>
                    <a:pt x="9405" y="836"/>
                  </a:lnTo>
                  <a:lnTo>
                    <a:pt x="7808" y="5038"/>
                  </a:lnTo>
                  <a:lnTo>
                    <a:pt x="3200" y="6027"/>
                  </a:lnTo>
                  <a:lnTo>
                    <a:pt x="0" y="4350"/>
                  </a:lnTo>
                  <a:lnTo>
                    <a:pt x="3081" y="56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h4431"/>
            <p:cNvSpPr/>
            <p:nvPr/>
          </p:nvSpPr>
          <p:spPr>
            <a:xfrm>
              <a:off x="6981789" y="3261913"/>
              <a:ext cx="19985" cy="8302"/>
            </a:xfrm>
            <a:custGeom>
              <a:avLst/>
              <a:pathLst>
                <a:path w="19985" h="8302">
                  <a:moveTo>
                    <a:pt x="5871" y="27"/>
                  </a:moveTo>
                  <a:lnTo>
                    <a:pt x="7367" y="1185"/>
                  </a:lnTo>
                  <a:lnTo>
                    <a:pt x="15438" y="2082"/>
                  </a:lnTo>
                  <a:lnTo>
                    <a:pt x="16526" y="3591"/>
                  </a:lnTo>
                  <a:lnTo>
                    <a:pt x="16475" y="5833"/>
                  </a:lnTo>
                  <a:lnTo>
                    <a:pt x="19513" y="7004"/>
                  </a:lnTo>
                  <a:lnTo>
                    <a:pt x="19985" y="7531"/>
                  </a:lnTo>
                  <a:lnTo>
                    <a:pt x="19039" y="8065"/>
                  </a:lnTo>
                  <a:lnTo>
                    <a:pt x="17736" y="8302"/>
                  </a:lnTo>
                  <a:lnTo>
                    <a:pt x="14675" y="7073"/>
                  </a:lnTo>
                  <a:lnTo>
                    <a:pt x="13383" y="5936"/>
                  </a:lnTo>
                  <a:lnTo>
                    <a:pt x="12231" y="3350"/>
                  </a:lnTo>
                  <a:lnTo>
                    <a:pt x="8818" y="3059"/>
                  </a:lnTo>
                  <a:lnTo>
                    <a:pt x="2755" y="4649"/>
                  </a:lnTo>
                  <a:lnTo>
                    <a:pt x="0" y="3080"/>
                  </a:lnTo>
                  <a:lnTo>
                    <a:pt x="666" y="1680"/>
                  </a:lnTo>
                  <a:lnTo>
                    <a:pt x="36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h4432"/>
            <p:cNvSpPr/>
            <p:nvPr/>
          </p:nvSpPr>
          <p:spPr>
            <a:xfrm>
              <a:off x="6948346" y="3191087"/>
              <a:ext cx="6112" cy="6716"/>
            </a:xfrm>
            <a:custGeom>
              <a:avLst/>
              <a:pathLst>
                <a:path w="6112" h="6716">
                  <a:moveTo>
                    <a:pt x="6112" y="5216"/>
                  </a:moveTo>
                  <a:lnTo>
                    <a:pt x="1124" y="6716"/>
                  </a:lnTo>
                  <a:lnTo>
                    <a:pt x="285" y="3311"/>
                  </a:lnTo>
                  <a:lnTo>
                    <a:pt x="0" y="1846"/>
                  </a:lnTo>
                  <a:lnTo>
                    <a:pt x="295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h4433"/>
            <p:cNvSpPr/>
            <p:nvPr/>
          </p:nvSpPr>
          <p:spPr>
            <a:xfrm>
              <a:off x="7005382" y="3289002"/>
              <a:ext cx="4774" cy="4429"/>
            </a:xfrm>
            <a:custGeom>
              <a:avLst/>
              <a:pathLst>
                <a:path w="4774" h="4429">
                  <a:moveTo>
                    <a:pt x="4161" y="321"/>
                  </a:moveTo>
                  <a:lnTo>
                    <a:pt x="2821" y="1088"/>
                  </a:lnTo>
                  <a:lnTo>
                    <a:pt x="4671" y="1477"/>
                  </a:lnTo>
                  <a:lnTo>
                    <a:pt x="4774" y="2312"/>
                  </a:lnTo>
                  <a:lnTo>
                    <a:pt x="1193" y="2982"/>
                  </a:lnTo>
                  <a:lnTo>
                    <a:pt x="19" y="4429"/>
                  </a:lnTo>
                  <a:lnTo>
                    <a:pt x="0" y="318"/>
                  </a:lnTo>
                  <a:lnTo>
                    <a:pt x="1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h4434"/>
            <p:cNvSpPr/>
            <p:nvPr/>
          </p:nvSpPr>
          <p:spPr>
            <a:xfrm>
              <a:off x="6853853" y="3147524"/>
              <a:ext cx="33718" cy="13935"/>
            </a:xfrm>
            <a:custGeom>
              <a:avLst/>
              <a:pathLst>
                <a:path w="33718" h="13935">
                  <a:moveTo>
                    <a:pt x="19216" y="2806"/>
                  </a:moveTo>
                  <a:lnTo>
                    <a:pt x="17740" y="4292"/>
                  </a:lnTo>
                  <a:lnTo>
                    <a:pt x="17616" y="5686"/>
                  </a:lnTo>
                  <a:lnTo>
                    <a:pt x="23971" y="8753"/>
                  </a:lnTo>
                  <a:lnTo>
                    <a:pt x="26542" y="8684"/>
                  </a:lnTo>
                  <a:lnTo>
                    <a:pt x="28039" y="7075"/>
                  </a:lnTo>
                  <a:lnTo>
                    <a:pt x="27770" y="6297"/>
                  </a:lnTo>
                  <a:lnTo>
                    <a:pt x="25781" y="5848"/>
                  </a:lnTo>
                  <a:lnTo>
                    <a:pt x="26306" y="5541"/>
                  </a:lnTo>
                  <a:lnTo>
                    <a:pt x="30431" y="6367"/>
                  </a:lnTo>
                  <a:lnTo>
                    <a:pt x="33027" y="7990"/>
                  </a:lnTo>
                  <a:lnTo>
                    <a:pt x="33718" y="9957"/>
                  </a:lnTo>
                  <a:lnTo>
                    <a:pt x="33147" y="12811"/>
                  </a:lnTo>
                  <a:lnTo>
                    <a:pt x="31748" y="10188"/>
                  </a:lnTo>
                  <a:lnTo>
                    <a:pt x="26132" y="11834"/>
                  </a:lnTo>
                  <a:lnTo>
                    <a:pt x="24271" y="13935"/>
                  </a:lnTo>
                  <a:lnTo>
                    <a:pt x="22746" y="12519"/>
                  </a:lnTo>
                  <a:lnTo>
                    <a:pt x="21284" y="11965"/>
                  </a:lnTo>
                  <a:lnTo>
                    <a:pt x="19901" y="13173"/>
                  </a:lnTo>
                  <a:lnTo>
                    <a:pt x="16729" y="12913"/>
                  </a:lnTo>
                  <a:lnTo>
                    <a:pt x="13820" y="8739"/>
                  </a:lnTo>
                  <a:lnTo>
                    <a:pt x="6268" y="9825"/>
                  </a:lnTo>
                  <a:lnTo>
                    <a:pt x="4955" y="9456"/>
                  </a:lnTo>
                  <a:lnTo>
                    <a:pt x="5476" y="8183"/>
                  </a:lnTo>
                  <a:lnTo>
                    <a:pt x="4247" y="7303"/>
                  </a:lnTo>
                  <a:lnTo>
                    <a:pt x="2723" y="7869"/>
                  </a:lnTo>
                  <a:lnTo>
                    <a:pt x="1944" y="10566"/>
                  </a:lnTo>
                  <a:lnTo>
                    <a:pt x="0" y="10734"/>
                  </a:lnTo>
                  <a:lnTo>
                    <a:pt x="163" y="9314"/>
                  </a:lnTo>
                  <a:lnTo>
                    <a:pt x="2445" y="7977"/>
                  </a:lnTo>
                  <a:lnTo>
                    <a:pt x="1397" y="6788"/>
                  </a:lnTo>
                  <a:lnTo>
                    <a:pt x="2891" y="6243"/>
                  </a:lnTo>
                  <a:lnTo>
                    <a:pt x="5961" y="7688"/>
                  </a:lnTo>
                  <a:lnTo>
                    <a:pt x="13694" y="7176"/>
                  </a:lnTo>
                  <a:lnTo>
                    <a:pt x="13063" y="3917"/>
                  </a:lnTo>
                  <a:lnTo>
                    <a:pt x="11464" y="2715"/>
                  </a:lnTo>
                  <a:lnTo>
                    <a:pt x="1761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h4435"/>
            <p:cNvSpPr/>
            <p:nvPr/>
          </p:nvSpPr>
          <p:spPr>
            <a:xfrm>
              <a:off x="6890740" y="3305504"/>
              <a:ext cx="22022" cy="28293"/>
            </a:xfrm>
            <a:custGeom>
              <a:avLst/>
              <a:pathLst>
                <a:path w="22022" h="28293">
                  <a:moveTo>
                    <a:pt x="17603" y="1197"/>
                  </a:moveTo>
                  <a:lnTo>
                    <a:pt x="18846" y="2684"/>
                  </a:lnTo>
                  <a:lnTo>
                    <a:pt x="19101" y="4424"/>
                  </a:lnTo>
                  <a:lnTo>
                    <a:pt x="20711" y="10353"/>
                  </a:lnTo>
                  <a:lnTo>
                    <a:pt x="20189" y="20664"/>
                  </a:lnTo>
                  <a:lnTo>
                    <a:pt x="22022" y="25721"/>
                  </a:lnTo>
                  <a:lnTo>
                    <a:pt x="5937" y="28293"/>
                  </a:lnTo>
                  <a:lnTo>
                    <a:pt x="2562" y="26981"/>
                  </a:lnTo>
                  <a:lnTo>
                    <a:pt x="0" y="19318"/>
                  </a:lnTo>
                  <a:lnTo>
                    <a:pt x="1000" y="16955"/>
                  </a:lnTo>
                  <a:lnTo>
                    <a:pt x="3227" y="16348"/>
                  </a:lnTo>
                  <a:lnTo>
                    <a:pt x="9508" y="20265"/>
                  </a:lnTo>
                  <a:lnTo>
                    <a:pt x="11582" y="15932"/>
                  </a:lnTo>
                  <a:lnTo>
                    <a:pt x="11916" y="14825"/>
                  </a:lnTo>
                  <a:lnTo>
                    <a:pt x="9629" y="12333"/>
                  </a:lnTo>
                  <a:lnTo>
                    <a:pt x="8916" y="8575"/>
                  </a:lnTo>
                  <a:lnTo>
                    <a:pt x="9871" y="4079"/>
                  </a:lnTo>
                  <a:lnTo>
                    <a:pt x="11391" y="886"/>
                  </a:lnTo>
                  <a:lnTo>
                    <a:pt x="1370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h4436"/>
            <p:cNvSpPr/>
            <p:nvPr/>
          </p:nvSpPr>
          <p:spPr>
            <a:xfrm>
              <a:off x="7006666" y="3190985"/>
              <a:ext cx="19342" cy="19906"/>
            </a:xfrm>
            <a:custGeom>
              <a:avLst/>
              <a:pathLst>
                <a:path w="19342" h="19906">
                  <a:moveTo>
                    <a:pt x="9444" y="1873"/>
                  </a:moveTo>
                  <a:lnTo>
                    <a:pt x="12248" y="3461"/>
                  </a:lnTo>
                  <a:lnTo>
                    <a:pt x="15469" y="3929"/>
                  </a:lnTo>
                  <a:lnTo>
                    <a:pt x="18121" y="2882"/>
                  </a:lnTo>
                  <a:lnTo>
                    <a:pt x="19342" y="5851"/>
                  </a:lnTo>
                  <a:lnTo>
                    <a:pt x="17554" y="9498"/>
                  </a:lnTo>
                  <a:lnTo>
                    <a:pt x="14621" y="9030"/>
                  </a:lnTo>
                  <a:lnTo>
                    <a:pt x="7479" y="12535"/>
                  </a:lnTo>
                  <a:lnTo>
                    <a:pt x="6115" y="14285"/>
                  </a:lnTo>
                  <a:lnTo>
                    <a:pt x="6185" y="18901"/>
                  </a:lnTo>
                  <a:lnTo>
                    <a:pt x="5021" y="19906"/>
                  </a:lnTo>
                  <a:lnTo>
                    <a:pt x="0" y="14504"/>
                  </a:lnTo>
                  <a:lnTo>
                    <a:pt x="3774" y="11876"/>
                  </a:lnTo>
                  <a:lnTo>
                    <a:pt x="1250" y="5895"/>
                  </a:lnTo>
                  <a:lnTo>
                    <a:pt x="2393" y="5167"/>
                  </a:lnTo>
                  <a:lnTo>
                    <a:pt x="8320" y="1863"/>
                  </a:lnTo>
                  <a:lnTo>
                    <a:pt x="838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h4437"/>
            <p:cNvSpPr/>
            <p:nvPr/>
          </p:nvSpPr>
          <p:spPr>
            <a:xfrm>
              <a:off x="6972820" y="3093327"/>
              <a:ext cx="7706" cy="4019"/>
            </a:xfrm>
            <a:custGeom>
              <a:avLst/>
              <a:pathLst>
                <a:path w="7706" h="4019">
                  <a:moveTo>
                    <a:pt x="7706" y="1268"/>
                  </a:moveTo>
                  <a:lnTo>
                    <a:pt x="5207" y="3442"/>
                  </a:lnTo>
                  <a:lnTo>
                    <a:pt x="594" y="4019"/>
                  </a:lnTo>
                  <a:lnTo>
                    <a:pt x="0" y="3173"/>
                  </a:lnTo>
                  <a:lnTo>
                    <a:pt x="1079" y="572"/>
                  </a:lnTo>
                  <a:lnTo>
                    <a:pt x="279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h4438"/>
            <p:cNvSpPr/>
            <p:nvPr/>
          </p:nvSpPr>
          <p:spPr>
            <a:xfrm>
              <a:off x="7047592" y="3267394"/>
              <a:ext cx="40645" cy="21066"/>
            </a:xfrm>
            <a:custGeom>
              <a:avLst/>
              <a:pathLst>
                <a:path w="40645" h="21066">
                  <a:moveTo>
                    <a:pt x="18713" y="3814"/>
                  </a:moveTo>
                  <a:lnTo>
                    <a:pt x="21194" y="5264"/>
                  </a:lnTo>
                  <a:lnTo>
                    <a:pt x="24560" y="2676"/>
                  </a:lnTo>
                  <a:lnTo>
                    <a:pt x="31363" y="647"/>
                  </a:lnTo>
                  <a:lnTo>
                    <a:pt x="31218" y="1386"/>
                  </a:lnTo>
                  <a:lnTo>
                    <a:pt x="38888" y="11923"/>
                  </a:lnTo>
                  <a:lnTo>
                    <a:pt x="40645" y="12130"/>
                  </a:lnTo>
                  <a:lnTo>
                    <a:pt x="34034" y="18905"/>
                  </a:lnTo>
                  <a:lnTo>
                    <a:pt x="28871" y="21066"/>
                  </a:lnTo>
                  <a:lnTo>
                    <a:pt x="24846" y="14705"/>
                  </a:lnTo>
                  <a:lnTo>
                    <a:pt x="18025" y="17516"/>
                  </a:lnTo>
                  <a:lnTo>
                    <a:pt x="16428" y="18104"/>
                  </a:lnTo>
                  <a:lnTo>
                    <a:pt x="10199" y="15347"/>
                  </a:lnTo>
                  <a:lnTo>
                    <a:pt x="2136" y="9815"/>
                  </a:lnTo>
                  <a:lnTo>
                    <a:pt x="0" y="9050"/>
                  </a:lnTo>
                  <a:lnTo>
                    <a:pt x="1113" y="7099"/>
                  </a:lnTo>
                  <a:lnTo>
                    <a:pt x="1215" y="6648"/>
                  </a:lnTo>
                  <a:lnTo>
                    <a:pt x="4272" y="6576"/>
                  </a:lnTo>
                  <a:lnTo>
                    <a:pt x="7275" y="4913"/>
                  </a:lnTo>
                  <a:lnTo>
                    <a:pt x="12073" y="357"/>
                  </a:lnTo>
                  <a:lnTo>
                    <a:pt x="1477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h4439"/>
            <p:cNvSpPr/>
            <p:nvPr/>
          </p:nvSpPr>
          <p:spPr>
            <a:xfrm>
              <a:off x="6942411" y="3368822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h4440"/>
            <p:cNvSpPr/>
            <p:nvPr/>
          </p:nvSpPr>
          <p:spPr>
            <a:xfrm>
              <a:off x="6891545" y="3329404"/>
              <a:ext cx="70839" cy="40661"/>
            </a:xfrm>
            <a:custGeom>
              <a:avLst/>
              <a:pathLst>
                <a:path w="70839" h="40661">
                  <a:moveTo>
                    <a:pt x="38073" y="266"/>
                  </a:moveTo>
                  <a:lnTo>
                    <a:pt x="37236" y="8600"/>
                  </a:lnTo>
                  <a:lnTo>
                    <a:pt x="39805" y="12713"/>
                  </a:lnTo>
                  <a:lnTo>
                    <a:pt x="43848" y="15216"/>
                  </a:lnTo>
                  <a:lnTo>
                    <a:pt x="45687" y="14585"/>
                  </a:lnTo>
                  <a:lnTo>
                    <a:pt x="44259" y="17323"/>
                  </a:lnTo>
                  <a:lnTo>
                    <a:pt x="43195" y="26171"/>
                  </a:lnTo>
                  <a:lnTo>
                    <a:pt x="44356" y="31445"/>
                  </a:lnTo>
                  <a:lnTo>
                    <a:pt x="47691" y="36198"/>
                  </a:lnTo>
                  <a:lnTo>
                    <a:pt x="51453" y="34100"/>
                  </a:lnTo>
                  <a:lnTo>
                    <a:pt x="57950" y="28854"/>
                  </a:lnTo>
                  <a:lnTo>
                    <a:pt x="60223" y="28275"/>
                  </a:lnTo>
                  <a:lnTo>
                    <a:pt x="61066" y="28596"/>
                  </a:lnTo>
                  <a:lnTo>
                    <a:pt x="60953" y="29339"/>
                  </a:lnTo>
                  <a:lnTo>
                    <a:pt x="60892" y="30922"/>
                  </a:lnTo>
                  <a:lnTo>
                    <a:pt x="65195" y="30773"/>
                  </a:lnTo>
                  <a:lnTo>
                    <a:pt x="70839" y="33272"/>
                  </a:lnTo>
                  <a:lnTo>
                    <a:pt x="67421" y="40661"/>
                  </a:lnTo>
                  <a:lnTo>
                    <a:pt x="60040" y="39049"/>
                  </a:lnTo>
                  <a:lnTo>
                    <a:pt x="53053" y="38377"/>
                  </a:lnTo>
                  <a:lnTo>
                    <a:pt x="50176" y="38622"/>
                  </a:lnTo>
                  <a:lnTo>
                    <a:pt x="49059" y="39491"/>
                  </a:lnTo>
                  <a:lnTo>
                    <a:pt x="42842" y="39216"/>
                  </a:lnTo>
                  <a:lnTo>
                    <a:pt x="30077" y="36291"/>
                  </a:lnTo>
                  <a:lnTo>
                    <a:pt x="26217" y="37161"/>
                  </a:lnTo>
                  <a:lnTo>
                    <a:pt x="15639" y="35705"/>
                  </a:lnTo>
                  <a:lnTo>
                    <a:pt x="13904" y="36231"/>
                  </a:lnTo>
                  <a:lnTo>
                    <a:pt x="13261" y="37497"/>
                  </a:lnTo>
                  <a:lnTo>
                    <a:pt x="11794" y="37544"/>
                  </a:lnTo>
                  <a:lnTo>
                    <a:pt x="2347" y="36195"/>
                  </a:lnTo>
                  <a:lnTo>
                    <a:pt x="0" y="35221"/>
                  </a:lnTo>
                  <a:lnTo>
                    <a:pt x="15" y="31533"/>
                  </a:lnTo>
                  <a:lnTo>
                    <a:pt x="1597" y="29848"/>
                  </a:lnTo>
                  <a:lnTo>
                    <a:pt x="3306" y="30067"/>
                  </a:lnTo>
                  <a:lnTo>
                    <a:pt x="6472" y="24430"/>
                  </a:lnTo>
                  <a:lnTo>
                    <a:pt x="6815" y="22209"/>
                  </a:lnTo>
                  <a:lnTo>
                    <a:pt x="4799" y="15865"/>
                  </a:lnTo>
                  <a:lnTo>
                    <a:pt x="4906" y="13461"/>
                  </a:lnTo>
                  <a:lnTo>
                    <a:pt x="7231" y="8206"/>
                  </a:lnTo>
                  <a:lnTo>
                    <a:pt x="13109" y="4529"/>
                  </a:lnTo>
                  <a:lnTo>
                    <a:pt x="15005" y="5592"/>
                  </a:lnTo>
                  <a:lnTo>
                    <a:pt x="16622" y="8309"/>
                  </a:lnTo>
                  <a:lnTo>
                    <a:pt x="17757" y="8328"/>
                  </a:lnTo>
                  <a:lnTo>
                    <a:pt x="21235" y="3682"/>
                  </a:lnTo>
                  <a:lnTo>
                    <a:pt x="23229" y="4327"/>
                  </a:lnTo>
                  <a:lnTo>
                    <a:pt x="30107" y="2929"/>
                  </a:lnTo>
                  <a:lnTo>
                    <a:pt x="35161" y="266"/>
                  </a:lnTo>
                  <a:lnTo>
                    <a:pt x="3741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h4441"/>
            <p:cNvSpPr/>
            <p:nvPr/>
          </p:nvSpPr>
          <p:spPr>
            <a:xfrm>
              <a:off x="6926452" y="3193126"/>
              <a:ext cx="11132" cy="7211"/>
            </a:xfrm>
            <a:custGeom>
              <a:avLst/>
              <a:pathLst>
                <a:path w="11132" h="7211">
                  <a:moveTo>
                    <a:pt x="11132" y="2463"/>
                  </a:moveTo>
                  <a:lnTo>
                    <a:pt x="9601" y="5028"/>
                  </a:lnTo>
                  <a:lnTo>
                    <a:pt x="5816" y="5329"/>
                  </a:lnTo>
                  <a:lnTo>
                    <a:pt x="192" y="7211"/>
                  </a:lnTo>
                  <a:lnTo>
                    <a:pt x="0" y="6245"/>
                  </a:lnTo>
                  <a:lnTo>
                    <a:pt x="1529" y="2769"/>
                  </a:lnTo>
                  <a:lnTo>
                    <a:pt x="5395" y="880"/>
                  </a:lnTo>
                  <a:lnTo>
                    <a:pt x="861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h4442"/>
            <p:cNvSpPr/>
            <p:nvPr/>
          </p:nvSpPr>
          <p:spPr>
            <a:xfrm>
              <a:off x="6892185" y="3227767"/>
              <a:ext cx="13558" cy="13093"/>
            </a:xfrm>
            <a:custGeom>
              <a:avLst/>
              <a:pathLst>
                <a:path w="13558" h="13093">
                  <a:moveTo>
                    <a:pt x="11137" y="407"/>
                  </a:moveTo>
                  <a:lnTo>
                    <a:pt x="13558" y="4176"/>
                  </a:lnTo>
                  <a:lnTo>
                    <a:pt x="12263" y="9832"/>
                  </a:lnTo>
                  <a:lnTo>
                    <a:pt x="2680" y="13093"/>
                  </a:lnTo>
                  <a:lnTo>
                    <a:pt x="2144" y="10421"/>
                  </a:lnTo>
                  <a:lnTo>
                    <a:pt x="0" y="8383"/>
                  </a:lnTo>
                  <a:lnTo>
                    <a:pt x="1056" y="6900"/>
                  </a:lnTo>
                  <a:lnTo>
                    <a:pt x="2007" y="257"/>
                  </a:lnTo>
                  <a:lnTo>
                    <a:pt x="821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h4443"/>
            <p:cNvSpPr/>
            <p:nvPr/>
          </p:nvSpPr>
          <p:spPr>
            <a:xfrm>
              <a:off x="7015572" y="3105233"/>
              <a:ext cx="21793" cy="11709"/>
            </a:xfrm>
            <a:custGeom>
              <a:avLst/>
              <a:pathLst>
                <a:path w="21793" h="11709">
                  <a:moveTo>
                    <a:pt x="18621" y="127"/>
                  </a:moveTo>
                  <a:lnTo>
                    <a:pt x="21793" y="1434"/>
                  </a:lnTo>
                  <a:lnTo>
                    <a:pt x="20376" y="3361"/>
                  </a:lnTo>
                  <a:lnTo>
                    <a:pt x="19845" y="7434"/>
                  </a:lnTo>
                  <a:lnTo>
                    <a:pt x="16764" y="9085"/>
                  </a:lnTo>
                  <a:lnTo>
                    <a:pt x="16861" y="11709"/>
                  </a:lnTo>
                  <a:lnTo>
                    <a:pt x="14194" y="11307"/>
                  </a:lnTo>
                  <a:lnTo>
                    <a:pt x="10402" y="9357"/>
                  </a:lnTo>
                  <a:lnTo>
                    <a:pt x="7150" y="10067"/>
                  </a:lnTo>
                  <a:lnTo>
                    <a:pt x="1124" y="8789"/>
                  </a:lnTo>
                  <a:lnTo>
                    <a:pt x="0" y="6554"/>
                  </a:lnTo>
                  <a:lnTo>
                    <a:pt x="4049" y="5770"/>
                  </a:lnTo>
                  <a:lnTo>
                    <a:pt x="7183" y="3676"/>
                  </a:lnTo>
                  <a:lnTo>
                    <a:pt x="8822" y="1864"/>
                  </a:lnTo>
                  <a:lnTo>
                    <a:pt x="9126" y="471"/>
                  </a:lnTo>
                  <a:lnTo>
                    <a:pt x="9702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h4444"/>
            <p:cNvSpPr/>
            <p:nvPr/>
          </p:nvSpPr>
          <p:spPr>
            <a:xfrm>
              <a:off x="7053825" y="3213088"/>
              <a:ext cx="16830" cy="5306"/>
            </a:xfrm>
            <a:custGeom>
              <a:avLst/>
              <a:pathLst>
                <a:path w="16830" h="5306">
                  <a:moveTo>
                    <a:pt x="11542" y="540"/>
                  </a:moveTo>
                  <a:lnTo>
                    <a:pt x="16830" y="1014"/>
                  </a:lnTo>
                  <a:lnTo>
                    <a:pt x="16118" y="2670"/>
                  </a:lnTo>
                  <a:lnTo>
                    <a:pt x="13567" y="4741"/>
                  </a:lnTo>
                  <a:lnTo>
                    <a:pt x="11637" y="5306"/>
                  </a:lnTo>
                  <a:lnTo>
                    <a:pt x="10573" y="5270"/>
                  </a:lnTo>
                  <a:lnTo>
                    <a:pt x="7681" y="4450"/>
                  </a:lnTo>
                  <a:lnTo>
                    <a:pt x="0" y="4465"/>
                  </a:lnTo>
                  <a:lnTo>
                    <a:pt x="519" y="2729"/>
                  </a:lnTo>
                  <a:lnTo>
                    <a:pt x="2930" y="0"/>
                  </a:lnTo>
                  <a:lnTo>
                    <a:pt x="5374" y="1200"/>
                  </a:lnTo>
                  <a:lnTo>
                    <a:pt x="7829" y="1158"/>
                  </a:lnTo>
                  <a:lnTo>
                    <a:pt x="9759" y="19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h4445"/>
            <p:cNvSpPr/>
            <p:nvPr/>
          </p:nvSpPr>
          <p:spPr>
            <a:xfrm>
              <a:off x="6983627" y="3290865"/>
              <a:ext cx="16885" cy="13217"/>
            </a:xfrm>
            <a:custGeom>
              <a:avLst/>
              <a:pathLst>
                <a:path w="16885" h="13217">
                  <a:moveTo>
                    <a:pt x="5823" y="0"/>
                  </a:moveTo>
                  <a:lnTo>
                    <a:pt x="9165" y="1966"/>
                  </a:lnTo>
                  <a:lnTo>
                    <a:pt x="13123" y="5107"/>
                  </a:lnTo>
                  <a:lnTo>
                    <a:pt x="16885" y="6135"/>
                  </a:lnTo>
                  <a:lnTo>
                    <a:pt x="15186" y="9389"/>
                  </a:lnTo>
                  <a:lnTo>
                    <a:pt x="13649" y="9726"/>
                  </a:lnTo>
                  <a:lnTo>
                    <a:pt x="14280" y="13217"/>
                  </a:lnTo>
                  <a:lnTo>
                    <a:pt x="7884" y="11563"/>
                  </a:lnTo>
                  <a:lnTo>
                    <a:pt x="5954" y="12767"/>
                  </a:lnTo>
                  <a:lnTo>
                    <a:pt x="4320" y="12313"/>
                  </a:lnTo>
                  <a:lnTo>
                    <a:pt x="157" y="8345"/>
                  </a:lnTo>
                  <a:lnTo>
                    <a:pt x="0" y="6938"/>
                  </a:lnTo>
                  <a:lnTo>
                    <a:pt x="3203" y="3334"/>
                  </a:lnTo>
                  <a:lnTo>
                    <a:pt x="5885" y="2057"/>
                  </a:lnTo>
                  <a:lnTo>
                    <a:pt x="5802" y="735"/>
                  </a:lnTo>
                  <a:lnTo>
                    <a:pt x="4340" y="14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h4446"/>
            <p:cNvSpPr/>
            <p:nvPr/>
          </p:nvSpPr>
          <p:spPr>
            <a:xfrm>
              <a:off x="6960657" y="3176124"/>
              <a:ext cx="24581" cy="36688"/>
            </a:xfrm>
            <a:custGeom>
              <a:avLst/>
              <a:pathLst>
                <a:path w="24581" h="36688">
                  <a:moveTo>
                    <a:pt x="22465" y="6167"/>
                  </a:moveTo>
                  <a:lnTo>
                    <a:pt x="24581" y="10357"/>
                  </a:lnTo>
                  <a:lnTo>
                    <a:pt x="22133" y="10169"/>
                  </a:lnTo>
                  <a:lnTo>
                    <a:pt x="19751" y="14197"/>
                  </a:lnTo>
                  <a:lnTo>
                    <a:pt x="14712" y="11848"/>
                  </a:lnTo>
                  <a:lnTo>
                    <a:pt x="14780" y="15272"/>
                  </a:lnTo>
                  <a:lnTo>
                    <a:pt x="16995" y="17919"/>
                  </a:lnTo>
                  <a:lnTo>
                    <a:pt x="15454" y="19373"/>
                  </a:lnTo>
                  <a:lnTo>
                    <a:pt x="13020" y="25067"/>
                  </a:lnTo>
                  <a:lnTo>
                    <a:pt x="13644" y="36688"/>
                  </a:lnTo>
                  <a:lnTo>
                    <a:pt x="8253" y="31178"/>
                  </a:lnTo>
                  <a:lnTo>
                    <a:pt x="4784" y="27281"/>
                  </a:lnTo>
                  <a:lnTo>
                    <a:pt x="6945" y="19858"/>
                  </a:lnTo>
                  <a:lnTo>
                    <a:pt x="2026" y="18294"/>
                  </a:lnTo>
                  <a:lnTo>
                    <a:pt x="0" y="16890"/>
                  </a:lnTo>
                  <a:lnTo>
                    <a:pt x="4331" y="13106"/>
                  </a:lnTo>
                  <a:lnTo>
                    <a:pt x="6077" y="14487"/>
                  </a:lnTo>
                  <a:lnTo>
                    <a:pt x="11443" y="14267"/>
                  </a:lnTo>
                  <a:lnTo>
                    <a:pt x="13968" y="11648"/>
                  </a:lnTo>
                  <a:lnTo>
                    <a:pt x="16508" y="11235"/>
                  </a:lnTo>
                  <a:lnTo>
                    <a:pt x="15589" y="6492"/>
                  </a:lnTo>
                  <a:lnTo>
                    <a:pt x="14036" y="6992"/>
                  </a:lnTo>
                  <a:lnTo>
                    <a:pt x="14136" y="4864"/>
                  </a:lnTo>
                  <a:lnTo>
                    <a:pt x="17193" y="4417"/>
                  </a:lnTo>
                  <a:lnTo>
                    <a:pt x="18838" y="3400"/>
                  </a:lnTo>
                  <a:lnTo>
                    <a:pt x="2102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h4447"/>
            <p:cNvSpPr/>
            <p:nvPr/>
          </p:nvSpPr>
          <p:spPr>
            <a:xfrm>
              <a:off x="6971823" y="3316514"/>
              <a:ext cx="29204" cy="40828"/>
            </a:xfrm>
            <a:custGeom>
              <a:avLst/>
              <a:pathLst>
                <a:path w="29204" h="40828">
                  <a:moveTo>
                    <a:pt x="7454" y="2407"/>
                  </a:moveTo>
                  <a:lnTo>
                    <a:pt x="10754" y="4884"/>
                  </a:lnTo>
                  <a:lnTo>
                    <a:pt x="12984" y="5309"/>
                  </a:lnTo>
                  <a:lnTo>
                    <a:pt x="16808" y="4588"/>
                  </a:lnTo>
                  <a:lnTo>
                    <a:pt x="20158" y="5128"/>
                  </a:lnTo>
                  <a:lnTo>
                    <a:pt x="21885" y="7326"/>
                  </a:lnTo>
                  <a:lnTo>
                    <a:pt x="24529" y="9089"/>
                  </a:lnTo>
                  <a:lnTo>
                    <a:pt x="25483" y="8674"/>
                  </a:lnTo>
                  <a:lnTo>
                    <a:pt x="25223" y="8133"/>
                  </a:lnTo>
                  <a:lnTo>
                    <a:pt x="29204" y="8536"/>
                  </a:lnTo>
                  <a:lnTo>
                    <a:pt x="27479" y="13399"/>
                  </a:lnTo>
                  <a:lnTo>
                    <a:pt x="26151" y="20819"/>
                  </a:lnTo>
                  <a:lnTo>
                    <a:pt x="16223" y="39711"/>
                  </a:lnTo>
                  <a:lnTo>
                    <a:pt x="16472" y="40828"/>
                  </a:lnTo>
                  <a:lnTo>
                    <a:pt x="8562" y="38273"/>
                  </a:lnTo>
                  <a:lnTo>
                    <a:pt x="6795" y="29423"/>
                  </a:lnTo>
                  <a:lnTo>
                    <a:pt x="3663" y="27339"/>
                  </a:lnTo>
                  <a:lnTo>
                    <a:pt x="4138" y="27363"/>
                  </a:lnTo>
                  <a:lnTo>
                    <a:pt x="2901" y="19547"/>
                  </a:lnTo>
                  <a:lnTo>
                    <a:pt x="3539" y="18760"/>
                  </a:lnTo>
                  <a:lnTo>
                    <a:pt x="7018" y="18136"/>
                  </a:lnTo>
                  <a:lnTo>
                    <a:pt x="6453" y="20423"/>
                  </a:lnTo>
                  <a:lnTo>
                    <a:pt x="7017" y="21012"/>
                  </a:lnTo>
                  <a:lnTo>
                    <a:pt x="8240" y="20676"/>
                  </a:lnTo>
                  <a:lnTo>
                    <a:pt x="8116" y="17672"/>
                  </a:lnTo>
                  <a:lnTo>
                    <a:pt x="7037" y="15695"/>
                  </a:lnTo>
                  <a:lnTo>
                    <a:pt x="2963" y="14300"/>
                  </a:lnTo>
                  <a:lnTo>
                    <a:pt x="1113" y="11316"/>
                  </a:lnTo>
                  <a:lnTo>
                    <a:pt x="0" y="11858"/>
                  </a:lnTo>
                  <a:lnTo>
                    <a:pt x="1783" y="5611"/>
                  </a:lnTo>
                  <a:lnTo>
                    <a:pt x="65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h4448"/>
            <p:cNvSpPr/>
            <p:nvPr/>
          </p:nvSpPr>
          <p:spPr>
            <a:xfrm>
              <a:off x="7073931" y="3213347"/>
              <a:ext cx="23477" cy="15492"/>
            </a:xfrm>
            <a:custGeom>
              <a:avLst/>
              <a:pathLst>
                <a:path w="23477" h="15492">
                  <a:moveTo>
                    <a:pt x="23477" y="6066"/>
                  </a:moveTo>
                  <a:lnTo>
                    <a:pt x="23443" y="8862"/>
                  </a:lnTo>
                  <a:lnTo>
                    <a:pt x="19999" y="10070"/>
                  </a:lnTo>
                  <a:lnTo>
                    <a:pt x="18928" y="11119"/>
                  </a:lnTo>
                  <a:lnTo>
                    <a:pt x="19098" y="13357"/>
                  </a:lnTo>
                  <a:lnTo>
                    <a:pt x="17695" y="14575"/>
                  </a:lnTo>
                  <a:lnTo>
                    <a:pt x="11821" y="14637"/>
                  </a:lnTo>
                  <a:lnTo>
                    <a:pt x="7411" y="13816"/>
                  </a:lnTo>
                  <a:lnTo>
                    <a:pt x="6309" y="14132"/>
                  </a:lnTo>
                  <a:lnTo>
                    <a:pt x="5706" y="15492"/>
                  </a:lnTo>
                  <a:lnTo>
                    <a:pt x="4410" y="13356"/>
                  </a:lnTo>
                  <a:lnTo>
                    <a:pt x="1558" y="13330"/>
                  </a:lnTo>
                  <a:lnTo>
                    <a:pt x="0" y="11676"/>
                  </a:lnTo>
                  <a:lnTo>
                    <a:pt x="902" y="8693"/>
                  </a:lnTo>
                  <a:lnTo>
                    <a:pt x="8749" y="8748"/>
                  </a:lnTo>
                  <a:lnTo>
                    <a:pt x="10905" y="7295"/>
                  </a:lnTo>
                  <a:lnTo>
                    <a:pt x="10982" y="4373"/>
                  </a:lnTo>
                  <a:lnTo>
                    <a:pt x="11921" y="3224"/>
                  </a:lnTo>
                  <a:lnTo>
                    <a:pt x="17922" y="5512"/>
                  </a:lnTo>
                  <a:lnTo>
                    <a:pt x="19254" y="1837"/>
                  </a:lnTo>
                  <a:lnTo>
                    <a:pt x="211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h4449"/>
            <p:cNvSpPr/>
            <p:nvPr/>
          </p:nvSpPr>
          <p:spPr>
            <a:xfrm>
              <a:off x="7202189" y="3300308"/>
              <a:ext cx="14917" cy="11651"/>
            </a:xfrm>
            <a:custGeom>
              <a:avLst/>
              <a:pathLst>
                <a:path w="14917" h="11651">
                  <a:moveTo>
                    <a:pt x="7542" y="0"/>
                  </a:moveTo>
                  <a:lnTo>
                    <a:pt x="9540" y="1806"/>
                  </a:lnTo>
                  <a:lnTo>
                    <a:pt x="10776" y="4767"/>
                  </a:lnTo>
                  <a:lnTo>
                    <a:pt x="14917" y="5939"/>
                  </a:lnTo>
                  <a:lnTo>
                    <a:pt x="14209" y="9254"/>
                  </a:lnTo>
                  <a:lnTo>
                    <a:pt x="13063" y="10340"/>
                  </a:lnTo>
                  <a:lnTo>
                    <a:pt x="5703" y="11651"/>
                  </a:lnTo>
                  <a:lnTo>
                    <a:pt x="2576" y="11387"/>
                  </a:lnTo>
                  <a:lnTo>
                    <a:pt x="1955" y="10731"/>
                  </a:lnTo>
                  <a:lnTo>
                    <a:pt x="1813" y="10570"/>
                  </a:lnTo>
                  <a:lnTo>
                    <a:pt x="0" y="6474"/>
                  </a:lnTo>
                  <a:lnTo>
                    <a:pt x="2885" y="6286"/>
                  </a:lnTo>
                  <a:lnTo>
                    <a:pt x="2828" y="213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h4450"/>
            <p:cNvSpPr/>
            <p:nvPr/>
          </p:nvSpPr>
          <p:spPr>
            <a:xfrm>
              <a:off x="6881572" y="3232411"/>
              <a:ext cx="8626" cy="15064"/>
            </a:xfrm>
            <a:custGeom>
              <a:avLst/>
              <a:pathLst>
                <a:path w="8626" h="15064">
                  <a:moveTo>
                    <a:pt x="6582" y="652"/>
                  </a:moveTo>
                  <a:lnTo>
                    <a:pt x="7968" y="1693"/>
                  </a:lnTo>
                  <a:lnTo>
                    <a:pt x="8626" y="4389"/>
                  </a:lnTo>
                  <a:lnTo>
                    <a:pt x="8410" y="9867"/>
                  </a:lnTo>
                  <a:lnTo>
                    <a:pt x="5287" y="15064"/>
                  </a:lnTo>
                  <a:lnTo>
                    <a:pt x="3480" y="14932"/>
                  </a:lnTo>
                  <a:lnTo>
                    <a:pt x="2524" y="10412"/>
                  </a:lnTo>
                  <a:lnTo>
                    <a:pt x="940" y="7968"/>
                  </a:lnTo>
                  <a:lnTo>
                    <a:pt x="435" y="4867"/>
                  </a:lnTo>
                  <a:lnTo>
                    <a:pt x="1051" y="2458"/>
                  </a:lnTo>
                  <a:lnTo>
                    <a:pt x="0" y="1659"/>
                  </a:lnTo>
                  <a:lnTo>
                    <a:pt x="3197" y="1986"/>
                  </a:lnTo>
                  <a:lnTo>
                    <a:pt x="2658" y="398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h4451"/>
            <p:cNvSpPr/>
            <p:nvPr/>
          </p:nvSpPr>
          <p:spPr>
            <a:xfrm>
              <a:off x="6849114" y="3256560"/>
              <a:ext cx="34259" cy="29854"/>
            </a:xfrm>
            <a:custGeom>
              <a:avLst/>
              <a:pathLst>
                <a:path w="34259" h="29854">
                  <a:moveTo>
                    <a:pt x="29200" y="3353"/>
                  </a:moveTo>
                  <a:lnTo>
                    <a:pt x="31094" y="9310"/>
                  </a:lnTo>
                  <a:lnTo>
                    <a:pt x="31158" y="12582"/>
                  </a:lnTo>
                  <a:lnTo>
                    <a:pt x="32774" y="17283"/>
                  </a:lnTo>
                  <a:lnTo>
                    <a:pt x="33405" y="17529"/>
                  </a:lnTo>
                  <a:lnTo>
                    <a:pt x="34259" y="21350"/>
                  </a:lnTo>
                  <a:lnTo>
                    <a:pt x="32157" y="20599"/>
                  </a:lnTo>
                  <a:lnTo>
                    <a:pt x="28094" y="21561"/>
                  </a:lnTo>
                  <a:lnTo>
                    <a:pt x="28113" y="25235"/>
                  </a:lnTo>
                  <a:lnTo>
                    <a:pt x="27422" y="27265"/>
                  </a:lnTo>
                  <a:lnTo>
                    <a:pt x="24130" y="27777"/>
                  </a:lnTo>
                  <a:lnTo>
                    <a:pt x="22813" y="29854"/>
                  </a:lnTo>
                  <a:lnTo>
                    <a:pt x="18574" y="25631"/>
                  </a:lnTo>
                  <a:lnTo>
                    <a:pt x="12589" y="23651"/>
                  </a:lnTo>
                  <a:lnTo>
                    <a:pt x="7892" y="18750"/>
                  </a:lnTo>
                  <a:lnTo>
                    <a:pt x="6491" y="18405"/>
                  </a:lnTo>
                  <a:lnTo>
                    <a:pt x="4886" y="19959"/>
                  </a:lnTo>
                  <a:lnTo>
                    <a:pt x="3146" y="18662"/>
                  </a:lnTo>
                  <a:lnTo>
                    <a:pt x="0" y="16860"/>
                  </a:lnTo>
                  <a:lnTo>
                    <a:pt x="1721" y="17132"/>
                  </a:lnTo>
                  <a:lnTo>
                    <a:pt x="3143" y="16262"/>
                  </a:lnTo>
                  <a:lnTo>
                    <a:pt x="6678" y="5066"/>
                  </a:lnTo>
                  <a:lnTo>
                    <a:pt x="6879" y="2693"/>
                  </a:lnTo>
                  <a:lnTo>
                    <a:pt x="5879" y="1440"/>
                  </a:lnTo>
                  <a:lnTo>
                    <a:pt x="13390" y="1781"/>
                  </a:lnTo>
                  <a:lnTo>
                    <a:pt x="14721" y="1102"/>
                  </a:lnTo>
                  <a:lnTo>
                    <a:pt x="24660" y="5139"/>
                  </a:lnTo>
                  <a:lnTo>
                    <a:pt x="25060" y="248"/>
                  </a:lnTo>
                  <a:lnTo>
                    <a:pt x="2627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h4452"/>
            <p:cNvSpPr/>
            <p:nvPr/>
          </p:nvSpPr>
          <p:spPr>
            <a:xfrm>
              <a:off x="6838729" y="3196606"/>
              <a:ext cx="39212" cy="45173"/>
            </a:xfrm>
            <a:custGeom>
              <a:avLst/>
              <a:pathLst>
                <a:path w="39212" h="45173">
                  <a:moveTo>
                    <a:pt x="24293" y="498"/>
                  </a:moveTo>
                  <a:lnTo>
                    <a:pt x="28533" y="4268"/>
                  </a:lnTo>
                  <a:lnTo>
                    <a:pt x="30877" y="5817"/>
                  </a:lnTo>
                  <a:lnTo>
                    <a:pt x="35137" y="5342"/>
                  </a:lnTo>
                  <a:lnTo>
                    <a:pt x="34213" y="7714"/>
                  </a:lnTo>
                  <a:lnTo>
                    <a:pt x="30530" y="9360"/>
                  </a:lnTo>
                  <a:lnTo>
                    <a:pt x="30027" y="10829"/>
                  </a:lnTo>
                  <a:lnTo>
                    <a:pt x="32692" y="15649"/>
                  </a:lnTo>
                  <a:lnTo>
                    <a:pt x="36464" y="19115"/>
                  </a:lnTo>
                  <a:lnTo>
                    <a:pt x="34163" y="22938"/>
                  </a:lnTo>
                  <a:lnTo>
                    <a:pt x="36068" y="25565"/>
                  </a:lnTo>
                  <a:lnTo>
                    <a:pt x="38028" y="25143"/>
                  </a:lnTo>
                  <a:lnTo>
                    <a:pt x="37852" y="31176"/>
                  </a:lnTo>
                  <a:lnTo>
                    <a:pt x="39212" y="39600"/>
                  </a:lnTo>
                  <a:lnTo>
                    <a:pt x="37537" y="41551"/>
                  </a:lnTo>
                  <a:lnTo>
                    <a:pt x="33474" y="41251"/>
                  </a:lnTo>
                  <a:lnTo>
                    <a:pt x="29479" y="38985"/>
                  </a:lnTo>
                  <a:lnTo>
                    <a:pt x="28866" y="39720"/>
                  </a:lnTo>
                  <a:lnTo>
                    <a:pt x="24725" y="40210"/>
                  </a:lnTo>
                  <a:lnTo>
                    <a:pt x="23033" y="36914"/>
                  </a:lnTo>
                  <a:lnTo>
                    <a:pt x="22201" y="36804"/>
                  </a:lnTo>
                  <a:lnTo>
                    <a:pt x="19593" y="38808"/>
                  </a:lnTo>
                  <a:lnTo>
                    <a:pt x="22557" y="40412"/>
                  </a:lnTo>
                  <a:lnTo>
                    <a:pt x="23429" y="40018"/>
                  </a:lnTo>
                  <a:lnTo>
                    <a:pt x="24705" y="40601"/>
                  </a:lnTo>
                  <a:lnTo>
                    <a:pt x="26008" y="41630"/>
                  </a:lnTo>
                  <a:lnTo>
                    <a:pt x="27368" y="44385"/>
                  </a:lnTo>
                  <a:lnTo>
                    <a:pt x="22210" y="45173"/>
                  </a:lnTo>
                  <a:lnTo>
                    <a:pt x="24200" y="42615"/>
                  </a:lnTo>
                  <a:lnTo>
                    <a:pt x="16611" y="39926"/>
                  </a:lnTo>
                  <a:lnTo>
                    <a:pt x="17963" y="38180"/>
                  </a:lnTo>
                  <a:lnTo>
                    <a:pt x="17862" y="34683"/>
                  </a:lnTo>
                  <a:lnTo>
                    <a:pt x="16752" y="32778"/>
                  </a:lnTo>
                  <a:lnTo>
                    <a:pt x="14920" y="33593"/>
                  </a:lnTo>
                  <a:lnTo>
                    <a:pt x="15142" y="34985"/>
                  </a:lnTo>
                  <a:lnTo>
                    <a:pt x="13539" y="37682"/>
                  </a:lnTo>
                  <a:lnTo>
                    <a:pt x="7593" y="35621"/>
                  </a:lnTo>
                  <a:lnTo>
                    <a:pt x="7175" y="34679"/>
                  </a:lnTo>
                  <a:lnTo>
                    <a:pt x="3701" y="33900"/>
                  </a:lnTo>
                  <a:lnTo>
                    <a:pt x="5576" y="32704"/>
                  </a:lnTo>
                  <a:lnTo>
                    <a:pt x="6479" y="24233"/>
                  </a:lnTo>
                  <a:lnTo>
                    <a:pt x="5053" y="18174"/>
                  </a:lnTo>
                  <a:lnTo>
                    <a:pt x="1181" y="20400"/>
                  </a:lnTo>
                  <a:lnTo>
                    <a:pt x="190" y="18938"/>
                  </a:lnTo>
                  <a:lnTo>
                    <a:pt x="0" y="16848"/>
                  </a:lnTo>
                  <a:lnTo>
                    <a:pt x="2839" y="13719"/>
                  </a:lnTo>
                  <a:lnTo>
                    <a:pt x="5048" y="14129"/>
                  </a:lnTo>
                  <a:lnTo>
                    <a:pt x="9728" y="17528"/>
                  </a:lnTo>
                  <a:lnTo>
                    <a:pt x="10618" y="20454"/>
                  </a:lnTo>
                  <a:lnTo>
                    <a:pt x="11979" y="21197"/>
                  </a:lnTo>
                  <a:lnTo>
                    <a:pt x="14690" y="16455"/>
                  </a:lnTo>
                  <a:lnTo>
                    <a:pt x="15185" y="12554"/>
                  </a:lnTo>
                  <a:lnTo>
                    <a:pt x="18803" y="8425"/>
                  </a:lnTo>
                  <a:lnTo>
                    <a:pt x="20765" y="7662"/>
                  </a:lnTo>
                  <a:lnTo>
                    <a:pt x="22139" y="5877"/>
                  </a:lnTo>
                  <a:lnTo>
                    <a:pt x="2184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h4453"/>
            <p:cNvSpPr/>
            <p:nvPr/>
          </p:nvSpPr>
          <p:spPr>
            <a:xfrm>
              <a:off x="6958494" y="3213302"/>
              <a:ext cx="21642" cy="17077"/>
            </a:xfrm>
            <a:custGeom>
              <a:avLst/>
              <a:pathLst>
                <a:path w="21642" h="17077">
                  <a:moveTo>
                    <a:pt x="4762" y="0"/>
                  </a:moveTo>
                  <a:lnTo>
                    <a:pt x="11080" y="632"/>
                  </a:lnTo>
                  <a:lnTo>
                    <a:pt x="21622" y="5780"/>
                  </a:lnTo>
                  <a:lnTo>
                    <a:pt x="21642" y="8889"/>
                  </a:lnTo>
                  <a:lnTo>
                    <a:pt x="19035" y="12822"/>
                  </a:lnTo>
                  <a:lnTo>
                    <a:pt x="15942" y="16128"/>
                  </a:lnTo>
                  <a:lnTo>
                    <a:pt x="14022" y="17077"/>
                  </a:lnTo>
                  <a:lnTo>
                    <a:pt x="12119" y="9891"/>
                  </a:lnTo>
                  <a:lnTo>
                    <a:pt x="7291" y="6634"/>
                  </a:lnTo>
                  <a:lnTo>
                    <a:pt x="4940" y="8194"/>
                  </a:lnTo>
                  <a:lnTo>
                    <a:pt x="0" y="3695"/>
                  </a:lnTo>
                  <a:lnTo>
                    <a:pt x="3198" y="38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h4454"/>
            <p:cNvSpPr/>
            <p:nvPr/>
          </p:nvSpPr>
          <p:spPr>
            <a:xfrm>
              <a:off x="7171777" y="3233388"/>
              <a:ext cx="22869" cy="32912"/>
            </a:xfrm>
            <a:custGeom>
              <a:avLst/>
              <a:pathLst>
                <a:path w="22869" h="32912">
                  <a:moveTo>
                    <a:pt x="9302" y="413"/>
                  </a:moveTo>
                  <a:lnTo>
                    <a:pt x="12307" y="6518"/>
                  </a:lnTo>
                  <a:lnTo>
                    <a:pt x="18280" y="6998"/>
                  </a:lnTo>
                  <a:lnTo>
                    <a:pt x="22568" y="8926"/>
                  </a:lnTo>
                  <a:lnTo>
                    <a:pt x="19612" y="8388"/>
                  </a:lnTo>
                  <a:lnTo>
                    <a:pt x="17465" y="12009"/>
                  </a:lnTo>
                  <a:lnTo>
                    <a:pt x="22869" y="20987"/>
                  </a:lnTo>
                  <a:lnTo>
                    <a:pt x="22556" y="22712"/>
                  </a:lnTo>
                  <a:lnTo>
                    <a:pt x="20636" y="24621"/>
                  </a:lnTo>
                  <a:lnTo>
                    <a:pt x="21615" y="27058"/>
                  </a:lnTo>
                  <a:lnTo>
                    <a:pt x="19959" y="32771"/>
                  </a:lnTo>
                  <a:lnTo>
                    <a:pt x="15631" y="32912"/>
                  </a:lnTo>
                  <a:lnTo>
                    <a:pt x="11451" y="31469"/>
                  </a:lnTo>
                  <a:lnTo>
                    <a:pt x="10230" y="25497"/>
                  </a:lnTo>
                  <a:lnTo>
                    <a:pt x="4869" y="11576"/>
                  </a:lnTo>
                  <a:lnTo>
                    <a:pt x="3479" y="9030"/>
                  </a:lnTo>
                  <a:lnTo>
                    <a:pt x="0" y="5230"/>
                  </a:lnTo>
                  <a:lnTo>
                    <a:pt x="890" y="3887"/>
                  </a:lnTo>
                  <a:lnTo>
                    <a:pt x="1195" y="1097"/>
                  </a:lnTo>
                  <a:lnTo>
                    <a:pt x="442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h4455"/>
            <p:cNvSpPr/>
            <p:nvPr/>
          </p:nvSpPr>
          <p:spPr>
            <a:xfrm>
              <a:off x="7010976" y="3071210"/>
              <a:ext cx="46091" cy="35457"/>
            </a:xfrm>
            <a:custGeom>
              <a:avLst/>
              <a:pathLst>
                <a:path w="46091" h="35457">
                  <a:moveTo>
                    <a:pt x="28463" y="339"/>
                  </a:moveTo>
                  <a:lnTo>
                    <a:pt x="30562" y="1585"/>
                  </a:lnTo>
                  <a:lnTo>
                    <a:pt x="33767" y="5827"/>
                  </a:lnTo>
                  <a:lnTo>
                    <a:pt x="39689" y="4202"/>
                  </a:lnTo>
                  <a:lnTo>
                    <a:pt x="41902" y="8917"/>
                  </a:lnTo>
                  <a:lnTo>
                    <a:pt x="41035" y="12743"/>
                  </a:lnTo>
                  <a:lnTo>
                    <a:pt x="42785" y="15977"/>
                  </a:lnTo>
                  <a:lnTo>
                    <a:pt x="43763" y="16185"/>
                  </a:lnTo>
                  <a:lnTo>
                    <a:pt x="46091" y="19889"/>
                  </a:lnTo>
                  <a:lnTo>
                    <a:pt x="44366" y="26791"/>
                  </a:lnTo>
                  <a:lnTo>
                    <a:pt x="42590" y="28543"/>
                  </a:lnTo>
                  <a:lnTo>
                    <a:pt x="43376" y="29298"/>
                  </a:lnTo>
                  <a:lnTo>
                    <a:pt x="41760" y="28922"/>
                  </a:lnTo>
                  <a:lnTo>
                    <a:pt x="36202" y="30849"/>
                  </a:lnTo>
                  <a:lnTo>
                    <a:pt x="34176" y="29381"/>
                  </a:lnTo>
                  <a:lnTo>
                    <a:pt x="27149" y="33889"/>
                  </a:lnTo>
                  <a:lnTo>
                    <a:pt x="26389" y="35457"/>
                  </a:lnTo>
                  <a:lnTo>
                    <a:pt x="23217" y="34151"/>
                  </a:lnTo>
                  <a:lnTo>
                    <a:pt x="23737" y="32825"/>
                  </a:lnTo>
                  <a:lnTo>
                    <a:pt x="13367" y="22234"/>
                  </a:lnTo>
                  <a:lnTo>
                    <a:pt x="10527" y="21943"/>
                  </a:lnTo>
                  <a:lnTo>
                    <a:pt x="9314" y="23619"/>
                  </a:lnTo>
                  <a:lnTo>
                    <a:pt x="6926" y="23306"/>
                  </a:lnTo>
                  <a:lnTo>
                    <a:pt x="5694" y="22047"/>
                  </a:lnTo>
                  <a:lnTo>
                    <a:pt x="8332" y="17542"/>
                  </a:lnTo>
                  <a:lnTo>
                    <a:pt x="7972" y="16035"/>
                  </a:lnTo>
                  <a:lnTo>
                    <a:pt x="6898" y="15363"/>
                  </a:lnTo>
                  <a:lnTo>
                    <a:pt x="8072" y="14186"/>
                  </a:lnTo>
                  <a:lnTo>
                    <a:pt x="8598" y="11924"/>
                  </a:lnTo>
                  <a:lnTo>
                    <a:pt x="5931" y="11068"/>
                  </a:lnTo>
                  <a:lnTo>
                    <a:pt x="0" y="6607"/>
                  </a:lnTo>
                  <a:lnTo>
                    <a:pt x="804" y="5689"/>
                  </a:lnTo>
                  <a:lnTo>
                    <a:pt x="4249" y="6157"/>
                  </a:lnTo>
                  <a:lnTo>
                    <a:pt x="10512" y="10160"/>
                  </a:lnTo>
                  <a:lnTo>
                    <a:pt x="13096" y="9856"/>
                  </a:lnTo>
                  <a:lnTo>
                    <a:pt x="14061" y="2850"/>
                  </a:lnTo>
                  <a:lnTo>
                    <a:pt x="14715" y="1980"/>
                  </a:lnTo>
                  <a:lnTo>
                    <a:pt x="19221" y="4147"/>
                  </a:lnTo>
                  <a:lnTo>
                    <a:pt x="25467" y="11668"/>
                  </a:lnTo>
                  <a:lnTo>
                    <a:pt x="28327" y="8981"/>
                  </a:lnTo>
                  <a:lnTo>
                    <a:pt x="21949" y="1325"/>
                  </a:lnTo>
                  <a:lnTo>
                    <a:pt x="22797" y="124"/>
                  </a:lnTo>
                  <a:lnTo>
                    <a:pt x="27933" y="4043"/>
                  </a:lnTo>
                  <a:lnTo>
                    <a:pt x="28574" y="3290"/>
                  </a:lnTo>
                  <a:lnTo>
                    <a:pt x="25565" y="783"/>
                  </a:lnTo>
                  <a:lnTo>
                    <a:pt x="2614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h4456"/>
            <p:cNvSpPr/>
            <p:nvPr/>
          </p:nvSpPr>
          <p:spPr>
            <a:xfrm>
              <a:off x="7058698" y="3156746"/>
              <a:ext cx="23975" cy="29669"/>
            </a:xfrm>
            <a:custGeom>
              <a:avLst/>
              <a:pathLst>
                <a:path w="23975" h="29669">
                  <a:moveTo>
                    <a:pt x="18232" y="1440"/>
                  </a:moveTo>
                  <a:lnTo>
                    <a:pt x="20312" y="2662"/>
                  </a:lnTo>
                  <a:lnTo>
                    <a:pt x="21198" y="4966"/>
                  </a:lnTo>
                  <a:lnTo>
                    <a:pt x="20709" y="6887"/>
                  </a:lnTo>
                  <a:lnTo>
                    <a:pt x="23975" y="9572"/>
                  </a:lnTo>
                  <a:lnTo>
                    <a:pt x="22208" y="15422"/>
                  </a:lnTo>
                  <a:lnTo>
                    <a:pt x="21671" y="18712"/>
                  </a:lnTo>
                  <a:lnTo>
                    <a:pt x="22260" y="20471"/>
                  </a:lnTo>
                  <a:lnTo>
                    <a:pt x="21255" y="24007"/>
                  </a:lnTo>
                  <a:lnTo>
                    <a:pt x="19780" y="26389"/>
                  </a:lnTo>
                  <a:lnTo>
                    <a:pt x="18442" y="27040"/>
                  </a:lnTo>
                  <a:lnTo>
                    <a:pt x="15935" y="25332"/>
                  </a:lnTo>
                  <a:lnTo>
                    <a:pt x="13178" y="25263"/>
                  </a:lnTo>
                  <a:lnTo>
                    <a:pt x="14624" y="28832"/>
                  </a:lnTo>
                  <a:lnTo>
                    <a:pt x="7951" y="29669"/>
                  </a:lnTo>
                  <a:lnTo>
                    <a:pt x="5394" y="26815"/>
                  </a:lnTo>
                  <a:lnTo>
                    <a:pt x="1966" y="22703"/>
                  </a:lnTo>
                  <a:lnTo>
                    <a:pt x="0" y="20567"/>
                  </a:lnTo>
                  <a:lnTo>
                    <a:pt x="1108" y="17263"/>
                  </a:lnTo>
                  <a:lnTo>
                    <a:pt x="5718" y="13341"/>
                  </a:lnTo>
                  <a:lnTo>
                    <a:pt x="11959" y="11675"/>
                  </a:lnTo>
                  <a:lnTo>
                    <a:pt x="14481" y="4590"/>
                  </a:lnTo>
                  <a:lnTo>
                    <a:pt x="17723" y="1984"/>
                  </a:lnTo>
                  <a:lnTo>
                    <a:pt x="16254" y="916"/>
                  </a:lnTo>
                  <a:lnTo>
                    <a:pt x="1834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h4457"/>
            <p:cNvSpPr/>
            <p:nvPr/>
          </p:nvSpPr>
          <p:spPr>
            <a:xfrm>
              <a:off x="6977676" y="3100157"/>
              <a:ext cx="7554" cy="5935"/>
            </a:xfrm>
            <a:custGeom>
              <a:avLst/>
              <a:pathLst>
                <a:path w="7554" h="5935">
                  <a:moveTo>
                    <a:pt x="7498" y="2724"/>
                  </a:moveTo>
                  <a:lnTo>
                    <a:pt x="4453" y="3002"/>
                  </a:lnTo>
                  <a:lnTo>
                    <a:pt x="171" y="5935"/>
                  </a:lnTo>
                  <a:lnTo>
                    <a:pt x="0" y="4955"/>
                  </a:lnTo>
                  <a:lnTo>
                    <a:pt x="3230" y="159"/>
                  </a:lnTo>
                  <a:lnTo>
                    <a:pt x="4848" y="25"/>
                  </a:lnTo>
                  <a:lnTo>
                    <a:pt x="755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h4458"/>
            <p:cNvSpPr/>
            <p:nvPr/>
          </p:nvSpPr>
          <p:spPr>
            <a:xfrm>
              <a:off x="7065715" y="3116732"/>
              <a:ext cx="20563" cy="21878"/>
            </a:xfrm>
            <a:custGeom>
              <a:avLst/>
              <a:pathLst>
                <a:path w="20563" h="21878">
                  <a:moveTo>
                    <a:pt x="8071" y="17"/>
                  </a:moveTo>
                  <a:lnTo>
                    <a:pt x="8339" y="2007"/>
                  </a:lnTo>
                  <a:lnTo>
                    <a:pt x="11506" y="6392"/>
                  </a:lnTo>
                  <a:lnTo>
                    <a:pt x="17183" y="8664"/>
                  </a:lnTo>
                  <a:lnTo>
                    <a:pt x="20563" y="11965"/>
                  </a:lnTo>
                  <a:lnTo>
                    <a:pt x="20167" y="13151"/>
                  </a:lnTo>
                  <a:lnTo>
                    <a:pt x="18982" y="16588"/>
                  </a:lnTo>
                  <a:lnTo>
                    <a:pt x="17618" y="13846"/>
                  </a:lnTo>
                  <a:lnTo>
                    <a:pt x="14909" y="14787"/>
                  </a:lnTo>
                  <a:lnTo>
                    <a:pt x="15992" y="19698"/>
                  </a:lnTo>
                  <a:lnTo>
                    <a:pt x="14637" y="21348"/>
                  </a:lnTo>
                  <a:lnTo>
                    <a:pt x="11963" y="21878"/>
                  </a:lnTo>
                  <a:lnTo>
                    <a:pt x="7725" y="21521"/>
                  </a:lnTo>
                  <a:lnTo>
                    <a:pt x="6768" y="15034"/>
                  </a:lnTo>
                  <a:lnTo>
                    <a:pt x="7733" y="13936"/>
                  </a:lnTo>
                  <a:lnTo>
                    <a:pt x="6216" y="11054"/>
                  </a:lnTo>
                  <a:lnTo>
                    <a:pt x="0" y="9316"/>
                  </a:lnTo>
                  <a:lnTo>
                    <a:pt x="748" y="1857"/>
                  </a:lnTo>
                  <a:lnTo>
                    <a:pt x="127" y="1543"/>
                  </a:lnTo>
                  <a:lnTo>
                    <a:pt x="8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h4459"/>
            <p:cNvSpPr/>
            <p:nvPr/>
          </p:nvSpPr>
          <p:spPr>
            <a:xfrm>
              <a:off x="7064752" y="3223043"/>
              <a:ext cx="8365" cy="12459"/>
            </a:xfrm>
            <a:custGeom>
              <a:avLst/>
              <a:pathLst>
                <a:path w="8365" h="12459">
                  <a:moveTo>
                    <a:pt x="7831" y="722"/>
                  </a:moveTo>
                  <a:lnTo>
                    <a:pt x="8365" y="6094"/>
                  </a:lnTo>
                  <a:lnTo>
                    <a:pt x="5212" y="8972"/>
                  </a:lnTo>
                  <a:lnTo>
                    <a:pt x="5126" y="12459"/>
                  </a:lnTo>
                  <a:lnTo>
                    <a:pt x="2675" y="9551"/>
                  </a:lnTo>
                  <a:lnTo>
                    <a:pt x="877" y="4866"/>
                  </a:lnTo>
                  <a:lnTo>
                    <a:pt x="0" y="2660"/>
                  </a:lnTo>
                  <a:lnTo>
                    <a:pt x="165" y="2474"/>
                  </a:lnTo>
                  <a:lnTo>
                    <a:pt x="5345" y="1792"/>
                  </a:lnTo>
                  <a:lnTo>
                    <a:pt x="6415" y="1285"/>
                  </a:lnTo>
                  <a:lnTo>
                    <a:pt x="682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h4460"/>
            <p:cNvSpPr/>
            <p:nvPr/>
          </p:nvSpPr>
          <p:spPr>
            <a:xfrm>
              <a:off x="6828417" y="3307111"/>
              <a:ext cx="43415" cy="42678"/>
            </a:xfrm>
            <a:custGeom>
              <a:avLst/>
              <a:pathLst>
                <a:path w="43415" h="42678">
                  <a:moveTo>
                    <a:pt x="15553" y="618"/>
                  </a:moveTo>
                  <a:lnTo>
                    <a:pt x="14839" y="1074"/>
                  </a:lnTo>
                  <a:lnTo>
                    <a:pt x="14591" y="2842"/>
                  </a:lnTo>
                  <a:lnTo>
                    <a:pt x="16240" y="3142"/>
                  </a:lnTo>
                  <a:lnTo>
                    <a:pt x="24833" y="9287"/>
                  </a:lnTo>
                  <a:lnTo>
                    <a:pt x="30305" y="9640"/>
                  </a:lnTo>
                  <a:lnTo>
                    <a:pt x="33410" y="8768"/>
                  </a:lnTo>
                  <a:lnTo>
                    <a:pt x="35334" y="6949"/>
                  </a:lnTo>
                  <a:lnTo>
                    <a:pt x="36246" y="5943"/>
                  </a:lnTo>
                  <a:lnTo>
                    <a:pt x="38221" y="7432"/>
                  </a:lnTo>
                  <a:lnTo>
                    <a:pt x="36631" y="10174"/>
                  </a:lnTo>
                  <a:lnTo>
                    <a:pt x="39552" y="13885"/>
                  </a:lnTo>
                  <a:lnTo>
                    <a:pt x="37509" y="15576"/>
                  </a:lnTo>
                  <a:lnTo>
                    <a:pt x="39489" y="16862"/>
                  </a:lnTo>
                  <a:lnTo>
                    <a:pt x="40493" y="16168"/>
                  </a:lnTo>
                  <a:lnTo>
                    <a:pt x="43415" y="18796"/>
                  </a:lnTo>
                  <a:lnTo>
                    <a:pt x="40837" y="20549"/>
                  </a:lnTo>
                  <a:lnTo>
                    <a:pt x="39061" y="18410"/>
                  </a:lnTo>
                  <a:lnTo>
                    <a:pt x="38350" y="18737"/>
                  </a:lnTo>
                  <a:lnTo>
                    <a:pt x="37016" y="22356"/>
                  </a:lnTo>
                  <a:lnTo>
                    <a:pt x="37358" y="23382"/>
                  </a:lnTo>
                  <a:lnTo>
                    <a:pt x="41748" y="26601"/>
                  </a:lnTo>
                  <a:lnTo>
                    <a:pt x="42263" y="34846"/>
                  </a:lnTo>
                  <a:lnTo>
                    <a:pt x="39307" y="40933"/>
                  </a:lnTo>
                  <a:lnTo>
                    <a:pt x="39630" y="42678"/>
                  </a:lnTo>
                  <a:lnTo>
                    <a:pt x="25795" y="35379"/>
                  </a:lnTo>
                  <a:lnTo>
                    <a:pt x="16865" y="31712"/>
                  </a:lnTo>
                  <a:lnTo>
                    <a:pt x="14150" y="29665"/>
                  </a:lnTo>
                  <a:lnTo>
                    <a:pt x="0" y="26652"/>
                  </a:lnTo>
                  <a:lnTo>
                    <a:pt x="319" y="20527"/>
                  </a:lnTo>
                  <a:lnTo>
                    <a:pt x="1891" y="15230"/>
                  </a:lnTo>
                  <a:lnTo>
                    <a:pt x="3460" y="14642"/>
                  </a:lnTo>
                  <a:lnTo>
                    <a:pt x="10164" y="16470"/>
                  </a:lnTo>
                  <a:lnTo>
                    <a:pt x="14375" y="12483"/>
                  </a:lnTo>
                  <a:lnTo>
                    <a:pt x="14676" y="10753"/>
                  </a:lnTo>
                  <a:lnTo>
                    <a:pt x="12941" y="8743"/>
                  </a:lnTo>
                  <a:lnTo>
                    <a:pt x="12020" y="8628"/>
                  </a:lnTo>
                  <a:lnTo>
                    <a:pt x="12984" y="978"/>
                  </a:lnTo>
                  <a:lnTo>
                    <a:pt x="13229" y="200"/>
                  </a:lnTo>
                  <a:lnTo>
                    <a:pt x="144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h4461"/>
            <p:cNvSpPr/>
            <p:nvPr/>
          </p:nvSpPr>
          <p:spPr>
            <a:xfrm>
              <a:off x="7187409" y="3266160"/>
              <a:ext cx="7781" cy="19380"/>
            </a:xfrm>
            <a:custGeom>
              <a:avLst/>
              <a:pathLst>
                <a:path w="7781" h="19380">
                  <a:moveTo>
                    <a:pt x="3604" y="1990"/>
                  </a:moveTo>
                  <a:lnTo>
                    <a:pt x="4394" y="6811"/>
                  </a:lnTo>
                  <a:lnTo>
                    <a:pt x="6143" y="12187"/>
                  </a:lnTo>
                  <a:lnTo>
                    <a:pt x="7781" y="14233"/>
                  </a:lnTo>
                  <a:lnTo>
                    <a:pt x="7006" y="17398"/>
                  </a:lnTo>
                  <a:lnTo>
                    <a:pt x="5459" y="17100"/>
                  </a:lnTo>
                  <a:lnTo>
                    <a:pt x="5552" y="19380"/>
                  </a:lnTo>
                  <a:lnTo>
                    <a:pt x="2383" y="19100"/>
                  </a:lnTo>
                  <a:lnTo>
                    <a:pt x="2593" y="13200"/>
                  </a:lnTo>
                  <a:lnTo>
                    <a:pt x="2220" y="11999"/>
                  </a:lnTo>
                  <a:lnTo>
                    <a:pt x="657" y="10674"/>
                  </a:lnTo>
                  <a:lnTo>
                    <a:pt x="0" y="141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h4462"/>
            <p:cNvSpPr/>
            <p:nvPr/>
          </p:nvSpPr>
          <p:spPr>
            <a:xfrm>
              <a:off x="7094990" y="3151375"/>
              <a:ext cx="45267" cy="45340"/>
            </a:xfrm>
            <a:custGeom>
              <a:avLst/>
              <a:pathLst>
                <a:path w="45267" h="45340">
                  <a:moveTo>
                    <a:pt x="10063" y="160"/>
                  </a:moveTo>
                  <a:lnTo>
                    <a:pt x="10552" y="2210"/>
                  </a:lnTo>
                  <a:lnTo>
                    <a:pt x="17547" y="7420"/>
                  </a:lnTo>
                  <a:lnTo>
                    <a:pt x="21633" y="9025"/>
                  </a:lnTo>
                  <a:lnTo>
                    <a:pt x="20782" y="11548"/>
                  </a:lnTo>
                  <a:lnTo>
                    <a:pt x="25957" y="14021"/>
                  </a:lnTo>
                  <a:lnTo>
                    <a:pt x="27494" y="16060"/>
                  </a:lnTo>
                  <a:lnTo>
                    <a:pt x="27978" y="18812"/>
                  </a:lnTo>
                  <a:lnTo>
                    <a:pt x="29800" y="20308"/>
                  </a:lnTo>
                  <a:lnTo>
                    <a:pt x="36366" y="18412"/>
                  </a:lnTo>
                  <a:lnTo>
                    <a:pt x="37614" y="17287"/>
                  </a:lnTo>
                  <a:lnTo>
                    <a:pt x="43463" y="18694"/>
                  </a:lnTo>
                  <a:lnTo>
                    <a:pt x="44999" y="16982"/>
                  </a:lnTo>
                  <a:lnTo>
                    <a:pt x="45267" y="19254"/>
                  </a:lnTo>
                  <a:lnTo>
                    <a:pt x="43984" y="20536"/>
                  </a:lnTo>
                  <a:lnTo>
                    <a:pt x="43605" y="24113"/>
                  </a:lnTo>
                  <a:lnTo>
                    <a:pt x="42026" y="25730"/>
                  </a:lnTo>
                  <a:lnTo>
                    <a:pt x="37903" y="26833"/>
                  </a:lnTo>
                  <a:lnTo>
                    <a:pt x="35183" y="26115"/>
                  </a:lnTo>
                  <a:lnTo>
                    <a:pt x="35665" y="29706"/>
                  </a:lnTo>
                  <a:lnTo>
                    <a:pt x="26282" y="37631"/>
                  </a:lnTo>
                  <a:lnTo>
                    <a:pt x="27996" y="40278"/>
                  </a:lnTo>
                  <a:lnTo>
                    <a:pt x="28219" y="43204"/>
                  </a:lnTo>
                  <a:lnTo>
                    <a:pt x="26024" y="45340"/>
                  </a:lnTo>
                  <a:lnTo>
                    <a:pt x="23654" y="44926"/>
                  </a:lnTo>
                  <a:lnTo>
                    <a:pt x="22615" y="43747"/>
                  </a:lnTo>
                  <a:lnTo>
                    <a:pt x="18452" y="42274"/>
                  </a:lnTo>
                  <a:lnTo>
                    <a:pt x="17006" y="39607"/>
                  </a:lnTo>
                  <a:lnTo>
                    <a:pt x="17287" y="36225"/>
                  </a:lnTo>
                  <a:lnTo>
                    <a:pt x="16827" y="35731"/>
                  </a:lnTo>
                  <a:lnTo>
                    <a:pt x="14234" y="34730"/>
                  </a:lnTo>
                  <a:lnTo>
                    <a:pt x="12911" y="35746"/>
                  </a:lnTo>
                  <a:lnTo>
                    <a:pt x="12555" y="37645"/>
                  </a:lnTo>
                  <a:lnTo>
                    <a:pt x="11619" y="37705"/>
                  </a:lnTo>
                  <a:lnTo>
                    <a:pt x="6024" y="35060"/>
                  </a:lnTo>
                  <a:lnTo>
                    <a:pt x="6270" y="33553"/>
                  </a:lnTo>
                  <a:lnTo>
                    <a:pt x="8091" y="31732"/>
                  </a:lnTo>
                  <a:lnTo>
                    <a:pt x="1622" y="31137"/>
                  </a:lnTo>
                  <a:lnTo>
                    <a:pt x="869" y="29384"/>
                  </a:lnTo>
                  <a:lnTo>
                    <a:pt x="0" y="24689"/>
                  </a:lnTo>
                  <a:lnTo>
                    <a:pt x="1455" y="25666"/>
                  </a:lnTo>
                  <a:lnTo>
                    <a:pt x="6970" y="26508"/>
                  </a:lnTo>
                  <a:lnTo>
                    <a:pt x="7867" y="25856"/>
                  </a:lnTo>
                  <a:lnTo>
                    <a:pt x="8279" y="23036"/>
                  </a:lnTo>
                  <a:lnTo>
                    <a:pt x="7557" y="21066"/>
                  </a:lnTo>
                  <a:lnTo>
                    <a:pt x="8098" y="17778"/>
                  </a:lnTo>
                  <a:lnTo>
                    <a:pt x="11896" y="11546"/>
                  </a:lnTo>
                  <a:lnTo>
                    <a:pt x="10611" y="5869"/>
                  </a:lnTo>
                  <a:lnTo>
                    <a:pt x="6714" y="1427"/>
                  </a:lnTo>
                  <a:lnTo>
                    <a:pt x="7277" y="0"/>
                  </a:lnTo>
                  <a:close/>
                  <a:moveTo>
                    <a:pt x="24247" y="23076"/>
                  </a:moveTo>
                  <a:lnTo>
                    <a:pt x="21957" y="26838"/>
                  </a:lnTo>
                  <a:lnTo>
                    <a:pt x="22574" y="27425"/>
                  </a:lnTo>
                  <a:lnTo>
                    <a:pt x="25542" y="27662"/>
                  </a:lnTo>
                  <a:lnTo>
                    <a:pt x="27355" y="22855"/>
                  </a:lnTo>
                  <a:lnTo>
                    <a:pt x="26314" y="2175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h4463"/>
            <p:cNvSpPr/>
            <p:nvPr/>
          </p:nvSpPr>
          <p:spPr>
            <a:xfrm>
              <a:off x="6978037" y="3264972"/>
              <a:ext cx="15983" cy="8308"/>
            </a:xfrm>
            <a:custGeom>
              <a:avLst/>
              <a:pathLst>
                <a:path w="15983" h="8308">
                  <a:moveTo>
                    <a:pt x="15983" y="291"/>
                  </a:moveTo>
                  <a:lnTo>
                    <a:pt x="11838" y="3325"/>
                  </a:lnTo>
                  <a:lnTo>
                    <a:pt x="15145" y="7585"/>
                  </a:lnTo>
                  <a:lnTo>
                    <a:pt x="7991" y="8085"/>
                  </a:lnTo>
                  <a:lnTo>
                    <a:pt x="4386" y="8308"/>
                  </a:lnTo>
                  <a:lnTo>
                    <a:pt x="0" y="3894"/>
                  </a:lnTo>
                  <a:lnTo>
                    <a:pt x="91" y="2023"/>
                  </a:lnTo>
                  <a:lnTo>
                    <a:pt x="2255" y="2495"/>
                  </a:lnTo>
                  <a:lnTo>
                    <a:pt x="3752" y="21"/>
                  </a:lnTo>
                  <a:lnTo>
                    <a:pt x="6508" y="1589"/>
                  </a:lnTo>
                  <a:lnTo>
                    <a:pt x="1257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h4464"/>
            <p:cNvSpPr/>
            <p:nvPr/>
          </p:nvSpPr>
          <p:spPr>
            <a:xfrm>
              <a:off x="6941769" y="3232360"/>
              <a:ext cx="10998" cy="17286"/>
            </a:xfrm>
            <a:custGeom>
              <a:avLst/>
              <a:pathLst>
                <a:path w="10998" h="17286">
                  <a:moveTo>
                    <a:pt x="10224" y="4672"/>
                  </a:moveTo>
                  <a:lnTo>
                    <a:pt x="10998" y="8249"/>
                  </a:lnTo>
                  <a:lnTo>
                    <a:pt x="6338" y="8458"/>
                  </a:lnTo>
                  <a:lnTo>
                    <a:pt x="7426" y="9891"/>
                  </a:lnTo>
                  <a:lnTo>
                    <a:pt x="10204" y="10529"/>
                  </a:lnTo>
                  <a:lnTo>
                    <a:pt x="9679" y="17286"/>
                  </a:lnTo>
                  <a:lnTo>
                    <a:pt x="2721" y="14957"/>
                  </a:lnTo>
                  <a:lnTo>
                    <a:pt x="203" y="15226"/>
                  </a:lnTo>
                  <a:lnTo>
                    <a:pt x="0" y="4591"/>
                  </a:lnTo>
                  <a:lnTo>
                    <a:pt x="1774" y="6188"/>
                  </a:lnTo>
                  <a:lnTo>
                    <a:pt x="3870" y="5727"/>
                  </a:lnTo>
                  <a:lnTo>
                    <a:pt x="5468" y="4646"/>
                  </a:lnTo>
                  <a:lnTo>
                    <a:pt x="5484" y="3360"/>
                  </a:lnTo>
                  <a:lnTo>
                    <a:pt x="759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h4465"/>
            <p:cNvSpPr/>
            <p:nvPr/>
          </p:nvSpPr>
          <p:spPr>
            <a:xfrm>
              <a:off x="7005897" y="3114022"/>
              <a:ext cx="23869" cy="16405"/>
            </a:xfrm>
            <a:custGeom>
              <a:avLst/>
              <a:pathLst>
                <a:path w="23869" h="16405">
                  <a:moveTo>
                    <a:pt x="16825" y="1278"/>
                  </a:moveTo>
                  <a:lnTo>
                    <a:pt x="20077" y="567"/>
                  </a:lnTo>
                  <a:lnTo>
                    <a:pt x="23869" y="2517"/>
                  </a:lnTo>
                  <a:lnTo>
                    <a:pt x="23092" y="5091"/>
                  </a:lnTo>
                  <a:lnTo>
                    <a:pt x="15430" y="11757"/>
                  </a:lnTo>
                  <a:lnTo>
                    <a:pt x="6035" y="8469"/>
                  </a:lnTo>
                  <a:lnTo>
                    <a:pt x="3671" y="10071"/>
                  </a:lnTo>
                  <a:lnTo>
                    <a:pt x="3907" y="11655"/>
                  </a:lnTo>
                  <a:lnTo>
                    <a:pt x="8430" y="15849"/>
                  </a:lnTo>
                  <a:lnTo>
                    <a:pt x="5224" y="16405"/>
                  </a:lnTo>
                  <a:lnTo>
                    <a:pt x="2824" y="13219"/>
                  </a:lnTo>
                  <a:lnTo>
                    <a:pt x="2240" y="14569"/>
                  </a:lnTo>
                  <a:lnTo>
                    <a:pt x="0" y="10853"/>
                  </a:lnTo>
                  <a:lnTo>
                    <a:pt x="1936" y="5112"/>
                  </a:lnTo>
                  <a:lnTo>
                    <a:pt x="5019" y="3628"/>
                  </a:lnTo>
                  <a:lnTo>
                    <a:pt x="9568" y="3347"/>
                  </a:lnTo>
                  <a:lnTo>
                    <a:pt x="10452" y="2201"/>
                  </a:lnTo>
                  <a:lnTo>
                    <a:pt x="1079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h4466"/>
            <p:cNvSpPr/>
            <p:nvPr/>
          </p:nvSpPr>
          <p:spPr>
            <a:xfrm>
              <a:off x="7067392" y="3215759"/>
              <a:ext cx="7147" cy="5209"/>
            </a:xfrm>
            <a:custGeom>
              <a:avLst/>
              <a:pathLst>
                <a:path w="7147" h="5209">
                  <a:moveTo>
                    <a:pt x="2551" y="0"/>
                  </a:moveTo>
                  <a:lnTo>
                    <a:pt x="7147" y="5209"/>
                  </a:lnTo>
                  <a:lnTo>
                    <a:pt x="3065" y="4851"/>
                  </a:lnTo>
                  <a:lnTo>
                    <a:pt x="0" y="207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h4467"/>
            <p:cNvSpPr/>
            <p:nvPr/>
          </p:nvSpPr>
          <p:spPr>
            <a:xfrm>
              <a:off x="6947787" y="3257137"/>
              <a:ext cx="50693" cy="68466"/>
            </a:xfrm>
            <a:custGeom>
              <a:avLst/>
              <a:pathLst>
                <a:path w="50693" h="68466">
                  <a:moveTo>
                    <a:pt x="6067" y="1032"/>
                  </a:moveTo>
                  <a:lnTo>
                    <a:pt x="11119" y="1266"/>
                  </a:lnTo>
                  <a:lnTo>
                    <a:pt x="12345" y="2050"/>
                  </a:lnTo>
                  <a:lnTo>
                    <a:pt x="12073" y="5335"/>
                  </a:lnTo>
                  <a:lnTo>
                    <a:pt x="10269" y="8460"/>
                  </a:lnTo>
                  <a:lnTo>
                    <a:pt x="10538" y="10069"/>
                  </a:lnTo>
                  <a:lnTo>
                    <a:pt x="13151" y="12598"/>
                  </a:lnTo>
                  <a:lnTo>
                    <a:pt x="11300" y="18950"/>
                  </a:lnTo>
                  <a:lnTo>
                    <a:pt x="10859" y="23983"/>
                  </a:lnTo>
                  <a:lnTo>
                    <a:pt x="14261" y="24246"/>
                  </a:lnTo>
                  <a:lnTo>
                    <a:pt x="19332" y="25899"/>
                  </a:lnTo>
                  <a:lnTo>
                    <a:pt x="21335" y="28215"/>
                  </a:lnTo>
                  <a:lnTo>
                    <a:pt x="22430" y="33372"/>
                  </a:lnTo>
                  <a:lnTo>
                    <a:pt x="26451" y="34657"/>
                  </a:lnTo>
                  <a:lnTo>
                    <a:pt x="23869" y="36569"/>
                  </a:lnTo>
                  <a:lnTo>
                    <a:pt x="25054" y="39168"/>
                  </a:lnTo>
                  <a:lnTo>
                    <a:pt x="28315" y="41363"/>
                  </a:lnTo>
                  <a:lnTo>
                    <a:pt x="33827" y="37157"/>
                  </a:lnTo>
                  <a:lnTo>
                    <a:pt x="34176" y="33194"/>
                  </a:lnTo>
                  <a:lnTo>
                    <a:pt x="33154" y="31983"/>
                  </a:lnTo>
                  <a:lnTo>
                    <a:pt x="32294" y="21941"/>
                  </a:lnTo>
                  <a:lnTo>
                    <a:pt x="33988" y="19342"/>
                  </a:lnTo>
                  <a:lnTo>
                    <a:pt x="34793" y="19189"/>
                  </a:lnTo>
                  <a:lnTo>
                    <a:pt x="34636" y="16144"/>
                  </a:lnTo>
                  <a:lnTo>
                    <a:pt x="38241" y="15920"/>
                  </a:lnTo>
                  <a:lnTo>
                    <a:pt x="41167" y="26242"/>
                  </a:lnTo>
                  <a:lnTo>
                    <a:pt x="34179" y="27412"/>
                  </a:lnTo>
                  <a:lnTo>
                    <a:pt x="36962" y="32164"/>
                  </a:lnTo>
                  <a:lnTo>
                    <a:pt x="34867" y="38564"/>
                  </a:lnTo>
                  <a:lnTo>
                    <a:pt x="35793" y="39344"/>
                  </a:lnTo>
                  <a:lnTo>
                    <a:pt x="37930" y="33790"/>
                  </a:lnTo>
                  <a:lnTo>
                    <a:pt x="40180" y="33877"/>
                  </a:lnTo>
                  <a:lnTo>
                    <a:pt x="41642" y="34462"/>
                  </a:lnTo>
                  <a:lnTo>
                    <a:pt x="41726" y="35784"/>
                  </a:lnTo>
                  <a:lnTo>
                    <a:pt x="39044" y="37061"/>
                  </a:lnTo>
                  <a:lnTo>
                    <a:pt x="35840" y="40665"/>
                  </a:lnTo>
                  <a:lnTo>
                    <a:pt x="35997" y="42073"/>
                  </a:lnTo>
                  <a:lnTo>
                    <a:pt x="40160" y="46040"/>
                  </a:lnTo>
                  <a:lnTo>
                    <a:pt x="41794" y="46495"/>
                  </a:lnTo>
                  <a:lnTo>
                    <a:pt x="43725" y="45291"/>
                  </a:lnTo>
                  <a:lnTo>
                    <a:pt x="50121" y="46945"/>
                  </a:lnTo>
                  <a:lnTo>
                    <a:pt x="50693" y="47446"/>
                  </a:lnTo>
                  <a:lnTo>
                    <a:pt x="48673" y="50143"/>
                  </a:lnTo>
                  <a:lnTo>
                    <a:pt x="46421" y="58254"/>
                  </a:lnTo>
                  <a:lnTo>
                    <a:pt x="47431" y="62052"/>
                  </a:lnTo>
                  <a:lnTo>
                    <a:pt x="49873" y="64226"/>
                  </a:lnTo>
                  <a:lnTo>
                    <a:pt x="49259" y="67510"/>
                  </a:lnTo>
                  <a:lnTo>
                    <a:pt x="49518" y="68051"/>
                  </a:lnTo>
                  <a:lnTo>
                    <a:pt x="48565" y="68466"/>
                  </a:lnTo>
                  <a:lnTo>
                    <a:pt x="45920" y="66703"/>
                  </a:lnTo>
                  <a:lnTo>
                    <a:pt x="44193" y="64505"/>
                  </a:lnTo>
                  <a:lnTo>
                    <a:pt x="40843" y="63965"/>
                  </a:lnTo>
                  <a:lnTo>
                    <a:pt x="37019" y="64686"/>
                  </a:lnTo>
                  <a:lnTo>
                    <a:pt x="34790" y="64261"/>
                  </a:lnTo>
                  <a:lnTo>
                    <a:pt x="31490" y="61784"/>
                  </a:lnTo>
                  <a:lnTo>
                    <a:pt x="24692" y="59376"/>
                  </a:lnTo>
                  <a:lnTo>
                    <a:pt x="23479" y="61593"/>
                  </a:lnTo>
                  <a:lnTo>
                    <a:pt x="19746" y="60728"/>
                  </a:lnTo>
                  <a:lnTo>
                    <a:pt x="17221" y="61454"/>
                  </a:lnTo>
                  <a:lnTo>
                    <a:pt x="11740" y="61640"/>
                  </a:lnTo>
                  <a:lnTo>
                    <a:pt x="7029" y="59119"/>
                  </a:lnTo>
                  <a:lnTo>
                    <a:pt x="7597" y="58982"/>
                  </a:lnTo>
                  <a:lnTo>
                    <a:pt x="9911" y="53278"/>
                  </a:lnTo>
                  <a:lnTo>
                    <a:pt x="12869" y="52738"/>
                  </a:lnTo>
                  <a:lnTo>
                    <a:pt x="14855" y="48613"/>
                  </a:lnTo>
                  <a:lnTo>
                    <a:pt x="14255" y="46509"/>
                  </a:lnTo>
                  <a:lnTo>
                    <a:pt x="19507" y="45062"/>
                  </a:lnTo>
                  <a:lnTo>
                    <a:pt x="19558" y="42722"/>
                  </a:lnTo>
                  <a:lnTo>
                    <a:pt x="17425" y="37327"/>
                  </a:lnTo>
                  <a:lnTo>
                    <a:pt x="14693" y="32774"/>
                  </a:lnTo>
                  <a:lnTo>
                    <a:pt x="9664" y="26222"/>
                  </a:lnTo>
                  <a:lnTo>
                    <a:pt x="9360" y="24922"/>
                  </a:lnTo>
                  <a:lnTo>
                    <a:pt x="9975" y="23378"/>
                  </a:lnTo>
                  <a:lnTo>
                    <a:pt x="9004" y="20019"/>
                  </a:lnTo>
                  <a:lnTo>
                    <a:pt x="7083" y="18269"/>
                  </a:lnTo>
                  <a:lnTo>
                    <a:pt x="6265" y="13656"/>
                  </a:lnTo>
                  <a:lnTo>
                    <a:pt x="2441" y="13245"/>
                  </a:lnTo>
                  <a:lnTo>
                    <a:pt x="215" y="12127"/>
                  </a:lnTo>
                  <a:lnTo>
                    <a:pt x="0" y="10384"/>
                  </a:lnTo>
                  <a:lnTo>
                    <a:pt x="3747" y="6367"/>
                  </a:lnTo>
                  <a:lnTo>
                    <a:pt x="2002" y="3401"/>
                  </a:lnTo>
                  <a:lnTo>
                    <a:pt x="2888" y="2034"/>
                  </a:lnTo>
                  <a:lnTo>
                    <a:pt x="605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h4468"/>
            <p:cNvSpPr/>
            <p:nvPr/>
          </p:nvSpPr>
          <p:spPr>
            <a:xfrm>
              <a:off x="6949925" y="3096501"/>
              <a:ext cx="24701" cy="21059"/>
            </a:xfrm>
            <a:custGeom>
              <a:avLst/>
              <a:pathLst>
                <a:path w="24701" h="21059">
                  <a:moveTo>
                    <a:pt x="23490" y="846"/>
                  </a:moveTo>
                  <a:lnTo>
                    <a:pt x="24701" y="6205"/>
                  </a:lnTo>
                  <a:lnTo>
                    <a:pt x="23628" y="7442"/>
                  </a:lnTo>
                  <a:lnTo>
                    <a:pt x="13575" y="12829"/>
                  </a:lnTo>
                  <a:lnTo>
                    <a:pt x="13059" y="14067"/>
                  </a:lnTo>
                  <a:lnTo>
                    <a:pt x="14549" y="15123"/>
                  </a:lnTo>
                  <a:lnTo>
                    <a:pt x="13863" y="16512"/>
                  </a:lnTo>
                  <a:lnTo>
                    <a:pt x="11453" y="19615"/>
                  </a:lnTo>
                  <a:lnTo>
                    <a:pt x="8167" y="19090"/>
                  </a:lnTo>
                  <a:lnTo>
                    <a:pt x="5226" y="20919"/>
                  </a:lnTo>
                  <a:lnTo>
                    <a:pt x="2698" y="21059"/>
                  </a:lnTo>
                  <a:lnTo>
                    <a:pt x="0" y="12629"/>
                  </a:lnTo>
                  <a:lnTo>
                    <a:pt x="2797" y="10170"/>
                  </a:lnTo>
                  <a:lnTo>
                    <a:pt x="4561" y="12612"/>
                  </a:lnTo>
                  <a:lnTo>
                    <a:pt x="9815" y="11157"/>
                  </a:lnTo>
                  <a:lnTo>
                    <a:pt x="10661" y="8801"/>
                  </a:lnTo>
                  <a:lnTo>
                    <a:pt x="14047" y="7073"/>
                  </a:lnTo>
                  <a:lnTo>
                    <a:pt x="19332" y="6008"/>
                  </a:lnTo>
                  <a:lnTo>
                    <a:pt x="19676" y="3640"/>
                  </a:lnTo>
                  <a:lnTo>
                    <a:pt x="21144" y="1979"/>
                  </a:lnTo>
                  <a:lnTo>
                    <a:pt x="22895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h4469"/>
            <p:cNvSpPr/>
            <p:nvPr/>
          </p:nvSpPr>
          <p:spPr>
            <a:xfrm>
              <a:off x="7025094" y="3224673"/>
              <a:ext cx="14817" cy="15141"/>
            </a:xfrm>
            <a:custGeom>
              <a:avLst/>
              <a:pathLst>
                <a:path w="14817" h="15141">
                  <a:moveTo>
                    <a:pt x="14534" y="685"/>
                  </a:moveTo>
                  <a:lnTo>
                    <a:pt x="14817" y="7321"/>
                  </a:lnTo>
                  <a:lnTo>
                    <a:pt x="11670" y="15141"/>
                  </a:lnTo>
                  <a:lnTo>
                    <a:pt x="9859" y="14657"/>
                  </a:lnTo>
                  <a:lnTo>
                    <a:pt x="8346" y="14352"/>
                  </a:lnTo>
                  <a:lnTo>
                    <a:pt x="6807" y="6696"/>
                  </a:lnTo>
                  <a:lnTo>
                    <a:pt x="6096" y="5847"/>
                  </a:lnTo>
                  <a:lnTo>
                    <a:pt x="4840" y="8409"/>
                  </a:lnTo>
                  <a:lnTo>
                    <a:pt x="4215" y="11943"/>
                  </a:lnTo>
                  <a:lnTo>
                    <a:pt x="3281" y="12661"/>
                  </a:lnTo>
                  <a:lnTo>
                    <a:pt x="1801" y="12009"/>
                  </a:lnTo>
                  <a:lnTo>
                    <a:pt x="0" y="8289"/>
                  </a:lnTo>
                  <a:lnTo>
                    <a:pt x="5503" y="3747"/>
                  </a:lnTo>
                  <a:lnTo>
                    <a:pt x="6448" y="1797"/>
                  </a:lnTo>
                  <a:lnTo>
                    <a:pt x="8056" y="94"/>
                  </a:lnTo>
                  <a:lnTo>
                    <a:pt x="10905" y="632"/>
                  </a:lnTo>
                  <a:lnTo>
                    <a:pt x="1284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h4470"/>
            <p:cNvSpPr/>
            <p:nvPr/>
          </p:nvSpPr>
          <p:spPr>
            <a:xfrm>
              <a:off x="6910038" y="3148335"/>
              <a:ext cx="9285" cy="10122"/>
            </a:xfrm>
            <a:custGeom>
              <a:avLst/>
              <a:pathLst>
                <a:path w="9285" h="10122">
                  <a:moveTo>
                    <a:pt x="2343" y="970"/>
                  </a:moveTo>
                  <a:lnTo>
                    <a:pt x="6024" y="63"/>
                  </a:lnTo>
                  <a:lnTo>
                    <a:pt x="7424" y="3661"/>
                  </a:lnTo>
                  <a:lnTo>
                    <a:pt x="9285" y="7836"/>
                  </a:lnTo>
                  <a:lnTo>
                    <a:pt x="6030" y="10122"/>
                  </a:lnTo>
                  <a:lnTo>
                    <a:pt x="3596" y="9179"/>
                  </a:lnTo>
                  <a:lnTo>
                    <a:pt x="1470" y="6807"/>
                  </a:lnTo>
                  <a:lnTo>
                    <a:pt x="0" y="1874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h4471"/>
            <p:cNvSpPr/>
            <p:nvPr/>
          </p:nvSpPr>
          <p:spPr>
            <a:xfrm>
              <a:off x="7052230" y="3302385"/>
              <a:ext cx="10707" cy="15370"/>
            </a:xfrm>
            <a:custGeom>
              <a:avLst/>
              <a:pathLst>
                <a:path w="10707" h="15370">
                  <a:moveTo>
                    <a:pt x="8872" y="1016"/>
                  </a:moveTo>
                  <a:lnTo>
                    <a:pt x="8647" y="3222"/>
                  </a:lnTo>
                  <a:lnTo>
                    <a:pt x="10707" y="6476"/>
                  </a:lnTo>
                  <a:lnTo>
                    <a:pt x="10510" y="7646"/>
                  </a:lnTo>
                  <a:lnTo>
                    <a:pt x="9705" y="11331"/>
                  </a:lnTo>
                  <a:lnTo>
                    <a:pt x="9268" y="12257"/>
                  </a:lnTo>
                  <a:lnTo>
                    <a:pt x="4218" y="15370"/>
                  </a:lnTo>
                  <a:lnTo>
                    <a:pt x="3663" y="7918"/>
                  </a:lnTo>
                  <a:lnTo>
                    <a:pt x="1447" y="4834"/>
                  </a:lnTo>
                  <a:lnTo>
                    <a:pt x="0" y="4793"/>
                  </a:lnTo>
                  <a:lnTo>
                    <a:pt x="988" y="2610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h4472"/>
            <p:cNvSpPr/>
            <p:nvPr/>
          </p:nvSpPr>
          <p:spPr>
            <a:xfrm>
              <a:off x="6842295" y="3162532"/>
              <a:ext cx="9808" cy="14366"/>
            </a:xfrm>
            <a:custGeom>
              <a:avLst/>
              <a:pathLst>
                <a:path w="9808" h="14366">
                  <a:moveTo>
                    <a:pt x="7653" y="4854"/>
                  </a:moveTo>
                  <a:lnTo>
                    <a:pt x="9808" y="4750"/>
                  </a:lnTo>
                  <a:lnTo>
                    <a:pt x="8727" y="6207"/>
                  </a:lnTo>
                  <a:lnTo>
                    <a:pt x="8553" y="10217"/>
                  </a:lnTo>
                  <a:lnTo>
                    <a:pt x="7183" y="13761"/>
                  </a:lnTo>
                  <a:lnTo>
                    <a:pt x="3762" y="14366"/>
                  </a:lnTo>
                  <a:lnTo>
                    <a:pt x="5520" y="8027"/>
                  </a:lnTo>
                  <a:lnTo>
                    <a:pt x="1832" y="5908"/>
                  </a:lnTo>
                  <a:lnTo>
                    <a:pt x="0" y="2280"/>
                  </a:lnTo>
                  <a:lnTo>
                    <a:pt x="718" y="1041"/>
                  </a:lnTo>
                  <a:lnTo>
                    <a:pt x="518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h4473"/>
            <p:cNvSpPr/>
            <p:nvPr/>
          </p:nvSpPr>
          <p:spPr>
            <a:xfrm>
              <a:off x="6829482" y="3315206"/>
              <a:ext cx="13612" cy="8375"/>
            </a:xfrm>
            <a:custGeom>
              <a:avLst/>
              <a:pathLst>
                <a:path w="13612" h="8375">
                  <a:moveTo>
                    <a:pt x="10955" y="534"/>
                  </a:moveTo>
                  <a:lnTo>
                    <a:pt x="11876" y="648"/>
                  </a:lnTo>
                  <a:lnTo>
                    <a:pt x="13612" y="2659"/>
                  </a:lnTo>
                  <a:lnTo>
                    <a:pt x="13310" y="4388"/>
                  </a:lnTo>
                  <a:lnTo>
                    <a:pt x="9099" y="8375"/>
                  </a:lnTo>
                  <a:lnTo>
                    <a:pt x="2395" y="6548"/>
                  </a:lnTo>
                  <a:lnTo>
                    <a:pt x="827" y="7135"/>
                  </a:lnTo>
                  <a:lnTo>
                    <a:pt x="0" y="2358"/>
                  </a:lnTo>
                  <a:lnTo>
                    <a:pt x="671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h4474"/>
            <p:cNvSpPr/>
            <p:nvPr/>
          </p:nvSpPr>
          <p:spPr>
            <a:xfrm>
              <a:off x="7052011" y="3080127"/>
              <a:ext cx="54869" cy="62015"/>
            </a:xfrm>
            <a:custGeom>
              <a:avLst/>
              <a:pathLst>
                <a:path w="54869" h="62015">
                  <a:moveTo>
                    <a:pt x="1727" y="633"/>
                  </a:moveTo>
                  <a:lnTo>
                    <a:pt x="2615" y="773"/>
                  </a:lnTo>
                  <a:lnTo>
                    <a:pt x="3863" y="2604"/>
                  </a:lnTo>
                  <a:lnTo>
                    <a:pt x="5158" y="11000"/>
                  </a:lnTo>
                  <a:lnTo>
                    <a:pt x="9539" y="14970"/>
                  </a:lnTo>
                  <a:lnTo>
                    <a:pt x="12786" y="16613"/>
                  </a:lnTo>
                  <a:lnTo>
                    <a:pt x="16347" y="15090"/>
                  </a:lnTo>
                  <a:lnTo>
                    <a:pt x="16560" y="17065"/>
                  </a:lnTo>
                  <a:lnTo>
                    <a:pt x="14642" y="17508"/>
                  </a:lnTo>
                  <a:lnTo>
                    <a:pt x="14592" y="19354"/>
                  </a:lnTo>
                  <a:lnTo>
                    <a:pt x="15626" y="20594"/>
                  </a:lnTo>
                  <a:lnTo>
                    <a:pt x="18176" y="21450"/>
                  </a:lnTo>
                  <a:lnTo>
                    <a:pt x="21958" y="20359"/>
                  </a:lnTo>
                  <a:lnTo>
                    <a:pt x="22166" y="18611"/>
                  </a:lnTo>
                  <a:lnTo>
                    <a:pt x="23209" y="17275"/>
                  </a:lnTo>
                  <a:lnTo>
                    <a:pt x="26436" y="17620"/>
                  </a:lnTo>
                  <a:lnTo>
                    <a:pt x="27000" y="19027"/>
                  </a:lnTo>
                  <a:lnTo>
                    <a:pt x="30117" y="21523"/>
                  </a:lnTo>
                  <a:lnTo>
                    <a:pt x="33212" y="20719"/>
                  </a:lnTo>
                  <a:lnTo>
                    <a:pt x="37126" y="18440"/>
                  </a:lnTo>
                  <a:lnTo>
                    <a:pt x="38438" y="18916"/>
                  </a:lnTo>
                  <a:lnTo>
                    <a:pt x="40123" y="25188"/>
                  </a:lnTo>
                  <a:lnTo>
                    <a:pt x="39445" y="26763"/>
                  </a:lnTo>
                  <a:lnTo>
                    <a:pt x="38204" y="24960"/>
                  </a:lnTo>
                  <a:lnTo>
                    <a:pt x="37929" y="33531"/>
                  </a:lnTo>
                  <a:lnTo>
                    <a:pt x="42114" y="37975"/>
                  </a:lnTo>
                  <a:lnTo>
                    <a:pt x="42844" y="44511"/>
                  </a:lnTo>
                  <a:lnTo>
                    <a:pt x="48297" y="50970"/>
                  </a:lnTo>
                  <a:lnTo>
                    <a:pt x="54869" y="53888"/>
                  </a:lnTo>
                  <a:lnTo>
                    <a:pt x="53700" y="54368"/>
                  </a:lnTo>
                  <a:lnTo>
                    <a:pt x="50957" y="58748"/>
                  </a:lnTo>
                  <a:lnTo>
                    <a:pt x="49349" y="59681"/>
                  </a:lnTo>
                  <a:lnTo>
                    <a:pt x="46544" y="60007"/>
                  </a:lnTo>
                  <a:lnTo>
                    <a:pt x="47040" y="61276"/>
                  </a:lnTo>
                  <a:lnTo>
                    <a:pt x="47747" y="61139"/>
                  </a:lnTo>
                  <a:lnTo>
                    <a:pt x="46509" y="62015"/>
                  </a:lnTo>
                  <a:lnTo>
                    <a:pt x="44510" y="60817"/>
                  </a:lnTo>
                  <a:lnTo>
                    <a:pt x="33871" y="49756"/>
                  </a:lnTo>
                  <a:lnTo>
                    <a:pt x="34266" y="48569"/>
                  </a:lnTo>
                  <a:lnTo>
                    <a:pt x="30887" y="45269"/>
                  </a:lnTo>
                  <a:lnTo>
                    <a:pt x="25209" y="42997"/>
                  </a:lnTo>
                  <a:lnTo>
                    <a:pt x="22042" y="38612"/>
                  </a:lnTo>
                  <a:lnTo>
                    <a:pt x="21774" y="36622"/>
                  </a:lnTo>
                  <a:lnTo>
                    <a:pt x="14547" y="36604"/>
                  </a:lnTo>
                  <a:lnTo>
                    <a:pt x="13830" y="38148"/>
                  </a:lnTo>
                  <a:lnTo>
                    <a:pt x="8199" y="41159"/>
                  </a:lnTo>
                  <a:lnTo>
                    <a:pt x="6688" y="37141"/>
                  </a:lnTo>
                  <a:lnTo>
                    <a:pt x="6983" y="35823"/>
                  </a:lnTo>
                  <a:lnTo>
                    <a:pt x="9042" y="35890"/>
                  </a:lnTo>
                  <a:lnTo>
                    <a:pt x="8827" y="31657"/>
                  </a:lnTo>
                  <a:lnTo>
                    <a:pt x="7913" y="30929"/>
                  </a:lnTo>
                  <a:lnTo>
                    <a:pt x="4670" y="33062"/>
                  </a:lnTo>
                  <a:lnTo>
                    <a:pt x="661" y="27359"/>
                  </a:lnTo>
                  <a:lnTo>
                    <a:pt x="5618" y="24383"/>
                  </a:lnTo>
                  <a:lnTo>
                    <a:pt x="2341" y="20381"/>
                  </a:lnTo>
                  <a:lnTo>
                    <a:pt x="1554" y="19625"/>
                  </a:lnTo>
                  <a:lnTo>
                    <a:pt x="3330" y="17873"/>
                  </a:lnTo>
                  <a:lnTo>
                    <a:pt x="5056" y="10972"/>
                  </a:lnTo>
                  <a:lnTo>
                    <a:pt x="2728" y="7267"/>
                  </a:lnTo>
                  <a:lnTo>
                    <a:pt x="1750" y="7060"/>
                  </a:lnTo>
                  <a:lnTo>
                    <a:pt x="0" y="3825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h4475"/>
            <p:cNvSpPr/>
            <p:nvPr/>
          </p:nvSpPr>
          <p:spPr>
            <a:xfrm>
              <a:off x="6836656" y="3273421"/>
              <a:ext cx="20887" cy="24052"/>
            </a:xfrm>
            <a:custGeom>
              <a:avLst/>
              <a:pathLst>
                <a:path w="20887" h="24052">
                  <a:moveTo>
                    <a:pt x="15605" y="1801"/>
                  </a:moveTo>
                  <a:lnTo>
                    <a:pt x="13202" y="9316"/>
                  </a:lnTo>
                  <a:lnTo>
                    <a:pt x="10796" y="10029"/>
                  </a:lnTo>
                  <a:lnTo>
                    <a:pt x="11114" y="12394"/>
                  </a:lnTo>
                  <a:lnTo>
                    <a:pt x="11900" y="13916"/>
                  </a:lnTo>
                  <a:lnTo>
                    <a:pt x="13884" y="13630"/>
                  </a:lnTo>
                  <a:lnTo>
                    <a:pt x="20887" y="17063"/>
                  </a:lnTo>
                  <a:lnTo>
                    <a:pt x="18522" y="22197"/>
                  </a:lnTo>
                  <a:lnTo>
                    <a:pt x="16791" y="23463"/>
                  </a:lnTo>
                  <a:lnTo>
                    <a:pt x="15564" y="20530"/>
                  </a:lnTo>
                  <a:lnTo>
                    <a:pt x="13740" y="20415"/>
                  </a:lnTo>
                  <a:lnTo>
                    <a:pt x="11863" y="20740"/>
                  </a:lnTo>
                  <a:lnTo>
                    <a:pt x="11964" y="23685"/>
                  </a:lnTo>
                  <a:lnTo>
                    <a:pt x="7017" y="24052"/>
                  </a:lnTo>
                  <a:lnTo>
                    <a:pt x="4920" y="20719"/>
                  </a:lnTo>
                  <a:lnTo>
                    <a:pt x="6162" y="16433"/>
                  </a:lnTo>
                  <a:lnTo>
                    <a:pt x="3612" y="16078"/>
                  </a:lnTo>
                  <a:lnTo>
                    <a:pt x="0" y="10699"/>
                  </a:lnTo>
                  <a:lnTo>
                    <a:pt x="797" y="6290"/>
                  </a:lnTo>
                  <a:lnTo>
                    <a:pt x="1524" y="5017"/>
                  </a:lnTo>
                  <a:lnTo>
                    <a:pt x="5173" y="7392"/>
                  </a:lnTo>
                  <a:lnTo>
                    <a:pt x="9052" y="4360"/>
                  </a:lnTo>
                  <a:lnTo>
                    <a:pt x="12149" y="4029"/>
                  </a:lnTo>
                  <a:lnTo>
                    <a:pt x="13631" y="2158"/>
                  </a:lnTo>
                  <a:lnTo>
                    <a:pt x="13766" y="891"/>
                  </a:lnTo>
                  <a:lnTo>
                    <a:pt x="1245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h4476"/>
            <p:cNvSpPr/>
            <p:nvPr/>
          </p:nvSpPr>
          <p:spPr>
            <a:xfrm>
              <a:off x="6940724" y="3165384"/>
              <a:ext cx="12969" cy="15154"/>
            </a:xfrm>
            <a:custGeom>
              <a:avLst/>
              <a:pathLst>
                <a:path w="12969" h="15154">
                  <a:moveTo>
                    <a:pt x="4252" y="2495"/>
                  </a:moveTo>
                  <a:lnTo>
                    <a:pt x="2984" y="6819"/>
                  </a:lnTo>
                  <a:lnTo>
                    <a:pt x="3482" y="7239"/>
                  </a:lnTo>
                  <a:lnTo>
                    <a:pt x="4226" y="7619"/>
                  </a:lnTo>
                  <a:lnTo>
                    <a:pt x="7628" y="4048"/>
                  </a:lnTo>
                  <a:lnTo>
                    <a:pt x="12969" y="5136"/>
                  </a:lnTo>
                  <a:lnTo>
                    <a:pt x="12866" y="6662"/>
                  </a:lnTo>
                  <a:lnTo>
                    <a:pt x="9260" y="10869"/>
                  </a:lnTo>
                  <a:lnTo>
                    <a:pt x="6661" y="12812"/>
                  </a:lnTo>
                  <a:lnTo>
                    <a:pt x="7521" y="11567"/>
                  </a:lnTo>
                  <a:lnTo>
                    <a:pt x="7304" y="10274"/>
                  </a:lnTo>
                  <a:lnTo>
                    <a:pt x="6490" y="8960"/>
                  </a:lnTo>
                  <a:lnTo>
                    <a:pt x="4605" y="8862"/>
                  </a:lnTo>
                  <a:lnTo>
                    <a:pt x="3375" y="10116"/>
                  </a:lnTo>
                  <a:lnTo>
                    <a:pt x="5375" y="13180"/>
                  </a:lnTo>
                  <a:lnTo>
                    <a:pt x="4410" y="14206"/>
                  </a:lnTo>
                  <a:lnTo>
                    <a:pt x="1970" y="14632"/>
                  </a:lnTo>
                  <a:lnTo>
                    <a:pt x="784" y="15154"/>
                  </a:lnTo>
                  <a:lnTo>
                    <a:pt x="0" y="13773"/>
                  </a:lnTo>
                  <a:lnTo>
                    <a:pt x="101" y="11758"/>
                  </a:lnTo>
                  <a:lnTo>
                    <a:pt x="1489" y="9692"/>
                  </a:lnTo>
                  <a:lnTo>
                    <a:pt x="236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h4477"/>
            <p:cNvSpPr/>
            <p:nvPr/>
          </p:nvSpPr>
          <p:spPr>
            <a:xfrm>
              <a:off x="7219763" y="3207228"/>
              <a:ext cx="118129" cy="55024"/>
            </a:xfrm>
            <a:custGeom>
              <a:avLst/>
              <a:pathLst>
                <a:path w="118129" h="55024">
                  <a:moveTo>
                    <a:pt x="17304" y="26"/>
                  </a:moveTo>
                  <a:lnTo>
                    <a:pt x="92797" y="247"/>
                  </a:lnTo>
                  <a:lnTo>
                    <a:pt x="118129" y="321"/>
                  </a:lnTo>
                  <a:lnTo>
                    <a:pt x="100617" y="54233"/>
                  </a:lnTo>
                  <a:lnTo>
                    <a:pt x="100653" y="52169"/>
                  </a:lnTo>
                  <a:lnTo>
                    <a:pt x="36108" y="55024"/>
                  </a:lnTo>
                  <a:lnTo>
                    <a:pt x="28914" y="54428"/>
                  </a:lnTo>
                  <a:lnTo>
                    <a:pt x="12016" y="49592"/>
                  </a:lnTo>
                  <a:lnTo>
                    <a:pt x="12306" y="48106"/>
                  </a:lnTo>
                  <a:lnTo>
                    <a:pt x="11072" y="45877"/>
                  </a:lnTo>
                  <a:lnTo>
                    <a:pt x="9071" y="44745"/>
                  </a:lnTo>
                  <a:lnTo>
                    <a:pt x="8086" y="45318"/>
                  </a:lnTo>
                  <a:lnTo>
                    <a:pt x="7441" y="47254"/>
                  </a:lnTo>
                  <a:lnTo>
                    <a:pt x="3026" y="42519"/>
                  </a:lnTo>
                  <a:lnTo>
                    <a:pt x="1042" y="40892"/>
                  </a:lnTo>
                  <a:lnTo>
                    <a:pt x="2044" y="35500"/>
                  </a:lnTo>
                  <a:lnTo>
                    <a:pt x="3359" y="33666"/>
                  </a:lnTo>
                  <a:lnTo>
                    <a:pt x="4698" y="33577"/>
                  </a:lnTo>
                  <a:lnTo>
                    <a:pt x="6399" y="35459"/>
                  </a:lnTo>
                  <a:lnTo>
                    <a:pt x="15101" y="32864"/>
                  </a:lnTo>
                  <a:lnTo>
                    <a:pt x="15608" y="29163"/>
                  </a:lnTo>
                  <a:lnTo>
                    <a:pt x="15022" y="28303"/>
                  </a:lnTo>
                  <a:lnTo>
                    <a:pt x="8159" y="25132"/>
                  </a:lnTo>
                  <a:lnTo>
                    <a:pt x="0" y="17916"/>
                  </a:lnTo>
                  <a:lnTo>
                    <a:pt x="173" y="15898"/>
                  </a:lnTo>
                  <a:lnTo>
                    <a:pt x="2325" y="15470"/>
                  </a:lnTo>
                  <a:lnTo>
                    <a:pt x="7152" y="16248"/>
                  </a:lnTo>
                  <a:lnTo>
                    <a:pt x="7696" y="18020"/>
                  </a:lnTo>
                  <a:lnTo>
                    <a:pt x="9340" y="19053"/>
                  </a:lnTo>
                  <a:lnTo>
                    <a:pt x="10397" y="18938"/>
                  </a:lnTo>
                  <a:lnTo>
                    <a:pt x="14308" y="16929"/>
                  </a:lnTo>
                  <a:lnTo>
                    <a:pt x="18280" y="16696"/>
                  </a:lnTo>
                  <a:lnTo>
                    <a:pt x="21784" y="13065"/>
                  </a:lnTo>
                  <a:lnTo>
                    <a:pt x="22512" y="10943"/>
                  </a:lnTo>
                  <a:lnTo>
                    <a:pt x="19859" y="9115"/>
                  </a:lnTo>
                  <a:lnTo>
                    <a:pt x="17345" y="9718"/>
                  </a:lnTo>
                  <a:lnTo>
                    <a:pt x="12373" y="8649"/>
                  </a:lnTo>
                  <a:lnTo>
                    <a:pt x="9484" y="4860"/>
                  </a:lnTo>
                  <a:lnTo>
                    <a:pt x="810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h4478"/>
            <p:cNvSpPr/>
            <p:nvPr/>
          </p:nvSpPr>
          <p:spPr>
            <a:xfrm>
              <a:off x="6821126" y="3134120"/>
              <a:ext cx="17205" cy="13023"/>
            </a:xfrm>
            <a:custGeom>
              <a:avLst/>
              <a:pathLst>
                <a:path w="17205" h="13023">
                  <a:moveTo>
                    <a:pt x="9680" y="0"/>
                  </a:moveTo>
                  <a:lnTo>
                    <a:pt x="9922" y="2186"/>
                  </a:lnTo>
                  <a:lnTo>
                    <a:pt x="11678" y="5741"/>
                  </a:lnTo>
                  <a:lnTo>
                    <a:pt x="15878" y="5474"/>
                  </a:lnTo>
                  <a:lnTo>
                    <a:pt x="16155" y="4602"/>
                  </a:lnTo>
                  <a:lnTo>
                    <a:pt x="17205" y="9963"/>
                  </a:lnTo>
                  <a:lnTo>
                    <a:pt x="17022" y="10760"/>
                  </a:lnTo>
                  <a:lnTo>
                    <a:pt x="15258" y="13023"/>
                  </a:lnTo>
                  <a:lnTo>
                    <a:pt x="12508" y="12847"/>
                  </a:lnTo>
                  <a:lnTo>
                    <a:pt x="11505" y="10165"/>
                  </a:lnTo>
                  <a:lnTo>
                    <a:pt x="11412" y="6669"/>
                  </a:lnTo>
                  <a:lnTo>
                    <a:pt x="10758" y="5933"/>
                  </a:lnTo>
                  <a:lnTo>
                    <a:pt x="7977" y="5331"/>
                  </a:lnTo>
                  <a:lnTo>
                    <a:pt x="6320" y="7902"/>
                  </a:lnTo>
                  <a:lnTo>
                    <a:pt x="8764" y="8526"/>
                  </a:lnTo>
                  <a:lnTo>
                    <a:pt x="9364" y="12151"/>
                  </a:lnTo>
                  <a:lnTo>
                    <a:pt x="5746" y="11505"/>
                  </a:lnTo>
                  <a:lnTo>
                    <a:pt x="3378" y="11808"/>
                  </a:lnTo>
                  <a:lnTo>
                    <a:pt x="0" y="8301"/>
                  </a:lnTo>
                  <a:lnTo>
                    <a:pt x="1933" y="5810"/>
                  </a:lnTo>
                  <a:lnTo>
                    <a:pt x="5706" y="1996"/>
                  </a:lnTo>
                  <a:lnTo>
                    <a:pt x="6362" y="95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h4479"/>
            <p:cNvSpPr/>
            <p:nvPr/>
          </p:nvSpPr>
          <p:spPr>
            <a:xfrm>
              <a:off x="7009914" y="3144919"/>
              <a:ext cx="21661" cy="27236"/>
            </a:xfrm>
            <a:custGeom>
              <a:avLst/>
              <a:pathLst>
                <a:path w="21661" h="27236">
                  <a:moveTo>
                    <a:pt x="5172" y="1773"/>
                  </a:moveTo>
                  <a:lnTo>
                    <a:pt x="7681" y="1720"/>
                  </a:lnTo>
                  <a:lnTo>
                    <a:pt x="8648" y="2349"/>
                  </a:lnTo>
                  <a:lnTo>
                    <a:pt x="9805" y="5495"/>
                  </a:lnTo>
                  <a:lnTo>
                    <a:pt x="11328" y="6294"/>
                  </a:lnTo>
                  <a:lnTo>
                    <a:pt x="11159" y="9149"/>
                  </a:lnTo>
                  <a:lnTo>
                    <a:pt x="14599" y="11260"/>
                  </a:lnTo>
                  <a:lnTo>
                    <a:pt x="15525" y="13606"/>
                  </a:lnTo>
                  <a:lnTo>
                    <a:pt x="8817" y="18043"/>
                  </a:lnTo>
                  <a:lnTo>
                    <a:pt x="10556" y="20143"/>
                  </a:lnTo>
                  <a:lnTo>
                    <a:pt x="12961" y="18085"/>
                  </a:lnTo>
                  <a:lnTo>
                    <a:pt x="20959" y="17906"/>
                  </a:lnTo>
                  <a:lnTo>
                    <a:pt x="21661" y="18904"/>
                  </a:lnTo>
                  <a:lnTo>
                    <a:pt x="15720" y="22268"/>
                  </a:lnTo>
                  <a:lnTo>
                    <a:pt x="14044" y="25580"/>
                  </a:lnTo>
                  <a:lnTo>
                    <a:pt x="10135" y="27236"/>
                  </a:lnTo>
                  <a:lnTo>
                    <a:pt x="6578" y="27123"/>
                  </a:lnTo>
                  <a:lnTo>
                    <a:pt x="5615" y="25778"/>
                  </a:lnTo>
                  <a:lnTo>
                    <a:pt x="6797" y="22975"/>
                  </a:lnTo>
                  <a:lnTo>
                    <a:pt x="7972" y="22742"/>
                  </a:lnTo>
                  <a:lnTo>
                    <a:pt x="2906" y="16067"/>
                  </a:lnTo>
                  <a:lnTo>
                    <a:pt x="1461" y="14887"/>
                  </a:lnTo>
                  <a:lnTo>
                    <a:pt x="0" y="14795"/>
                  </a:lnTo>
                  <a:lnTo>
                    <a:pt x="3495" y="9481"/>
                  </a:lnTo>
                  <a:lnTo>
                    <a:pt x="4831" y="8862"/>
                  </a:lnTo>
                  <a:lnTo>
                    <a:pt x="1872" y="7350"/>
                  </a:lnTo>
                  <a:lnTo>
                    <a:pt x="318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h4480"/>
            <p:cNvSpPr/>
            <p:nvPr/>
          </p:nvSpPr>
          <p:spPr>
            <a:xfrm>
              <a:off x="6989533" y="3139502"/>
              <a:ext cx="25212" cy="20213"/>
            </a:xfrm>
            <a:custGeom>
              <a:avLst/>
              <a:pathLst>
                <a:path w="25212" h="20213">
                  <a:moveTo>
                    <a:pt x="14976" y="595"/>
                  </a:moveTo>
                  <a:lnTo>
                    <a:pt x="18419" y="974"/>
                  </a:lnTo>
                  <a:lnTo>
                    <a:pt x="20689" y="5137"/>
                  </a:lnTo>
                  <a:lnTo>
                    <a:pt x="23566" y="5417"/>
                  </a:lnTo>
                  <a:lnTo>
                    <a:pt x="22253" y="12768"/>
                  </a:lnTo>
                  <a:lnTo>
                    <a:pt x="25212" y="14280"/>
                  </a:lnTo>
                  <a:lnTo>
                    <a:pt x="23876" y="14898"/>
                  </a:lnTo>
                  <a:lnTo>
                    <a:pt x="20381" y="20213"/>
                  </a:lnTo>
                  <a:lnTo>
                    <a:pt x="19449" y="18867"/>
                  </a:lnTo>
                  <a:lnTo>
                    <a:pt x="14878" y="17280"/>
                  </a:lnTo>
                  <a:lnTo>
                    <a:pt x="12863" y="18846"/>
                  </a:lnTo>
                  <a:lnTo>
                    <a:pt x="3138" y="19849"/>
                  </a:lnTo>
                  <a:lnTo>
                    <a:pt x="776" y="17091"/>
                  </a:lnTo>
                  <a:lnTo>
                    <a:pt x="0" y="13367"/>
                  </a:lnTo>
                  <a:lnTo>
                    <a:pt x="1088" y="10357"/>
                  </a:lnTo>
                  <a:lnTo>
                    <a:pt x="3438" y="10267"/>
                  </a:lnTo>
                  <a:lnTo>
                    <a:pt x="5441" y="8887"/>
                  </a:lnTo>
                  <a:lnTo>
                    <a:pt x="7226" y="10500"/>
                  </a:lnTo>
                  <a:lnTo>
                    <a:pt x="10382" y="12069"/>
                  </a:lnTo>
                  <a:lnTo>
                    <a:pt x="11166" y="10449"/>
                  </a:lnTo>
                  <a:lnTo>
                    <a:pt x="9093" y="7970"/>
                  </a:lnTo>
                  <a:lnTo>
                    <a:pt x="12027" y="1734"/>
                  </a:lnTo>
                  <a:lnTo>
                    <a:pt x="1497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h4481"/>
            <p:cNvSpPr/>
            <p:nvPr/>
          </p:nvSpPr>
          <p:spPr>
            <a:xfrm>
              <a:off x="6997700" y="3220323"/>
              <a:ext cx="7070" cy="8720"/>
            </a:xfrm>
            <a:custGeom>
              <a:avLst/>
              <a:pathLst>
                <a:path w="7070" h="8720">
                  <a:moveTo>
                    <a:pt x="6451" y="0"/>
                  </a:moveTo>
                  <a:lnTo>
                    <a:pt x="7070" y="2279"/>
                  </a:lnTo>
                  <a:lnTo>
                    <a:pt x="6375" y="2524"/>
                  </a:lnTo>
                  <a:lnTo>
                    <a:pt x="6120" y="4378"/>
                  </a:lnTo>
                  <a:lnTo>
                    <a:pt x="4519" y="4163"/>
                  </a:lnTo>
                  <a:lnTo>
                    <a:pt x="2645" y="8469"/>
                  </a:lnTo>
                  <a:lnTo>
                    <a:pt x="483" y="8720"/>
                  </a:lnTo>
                  <a:lnTo>
                    <a:pt x="0" y="7905"/>
                  </a:lnTo>
                  <a:lnTo>
                    <a:pt x="483" y="1802"/>
                  </a:lnTo>
                  <a:lnTo>
                    <a:pt x="3496" y="1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h4482"/>
            <p:cNvSpPr/>
            <p:nvPr/>
          </p:nvSpPr>
          <p:spPr>
            <a:xfrm>
              <a:off x="6845808" y="3126886"/>
              <a:ext cx="25850" cy="23353"/>
            </a:xfrm>
            <a:custGeom>
              <a:avLst/>
              <a:pathLst>
                <a:path w="25850" h="23353">
                  <a:moveTo>
                    <a:pt x="2563" y="97"/>
                  </a:moveTo>
                  <a:lnTo>
                    <a:pt x="8926" y="0"/>
                  </a:lnTo>
                  <a:lnTo>
                    <a:pt x="9102" y="6530"/>
                  </a:lnTo>
                  <a:lnTo>
                    <a:pt x="13820" y="5699"/>
                  </a:lnTo>
                  <a:lnTo>
                    <a:pt x="16918" y="6675"/>
                  </a:lnTo>
                  <a:lnTo>
                    <a:pt x="16314" y="8835"/>
                  </a:lnTo>
                  <a:lnTo>
                    <a:pt x="17111" y="11270"/>
                  </a:lnTo>
                  <a:lnTo>
                    <a:pt x="25717" y="15438"/>
                  </a:lnTo>
                  <a:lnTo>
                    <a:pt x="25850" y="17051"/>
                  </a:lnTo>
                  <a:lnTo>
                    <a:pt x="25655" y="20638"/>
                  </a:lnTo>
                  <a:lnTo>
                    <a:pt x="19509" y="23353"/>
                  </a:lnTo>
                  <a:lnTo>
                    <a:pt x="18027" y="20633"/>
                  </a:lnTo>
                  <a:lnTo>
                    <a:pt x="18028" y="19099"/>
                  </a:lnTo>
                  <a:lnTo>
                    <a:pt x="19483" y="16443"/>
                  </a:lnTo>
                  <a:lnTo>
                    <a:pt x="19097" y="13743"/>
                  </a:lnTo>
                  <a:lnTo>
                    <a:pt x="17499" y="12610"/>
                  </a:lnTo>
                  <a:lnTo>
                    <a:pt x="13752" y="12634"/>
                  </a:lnTo>
                  <a:lnTo>
                    <a:pt x="13634" y="16466"/>
                  </a:lnTo>
                  <a:lnTo>
                    <a:pt x="10146" y="19345"/>
                  </a:lnTo>
                  <a:lnTo>
                    <a:pt x="7536" y="15095"/>
                  </a:lnTo>
                  <a:lnTo>
                    <a:pt x="3689" y="10841"/>
                  </a:lnTo>
                  <a:lnTo>
                    <a:pt x="6230" y="9614"/>
                  </a:lnTo>
                  <a:lnTo>
                    <a:pt x="5822" y="8473"/>
                  </a:lnTo>
                  <a:lnTo>
                    <a:pt x="4006" y="7501"/>
                  </a:lnTo>
                  <a:lnTo>
                    <a:pt x="2321" y="3235"/>
                  </a:lnTo>
                  <a:lnTo>
                    <a:pt x="2204" y="347"/>
                  </a:lnTo>
                  <a:lnTo>
                    <a:pt x="0" y="74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h4483"/>
            <p:cNvSpPr/>
            <p:nvPr/>
          </p:nvSpPr>
          <p:spPr>
            <a:xfrm>
              <a:off x="6914692" y="3132834"/>
              <a:ext cx="11841" cy="10788"/>
            </a:xfrm>
            <a:custGeom>
              <a:avLst/>
              <a:pathLst>
                <a:path w="11841" h="10788">
                  <a:moveTo>
                    <a:pt x="4133" y="621"/>
                  </a:moveTo>
                  <a:lnTo>
                    <a:pt x="10965" y="4482"/>
                  </a:lnTo>
                  <a:lnTo>
                    <a:pt x="11841" y="10226"/>
                  </a:lnTo>
                  <a:lnTo>
                    <a:pt x="9558" y="10563"/>
                  </a:lnTo>
                  <a:lnTo>
                    <a:pt x="7203" y="10788"/>
                  </a:lnTo>
                  <a:lnTo>
                    <a:pt x="7113" y="9287"/>
                  </a:lnTo>
                  <a:lnTo>
                    <a:pt x="4245" y="6255"/>
                  </a:lnTo>
                  <a:lnTo>
                    <a:pt x="952" y="4110"/>
                  </a:lnTo>
                  <a:lnTo>
                    <a:pt x="0" y="1839"/>
                  </a:lnTo>
                  <a:lnTo>
                    <a:pt x="3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h4484"/>
            <p:cNvSpPr/>
            <p:nvPr/>
          </p:nvSpPr>
          <p:spPr>
            <a:xfrm>
              <a:off x="7036187" y="3203169"/>
              <a:ext cx="9975" cy="22189"/>
            </a:xfrm>
            <a:custGeom>
              <a:avLst/>
              <a:pathLst>
                <a:path w="9975" h="22189">
                  <a:moveTo>
                    <a:pt x="3050" y="338"/>
                  </a:moveTo>
                  <a:lnTo>
                    <a:pt x="3476" y="527"/>
                  </a:lnTo>
                  <a:lnTo>
                    <a:pt x="6299" y="3862"/>
                  </a:lnTo>
                  <a:lnTo>
                    <a:pt x="4486" y="3699"/>
                  </a:lnTo>
                  <a:lnTo>
                    <a:pt x="3522" y="5503"/>
                  </a:lnTo>
                  <a:lnTo>
                    <a:pt x="5190" y="12559"/>
                  </a:lnTo>
                  <a:lnTo>
                    <a:pt x="7599" y="16970"/>
                  </a:lnTo>
                  <a:lnTo>
                    <a:pt x="9975" y="17384"/>
                  </a:lnTo>
                  <a:lnTo>
                    <a:pt x="3441" y="22189"/>
                  </a:lnTo>
                  <a:lnTo>
                    <a:pt x="2007" y="7331"/>
                  </a:lnTo>
                  <a:lnTo>
                    <a:pt x="2433" y="4408"/>
                  </a:lnTo>
                  <a:lnTo>
                    <a:pt x="1356" y="2916"/>
                  </a:lnTo>
                  <a:lnTo>
                    <a:pt x="0" y="2595"/>
                  </a:lnTo>
                  <a:lnTo>
                    <a:pt x="121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h4485"/>
            <p:cNvSpPr/>
            <p:nvPr/>
          </p:nvSpPr>
          <p:spPr>
            <a:xfrm>
              <a:off x="7070646" y="3342437"/>
              <a:ext cx="32279" cy="38612"/>
            </a:xfrm>
            <a:custGeom>
              <a:avLst/>
              <a:pathLst>
                <a:path w="32279" h="38612">
                  <a:moveTo>
                    <a:pt x="17048" y="1855"/>
                  </a:moveTo>
                  <a:lnTo>
                    <a:pt x="21821" y="2365"/>
                  </a:lnTo>
                  <a:lnTo>
                    <a:pt x="25434" y="4095"/>
                  </a:lnTo>
                  <a:lnTo>
                    <a:pt x="28477" y="9079"/>
                  </a:lnTo>
                  <a:lnTo>
                    <a:pt x="24305" y="7577"/>
                  </a:lnTo>
                  <a:lnTo>
                    <a:pt x="20872" y="8827"/>
                  </a:lnTo>
                  <a:lnTo>
                    <a:pt x="21612" y="12713"/>
                  </a:lnTo>
                  <a:lnTo>
                    <a:pt x="22305" y="14051"/>
                  </a:lnTo>
                  <a:lnTo>
                    <a:pt x="26989" y="12722"/>
                  </a:lnTo>
                  <a:lnTo>
                    <a:pt x="29070" y="18554"/>
                  </a:lnTo>
                  <a:lnTo>
                    <a:pt x="32279" y="20419"/>
                  </a:lnTo>
                  <a:lnTo>
                    <a:pt x="27578" y="25188"/>
                  </a:lnTo>
                  <a:lnTo>
                    <a:pt x="27113" y="28716"/>
                  </a:lnTo>
                  <a:lnTo>
                    <a:pt x="28738" y="36080"/>
                  </a:lnTo>
                  <a:lnTo>
                    <a:pt x="23997" y="38612"/>
                  </a:lnTo>
                  <a:lnTo>
                    <a:pt x="20045" y="32582"/>
                  </a:lnTo>
                  <a:lnTo>
                    <a:pt x="17799" y="33507"/>
                  </a:lnTo>
                  <a:lnTo>
                    <a:pt x="17320" y="33153"/>
                  </a:lnTo>
                  <a:lnTo>
                    <a:pt x="15628" y="30249"/>
                  </a:lnTo>
                  <a:lnTo>
                    <a:pt x="15838" y="29154"/>
                  </a:lnTo>
                  <a:lnTo>
                    <a:pt x="3723" y="30011"/>
                  </a:lnTo>
                  <a:lnTo>
                    <a:pt x="803" y="29567"/>
                  </a:lnTo>
                  <a:lnTo>
                    <a:pt x="47" y="28640"/>
                  </a:lnTo>
                  <a:lnTo>
                    <a:pt x="0" y="26737"/>
                  </a:lnTo>
                  <a:lnTo>
                    <a:pt x="1025" y="20982"/>
                  </a:lnTo>
                  <a:lnTo>
                    <a:pt x="52" y="19832"/>
                  </a:lnTo>
                  <a:lnTo>
                    <a:pt x="1804" y="18381"/>
                  </a:lnTo>
                  <a:lnTo>
                    <a:pt x="5659" y="17770"/>
                  </a:lnTo>
                  <a:lnTo>
                    <a:pt x="11702" y="18262"/>
                  </a:lnTo>
                  <a:lnTo>
                    <a:pt x="14608" y="14019"/>
                  </a:lnTo>
                  <a:lnTo>
                    <a:pt x="12699" y="10099"/>
                  </a:lnTo>
                  <a:lnTo>
                    <a:pt x="8671" y="9745"/>
                  </a:lnTo>
                  <a:lnTo>
                    <a:pt x="8118" y="8744"/>
                  </a:lnTo>
                  <a:lnTo>
                    <a:pt x="11475" y="8314"/>
                  </a:lnTo>
                  <a:lnTo>
                    <a:pt x="12538" y="4687"/>
                  </a:lnTo>
                  <a:lnTo>
                    <a:pt x="12201" y="2268"/>
                  </a:lnTo>
                  <a:lnTo>
                    <a:pt x="1378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h4486"/>
            <p:cNvSpPr/>
            <p:nvPr/>
          </p:nvSpPr>
          <p:spPr>
            <a:xfrm>
              <a:off x="7025503" y="3230520"/>
              <a:ext cx="9450" cy="11321"/>
            </a:xfrm>
            <a:custGeom>
              <a:avLst/>
              <a:pathLst>
                <a:path w="9450" h="11321">
                  <a:moveTo>
                    <a:pt x="6398" y="848"/>
                  </a:moveTo>
                  <a:lnTo>
                    <a:pt x="7937" y="8505"/>
                  </a:lnTo>
                  <a:lnTo>
                    <a:pt x="9450" y="8810"/>
                  </a:lnTo>
                  <a:lnTo>
                    <a:pt x="8757" y="11321"/>
                  </a:lnTo>
                  <a:lnTo>
                    <a:pt x="3904" y="9542"/>
                  </a:lnTo>
                  <a:lnTo>
                    <a:pt x="2610" y="10499"/>
                  </a:lnTo>
                  <a:lnTo>
                    <a:pt x="0" y="7358"/>
                  </a:lnTo>
                  <a:lnTo>
                    <a:pt x="1392" y="6161"/>
                  </a:lnTo>
                  <a:lnTo>
                    <a:pt x="2872" y="6814"/>
                  </a:lnTo>
                  <a:lnTo>
                    <a:pt x="3806" y="6095"/>
                  </a:lnTo>
                  <a:lnTo>
                    <a:pt x="4431" y="2562"/>
                  </a:lnTo>
                  <a:lnTo>
                    <a:pt x="568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h4487"/>
            <p:cNvSpPr/>
            <p:nvPr/>
          </p:nvSpPr>
          <p:spPr>
            <a:xfrm>
              <a:off x="7051279" y="3351862"/>
              <a:ext cx="18135" cy="16851"/>
            </a:xfrm>
            <a:custGeom>
              <a:avLst/>
              <a:pathLst>
                <a:path w="18135" h="16851">
                  <a:moveTo>
                    <a:pt x="4806" y="219"/>
                  </a:moveTo>
                  <a:lnTo>
                    <a:pt x="6821" y="2158"/>
                  </a:lnTo>
                  <a:lnTo>
                    <a:pt x="8811" y="2293"/>
                  </a:lnTo>
                  <a:lnTo>
                    <a:pt x="13552" y="871"/>
                  </a:lnTo>
                  <a:lnTo>
                    <a:pt x="14072" y="2106"/>
                  </a:lnTo>
                  <a:lnTo>
                    <a:pt x="13053" y="3695"/>
                  </a:lnTo>
                  <a:lnTo>
                    <a:pt x="16456" y="8657"/>
                  </a:lnTo>
                  <a:lnTo>
                    <a:pt x="18135" y="9513"/>
                  </a:lnTo>
                  <a:lnTo>
                    <a:pt x="16559" y="11625"/>
                  </a:lnTo>
                  <a:lnTo>
                    <a:pt x="14123" y="12328"/>
                  </a:lnTo>
                  <a:lnTo>
                    <a:pt x="13571" y="14107"/>
                  </a:lnTo>
                  <a:lnTo>
                    <a:pt x="17472" y="14650"/>
                  </a:lnTo>
                  <a:lnTo>
                    <a:pt x="10421" y="15066"/>
                  </a:lnTo>
                  <a:lnTo>
                    <a:pt x="7228" y="16851"/>
                  </a:lnTo>
                  <a:lnTo>
                    <a:pt x="3872" y="14675"/>
                  </a:lnTo>
                  <a:lnTo>
                    <a:pt x="3109" y="10910"/>
                  </a:lnTo>
                  <a:lnTo>
                    <a:pt x="0" y="9767"/>
                  </a:lnTo>
                  <a:lnTo>
                    <a:pt x="1973" y="1694"/>
                  </a:lnTo>
                  <a:lnTo>
                    <a:pt x="331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h4488"/>
            <p:cNvSpPr/>
            <p:nvPr/>
          </p:nvSpPr>
          <p:spPr>
            <a:xfrm>
              <a:off x="7024906" y="3335424"/>
              <a:ext cx="26535" cy="20917"/>
            </a:xfrm>
            <a:custGeom>
              <a:avLst/>
              <a:pathLst>
                <a:path w="26535" h="20917">
                  <a:moveTo>
                    <a:pt x="16813" y="198"/>
                  </a:moveTo>
                  <a:lnTo>
                    <a:pt x="20252" y="1178"/>
                  </a:lnTo>
                  <a:lnTo>
                    <a:pt x="25002" y="3687"/>
                  </a:lnTo>
                  <a:lnTo>
                    <a:pt x="26535" y="3167"/>
                  </a:lnTo>
                  <a:lnTo>
                    <a:pt x="25382" y="8097"/>
                  </a:lnTo>
                  <a:lnTo>
                    <a:pt x="23225" y="8655"/>
                  </a:lnTo>
                  <a:lnTo>
                    <a:pt x="21346" y="6928"/>
                  </a:lnTo>
                  <a:lnTo>
                    <a:pt x="17423" y="7979"/>
                  </a:lnTo>
                  <a:lnTo>
                    <a:pt x="14087" y="10247"/>
                  </a:lnTo>
                  <a:lnTo>
                    <a:pt x="13954" y="15153"/>
                  </a:lnTo>
                  <a:lnTo>
                    <a:pt x="15183" y="15258"/>
                  </a:lnTo>
                  <a:lnTo>
                    <a:pt x="15379" y="16359"/>
                  </a:lnTo>
                  <a:lnTo>
                    <a:pt x="13687" y="18438"/>
                  </a:lnTo>
                  <a:lnTo>
                    <a:pt x="13081" y="20889"/>
                  </a:lnTo>
                  <a:lnTo>
                    <a:pt x="11629" y="20917"/>
                  </a:lnTo>
                  <a:lnTo>
                    <a:pt x="9957" y="19750"/>
                  </a:lnTo>
                  <a:lnTo>
                    <a:pt x="9534" y="16825"/>
                  </a:lnTo>
                  <a:lnTo>
                    <a:pt x="8265" y="14323"/>
                  </a:lnTo>
                  <a:lnTo>
                    <a:pt x="6702" y="12988"/>
                  </a:lnTo>
                  <a:lnTo>
                    <a:pt x="845" y="11716"/>
                  </a:lnTo>
                  <a:lnTo>
                    <a:pt x="0" y="9532"/>
                  </a:lnTo>
                  <a:lnTo>
                    <a:pt x="1439" y="9381"/>
                  </a:lnTo>
                  <a:lnTo>
                    <a:pt x="4715" y="5716"/>
                  </a:lnTo>
                  <a:lnTo>
                    <a:pt x="5511" y="2361"/>
                  </a:lnTo>
                  <a:lnTo>
                    <a:pt x="1355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h4489"/>
            <p:cNvSpPr/>
            <p:nvPr/>
          </p:nvSpPr>
          <p:spPr>
            <a:xfrm>
              <a:off x="6928782" y="3324321"/>
              <a:ext cx="15723" cy="20299"/>
            </a:xfrm>
            <a:custGeom>
              <a:avLst/>
              <a:pathLst>
                <a:path w="15723" h="20299">
                  <a:moveTo>
                    <a:pt x="11983" y="2905"/>
                  </a:moveTo>
                  <a:lnTo>
                    <a:pt x="15465" y="3718"/>
                  </a:lnTo>
                  <a:lnTo>
                    <a:pt x="15723" y="4875"/>
                  </a:lnTo>
                  <a:lnTo>
                    <a:pt x="15427" y="7094"/>
                  </a:lnTo>
                  <a:lnTo>
                    <a:pt x="10184" y="12370"/>
                  </a:lnTo>
                  <a:lnTo>
                    <a:pt x="7182" y="9786"/>
                  </a:lnTo>
                  <a:lnTo>
                    <a:pt x="5909" y="10009"/>
                  </a:lnTo>
                  <a:lnTo>
                    <a:pt x="3360" y="12170"/>
                  </a:lnTo>
                  <a:lnTo>
                    <a:pt x="7449" y="14664"/>
                  </a:lnTo>
                  <a:lnTo>
                    <a:pt x="9235" y="17546"/>
                  </a:lnTo>
                  <a:lnTo>
                    <a:pt x="8451" y="19668"/>
                  </a:lnTo>
                  <a:lnTo>
                    <a:pt x="6612" y="20299"/>
                  </a:lnTo>
                  <a:lnTo>
                    <a:pt x="2569" y="17796"/>
                  </a:lnTo>
                  <a:lnTo>
                    <a:pt x="0" y="13683"/>
                  </a:lnTo>
                  <a:lnTo>
                    <a:pt x="837" y="5350"/>
                  </a:lnTo>
                  <a:lnTo>
                    <a:pt x="181" y="5083"/>
                  </a:lnTo>
                  <a:lnTo>
                    <a:pt x="2247" y="3812"/>
                  </a:lnTo>
                  <a:lnTo>
                    <a:pt x="2338" y="4309"/>
                  </a:lnTo>
                  <a:lnTo>
                    <a:pt x="3944" y="2258"/>
                  </a:lnTo>
                  <a:lnTo>
                    <a:pt x="2966" y="912"/>
                  </a:lnTo>
                  <a:lnTo>
                    <a:pt x="3446" y="540"/>
                  </a:lnTo>
                  <a:lnTo>
                    <a:pt x="9625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h4490"/>
            <p:cNvSpPr/>
            <p:nvPr/>
          </p:nvSpPr>
          <p:spPr>
            <a:xfrm>
              <a:off x="6968505" y="3241587"/>
              <a:ext cx="20038" cy="15268"/>
            </a:xfrm>
            <a:custGeom>
              <a:avLst/>
              <a:pathLst>
                <a:path w="20038" h="15268">
                  <a:moveTo>
                    <a:pt x="18863" y="671"/>
                  </a:moveTo>
                  <a:lnTo>
                    <a:pt x="20038" y="3479"/>
                  </a:lnTo>
                  <a:lnTo>
                    <a:pt x="16815" y="5240"/>
                  </a:lnTo>
                  <a:lnTo>
                    <a:pt x="16033" y="6871"/>
                  </a:lnTo>
                  <a:lnTo>
                    <a:pt x="14889" y="9362"/>
                  </a:lnTo>
                  <a:lnTo>
                    <a:pt x="14267" y="11550"/>
                  </a:lnTo>
                  <a:lnTo>
                    <a:pt x="10648" y="15268"/>
                  </a:lnTo>
                  <a:lnTo>
                    <a:pt x="4754" y="13081"/>
                  </a:lnTo>
                  <a:lnTo>
                    <a:pt x="2449" y="13826"/>
                  </a:lnTo>
                  <a:lnTo>
                    <a:pt x="2085" y="14815"/>
                  </a:lnTo>
                  <a:lnTo>
                    <a:pt x="0" y="8883"/>
                  </a:lnTo>
                  <a:lnTo>
                    <a:pt x="2536" y="3043"/>
                  </a:lnTo>
                  <a:lnTo>
                    <a:pt x="3281" y="3771"/>
                  </a:lnTo>
                  <a:lnTo>
                    <a:pt x="6400" y="1696"/>
                  </a:lnTo>
                  <a:lnTo>
                    <a:pt x="10368" y="1263"/>
                  </a:lnTo>
                  <a:lnTo>
                    <a:pt x="14097" y="1757"/>
                  </a:lnTo>
                  <a:lnTo>
                    <a:pt x="1722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h4491"/>
            <p:cNvSpPr/>
            <p:nvPr/>
          </p:nvSpPr>
          <p:spPr>
            <a:xfrm>
              <a:off x="7110752" y="3226306"/>
              <a:ext cx="18472" cy="22371"/>
            </a:xfrm>
            <a:custGeom>
              <a:avLst/>
              <a:pathLst>
                <a:path w="18472" h="22371">
                  <a:moveTo>
                    <a:pt x="7212" y="1489"/>
                  </a:moveTo>
                  <a:lnTo>
                    <a:pt x="11963" y="4552"/>
                  </a:lnTo>
                  <a:lnTo>
                    <a:pt x="15891" y="4321"/>
                  </a:lnTo>
                  <a:lnTo>
                    <a:pt x="18257" y="5367"/>
                  </a:lnTo>
                  <a:lnTo>
                    <a:pt x="18472" y="8924"/>
                  </a:lnTo>
                  <a:lnTo>
                    <a:pt x="17168" y="8278"/>
                  </a:lnTo>
                  <a:lnTo>
                    <a:pt x="14215" y="10763"/>
                  </a:lnTo>
                  <a:lnTo>
                    <a:pt x="13685" y="13145"/>
                  </a:lnTo>
                  <a:lnTo>
                    <a:pt x="14111" y="17084"/>
                  </a:lnTo>
                  <a:lnTo>
                    <a:pt x="12994" y="21769"/>
                  </a:lnTo>
                  <a:lnTo>
                    <a:pt x="9205" y="22153"/>
                  </a:lnTo>
                  <a:lnTo>
                    <a:pt x="2455" y="22371"/>
                  </a:lnTo>
                  <a:lnTo>
                    <a:pt x="1033" y="20158"/>
                  </a:lnTo>
                  <a:lnTo>
                    <a:pt x="1069" y="16160"/>
                  </a:lnTo>
                  <a:lnTo>
                    <a:pt x="3121" y="14236"/>
                  </a:lnTo>
                  <a:lnTo>
                    <a:pt x="6587" y="13449"/>
                  </a:lnTo>
                  <a:lnTo>
                    <a:pt x="6010" y="11667"/>
                  </a:lnTo>
                  <a:lnTo>
                    <a:pt x="1938" y="6577"/>
                  </a:lnTo>
                  <a:lnTo>
                    <a:pt x="0" y="5143"/>
                  </a:lnTo>
                  <a:lnTo>
                    <a:pt x="459" y="3122"/>
                  </a:lnTo>
                  <a:lnTo>
                    <a:pt x="3277" y="1006"/>
                  </a:lnTo>
                  <a:lnTo>
                    <a:pt x="78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h4492"/>
            <p:cNvSpPr/>
            <p:nvPr/>
          </p:nvSpPr>
          <p:spPr>
            <a:xfrm>
              <a:off x="7071927" y="3259270"/>
              <a:ext cx="7028" cy="10800"/>
            </a:xfrm>
            <a:custGeom>
              <a:avLst/>
              <a:pathLst>
                <a:path w="7028" h="10800">
                  <a:moveTo>
                    <a:pt x="0" y="256"/>
                  </a:moveTo>
                  <a:lnTo>
                    <a:pt x="5549" y="0"/>
                  </a:lnTo>
                  <a:lnTo>
                    <a:pt x="7028" y="8771"/>
                  </a:lnTo>
                  <a:lnTo>
                    <a:pt x="225" y="1080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h4493"/>
            <p:cNvSpPr/>
            <p:nvPr/>
          </p:nvSpPr>
          <p:spPr>
            <a:xfrm>
              <a:off x="7031335" y="3239331"/>
              <a:ext cx="15702" cy="14466"/>
            </a:xfrm>
            <a:custGeom>
              <a:avLst/>
              <a:pathLst>
                <a:path w="15702" h="14466">
                  <a:moveTo>
                    <a:pt x="9845" y="2770"/>
                  </a:moveTo>
                  <a:lnTo>
                    <a:pt x="14646" y="3561"/>
                  </a:lnTo>
                  <a:lnTo>
                    <a:pt x="15702" y="4282"/>
                  </a:lnTo>
                  <a:lnTo>
                    <a:pt x="14975" y="7672"/>
                  </a:lnTo>
                  <a:lnTo>
                    <a:pt x="12989" y="9295"/>
                  </a:lnTo>
                  <a:lnTo>
                    <a:pt x="8129" y="8286"/>
                  </a:lnTo>
                  <a:lnTo>
                    <a:pt x="4331" y="7416"/>
                  </a:lnTo>
                  <a:lnTo>
                    <a:pt x="2765" y="14466"/>
                  </a:lnTo>
                  <a:lnTo>
                    <a:pt x="385" y="11985"/>
                  </a:lnTo>
                  <a:lnTo>
                    <a:pt x="0" y="7431"/>
                  </a:lnTo>
                  <a:lnTo>
                    <a:pt x="4333" y="7404"/>
                  </a:lnTo>
                  <a:lnTo>
                    <a:pt x="4224" y="4244"/>
                  </a:lnTo>
                  <a:lnTo>
                    <a:pt x="2925" y="2511"/>
                  </a:lnTo>
                  <a:lnTo>
                    <a:pt x="3617" y="0"/>
                  </a:lnTo>
                  <a:lnTo>
                    <a:pt x="5428" y="483"/>
                  </a:lnTo>
                  <a:lnTo>
                    <a:pt x="10708" y="54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h4494"/>
            <p:cNvSpPr/>
            <p:nvPr/>
          </p:nvSpPr>
          <p:spPr>
            <a:xfrm>
              <a:off x="7100651" y="3272131"/>
              <a:ext cx="18006" cy="20679"/>
            </a:xfrm>
            <a:custGeom>
              <a:avLst/>
              <a:pathLst>
                <a:path w="18006" h="20679">
                  <a:moveTo>
                    <a:pt x="15698" y="8474"/>
                  </a:moveTo>
                  <a:lnTo>
                    <a:pt x="17874" y="12756"/>
                  </a:lnTo>
                  <a:lnTo>
                    <a:pt x="18006" y="13913"/>
                  </a:lnTo>
                  <a:lnTo>
                    <a:pt x="14077" y="17553"/>
                  </a:lnTo>
                  <a:lnTo>
                    <a:pt x="11800" y="20679"/>
                  </a:lnTo>
                  <a:lnTo>
                    <a:pt x="4776" y="15704"/>
                  </a:lnTo>
                  <a:lnTo>
                    <a:pt x="2101" y="16163"/>
                  </a:lnTo>
                  <a:lnTo>
                    <a:pt x="3309" y="11556"/>
                  </a:lnTo>
                  <a:lnTo>
                    <a:pt x="0" y="8200"/>
                  </a:lnTo>
                  <a:lnTo>
                    <a:pt x="89" y="4495"/>
                  </a:lnTo>
                  <a:lnTo>
                    <a:pt x="34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h4495"/>
            <p:cNvSpPr/>
            <p:nvPr/>
          </p:nvSpPr>
          <p:spPr>
            <a:xfrm>
              <a:off x="7095098" y="3201733"/>
              <a:ext cx="21605" cy="18943"/>
            </a:xfrm>
            <a:custGeom>
              <a:avLst/>
              <a:pathLst>
                <a:path w="21605" h="18943">
                  <a:moveTo>
                    <a:pt x="14075" y="2455"/>
                  </a:moveTo>
                  <a:lnTo>
                    <a:pt x="16075" y="2454"/>
                  </a:lnTo>
                  <a:lnTo>
                    <a:pt x="19826" y="5227"/>
                  </a:lnTo>
                  <a:lnTo>
                    <a:pt x="21605" y="6712"/>
                  </a:lnTo>
                  <a:lnTo>
                    <a:pt x="21011" y="8847"/>
                  </a:lnTo>
                  <a:lnTo>
                    <a:pt x="18355" y="8527"/>
                  </a:lnTo>
                  <a:lnTo>
                    <a:pt x="15815" y="9094"/>
                  </a:lnTo>
                  <a:lnTo>
                    <a:pt x="19012" y="12619"/>
                  </a:lnTo>
                  <a:lnTo>
                    <a:pt x="18793" y="16205"/>
                  </a:lnTo>
                  <a:lnTo>
                    <a:pt x="17794" y="17029"/>
                  </a:lnTo>
                  <a:lnTo>
                    <a:pt x="15144" y="18213"/>
                  </a:lnTo>
                  <a:lnTo>
                    <a:pt x="10183" y="17971"/>
                  </a:lnTo>
                  <a:lnTo>
                    <a:pt x="8490" y="18943"/>
                  </a:lnTo>
                  <a:lnTo>
                    <a:pt x="2310" y="17680"/>
                  </a:lnTo>
                  <a:lnTo>
                    <a:pt x="0" y="11613"/>
                  </a:lnTo>
                  <a:lnTo>
                    <a:pt x="1723" y="10367"/>
                  </a:lnTo>
                  <a:lnTo>
                    <a:pt x="5011" y="5775"/>
                  </a:lnTo>
                  <a:lnTo>
                    <a:pt x="8758" y="5451"/>
                  </a:lnTo>
                  <a:lnTo>
                    <a:pt x="8872" y="1159"/>
                  </a:lnTo>
                  <a:lnTo>
                    <a:pt x="9238" y="406"/>
                  </a:lnTo>
                  <a:lnTo>
                    <a:pt x="1090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h4496"/>
            <p:cNvSpPr/>
            <p:nvPr/>
          </p:nvSpPr>
          <p:spPr>
            <a:xfrm>
              <a:off x="7017074" y="3221526"/>
              <a:ext cx="16076" cy="16316"/>
            </a:xfrm>
            <a:custGeom>
              <a:avLst/>
              <a:pathLst>
                <a:path w="16076" h="16316">
                  <a:moveTo>
                    <a:pt x="8123" y="2619"/>
                  </a:moveTo>
                  <a:lnTo>
                    <a:pt x="14305" y="1217"/>
                  </a:lnTo>
                  <a:lnTo>
                    <a:pt x="16076" y="3241"/>
                  </a:lnTo>
                  <a:lnTo>
                    <a:pt x="14467" y="4944"/>
                  </a:lnTo>
                  <a:lnTo>
                    <a:pt x="7075" y="6432"/>
                  </a:lnTo>
                  <a:lnTo>
                    <a:pt x="3490" y="9937"/>
                  </a:lnTo>
                  <a:lnTo>
                    <a:pt x="3483" y="10986"/>
                  </a:lnTo>
                  <a:lnTo>
                    <a:pt x="463" y="16316"/>
                  </a:lnTo>
                  <a:lnTo>
                    <a:pt x="0" y="14940"/>
                  </a:lnTo>
                  <a:lnTo>
                    <a:pt x="167" y="10221"/>
                  </a:lnTo>
                  <a:lnTo>
                    <a:pt x="195" y="8470"/>
                  </a:lnTo>
                  <a:lnTo>
                    <a:pt x="384" y="6662"/>
                  </a:lnTo>
                  <a:lnTo>
                    <a:pt x="131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h4497"/>
            <p:cNvSpPr/>
            <p:nvPr/>
          </p:nvSpPr>
          <p:spPr>
            <a:xfrm>
              <a:off x="7228274" y="3256820"/>
              <a:ext cx="92142" cy="31364"/>
            </a:xfrm>
            <a:custGeom>
              <a:avLst/>
              <a:pathLst>
                <a:path w="92142" h="31364">
                  <a:moveTo>
                    <a:pt x="20403" y="4836"/>
                  </a:moveTo>
                  <a:lnTo>
                    <a:pt x="27596" y="5432"/>
                  </a:lnTo>
                  <a:lnTo>
                    <a:pt x="92142" y="2576"/>
                  </a:lnTo>
                  <a:lnTo>
                    <a:pt x="92106" y="4641"/>
                  </a:lnTo>
                  <a:lnTo>
                    <a:pt x="83426" y="31364"/>
                  </a:lnTo>
                  <a:lnTo>
                    <a:pt x="83514" y="27584"/>
                  </a:lnTo>
                  <a:lnTo>
                    <a:pt x="77135" y="27827"/>
                  </a:lnTo>
                  <a:lnTo>
                    <a:pt x="73819" y="23163"/>
                  </a:lnTo>
                  <a:lnTo>
                    <a:pt x="68695" y="22012"/>
                  </a:lnTo>
                  <a:lnTo>
                    <a:pt x="67116" y="19074"/>
                  </a:lnTo>
                  <a:lnTo>
                    <a:pt x="62116" y="20908"/>
                  </a:lnTo>
                  <a:lnTo>
                    <a:pt x="61598" y="18046"/>
                  </a:lnTo>
                  <a:lnTo>
                    <a:pt x="53400" y="21522"/>
                  </a:lnTo>
                  <a:lnTo>
                    <a:pt x="51574" y="21012"/>
                  </a:lnTo>
                  <a:lnTo>
                    <a:pt x="49396" y="21802"/>
                  </a:lnTo>
                  <a:lnTo>
                    <a:pt x="50199" y="20064"/>
                  </a:lnTo>
                  <a:lnTo>
                    <a:pt x="44568" y="19211"/>
                  </a:lnTo>
                  <a:lnTo>
                    <a:pt x="43789" y="14058"/>
                  </a:lnTo>
                  <a:lnTo>
                    <a:pt x="42481" y="14194"/>
                  </a:lnTo>
                  <a:lnTo>
                    <a:pt x="41530" y="18751"/>
                  </a:lnTo>
                  <a:lnTo>
                    <a:pt x="24415" y="16054"/>
                  </a:lnTo>
                  <a:lnTo>
                    <a:pt x="24568" y="14440"/>
                  </a:lnTo>
                  <a:lnTo>
                    <a:pt x="22695" y="14088"/>
                  </a:lnTo>
                  <a:lnTo>
                    <a:pt x="20700" y="15249"/>
                  </a:lnTo>
                  <a:lnTo>
                    <a:pt x="10162" y="14098"/>
                  </a:lnTo>
                  <a:lnTo>
                    <a:pt x="10924" y="18902"/>
                  </a:lnTo>
                  <a:lnTo>
                    <a:pt x="5955" y="18689"/>
                  </a:lnTo>
                  <a:lnTo>
                    <a:pt x="1759" y="18505"/>
                  </a:lnTo>
                  <a:lnTo>
                    <a:pt x="0" y="17140"/>
                  </a:lnTo>
                  <a:lnTo>
                    <a:pt x="1962" y="12310"/>
                  </a:lnTo>
                  <a:lnTo>
                    <a:pt x="2089" y="8156"/>
                  </a:lnTo>
                  <a:lnTo>
                    <a:pt x="856" y="3029"/>
                  </a:lnTo>
                  <a:lnTo>
                    <a:pt x="2330" y="298"/>
                  </a:lnTo>
                  <a:lnTo>
                    <a:pt x="350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h4498"/>
            <p:cNvSpPr/>
            <p:nvPr/>
          </p:nvSpPr>
          <p:spPr>
            <a:xfrm>
              <a:off x="6937832" y="3184579"/>
              <a:ext cx="5223" cy="4077"/>
            </a:xfrm>
            <a:custGeom>
              <a:avLst/>
              <a:pathLst>
                <a:path w="5223" h="4077">
                  <a:moveTo>
                    <a:pt x="5223" y="1215"/>
                  </a:moveTo>
                  <a:lnTo>
                    <a:pt x="1731" y="4077"/>
                  </a:lnTo>
                  <a:lnTo>
                    <a:pt x="0" y="32"/>
                  </a:lnTo>
                  <a:lnTo>
                    <a:pt x="1530" y="91"/>
                  </a:lnTo>
                  <a:lnTo>
                    <a:pt x="302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h4499"/>
            <p:cNvSpPr/>
            <p:nvPr/>
          </p:nvSpPr>
          <p:spPr>
            <a:xfrm>
              <a:off x="6958967" y="3357464"/>
              <a:ext cx="36378" cy="20081"/>
            </a:xfrm>
            <a:custGeom>
              <a:avLst/>
              <a:pathLst>
                <a:path w="36378" h="20081">
                  <a:moveTo>
                    <a:pt x="9886" y="0"/>
                  </a:moveTo>
                  <a:lnTo>
                    <a:pt x="12230" y="1337"/>
                  </a:lnTo>
                  <a:lnTo>
                    <a:pt x="19396" y="2304"/>
                  </a:lnTo>
                  <a:lnTo>
                    <a:pt x="22706" y="1955"/>
                  </a:lnTo>
                  <a:lnTo>
                    <a:pt x="24375" y="3982"/>
                  </a:lnTo>
                  <a:lnTo>
                    <a:pt x="31717" y="3654"/>
                  </a:lnTo>
                  <a:lnTo>
                    <a:pt x="34214" y="2851"/>
                  </a:lnTo>
                  <a:lnTo>
                    <a:pt x="35665" y="3366"/>
                  </a:lnTo>
                  <a:lnTo>
                    <a:pt x="36378" y="5827"/>
                  </a:lnTo>
                  <a:lnTo>
                    <a:pt x="26956" y="10764"/>
                  </a:lnTo>
                  <a:lnTo>
                    <a:pt x="18776" y="16600"/>
                  </a:lnTo>
                  <a:lnTo>
                    <a:pt x="17441" y="19498"/>
                  </a:lnTo>
                  <a:lnTo>
                    <a:pt x="16503" y="20081"/>
                  </a:lnTo>
                  <a:lnTo>
                    <a:pt x="15186" y="19755"/>
                  </a:lnTo>
                  <a:lnTo>
                    <a:pt x="8331" y="15574"/>
                  </a:lnTo>
                  <a:lnTo>
                    <a:pt x="0" y="12601"/>
                  </a:lnTo>
                  <a:lnTo>
                    <a:pt x="3418" y="5212"/>
                  </a:lnTo>
                  <a:lnTo>
                    <a:pt x="7793" y="1046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h4500"/>
            <p:cNvSpPr/>
            <p:nvPr/>
          </p:nvSpPr>
          <p:spPr>
            <a:xfrm>
              <a:off x="7277522" y="3287632"/>
              <a:ext cx="47096" cy="42071"/>
            </a:xfrm>
            <a:custGeom>
              <a:avLst/>
              <a:pathLst>
                <a:path w="47096" h="42071">
                  <a:moveTo>
                    <a:pt x="38203" y="8533"/>
                  </a:moveTo>
                  <a:lnTo>
                    <a:pt x="44696" y="17502"/>
                  </a:lnTo>
                  <a:lnTo>
                    <a:pt x="47096" y="23815"/>
                  </a:lnTo>
                  <a:lnTo>
                    <a:pt x="47080" y="28180"/>
                  </a:lnTo>
                  <a:lnTo>
                    <a:pt x="45702" y="31060"/>
                  </a:lnTo>
                  <a:lnTo>
                    <a:pt x="38889" y="35882"/>
                  </a:lnTo>
                  <a:lnTo>
                    <a:pt x="39916" y="40213"/>
                  </a:lnTo>
                  <a:lnTo>
                    <a:pt x="33367" y="42071"/>
                  </a:lnTo>
                  <a:lnTo>
                    <a:pt x="28394" y="39605"/>
                  </a:lnTo>
                  <a:lnTo>
                    <a:pt x="26361" y="41513"/>
                  </a:lnTo>
                  <a:lnTo>
                    <a:pt x="19304" y="41279"/>
                  </a:lnTo>
                  <a:lnTo>
                    <a:pt x="13109" y="39015"/>
                  </a:lnTo>
                  <a:lnTo>
                    <a:pt x="6542" y="37761"/>
                  </a:lnTo>
                  <a:lnTo>
                    <a:pt x="0" y="33618"/>
                  </a:lnTo>
                  <a:lnTo>
                    <a:pt x="958" y="32860"/>
                  </a:lnTo>
                  <a:lnTo>
                    <a:pt x="1280" y="29722"/>
                  </a:lnTo>
                  <a:lnTo>
                    <a:pt x="2950" y="25071"/>
                  </a:lnTo>
                  <a:lnTo>
                    <a:pt x="7753" y="23523"/>
                  </a:lnTo>
                  <a:lnTo>
                    <a:pt x="8455" y="18408"/>
                  </a:lnTo>
                  <a:lnTo>
                    <a:pt x="10982" y="17793"/>
                  </a:lnTo>
                  <a:lnTo>
                    <a:pt x="14639" y="18536"/>
                  </a:lnTo>
                  <a:lnTo>
                    <a:pt x="15911" y="17540"/>
                  </a:lnTo>
                  <a:lnTo>
                    <a:pt x="17337" y="15989"/>
                  </a:lnTo>
                  <a:lnTo>
                    <a:pt x="18654" y="12832"/>
                  </a:lnTo>
                  <a:lnTo>
                    <a:pt x="18332" y="10405"/>
                  </a:lnTo>
                  <a:lnTo>
                    <a:pt x="20002" y="6513"/>
                  </a:lnTo>
                  <a:lnTo>
                    <a:pt x="21013" y="5848"/>
                  </a:lnTo>
                  <a:lnTo>
                    <a:pt x="22538" y="7153"/>
                  </a:lnTo>
                  <a:lnTo>
                    <a:pt x="26260" y="4766"/>
                  </a:lnTo>
                  <a:lnTo>
                    <a:pt x="26510" y="0"/>
                  </a:lnTo>
                  <a:lnTo>
                    <a:pt x="33618" y="2278"/>
                  </a:lnTo>
                  <a:close/>
                  <a:moveTo>
                    <a:pt x="26050" y="22412"/>
                  </a:moveTo>
                  <a:lnTo>
                    <a:pt x="24663" y="28781"/>
                  </a:lnTo>
                  <a:lnTo>
                    <a:pt x="28104" y="29055"/>
                  </a:lnTo>
                  <a:lnTo>
                    <a:pt x="29903" y="21287"/>
                  </a:lnTo>
                  <a:lnTo>
                    <a:pt x="29109" y="2068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h4501"/>
            <p:cNvSpPr/>
            <p:nvPr/>
          </p:nvSpPr>
          <p:spPr>
            <a:xfrm>
              <a:off x="7076341" y="3197724"/>
              <a:ext cx="27630" cy="21135"/>
            </a:xfrm>
            <a:custGeom>
              <a:avLst/>
              <a:pathLst>
                <a:path w="27630" h="21135">
                  <a:moveTo>
                    <a:pt x="10867" y="74"/>
                  </a:moveTo>
                  <a:lnTo>
                    <a:pt x="17081" y="0"/>
                  </a:lnTo>
                  <a:lnTo>
                    <a:pt x="17465" y="1173"/>
                  </a:lnTo>
                  <a:lnTo>
                    <a:pt x="20310" y="3812"/>
                  </a:lnTo>
                  <a:lnTo>
                    <a:pt x="24759" y="5344"/>
                  </a:lnTo>
                  <a:lnTo>
                    <a:pt x="27630" y="5169"/>
                  </a:lnTo>
                  <a:lnTo>
                    <a:pt x="27516" y="9460"/>
                  </a:lnTo>
                  <a:lnTo>
                    <a:pt x="23768" y="9784"/>
                  </a:lnTo>
                  <a:lnTo>
                    <a:pt x="20481" y="14376"/>
                  </a:lnTo>
                  <a:lnTo>
                    <a:pt x="18757" y="15623"/>
                  </a:lnTo>
                  <a:lnTo>
                    <a:pt x="16845" y="17460"/>
                  </a:lnTo>
                  <a:lnTo>
                    <a:pt x="15512" y="21135"/>
                  </a:lnTo>
                  <a:lnTo>
                    <a:pt x="9512" y="18847"/>
                  </a:lnTo>
                  <a:lnTo>
                    <a:pt x="9097" y="14072"/>
                  </a:lnTo>
                  <a:lnTo>
                    <a:pt x="502" y="11879"/>
                  </a:lnTo>
                  <a:lnTo>
                    <a:pt x="0" y="11188"/>
                  </a:lnTo>
                  <a:lnTo>
                    <a:pt x="3385" y="7609"/>
                  </a:lnTo>
                  <a:lnTo>
                    <a:pt x="5904" y="340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h4502"/>
            <p:cNvSpPr/>
            <p:nvPr/>
          </p:nvSpPr>
          <p:spPr>
            <a:xfrm>
              <a:off x="6998898" y="3245978"/>
              <a:ext cx="8391" cy="4496"/>
            </a:xfrm>
            <a:custGeom>
              <a:avLst/>
              <a:pathLst>
                <a:path w="8391" h="4496">
                  <a:moveTo>
                    <a:pt x="6714" y="0"/>
                  </a:moveTo>
                  <a:lnTo>
                    <a:pt x="8391" y="4496"/>
                  </a:lnTo>
                  <a:lnTo>
                    <a:pt x="7286" y="4050"/>
                  </a:lnTo>
                  <a:lnTo>
                    <a:pt x="1897" y="3411"/>
                  </a:lnTo>
                  <a:lnTo>
                    <a:pt x="0" y="61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h4503"/>
            <p:cNvSpPr/>
            <p:nvPr/>
          </p:nvSpPr>
          <p:spPr>
            <a:xfrm>
              <a:off x="6916063" y="3147232"/>
              <a:ext cx="4876" cy="4764"/>
            </a:xfrm>
            <a:custGeom>
              <a:avLst/>
              <a:pathLst>
                <a:path w="4876" h="4764">
                  <a:moveTo>
                    <a:pt x="1183" y="0"/>
                  </a:moveTo>
                  <a:lnTo>
                    <a:pt x="4876" y="1745"/>
                  </a:lnTo>
                  <a:lnTo>
                    <a:pt x="4712" y="3166"/>
                  </a:lnTo>
                  <a:lnTo>
                    <a:pt x="1399" y="4764"/>
                  </a:lnTo>
                  <a:lnTo>
                    <a:pt x="0" y="116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h4504"/>
            <p:cNvSpPr/>
            <p:nvPr/>
          </p:nvSpPr>
          <p:spPr>
            <a:xfrm>
              <a:off x="6908688" y="3109734"/>
              <a:ext cx="24315" cy="29540"/>
            </a:xfrm>
            <a:custGeom>
              <a:avLst/>
              <a:pathLst>
                <a:path w="24315" h="29540">
                  <a:moveTo>
                    <a:pt x="19623" y="0"/>
                  </a:moveTo>
                  <a:lnTo>
                    <a:pt x="22387" y="1479"/>
                  </a:lnTo>
                  <a:lnTo>
                    <a:pt x="23532" y="705"/>
                  </a:lnTo>
                  <a:lnTo>
                    <a:pt x="24315" y="3904"/>
                  </a:lnTo>
                  <a:lnTo>
                    <a:pt x="24164" y="7364"/>
                  </a:lnTo>
                  <a:lnTo>
                    <a:pt x="18358" y="20367"/>
                  </a:lnTo>
                  <a:lnTo>
                    <a:pt x="18718" y="24551"/>
                  </a:lnTo>
                  <a:lnTo>
                    <a:pt x="21955" y="27588"/>
                  </a:lnTo>
                  <a:lnTo>
                    <a:pt x="21691" y="29115"/>
                  </a:lnTo>
                  <a:lnTo>
                    <a:pt x="20611" y="29540"/>
                  </a:lnTo>
                  <a:lnTo>
                    <a:pt x="14980" y="23904"/>
                  </a:lnTo>
                  <a:lnTo>
                    <a:pt x="6654" y="20490"/>
                  </a:lnTo>
                  <a:lnTo>
                    <a:pt x="5730" y="21530"/>
                  </a:lnTo>
                  <a:lnTo>
                    <a:pt x="5025" y="20351"/>
                  </a:lnTo>
                  <a:lnTo>
                    <a:pt x="2235" y="19092"/>
                  </a:lnTo>
                  <a:lnTo>
                    <a:pt x="0" y="16558"/>
                  </a:lnTo>
                  <a:lnTo>
                    <a:pt x="7468" y="16428"/>
                  </a:lnTo>
                  <a:lnTo>
                    <a:pt x="10913" y="15449"/>
                  </a:lnTo>
                  <a:lnTo>
                    <a:pt x="11164" y="9867"/>
                  </a:lnTo>
                  <a:lnTo>
                    <a:pt x="12817" y="9658"/>
                  </a:lnTo>
                  <a:lnTo>
                    <a:pt x="18692" y="63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h4505"/>
            <p:cNvSpPr/>
            <p:nvPr/>
          </p:nvSpPr>
          <p:spPr>
            <a:xfrm>
              <a:off x="7144531" y="3262257"/>
              <a:ext cx="4777" cy="4319"/>
            </a:xfrm>
            <a:custGeom>
              <a:avLst/>
              <a:pathLst>
                <a:path w="4777" h="4319">
                  <a:moveTo>
                    <a:pt x="4600" y="249"/>
                  </a:moveTo>
                  <a:lnTo>
                    <a:pt x="4777" y="1053"/>
                  </a:lnTo>
                  <a:lnTo>
                    <a:pt x="3184" y="4319"/>
                  </a:lnTo>
                  <a:lnTo>
                    <a:pt x="1726" y="3766"/>
                  </a:lnTo>
                  <a:lnTo>
                    <a:pt x="0" y="1684"/>
                  </a:lnTo>
                  <a:lnTo>
                    <a:pt x="32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h4506"/>
            <p:cNvSpPr/>
            <p:nvPr/>
          </p:nvSpPr>
          <p:spPr>
            <a:xfrm>
              <a:off x="7153691" y="3239073"/>
              <a:ext cx="21149" cy="23685"/>
            </a:xfrm>
            <a:custGeom>
              <a:avLst/>
              <a:pathLst>
                <a:path w="21149" h="23685">
                  <a:moveTo>
                    <a:pt x="11365" y="815"/>
                  </a:moveTo>
                  <a:lnTo>
                    <a:pt x="11905" y="2298"/>
                  </a:lnTo>
                  <a:lnTo>
                    <a:pt x="13107" y="2968"/>
                  </a:lnTo>
                  <a:lnTo>
                    <a:pt x="16346" y="2568"/>
                  </a:lnTo>
                  <a:lnTo>
                    <a:pt x="16331" y="2107"/>
                  </a:lnTo>
                  <a:lnTo>
                    <a:pt x="17493" y="1526"/>
                  </a:lnTo>
                  <a:lnTo>
                    <a:pt x="21149" y="6551"/>
                  </a:lnTo>
                  <a:lnTo>
                    <a:pt x="19565" y="18767"/>
                  </a:lnTo>
                  <a:lnTo>
                    <a:pt x="13131" y="23685"/>
                  </a:lnTo>
                  <a:lnTo>
                    <a:pt x="2988" y="21304"/>
                  </a:lnTo>
                  <a:lnTo>
                    <a:pt x="2026" y="16297"/>
                  </a:lnTo>
                  <a:lnTo>
                    <a:pt x="0" y="14053"/>
                  </a:lnTo>
                  <a:lnTo>
                    <a:pt x="2736" y="12407"/>
                  </a:lnTo>
                  <a:lnTo>
                    <a:pt x="7614" y="11167"/>
                  </a:lnTo>
                  <a:lnTo>
                    <a:pt x="8816" y="9531"/>
                  </a:lnTo>
                  <a:lnTo>
                    <a:pt x="7280" y="3765"/>
                  </a:lnTo>
                  <a:lnTo>
                    <a:pt x="5648" y="1489"/>
                  </a:lnTo>
                  <a:lnTo>
                    <a:pt x="856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h4507"/>
            <p:cNvSpPr/>
            <p:nvPr/>
          </p:nvSpPr>
          <p:spPr>
            <a:xfrm>
              <a:off x="6999967" y="3213896"/>
              <a:ext cx="4037" cy="4179"/>
            </a:xfrm>
            <a:custGeom>
              <a:avLst/>
              <a:pathLst>
                <a:path w="4037" h="4179">
                  <a:moveTo>
                    <a:pt x="402" y="0"/>
                  </a:moveTo>
                  <a:lnTo>
                    <a:pt x="534" y="72"/>
                  </a:lnTo>
                  <a:lnTo>
                    <a:pt x="4037" y="1289"/>
                  </a:lnTo>
                  <a:lnTo>
                    <a:pt x="4033" y="3214"/>
                  </a:lnTo>
                  <a:lnTo>
                    <a:pt x="2968" y="4179"/>
                  </a:lnTo>
                  <a:lnTo>
                    <a:pt x="0" y="388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h4508"/>
            <p:cNvSpPr/>
            <p:nvPr/>
          </p:nvSpPr>
          <p:spPr>
            <a:xfrm>
              <a:off x="6988047" y="3329914"/>
              <a:ext cx="16324" cy="34036"/>
            </a:xfrm>
            <a:custGeom>
              <a:avLst/>
              <a:pathLst>
                <a:path w="16324" h="34036">
                  <a:moveTo>
                    <a:pt x="16324" y="3761"/>
                  </a:moveTo>
                  <a:lnTo>
                    <a:pt x="13850" y="18656"/>
                  </a:lnTo>
                  <a:lnTo>
                    <a:pt x="11725" y="18398"/>
                  </a:lnTo>
                  <a:lnTo>
                    <a:pt x="8318" y="19661"/>
                  </a:lnTo>
                  <a:lnTo>
                    <a:pt x="12816" y="26787"/>
                  </a:lnTo>
                  <a:lnTo>
                    <a:pt x="14991" y="34036"/>
                  </a:lnTo>
                  <a:lnTo>
                    <a:pt x="7298" y="33378"/>
                  </a:lnTo>
                  <a:lnTo>
                    <a:pt x="6585" y="30917"/>
                  </a:lnTo>
                  <a:lnTo>
                    <a:pt x="5516" y="28150"/>
                  </a:lnTo>
                  <a:lnTo>
                    <a:pt x="0" y="26312"/>
                  </a:lnTo>
                  <a:lnTo>
                    <a:pt x="9927" y="7420"/>
                  </a:lnTo>
                  <a:lnTo>
                    <a:pt x="1125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h4509"/>
            <p:cNvSpPr/>
            <p:nvPr/>
          </p:nvSpPr>
          <p:spPr>
            <a:xfrm>
              <a:off x="7009123" y="3342062"/>
              <a:ext cx="14020" cy="17681"/>
            </a:xfrm>
            <a:custGeom>
              <a:avLst/>
              <a:pathLst>
                <a:path w="14020" h="17681">
                  <a:moveTo>
                    <a:pt x="14020" y="6187"/>
                  </a:moveTo>
                  <a:lnTo>
                    <a:pt x="13676" y="9529"/>
                  </a:lnTo>
                  <a:lnTo>
                    <a:pt x="8607" y="13975"/>
                  </a:lnTo>
                  <a:lnTo>
                    <a:pt x="7605" y="13558"/>
                  </a:lnTo>
                  <a:lnTo>
                    <a:pt x="7390" y="14895"/>
                  </a:lnTo>
                  <a:lnTo>
                    <a:pt x="4020" y="16112"/>
                  </a:lnTo>
                  <a:lnTo>
                    <a:pt x="3037" y="17681"/>
                  </a:lnTo>
                  <a:lnTo>
                    <a:pt x="2032" y="17073"/>
                  </a:lnTo>
                  <a:lnTo>
                    <a:pt x="275" y="11426"/>
                  </a:lnTo>
                  <a:lnTo>
                    <a:pt x="0" y="8705"/>
                  </a:lnTo>
                  <a:lnTo>
                    <a:pt x="1261" y="6534"/>
                  </a:lnTo>
                  <a:lnTo>
                    <a:pt x="1688" y="3751"/>
                  </a:lnTo>
                  <a:lnTo>
                    <a:pt x="917" y="1671"/>
                  </a:lnTo>
                  <a:lnTo>
                    <a:pt x="414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h4510"/>
            <p:cNvSpPr/>
            <p:nvPr/>
          </p:nvSpPr>
          <p:spPr>
            <a:xfrm>
              <a:off x="6885740" y="3252420"/>
              <a:ext cx="30577" cy="39489"/>
            </a:xfrm>
            <a:custGeom>
              <a:avLst/>
              <a:pathLst>
                <a:path w="30577" h="39489">
                  <a:moveTo>
                    <a:pt x="19506" y="0"/>
                  </a:moveTo>
                  <a:lnTo>
                    <a:pt x="24447" y="14295"/>
                  </a:lnTo>
                  <a:lnTo>
                    <a:pt x="27799" y="17801"/>
                  </a:lnTo>
                  <a:lnTo>
                    <a:pt x="28046" y="21265"/>
                  </a:lnTo>
                  <a:lnTo>
                    <a:pt x="30577" y="22757"/>
                  </a:lnTo>
                  <a:lnTo>
                    <a:pt x="30538" y="28660"/>
                  </a:lnTo>
                  <a:lnTo>
                    <a:pt x="29629" y="30262"/>
                  </a:lnTo>
                  <a:lnTo>
                    <a:pt x="25519" y="32014"/>
                  </a:lnTo>
                  <a:lnTo>
                    <a:pt x="22652" y="37038"/>
                  </a:lnTo>
                  <a:lnTo>
                    <a:pt x="21751" y="37399"/>
                  </a:lnTo>
                  <a:lnTo>
                    <a:pt x="18641" y="36166"/>
                  </a:lnTo>
                  <a:lnTo>
                    <a:pt x="6345" y="35635"/>
                  </a:lnTo>
                  <a:lnTo>
                    <a:pt x="3192" y="36131"/>
                  </a:lnTo>
                  <a:lnTo>
                    <a:pt x="4996" y="39489"/>
                  </a:lnTo>
                  <a:lnTo>
                    <a:pt x="2736" y="38645"/>
                  </a:lnTo>
                  <a:lnTo>
                    <a:pt x="494" y="37260"/>
                  </a:lnTo>
                  <a:lnTo>
                    <a:pt x="0" y="35270"/>
                  </a:lnTo>
                  <a:lnTo>
                    <a:pt x="1304" y="33239"/>
                  </a:lnTo>
                  <a:lnTo>
                    <a:pt x="266" y="29428"/>
                  </a:lnTo>
                  <a:lnTo>
                    <a:pt x="2338" y="24943"/>
                  </a:lnTo>
                  <a:lnTo>
                    <a:pt x="5631" y="19199"/>
                  </a:lnTo>
                  <a:lnTo>
                    <a:pt x="7482" y="17133"/>
                  </a:lnTo>
                  <a:lnTo>
                    <a:pt x="9798" y="12370"/>
                  </a:lnTo>
                  <a:lnTo>
                    <a:pt x="16608" y="4717"/>
                  </a:lnTo>
                  <a:lnTo>
                    <a:pt x="17944" y="13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h4511"/>
            <p:cNvSpPr/>
            <p:nvPr/>
          </p:nvSpPr>
          <p:spPr>
            <a:xfrm>
              <a:off x="6955526" y="3155147"/>
              <a:ext cx="10477" cy="16603"/>
            </a:xfrm>
            <a:custGeom>
              <a:avLst/>
              <a:pathLst>
                <a:path w="10477" h="16603">
                  <a:moveTo>
                    <a:pt x="8882" y="2676"/>
                  </a:moveTo>
                  <a:lnTo>
                    <a:pt x="10477" y="4600"/>
                  </a:lnTo>
                  <a:lnTo>
                    <a:pt x="7094" y="9219"/>
                  </a:lnTo>
                  <a:lnTo>
                    <a:pt x="7725" y="14840"/>
                  </a:lnTo>
                  <a:lnTo>
                    <a:pt x="5902" y="16603"/>
                  </a:lnTo>
                  <a:lnTo>
                    <a:pt x="2406" y="15566"/>
                  </a:lnTo>
                  <a:lnTo>
                    <a:pt x="2053" y="8142"/>
                  </a:lnTo>
                  <a:lnTo>
                    <a:pt x="778" y="4966"/>
                  </a:lnTo>
                  <a:lnTo>
                    <a:pt x="0" y="5551"/>
                  </a:lnTo>
                  <a:lnTo>
                    <a:pt x="1970" y="1525"/>
                  </a:lnTo>
                  <a:lnTo>
                    <a:pt x="812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h4512"/>
            <p:cNvSpPr/>
            <p:nvPr/>
          </p:nvSpPr>
          <p:spPr>
            <a:xfrm>
              <a:off x="7188112" y="3247672"/>
              <a:ext cx="43957" cy="51225"/>
            </a:xfrm>
            <a:custGeom>
              <a:avLst/>
              <a:pathLst>
                <a:path w="43957" h="51225">
                  <a:moveTo>
                    <a:pt x="33652" y="3094"/>
                  </a:moveTo>
                  <a:lnTo>
                    <a:pt x="34677" y="2074"/>
                  </a:lnTo>
                  <a:lnTo>
                    <a:pt x="39092" y="6809"/>
                  </a:lnTo>
                  <a:lnTo>
                    <a:pt x="39737" y="4873"/>
                  </a:lnTo>
                  <a:lnTo>
                    <a:pt x="40722" y="4300"/>
                  </a:lnTo>
                  <a:lnTo>
                    <a:pt x="42723" y="5432"/>
                  </a:lnTo>
                  <a:lnTo>
                    <a:pt x="43957" y="7662"/>
                  </a:lnTo>
                  <a:lnTo>
                    <a:pt x="43667" y="9147"/>
                  </a:lnTo>
                  <a:lnTo>
                    <a:pt x="42492" y="9445"/>
                  </a:lnTo>
                  <a:lnTo>
                    <a:pt x="41018" y="12177"/>
                  </a:lnTo>
                  <a:lnTo>
                    <a:pt x="42251" y="17303"/>
                  </a:lnTo>
                  <a:lnTo>
                    <a:pt x="42124" y="21457"/>
                  </a:lnTo>
                  <a:lnTo>
                    <a:pt x="40162" y="26288"/>
                  </a:lnTo>
                  <a:lnTo>
                    <a:pt x="41921" y="27653"/>
                  </a:lnTo>
                  <a:lnTo>
                    <a:pt x="37107" y="29056"/>
                  </a:lnTo>
                  <a:lnTo>
                    <a:pt x="37327" y="32992"/>
                  </a:lnTo>
                  <a:lnTo>
                    <a:pt x="32375" y="31439"/>
                  </a:lnTo>
                  <a:lnTo>
                    <a:pt x="28445" y="32676"/>
                  </a:lnTo>
                  <a:lnTo>
                    <a:pt x="26115" y="35239"/>
                  </a:lnTo>
                  <a:lnTo>
                    <a:pt x="26084" y="39863"/>
                  </a:lnTo>
                  <a:lnTo>
                    <a:pt x="25548" y="41144"/>
                  </a:lnTo>
                  <a:lnTo>
                    <a:pt x="16449" y="44614"/>
                  </a:lnTo>
                  <a:lnTo>
                    <a:pt x="14014" y="51225"/>
                  </a:lnTo>
                  <a:lnTo>
                    <a:pt x="10054" y="50563"/>
                  </a:lnTo>
                  <a:lnTo>
                    <a:pt x="9898" y="47343"/>
                  </a:lnTo>
                  <a:lnTo>
                    <a:pt x="10772" y="47301"/>
                  </a:lnTo>
                  <a:lnTo>
                    <a:pt x="8817" y="45362"/>
                  </a:lnTo>
                  <a:lnTo>
                    <a:pt x="4766" y="43750"/>
                  </a:lnTo>
                  <a:lnTo>
                    <a:pt x="3329" y="43791"/>
                  </a:lnTo>
                  <a:lnTo>
                    <a:pt x="2346" y="42186"/>
                  </a:lnTo>
                  <a:lnTo>
                    <a:pt x="2906" y="40499"/>
                  </a:lnTo>
                  <a:lnTo>
                    <a:pt x="2255" y="39206"/>
                  </a:lnTo>
                  <a:lnTo>
                    <a:pt x="0" y="39707"/>
                  </a:lnTo>
                  <a:lnTo>
                    <a:pt x="1679" y="37588"/>
                  </a:lnTo>
                  <a:lnTo>
                    <a:pt x="4849" y="37868"/>
                  </a:lnTo>
                  <a:lnTo>
                    <a:pt x="5397" y="41393"/>
                  </a:lnTo>
                  <a:lnTo>
                    <a:pt x="9608" y="41397"/>
                  </a:lnTo>
                  <a:lnTo>
                    <a:pt x="15323" y="39790"/>
                  </a:lnTo>
                  <a:lnTo>
                    <a:pt x="19922" y="34403"/>
                  </a:lnTo>
                  <a:lnTo>
                    <a:pt x="22719" y="28016"/>
                  </a:lnTo>
                  <a:lnTo>
                    <a:pt x="22354" y="21158"/>
                  </a:lnTo>
                  <a:lnTo>
                    <a:pt x="17291" y="18554"/>
                  </a:lnTo>
                  <a:lnTo>
                    <a:pt x="20464" y="16149"/>
                  </a:lnTo>
                  <a:lnTo>
                    <a:pt x="22257" y="12639"/>
                  </a:lnTo>
                  <a:lnTo>
                    <a:pt x="19792" y="10225"/>
                  </a:lnTo>
                  <a:lnTo>
                    <a:pt x="3036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h4513"/>
            <p:cNvSpPr/>
            <p:nvPr/>
          </p:nvSpPr>
          <p:spPr>
            <a:xfrm>
              <a:off x="6972358" y="3141893"/>
              <a:ext cx="9819" cy="12448"/>
            </a:xfrm>
            <a:custGeom>
              <a:avLst/>
              <a:pathLst>
                <a:path w="9819" h="12448">
                  <a:moveTo>
                    <a:pt x="8043" y="5848"/>
                  </a:moveTo>
                  <a:lnTo>
                    <a:pt x="9819" y="10462"/>
                  </a:lnTo>
                  <a:lnTo>
                    <a:pt x="7914" y="10663"/>
                  </a:lnTo>
                  <a:lnTo>
                    <a:pt x="7051" y="12161"/>
                  </a:lnTo>
                  <a:lnTo>
                    <a:pt x="1929" y="12448"/>
                  </a:lnTo>
                  <a:lnTo>
                    <a:pt x="2261" y="7837"/>
                  </a:lnTo>
                  <a:lnTo>
                    <a:pt x="0" y="2800"/>
                  </a:lnTo>
                  <a:lnTo>
                    <a:pt x="279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h4514"/>
            <p:cNvSpPr/>
            <p:nvPr/>
          </p:nvSpPr>
          <p:spPr>
            <a:xfrm>
              <a:off x="7040012" y="3266821"/>
              <a:ext cx="8692" cy="12336"/>
            </a:xfrm>
            <a:custGeom>
              <a:avLst/>
              <a:pathLst>
                <a:path w="8692" h="12336">
                  <a:moveTo>
                    <a:pt x="6884" y="2625"/>
                  </a:moveTo>
                  <a:lnTo>
                    <a:pt x="7672" y="4559"/>
                  </a:lnTo>
                  <a:lnTo>
                    <a:pt x="7199" y="8167"/>
                  </a:lnTo>
                  <a:lnTo>
                    <a:pt x="8692" y="7672"/>
                  </a:lnTo>
                  <a:lnTo>
                    <a:pt x="7579" y="9623"/>
                  </a:lnTo>
                  <a:lnTo>
                    <a:pt x="1113" y="12336"/>
                  </a:lnTo>
                  <a:lnTo>
                    <a:pt x="581" y="10831"/>
                  </a:lnTo>
                  <a:lnTo>
                    <a:pt x="2244" y="11498"/>
                  </a:lnTo>
                  <a:lnTo>
                    <a:pt x="477" y="6181"/>
                  </a:lnTo>
                  <a:lnTo>
                    <a:pt x="0" y="2037"/>
                  </a:lnTo>
                  <a:lnTo>
                    <a:pt x="128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h4515"/>
            <p:cNvSpPr/>
            <p:nvPr/>
          </p:nvSpPr>
          <p:spPr>
            <a:xfrm>
              <a:off x="6831595" y="3293672"/>
              <a:ext cx="12079" cy="9502"/>
            </a:xfrm>
            <a:custGeom>
              <a:avLst/>
              <a:pathLst>
                <a:path w="12079" h="9502">
                  <a:moveTo>
                    <a:pt x="9982" y="468"/>
                  </a:moveTo>
                  <a:lnTo>
                    <a:pt x="12079" y="3801"/>
                  </a:lnTo>
                  <a:lnTo>
                    <a:pt x="10592" y="9502"/>
                  </a:lnTo>
                  <a:lnTo>
                    <a:pt x="1883" y="9427"/>
                  </a:lnTo>
                  <a:lnTo>
                    <a:pt x="1260" y="5427"/>
                  </a:lnTo>
                  <a:lnTo>
                    <a:pt x="0" y="4098"/>
                  </a:lnTo>
                  <a:lnTo>
                    <a:pt x="4937" y="3283"/>
                  </a:lnTo>
                  <a:lnTo>
                    <a:pt x="7259" y="1142"/>
                  </a:lnTo>
                  <a:lnTo>
                    <a:pt x="976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h4516"/>
            <p:cNvSpPr/>
            <p:nvPr/>
          </p:nvSpPr>
          <p:spPr>
            <a:xfrm>
              <a:off x="6996461" y="3301601"/>
              <a:ext cx="15196" cy="9852"/>
            </a:xfrm>
            <a:custGeom>
              <a:avLst/>
              <a:pathLst>
                <a:path w="15196" h="9852">
                  <a:moveTo>
                    <a:pt x="14919" y="38"/>
                  </a:moveTo>
                  <a:lnTo>
                    <a:pt x="15196" y="954"/>
                  </a:lnTo>
                  <a:lnTo>
                    <a:pt x="12097" y="4800"/>
                  </a:lnTo>
                  <a:lnTo>
                    <a:pt x="10552" y="9772"/>
                  </a:lnTo>
                  <a:lnTo>
                    <a:pt x="9602" y="9807"/>
                  </a:lnTo>
                  <a:lnTo>
                    <a:pt x="8684" y="9852"/>
                  </a:lnTo>
                  <a:lnTo>
                    <a:pt x="6076" y="7791"/>
                  </a:lnTo>
                  <a:lnTo>
                    <a:pt x="0" y="5680"/>
                  </a:lnTo>
                  <a:lnTo>
                    <a:pt x="2019" y="2982"/>
                  </a:lnTo>
                  <a:lnTo>
                    <a:pt x="4016" y="3516"/>
                  </a:lnTo>
                  <a:lnTo>
                    <a:pt x="6869" y="2772"/>
                  </a:lnTo>
                  <a:lnTo>
                    <a:pt x="1005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h4517"/>
            <p:cNvSpPr/>
            <p:nvPr/>
          </p:nvSpPr>
          <p:spPr>
            <a:xfrm>
              <a:off x="6950201" y="3331331"/>
              <a:ext cx="8980" cy="8866"/>
            </a:xfrm>
            <a:custGeom>
              <a:avLst/>
              <a:pathLst>
                <a:path w="8980" h="8866">
                  <a:moveTo>
                    <a:pt x="8980" y="6229"/>
                  </a:moveTo>
                  <a:lnTo>
                    <a:pt x="6202" y="8866"/>
                  </a:lnTo>
                  <a:lnTo>
                    <a:pt x="3092" y="8571"/>
                  </a:lnTo>
                  <a:lnTo>
                    <a:pt x="958" y="6725"/>
                  </a:lnTo>
                  <a:lnTo>
                    <a:pt x="0" y="2207"/>
                  </a:lnTo>
                  <a:lnTo>
                    <a:pt x="6828" y="910"/>
                  </a:lnTo>
                  <a:lnTo>
                    <a:pt x="68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h4518"/>
            <p:cNvSpPr/>
            <p:nvPr/>
          </p:nvSpPr>
          <p:spPr>
            <a:xfrm>
              <a:off x="6865252" y="3157713"/>
              <a:ext cx="29021" cy="35723"/>
            </a:xfrm>
            <a:custGeom>
              <a:avLst/>
              <a:pathLst>
                <a:path w="29021" h="35723">
                  <a:moveTo>
                    <a:pt x="20349" y="0"/>
                  </a:moveTo>
                  <a:lnTo>
                    <a:pt x="21748" y="2623"/>
                  </a:lnTo>
                  <a:lnTo>
                    <a:pt x="22563" y="2623"/>
                  </a:lnTo>
                  <a:lnTo>
                    <a:pt x="22605" y="4283"/>
                  </a:lnTo>
                  <a:lnTo>
                    <a:pt x="24220" y="6606"/>
                  </a:lnTo>
                  <a:lnTo>
                    <a:pt x="27067" y="4815"/>
                  </a:lnTo>
                  <a:lnTo>
                    <a:pt x="29021" y="7429"/>
                  </a:lnTo>
                  <a:lnTo>
                    <a:pt x="25940" y="11219"/>
                  </a:lnTo>
                  <a:lnTo>
                    <a:pt x="26847" y="14807"/>
                  </a:lnTo>
                  <a:lnTo>
                    <a:pt x="19336" y="22925"/>
                  </a:lnTo>
                  <a:lnTo>
                    <a:pt x="14665" y="25725"/>
                  </a:lnTo>
                  <a:lnTo>
                    <a:pt x="13379" y="28252"/>
                  </a:lnTo>
                  <a:lnTo>
                    <a:pt x="13830" y="31955"/>
                  </a:lnTo>
                  <a:lnTo>
                    <a:pt x="12832" y="33774"/>
                  </a:lnTo>
                  <a:lnTo>
                    <a:pt x="10352" y="35723"/>
                  </a:lnTo>
                  <a:lnTo>
                    <a:pt x="8455" y="34966"/>
                  </a:lnTo>
                  <a:lnTo>
                    <a:pt x="7956" y="33805"/>
                  </a:lnTo>
                  <a:lnTo>
                    <a:pt x="5669" y="30535"/>
                  </a:lnTo>
                  <a:lnTo>
                    <a:pt x="2159" y="31644"/>
                  </a:lnTo>
                  <a:lnTo>
                    <a:pt x="1544" y="31164"/>
                  </a:lnTo>
                  <a:lnTo>
                    <a:pt x="0" y="27331"/>
                  </a:lnTo>
                  <a:lnTo>
                    <a:pt x="108" y="22861"/>
                  </a:lnTo>
                  <a:lnTo>
                    <a:pt x="2724" y="23211"/>
                  </a:lnTo>
                  <a:lnTo>
                    <a:pt x="4039" y="22730"/>
                  </a:lnTo>
                  <a:lnTo>
                    <a:pt x="1037" y="16857"/>
                  </a:lnTo>
                  <a:lnTo>
                    <a:pt x="2089" y="12249"/>
                  </a:lnTo>
                  <a:lnTo>
                    <a:pt x="2891" y="12946"/>
                  </a:lnTo>
                  <a:lnTo>
                    <a:pt x="4893" y="12192"/>
                  </a:lnTo>
                  <a:lnTo>
                    <a:pt x="3908" y="7759"/>
                  </a:lnTo>
                  <a:lnTo>
                    <a:pt x="8905" y="4753"/>
                  </a:lnTo>
                  <a:lnTo>
                    <a:pt x="11348" y="2331"/>
                  </a:lnTo>
                  <a:lnTo>
                    <a:pt x="12873" y="3747"/>
                  </a:lnTo>
                  <a:lnTo>
                    <a:pt x="14734" y="164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h4519"/>
            <p:cNvSpPr/>
            <p:nvPr/>
          </p:nvSpPr>
          <p:spPr>
            <a:xfrm>
              <a:off x="6939717" y="3226504"/>
              <a:ext cx="9644" cy="12044"/>
            </a:xfrm>
            <a:custGeom>
              <a:avLst/>
              <a:pathLst>
                <a:path w="9644" h="12044">
                  <a:moveTo>
                    <a:pt x="8371" y="2353"/>
                  </a:moveTo>
                  <a:lnTo>
                    <a:pt x="9644" y="5856"/>
                  </a:lnTo>
                  <a:lnTo>
                    <a:pt x="7536" y="9216"/>
                  </a:lnTo>
                  <a:lnTo>
                    <a:pt x="7520" y="10502"/>
                  </a:lnTo>
                  <a:lnTo>
                    <a:pt x="5922" y="11583"/>
                  </a:lnTo>
                  <a:lnTo>
                    <a:pt x="3826" y="12044"/>
                  </a:lnTo>
                  <a:lnTo>
                    <a:pt x="2052" y="10447"/>
                  </a:lnTo>
                  <a:lnTo>
                    <a:pt x="0" y="7414"/>
                  </a:lnTo>
                  <a:lnTo>
                    <a:pt x="1921" y="3450"/>
                  </a:lnTo>
                  <a:lnTo>
                    <a:pt x="1729" y="579"/>
                  </a:lnTo>
                  <a:lnTo>
                    <a:pt x="114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h4520"/>
            <p:cNvSpPr/>
            <p:nvPr/>
          </p:nvSpPr>
          <p:spPr>
            <a:xfrm>
              <a:off x="6995237" y="3237150"/>
              <a:ext cx="22911" cy="15517"/>
            </a:xfrm>
            <a:custGeom>
              <a:avLst/>
              <a:pathLst>
                <a:path w="22911" h="15517">
                  <a:moveTo>
                    <a:pt x="5207" y="2098"/>
                  </a:moveTo>
                  <a:lnTo>
                    <a:pt x="5494" y="5292"/>
                  </a:lnTo>
                  <a:lnTo>
                    <a:pt x="9472" y="7700"/>
                  </a:lnTo>
                  <a:lnTo>
                    <a:pt x="10803" y="7389"/>
                  </a:lnTo>
                  <a:lnTo>
                    <a:pt x="11061" y="6602"/>
                  </a:lnTo>
                  <a:lnTo>
                    <a:pt x="12821" y="5541"/>
                  </a:lnTo>
                  <a:lnTo>
                    <a:pt x="14523" y="6219"/>
                  </a:lnTo>
                  <a:lnTo>
                    <a:pt x="15034" y="6727"/>
                  </a:lnTo>
                  <a:lnTo>
                    <a:pt x="15354" y="8424"/>
                  </a:lnTo>
                  <a:lnTo>
                    <a:pt x="22911" y="10971"/>
                  </a:lnTo>
                  <a:lnTo>
                    <a:pt x="22891" y="11854"/>
                  </a:lnTo>
                  <a:lnTo>
                    <a:pt x="21264" y="11679"/>
                  </a:lnTo>
                  <a:lnTo>
                    <a:pt x="20096" y="15517"/>
                  </a:lnTo>
                  <a:lnTo>
                    <a:pt x="18503" y="13810"/>
                  </a:lnTo>
                  <a:lnTo>
                    <a:pt x="16840" y="13190"/>
                  </a:lnTo>
                  <a:lnTo>
                    <a:pt x="15629" y="11074"/>
                  </a:lnTo>
                  <a:lnTo>
                    <a:pt x="13899" y="10642"/>
                  </a:lnTo>
                  <a:lnTo>
                    <a:pt x="13358" y="13145"/>
                  </a:lnTo>
                  <a:lnTo>
                    <a:pt x="12052" y="13324"/>
                  </a:lnTo>
                  <a:lnTo>
                    <a:pt x="10375" y="8827"/>
                  </a:lnTo>
                  <a:lnTo>
                    <a:pt x="3660" y="9443"/>
                  </a:lnTo>
                  <a:lnTo>
                    <a:pt x="0" y="7214"/>
                  </a:lnTo>
                  <a:lnTo>
                    <a:pt x="1974" y="1563"/>
                  </a:lnTo>
                  <a:lnTo>
                    <a:pt x="376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h4521"/>
            <p:cNvSpPr/>
            <p:nvPr/>
          </p:nvSpPr>
          <p:spPr>
            <a:xfrm>
              <a:off x="6815426" y="3162439"/>
              <a:ext cx="4413" cy="7441"/>
            </a:xfrm>
            <a:custGeom>
              <a:avLst/>
              <a:pathLst>
                <a:path w="4413" h="7441">
                  <a:moveTo>
                    <a:pt x="1949" y="1021"/>
                  </a:moveTo>
                  <a:lnTo>
                    <a:pt x="4413" y="6492"/>
                  </a:lnTo>
                  <a:lnTo>
                    <a:pt x="3881" y="7441"/>
                  </a:lnTo>
                  <a:lnTo>
                    <a:pt x="473" y="47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h4522"/>
            <p:cNvSpPr/>
            <p:nvPr/>
          </p:nvSpPr>
          <p:spPr>
            <a:xfrm>
              <a:off x="6929398" y="3266374"/>
              <a:ext cx="27393" cy="17740"/>
            </a:xfrm>
            <a:custGeom>
              <a:avLst/>
              <a:pathLst>
                <a:path w="27393" h="17740">
                  <a:moveTo>
                    <a:pt x="18388" y="1147"/>
                  </a:moveTo>
                  <a:lnTo>
                    <a:pt x="18604" y="2890"/>
                  </a:lnTo>
                  <a:lnTo>
                    <a:pt x="20830" y="4008"/>
                  </a:lnTo>
                  <a:lnTo>
                    <a:pt x="24654" y="4418"/>
                  </a:lnTo>
                  <a:lnTo>
                    <a:pt x="25472" y="9032"/>
                  </a:lnTo>
                  <a:lnTo>
                    <a:pt x="27393" y="10781"/>
                  </a:lnTo>
                  <a:lnTo>
                    <a:pt x="26799" y="14332"/>
                  </a:lnTo>
                  <a:lnTo>
                    <a:pt x="24917" y="17509"/>
                  </a:lnTo>
                  <a:lnTo>
                    <a:pt x="22514" y="17740"/>
                  </a:lnTo>
                  <a:lnTo>
                    <a:pt x="13758" y="12363"/>
                  </a:lnTo>
                  <a:lnTo>
                    <a:pt x="3700" y="13137"/>
                  </a:lnTo>
                  <a:lnTo>
                    <a:pt x="749" y="14128"/>
                  </a:lnTo>
                  <a:lnTo>
                    <a:pt x="0" y="12495"/>
                  </a:lnTo>
                  <a:lnTo>
                    <a:pt x="2949" y="7416"/>
                  </a:lnTo>
                  <a:lnTo>
                    <a:pt x="3563" y="4447"/>
                  </a:lnTo>
                  <a:lnTo>
                    <a:pt x="6017" y="1274"/>
                  </a:lnTo>
                  <a:lnTo>
                    <a:pt x="1215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h4523"/>
            <p:cNvSpPr/>
            <p:nvPr/>
          </p:nvSpPr>
          <p:spPr>
            <a:xfrm>
              <a:off x="7079638" y="3223417"/>
              <a:ext cx="20503" cy="16793"/>
            </a:xfrm>
            <a:custGeom>
              <a:avLst/>
              <a:pathLst>
                <a:path w="20503" h="16793">
                  <a:moveTo>
                    <a:pt x="18263" y="2459"/>
                  </a:moveTo>
                  <a:lnTo>
                    <a:pt x="16936" y="7755"/>
                  </a:lnTo>
                  <a:lnTo>
                    <a:pt x="17256" y="9729"/>
                  </a:lnTo>
                  <a:lnTo>
                    <a:pt x="19107" y="12233"/>
                  </a:lnTo>
                  <a:lnTo>
                    <a:pt x="20503" y="12887"/>
                  </a:lnTo>
                  <a:lnTo>
                    <a:pt x="18954" y="13317"/>
                  </a:lnTo>
                  <a:lnTo>
                    <a:pt x="16253" y="11804"/>
                  </a:lnTo>
                  <a:lnTo>
                    <a:pt x="12870" y="11805"/>
                  </a:lnTo>
                  <a:lnTo>
                    <a:pt x="11658" y="13528"/>
                  </a:lnTo>
                  <a:lnTo>
                    <a:pt x="13033" y="16539"/>
                  </a:lnTo>
                  <a:lnTo>
                    <a:pt x="11682" y="16793"/>
                  </a:lnTo>
                  <a:lnTo>
                    <a:pt x="8492" y="14305"/>
                  </a:lnTo>
                  <a:lnTo>
                    <a:pt x="8967" y="13488"/>
                  </a:lnTo>
                  <a:lnTo>
                    <a:pt x="8722" y="9651"/>
                  </a:lnTo>
                  <a:lnTo>
                    <a:pt x="3130" y="6243"/>
                  </a:lnTo>
                  <a:lnTo>
                    <a:pt x="405" y="6858"/>
                  </a:lnTo>
                  <a:lnTo>
                    <a:pt x="0" y="5422"/>
                  </a:lnTo>
                  <a:lnTo>
                    <a:pt x="602" y="4062"/>
                  </a:lnTo>
                  <a:lnTo>
                    <a:pt x="1704" y="3746"/>
                  </a:lnTo>
                  <a:lnTo>
                    <a:pt x="6114" y="4567"/>
                  </a:lnTo>
                  <a:lnTo>
                    <a:pt x="11988" y="4505"/>
                  </a:lnTo>
                  <a:lnTo>
                    <a:pt x="13392" y="3287"/>
                  </a:lnTo>
                  <a:lnTo>
                    <a:pt x="13221" y="1049"/>
                  </a:lnTo>
                  <a:lnTo>
                    <a:pt x="1429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h4524"/>
            <p:cNvSpPr/>
            <p:nvPr/>
          </p:nvSpPr>
          <p:spPr>
            <a:xfrm>
              <a:off x="7038861" y="3342353"/>
              <a:ext cx="12310" cy="11322"/>
            </a:xfrm>
            <a:custGeom>
              <a:avLst/>
              <a:pathLst>
                <a:path w="12310" h="11322">
                  <a:moveTo>
                    <a:pt x="9271" y="1726"/>
                  </a:moveTo>
                  <a:lnTo>
                    <a:pt x="10228" y="3397"/>
                  </a:lnTo>
                  <a:lnTo>
                    <a:pt x="10592" y="6311"/>
                  </a:lnTo>
                  <a:lnTo>
                    <a:pt x="12310" y="8693"/>
                  </a:lnTo>
                  <a:lnTo>
                    <a:pt x="11563" y="11322"/>
                  </a:lnTo>
                  <a:lnTo>
                    <a:pt x="5748" y="9890"/>
                  </a:lnTo>
                  <a:lnTo>
                    <a:pt x="2682" y="7735"/>
                  </a:lnTo>
                  <a:lnTo>
                    <a:pt x="1229" y="8329"/>
                  </a:lnTo>
                  <a:lnTo>
                    <a:pt x="0" y="8224"/>
                  </a:lnTo>
                  <a:lnTo>
                    <a:pt x="133" y="3318"/>
                  </a:lnTo>
                  <a:lnTo>
                    <a:pt x="3468" y="1051"/>
                  </a:lnTo>
                  <a:lnTo>
                    <a:pt x="739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h4525"/>
            <p:cNvSpPr/>
            <p:nvPr/>
          </p:nvSpPr>
          <p:spPr>
            <a:xfrm>
              <a:off x="6976408" y="3363292"/>
              <a:ext cx="28881" cy="27549"/>
            </a:xfrm>
            <a:custGeom>
              <a:avLst/>
              <a:pathLst>
                <a:path w="28881" h="27549">
                  <a:moveTo>
                    <a:pt x="26666" y="731"/>
                  </a:moveTo>
                  <a:lnTo>
                    <a:pt x="25422" y="941"/>
                  </a:lnTo>
                  <a:lnTo>
                    <a:pt x="24687" y="2091"/>
                  </a:lnTo>
                  <a:lnTo>
                    <a:pt x="25689" y="5492"/>
                  </a:lnTo>
                  <a:lnTo>
                    <a:pt x="28881" y="8595"/>
                  </a:lnTo>
                  <a:lnTo>
                    <a:pt x="27457" y="16066"/>
                  </a:lnTo>
                  <a:lnTo>
                    <a:pt x="26239" y="18030"/>
                  </a:lnTo>
                  <a:lnTo>
                    <a:pt x="25368" y="22331"/>
                  </a:lnTo>
                  <a:lnTo>
                    <a:pt x="26013" y="26738"/>
                  </a:lnTo>
                  <a:lnTo>
                    <a:pt x="24810" y="27549"/>
                  </a:lnTo>
                  <a:lnTo>
                    <a:pt x="15052" y="22389"/>
                  </a:lnTo>
                  <a:lnTo>
                    <a:pt x="4655" y="19583"/>
                  </a:lnTo>
                  <a:lnTo>
                    <a:pt x="1695" y="17486"/>
                  </a:lnTo>
                  <a:lnTo>
                    <a:pt x="1913" y="16531"/>
                  </a:lnTo>
                  <a:lnTo>
                    <a:pt x="0" y="13671"/>
                  </a:lnTo>
                  <a:lnTo>
                    <a:pt x="1334" y="10772"/>
                  </a:lnTo>
                  <a:lnTo>
                    <a:pt x="9514" y="4936"/>
                  </a:lnTo>
                  <a:lnTo>
                    <a:pt x="1893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h4526"/>
            <p:cNvSpPr/>
            <p:nvPr/>
          </p:nvSpPr>
          <p:spPr>
            <a:xfrm>
              <a:off x="6880858" y="3316539"/>
              <a:ext cx="9215" cy="11189"/>
            </a:xfrm>
            <a:custGeom>
              <a:avLst/>
              <a:pathLst>
                <a:path w="9215" h="11189">
                  <a:moveTo>
                    <a:pt x="8696" y="3578"/>
                  </a:moveTo>
                  <a:lnTo>
                    <a:pt x="9215" y="4852"/>
                  </a:lnTo>
                  <a:lnTo>
                    <a:pt x="4639" y="10735"/>
                  </a:lnTo>
                  <a:lnTo>
                    <a:pt x="1441" y="11189"/>
                  </a:lnTo>
                  <a:lnTo>
                    <a:pt x="0" y="7733"/>
                  </a:lnTo>
                  <a:lnTo>
                    <a:pt x="1196" y="1230"/>
                  </a:lnTo>
                  <a:lnTo>
                    <a:pt x="419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h4527"/>
            <p:cNvSpPr/>
            <p:nvPr/>
          </p:nvSpPr>
          <p:spPr>
            <a:xfrm>
              <a:off x="6905246" y="3247580"/>
              <a:ext cx="32034" cy="27596"/>
            </a:xfrm>
            <a:custGeom>
              <a:avLst/>
              <a:pathLst>
                <a:path w="32034" h="27596">
                  <a:moveTo>
                    <a:pt x="9662" y="472"/>
                  </a:moveTo>
                  <a:lnTo>
                    <a:pt x="11457" y="3697"/>
                  </a:lnTo>
                  <a:lnTo>
                    <a:pt x="11493" y="6363"/>
                  </a:lnTo>
                  <a:lnTo>
                    <a:pt x="13145" y="8962"/>
                  </a:lnTo>
                  <a:lnTo>
                    <a:pt x="15254" y="8396"/>
                  </a:lnTo>
                  <a:lnTo>
                    <a:pt x="16217" y="6089"/>
                  </a:lnTo>
                  <a:lnTo>
                    <a:pt x="21230" y="7129"/>
                  </a:lnTo>
                  <a:lnTo>
                    <a:pt x="19596" y="8250"/>
                  </a:lnTo>
                  <a:lnTo>
                    <a:pt x="15910" y="8288"/>
                  </a:lnTo>
                  <a:lnTo>
                    <a:pt x="14911" y="9576"/>
                  </a:lnTo>
                  <a:lnTo>
                    <a:pt x="15512" y="10052"/>
                  </a:lnTo>
                  <a:lnTo>
                    <a:pt x="22047" y="9245"/>
                  </a:lnTo>
                  <a:lnTo>
                    <a:pt x="27222" y="10166"/>
                  </a:lnTo>
                  <a:lnTo>
                    <a:pt x="30067" y="10524"/>
                  </a:lnTo>
                  <a:lnTo>
                    <a:pt x="32034" y="14338"/>
                  </a:lnTo>
                  <a:lnTo>
                    <a:pt x="31646" y="15885"/>
                  </a:lnTo>
                  <a:lnTo>
                    <a:pt x="30654" y="16451"/>
                  </a:lnTo>
                  <a:lnTo>
                    <a:pt x="22408" y="16989"/>
                  </a:lnTo>
                  <a:lnTo>
                    <a:pt x="18083" y="18217"/>
                  </a:lnTo>
                  <a:lnTo>
                    <a:pt x="15263" y="20667"/>
                  </a:lnTo>
                  <a:lnTo>
                    <a:pt x="11070" y="27596"/>
                  </a:lnTo>
                  <a:lnTo>
                    <a:pt x="8540" y="26105"/>
                  </a:lnTo>
                  <a:lnTo>
                    <a:pt x="8293" y="22641"/>
                  </a:lnTo>
                  <a:lnTo>
                    <a:pt x="4941" y="19135"/>
                  </a:lnTo>
                  <a:lnTo>
                    <a:pt x="0" y="4839"/>
                  </a:lnTo>
                  <a:lnTo>
                    <a:pt x="611" y="2696"/>
                  </a:lnTo>
                  <a:lnTo>
                    <a:pt x="7398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h4528"/>
            <p:cNvSpPr/>
            <p:nvPr/>
          </p:nvSpPr>
          <p:spPr>
            <a:xfrm>
              <a:off x="7062150" y="3208907"/>
              <a:ext cx="3217" cy="4721"/>
            </a:xfrm>
            <a:custGeom>
              <a:avLst/>
              <a:pathLst>
                <a:path w="3217" h="4721">
                  <a:moveTo>
                    <a:pt x="1938" y="502"/>
                  </a:moveTo>
                  <a:lnTo>
                    <a:pt x="3217" y="4721"/>
                  </a:lnTo>
                  <a:lnTo>
                    <a:pt x="1435" y="4371"/>
                  </a:lnTo>
                  <a:lnTo>
                    <a:pt x="0" y="1209"/>
                  </a:lnTo>
                  <a:lnTo>
                    <a:pt x="141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h4529"/>
            <p:cNvSpPr/>
            <p:nvPr/>
          </p:nvSpPr>
          <p:spPr>
            <a:xfrm>
              <a:off x="6891453" y="3219587"/>
              <a:ext cx="8946" cy="8436"/>
            </a:xfrm>
            <a:custGeom>
              <a:avLst/>
              <a:pathLst>
                <a:path w="8946" h="8436">
                  <a:moveTo>
                    <a:pt x="5072" y="340"/>
                  </a:moveTo>
                  <a:lnTo>
                    <a:pt x="8946" y="8179"/>
                  </a:lnTo>
                  <a:lnTo>
                    <a:pt x="2739" y="8436"/>
                  </a:lnTo>
                  <a:lnTo>
                    <a:pt x="3322" y="8107"/>
                  </a:lnTo>
                  <a:lnTo>
                    <a:pt x="3027" y="7361"/>
                  </a:lnTo>
                  <a:lnTo>
                    <a:pt x="1268" y="6132"/>
                  </a:lnTo>
                  <a:lnTo>
                    <a:pt x="0" y="3250"/>
                  </a:lnTo>
                  <a:lnTo>
                    <a:pt x="334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h4530"/>
            <p:cNvSpPr/>
            <p:nvPr/>
          </p:nvSpPr>
          <p:spPr>
            <a:xfrm>
              <a:off x="6975762" y="3232520"/>
              <a:ext cx="11805" cy="9738"/>
            </a:xfrm>
            <a:custGeom>
              <a:avLst/>
              <a:pathLst>
                <a:path w="11805" h="9738">
                  <a:moveTo>
                    <a:pt x="3043" y="0"/>
                  </a:moveTo>
                  <a:lnTo>
                    <a:pt x="8959" y="271"/>
                  </a:lnTo>
                  <a:lnTo>
                    <a:pt x="10126" y="1068"/>
                  </a:lnTo>
                  <a:lnTo>
                    <a:pt x="10806" y="5295"/>
                  </a:lnTo>
                  <a:lnTo>
                    <a:pt x="11805" y="6747"/>
                  </a:lnTo>
                  <a:lnTo>
                    <a:pt x="11606" y="9738"/>
                  </a:lnTo>
                  <a:lnTo>
                    <a:pt x="9971" y="9067"/>
                  </a:lnTo>
                  <a:lnTo>
                    <a:pt x="211" y="6115"/>
                  </a:lnTo>
                  <a:lnTo>
                    <a:pt x="0" y="2440"/>
                  </a:lnTo>
                  <a:lnTo>
                    <a:pt x="955" y="81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h4531"/>
            <p:cNvSpPr/>
            <p:nvPr/>
          </p:nvSpPr>
          <p:spPr>
            <a:xfrm>
              <a:off x="6905280" y="3180790"/>
              <a:ext cx="11361" cy="12273"/>
            </a:xfrm>
            <a:custGeom>
              <a:avLst/>
              <a:pathLst>
                <a:path w="11361" h="12273">
                  <a:moveTo>
                    <a:pt x="10422" y="4012"/>
                  </a:moveTo>
                  <a:lnTo>
                    <a:pt x="11361" y="7525"/>
                  </a:lnTo>
                  <a:lnTo>
                    <a:pt x="8824" y="12169"/>
                  </a:lnTo>
                  <a:lnTo>
                    <a:pt x="7324" y="12273"/>
                  </a:lnTo>
                  <a:lnTo>
                    <a:pt x="5975" y="10688"/>
                  </a:lnTo>
                  <a:lnTo>
                    <a:pt x="3308" y="7648"/>
                  </a:lnTo>
                  <a:lnTo>
                    <a:pt x="1513" y="7196"/>
                  </a:lnTo>
                  <a:lnTo>
                    <a:pt x="0" y="2351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h4532"/>
            <p:cNvSpPr/>
            <p:nvPr/>
          </p:nvSpPr>
          <p:spPr>
            <a:xfrm>
              <a:off x="6975722" y="3109079"/>
              <a:ext cx="20267" cy="19411"/>
            </a:xfrm>
            <a:custGeom>
              <a:avLst/>
              <a:pathLst>
                <a:path w="20267" h="19411">
                  <a:moveTo>
                    <a:pt x="19601" y="4022"/>
                  </a:moveTo>
                  <a:lnTo>
                    <a:pt x="20267" y="7350"/>
                  </a:lnTo>
                  <a:lnTo>
                    <a:pt x="17745" y="9298"/>
                  </a:lnTo>
                  <a:lnTo>
                    <a:pt x="13587" y="10177"/>
                  </a:lnTo>
                  <a:lnTo>
                    <a:pt x="8448" y="14631"/>
                  </a:lnTo>
                  <a:lnTo>
                    <a:pt x="9129" y="16475"/>
                  </a:lnTo>
                  <a:lnTo>
                    <a:pt x="11948" y="19411"/>
                  </a:lnTo>
                  <a:lnTo>
                    <a:pt x="6541" y="19285"/>
                  </a:lnTo>
                  <a:lnTo>
                    <a:pt x="786" y="8654"/>
                  </a:lnTo>
                  <a:lnTo>
                    <a:pt x="0" y="4712"/>
                  </a:lnTo>
                  <a:lnTo>
                    <a:pt x="2448" y="1030"/>
                  </a:lnTo>
                  <a:lnTo>
                    <a:pt x="11220" y="2859"/>
                  </a:lnTo>
                  <a:lnTo>
                    <a:pt x="1303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h4533"/>
            <p:cNvSpPr/>
            <p:nvPr/>
          </p:nvSpPr>
          <p:spPr>
            <a:xfrm>
              <a:off x="6997046" y="3299513"/>
              <a:ext cx="49773" cy="31864"/>
            </a:xfrm>
            <a:custGeom>
              <a:avLst/>
              <a:pathLst>
                <a:path w="49773" h="31864">
                  <a:moveTo>
                    <a:pt x="26469" y="3421"/>
                  </a:moveTo>
                  <a:lnTo>
                    <a:pt x="28841" y="3352"/>
                  </a:lnTo>
                  <a:lnTo>
                    <a:pt x="34971" y="1240"/>
                  </a:lnTo>
                  <a:lnTo>
                    <a:pt x="37641" y="5908"/>
                  </a:lnTo>
                  <a:lnTo>
                    <a:pt x="37354" y="9188"/>
                  </a:lnTo>
                  <a:lnTo>
                    <a:pt x="35531" y="13321"/>
                  </a:lnTo>
                  <a:lnTo>
                    <a:pt x="35403" y="15127"/>
                  </a:lnTo>
                  <a:lnTo>
                    <a:pt x="37147" y="16383"/>
                  </a:lnTo>
                  <a:lnTo>
                    <a:pt x="37779" y="19707"/>
                  </a:lnTo>
                  <a:lnTo>
                    <a:pt x="39812" y="15787"/>
                  </a:lnTo>
                  <a:lnTo>
                    <a:pt x="47600" y="16638"/>
                  </a:lnTo>
                  <a:lnTo>
                    <a:pt x="49773" y="19789"/>
                  </a:lnTo>
                  <a:lnTo>
                    <a:pt x="47935" y="20689"/>
                  </a:lnTo>
                  <a:lnTo>
                    <a:pt x="44508" y="16313"/>
                  </a:lnTo>
                  <a:lnTo>
                    <a:pt x="42771" y="16962"/>
                  </a:lnTo>
                  <a:lnTo>
                    <a:pt x="41811" y="19525"/>
                  </a:lnTo>
                  <a:lnTo>
                    <a:pt x="40691" y="22770"/>
                  </a:lnTo>
                  <a:lnTo>
                    <a:pt x="41636" y="25843"/>
                  </a:lnTo>
                  <a:lnTo>
                    <a:pt x="44087" y="28268"/>
                  </a:lnTo>
                  <a:lnTo>
                    <a:pt x="38702" y="28417"/>
                  </a:lnTo>
                  <a:lnTo>
                    <a:pt x="36564" y="23974"/>
                  </a:lnTo>
                  <a:lnTo>
                    <a:pt x="31467" y="25241"/>
                  </a:lnTo>
                  <a:lnTo>
                    <a:pt x="29626" y="26298"/>
                  </a:lnTo>
                  <a:lnTo>
                    <a:pt x="29904" y="27126"/>
                  </a:lnTo>
                  <a:lnTo>
                    <a:pt x="26960" y="29474"/>
                  </a:lnTo>
                  <a:lnTo>
                    <a:pt x="24593" y="31864"/>
                  </a:lnTo>
                  <a:lnTo>
                    <a:pt x="20143" y="28969"/>
                  </a:lnTo>
                  <a:lnTo>
                    <a:pt x="18081" y="30373"/>
                  </a:lnTo>
                  <a:lnTo>
                    <a:pt x="12583" y="31163"/>
                  </a:lnTo>
                  <a:lnTo>
                    <a:pt x="8422" y="29946"/>
                  </a:lnTo>
                  <a:lnTo>
                    <a:pt x="3981" y="25537"/>
                  </a:lnTo>
                  <a:lnTo>
                    <a:pt x="0" y="25135"/>
                  </a:lnTo>
                  <a:lnTo>
                    <a:pt x="614" y="21851"/>
                  </a:lnTo>
                  <a:lnTo>
                    <a:pt x="1617" y="20374"/>
                  </a:lnTo>
                  <a:lnTo>
                    <a:pt x="4867" y="19042"/>
                  </a:lnTo>
                  <a:lnTo>
                    <a:pt x="6024" y="18859"/>
                  </a:lnTo>
                  <a:lnTo>
                    <a:pt x="8226" y="19858"/>
                  </a:lnTo>
                  <a:lnTo>
                    <a:pt x="9262" y="21745"/>
                  </a:lnTo>
                  <a:lnTo>
                    <a:pt x="11953" y="19374"/>
                  </a:lnTo>
                  <a:lnTo>
                    <a:pt x="14801" y="24586"/>
                  </a:lnTo>
                  <a:lnTo>
                    <a:pt x="15319" y="22933"/>
                  </a:lnTo>
                  <a:lnTo>
                    <a:pt x="17929" y="23603"/>
                  </a:lnTo>
                  <a:lnTo>
                    <a:pt x="17270" y="24912"/>
                  </a:lnTo>
                  <a:lnTo>
                    <a:pt x="22205" y="24290"/>
                  </a:lnTo>
                  <a:lnTo>
                    <a:pt x="22747" y="25227"/>
                  </a:lnTo>
                  <a:lnTo>
                    <a:pt x="21972" y="25606"/>
                  </a:lnTo>
                  <a:lnTo>
                    <a:pt x="23064" y="27756"/>
                  </a:lnTo>
                  <a:lnTo>
                    <a:pt x="25948" y="27047"/>
                  </a:lnTo>
                  <a:lnTo>
                    <a:pt x="26652" y="25034"/>
                  </a:lnTo>
                  <a:lnTo>
                    <a:pt x="28497" y="23857"/>
                  </a:lnTo>
                  <a:lnTo>
                    <a:pt x="27575" y="19493"/>
                  </a:lnTo>
                  <a:lnTo>
                    <a:pt x="26403" y="19508"/>
                  </a:lnTo>
                  <a:lnTo>
                    <a:pt x="28829" y="16972"/>
                  </a:lnTo>
                  <a:lnTo>
                    <a:pt x="29711" y="14781"/>
                  </a:lnTo>
                  <a:lnTo>
                    <a:pt x="26825" y="8773"/>
                  </a:lnTo>
                  <a:lnTo>
                    <a:pt x="24496" y="14565"/>
                  </a:lnTo>
                  <a:lnTo>
                    <a:pt x="22359" y="16200"/>
                  </a:lnTo>
                  <a:lnTo>
                    <a:pt x="21703" y="13744"/>
                  </a:lnTo>
                  <a:lnTo>
                    <a:pt x="19299" y="11129"/>
                  </a:lnTo>
                  <a:lnTo>
                    <a:pt x="18058" y="8981"/>
                  </a:lnTo>
                  <a:lnTo>
                    <a:pt x="18650" y="6573"/>
                  </a:lnTo>
                  <a:lnTo>
                    <a:pt x="20829" y="8604"/>
                  </a:lnTo>
                  <a:lnTo>
                    <a:pt x="21935" y="6921"/>
                  </a:lnTo>
                  <a:lnTo>
                    <a:pt x="22186" y="4503"/>
                  </a:lnTo>
                  <a:lnTo>
                    <a:pt x="20066" y="3673"/>
                  </a:lnTo>
                  <a:lnTo>
                    <a:pt x="18255" y="5506"/>
                  </a:lnTo>
                  <a:lnTo>
                    <a:pt x="17768" y="9150"/>
                  </a:lnTo>
                  <a:lnTo>
                    <a:pt x="15976" y="8480"/>
                  </a:lnTo>
                  <a:lnTo>
                    <a:pt x="17220" y="6569"/>
                  </a:lnTo>
                  <a:lnTo>
                    <a:pt x="16652" y="4479"/>
                  </a:lnTo>
                  <a:lnTo>
                    <a:pt x="14611" y="3042"/>
                  </a:lnTo>
                  <a:lnTo>
                    <a:pt x="14333" y="212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h4534"/>
            <p:cNvSpPr/>
            <p:nvPr/>
          </p:nvSpPr>
          <p:spPr>
            <a:xfrm>
              <a:off x="6959970" y="3128365"/>
              <a:ext cx="32701" cy="51529"/>
            </a:xfrm>
            <a:custGeom>
              <a:avLst/>
              <a:pathLst>
                <a:path w="32701" h="51529">
                  <a:moveTo>
                    <a:pt x="27700" y="125"/>
                  </a:moveTo>
                  <a:lnTo>
                    <a:pt x="30562" y="685"/>
                  </a:lnTo>
                  <a:lnTo>
                    <a:pt x="28206" y="3334"/>
                  </a:lnTo>
                  <a:lnTo>
                    <a:pt x="23439" y="3610"/>
                  </a:lnTo>
                  <a:lnTo>
                    <a:pt x="21060" y="7991"/>
                  </a:lnTo>
                  <a:lnTo>
                    <a:pt x="21628" y="12462"/>
                  </a:lnTo>
                  <a:lnTo>
                    <a:pt x="22763" y="14250"/>
                  </a:lnTo>
                  <a:lnTo>
                    <a:pt x="22157" y="15706"/>
                  </a:lnTo>
                  <a:lnTo>
                    <a:pt x="23652" y="18025"/>
                  </a:lnTo>
                  <a:lnTo>
                    <a:pt x="26758" y="20601"/>
                  </a:lnTo>
                  <a:lnTo>
                    <a:pt x="29204" y="21655"/>
                  </a:lnTo>
                  <a:lnTo>
                    <a:pt x="30650" y="21494"/>
                  </a:lnTo>
                  <a:lnTo>
                    <a:pt x="29562" y="24504"/>
                  </a:lnTo>
                  <a:lnTo>
                    <a:pt x="30339" y="28227"/>
                  </a:lnTo>
                  <a:lnTo>
                    <a:pt x="32701" y="30985"/>
                  </a:lnTo>
                  <a:lnTo>
                    <a:pt x="31295" y="32820"/>
                  </a:lnTo>
                  <a:lnTo>
                    <a:pt x="29976" y="37255"/>
                  </a:lnTo>
                  <a:lnTo>
                    <a:pt x="30429" y="41210"/>
                  </a:lnTo>
                  <a:lnTo>
                    <a:pt x="22578" y="40002"/>
                  </a:lnTo>
                  <a:lnTo>
                    <a:pt x="23141" y="39651"/>
                  </a:lnTo>
                  <a:lnTo>
                    <a:pt x="22339" y="38227"/>
                  </a:lnTo>
                  <a:lnTo>
                    <a:pt x="20913" y="38654"/>
                  </a:lnTo>
                  <a:lnTo>
                    <a:pt x="16380" y="41738"/>
                  </a:lnTo>
                  <a:lnTo>
                    <a:pt x="15576" y="44350"/>
                  </a:lnTo>
                  <a:lnTo>
                    <a:pt x="18028" y="45581"/>
                  </a:lnTo>
                  <a:lnTo>
                    <a:pt x="17394" y="46796"/>
                  </a:lnTo>
                  <a:lnTo>
                    <a:pt x="17316" y="51529"/>
                  </a:lnTo>
                  <a:lnTo>
                    <a:pt x="14271" y="50595"/>
                  </a:lnTo>
                  <a:lnTo>
                    <a:pt x="11930" y="48316"/>
                  </a:lnTo>
                  <a:lnTo>
                    <a:pt x="11704" y="42095"/>
                  </a:lnTo>
                  <a:lnTo>
                    <a:pt x="11329" y="35276"/>
                  </a:lnTo>
                  <a:lnTo>
                    <a:pt x="14736" y="34536"/>
                  </a:lnTo>
                  <a:lnTo>
                    <a:pt x="18061" y="26283"/>
                  </a:lnTo>
                  <a:lnTo>
                    <a:pt x="19439" y="25688"/>
                  </a:lnTo>
                  <a:lnTo>
                    <a:pt x="20302" y="24191"/>
                  </a:lnTo>
                  <a:lnTo>
                    <a:pt x="22207" y="23989"/>
                  </a:lnTo>
                  <a:lnTo>
                    <a:pt x="20431" y="19376"/>
                  </a:lnTo>
                  <a:lnTo>
                    <a:pt x="15180" y="13527"/>
                  </a:lnTo>
                  <a:lnTo>
                    <a:pt x="12387" y="16327"/>
                  </a:lnTo>
                  <a:lnTo>
                    <a:pt x="12423" y="17323"/>
                  </a:lnTo>
                  <a:lnTo>
                    <a:pt x="9206" y="17809"/>
                  </a:lnTo>
                  <a:lnTo>
                    <a:pt x="3446" y="17660"/>
                  </a:lnTo>
                  <a:lnTo>
                    <a:pt x="2545" y="19462"/>
                  </a:lnTo>
                  <a:lnTo>
                    <a:pt x="0" y="17062"/>
                  </a:lnTo>
                  <a:lnTo>
                    <a:pt x="6330" y="10920"/>
                  </a:lnTo>
                  <a:lnTo>
                    <a:pt x="9813" y="9064"/>
                  </a:lnTo>
                  <a:lnTo>
                    <a:pt x="13948" y="8243"/>
                  </a:lnTo>
                  <a:lnTo>
                    <a:pt x="11641" y="5248"/>
                  </a:lnTo>
                  <a:lnTo>
                    <a:pt x="14814" y="1501"/>
                  </a:lnTo>
                  <a:lnTo>
                    <a:pt x="2229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h4535"/>
            <p:cNvSpPr/>
            <p:nvPr/>
          </p:nvSpPr>
          <p:spPr>
            <a:xfrm>
              <a:off x="7015050" y="3187920"/>
              <a:ext cx="11575" cy="6994"/>
            </a:xfrm>
            <a:custGeom>
              <a:avLst/>
              <a:pathLst>
                <a:path w="11575" h="6994">
                  <a:moveTo>
                    <a:pt x="6608" y="1469"/>
                  </a:moveTo>
                  <a:lnTo>
                    <a:pt x="11171" y="1362"/>
                  </a:lnTo>
                  <a:lnTo>
                    <a:pt x="11575" y="1673"/>
                  </a:lnTo>
                  <a:lnTo>
                    <a:pt x="10921" y="3824"/>
                  </a:lnTo>
                  <a:lnTo>
                    <a:pt x="9737" y="5947"/>
                  </a:lnTo>
                  <a:lnTo>
                    <a:pt x="7085" y="6994"/>
                  </a:lnTo>
                  <a:lnTo>
                    <a:pt x="3863" y="6526"/>
                  </a:lnTo>
                  <a:lnTo>
                    <a:pt x="1060" y="4938"/>
                  </a:lnTo>
                  <a:lnTo>
                    <a:pt x="0" y="3065"/>
                  </a:lnTo>
                  <a:lnTo>
                    <a:pt x="273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h4536"/>
            <p:cNvSpPr/>
            <p:nvPr/>
          </p:nvSpPr>
          <p:spPr>
            <a:xfrm>
              <a:off x="6932142" y="3313986"/>
              <a:ext cx="33287" cy="51616"/>
            </a:xfrm>
            <a:custGeom>
              <a:avLst/>
              <a:pathLst>
                <a:path w="33287" h="51616">
                  <a:moveTo>
                    <a:pt x="19044" y="2117"/>
                  </a:moveTo>
                  <a:lnTo>
                    <a:pt x="22674" y="2271"/>
                  </a:lnTo>
                  <a:lnTo>
                    <a:pt x="27385" y="4792"/>
                  </a:lnTo>
                  <a:lnTo>
                    <a:pt x="32866" y="4606"/>
                  </a:lnTo>
                  <a:lnTo>
                    <a:pt x="33287" y="13213"/>
                  </a:lnTo>
                  <a:lnTo>
                    <a:pt x="28569" y="17838"/>
                  </a:lnTo>
                  <a:lnTo>
                    <a:pt x="24869" y="17345"/>
                  </a:lnTo>
                  <a:lnTo>
                    <a:pt x="24887" y="18255"/>
                  </a:lnTo>
                  <a:lnTo>
                    <a:pt x="18059" y="19553"/>
                  </a:lnTo>
                  <a:lnTo>
                    <a:pt x="19017" y="24070"/>
                  </a:lnTo>
                  <a:lnTo>
                    <a:pt x="21151" y="25917"/>
                  </a:lnTo>
                  <a:lnTo>
                    <a:pt x="20200" y="29532"/>
                  </a:lnTo>
                  <a:lnTo>
                    <a:pt x="20246" y="32422"/>
                  </a:lnTo>
                  <a:lnTo>
                    <a:pt x="24453" y="40728"/>
                  </a:lnTo>
                  <a:lnTo>
                    <a:pt x="20357" y="44758"/>
                  </a:lnTo>
                  <a:lnTo>
                    <a:pt x="20470" y="44014"/>
                  </a:lnTo>
                  <a:lnTo>
                    <a:pt x="19626" y="43694"/>
                  </a:lnTo>
                  <a:lnTo>
                    <a:pt x="17354" y="44272"/>
                  </a:lnTo>
                  <a:lnTo>
                    <a:pt x="10857" y="49519"/>
                  </a:lnTo>
                  <a:lnTo>
                    <a:pt x="7094" y="51616"/>
                  </a:lnTo>
                  <a:lnTo>
                    <a:pt x="3760" y="46863"/>
                  </a:lnTo>
                  <a:lnTo>
                    <a:pt x="2599" y="41589"/>
                  </a:lnTo>
                  <a:lnTo>
                    <a:pt x="3663" y="32741"/>
                  </a:lnTo>
                  <a:lnTo>
                    <a:pt x="5091" y="30003"/>
                  </a:lnTo>
                  <a:lnTo>
                    <a:pt x="5875" y="27881"/>
                  </a:lnTo>
                  <a:lnTo>
                    <a:pt x="4089" y="24999"/>
                  </a:lnTo>
                  <a:lnTo>
                    <a:pt x="0" y="22505"/>
                  </a:lnTo>
                  <a:lnTo>
                    <a:pt x="2548" y="20344"/>
                  </a:lnTo>
                  <a:lnTo>
                    <a:pt x="3822" y="20121"/>
                  </a:lnTo>
                  <a:lnTo>
                    <a:pt x="6824" y="22705"/>
                  </a:lnTo>
                  <a:lnTo>
                    <a:pt x="12067" y="17429"/>
                  </a:lnTo>
                  <a:lnTo>
                    <a:pt x="12363" y="15210"/>
                  </a:lnTo>
                  <a:lnTo>
                    <a:pt x="19952" y="12921"/>
                  </a:lnTo>
                  <a:lnTo>
                    <a:pt x="21803" y="9613"/>
                  </a:lnTo>
                  <a:lnTo>
                    <a:pt x="21592" y="8307"/>
                  </a:lnTo>
                  <a:lnTo>
                    <a:pt x="19102" y="9278"/>
                  </a:lnTo>
                  <a:lnTo>
                    <a:pt x="15430" y="9009"/>
                  </a:lnTo>
                  <a:lnTo>
                    <a:pt x="13110" y="7444"/>
                  </a:lnTo>
                  <a:lnTo>
                    <a:pt x="13518" y="868"/>
                  </a:lnTo>
                  <a:lnTo>
                    <a:pt x="1393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h4537"/>
            <p:cNvSpPr/>
            <p:nvPr/>
          </p:nvSpPr>
          <p:spPr>
            <a:xfrm>
              <a:off x="6956820" y="3201806"/>
              <a:ext cx="12090" cy="15191"/>
            </a:xfrm>
            <a:custGeom>
              <a:avLst/>
              <a:pathLst>
                <a:path w="12090" h="15191">
                  <a:moveTo>
                    <a:pt x="8621" y="1600"/>
                  </a:moveTo>
                  <a:lnTo>
                    <a:pt x="12090" y="5497"/>
                  </a:lnTo>
                  <a:lnTo>
                    <a:pt x="6284" y="8954"/>
                  </a:lnTo>
                  <a:lnTo>
                    <a:pt x="4872" y="11880"/>
                  </a:lnTo>
                  <a:lnTo>
                    <a:pt x="1674" y="15191"/>
                  </a:lnTo>
                  <a:lnTo>
                    <a:pt x="0" y="8965"/>
                  </a:lnTo>
                  <a:lnTo>
                    <a:pt x="401" y="3325"/>
                  </a:lnTo>
                  <a:lnTo>
                    <a:pt x="368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h4538"/>
            <p:cNvSpPr/>
            <p:nvPr/>
          </p:nvSpPr>
          <p:spPr>
            <a:xfrm>
              <a:off x="6958057" y="3259122"/>
              <a:ext cx="19860" cy="31387"/>
            </a:xfrm>
            <a:custGeom>
              <a:avLst/>
              <a:pathLst>
                <a:path w="19860" h="31387">
                  <a:moveTo>
                    <a:pt x="16166" y="1241"/>
                  </a:moveTo>
                  <a:lnTo>
                    <a:pt x="19860" y="9245"/>
                  </a:lnTo>
                  <a:lnTo>
                    <a:pt x="16347" y="8914"/>
                  </a:lnTo>
                  <a:lnTo>
                    <a:pt x="11379" y="13308"/>
                  </a:lnTo>
                  <a:lnTo>
                    <a:pt x="10714" y="14728"/>
                  </a:lnTo>
                  <a:lnTo>
                    <a:pt x="11817" y="16933"/>
                  </a:lnTo>
                  <a:lnTo>
                    <a:pt x="12839" y="17331"/>
                  </a:lnTo>
                  <a:lnTo>
                    <a:pt x="14114" y="16479"/>
                  </a:lnTo>
                  <a:lnTo>
                    <a:pt x="12664" y="21933"/>
                  </a:lnTo>
                  <a:lnTo>
                    <a:pt x="12660" y="26228"/>
                  </a:lnTo>
                  <a:lnTo>
                    <a:pt x="13233" y="27135"/>
                  </a:lnTo>
                  <a:lnTo>
                    <a:pt x="12161" y="31387"/>
                  </a:lnTo>
                  <a:lnTo>
                    <a:pt x="11066" y="26230"/>
                  </a:lnTo>
                  <a:lnTo>
                    <a:pt x="9063" y="23914"/>
                  </a:lnTo>
                  <a:lnTo>
                    <a:pt x="3991" y="22260"/>
                  </a:lnTo>
                  <a:lnTo>
                    <a:pt x="589" y="21998"/>
                  </a:lnTo>
                  <a:lnTo>
                    <a:pt x="1030" y="16965"/>
                  </a:lnTo>
                  <a:lnTo>
                    <a:pt x="2882" y="10613"/>
                  </a:lnTo>
                  <a:lnTo>
                    <a:pt x="269" y="8084"/>
                  </a:lnTo>
                  <a:lnTo>
                    <a:pt x="0" y="6475"/>
                  </a:lnTo>
                  <a:lnTo>
                    <a:pt x="1803" y="3350"/>
                  </a:lnTo>
                  <a:lnTo>
                    <a:pt x="2075" y="65"/>
                  </a:lnTo>
                  <a:lnTo>
                    <a:pt x="3027" y="0"/>
                  </a:lnTo>
                  <a:lnTo>
                    <a:pt x="3181" y="1655"/>
                  </a:lnTo>
                  <a:lnTo>
                    <a:pt x="6639" y="1996"/>
                  </a:lnTo>
                  <a:lnTo>
                    <a:pt x="9291" y="347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h4539"/>
            <p:cNvSpPr/>
            <p:nvPr/>
          </p:nvSpPr>
          <p:spPr>
            <a:xfrm>
              <a:off x="6998265" y="3265504"/>
              <a:ext cx="5208" cy="5415"/>
            </a:xfrm>
            <a:custGeom>
              <a:avLst/>
              <a:pathLst>
                <a:path w="5208" h="5415">
                  <a:moveTo>
                    <a:pt x="5208" y="4708"/>
                  </a:moveTo>
                  <a:lnTo>
                    <a:pt x="4565" y="5415"/>
                  </a:lnTo>
                  <a:lnTo>
                    <a:pt x="2564" y="4473"/>
                  </a:lnTo>
                  <a:lnTo>
                    <a:pt x="3509" y="3940"/>
                  </a:lnTo>
                  <a:lnTo>
                    <a:pt x="3037" y="3413"/>
                  </a:lnTo>
                  <a:lnTo>
                    <a:pt x="0" y="2242"/>
                  </a:lnTo>
                  <a:lnTo>
                    <a:pt x="51" y="0"/>
                  </a:lnTo>
                  <a:lnTo>
                    <a:pt x="1930" y="22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h4540"/>
            <p:cNvSpPr/>
            <p:nvPr/>
          </p:nvSpPr>
          <p:spPr>
            <a:xfrm>
              <a:off x="6996856" y="3249390"/>
              <a:ext cx="10892" cy="10549"/>
            </a:xfrm>
            <a:custGeom>
              <a:avLst/>
              <a:pathLst>
                <a:path w="10892" h="10549">
                  <a:moveTo>
                    <a:pt x="6827" y="2411"/>
                  </a:moveTo>
                  <a:lnTo>
                    <a:pt x="8029" y="4064"/>
                  </a:lnTo>
                  <a:lnTo>
                    <a:pt x="10000" y="4947"/>
                  </a:lnTo>
                  <a:lnTo>
                    <a:pt x="10853" y="4551"/>
                  </a:lnTo>
                  <a:lnTo>
                    <a:pt x="10422" y="6954"/>
                  </a:lnTo>
                  <a:lnTo>
                    <a:pt x="10892" y="10549"/>
                  </a:lnTo>
                  <a:lnTo>
                    <a:pt x="6309" y="9342"/>
                  </a:lnTo>
                  <a:lnTo>
                    <a:pt x="4031" y="10488"/>
                  </a:lnTo>
                  <a:lnTo>
                    <a:pt x="94" y="8684"/>
                  </a:lnTo>
                  <a:lnTo>
                    <a:pt x="0" y="4770"/>
                  </a:lnTo>
                  <a:lnTo>
                    <a:pt x="3939" y="0"/>
                  </a:lnTo>
                  <a:lnTo>
                    <a:pt x="9327" y="638"/>
                  </a:lnTo>
                  <a:lnTo>
                    <a:pt x="6837" y="135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h4541"/>
            <p:cNvSpPr/>
            <p:nvPr/>
          </p:nvSpPr>
          <p:spPr>
            <a:xfrm>
              <a:off x="6983395" y="3247924"/>
              <a:ext cx="7072" cy="6410"/>
            </a:xfrm>
            <a:custGeom>
              <a:avLst/>
              <a:pathLst>
                <a:path w="7072" h="6410">
                  <a:moveTo>
                    <a:pt x="5269" y="6410"/>
                  </a:moveTo>
                  <a:lnTo>
                    <a:pt x="0" y="3025"/>
                  </a:lnTo>
                  <a:lnTo>
                    <a:pt x="1144" y="534"/>
                  </a:lnTo>
                  <a:lnTo>
                    <a:pt x="7072" y="0"/>
                  </a:lnTo>
                  <a:lnTo>
                    <a:pt x="4446" y="334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h4542"/>
            <p:cNvSpPr/>
            <p:nvPr/>
          </p:nvSpPr>
          <p:spPr>
            <a:xfrm>
              <a:off x="6804582" y="3138650"/>
              <a:ext cx="22290" cy="25774"/>
            </a:xfrm>
            <a:custGeom>
              <a:avLst/>
              <a:pathLst>
                <a:path w="22290" h="25774">
                  <a:moveTo>
                    <a:pt x="18478" y="1281"/>
                  </a:moveTo>
                  <a:lnTo>
                    <a:pt x="16544" y="3771"/>
                  </a:lnTo>
                  <a:lnTo>
                    <a:pt x="19922" y="7278"/>
                  </a:lnTo>
                  <a:lnTo>
                    <a:pt x="22290" y="6975"/>
                  </a:lnTo>
                  <a:lnTo>
                    <a:pt x="21453" y="14749"/>
                  </a:lnTo>
                  <a:lnTo>
                    <a:pt x="20185" y="19197"/>
                  </a:lnTo>
                  <a:lnTo>
                    <a:pt x="10844" y="23788"/>
                  </a:lnTo>
                  <a:lnTo>
                    <a:pt x="3198" y="25774"/>
                  </a:lnTo>
                  <a:lnTo>
                    <a:pt x="955" y="22802"/>
                  </a:lnTo>
                  <a:lnTo>
                    <a:pt x="1205" y="19178"/>
                  </a:lnTo>
                  <a:lnTo>
                    <a:pt x="0" y="15018"/>
                  </a:lnTo>
                  <a:lnTo>
                    <a:pt x="2837" y="12560"/>
                  </a:lnTo>
                  <a:lnTo>
                    <a:pt x="7952" y="6368"/>
                  </a:lnTo>
                  <a:lnTo>
                    <a:pt x="7881" y="3218"/>
                  </a:lnTo>
                  <a:lnTo>
                    <a:pt x="10883" y="3750"/>
                  </a:lnTo>
                  <a:lnTo>
                    <a:pt x="12637" y="1047"/>
                  </a:lnTo>
                  <a:lnTo>
                    <a:pt x="164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h4543"/>
            <p:cNvSpPr/>
            <p:nvPr/>
          </p:nvSpPr>
          <p:spPr>
            <a:xfrm>
              <a:off x="7181688" y="3179880"/>
              <a:ext cx="60587" cy="71102"/>
            </a:xfrm>
            <a:custGeom>
              <a:avLst/>
              <a:pathLst>
                <a:path w="60587" h="71102">
                  <a:moveTo>
                    <a:pt x="28407" y="11214"/>
                  </a:moveTo>
                  <a:lnTo>
                    <a:pt x="37741" y="13136"/>
                  </a:lnTo>
                  <a:lnTo>
                    <a:pt x="38010" y="14436"/>
                  </a:lnTo>
                  <a:lnTo>
                    <a:pt x="36096" y="16998"/>
                  </a:lnTo>
                  <a:lnTo>
                    <a:pt x="37261" y="20252"/>
                  </a:lnTo>
                  <a:lnTo>
                    <a:pt x="35974" y="24870"/>
                  </a:lnTo>
                  <a:lnTo>
                    <a:pt x="34676" y="26080"/>
                  </a:lnTo>
                  <a:lnTo>
                    <a:pt x="34761" y="27313"/>
                  </a:lnTo>
                  <a:lnTo>
                    <a:pt x="46175" y="27347"/>
                  </a:lnTo>
                  <a:lnTo>
                    <a:pt x="47559" y="32208"/>
                  </a:lnTo>
                  <a:lnTo>
                    <a:pt x="50448" y="35997"/>
                  </a:lnTo>
                  <a:lnTo>
                    <a:pt x="55420" y="37065"/>
                  </a:lnTo>
                  <a:lnTo>
                    <a:pt x="57934" y="36462"/>
                  </a:lnTo>
                  <a:lnTo>
                    <a:pt x="60587" y="38290"/>
                  </a:lnTo>
                  <a:lnTo>
                    <a:pt x="59859" y="40413"/>
                  </a:lnTo>
                  <a:lnTo>
                    <a:pt x="56355" y="44043"/>
                  </a:lnTo>
                  <a:lnTo>
                    <a:pt x="52383" y="44276"/>
                  </a:lnTo>
                  <a:lnTo>
                    <a:pt x="48472" y="46286"/>
                  </a:lnTo>
                  <a:lnTo>
                    <a:pt x="47415" y="46401"/>
                  </a:lnTo>
                  <a:lnTo>
                    <a:pt x="45771" y="45368"/>
                  </a:lnTo>
                  <a:lnTo>
                    <a:pt x="45227" y="43596"/>
                  </a:lnTo>
                  <a:lnTo>
                    <a:pt x="40400" y="42817"/>
                  </a:lnTo>
                  <a:lnTo>
                    <a:pt x="38248" y="43245"/>
                  </a:lnTo>
                  <a:lnTo>
                    <a:pt x="38074" y="45263"/>
                  </a:lnTo>
                  <a:lnTo>
                    <a:pt x="46234" y="52480"/>
                  </a:lnTo>
                  <a:lnTo>
                    <a:pt x="53097" y="55650"/>
                  </a:lnTo>
                  <a:lnTo>
                    <a:pt x="53683" y="56510"/>
                  </a:lnTo>
                  <a:lnTo>
                    <a:pt x="53176" y="60211"/>
                  </a:lnTo>
                  <a:lnTo>
                    <a:pt x="44474" y="62807"/>
                  </a:lnTo>
                  <a:lnTo>
                    <a:pt x="42773" y="60925"/>
                  </a:lnTo>
                  <a:lnTo>
                    <a:pt x="41434" y="61014"/>
                  </a:lnTo>
                  <a:lnTo>
                    <a:pt x="40119" y="62847"/>
                  </a:lnTo>
                  <a:lnTo>
                    <a:pt x="38742" y="62608"/>
                  </a:lnTo>
                  <a:lnTo>
                    <a:pt x="28577" y="68640"/>
                  </a:lnTo>
                  <a:lnTo>
                    <a:pt x="26214" y="69099"/>
                  </a:lnTo>
                  <a:lnTo>
                    <a:pt x="25035" y="68410"/>
                  </a:lnTo>
                  <a:lnTo>
                    <a:pt x="22836" y="69744"/>
                  </a:lnTo>
                  <a:lnTo>
                    <a:pt x="22230" y="71102"/>
                  </a:lnTo>
                  <a:lnTo>
                    <a:pt x="20610" y="70703"/>
                  </a:lnTo>
                  <a:lnTo>
                    <a:pt x="22286" y="62711"/>
                  </a:lnTo>
                  <a:lnTo>
                    <a:pt x="26204" y="60677"/>
                  </a:lnTo>
                  <a:lnTo>
                    <a:pt x="32615" y="59451"/>
                  </a:lnTo>
                  <a:lnTo>
                    <a:pt x="33294" y="58402"/>
                  </a:lnTo>
                  <a:lnTo>
                    <a:pt x="34075" y="55620"/>
                  </a:lnTo>
                  <a:lnTo>
                    <a:pt x="33483" y="52033"/>
                  </a:lnTo>
                  <a:lnTo>
                    <a:pt x="31604" y="51176"/>
                  </a:lnTo>
                  <a:lnTo>
                    <a:pt x="33151" y="50873"/>
                  </a:lnTo>
                  <a:lnTo>
                    <a:pt x="34561" y="47771"/>
                  </a:lnTo>
                  <a:lnTo>
                    <a:pt x="30415" y="46215"/>
                  </a:lnTo>
                  <a:lnTo>
                    <a:pt x="30634" y="42269"/>
                  </a:lnTo>
                  <a:lnTo>
                    <a:pt x="33060" y="37076"/>
                  </a:lnTo>
                  <a:lnTo>
                    <a:pt x="31537" y="33473"/>
                  </a:lnTo>
                  <a:lnTo>
                    <a:pt x="28836" y="33136"/>
                  </a:lnTo>
                  <a:lnTo>
                    <a:pt x="27025" y="38378"/>
                  </a:lnTo>
                  <a:lnTo>
                    <a:pt x="24671" y="36572"/>
                  </a:lnTo>
                  <a:lnTo>
                    <a:pt x="20614" y="38126"/>
                  </a:lnTo>
                  <a:lnTo>
                    <a:pt x="18296" y="37575"/>
                  </a:lnTo>
                  <a:lnTo>
                    <a:pt x="18144" y="33998"/>
                  </a:lnTo>
                  <a:lnTo>
                    <a:pt x="11239" y="28802"/>
                  </a:lnTo>
                  <a:lnTo>
                    <a:pt x="10284" y="30352"/>
                  </a:lnTo>
                  <a:lnTo>
                    <a:pt x="7742" y="29143"/>
                  </a:lnTo>
                  <a:lnTo>
                    <a:pt x="7042" y="24252"/>
                  </a:lnTo>
                  <a:lnTo>
                    <a:pt x="7630" y="19518"/>
                  </a:lnTo>
                  <a:lnTo>
                    <a:pt x="8529" y="20414"/>
                  </a:lnTo>
                  <a:lnTo>
                    <a:pt x="8990" y="19133"/>
                  </a:lnTo>
                  <a:lnTo>
                    <a:pt x="7591" y="14664"/>
                  </a:lnTo>
                  <a:lnTo>
                    <a:pt x="8974" y="14288"/>
                  </a:lnTo>
                  <a:lnTo>
                    <a:pt x="9458" y="9326"/>
                  </a:lnTo>
                  <a:lnTo>
                    <a:pt x="3146" y="9080"/>
                  </a:lnTo>
                  <a:lnTo>
                    <a:pt x="5847" y="13345"/>
                  </a:lnTo>
                  <a:lnTo>
                    <a:pt x="1880" y="14341"/>
                  </a:lnTo>
                  <a:lnTo>
                    <a:pt x="60" y="12209"/>
                  </a:lnTo>
                  <a:lnTo>
                    <a:pt x="26" y="11276"/>
                  </a:lnTo>
                  <a:lnTo>
                    <a:pt x="0" y="6771"/>
                  </a:lnTo>
                  <a:lnTo>
                    <a:pt x="3466" y="7490"/>
                  </a:lnTo>
                  <a:lnTo>
                    <a:pt x="3661" y="1378"/>
                  </a:lnTo>
                  <a:lnTo>
                    <a:pt x="10527" y="0"/>
                  </a:lnTo>
                  <a:lnTo>
                    <a:pt x="16088" y="6795"/>
                  </a:lnTo>
                  <a:close/>
                  <a:moveTo>
                    <a:pt x="27695" y="27064"/>
                  </a:moveTo>
                  <a:lnTo>
                    <a:pt x="33451" y="25593"/>
                  </a:lnTo>
                  <a:lnTo>
                    <a:pt x="30800" y="21908"/>
                  </a:lnTo>
                  <a:lnTo>
                    <a:pt x="28030" y="20963"/>
                  </a:lnTo>
                  <a:lnTo>
                    <a:pt x="27615" y="19986"/>
                  </a:lnTo>
                  <a:lnTo>
                    <a:pt x="26183" y="20392"/>
                  </a:lnTo>
                  <a:lnTo>
                    <a:pt x="25822" y="20833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h4544"/>
            <p:cNvSpPr/>
            <p:nvPr/>
          </p:nvSpPr>
          <p:spPr>
            <a:xfrm>
              <a:off x="7173045" y="3194627"/>
              <a:ext cx="14267" cy="19994"/>
            </a:xfrm>
            <a:custGeom>
              <a:avLst/>
              <a:pathLst>
                <a:path w="14267" h="19994">
                  <a:moveTo>
                    <a:pt x="13704" y="14883"/>
                  </a:moveTo>
                  <a:lnTo>
                    <a:pt x="13166" y="14265"/>
                  </a:lnTo>
                  <a:lnTo>
                    <a:pt x="10464" y="15060"/>
                  </a:lnTo>
                  <a:lnTo>
                    <a:pt x="6186" y="17171"/>
                  </a:lnTo>
                  <a:lnTo>
                    <a:pt x="6108" y="16592"/>
                  </a:lnTo>
                  <a:lnTo>
                    <a:pt x="2303" y="16953"/>
                  </a:lnTo>
                  <a:lnTo>
                    <a:pt x="2603" y="19819"/>
                  </a:lnTo>
                  <a:lnTo>
                    <a:pt x="724" y="19994"/>
                  </a:lnTo>
                  <a:lnTo>
                    <a:pt x="0" y="13020"/>
                  </a:lnTo>
                  <a:lnTo>
                    <a:pt x="3584" y="12790"/>
                  </a:lnTo>
                  <a:lnTo>
                    <a:pt x="3676" y="14070"/>
                  </a:lnTo>
                  <a:lnTo>
                    <a:pt x="2249" y="14175"/>
                  </a:lnTo>
                  <a:lnTo>
                    <a:pt x="2282" y="14705"/>
                  </a:lnTo>
                  <a:lnTo>
                    <a:pt x="10592" y="14064"/>
                  </a:lnTo>
                  <a:lnTo>
                    <a:pt x="11367" y="13574"/>
                  </a:lnTo>
                  <a:lnTo>
                    <a:pt x="12025" y="7738"/>
                  </a:lnTo>
                  <a:lnTo>
                    <a:pt x="11388" y="7104"/>
                  </a:lnTo>
                  <a:lnTo>
                    <a:pt x="7423" y="9184"/>
                  </a:lnTo>
                  <a:lnTo>
                    <a:pt x="4287" y="9102"/>
                  </a:lnTo>
                  <a:lnTo>
                    <a:pt x="2720" y="8375"/>
                  </a:lnTo>
                  <a:lnTo>
                    <a:pt x="3392" y="391"/>
                  </a:lnTo>
                  <a:lnTo>
                    <a:pt x="5426" y="740"/>
                  </a:lnTo>
                  <a:lnTo>
                    <a:pt x="5609" y="4123"/>
                  </a:lnTo>
                  <a:lnTo>
                    <a:pt x="11696" y="4008"/>
                  </a:lnTo>
                  <a:lnTo>
                    <a:pt x="12242" y="2074"/>
                  </a:lnTo>
                  <a:lnTo>
                    <a:pt x="11802" y="72"/>
                  </a:lnTo>
                  <a:lnTo>
                    <a:pt x="14267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h4545"/>
            <p:cNvSpPr/>
            <p:nvPr/>
          </p:nvSpPr>
          <p:spPr>
            <a:xfrm>
              <a:off x="6914105" y="3187730"/>
              <a:ext cx="12539" cy="12606"/>
            </a:xfrm>
            <a:custGeom>
              <a:avLst/>
              <a:pathLst>
                <a:path w="12539" h="12606">
                  <a:moveTo>
                    <a:pt x="9592" y="3441"/>
                  </a:moveTo>
                  <a:lnTo>
                    <a:pt x="9690" y="6718"/>
                  </a:lnTo>
                  <a:lnTo>
                    <a:pt x="12346" y="11640"/>
                  </a:lnTo>
                  <a:lnTo>
                    <a:pt x="12539" y="12606"/>
                  </a:lnTo>
                  <a:lnTo>
                    <a:pt x="4878" y="9456"/>
                  </a:lnTo>
                  <a:lnTo>
                    <a:pt x="2495" y="9581"/>
                  </a:lnTo>
                  <a:lnTo>
                    <a:pt x="647" y="8285"/>
                  </a:lnTo>
                  <a:lnTo>
                    <a:pt x="0" y="5229"/>
                  </a:lnTo>
                  <a:lnTo>
                    <a:pt x="2536" y="584"/>
                  </a:lnTo>
                  <a:lnTo>
                    <a:pt x="3144" y="942"/>
                  </a:lnTo>
                  <a:lnTo>
                    <a:pt x="665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h4546"/>
            <p:cNvSpPr/>
            <p:nvPr/>
          </p:nvSpPr>
          <p:spPr>
            <a:xfrm>
              <a:off x="7030507" y="3256149"/>
              <a:ext cx="12112" cy="22170"/>
            </a:xfrm>
            <a:custGeom>
              <a:avLst/>
              <a:pathLst>
                <a:path w="12112" h="22170">
                  <a:moveTo>
                    <a:pt x="12112" y="9872"/>
                  </a:moveTo>
                  <a:lnTo>
                    <a:pt x="10789" y="10672"/>
                  </a:lnTo>
                  <a:lnTo>
                    <a:pt x="9504" y="12709"/>
                  </a:lnTo>
                  <a:lnTo>
                    <a:pt x="9982" y="16853"/>
                  </a:lnTo>
                  <a:lnTo>
                    <a:pt x="11749" y="22170"/>
                  </a:lnTo>
                  <a:lnTo>
                    <a:pt x="10086" y="21503"/>
                  </a:lnTo>
                  <a:lnTo>
                    <a:pt x="8567" y="21312"/>
                  </a:lnTo>
                  <a:lnTo>
                    <a:pt x="6496" y="18268"/>
                  </a:lnTo>
                  <a:lnTo>
                    <a:pt x="5090" y="17329"/>
                  </a:lnTo>
                  <a:lnTo>
                    <a:pt x="5243" y="13576"/>
                  </a:lnTo>
                  <a:lnTo>
                    <a:pt x="4824" y="11286"/>
                  </a:lnTo>
                  <a:lnTo>
                    <a:pt x="0" y="4110"/>
                  </a:lnTo>
                  <a:lnTo>
                    <a:pt x="22" y="932"/>
                  </a:lnTo>
                  <a:lnTo>
                    <a:pt x="262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h4547"/>
            <p:cNvSpPr/>
            <p:nvPr/>
          </p:nvSpPr>
          <p:spPr>
            <a:xfrm>
              <a:off x="6916703" y="3249856"/>
              <a:ext cx="4760" cy="6686"/>
            </a:xfrm>
            <a:custGeom>
              <a:avLst/>
              <a:pathLst>
                <a:path w="4760" h="6686">
                  <a:moveTo>
                    <a:pt x="4760" y="3814"/>
                  </a:moveTo>
                  <a:lnTo>
                    <a:pt x="3797" y="6120"/>
                  </a:lnTo>
                  <a:lnTo>
                    <a:pt x="1688" y="6686"/>
                  </a:lnTo>
                  <a:lnTo>
                    <a:pt x="36" y="4087"/>
                  </a:lnTo>
                  <a:lnTo>
                    <a:pt x="0" y="1421"/>
                  </a:lnTo>
                  <a:lnTo>
                    <a:pt x="368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h4548"/>
            <p:cNvSpPr/>
            <p:nvPr/>
          </p:nvSpPr>
          <p:spPr>
            <a:xfrm>
              <a:off x="6913539" y="3231266"/>
              <a:ext cx="7039" cy="8978"/>
            </a:xfrm>
            <a:custGeom>
              <a:avLst/>
              <a:pathLst>
                <a:path w="7039" h="8978">
                  <a:moveTo>
                    <a:pt x="7039" y="2784"/>
                  </a:moveTo>
                  <a:lnTo>
                    <a:pt x="6107" y="2962"/>
                  </a:lnTo>
                  <a:lnTo>
                    <a:pt x="4635" y="8978"/>
                  </a:lnTo>
                  <a:lnTo>
                    <a:pt x="153" y="2924"/>
                  </a:lnTo>
                  <a:lnTo>
                    <a:pt x="0" y="2627"/>
                  </a:lnTo>
                  <a:lnTo>
                    <a:pt x="521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h4549"/>
            <p:cNvSpPr/>
            <p:nvPr/>
          </p:nvSpPr>
          <p:spPr>
            <a:xfrm>
              <a:off x="7048132" y="3337198"/>
              <a:ext cx="17648" cy="16956"/>
            </a:xfrm>
            <a:custGeom>
              <a:avLst/>
              <a:pathLst>
                <a:path w="17648" h="16956">
                  <a:moveTo>
                    <a:pt x="9843" y="178"/>
                  </a:moveTo>
                  <a:lnTo>
                    <a:pt x="16046" y="4820"/>
                  </a:lnTo>
                  <a:lnTo>
                    <a:pt x="16025" y="9544"/>
                  </a:lnTo>
                  <a:lnTo>
                    <a:pt x="15518" y="10227"/>
                  </a:lnTo>
                  <a:lnTo>
                    <a:pt x="17231" y="12415"/>
                  </a:lnTo>
                  <a:lnTo>
                    <a:pt x="17648" y="15018"/>
                  </a:lnTo>
                  <a:lnTo>
                    <a:pt x="16700" y="15534"/>
                  </a:lnTo>
                  <a:lnTo>
                    <a:pt x="11958" y="16956"/>
                  </a:lnTo>
                  <a:lnTo>
                    <a:pt x="9969" y="16821"/>
                  </a:lnTo>
                  <a:lnTo>
                    <a:pt x="7954" y="14882"/>
                  </a:lnTo>
                  <a:lnTo>
                    <a:pt x="5995" y="9892"/>
                  </a:lnTo>
                  <a:lnTo>
                    <a:pt x="5029" y="8909"/>
                  </a:lnTo>
                  <a:lnTo>
                    <a:pt x="957" y="8552"/>
                  </a:lnTo>
                  <a:lnTo>
                    <a:pt x="0" y="6881"/>
                  </a:lnTo>
                  <a:lnTo>
                    <a:pt x="2157" y="6322"/>
                  </a:lnTo>
                  <a:lnTo>
                    <a:pt x="3310" y="1392"/>
                  </a:lnTo>
                  <a:lnTo>
                    <a:pt x="623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h4550"/>
            <p:cNvSpPr/>
            <p:nvPr/>
          </p:nvSpPr>
          <p:spPr>
            <a:xfrm>
              <a:off x="6990189" y="3072723"/>
              <a:ext cx="29385" cy="26265"/>
            </a:xfrm>
            <a:custGeom>
              <a:avLst/>
              <a:pathLst>
                <a:path w="29385" h="26265">
                  <a:moveTo>
                    <a:pt x="13750" y="0"/>
                  </a:moveTo>
                  <a:lnTo>
                    <a:pt x="12340" y="1469"/>
                  </a:lnTo>
                  <a:lnTo>
                    <a:pt x="13343" y="2594"/>
                  </a:lnTo>
                  <a:lnTo>
                    <a:pt x="17046" y="1407"/>
                  </a:lnTo>
                  <a:lnTo>
                    <a:pt x="17566" y="3544"/>
                  </a:lnTo>
                  <a:lnTo>
                    <a:pt x="20786" y="5094"/>
                  </a:lnTo>
                  <a:lnTo>
                    <a:pt x="26718" y="9555"/>
                  </a:lnTo>
                  <a:lnTo>
                    <a:pt x="29385" y="10410"/>
                  </a:lnTo>
                  <a:lnTo>
                    <a:pt x="28859" y="12672"/>
                  </a:lnTo>
                  <a:lnTo>
                    <a:pt x="27685" y="13849"/>
                  </a:lnTo>
                  <a:lnTo>
                    <a:pt x="26106" y="13613"/>
                  </a:lnTo>
                  <a:lnTo>
                    <a:pt x="25292" y="10986"/>
                  </a:lnTo>
                  <a:lnTo>
                    <a:pt x="18943" y="12936"/>
                  </a:lnTo>
                  <a:lnTo>
                    <a:pt x="18695" y="13968"/>
                  </a:lnTo>
                  <a:lnTo>
                    <a:pt x="19589" y="15819"/>
                  </a:lnTo>
                  <a:lnTo>
                    <a:pt x="17500" y="16087"/>
                  </a:lnTo>
                  <a:lnTo>
                    <a:pt x="11719" y="20306"/>
                  </a:lnTo>
                  <a:lnTo>
                    <a:pt x="11624" y="19719"/>
                  </a:lnTo>
                  <a:lnTo>
                    <a:pt x="10325" y="19575"/>
                  </a:lnTo>
                  <a:lnTo>
                    <a:pt x="6062" y="23852"/>
                  </a:lnTo>
                  <a:lnTo>
                    <a:pt x="1197" y="25322"/>
                  </a:lnTo>
                  <a:lnTo>
                    <a:pt x="1336" y="26265"/>
                  </a:lnTo>
                  <a:lnTo>
                    <a:pt x="837" y="25694"/>
                  </a:lnTo>
                  <a:lnTo>
                    <a:pt x="1369" y="23263"/>
                  </a:lnTo>
                  <a:lnTo>
                    <a:pt x="0" y="18935"/>
                  </a:lnTo>
                  <a:lnTo>
                    <a:pt x="1010" y="18235"/>
                  </a:lnTo>
                  <a:lnTo>
                    <a:pt x="4832" y="8251"/>
                  </a:lnTo>
                  <a:lnTo>
                    <a:pt x="10808" y="53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h4551"/>
            <p:cNvSpPr/>
            <p:nvPr/>
          </p:nvSpPr>
          <p:spPr>
            <a:xfrm>
              <a:off x="7094524" y="3302284"/>
              <a:ext cx="32609" cy="51777"/>
            </a:xfrm>
            <a:custGeom>
              <a:avLst/>
              <a:pathLst>
                <a:path w="32609" h="51777">
                  <a:moveTo>
                    <a:pt x="24292" y="2404"/>
                  </a:moveTo>
                  <a:lnTo>
                    <a:pt x="30321" y="3361"/>
                  </a:lnTo>
                  <a:lnTo>
                    <a:pt x="32609" y="5855"/>
                  </a:lnTo>
                  <a:lnTo>
                    <a:pt x="29464" y="11085"/>
                  </a:lnTo>
                  <a:lnTo>
                    <a:pt x="29979" y="11112"/>
                  </a:lnTo>
                  <a:lnTo>
                    <a:pt x="22560" y="14783"/>
                  </a:lnTo>
                  <a:lnTo>
                    <a:pt x="25506" y="19688"/>
                  </a:lnTo>
                  <a:lnTo>
                    <a:pt x="26076" y="34415"/>
                  </a:lnTo>
                  <a:lnTo>
                    <a:pt x="31148" y="42271"/>
                  </a:lnTo>
                  <a:lnTo>
                    <a:pt x="28762" y="47708"/>
                  </a:lnTo>
                  <a:lnTo>
                    <a:pt x="26028" y="50975"/>
                  </a:lnTo>
                  <a:lnTo>
                    <a:pt x="24302" y="51777"/>
                  </a:lnTo>
                  <a:lnTo>
                    <a:pt x="19428" y="43452"/>
                  </a:lnTo>
                  <a:lnTo>
                    <a:pt x="18071" y="38730"/>
                  </a:lnTo>
                  <a:lnTo>
                    <a:pt x="15335" y="38989"/>
                  </a:lnTo>
                  <a:lnTo>
                    <a:pt x="15304" y="42317"/>
                  </a:lnTo>
                  <a:lnTo>
                    <a:pt x="10608" y="41610"/>
                  </a:lnTo>
                  <a:lnTo>
                    <a:pt x="7945" y="36834"/>
                  </a:lnTo>
                  <a:lnTo>
                    <a:pt x="8317" y="34697"/>
                  </a:lnTo>
                  <a:lnTo>
                    <a:pt x="11337" y="35565"/>
                  </a:lnTo>
                  <a:lnTo>
                    <a:pt x="12314" y="36287"/>
                  </a:lnTo>
                  <a:lnTo>
                    <a:pt x="11201" y="38301"/>
                  </a:lnTo>
                  <a:lnTo>
                    <a:pt x="12649" y="38428"/>
                  </a:lnTo>
                  <a:lnTo>
                    <a:pt x="25334" y="30361"/>
                  </a:lnTo>
                  <a:lnTo>
                    <a:pt x="14646" y="24965"/>
                  </a:lnTo>
                  <a:lnTo>
                    <a:pt x="11923" y="24592"/>
                  </a:lnTo>
                  <a:lnTo>
                    <a:pt x="10639" y="25323"/>
                  </a:lnTo>
                  <a:lnTo>
                    <a:pt x="10141" y="26097"/>
                  </a:lnTo>
                  <a:lnTo>
                    <a:pt x="10702" y="27626"/>
                  </a:lnTo>
                  <a:lnTo>
                    <a:pt x="7532" y="29334"/>
                  </a:lnTo>
                  <a:lnTo>
                    <a:pt x="4495" y="29225"/>
                  </a:lnTo>
                  <a:lnTo>
                    <a:pt x="992" y="27765"/>
                  </a:lnTo>
                  <a:lnTo>
                    <a:pt x="0" y="26577"/>
                  </a:lnTo>
                  <a:lnTo>
                    <a:pt x="955" y="24541"/>
                  </a:lnTo>
                  <a:lnTo>
                    <a:pt x="865" y="21912"/>
                  </a:lnTo>
                  <a:lnTo>
                    <a:pt x="2389" y="22036"/>
                  </a:lnTo>
                  <a:lnTo>
                    <a:pt x="7273" y="15601"/>
                  </a:lnTo>
                  <a:lnTo>
                    <a:pt x="4925" y="13043"/>
                  </a:lnTo>
                  <a:lnTo>
                    <a:pt x="5470" y="12036"/>
                  </a:lnTo>
                  <a:lnTo>
                    <a:pt x="7433" y="10344"/>
                  </a:lnTo>
                  <a:lnTo>
                    <a:pt x="10533" y="9097"/>
                  </a:lnTo>
                  <a:lnTo>
                    <a:pt x="11073" y="9236"/>
                  </a:lnTo>
                  <a:lnTo>
                    <a:pt x="10665" y="10554"/>
                  </a:lnTo>
                  <a:lnTo>
                    <a:pt x="8944" y="13695"/>
                  </a:lnTo>
                  <a:lnTo>
                    <a:pt x="12984" y="19359"/>
                  </a:lnTo>
                  <a:lnTo>
                    <a:pt x="14609" y="18895"/>
                  </a:lnTo>
                  <a:lnTo>
                    <a:pt x="19497" y="6538"/>
                  </a:lnTo>
                  <a:lnTo>
                    <a:pt x="20230" y="5998"/>
                  </a:lnTo>
                  <a:lnTo>
                    <a:pt x="1999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h4552"/>
            <p:cNvSpPr/>
            <p:nvPr/>
          </p:nvSpPr>
          <p:spPr>
            <a:xfrm>
              <a:off x="7091265" y="3235221"/>
              <a:ext cx="8875" cy="15298"/>
            </a:xfrm>
            <a:custGeom>
              <a:avLst/>
              <a:pathLst>
                <a:path w="8875" h="15298">
                  <a:moveTo>
                    <a:pt x="4626" y="0"/>
                  </a:moveTo>
                  <a:lnTo>
                    <a:pt x="7326" y="1513"/>
                  </a:lnTo>
                  <a:lnTo>
                    <a:pt x="8875" y="1083"/>
                  </a:lnTo>
                  <a:lnTo>
                    <a:pt x="8278" y="8363"/>
                  </a:lnTo>
                  <a:lnTo>
                    <a:pt x="6432" y="11747"/>
                  </a:lnTo>
                  <a:lnTo>
                    <a:pt x="7260" y="15298"/>
                  </a:lnTo>
                  <a:lnTo>
                    <a:pt x="5118" y="13625"/>
                  </a:lnTo>
                  <a:lnTo>
                    <a:pt x="0" y="10459"/>
                  </a:lnTo>
                  <a:lnTo>
                    <a:pt x="55" y="4989"/>
                  </a:lnTo>
                  <a:lnTo>
                    <a:pt x="1406" y="4735"/>
                  </a:lnTo>
                  <a:lnTo>
                    <a:pt x="31" y="1724"/>
                  </a:lnTo>
                  <a:lnTo>
                    <a:pt x="1243" y="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h4553"/>
            <p:cNvSpPr/>
            <p:nvPr/>
          </p:nvSpPr>
          <p:spPr>
            <a:xfrm>
              <a:off x="7057337" y="3118276"/>
              <a:ext cx="39184" cy="29502"/>
            </a:xfrm>
            <a:custGeom>
              <a:avLst/>
              <a:pathLst>
                <a:path w="39184" h="29502">
                  <a:moveTo>
                    <a:pt x="9125" y="314"/>
                  </a:moveTo>
                  <a:lnTo>
                    <a:pt x="8377" y="7773"/>
                  </a:lnTo>
                  <a:lnTo>
                    <a:pt x="14594" y="9510"/>
                  </a:lnTo>
                  <a:lnTo>
                    <a:pt x="16111" y="12393"/>
                  </a:lnTo>
                  <a:lnTo>
                    <a:pt x="15145" y="13491"/>
                  </a:lnTo>
                  <a:lnTo>
                    <a:pt x="16103" y="19977"/>
                  </a:lnTo>
                  <a:lnTo>
                    <a:pt x="20340" y="20335"/>
                  </a:lnTo>
                  <a:lnTo>
                    <a:pt x="23015" y="19804"/>
                  </a:lnTo>
                  <a:lnTo>
                    <a:pt x="24370" y="18155"/>
                  </a:lnTo>
                  <a:lnTo>
                    <a:pt x="23286" y="13244"/>
                  </a:lnTo>
                  <a:lnTo>
                    <a:pt x="25996" y="12302"/>
                  </a:lnTo>
                  <a:lnTo>
                    <a:pt x="27360" y="15044"/>
                  </a:lnTo>
                  <a:lnTo>
                    <a:pt x="28545" y="11607"/>
                  </a:lnTo>
                  <a:lnTo>
                    <a:pt x="39184" y="22669"/>
                  </a:lnTo>
                  <a:lnTo>
                    <a:pt x="36845" y="23982"/>
                  </a:lnTo>
                  <a:lnTo>
                    <a:pt x="36390" y="21320"/>
                  </a:lnTo>
                  <a:lnTo>
                    <a:pt x="35420" y="20311"/>
                  </a:lnTo>
                  <a:lnTo>
                    <a:pt x="29742" y="24840"/>
                  </a:lnTo>
                  <a:lnTo>
                    <a:pt x="23981" y="26903"/>
                  </a:lnTo>
                  <a:lnTo>
                    <a:pt x="22682" y="29502"/>
                  </a:lnTo>
                  <a:lnTo>
                    <a:pt x="21690" y="24911"/>
                  </a:lnTo>
                  <a:lnTo>
                    <a:pt x="19397" y="22505"/>
                  </a:lnTo>
                  <a:lnTo>
                    <a:pt x="13438" y="23649"/>
                  </a:lnTo>
                  <a:lnTo>
                    <a:pt x="13394" y="24567"/>
                  </a:lnTo>
                  <a:lnTo>
                    <a:pt x="11938" y="25277"/>
                  </a:lnTo>
                  <a:lnTo>
                    <a:pt x="7714" y="24500"/>
                  </a:lnTo>
                  <a:lnTo>
                    <a:pt x="5806" y="20087"/>
                  </a:lnTo>
                  <a:lnTo>
                    <a:pt x="2828" y="19017"/>
                  </a:lnTo>
                  <a:lnTo>
                    <a:pt x="0" y="13517"/>
                  </a:lnTo>
                  <a:lnTo>
                    <a:pt x="5584" y="11187"/>
                  </a:lnTo>
                  <a:lnTo>
                    <a:pt x="4852" y="6399"/>
                  </a:lnTo>
                  <a:lnTo>
                    <a:pt x="2873" y="3010"/>
                  </a:lnTo>
                  <a:lnTo>
                    <a:pt x="850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h4554"/>
            <p:cNvSpPr/>
            <p:nvPr/>
          </p:nvSpPr>
          <p:spPr>
            <a:xfrm>
              <a:off x="6932295" y="3160437"/>
              <a:ext cx="9679" cy="8557"/>
            </a:xfrm>
            <a:custGeom>
              <a:avLst/>
              <a:pathLst>
                <a:path w="9679" h="8557">
                  <a:moveTo>
                    <a:pt x="8733" y="1243"/>
                  </a:moveTo>
                  <a:lnTo>
                    <a:pt x="9557" y="2926"/>
                  </a:lnTo>
                  <a:lnTo>
                    <a:pt x="9679" y="7476"/>
                  </a:lnTo>
                  <a:lnTo>
                    <a:pt x="6928" y="8557"/>
                  </a:lnTo>
                  <a:lnTo>
                    <a:pt x="0" y="3389"/>
                  </a:lnTo>
                  <a:lnTo>
                    <a:pt x="553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h4555"/>
            <p:cNvSpPr/>
            <p:nvPr/>
          </p:nvSpPr>
          <p:spPr>
            <a:xfrm>
              <a:off x="7001219" y="3369888"/>
              <a:ext cx="40469" cy="28536"/>
            </a:xfrm>
            <a:custGeom>
              <a:avLst/>
              <a:pathLst>
                <a:path w="40469" h="28536">
                  <a:moveTo>
                    <a:pt x="16994" y="7857"/>
                  </a:moveTo>
                  <a:lnTo>
                    <a:pt x="21742" y="14164"/>
                  </a:lnTo>
                  <a:lnTo>
                    <a:pt x="26786" y="13853"/>
                  </a:lnTo>
                  <a:lnTo>
                    <a:pt x="30145" y="12465"/>
                  </a:lnTo>
                  <a:lnTo>
                    <a:pt x="32965" y="12635"/>
                  </a:lnTo>
                  <a:lnTo>
                    <a:pt x="36965" y="10825"/>
                  </a:lnTo>
                  <a:lnTo>
                    <a:pt x="40116" y="17320"/>
                  </a:lnTo>
                  <a:lnTo>
                    <a:pt x="40469" y="24416"/>
                  </a:lnTo>
                  <a:lnTo>
                    <a:pt x="38367" y="28536"/>
                  </a:lnTo>
                  <a:lnTo>
                    <a:pt x="32602" y="28134"/>
                  </a:lnTo>
                  <a:lnTo>
                    <a:pt x="27932" y="26869"/>
                  </a:lnTo>
                  <a:lnTo>
                    <a:pt x="17611" y="22742"/>
                  </a:lnTo>
                  <a:lnTo>
                    <a:pt x="0" y="20953"/>
                  </a:lnTo>
                  <a:lnTo>
                    <a:pt x="1203" y="20142"/>
                  </a:lnTo>
                  <a:lnTo>
                    <a:pt x="557" y="15734"/>
                  </a:lnTo>
                  <a:lnTo>
                    <a:pt x="1428" y="11433"/>
                  </a:lnTo>
                  <a:lnTo>
                    <a:pt x="2647" y="9470"/>
                  </a:lnTo>
                  <a:lnTo>
                    <a:pt x="4070" y="1999"/>
                  </a:lnTo>
                  <a:lnTo>
                    <a:pt x="11198" y="2496"/>
                  </a:lnTo>
                  <a:lnTo>
                    <a:pt x="1691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h4556"/>
            <p:cNvSpPr/>
            <p:nvPr/>
          </p:nvSpPr>
          <p:spPr>
            <a:xfrm>
              <a:off x="6908393" y="3277308"/>
              <a:ext cx="25186" cy="16263"/>
            </a:xfrm>
            <a:custGeom>
              <a:avLst/>
              <a:pathLst>
                <a:path w="25186" h="16263">
                  <a:moveTo>
                    <a:pt x="12774" y="0"/>
                  </a:moveTo>
                  <a:lnTo>
                    <a:pt x="18772" y="3138"/>
                  </a:lnTo>
                  <a:lnTo>
                    <a:pt x="19941" y="4892"/>
                  </a:lnTo>
                  <a:lnTo>
                    <a:pt x="22659" y="10331"/>
                  </a:lnTo>
                  <a:lnTo>
                    <a:pt x="25186" y="12881"/>
                  </a:lnTo>
                  <a:lnTo>
                    <a:pt x="22103" y="13366"/>
                  </a:lnTo>
                  <a:lnTo>
                    <a:pt x="18042" y="15266"/>
                  </a:lnTo>
                  <a:lnTo>
                    <a:pt x="8962" y="14978"/>
                  </a:lnTo>
                  <a:lnTo>
                    <a:pt x="5959" y="16263"/>
                  </a:lnTo>
                  <a:lnTo>
                    <a:pt x="4416" y="15019"/>
                  </a:lnTo>
                  <a:lnTo>
                    <a:pt x="1503" y="14745"/>
                  </a:lnTo>
                  <a:lnTo>
                    <a:pt x="0" y="12149"/>
                  </a:lnTo>
                  <a:lnTo>
                    <a:pt x="2867" y="7125"/>
                  </a:lnTo>
                  <a:lnTo>
                    <a:pt x="6976" y="5373"/>
                  </a:lnTo>
                  <a:lnTo>
                    <a:pt x="7886" y="3771"/>
                  </a:lnTo>
                  <a:lnTo>
                    <a:pt x="10710" y="2048"/>
                  </a:lnTo>
                  <a:lnTo>
                    <a:pt x="11290" y="11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h4557"/>
            <p:cNvSpPr/>
            <p:nvPr/>
          </p:nvSpPr>
          <p:spPr>
            <a:xfrm>
              <a:off x="7273410" y="3294822"/>
              <a:ext cx="7068" cy="9969"/>
            </a:xfrm>
            <a:custGeom>
              <a:avLst/>
              <a:pathLst>
                <a:path w="7068" h="9969">
                  <a:moveTo>
                    <a:pt x="5467" y="1758"/>
                  </a:moveTo>
                  <a:lnTo>
                    <a:pt x="3151" y="4497"/>
                  </a:lnTo>
                  <a:lnTo>
                    <a:pt x="7068" y="9750"/>
                  </a:lnTo>
                  <a:lnTo>
                    <a:pt x="1070" y="9969"/>
                  </a:lnTo>
                  <a:lnTo>
                    <a:pt x="1655" y="7171"/>
                  </a:lnTo>
                  <a:lnTo>
                    <a:pt x="0" y="4961"/>
                  </a:lnTo>
                  <a:lnTo>
                    <a:pt x="430" y="2613"/>
                  </a:lnTo>
                  <a:lnTo>
                    <a:pt x="571" y="1059"/>
                  </a:lnTo>
                  <a:lnTo>
                    <a:pt x="3153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h4558"/>
            <p:cNvSpPr/>
            <p:nvPr/>
          </p:nvSpPr>
          <p:spPr>
            <a:xfrm>
              <a:off x="6830491" y="3167644"/>
              <a:ext cx="12388" cy="8260"/>
            </a:xfrm>
            <a:custGeom>
              <a:avLst/>
              <a:pathLst>
                <a:path w="12388" h="8260">
                  <a:moveTo>
                    <a:pt x="12388" y="1652"/>
                  </a:moveTo>
                  <a:lnTo>
                    <a:pt x="10573" y="4541"/>
                  </a:lnTo>
                  <a:lnTo>
                    <a:pt x="9951" y="7103"/>
                  </a:lnTo>
                  <a:lnTo>
                    <a:pt x="8809" y="8260"/>
                  </a:lnTo>
                  <a:lnTo>
                    <a:pt x="6151" y="6287"/>
                  </a:lnTo>
                  <a:lnTo>
                    <a:pt x="3963" y="6777"/>
                  </a:lnTo>
                  <a:lnTo>
                    <a:pt x="0" y="5617"/>
                  </a:lnTo>
                  <a:lnTo>
                    <a:pt x="610" y="3392"/>
                  </a:lnTo>
                  <a:lnTo>
                    <a:pt x="1264" y="3432"/>
                  </a:lnTo>
                  <a:lnTo>
                    <a:pt x="1311" y="726"/>
                  </a:lnTo>
                  <a:lnTo>
                    <a:pt x="7824" y="460"/>
                  </a:lnTo>
                  <a:lnTo>
                    <a:pt x="6751" y="4545"/>
                  </a:lnTo>
                  <a:lnTo>
                    <a:pt x="844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h4559"/>
            <p:cNvSpPr/>
            <p:nvPr/>
          </p:nvSpPr>
          <p:spPr>
            <a:xfrm>
              <a:off x="7012781" y="3200016"/>
              <a:ext cx="11438" cy="18181"/>
            </a:xfrm>
            <a:custGeom>
              <a:avLst/>
              <a:pathLst>
                <a:path w="11438" h="18181">
                  <a:moveTo>
                    <a:pt x="11438" y="467"/>
                  </a:moveTo>
                  <a:lnTo>
                    <a:pt x="7632" y="14779"/>
                  </a:lnTo>
                  <a:lnTo>
                    <a:pt x="5735" y="16252"/>
                  </a:lnTo>
                  <a:lnTo>
                    <a:pt x="5165" y="18181"/>
                  </a:lnTo>
                  <a:lnTo>
                    <a:pt x="4657" y="17320"/>
                  </a:lnTo>
                  <a:lnTo>
                    <a:pt x="69" y="9871"/>
                  </a:lnTo>
                  <a:lnTo>
                    <a:pt x="0" y="5254"/>
                  </a:lnTo>
                  <a:lnTo>
                    <a:pt x="1363" y="3504"/>
                  </a:lnTo>
                  <a:lnTo>
                    <a:pt x="85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h4560"/>
            <p:cNvSpPr/>
            <p:nvPr/>
          </p:nvSpPr>
          <p:spPr>
            <a:xfrm>
              <a:off x="7232921" y="3270908"/>
              <a:ext cx="21390" cy="19353"/>
            </a:xfrm>
            <a:custGeom>
              <a:avLst/>
              <a:pathLst>
                <a:path w="21390" h="19353">
                  <a:moveTo>
                    <a:pt x="19921" y="351"/>
                  </a:moveTo>
                  <a:lnTo>
                    <a:pt x="19768" y="1965"/>
                  </a:lnTo>
                  <a:lnTo>
                    <a:pt x="21390" y="4838"/>
                  </a:lnTo>
                  <a:lnTo>
                    <a:pt x="12495" y="10005"/>
                  </a:lnTo>
                  <a:lnTo>
                    <a:pt x="10183" y="19353"/>
                  </a:lnTo>
                  <a:lnTo>
                    <a:pt x="8501" y="18293"/>
                  </a:lnTo>
                  <a:lnTo>
                    <a:pt x="0" y="16226"/>
                  </a:lnTo>
                  <a:lnTo>
                    <a:pt x="935" y="10921"/>
                  </a:lnTo>
                  <a:lnTo>
                    <a:pt x="496" y="7382"/>
                  </a:lnTo>
                  <a:lnTo>
                    <a:pt x="1308" y="4600"/>
                  </a:lnTo>
                  <a:lnTo>
                    <a:pt x="6277" y="4814"/>
                  </a:lnTo>
                  <a:lnTo>
                    <a:pt x="5516" y="9"/>
                  </a:lnTo>
                  <a:lnTo>
                    <a:pt x="16054" y="1161"/>
                  </a:lnTo>
                  <a:lnTo>
                    <a:pt x="1804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h4561"/>
            <p:cNvSpPr/>
            <p:nvPr/>
          </p:nvSpPr>
          <p:spPr>
            <a:xfrm>
              <a:off x="6807780" y="3162439"/>
              <a:ext cx="11527" cy="11163"/>
            </a:xfrm>
            <a:custGeom>
              <a:avLst/>
              <a:pathLst>
                <a:path w="11527" h="11163">
                  <a:moveTo>
                    <a:pt x="8119" y="4785"/>
                  </a:moveTo>
                  <a:lnTo>
                    <a:pt x="11527" y="7441"/>
                  </a:lnTo>
                  <a:lnTo>
                    <a:pt x="10945" y="10401"/>
                  </a:lnTo>
                  <a:lnTo>
                    <a:pt x="7163" y="11163"/>
                  </a:lnTo>
                  <a:lnTo>
                    <a:pt x="4465" y="8456"/>
                  </a:lnTo>
                  <a:lnTo>
                    <a:pt x="2443" y="7270"/>
                  </a:lnTo>
                  <a:lnTo>
                    <a:pt x="1246" y="7656"/>
                  </a:lnTo>
                  <a:lnTo>
                    <a:pt x="0" y="1985"/>
                  </a:lnTo>
                  <a:lnTo>
                    <a:pt x="764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h4562"/>
            <p:cNvSpPr/>
            <p:nvPr/>
          </p:nvSpPr>
          <p:spPr>
            <a:xfrm>
              <a:off x="6875975" y="3088496"/>
              <a:ext cx="28202" cy="26744"/>
            </a:xfrm>
            <a:custGeom>
              <a:avLst/>
              <a:pathLst>
                <a:path w="28202" h="26744">
                  <a:moveTo>
                    <a:pt x="24219" y="1593"/>
                  </a:moveTo>
                  <a:lnTo>
                    <a:pt x="25641" y="11021"/>
                  </a:lnTo>
                  <a:lnTo>
                    <a:pt x="24765" y="12596"/>
                  </a:lnTo>
                  <a:lnTo>
                    <a:pt x="23720" y="13839"/>
                  </a:lnTo>
                  <a:lnTo>
                    <a:pt x="23371" y="13537"/>
                  </a:lnTo>
                  <a:lnTo>
                    <a:pt x="22101" y="15776"/>
                  </a:lnTo>
                  <a:lnTo>
                    <a:pt x="24789" y="18332"/>
                  </a:lnTo>
                  <a:lnTo>
                    <a:pt x="26459" y="17657"/>
                  </a:lnTo>
                  <a:lnTo>
                    <a:pt x="27122" y="18488"/>
                  </a:lnTo>
                  <a:lnTo>
                    <a:pt x="28202" y="23766"/>
                  </a:lnTo>
                  <a:lnTo>
                    <a:pt x="27519" y="26744"/>
                  </a:lnTo>
                  <a:lnTo>
                    <a:pt x="20412" y="25433"/>
                  </a:lnTo>
                  <a:lnTo>
                    <a:pt x="19917" y="23963"/>
                  </a:lnTo>
                  <a:lnTo>
                    <a:pt x="20444" y="17814"/>
                  </a:lnTo>
                  <a:lnTo>
                    <a:pt x="15588" y="21942"/>
                  </a:lnTo>
                  <a:lnTo>
                    <a:pt x="11233" y="20478"/>
                  </a:lnTo>
                  <a:lnTo>
                    <a:pt x="10822" y="19404"/>
                  </a:lnTo>
                  <a:lnTo>
                    <a:pt x="10577" y="18853"/>
                  </a:lnTo>
                  <a:lnTo>
                    <a:pt x="13106" y="17420"/>
                  </a:lnTo>
                  <a:lnTo>
                    <a:pt x="14794" y="14735"/>
                  </a:lnTo>
                  <a:lnTo>
                    <a:pt x="12808" y="10481"/>
                  </a:lnTo>
                  <a:lnTo>
                    <a:pt x="9986" y="9567"/>
                  </a:lnTo>
                  <a:lnTo>
                    <a:pt x="9905" y="12793"/>
                  </a:lnTo>
                  <a:lnTo>
                    <a:pt x="8222" y="14760"/>
                  </a:lnTo>
                  <a:lnTo>
                    <a:pt x="2325" y="15156"/>
                  </a:lnTo>
                  <a:lnTo>
                    <a:pt x="1076" y="13129"/>
                  </a:lnTo>
                  <a:lnTo>
                    <a:pt x="0" y="12710"/>
                  </a:lnTo>
                  <a:lnTo>
                    <a:pt x="4746" y="4246"/>
                  </a:lnTo>
                  <a:lnTo>
                    <a:pt x="6741" y="1666"/>
                  </a:lnTo>
                  <a:lnTo>
                    <a:pt x="8337" y="1249"/>
                  </a:lnTo>
                  <a:lnTo>
                    <a:pt x="12184" y="2390"/>
                  </a:lnTo>
                  <a:lnTo>
                    <a:pt x="15426" y="2260"/>
                  </a:lnTo>
                  <a:lnTo>
                    <a:pt x="16580" y="1116"/>
                  </a:lnTo>
                  <a:lnTo>
                    <a:pt x="21960" y="182"/>
                  </a:lnTo>
                  <a:lnTo>
                    <a:pt x="2294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h4563"/>
            <p:cNvSpPr/>
            <p:nvPr/>
          </p:nvSpPr>
          <p:spPr>
            <a:xfrm>
              <a:off x="6937148" y="3301790"/>
              <a:ext cx="25495" cy="14467"/>
            </a:xfrm>
            <a:custGeom>
              <a:avLst/>
              <a:pathLst>
                <a:path w="25495" h="14467">
                  <a:moveTo>
                    <a:pt x="10733" y="0"/>
                  </a:moveTo>
                  <a:lnTo>
                    <a:pt x="16457" y="34"/>
                  </a:lnTo>
                  <a:lnTo>
                    <a:pt x="24894" y="1857"/>
                  </a:lnTo>
                  <a:lnTo>
                    <a:pt x="25495" y="3961"/>
                  </a:lnTo>
                  <a:lnTo>
                    <a:pt x="23508" y="8086"/>
                  </a:lnTo>
                  <a:lnTo>
                    <a:pt x="20551" y="8625"/>
                  </a:lnTo>
                  <a:lnTo>
                    <a:pt x="18236" y="14329"/>
                  </a:lnTo>
                  <a:lnTo>
                    <a:pt x="17668" y="14467"/>
                  </a:lnTo>
                  <a:lnTo>
                    <a:pt x="14038" y="14313"/>
                  </a:lnTo>
                  <a:lnTo>
                    <a:pt x="8925" y="12195"/>
                  </a:lnTo>
                  <a:lnTo>
                    <a:pt x="8512" y="13064"/>
                  </a:lnTo>
                  <a:lnTo>
                    <a:pt x="4010" y="9588"/>
                  </a:lnTo>
                  <a:lnTo>
                    <a:pt x="2508" y="9490"/>
                  </a:lnTo>
                  <a:lnTo>
                    <a:pt x="287" y="6692"/>
                  </a:lnTo>
                  <a:lnTo>
                    <a:pt x="0" y="5515"/>
                  </a:lnTo>
                  <a:lnTo>
                    <a:pt x="5405" y="3848"/>
                  </a:lnTo>
                  <a:lnTo>
                    <a:pt x="7559" y="2342"/>
                  </a:lnTo>
                  <a:lnTo>
                    <a:pt x="7202" y="198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h4564"/>
            <p:cNvSpPr/>
            <p:nvPr/>
          </p:nvSpPr>
          <p:spPr>
            <a:xfrm>
              <a:off x="6827052" y="3139452"/>
              <a:ext cx="19300" cy="32738"/>
            </a:xfrm>
            <a:custGeom>
              <a:avLst/>
              <a:pathLst>
                <a:path w="19300" h="32738">
                  <a:moveTo>
                    <a:pt x="4832" y="602"/>
                  </a:moveTo>
                  <a:lnTo>
                    <a:pt x="5486" y="1338"/>
                  </a:lnTo>
                  <a:lnTo>
                    <a:pt x="5579" y="4833"/>
                  </a:lnTo>
                  <a:lnTo>
                    <a:pt x="6582" y="7516"/>
                  </a:lnTo>
                  <a:lnTo>
                    <a:pt x="9332" y="7692"/>
                  </a:lnTo>
                  <a:lnTo>
                    <a:pt x="11096" y="5429"/>
                  </a:lnTo>
                  <a:lnTo>
                    <a:pt x="11610" y="10161"/>
                  </a:lnTo>
                  <a:lnTo>
                    <a:pt x="11907" y="8347"/>
                  </a:lnTo>
                  <a:lnTo>
                    <a:pt x="14915" y="8241"/>
                  </a:lnTo>
                  <a:lnTo>
                    <a:pt x="17163" y="10657"/>
                  </a:lnTo>
                  <a:lnTo>
                    <a:pt x="15717" y="11614"/>
                  </a:lnTo>
                  <a:lnTo>
                    <a:pt x="16776" y="12298"/>
                  </a:lnTo>
                  <a:lnTo>
                    <a:pt x="18533" y="11700"/>
                  </a:lnTo>
                  <a:lnTo>
                    <a:pt x="19300" y="12222"/>
                  </a:lnTo>
                  <a:lnTo>
                    <a:pt x="17891" y="14309"/>
                  </a:lnTo>
                  <a:lnTo>
                    <a:pt x="15493" y="12965"/>
                  </a:lnTo>
                  <a:lnTo>
                    <a:pt x="10406" y="11839"/>
                  </a:lnTo>
                  <a:lnTo>
                    <a:pt x="9796" y="12587"/>
                  </a:lnTo>
                  <a:lnTo>
                    <a:pt x="5460" y="10448"/>
                  </a:lnTo>
                  <a:lnTo>
                    <a:pt x="3426" y="12673"/>
                  </a:lnTo>
                  <a:lnTo>
                    <a:pt x="6362" y="15103"/>
                  </a:lnTo>
                  <a:lnTo>
                    <a:pt x="13690" y="19274"/>
                  </a:lnTo>
                  <a:lnTo>
                    <a:pt x="13741" y="23921"/>
                  </a:lnTo>
                  <a:lnTo>
                    <a:pt x="11884" y="28192"/>
                  </a:lnTo>
                  <a:lnTo>
                    <a:pt x="10189" y="32738"/>
                  </a:lnTo>
                  <a:lnTo>
                    <a:pt x="11263" y="28653"/>
                  </a:lnTo>
                  <a:lnTo>
                    <a:pt x="4750" y="28919"/>
                  </a:lnTo>
                  <a:lnTo>
                    <a:pt x="4703" y="31625"/>
                  </a:lnTo>
                  <a:lnTo>
                    <a:pt x="4048" y="31584"/>
                  </a:lnTo>
                  <a:lnTo>
                    <a:pt x="0" y="30487"/>
                  </a:lnTo>
                  <a:lnTo>
                    <a:pt x="691" y="27522"/>
                  </a:lnTo>
                  <a:lnTo>
                    <a:pt x="3702" y="21495"/>
                  </a:lnTo>
                  <a:lnTo>
                    <a:pt x="4177" y="20896"/>
                  </a:lnTo>
                  <a:lnTo>
                    <a:pt x="3794" y="14949"/>
                  </a:lnTo>
                  <a:lnTo>
                    <a:pt x="2481" y="13005"/>
                  </a:lnTo>
                  <a:lnTo>
                    <a:pt x="2037" y="10812"/>
                  </a:lnTo>
                  <a:lnTo>
                    <a:pt x="2104" y="8917"/>
                  </a:lnTo>
                  <a:lnTo>
                    <a:pt x="3438" y="6820"/>
                  </a:lnTo>
                  <a:lnTo>
                    <a:pt x="2837" y="3195"/>
                  </a:lnTo>
                  <a:lnTo>
                    <a:pt x="393" y="2571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h4565"/>
            <p:cNvSpPr/>
            <p:nvPr/>
          </p:nvSpPr>
          <p:spPr>
            <a:xfrm>
              <a:off x="6802319" y="3318816"/>
              <a:ext cx="17498" cy="13363"/>
            </a:xfrm>
            <a:custGeom>
              <a:avLst/>
              <a:pathLst>
                <a:path w="17498" h="13363">
                  <a:moveTo>
                    <a:pt x="17498" y="474"/>
                  </a:moveTo>
                  <a:lnTo>
                    <a:pt x="15156" y="13096"/>
                  </a:lnTo>
                  <a:lnTo>
                    <a:pt x="14104" y="13363"/>
                  </a:lnTo>
                  <a:lnTo>
                    <a:pt x="0" y="8634"/>
                  </a:lnTo>
                  <a:lnTo>
                    <a:pt x="1571" y="4946"/>
                  </a:lnTo>
                  <a:lnTo>
                    <a:pt x="4892" y="2876"/>
                  </a:lnTo>
                  <a:lnTo>
                    <a:pt x="5297" y="3174"/>
                  </a:lnTo>
                  <a:lnTo>
                    <a:pt x="1117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h4566"/>
            <p:cNvSpPr/>
            <p:nvPr/>
          </p:nvSpPr>
          <p:spPr>
            <a:xfrm>
              <a:off x="6928428" y="3200906"/>
              <a:ext cx="16404" cy="34581"/>
            </a:xfrm>
            <a:custGeom>
              <a:avLst/>
              <a:pathLst>
                <a:path w="16404" h="34581">
                  <a:moveTo>
                    <a:pt x="13939" y="476"/>
                  </a:moveTo>
                  <a:lnTo>
                    <a:pt x="14589" y="5975"/>
                  </a:lnTo>
                  <a:lnTo>
                    <a:pt x="16404" y="13109"/>
                  </a:lnTo>
                  <a:lnTo>
                    <a:pt x="11543" y="22379"/>
                  </a:lnTo>
                  <a:lnTo>
                    <a:pt x="12436" y="25598"/>
                  </a:lnTo>
                  <a:lnTo>
                    <a:pt x="13018" y="26177"/>
                  </a:lnTo>
                  <a:lnTo>
                    <a:pt x="13210" y="29048"/>
                  </a:lnTo>
                  <a:lnTo>
                    <a:pt x="11289" y="33012"/>
                  </a:lnTo>
                  <a:lnTo>
                    <a:pt x="9581" y="34581"/>
                  </a:lnTo>
                  <a:lnTo>
                    <a:pt x="8274" y="33778"/>
                  </a:lnTo>
                  <a:lnTo>
                    <a:pt x="6304" y="29504"/>
                  </a:lnTo>
                  <a:lnTo>
                    <a:pt x="7677" y="26821"/>
                  </a:lnTo>
                  <a:lnTo>
                    <a:pt x="7442" y="21533"/>
                  </a:lnTo>
                  <a:lnTo>
                    <a:pt x="5533" y="19879"/>
                  </a:lnTo>
                  <a:lnTo>
                    <a:pt x="3603" y="19869"/>
                  </a:lnTo>
                  <a:lnTo>
                    <a:pt x="1174" y="23131"/>
                  </a:lnTo>
                  <a:lnTo>
                    <a:pt x="0" y="17114"/>
                  </a:lnTo>
                  <a:lnTo>
                    <a:pt x="1630" y="6200"/>
                  </a:lnTo>
                  <a:lnTo>
                    <a:pt x="2514" y="10871"/>
                  </a:lnTo>
                  <a:lnTo>
                    <a:pt x="3581" y="11247"/>
                  </a:lnTo>
                  <a:lnTo>
                    <a:pt x="5849" y="10421"/>
                  </a:lnTo>
                  <a:lnTo>
                    <a:pt x="7801" y="8921"/>
                  </a:lnTo>
                  <a:lnTo>
                    <a:pt x="9236" y="6902"/>
                  </a:lnTo>
                  <a:lnTo>
                    <a:pt x="4429" y="4926"/>
                  </a:lnTo>
                  <a:lnTo>
                    <a:pt x="3735" y="4396"/>
                  </a:lnTo>
                  <a:lnTo>
                    <a:pt x="4252" y="4164"/>
                  </a:lnTo>
                  <a:lnTo>
                    <a:pt x="10191" y="954"/>
                  </a:lnTo>
                  <a:lnTo>
                    <a:pt x="1249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h4567"/>
            <p:cNvSpPr/>
            <p:nvPr/>
          </p:nvSpPr>
          <p:spPr>
            <a:xfrm>
              <a:off x="7063650" y="3346648"/>
              <a:ext cx="21604" cy="15622"/>
            </a:xfrm>
            <a:custGeom>
              <a:avLst/>
              <a:pathLst>
                <a:path w="21604" h="15622">
                  <a:moveTo>
                    <a:pt x="4051" y="1026"/>
                  </a:moveTo>
                  <a:lnTo>
                    <a:pt x="3829" y="4059"/>
                  </a:lnTo>
                  <a:lnTo>
                    <a:pt x="9328" y="6865"/>
                  </a:lnTo>
                  <a:lnTo>
                    <a:pt x="14651" y="8608"/>
                  </a:lnTo>
                  <a:lnTo>
                    <a:pt x="15494" y="7875"/>
                  </a:lnTo>
                  <a:lnTo>
                    <a:pt x="15667" y="5534"/>
                  </a:lnTo>
                  <a:lnTo>
                    <a:pt x="19695" y="5888"/>
                  </a:lnTo>
                  <a:lnTo>
                    <a:pt x="21604" y="9809"/>
                  </a:lnTo>
                  <a:lnTo>
                    <a:pt x="18698" y="14051"/>
                  </a:lnTo>
                  <a:lnTo>
                    <a:pt x="12656" y="13560"/>
                  </a:lnTo>
                  <a:lnTo>
                    <a:pt x="8800" y="14170"/>
                  </a:lnTo>
                  <a:lnTo>
                    <a:pt x="7049" y="15622"/>
                  </a:lnTo>
                  <a:lnTo>
                    <a:pt x="5764" y="14727"/>
                  </a:lnTo>
                  <a:lnTo>
                    <a:pt x="4085" y="13871"/>
                  </a:lnTo>
                  <a:lnTo>
                    <a:pt x="682" y="8909"/>
                  </a:lnTo>
                  <a:lnTo>
                    <a:pt x="1701" y="7320"/>
                  </a:lnTo>
                  <a:lnTo>
                    <a:pt x="1181" y="6085"/>
                  </a:lnTo>
                  <a:lnTo>
                    <a:pt x="2130" y="5569"/>
                  </a:lnTo>
                  <a:lnTo>
                    <a:pt x="1713" y="2965"/>
                  </a:lnTo>
                  <a:lnTo>
                    <a:pt x="0" y="778"/>
                  </a:lnTo>
                  <a:lnTo>
                    <a:pt x="507" y="95"/>
                  </a:lnTo>
                  <a:lnTo>
                    <a:pt x="198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h4568"/>
            <p:cNvSpPr/>
            <p:nvPr/>
          </p:nvSpPr>
          <p:spPr>
            <a:xfrm>
              <a:off x="6994209" y="3307281"/>
              <a:ext cx="14790" cy="14083"/>
            </a:xfrm>
            <a:custGeom>
              <a:avLst/>
              <a:pathLst>
                <a:path w="14790" h="14083">
                  <a:moveTo>
                    <a:pt x="8328" y="2111"/>
                  </a:moveTo>
                  <a:lnTo>
                    <a:pt x="10935" y="4172"/>
                  </a:lnTo>
                  <a:lnTo>
                    <a:pt x="11853" y="4127"/>
                  </a:lnTo>
                  <a:lnTo>
                    <a:pt x="12587" y="7178"/>
                  </a:lnTo>
                  <a:lnTo>
                    <a:pt x="14790" y="11606"/>
                  </a:lnTo>
                  <a:lnTo>
                    <a:pt x="12099" y="13977"/>
                  </a:lnTo>
                  <a:lnTo>
                    <a:pt x="11063" y="12090"/>
                  </a:lnTo>
                  <a:lnTo>
                    <a:pt x="8861" y="11091"/>
                  </a:lnTo>
                  <a:lnTo>
                    <a:pt x="7704" y="11274"/>
                  </a:lnTo>
                  <a:lnTo>
                    <a:pt x="4454" y="12606"/>
                  </a:lnTo>
                  <a:lnTo>
                    <a:pt x="3451" y="14083"/>
                  </a:lnTo>
                  <a:lnTo>
                    <a:pt x="1009" y="11909"/>
                  </a:lnTo>
                  <a:lnTo>
                    <a:pt x="0" y="8111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h4569"/>
            <p:cNvSpPr/>
            <p:nvPr/>
          </p:nvSpPr>
          <p:spPr>
            <a:xfrm>
              <a:off x="6822948" y="3172588"/>
              <a:ext cx="3889" cy="4258"/>
            </a:xfrm>
            <a:custGeom>
              <a:avLst/>
              <a:pathLst>
                <a:path w="3889" h="4258">
                  <a:moveTo>
                    <a:pt x="3016" y="1285"/>
                  </a:moveTo>
                  <a:lnTo>
                    <a:pt x="3889" y="3514"/>
                  </a:lnTo>
                  <a:lnTo>
                    <a:pt x="2352" y="4258"/>
                  </a:lnTo>
                  <a:lnTo>
                    <a:pt x="0" y="3881"/>
                  </a:lnTo>
                  <a:lnTo>
                    <a:pt x="1628" y="0"/>
                  </a:lnTo>
                  <a:lnTo>
                    <a:pt x="2364" y="334"/>
                  </a:lnTo>
                  <a:lnTo>
                    <a:pt x="2081" y="103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h4570"/>
            <p:cNvSpPr/>
            <p:nvPr/>
          </p:nvSpPr>
          <p:spPr>
            <a:xfrm>
              <a:off x="6830479" y="3149901"/>
              <a:ext cx="29077" cy="49121"/>
            </a:xfrm>
            <a:custGeom>
              <a:avLst/>
              <a:pathLst>
                <a:path w="29077" h="49121">
                  <a:moveTo>
                    <a:pt x="5498" y="2657"/>
                  </a:moveTo>
                  <a:lnTo>
                    <a:pt x="6325" y="5410"/>
                  </a:lnTo>
                  <a:lnTo>
                    <a:pt x="8040" y="5897"/>
                  </a:lnTo>
                  <a:lnTo>
                    <a:pt x="7951" y="4026"/>
                  </a:lnTo>
                  <a:lnTo>
                    <a:pt x="9002" y="4065"/>
                  </a:lnTo>
                  <a:lnTo>
                    <a:pt x="13465" y="6947"/>
                  </a:lnTo>
                  <a:lnTo>
                    <a:pt x="16842" y="7487"/>
                  </a:lnTo>
                  <a:lnTo>
                    <a:pt x="17001" y="12631"/>
                  </a:lnTo>
                  <a:lnTo>
                    <a:pt x="12533" y="13672"/>
                  </a:lnTo>
                  <a:lnTo>
                    <a:pt x="11815" y="14912"/>
                  </a:lnTo>
                  <a:lnTo>
                    <a:pt x="13647" y="18540"/>
                  </a:lnTo>
                  <a:lnTo>
                    <a:pt x="17335" y="20659"/>
                  </a:lnTo>
                  <a:lnTo>
                    <a:pt x="15578" y="26998"/>
                  </a:lnTo>
                  <a:lnTo>
                    <a:pt x="18999" y="26393"/>
                  </a:lnTo>
                  <a:lnTo>
                    <a:pt x="20369" y="22849"/>
                  </a:lnTo>
                  <a:lnTo>
                    <a:pt x="20542" y="18838"/>
                  </a:lnTo>
                  <a:lnTo>
                    <a:pt x="21624" y="17382"/>
                  </a:lnTo>
                  <a:lnTo>
                    <a:pt x="23330" y="17072"/>
                  </a:lnTo>
                  <a:lnTo>
                    <a:pt x="26252" y="19347"/>
                  </a:lnTo>
                  <a:lnTo>
                    <a:pt x="27553" y="21330"/>
                  </a:lnTo>
                  <a:lnTo>
                    <a:pt x="26638" y="23699"/>
                  </a:lnTo>
                  <a:lnTo>
                    <a:pt x="27255" y="27979"/>
                  </a:lnTo>
                  <a:lnTo>
                    <a:pt x="29077" y="33315"/>
                  </a:lnTo>
                  <a:lnTo>
                    <a:pt x="27406" y="33074"/>
                  </a:lnTo>
                  <a:lnTo>
                    <a:pt x="26402" y="31545"/>
                  </a:lnTo>
                  <a:lnTo>
                    <a:pt x="23952" y="31077"/>
                  </a:lnTo>
                  <a:lnTo>
                    <a:pt x="23372" y="33341"/>
                  </a:lnTo>
                  <a:lnTo>
                    <a:pt x="24389" y="34707"/>
                  </a:lnTo>
                  <a:lnTo>
                    <a:pt x="23682" y="36468"/>
                  </a:lnTo>
                  <a:lnTo>
                    <a:pt x="22846" y="35856"/>
                  </a:lnTo>
                  <a:lnTo>
                    <a:pt x="17692" y="43163"/>
                  </a:lnTo>
                  <a:lnTo>
                    <a:pt x="15949" y="49121"/>
                  </a:lnTo>
                  <a:lnTo>
                    <a:pt x="14139" y="49047"/>
                  </a:lnTo>
                  <a:lnTo>
                    <a:pt x="12935" y="48938"/>
                  </a:lnTo>
                  <a:lnTo>
                    <a:pt x="9715" y="46317"/>
                  </a:lnTo>
                  <a:lnTo>
                    <a:pt x="8692" y="45177"/>
                  </a:lnTo>
                  <a:lnTo>
                    <a:pt x="8645" y="43196"/>
                  </a:lnTo>
                  <a:lnTo>
                    <a:pt x="8670" y="37091"/>
                  </a:lnTo>
                  <a:lnTo>
                    <a:pt x="7355" y="34710"/>
                  </a:lnTo>
                  <a:lnTo>
                    <a:pt x="8217" y="29939"/>
                  </a:lnTo>
                  <a:lnTo>
                    <a:pt x="9963" y="24846"/>
                  </a:lnTo>
                  <a:lnTo>
                    <a:pt x="10585" y="22284"/>
                  </a:lnTo>
                  <a:lnTo>
                    <a:pt x="12400" y="19395"/>
                  </a:lnTo>
                  <a:lnTo>
                    <a:pt x="8457" y="17743"/>
                  </a:lnTo>
                  <a:lnTo>
                    <a:pt x="10315" y="13472"/>
                  </a:lnTo>
                  <a:lnTo>
                    <a:pt x="10263" y="8825"/>
                  </a:lnTo>
                  <a:lnTo>
                    <a:pt x="2936" y="4654"/>
                  </a:lnTo>
                  <a:lnTo>
                    <a:pt x="0" y="2224"/>
                  </a:lnTo>
                  <a:lnTo>
                    <a:pt x="2033" y="0"/>
                  </a:lnTo>
                  <a:lnTo>
                    <a:pt x="6369" y="213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h4571"/>
            <p:cNvSpPr/>
            <p:nvPr/>
          </p:nvSpPr>
          <p:spPr>
            <a:xfrm>
              <a:off x="6910929" y="3315857"/>
              <a:ext cx="20099" cy="17873"/>
            </a:xfrm>
            <a:custGeom>
              <a:avLst/>
              <a:pathLst>
                <a:path w="20099" h="17873">
                  <a:moveTo>
                    <a:pt x="2446" y="350"/>
                  </a:moveTo>
                  <a:lnTo>
                    <a:pt x="6868" y="3203"/>
                  </a:lnTo>
                  <a:lnTo>
                    <a:pt x="14897" y="2645"/>
                  </a:lnTo>
                  <a:lnTo>
                    <a:pt x="19290" y="5264"/>
                  </a:lnTo>
                  <a:lnTo>
                    <a:pt x="20099" y="12275"/>
                  </a:lnTo>
                  <a:lnTo>
                    <a:pt x="18033" y="13546"/>
                  </a:lnTo>
                  <a:lnTo>
                    <a:pt x="15778" y="13812"/>
                  </a:lnTo>
                  <a:lnTo>
                    <a:pt x="10723" y="16475"/>
                  </a:lnTo>
                  <a:lnTo>
                    <a:pt x="3845" y="17873"/>
                  </a:lnTo>
                  <a:lnTo>
                    <a:pt x="1851" y="17228"/>
                  </a:lnTo>
                  <a:lnTo>
                    <a:pt x="1832" y="15368"/>
                  </a:lnTo>
                  <a:lnTo>
                    <a:pt x="0" y="10310"/>
                  </a:lnTo>
                  <a:lnTo>
                    <a:pt x="52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h4572"/>
            <p:cNvSpPr/>
            <p:nvPr/>
          </p:nvSpPr>
          <p:spPr>
            <a:xfrm>
              <a:off x="6927047" y="3101100"/>
              <a:ext cx="25576" cy="42169"/>
            </a:xfrm>
            <a:custGeom>
              <a:avLst/>
              <a:pathLst>
                <a:path w="25576" h="42169">
                  <a:moveTo>
                    <a:pt x="20925" y="0"/>
                  </a:moveTo>
                  <a:lnTo>
                    <a:pt x="22545" y="1231"/>
                  </a:lnTo>
                  <a:lnTo>
                    <a:pt x="22877" y="8030"/>
                  </a:lnTo>
                  <a:lnTo>
                    <a:pt x="25576" y="16460"/>
                  </a:lnTo>
                  <a:lnTo>
                    <a:pt x="25437" y="24206"/>
                  </a:lnTo>
                  <a:lnTo>
                    <a:pt x="19991" y="30966"/>
                  </a:lnTo>
                  <a:lnTo>
                    <a:pt x="3977" y="42169"/>
                  </a:lnTo>
                  <a:lnTo>
                    <a:pt x="3333" y="37750"/>
                  </a:lnTo>
                  <a:lnTo>
                    <a:pt x="3596" y="36222"/>
                  </a:lnTo>
                  <a:lnTo>
                    <a:pt x="360" y="33185"/>
                  </a:lnTo>
                  <a:lnTo>
                    <a:pt x="0" y="29001"/>
                  </a:lnTo>
                  <a:lnTo>
                    <a:pt x="5805" y="15999"/>
                  </a:lnTo>
                  <a:lnTo>
                    <a:pt x="5956" y="12538"/>
                  </a:lnTo>
                  <a:lnTo>
                    <a:pt x="5173" y="9339"/>
                  </a:lnTo>
                  <a:lnTo>
                    <a:pt x="6923" y="6569"/>
                  </a:lnTo>
                  <a:lnTo>
                    <a:pt x="11964" y="2411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h4573"/>
            <p:cNvSpPr/>
            <p:nvPr/>
          </p:nvSpPr>
          <p:spPr>
            <a:xfrm>
              <a:off x="6961985" y="3173946"/>
              <a:ext cx="19696" cy="15723"/>
            </a:xfrm>
            <a:custGeom>
              <a:avLst/>
              <a:pathLst>
                <a:path w="19696" h="15723">
                  <a:moveTo>
                    <a:pt x="19696" y="2178"/>
                  </a:moveTo>
                  <a:lnTo>
                    <a:pt x="17510" y="5578"/>
                  </a:lnTo>
                  <a:lnTo>
                    <a:pt x="15865" y="6596"/>
                  </a:lnTo>
                  <a:lnTo>
                    <a:pt x="12808" y="7042"/>
                  </a:lnTo>
                  <a:lnTo>
                    <a:pt x="12708" y="9170"/>
                  </a:lnTo>
                  <a:lnTo>
                    <a:pt x="11185" y="9129"/>
                  </a:lnTo>
                  <a:lnTo>
                    <a:pt x="12466" y="12449"/>
                  </a:lnTo>
                  <a:lnTo>
                    <a:pt x="8532" y="15723"/>
                  </a:lnTo>
                  <a:lnTo>
                    <a:pt x="3195" y="14891"/>
                  </a:lnTo>
                  <a:lnTo>
                    <a:pt x="0" y="10571"/>
                  </a:lnTo>
                  <a:lnTo>
                    <a:pt x="3763" y="9019"/>
                  </a:lnTo>
                  <a:lnTo>
                    <a:pt x="9915" y="2734"/>
                  </a:lnTo>
                  <a:lnTo>
                    <a:pt x="12256" y="5014"/>
                  </a:lnTo>
                  <a:lnTo>
                    <a:pt x="15302" y="5948"/>
                  </a:lnTo>
                  <a:lnTo>
                    <a:pt x="15379" y="1215"/>
                  </a:lnTo>
                  <a:lnTo>
                    <a:pt x="1601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h4574"/>
            <p:cNvSpPr/>
            <p:nvPr/>
          </p:nvSpPr>
          <p:spPr>
            <a:xfrm>
              <a:off x="6877811" y="3307134"/>
              <a:ext cx="34969" cy="57491"/>
            </a:xfrm>
            <a:custGeom>
              <a:avLst/>
              <a:pathLst>
                <a:path w="34969" h="57491">
                  <a:moveTo>
                    <a:pt x="22799" y="2449"/>
                  </a:moveTo>
                  <a:lnTo>
                    <a:pt x="21845" y="6945"/>
                  </a:lnTo>
                  <a:lnTo>
                    <a:pt x="22557" y="10703"/>
                  </a:lnTo>
                  <a:lnTo>
                    <a:pt x="24844" y="13195"/>
                  </a:lnTo>
                  <a:lnTo>
                    <a:pt x="24511" y="14302"/>
                  </a:lnTo>
                  <a:lnTo>
                    <a:pt x="22436" y="18635"/>
                  </a:lnTo>
                  <a:lnTo>
                    <a:pt x="16155" y="14718"/>
                  </a:lnTo>
                  <a:lnTo>
                    <a:pt x="13928" y="15325"/>
                  </a:lnTo>
                  <a:lnTo>
                    <a:pt x="12928" y="17688"/>
                  </a:lnTo>
                  <a:lnTo>
                    <a:pt x="15491" y="25351"/>
                  </a:lnTo>
                  <a:lnTo>
                    <a:pt x="18866" y="26663"/>
                  </a:lnTo>
                  <a:lnTo>
                    <a:pt x="34951" y="24091"/>
                  </a:lnTo>
                  <a:lnTo>
                    <a:pt x="34969" y="25952"/>
                  </a:lnTo>
                  <a:lnTo>
                    <a:pt x="31491" y="30598"/>
                  </a:lnTo>
                  <a:lnTo>
                    <a:pt x="30356" y="30580"/>
                  </a:lnTo>
                  <a:lnTo>
                    <a:pt x="28740" y="27863"/>
                  </a:lnTo>
                  <a:lnTo>
                    <a:pt x="26844" y="26799"/>
                  </a:lnTo>
                  <a:lnTo>
                    <a:pt x="20966" y="30476"/>
                  </a:lnTo>
                  <a:lnTo>
                    <a:pt x="18640" y="35731"/>
                  </a:lnTo>
                  <a:lnTo>
                    <a:pt x="18533" y="38135"/>
                  </a:lnTo>
                  <a:lnTo>
                    <a:pt x="20550" y="44479"/>
                  </a:lnTo>
                  <a:lnTo>
                    <a:pt x="20206" y="46700"/>
                  </a:lnTo>
                  <a:lnTo>
                    <a:pt x="17040" y="52337"/>
                  </a:lnTo>
                  <a:lnTo>
                    <a:pt x="15331" y="52118"/>
                  </a:lnTo>
                  <a:lnTo>
                    <a:pt x="13749" y="53803"/>
                  </a:lnTo>
                  <a:lnTo>
                    <a:pt x="13734" y="57491"/>
                  </a:lnTo>
                  <a:lnTo>
                    <a:pt x="0" y="48686"/>
                  </a:lnTo>
                  <a:lnTo>
                    <a:pt x="2884" y="32925"/>
                  </a:lnTo>
                  <a:lnTo>
                    <a:pt x="5916" y="24125"/>
                  </a:lnTo>
                  <a:lnTo>
                    <a:pt x="4488" y="20594"/>
                  </a:lnTo>
                  <a:lnTo>
                    <a:pt x="7686" y="20140"/>
                  </a:lnTo>
                  <a:lnTo>
                    <a:pt x="12262" y="14257"/>
                  </a:lnTo>
                  <a:lnTo>
                    <a:pt x="11744" y="12983"/>
                  </a:lnTo>
                  <a:lnTo>
                    <a:pt x="14385" y="7331"/>
                  </a:lnTo>
                  <a:lnTo>
                    <a:pt x="14187" y="6236"/>
                  </a:lnTo>
                  <a:lnTo>
                    <a:pt x="18217" y="434"/>
                  </a:lnTo>
                  <a:lnTo>
                    <a:pt x="2137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h4575"/>
            <p:cNvSpPr/>
            <p:nvPr/>
          </p:nvSpPr>
          <p:spPr>
            <a:xfrm>
              <a:off x="7032208" y="3120293"/>
              <a:ext cx="38719" cy="41409"/>
            </a:xfrm>
            <a:custGeom>
              <a:avLst/>
              <a:pathLst>
                <a:path w="38719" h="41409">
                  <a:moveTo>
                    <a:pt x="25049" y="6951"/>
                  </a:moveTo>
                  <a:lnTo>
                    <a:pt x="27062" y="6076"/>
                  </a:lnTo>
                  <a:lnTo>
                    <a:pt x="30714" y="9170"/>
                  </a:lnTo>
                  <a:lnTo>
                    <a:pt x="25129" y="11500"/>
                  </a:lnTo>
                  <a:lnTo>
                    <a:pt x="27958" y="17000"/>
                  </a:lnTo>
                  <a:lnTo>
                    <a:pt x="30936" y="18070"/>
                  </a:lnTo>
                  <a:lnTo>
                    <a:pt x="32844" y="22483"/>
                  </a:lnTo>
                  <a:lnTo>
                    <a:pt x="37067" y="23260"/>
                  </a:lnTo>
                  <a:lnTo>
                    <a:pt x="38524" y="22550"/>
                  </a:lnTo>
                  <a:lnTo>
                    <a:pt x="38719" y="30050"/>
                  </a:lnTo>
                  <a:lnTo>
                    <a:pt x="37423" y="34613"/>
                  </a:lnTo>
                  <a:lnTo>
                    <a:pt x="29144" y="34369"/>
                  </a:lnTo>
                  <a:lnTo>
                    <a:pt x="27614" y="33279"/>
                  </a:lnTo>
                  <a:lnTo>
                    <a:pt x="27461" y="32058"/>
                  </a:lnTo>
                  <a:lnTo>
                    <a:pt x="25702" y="30257"/>
                  </a:lnTo>
                  <a:lnTo>
                    <a:pt x="23225" y="31234"/>
                  </a:lnTo>
                  <a:lnTo>
                    <a:pt x="21954" y="33887"/>
                  </a:lnTo>
                  <a:lnTo>
                    <a:pt x="16428" y="37403"/>
                  </a:lnTo>
                  <a:lnTo>
                    <a:pt x="17308" y="34427"/>
                  </a:lnTo>
                  <a:lnTo>
                    <a:pt x="14305" y="34124"/>
                  </a:lnTo>
                  <a:lnTo>
                    <a:pt x="3131" y="38450"/>
                  </a:lnTo>
                  <a:lnTo>
                    <a:pt x="0" y="41409"/>
                  </a:lnTo>
                  <a:lnTo>
                    <a:pt x="1076" y="33058"/>
                  </a:lnTo>
                  <a:lnTo>
                    <a:pt x="4688" y="30831"/>
                  </a:lnTo>
                  <a:lnTo>
                    <a:pt x="6691" y="28715"/>
                  </a:lnTo>
                  <a:lnTo>
                    <a:pt x="7357" y="23104"/>
                  </a:lnTo>
                  <a:lnTo>
                    <a:pt x="5815" y="17394"/>
                  </a:lnTo>
                  <a:lnTo>
                    <a:pt x="7478" y="14603"/>
                  </a:lnTo>
                  <a:lnTo>
                    <a:pt x="11340" y="4477"/>
                  </a:lnTo>
                  <a:lnTo>
                    <a:pt x="14006" y="5523"/>
                  </a:lnTo>
                  <a:lnTo>
                    <a:pt x="16670" y="5037"/>
                  </a:lnTo>
                  <a:lnTo>
                    <a:pt x="17114" y="2318"/>
                  </a:lnTo>
                  <a:lnTo>
                    <a:pt x="1582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h4576"/>
            <p:cNvSpPr/>
            <p:nvPr/>
          </p:nvSpPr>
          <p:spPr>
            <a:xfrm>
              <a:off x="7008884" y="3083709"/>
              <a:ext cx="10423" cy="10682"/>
            </a:xfrm>
            <a:custGeom>
              <a:avLst/>
              <a:pathLst>
                <a:path w="10423" h="10682">
                  <a:moveTo>
                    <a:pt x="7411" y="2627"/>
                  </a:moveTo>
                  <a:lnTo>
                    <a:pt x="8990" y="2863"/>
                  </a:lnTo>
                  <a:lnTo>
                    <a:pt x="10064" y="3536"/>
                  </a:lnTo>
                  <a:lnTo>
                    <a:pt x="10423" y="5042"/>
                  </a:lnTo>
                  <a:lnTo>
                    <a:pt x="7785" y="9547"/>
                  </a:lnTo>
                  <a:lnTo>
                    <a:pt x="7586" y="10682"/>
                  </a:lnTo>
                  <a:lnTo>
                    <a:pt x="6738" y="10615"/>
                  </a:lnTo>
                  <a:lnTo>
                    <a:pt x="3487" y="8582"/>
                  </a:lnTo>
                  <a:lnTo>
                    <a:pt x="1361" y="6572"/>
                  </a:lnTo>
                  <a:lnTo>
                    <a:pt x="894" y="4832"/>
                  </a:lnTo>
                  <a:lnTo>
                    <a:pt x="0" y="2981"/>
                  </a:lnTo>
                  <a:lnTo>
                    <a:pt x="248" y="1950"/>
                  </a:lnTo>
                  <a:lnTo>
                    <a:pt x="659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h4577"/>
            <p:cNvSpPr/>
            <p:nvPr/>
          </p:nvSpPr>
          <p:spPr>
            <a:xfrm>
              <a:off x="7001096" y="3355621"/>
              <a:ext cx="18841" cy="16763"/>
            </a:xfrm>
            <a:custGeom>
              <a:avLst/>
              <a:pathLst>
                <a:path w="18841" h="16763">
                  <a:moveTo>
                    <a:pt x="15632" y="0"/>
                  </a:moveTo>
                  <a:lnTo>
                    <a:pt x="18841" y="5587"/>
                  </a:lnTo>
                  <a:lnTo>
                    <a:pt x="17042" y="14267"/>
                  </a:lnTo>
                  <a:lnTo>
                    <a:pt x="11321" y="16763"/>
                  </a:lnTo>
                  <a:lnTo>
                    <a:pt x="4193" y="16266"/>
                  </a:lnTo>
                  <a:lnTo>
                    <a:pt x="1001" y="13163"/>
                  </a:lnTo>
                  <a:lnTo>
                    <a:pt x="0" y="9762"/>
                  </a:lnTo>
                  <a:lnTo>
                    <a:pt x="734" y="8612"/>
                  </a:lnTo>
                  <a:lnTo>
                    <a:pt x="1978" y="8402"/>
                  </a:lnTo>
                  <a:lnTo>
                    <a:pt x="7897" y="7665"/>
                  </a:lnTo>
                  <a:lnTo>
                    <a:pt x="9366" y="6749"/>
                  </a:lnTo>
                  <a:lnTo>
                    <a:pt x="11064" y="4122"/>
                  </a:lnTo>
                  <a:lnTo>
                    <a:pt x="12047" y="2553"/>
                  </a:lnTo>
                  <a:lnTo>
                    <a:pt x="15417" y="133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h4578"/>
            <p:cNvSpPr/>
            <p:nvPr/>
          </p:nvSpPr>
          <p:spPr>
            <a:xfrm>
              <a:off x="7054366" y="3329999"/>
              <a:ext cx="14603" cy="12019"/>
            </a:xfrm>
            <a:custGeom>
              <a:avLst/>
              <a:pathLst>
                <a:path w="14603" h="12019">
                  <a:moveTo>
                    <a:pt x="4630" y="2332"/>
                  </a:moveTo>
                  <a:lnTo>
                    <a:pt x="3323" y="3235"/>
                  </a:lnTo>
                  <a:lnTo>
                    <a:pt x="4488" y="3680"/>
                  </a:lnTo>
                  <a:lnTo>
                    <a:pt x="11869" y="3115"/>
                  </a:lnTo>
                  <a:lnTo>
                    <a:pt x="12365" y="1229"/>
                  </a:lnTo>
                  <a:lnTo>
                    <a:pt x="14603" y="4379"/>
                  </a:lnTo>
                  <a:lnTo>
                    <a:pt x="11897" y="7104"/>
                  </a:lnTo>
                  <a:lnTo>
                    <a:pt x="9812" y="12019"/>
                  </a:lnTo>
                  <a:lnTo>
                    <a:pt x="3609" y="7377"/>
                  </a:lnTo>
                  <a:lnTo>
                    <a:pt x="0" y="7199"/>
                  </a:lnTo>
                  <a:lnTo>
                    <a:pt x="109" y="5472"/>
                  </a:lnTo>
                  <a:lnTo>
                    <a:pt x="2509" y="3248"/>
                  </a:lnTo>
                  <a:lnTo>
                    <a:pt x="2096" y="1726"/>
                  </a:lnTo>
                  <a:lnTo>
                    <a:pt x="354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h4579"/>
            <p:cNvSpPr/>
            <p:nvPr/>
          </p:nvSpPr>
          <p:spPr>
            <a:xfrm>
              <a:off x="7077187" y="3192057"/>
              <a:ext cx="16235" cy="9073"/>
            </a:xfrm>
            <a:custGeom>
              <a:avLst/>
              <a:pathLst>
                <a:path w="16235" h="9073">
                  <a:moveTo>
                    <a:pt x="10509" y="3064"/>
                  </a:moveTo>
                  <a:lnTo>
                    <a:pt x="11269" y="2607"/>
                  </a:lnTo>
                  <a:lnTo>
                    <a:pt x="13817" y="3143"/>
                  </a:lnTo>
                  <a:lnTo>
                    <a:pt x="16235" y="5666"/>
                  </a:lnTo>
                  <a:lnTo>
                    <a:pt x="10020" y="5741"/>
                  </a:lnTo>
                  <a:lnTo>
                    <a:pt x="5058" y="9073"/>
                  </a:lnTo>
                  <a:lnTo>
                    <a:pt x="0" y="5356"/>
                  </a:lnTo>
                  <a:lnTo>
                    <a:pt x="646" y="2641"/>
                  </a:lnTo>
                  <a:lnTo>
                    <a:pt x="5114" y="2199"/>
                  </a:lnTo>
                  <a:lnTo>
                    <a:pt x="588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h4580"/>
            <p:cNvSpPr/>
            <p:nvPr/>
          </p:nvSpPr>
          <p:spPr>
            <a:xfrm>
              <a:off x="7034101" y="3246747"/>
              <a:ext cx="5363" cy="8002"/>
            </a:xfrm>
            <a:custGeom>
              <a:avLst/>
              <a:pathLst>
                <a:path w="5363" h="8002">
                  <a:moveTo>
                    <a:pt x="5363" y="870"/>
                  </a:moveTo>
                  <a:lnTo>
                    <a:pt x="3037" y="8002"/>
                  </a:lnTo>
                  <a:lnTo>
                    <a:pt x="722" y="7411"/>
                  </a:lnTo>
                  <a:lnTo>
                    <a:pt x="0" y="7050"/>
                  </a:lnTo>
                  <a:lnTo>
                    <a:pt x="156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h4581"/>
            <p:cNvSpPr/>
            <p:nvPr/>
          </p:nvSpPr>
          <p:spPr>
            <a:xfrm>
              <a:off x="6935069" y="3191941"/>
              <a:ext cx="5940" cy="3648"/>
            </a:xfrm>
            <a:custGeom>
              <a:avLst/>
              <a:pathLst>
                <a:path w="5940" h="3648">
                  <a:moveTo>
                    <a:pt x="5472" y="777"/>
                  </a:moveTo>
                  <a:lnTo>
                    <a:pt x="5940" y="3343"/>
                  </a:lnTo>
                  <a:lnTo>
                    <a:pt x="2515" y="3648"/>
                  </a:lnTo>
                  <a:lnTo>
                    <a:pt x="0" y="1185"/>
                  </a:lnTo>
                  <a:lnTo>
                    <a:pt x="600" y="542"/>
                  </a:lnTo>
                  <a:lnTo>
                    <a:pt x="19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h4582"/>
            <p:cNvSpPr/>
            <p:nvPr/>
          </p:nvSpPr>
          <p:spPr>
            <a:xfrm>
              <a:off x="7132620" y="3271413"/>
              <a:ext cx="15850" cy="15026"/>
            </a:xfrm>
            <a:custGeom>
              <a:avLst/>
              <a:pathLst>
                <a:path w="15850" h="15026">
                  <a:moveTo>
                    <a:pt x="5882" y="815"/>
                  </a:moveTo>
                  <a:lnTo>
                    <a:pt x="11234" y="3908"/>
                  </a:lnTo>
                  <a:lnTo>
                    <a:pt x="14532" y="8614"/>
                  </a:lnTo>
                  <a:lnTo>
                    <a:pt x="15850" y="9279"/>
                  </a:lnTo>
                  <a:lnTo>
                    <a:pt x="12221" y="14071"/>
                  </a:lnTo>
                  <a:lnTo>
                    <a:pt x="10750" y="15026"/>
                  </a:lnTo>
                  <a:lnTo>
                    <a:pt x="208" y="9330"/>
                  </a:lnTo>
                  <a:lnTo>
                    <a:pt x="0" y="8152"/>
                  </a:lnTo>
                  <a:lnTo>
                    <a:pt x="2893" y="3118"/>
                  </a:lnTo>
                  <a:lnTo>
                    <a:pt x="2971" y="2051"/>
                  </a:lnTo>
                  <a:lnTo>
                    <a:pt x="137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h4583"/>
            <p:cNvSpPr/>
            <p:nvPr/>
          </p:nvSpPr>
          <p:spPr>
            <a:xfrm>
              <a:off x="6874649" y="3134001"/>
              <a:ext cx="10248" cy="8624"/>
            </a:xfrm>
            <a:custGeom>
              <a:avLst/>
              <a:pathLst>
                <a:path w="10248" h="8624">
                  <a:moveTo>
                    <a:pt x="5372" y="964"/>
                  </a:moveTo>
                  <a:lnTo>
                    <a:pt x="6843" y="180"/>
                  </a:lnTo>
                  <a:lnTo>
                    <a:pt x="10248" y="8378"/>
                  </a:lnTo>
                  <a:lnTo>
                    <a:pt x="4303" y="8624"/>
                  </a:lnTo>
                  <a:lnTo>
                    <a:pt x="2574" y="63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h4584"/>
            <p:cNvSpPr/>
            <p:nvPr/>
          </p:nvSpPr>
          <p:spPr>
            <a:xfrm>
              <a:off x="6932300" y="3163837"/>
              <a:ext cx="6924" cy="9107"/>
            </a:xfrm>
            <a:custGeom>
              <a:avLst/>
              <a:pathLst>
                <a:path w="6924" h="9107">
                  <a:moveTo>
                    <a:pt x="6924" y="5157"/>
                  </a:moveTo>
                  <a:lnTo>
                    <a:pt x="6261" y="8368"/>
                  </a:lnTo>
                  <a:lnTo>
                    <a:pt x="1832" y="9107"/>
                  </a:lnTo>
                  <a:lnTo>
                    <a:pt x="866" y="6465"/>
                  </a:lnTo>
                  <a:lnTo>
                    <a:pt x="1555" y="5080"/>
                  </a:lnTo>
                  <a:lnTo>
                    <a:pt x="1224" y="15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h4585"/>
            <p:cNvSpPr/>
            <p:nvPr/>
          </p:nvSpPr>
          <p:spPr>
            <a:xfrm>
              <a:off x="7009361" y="3172042"/>
              <a:ext cx="16859" cy="17347"/>
            </a:xfrm>
            <a:custGeom>
              <a:avLst/>
              <a:pathLst>
                <a:path w="16859" h="17347">
                  <a:moveTo>
                    <a:pt x="10688" y="112"/>
                  </a:moveTo>
                  <a:lnTo>
                    <a:pt x="15388" y="11221"/>
                  </a:lnTo>
                  <a:lnTo>
                    <a:pt x="15152" y="12113"/>
                  </a:lnTo>
                  <a:lnTo>
                    <a:pt x="16859" y="17240"/>
                  </a:lnTo>
                  <a:lnTo>
                    <a:pt x="12297" y="17347"/>
                  </a:lnTo>
                  <a:lnTo>
                    <a:pt x="8422" y="15877"/>
                  </a:lnTo>
                  <a:lnTo>
                    <a:pt x="9605" y="14618"/>
                  </a:lnTo>
                  <a:lnTo>
                    <a:pt x="8728" y="11802"/>
                  </a:lnTo>
                  <a:lnTo>
                    <a:pt x="6271" y="10151"/>
                  </a:lnTo>
                  <a:lnTo>
                    <a:pt x="9209" y="6350"/>
                  </a:lnTo>
                  <a:lnTo>
                    <a:pt x="6736" y="6453"/>
                  </a:lnTo>
                  <a:lnTo>
                    <a:pt x="5041" y="8775"/>
                  </a:lnTo>
                  <a:lnTo>
                    <a:pt x="900" y="8366"/>
                  </a:lnTo>
                  <a:lnTo>
                    <a:pt x="0" y="7186"/>
                  </a:lnTo>
                  <a:lnTo>
                    <a:pt x="2028" y="3654"/>
                  </a:lnTo>
                  <a:lnTo>
                    <a:pt x="713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h4586"/>
            <p:cNvSpPr/>
            <p:nvPr/>
          </p:nvSpPr>
          <p:spPr>
            <a:xfrm>
              <a:off x="6923424" y="3143060"/>
              <a:ext cx="6284" cy="5898"/>
            </a:xfrm>
            <a:custGeom>
              <a:avLst/>
              <a:pathLst>
                <a:path w="6284" h="5898">
                  <a:moveTo>
                    <a:pt x="3109" y="0"/>
                  </a:moveTo>
                  <a:lnTo>
                    <a:pt x="6284" y="577"/>
                  </a:lnTo>
                  <a:lnTo>
                    <a:pt x="3837" y="5898"/>
                  </a:lnTo>
                  <a:lnTo>
                    <a:pt x="0" y="4588"/>
                  </a:lnTo>
                  <a:lnTo>
                    <a:pt x="827" y="33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h4587"/>
            <p:cNvSpPr/>
            <p:nvPr/>
          </p:nvSpPr>
          <p:spPr>
            <a:xfrm>
              <a:off x="7096574" y="3225876"/>
              <a:ext cx="12087" cy="10902"/>
            </a:xfrm>
            <a:custGeom>
              <a:avLst/>
              <a:pathLst>
                <a:path w="12087" h="10902">
                  <a:moveTo>
                    <a:pt x="4489" y="214"/>
                  </a:moveTo>
                  <a:lnTo>
                    <a:pt x="8580" y="2431"/>
                  </a:lnTo>
                  <a:lnTo>
                    <a:pt x="10632" y="4386"/>
                  </a:lnTo>
                  <a:lnTo>
                    <a:pt x="9591" y="6494"/>
                  </a:lnTo>
                  <a:lnTo>
                    <a:pt x="12087" y="8212"/>
                  </a:lnTo>
                  <a:lnTo>
                    <a:pt x="11231" y="10303"/>
                  </a:lnTo>
                  <a:lnTo>
                    <a:pt x="9724" y="10902"/>
                  </a:lnTo>
                  <a:lnTo>
                    <a:pt x="6326" y="10020"/>
                  </a:lnTo>
                  <a:lnTo>
                    <a:pt x="3566" y="10428"/>
                  </a:lnTo>
                  <a:lnTo>
                    <a:pt x="2171" y="9774"/>
                  </a:lnTo>
                  <a:lnTo>
                    <a:pt x="320" y="7270"/>
                  </a:lnTo>
                  <a:lnTo>
                    <a:pt x="0" y="5296"/>
                  </a:lnTo>
                  <a:lnTo>
                    <a:pt x="132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h4588"/>
            <p:cNvSpPr/>
            <p:nvPr/>
          </p:nvSpPr>
          <p:spPr>
            <a:xfrm>
              <a:off x="7013265" y="3328482"/>
              <a:ext cx="12486" cy="19766"/>
            </a:xfrm>
            <a:custGeom>
              <a:avLst/>
              <a:pathLst>
                <a:path w="12486" h="19766">
                  <a:moveTo>
                    <a:pt x="8374" y="2894"/>
                  </a:moveTo>
                  <a:lnTo>
                    <a:pt x="9930" y="6626"/>
                  </a:lnTo>
                  <a:lnTo>
                    <a:pt x="11640" y="16474"/>
                  </a:lnTo>
                  <a:lnTo>
                    <a:pt x="12486" y="18657"/>
                  </a:lnTo>
                  <a:lnTo>
                    <a:pt x="9878" y="19766"/>
                  </a:lnTo>
                  <a:lnTo>
                    <a:pt x="0" y="13579"/>
                  </a:lnTo>
                  <a:lnTo>
                    <a:pt x="1928" y="5043"/>
                  </a:lnTo>
                  <a:lnTo>
                    <a:pt x="392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h4589"/>
            <p:cNvSpPr/>
            <p:nvPr/>
          </p:nvSpPr>
          <p:spPr>
            <a:xfrm>
              <a:off x="6889882" y="3128392"/>
              <a:ext cx="20420" cy="6615"/>
            </a:xfrm>
            <a:custGeom>
              <a:avLst/>
              <a:pathLst>
                <a:path w="20420" h="6615">
                  <a:moveTo>
                    <a:pt x="15866" y="331"/>
                  </a:moveTo>
                  <a:lnTo>
                    <a:pt x="17590" y="1298"/>
                  </a:lnTo>
                  <a:lnTo>
                    <a:pt x="20420" y="4064"/>
                  </a:lnTo>
                  <a:lnTo>
                    <a:pt x="19099" y="5778"/>
                  </a:lnTo>
                  <a:lnTo>
                    <a:pt x="17306" y="6578"/>
                  </a:lnTo>
                  <a:lnTo>
                    <a:pt x="14768" y="6615"/>
                  </a:lnTo>
                  <a:lnTo>
                    <a:pt x="3776" y="5945"/>
                  </a:lnTo>
                  <a:lnTo>
                    <a:pt x="0" y="586"/>
                  </a:lnTo>
                  <a:lnTo>
                    <a:pt x="7386" y="1096"/>
                  </a:lnTo>
                  <a:lnTo>
                    <a:pt x="1155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h4590"/>
            <p:cNvSpPr/>
            <p:nvPr/>
          </p:nvSpPr>
          <p:spPr>
            <a:xfrm>
              <a:off x="7009969" y="3266668"/>
              <a:ext cx="3053" cy="2234"/>
            </a:xfrm>
            <a:custGeom>
              <a:avLst/>
              <a:pathLst>
                <a:path w="3053" h="2234">
                  <a:moveTo>
                    <a:pt x="3053" y="851"/>
                  </a:moveTo>
                  <a:lnTo>
                    <a:pt x="2971" y="1945"/>
                  </a:lnTo>
                  <a:lnTo>
                    <a:pt x="1934" y="22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h4591"/>
            <p:cNvSpPr/>
            <p:nvPr/>
          </p:nvSpPr>
          <p:spPr>
            <a:xfrm>
              <a:off x="7024220" y="3196837"/>
              <a:ext cx="5051" cy="3646"/>
            </a:xfrm>
            <a:custGeom>
              <a:avLst/>
              <a:pathLst>
                <a:path w="5051" h="3646">
                  <a:moveTo>
                    <a:pt x="5051" y="2677"/>
                  </a:moveTo>
                  <a:lnTo>
                    <a:pt x="0" y="3646"/>
                  </a:lnTo>
                  <a:lnTo>
                    <a:pt x="178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h4592"/>
            <p:cNvSpPr/>
            <p:nvPr/>
          </p:nvSpPr>
          <p:spPr>
            <a:xfrm>
              <a:off x="6825558" y="3173262"/>
              <a:ext cx="13138" cy="11348"/>
            </a:xfrm>
            <a:custGeom>
              <a:avLst/>
              <a:pathLst>
                <a:path w="13138" h="11348">
                  <a:moveTo>
                    <a:pt x="8896" y="1159"/>
                  </a:moveTo>
                  <a:lnTo>
                    <a:pt x="13138" y="6577"/>
                  </a:lnTo>
                  <a:lnTo>
                    <a:pt x="12275" y="11348"/>
                  </a:lnTo>
                  <a:lnTo>
                    <a:pt x="4891" y="10040"/>
                  </a:lnTo>
                  <a:lnTo>
                    <a:pt x="996" y="10299"/>
                  </a:lnTo>
                  <a:lnTo>
                    <a:pt x="0" y="8231"/>
                  </a:lnTo>
                  <a:lnTo>
                    <a:pt x="2209" y="8728"/>
                  </a:lnTo>
                  <a:lnTo>
                    <a:pt x="4116" y="7880"/>
                  </a:lnTo>
                  <a:lnTo>
                    <a:pt x="3514" y="2273"/>
                  </a:lnTo>
                  <a:lnTo>
                    <a:pt x="493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h4593"/>
            <p:cNvSpPr/>
            <p:nvPr/>
          </p:nvSpPr>
          <p:spPr>
            <a:xfrm>
              <a:off x="7000130" y="3118175"/>
              <a:ext cx="7703" cy="6701"/>
            </a:xfrm>
            <a:custGeom>
              <a:avLst/>
              <a:pathLst>
                <a:path w="7703" h="6701">
                  <a:moveTo>
                    <a:pt x="6491" y="2"/>
                  </a:moveTo>
                  <a:lnTo>
                    <a:pt x="7703" y="960"/>
                  </a:lnTo>
                  <a:lnTo>
                    <a:pt x="5766" y="6701"/>
                  </a:lnTo>
                  <a:lnTo>
                    <a:pt x="4043" y="5851"/>
                  </a:lnTo>
                  <a:lnTo>
                    <a:pt x="525" y="6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h4594"/>
            <p:cNvSpPr/>
            <p:nvPr/>
          </p:nvSpPr>
          <p:spPr>
            <a:xfrm>
              <a:off x="7200606" y="3287536"/>
              <a:ext cx="14566" cy="15275"/>
            </a:xfrm>
            <a:custGeom>
              <a:avLst/>
              <a:pathLst>
                <a:path w="14566" h="15275">
                  <a:moveTo>
                    <a:pt x="14566" y="946"/>
                  </a:moveTo>
                  <a:lnTo>
                    <a:pt x="12414" y="5545"/>
                  </a:lnTo>
                  <a:lnTo>
                    <a:pt x="8488" y="6356"/>
                  </a:lnTo>
                  <a:lnTo>
                    <a:pt x="6506" y="8403"/>
                  </a:lnTo>
                  <a:lnTo>
                    <a:pt x="6833" y="11309"/>
                  </a:lnTo>
                  <a:lnTo>
                    <a:pt x="0" y="15275"/>
                  </a:lnTo>
                  <a:lnTo>
                    <a:pt x="1520" y="11361"/>
                  </a:lnTo>
                  <a:lnTo>
                    <a:pt x="3956" y="4750"/>
                  </a:lnTo>
                  <a:lnTo>
                    <a:pt x="13055" y="1280"/>
                  </a:lnTo>
                  <a:lnTo>
                    <a:pt x="13591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h4595"/>
            <p:cNvSpPr/>
            <p:nvPr/>
          </p:nvSpPr>
          <p:spPr>
            <a:xfrm>
              <a:off x="7020558" y="3226471"/>
              <a:ext cx="10984" cy="7543"/>
            </a:xfrm>
            <a:custGeom>
              <a:avLst/>
              <a:pathLst>
                <a:path w="10984" h="7543">
                  <a:moveTo>
                    <a:pt x="10039" y="1949"/>
                  </a:moveTo>
                  <a:lnTo>
                    <a:pt x="4536" y="6492"/>
                  </a:lnTo>
                  <a:lnTo>
                    <a:pt x="3050" y="7543"/>
                  </a:lnTo>
                  <a:lnTo>
                    <a:pt x="0" y="6041"/>
                  </a:lnTo>
                  <a:lnTo>
                    <a:pt x="7" y="4993"/>
                  </a:lnTo>
                  <a:lnTo>
                    <a:pt x="3591" y="1488"/>
                  </a:lnTo>
                  <a:lnTo>
                    <a:pt x="1098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h4596"/>
            <p:cNvSpPr/>
            <p:nvPr/>
          </p:nvSpPr>
          <p:spPr>
            <a:xfrm>
              <a:off x="6835978" y="3151291"/>
              <a:ext cx="12286" cy="6097"/>
            </a:xfrm>
            <a:custGeom>
              <a:avLst/>
              <a:pathLst>
                <a:path w="12286" h="6097">
                  <a:moveTo>
                    <a:pt x="6568" y="1126"/>
                  </a:moveTo>
                  <a:lnTo>
                    <a:pt x="8965" y="2470"/>
                  </a:lnTo>
                  <a:lnTo>
                    <a:pt x="12286" y="2780"/>
                  </a:lnTo>
                  <a:lnTo>
                    <a:pt x="11343" y="6097"/>
                  </a:lnTo>
                  <a:lnTo>
                    <a:pt x="7966" y="5557"/>
                  </a:lnTo>
                  <a:lnTo>
                    <a:pt x="3504" y="2674"/>
                  </a:lnTo>
                  <a:lnTo>
                    <a:pt x="2452" y="2635"/>
                  </a:lnTo>
                  <a:lnTo>
                    <a:pt x="2541" y="4506"/>
                  </a:lnTo>
                  <a:lnTo>
                    <a:pt x="826" y="4019"/>
                  </a:lnTo>
                  <a:lnTo>
                    <a:pt x="0" y="1267"/>
                  </a:lnTo>
                  <a:lnTo>
                    <a:pt x="871" y="747"/>
                  </a:lnTo>
                  <a:lnTo>
                    <a:pt x="148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h4597"/>
            <p:cNvSpPr/>
            <p:nvPr/>
          </p:nvSpPr>
          <p:spPr>
            <a:xfrm>
              <a:off x="7003683" y="3250029"/>
              <a:ext cx="5580" cy="4309"/>
            </a:xfrm>
            <a:custGeom>
              <a:avLst/>
              <a:pathLst>
                <a:path w="5580" h="4309">
                  <a:moveTo>
                    <a:pt x="3606" y="446"/>
                  </a:moveTo>
                  <a:lnTo>
                    <a:pt x="4911" y="267"/>
                  </a:lnTo>
                  <a:lnTo>
                    <a:pt x="5580" y="358"/>
                  </a:lnTo>
                  <a:lnTo>
                    <a:pt x="4026" y="3913"/>
                  </a:lnTo>
                  <a:lnTo>
                    <a:pt x="3173" y="4309"/>
                  </a:lnTo>
                  <a:lnTo>
                    <a:pt x="1202" y="3425"/>
                  </a:lnTo>
                  <a:lnTo>
                    <a:pt x="0" y="1773"/>
                  </a:lnTo>
                  <a:lnTo>
                    <a:pt x="10" y="718"/>
                  </a:lnTo>
                  <a:lnTo>
                    <a:pt x="250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h4598"/>
            <p:cNvSpPr/>
            <p:nvPr/>
          </p:nvSpPr>
          <p:spPr>
            <a:xfrm>
              <a:off x="7082072" y="3180759"/>
              <a:ext cx="35534" cy="23430"/>
            </a:xfrm>
            <a:custGeom>
              <a:avLst/>
              <a:pathLst>
                <a:path w="35534" h="23430">
                  <a:moveTo>
                    <a:pt x="14540" y="1752"/>
                  </a:moveTo>
                  <a:lnTo>
                    <a:pt x="21010" y="2348"/>
                  </a:lnTo>
                  <a:lnTo>
                    <a:pt x="19188" y="4168"/>
                  </a:lnTo>
                  <a:lnTo>
                    <a:pt x="18943" y="5675"/>
                  </a:lnTo>
                  <a:lnTo>
                    <a:pt x="24537" y="8321"/>
                  </a:lnTo>
                  <a:lnTo>
                    <a:pt x="25474" y="8260"/>
                  </a:lnTo>
                  <a:lnTo>
                    <a:pt x="25829" y="6361"/>
                  </a:lnTo>
                  <a:lnTo>
                    <a:pt x="27152" y="5346"/>
                  </a:lnTo>
                  <a:lnTo>
                    <a:pt x="29746" y="6346"/>
                  </a:lnTo>
                  <a:lnTo>
                    <a:pt x="30205" y="6840"/>
                  </a:lnTo>
                  <a:lnTo>
                    <a:pt x="29924" y="10223"/>
                  </a:lnTo>
                  <a:lnTo>
                    <a:pt x="31370" y="12890"/>
                  </a:lnTo>
                  <a:lnTo>
                    <a:pt x="35534" y="14362"/>
                  </a:lnTo>
                  <a:lnTo>
                    <a:pt x="33961" y="14517"/>
                  </a:lnTo>
                  <a:lnTo>
                    <a:pt x="33687" y="16812"/>
                  </a:lnTo>
                  <a:lnTo>
                    <a:pt x="32460" y="19189"/>
                  </a:lnTo>
                  <a:lnTo>
                    <a:pt x="29102" y="23429"/>
                  </a:lnTo>
                  <a:lnTo>
                    <a:pt x="27102" y="23430"/>
                  </a:lnTo>
                  <a:lnTo>
                    <a:pt x="23931" y="20974"/>
                  </a:lnTo>
                  <a:lnTo>
                    <a:pt x="22264" y="21380"/>
                  </a:lnTo>
                  <a:lnTo>
                    <a:pt x="21899" y="22133"/>
                  </a:lnTo>
                  <a:lnTo>
                    <a:pt x="21580" y="21443"/>
                  </a:lnTo>
                  <a:lnTo>
                    <a:pt x="23308" y="15006"/>
                  </a:lnTo>
                  <a:lnTo>
                    <a:pt x="16346" y="13935"/>
                  </a:lnTo>
                  <a:lnTo>
                    <a:pt x="15003" y="10762"/>
                  </a:lnTo>
                  <a:lnTo>
                    <a:pt x="13557" y="9926"/>
                  </a:lnTo>
                  <a:lnTo>
                    <a:pt x="10097" y="9240"/>
                  </a:lnTo>
                  <a:lnTo>
                    <a:pt x="4775" y="11839"/>
                  </a:lnTo>
                  <a:lnTo>
                    <a:pt x="5624" y="14362"/>
                  </a:lnTo>
                  <a:lnTo>
                    <a:pt x="1003" y="11297"/>
                  </a:lnTo>
                  <a:lnTo>
                    <a:pt x="0" y="8993"/>
                  </a:lnTo>
                  <a:lnTo>
                    <a:pt x="4697" y="4011"/>
                  </a:lnTo>
                  <a:lnTo>
                    <a:pt x="4876" y="1827"/>
                  </a:lnTo>
                  <a:lnTo>
                    <a:pt x="7096" y="110"/>
                  </a:lnTo>
                  <a:lnTo>
                    <a:pt x="9776" y="1547"/>
                  </a:lnTo>
                  <a:lnTo>
                    <a:pt x="13136" y="912"/>
                  </a:lnTo>
                  <a:lnTo>
                    <a:pt x="1378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h4599"/>
            <p:cNvSpPr/>
            <p:nvPr/>
          </p:nvSpPr>
          <p:spPr>
            <a:xfrm>
              <a:off x="7116948" y="3173127"/>
              <a:ext cx="5397" cy="5910"/>
            </a:xfrm>
            <a:custGeom>
              <a:avLst/>
              <a:pathLst>
                <a:path w="5397" h="5910">
                  <a:moveTo>
                    <a:pt x="3585" y="5910"/>
                  </a:moveTo>
                  <a:lnTo>
                    <a:pt x="617" y="5673"/>
                  </a:lnTo>
                  <a:lnTo>
                    <a:pt x="0" y="5086"/>
                  </a:lnTo>
                  <a:lnTo>
                    <a:pt x="2289" y="1324"/>
                  </a:lnTo>
                  <a:lnTo>
                    <a:pt x="4357" y="0"/>
                  </a:lnTo>
                  <a:lnTo>
                    <a:pt x="5397" y="110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h4600"/>
            <p:cNvSpPr/>
            <p:nvPr/>
          </p:nvSpPr>
          <p:spPr>
            <a:xfrm>
              <a:off x="7098555" y="3134496"/>
              <a:ext cx="8343" cy="9426"/>
            </a:xfrm>
            <a:custGeom>
              <a:avLst/>
              <a:pathLst>
                <a:path w="8343" h="9426">
                  <a:moveTo>
                    <a:pt x="7710" y="4632"/>
                  </a:moveTo>
                  <a:lnTo>
                    <a:pt x="6688" y="7445"/>
                  </a:lnTo>
                  <a:lnTo>
                    <a:pt x="3871" y="9426"/>
                  </a:lnTo>
                  <a:lnTo>
                    <a:pt x="1203" y="6771"/>
                  </a:lnTo>
                  <a:lnTo>
                    <a:pt x="496" y="6908"/>
                  </a:lnTo>
                  <a:lnTo>
                    <a:pt x="0" y="5638"/>
                  </a:lnTo>
                  <a:lnTo>
                    <a:pt x="2805" y="5313"/>
                  </a:lnTo>
                  <a:lnTo>
                    <a:pt x="4413" y="4379"/>
                  </a:lnTo>
                  <a:lnTo>
                    <a:pt x="7156" y="0"/>
                  </a:lnTo>
                  <a:lnTo>
                    <a:pt x="8343" y="218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h4601"/>
            <p:cNvSpPr/>
            <p:nvPr/>
          </p:nvSpPr>
          <p:spPr>
            <a:xfrm>
              <a:off x="7089941" y="3097379"/>
              <a:ext cx="21953" cy="36636"/>
            </a:xfrm>
            <a:custGeom>
              <a:avLst/>
              <a:pathLst>
                <a:path w="21953" h="36636">
                  <a:moveTo>
                    <a:pt x="7041" y="2066"/>
                  </a:moveTo>
                  <a:lnTo>
                    <a:pt x="9285" y="2611"/>
                  </a:lnTo>
                  <a:lnTo>
                    <a:pt x="15147" y="2947"/>
                  </a:lnTo>
                  <a:lnTo>
                    <a:pt x="17250" y="3067"/>
                  </a:lnTo>
                  <a:lnTo>
                    <a:pt x="18514" y="8748"/>
                  </a:lnTo>
                  <a:lnTo>
                    <a:pt x="21953" y="24269"/>
                  </a:lnTo>
                  <a:lnTo>
                    <a:pt x="16940" y="36636"/>
                  </a:lnTo>
                  <a:lnTo>
                    <a:pt x="10367" y="33718"/>
                  </a:lnTo>
                  <a:lnTo>
                    <a:pt x="4914" y="27259"/>
                  </a:lnTo>
                  <a:lnTo>
                    <a:pt x="4185" y="20724"/>
                  </a:lnTo>
                  <a:lnTo>
                    <a:pt x="0" y="16279"/>
                  </a:lnTo>
                  <a:lnTo>
                    <a:pt x="275" y="7708"/>
                  </a:lnTo>
                  <a:lnTo>
                    <a:pt x="1515" y="9511"/>
                  </a:lnTo>
                  <a:lnTo>
                    <a:pt x="2193" y="7936"/>
                  </a:lnTo>
                  <a:lnTo>
                    <a:pt x="509" y="1664"/>
                  </a:lnTo>
                  <a:lnTo>
                    <a:pt x="3270" y="0"/>
                  </a:lnTo>
                  <a:lnTo>
                    <a:pt x="4868" y="10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h4602"/>
            <p:cNvSpPr/>
            <p:nvPr/>
          </p:nvSpPr>
          <p:spPr>
            <a:xfrm>
              <a:off x="6988462" y="3283380"/>
              <a:ext cx="18059" cy="12733"/>
            </a:xfrm>
            <a:custGeom>
              <a:avLst/>
              <a:pathLst>
                <a:path w="18059" h="12733">
                  <a:moveTo>
                    <a:pt x="5860" y="1536"/>
                  </a:moveTo>
                  <a:lnTo>
                    <a:pt x="6726" y="4399"/>
                  </a:lnTo>
                  <a:lnTo>
                    <a:pt x="10623" y="5000"/>
                  </a:lnTo>
                  <a:lnTo>
                    <a:pt x="10734" y="1996"/>
                  </a:lnTo>
                  <a:lnTo>
                    <a:pt x="12099" y="411"/>
                  </a:lnTo>
                  <a:lnTo>
                    <a:pt x="16920" y="5940"/>
                  </a:lnTo>
                  <a:lnTo>
                    <a:pt x="16939" y="10050"/>
                  </a:lnTo>
                  <a:lnTo>
                    <a:pt x="18059" y="11079"/>
                  </a:lnTo>
                  <a:lnTo>
                    <a:pt x="13520" y="12733"/>
                  </a:lnTo>
                  <a:lnTo>
                    <a:pt x="9900" y="11726"/>
                  </a:lnTo>
                  <a:lnTo>
                    <a:pt x="9016" y="10035"/>
                  </a:lnTo>
                  <a:lnTo>
                    <a:pt x="6337" y="8689"/>
                  </a:lnTo>
                  <a:lnTo>
                    <a:pt x="4331" y="9451"/>
                  </a:lnTo>
                  <a:lnTo>
                    <a:pt x="988" y="7484"/>
                  </a:lnTo>
                  <a:lnTo>
                    <a:pt x="0" y="7034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h4603"/>
            <p:cNvSpPr/>
            <p:nvPr/>
          </p:nvSpPr>
          <p:spPr>
            <a:xfrm>
              <a:off x="6816423" y="3314024"/>
              <a:ext cx="13885" cy="19739"/>
            </a:xfrm>
            <a:custGeom>
              <a:avLst/>
              <a:pathLst>
                <a:path w="13885" h="19739">
                  <a:moveTo>
                    <a:pt x="7400" y="3971"/>
                  </a:moveTo>
                  <a:lnTo>
                    <a:pt x="10596" y="4291"/>
                  </a:lnTo>
                  <a:lnTo>
                    <a:pt x="13058" y="3540"/>
                  </a:lnTo>
                  <a:lnTo>
                    <a:pt x="13885" y="8317"/>
                  </a:lnTo>
                  <a:lnTo>
                    <a:pt x="12313" y="13614"/>
                  </a:lnTo>
                  <a:lnTo>
                    <a:pt x="11993" y="19739"/>
                  </a:lnTo>
                  <a:lnTo>
                    <a:pt x="0" y="18155"/>
                  </a:lnTo>
                  <a:lnTo>
                    <a:pt x="1052" y="17888"/>
                  </a:lnTo>
                  <a:lnTo>
                    <a:pt x="3394" y="5266"/>
                  </a:lnTo>
                  <a:lnTo>
                    <a:pt x="714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h4604"/>
            <p:cNvSpPr/>
            <p:nvPr/>
          </p:nvSpPr>
          <p:spPr>
            <a:xfrm>
              <a:off x="7010861" y="3272589"/>
              <a:ext cx="4243" cy="2913"/>
            </a:xfrm>
            <a:custGeom>
              <a:avLst/>
              <a:pathLst>
                <a:path w="4243" h="2913">
                  <a:moveTo>
                    <a:pt x="4243" y="111"/>
                  </a:moveTo>
                  <a:lnTo>
                    <a:pt x="1486" y="2853"/>
                  </a:lnTo>
                  <a:lnTo>
                    <a:pt x="0" y="2913"/>
                  </a:lnTo>
                  <a:lnTo>
                    <a:pt x="59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h4605"/>
            <p:cNvSpPr/>
            <p:nvPr/>
          </p:nvSpPr>
          <p:spPr>
            <a:xfrm>
              <a:off x="6853809" y="3154827"/>
              <a:ext cx="22790" cy="15832"/>
            </a:xfrm>
            <a:custGeom>
              <a:avLst/>
              <a:pathLst>
                <a:path w="22790" h="15832">
                  <a:moveTo>
                    <a:pt x="5520" y="880"/>
                  </a:moveTo>
                  <a:lnTo>
                    <a:pt x="5000" y="2153"/>
                  </a:lnTo>
                  <a:lnTo>
                    <a:pt x="6312" y="2522"/>
                  </a:lnTo>
                  <a:lnTo>
                    <a:pt x="13864" y="1436"/>
                  </a:lnTo>
                  <a:lnTo>
                    <a:pt x="16773" y="5610"/>
                  </a:lnTo>
                  <a:lnTo>
                    <a:pt x="19945" y="5869"/>
                  </a:lnTo>
                  <a:lnTo>
                    <a:pt x="21328" y="4662"/>
                  </a:lnTo>
                  <a:lnTo>
                    <a:pt x="22790" y="5216"/>
                  </a:lnTo>
                  <a:lnTo>
                    <a:pt x="20348" y="7638"/>
                  </a:lnTo>
                  <a:lnTo>
                    <a:pt x="15351" y="10644"/>
                  </a:lnTo>
                  <a:lnTo>
                    <a:pt x="16336" y="15077"/>
                  </a:lnTo>
                  <a:lnTo>
                    <a:pt x="14333" y="15832"/>
                  </a:lnTo>
                  <a:lnTo>
                    <a:pt x="14157" y="13782"/>
                  </a:lnTo>
                  <a:lnTo>
                    <a:pt x="9905" y="12377"/>
                  </a:lnTo>
                  <a:lnTo>
                    <a:pt x="5219" y="12430"/>
                  </a:lnTo>
                  <a:lnTo>
                    <a:pt x="3142" y="13488"/>
                  </a:lnTo>
                  <a:lnTo>
                    <a:pt x="2922" y="14420"/>
                  </a:lnTo>
                  <a:lnTo>
                    <a:pt x="0" y="12145"/>
                  </a:lnTo>
                  <a:lnTo>
                    <a:pt x="1988" y="3263"/>
                  </a:lnTo>
                  <a:lnTo>
                    <a:pt x="2768" y="566"/>
                  </a:lnTo>
                  <a:lnTo>
                    <a:pt x="429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h4606"/>
            <p:cNvSpPr/>
            <p:nvPr/>
          </p:nvSpPr>
          <p:spPr>
            <a:xfrm>
              <a:off x="6981031" y="3129050"/>
              <a:ext cx="28966" cy="13565"/>
            </a:xfrm>
            <a:custGeom>
              <a:avLst/>
              <a:pathLst>
                <a:path w="28966" h="13565">
                  <a:moveTo>
                    <a:pt x="12899" y="560"/>
                  </a:moveTo>
                  <a:lnTo>
                    <a:pt x="17901" y="4145"/>
                  </a:lnTo>
                  <a:lnTo>
                    <a:pt x="18249" y="5650"/>
                  </a:lnTo>
                  <a:lnTo>
                    <a:pt x="21176" y="7582"/>
                  </a:lnTo>
                  <a:lnTo>
                    <a:pt x="27335" y="6381"/>
                  </a:lnTo>
                  <a:lnTo>
                    <a:pt x="28966" y="9033"/>
                  </a:lnTo>
                  <a:lnTo>
                    <a:pt x="27956" y="9892"/>
                  </a:lnTo>
                  <a:lnTo>
                    <a:pt x="26814" y="8929"/>
                  </a:lnTo>
                  <a:lnTo>
                    <a:pt x="21719" y="7892"/>
                  </a:lnTo>
                  <a:lnTo>
                    <a:pt x="16654" y="11122"/>
                  </a:lnTo>
                  <a:lnTo>
                    <a:pt x="15816" y="12478"/>
                  </a:lnTo>
                  <a:lnTo>
                    <a:pt x="12329" y="11291"/>
                  </a:lnTo>
                  <a:lnTo>
                    <a:pt x="9990" y="12573"/>
                  </a:lnTo>
                  <a:lnTo>
                    <a:pt x="3750" y="12050"/>
                  </a:lnTo>
                  <a:lnTo>
                    <a:pt x="1702" y="13565"/>
                  </a:lnTo>
                  <a:lnTo>
                    <a:pt x="567" y="11777"/>
                  </a:lnTo>
                  <a:lnTo>
                    <a:pt x="0" y="7305"/>
                  </a:lnTo>
                  <a:lnTo>
                    <a:pt x="2378" y="2925"/>
                  </a:lnTo>
                  <a:lnTo>
                    <a:pt x="7145" y="2649"/>
                  </a:lnTo>
                  <a:lnTo>
                    <a:pt x="950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h4607"/>
            <p:cNvSpPr/>
            <p:nvPr/>
          </p:nvSpPr>
          <p:spPr>
            <a:xfrm>
              <a:off x="6875590" y="3098064"/>
              <a:ext cx="15179" cy="17679"/>
            </a:xfrm>
            <a:custGeom>
              <a:avLst/>
              <a:pathLst>
                <a:path w="15179" h="17679">
                  <a:moveTo>
                    <a:pt x="13193" y="913"/>
                  </a:moveTo>
                  <a:lnTo>
                    <a:pt x="15179" y="5167"/>
                  </a:lnTo>
                  <a:lnTo>
                    <a:pt x="13491" y="7852"/>
                  </a:lnTo>
                  <a:lnTo>
                    <a:pt x="10962" y="9285"/>
                  </a:lnTo>
                  <a:lnTo>
                    <a:pt x="11207" y="9837"/>
                  </a:lnTo>
                  <a:lnTo>
                    <a:pt x="9917" y="9872"/>
                  </a:lnTo>
                  <a:lnTo>
                    <a:pt x="8671" y="11027"/>
                  </a:lnTo>
                  <a:lnTo>
                    <a:pt x="11036" y="14204"/>
                  </a:lnTo>
                  <a:lnTo>
                    <a:pt x="10539" y="16929"/>
                  </a:lnTo>
                  <a:lnTo>
                    <a:pt x="7419" y="17679"/>
                  </a:lnTo>
                  <a:lnTo>
                    <a:pt x="5580" y="16039"/>
                  </a:lnTo>
                  <a:lnTo>
                    <a:pt x="4409" y="13591"/>
                  </a:lnTo>
                  <a:lnTo>
                    <a:pt x="2894" y="13205"/>
                  </a:lnTo>
                  <a:lnTo>
                    <a:pt x="542" y="13831"/>
                  </a:lnTo>
                  <a:lnTo>
                    <a:pt x="0" y="8443"/>
                  </a:lnTo>
                  <a:lnTo>
                    <a:pt x="2710" y="5588"/>
                  </a:lnTo>
                  <a:lnTo>
                    <a:pt x="8607" y="5192"/>
                  </a:lnTo>
                  <a:lnTo>
                    <a:pt x="10290" y="3225"/>
                  </a:lnTo>
                  <a:lnTo>
                    <a:pt x="1037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h4608"/>
            <p:cNvSpPr/>
            <p:nvPr/>
          </p:nvSpPr>
          <p:spPr>
            <a:xfrm>
              <a:off x="6984170" y="3118378"/>
              <a:ext cx="13321" cy="11233"/>
            </a:xfrm>
            <a:custGeom>
              <a:avLst/>
              <a:pathLst>
                <a:path w="13321" h="11233">
                  <a:moveTo>
                    <a:pt x="13321" y="7719"/>
                  </a:moveTo>
                  <a:lnTo>
                    <a:pt x="9760" y="11233"/>
                  </a:lnTo>
                  <a:lnTo>
                    <a:pt x="6362" y="10672"/>
                  </a:lnTo>
                  <a:lnTo>
                    <a:pt x="3500" y="10113"/>
                  </a:lnTo>
                  <a:lnTo>
                    <a:pt x="681" y="7177"/>
                  </a:lnTo>
                  <a:lnTo>
                    <a:pt x="0" y="5332"/>
                  </a:lnTo>
                  <a:lnTo>
                    <a:pt x="5139" y="878"/>
                  </a:lnTo>
                  <a:lnTo>
                    <a:pt x="929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h4609"/>
            <p:cNvSpPr/>
            <p:nvPr/>
          </p:nvSpPr>
          <p:spPr>
            <a:xfrm>
              <a:off x="7302185" y="3308313"/>
              <a:ext cx="5239" cy="8375"/>
            </a:xfrm>
            <a:custGeom>
              <a:avLst/>
              <a:pathLst>
                <a:path w="5239" h="8375">
                  <a:moveTo>
                    <a:pt x="5239" y="607"/>
                  </a:moveTo>
                  <a:lnTo>
                    <a:pt x="3441" y="8375"/>
                  </a:lnTo>
                  <a:lnTo>
                    <a:pt x="0" y="8101"/>
                  </a:lnTo>
                  <a:lnTo>
                    <a:pt x="1386" y="1731"/>
                  </a:lnTo>
                  <a:lnTo>
                    <a:pt x="4445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h4610"/>
            <p:cNvSpPr/>
            <p:nvPr/>
          </p:nvSpPr>
          <p:spPr>
            <a:xfrm>
              <a:off x="6905858" y="3234191"/>
              <a:ext cx="19909" cy="17086"/>
            </a:xfrm>
            <a:custGeom>
              <a:avLst/>
              <a:pathLst>
                <a:path w="19909" h="17086">
                  <a:moveTo>
                    <a:pt x="12317" y="6054"/>
                  </a:moveTo>
                  <a:lnTo>
                    <a:pt x="13551" y="10619"/>
                  </a:lnTo>
                  <a:lnTo>
                    <a:pt x="14454" y="10139"/>
                  </a:lnTo>
                  <a:lnTo>
                    <a:pt x="17656" y="11195"/>
                  </a:lnTo>
                  <a:lnTo>
                    <a:pt x="19909" y="15391"/>
                  </a:lnTo>
                  <a:lnTo>
                    <a:pt x="14530" y="15664"/>
                  </a:lnTo>
                  <a:lnTo>
                    <a:pt x="10845" y="17086"/>
                  </a:lnTo>
                  <a:lnTo>
                    <a:pt x="9051" y="13861"/>
                  </a:lnTo>
                  <a:lnTo>
                    <a:pt x="6786" y="13389"/>
                  </a:lnTo>
                  <a:lnTo>
                    <a:pt x="0" y="16085"/>
                  </a:lnTo>
                  <a:lnTo>
                    <a:pt x="99" y="12640"/>
                  </a:lnTo>
                  <a:lnTo>
                    <a:pt x="654" y="9919"/>
                  </a:lnTo>
                  <a:lnTo>
                    <a:pt x="2470" y="8616"/>
                  </a:lnTo>
                  <a:lnTo>
                    <a:pt x="5051" y="2017"/>
                  </a:lnTo>
                  <a:lnTo>
                    <a:pt x="783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h4611"/>
            <p:cNvSpPr/>
            <p:nvPr/>
          </p:nvSpPr>
          <p:spPr>
            <a:xfrm>
              <a:off x="6985030" y="3091616"/>
              <a:ext cx="6527" cy="10712"/>
            </a:xfrm>
            <a:custGeom>
              <a:avLst/>
              <a:pathLst>
                <a:path w="6527" h="10712">
                  <a:moveTo>
                    <a:pt x="5158" y="41"/>
                  </a:moveTo>
                  <a:lnTo>
                    <a:pt x="6527" y="4370"/>
                  </a:lnTo>
                  <a:lnTo>
                    <a:pt x="5996" y="6800"/>
                  </a:lnTo>
                  <a:lnTo>
                    <a:pt x="6495" y="7371"/>
                  </a:lnTo>
                  <a:lnTo>
                    <a:pt x="5780" y="10712"/>
                  </a:lnTo>
                  <a:lnTo>
                    <a:pt x="5351" y="10535"/>
                  </a:lnTo>
                  <a:lnTo>
                    <a:pt x="199" y="8540"/>
                  </a:lnTo>
                  <a:lnTo>
                    <a:pt x="0" y="5672"/>
                  </a:lnTo>
                  <a:lnTo>
                    <a:pt x="376" y="4630"/>
                  </a:lnTo>
                  <a:lnTo>
                    <a:pt x="4163" y="2210"/>
                  </a:lnTo>
                  <a:lnTo>
                    <a:pt x="390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h4612"/>
            <p:cNvSpPr/>
            <p:nvPr/>
          </p:nvSpPr>
          <p:spPr>
            <a:xfrm>
              <a:off x="6841872" y="3127233"/>
              <a:ext cx="10166" cy="11328"/>
            </a:xfrm>
            <a:custGeom>
              <a:avLst/>
              <a:pathLst>
                <a:path w="10166" h="11328">
                  <a:moveTo>
                    <a:pt x="6258" y="2888"/>
                  </a:moveTo>
                  <a:lnTo>
                    <a:pt x="7943" y="7154"/>
                  </a:lnTo>
                  <a:lnTo>
                    <a:pt x="9759" y="8126"/>
                  </a:lnTo>
                  <a:lnTo>
                    <a:pt x="10166" y="9266"/>
                  </a:lnTo>
                  <a:lnTo>
                    <a:pt x="7626" y="10494"/>
                  </a:lnTo>
                  <a:lnTo>
                    <a:pt x="6070" y="11328"/>
                  </a:lnTo>
                  <a:lnTo>
                    <a:pt x="2002" y="10047"/>
                  </a:lnTo>
                  <a:lnTo>
                    <a:pt x="1254" y="9072"/>
                  </a:lnTo>
                  <a:lnTo>
                    <a:pt x="1256" y="7119"/>
                  </a:lnTo>
                  <a:lnTo>
                    <a:pt x="776" y="6705"/>
                  </a:lnTo>
                  <a:lnTo>
                    <a:pt x="0" y="7506"/>
                  </a:lnTo>
                  <a:lnTo>
                    <a:pt x="1310" y="1675"/>
                  </a:lnTo>
                  <a:lnTo>
                    <a:pt x="3936" y="399"/>
                  </a:lnTo>
                  <a:lnTo>
                    <a:pt x="614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h4613"/>
            <p:cNvSpPr/>
            <p:nvPr/>
          </p:nvSpPr>
          <p:spPr>
            <a:xfrm>
              <a:off x="7142761" y="3300475"/>
              <a:ext cx="51256" cy="56934"/>
            </a:xfrm>
            <a:custGeom>
              <a:avLst/>
              <a:pathLst>
                <a:path w="51256" h="56934">
                  <a:moveTo>
                    <a:pt x="48755" y="18695"/>
                  </a:moveTo>
                  <a:lnTo>
                    <a:pt x="50444" y="19215"/>
                  </a:lnTo>
                  <a:lnTo>
                    <a:pt x="51256" y="20853"/>
                  </a:lnTo>
                  <a:lnTo>
                    <a:pt x="51085" y="21702"/>
                  </a:lnTo>
                  <a:lnTo>
                    <a:pt x="49513" y="21784"/>
                  </a:lnTo>
                  <a:lnTo>
                    <a:pt x="48111" y="19270"/>
                  </a:lnTo>
                  <a:lnTo>
                    <a:pt x="39007" y="26720"/>
                  </a:lnTo>
                  <a:lnTo>
                    <a:pt x="37204" y="26711"/>
                  </a:lnTo>
                  <a:lnTo>
                    <a:pt x="38712" y="37531"/>
                  </a:lnTo>
                  <a:lnTo>
                    <a:pt x="39194" y="38419"/>
                  </a:lnTo>
                  <a:lnTo>
                    <a:pt x="38015" y="39248"/>
                  </a:lnTo>
                  <a:lnTo>
                    <a:pt x="30321" y="42369"/>
                  </a:lnTo>
                  <a:lnTo>
                    <a:pt x="27794" y="46343"/>
                  </a:lnTo>
                  <a:lnTo>
                    <a:pt x="29077" y="49361"/>
                  </a:lnTo>
                  <a:lnTo>
                    <a:pt x="22716" y="52169"/>
                  </a:lnTo>
                  <a:lnTo>
                    <a:pt x="21481" y="55052"/>
                  </a:lnTo>
                  <a:lnTo>
                    <a:pt x="15657" y="55380"/>
                  </a:lnTo>
                  <a:lnTo>
                    <a:pt x="12541" y="56934"/>
                  </a:lnTo>
                  <a:lnTo>
                    <a:pt x="9394" y="45180"/>
                  </a:lnTo>
                  <a:lnTo>
                    <a:pt x="4260" y="41523"/>
                  </a:lnTo>
                  <a:lnTo>
                    <a:pt x="4663" y="39684"/>
                  </a:lnTo>
                  <a:lnTo>
                    <a:pt x="3440" y="35905"/>
                  </a:lnTo>
                  <a:lnTo>
                    <a:pt x="1749" y="36062"/>
                  </a:lnTo>
                  <a:lnTo>
                    <a:pt x="0" y="37275"/>
                  </a:lnTo>
                  <a:lnTo>
                    <a:pt x="576" y="35352"/>
                  </a:lnTo>
                  <a:lnTo>
                    <a:pt x="5953" y="32508"/>
                  </a:lnTo>
                  <a:lnTo>
                    <a:pt x="10008" y="34545"/>
                  </a:lnTo>
                  <a:lnTo>
                    <a:pt x="11680" y="36784"/>
                  </a:lnTo>
                  <a:lnTo>
                    <a:pt x="12445" y="33400"/>
                  </a:lnTo>
                  <a:lnTo>
                    <a:pt x="11908" y="32744"/>
                  </a:lnTo>
                  <a:lnTo>
                    <a:pt x="13931" y="23393"/>
                  </a:lnTo>
                  <a:lnTo>
                    <a:pt x="15761" y="19596"/>
                  </a:lnTo>
                  <a:lnTo>
                    <a:pt x="15497" y="18256"/>
                  </a:lnTo>
                  <a:lnTo>
                    <a:pt x="12138" y="14800"/>
                  </a:lnTo>
                  <a:lnTo>
                    <a:pt x="9378" y="11265"/>
                  </a:lnTo>
                  <a:lnTo>
                    <a:pt x="16539" y="8721"/>
                  </a:lnTo>
                  <a:lnTo>
                    <a:pt x="29050" y="795"/>
                  </a:lnTo>
                  <a:lnTo>
                    <a:pt x="37248" y="8483"/>
                  </a:lnTo>
                  <a:lnTo>
                    <a:pt x="40126" y="9514"/>
                  </a:lnTo>
                  <a:lnTo>
                    <a:pt x="44442" y="4190"/>
                  </a:lnTo>
                  <a:lnTo>
                    <a:pt x="46030" y="0"/>
                  </a:lnTo>
                  <a:lnTo>
                    <a:pt x="46144" y="279"/>
                  </a:lnTo>
                  <a:lnTo>
                    <a:pt x="46773" y="2035"/>
                  </a:lnTo>
                  <a:lnTo>
                    <a:pt x="45126" y="12628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h4614"/>
            <p:cNvSpPr/>
            <p:nvPr/>
          </p:nvSpPr>
          <p:spPr>
            <a:xfrm>
              <a:off x="7149400" y="3241370"/>
              <a:ext cx="7872" cy="6217"/>
            </a:xfrm>
            <a:custGeom>
              <a:avLst/>
              <a:pathLst>
                <a:path w="7872" h="6217">
                  <a:moveTo>
                    <a:pt x="6161" y="6217"/>
                  </a:moveTo>
                  <a:lnTo>
                    <a:pt x="4887" y="5090"/>
                  </a:lnTo>
                  <a:lnTo>
                    <a:pt x="2721" y="6100"/>
                  </a:lnTo>
                  <a:lnTo>
                    <a:pt x="159" y="5618"/>
                  </a:lnTo>
                  <a:lnTo>
                    <a:pt x="0" y="4264"/>
                  </a:lnTo>
                  <a:lnTo>
                    <a:pt x="2884" y="2809"/>
                  </a:lnTo>
                  <a:lnTo>
                    <a:pt x="1939" y="488"/>
                  </a:lnTo>
                  <a:lnTo>
                    <a:pt x="3884" y="1413"/>
                  </a:lnTo>
                  <a:lnTo>
                    <a:pt x="5291" y="0"/>
                  </a:lnTo>
                  <a:lnTo>
                    <a:pt x="7872" y="1674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h4615"/>
            <p:cNvSpPr/>
            <p:nvPr/>
          </p:nvSpPr>
          <p:spPr>
            <a:xfrm>
              <a:off x="6935746" y="3277156"/>
              <a:ext cx="26735" cy="26615"/>
            </a:xfrm>
            <a:custGeom>
              <a:avLst/>
              <a:pathLst>
                <a:path w="26735" h="26615">
                  <a:moveTo>
                    <a:pt x="22016" y="3359"/>
                  </a:moveTo>
                  <a:lnTo>
                    <a:pt x="21402" y="4903"/>
                  </a:lnTo>
                  <a:lnTo>
                    <a:pt x="21705" y="6203"/>
                  </a:lnTo>
                  <a:lnTo>
                    <a:pt x="26735" y="12755"/>
                  </a:lnTo>
                  <a:lnTo>
                    <a:pt x="24232" y="11971"/>
                  </a:lnTo>
                  <a:lnTo>
                    <a:pt x="21715" y="12827"/>
                  </a:lnTo>
                  <a:lnTo>
                    <a:pt x="20014" y="14558"/>
                  </a:lnTo>
                  <a:lnTo>
                    <a:pt x="18953" y="19206"/>
                  </a:lnTo>
                  <a:lnTo>
                    <a:pt x="15026" y="23234"/>
                  </a:lnTo>
                  <a:lnTo>
                    <a:pt x="11961" y="23386"/>
                  </a:lnTo>
                  <a:lnTo>
                    <a:pt x="12135" y="24633"/>
                  </a:lnTo>
                  <a:lnTo>
                    <a:pt x="8603" y="26615"/>
                  </a:lnTo>
                  <a:lnTo>
                    <a:pt x="5165" y="20679"/>
                  </a:lnTo>
                  <a:lnTo>
                    <a:pt x="1134" y="17316"/>
                  </a:lnTo>
                  <a:lnTo>
                    <a:pt x="0" y="15131"/>
                  </a:lnTo>
                  <a:lnTo>
                    <a:pt x="5742" y="10235"/>
                  </a:lnTo>
                  <a:lnTo>
                    <a:pt x="10782" y="11514"/>
                  </a:lnTo>
                  <a:lnTo>
                    <a:pt x="13240" y="10200"/>
                  </a:lnTo>
                  <a:lnTo>
                    <a:pt x="14908" y="7452"/>
                  </a:lnTo>
                  <a:lnTo>
                    <a:pt x="16167" y="6958"/>
                  </a:lnTo>
                  <a:lnTo>
                    <a:pt x="18570" y="6727"/>
                  </a:lnTo>
                  <a:lnTo>
                    <a:pt x="20452" y="3550"/>
                  </a:lnTo>
                  <a:lnTo>
                    <a:pt x="21045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h4616"/>
            <p:cNvSpPr/>
            <p:nvPr/>
          </p:nvSpPr>
          <p:spPr>
            <a:xfrm>
              <a:off x="6999092" y="3217777"/>
              <a:ext cx="3844" cy="2609"/>
            </a:xfrm>
            <a:custGeom>
              <a:avLst/>
              <a:pathLst>
                <a:path w="3844" h="2609">
                  <a:moveTo>
                    <a:pt x="3844" y="298"/>
                  </a:moveTo>
                  <a:lnTo>
                    <a:pt x="2037" y="2609"/>
                  </a:lnTo>
                  <a:lnTo>
                    <a:pt x="116" y="1040"/>
                  </a:lnTo>
                  <a:lnTo>
                    <a:pt x="0" y="88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h4617"/>
            <p:cNvSpPr/>
            <p:nvPr/>
          </p:nvSpPr>
          <p:spPr>
            <a:xfrm>
              <a:off x="6907628" y="3207223"/>
              <a:ext cx="13830" cy="14395"/>
            </a:xfrm>
            <a:custGeom>
              <a:avLst/>
              <a:pathLst>
                <a:path w="13830" h="14395">
                  <a:moveTo>
                    <a:pt x="13227" y="2739"/>
                  </a:moveTo>
                  <a:lnTo>
                    <a:pt x="13830" y="6972"/>
                  </a:lnTo>
                  <a:lnTo>
                    <a:pt x="11400" y="6529"/>
                  </a:lnTo>
                  <a:lnTo>
                    <a:pt x="4571" y="12623"/>
                  </a:lnTo>
                  <a:lnTo>
                    <a:pt x="4065" y="14395"/>
                  </a:lnTo>
                  <a:lnTo>
                    <a:pt x="0" y="8923"/>
                  </a:lnTo>
                  <a:lnTo>
                    <a:pt x="200" y="5249"/>
                  </a:lnTo>
                  <a:lnTo>
                    <a:pt x="5714" y="3550"/>
                  </a:lnTo>
                  <a:lnTo>
                    <a:pt x="6968" y="2394"/>
                  </a:lnTo>
                  <a:lnTo>
                    <a:pt x="7536" y="85"/>
                  </a:lnTo>
                  <a:lnTo>
                    <a:pt x="823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h4618"/>
            <p:cNvSpPr/>
            <p:nvPr/>
          </p:nvSpPr>
          <p:spPr>
            <a:xfrm>
              <a:off x="7033474" y="3199045"/>
              <a:ext cx="1940" cy="3441"/>
            </a:xfrm>
            <a:custGeom>
              <a:avLst/>
              <a:pathLst>
                <a:path w="1940" h="3441">
                  <a:moveTo>
                    <a:pt x="1912" y="3441"/>
                  </a:moveTo>
                  <a:lnTo>
                    <a:pt x="1402" y="2885"/>
                  </a:lnTo>
                  <a:lnTo>
                    <a:pt x="0" y="2414"/>
                  </a:lnTo>
                  <a:lnTo>
                    <a:pt x="194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h4619"/>
            <p:cNvSpPr/>
            <p:nvPr/>
          </p:nvSpPr>
          <p:spPr>
            <a:xfrm>
              <a:off x="7026452" y="3246484"/>
              <a:ext cx="8370" cy="10597"/>
            </a:xfrm>
            <a:custGeom>
              <a:avLst/>
              <a:pathLst>
                <a:path w="8370" h="10597">
                  <a:moveTo>
                    <a:pt x="4882" y="277"/>
                  </a:moveTo>
                  <a:lnTo>
                    <a:pt x="5268" y="4832"/>
                  </a:lnTo>
                  <a:lnTo>
                    <a:pt x="7648" y="7312"/>
                  </a:lnTo>
                  <a:lnTo>
                    <a:pt x="8370" y="7674"/>
                  </a:lnTo>
                  <a:lnTo>
                    <a:pt x="6679" y="9664"/>
                  </a:lnTo>
                  <a:lnTo>
                    <a:pt x="4077" y="10597"/>
                  </a:lnTo>
                  <a:lnTo>
                    <a:pt x="0" y="1993"/>
                  </a:lnTo>
                  <a:lnTo>
                    <a:pt x="832" y="374"/>
                  </a:lnTo>
                  <a:lnTo>
                    <a:pt x="241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h4620"/>
            <p:cNvSpPr/>
            <p:nvPr/>
          </p:nvSpPr>
          <p:spPr>
            <a:xfrm>
              <a:off x="6923264" y="3184583"/>
              <a:ext cx="8583" cy="14787"/>
            </a:xfrm>
            <a:custGeom>
              <a:avLst/>
              <a:pathLst>
                <a:path w="8583" h="14787">
                  <a:moveTo>
                    <a:pt x="6036" y="0"/>
                  </a:moveTo>
                  <a:lnTo>
                    <a:pt x="7972" y="1525"/>
                  </a:lnTo>
                  <a:lnTo>
                    <a:pt x="7768" y="2110"/>
                  </a:lnTo>
                  <a:lnTo>
                    <a:pt x="7124" y="4053"/>
                  </a:lnTo>
                  <a:lnTo>
                    <a:pt x="7447" y="7104"/>
                  </a:lnTo>
                  <a:lnTo>
                    <a:pt x="8583" y="9423"/>
                  </a:lnTo>
                  <a:lnTo>
                    <a:pt x="4717" y="11312"/>
                  </a:lnTo>
                  <a:lnTo>
                    <a:pt x="3187" y="14787"/>
                  </a:lnTo>
                  <a:lnTo>
                    <a:pt x="531" y="9865"/>
                  </a:lnTo>
                  <a:lnTo>
                    <a:pt x="433" y="6588"/>
                  </a:lnTo>
                  <a:lnTo>
                    <a:pt x="0" y="4068"/>
                  </a:lnTo>
                  <a:lnTo>
                    <a:pt x="558" y="794"/>
                  </a:lnTo>
                  <a:lnTo>
                    <a:pt x="2468" y="1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h4621"/>
            <p:cNvSpPr/>
            <p:nvPr/>
          </p:nvSpPr>
          <p:spPr>
            <a:xfrm>
              <a:off x="6917247" y="3143153"/>
              <a:ext cx="7004" cy="5824"/>
            </a:xfrm>
            <a:custGeom>
              <a:avLst/>
              <a:pathLst>
                <a:path w="7004" h="5824">
                  <a:moveTo>
                    <a:pt x="4649" y="468"/>
                  </a:moveTo>
                  <a:lnTo>
                    <a:pt x="7004" y="243"/>
                  </a:lnTo>
                  <a:lnTo>
                    <a:pt x="6177" y="4494"/>
                  </a:lnTo>
                  <a:lnTo>
                    <a:pt x="3693" y="5824"/>
                  </a:lnTo>
                  <a:lnTo>
                    <a:pt x="0" y="4078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h4622"/>
            <p:cNvSpPr/>
            <p:nvPr/>
          </p:nvSpPr>
          <p:spPr>
            <a:xfrm>
              <a:off x="6851239" y="3245606"/>
              <a:ext cx="22935" cy="16094"/>
            </a:xfrm>
            <a:custGeom>
              <a:avLst/>
              <a:pathLst>
                <a:path w="22935" h="16094">
                  <a:moveTo>
                    <a:pt x="17069" y="1787"/>
                  </a:moveTo>
                  <a:lnTo>
                    <a:pt x="20867" y="9562"/>
                  </a:lnTo>
                  <a:lnTo>
                    <a:pt x="22935" y="11202"/>
                  </a:lnTo>
                  <a:lnTo>
                    <a:pt x="22535" y="16094"/>
                  </a:lnTo>
                  <a:lnTo>
                    <a:pt x="12596" y="12056"/>
                  </a:lnTo>
                  <a:lnTo>
                    <a:pt x="11266" y="12736"/>
                  </a:lnTo>
                  <a:lnTo>
                    <a:pt x="3754" y="12394"/>
                  </a:lnTo>
                  <a:lnTo>
                    <a:pt x="3346" y="10278"/>
                  </a:lnTo>
                  <a:lnTo>
                    <a:pt x="0" y="3656"/>
                  </a:lnTo>
                  <a:lnTo>
                    <a:pt x="1594" y="2414"/>
                  </a:lnTo>
                  <a:lnTo>
                    <a:pt x="1061" y="3453"/>
                  </a:lnTo>
                  <a:lnTo>
                    <a:pt x="1340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h4623"/>
            <p:cNvSpPr/>
            <p:nvPr/>
          </p:nvSpPr>
          <p:spPr>
            <a:xfrm>
              <a:off x="6995324" y="3106363"/>
              <a:ext cx="9763" cy="10912"/>
            </a:xfrm>
            <a:custGeom>
              <a:avLst/>
              <a:pathLst>
                <a:path w="9763" h="10912">
                  <a:moveTo>
                    <a:pt x="3637" y="0"/>
                  </a:moveTo>
                  <a:lnTo>
                    <a:pt x="9763" y="4867"/>
                  </a:lnTo>
                  <a:lnTo>
                    <a:pt x="6314" y="7076"/>
                  </a:lnTo>
                  <a:lnTo>
                    <a:pt x="4548" y="6736"/>
                  </a:lnTo>
                  <a:lnTo>
                    <a:pt x="3193" y="10912"/>
                  </a:lnTo>
                  <a:lnTo>
                    <a:pt x="666" y="10065"/>
                  </a:lnTo>
                  <a:lnTo>
                    <a:pt x="0" y="6737"/>
                  </a:lnTo>
                  <a:lnTo>
                    <a:pt x="593" y="3058"/>
                  </a:lnTo>
                  <a:lnTo>
                    <a:pt x="996" y="1007"/>
                  </a:lnTo>
                  <a:lnTo>
                    <a:pt x="2683" y="32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h4624"/>
            <p:cNvSpPr/>
            <p:nvPr/>
          </p:nvSpPr>
          <p:spPr>
            <a:xfrm>
              <a:off x="6988760" y="3092299"/>
              <a:ext cx="16327" cy="20802"/>
            </a:xfrm>
            <a:custGeom>
              <a:avLst/>
              <a:pathLst>
                <a:path w="16327" h="20802">
                  <a:moveTo>
                    <a:pt x="13053" y="143"/>
                  </a:moveTo>
                  <a:lnTo>
                    <a:pt x="13148" y="730"/>
                  </a:lnTo>
                  <a:lnTo>
                    <a:pt x="14120" y="11994"/>
                  </a:lnTo>
                  <a:lnTo>
                    <a:pt x="14773" y="12283"/>
                  </a:lnTo>
                  <a:lnTo>
                    <a:pt x="16327" y="18931"/>
                  </a:lnTo>
                  <a:lnTo>
                    <a:pt x="10200" y="14064"/>
                  </a:lnTo>
                  <a:lnTo>
                    <a:pt x="9247" y="14392"/>
                  </a:lnTo>
                  <a:lnTo>
                    <a:pt x="4174" y="16253"/>
                  </a:lnTo>
                  <a:lnTo>
                    <a:pt x="7157" y="17123"/>
                  </a:lnTo>
                  <a:lnTo>
                    <a:pt x="6563" y="20802"/>
                  </a:lnTo>
                  <a:lnTo>
                    <a:pt x="0" y="16780"/>
                  </a:lnTo>
                  <a:lnTo>
                    <a:pt x="1237" y="12825"/>
                  </a:lnTo>
                  <a:lnTo>
                    <a:pt x="2050" y="10030"/>
                  </a:lnTo>
                  <a:lnTo>
                    <a:pt x="2765" y="6689"/>
                  </a:lnTo>
                  <a:lnTo>
                    <a:pt x="2627" y="5746"/>
                  </a:lnTo>
                  <a:lnTo>
                    <a:pt x="7491" y="4276"/>
                  </a:lnTo>
                  <a:lnTo>
                    <a:pt x="1175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h4625"/>
            <p:cNvSpPr/>
            <p:nvPr/>
          </p:nvSpPr>
          <p:spPr>
            <a:xfrm>
              <a:off x="7031739" y="3157429"/>
              <a:ext cx="44681" cy="46164"/>
            </a:xfrm>
            <a:custGeom>
              <a:avLst/>
              <a:pathLst>
                <a:path w="44681" h="46164">
                  <a:moveTo>
                    <a:pt x="44681" y="1301"/>
                  </a:moveTo>
                  <a:lnTo>
                    <a:pt x="41439" y="3908"/>
                  </a:lnTo>
                  <a:lnTo>
                    <a:pt x="38918" y="10992"/>
                  </a:lnTo>
                  <a:lnTo>
                    <a:pt x="32677" y="12659"/>
                  </a:lnTo>
                  <a:lnTo>
                    <a:pt x="28066" y="16581"/>
                  </a:lnTo>
                  <a:lnTo>
                    <a:pt x="26958" y="19884"/>
                  </a:lnTo>
                  <a:lnTo>
                    <a:pt x="28925" y="22020"/>
                  </a:lnTo>
                  <a:lnTo>
                    <a:pt x="28566" y="23362"/>
                  </a:lnTo>
                  <a:lnTo>
                    <a:pt x="24667" y="26275"/>
                  </a:lnTo>
                  <a:lnTo>
                    <a:pt x="23792" y="28757"/>
                  </a:lnTo>
                  <a:lnTo>
                    <a:pt x="24389" y="31338"/>
                  </a:lnTo>
                  <a:lnTo>
                    <a:pt x="23626" y="35107"/>
                  </a:lnTo>
                  <a:lnTo>
                    <a:pt x="21265" y="34609"/>
                  </a:lnTo>
                  <a:lnTo>
                    <a:pt x="16174" y="37591"/>
                  </a:lnTo>
                  <a:lnTo>
                    <a:pt x="14257" y="39596"/>
                  </a:lnTo>
                  <a:lnTo>
                    <a:pt x="10683" y="39605"/>
                  </a:lnTo>
                  <a:lnTo>
                    <a:pt x="6501" y="43425"/>
                  </a:lnTo>
                  <a:lnTo>
                    <a:pt x="7965" y="45469"/>
                  </a:lnTo>
                  <a:lnTo>
                    <a:pt x="8138" y="46164"/>
                  </a:lnTo>
                  <a:lnTo>
                    <a:pt x="7497" y="46077"/>
                  </a:lnTo>
                  <a:lnTo>
                    <a:pt x="5658" y="45739"/>
                  </a:lnTo>
                  <a:lnTo>
                    <a:pt x="3647" y="45057"/>
                  </a:lnTo>
                  <a:lnTo>
                    <a:pt x="3674" y="41615"/>
                  </a:lnTo>
                  <a:lnTo>
                    <a:pt x="1734" y="44030"/>
                  </a:lnTo>
                  <a:lnTo>
                    <a:pt x="0" y="43991"/>
                  </a:lnTo>
                  <a:lnTo>
                    <a:pt x="584" y="40915"/>
                  </a:lnTo>
                  <a:lnTo>
                    <a:pt x="3533" y="33565"/>
                  </a:lnTo>
                  <a:lnTo>
                    <a:pt x="3375" y="31534"/>
                  </a:lnTo>
                  <a:lnTo>
                    <a:pt x="5957" y="29739"/>
                  </a:lnTo>
                  <a:lnTo>
                    <a:pt x="11709" y="23495"/>
                  </a:lnTo>
                  <a:lnTo>
                    <a:pt x="13860" y="20012"/>
                  </a:lnTo>
                  <a:lnTo>
                    <a:pt x="14008" y="15408"/>
                  </a:lnTo>
                  <a:lnTo>
                    <a:pt x="13920" y="12338"/>
                  </a:lnTo>
                  <a:lnTo>
                    <a:pt x="17662" y="10600"/>
                  </a:lnTo>
                  <a:lnTo>
                    <a:pt x="20291" y="10630"/>
                  </a:lnTo>
                  <a:lnTo>
                    <a:pt x="25362" y="7611"/>
                  </a:lnTo>
                  <a:lnTo>
                    <a:pt x="25996" y="1420"/>
                  </a:lnTo>
                  <a:lnTo>
                    <a:pt x="30455" y="2160"/>
                  </a:lnTo>
                  <a:lnTo>
                    <a:pt x="39841" y="0"/>
                  </a:lnTo>
                  <a:lnTo>
                    <a:pt x="43213" y="233"/>
                  </a:lnTo>
                  <a:close/>
                  <a:moveTo>
                    <a:pt x="12921" y="28345"/>
                  </a:moveTo>
                  <a:lnTo>
                    <a:pt x="13677" y="31502"/>
                  </a:lnTo>
                  <a:lnTo>
                    <a:pt x="12306" y="32870"/>
                  </a:lnTo>
                  <a:lnTo>
                    <a:pt x="16114" y="33272"/>
                  </a:lnTo>
                  <a:lnTo>
                    <a:pt x="21026" y="30543"/>
                  </a:lnTo>
                  <a:lnTo>
                    <a:pt x="21173" y="29566"/>
                  </a:lnTo>
                  <a:lnTo>
                    <a:pt x="13373" y="2583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h4626"/>
            <p:cNvSpPr/>
            <p:nvPr/>
          </p:nvSpPr>
          <p:spPr>
            <a:xfrm>
              <a:off x="6995608" y="3205755"/>
              <a:ext cx="7390" cy="8213"/>
            </a:xfrm>
            <a:custGeom>
              <a:avLst/>
              <a:pathLst>
                <a:path w="7390" h="8213">
                  <a:moveTo>
                    <a:pt x="3185" y="602"/>
                  </a:moveTo>
                  <a:lnTo>
                    <a:pt x="4369" y="2548"/>
                  </a:lnTo>
                  <a:lnTo>
                    <a:pt x="7390" y="1706"/>
                  </a:lnTo>
                  <a:lnTo>
                    <a:pt x="5818" y="7872"/>
                  </a:lnTo>
                  <a:lnTo>
                    <a:pt x="4894" y="8213"/>
                  </a:lnTo>
                  <a:lnTo>
                    <a:pt x="4761" y="8140"/>
                  </a:lnTo>
                  <a:lnTo>
                    <a:pt x="1164" y="7786"/>
                  </a:lnTo>
                  <a:lnTo>
                    <a:pt x="0" y="7492"/>
                  </a:lnTo>
                  <a:lnTo>
                    <a:pt x="397" y="5498"/>
                  </a:lnTo>
                  <a:lnTo>
                    <a:pt x="1726" y="4073"/>
                  </a:lnTo>
                  <a:lnTo>
                    <a:pt x="123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h4627"/>
            <p:cNvSpPr/>
            <p:nvPr/>
          </p:nvSpPr>
          <p:spPr>
            <a:xfrm>
              <a:off x="7173000" y="3283366"/>
              <a:ext cx="18441" cy="13516"/>
            </a:xfrm>
            <a:custGeom>
              <a:avLst/>
              <a:pathLst>
                <a:path w="18441" h="13516">
                  <a:moveTo>
                    <a:pt x="7729" y="3294"/>
                  </a:moveTo>
                  <a:lnTo>
                    <a:pt x="15112" y="4013"/>
                  </a:lnTo>
                  <a:lnTo>
                    <a:pt x="17367" y="3512"/>
                  </a:lnTo>
                  <a:lnTo>
                    <a:pt x="18018" y="4805"/>
                  </a:lnTo>
                  <a:lnTo>
                    <a:pt x="17459" y="6492"/>
                  </a:lnTo>
                  <a:lnTo>
                    <a:pt x="18441" y="8097"/>
                  </a:lnTo>
                  <a:lnTo>
                    <a:pt x="14984" y="12873"/>
                  </a:lnTo>
                  <a:lnTo>
                    <a:pt x="10885" y="13516"/>
                  </a:lnTo>
                  <a:lnTo>
                    <a:pt x="7065" y="10466"/>
                  </a:lnTo>
                  <a:lnTo>
                    <a:pt x="1885" y="9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h4628"/>
            <p:cNvSpPr/>
            <p:nvPr/>
          </p:nvSpPr>
          <p:spPr>
            <a:xfrm>
              <a:off x="6939971" y="3195278"/>
              <a:ext cx="20531" cy="33579"/>
            </a:xfrm>
            <a:custGeom>
              <a:avLst/>
              <a:pathLst>
                <a:path w="20531" h="33579">
                  <a:moveTo>
                    <a:pt x="18880" y="629"/>
                  </a:moveTo>
                  <a:lnTo>
                    <a:pt x="19626" y="6244"/>
                  </a:lnTo>
                  <a:lnTo>
                    <a:pt x="20531" y="6527"/>
                  </a:lnTo>
                  <a:lnTo>
                    <a:pt x="17249" y="9852"/>
                  </a:lnTo>
                  <a:lnTo>
                    <a:pt x="16848" y="15493"/>
                  </a:lnTo>
                  <a:lnTo>
                    <a:pt x="15440" y="15258"/>
                  </a:lnTo>
                  <a:lnTo>
                    <a:pt x="13432" y="16942"/>
                  </a:lnTo>
                  <a:lnTo>
                    <a:pt x="12411" y="19288"/>
                  </a:lnTo>
                  <a:lnTo>
                    <a:pt x="10442" y="21253"/>
                  </a:lnTo>
                  <a:lnTo>
                    <a:pt x="8224" y="21029"/>
                  </a:lnTo>
                  <a:lnTo>
                    <a:pt x="8855" y="18512"/>
                  </a:lnTo>
                  <a:lnTo>
                    <a:pt x="5857" y="18713"/>
                  </a:lnTo>
                  <a:lnTo>
                    <a:pt x="5141" y="19499"/>
                  </a:lnTo>
                  <a:lnTo>
                    <a:pt x="5125" y="22012"/>
                  </a:lnTo>
                  <a:lnTo>
                    <a:pt x="6104" y="23792"/>
                  </a:lnTo>
                  <a:lnTo>
                    <a:pt x="7388" y="23675"/>
                  </a:lnTo>
                  <a:lnTo>
                    <a:pt x="10273" y="25345"/>
                  </a:lnTo>
                  <a:lnTo>
                    <a:pt x="8101" y="27865"/>
                  </a:lnTo>
                  <a:lnTo>
                    <a:pt x="8116" y="33579"/>
                  </a:lnTo>
                  <a:lnTo>
                    <a:pt x="892" y="31225"/>
                  </a:lnTo>
                  <a:lnTo>
                    <a:pt x="0" y="28007"/>
                  </a:lnTo>
                  <a:lnTo>
                    <a:pt x="4860" y="18737"/>
                  </a:lnTo>
                  <a:lnTo>
                    <a:pt x="3046" y="11602"/>
                  </a:lnTo>
                  <a:lnTo>
                    <a:pt x="7975" y="7804"/>
                  </a:lnTo>
                  <a:lnTo>
                    <a:pt x="9499" y="2524"/>
                  </a:lnTo>
                  <a:lnTo>
                    <a:pt x="14487" y="1024"/>
                  </a:lnTo>
                  <a:lnTo>
                    <a:pt x="15311" y="1274"/>
                  </a:lnTo>
                  <a:lnTo>
                    <a:pt x="1786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h4629"/>
            <p:cNvSpPr/>
            <p:nvPr/>
          </p:nvSpPr>
          <p:spPr>
            <a:xfrm>
              <a:off x="6931094" y="3172757"/>
              <a:ext cx="12029" cy="12548"/>
            </a:xfrm>
            <a:custGeom>
              <a:avLst/>
              <a:pathLst>
                <a:path w="12029" h="12548">
                  <a:moveTo>
                    <a:pt x="8052" y="271"/>
                  </a:moveTo>
                  <a:lnTo>
                    <a:pt x="11118" y="2319"/>
                  </a:lnTo>
                  <a:lnTo>
                    <a:pt x="9731" y="4385"/>
                  </a:lnTo>
                  <a:lnTo>
                    <a:pt x="9629" y="6400"/>
                  </a:lnTo>
                  <a:lnTo>
                    <a:pt x="10413" y="7781"/>
                  </a:lnTo>
                  <a:lnTo>
                    <a:pt x="11600" y="7260"/>
                  </a:lnTo>
                  <a:lnTo>
                    <a:pt x="12029" y="9136"/>
                  </a:lnTo>
                  <a:lnTo>
                    <a:pt x="9464" y="8225"/>
                  </a:lnTo>
                  <a:lnTo>
                    <a:pt x="7212" y="8608"/>
                  </a:lnTo>
                  <a:lnTo>
                    <a:pt x="8267" y="11914"/>
                  </a:lnTo>
                  <a:lnTo>
                    <a:pt x="6737" y="11854"/>
                  </a:lnTo>
                  <a:lnTo>
                    <a:pt x="1179" y="12548"/>
                  </a:lnTo>
                  <a:lnTo>
                    <a:pt x="1019" y="9285"/>
                  </a:lnTo>
                  <a:lnTo>
                    <a:pt x="3374" y="9404"/>
                  </a:lnTo>
                  <a:lnTo>
                    <a:pt x="4890" y="6793"/>
                  </a:lnTo>
                  <a:lnTo>
                    <a:pt x="4003" y="5699"/>
                  </a:lnTo>
                  <a:lnTo>
                    <a:pt x="0" y="4255"/>
                  </a:lnTo>
                  <a:lnTo>
                    <a:pt x="478" y="1361"/>
                  </a:lnTo>
                  <a:lnTo>
                    <a:pt x="609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h4630"/>
            <p:cNvSpPr/>
            <p:nvPr/>
          </p:nvSpPr>
          <p:spPr>
            <a:xfrm>
              <a:off x="6982773" y="3246517"/>
              <a:ext cx="14103" cy="9184"/>
            </a:xfrm>
            <a:custGeom>
              <a:avLst/>
              <a:pathLst>
                <a:path w="14103" h="9184">
                  <a:moveTo>
                    <a:pt x="9929" y="5389"/>
                  </a:moveTo>
                  <a:lnTo>
                    <a:pt x="10948" y="6868"/>
                  </a:lnTo>
                  <a:lnTo>
                    <a:pt x="14103" y="7673"/>
                  </a:lnTo>
                  <a:lnTo>
                    <a:pt x="6875" y="9184"/>
                  </a:lnTo>
                  <a:lnTo>
                    <a:pt x="0" y="6621"/>
                  </a:lnTo>
                  <a:lnTo>
                    <a:pt x="622" y="4433"/>
                  </a:lnTo>
                  <a:lnTo>
                    <a:pt x="5891" y="7817"/>
                  </a:lnTo>
                  <a:lnTo>
                    <a:pt x="5069" y="4748"/>
                  </a:lnTo>
                  <a:lnTo>
                    <a:pt x="7694" y="1407"/>
                  </a:lnTo>
                  <a:lnTo>
                    <a:pt x="920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h4631"/>
            <p:cNvSpPr/>
            <p:nvPr/>
          </p:nvSpPr>
          <p:spPr>
            <a:xfrm>
              <a:off x="7051883" y="3218359"/>
              <a:ext cx="13579" cy="7344"/>
            </a:xfrm>
            <a:custGeom>
              <a:avLst/>
              <a:pathLst>
                <a:path w="13579" h="7344">
                  <a:moveTo>
                    <a:pt x="13579" y="35"/>
                  </a:moveTo>
                  <a:lnTo>
                    <a:pt x="13520" y="2595"/>
                  </a:lnTo>
                  <a:lnTo>
                    <a:pt x="12510" y="2820"/>
                  </a:lnTo>
                  <a:lnTo>
                    <a:pt x="13034" y="7157"/>
                  </a:lnTo>
                  <a:lnTo>
                    <a:pt x="12869" y="7344"/>
                  </a:lnTo>
                  <a:lnTo>
                    <a:pt x="12055" y="6677"/>
                  </a:lnTo>
                  <a:lnTo>
                    <a:pt x="1119" y="6737"/>
                  </a:lnTo>
                  <a:lnTo>
                    <a:pt x="0" y="5160"/>
                  </a:lnTo>
                  <a:lnTo>
                    <a:pt x="443" y="4794"/>
                  </a:lnTo>
                  <a:lnTo>
                    <a:pt x="9839" y="40"/>
                  </a:lnTo>
                  <a:lnTo>
                    <a:pt x="1251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h4632"/>
            <p:cNvSpPr/>
            <p:nvPr/>
          </p:nvSpPr>
          <p:spPr>
            <a:xfrm>
              <a:off x="6887000" y="3151307"/>
              <a:ext cx="10094" cy="9029"/>
            </a:xfrm>
            <a:custGeom>
              <a:avLst/>
              <a:pathLst>
                <a:path w="10094" h="9029">
                  <a:moveTo>
                    <a:pt x="9907" y="3009"/>
                  </a:moveTo>
                  <a:lnTo>
                    <a:pt x="10094" y="5214"/>
                  </a:lnTo>
                  <a:lnTo>
                    <a:pt x="814" y="9029"/>
                  </a:lnTo>
                  <a:lnTo>
                    <a:pt x="0" y="9029"/>
                  </a:lnTo>
                  <a:lnTo>
                    <a:pt x="571" y="6175"/>
                  </a:lnTo>
                  <a:lnTo>
                    <a:pt x="2948" y="3589"/>
                  </a:lnTo>
                  <a:lnTo>
                    <a:pt x="2922" y="1810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h4633"/>
            <p:cNvSpPr/>
            <p:nvPr/>
          </p:nvSpPr>
          <p:spPr>
            <a:xfrm>
              <a:off x="7074571" y="3209604"/>
              <a:ext cx="11282" cy="12492"/>
            </a:xfrm>
            <a:custGeom>
              <a:avLst/>
              <a:pathLst>
                <a:path w="11282" h="12492">
                  <a:moveTo>
                    <a:pt x="2272" y="0"/>
                  </a:moveTo>
                  <a:lnTo>
                    <a:pt x="10866" y="2192"/>
                  </a:lnTo>
                  <a:lnTo>
                    <a:pt x="11282" y="6968"/>
                  </a:lnTo>
                  <a:lnTo>
                    <a:pt x="10342" y="8116"/>
                  </a:lnTo>
                  <a:lnTo>
                    <a:pt x="10265" y="11039"/>
                  </a:lnTo>
                  <a:lnTo>
                    <a:pt x="8109" y="12492"/>
                  </a:lnTo>
                  <a:lnTo>
                    <a:pt x="263" y="12437"/>
                  </a:lnTo>
                  <a:lnTo>
                    <a:pt x="37" y="12274"/>
                  </a:lnTo>
                  <a:lnTo>
                    <a:pt x="0" y="11348"/>
                  </a:lnTo>
                  <a:lnTo>
                    <a:pt x="3787" y="8352"/>
                  </a:lnTo>
                  <a:lnTo>
                    <a:pt x="5294" y="5140"/>
                  </a:lnTo>
                  <a:lnTo>
                    <a:pt x="4962" y="3968"/>
                  </a:lnTo>
                  <a:lnTo>
                    <a:pt x="2294" y="227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h4634"/>
            <p:cNvSpPr/>
            <p:nvPr/>
          </p:nvSpPr>
          <p:spPr>
            <a:xfrm>
              <a:off x="7021543" y="3308286"/>
              <a:ext cx="5215" cy="10734"/>
            </a:xfrm>
            <a:custGeom>
              <a:avLst/>
              <a:pathLst>
                <a:path w="5215" h="10734">
                  <a:moveTo>
                    <a:pt x="5215" y="6008"/>
                  </a:moveTo>
                  <a:lnTo>
                    <a:pt x="4333" y="8199"/>
                  </a:lnTo>
                  <a:lnTo>
                    <a:pt x="1907" y="10734"/>
                  </a:lnTo>
                  <a:lnTo>
                    <a:pt x="2532" y="7674"/>
                  </a:lnTo>
                  <a:lnTo>
                    <a:pt x="0" y="5792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h4635"/>
            <p:cNvSpPr/>
            <p:nvPr/>
          </p:nvSpPr>
          <p:spPr>
            <a:xfrm>
              <a:off x="7042487" y="3200904"/>
              <a:ext cx="2177" cy="1831"/>
            </a:xfrm>
            <a:custGeom>
              <a:avLst/>
              <a:pathLst>
                <a:path w="2177" h="1831">
                  <a:moveTo>
                    <a:pt x="2177" y="1203"/>
                  </a:moveTo>
                  <a:lnTo>
                    <a:pt x="824" y="1831"/>
                  </a:lnTo>
                  <a:lnTo>
                    <a:pt x="0" y="1751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h4636"/>
            <p:cNvSpPr/>
            <p:nvPr/>
          </p:nvSpPr>
          <p:spPr>
            <a:xfrm>
              <a:off x="6995848" y="3217280"/>
              <a:ext cx="3360" cy="1751"/>
            </a:xfrm>
            <a:custGeom>
              <a:avLst/>
              <a:pathLst>
                <a:path w="3360" h="1751">
                  <a:moveTo>
                    <a:pt x="3087" y="0"/>
                  </a:moveTo>
                  <a:lnTo>
                    <a:pt x="3244" y="585"/>
                  </a:lnTo>
                  <a:lnTo>
                    <a:pt x="3360" y="1537"/>
                  </a:lnTo>
                  <a:lnTo>
                    <a:pt x="0" y="175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h4637"/>
            <p:cNvSpPr/>
            <p:nvPr/>
          </p:nvSpPr>
          <p:spPr>
            <a:xfrm>
              <a:off x="6853851" y="3177881"/>
              <a:ext cx="12945" cy="11904"/>
            </a:xfrm>
            <a:custGeom>
              <a:avLst/>
              <a:pathLst>
                <a:path w="12945" h="11904">
                  <a:moveTo>
                    <a:pt x="10659" y="576"/>
                  </a:moveTo>
                  <a:lnTo>
                    <a:pt x="11508" y="2693"/>
                  </a:lnTo>
                  <a:lnTo>
                    <a:pt x="11400" y="7163"/>
                  </a:lnTo>
                  <a:lnTo>
                    <a:pt x="12945" y="10996"/>
                  </a:lnTo>
                  <a:lnTo>
                    <a:pt x="10912" y="11904"/>
                  </a:lnTo>
                  <a:lnTo>
                    <a:pt x="9311" y="11171"/>
                  </a:lnTo>
                  <a:lnTo>
                    <a:pt x="7095" y="6329"/>
                  </a:lnTo>
                  <a:lnTo>
                    <a:pt x="3804" y="10459"/>
                  </a:lnTo>
                  <a:lnTo>
                    <a:pt x="1068" y="9830"/>
                  </a:lnTo>
                  <a:lnTo>
                    <a:pt x="310" y="8488"/>
                  </a:lnTo>
                  <a:lnTo>
                    <a:pt x="1017" y="6727"/>
                  </a:lnTo>
                  <a:lnTo>
                    <a:pt x="0" y="5361"/>
                  </a:lnTo>
                  <a:lnTo>
                    <a:pt x="580" y="3097"/>
                  </a:lnTo>
                  <a:lnTo>
                    <a:pt x="3030" y="3565"/>
                  </a:lnTo>
                  <a:lnTo>
                    <a:pt x="4034" y="5094"/>
                  </a:lnTo>
                  <a:lnTo>
                    <a:pt x="5705" y="5335"/>
                  </a:lnTo>
                  <a:lnTo>
                    <a:pt x="388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h4638"/>
            <p:cNvSpPr/>
            <p:nvPr/>
          </p:nvSpPr>
          <p:spPr>
            <a:xfrm>
              <a:off x="7000561" y="3279979"/>
              <a:ext cx="6593" cy="9341"/>
            </a:xfrm>
            <a:custGeom>
              <a:avLst/>
              <a:pathLst>
                <a:path w="6593" h="9341">
                  <a:moveTo>
                    <a:pt x="3612" y="809"/>
                  </a:moveTo>
                  <a:lnTo>
                    <a:pt x="6593" y="6441"/>
                  </a:lnTo>
                  <a:lnTo>
                    <a:pt x="4836" y="9022"/>
                  </a:lnTo>
                  <a:lnTo>
                    <a:pt x="4820" y="9341"/>
                  </a:lnTo>
                  <a:lnTo>
                    <a:pt x="0" y="3812"/>
                  </a:lnTo>
                  <a:lnTo>
                    <a:pt x="139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h4639"/>
            <p:cNvSpPr/>
            <p:nvPr/>
          </p:nvSpPr>
          <p:spPr>
            <a:xfrm>
              <a:off x="6864663" y="3309658"/>
              <a:ext cx="10783" cy="11338"/>
            </a:xfrm>
            <a:custGeom>
              <a:avLst/>
              <a:pathLst>
                <a:path w="10783" h="11338">
                  <a:moveTo>
                    <a:pt x="10039" y="2756"/>
                  </a:moveTo>
                  <a:lnTo>
                    <a:pt x="10783" y="7464"/>
                  </a:lnTo>
                  <a:lnTo>
                    <a:pt x="3306" y="11338"/>
                  </a:lnTo>
                  <a:lnTo>
                    <a:pt x="385" y="7627"/>
                  </a:lnTo>
                  <a:lnTo>
                    <a:pt x="1975" y="4885"/>
                  </a:lnTo>
                  <a:lnTo>
                    <a:pt x="0" y="3396"/>
                  </a:lnTo>
                  <a:lnTo>
                    <a:pt x="212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h4640"/>
            <p:cNvSpPr/>
            <p:nvPr/>
          </p:nvSpPr>
          <p:spPr>
            <a:xfrm>
              <a:off x="7042229" y="3361303"/>
              <a:ext cx="16278" cy="10247"/>
            </a:xfrm>
            <a:custGeom>
              <a:avLst/>
              <a:pathLst>
                <a:path w="16278" h="10247">
                  <a:moveTo>
                    <a:pt x="7930" y="5"/>
                  </a:moveTo>
                  <a:lnTo>
                    <a:pt x="9050" y="325"/>
                  </a:lnTo>
                  <a:lnTo>
                    <a:pt x="12159" y="1468"/>
                  </a:lnTo>
                  <a:lnTo>
                    <a:pt x="12922" y="5233"/>
                  </a:lnTo>
                  <a:lnTo>
                    <a:pt x="16278" y="7409"/>
                  </a:lnTo>
                  <a:lnTo>
                    <a:pt x="14381" y="9463"/>
                  </a:lnTo>
                  <a:lnTo>
                    <a:pt x="10779" y="10247"/>
                  </a:lnTo>
                  <a:lnTo>
                    <a:pt x="443" y="10036"/>
                  </a:lnTo>
                  <a:lnTo>
                    <a:pt x="0" y="5725"/>
                  </a:lnTo>
                  <a:lnTo>
                    <a:pt x="2956" y="893"/>
                  </a:lnTo>
                  <a:lnTo>
                    <a:pt x="249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h4641"/>
            <p:cNvSpPr/>
            <p:nvPr/>
          </p:nvSpPr>
          <p:spPr>
            <a:xfrm>
              <a:off x="6938307" y="3180983"/>
              <a:ext cx="9011" cy="5287"/>
            </a:xfrm>
            <a:custGeom>
              <a:avLst/>
              <a:pathLst>
                <a:path w="9011" h="5287">
                  <a:moveTo>
                    <a:pt x="4816" y="911"/>
                  </a:moveTo>
                  <a:lnTo>
                    <a:pt x="9011" y="3001"/>
                  </a:lnTo>
                  <a:lnTo>
                    <a:pt x="8934" y="5287"/>
                  </a:lnTo>
                  <a:lnTo>
                    <a:pt x="4748" y="4811"/>
                  </a:lnTo>
                  <a:lnTo>
                    <a:pt x="2548" y="3596"/>
                  </a:lnTo>
                  <a:lnTo>
                    <a:pt x="1055" y="3688"/>
                  </a:lnTo>
                  <a:lnTo>
                    <a:pt x="0" y="383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h4642"/>
            <p:cNvSpPr/>
            <p:nvPr/>
          </p:nvSpPr>
          <p:spPr>
            <a:xfrm>
              <a:off x="7011199" y="3270407"/>
              <a:ext cx="15812" cy="15015"/>
            </a:xfrm>
            <a:custGeom>
              <a:avLst/>
              <a:pathLst>
                <a:path w="15812" h="15015">
                  <a:moveTo>
                    <a:pt x="4587" y="532"/>
                  </a:moveTo>
                  <a:lnTo>
                    <a:pt x="5507" y="3109"/>
                  </a:lnTo>
                  <a:lnTo>
                    <a:pt x="10640" y="2969"/>
                  </a:lnTo>
                  <a:lnTo>
                    <a:pt x="12374" y="3478"/>
                  </a:lnTo>
                  <a:lnTo>
                    <a:pt x="15812" y="9313"/>
                  </a:lnTo>
                  <a:lnTo>
                    <a:pt x="14997" y="10406"/>
                  </a:lnTo>
                  <a:lnTo>
                    <a:pt x="10493" y="12707"/>
                  </a:lnTo>
                  <a:lnTo>
                    <a:pt x="9889" y="13577"/>
                  </a:lnTo>
                  <a:lnTo>
                    <a:pt x="10425" y="14255"/>
                  </a:lnTo>
                  <a:lnTo>
                    <a:pt x="8994" y="15015"/>
                  </a:lnTo>
                  <a:lnTo>
                    <a:pt x="2384" y="12201"/>
                  </a:lnTo>
                  <a:lnTo>
                    <a:pt x="2543" y="10975"/>
                  </a:lnTo>
                  <a:lnTo>
                    <a:pt x="2576" y="9979"/>
                  </a:lnTo>
                  <a:lnTo>
                    <a:pt x="311" y="7463"/>
                  </a:lnTo>
                  <a:lnTo>
                    <a:pt x="1148" y="5036"/>
                  </a:lnTo>
                  <a:lnTo>
                    <a:pt x="3906" y="2293"/>
                  </a:lnTo>
                  <a:lnTo>
                    <a:pt x="255" y="2182"/>
                  </a:lnTo>
                  <a:lnTo>
                    <a:pt x="0" y="1099"/>
                  </a:lnTo>
                  <a:lnTo>
                    <a:pt x="170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h4643"/>
            <p:cNvSpPr/>
            <p:nvPr/>
          </p:nvSpPr>
          <p:spPr>
            <a:xfrm>
              <a:off x="7061158" y="3199803"/>
              <a:ext cx="10913" cy="9357"/>
            </a:xfrm>
            <a:custGeom>
              <a:avLst/>
              <a:pathLst>
                <a:path w="10913" h="9357">
                  <a:moveTo>
                    <a:pt x="3085" y="0"/>
                  </a:moveTo>
                  <a:lnTo>
                    <a:pt x="4027" y="1604"/>
                  </a:lnTo>
                  <a:lnTo>
                    <a:pt x="5842" y="1797"/>
                  </a:lnTo>
                  <a:lnTo>
                    <a:pt x="8660" y="57"/>
                  </a:lnTo>
                  <a:lnTo>
                    <a:pt x="10591" y="2719"/>
                  </a:lnTo>
                  <a:lnTo>
                    <a:pt x="10913" y="5145"/>
                  </a:lnTo>
                  <a:lnTo>
                    <a:pt x="10493" y="6162"/>
                  </a:lnTo>
                  <a:lnTo>
                    <a:pt x="5479" y="9357"/>
                  </a:lnTo>
                  <a:lnTo>
                    <a:pt x="2573" y="6164"/>
                  </a:lnTo>
                  <a:lnTo>
                    <a:pt x="0" y="245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h4644"/>
            <p:cNvSpPr/>
            <p:nvPr/>
          </p:nvSpPr>
          <p:spPr>
            <a:xfrm>
              <a:off x="7008138" y="3116540"/>
              <a:ext cx="24780" cy="17308"/>
            </a:xfrm>
            <a:custGeom>
              <a:avLst/>
              <a:pathLst>
                <a:path w="24780" h="17308">
                  <a:moveTo>
                    <a:pt x="24295" y="402"/>
                  </a:moveTo>
                  <a:lnTo>
                    <a:pt x="24780" y="2587"/>
                  </a:lnTo>
                  <a:lnTo>
                    <a:pt x="21688" y="9274"/>
                  </a:lnTo>
                  <a:lnTo>
                    <a:pt x="17427" y="9301"/>
                  </a:lnTo>
                  <a:lnTo>
                    <a:pt x="16515" y="11813"/>
                  </a:lnTo>
                  <a:lnTo>
                    <a:pt x="17132" y="15403"/>
                  </a:lnTo>
                  <a:lnTo>
                    <a:pt x="18263" y="17308"/>
                  </a:lnTo>
                  <a:lnTo>
                    <a:pt x="15728" y="15505"/>
                  </a:lnTo>
                  <a:lnTo>
                    <a:pt x="16169" y="13637"/>
                  </a:lnTo>
                  <a:lnTo>
                    <a:pt x="13616" y="13299"/>
                  </a:lnTo>
                  <a:lnTo>
                    <a:pt x="11061" y="14312"/>
                  </a:lnTo>
                  <a:lnTo>
                    <a:pt x="10074" y="16576"/>
                  </a:lnTo>
                  <a:lnTo>
                    <a:pt x="7900" y="16808"/>
                  </a:lnTo>
                  <a:lnTo>
                    <a:pt x="2806" y="15921"/>
                  </a:lnTo>
                  <a:lnTo>
                    <a:pt x="0" y="12051"/>
                  </a:lnTo>
                  <a:lnTo>
                    <a:pt x="583" y="10701"/>
                  </a:lnTo>
                  <a:lnTo>
                    <a:pt x="2983" y="13887"/>
                  </a:lnTo>
                  <a:lnTo>
                    <a:pt x="6189" y="13332"/>
                  </a:lnTo>
                  <a:lnTo>
                    <a:pt x="1666" y="9137"/>
                  </a:lnTo>
                  <a:lnTo>
                    <a:pt x="1430" y="7553"/>
                  </a:lnTo>
                  <a:lnTo>
                    <a:pt x="3794" y="5951"/>
                  </a:lnTo>
                  <a:lnTo>
                    <a:pt x="13189" y="9239"/>
                  </a:lnTo>
                  <a:lnTo>
                    <a:pt x="20851" y="2574"/>
                  </a:lnTo>
                  <a:lnTo>
                    <a:pt x="2162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h4645"/>
            <p:cNvSpPr/>
            <p:nvPr/>
          </p:nvSpPr>
          <p:spPr>
            <a:xfrm>
              <a:off x="7061498" y="3313717"/>
              <a:ext cx="11802" cy="10086"/>
            </a:xfrm>
            <a:custGeom>
              <a:avLst/>
              <a:pathLst>
                <a:path w="11802" h="10086">
                  <a:moveTo>
                    <a:pt x="1177" y="32"/>
                  </a:moveTo>
                  <a:lnTo>
                    <a:pt x="3034" y="2364"/>
                  </a:lnTo>
                  <a:lnTo>
                    <a:pt x="11647" y="9409"/>
                  </a:lnTo>
                  <a:lnTo>
                    <a:pt x="11802" y="10086"/>
                  </a:lnTo>
                  <a:lnTo>
                    <a:pt x="10130" y="9411"/>
                  </a:lnTo>
                  <a:lnTo>
                    <a:pt x="7923" y="10062"/>
                  </a:lnTo>
                  <a:lnTo>
                    <a:pt x="3999" y="9036"/>
                  </a:lnTo>
                  <a:lnTo>
                    <a:pt x="2574" y="8510"/>
                  </a:lnTo>
                  <a:lnTo>
                    <a:pt x="1566" y="7089"/>
                  </a:lnTo>
                  <a:lnTo>
                    <a:pt x="341" y="4735"/>
                  </a:lnTo>
                  <a:lnTo>
                    <a:pt x="0" y="925"/>
                  </a:lnTo>
                  <a:lnTo>
                    <a:pt x="43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h4646"/>
            <p:cNvSpPr/>
            <p:nvPr/>
          </p:nvSpPr>
          <p:spPr>
            <a:xfrm>
              <a:off x="6871928" y="3273057"/>
              <a:ext cx="16548" cy="22779"/>
            </a:xfrm>
            <a:custGeom>
              <a:avLst/>
              <a:pathLst>
                <a:path w="16548" h="22779">
                  <a:moveTo>
                    <a:pt x="12983" y="0"/>
                  </a:moveTo>
                  <a:lnTo>
                    <a:pt x="14006" y="249"/>
                  </a:lnTo>
                  <a:lnTo>
                    <a:pt x="15006" y="1062"/>
                  </a:lnTo>
                  <a:lnTo>
                    <a:pt x="14000" y="1769"/>
                  </a:lnTo>
                  <a:lnTo>
                    <a:pt x="16150" y="4305"/>
                  </a:lnTo>
                  <a:lnTo>
                    <a:pt x="14078" y="8791"/>
                  </a:lnTo>
                  <a:lnTo>
                    <a:pt x="15116" y="12602"/>
                  </a:lnTo>
                  <a:lnTo>
                    <a:pt x="13811" y="14632"/>
                  </a:lnTo>
                  <a:lnTo>
                    <a:pt x="14306" y="16623"/>
                  </a:lnTo>
                  <a:lnTo>
                    <a:pt x="16548" y="18007"/>
                  </a:lnTo>
                  <a:lnTo>
                    <a:pt x="15915" y="19480"/>
                  </a:lnTo>
                  <a:lnTo>
                    <a:pt x="11877" y="20857"/>
                  </a:lnTo>
                  <a:lnTo>
                    <a:pt x="9640" y="22400"/>
                  </a:lnTo>
                  <a:lnTo>
                    <a:pt x="8457" y="21069"/>
                  </a:lnTo>
                  <a:lnTo>
                    <a:pt x="950" y="22779"/>
                  </a:lnTo>
                  <a:lnTo>
                    <a:pt x="2544" y="17360"/>
                  </a:lnTo>
                  <a:lnTo>
                    <a:pt x="0" y="13357"/>
                  </a:lnTo>
                  <a:lnTo>
                    <a:pt x="1316" y="11280"/>
                  </a:lnTo>
                  <a:lnTo>
                    <a:pt x="4608" y="10768"/>
                  </a:lnTo>
                  <a:lnTo>
                    <a:pt x="5299" y="8738"/>
                  </a:lnTo>
                  <a:lnTo>
                    <a:pt x="5280" y="5064"/>
                  </a:lnTo>
                  <a:lnTo>
                    <a:pt x="9343" y="4102"/>
                  </a:lnTo>
                  <a:lnTo>
                    <a:pt x="11445" y="4854"/>
                  </a:lnTo>
                  <a:lnTo>
                    <a:pt x="10591" y="1032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h4647"/>
            <p:cNvSpPr/>
            <p:nvPr/>
          </p:nvSpPr>
          <p:spPr>
            <a:xfrm>
              <a:off x="7110914" y="3160365"/>
              <a:ext cx="81302" cy="71308"/>
            </a:xfrm>
            <a:custGeom>
              <a:avLst/>
              <a:pathLst>
                <a:path w="81302" h="71308">
                  <a:moveTo>
                    <a:pt x="71254" y="7236"/>
                  </a:moveTo>
                  <a:lnTo>
                    <a:pt x="81302" y="19514"/>
                  </a:lnTo>
                  <a:lnTo>
                    <a:pt x="74435" y="20893"/>
                  </a:lnTo>
                  <a:lnTo>
                    <a:pt x="74241" y="27005"/>
                  </a:lnTo>
                  <a:lnTo>
                    <a:pt x="70774" y="26286"/>
                  </a:lnTo>
                  <a:lnTo>
                    <a:pt x="70800" y="30790"/>
                  </a:lnTo>
                  <a:lnTo>
                    <a:pt x="63236" y="28583"/>
                  </a:lnTo>
                  <a:lnTo>
                    <a:pt x="48810" y="30681"/>
                  </a:lnTo>
                  <a:lnTo>
                    <a:pt x="48911" y="34946"/>
                  </a:lnTo>
                  <a:lnTo>
                    <a:pt x="49634" y="37011"/>
                  </a:lnTo>
                  <a:lnTo>
                    <a:pt x="51789" y="39127"/>
                  </a:lnTo>
                  <a:lnTo>
                    <a:pt x="51336" y="40839"/>
                  </a:lnTo>
                  <a:lnTo>
                    <a:pt x="38823" y="41429"/>
                  </a:lnTo>
                  <a:lnTo>
                    <a:pt x="34309" y="44821"/>
                  </a:lnTo>
                  <a:lnTo>
                    <a:pt x="35683" y="40441"/>
                  </a:lnTo>
                  <a:lnTo>
                    <a:pt x="35073" y="38414"/>
                  </a:lnTo>
                  <a:lnTo>
                    <a:pt x="33687" y="38138"/>
                  </a:lnTo>
                  <a:lnTo>
                    <a:pt x="31001" y="41085"/>
                  </a:lnTo>
                  <a:lnTo>
                    <a:pt x="31381" y="42372"/>
                  </a:lnTo>
                  <a:lnTo>
                    <a:pt x="32465" y="42783"/>
                  </a:lnTo>
                  <a:lnTo>
                    <a:pt x="32101" y="46406"/>
                  </a:lnTo>
                  <a:lnTo>
                    <a:pt x="27561" y="48538"/>
                  </a:lnTo>
                  <a:lnTo>
                    <a:pt x="27803" y="53566"/>
                  </a:lnTo>
                  <a:lnTo>
                    <a:pt x="24237" y="54881"/>
                  </a:lnTo>
                  <a:lnTo>
                    <a:pt x="23920" y="58153"/>
                  </a:lnTo>
                  <a:lnTo>
                    <a:pt x="21086" y="66564"/>
                  </a:lnTo>
                  <a:lnTo>
                    <a:pt x="20443" y="67919"/>
                  </a:lnTo>
                  <a:lnTo>
                    <a:pt x="19000" y="67096"/>
                  </a:lnTo>
                  <a:lnTo>
                    <a:pt x="18095" y="71308"/>
                  </a:lnTo>
                  <a:lnTo>
                    <a:pt x="15729" y="70262"/>
                  </a:lnTo>
                  <a:lnTo>
                    <a:pt x="11802" y="70492"/>
                  </a:lnTo>
                  <a:lnTo>
                    <a:pt x="7050" y="67430"/>
                  </a:lnTo>
                  <a:lnTo>
                    <a:pt x="7727" y="65940"/>
                  </a:lnTo>
                  <a:lnTo>
                    <a:pt x="2529" y="59301"/>
                  </a:lnTo>
                  <a:lnTo>
                    <a:pt x="4679" y="56169"/>
                  </a:lnTo>
                  <a:lnTo>
                    <a:pt x="3197" y="53987"/>
                  </a:lnTo>
                  <a:lnTo>
                    <a:pt x="0" y="50462"/>
                  </a:lnTo>
                  <a:lnTo>
                    <a:pt x="2540" y="49895"/>
                  </a:lnTo>
                  <a:lnTo>
                    <a:pt x="5196" y="50215"/>
                  </a:lnTo>
                  <a:lnTo>
                    <a:pt x="5790" y="48080"/>
                  </a:lnTo>
                  <a:lnTo>
                    <a:pt x="4011" y="46595"/>
                  </a:lnTo>
                  <a:lnTo>
                    <a:pt x="5869" y="44180"/>
                  </a:lnTo>
                  <a:lnTo>
                    <a:pt x="11327" y="40400"/>
                  </a:lnTo>
                  <a:lnTo>
                    <a:pt x="14219" y="41927"/>
                  </a:lnTo>
                  <a:lnTo>
                    <a:pt x="14285" y="43874"/>
                  </a:lnTo>
                  <a:lnTo>
                    <a:pt x="16703" y="45908"/>
                  </a:lnTo>
                  <a:lnTo>
                    <a:pt x="18310" y="46004"/>
                  </a:lnTo>
                  <a:lnTo>
                    <a:pt x="19681" y="43344"/>
                  </a:lnTo>
                  <a:lnTo>
                    <a:pt x="19986" y="41683"/>
                  </a:lnTo>
                  <a:lnTo>
                    <a:pt x="19399" y="40188"/>
                  </a:lnTo>
                  <a:lnTo>
                    <a:pt x="21237" y="36590"/>
                  </a:lnTo>
                  <a:lnTo>
                    <a:pt x="25858" y="32847"/>
                  </a:lnTo>
                  <a:lnTo>
                    <a:pt x="30921" y="24776"/>
                  </a:lnTo>
                  <a:lnTo>
                    <a:pt x="36354" y="19747"/>
                  </a:lnTo>
                  <a:lnTo>
                    <a:pt x="40554" y="18919"/>
                  </a:lnTo>
                  <a:lnTo>
                    <a:pt x="44365" y="19505"/>
                  </a:lnTo>
                  <a:lnTo>
                    <a:pt x="54885" y="13426"/>
                  </a:lnTo>
                  <a:lnTo>
                    <a:pt x="57748" y="9958"/>
                  </a:lnTo>
                  <a:lnTo>
                    <a:pt x="64177" y="6204"/>
                  </a:lnTo>
                  <a:lnTo>
                    <a:pt x="63491" y="3750"/>
                  </a:lnTo>
                  <a:lnTo>
                    <a:pt x="6533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h4648"/>
            <p:cNvSpPr/>
            <p:nvPr/>
          </p:nvSpPr>
          <p:spPr>
            <a:xfrm>
              <a:off x="7017537" y="3235850"/>
              <a:ext cx="6264" cy="4760"/>
            </a:xfrm>
            <a:custGeom>
              <a:avLst/>
              <a:pathLst>
                <a:path w="6264" h="4760">
                  <a:moveTo>
                    <a:pt x="6264" y="404"/>
                  </a:moveTo>
                  <a:lnTo>
                    <a:pt x="5735" y="1636"/>
                  </a:lnTo>
                  <a:lnTo>
                    <a:pt x="4382" y="4467"/>
                  </a:lnTo>
                  <a:lnTo>
                    <a:pt x="984" y="4760"/>
                  </a:lnTo>
                  <a:lnTo>
                    <a:pt x="65" y="2502"/>
                  </a:lnTo>
                  <a:lnTo>
                    <a:pt x="0" y="1992"/>
                  </a:lnTo>
                  <a:lnTo>
                    <a:pt x="2147" y="2190"/>
                  </a:lnTo>
                  <a:lnTo>
                    <a:pt x="54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h4649"/>
            <p:cNvSpPr/>
            <p:nvPr/>
          </p:nvSpPr>
          <p:spPr>
            <a:xfrm>
              <a:off x="6996772" y="3213541"/>
              <a:ext cx="3597" cy="4323"/>
            </a:xfrm>
            <a:custGeom>
              <a:avLst/>
              <a:pathLst>
                <a:path w="3597" h="4323">
                  <a:moveTo>
                    <a:pt x="3597" y="354"/>
                  </a:moveTo>
                  <a:lnTo>
                    <a:pt x="3194" y="4235"/>
                  </a:lnTo>
                  <a:lnTo>
                    <a:pt x="2319" y="4323"/>
                  </a:lnTo>
                  <a:lnTo>
                    <a:pt x="2162" y="37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h4650"/>
            <p:cNvSpPr/>
            <p:nvPr/>
          </p:nvSpPr>
          <p:spPr>
            <a:xfrm>
              <a:off x="6856732" y="3167205"/>
              <a:ext cx="12559" cy="13719"/>
            </a:xfrm>
            <a:custGeom>
              <a:avLst/>
              <a:pathLst>
                <a:path w="12559" h="13719">
                  <a:moveTo>
                    <a:pt x="11234" y="1405"/>
                  </a:moveTo>
                  <a:lnTo>
                    <a:pt x="11411" y="3454"/>
                  </a:lnTo>
                  <a:lnTo>
                    <a:pt x="10609" y="2757"/>
                  </a:lnTo>
                  <a:lnTo>
                    <a:pt x="9556" y="7365"/>
                  </a:lnTo>
                  <a:lnTo>
                    <a:pt x="12559" y="13238"/>
                  </a:lnTo>
                  <a:lnTo>
                    <a:pt x="11244" y="13719"/>
                  </a:lnTo>
                  <a:lnTo>
                    <a:pt x="8628" y="13369"/>
                  </a:lnTo>
                  <a:lnTo>
                    <a:pt x="7778" y="11253"/>
                  </a:lnTo>
                  <a:lnTo>
                    <a:pt x="1002" y="10676"/>
                  </a:lnTo>
                  <a:lnTo>
                    <a:pt x="385" y="6395"/>
                  </a:lnTo>
                  <a:lnTo>
                    <a:pt x="1300" y="4026"/>
                  </a:lnTo>
                  <a:lnTo>
                    <a:pt x="0" y="2043"/>
                  </a:lnTo>
                  <a:lnTo>
                    <a:pt x="219" y="1111"/>
                  </a:lnTo>
                  <a:lnTo>
                    <a:pt x="2296" y="53"/>
                  </a:lnTo>
                  <a:lnTo>
                    <a:pt x="698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h4651"/>
            <p:cNvSpPr/>
            <p:nvPr/>
          </p:nvSpPr>
          <p:spPr>
            <a:xfrm>
              <a:off x="6961692" y="3207303"/>
              <a:ext cx="18316" cy="11756"/>
            </a:xfrm>
            <a:custGeom>
              <a:avLst/>
              <a:pathLst>
                <a:path w="18316" h="11756">
                  <a:moveTo>
                    <a:pt x="12608" y="5510"/>
                  </a:moveTo>
                  <a:lnTo>
                    <a:pt x="16849" y="8316"/>
                  </a:lnTo>
                  <a:lnTo>
                    <a:pt x="18316" y="11756"/>
                  </a:lnTo>
                  <a:lnTo>
                    <a:pt x="7881" y="6631"/>
                  </a:lnTo>
                  <a:lnTo>
                    <a:pt x="1564" y="5998"/>
                  </a:lnTo>
                  <a:lnTo>
                    <a:pt x="0" y="6383"/>
                  </a:lnTo>
                  <a:lnTo>
                    <a:pt x="1412" y="3457"/>
                  </a:lnTo>
                  <a:lnTo>
                    <a:pt x="721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h4652"/>
            <p:cNvSpPr/>
            <p:nvPr/>
          </p:nvSpPr>
          <p:spPr>
            <a:xfrm>
              <a:off x="6992793" y="3292069"/>
              <a:ext cx="16726" cy="9283"/>
            </a:xfrm>
            <a:custGeom>
              <a:avLst/>
              <a:pathLst>
                <a:path w="16726" h="9283">
                  <a:moveTo>
                    <a:pt x="4684" y="1345"/>
                  </a:moveTo>
                  <a:lnTo>
                    <a:pt x="5569" y="3037"/>
                  </a:lnTo>
                  <a:lnTo>
                    <a:pt x="9189" y="4044"/>
                  </a:lnTo>
                  <a:lnTo>
                    <a:pt x="13727" y="2389"/>
                  </a:lnTo>
                  <a:lnTo>
                    <a:pt x="16688" y="6739"/>
                  </a:lnTo>
                  <a:lnTo>
                    <a:pt x="16726" y="8168"/>
                  </a:lnTo>
                  <a:lnTo>
                    <a:pt x="11964" y="9283"/>
                  </a:lnTo>
                  <a:lnTo>
                    <a:pt x="4484" y="8521"/>
                  </a:lnTo>
                  <a:lnTo>
                    <a:pt x="6021" y="8185"/>
                  </a:lnTo>
                  <a:lnTo>
                    <a:pt x="7719" y="4931"/>
                  </a:lnTo>
                  <a:lnTo>
                    <a:pt x="3957" y="3902"/>
                  </a:lnTo>
                  <a:lnTo>
                    <a:pt x="0" y="761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h4653"/>
            <p:cNvSpPr/>
            <p:nvPr/>
          </p:nvSpPr>
          <p:spPr>
            <a:xfrm>
              <a:off x="7003747" y="3209887"/>
              <a:ext cx="13692" cy="9970"/>
            </a:xfrm>
            <a:custGeom>
              <a:avLst/>
              <a:pathLst>
                <a:path w="13692" h="9970">
                  <a:moveTo>
                    <a:pt x="13692" y="7448"/>
                  </a:moveTo>
                  <a:lnTo>
                    <a:pt x="9117" y="6826"/>
                  </a:lnTo>
                  <a:lnTo>
                    <a:pt x="1645" y="9970"/>
                  </a:lnTo>
                  <a:lnTo>
                    <a:pt x="0" y="8824"/>
                  </a:lnTo>
                  <a:lnTo>
                    <a:pt x="253" y="7223"/>
                  </a:lnTo>
                  <a:lnTo>
                    <a:pt x="257" y="5298"/>
                  </a:lnTo>
                  <a:lnTo>
                    <a:pt x="7940" y="1004"/>
                  </a:lnTo>
                  <a:lnTo>
                    <a:pt x="910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h4654"/>
            <p:cNvSpPr/>
            <p:nvPr/>
          </p:nvSpPr>
          <p:spPr>
            <a:xfrm>
              <a:off x="6879201" y="3296809"/>
              <a:ext cx="22930" cy="23309"/>
            </a:xfrm>
            <a:custGeom>
              <a:avLst/>
              <a:pathLst>
                <a:path w="22930" h="23309">
                  <a:moveTo>
                    <a:pt x="4770" y="2094"/>
                  </a:moveTo>
                  <a:lnTo>
                    <a:pt x="3761" y="8247"/>
                  </a:lnTo>
                  <a:lnTo>
                    <a:pt x="12135" y="8955"/>
                  </a:lnTo>
                  <a:lnTo>
                    <a:pt x="20014" y="7855"/>
                  </a:lnTo>
                  <a:lnTo>
                    <a:pt x="22930" y="9581"/>
                  </a:lnTo>
                  <a:lnTo>
                    <a:pt x="21409" y="12775"/>
                  </a:lnTo>
                  <a:lnTo>
                    <a:pt x="19980" y="10325"/>
                  </a:lnTo>
                  <a:lnTo>
                    <a:pt x="16827" y="10759"/>
                  </a:lnTo>
                  <a:lnTo>
                    <a:pt x="12797" y="16561"/>
                  </a:lnTo>
                  <a:lnTo>
                    <a:pt x="12995" y="17656"/>
                  </a:lnTo>
                  <a:lnTo>
                    <a:pt x="10354" y="23309"/>
                  </a:lnTo>
                  <a:lnTo>
                    <a:pt x="5853" y="19730"/>
                  </a:lnTo>
                  <a:lnTo>
                    <a:pt x="6100" y="18366"/>
                  </a:lnTo>
                  <a:lnTo>
                    <a:pt x="4862" y="13572"/>
                  </a:lnTo>
                  <a:lnTo>
                    <a:pt x="2749" y="11630"/>
                  </a:lnTo>
                  <a:lnTo>
                    <a:pt x="0" y="9062"/>
                  </a:lnTo>
                  <a:lnTo>
                    <a:pt x="686" y="4722"/>
                  </a:lnTo>
                  <a:lnTo>
                    <a:pt x="297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h4655"/>
            <p:cNvSpPr/>
            <p:nvPr/>
          </p:nvSpPr>
          <p:spPr>
            <a:xfrm>
              <a:off x="6912200" y="3213752"/>
              <a:ext cx="10754" cy="8839"/>
            </a:xfrm>
            <a:custGeom>
              <a:avLst/>
              <a:pathLst>
                <a:path w="10754" h="8839">
                  <a:moveTo>
                    <a:pt x="9258" y="443"/>
                  </a:moveTo>
                  <a:lnTo>
                    <a:pt x="10299" y="1014"/>
                  </a:lnTo>
                  <a:lnTo>
                    <a:pt x="10754" y="3700"/>
                  </a:lnTo>
                  <a:lnTo>
                    <a:pt x="10641" y="8839"/>
                  </a:lnTo>
                  <a:lnTo>
                    <a:pt x="3670" y="7957"/>
                  </a:lnTo>
                  <a:lnTo>
                    <a:pt x="0" y="6094"/>
                  </a:lnTo>
                  <a:lnTo>
                    <a:pt x="682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h4656"/>
            <p:cNvSpPr/>
            <p:nvPr/>
          </p:nvSpPr>
          <p:spPr>
            <a:xfrm>
              <a:off x="7011215" y="3237048"/>
              <a:ext cx="7883" cy="6386"/>
            </a:xfrm>
            <a:custGeom>
              <a:avLst/>
              <a:pathLst>
                <a:path w="7883" h="6386">
                  <a:moveTo>
                    <a:pt x="6387" y="1305"/>
                  </a:moveTo>
                  <a:lnTo>
                    <a:pt x="7306" y="3563"/>
                  </a:lnTo>
                  <a:lnTo>
                    <a:pt x="7883" y="4540"/>
                  </a:lnTo>
                  <a:lnTo>
                    <a:pt x="7427" y="4618"/>
                  </a:lnTo>
                  <a:lnTo>
                    <a:pt x="4395" y="6386"/>
                  </a:lnTo>
                  <a:lnTo>
                    <a:pt x="1379" y="4206"/>
                  </a:lnTo>
                  <a:lnTo>
                    <a:pt x="0" y="2118"/>
                  </a:lnTo>
                  <a:lnTo>
                    <a:pt x="56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h4657"/>
            <p:cNvSpPr/>
            <p:nvPr/>
          </p:nvSpPr>
          <p:spPr>
            <a:xfrm>
              <a:off x="6989136" y="3228229"/>
              <a:ext cx="10809" cy="9211"/>
            </a:xfrm>
            <a:custGeom>
              <a:avLst/>
              <a:pathLst>
                <a:path w="10809" h="9211">
                  <a:moveTo>
                    <a:pt x="9047" y="815"/>
                  </a:moveTo>
                  <a:lnTo>
                    <a:pt x="10809" y="2806"/>
                  </a:lnTo>
                  <a:lnTo>
                    <a:pt x="4442" y="5539"/>
                  </a:lnTo>
                  <a:lnTo>
                    <a:pt x="4243" y="8072"/>
                  </a:lnTo>
                  <a:lnTo>
                    <a:pt x="759" y="9211"/>
                  </a:lnTo>
                  <a:lnTo>
                    <a:pt x="266" y="9132"/>
                  </a:lnTo>
                  <a:lnTo>
                    <a:pt x="0" y="5835"/>
                  </a:lnTo>
                  <a:lnTo>
                    <a:pt x="3671" y="5008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h4658"/>
            <p:cNvSpPr/>
            <p:nvPr/>
          </p:nvSpPr>
          <p:spPr>
            <a:xfrm>
              <a:off x="7013468" y="3228188"/>
              <a:ext cx="3990" cy="2863"/>
            </a:xfrm>
            <a:custGeom>
              <a:avLst/>
              <a:pathLst>
                <a:path w="3990" h="2863">
                  <a:moveTo>
                    <a:pt x="868" y="69"/>
                  </a:moveTo>
                  <a:lnTo>
                    <a:pt x="3990" y="0"/>
                  </a:lnTo>
                  <a:lnTo>
                    <a:pt x="3801" y="1808"/>
                  </a:lnTo>
                  <a:lnTo>
                    <a:pt x="1264" y="2863"/>
                  </a:lnTo>
                  <a:lnTo>
                    <a:pt x="0" y="118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h4659"/>
            <p:cNvSpPr/>
            <p:nvPr/>
          </p:nvSpPr>
          <p:spPr>
            <a:xfrm>
              <a:off x="6887815" y="3153741"/>
              <a:ext cx="16490" cy="11401"/>
            </a:xfrm>
            <a:custGeom>
              <a:avLst/>
              <a:pathLst>
                <a:path w="16490" h="11401">
                  <a:moveTo>
                    <a:pt x="16490" y="5069"/>
                  </a:moveTo>
                  <a:lnTo>
                    <a:pt x="14821" y="9185"/>
                  </a:lnTo>
                  <a:lnTo>
                    <a:pt x="10999" y="10841"/>
                  </a:lnTo>
                  <a:lnTo>
                    <a:pt x="6458" y="11401"/>
                  </a:lnTo>
                  <a:lnTo>
                    <a:pt x="4504" y="8787"/>
                  </a:lnTo>
                  <a:lnTo>
                    <a:pt x="1656" y="10578"/>
                  </a:lnTo>
                  <a:lnTo>
                    <a:pt x="42" y="8254"/>
                  </a:lnTo>
                  <a:lnTo>
                    <a:pt x="0" y="6595"/>
                  </a:lnTo>
                  <a:lnTo>
                    <a:pt x="9280" y="2780"/>
                  </a:lnTo>
                  <a:lnTo>
                    <a:pt x="9093" y="575"/>
                  </a:lnTo>
                  <a:lnTo>
                    <a:pt x="1531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h4660"/>
            <p:cNvSpPr/>
            <p:nvPr/>
          </p:nvSpPr>
          <p:spPr>
            <a:xfrm>
              <a:off x="6865927" y="3317122"/>
              <a:ext cx="16373" cy="10606"/>
            </a:xfrm>
            <a:custGeom>
              <a:avLst/>
              <a:pathLst>
                <a:path w="16373" h="10606">
                  <a:moveTo>
                    <a:pt x="16127" y="647"/>
                  </a:moveTo>
                  <a:lnTo>
                    <a:pt x="14931" y="7149"/>
                  </a:lnTo>
                  <a:lnTo>
                    <a:pt x="16373" y="10606"/>
                  </a:lnTo>
                  <a:lnTo>
                    <a:pt x="12964" y="10064"/>
                  </a:lnTo>
                  <a:lnTo>
                    <a:pt x="11341" y="8683"/>
                  </a:lnTo>
                  <a:lnTo>
                    <a:pt x="5905" y="8785"/>
                  </a:lnTo>
                  <a:lnTo>
                    <a:pt x="2983" y="6156"/>
                  </a:lnTo>
                  <a:lnTo>
                    <a:pt x="1980" y="6851"/>
                  </a:lnTo>
                  <a:lnTo>
                    <a:pt x="0" y="5564"/>
                  </a:lnTo>
                  <a:lnTo>
                    <a:pt x="2043" y="3874"/>
                  </a:lnTo>
                  <a:lnTo>
                    <a:pt x="95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h4661"/>
            <p:cNvSpPr/>
            <p:nvPr/>
          </p:nvSpPr>
          <p:spPr>
            <a:xfrm>
              <a:off x="7014336" y="3218197"/>
              <a:ext cx="4056" cy="10060"/>
            </a:xfrm>
            <a:custGeom>
              <a:avLst/>
              <a:pathLst>
                <a:path w="4056" h="10060">
                  <a:moveTo>
                    <a:pt x="3610" y="0"/>
                  </a:moveTo>
                  <a:lnTo>
                    <a:pt x="4056" y="3328"/>
                  </a:lnTo>
                  <a:lnTo>
                    <a:pt x="3122" y="9991"/>
                  </a:lnTo>
                  <a:lnTo>
                    <a:pt x="0" y="10060"/>
                  </a:lnTo>
                  <a:lnTo>
                    <a:pt x="1428" y="124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h4662"/>
            <p:cNvSpPr/>
            <p:nvPr/>
          </p:nvSpPr>
          <p:spPr>
            <a:xfrm>
              <a:off x="7030218" y="3327782"/>
              <a:ext cx="12320" cy="10004"/>
            </a:xfrm>
            <a:custGeom>
              <a:avLst/>
              <a:pathLst>
                <a:path w="12320" h="10004">
                  <a:moveTo>
                    <a:pt x="5530" y="148"/>
                  </a:moveTo>
                  <a:lnTo>
                    <a:pt x="10915" y="0"/>
                  </a:lnTo>
                  <a:lnTo>
                    <a:pt x="12320" y="2239"/>
                  </a:lnTo>
                  <a:lnTo>
                    <a:pt x="11501" y="7841"/>
                  </a:lnTo>
                  <a:lnTo>
                    <a:pt x="8248" y="7642"/>
                  </a:lnTo>
                  <a:lnTo>
                    <a:pt x="199" y="10004"/>
                  </a:lnTo>
                  <a:lnTo>
                    <a:pt x="0" y="7614"/>
                  </a:lnTo>
                  <a:lnTo>
                    <a:pt x="5072" y="5458"/>
                  </a:lnTo>
                  <a:lnTo>
                    <a:pt x="5255" y="4363"/>
                  </a:lnTo>
                  <a:lnTo>
                    <a:pt x="2919" y="18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h4663"/>
            <p:cNvSpPr/>
            <p:nvPr/>
          </p:nvSpPr>
          <p:spPr>
            <a:xfrm>
              <a:off x="7071749" y="3197413"/>
              <a:ext cx="10495" cy="7919"/>
            </a:xfrm>
            <a:custGeom>
              <a:avLst/>
              <a:pathLst>
                <a:path w="10495" h="7919">
                  <a:moveTo>
                    <a:pt x="10495" y="3717"/>
                  </a:moveTo>
                  <a:lnTo>
                    <a:pt x="7976" y="7919"/>
                  </a:lnTo>
                  <a:lnTo>
                    <a:pt x="6897" y="6651"/>
                  </a:lnTo>
                  <a:lnTo>
                    <a:pt x="4956" y="6145"/>
                  </a:lnTo>
                  <a:lnTo>
                    <a:pt x="322" y="7534"/>
                  </a:lnTo>
                  <a:lnTo>
                    <a:pt x="0" y="5109"/>
                  </a:lnTo>
                  <a:lnTo>
                    <a:pt x="3869" y="2247"/>
                  </a:lnTo>
                  <a:lnTo>
                    <a:pt x="3075" y="1999"/>
                  </a:lnTo>
                  <a:lnTo>
                    <a:pt x="3628" y="608"/>
                  </a:lnTo>
                  <a:lnTo>
                    <a:pt x="543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h4664"/>
            <p:cNvSpPr/>
            <p:nvPr/>
          </p:nvSpPr>
          <p:spPr>
            <a:xfrm>
              <a:off x="6994322" y="3284916"/>
              <a:ext cx="4762" cy="3464"/>
            </a:xfrm>
            <a:custGeom>
              <a:avLst/>
              <a:pathLst>
                <a:path w="4762" h="3464">
                  <a:moveTo>
                    <a:pt x="3470" y="2138"/>
                  </a:moveTo>
                  <a:lnTo>
                    <a:pt x="4762" y="3464"/>
                  </a:lnTo>
                  <a:lnTo>
                    <a:pt x="865" y="28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h4665"/>
            <p:cNvSpPr/>
            <p:nvPr/>
          </p:nvSpPr>
          <p:spPr>
            <a:xfrm>
              <a:off x="6980116" y="3213248"/>
              <a:ext cx="18818" cy="9537"/>
            </a:xfrm>
            <a:custGeom>
              <a:avLst/>
              <a:pathLst>
                <a:path w="18818" h="9537">
                  <a:moveTo>
                    <a:pt x="16656" y="293"/>
                  </a:moveTo>
                  <a:lnTo>
                    <a:pt x="18818" y="4032"/>
                  </a:lnTo>
                  <a:lnTo>
                    <a:pt x="15731" y="5784"/>
                  </a:lnTo>
                  <a:lnTo>
                    <a:pt x="14897" y="7906"/>
                  </a:lnTo>
                  <a:lnTo>
                    <a:pt x="12946" y="9537"/>
                  </a:lnTo>
                  <a:lnTo>
                    <a:pt x="13493" y="5352"/>
                  </a:lnTo>
                  <a:lnTo>
                    <a:pt x="12757" y="4979"/>
                  </a:lnTo>
                  <a:lnTo>
                    <a:pt x="10863" y="5292"/>
                  </a:lnTo>
                  <a:lnTo>
                    <a:pt x="9507" y="7211"/>
                  </a:lnTo>
                  <a:lnTo>
                    <a:pt x="3535" y="7671"/>
                  </a:lnTo>
                  <a:lnTo>
                    <a:pt x="2298" y="8924"/>
                  </a:lnTo>
                  <a:lnTo>
                    <a:pt x="20" y="8943"/>
                  </a:lnTo>
                  <a:lnTo>
                    <a:pt x="0" y="5834"/>
                  </a:lnTo>
                  <a:lnTo>
                    <a:pt x="8443" y="1204"/>
                  </a:lnTo>
                  <a:lnTo>
                    <a:pt x="13479" y="1529"/>
                  </a:lnTo>
                  <a:lnTo>
                    <a:pt x="15026" y="962"/>
                  </a:lnTo>
                  <a:lnTo>
                    <a:pt x="1549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h4666"/>
            <p:cNvSpPr/>
            <p:nvPr/>
          </p:nvSpPr>
          <p:spPr>
            <a:xfrm>
              <a:off x="7037138" y="3247003"/>
              <a:ext cx="9332" cy="10920"/>
            </a:xfrm>
            <a:custGeom>
              <a:avLst/>
              <a:pathLst>
                <a:path w="9332" h="10920">
                  <a:moveTo>
                    <a:pt x="9172" y="0"/>
                  </a:moveTo>
                  <a:lnTo>
                    <a:pt x="9332" y="632"/>
                  </a:lnTo>
                  <a:lnTo>
                    <a:pt x="8460" y="2269"/>
                  </a:lnTo>
                  <a:lnTo>
                    <a:pt x="8411" y="9920"/>
                  </a:lnTo>
                  <a:lnTo>
                    <a:pt x="6987" y="10920"/>
                  </a:lnTo>
                  <a:lnTo>
                    <a:pt x="2750" y="8161"/>
                  </a:lnTo>
                  <a:lnTo>
                    <a:pt x="0" y="7745"/>
                  </a:lnTo>
                  <a:lnTo>
                    <a:pt x="2325" y="614"/>
                  </a:lnTo>
                  <a:lnTo>
                    <a:pt x="7186" y="162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h4667"/>
            <p:cNvSpPr/>
            <p:nvPr/>
          </p:nvSpPr>
          <p:spPr>
            <a:xfrm>
              <a:off x="7012532" y="3258061"/>
              <a:ext cx="5026" cy="5704"/>
            </a:xfrm>
            <a:custGeom>
              <a:avLst/>
              <a:pathLst>
                <a:path w="5026" h="5704">
                  <a:moveTo>
                    <a:pt x="1862" y="131"/>
                  </a:moveTo>
                  <a:lnTo>
                    <a:pt x="1704" y="1590"/>
                  </a:lnTo>
                  <a:lnTo>
                    <a:pt x="5026" y="3579"/>
                  </a:lnTo>
                  <a:lnTo>
                    <a:pt x="4769" y="4884"/>
                  </a:lnTo>
                  <a:lnTo>
                    <a:pt x="3678" y="5704"/>
                  </a:lnTo>
                  <a:lnTo>
                    <a:pt x="1722" y="5378"/>
                  </a:lnTo>
                  <a:lnTo>
                    <a:pt x="0" y="3567"/>
                  </a:lnTo>
                  <a:lnTo>
                    <a:pt x="93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h4668"/>
            <p:cNvSpPr/>
            <p:nvPr/>
          </p:nvSpPr>
          <p:spPr>
            <a:xfrm>
              <a:off x="6961084" y="3254668"/>
              <a:ext cx="24323" cy="14198"/>
            </a:xfrm>
            <a:custGeom>
              <a:avLst/>
              <a:pathLst>
                <a:path w="24323" h="14198">
                  <a:moveTo>
                    <a:pt x="18069" y="2186"/>
                  </a:moveTo>
                  <a:lnTo>
                    <a:pt x="20585" y="5742"/>
                  </a:lnTo>
                  <a:lnTo>
                    <a:pt x="24323" y="7244"/>
                  </a:lnTo>
                  <a:lnTo>
                    <a:pt x="21371" y="8925"/>
                  </a:lnTo>
                  <a:lnTo>
                    <a:pt x="20704" y="10325"/>
                  </a:lnTo>
                  <a:lnTo>
                    <a:pt x="19208" y="12799"/>
                  </a:lnTo>
                  <a:lnTo>
                    <a:pt x="17044" y="12327"/>
                  </a:lnTo>
                  <a:lnTo>
                    <a:pt x="16952" y="14198"/>
                  </a:lnTo>
                  <a:lnTo>
                    <a:pt x="16832" y="13699"/>
                  </a:lnTo>
                  <a:lnTo>
                    <a:pt x="13138" y="5695"/>
                  </a:lnTo>
                  <a:lnTo>
                    <a:pt x="6263" y="7929"/>
                  </a:lnTo>
                  <a:lnTo>
                    <a:pt x="3611" y="6450"/>
                  </a:lnTo>
                  <a:lnTo>
                    <a:pt x="153" y="6109"/>
                  </a:lnTo>
                  <a:lnTo>
                    <a:pt x="0" y="4453"/>
                  </a:lnTo>
                  <a:lnTo>
                    <a:pt x="9506" y="1734"/>
                  </a:lnTo>
                  <a:lnTo>
                    <a:pt x="9870" y="745"/>
                  </a:lnTo>
                  <a:lnTo>
                    <a:pt x="1217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h4669"/>
            <p:cNvSpPr/>
            <p:nvPr/>
          </p:nvSpPr>
          <p:spPr>
            <a:xfrm>
              <a:off x="6884588" y="3172520"/>
              <a:ext cx="12167" cy="16102"/>
            </a:xfrm>
            <a:custGeom>
              <a:avLst/>
              <a:pathLst>
                <a:path w="12167" h="16102">
                  <a:moveTo>
                    <a:pt x="12167" y="4808"/>
                  </a:moveTo>
                  <a:lnTo>
                    <a:pt x="12140" y="14661"/>
                  </a:lnTo>
                  <a:lnTo>
                    <a:pt x="12018" y="16102"/>
                  </a:lnTo>
                  <a:lnTo>
                    <a:pt x="2096" y="12745"/>
                  </a:lnTo>
                  <a:lnTo>
                    <a:pt x="408" y="10293"/>
                  </a:lnTo>
                  <a:lnTo>
                    <a:pt x="0" y="8117"/>
                  </a:lnTo>
                  <a:lnTo>
                    <a:pt x="751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h4670"/>
            <p:cNvSpPr/>
            <p:nvPr/>
          </p:nvSpPr>
          <p:spPr>
            <a:xfrm>
              <a:off x="7011748" y="3233115"/>
              <a:ext cx="5854" cy="5237"/>
            </a:xfrm>
            <a:custGeom>
              <a:avLst/>
              <a:pathLst>
                <a:path w="5854" h="5237">
                  <a:moveTo>
                    <a:pt x="1202" y="701"/>
                  </a:moveTo>
                  <a:lnTo>
                    <a:pt x="2550" y="1736"/>
                  </a:lnTo>
                  <a:lnTo>
                    <a:pt x="3370" y="2191"/>
                  </a:lnTo>
                  <a:lnTo>
                    <a:pt x="5325" y="3351"/>
                  </a:lnTo>
                  <a:lnTo>
                    <a:pt x="5788" y="4727"/>
                  </a:lnTo>
                  <a:lnTo>
                    <a:pt x="5854" y="5237"/>
                  </a:lnTo>
                  <a:lnTo>
                    <a:pt x="30" y="3932"/>
                  </a:lnTo>
                  <a:lnTo>
                    <a:pt x="0" y="2586"/>
                  </a:lnTo>
                  <a:lnTo>
                    <a:pt x="864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h4671"/>
            <p:cNvSpPr/>
            <p:nvPr/>
          </p:nvSpPr>
          <p:spPr>
            <a:xfrm>
              <a:off x="6953846" y="3241533"/>
              <a:ext cx="17547" cy="17654"/>
            </a:xfrm>
            <a:custGeom>
              <a:avLst/>
              <a:pathLst>
                <a:path w="17547" h="17654">
                  <a:moveTo>
                    <a:pt x="10630" y="0"/>
                  </a:moveTo>
                  <a:lnTo>
                    <a:pt x="14526" y="731"/>
                  </a:lnTo>
                  <a:lnTo>
                    <a:pt x="17547" y="2034"/>
                  </a:lnTo>
                  <a:lnTo>
                    <a:pt x="17196" y="3097"/>
                  </a:lnTo>
                  <a:lnTo>
                    <a:pt x="14659" y="8937"/>
                  </a:lnTo>
                  <a:lnTo>
                    <a:pt x="16744" y="14869"/>
                  </a:lnTo>
                  <a:lnTo>
                    <a:pt x="7238" y="17589"/>
                  </a:lnTo>
                  <a:lnTo>
                    <a:pt x="6286" y="17654"/>
                  </a:lnTo>
                  <a:lnTo>
                    <a:pt x="5061" y="16870"/>
                  </a:lnTo>
                  <a:lnTo>
                    <a:pt x="8" y="16636"/>
                  </a:lnTo>
                  <a:lnTo>
                    <a:pt x="0" y="15604"/>
                  </a:lnTo>
                  <a:lnTo>
                    <a:pt x="1346" y="9384"/>
                  </a:lnTo>
                  <a:lnTo>
                    <a:pt x="2696" y="4368"/>
                  </a:lnTo>
                  <a:lnTo>
                    <a:pt x="2518" y="2407"/>
                  </a:lnTo>
                  <a:lnTo>
                    <a:pt x="5535" y="1964"/>
                  </a:lnTo>
                  <a:lnTo>
                    <a:pt x="8114" y="46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h4672"/>
            <p:cNvSpPr/>
            <p:nvPr/>
          </p:nvSpPr>
          <p:spPr>
            <a:xfrm>
              <a:off x="6949592" y="3097711"/>
              <a:ext cx="14379" cy="11419"/>
            </a:xfrm>
            <a:custGeom>
              <a:avLst/>
              <a:pathLst>
                <a:path w="14379" h="11419">
                  <a:moveTo>
                    <a:pt x="5254" y="801"/>
                  </a:moveTo>
                  <a:lnTo>
                    <a:pt x="8616" y="3920"/>
                  </a:lnTo>
                  <a:lnTo>
                    <a:pt x="11828" y="5904"/>
                  </a:lnTo>
                  <a:lnTo>
                    <a:pt x="14379" y="5863"/>
                  </a:lnTo>
                  <a:lnTo>
                    <a:pt x="10994" y="7591"/>
                  </a:lnTo>
                  <a:lnTo>
                    <a:pt x="10148" y="9947"/>
                  </a:lnTo>
                  <a:lnTo>
                    <a:pt x="4893" y="11402"/>
                  </a:lnTo>
                  <a:lnTo>
                    <a:pt x="3130" y="8960"/>
                  </a:lnTo>
                  <a:lnTo>
                    <a:pt x="332" y="11419"/>
                  </a:lnTo>
                  <a:lnTo>
                    <a:pt x="0" y="4619"/>
                  </a:lnTo>
                  <a:lnTo>
                    <a:pt x="2392" y="1112"/>
                  </a:lnTo>
                  <a:lnTo>
                    <a:pt x="52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h4673"/>
            <p:cNvSpPr/>
            <p:nvPr/>
          </p:nvSpPr>
          <p:spPr>
            <a:xfrm>
              <a:off x="6908648" y="3219846"/>
              <a:ext cx="7222" cy="9433"/>
            </a:xfrm>
            <a:custGeom>
              <a:avLst/>
              <a:pathLst>
                <a:path w="7222" h="9433">
                  <a:moveTo>
                    <a:pt x="7222" y="1863"/>
                  </a:moveTo>
                  <a:lnTo>
                    <a:pt x="4568" y="7722"/>
                  </a:lnTo>
                  <a:lnTo>
                    <a:pt x="2504" y="9433"/>
                  </a:lnTo>
                  <a:lnTo>
                    <a:pt x="0" y="3826"/>
                  </a:lnTo>
                  <a:lnTo>
                    <a:pt x="3045" y="1772"/>
                  </a:lnTo>
                  <a:lnTo>
                    <a:pt x="35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h4674"/>
            <p:cNvSpPr/>
            <p:nvPr/>
          </p:nvSpPr>
          <p:spPr>
            <a:xfrm>
              <a:off x="6853064" y="3295298"/>
              <a:ext cx="15248" cy="9353"/>
            </a:xfrm>
            <a:custGeom>
              <a:avLst/>
              <a:pathLst>
                <a:path w="15248" h="9353">
                  <a:moveTo>
                    <a:pt x="15248" y="1395"/>
                  </a:moveTo>
                  <a:lnTo>
                    <a:pt x="9776" y="6471"/>
                  </a:lnTo>
                  <a:lnTo>
                    <a:pt x="7640" y="6971"/>
                  </a:lnTo>
                  <a:lnTo>
                    <a:pt x="0" y="9353"/>
                  </a:lnTo>
                  <a:lnTo>
                    <a:pt x="1806" y="7034"/>
                  </a:lnTo>
                  <a:lnTo>
                    <a:pt x="383" y="1585"/>
                  </a:lnTo>
                  <a:lnTo>
                    <a:pt x="2114" y="319"/>
                  </a:lnTo>
                  <a:lnTo>
                    <a:pt x="5200" y="954"/>
                  </a:lnTo>
                  <a:lnTo>
                    <a:pt x="1339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h4675"/>
            <p:cNvSpPr/>
            <p:nvPr/>
          </p:nvSpPr>
          <p:spPr>
            <a:xfrm>
              <a:off x="6982128" y="3140342"/>
              <a:ext cx="14719" cy="9678"/>
            </a:xfrm>
            <a:custGeom>
              <a:avLst/>
              <a:pathLst>
                <a:path w="14719" h="9678">
                  <a:moveTo>
                    <a:pt x="14719" y="1186"/>
                  </a:moveTo>
                  <a:lnTo>
                    <a:pt x="13345" y="3045"/>
                  </a:lnTo>
                  <a:lnTo>
                    <a:pt x="12772" y="6426"/>
                  </a:lnTo>
                  <a:lnTo>
                    <a:pt x="14709" y="8790"/>
                  </a:lnTo>
                  <a:lnTo>
                    <a:pt x="14631" y="9661"/>
                  </a:lnTo>
                  <a:lnTo>
                    <a:pt x="12846" y="8047"/>
                  </a:lnTo>
                  <a:lnTo>
                    <a:pt x="10843" y="9427"/>
                  </a:lnTo>
                  <a:lnTo>
                    <a:pt x="8493" y="9517"/>
                  </a:lnTo>
                  <a:lnTo>
                    <a:pt x="7046" y="9678"/>
                  </a:lnTo>
                  <a:lnTo>
                    <a:pt x="4600" y="8625"/>
                  </a:lnTo>
                  <a:lnTo>
                    <a:pt x="1495" y="6049"/>
                  </a:lnTo>
                  <a:lnTo>
                    <a:pt x="0" y="3729"/>
                  </a:lnTo>
                  <a:lnTo>
                    <a:pt x="605" y="2273"/>
                  </a:lnTo>
                  <a:lnTo>
                    <a:pt x="2653" y="758"/>
                  </a:lnTo>
                  <a:lnTo>
                    <a:pt x="8893" y="1282"/>
                  </a:lnTo>
                  <a:lnTo>
                    <a:pt x="1123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h4676"/>
            <p:cNvSpPr/>
            <p:nvPr/>
          </p:nvSpPr>
          <p:spPr>
            <a:xfrm>
              <a:off x="7005828" y="3106581"/>
              <a:ext cx="10868" cy="12553"/>
            </a:xfrm>
            <a:custGeom>
              <a:avLst/>
              <a:pathLst>
                <a:path w="10868" h="12553">
                  <a:moveTo>
                    <a:pt x="7016" y="684"/>
                  </a:moveTo>
                  <a:lnTo>
                    <a:pt x="9743" y="5205"/>
                  </a:lnTo>
                  <a:lnTo>
                    <a:pt x="10868" y="7440"/>
                  </a:lnTo>
                  <a:lnTo>
                    <a:pt x="10520" y="9642"/>
                  </a:lnTo>
                  <a:lnTo>
                    <a:pt x="9636" y="10788"/>
                  </a:lnTo>
                  <a:lnTo>
                    <a:pt x="5088" y="11069"/>
                  </a:lnTo>
                  <a:lnTo>
                    <a:pt x="2004" y="12553"/>
                  </a:lnTo>
                  <a:lnTo>
                    <a:pt x="792" y="11596"/>
                  </a:lnTo>
                  <a:lnTo>
                    <a:pt x="0" y="7131"/>
                  </a:lnTo>
                  <a:lnTo>
                    <a:pt x="2137" y="6647"/>
                  </a:lnTo>
                  <a:lnTo>
                    <a:pt x="5396" y="7831"/>
                  </a:lnTo>
                  <a:lnTo>
                    <a:pt x="6090" y="3218"/>
                  </a:lnTo>
                  <a:lnTo>
                    <a:pt x="1362" y="438"/>
                  </a:lnTo>
                  <a:lnTo>
                    <a:pt x="191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h4677"/>
            <p:cNvSpPr/>
            <p:nvPr/>
          </p:nvSpPr>
          <p:spPr>
            <a:xfrm>
              <a:off x="7064088" y="3205965"/>
              <a:ext cx="7563" cy="8137"/>
            </a:xfrm>
            <a:custGeom>
              <a:avLst/>
              <a:pathLst>
                <a:path w="7563" h="8137">
                  <a:moveTo>
                    <a:pt x="7403" y="2555"/>
                  </a:moveTo>
                  <a:lnTo>
                    <a:pt x="6567" y="8137"/>
                  </a:lnTo>
                  <a:lnTo>
                    <a:pt x="1279" y="7662"/>
                  </a:lnTo>
                  <a:lnTo>
                    <a:pt x="0" y="3444"/>
                  </a:lnTo>
                  <a:lnTo>
                    <a:pt x="2549" y="3195"/>
                  </a:lnTo>
                  <a:lnTo>
                    <a:pt x="75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h4678"/>
            <p:cNvSpPr/>
            <p:nvPr/>
          </p:nvSpPr>
          <p:spPr>
            <a:xfrm>
              <a:off x="6916600" y="3197187"/>
              <a:ext cx="10044" cy="7274"/>
            </a:xfrm>
            <a:custGeom>
              <a:avLst/>
              <a:pathLst>
                <a:path w="10044" h="7274">
                  <a:moveTo>
                    <a:pt x="2383" y="0"/>
                  </a:moveTo>
                  <a:lnTo>
                    <a:pt x="10044" y="3150"/>
                  </a:lnTo>
                  <a:lnTo>
                    <a:pt x="4877" y="5137"/>
                  </a:lnTo>
                  <a:lnTo>
                    <a:pt x="3046" y="7274"/>
                  </a:lnTo>
                  <a:lnTo>
                    <a:pt x="202" y="5720"/>
                  </a:lnTo>
                  <a:lnTo>
                    <a:pt x="0" y="12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h4679"/>
            <p:cNvSpPr/>
            <p:nvPr/>
          </p:nvSpPr>
          <p:spPr>
            <a:xfrm>
              <a:off x="7008595" y="3247793"/>
              <a:ext cx="5145" cy="4551"/>
            </a:xfrm>
            <a:custGeom>
              <a:avLst/>
              <a:pathLst>
                <a:path w="5145" h="4551">
                  <a:moveTo>
                    <a:pt x="3482" y="2548"/>
                  </a:moveTo>
                  <a:lnTo>
                    <a:pt x="5145" y="3168"/>
                  </a:lnTo>
                  <a:lnTo>
                    <a:pt x="4606" y="4063"/>
                  </a:lnTo>
                  <a:lnTo>
                    <a:pt x="4312" y="4551"/>
                  </a:lnTo>
                  <a:lnTo>
                    <a:pt x="668" y="2594"/>
                  </a:lnTo>
                  <a:lnTo>
                    <a:pt x="0" y="2503"/>
                  </a:lnTo>
                  <a:lnTo>
                    <a:pt x="541" y="0"/>
                  </a:lnTo>
                  <a:lnTo>
                    <a:pt x="2271" y="43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h4680"/>
            <p:cNvSpPr/>
            <p:nvPr/>
          </p:nvSpPr>
          <p:spPr>
            <a:xfrm>
              <a:off x="7010271" y="3241666"/>
              <a:ext cx="8371" cy="6454"/>
            </a:xfrm>
            <a:custGeom>
              <a:avLst/>
              <a:pathLst>
                <a:path w="8371" h="6454">
                  <a:moveTo>
                    <a:pt x="7877" y="6454"/>
                  </a:moveTo>
                  <a:lnTo>
                    <a:pt x="320" y="3908"/>
                  </a:lnTo>
                  <a:lnTo>
                    <a:pt x="0" y="2211"/>
                  </a:lnTo>
                  <a:lnTo>
                    <a:pt x="5338" y="1767"/>
                  </a:lnTo>
                  <a:lnTo>
                    <a:pt x="8371" y="0"/>
                  </a:lnTo>
                  <a:lnTo>
                    <a:pt x="8187" y="611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h4681"/>
            <p:cNvSpPr/>
            <p:nvPr/>
          </p:nvSpPr>
          <p:spPr>
            <a:xfrm>
              <a:off x="7073607" y="3394032"/>
              <a:ext cx="312" cy="241"/>
            </a:xfrm>
            <a:custGeom>
              <a:avLst/>
              <a:pathLst>
                <a:path w="312" h="241">
                  <a:moveTo>
                    <a:pt x="265" y="0"/>
                  </a:moveTo>
                  <a:lnTo>
                    <a:pt x="312" y="241"/>
                  </a:lnTo>
                  <a:lnTo>
                    <a:pt x="0" y="3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h4682"/>
            <p:cNvSpPr/>
            <p:nvPr/>
          </p:nvSpPr>
          <p:spPr>
            <a:xfrm>
              <a:off x="7074457" y="3393594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h4683"/>
            <p:cNvSpPr/>
            <p:nvPr/>
          </p:nvSpPr>
          <p:spPr>
            <a:xfrm>
              <a:off x="7081296" y="3389709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h4684"/>
            <p:cNvSpPr/>
            <p:nvPr/>
          </p:nvSpPr>
          <p:spPr>
            <a:xfrm>
              <a:off x="7086195" y="3386343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h4685"/>
            <p:cNvSpPr/>
            <p:nvPr/>
          </p:nvSpPr>
          <p:spPr>
            <a:xfrm>
              <a:off x="7090246" y="3384074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h4686"/>
            <p:cNvSpPr/>
            <p:nvPr/>
          </p:nvSpPr>
          <p:spPr>
            <a:xfrm>
              <a:off x="7056371" y="3361375"/>
              <a:ext cx="38272" cy="33126"/>
            </a:xfrm>
            <a:custGeom>
              <a:avLst/>
              <a:pathLst>
                <a:path w="38272" h="33126">
                  <a:moveTo>
                    <a:pt x="15078" y="10629"/>
                  </a:moveTo>
                  <a:lnTo>
                    <a:pt x="17999" y="11073"/>
                  </a:lnTo>
                  <a:lnTo>
                    <a:pt x="30113" y="10216"/>
                  </a:lnTo>
                  <a:lnTo>
                    <a:pt x="29903" y="11311"/>
                  </a:lnTo>
                  <a:lnTo>
                    <a:pt x="31595" y="14215"/>
                  </a:lnTo>
                  <a:lnTo>
                    <a:pt x="32074" y="14570"/>
                  </a:lnTo>
                  <a:lnTo>
                    <a:pt x="34320" y="13644"/>
                  </a:lnTo>
                  <a:lnTo>
                    <a:pt x="38272" y="19675"/>
                  </a:lnTo>
                  <a:lnTo>
                    <a:pt x="29566" y="23000"/>
                  </a:lnTo>
                  <a:lnTo>
                    <a:pt x="28441" y="24436"/>
                  </a:lnTo>
                  <a:lnTo>
                    <a:pt x="29356" y="25801"/>
                  </a:lnTo>
                  <a:lnTo>
                    <a:pt x="15902" y="33058"/>
                  </a:lnTo>
                  <a:lnTo>
                    <a:pt x="5367" y="33126"/>
                  </a:lnTo>
                  <a:lnTo>
                    <a:pt x="5551" y="26867"/>
                  </a:lnTo>
                  <a:lnTo>
                    <a:pt x="4376" y="19191"/>
                  </a:lnTo>
                  <a:lnTo>
                    <a:pt x="0" y="11628"/>
                  </a:lnTo>
                  <a:lnTo>
                    <a:pt x="1153" y="10791"/>
                  </a:lnTo>
                  <a:lnTo>
                    <a:pt x="4213" y="11858"/>
                  </a:lnTo>
                  <a:lnTo>
                    <a:pt x="12902" y="11664"/>
                  </a:lnTo>
                  <a:lnTo>
                    <a:pt x="11639" y="8396"/>
                  </a:lnTo>
                  <a:lnTo>
                    <a:pt x="12380" y="5137"/>
                  </a:lnTo>
                  <a:lnTo>
                    <a:pt x="8479" y="4594"/>
                  </a:lnTo>
                  <a:lnTo>
                    <a:pt x="9031" y="2815"/>
                  </a:lnTo>
                  <a:lnTo>
                    <a:pt x="11468" y="2112"/>
                  </a:lnTo>
                  <a:lnTo>
                    <a:pt x="13043" y="0"/>
                  </a:lnTo>
                  <a:lnTo>
                    <a:pt x="14328" y="895"/>
                  </a:lnTo>
                  <a:lnTo>
                    <a:pt x="15300" y="2044"/>
                  </a:lnTo>
                  <a:lnTo>
                    <a:pt x="14275" y="7799"/>
                  </a:lnTo>
                  <a:lnTo>
                    <a:pt x="14322" y="970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h4687"/>
            <p:cNvSpPr/>
            <p:nvPr/>
          </p:nvSpPr>
          <p:spPr>
            <a:xfrm>
              <a:off x="6920856" y="3207107"/>
              <a:ext cx="9202" cy="18962"/>
            </a:xfrm>
            <a:custGeom>
              <a:avLst/>
              <a:pathLst>
                <a:path w="9202" h="18962">
                  <a:moveTo>
                    <a:pt x="7571" y="10913"/>
                  </a:moveTo>
                  <a:lnTo>
                    <a:pt x="8746" y="16930"/>
                  </a:lnTo>
                  <a:lnTo>
                    <a:pt x="7207" y="18962"/>
                  </a:lnTo>
                  <a:lnTo>
                    <a:pt x="6190" y="15501"/>
                  </a:lnTo>
                  <a:lnTo>
                    <a:pt x="4789" y="14157"/>
                  </a:lnTo>
                  <a:lnTo>
                    <a:pt x="1985" y="15485"/>
                  </a:lnTo>
                  <a:lnTo>
                    <a:pt x="2098" y="10345"/>
                  </a:lnTo>
                  <a:lnTo>
                    <a:pt x="1643" y="7659"/>
                  </a:lnTo>
                  <a:lnTo>
                    <a:pt x="602" y="7088"/>
                  </a:lnTo>
                  <a:lnTo>
                    <a:pt x="0" y="2855"/>
                  </a:lnTo>
                  <a:lnTo>
                    <a:pt x="920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h4688"/>
            <p:cNvSpPr/>
            <p:nvPr/>
          </p:nvSpPr>
          <p:spPr>
            <a:xfrm>
              <a:off x="7063562" y="3205968"/>
              <a:ext cx="3075" cy="3442"/>
            </a:xfrm>
            <a:custGeom>
              <a:avLst/>
              <a:pathLst>
                <a:path w="3075" h="3442">
                  <a:moveTo>
                    <a:pt x="3075" y="3192"/>
                  </a:moveTo>
                  <a:lnTo>
                    <a:pt x="525" y="3442"/>
                  </a:lnTo>
                  <a:lnTo>
                    <a:pt x="0" y="2939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h4689"/>
            <p:cNvSpPr/>
            <p:nvPr/>
          </p:nvSpPr>
          <p:spPr>
            <a:xfrm>
              <a:off x="6930087" y="3163364"/>
              <a:ext cx="19691" cy="18797"/>
            </a:xfrm>
            <a:custGeom>
              <a:avLst/>
              <a:pathLst>
                <a:path w="19691" h="18797">
                  <a:moveTo>
                    <a:pt x="19691" y="1214"/>
                  </a:moveTo>
                  <a:lnTo>
                    <a:pt x="18265" y="6068"/>
                  </a:lnTo>
                  <a:lnTo>
                    <a:pt x="14862" y="9639"/>
                  </a:lnTo>
                  <a:lnTo>
                    <a:pt x="14119" y="9259"/>
                  </a:lnTo>
                  <a:lnTo>
                    <a:pt x="13620" y="8839"/>
                  </a:lnTo>
                  <a:lnTo>
                    <a:pt x="14888" y="4515"/>
                  </a:lnTo>
                  <a:lnTo>
                    <a:pt x="13005" y="2020"/>
                  </a:lnTo>
                  <a:lnTo>
                    <a:pt x="12126" y="11713"/>
                  </a:lnTo>
                  <a:lnTo>
                    <a:pt x="9059" y="9665"/>
                  </a:lnTo>
                  <a:lnTo>
                    <a:pt x="7098" y="9393"/>
                  </a:lnTo>
                  <a:lnTo>
                    <a:pt x="1486" y="10754"/>
                  </a:lnTo>
                  <a:lnTo>
                    <a:pt x="1007" y="13649"/>
                  </a:lnTo>
                  <a:lnTo>
                    <a:pt x="5010" y="15093"/>
                  </a:lnTo>
                  <a:lnTo>
                    <a:pt x="5898" y="16186"/>
                  </a:lnTo>
                  <a:lnTo>
                    <a:pt x="4382" y="18797"/>
                  </a:lnTo>
                  <a:lnTo>
                    <a:pt x="2027" y="18678"/>
                  </a:lnTo>
                  <a:lnTo>
                    <a:pt x="736" y="15536"/>
                  </a:lnTo>
                  <a:lnTo>
                    <a:pt x="0" y="12150"/>
                  </a:lnTo>
                  <a:lnTo>
                    <a:pt x="668" y="10154"/>
                  </a:lnTo>
                  <a:lnTo>
                    <a:pt x="4045" y="9580"/>
                  </a:lnTo>
                  <a:lnTo>
                    <a:pt x="8474" y="8841"/>
                  </a:lnTo>
                  <a:lnTo>
                    <a:pt x="9137" y="5631"/>
                  </a:lnTo>
                  <a:lnTo>
                    <a:pt x="11888" y="4549"/>
                  </a:lnTo>
                  <a:lnTo>
                    <a:pt x="1176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h4690"/>
            <p:cNvSpPr/>
            <p:nvPr/>
          </p:nvSpPr>
          <p:spPr>
            <a:xfrm>
              <a:off x="7191014" y="3266160"/>
              <a:ext cx="19818" cy="22909"/>
            </a:xfrm>
            <a:custGeom>
              <a:avLst/>
              <a:pathLst>
                <a:path w="19818" h="22909">
                  <a:moveTo>
                    <a:pt x="14389" y="66"/>
                  </a:moveTo>
                  <a:lnTo>
                    <a:pt x="19452" y="2671"/>
                  </a:lnTo>
                  <a:lnTo>
                    <a:pt x="19818" y="9529"/>
                  </a:lnTo>
                  <a:lnTo>
                    <a:pt x="17020" y="15916"/>
                  </a:lnTo>
                  <a:lnTo>
                    <a:pt x="12421" y="21303"/>
                  </a:lnTo>
                  <a:lnTo>
                    <a:pt x="6706" y="22909"/>
                  </a:lnTo>
                  <a:lnTo>
                    <a:pt x="2495" y="22906"/>
                  </a:lnTo>
                  <a:lnTo>
                    <a:pt x="1947" y="19380"/>
                  </a:lnTo>
                  <a:lnTo>
                    <a:pt x="1854" y="17100"/>
                  </a:lnTo>
                  <a:lnTo>
                    <a:pt x="3401" y="17398"/>
                  </a:lnTo>
                  <a:lnTo>
                    <a:pt x="4176" y="14233"/>
                  </a:lnTo>
                  <a:lnTo>
                    <a:pt x="2538" y="12187"/>
                  </a:lnTo>
                  <a:lnTo>
                    <a:pt x="789" y="6811"/>
                  </a:lnTo>
                  <a:lnTo>
                    <a:pt x="0" y="1990"/>
                  </a:lnTo>
                  <a:lnTo>
                    <a:pt x="72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h4691"/>
            <p:cNvSpPr/>
            <p:nvPr/>
          </p:nvSpPr>
          <p:spPr>
            <a:xfrm>
              <a:off x="7014291" y="3287920"/>
              <a:ext cx="17725" cy="15014"/>
            </a:xfrm>
            <a:custGeom>
              <a:avLst/>
              <a:pathLst>
                <a:path w="17725" h="15014">
                  <a:moveTo>
                    <a:pt x="4868" y="0"/>
                  </a:moveTo>
                  <a:lnTo>
                    <a:pt x="11441" y="7199"/>
                  </a:lnTo>
                  <a:lnTo>
                    <a:pt x="13496" y="7124"/>
                  </a:lnTo>
                  <a:lnTo>
                    <a:pt x="17196" y="7925"/>
                  </a:lnTo>
                  <a:lnTo>
                    <a:pt x="17374" y="10073"/>
                  </a:lnTo>
                  <a:lnTo>
                    <a:pt x="16761" y="11408"/>
                  </a:lnTo>
                  <a:lnTo>
                    <a:pt x="17725" y="12832"/>
                  </a:lnTo>
                  <a:lnTo>
                    <a:pt x="11596" y="14945"/>
                  </a:lnTo>
                  <a:lnTo>
                    <a:pt x="9224" y="15014"/>
                  </a:lnTo>
                  <a:lnTo>
                    <a:pt x="925" y="11592"/>
                  </a:lnTo>
                  <a:lnTo>
                    <a:pt x="0" y="10525"/>
                  </a:lnTo>
                  <a:lnTo>
                    <a:pt x="3064" y="6700"/>
                  </a:lnTo>
                  <a:lnTo>
                    <a:pt x="3533" y="1022"/>
                  </a:lnTo>
                  <a:lnTo>
                    <a:pt x="2862" y="28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h4692"/>
            <p:cNvSpPr/>
            <p:nvPr/>
          </p:nvSpPr>
          <p:spPr>
            <a:xfrm>
              <a:off x="6979154" y="3253138"/>
              <a:ext cx="18073" cy="10857"/>
            </a:xfrm>
            <a:custGeom>
              <a:avLst/>
              <a:pathLst>
                <a:path w="18073" h="10857">
                  <a:moveTo>
                    <a:pt x="10493" y="2563"/>
                  </a:moveTo>
                  <a:lnTo>
                    <a:pt x="17722" y="1051"/>
                  </a:lnTo>
                  <a:lnTo>
                    <a:pt x="17796" y="4936"/>
                  </a:lnTo>
                  <a:lnTo>
                    <a:pt x="18073" y="10857"/>
                  </a:lnTo>
                  <a:lnTo>
                    <a:pt x="10002" y="9960"/>
                  </a:lnTo>
                  <a:lnTo>
                    <a:pt x="8507" y="8802"/>
                  </a:lnTo>
                  <a:lnTo>
                    <a:pt x="6254" y="8774"/>
                  </a:lnTo>
                  <a:lnTo>
                    <a:pt x="2515" y="7272"/>
                  </a:lnTo>
                  <a:lnTo>
                    <a:pt x="0" y="3717"/>
                  </a:lnTo>
                  <a:lnTo>
                    <a:pt x="361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h4693"/>
            <p:cNvSpPr/>
            <p:nvPr/>
          </p:nvSpPr>
          <p:spPr>
            <a:xfrm>
              <a:off x="7094830" y="3298717"/>
              <a:ext cx="19924" cy="10308"/>
            </a:xfrm>
            <a:custGeom>
              <a:avLst/>
              <a:pathLst>
                <a:path w="19924" h="10308">
                  <a:moveTo>
                    <a:pt x="14996" y="4434"/>
                  </a:moveTo>
                  <a:lnTo>
                    <a:pt x="16540" y="4275"/>
                  </a:lnTo>
                  <a:lnTo>
                    <a:pt x="17895" y="2278"/>
                  </a:lnTo>
                  <a:lnTo>
                    <a:pt x="19693" y="3566"/>
                  </a:lnTo>
                  <a:lnTo>
                    <a:pt x="19924" y="9565"/>
                  </a:lnTo>
                  <a:lnTo>
                    <a:pt x="19191" y="10105"/>
                  </a:lnTo>
                  <a:lnTo>
                    <a:pt x="17798" y="8542"/>
                  </a:lnTo>
                  <a:lnTo>
                    <a:pt x="12131" y="6906"/>
                  </a:lnTo>
                  <a:lnTo>
                    <a:pt x="8071" y="10308"/>
                  </a:lnTo>
                  <a:lnTo>
                    <a:pt x="5488" y="10021"/>
                  </a:lnTo>
                  <a:lnTo>
                    <a:pt x="3854" y="7022"/>
                  </a:lnTo>
                  <a:lnTo>
                    <a:pt x="0" y="4701"/>
                  </a:lnTo>
                  <a:lnTo>
                    <a:pt x="579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h4694"/>
            <p:cNvSpPr/>
            <p:nvPr/>
          </p:nvSpPr>
          <p:spPr>
            <a:xfrm>
              <a:off x="6863022" y="3188248"/>
              <a:ext cx="10185" cy="12626"/>
            </a:xfrm>
            <a:custGeom>
              <a:avLst/>
              <a:pathLst>
                <a:path w="10185" h="12626">
                  <a:moveTo>
                    <a:pt x="10185" y="3270"/>
                  </a:moveTo>
                  <a:lnTo>
                    <a:pt x="9253" y="5990"/>
                  </a:lnTo>
                  <a:lnTo>
                    <a:pt x="4725" y="8464"/>
                  </a:lnTo>
                  <a:lnTo>
                    <a:pt x="4239" y="12626"/>
                  </a:lnTo>
                  <a:lnTo>
                    <a:pt x="0" y="8856"/>
                  </a:lnTo>
                  <a:lnTo>
                    <a:pt x="1250" y="7969"/>
                  </a:lnTo>
                  <a:lnTo>
                    <a:pt x="2359" y="5195"/>
                  </a:lnTo>
                  <a:lnTo>
                    <a:pt x="1741" y="1537"/>
                  </a:lnTo>
                  <a:lnTo>
                    <a:pt x="3774" y="629"/>
                  </a:lnTo>
                  <a:lnTo>
                    <a:pt x="4388" y="1109"/>
                  </a:lnTo>
                  <a:lnTo>
                    <a:pt x="789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h4695"/>
            <p:cNvSpPr/>
            <p:nvPr/>
          </p:nvSpPr>
          <p:spPr>
            <a:xfrm>
              <a:off x="7187888" y="3296389"/>
              <a:ext cx="16257" cy="23300"/>
            </a:xfrm>
            <a:custGeom>
              <a:avLst/>
              <a:pathLst>
                <a:path w="16257" h="23300">
                  <a:moveTo>
                    <a:pt x="9686" y="600"/>
                  </a:moveTo>
                  <a:lnTo>
                    <a:pt x="10279" y="1846"/>
                  </a:lnTo>
                  <a:lnTo>
                    <a:pt x="14238" y="2508"/>
                  </a:lnTo>
                  <a:lnTo>
                    <a:pt x="12717" y="6422"/>
                  </a:lnTo>
                  <a:lnTo>
                    <a:pt x="14301" y="10393"/>
                  </a:lnTo>
                  <a:lnTo>
                    <a:pt x="16115" y="14489"/>
                  </a:lnTo>
                  <a:lnTo>
                    <a:pt x="16257" y="14649"/>
                  </a:lnTo>
                  <a:lnTo>
                    <a:pt x="13695" y="17741"/>
                  </a:lnTo>
                  <a:lnTo>
                    <a:pt x="11237" y="18397"/>
                  </a:lnTo>
                  <a:lnTo>
                    <a:pt x="10860" y="22900"/>
                  </a:lnTo>
                  <a:lnTo>
                    <a:pt x="5317" y="23300"/>
                  </a:lnTo>
                  <a:lnTo>
                    <a:pt x="3629" y="22781"/>
                  </a:lnTo>
                  <a:lnTo>
                    <a:pt x="0" y="16714"/>
                  </a:lnTo>
                  <a:lnTo>
                    <a:pt x="1646" y="6121"/>
                  </a:lnTo>
                  <a:lnTo>
                    <a:pt x="1017" y="4365"/>
                  </a:lnTo>
                  <a:lnTo>
                    <a:pt x="778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h4696"/>
            <p:cNvSpPr/>
            <p:nvPr/>
          </p:nvSpPr>
          <p:spPr>
            <a:xfrm>
              <a:off x="6926466" y="3149950"/>
              <a:ext cx="9942" cy="10368"/>
            </a:xfrm>
            <a:custGeom>
              <a:avLst/>
              <a:pathLst>
                <a:path w="9942" h="10368">
                  <a:moveTo>
                    <a:pt x="9772" y="570"/>
                  </a:moveTo>
                  <a:lnTo>
                    <a:pt x="9226" y="1843"/>
                  </a:lnTo>
                  <a:lnTo>
                    <a:pt x="9942" y="7920"/>
                  </a:lnTo>
                  <a:lnTo>
                    <a:pt x="3701" y="10368"/>
                  </a:lnTo>
                  <a:lnTo>
                    <a:pt x="0" y="6893"/>
                  </a:lnTo>
                  <a:lnTo>
                    <a:pt x="3295" y="2936"/>
                  </a:lnTo>
                  <a:lnTo>
                    <a:pt x="711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h4697"/>
            <p:cNvSpPr/>
            <p:nvPr/>
          </p:nvSpPr>
          <p:spPr>
            <a:xfrm>
              <a:off x="6961378" y="3107720"/>
              <a:ext cx="16791" cy="16230"/>
            </a:xfrm>
            <a:custGeom>
              <a:avLst/>
              <a:pathLst>
                <a:path w="16791" h="16230">
                  <a:moveTo>
                    <a:pt x="16791" y="2390"/>
                  </a:moveTo>
                  <a:lnTo>
                    <a:pt x="14343" y="6071"/>
                  </a:lnTo>
                  <a:lnTo>
                    <a:pt x="15130" y="10013"/>
                  </a:lnTo>
                  <a:lnTo>
                    <a:pt x="8215" y="16230"/>
                  </a:lnTo>
                  <a:lnTo>
                    <a:pt x="3145" y="12525"/>
                  </a:lnTo>
                  <a:lnTo>
                    <a:pt x="0" y="8396"/>
                  </a:lnTo>
                  <a:lnTo>
                    <a:pt x="2410" y="5293"/>
                  </a:lnTo>
                  <a:lnTo>
                    <a:pt x="5818" y="5176"/>
                  </a:lnTo>
                  <a:lnTo>
                    <a:pt x="1652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h4698"/>
            <p:cNvSpPr/>
            <p:nvPr/>
          </p:nvSpPr>
          <p:spPr>
            <a:xfrm>
              <a:off x="7044201" y="3310684"/>
              <a:ext cx="17638" cy="21041"/>
            </a:xfrm>
            <a:custGeom>
              <a:avLst/>
              <a:pathLst>
                <a:path w="17638" h="21041">
                  <a:moveTo>
                    <a:pt x="4708" y="821"/>
                  </a:moveTo>
                  <a:lnTo>
                    <a:pt x="5243" y="1678"/>
                  </a:lnTo>
                  <a:lnTo>
                    <a:pt x="4769" y="2860"/>
                  </a:lnTo>
                  <a:lnTo>
                    <a:pt x="8349" y="6113"/>
                  </a:lnTo>
                  <a:lnTo>
                    <a:pt x="9575" y="6936"/>
                  </a:lnTo>
                  <a:lnTo>
                    <a:pt x="12247" y="7071"/>
                  </a:lnTo>
                  <a:lnTo>
                    <a:pt x="17297" y="3958"/>
                  </a:lnTo>
                  <a:lnTo>
                    <a:pt x="17638" y="7767"/>
                  </a:lnTo>
                  <a:lnTo>
                    <a:pt x="13243" y="12570"/>
                  </a:lnTo>
                  <a:lnTo>
                    <a:pt x="13031" y="15901"/>
                  </a:lnTo>
                  <a:lnTo>
                    <a:pt x="13714" y="19314"/>
                  </a:lnTo>
                  <a:lnTo>
                    <a:pt x="12260" y="21041"/>
                  </a:lnTo>
                  <a:lnTo>
                    <a:pt x="8332" y="16868"/>
                  </a:lnTo>
                  <a:lnTo>
                    <a:pt x="8352" y="14669"/>
                  </a:lnTo>
                  <a:lnTo>
                    <a:pt x="3652" y="12211"/>
                  </a:lnTo>
                  <a:lnTo>
                    <a:pt x="2618" y="8618"/>
                  </a:lnTo>
                  <a:lnTo>
                    <a:pt x="445" y="5467"/>
                  </a:lnTo>
                  <a:lnTo>
                    <a:pt x="0" y="1565"/>
                  </a:lnTo>
                  <a:lnTo>
                    <a:pt x="215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h4699"/>
            <p:cNvSpPr/>
            <p:nvPr/>
          </p:nvSpPr>
          <p:spPr>
            <a:xfrm>
              <a:off x="6858322" y="3233411"/>
              <a:ext cx="13881" cy="9297"/>
            </a:xfrm>
            <a:custGeom>
              <a:avLst/>
              <a:pathLst>
                <a:path w="13881" h="9297">
                  <a:moveTo>
                    <a:pt x="9273" y="2915"/>
                  </a:moveTo>
                  <a:lnTo>
                    <a:pt x="9886" y="2180"/>
                  </a:lnTo>
                  <a:lnTo>
                    <a:pt x="13881" y="4446"/>
                  </a:lnTo>
                  <a:lnTo>
                    <a:pt x="12687" y="6687"/>
                  </a:lnTo>
                  <a:lnTo>
                    <a:pt x="11396" y="7425"/>
                  </a:lnTo>
                  <a:lnTo>
                    <a:pt x="4297" y="9297"/>
                  </a:lnTo>
                  <a:lnTo>
                    <a:pt x="2057" y="8797"/>
                  </a:lnTo>
                  <a:lnTo>
                    <a:pt x="2617" y="8368"/>
                  </a:lnTo>
                  <a:lnTo>
                    <a:pt x="7775" y="7580"/>
                  </a:lnTo>
                  <a:lnTo>
                    <a:pt x="6414" y="4825"/>
                  </a:lnTo>
                  <a:lnTo>
                    <a:pt x="5111" y="3797"/>
                  </a:lnTo>
                  <a:lnTo>
                    <a:pt x="3836" y="3213"/>
                  </a:lnTo>
                  <a:lnTo>
                    <a:pt x="2963" y="3607"/>
                  </a:lnTo>
                  <a:lnTo>
                    <a:pt x="0" y="2003"/>
                  </a:lnTo>
                  <a:lnTo>
                    <a:pt x="2608" y="0"/>
                  </a:lnTo>
                  <a:lnTo>
                    <a:pt x="3439" y="109"/>
                  </a:lnTo>
                  <a:lnTo>
                    <a:pt x="5131" y="340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h4700"/>
            <p:cNvSpPr/>
            <p:nvPr/>
          </p:nvSpPr>
          <p:spPr>
            <a:xfrm>
              <a:off x="6852268" y="3229384"/>
              <a:ext cx="4424" cy="7147"/>
            </a:xfrm>
            <a:custGeom>
              <a:avLst/>
              <a:pathLst>
                <a:path w="4424" h="7147">
                  <a:moveTo>
                    <a:pt x="2109" y="6911"/>
                  </a:moveTo>
                  <a:lnTo>
                    <a:pt x="0" y="4903"/>
                  </a:lnTo>
                  <a:lnTo>
                    <a:pt x="1603" y="2206"/>
                  </a:lnTo>
                  <a:lnTo>
                    <a:pt x="1380" y="815"/>
                  </a:lnTo>
                  <a:lnTo>
                    <a:pt x="3212" y="0"/>
                  </a:lnTo>
                  <a:lnTo>
                    <a:pt x="4323" y="1905"/>
                  </a:lnTo>
                  <a:lnTo>
                    <a:pt x="4424" y="5402"/>
                  </a:lnTo>
                  <a:lnTo>
                    <a:pt x="3071" y="714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h4701"/>
            <p:cNvSpPr/>
            <p:nvPr/>
          </p:nvSpPr>
          <p:spPr>
            <a:xfrm>
              <a:off x="6907110" y="3204489"/>
              <a:ext cx="8054" cy="7984"/>
            </a:xfrm>
            <a:custGeom>
              <a:avLst/>
              <a:pathLst>
                <a:path w="8054" h="7984">
                  <a:moveTo>
                    <a:pt x="8054" y="2819"/>
                  </a:moveTo>
                  <a:lnTo>
                    <a:pt x="7486" y="5128"/>
                  </a:lnTo>
                  <a:lnTo>
                    <a:pt x="6232" y="6285"/>
                  </a:lnTo>
                  <a:lnTo>
                    <a:pt x="718" y="7984"/>
                  </a:lnTo>
                  <a:lnTo>
                    <a:pt x="168" y="7852"/>
                  </a:lnTo>
                  <a:lnTo>
                    <a:pt x="0" y="4890"/>
                  </a:lnTo>
                  <a:lnTo>
                    <a:pt x="33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h4702"/>
            <p:cNvSpPr/>
            <p:nvPr/>
          </p:nvSpPr>
          <p:spPr>
            <a:xfrm>
              <a:off x="7070010" y="3192112"/>
              <a:ext cx="4417" cy="5598"/>
            </a:xfrm>
            <a:custGeom>
              <a:avLst/>
              <a:pathLst>
                <a:path w="4417" h="5598">
                  <a:moveTo>
                    <a:pt x="4061" y="1553"/>
                  </a:moveTo>
                  <a:lnTo>
                    <a:pt x="4417" y="3674"/>
                  </a:lnTo>
                  <a:lnTo>
                    <a:pt x="3542" y="5532"/>
                  </a:lnTo>
                  <a:lnTo>
                    <a:pt x="2183" y="5598"/>
                  </a:lnTo>
                  <a:lnTo>
                    <a:pt x="0" y="3890"/>
                  </a:lnTo>
                  <a:lnTo>
                    <a:pt x="91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h4703"/>
            <p:cNvSpPr/>
            <p:nvPr/>
          </p:nvSpPr>
          <p:spPr>
            <a:xfrm>
              <a:off x="6853375" y="3147520"/>
              <a:ext cx="14172" cy="7692"/>
            </a:xfrm>
            <a:custGeom>
              <a:avLst/>
              <a:pathLst>
                <a:path w="14172" h="7692">
                  <a:moveTo>
                    <a:pt x="11943" y="2719"/>
                  </a:moveTo>
                  <a:lnTo>
                    <a:pt x="13542" y="3922"/>
                  </a:lnTo>
                  <a:lnTo>
                    <a:pt x="14172" y="7181"/>
                  </a:lnTo>
                  <a:lnTo>
                    <a:pt x="6440" y="7692"/>
                  </a:lnTo>
                  <a:lnTo>
                    <a:pt x="3370" y="6247"/>
                  </a:lnTo>
                  <a:lnTo>
                    <a:pt x="1876" y="6793"/>
                  </a:lnTo>
                  <a:lnTo>
                    <a:pt x="0" y="4519"/>
                  </a:lnTo>
                  <a:lnTo>
                    <a:pt x="385" y="3349"/>
                  </a:lnTo>
                  <a:lnTo>
                    <a:pt x="3106" y="1635"/>
                  </a:lnTo>
                  <a:lnTo>
                    <a:pt x="4138" y="90"/>
                  </a:lnTo>
                  <a:lnTo>
                    <a:pt x="1046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h4704"/>
            <p:cNvSpPr/>
            <p:nvPr/>
          </p:nvSpPr>
          <p:spPr>
            <a:xfrm>
              <a:off x="7047018" y="3252628"/>
              <a:ext cx="25134" cy="21414"/>
            </a:xfrm>
            <a:custGeom>
              <a:avLst/>
              <a:pathLst>
                <a:path w="25134" h="21414">
                  <a:moveTo>
                    <a:pt x="20047" y="3007"/>
                  </a:moveTo>
                  <a:lnTo>
                    <a:pt x="22437" y="243"/>
                  </a:lnTo>
                  <a:lnTo>
                    <a:pt x="24909" y="6899"/>
                  </a:lnTo>
                  <a:lnTo>
                    <a:pt x="25134" y="17442"/>
                  </a:lnTo>
                  <a:lnTo>
                    <a:pt x="21767" y="20031"/>
                  </a:lnTo>
                  <a:lnTo>
                    <a:pt x="19287" y="18580"/>
                  </a:lnTo>
                  <a:lnTo>
                    <a:pt x="15352" y="14766"/>
                  </a:lnTo>
                  <a:lnTo>
                    <a:pt x="12647" y="15123"/>
                  </a:lnTo>
                  <a:lnTo>
                    <a:pt x="7849" y="19679"/>
                  </a:lnTo>
                  <a:lnTo>
                    <a:pt x="4846" y="21343"/>
                  </a:lnTo>
                  <a:lnTo>
                    <a:pt x="1788" y="21414"/>
                  </a:lnTo>
                  <a:lnTo>
                    <a:pt x="0" y="14284"/>
                  </a:lnTo>
                  <a:lnTo>
                    <a:pt x="351" y="7471"/>
                  </a:lnTo>
                  <a:lnTo>
                    <a:pt x="5487" y="6655"/>
                  </a:lnTo>
                  <a:lnTo>
                    <a:pt x="7600" y="8448"/>
                  </a:lnTo>
                  <a:lnTo>
                    <a:pt x="10116" y="1795"/>
                  </a:lnTo>
                  <a:lnTo>
                    <a:pt x="1166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h4705"/>
            <p:cNvSpPr/>
            <p:nvPr/>
          </p:nvSpPr>
          <p:spPr>
            <a:xfrm>
              <a:off x="7229603" y="3295459"/>
              <a:ext cx="27923" cy="28438"/>
            </a:xfrm>
            <a:custGeom>
              <a:avLst/>
              <a:pathLst>
                <a:path w="27923" h="28438">
                  <a:moveTo>
                    <a:pt x="23753" y="711"/>
                  </a:moveTo>
                  <a:lnTo>
                    <a:pt x="25659" y="3758"/>
                  </a:lnTo>
                  <a:lnTo>
                    <a:pt x="27923" y="7518"/>
                  </a:lnTo>
                  <a:lnTo>
                    <a:pt x="27629" y="10385"/>
                  </a:lnTo>
                  <a:lnTo>
                    <a:pt x="21270" y="9268"/>
                  </a:lnTo>
                  <a:lnTo>
                    <a:pt x="13918" y="26383"/>
                  </a:lnTo>
                  <a:lnTo>
                    <a:pt x="13852" y="28438"/>
                  </a:lnTo>
                  <a:lnTo>
                    <a:pt x="11857" y="28296"/>
                  </a:lnTo>
                  <a:lnTo>
                    <a:pt x="10518" y="26805"/>
                  </a:lnTo>
                  <a:lnTo>
                    <a:pt x="2454" y="26724"/>
                  </a:lnTo>
                  <a:lnTo>
                    <a:pt x="0" y="21159"/>
                  </a:lnTo>
                  <a:lnTo>
                    <a:pt x="7191" y="16836"/>
                  </a:lnTo>
                  <a:lnTo>
                    <a:pt x="9305" y="14429"/>
                  </a:lnTo>
                  <a:lnTo>
                    <a:pt x="9249" y="13729"/>
                  </a:lnTo>
                  <a:lnTo>
                    <a:pt x="6060" y="11559"/>
                  </a:lnTo>
                  <a:lnTo>
                    <a:pt x="4629" y="9688"/>
                  </a:lnTo>
                  <a:lnTo>
                    <a:pt x="4099" y="5449"/>
                  </a:lnTo>
                  <a:lnTo>
                    <a:pt x="5186" y="1207"/>
                  </a:lnTo>
                  <a:lnTo>
                    <a:pt x="6705" y="271"/>
                  </a:lnTo>
                  <a:lnTo>
                    <a:pt x="9039" y="2040"/>
                  </a:lnTo>
                  <a:lnTo>
                    <a:pt x="9825" y="5390"/>
                  </a:lnTo>
                  <a:lnTo>
                    <a:pt x="13457" y="3534"/>
                  </a:lnTo>
                  <a:lnTo>
                    <a:pt x="16026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h4706"/>
            <p:cNvSpPr/>
            <p:nvPr/>
          </p:nvSpPr>
          <p:spPr>
            <a:xfrm>
              <a:off x="6824177" y="3181309"/>
              <a:ext cx="14972" cy="12124"/>
            </a:xfrm>
            <a:custGeom>
              <a:avLst/>
              <a:pathLst>
                <a:path w="14972" h="12124">
                  <a:moveTo>
                    <a:pt x="1381" y="184"/>
                  </a:moveTo>
                  <a:lnTo>
                    <a:pt x="2377" y="2252"/>
                  </a:lnTo>
                  <a:lnTo>
                    <a:pt x="6272" y="1993"/>
                  </a:lnTo>
                  <a:lnTo>
                    <a:pt x="13657" y="3301"/>
                  </a:lnTo>
                  <a:lnTo>
                    <a:pt x="14972" y="5682"/>
                  </a:lnTo>
                  <a:lnTo>
                    <a:pt x="14947" y="11787"/>
                  </a:lnTo>
                  <a:lnTo>
                    <a:pt x="13103" y="12124"/>
                  </a:lnTo>
                  <a:lnTo>
                    <a:pt x="8044" y="10949"/>
                  </a:lnTo>
                  <a:lnTo>
                    <a:pt x="60" y="7325"/>
                  </a:lnTo>
                  <a:lnTo>
                    <a:pt x="2392" y="6606"/>
                  </a:lnTo>
                  <a:lnTo>
                    <a:pt x="1338" y="3122"/>
                  </a:lnTo>
                  <a:lnTo>
                    <a:pt x="0" y="1652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h4707"/>
            <p:cNvSpPr/>
            <p:nvPr/>
          </p:nvSpPr>
          <p:spPr>
            <a:xfrm>
              <a:off x="6965262" y="3343853"/>
              <a:ext cx="29369" cy="17593"/>
            </a:xfrm>
            <a:custGeom>
              <a:avLst/>
              <a:pathLst>
                <a:path w="29369" h="17593">
                  <a:moveTo>
                    <a:pt x="13355" y="2083"/>
                  </a:moveTo>
                  <a:lnTo>
                    <a:pt x="15123" y="10934"/>
                  </a:lnTo>
                  <a:lnTo>
                    <a:pt x="23032" y="13489"/>
                  </a:lnTo>
                  <a:lnTo>
                    <a:pt x="22784" y="12372"/>
                  </a:lnTo>
                  <a:lnTo>
                    <a:pt x="28300" y="14210"/>
                  </a:lnTo>
                  <a:lnTo>
                    <a:pt x="29369" y="16977"/>
                  </a:lnTo>
                  <a:lnTo>
                    <a:pt x="27919" y="16462"/>
                  </a:lnTo>
                  <a:lnTo>
                    <a:pt x="25422" y="17265"/>
                  </a:lnTo>
                  <a:lnTo>
                    <a:pt x="18080" y="17593"/>
                  </a:lnTo>
                  <a:lnTo>
                    <a:pt x="16410" y="15566"/>
                  </a:lnTo>
                  <a:lnTo>
                    <a:pt x="13100" y="15915"/>
                  </a:lnTo>
                  <a:lnTo>
                    <a:pt x="5935" y="14947"/>
                  </a:lnTo>
                  <a:lnTo>
                    <a:pt x="3590" y="13610"/>
                  </a:lnTo>
                  <a:lnTo>
                    <a:pt x="1497" y="14657"/>
                  </a:lnTo>
                  <a:lnTo>
                    <a:pt x="0" y="14611"/>
                  </a:lnTo>
                  <a:lnTo>
                    <a:pt x="4252" y="8163"/>
                  </a:lnTo>
                  <a:lnTo>
                    <a:pt x="5171" y="1737"/>
                  </a:lnTo>
                  <a:lnTo>
                    <a:pt x="1022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h4708"/>
            <p:cNvSpPr/>
            <p:nvPr/>
          </p:nvSpPr>
          <p:spPr>
            <a:xfrm>
              <a:off x="7015698" y="3266966"/>
              <a:ext cx="5005" cy="3537"/>
            </a:xfrm>
            <a:custGeom>
              <a:avLst/>
              <a:pathLst>
                <a:path w="5005" h="3537">
                  <a:moveTo>
                    <a:pt x="5005" y="1374"/>
                  </a:moveTo>
                  <a:lnTo>
                    <a:pt x="4728" y="3537"/>
                  </a:lnTo>
                  <a:lnTo>
                    <a:pt x="200" y="2518"/>
                  </a:lnTo>
                  <a:lnTo>
                    <a:pt x="0" y="2351"/>
                  </a:lnTo>
                  <a:lnTo>
                    <a:pt x="2040" y="0"/>
                  </a:lnTo>
                  <a:lnTo>
                    <a:pt x="3617" y="10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h4709"/>
            <p:cNvSpPr/>
            <p:nvPr/>
          </p:nvSpPr>
          <p:spPr>
            <a:xfrm>
              <a:off x="6984721" y="3221154"/>
              <a:ext cx="13462" cy="18112"/>
            </a:xfrm>
            <a:custGeom>
              <a:avLst/>
              <a:pathLst>
                <a:path w="13462" h="18112">
                  <a:moveTo>
                    <a:pt x="13462" y="971"/>
                  </a:moveTo>
                  <a:lnTo>
                    <a:pt x="12978" y="7074"/>
                  </a:lnTo>
                  <a:lnTo>
                    <a:pt x="8086" y="12082"/>
                  </a:lnTo>
                  <a:lnTo>
                    <a:pt x="4414" y="12910"/>
                  </a:lnTo>
                  <a:lnTo>
                    <a:pt x="4681" y="16207"/>
                  </a:lnTo>
                  <a:lnTo>
                    <a:pt x="5173" y="16286"/>
                  </a:lnTo>
                  <a:lnTo>
                    <a:pt x="2846" y="18112"/>
                  </a:lnTo>
                  <a:lnTo>
                    <a:pt x="1847" y="16660"/>
                  </a:lnTo>
                  <a:lnTo>
                    <a:pt x="1166" y="12433"/>
                  </a:lnTo>
                  <a:lnTo>
                    <a:pt x="0" y="11637"/>
                  </a:lnTo>
                  <a:lnTo>
                    <a:pt x="1658" y="6293"/>
                  </a:lnTo>
                  <a:lnTo>
                    <a:pt x="2657" y="4652"/>
                  </a:lnTo>
                  <a:lnTo>
                    <a:pt x="8376" y="2136"/>
                  </a:lnTo>
                  <a:lnTo>
                    <a:pt x="8340" y="1630"/>
                  </a:lnTo>
                  <a:lnTo>
                    <a:pt x="1029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h4710"/>
            <p:cNvSpPr/>
            <p:nvPr/>
          </p:nvSpPr>
          <p:spPr>
            <a:xfrm>
              <a:off x="7021073" y="3119128"/>
              <a:ext cx="22474" cy="42574"/>
            </a:xfrm>
            <a:custGeom>
              <a:avLst/>
              <a:pathLst>
                <a:path w="22474" h="42574">
                  <a:moveTo>
                    <a:pt x="12218" y="3818"/>
                  </a:moveTo>
                  <a:lnTo>
                    <a:pt x="21783" y="4222"/>
                  </a:lnTo>
                  <a:lnTo>
                    <a:pt x="22474" y="5642"/>
                  </a:lnTo>
                  <a:lnTo>
                    <a:pt x="18612" y="15767"/>
                  </a:lnTo>
                  <a:lnTo>
                    <a:pt x="16949" y="18558"/>
                  </a:lnTo>
                  <a:lnTo>
                    <a:pt x="18491" y="24269"/>
                  </a:lnTo>
                  <a:lnTo>
                    <a:pt x="17826" y="29879"/>
                  </a:lnTo>
                  <a:lnTo>
                    <a:pt x="15822" y="31995"/>
                  </a:lnTo>
                  <a:lnTo>
                    <a:pt x="12210" y="34223"/>
                  </a:lnTo>
                  <a:lnTo>
                    <a:pt x="11134" y="42574"/>
                  </a:lnTo>
                  <a:lnTo>
                    <a:pt x="4365" y="39397"/>
                  </a:lnTo>
                  <a:lnTo>
                    <a:pt x="3439" y="37051"/>
                  </a:lnTo>
                  <a:lnTo>
                    <a:pt x="0" y="34940"/>
                  </a:lnTo>
                  <a:lnTo>
                    <a:pt x="169" y="32085"/>
                  </a:lnTo>
                  <a:lnTo>
                    <a:pt x="1455" y="27884"/>
                  </a:lnTo>
                  <a:lnTo>
                    <a:pt x="4157" y="24912"/>
                  </a:lnTo>
                  <a:lnTo>
                    <a:pt x="4432" y="23233"/>
                  </a:lnTo>
                  <a:lnTo>
                    <a:pt x="2666" y="19468"/>
                  </a:lnTo>
                  <a:lnTo>
                    <a:pt x="5949" y="15555"/>
                  </a:lnTo>
                  <a:lnTo>
                    <a:pt x="5327" y="14720"/>
                  </a:lnTo>
                  <a:lnTo>
                    <a:pt x="4196" y="12815"/>
                  </a:lnTo>
                  <a:lnTo>
                    <a:pt x="3579" y="9225"/>
                  </a:lnTo>
                  <a:lnTo>
                    <a:pt x="4491" y="6713"/>
                  </a:lnTo>
                  <a:lnTo>
                    <a:pt x="8752" y="6686"/>
                  </a:lnTo>
                  <a:lnTo>
                    <a:pt x="1184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h4711"/>
            <p:cNvSpPr/>
            <p:nvPr/>
          </p:nvSpPr>
          <p:spPr>
            <a:xfrm>
              <a:off x="6920510" y="3247317"/>
              <a:ext cx="34682" cy="29530"/>
            </a:xfrm>
            <a:custGeom>
              <a:avLst/>
              <a:pathLst>
                <a:path w="34682" h="29530">
                  <a:moveTo>
                    <a:pt x="30938" y="2329"/>
                  </a:moveTo>
                  <a:lnTo>
                    <a:pt x="34682" y="3599"/>
                  </a:lnTo>
                  <a:lnTo>
                    <a:pt x="32319" y="5841"/>
                  </a:lnTo>
                  <a:lnTo>
                    <a:pt x="26495" y="6559"/>
                  </a:lnTo>
                  <a:lnTo>
                    <a:pt x="25417" y="11568"/>
                  </a:lnTo>
                  <a:lnTo>
                    <a:pt x="21777" y="16398"/>
                  </a:lnTo>
                  <a:lnTo>
                    <a:pt x="18204" y="18159"/>
                  </a:lnTo>
                  <a:lnTo>
                    <a:pt x="14810" y="18026"/>
                  </a:lnTo>
                  <a:lnTo>
                    <a:pt x="11680" y="24612"/>
                  </a:lnTo>
                  <a:lnTo>
                    <a:pt x="7739" y="29530"/>
                  </a:lnTo>
                  <a:lnTo>
                    <a:pt x="5911" y="24543"/>
                  </a:lnTo>
                  <a:lnTo>
                    <a:pt x="1773" y="23292"/>
                  </a:lnTo>
                  <a:lnTo>
                    <a:pt x="0" y="20930"/>
                  </a:lnTo>
                  <a:lnTo>
                    <a:pt x="2820" y="18479"/>
                  </a:lnTo>
                  <a:lnTo>
                    <a:pt x="7144" y="17251"/>
                  </a:lnTo>
                  <a:lnTo>
                    <a:pt x="15391" y="16713"/>
                  </a:lnTo>
                  <a:lnTo>
                    <a:pt x="16382" y="16148"/>
                  </a:lnTo>
                  <a:lnTo>
                    <a:pt x="16771" y="14600"/>
                  </a:lnTo>
                  <a:lnTo>
                    <a:pt x="14803" y="10786"/>
                  </a:lnTo>
                  <a:lnTo>
                    <a:pt x="11959" y="10428"/>
                  </a:lnTo>
                  <a:lnTo>
                    <a:pt x="9532" y="8050"/>
                  </a:lnTo>
                  <a:lnTo>
                    <a:pt x="10849" y="7428"/>
                  </a:lnTo>
                  <a:lnTo>
                    <a:pt x="12020" y="5333"/>
                  </a:lnTo>
                  <a:lnTo>
                    <a:pt x="10764" y="3596"/>
                  </a:lnTo>
                  <a:lnTo>
                    <a:pt x="8241" y="2510"/>
                  </a:lnTo>
                  <a:lnTo>
                    <a:pt x="8342" y="1809"/>
                  </a:lnTo>
                  <a:lnTo>
                    <a:pt x="18523" y="1284"/>
                  </a:lnTo>
                  <a:lnTo>
                    <a:pt x="21462" y="269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h4712"/>
            <p:cNvSpPr/>
            <p:nvPr/>
          </p:nvSpPr>
          <p:spPr>
            <a:xfrm>
              <a:off x="6998933" y="3124026"/>
              <a:ext cx="12011" cy="12605"/>
            </a:xfrm>
            <a:custGeom>
              <a:avLst/>
              <a:pathLst>
                <a:path w="12011" h="12605">
                  <a:moveTo>
                    <a:pt x="5360" y="2294"/>
                  </a:moveTo>
                  <a:lnTo>
                    <a:pt x="3545" y="9033"/>
                  </a:lnTo>
                  <a:lnTo>
                    <a:pt x="3472" y="11854"/>
                  </a:lnTo>
                  <a:lnTo>
                    <a:pt x="6539" y="9167"/>
                  </a:lnTo>
                  <a:lnTo>
                    <a:pt x="5804" y="7046"/>
                  </a:lnTo>
                  <a:lnTo>
                    <a:pt x="9204" y="4565"/>
                  </a:lnTo>
                  <a:lnTo>
                    <a:pt x="12011" y="8434"/>
                  </a:lnTo>
                  <a:lnTo>
                    <a:pt x="9433" y="11405"/>
                  </a:lnTo>
                  <a:lnTo>
                    <a:pt x="3275" y="12605"/>
                  </a:lnTo>
                  <a:lnTo>
                    <a:pt x="347" y="10673"/>
                  </a:lnTo>
                  <a:lnTo>
                    <a:pt x="0" y="9169"/>
                  </a:lnTo>
                  <a:lnTo>
                    <a:pt x="2002" y="5963"/>
                  </a:lnTo>
                  <a:lnTo>
                    <a:pt x="747" y="2402"/>
                  </a:lnTo>
                  <a:lnTo>
                    <a:pt x="1722" y="221"/>
                  </a:lnTo>
                  <a:lnTo>
                    <a:pt x="524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h4713"/>
            <p:cNvSpPr/>
            <p:nvPr/>
          </p:nvSpPr>
          <p:spPr>
            <a:xfrm>
              <a:off x="6979183" y="3092903"/>
              <a:ext cx="3803" cy="7413"/>
            </a:xfrm>
            <a:custGeom>
              <a:avLst/>
              <a:pathLst>
                <a:path w="3803" h="7413">
                  <a:moveTo>
                    <a:pt x="3145" y="0"/>
                  </a:moveTo>
                  <a:lnTo>
                    <a:pt x="2770" y="3764"/>
                  </a:lnTo>
                  <a:lnTo>
                    <a:pt x="3803" y="5081"/>
                  </a:lnTo>
                  <a:lnTo>
                    <a:pt x="3341" y="7279"/>
                  </a:lnTo>
                  <a:lnTo>
                    <a:pt x="1723" y="7413"/>
                  </a:lnTo>
                  <a:lnTo>
                    <a:pt x="104" y="6683"/>
                  </a:lnTo>
                  <a:lnTo>
                    <a:pt x="0" y="4715"/>
                  </a:lnTo>
                  <a:lnTo>
                    <a:pt x="1874" y="202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h4714"/>
            <p:cNvSpPr/>
            <p:nvPr/>
          </p:nvSpPr>
          <p:spPr>
            <a:xfrm>
              <a:off x="6935297" y="3189349"/>
              <a:ext cx="8775" cy="6416"/>
            </a:xfrm>
            <a:custGeom>
              <a:avLst/>
              <a:pathLst>
                <a:path w="8775" h="6416">
                  <a:moveTo>
                    <a:pt x="8775" y="0"/>
                  </a:moveTo>
                  <a:lnTo>
                    <a:pt x="8060" y="4654"/>
                  </a:lnTo>
                  <a:lnTo>
                    <a:pt x="6325" y="6416"/>
                  </a:lnTo>
                  <a:lnTo>
                    <a:pt x="5711" y="5935"/>
                  </a:lnTo>
                  <a:lnTo>
                    <a:pt x="5243" y="3369"/>
                  </a:lnTo>
                  <a:lnTo>
                    <a:pt x="1678" y="2592"/>
                  </a:lnTo>
                  <a:lnTo>
                    <a:pt x="371" y="3135"/>
                  </a:lnTo>
                  <a:lnTo>
                    <a:pt x="0" y="1783"/>
                  </a:lnTo>
                  <a:lnTo>
                    <a:pt x="3787" y="1826"/>
                  </a:lnTo>
                  <a:lnTo>
                    <a:pt x="4411" y="82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h4715"/>
            <p:cNvSpPr/>
            <p:nvPr/>
          </p:nvSpPr>
          <p:spPr>
            <a:xfrm>
              <a:off x="7243455" y="3298608"/>
              <a:ext cx="86765" cy="45253"/>
            </a:xfrm>
            <a:custGeom>
              <a:avLst/>
              <a:pathLst>
                <a:path w="86765" h="45253">
                  <a:moveTo>
                    <a:pt x="18815" y="2676"/>
                  </a:moveTo>
                  <a:lnTo>
                    <a:pt x="18273" y="5181"/>
                  </a:lnTo>
                  <a:lnTo>
                    <a:pt x="20681" y="5944"/>
                  </a:lnTo>
                  <a:lnTo>
                    <a:pt x="25122" y="5226"/>
                  </a:lnTo>
                  <a:lnTo>
                    <a:pt x="28057" y="6801"/>
                  </a:lnTo>
                  <a:lnTo>
                    <a:pt x="28440" y="7920"/>
                  </a:lnTo>
                  <a:lnTo>
                    <a:pt x="27472" y="12126"/>
                  </a:lnTo>
                  <a:lnTo>
                    <a:pt x="25896" y="13316"/>
                  </a:lnTo>
                  <a:lnTo>
                    <a:pt x="20991" y="13840"/>
                  </a:lnTo>
                  <a:lnTo>
                    <a:pt x="19976" y="14985"/>
                  </a:lnTo>
                  <a:lnTo>
                    <a:pt x="20550" y="18043"/>
                  </a:lnTo>
                  <a:lnTo>
                    <a:pt x="21703" y="15133"/>
                  </a:lnTo>
                  <a:lnTo>
                    <a:pt x="24206" y="15205"/>
                  </a:lnTo>
                  <a:lnTo>
                    <a:pt x="28330" y="21710"/>
                  </a:lnTo>
                  <a:lnTo>
                    <a:pt x="31596" y="21547"/>
                  </a:lnTo>
                  <a:lnTo>
                    <a:pt x="35510" y="16843"/>
                  </a:lnTo>
                  <a:lnTo>
                    <a:pt x="34907" y="14757"/>
                  </a:lnTo>
                  <a:lnTo>
                    <a:pt x="32748" y="12750"/>
                  </a:lnTo>
                  <a:lnTo>
                    <a:pt x="31025" y="6182"/>
                  </a:lnTo>
                  <a:lnTo>
                    <a:pt x="37023" y="5964"/>
                  </a:lnTo>
                  <a:lnTo>
                    <a:pt x="37512" y="6618"/>
                  </a:lnTo>
                  <a:lnTo>
                    <a:pt x="36277" y="14336"/>
                  </a:lnTo>
                  <a:lnTo>
                    <a:pt x="37017" y="14096"/>
                  </a:lnTo>
                  <a:lnTo>
                    <a:pt x="35347" y="18746"/>
                  </a:lnTo>
                  <a:lnTo>
                    <a:pt x="35025" y="21884"/>
                  </a:lnTo>
                  <a:lnTo>
                    <a:pt x="34066" y="22642"/>
                  </a:lnTo>
                  <a:lnTo>
                    <a:pt x="40608" y="26785"/>
                  </a:lnTo>
                  <a:lnTo>
                    <a:pt x="47176" y="28039"/>
                  </a:lnTo>
                  <a:lnTo>
                    <a:pt x="53371" y="30303"/>
                  </a:lnTo>
                  <a:lnTo>
                    <a:pt x="60427" y="30537"/>
                  </a:lnTo>
                  <a:lnTo>
                    <a:pt x="62460" y="28629"/>
                  </a:lnTo>
                  <a:lnTo>
                    <a:pt x="67433" y="31095"/>
                  </a:lnTo>
                  <a:lnTo>
                    <a:pt x="73983" y="29237"/>
                  </a:lnTo>
                  <a:lnTo>
                    <a:pt x="74234" y="29643"/>
                  </a:lnTo>
                  <a:lnTo>
                    <a:pt x="82498" y="43210"/>
                  </a:lnTo>
                  <a:lnTo>
                    <a:pt x="86765" y="45253"/>
                  </a:lnTo>
                  <a:lnTo>
                    <a:pt x="62770" y="35336"/>
                  </a:lnTo>
                  <a:lnTo>
                    <a:pt x="41374" y="29114"/>
                  </a:lnTo>
                  <a:lnTo>
                    <a:pt x="23052" y="26037"/>
                  </a:lnTo>
                  <a:lnTo>
                    <a:pt x="4571" y="24837"/>
                  </a:lnTo>
                  <a:lnTo>
                    <a:pt x="0" y="25289"/>
                  </a:lnTo>
                  <a:lnTo>
                    <a:pt x="66" y="23234"/>
                  </a:lnTo>
                  <a:lnTo>
                    <a:pt x="7418" y="6119"/>
                  </a:lnTo>
                  <a:lnTo>
                    <a:pt x="13776" y="7236"/>
                  </a:lnTo>
                  <a:lnTo>
                    <a:pt x="14071" y="4369"/>
                  </a:lnTo>
                  <a:lnTo>
                    <a:pt x="11807" y="609"/>
                  </a:lnTo>
                  <a:lnTo>
                    <a:pt x="172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h4716"/>
            <p:cNvSpPr/>
            <p:nvPr/>
          </p:nvSpPr>
          <p:spPr>
            <a:xfrm>
              <a:off x="6871464" y="3142395"/>
              <a:ext cx="9769" cy="9550"/>
            </a:xfrm>
            <a:custGeom>
              <a:avLst/>
              <a:pathLst>
                <a:path w="9769" h="9550">
                  <a:moveTo>
                    <a:pt x="8683" y="2718"/>
                  </a:moveTo>
                  <a:lnTo>
                    <a:pt x="9769" y="9010"/>
                  </a:lnTo>
                  <a:lnTo>
                    <a:pt x="9392" y="9550"/>
                  </a:lnTo>
                  <a:lnTo>
                    <a:pt x="3504" y="9314"/>
                  </a:lnTo>
                  <a:lnTo>
                    <a:pt x="1605" y="7936"/>
                  </a:lnTo>
                  <a:lnTo>
                    <a:pt x="0" y="5129"/>
                  </a:lnTo>
                  <a:lnTo>
                    <a:pt x="195" y="1542"/>
                  </a:lnTo>
                  <a:lnTo>
                    <a:pt x="63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h4717"/>
            <p:cNvSpPr/>
            <p:nvPr/>
          </p:nvSpPr>
          <p:spPr>
            <a:xfrm>
              <a:off x="7253356" y="3294819"/>
              <a:ext cx="25610" cy="25500"/>
            </a:xfrm>
            <a:custGeom>
              <a:avLst/>
              <a:pathLst>
                <a:path w="25610" h="25500">
                  <a:moveTo>
                    <a:pt x="8784" y="77"/>
                  </a:moveTo>
                  <a:lnTo>
                    <a:pt x="16599" y="0"/>
                  </a:lnTo>
                  <a:lnTo>
                    <a:pt x="19811" y="2156"/>
                  </a:lnTo>
                  <a:lnTo>
                    <a:pt x="20484" y="2616"/>
                  </a:lnTo>
                  <a:lnTo>
                    <a:pt x="20054" y="4964"/>
                  </a:lnTo>
                  <a:lnTo>
                    <a:pt x="21709" y="7174"/>
                  </a:lnTo>
                  <a:lnTo>
                    <a:pt x="21125" y="9972"/>
                  </a:lnTo>
                  <a:lnTo>
                    <a:pt x="22847" y="16539"/>
                  </a:lnTo>
                  <a:lnTo>
                    <a:pt x="25007" y="18546"/>
                  </a:lnTo>
                  <a:lnTo>
                    <a:pt x="25610" y="20632"/>
                  </a:lnTo>
                  <a:lnTo>
                    <a:pt x="21696" y="25337"/>
                  </a:lnTo>
                  <a:lnTo>
                    <a:pt x="18429" y="25500"/>
                  </a:lnTo>
                  <a:lnTo>
                    <a:pt x="14306" y="18995"/>
                  </a:lnTo>
                  <a:lnTo>
                    <a:pt x="11802" y="18922"/>
                  </a:lnTo>
                  <a:lnTo>
                    <a:pt x="10650" y="21833"/>
                  </a:lnTo>
                  <a:lnTo>
                    <a:pt x="10075" y="18775"/>
                  </a:lnTo>
                  <a:lnTo>
                    <a:pt x="11091" y="17630"/>
                  </a:lnTo>
                  <a:lnTo>
                    <a:pt x="15995" y="17106"/>
                  </a:lnTo>
                  <a:lnTo>
                    <a:pt x="17571" y="15916"/>
                  </a:lnTo>
                  <a:lnTo>
                    <a:pt x="18539" y="11710"/>
                  </a:lnTo>
                  <a:lnTo>
                    <a:pt x="18157" y="10590"/>
                  </a:lnTo>
                  <a:lnTo>
                    <a:pt x="15221" y="9016"/>
                  </a:lnTo>
                  <a:lnTo>
                    <a:pt x="10781" y="9734"/>
                  </a:lnTo>
                  <a:lnTo>
                    <a:pt x="8373" y="8971"/>
                  </a:lnTo>
                  <a:lnTo>
                    <a:pt x="8914" y="6466"/>
                  </a:lnTo>
                  <a:lnTo>
                    <a:pt x="7304" y="3789"/>
                  </a:lnTo>
                  <a:lnTo>
                    <a:pt x="1906" y="4398"/>
                  </a:lnTo>
                  <a:lnTo>
                    <a:pt x="0" y="135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h4718"/>
            <p:cNvSpPr/>
            <p:nvPr/>
          </p:nvSpPr>
          <p:spPr>
            <a:xfrm>
              <a:off x="6942368" y="3194398"/>
              <a:ext cx="7103" cy="12483"/>
            </a:xfrm>
            <a:custGeom>
              <a:avLst/>
              <a:pathLst>
                <a:path w="7103" h="12483">
                  <a:moveTo>
                    <a:pt x="7103" y="3405"/>
                  </a:moveTo>
                  <a:lnTo>
                    <a:pt x="5579" y="8685"/>
                  </a:lnTo>
                  <a:lnTo>
                    <a:pt x="649" y="12483"/>
                  </a:lnTo>
                  <a:lnTo>
                    <a:pt x="0" y="6984"/>
                  </a:lnTo>
                  <a:lnTo>
                    <a:pt x="1765" y="1731"/>
                  </a:lnTo>
                  <a:lnTo>
                    <a:pt x="62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h4719"/>
            <p:cNvSpPr/>
            <p:nvPr/>
          </p:nvSpPr>
          <p:spPr>
            <a:xfrm>
              <a:off x="7023273" y="3232963"/>
              <a:ext cx="3622" cy="4942"/>
            </a:xfrm>
            <a:custGeom>
              <a:avLst/>
              <a:pathLst>
                <a:path w="3622" h="4942">
                  <a:moveTo>
                    <a:pt x="3622" y="3719"/>
                  </a:moveTo>
                  <a:lnTo>
                    <a:pt x="2229" y="4915"/>
                  </a:lnTo>
                  <a:lnTo>
                    <a:pt x="1714" y="4942"/>
                  </a:lnTo>
                  <a:lnTo>
                    <a:pt x="0" y="4524"/>
                  </a:lnTo>
                  <a:lnTo>
                    <a:pt x="528" y="3292"/>
                  </a:lnTo>
                  <a:lnTo>
                    <a:pt x="334" y="1051"/>
                  </a:lnTo>
                  <a:lnTo>
                    <a:pt x="182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h4720"/>
            <p:cNvSpPr/>
            <p:nvPr/>
          </p:nvSpPr>
          <p:spPr>
            <a:xfrm>
              <a:off x="6982415" y="3218227"/>
              <a:ext cx="11194" cy="9220"/>
            </a:xfrm>
            <a:custGeom>
              <a:avLst/>
              <a:pathLst>
                <a:path w="11194" h="9220">
                  <a:moveTo>
                    <a:pt x="11194" y="372"/>
                  </a:moveTo>
                  <a:lnTo>
                    <a:pt x="10647" y="4557"/>
                  </a:lnTo>
                  <a:lnTo>
                    <a:pt x="10683" y="5064"/>
                  </a:lnTo>
                  <a:lnTo>
                    <a:pt x="4964" y="7579"/>
                  </a:lnTo>
                  <a:lnTo>
                    <a:pt x="3965" y="9220"/>
                  </a:lnTo>
                  <a:lnTo>
                    <a:pt x="0" y="3945"/>
                  </a:lnTo>
                  <a:lnTo>
                    <a:pt x="1236" y="2692"/>
                  </a:lnTo>
                  <a:lnTo>
                    <a:pt x="7209" y="2231"/>
                  </a:lnTo>
                  <a:lnTo>
                    <a:pt x="8564" y="313"/>
                  </a:lnTo>
                  <a:lnTo>
                    <a:pt x="1045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h4721"/>
            <p:cNvSpPr/>
            <p:nvPr/>
          </p:nvSpPr>
          <p:spPr>
            <a:xfrm>
              <a:off x="7048970" y="3307179"/>
              <a:ext cx="7478" cy="10576"/>
            </a:xfrm>
            <a:custGeom>
              <a:avLst/>
              <a:pathLst>
                <a:path w="7478" h="10576">
                  <a:moveTo>
                    <a:pt x="4707" y="40"/>
                  </a:moveTo>
                  <a:lnTo>
                    <a:pt x="6923" y="3124"/>
                  </a:lnTo>
                  <a:lnTo>
                    <a:pt x="7478" y="10576"/>
                  </a:lnTo>
                  <a:lnTo>
                    <a:pt x="4806" y="10440"/>
                  </a:lnTo>
                  <a:lnTo>
                    <a:pt x="3579" y="9618"/>
                  </a:lnTo>
                  <a:lnTo>
                    <a:pt x="0" y="6365"/>
                  </a:lnTo>
                  <a:lnTo>
                    <a:pt x="474" y="5183"/>
                  </a:lnTo>
                  <a:lnTo>
                    <a:pt x="325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h4722"/>
            <p:cNvSpPr/>
            <p:nvPr/>
          </p:nvSpPr>
          <p:spPr>
            <a:xfrm>
              <a:off x="6936053" y="3195285"/>
              <a:ext cx="5569" cy="6575"/>
            </a:xfrm>
            <a:custGeom>
              <a:avLst/>
              <a:pathLst>
                <a:path w="5569" h="6575">
                  <a:moveTo>
                    <a:pt x="4955" y="0"/>
                  </a:moveTo>
                  <a:lnTo>
                    <a:pt x="5569" y="480"/>
                  </a:lnTo>
                  <a:lnTo>
                    <a:pt x="4869" y="5620"/>
                  </a:lnTo>
                  <a:lnTo>
                    <a:pt x="2566" y="6575"/>
                  </a:lnTo>
                  <a:lnTo>
                    <a:pt x="0" y="2869"/>
                  </a:lnTo>
                  <a:lnTo>
                    <a:pt x="1531" y="30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h4723"/>
            <p:cNvSpPr/>
            <p:nvPr/>
          </p:nvSpPr>
          <p:spPr>
            <a:xfrm>
              <a:off x="7070104" y="3339163"/>
              <a:ext cx="9672" cy="11312"/>
            </a:xfrm>
            <a:custGeom>
              <a:avLst/>
              <a:pathLst>
                <a:path w="9672" h="11312">
                  <a:moveTo>
                    <a:pt x="3954" y="0"/>
                  </a:moveTo>
                  <a:lnTo>
                    <a:pt x="5178" y="2981"/>
                  </a:lnTo>
                  <a:lnTo>
                    <a:pt x="9672" y="4996"/>
                  </a:lnTo>
                  <a:lnTo>
                    <a:pt x="7739" y="10164"/>
                  </a:lnTo>
                  <a:lnTo>
                    <a:pt x="4356" y="11312"/>
                  </a:lnTo>
                  <a:lnTo>
                    <a:pt x="1759" y="9877"/>
                  </a:lnTo>
                  <a:lnTo>
                    <a:pt x="1298" y="5666"/>
                  </a:lnTo>
                  <a:lnTo>
                    <a:pt x="0" y="352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h4724"/>
            <p:cNvSpPr/>
            <p:nvPr/>
          </p:nvSpPr>
          <p:spPr>
            <a:xfrm>
              <a:off x="6975369" y="3186294"/>
              <a:ext cx="19826" cy="20166"/>
            </a:xfrm>
            <a:custGeom>
              <a:avLst/>
              <a:pathLst>
                <a:path w="19826" h="20166">
                  <a:moveTo>
                    <a:pt x="9868" y="187"/>
                  </a:moveTo>
                  <a:lnTo>
                    <a:pt x="9364" y="2313"/>
                  </a:lnTo>
                  <a:lnTo>
                    <a:pt x="9780" y="4477"/>
                  </a:lnTo>
                  <a:lnTo>
                    <a:pt x="16250" y="184"/>
                  </a:lnTo>
                  <a:lnTo>
                    <a:pt x="19826" y="7705"/>
                  </a:lnTo>
                  <a:lnTo>
                    <a:pt x="18780" y="7615"/>
                  </a:lnTo>
                  <a:lnTo>
                    <a:pt x="14480" y="14915"/>
                  </a:lnTo>
                  <a:lnTo>
                    <a:pt x="13653" y="19575"/>
                  </a:lnTo>
                  <a:lnTo>
                    <a:pt x="6740" y="20166"/>
                  </a:lnTo>
                  <a:lnTo>
                    <a:pt x="6473" y="19635"/>
                  </a:lnTo>
                  <a:lnTo>
                    <a:pt x="6809" y="16449"/>
                  </a:lnTo>
                  <a:lnTo>
                    <a:pt x="2283" y="7749"/>
                  </a:lnTo>
                  <a:lnTo>
                    <a:pt x="68" y="5103"/>
                  </a:lnTo>
                  <a:lnTo>
                    <a:pt x="0" y="1678"/>
                  </a:lnTo>
                  <a:lnTo>
                    <a:pt x="5039" y="4027"/>
                  </a:lnTo>
                  <a:lnTo>
                    <a:pt x="742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h4725"/>
            <p:cNvSpPr/>
            <p:nvPr/>
          </p:nvSpPr>
          <p:spPr>
            <a:xfrm>
              <a:off x="6904651" y="3126292"/>
              <a:ext cx="17245" cy="17329"/>
            </a:xfrm>
            <a:custGeom>
              <a:avLst/>
              <a:pathLst>
                <a:path w="17245" h="17329">
                  <a:moveTo>
                    <a:pt x="6272" y="2534"/>
                  </a:moveTo>
                  <a:lnTo>
                    <a:pt x="9062" y="3793"/>
                  </a:lnTo>
                  <a:lnTo>
                    <a:pt x="9768" y="4972"/>
                  </a:lnTo>
                  <a:lnTo>
                    <a:pt x="10360" y="6541"/>
                  </a:lnTo>
                  <a:lnTo>
                    <a:pt x="10041" y="8381"/>
                  </a:lnTo>
                  <a:lnTo>
                    <a:pt x="10994" y="10652"/>
                  </a:lnTo>
                  <a:lnTo>
                    <a:pt x="14287" y="12796"/>
                  </a:lnTo>
                  <a:lnTo>
                    <a:pt x="17154" y="15828"/>
                  </a:lnTo>
                  <a:lnTo>
                    <a:pt x="17245" y="17329"/>
                  </a:lnTo>
                  <a:lnTo>
                    <a:pt x="12850" y="16861"/>
                  </a:lnTo>
                  <a:lnTo>
                    <a:pt x="6518" y="13021"/>
                  </a:lnTo>
                  <a:lnTo>
                    <a:pt x="4828" y="12261"/>
                  </a:lnTo>
                  <a:lnTo>
                    <a:pt x="3973" y="12733"/>
                  </a:lnTo>
                  <a:lnTo>
                    <a:pt x="0" y="8714"/>
                  </a:lnTo>
                  <a:lnTo>
                    <a:pt x="2537" y="8678"/>
                  </a:lnTo>
                  <a:lnTo>
                    <a:pt x="4330" y="7878"/>
                  </a:lnTo>
                  <a:lnTo>
                    <a:pt x="5651" y="6164"/>
                  </a:lnTo>
                  <a:lnTo>
                    <a:pt x="2822" y="3398"/>
                  </a:lnTo>
                  <a:lnTo>
                    <a:pt x="2952" y="1861"/>
                  </a:lnTo>
                  <a:lnTo>
                    <a:pt x="403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h4726"/>
            <p:cNvSpPr/>
            <p:nvPr/>
          </p:nvSpPr>
          <p:spPr>
            <a:xfrm>
              <a:off x="7005162" y="3226043"/>
              <a:ext cx="2715" cy="4545"/>
            </a:xfrm>
            <a:custGeom>
              <a:avLst/>
              <a:pathLst>
                <a:path w="2715" h="4545">
                  <a:moveTo>
                    <a:pt x="1367" y="267"/>
                  </a:moveTo>
                  <a:lnTo>
                    <a:pt x="1525" y="2426"/>
                  </a:lnTo>
                  <a:lnTo>
                    <a:pt x="2715" y="4545"/>
                  </a:lnTo>
                  <a:lnTo>
                    <a:pt x="1211" y="3843"/>
                  </a:lnTo>
                  <a:lnTo>
                    <a:pt x="0" y="887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h4727"/>
            <p:cNvSpPr/>
            <p:nvPr/>
          </p:nvSpPr>
          <p:spPr>
            <a:xfrm>
              <a:off x="7197182" y="3322084"/>
              <a:ext cx="24994" cy="6545"/>
            </a:xfrm>
            <a:custGeom>
              <a:avLst/>
              <a:pathLst>
                <a:path w="24994" h="6545">
                  <a:moveTo>
                    <a:pt x="23857" y="2822"/>
                  </a:moveTo>
                  <a:lnTo>
                    <a:pt x="24994" y="2937"/>
                  </a:lnTo>
                  <a:lnTo>
                    <a:pt x="9056" y="6545"/>
                  </a:lnTo>
                  <a:lnTo>
                    <a:pt x="245" y="6404"/>
                  </a:lnTo>
                  <a:lnTo>
                    <a:pt x="0" y="2652"/>
                  </a:lnTo>
                  <a:lnTo>
                    <a:pt x="2527" y="771"/>
                  </a:lnTo>
                  <a:lnTo>
                    <a:pt x="9811" y="1676"/>
                  </a:lnTo>
                  <a:lnTo>
                    <a:pt x="228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h4728"/>
            <p:cNvSpPr/>
            <p:nvPr/>
          </p:nvSpPr>
          <p:spPr>
            <a:xfrm>
              <a:off x="6934094" y="3294472"/>
              <a:ext cx="10613" cy="12832"/>
            </a:xfrm>
            <a:custGeom>
              <a:avLst/>
              <a:pathLst>
                <a:path w="10613" h="12832">
                  <a:moveTo>
                    <a:pt x="6817" y="3363"/>
                  </a:moveTo>
                  <a:lnTo>
                    <a:pt x="10256" y="9299"/>
                  </a:lnTo>
                  <a:lnTo>
                    <a:pt x="10613" y="9659"/>
                  </a:lnTo>
                  <a:lnTo>
                    <a:pt x="8459" y="11165"/>
                  </a:lnTo>
                  <a:lnTo>
                    <a:pt x="3054" y="12832"/>
                  </a:lnTo>
                  <a:lnTo>
                    <a:pt x="2335" y="12564"/>
                  </a:lnTo>
                  <a:lnTo>
                    <a:pt x="1742" y="10748"/>
                  </a:lnTo>
                  <a:lnTo>
                    <a:pt x="0" y="3079"/>
                  </a:lnTo>
                  <a:lnTo>
                    <a:pt x="278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h4729"/>
            <p:cNvSpPr/>
            <p:nvPr/>
          </p:nvSpPr>
          <p:spPr>
            <a:xfrm>
              <a:off x="7022080" y="3268908"/>
              <a:ext cx="13671" cy="10811"/>
            </a:xfrm>
            <a:custGeom>
              <a:avLst/>
              <a:pathLst>
                <a:path w="13671" h="10811">
                  <a:moveTo>
                    <a:pt x="4265" y="392"/>
                  </a:moveTo>
                  <a:lnTo>
                    <a:pt x="5858" y="1480"/>
                  </a:lnTo>
                  <a:lnTo>
                    <a:pt x="13671" y="817"/>
                  </a:lnTo>
                  <a:lnTo>
                    <a:pt x="13517" y="4570"/>
                  </a:lnTo>
                  <a:lnTo>
                    <a:pt x="12379" y="4742"/>
                  </a:lnTo>
                  <a:lnTo>
                    <a:pt x="11275" y="9737"/>
                  </a:lnTo>
                  <a:lnTo>
                    <a:pt x="7763" y="8959"/>
                  </a:lnTo>
                  <a:lnTo>
                    <a:pt x="4931" y="10811"/>
                  </a:lnTo>
                  <a:lnTo>
                    <a:pt x="1493" y="4977"/>
                  </a:lnTo>
                  <a:lnTo>
                    <a:pt x="3933" y="2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h4730"/>
            <p:cNvSpPr/>
            <p:nvPr/>
          </p:nvSpPr>
          <p:spPr>
            <a:xfrm>
              <a:off x="6847322" y="3157388"/>
              <a:ext cx="8476" cy="9998"/>
            </a:xfrm>
            <a:custGeom>
              <a:avLst/>
              <a:pathLst>
                <a:path w="8476" h="9998">
                  <a:moveTo>
                    <a:pt x="6531" y="870"/>
                  </a:moveTo>
                  <a:lnTo>
                    <a:pt x="8476" y="702"/>
                  </a:lnTo>
                  <a:lnTo>
                    <a:pt x="6487" y="9584"/>
                  </a:lnTo>
                  <a:lnTo>
                    <a:pt x="4781" y="9894"/>
                  </a:lnTo>
                  <a:lnTo>
                    <a:pt x="2626" y="9998"/>
                  </a:lnTo>
                  <a:lnTo>
                    <a:pt x="159" y="51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h4731"/>
            <p:cNvSpPr/>
            <p:nvPr/>
          </p:nvSpPr>
          <p:spPr>
            <a:xfrm>
              <a:off x="6930168" y="3143932"/>
              <a:ext cx="27329" cy="20645"/>
            </a:xfrm>
            <a:custGeom>
              <a:avLst/>
              <a:pathLst>
                <a:path w="27329" h="20645">
                  <a:moveTo>
                    <a:pt x="17520" y="391"/>
                  </a:moveTo>
                  <a:lnTo>
                    <a:pt x="23118" y="3577"/>
                  </a:lnTo>
                  <a:lnTo>
                    <a:pt x="26598" y="9408"/>
                  </a:lnTo>
                  <a:lnTo>
                    <a:pt x="27329" y="12739"/>
                  </a:lnTo>
                  <a:lnTo>
                    <a:pt x="25358" y="16765"/>
                  </a:lnTo>
                  <a:lnTo>
                    <a:pt x="19610" y="20645"/>
                  </a:lnTo>
                  <a:lnTo>
                    <a:pt x="11685" y="19431"/>
                  </a:lnTo>
                  <a:lnTo>
                    <a:pt x="10861" y="17747"/>
                  </a:lnTo>
                  <a:lnTo>
                    <a:pt x="7660" y="16504"/>
                  </a:lnTo>
                  <a:lnTo>
                    <a:pt x="2127" y="19893"/>
                  </a:lnTo>
                  <a:lnTo>
                    <a:pt x="1960" y="19490"/>
                  </a:lnTo>
                  <a:lnTo>
                    <a:pt x="0" y="16386"/>
                  </a:lnTo>
                  <a:lnTo>
                    <a:pt x="6241" y="13937"/>
                  </a:lnTo>
                  <a:lnTo>
                    <a:pt x="5524" y="7861"/>
                  </a:lnTo>
                  <a:lnTo>
                    <a:pt x="6070" y="6588"/>
                  </a:lnTo>
                  <a:lnTo>
                    <a:pt x="10946" y="5768"/>
                  </a:lnTo>
                  <a:lnTo>
                    <a:pt x="1638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h4732"/>
            <p:cNvSpPr/>
            <p:nvPr/>
          </p:nvSpPr>
          <p:spPr>
            <a:xfrm>
              <a:off x="6860122" y="3127595"/>
              <a:ext cx="8002" cy="5711"/>
            </a:xfrm>
            <a:custGeom>
              <a:avLst/>
              <a:pathLst>
                <a:path w="8002" h="5711">
                  <a:moveTo>
                    <a:pt x="4247" y="394"/>
                  </a:moveTo>
                  <a:lnTo>
                    <a:pt x="8002" y="1444"/>
                  </a:lnTo>
                  <a:lnTo>
                    <a:pt x="7965" y="5711"/>
                  </a:lnTo>
                  <a:lnTo>
                    <a:pt x="5386" y="2779"/>
                  </a:lnTo>
                  <a:lnTo>
                    <a:pt x="4430" y="4484"/>
                  </a:lnTo>
                  <a:lnTo>
                    <a:pt x="2636" y="5531"/>
                  </a:lnTo>
                  <a:lnTo>
                    <a:pt x="129" y="2707"/>
                  </a:lnTo>
                  <a:lnTo>
                    <a:pt x="0" y="1007"/>
                  </a:lnTo>
                  <a:lnTo>
                    <a:pt x="115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h4733"/>
            <p:cNvSpPr/>
            <p:nvPr/>
          </p:nvSpPr>
          <p:spPr>
            <a:xfrm>
              <a:off x="7037738" y="3319038"/>
              <a:ext cx="6209" cy="10982"/>
            </a:xfrm>
            <a:custGeom>
              <a:avLst/>
              <a:pathLst>
                <a:path w="6209" h="10982">
                  <a:moveTo>
                    <a:pt x="3409" y="2563"/>
                  </a:moveTo>
                  <a:lnTo>
                    <a:pt x="6209" y="9812"/>
                  </a:lnTo>
                  <a:lnTo>
                    <a:pt x="4801" y="10982"/>
                  </a:lnTo>
                  <a:lnTo>
                    <a:pt x="3395" y="8743"/>
                  </a:lnTo>
                  <a:lnTo>
                    <a:pt x="944" y="6317"/>
                  </a:lnTo>
                  <a:lnTo>
                    <a:pt x="0" y="3244"/>
                  </a:lnTo>
                  <a:lnTo>
                    <a:pt x="11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h4734"/>
            <p:cNvSpPr/>
            <p:nvPr/>
          </p:nvSpPr>
          <p:spPr>
            <a:xfrm>
              <a:off x="7016271" y="3247780"/>
              <a:ext cx="11565" cy="11795"/>
            </a:xfrm>
            <a:custGeom>
              <a:avLst/>
              <a:pathLst>
                <a:path w="11565" h="11795">
                  <a:moveTo>
                    <a:pt x="5432" y="734"/>
                  </a:moveTo>
                  <a:lnTo>
                    <a:pt x="5815" y="4442"/>
                  </a:lnTo>
                  <a:lnTo>
                    <a:pt x="7904" y="4952"/>
                  </a:lnTo>
                  <a:lnTo>
                    <a:pt x="11565" y="9977"/>
                  </a:lnTo>
                  <a:lnTo>
                    <a:pt x="7325" y="11712"/>
                  </a:lnTo>
                  <a:lnTo>
                    <a:pt x="2943" y="11795"/>
                  </a:lnTo>
                  <a:lnTo>
                    <a:pt x="2177" y="10785"/>
                  </a:lnTo>
                  <a:lnTo>
                    <a:pt x="0" y="10511"/>
                  </a:lnTo>
                  <a:lnTo>
                    <a:pt x="139" y="6910"/>
                  </a:lnTo>
                  <a:lnTo>
                    <a:pt x="2518" y="7617"/>
                  </a:lnTo>
                  <a:lnTo>
                    <a:pt x="2260" y="6374"/>
                  </a:lnTo>
                  <a:lnTo>
                    <a:pt x="1030" y="5880"/>
                  </a:lnTo>
                  <a:lnTo>
                    <a:pt x="311" y="6402"/>
                  </a:lnTo>
                  <a:lnTo>
                    <a:pt x="1857" y="1224"/>
                  </a:lnTo>
                  <a:lnTo>
                    <a:pt x="1876" y="341"/>
                  </a:lnTo>
                  <a:lnTo>
                    <a:pt x="218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h4735"/>
            <p:cNvSpPr/>
            <p:nvPr/>
          </p:nvSpPr>
          <p:spPr>
            <a:xfrm>
              <a:off x="6998517" y="3104582"/>
              <a:ext cx="13402" cy="13595"/>
            </a:xfrm>
            <a:custGeom>
              <a:avLst/>
              <a:pathLst>
                <a:path w="13402" h="13595">
                  <a:moveTo>
                    <a:pt x="8673" y="2437"/>
                  </a:moveTo>
                  <a:lnTo>
                    <a:pt x="13402" y="5217"/>
                  </a:lnTo>
                  <a:lnTo>
                    <a:pt x="12707" y="9830"/>
                  </a:lnTo>
                  <a:lnTo>
                    <a:pt x="9448" y="8646"/>
                  </a:lnTo>
                  <a:lnTo>
                    <a:pt x="7311" y="9130"/>
                  </a:lnTo>
                  <a:lnTo>
                    <a:pt x="8104" y="13595"/>
                  </a:lnTo>
                  <a:lnTo>
                    <a:pt x="1612" y="13592"/>
                  </a:lnTo>
                  <a:lnTo>
                    <a:pt x="0" y="12693"/>
                  </a:lnTo>
                  <a:lnTo>
                    <a:pt x="1354" y="8517"/>
                  </a:lnTo>
                  <a:lnTo>
                    <a:pt x="3120" y="8857"/>
                  </a:lnTo>
                  <a:lnTo>
                    <a:pt x="6570" y="6648"/>
                  </a:lnTo>
                  <a:lnTo>
                    <a:pt x="50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h4736"/>
            <p:cNvSpPr/>
            <p:nvPr/>
          </p:nvSpPr>
          <p:spPr>
            <a:xfrm>
              <a:off x="7001908" y="3088542"/>
              <a:ext cx="22789" cy="23244"/>
            </a:xfrm>
            <a:custGeom>
              <a:avLst/>
              <a:pathLst>
                <a:path w="22789" h="23244">
                  <a:moveTo>
                    <a:pt x="7870" y="0"/>
                  </a:moveTo>
                  <a:lnTo>
                    <a:pt x="8337" y="1740"/>
                  </a:lnTo>
                  <a:lnTo>
                    <a:pt x="10462" y="3749"/>
                  </a:lnTo>
                  <a:lnTo>
                    <a:pt x="13714" y="5783"/>
                  </a:lnTo>
                  <a:lnTo>
                    <a:pt x="14562" y="5849"/>
                  </a:lnTo>
                  <a:lnTo>
                    <a:pt x="14761" y="4714"/>
                  </a:lnTo>
                  <a:lnTo>
                    <a:pt x="15994" y="5973"/>
                  </a:lnTo>
                  <a:lnTo>
                    <a:pt x="14823" y="6598"/>
                  </a:lnTo>
                  <a:lnTo>
                    <a:pt x="14717" y="7965"/>
                  </a:lnTo>
                  <a:lnTo>
                    <a:pt x="17995" y="9288"/>
                  </a:lnTo>
                  <a:lnTo>
                    <a:pt x="19735" y="10756"/>
                  </a:lnTo>
                  <a:lnTo>
                    <a:pt x="20164" y="14008"/>
                  </a:lnTo>
                  <a:lnTo>
                    <a:pt x="18360" y="15784"/>
                  </a:lnTo>
                  <a:lnTo>
                    <a:pt x="18387" y="16686"/>
                  </a:lnTo>
                  <a:lnTo>
                    <a:pt x="19904" y="17738"/>
                  </a:lnTo>
                  <a:lnTo>
                    <a:pt x="22789" y="17161"/>
                  </a:lnTo>
                  <a:lnTo>
                    <a:pt x="22485" y="18554"/>
                  </a:lnTo>
                  <a:lnTo>
                    <a:pt x="20846" y="20367"/>
                  </a:lnTo>
                  <a:lnTo>
                    <a:pt x="17713" y="22460"/>
                  </a:lnTo>
                  <a:lnTo>
                    <a:pt x="13663" y="23244"/>
                  </a:lnTo>
                  <a:lnTo>
                    <a:pt x="10937" y="18723"/>
                  </a:lnTo>
                  <a:lnTo>
                    <a:pt x="5838" y="18039"/>
                  </a:lnTo>
                  <a:lnTo>
                    <a:pt x="5282" y="18477"/>
                  </a:lnTo>
                  <a:lnTo>
                    <a:pt x="1624" y="16040"/>
                  </a:lnTo>
                  <a:lnTo>
                    <a:pt x="972" y="15751"/>
                  </a:lnTo>
                  <a:lnTo>
                    <a:pt x="0" y="4486"/>
                  </a:lnTo>
                  <a:lnTo>
                    <a:pt x="5781" y="26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h4737"/>
            <p:cNvSpPr/>
            <p:nvPr/>
          </p:nvSpPr>
          <p:spPr>
            <a:xfrm>
              <a:off x="6866790" y="3294127"/>
              <a:ext cx="15383" cy="18287"/>
            </a:xfrm>
            <a:custGeom>
              <a:avLst/>
              <a:pathLst>
                <a:path w="15383" h="18287">
                  <a:moveTo>
                    <a:pt x="14779" y="1331"/>
                  </a:moveTo>
                  <a:lnTo>
                    <a:pt x="15383" y="2682"/>
                  </a:lnTo>
                  <a:lnTo>
                    <a:pt x="13098" y="7404"/>
                  </a:lnTo>
                  <a:lnTo>
                    <a:pt x="12411" y="11744"/>
                  </a:lnTo>
                  <a:lnTo>
                    <a:pt x="15161" y="14312"/>
                  </a:lnTo>
                  <a:lnTo>
                    <a:pt x="12908" y="16340"/>
                  </a:lnTo>
                  <a:lnTo>
                    <a:pt x="7912" y="18287"/>
                  </a:lnTo>
                  <a:lnTo>
                    <a:pt x="0" y="15531"/>
                  </a:lnTo>
                  <a:lnTo>
                    <a:pt x="2620" y="11987"/>
                  </a:lnTo>
                  <a:lnTo>
                    <a:pt x="8727" y="7167"/>
                  </a:lnTo>
                  <a:lnTo>
                    <a:pt x="7746" y="3761"/>
                  </a:lnTo>
                  <a:lnTo>
                    <a:pt x="4948" y="1815"/>
                  </a:lnTo>
                  <a:lnTo>
                    <a:pt x="6089" y="1710"/>
                  </a:lnTo>
                  <a:lnTo>
                    <a:pt x="1359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h4738"/>
            <p:cNvSpPr/>
            <p:nvPr/>
          </p:nvSpPr>
          <p:spPr>
            <a:xfrm>
              <a:off x="7024514" y="3172838"/>
              <a:ext cx="21234" cy="17218"/>
            </a:xfrm>
            <a:custGeom>
              <a:avLst/>
              <a:pathLst>
                <a:path w="21234" h="17218">
                  <a:moveTo>
                    <a:pt x="21085" y="4603"/>
                  </a:moveTo>
                  <a:lnTo>
                    <a:pt x="18934" y="8086"/>
                  </a:lnTo>
                  <a:lnTo>
                    <a:pt x="13183" y="14330"/>
                  </a:lnTo>
                  <a:lnTo>
                    <a:pt x="10601" y="16125"/>
                  </a:lnTo>
                  <a:lnTo>
                    <a:pt x="10141" y="17218"/>
                  </a:lnTo>
                  <a:lnTo>
                    <a:pt x="6113" y="16039"/>
                  </a:lnTo>
                  <a:lnTo>
                    <a:pt x="2111" y="16755"/>
                  </a:lnTo>
                  <a:lnTo>
                    <a:pt x="1707" y="16444"/>
                  </a:lnTo>
                  <a:lnTo>
                    <a:pt x="0" y="11318"/>
                  </a:lnTo>
                  <a:lnTo>
                    <a:pt x="236" y="10425"/>
                  </a:lnTo>
                  <a:lnTo>
                    <a:pt x="11242" y="7348"/>
                  </a:lnTo>
                  <a:lnTo>
                    <a:pt x="14834" y="3715"/>
                  </a:lnTo>
                  <a:lnTo>
                    <a:pt x="17017" y="3239"/>
                  </a:lnTo>
                  <a:lnTo>
                    <a:pt x="2123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h4739"/>
            <p:cNvSpPr/>
            <p:nvPr/>
          </p:nvSpPr>
          <p:spPr>
            <a:xfrm>
              <a:off x="7010547" y="3239166"/>
              <a:ext cx="2046" cy="2462"/>
            </a:xfrm>
            <a:custGeom>
              <a:avLst/>
              <a:pathLst>
                <a:path w="2046" h="2462">
                  <a:moveTo>
                    <a:pt x="2046" y="2087"/>
                  </a:moveTo>
                  <a:lnTo>
                    <a:pt x="0" y="2462"/>
                  </a:lnTo>
                  <a:lnTo>
                    <a:pt x="66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h4740"/>
            <p:cNvSpPr/>
            <p:nvPr/>
          </p:nvSpPr>
          <p:spPr>
            <a:xfrm>
              <a:off x="7031739" y="3201421"/>
              <a:ext cx="5658" cy="8553"/>
            </a:xfrm>
            <a:custGeom>
              <a:avLst/>
              <a:pathLst>
                <a:path w="5658" h="8553">
                  <a:moveTo>
                    <a:pt x="1734" y="38"/>
                  </a:moveTo>
                  <a:lnTo>
                    <a:pt x="3137" y="509"/>
                  </a:lnTo>
                  <a:lnTo>
                    <a:pt x="3647" y="1065"/>
                  </a:lnTo>
                  <a:lnTo>
                    <a:pt x="5658" y="1747"/>
                  </a:lnTo>
                  <a:lnTo>
                    <a:pt x="4447" y="4343"/>
                  </a:lnTo>
                  <a:lnTo>
                    <a:pt x="1578" y="8553"/>
                  </a:lnTo>
                  <a:lnTo>
                    <a:pt x="1905" y="44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h4741"/>
            <p:cNvSpPr/>
            <p:nvPr/>
          </p:nvSpPr>
          <p:spPr>
            <a:xfrm>
              <a:off x="7025971" y="3188878"/>
              <a:ext cx="8684" cy="3514"/>
            </a:xfrm>
            <a:custGeom>
              <a:avLst/>
              <a:pathLst>
                <a:path w="8684" h="3514">
                  <a:moveTo>
                    <a:pt x="8684" y="1178"/>
                  </a:moveTo>
                  <a:lnTo>
                    <a:pt x="5761" y="3514"/>
                  </a:lnTo>
                  <a:lnTo>
                    <a:pt x="605" y="2346"/>
                  </a:lnTo>
                  <a:lnTo>
                    <a:pt x="0" y="2867"/>
                  </a:lnTo>
                  <a:lnTo>
                    <a:pt x="653" y="716"/>
                  </a:lnTo>
                  <a:lnTo>
                    <a:pt x="46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h4742"/>
            <p:cNvSpPr/>
            <p:nvPr/>
          </p:nvSpPr>
          <p:spPr>
            <a:xfrm>
              <a:off x="7000502" y="3205490"/>
              <a:ext cx="11185" cy="9695"/>
            </a:xfrm>
            <a:custGeom>
              <a:avLst/>
              <a:pathLst>
                <a:path w="11185" h="9695">
                  <a:moveTo>
                    <a:pt x="11185" y="5401"/>
                  </a:moveTo>
                  <a:lnTo>
                    <a:pt x="3502" y="9695"/>
                  </a:lnTo>
                  <a:lnTo>
                    <a:pt x="0" y="8478"/>
                  </a:lnTo>
                  <a:lnTo>
                    <a:pt x="924" y="8137"/>
                  </a:lnTo>
                  <a:lnTo>
                    <a:pt x="2496" y="1971"/>
                  </a:lnTo>
                  <a:lnTo>
                    <a:pt x="61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h4743"/>
            <p:cNvSpPr/>
            <p:nvPr/>
          </p:nvSpPr>
          <p:spPr>
            <a:xfrm>
              <a:off x="7028113" y="3240063"/>
              <a:ext cx="7554" cy="6698"/>
            </a:xfrm>
            <a:custGeom>
              <a:avLst/>
              <a:pathLst>
                <a:path w="7554" h="6698">
                  <a:moveTo>
                    <a:pt x="6146" y="1779"/>
                  </a:moveTo>
                  <a:lnTo>
                    <a:pt x="7445" y="3512"/>
                  </a:lnTo>
                  <a:lnTo>
                    <a:pt x="7554" y="6671"/>
                  </a:lnTo>
                  <a:lnTo>
                    <a:pt x="3221" y="6698"/>
                  </a:lnTo>
                  <a:lnTo>
                    <a:pt x="755" y="6421"/>
                  </a:lnTo>
                  <a:lnTo>
                    <a:pt x="295" y="2033"/>
                  </a:lnTo>
                  <a:lnTo>
                    <a:pt x="0" y="956"/>
                  </a:lnTo>
                  <a:lnTo>
                    <a:pt x="129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h4744"/>
            <p:cNvSpPr/>
            <p:nvPr/>
          </p:nvSpPr>
          <p:spPr>
            <a:xfrm>
              <a:off x="6819825" y="3296090"/>
              <a:ext cx="12097" cy="14748"/>
            </a:xfrm>
            <a:custGeom>
              <a:avLst/>
              <a:pathLst>
                <a:path w="12097" h="14748">
                  <a:moveTo>
                    <a:pt x="8985" y="305"/>
                  </a:moveTo>
                  <a:lnTo>
                    <a:pt x="9646" y="11626"/>
                  </a:lnTo>
                  <a:lnTo>
                    <a:pt x="12097" y="12298"/>
                  </a:lnTo>
                  <a:lnTo>
                    <a:pt x="9050" y="14748"/>
                  </a:lnTo>
                  <a:lnTo>
                    <a:pt x="6535" y="11402"/>
                  </a:lnTo>
                  <a:lnTo>
                    <a:pt x="4628" y="11482"/>
                  </a:lnTo>
                  <a:lnTo>
                    <a:pt x="4481" y="9668"/>
                  </a:lnTo>
                  <a:lnTo>
                    <a:pt x="3421" y="8979"/>
                  </a:lnTo>
                  <a:lnTo>
                    <a:pt x="1048" y="9134"/>
                  </a:lnTo>
                  <a:lnTo>
                    <a:pt x="0" y="3290"/>
                  </a:lnTo>
                  <a:lnTo>
                    <a:pt x="743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h4745"/>
            <p:cNvSpPr/>
            <p:nvPr/>
          </p:nvSpPr>
          <p:spPr>
            <a:xfrm>
              <a:off x="7096296" y="3287836"/>
              <a:ext cx="18164" cy="12707"/>
            </a:xfrm>
            <a:custGeom>
              <a:avLst/>
              <a:pathLst>
                <a:path w="18164" h="12707">
                  <a:moveTo>
                    <a:pt x="16155" y="4974"/>
                  </a:moveTo>
                  <a:lnTo>
                    <a:pt x="18164" y="12707"/>
                  </a:lnTo>
                  <a:lnTo>
                    <a:pt x="11667" y="10525"/>
                  </a:lnTo>
                  <a:lnTo>
                    <a:pt x="4217" y="9556"/>
                  </a:lnTo>
                  <a:lnTo>
                    <a:pt x="1968" y="8427"/>
                  </a:lnTo>
                  <a:lnTo>
                    <a:pt x="1682" y="5793"/>
                  </a:lnTo>
                  <a:lnTo>
                    <a:pt x="0" y="4136"/>
                  </a:lnTo>
                  <a:lnTo>
                    <a:pt x="5680" y="1963"/>
                  </a:lnTo>
                  <a:lnTo>
                    <a:pt x="6456" y="458"/>
                  </a:lnTo>
                  <a:lnTo>
                    <a:pt x="913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h4746"/>
            <p:cNvSpPr/>
            <p:nvPr/>
          </p:nvSpPr>
          <p:spPr>
            <a:xfrm>
              <a:off x="6895921" y="3117676"/>
              <a:ext cx="11682" cy="12014"/>
            </a:xfrm>
            <a:custGeom>
              <a:avLst/>
              <a:pathLst>
                <a:path w="11682" h="12014">
                  <a:moveTo>
                    <a:pt x="6159" y="462"/>
                  </a:moveTo>
                  <a:lnTo>
                    <a:pt x="8170" y="810"/>
                  </a:lnTo>
                  <a:lnTo>
                    <a:pt x="10597" y="3254"/>
                  </a:lnTo>
                  <a:lnTo>
                    <a:pt x="10877" y="9868"/>
                  </a:lnTo>
                  <a:lnTo>
                    <a:pt x="11682" y="10477"/>
                  </a:lnTo>
                  <a:lnTo>
                    <a:pt x="11552" y="12014"/>
                  </a:lnTo>
                  <a:lnTo>
                    <a:pt x="9828" y="11047"/>
                  </a:lnTo>
                  <a:lnTo>
                    <a:pt x="5518" y="10716"/>
                  </a:lnTo>
                  <a:lnTo>
                    <a:pt x="1347" y="11812"/>
                  </a:lnTo>
                  <a:lnTo>
                    <a:pt x="0" y="3459"/>
                  </a:lnTo>
                  <a:lnTo>
                    <a:pt x="330" y="2460"/>
                  </a:lnTo>
                  <a:lnTo>
                    <a:pt x="82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h4747"/>
            <p:cNvSpPr/>
            <p:nvPr/>
          </p:nvSpPr>
          <p:spPr>
            <a:xfrm>
              <a:off x="6889362" y="3197480"/>
              <a:ext cx="16204" cy="10234"/>
            </a:xfrm>
            <a:custGeom>
              <a:avLst/>
              <a:pathLst>
                <a:path w="16204" h="10234">
                  <a:moveTo>
                    <a:pt x="16204" y="1183"/>
                  </a:moveTo>
                  <a:lnTo>
                    <a:pt x="15569" y="3780"/>
                  </a:lnTo>
                  <a:lnTo>
                    <a:pt x="12625" y="6893"/>
                  </a:lnTo>
                  <a:lnTo>
                    <a:pt x="2141" y="10234"/>
                  </a:lnTo>
                  <a:lnTo>
                    <a:pt x="0" y="9929"/>
                  </a:lnTo>
                  <a:lnTo>
                    <a:pt x="843" y="4098"/>
                  </a:lnTo>
                  <a:lnTo>
                    <a:pt x="7987" y="3461"/>
                  </a:lnTo>
                  <a:lnTo>
                    <a:pt x="1337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h4748"/>
            <p:cNvSpPr/>
            <p:nvPr/>
          </p:nvSpPr>
          <p:spPr>
            <a:xfrm>
              <a:off x="7016038" y="3129840"/>
              <a:ext cx="10984" cy="9971"/>
            </a:xfrm>
            <a:custGeom>
              <a:avLst/>
              <a:pathLst>
                <a:path w="10984" h="9971">
                  <a:moveTo>
                    <a:pt x="8269" y="337"/>
                  </a:moveTo>
                  <a:lnTo>
                    <a:pt x="7827" y="2205"/>
                  </a:lnTo>
                  <a:lnTo>
                    <a:pt x="10362" y="4009"/>
                  </a:lnTo>
                  <a:lnTo>
                    <a:pt x="10984" y="4843"/>
                  </a:lnTo>
                  <a:lnTo>
                    <a:pt x="7701" y="8756"/>
                  </a:lnTo>
                  <a:lnTo>
                    <a:pt x="5530" y="9971"/>
                  </a:lnTo>
                  <a:lnTo>
                    <a:pt x="0" y="3508"/>
                  </a:lnTo>
                  <a:lnTo>
                    <a:pt x="2173" y="3277"/>
                  </a:lnTo>
                  <a:lnTo>
                    <a:pt x="3160" y="1012"/>
                  </a:lnTo>
                  <a:lnTo>
                    <a:pt x="571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h4749"/>
            <p:cNvSpPr/>
            <p:nvPr/>
          </p:nvSpPr>
          <p:spPr>
            <a:xfrm>
              <a:off x="6818725" y="3167884"/>
              <a:ext cx="12375" cy="14106"/>
            </a:xfrm>
            <a:custGeom>
              <a:avLst/>
              <a:pathLst>
                <a:path w="12375" h="14106">
                  <a:moveTo>
                    <a:pt x="12375" y="3152"/>
                  </a:moveTo>
                  <a:lnTo>
                    <a:pt x="11765" y="5378"/>
                  </a:lnTo>
                  <a:lnTo>
                    <a:pt x="10347" y="7651"/>
                  </a:lnTo>
                  <a:lnTo>
                    <a:pt x="10949" y="13258"/>
                  </a:lnTo>
                  <a:lnTo>
                    <a:pt x="9042" y="14106"/>
                  </a:lnTo>
                  <a:lnTo>
                    <a:pt x="6833" y="13609"/>
                  </a:lnTo>
                  <a:lnTo>
                    <a:pt x="5640" y="13425"/>
                  </a:lnTo>
                  <a:lnTo>
                    <a:pt x="0" y="4956"/>
                  </a:lnTo>
                  <a:lnTo>
                    <a:pt x="582" y="1996"/>
                  </a:lnTo>
                  <a:lnTo>
                    <a:pt x="1114" y="1047"/>
                  </a:lnTo>
                  <a:lnTo>
                    <a:pt x="3150" y="195"/>
                  </a:lnTo>
                  <a:lnTo>
                    <a:pt x="8136" y="0"/>
                  </a:lnTo>
                  <a:lnTo>
                    <a:pt x="8327" y="2055"/>
                  </a:lnTo>
                  <a:close/>
                  <a:moveTo>
                    <a:pt x="6575" y="8961"/>
                  </a:moveTo>
                  <a:lnTo>
                    <a:pt x="8112" y="8218"/>
                  </a:lnTo>
                  <a:lnTo>
                    <a:pt x="7239" y="5988"/>
                  </a:lnTo>
                  <a:lnTo>
                    <a:pt x="6304" y="5737"/>
                  </a:lnTo>
                  <a:lnTo>
                    <a:pt x="6587" y="5038"/>
                  </a:lnTo>
                  <a:lnTo>
                    <a:pt x="5851" y="4703"/>
                  </a:lnTo>
                  <a:lnTo>
                    <a:pt x="4222" y="858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h4750"/>
            <p:cNvSpPr/>
            <p:nvPr/>
          </p:nvSpPr>
          <p:spPr>
            <a:xfrm>
              <a:off x="7086847" y="3189999"/>
              <a:ext cx="18533" cy="13069"/>
            </a:xfrm>
            <a:custGeom>
              <a:avLst/>
              <a:pathLst>
                <a:path w="18533" h="13069">
                  <a:moveTo>
                    <a:pt x="8782" y="685"/>
                  </a:moveTo>
                  <a:lnTo>
                    <a:pt x="10228" y="1522"/>
                  </a:lnTo>
                  <a:lnTo>
                    <a:pt x="11571" y="4695"/>
                  </a:lnTo>
                  <a:lnTo>
                    <a:pt x="18533" y="5765"/>
                  </a:lnTo>
                  <a:lnTo>
                    <a:pt x="16805" y="12203"/>
                  </a:lnTo>
                  <a:lnTo>
                    <a:pt x="17124" y="12893"/>
                  </a:lnTo>
                  <a:lnTo>
                    <a:pt x="14253" y="13069"/>
                  </a:lnTo>
                  <a:lnTo>
                    <a:pt x="9803" y="11536"/>
                  </a:lnTo>
                  <a:lnTo>
                    <a:pt x="6959" y="8897"/>
                  </a:lnTo>
                  <a:lnTo>
                    <a:pt x="6574" y="7724"/>
                  </a:lnTo>
                  <a:lnTo>
                    <a:pt x="4157" y="5201"/>
                  </a:lnTo>
                  <a:lnTo>
                    <a:pt x="1609" y="4665"/>
                  </a:lnTo>
                  <a:lnTo>
                    <a:pt x="849" y="5122"/>
                  </a:lnTo>
                  <a:lnTo>
                    <a:pt x="0" y="2599"/>
                  </a:lnTo>
                  <a:lnTo>
                    <a:pt x="532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h4751"/>
            <p:cNvSpPr/>
            <p:nvPr/>
          </p:nvSpPr>
          <p:spPr>
            <a:xfrm>
              <a:off x="7015340" y="3258292"/>
              <a:ext cx="3874" cy="1504"/>
            </a:xfrm>
            <a:custGeom>
              <a:avLst/>
              <a:pathLst>
                <a:path w="3874" h="1504">
                  <a:moveTo>
                    <a:pt x="930" y="0"/>
                  </a:moveTo>
                  <a:lnTo>
                    <a:pt x="3108" y="274"/>
                  </a:lnTo>
                  <a:lnTo>
                    <a:pt x="3874" y="1283"/>
                  </a:lnTo>
                  <a:lnTo>
                    <a:pt x="0" y="150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h4752"/>
            <p:cNvSpPr/>
            <p:nvPr/>
          </p:nvSpPr>
          <p:spPr>
            <a:xfrm>
              <a:off x="6995196" y="3191217"/>
              <a:ext cx="15244" cy="17086"/>
            </a:xfrm>
            <a:custGeom>
              <a:avLst/>
              <a:pathLst>
                <a:path w="15244" h="17086">
                  <a:moveTo>
                    <a:pt x="9096" y="2573"/>
                  </a:moveTo>
                  <a:lnTo>
                    <a:pt x="13863" y="4935"/>
                  </a:lnTo>
                  <a:lnTo>
                    <a:pt x="12719" y="5663"/>
                  </a:lnTo>
                  <a:lnTo>
                    <a:pt x="15244" y="11644"/>
                  </a:lnTo>
                  <a:lnTo>
                    <a:pt x="11469" y="14272"/>
                  </a:lnTo>
                  <a:lnTo>
                    <a:pt x="7802" y="16243"/>
                  </a:lnTo>
                  <a:lnTo>
                    <a:pt x="4781" y="17086"/>
                  </a:lnTo>
                  <a:lnTo>
                    <a:pt x="3596" y="15140"/>
                  </a:lnTo>
                  <a:lnTo>
                    <a:pt x="1642" y="14537"/>
                  </a:lnTo>
                  <a:lnTo>
                    <a:pt x="2476" y="3114"/>
                  </a:lnTo>
                  <a:lnTo>
                    <a:pt x="0" y="2782"/>
                  </a:lnTo>
                  <a:lnTo>
                    <a:pt x="2595" y="1430"/>
                  </a:lnTo>
                  <a:lnTo>
                    <a:pt x="289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h4753"/>
            <p:cNvSpPr/>
            <p:nvPr/>
          </p:nvSpPr>
          <p:spPr>
            <a:xfrm>
              <a:off x="6914419" y="3130225"/>
              <a:ext cx="16605" cy="13412"/>
            </a:xfrm>
            <a:custGeom>
              <a:avLst/>
              <a:pathLst>
                <a:path w="16605" h="13412">
                  <a:moveTo>
                    <a:pt x="9249" y="3413"/>
                  </a:moveTo>
                  <a:lnTo>
                    <a:pt x="14881" y="9050"/>
                  </a:lnTo>
                  <a:lnTo>
                    <a:pt x="15961" y="8625"/>
                  </a:lnTo>
                  <a:lnTo>
                    <a:pt x="16605" y="13044"/>
                  </a:lnTo>
                  <a:lnTo>
                    <a:pt x="15779" y="13275"/>
                  </a:lnTo>
                  <a:lnTo>
                    <a:pt x="15289" y="13412"/>
                  </a:lnTo>
                  <a:lnTo>
                    <a:pt x="12114" y="12835"/>
                  </a:lnTo>
                  <a:lnTo>
                    <a:pt x="11239" y="7091"/>
                  </a:lnTo>
                  <a:lnTo>
                    <a:pt x="4407" y="3230"/>
                  </a:lnTo>
                  <a:lnTo>
                    <a:pt x="592" y="2609"/>
                  </a:lnTo>
                  <a:lnTo>
                    <a:pt x="0" y="1039"/>
                  </a:lnTo>
                  <a:lnTo>
                    <a:pt x="92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h4754"/>
            <p:cNvSpPr/>
            <p:nvPr/>
          </p:nvSpPr>
          <p:spPr>
            <a:xfrm>
              <a:off x="7067922" y="3244217"/>
              <a:ext cx="16053" cy="9614"/>
            </a:xfrm>
            <a:custGeom>
              <a:avLst/>
              <a:pathLst>
                <a:path w="16053" h="9614">
                  <a:moveTo>
                    <a:pt x="10133" y="1916"/>
                  </a:moveTo>
                  <a:lnTo>
                    <a:pt x="12007" y="2063"/>
                  </a:lnTo>
                  <a:lnTo>
                    <a:pt x="16053" y="4338"/>
                  </a:lnTo>
                  <a:lnTo>
                    <a:pt x="10884" y="8560"/>
                  </a:lnTo>
                  <a:lnTo>
                    <a:pt x="7273" y="9596"/>
                  </a:lnTo>
                  <a:lnTo>
                    <a:pt x="5562" y="9614"/>
                  </a:lnTo>
                  <a:lnTo>
                    <a:pt x="0" y="7439"/>
                  </a:lnTo>
                  <a:lnTo>
                    <a:pt x="1356" y="5035"/>
                  </a:lnTo>
                  <a:lnTo>
                    <a:pt x="5412" y="2011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h4755"/>
            <p:cNvSpPr/>
            <p:nvPr/>
          </p:nvSpPr>
          <p:spPr>
            <a:xfrm>
              <a:off x="6929310" y="3204298"/>
              <a:ext cx="8354" cy="7855"/>
            </a:xfrm>
            <a:custGeom>
              <a:avLst/>
              <a:pathLst>
                <a:path w="8354" h="7855">
                  <a:moveTo>
                    <a:pt x="3370" y="773"/>
                  </a:moveTo>
                  <a:lnTo>
                    <a:pt x="2853" y="1004"/>
                  </a:lnTo>
                  <a:lnTo>
                    <a:pt x="3547" y="1535"/>
                  </a:lnTo>
                  <a:lnTo>
                    <a:pt x="8354" y="3510"/>
                  </a:lnTo>
                  <a:lnTo>
                    <a:pt x="6918" y="5530"/>
                  </a:lnTo>
                  <a:lnTo>
                    <a:pt x="4966" y="7029"/>
                  </a:lnTo>
                  <a:lnTo>
                    <a:pt x="2699" y="7855"/>
                  </a:lnTo>
                  <a:lnTo>
                    <a:pt x="1632" y="7480"/>
                  </a:lnTo>
                  <a:lnTo>
                    <a:pt x="747" y="28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h4756"/>
            <p:cNvSpPr/>
            <p:nvPr/>
          </p:nvSpPr>
          <p:spPr>
            <a:xfrm>
              <a:off x="6824767" y="3145626"/>
              <a:ext cx="6462" cy="15321"/>
            </a:xfrm>
            <a:custGeom>
              <a:avLst/>
              <a:pathLst>
                <a:path w="6462" h="15321">
                  <a:moveTo>
                    <a:pt x="5723" y="646"/>
                  </a:moveTo>
                  <a:lnTo>
                    <a:pt x="4389" y="2742"/>
                  </a:lnTo>
                  <a:lnTo>
                    <a:pt x="4323" y="4638"/>
                  </a:lnTo>
                  <a:lnTo>
                    <a:pt x="4766" y="6830"/>
                  </a:lnTo>
                  <a:lnTo>
                    <a:pt x="6080" y="8775"/>
                  </a:lnTo>
                  <a:lnTo>
                    <a:pt x="6462" y="14721"/>
                  </a:lnTo>
                  <a:lnTo>
                    <a:pt x="5987" y="15321"/>
                  </a:lnTo>
                  <a:lnTo>
                    <a:pt x="1737" y="13897"/>
                  </a:lnTo>
                  <a:lnTo>
                    <a:pt x="0" y="12221"/>
                  </a:lnTo>
                  <a:lnTo>
                    <a:pt x="1268" y="7773"/>
                  </a:lnTo>
                  <a:lnTo>
                    <a:pt x="21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h4757"/>
            <p:cNvSpPr/>
            <p:nvPr/>
          </p:nvSpPr>
          <p:spPr>
            <a:xfrm>
              <a:off x="7097221" y="3235897"/>
              <a:ext cx="22736" cy="30976"/>
            </a:xfrm>
            <a:custGeom>
              <a:avLst/>
              <a:pathLst>
                <a:path w="22736" h="30976">
                  <a:moveTo>
                    <a:pt x="5679" y="0"/>
                  </a:moveTo>
                  <a:lnTo>
                    <a:pt x="9078" y="881"/>
                  </a:lnTo>
                  <a:lnTo>
                    <a:pt x="10585" y="282"/>
                  </a:lnTo>
                  <a:lnTo>
                    <a:pt x="11635" y="866"/>
                  </a:lnTo>
                  <a:lnTo>
                    <a:pt x="10923" y="2796"/>
                  </a:lnTo>
                  <a:lnTo>
                    <a:pt x="11391" y="6546"/>
                  </a:lnTo>
                  <a:lnTo>
                    <a:pt x="12218" y="7489"/>
                  </a:lnTo>
                  <a:lnTo>
                    <a:pt x="14600" y="6568"/>
                  </a:lnTo>
                  <a:lnTo>
                    <a:pt x="14564" y="10567"/>
                  </a:lnTo>
                  <a:lnTo>
                    <a:pt x="15986" y="12780"/>
                  </a:lnTo>
                  <a:lnTo>
                    <a:pt x="22736" y="12561"/>
                  </a:lnTo>
                  <a:lnTo>
                    <a:pt x="21137" y="16359"/>
                  </a:lnTo>
                  <a:lnTo>
                    <a:pt x="11973" y="29616"/>
                  </a:lnTo>
                  <a:lnTo>
                    <a:pt x="8560" y="30976"/>
                  </a:lnTo>
                  <a:lnTo>
                    <a:pt x="8260" y="29833"/>
                  </a:lnTo>
                  <a:lnTo>
                    <a:pt x="7794" y="27386"/>
                  </a:lnTo>
                  <a:lnTo>
                    <a:pt x="8294" y="24392"/>
                  </a:lnTo>
                  <a:lnTo>
                    <a:pt x="644" y="18498"/>
                  </a:lnTo>
                  <a:lnTo>
                    <a:pt x="0" y="16736"/>
                  </a:lnTo>
                  <a:lnTo>
                    <a:pt x="1304" y="14623"/>
                  </a:lnTo>
                  <a:lnTo>
                    <a:pt x="476" y="11072"/>
                  </a:lnTo>
                  <a:lnTo>
                    <a:pt x="2322" y="7687"/>
                  </a:lnTo>
                  <a:lnTo>
                    <a:pt x="2920" y="40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h4758"/>
            <p:cNvSpPr/>
            <p:nvPr/>
          </p:nvSpPr>
          <p:spPr>
            <a:xfrm>
              <a:off x="7050593" y="3193475"/>
              <a:ext cx="13650" cy="9285"/>
            </a:xfrm>
            <a:custGeom>
              <a:avLst/>
              <a:pathLst>
                <a:path w="13650" h="9285">
                  <a:moveTo>
                    <a:pt x="10021" y="751"/>
                  </a:moveTo>
                  <a:lnTo>
                    <a:pt x="10174" y="3176"/>
                  </a:lnTo>
                  <a:lnTo>
                    <a:pt x="11304" y="3986"/>
                  </a:lnTo>
                  <a:lnTo>
                    <a:pt x="12346" y="3556"/>
                  </a:lnTo>
                  <a:lnTo>
                    <a:pt x="13319" y="5689"/>
                  </a:lnTo>
                  <a:lnTo>
                    <a:pt x="13650" y="6327"/>
                  </a:lnTo>
                  <a:lnTo>
                    <a:pt x="10564" y="8782"/>
                  </a:lnTo>
                  <a:lnTo>
                    <a:pt x="2695" y="8144"/>
                  </a:lnTo>
                  <a:lnTo>
                    <a:pt x="1201" y="9285"/>
                  </a:lnTo>
                  <a:lnTo>
                    <a:pt x="0" y="6901"/>
                  </a:lnTo>
                  <a:lnTo>
                    <a:pt x="548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h4759"/>
            <p:cNvSpPr/>
            <p:nvPr/>
          </p:nvSpPr>
          <p:spPr>
            <a:xfrm>
              <a:off x="6957011" y="3326061"/>
              <a:ext cx="23052" cy="19530"/>
            </a:xfrm>
            <a:custGeom>
              <a:avLst/>
              <a:pathLst>
                <a:path w="23052" h="19530">
                  <a:moveTo>
                    <a:pt x="14811" y="2311"/>
                  </a:moveTo>
                  <a:lnTo>
                    <a:pt x="15924" y="1769"/>
                  </a:lnTo>
                  <a:lnTo>
                    <a:pt x="17775" y="4754"/>
                  </a:lnTo>
                  <a:lnTo>
                    <a:pt x="21849" y="6149"/>
                  </a:lnTo>
                  <a:lnTo>
                    <a:pt x="22928" y="8125"/>
                  </a:lnTo>
                  <a:lnTo>
                    <a:pt x="23052" y="11129"/>
                  </a:lnTo>
                  <a:lnTo>
                    <a:pt x="21829" y="11465"/>
                  </a:lnTo>
                  <a:lnTo>
                    <a:pt x="21265" y="10876"/>
                  </a:lnTo>
                  <a:lnTo>
                    <a:pt x="21830" y="8589"/>
                  </a:lnTo>
                  <a:lnTo>
                    <a:pt x="18351" y="9213"/>
                  </a:lnTo>
                  <a:lnTo>
                    <a:pt x="17712" y="10000"/>
                  </a:lnTo>
                  <a:lnTo>
                    <a:pt x="18950" y="17816"/>
                  </a:lnTo>
                  <a:lnTo>
                    <a:pt x="18475" y="17792"/>
                  </a:lnTo>
                  <a:lnTo>
                    <a:pt x="13422" y="19530"/>
                  </a:lnTo>
                  <a:lnTo>
                    <a:pt x="8570" y="18023"/>
                  </a:lnTo>
                  <a:lnTo>
                    <a:pt x="6321" y="14824"/>
                  </a:lnTo>
                  <a:lnTo>
                    <a:pt x="4355" y="9859"/>
                  </a:lnTo>
                  <a:lnTo>
                    <a:pt x="2170" y="11500"/>
                  </a:lnTo>
                  <a:lnTo>
                    <a:pt x="0" y="5270"/>
                  </a:lnTo>
                  <a:lnTo>
                    <a:pt x="3700" y="5763"/>
                  </a:lnTo>
                  <a:lnTo>
                    <a:pt x="8417" y="1138"/>
                  </a:lnTo>
                  <a:lnTo>
                    <a:pt x="979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h4760"/>
            <p:cNvSpPr/>
            <p:nvPr/>
          </p:nvSpPr>
          <p:spPr>
            <a:xfrm>
              <a:off x="7026458" y="3284278"/>
              <a:ext cx="14410" cy="12241"/>
            </a:xfrm>
            <a:custGeom>
              <a:avLst/>
              <a:pathLst>
                <a:path w="14410" h="12241">
                  <a:moveTo>
                    <a:pt x="9917" y="948"/>
                  </a:moveTo>
                  <a:lnTo>
                    <a:pt x="14410" y="2599"/>
                  </a:lnTo>
                  <a:lnTo>
                    <a:pt x="11601" y="8478"/>
                  </a:lnTo>
                  <a:lnTo>
                    <a:pt x="11451" y="11871"/>
                  </a:lnTo>
                  <a:lnTo>
                    <a:pt x="9535" y="12241"/>
                  </a:lnTo>
                  <a:lnTo>
                    <a:pt x="6610" y="10958"/>
                  </a:lnTo>
                  <a:lnTo>
                    <a:pt x="5029" y="11567"/>
                  </a:lnTo>
                  <a:lnTo>
                    <a:pt x="1328" y="10766"/>
                  </a:lnTo>
                  <a:lnTo>
                    <a:pt x="0" y="2005"/>
                  </a:lnTo>
                  <a:lnTo>
                    <a:pt x="8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h4761"/>
            <p:cNvSpPr/>
            <p:nvPr/>
          </p:nvSpPr>
          <p:spPr>
            <a:xfrm>
              <a:off x="6879917" y="3180638"/>
              <a:ext cx="22816" cy="20940"/>
            </a:xfrm>
            <a:custGeom>
              <a:avLst/>
              <a:pathLst>
                <a:path w="22816" h="20940">
                  <a:moveTo>
                    <a:pt x="4671" y="0"/>
                  </a:moveTo>
                  <a:lnTo>
                    <a:pt x="5080" y="2176"/>
                  </a:lnTo>
                  <a:lnTo>
                    <a:pt x="6768" y="4627"/>
                  </a:lnTo>
                  <a:lnTo>
                    <a:pt x="16690" y="7985"/>
                  </a:lnTo>
                  <a:lnTo>
                    <a:pt x="22197" y="14055"/>
                  </a:lnTo>
                  <a:lnTo>
                    <a:pt x="22816" y="16841"/>
                  </a:lnTo>
                  <a:lnTo>
                    <a:pt x="17432" y="20302"/>
                  </a:lnTo>
                  <a:lnTo>
                    <a:pt x="10288" y="20940"/>
                  </a:lnTo>
                  <a:lnTo>
                    <a:pt x="7294" y="15223"/>
                  </a:lnTo>
                  <a:lnTo>
                    <a:pt x="1197" y="10848"/>
                  </a:lnTo>
                  <a:lnTo>
                    <a:pt x="105" y="7525"/>
                  </a:lnTo>
                  <a:lnTo>
                    <a:pt x="0" y="279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h4762"/>
            <p:cNvSpPr/>
            <p:nvPr/>
          </p:nvSpPr>
          <p:spPr>
            <a:xfrm>
              <a:off x="6867262" y="3183438"/>
              <a:ext cx="22943" cy="32639"/>
            </a:xfrm>
            <a:custGeom>
              <a:avLst/>
              <a:pathLst>
                <a:path w="22943" h="32639">
                  <a:moveTo>
                    <a:pt x="12760" y="4725"/>
                  </a:moveTo>
                  <a:lnTo>
                    <a:pt x="13852" y="8048"/>
                  </a:lnTo>
                  <a:lnTo>
                    <a:pt x="19948" y="12424"/>
                  </a:lnTo>
                  <a:lnTo>
                    <a:pt x="22943" y="18140"/>
                  </a:lnTo>
                  <a:lnTo>
                    <a:pt x="22099" y="23971"/>
                  </a:lnTo>
                  <a:lnTo>
                    <a:pt x="21119" y="31374"/>
                  </a:lnTo>
                  <a:lnTo>
                    <a:pt x="16997" y="32639"/>
                  </a:lnTo>
                  <a:lnTo>
                    <a:pt x="17658" y="30848"/>
                  </a:lnTo>
                  <a:lnTo>
                    <a:pt x="15464" y="29285"/>
                  </a:lnTo>
                  <a:lnTo>
                    <a:pt x="7930" y="32283"/>
                  </a:lnTo>
                  <a:lnTo>
                    <a:pt x="4159" y="28817"/>
                  </a:lnTo>
                  <a:lnTo>
                    <a:pt x="1493" y="23996"/>
                  </a:lnTo>
                  <a:lnTo>
                    <a:pt x="1997" y="22527"/>
                  </a:lnTo>
                  <a:lnTo>
                    <a:pt x="5680" y="20882"/>
                  </a:lnTo>
                  <a:lnTo>
                    <a:pt x="6604" y="18510"/>
                  </a:lnTo>
                  <a:lnTo>
                    <a:pt x="2344" y="18985"/>
                  </a:lnTo>
                  <a:lnTo>
                    <a:pt x="0" y="17436"/>
                  </a:lnTo>
                  <a:lnTo>
                    <a:pt x="485" y="13274"/>
                  </a:lnTo>
                  <a:lnTo>
                    <a:pt x="5013" y="10800"/>
                  </a:lnTo>
                  <a:lnTo>
                    <a:pt x="5945" y="8080"/>
                  </a:lnTo>
                  <a:lnTo>
                    <a:pt x="6445" y="9241"/>
                  </a:lnTo>
                  <a:lnTo>
                    <a:pt x="8342" y="9998"/>
                  </a:lnTo>
                  <a:lnTo>
                    <a:pt x="10821" y="8049"/>
                  </a:lnTo>
                  <a:lnTo>
                    <a:pt x="11820" y="6230"/>
                  </a:lnTo>
                  <a:lnTo>
                    <a:pt x="11369" y="2527"/>
                  </a:lnTo>
                  <a:lnTo>
                    <a:pt x="1265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h4763"/>
            <p:cNvSpPr/>
            <p:nvPr/>
          </p:nvSpPr>
          <p:spPr>
            <a:xfrm>
              <a:off x="7057232" y="3318452"/>
              <a:ext cx="9498" cy="15227"/>
            </a:xfrm>
            <a:custGeom>
              <a:avLst/>
              <a:pathLst>
                <a:path w="9498" h="15227">
                  <a:moveTo>
                    <a:pt x="5832" y="2353"/>
                  </a:moveTo>
                  <a:lnTo>
                    <a:pt x="5548" y="3702"/>
                  </a:lnTo>
                  <a:lnTo>
                    <a:pt x="6621" y="8747"/>
                  </a:lnTo>
                  <a:lnTo>
                    <a:pt x="8255" y="9953"/>
                  </a:lnTo>
                  <a:lnTo>
                    <a:pt x="9498" y="12776"/>
                  </a:lnTo>
                  <a:lnTo>
                    <a:pt x="9002" y="14661"/>
                  </a:lnTo>
                  <a:lnTo>
                    <a:pt x="1621" y="15227"/>
                  </a:lnTo>
                  <a:lnTo>
                    <a:pt x="456" y="14782"/>
                  </a:lnTo>
                  <a:lnTo>
                    <a:pt x="1763" y="13879"/>
                  </a:lnTo>
                  <a:lnTo>
                    <a:pt x="683" y="11546"/>
                  </a:lnTo>
                  <a:lnTo>
                    <a:pt x="0" y="8133"/>
                  </a:lnTo>
                  <a:lnTo>
                    <a:pt x="211" y="4803"/>
                  </a:lnTo>
                  <a:lnTo>
                    <a:pt x="46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h4764"/>
            <p:cNvSpPr/>
            <p:nvPr/>
          </p:nvSpPr>
          <p:spPr>
            <a:xfrm>
              <a:off x="6916279" y="3250917"/>
              <a:ext cx="38913" cy="31282"/>
            </a:xfrm>
            <a:custGeom>
              <a:avLst/>
              <a:pathLst>
                <a:path w="38913" h="31282">
                  <a:moveTo>
                    <a:pt x="37566" y="6219"/>
                  </a:moveTo>
                  <a:lnTo>
                    <a:pt x="34396" y="8253"/>
                  </a:lnTo>
                  <a:lnTo>
                    <a:pt x="33510" y="9621"/>
                  </a:lnTo>
                  <a:lnTo>
                    <a:pt x="35255" y="12587"/>
                  </a:lnTo>
                  <a:lnTo>
                    <a:pt x="31508" y="16604"/>
                  </a:lnTo>
                  <a:lnTo>
                    <a:pt x="25276" y="15456"/>
                  </a:lnTo>
                  <a:lnTo>
                    <a:pt x="19136" y="16731"/>
                  </a:lnTo>
                  <a:lnTo>
                    <a:pt x="16683" y="19904"/>
                  </a:lnTo>
                  <a:lnTo>
                    <a:pt x="16068" y="22873"/>
                  </a:lnTo>
                  <a:lnTo>
                    <a:pt x="13119" y="27952"/>
                  </a:lnTo>
                  <a:lnTo>
                    <a:pt x="13868" y="29585"/>
                  </a:lnTo>
                  <a:lnTo>
                    <a:pt x="12054" y="31282"/>
                  </a:lnTo>
                  <a:lnTo>
                    <a:pt x="10886" y="29529"/>
                  </a:lnTo>
                  <a:lnTo>
                    <a:pt x="4888" y="26390"/>
                  </a:lnTo>
                  <a:lnTo>
                    <a:pt x="3403" y="26502"/>
                  </a:lnTo>
                  <a:lnTo>
                    <a:pt x="2824" y="28439"/>
                  </a:lnTo>
                  <a:lnTo>
                    <a:pt x="0" y="30162"/>
                  </a:lnTo>
                  <a:lnTo>
                    <a:pt x="38" y="24259"/>
                  </a:lnTo>
                  <a:lnTo>
                    <a:pt x="4230" y="17330"/>
                  </a:lnTo>
                  <a:lnTo>
                    <a:pt x="6004" y="19692"/>
                  </a:lnTo>
                  <a:lnTo>
                    <a:pt x="10142" y="20943"/>
                  </a:lnTo>
                  <a:lnTo>
                    <a:pt x="11970" y="25930"/>
                  </a:lnTo>
                  <a:lnTo>
                    <a:pt x="15911" y="21012"/>
                  </a:lnTo>
                  <a:lnTo>
                    <a:pt x="19041" y="14426"/>
                  </a:lnTo>
                  <a:lnTo>
                    <a:pt x="22435" y="14559"/>
                  </a:lnTo>
                  <a:lnTo>
                    <a:pt x="26008" y="12798"/>
                  </a:lnTo>
                  <a:lnTo>
                    <a:pt x="29648" y="7968"/>
                  </a:lnTo>
                  <a:lnTo>
                    <a:pt x="30726" y="2959"/>
                  </a:lnTo>
                  <a:lnTo>
                    <a:pt x="36550" y="2241"/>
                  </a:lnTo>
                  <a:lnTo>
                    <a:pt x="3891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h4765"/>
            <p:cNvSpPr/>
            <p:nvPr/>
          </p:nvSpPr>
          <p:spPr>
            <a:xfrm>
              <a:off x="6939563" y="3185794"/>
              <a:ext cx="8009" cy="4380"/>
            </a:xfrm>
            <a:custGeom>
              <a:avLst/>
              <a:pathLst>
                <a:path w="8009" h="4380">
                  <a:moveTo>
                    <a:pt x="7677" y="475"/>
                  </a:moveTo>
                  <a:lnTo>
                    <a:pt x="8009" y="1957"/>
                  </a:lnTo>
                  <a:lnTo>
                    <a:pt x="4509" y="3554"/>
                  </a:lnTo>
                  <a:lnTo>
                    <a:pt x="145" y="4380"/>
                  </a:lnTo>
                  <a:lnTo>
                    <a:pt x="0" y="2862"/>
                  </a:lnTo>
                  <a:lnTo>
                    <a:pt x="349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h4766"/>
            <p:cNvSpPr/>
            <p:nvPr/>
          </p:nvSpPr>
          <p:spPr>
            <a:xfrm>
              <a:off x="6923689" y="3227074"/>
              <a:ext cx="9699" cy="12095"/>
            </a:xfrm>
            <a:custGeom>
              <a:avLst/>
              <a:pathLst>
                <a:path w="9699" h="12095">
                  <a:moveTo>
                    <a:pt x="9699" y="1215"/>
                  </a:moveTo>
                  <a:lnTo>
                    <a:pt x="8837" y="10882"/>
                  </a:lnTo>
                  <a:lnTo>
                    <a:pt x="6837" y="12095"/>
                  </a:lnTo>
                  <a:lnTo>
                    <a:pt x="4000" y="11756"/>
                  </a:lnTo>
                  <a:lnTo>
                    <a:pt x="2765" y="10122"/>
                  </a:lnTo>
                  <a:lnTo>
                    <a:pt x="1949" y="6130"/>
                  </a:lnTo>
                  <a:lnTo>
                    <a:pt x="0" y="5922"/>
                  </a:lnTo>
                  <a:lnTo>
                    <a:pt x="124" y="2597"/>
                  </a:lnTo>
                  <a:lnTo>
                    <a:pt x="388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h4767"/>
            <p:cNvSpPr/>
            <p:nvPr/>
          </p:nvSpPr>
          <p:spPr>
            <a:xfrm>
              <a:off x="7025065" y="3257082"/>
              <a:ext cx="10686" cy="13306"/>
            </a:xfrm>
            <a:custGeom>
              <a:avLst/>
              <a:pathLst>
                <a:path w="10686" h="13306">
                  <a:moveTo>
                    <a:pt x="5442" y="3177"/>
                  </a:moveTo>
                  <a:lnTo>
                    <a:pt x="10267" y="10353"/>
                  </a:lnTo>
                  <a:lnTo>
                    <a:pt x="10686" y="12643"/>
                  </a:lnTo>
                  <a:lnTo>
                    <a:pt x="2873" y="13306"/>
                  </a:lnTo>
                  <a:lnTo>
                    <a:pt x="1280" y="12219"/>
                  </a:lnTo>
                  <a:lnTo>
                    <a:pt x="0" y="10060"/>
                  </a:lnTo>
                  <a:lnTo>
                    <a:pt x="2771" y="676"/>
                  </a:lnTo>
                  <a:lnTo>
                    <a:pt x="546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h4768"/>
            <p:cNvSpPr/>
            <p:nvPr/>
          </p:nvSpPr>
          <p:spPr>
            <a:xfrm>
              <a:off x="7063913" y="3196277"/>
              <a:ext cx="6110" cy="5323"/>
            </a:xfrm>
            <a:custGeom>
              <a:avLst/>
              <a:pathLst>
                <a:path w="6110" h="5323">
                  <a:moveTo>
                    <a:pt x="6110" y="0"/>
                  </a:moveTo>
                  <a:lnTo>
                    <a:pt x="5905" y="3584"/>
                  </a:lnTo>
                  <a:lnTo>
                    <a:pt x="3087" y="5323"/>
                  </a:lnTo>
                  <a:lnTo>
                    <a:pt x="1273" y="5130"/>
                  </a:lnTo>
                  <a:lnTo>
                    <a:pt x="331" y="3526"/>
                  </a:lnTo>
                  <a:lnTo>
                    <a:pt x="0" y="2887"/>
                  </a:lnTo>
                  <a:lnTo>
                    <a:pt x="2671" y="10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h4769"/>
            <p:cNvSpPr/>
            <p:nvPr/>
          </p:nvSpPr>
          <p:spPr>
            <a:xfrm>
              <a:off x="6948073" y="3210537"/>
              <a:ext cx="24443" cy="32960"/>
            </a:xfrm>
            <a:custGeom>
              <a:avLst/>
              <a:pathLst>
                <a:path w="24443" h="32960">
                  <a:moveTo>
                    <a:pt x="8746" y="234"/>
                  </a:moveTo>
                  <a:lnTo>
                    <a:pt x="10420" y="6460"/>
                  </a:lnTo>
                  <a:lnTo>
                    <a:pt x="15361" y="10958"/>
                  </a:lnTo>
                  <a:lnTo>
                    <a:pt x="17711" y="9398"/>
                  </a:lnTo>
                  <a:lnTo>
                    <a:pt x="22540" y="12656"/>
                  </a:lnTo>
                  <a:lnTo>
                    <a:pt x="24443" y="19841"/>
                  </a:lnTo>
                  <a:lnTo>
                    <a:pt x="24428" y="21645"/>
                  </a:lnTo>
                  <a:lnTo>
                    <a:pt x="22948" y="22828"/>
                  </a:lnTo>
                  <a:lnTo>
                    <a:pt x="21985" y="22854"/>
                  </a:lnTo>
                  <a:lnTo>
                    <a:pt x="22127" y="21107"/>
                  </a:lnTo>
                  <a:lnTo>
                    <a:pt x="21180" y="21055"/>
                  </a:lnTo>
                  <a:lnTo>
                    <a:pt x="16877" y="23258"/>
                  </a:lnTo>
                  <a:lnTo>
                    <a:pt x="12622" y="27959"/>
                  </a:lnTo>
                  <a:lnTo>
                    <a:pt x="13886" y="31464"/>
                  </a:lnTo>
                  <a:lnTo>
                    <a:pt x="11308" y="32960"/>
                  </a:lnTo>
                  <a:lnTo>
                    <a:pt x="11793" y="30840"/>
                  </a:lnTo>
                  <a:lnTo>
                    <a:pt x="7841" y="25969"/>
                  </a:lnTo>
                  <a:lnTo>
                    <a:pt x="6758" y="27727"/>
                  </a:lnTo>
                  <a:lnTo>
                    <a:pt x="6933" y="30040"/>
                  </a:lnTo>
                  <a:lnTo>
                    <a:pt x="3920" y="26495"/>
                  </a:lnTo>
                  <a:lnTo>
                    <a:pt x="1287" y="21823"/>
                  </a:lnTo>
                  <a:lnTo>
                    <a:pt x="14" y="18320"/>
                  </a:lnTo>
                  <a:lnTo>
                    <a:pt x="0" y="12606"/>
                  </a:lnTo>
                  <a:lnTo>
                    <a:pt x="2172" y="10086"/>
                  </a:lnTo>
                  <a:lnTo>
                    <a:pt x="3559" y="8800"/>
                  </a:lnTo>
                  <a:lnTo>
                    <a:pt x="2341" y="5995"/>
                  </a:lnTo>
                  <a:lnTo>
                    <a:pt x="4310" y="4029"/>
                  </a:lnTo>
                  <a:lnTo>
                    <a:pt x="5330" y="1684"/>
                  </a:lnTo>
                  <a:lnTo>
                    <a:pt x="733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h4770"/>
            <p:cNvSpPr/>
            <p:nvPr/>
          </p:nvSpPr>
          <p:spPr>
            <a:xfrm>
              <a:off x="7021704" y="3245601"/>
              <a:ext cx="8826" cy="12156"/>
            </a:xfrm>
            <a:custGeom>
              <a:avLst/>
              <a:pathLst>
                <a:path w="8826" h="12156">
                  <a:moveTo>
                    <a:pt x="5581" y="1257"/>
                  </a:moveTo>
                  <a:lnTo>
                    <a:pt x="4748" y="2876"/>
                  </a:lnTo>
                  <a:lnTo>
                    <a:pt x="8826" y="11480"/>
                  </a:lnTo>
                  <a:lnTo>
                    <a:pt x="6133" y="12156"/>
                  </a:lnTo>
                  <a:lnTo>
                    <a:pt x="2471" y="7131"/>
                  </a:lnTo>
                  <a:lnTo>
                    <a:pt x="382" y="6621"/>
                  </a:lnTo>
                  <a:lnTo>
                    <a:pt x="0" y="2913"/>
                  </a:lnTo>
                  <a:lnTo>
                    <a:pt x="306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h4771"/>
            <p:cNvSpPr/>
            <p:nvPr/>
          </p:nvSpPr>
          <p:spPr>
            <a:xfrm>
              <a:off x="6923803" y="3163423"/>
              <a:ext cx="10329" cy="16416"/>
            </a:xfrm>
            <a:custGeom>
              <a:avLst/>
              <a:pathLst>
                <a:path w="10329" h="16416">
                  <a:moveTo>
                    <a:pt x="8497" y="413"/>
                  </a:moveTo>
                  <a:lnTo>
                    <a:pt x="9722" y="1991"/>
                  </a:lnTo>
                  <a:lnTo>
                    <a:pt x="10052" y="5494"/>
                  </a:lnTo>
                  <a:lnTo>
                    <a:pt x="9363" y="6879"/>
                  </a:lnTo>
                  <a:lnTo>
                    <a:pt x="10329" y="9520"/>
                  </a:lnTo>
                  <a:lnTo>
                    <a:pt x="6952" y="10094"/>
                  </a:lnTo>
                  <a:lnTo>
                    <a:pt x="6284" y="12090"/>
                  </a:lnTo>
                  <a:lnTo>
                    <a:pt x="7020" y="15477"/>
                  </a:lnTo>
                  <a:lnTo>
                    <a:pt x="5791" y="15206"/>
                  </a:lnTo>
                  <a:lnTo>
                    <a:pt x="2615" y="16416"/>
                  </a:lnTo>
                  <a:lnTo>
                    <a:pt x="0" y="13478"/>
                  </a:lnTo>
                  <a:lnTo>
                    <a:pt x="33" y="7290"/>
                  </a:lnTo>
                  <a:lnTo>
                    <a:pt x="4056" y="4425"/>
                  </a:lnTo>
                  <a:lnTo>
                    <a:pt x="5529" y="1137"/>
                  </a:lnTo>
                  <a:lnTo>
                    <a:pt x="832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h4772"/>
            <p:cNvSpPr/>
            <p:nvPr/>
          </p:nvSpPr>
          <p:spPr>
            <a:xfrm>
              <a:off x="7055531" y="3179450"/>
              <a:ext cx="8560" cy="9317"/>
            </a:xfrm>
            <a:custGeom>
              <a:avLst/>
              <a:pathLst>
                <a:path w="8560" h="9317">
                  <a:moveTo>
                    <a:pt x="8560" y="4112"/>
                  </a:moveTo>
                  <a:lnTo>
                    <a:pt x="7431" y="4766"/>
                  </a:lnTo>
                  <a:lnTo>
                    <a:pt x="5216" y="8295"/>
                  </a:lnTo>
                  <a:lnTo>
                    <a:pt x="3469" y="8994"/>
                  </a:lnTo>
                  <a:lnTo>
                    <a:pt x="597" y="9317"/>
                  </a:lnTo>
                  <a:lnTo>
                    <a:pt x="0" y="6736"/>
                  </a:lnTo>
                  <a:lnTo>
                    <a:pt x="875" y="4254"/>
                  </a:lnTo>
                  <a:lnTo>
                    <a:pt x="4774" y="1341"/>
                  </a:lnTo>
                  <a:lnTo>
                    <a:pt x="513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h4773"/>
            <p:cNvSpPr/>
            <p:nvPr/>
          </p:nvSpPr>
          <p:spPr>
            <a:xfrm>
              <a:off x="7066649" y="3185579"/>
              <a:ext cx="8443" cy="5273"/>
            </a:xfrm>
            <a:custGeom>
              <a:avLst/>
              <a:pathLst>
                <a:path w="8443" h="5273">
                  <a:moveTo>
                    <a:pt x="6673" y="0"/>
                  </a:moveTo>
                  <a:lnTo>
                    <a:pt x="8443" y="3499"/>
                  </a:lnTo>
                  <a:lnTo>
                    <a:pt x="3358" y="5273"/>
                  </a:lnTo>
                  <a:lnTo>
                    <a:pt x="0" y="83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h4774"/>
            <p:cNvSpPr/>
            <p:nvPr/>
          </p:nvSpPr>
          <p:spPr>
            <a:xfrm>
              <a:off x="7055366" y="3188444"/>
              <a:ext cx="5638" cy="5782"/>
            </a:xfrm>
            <a:custGeom>
              <a:avLst/>
              <a:pathLst>
                <a:path w="5638" h="5782">
                  <a:moveTo>
                    <a:pt x="3635" y="0"/>
                  </a:moveTo>
                  <a:lnTo>
                    <a:pt x="5638" y="2838"/>
                  </a:lnTo>
                  <a:lnTo>
                    <a:pt x="5248" y="5782"/>
                  </a:lnTo>
                  <a:lnTo>
                    <a:pt x="708" y="5030"/>
                  </a:lnTo>
                  <a:lnTo>
                    <a:pt x="0" y="4092"/>
                  </a:lnTo>
                  <a:lnTo>
                    <a:pt x="762" y="32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h4775"/>
            <p:cNvSpPr/>
            <p:nvPr/>
          </p:nvSpPr>
          <p:spPr>
            <a:xfrm>
              <a:off x="7111174" y="3143861"/>
              <a:ext cx="72393" cy="63100"/>
            </a:xfrm>
            <a:custGeom>
              <a:avLst/>
              <a:pathLst>
                <a:path w="72393" h="63100">
                  <a:moveTo>
                    <a:pt x="65938" y="0"/>
                  </a:moveTo>
                  <a:lnTo>
                    <a:pt x="72393" y="6228"/>
                  </a:lnTo>
                  <a:lnTo>
                    <a:pt x="72323" y="9692"/>
                  </a:lnTo>
                  <a:lnTo>
                    <a:pt x="72179" y="10419"/>
                  </a:lnTo>
                  <a:lnTo>
                    <a:pt x="62882" y="13834"/>
                  </a:lnTo>
                  <a:lnTo>
                    <a:pt x="62618" y="15694"/>
                  </a:lnTo>
                  <a:lnTo>
                    <a:pt x="65073" y="16504"/>
                  </a:lnTo>
                  <a:lnTo>
                    <a:pt x="63231" y="20254"/>
                  </a:lnTo>
                  <a:lnTo>
                    <a:pt x="63917" y="22708"/>
                  </a:lnTo>
                  <a:lnTo>
                    <a:pt x="57487" y="26462"/>
                  </a:lnTo>
                  <a:lnTo>
                    <a:pt x="54625" y="29931"/>
                  </a:lnTo>
                  <a:lnTo>
                    <a:pt x="44105" y="36010"/>
                  </a:lnTo>
                  <a:lnTo>
                    <a:pt x="40294" y="35423"/>
                  </a:lnTo>
                  <a:lnTo>
                    <a:pt x="36094" y="36251"/>
                  </a:lnTo>
                  <a:lnTo>
                    <a:pt x="30661" y="41280"/>
                  </a:lnTo>
                  <a:lnTo>
                    <a:pt x="25598" y="49351"/>
                  </a:lnTo>
                  <a:lnTo>
                    <a:pt x="20977" y="53094"/>
                  </a:lnTo>
                  <a:lnTo>
                    <a:pt x="19139" y="56692"/>
                  </a:lnTo>
                  <a:lnTo>
                    <a:pt x="19726" y="58187"/>
                  </a:lnTo>
                  <a:lnTo>
                    <a:pt x="19420" y="59848"/>
                  </a:lnTo>
                  <a:lnTo>
                    <a:pt x="18050" y="62508"/>
                  </a:lnTo>
                  <a:lnTo>
                    <a:pt x="16443" y="62412"/>
                  </a:lnTo>
                  <a:lnTo>
                    <a:pt x="14025" y="60378"/>
                  </a:lnTo>
                  <a:lnTo>
                    <a:pt x="13959" y="58432"/>
                  </a:lnTo>
                  <a:lnTo>
                    <a:pt x="11066" y="56904"/>
                  </a:lnTo>
                  <a:lnTo>
                    <a:pt x="5608" y="60684"/>
                  </a:lnTo>
                  <a:lnTo>
                    <a:pt x="3751" y="63100"/>
                  </a:lnTo>
                  <a:lnTo>
                    <a:pt x="0" y="60327"/>
                  </a:lnTo>
                  <a:lnTo>
                    <a:pt x="3358" y="56087"/>
                  </a:lnTo>
                  <a:lnTo>
                    <a:pt x="4585" y="53710"/>
                  </a:lnTo>
                  <a:lnTo>
                    <a:pt x="4859" y="51415"/>
                  </a:lnTo>
                  <a:lnTo>
                    <a:pt x="6432" y="51260"/>
                  </a:lnTo>
                  <a:lnTo>
                    <a:pt x="7470" y="52439"/>
                  </a:lnTo>
                  <a:lnTo>
                    <a:pt x="9841" y="52853"/>
                  </a:lnTo>
                  <a:lnTo>
                    <a:pt x="12036" y="50717"/>
                  </a:lnTo>
                  <a:lnTo>
                    <a:pt x="11813" y="47792"/>
                  </a:lnTo>
                  <a:lnTo>
                    <a:pt x="10098" y="45145"/>
                  </a:lnTo>
                  <a:lnTo>
                    <a:pt x="19481" y="37219"/>
                  </a:lnTo>
                  <a:lnTo>
                    <a:pt x="18999" y="33628"/>
                  </a:lnTo>
                  <a:lnTo>
                    <a:pt x="21719" y="34346"/>
                  </a:lnTo>
                  <a:lnTo>
                    <a:pt x="25842" y="33243"/>
                  </a:lnTo>
                  <a:lnTo>
                    <a:pt x="27422" y="31626"/>
                  </a:lnTo>
                  <a:lnTo>
                    <a:pt x="27801" y="28049"/>
                  </a:lnTo>
                  <a:lnTo>
                    <a:pt x="29084" y="26767"/>
                  </a:lnTo>
                  <a:lnTo>
                    <a:pt x="28815" y="24495"/>
                  </a:lnTo>
                  <a:lnTo>
                    <a:pt x="33566" y="21609"/>
                  </a:lnTo>
                  <a:lnTo>
                    <a:pt x="41085" y="16764"/>
                  </a:lnTo>
                  <a:lnTo>
                    <a:pt x="45447" y="11951"/>
                  </a:lnTo>
                  <a:lnTo>
                    <a:pt x="49450" y="9782"/>
                  </a:lnTo>
                  <a:lnTo>
                    <a:pt x="53416" y="8645"/>
                  </a:lnTo>
                  <a:lnTo>
                    <a:pt x="53442" y="7888"/>
                  </a:lnTo>
                  <a:lnTo>
                    <a:pt x="56814" y="6836"/>
                  </a:lnTo>
                  <a:lnTo>
                    <a:pt x="60116" y="3089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h4776"/>
            <p:cNvSpPr/>
            <p:nvPr/>
          </p:nvSpPr>
          <p:spPr>
            <a:xfrm>
              <a:off x="6942695" y="3174246"/>
              <a:ext cx="5550" cy="9737"/>
            </a:xfrm>
            <a:custGeom>
              <a:avLst/>
              <a:pathLst>
                <a:path w="5550" h="9737">
                  <a:moveTo>
                    <a:pt x="4519" y="98"/>
                  </a:moveTo>
                  <a:lnTo>
                    <a:pt x="5333" y="1412"/>
                  </a:lnTo>
                  <a:lnTo>
                    <a:pt x="5550" y="2705"/>
                  </a:lnTo>
                  <a:lnTo>
                    <a:pt x="4690" y="3950"/>
                  </a:lnTo>
                  <a:lnTo>
                    <a:pt x="4624" y="9737"/>
                  </a:lnTo>
                  <a:lnTo>
                    <a:pt x="429" y="7647"/>
                  </a:lnTo>
                  <a:lnTo>
                    <a:pt x="0" y="5770"/>
                  </a:lnTo>
                  <a:lnTo>
                    <a:pt x="2439" y="5344"/>
                  </a:lnTo>
                  <a:lnTo>
                    <a:pt x="3404" y="4318"/>
                  </a:lnTo>
                  <a:lnTo>
                    <a:pt x="1404" y="1254"/>
                  </a:lnTo>
                  <a:lnTo>
                    <a:pt x="263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h4777"/>
            <p:cNvSpPr/>
            <p:nvPr/>
          </p:nvSpPr>
          <p:spPr>
            <a:xfrm>
              <a:off x="6874702" y="3308439"/>
              <a:ext cx="10599" cy="9330"/>
            </a:xfrm>
            <a:custGeom>
              <a:avLst/>
              <a:pathLst>
                <a:path w="10599" h="9330">
                  <a:moveTo>
                    <a:pt x="9360" y="1942"/>
                  </a:moveTo>
                  <a:lnTo>
                    <a:pt x="10599" y="6736"/>
                  </a:lnTo>
                  <a:lnTo>
                    <a:pt x="10352" y="8099"/>
                  </a:lnTo>
                  <a:lnTo>
                    <a:pt x="7352" y="9330"/>
                  </a:lnTo>
                  <a:lnTo>
                    <a:pt x="743" y="8683"/>
                  </a:lnTo>
                  <a:lnTo>
                    <a:pt x="0" y="3975"/>
                  </a:lnTo>
                  <a:lnTo>
                    <a:pt x="4995" y="2027"/>
                  </a:lnTo>
                  <a:lnTo>
                    <a:pt x="724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h4778"/>
            <p:cNvSpPr/>
            <p:nvPr/>
          </p:nvSpPr>
          <p:spPr>
            <a:xfrm>
              <a:off x="6825951" y="3209488"/>
              <a:ext cx="19256" cy="21018"/>
            </a:xfrm>
            <a:custGeom>
              <a:avLst/>
              <a:pathLst>
                <a:path w="19256" h="21018">
                  <a:moveTo>
                    <a:pt x="7889" y="0"/>
                  </a:moveTo>
                  <a:lnTo>
                    <a:pt x="15617" y="837"/>
                  </a:lnTo>
                  <a:lnTo>
                    <a:pt x="12777" y="3965"/>
                  </a:lnTo>
                  <a:lnTo>
                    <a:pt x="12968" y="6056"/>
                  </a:lnTo>
                  <a:lnTo>
                    <a:pt x="13959" y="7518"/>
                  </a:lnTo>
                  <a:lnTo>
                    <a:pt x="17831" y="5292"/>
                  </a:lnTo>
                  <a:lnTo>
                    <a:pt x="19256" y="11350"/>
                  </a:lnTo>
                  <a:lnTo>
                    <a:pt x="18354" y="19822"/>
                  </a:lnTo>
                  <a:lnTo>
                    <a:pt x="16479" y="21018"/>
                  </a:lnTo>
                  <a:lnTo>
                    <a:pt x="11968" y="20605"/>
                  </a:lnTo>
                  <a:lnTo>
                    <a:pt x="12329" y="12858"/>
                  </a:lnTo>
                  <a:lnTo>
                    <a:pt x="14256" y="10761"/>
                  </a:lnTo>
                  <a:lnTo>
                    <a:pt x="13906" y="9299"/>
                  </a:lnTo>
                  <a:lnTo>
                    <a:pt x="11178" y="6311"/>
                  </a:lnTo>
                  <a:lnTo>
                    <a:pt x="8983" y="5341"/>
                  </a:lnTo>
                  <a:lnTo>
                    <a:pt x="5299" y="5486"/>
                  </a:lnTo>
                  <a:lnTo>
                    <a:pt x="4039" y="6935"/>
                  </a:lnTo>
                  <a:lnTo>
                    <a:pt x="2447" y="6013"/>
                  </a:lnTo>
                  <a:lnTo>
                    <a:pt x="0" y="2662"/>
                  </a:lnTo>
                  <a:lnTo>
                    <a:pt x="2896" y="284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h4779"/>
            <p:cNvSpPr/>
            <p:nvPr/>
          </p:nvSpPr>
          <p:spPr>
            <a:xfrm>
              <a:off x="7058236" y="3242094"/>
              <a:ext cx="19240" cy="17432"/>
            </a:xfrm>
            <a:custGeom>
              <a:avLst/>
              <a:pathLst>
                <a:path w="19240" h="17432">
                  <a:moveTo>
                    <a:pt x="8672" y="0"/>
                  </a:moveTo>
                  <a:lnTo>
                    <a:pt x="10979" y="862"/>
                  </a:lnTo>
                  <a:lnTo>
                    <a:pt x="12381" y="2226"/>
                  </a:lnTo>
                  <a:lnTo>
                    <a:pt x="12458" y="3680"/>
                  </a:lnTo>
                  <a:lnTo>
                    <a:pt x="15099" y="4134"/>
                  </a:lnTo>
                  <a:lnTo>
                    <a:pt x="11042" y="7157"/>
                  </a:lnTo>
                  <a:lnTo>
                    <a:pt x="9686" y="9561"/>
                  </a:lnTo>
                  <a:lnTo>
                    <a:pt x="15248" y="11736"/>
                  </a:lnTo>
                  <a:lnTo>
                    <a:pt x="16960" y="11718"/>
                  </a:lnTo>
                  <a:lnTo>
                    <a:pt x="19240" y="17175"/>
                  </a:lnTo>
                  <a:lnTo>
                    <a:pt x="13691" y="17432"/>
                  </a:lnTo>
                  <a:lnTo>
                    <a:pt x="11219" y="10777"/>
                  </a:lnTo>
                  <a:lnTo>
                    <a:pt x="8830" y="13541"/>
                  </a:lnTo>
                  <a:lnTo>
                    <a:pt x="451" y="10533"/>
                  </a:lnTo>
                  <a:lnTo>
                    <a:pt x="0" y="10255"/>
                  </a:lnTo>
                  <a:lnTo>
                    <a:pt x="2530" y="117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h4780"/>
            <p:cNvSpPr/>
            <p:nvPr/>
          </p:nvSpPr>
          <p:spPr>
            <a:xfrm>
              <a:off x="6981058" y="3092186"/>
              <a:ext cx="3515" cy="5798"/>
            </a:xfrm>
            <a:custGeom>
              <a:avLst/>
              <a:pathLst>
                <a:path w="3515" h="5798">
                  <a:moveTo>
                    <a:pt x="2824" y="0"/>
                  </a:moveTo>
                  <a:lnTo>
                    <a:pt x="3515" y="114"/>
                  </a:lnTo>
                  <a:lnTo>
                    <a:pt x="2749" y="5113"/>
                  </a:lnTo>
                  <a:lnTo>
                    <a:pt x="1929" y="5798"/>
                  </a:lnTo>
                  <a:lnTo>
                    <a:pt x="895" y="4482"/>
                  </a:lnTo>
                  <a:lnTo>
                    <a:pt x="1270" y="717"/>
                  </a:lnTo>
                  <a:lnTo>
                    <a:pt x="0" y="2746"/>
                  </a:lnTo>
                  <a:lnTo>
                    <a:pt x="1008" y="21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h4781"/>
            <p:cNvSpPr/>
            <p:nvPr/>
          </p:nvSpPr>
          <p:spPr>
            <a:xfrm>
              <a:off x="6947708" y="3289127"/>
              <a:ext cx="19637" cy="14519"/>
            </a:xfrm>
            <a:custGeom>
              <a:avLst/>
              <a:pathLst>
                <a:path w="19637" h="14519">
                  <a:moveTo>
                    <a:pt x="14773" y="784"/>
                  </a:moveTo>
                  <a:lnTo>
                    <a:pt x="17504" y="5337"/>
                  </a:lnTo>
                  <a:lnTo>
                    <a:pt x="19637" y="10732"/>
                  </a:lnTo>
                  <a:lnTo>
                    <a:pt x="19587" y="13072"/>
                  </a:lnTo>
                  <a:lnTo>
                    <a:pt x="14335" y="14519"/>
                  </a:lnTo>
                  <a:lnTo>
                    <a:pt x="5897" y="12696"/>
                  </a:lnTo>
                  <a:lnTo>
                    <a:pt x="173" y="12662"/>
                  </a:lnTo>
                  <a:lnTo>
                    <a:pt x="0" y="11415"/>
                  </a:lnTo>
                  <a:lnTo>
                    <a:pt x="3064" y="11263"/>
                  </a:lnTo>
                  <a:lnTo>
                    <a:pt x="6991" y="7235"/>
                  </a:lnTo>
                  <a:lnTo>
                    <a:pt x="8052" y="2587"/>
                  </a:lnTo>
                  <a:lnTo>
                    <a:pt x="9753" y="856"/>
                  </a:lnTo>
                  <a:lnTo>
                    <a:pt x="1227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h4782"/>
            <p:cNvSpPr/>
            <p:nvPr/>
          </p:nvSpPr>
          <p:spPr>
            <a:xfrm>
              <a:off x="7123746" y="3234585"/>
              <a:ext cx="15539" cy="15063"/>
            </a:xfrm>
            <a:custGeom>
              <a:avLst/>
              <a:pathLst>
                <a:path w="15539" h="15063">
                  <a:moveTo>
                    <a:pt x="5478" y="645"/>
                  </a:moveTo>
                  <a:lnTo>
                    <a:pt x="8350" y="4594"/>
                  </a:lnTo>
                  <a:lnTo>
                    <a:pt x="10593" y="3976"/>
                  </a:lnTo>
                  <a:lnTo>
                    <a:pt x="10581" y="1865"/>
                  </a:lnTo>
                  <a:lnTo>
                    <a:pt x="15539" y="1997"/>
                  </a:lnTo>
                  <a:lnTo>
                    <a:pt x="15412" y="2934"/>
                  </a:lnTo>
                  <a:lnTo>
                    <a:pt x="10627" y="7297"/>
                  </a:lnTo>
                  <a:lnTo>
                    <a:pt x="9811" y="10733"/>
                  </a:lnTo>
                  <a:lnTo>
                    <a:pt x="5853" y="15063"/>
                  </a:lnTo>
                  <a:lnTo>
                    <a:pt x="3167" y="13183"/>
                  </a:lnTo>
                  <a:lnTo>
                    <a:pt x="0" y="13490"/>
                  </a:lnTo>
                  <a:lnTo>
                    <a:pt x="1116" y="8805"/>
                  </a:lnTo>
                  <a:lnTo>
                    <a:pt x="691" y="4867"/>
                  </a:lnTo>
                  <a:lnTo>
                    <a:pt x="1220" y="2485"/>
                  </a:lnTo>
                  <a:lnTo>
                    <a:pt x="417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h4783"/>
            <p:cNvSpPr/>
            <p:nvPr/>
          </p:nvSpPr>
          <p:spPr>
            <a:xfrm>
              <a:off x="7032336" y="3100132"/>
              <a:ext cx="30585" cy="29331"/>
            </a:xfrm>
            <a:custGeom>
              <a:avLst/>
              <a:pathLst>
                <a:path w="30585" h="29331">
                  <a:moveTo>
                    <a:pt x="20400" y="0"/>
                  </a:moveTo>
                  <a:lnTo>
                    <a:pt x="22016" y="376"/>
                  </a:lnTo>
                  <a:lnTo>
                    <a:pt x="25293" y="4379"/>
                  </a:lnTo>
                  <a:lnTo>
                    <a:pt x="20336" y="7355"/>
                  </a:lnTo>
                  <a:lnTo>
                    <a:pt x="24345" y="13057"/>
                  </a:lnTo>
                  <a:lnTo>
                    <a:pt x="27588" y="10924"/>
                  </a:lnTo>
                  <a:lnTo>
                    <a:pt x="28502" y="11653"/>
                  </a:lnTo>
                  <a:lnTo>
                    <a:pt x="28717" y="15886"/>
                  </a:lnTo>
                  <a:lnTo>
                    <a:pt x="26658" y="15819"/>
                  </a:lnTo>
                  <a:lnTo>
                    <a:pt x="26363" y="17136"/>
                  </a:lnTo>
                  <a:lnTo>
                    <a:pt x="27874" y="21154"/>
                  </a:lnTo>
                  <a:lnTo>
                    <a:pt x="29853" y="24542"/>
                  </a:lnTo>
                  <a:lnTo>
                    <a:pt x="30585" y="29331"/>
                  </a:lnTo>
                  <a:lnTo>
                    <a:pt x="26933" y="26237"/>
                  </a:lnTo>
                  <a:lnTo>
                    <a:pt x="24920" y="27112"/>
                  </a:lnTo>
                  <a:lnTo>
                    <a:pt x="15692" y="20160"/>
                  </a:lnTo>
                  <a:lnTo>
                    <a:pt x="16985" y="22479"/>
                  </a:lnTo>
                  <a:lnTo>
                    <a:pt x="16541" y="25197"/>
                  </a:lnTo>
                  <a:lnTo>
                    <a:pt x="13877" y="25684"/>
                  </a:lnTo>
                  <a:lnTo>
                    <a:pt x="11211" y="24638"/>
                  </a:lnTo>
                  <a:lnTo>
                    <a:pt x="10520" y="23218"/>
                  </a:lnTo>
                  <a:lnTo>
                    <a:pt x="955" y="22815"/>
                  </a:lnTo>
                  <a:lnTo>
                    <a:pt x="581" y="18996"/>
                  </a:lnTo>
                  <a:lnTo>
                    <a:pt x="97" y="16810"/>
                  </a:lnTo>
                  <a:lnTo>
                    <a:pt x="0" y="14186"/>
                  </a:lnTo>
                  <a:lnTo>
                    <a:pt x="3080" y="12535"/>
                  </a:lnTo>
                  <a:lnTo>
                    <a:pt x="3611" y="8463"/>
                  </a:lnTo>
                  <a:lnTo>
                    <a:pt x="5029" y="6535"/>
                  </a:lnTo>
                  <a:lnTo>
                    <a:pt x="5789" y="4967"/>
                  </a:lnTo>
                  <a:lnTo>
                    <a:pt x="12816" y="459"/>
                  </a:lnTo>
                  <a:lnTo>
                    <a:pt x="14841" y="192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h4784"/>
            <p:cNvSpPr/>
            <p:nvPr/>
          </p:nvSpPr>
          <p:spPr>
            <a:xfrm>
              <a:off x="6977847" y="3102881"/>
              <a:ext cx="12149" cy="9057"/>
            </a:xfrm>
            <a:custGeom>
              <a:avLst/>
              <a:pathLst>
                <a:path w="12149" h="9057">
                  <a:moveTo>
                    <a:pt x="7326" y="0"/>
                  </a:moveTo>
                  <a:lnTo>
                    <a:pt x="9560" y="58"/>
                  </a:lnTo>
                  <a:lnTo>
                    <a:pt x="12149" y="2242"/>
                  </a:lnTo>
                  <a:lnTo>
                    <a:pt x="10912" y="6197"/>
                  </a:lnTo>
                  <a:lnTo>
                    <a:pt x="9095" y="9057"/>
                  </a:lnTo>
                  <a:lnTo>
                    <a:pt x="322" y="7228"/>
                  </a:lnTo>
                  <a:lnTo>
                    <a:pt x="53" y="4838"/>
                  </a:lnTo>
                  <a:lnTo>
                    <a:pt x="0" y="3211"/>
                  </a:lnTo>
                  <a:lnTo>
                    <a:pt x="4282" y="27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h4785"/>
            <p:cNvSpPr/>
            <p:nvPr/>
          </p:nvSpPr>
          <p:spPr>
            <a:xfrm>
              <a:off x="7031053" y="3286567"/>
              <a:ext cx="22166" cy="29584"/>
            </a:xfrm>
            <a:custGeom>
              <a:avLst/>
              <a:pathLst>
                <a:path w="22166" h="29584">
                  <a:moveTo>
                    <a:pt x="15824" y="12685"/>
                  </a:moveTo>
                  <a:lnTo>
                    <a:pt x="22166" y="18428"/>
                  </a:lnTo>
                  <a:lnTo>
                    <a:pt x="21177" y="20612"/>
                  </a:lnTo>
                  <a:lnTo>
                    <a:pt x="18391" y="25795"/>
                  </a:lnTo>
                  <a:lnTo>
                    <a:pt x="17856" y="24938"/>
                  </a:lnTo>
                  <a:lnTo>
                    <a:pt x="15307" y="24117"/>
                  </a:lnTo>
                  <a:lnTo>
                    <a:pt x="13148" y="25683"/>
                  </a:lnTo>
                  <a:lnTo>
                    <a:pt x="13593" y="29584"/>
                  </a:lnTo>
                  <a:lnTo>
                    <a:pt x="5805" y="28732"/>
                  </a:lnTo>
                  <a:lnTo>
                    <a:pt x="4218" y="28019"/>
                  </a:lnTo>
                  <a:lnTo>
                    <a:pt x="3347" y="22133"/>
                  </a:lnTo>
                  <a:lnTo>
                    <a:pt x="3635" y="18854"/>
                  </a:lnTo>
                  <a:lnTo>
                    <a:pt x="964" y="14185"/>
                  </a:lnTo>
                  <a:lnTo>
                    <a:pt x="0" y="12761"/>
                  </a:lnTo>
                  <a:lnTo>
                    <a:pt x="613" y="11426"/>
                  </a:lnTo>
                  <a:lnTo>
                    <a:pt x="435" y="9278"/>
                  </a:lnTo>
                  <a:lnTo>
                    <a:pt x="2016" y="8669"/>
                  </a:lnTo>
                  <a:lnTo>
                    <a:pt x="4940" y="9952"/>
                  </a:lnTo>
                  <a:lnTo>
                    <a:pt x="6856" y="9583"/>
                  </a:lnTo>
                  <a:lnTo>
                    <a:pt x="7007" y="6189"/>
                  </a:lnTo>
                  <a:lnTo>
                    <a:pt x="9815" y="311"/>
                  </a:lnTo>
                  <a:lnTo>
                    <a:pt x="10325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h4786"/>
            <p:cNvSpPr/>
            <p:nvPr/>
          </p:nvSpPr>
          <p:spPr>
            <a:xfrm>
              <a:off x="7048097" y="3345751"/>
              <a:ext cx="7988" cy="15877"/>
            </a:xfrm>
            <a:custGeom>
              <a:avLst/>
              <a:pathLst>
                <a:path w="7988" h="15877">
                  <a:moveTo>
                    <a:pt x="5064" y="357"/>
                  </a:moveTo>
                  <a:lnTo>
                    <a:pt x="6030" y="1340"/>
                  </a:lnTo>
                  <a:lnTo>
                    <a:pt x="7988" y="6329"/>
                  </a:lnTo>
                  <a:lnTo>
                    <a:pt x="6494" y="6110"/>
                  </a:lnTo>
                  <a:lnTo>
                    <a:pt x="5155" y="7805"/>
                  </a:lnTo>
                  <a:lnTo>
                    <a:pt x="3182" y="15877"/>
                  </a:lnTo>
                  <a:lnTo>
                    <a:pt x="2062" y="15558"/>
                  </a:lnTo>
                  <a:lnTo>
                    <a:pt x="0" y="12065"/>
                  </a:lnTo>
                  <a:lnTo>
                    <a:pt x="2327" y="7924"/>
                  </a:lnTo>
                  <a:lnTo>
                    <a:pt x="3074" y="5295"/>
                  </a:lnTo>
                  <a:lnTo>
                    <a:pt x="1356" y="2913"/>
                  </a:lnTo>
                  <a:lnTo>
                    <a:pt x="99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h4787"/>
            <p:cNvSpPr/>
            <p:nvPr/>
          </p:nvSpPr>
          <p:spPr>
            <a:xfrm>
              <a:off x="6902115" y="3191479"/>
              <a:ext cx="10489" cy="7184"/>
            </a:xfrm>
            <a:custGeom>
              <a:avLst/>
              <a:pathLst>
                <a:path w="10489" h="7184">
                  <a:moveTo>
                    <a:pt x="10489" y="1584"/>
                  </a:moveTo>
                  <a:lnTo>
                    <a:pt x="10489" y="3136"/>
                  </a:lnTo>
                  <a:lnTo>
                    <a:pt x="9368" y="4988"/>
                  </a:lnTo>
                  <a:lnTo>
                    <a:pt x="7830" y="5237"/>
                  </a:lnTo>
                  <a:lnTo>
                    <a:pt x="6273" y="6589"/>
                  </a:lnTo>
                  <a:lnTo>
                    <a:pt x="3450" y="7184"/>
                  </a:lnTo>
                  <a:lnTo>
                    <a:pt x="618" y="6001"/>
                  </a:lnTo>
                  <a:lnTo>
                    <a:pt x="0" y="3214"/>
                  </a:lnTo>
                  <a:lnTo>
                    <a:pt x="1362" y="2097"/>
                  </a:lnTo>
                  <a:lnTo>
                    <a:pt x="4958" y="1789"/>
                  </a:lnTo>
                  <a:lnTo>
                    <a:pt x="914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h4788"/>
            <p:cNvSpPr/>
            <p:nvPr/>
          </p:nvSpPr>
          <p:spPr>
            <a:xfrm>
              <a:off x="6872892" y="3212723"/>
              <a:ext cx="13077" cy="9447"/>
            </a:xfrm>
            <a:custGeom>
              <a:avLst/>
              <a:pathLst>
                <a:path w="13077" h="9447">
                  <a:moveTo>
                    <a:pt x="9834" y="0"/>
                  </a:moveTo>
                  <a:lnTo>
                    <a:pt x="12028" y="1562"/>
                  </a:lnTo>
                  <a:lnTo>
                    <a:pt x="11367" y="3353"/>
                  </a:lnTo>
                  <a:lnTo>
                    <a:pt x="12726" y="3637"/>
                  </a:lnTo>
                  <a:lnTo>
                    <a:pt x="13077" y="6429"/>
                  </a:lnTo>
                  <a:lnTo>
                    <a:pt x="10885" y="8399"/>
                  </a:lnTo>
                  <a:lnTo>
                    <a:pt x="9858" y="9028"/>
                  </a:lnTo>
                  <a:lnTo>
                    <a:pt x="8680" y="8550"/>
                  </a:lnTo>
                  <a:lnTo>
                    <a:pt x="6968" y="5971"/>
                  </a:lnTo>
                  <a:lnTo>
                    <a:pt x="4288" y="6995"/>
                  </a:lnTo>
                  <a:lnTo>
                    <a:pt x="3865" y="9026"/>
                  </a:lnTo>
                  <a:lnTo>
                    <a:pt x="1904" y="9447"/>
                  </a:lnTo>
                  <a:lnTo>
                    <a:pt x="0" y="6820"/>
                  </a:lnTo>
                  <a:lnTo>
                    <a:pt x="2300" y="299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h4789"/>
            <p:cNvSpPr/>
            <p:nvPr/>
          </p:nvSpPr>
          <p:spPr>
            <a:xfrm>
              <a:off x="6994322" y="3283784"/>
              <a:ext cx="4874" cy="4596"/>
            </a:xfrm>
            <a:custGeom>
              <a:avLst/>
              <a:pathLst>
                <a:path w="4874" h="4596">
                  <a:moveTo>
                    <a:pt x="4874" y="1591"/>
                  </a:moveTo>
                  <a:lnTo>
                    <a:pt x="4762" y="4596"/>
                  </a:lnTo>
                  <a:lnTo>
                    <a:pt x="3470" y="3270"/>
                  </a:lnTo>
                  <a:lnTo>
                    <a:pt x="0" y="1131"/>
                  </a:lnTo>
                  <a:lnTo>
                    <a:pt x="296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h4790"/>
            <p:cNvSpPr/>
            <p:nvPr/>
          </p:nvSpPr>
          <p:spPr>
            <a:xfrm>
              <a:off x="6823888" y="3188635"/>
              <a:ext cx="21165" cy="23699"/>
            </a:xfrm>
            <a:custGeom>
              <a:avLst/>
              <a:pathLst>
                <a:path w="21165" h="23699">
                  <a:moveTo>
                    <a:pt x="8333" y="3624"/>
                  </a:moveTo>
                  <a:lnTo>
                    <a:pt x="13392" y="4799"/>
                  </a:lnTo>
                  <a:lnTo>
                    <a:pt x="15236" y="4462"/>
                  </a:lnTo>
                  <a:lnTo>
                    <a:pt x="15283" y="6444"/>
                  </a:lnTo>
                  <a:lnTo>
                    <a:pt x="16307" y="7583"/>
                  </a:lnTo>
                  <a:lnTo>
                    <a:pt x="19526" y="10204"/>
                  </a:lnTo>
                  <a:lnTo>
                    <a:pt x="20730" y="10313"/>
                  </a:lnTo>
                  <a:lnTo>
                    <a:pt x="21165" y="11025"/>
                  </a:lnTo>
                  <a:lnTo>
                    <a:pt x="19864" y="15919"/>
                  </a:lnTo>
                  <a:lnTo>
                    <a:pt x="19889" y="22100"/>
                  </a:lnTo>
                  <a:lnTo>
                    <a:pt x="17680" y="21690"/>
                  </a:lnTo>
                  <a:lnTo>
                    <a:pt x="9952" y="20853"/>
                  </a:lnTo>
                  <a:lnTo>
                    <a:pt x="4959" y="23699"/>
                  </a:lnTo>
                  <a:lnTo>
                    <a:pt x="2063" y="23516"/>
                  </a:lnTo>
                  <a:lnTo>
                    <a:pt x="2536" y="20211"/>
                  </a:lnTo>
                  <a:lnTo>
                    <a:pt x="3953" y="17170"/>
                  </a:lnTo>
                  <a:lnTo>
                    <a:pt x="5949" y="16941"/>
                  </a:lnTo>
                  <a:lnTo>
                    <a:pt x="3736" y="9195"/>
                  </a:lnTo>
                  <a:lnTo>
                    <a:pt x="0" y="1882"/>
                  </a:lnTo>
                  <a:lnTo>
                    <a:pt x="3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h4791"/>
            <p:cNvSpPr/>
            <p:nvPr/>
          </p:nvSpPr>
          <p:spPr>
            <a:xfrm>
              <a:off x="7011350" y="3248830"/>
              <a:ext cx="6778" cy="9362"/>
            </a:xfrm>
            <a:custGeom>
              <a:avLst/>
              <a:pathLst>
                <a:path w="6778" h="9362">
                  <a:moveTo>
                    <a:pt x="6778" y="175"/>
                  </a:moveTo>
                  <a:lnTo>
                    <a:pt x="5232" y="5353"/>
                  </a:lnTo>
                  <a:lnTo>
                    <a:pt x="4584" y="5457"/>
                  </a:lnTo>
                  <a:lnTo>
                    <a:pt x="4559" y="7581"/>
                  </a:lnTo>
                  <a:lnTo>
                    <a:pt x="3761" y="9158"/>
                  </a:lnTo>
                  <a:lnTo>
                    <a:pt x="3044" y="9362"/>
                  </a:lnTo>
                  <a:lnTo>
                    <a:pt x="2115" y="9231"/>
                  </a:lnTo>
                  <a:lnTo>
                    <a:pt x="0" y="6099"/>
                  </a:lnTo>
                  <a:lnTo>
                    <a:pt x="2883" y="3161"/>
                  </a:lnTo>
                  <a:lnTo>
                    <a:pt x="1851" y="3026"/>
                  </a:lnTo>
                  <a:lnTo>
                    <a:pt x="2389" y="2131"/>
                  </a:lnTo>
                  <a:lnTo>
                    <a:pt x="3983" y="3837"/>
                  </a:lnTo>
                  <a:lnTo>
                    <a:pt x="515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h4792"/>
            <p:cNvSpPr/>
            <p:nvPr/>
          </p:nvSpPr>
          <p:spPr>
            <a:xfrm>
              <a:off x="6962985" y="3102706"/>
              <a:ext cx="14916" cy="10307"/>
            </a:xfrm>
            <a:custGeom>
              <a:avLst/>
              <a:pathLst>
                <a:path w="14916" h="10307">
                  <a:moveTo>
                    <a:pt x="14690" y="2406"/>
                  </a:moveTo>
                  <a:lnTo>
                    <a:pt x="14862" y="3386"/>
                  </a:lnTo>
                  <a:lnTo>
                    <a:pt x="14916" y="5013"/>
                  </a:lnTo>
                  <a:lnTo>
                    <a:pt x="4212" y="10190"/>
                  </a:lnTo>
                  <a:lnTo>
                    <a:pt x="804" y="10307"/>
                  </a:lnTo>
                  <a:lnTo>
                    <a:pt x="1489" y="8917"/>
                  </a:lnTo>
                  <a:lnTo>
                    <a:pt x="0" y="7862"/>
                  </a:lnTo>
                  <a:lnTo>
                    <a:pt x="516" y="6623"/>
                  </a:lnTo>
                  <a:lnTo>
                    <a:pt x="10568" y="1237"/>
                  </a:lnTo>
                  <a:lnTo>
                    <a:pt x="1164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h4793"/>
            <p:cNvSpPr/>
            <p:nvPr/>
          </p:nvSpPr>
          <p:spPr>
            <a:xfrm>
              <a:off x="6987408" y="3102152"/>
              <a:ext cx="3402" cy="2971"/>
            </a:xfrm>
            <a:custGeom>
              <a:avLst/>
              <a:pathLst>
                <a:path w="3402" h="2971">
                  <a:moveTo>
                    <a:pt x="2974" y="0"/>
                  </a:moveTo>
                  <a:lnTo>
                    <a:pt x="3402" y="176"/>
                  </a:lnTo>
                  <a:lnTo>
                    <a:pt x="2589" y="2971"/>
                  </a:lnTo>
                  <a:lnTo>
                    <a:pt x="0" y="78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h4794"/>
            <p:cNvSpPr/>
            <p:nvPr/>
          </p:nvSpPr>
          <p:spPr>
            <a:xfrm>
              <a:off x="7272005" y="3274867"/>
              <a:ext cx="39783" cy="38078"/>
            </a:xfrm>
            <a:custGeom>
              <a:avLst/>
              <a:pathLst>
                <a:path w="39783" h="38078">
                  <a:moveTo>
                    <a:pt x="18385" y="2862"/>
                  </a:moveTo>
                  <a:lnTo>
                    <a:pt x="23384" y="1028"/>
                  </a:lnTo>
                  <a:lnTo>
                    <a:pt x="24964" y="3965"/>
                  </a:lnTo>
                  <a:lnTo>
                    <a:pt x="30088" y="5117"/>
                  </a:lnTo>
                  <a:lnTo>
                    <a:pt x="33404" y="9780"/>
                  </a:lnTo>
                  <a:lnTo>
                    <a:pt x="39783" y="9537"/>
                  </a:lnTo>
                  <a:lnTo>
                    <a:pt x="39695" y="13317"/>
                  </a:lnTo>
                  <a:lnTo>
                    <a:pt x="39134" y="15044"/>
                  </a:lnTo>
                  <a:lnTo>
                    <a:pt x="32026" y="12765"/>
                  </a:lnTo>
                  <a:lnTo>
                    <a:pt x="31776" y="17532"/>
                  </a:lnTo>
                  <a:lnTo>
                    <a:pt x="28055" y="19919"/>
                  </a:lnTo>
                  <a:lnTo>
                    <a:pt x="26529" y="18613"/>
                  </a:lnTo>
                  <a:lnTo>
                    <a:pt x="25518" y="19279"/>
                  </a:lnTo>
                  <a:lnTo>
                    <a:pt x="23848" y="23171"/>
                  </a:lnTo>
                  <a:lnTo>
                    <a:pt x="24170" y="25597"/>
                  </a:lnTo>
                  <a:lnTo>
                    <a:pt x="22854" y="28755"/>
                  </a:lnTo>
                  <a:lnTo>
                    <a:pt x="21427" y="30306"/>
                  </a:lnTo>
                  <a:lnTo>
                    <a:pt x="20155" y="31301"/>
                  </a:lnTo>
                  <a:lnTo>
                    <a:pt x="16499" y="30559"/>
                  </a:lnTo>
                  <a:lnTo>
                    <a:pt x="13971" y="31173"/>
                  </a:lnTo>
                  <a:lnTo>
                    <a:pt x="13269" y="36288"/>
                  </a:lnTo>
                  <a:lnTo>
                    <a:pt x="8467" y="37837"/>
                  </a:lnTo>
                  <a:lnTo>
                    <a:pt x="7727" y="38078"/>
                  </a:lnTo>
                  <a:lnTo>
                    <a:pt x="8962" y="30360"/>
                  </a:lnTo>
                  <a:lnTo>
                    <a:pt x="8473" y="29705"/>
                  </a:lnTo>
                  <a:lnTo>
                    <a:pt x="4556" y="24452"/>
                  </a:lnTo>
                  <a:lnTo>
                    <a:pt x="6871" y="21713"/>
                  </a:lnTo>
                  <a:lnTo>
                    <a:pt x="4558" y="19954"/>
                  </a:lnTo>
                  <a:lnTo>
                    <a:pt x="1976" y="21014"/>
                  </a:lnTo>
                  <a:lnTo>
                    <a:pt x="1834" y="22568"/>
                  </a:lnTo>
                  <a:lnTo>
                    <a:pt x="1162" y="22108"/>
                  </a:lnTo>
                  <a:lnTo>
                    <a:pt x="0" y="17215"/>
                  </a:lnTo>
                  <a:lnTo>
                    <a:pt x="1072" y="12948"/>
                  </a:lnTo>
                  <a:lnTo>
                    <a:pt x="5665" y="3756"/>
                  </a:lnTo>
                  <a:lnTo>
                    <a:pt x="7843" y="2965"/>
                  </a:lnTo>
                  <a:lnTo>
                    <a:pt x="9669" y="3475"/>
                  </a:lnTo>
                  <a:lnTo>
                    <a:pt x="178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h4795"/>
            <p:cNvSpPr/>
            <p:nvPr/>
          </p:nvSpPr>
          <p:spPr>
            <a:xfrm>
              <a:off x="6952343" y="3339903"/>
              <a:ext cx="18090" cy="22774"/>
            </a:xfrm>
            <a:custGeom>
              <a:avLst/>
              <a:pathLst>
                <a:path w="18090" h="22774">
                  <a:moveTo>
                    <a:pt x="4061" y="294"/>
                  </a:moveTo>
                  <a:lnTo>
                    <a:pt x="8563" y="3006"/>
                  </a:lnTo>
                  <a:lnTo>
                    <a:pt x="9926" y="5072"/>
                  </a:lnTo>
                  <a:lnTo>
                    <a:pt x="12635" y="5238"/>
                  </a:lnTo>
                  <a:lnTo>
                    <a:pt x="13271" y="5013"/>
                  </a:lnTo>
                  <a:lnTo>
                    <a:pt x="13239" y="4182"/>
                  </a:lnTo>
                  <a:lnTo>
                    <a:pt x="18090" y="5688"/>
                  </a:lnTo>
                  <a:lnTo>
                    <a:pt x="17172" y="12114"/>
                  </a:lnTo>
                  <a:lnTo>
                    <a:pt x="12919" y="18562"/>
                  </a:lnTo>
                  <a:lnTo>
                    <a:pt x="14417" y="18608"/>
                  </a:lnTo>
                  <a:lnTo>
                    <a:pt x="10041" y="22774"/>
                  </a:lnTo>
                  <a:lnTo>
                    <a:pt x="4398" y="20274"/>
                  </a:lnTo>
                  <a:lnTo>
                    <a:pt x="95" y="20423"/>
                  </a:lnTo>
                  <a:lnTo>
                    <a:pt x="156" y="18840"/>
                  </a:lnTo>
                  <a:lnTo>
                    <a:pt x="4253" y="14811"/>
                  </a:lnTo>
                  <a:lnTo>
                    <a:pt x="45" y="6505"/>
                  </a:lnTo>
                  <a:lnTo>
                    <a:pt x="0" y="3615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h4796"/>
            <p:cNvSpPr/>
            <p:nvPr/>
          </p:nvSpPr>
          <p:spPr>
            <a:xfrm>
              <a:off x="6847881" y="3141982"/>
              <a:ext cx="9632" cy="10057"/>
            </a:xfrm>
            <a:custGeom>
              <a:avLst/>
              <a:pathLst>
                <a:path w="9632" h="10057">
                  <a:moveTo>
                    <a:pt x="5464" y="0"/>
                  </a:moveTo>
                  <a:lnTo>
                    <a:pt x="8074" y="4249"/>
                  </a:lnTo>
                  <a:lnTo>
                    <a:pt x="9632" y="5629"/>
                  </a:lnTo>
                  <a:lnTo>
                    <a:pt x="8599" y="7174"/>
                  </a:lnTo>
                  <a:lnTo>
                    <a:pt x="5878" y="8887"/>
                  </a:lnTo>
                  <a:lnTo>
                    <a:pt x="5493" y="10057"/>
                  </a:lnTo>
                  <a:lnTo>
                    <a:pt x="0" y="2756"/>
                  </a:lnTo>
                  <a:lnTo>
                    <a:pt x="1530" y="983"/>
                  </a:lnTo>
                  <a:lnTo>
                    <a:pt x="3795" y="127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h4797"/>
            <p:cNvSpPr/>
            <p:nvPr/>
          </p:nvSpPr>
          <p:spPr>
            <a:xfrm>
              <a:off x="6903323" y="3223673"/>
              <a:ext cx="10369" cy="21155"/>
            </a:xfrm>
            <a:custGeom>
              <a:avLst/>
              <a:pathLst>
                <a:path w="10369" h="21155">
                  <a:moveTo>
                    <a:pt x="3192" y="12"/>
                  </a:moveTo>
                  <a:lnTo>
                    <a:pt x="5324" y="0"/>
                  </a:lnTo>
                  <a:lnTo>
                    <a:pt x="7829" y="5607"/>
                  </a:lnTo>
                  <a:lnTo>
                    <a:pt x="10216" y="10221"/>
                  </a:lnTo>
                  <a:lnTo>
                    <a:pt x="10369" y="10518"/>
                  </a:lnTo>
                  <a:lnTo>
                    <a:pt x="7585" y="12535"/>
                  </a:lnTo>
                  <a:lnTo>
                    <a:pt x="5004" y="19134"/>
                  </a:lnTo>
                  <a:lnTo>
                    <a:pt x="3189" y="20437"/>
                  </a:lnTo>
                  <a:lnTo>
                    <a:pt x="1646" y="21155"/>
                  </a:lnTo>
                  <a:lnTo>
                    <a:pt x="1125" y="13926"/>
                  </a:lnTo>
                  <a:lnTo>
                    <a:pt x="2420" y="8270"/>
                  </a:lnTo>
                  <a:lnTo>
                    <a:pt x="0" y="4501"/>
                  </a:lnTo>
                  <a:lnTo>
                    <a:pt x="1024" y="198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h4798"/>
            <p:cNvSpPr/>
            <p:nvPr/>
          </p:nvSpPr>
          <p:spPr>
            <a:xfrm>
              <a:off x="7038241" y="3197025"/>
              <a:ext cx="12352" cy="6670"/>
            </a:xfrm>
            <a:custGeom>
              <a:avLst/>
              <a:pathLst>
                <a:path w="12352" h="6670">
                  <a:moveTo>
                    <a:pt x="7755" y="0"/>
                  </a:moveTo>
                  <a:lnTo>
                    <a:pt x="12352" y="3351"/>
                  </a:lnTo>
                  <a:lnTo>
                    <a:pt x="10372" y="4452"/>
                  </a:lnTo>
                  <a:lnTo>
                    <a:pt x="8051" y="4370"/>
                  </a:lnTo>
                  <a:lnTo>
                    <a:pt x="6423" y="5082"/>
                  </a:lnTo>
                  <a:lnTo>
                    <a:pt x="5471" y="3878"/>
                  </a:lnTo>
                  <a:lnTo>
                    <a:pt x="4245" y="5629"/>
                  </a:lnTo>
                  <a:lnTo>
                    <a:pt x="1421" y="6670"/>
                  </a:lnTo>
                  <a:lnTo>
                    <a:pt x="996" y="6481"/>
                  </a:lnTo>
                  <a:lnTo>
                    <a:pt x="1636" y="6568"/>
                  </a:lnTo>
                  <a:lnTo>
                    <a:pt x="1463" y="5872"/>
                  </a:lnTo>
                  <a:lnTo>
                    <a:pt x="0" y="3829"/>
                  </a:lnTo>
                  <a:lnTo>
                    <a:pt x="4181" y="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h4799"/>
            <p:cNvSpPr/>
            <p:nvPr/>
          </p:nvSpPr>
          <p:spPr>
            <a:xfrm>
              <a:off x="6943358" y="3187752"/>
              <a:ext cx="7941" cy="6251"/>
            </a:xfrm>
            <a:custGeom>
              <a:avLst/>
              <a:pathLst>
                <a:path w="7941" h="6251">
                  <a:moveTo>
                    <a:pt x="7941" y="3334"/>
                  </a:moveTo>
                  <a:lnTo>
                    <a:pt x="4988" y="5181"/>
                  </a:lnTo>
                  <a:lnTo>
                    <a:pt x="0" y="6251"/>
                  </a:lnTo>
                  <a:lnTo>
                    <a:pt x="714" y="1597"/>
                  </a:lnTo>
                  <a:lnTo>
                    <a:pt x="421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h4800"/>
            <p:cNvSpPr/>
            <p:nvPr/>
          </p:nvSpPr>
          <p:spPr>
            <a:xfrm>
              <a:off x="6928852" y="3228289"/>
              <a:ext cx="13120" cy="20838"/>
            </a:xfrm>
            <a:custGeom>
              <a:avLst/>
              <a:pathLst>
                <a:path w="13120" h="20838">
                  <a:moveTo>
                    <a:pt x="5879" y="2121"/>
                  </a:moveTo>
                  <a:lnTo>
                    <a:pt x="7849" y="6395"/>
                  </a:lnTo>
                  <a:lnTo>
                    <a:pt x="9157" y="7198"/>
                  </a:lnTo>
                  <a:lnTo>
                    <a:pt x="10864" y="5629"/>
                  </a:lnTo>
                  <a:lnTo>
                    <a:pt x="12916" y="8662"/>
                  </a:lnTo>
                  <a:lnTo>
                    <a:pt x="13120" y="19297"/>
                  </a:lnTo>
                  <a:lnTo>
                    <a:pt x="10181" y="20312"/>
                  </a:lnTo>
                  <a:lnTo>
                    <a:pt x="0" y="20838"/>
                  </a:lnTo>
                  <a:lnTo>
                    <a:pt x="973" y="19553"/>
                  </a:lnTo>
                  <a:lnTo>
                    <a:pt x="1540" y="16591"/>
                  </a:lnTo>
                  <a:lnTo>
                    <a:pt x="1673" y="10880"/>
                  </a:lnTo>
                  <a:lnTo>
                    <a:pt x="3674" y="9667"/>
                  </a:lnTo>
                  <a:lnTo>
                    <a:pt x="453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h4801"/>
            <p:cNvSpPr/>
            <p:nvPr/>
          </p:nvSpPr>
          <p:spPr>
            <a:xfrm>
              <a:off x="6913216" y="3221265"/>
              <a:ext cx="14847" cy="8406"/>
            </a:xfrm>
            <a:custGeom>
              <a:avLst/>
              <a:pathLst>
                <a:path w="14847" h="8406">
                  <a:moveTo>
                    <a:pt x="12429" y="0"/>
                  </a:moveTo>
                  <a:lnTo>
                    <a:pt x="13829" y="1343"/>
                  </a:lnTo>
                  <a:lnTo>
                    <a:pt x="14847" y="4804"/>
                  </a:lnTo>
                  <a:lnTo>
                    <a:pt x="14360" y="5809"/>
                  </a:lnTo>
                  <a:lnTo>
                    <a:pt x="10597" y="8406"/>
                  </a:lnTo>
                  <a:lnTo>
                    <a:pt x="8726" y="4221"/>
                  </a:lnTo>
                  <a:lnTo>
                    <a:pt x="5859" y="3798"/>
                  </a:lnTo>
                  <a:lnTo>
                    <a:pt x="4259" y="5248"/>
                  </a:lnTo>
                  <a:lnTo>
                    <a:pt x="0" y="6303"/>
                  </a:lnTo>
                  <a:lnTo>
                    <a:pt x="2654" y="444"/>
                  </a:lnTo>
                  <a:lnTo>
                    <a:pt x="9625" y="132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h4802"/>
            <p:cNvSpPr/>
            <p:nvPr/>
          </p:nvSpPr>
          <p:spPr>
            <a:xfrm>
              <a:off x="7071492" y="3203558"/>
              <a:ext cx="8234" cy="8319"/>
            </a:xfrm>
            <a:custGeom>
              <a:avLst/>
              <a:pathLst>
                <a:path w="8234" h="8319">
                  <a:moveTo>
                    <a:pt x="7155" y="506"/>
                  </a:moveTo>
                  <a:lnTo>
                    <a:pt x="8234" y="1774"/>
                  </a:lnTo>
                  <a:lnTo>
                    <a:pt x="4848" y="5354"/>
                  </a:lnTo>
                  <a:lnTo>
                    <a:pt x="5351" y="6045"/>
                  </a:lnTo>
                  <a:lnTo>
                    <a:pt x="5373" y="8319"/>
                  </a:lnTo>
                  <a:lnTo>
                    <a:pt x="2472" y="7971"/>
                  </a:lnTo>
                  <a:lnTo>
                    <a:pt x="1783" y="5753"/>
                  </a:lnTo>
                  <a:lnTo>
                    <a:pt x="0" y="4962"/>
                  </a:lnTo>
                  <a:lnTo>
                    <a:pt x="159" y="2407"/>
                  </a:lnTo>
                  <a:lnTo>
                    <a:pt x="579" y="1389"/>
                  </a:lnTo>
                  <a:lnTo>
                    <a:pt x="521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h4803"/>
            <p:cNvSpPr/>
            <p:nvPr/>
          </p:nvSpPr>
          <p:spPr>
            <a:xfrm>
              <a:off x="6915867" y="3200463"/>
              <a:ext cx="14190" cy="9499"/>
            </a:xfrm>
            <a:custGeom>
              <a:avLst/>
              <a:pathLst>
                <a:path w="14190" h="9499">
                  <a:moveTo>
                    <a:pt x="10743" y="0"/>
                  </a:moveTo>
                  <a:lnTo>
                    <a:pt x="13442" y="3834"/>
                  </a:lnTo>
                  <a:lnTo>
                    <a:pt x="14190" y="6643"/>
                  </a:lnTo>
                  <a:lnTo>
                    <a:pt x="4988" y="9499"/>
                  </a:lnTo>
                  <a:lnTo>
                    <a:pt x="0" y="6760"/>
                  </a:lnTo>
                  <a:lnTo>
                    <a:pt x="890" y="6746"/>
                  </a:lnTo>
                  <a:lnTo>
                    <a:pt x="1413" y="5296"/>
                  </a:lnTo>
                  <a:lnTo>
                    <a:pt x="293" y="2166"/>
                  </a:lnTo>
                  <a:lnTo>
                    <a:pt x="935" y="2444"/>
                  </a:lnTo>
                  <a:lnTo>
                    <a:pt x="3779" y="3998"/>
                  </a:lnTo>
                  <a:lnTo>
                    <a:pt x="5610" y="1861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h4804"/>
            <p:cNvSpPr/>
            <p:nvPr/>
          </p:nvSpPr>
          <p:spPr>
            <a:xfrm>
              <a:off x="6815426" y="3157848"/>
              <a:ext cx="15328" cy="12091"/>
            </a:xfrm>
            <a:custGeom>
              <a:avLst/>
              <a:pathLst>
                <a:path w="15328" h="12091">
                  <a:moveTo>
                    <a:pt x="11078" y="1676"/>
                  </a:moveTo>
                  <a:lnTo>
                    <a:pt x="15328" y="3099"/>
                  </a:lnTo>
                  <a:lnTo>
                    <a:pt x="12317" y="9126"/>
                  </a:lnTo>
                  <a:lnTo>
                    <a:pt x="11626" y="12091"/>
                  </a:lnTo>
                  <a:lnTo>
                    <a:pt x="11436" y="10036"/>
                  </a:lnTo>
                  <a:lnTo>
                    <a:pt x="6449" y="10232"/>
                  </a:lnTo>
                  <a:lnTo>
                    <a:pt x="4413" y="11084"/>
                  </a:lnTo>
                  <a:lnTo>
                    <a:pt x="1949" y="5613"/>
                  </a:lnTo>
                  <a:lnTo>
                    <a:pt x="0" y="4591"/>
                  </a:lnTo>
                  <a:lnTo>
                    <a:pt x="934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h4805"/>
            <p:cNvSpPr/>
            <p:nvPr/>
          </p:nvSpPr>
          <p:spPr>
            <a:xfrm>
              <a:off x="7002981" y="3178392"/>
              <a:ext cx="15985" cy="17760"/>
            </a:xfrm>
            <a:custGeom>
              <a:avLst/>
              <a:pathLst>
                <a:path w="15985" h="17760">
                  <a:moveTo>
                    <a:pt x="12651" y="3801"/>
                  </a:moveTo>
                  <a:lnTo>
                    <a:pt x="15108" y="5452"/>
                  </a:lnTo>
                  <a:lnTo>
                    <a:pt x="15985" y="8268"/>
                  </a:lnTo>
                  <a:lnTo>
                    <a:pt x="14802" y="9527"/>
                  </a:lnTo>
                  <a:lnTo>
                    <a:pt x="12068" y="12592"/>
                  </a:lnTo>
                  <a:lnTo>
                    <a:pt x="12004" y="14456"/>
                  </a:lnTo>
                  <a:lnTo>
                    <a:pt x="6077" y="17760"/>
                  </a:lnTo>
                  <a:lnTo>
                    <a:pt x="1311" y="15398"/>
                  </a:lnTo>
                  <a:lnTo>
                    <a:pt x="3195" y="4871"/>
                  </a:lnTo>
                  <a:lnTo>
                    <a:pt x="2296" y="4243"/>
                  </a:lnTo>
                  <a:lnTo>
                    <a:pt x="0" y="4261"/>
                  </a:lnTo>
                  <a:lnTo>
                    <a:pt x="6379" y="836"/>
                  </a:lnTo>
                  <a:lnTo>
                    <a:pt x="7280" y="2016"/>
                  </a:lnTo>
                  <a:lnTo>
                    <a:pt x="11420" y="2425"/>
                  </a:lnTo>
                  <a:lnTo>
                    <a:pt x="13116" y="103"/>
                  </a:lnTo>
                  <a:lnTo>
                    <a:pt x="1558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h4806"/>
            <p:cNvSpPr/>
            <p:nvPr/>
          </p:nvSpPr>
          <p:spPr>
            <a:xfrm>
              <a:off x="7008204" y="3284993"/>
              <a:ext cx="4726" cy="5485"/>
            </a:xfrm>
            <a:custGeom>
              <a:avLst/>
              <a:pathLst>
                <a:path w="4726" h="5485">
                  <a:moveTo>
                    <a:pt x="4726" y="980"/>
                  </a:moveTo>
                  <a:lnTo>
                    <a:pt x="1849" y="5485"/>
                  </a:lnTo>
                  <a:lnTo>
                    <a:pt x="0" y="5096"/>
                  </a:lnTo>
                  <a:lnTo>
                    <a:pt x="1339" y="4329"/>
                  </a:lnTo>
                  <a:lnTo>
                    <a:pt x="2135" y="2285"/>
                  </a:lnTo>
                  <a:lnTo>
                    <a:pt x="1824" y="1488"/>
                  </a:lnTo>
                  <a:lnTo>
                    <a:pt x="1213" y="2149"/>
                  </a:lnTo>
                  <a:lnTo>
                    <a:pt x="13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h4807"/>
            <p:cNvSpPr/>
            <p:nvPr/>
          </p:nvSpPr>
          <p:spPr>
            <a:xfrm>
              <a:off x="6993930" y="3126097"/>
              <a:ext cx="7005" cy="7098"/>
            </a:xfrm>
            <a:custGeom>
              <a:avLst/>
              <a:pathLst>
                <a:path w="7005" h="7098">
                  <a:moveTo>
                    <a:pt x="5750" y="332"/>
                  </a:moveTo>
                  <a:lnTo>
                    <a:pt x="7005" y="3892"/>
                  </a:lnTo>
                  <a:lnTo>
                    <a:pt x="5002" y="7098"/>
                  </a:lnTo>
                  <a:lnTo>
                    <a:pt x="0" y="3514"/>
                  </a:lnTo>
                  <a:lnTo>
                    <a:pt x="356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h4808"/>
            <p:cNvSpPr/>
            <p:nvPr/>
          </p:nvSpPr>
          <p:spPr>
            <a:xfrm>
              <a:off x="6940923" y="3192934"/>
              <a:ext cx="7708" cy="8448"/>
            </a:xfrm>
            <a:custGeom>
              <a:avLst/>
              <a:pathLst>
                <a:path w="7708" h="8448">
                  <a:moveTo>
                    <a:pt x="7423" y="0"/>
                  </a:moveTo>
                  <a:lnTo>
                    <a:pt x="7708" y="1464"/>
                  </a:lnTo>
                  <a:lnTo>
                    <a:pt x="3210" y="3196"/>
                  </a:lnTo>
                  <a:lnTo>
                    <a:pt x="1444" y="8448"/>
                  </a:lnTo>
                  <a:lnTo>
                    <a:pt x="0" y="7972"/>
                  </a:lnTo>
                  <a:lnTo>
                    <a:pt x="700" y="2831"/>
                  </a:lnTo>
                  <a:lnTo>
                    <a:pt x="2435" y="106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h4809"/>
            <p:cNvSpPr/>
            <p:nvPr/>
          </p:nvSpPr>
          <p:spPr>
            <a:xfrm>
              <a:off x="6948108" y="3236507"/>
              <a:ext cx="11759" cy="14410"/>
            </a:xfrm>
            <a:custGeom>
              <a:avLst/>
              <a:pathLst>
                <a:path w="11759" h="14410">
                  <a:moveTo>
                    <a:pt x="11759" y="4871"/>
                  </a:moveTo>
                  <a:lnTo>
                    <a:pt x="11273" y="6990"/>
                  </a:lnTo>
                  <a:lnTo>
                    <a:pt x="8256" y="7433"/>
                  </a:lnTo>
                  <a:lnTo>
                    <a:pt x="8434" y="9394"/>
                  </a:lnTo>
                  <a:lnTo>
                    <a:pt x="7084" y="14410"/>
                  </a:lnTo>
                  <a:lnTo>
                    <a:pt x="3340" y="13139"/>
                  </a:lnTo>
                  <a:lnTo>
                    <a:pt x="3866" y="6382"/>
                  </a:lnTo>
                  <a:lnTo>
                    <a:pt x="1087" y="5744"/>
                  </a:lnTo>
                  <a:lnTo>
                    <a:pt x="0" y="4311"/>
                  </a:lnTo>
                  <a:lnTo>
                    <a:pt x="4659" y="4102"/>
                  </a:lnTo>
                  <a:lnTo>
                    <a:pt x="3885" y="526"/>
                  </a:lnTo>
                  <a:lnTo>
                    <a:pt x="6899" y="4070"/>
                  </a:lnTo>
                  <a:lnTo>
                    <a:pt x="6724" y="1757"/>
                  </a:lnTo>
                  <a:lnTo>
                    <a:pt x="780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h4810"/>
            <p:cNvSpPr/>
            <p:nvPr/>
          </p:nvSpPr>
          <p:spPr>
            <a:xfrm>
              <a:off x="6880497" y="3222837"/>
              <a:ext cx="14278" cy="11830"/>
            </a:xfrm>
            <a:custGeom>
              <a:avLst/>
              <a:pathLst>
                <a:path w="14278" h="11830">
                  <a:moveTo>
                    <a:pt x="10955" y="0"/>
                  </a:moveTo>
                  <a:lnTo>
                    <a:pt x="12223" y="2882"/>
                  </a:lnTo>
                  <a:lnTo>
                    <a:pt x="13983" y="4111"/>
                  </a:lnTo>
                  <a:lnTo>
                    <a:pt x="14278" y="4857"/>
                  </a:lnTo>
                  <a:lnTo>
                    <a:pt x="13695" y="5186"/>
                  </a:lnTo>
                  <a:lnTo>
                    <a:pt x="12744" y="11830"/>
                  </a:lnTo>
                  <a:lnTo>
                    <a:pt x="9043" y="11267"/>
                  </a:lnTo>
                  <a:lnTo>
                    <a:pt x="7658" y="10226"/>
                  </a:lnTo>
                  <a:lnTo>
                    <a:pt x="4816" y="9573"/>
                  </a:lnTo>
                  <a:lnTo>
                    <a:pt x="3734" y="9971"/>
                  </a:lnTo>
                  <a:lnTo>
                    <a:pt x="4273" y="11560"/>
                  </a:lnTo>
                  <a:lnTo>
                    <a:pt x="1075" y="11233"/>
                  </a:lnTo>
                  <a:lnTo>
                    <a:pt x="578" y="11358"/>
                  </a:lnTo>
                  <a:lnTo>
                    <a:pt x="0" y="10083"/>
                  </a:lnTo>
                  <a:lnTo>
                    <a:pt x="1523" y="7145"/>
                  </a:lnTo>
                  <a:lnTo>
                    <a:pt x="2994" y="7258"/>
                  </a:lnTo>
                  <a:lnTo>
                    <a:pt x="5107" y="5590"/>
                  </a:lnTo>
                  <a:lnTo>
                    <a:pt x="6607" y="1736"/>
                  </a:lnTo>
                  <a:lnTo>
                    <a:pt x="8741" y="26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h4811"/>
            <p:cNvSpPr/>
            <p:nvPr/>
          </p:nvSpPr>
          <p:spPr>
            <a:xfrm>
              <a:off x="7060614" y="3186416"/>
              <a:ext cx="10309" cy="12748"/>
            </a:xfrm>
            <a:custGeom>
              <a:avLst/>
              <a:pathLst>
                <a:path w="10309" h="12748">
                  <a:moveTo>
                    <a:pt x="6034" y="0"/>
                  </a:moveTo>
                  <a:lnTo>
                    <a:pt x="9393" y="4436"/>
                  </a:lnTo>
                  <a:lnTo>
                    <a:pt x="10309" y="5696"/>
                  </a:lnTo>
                  <a:lnTo>
                    <a:pt x="9395" y="9586"/>
                  </a:lnTo>
                  <a:lnTo>
                    <a:pt x="9408" y="9860"/>
                  </a:lnTo>
                  <a:lnTo>
                    <a:pt x="5969" y="9969"/>
                  </a:lnTo>
                  <a:lnTo>
                    <a:pt x="3298" y="12748"/>
                  </a:lnTo>
                  <a:lnTo>
                    <a:pt x="2325" y="10615"/>
                  </a:lnTo>
                  <a:lnTo>
                    <a:pt x="1283" y="11045"/>
                  </a:lnTo>
                  <a:lnTo>
                    <a:pt x="153" y="10235"/>
                  </a:lnTo>
                  <a:lnTo>
                    <a:pt x="0" y="7810"/>
                  </a:lnTo>
                  <a:lnTo>
                    <a:pt x="390" y="4866"/>
                  </a:lnTo>
                  <a:lnTo>
                    <a:pt x="2787" y="458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h4812"/>
            <p:cNvSpPr/>
            <p:nvPr/>
          </p:nvSpPr>
          <p:spPr>
            <a:xfrm>
              <a:off x="7024006" y="3323487"/>
              <a:ext cx="11742" cy="11909"/>
            </a:xfrm>
            <a:custGeom>
              <a:avLst/>
              <a:pathLst>
                <a:path w="11742" h="11909">
                  <a:moveTo>
                    <a:pt x="11742" y="4443"/>
                  </a:moveTo>
                  <a:lnTo>
                    <a:pt x="9131" y="4480"/>
                  </a:lnTo>
                  <a:lnTo>
                    <a:pt x="11467" y="8658"/>
                  </a:lnTo>
                  <a:lnTo>
                    <a:pt x="11284" y="9753"/>
                  </a:lnTo>
                  <a:lnTo>
                    <a:pt x="6211" y="11909"/>
                  </a:lnTo>
                  <a:lnTo>
                    <a:pt x="0" y="5499"/>
                  </a:lnTo>
                  <a:lnTo>
                    <a:pt x="2944" y="3151"/>
                  </a:lnTo>
                  <a:lnTo>
                    <a:pt x="2666" y="2323"/>
                  </a:lnTo>
                  <a:lnTo>
                    <a:pt x="4507" y="1266"/>
                  </a:lnTo>
                  <a:lnTo>
                    <a:pt x="960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h4813"/>
            <p:cNvSpPr/>
            <p:nvPr/>
          </p:nvSpPr>
          <p:spPr>
            <a:xfrm>
              <a:off x="7021484" y="3257758"/>
              <a:ext cx="6352" cy="11542"/>
            </a:xfrm>
            <a:custGeom>
              <a:avLst/>
              <a:pathLst>
                <a:path w="6352" h="11542">
                  <a:moveTo>
                    <a:pt x="3580" y="9383"/>
                  </a:moveTo>
                  <a:lnTo>
                    <a:pt x="4861" y="11542"/>
                  </a:lnTo>
                  <a:lnTo>
                    <a:pt x="595" y="11149"/>
                  </a:lnTo>
                  <a:lnTo>
                    <a:pt x="0" y="8994"/>
                  </a:lnTo>
                  <a:lnTo>
                    <a:pt x="421" y="4198"/>
                  </a:lnTo>
                  <a:lnTo>
                    <a:pt x="2112" y="1735"/>
                  </a:lnTo>
                  <a:lnTo>
                    <a:pt x="635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h4814"/>
            <p:cNvSpPr/>
            <p:nvPr/>
          </p:nvSpPr>
          <p:spPr>
            <a:xfrm>
              <a:off x="7140812" y="3314437"/>
              <a:ext cx="17710" cy="22822"/>
            </a:xfrm>
            <a:custGeom>
              <a:avLst/>
              <a:pathLst>
                <a:path w="17710" h="22822">
                  <a:moveTo>
                    <a:pt x="14086" y="837"/>
                  </a:moveTo>
                  <a:lnTo>
                    <a:pt x="17446" y="4294"/>
                  </a:lnTo>
                  <a:lnTo>
                    <a:pt x="17710" y="5633"/>
                  </a:lnTo>
                  <a:lnTo>
                    <a:pt x="15879" y="9431"/>
                  </a:lnTo>
                  <a:lnTo>
                    <a:pt x="13856" y="18782"/>
                  </a:lnTo>
                  <a:lnTo>
                    <a:pt x="14393" y="19438"/>
                  </a:lnTo>
                  <a:lnTo>
                    <a:pt x="13629" y="22822"/>
                  </a:lnTo>
                  <a:lnTo>
                    <a:pt x="11956" y="20583"/>
                  </a:lnTo>
                  <a:lnTo>
                    <a:pt x="7902" y="18546"/>
                  </a:lnTo>
                  <a:lnTo>
                    <a:pt x="2524" y="21390"/>
                  </a:lnTo>
                  <a:lnTo>
                    <a:pt x="2995" y="20277"/>
                  </a:lnTo>
                  <a:lnTo>
                    <a:pt x="2607" y="18586"/>
                  </a:lnTo>
                  <a:lnTo>
                    <a:pt x="0" y="14093"/>
                  </a:lnTo>
                  <a:lnTo>
                    <a:pt x="2775" y="6394"/>
                  </a:lnTo>
                  <a:lnTo>
                    <a:pt x="1263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h4815"/>
            <p:cNvSpPr/>
            <p:nvPr/>
          </p:nvSpPr>
          <p:spPr>
            <a:xfrm>
              <a:off x="7122297" y="3280860"/>
              <a:ext cx="32602" cy="59922"/>
            </a:xfrm>
            <a:custGeom>
              <a:avLst/>
              <a:pathLst>
                <a:path w="32602" h="59922">
                  <a:moveTo>
                    <a:pt x="5537" y="2838"/>
                  </a:moveTo>
                  <a:lnTo>
                    <a:pt x="11495" y="4554"/>
                  </a:lnTo>
                  <a:lnTo>
                    <a:pt x="11982" y="8865"/>
                  </a:lnTo>
                  <a:lnTo>
                    <a:pt x="16437" y="9621"/>
                  </a:lnTo>
                  <a:lnTo>
                    <a:pt x="22122" y="15077"/>
                  </a:lnTo>
                  <a:lnTo>
                    <a:pt x="27528" y="17669"/>
                  </a:lnTo>
                  <a:lnTo>
                    <a:pt x="29268" y="19949"/>
                  </a:lnTo>
                  <a:lnTo>
                    <a:pt x="29842" y="30880"/>
                  </a:lnTo>
                  <a:lnTo>
                    <a:pt x="32602" y="34414"/>
                  </a:lnTo>
                  <a:lnTo>
                    <a:pt x="31146" y="33576"/>
                  </a:lnTo>
                  <a:lnTo>
                    <a:pt x="21291" y="39971"/>
                  </a:lnTo>
                  <a:lnTo>
                    <a:pt x="18515" y="47670"/>
                  </a:lnTo>
                  <a:lnTo>
                    <a:pt x="21123" y="52163"/>
                  </a:lnTo>
                  <a:lnTo>
                    <a:pt x="21510" y="53854"/>
                  </a:lnTo>
                  <a:lnTo>
                    <a:pt x="21040" y="54967"/>
                  </a:lnTo>
                  <a:lnTo>
                    <a:pt x="20463" y="56889"/>
                  </a:lnTo>
                  <a:lnTo>
                    <a:pt x="18959" y="58140"/>
                  </a:lnTo>
                  <a:lnTo>
                    <a:pt x="10523" y="58447"/>
                  </a:lnTo>
                  <a:lnTo>
                    <a:pt x="7940" y="59922"/>
                  </a:lnTo>
                  <a:lnTo>
                    <a:pt x="7182" y="59334"/>
                  </a:lnTo>
                  <a:lnTo>
                    <a:pt x="3506" y="50362"/>
                  </a:lnTo>
                  <a:lnTo>
                    <a:pt x="6210" y="50889"/>
                  </a:lnTo>
                  <a:lnTo>
                    <a:pt x="6584" y="49189"/>
                  </a:lnTo>
                  <a:lnTo>
                    <a:pt x="4850" y="45816"/>
                  </a:lnTo>
                  <a:lnTo>
                    <a:pt x="0" y="42424"/>
                  </a:lnTo>
                  <a:lnTo>
                    <a:pt x="235" y="41567"/>
                  </a:lnTo>
                  <a:lnTo>
                    <a:pt x="5457" y="39143"/>
                  </a:lnTo>
                  <a:lnTo>
                    <a:pt x="7883" y="39666"/>
                  </a:lnTo>
                  <a:lnTo>
                    <a:pt x="10020" y="32933"/>
                  </a:lnTo>
                  <a:lnTo>
                    <a:pt x="2206" y="32535"/>
                  </a:lnTo>
                  <a:lnTo>
                    <a:pt x="1690" y="32509"/>
                  </a:lnTo>
                  <a:lnTo>
                    <a:pt x="4835" y="27279"/>
                  </a:lnTo>
                  <a:lnTo>
                    <a:pt x="2548" y="24785"/>
                  </a:lnTo>
                  <a:lnTo>
                    <a:pt x="10122" y="11914"/>
                  </a:lnTo>
                  <a:lnTo>
                    <a:pt x="1439" y="9216"/>
                  </a:lnTo>
                  <a:lnTo>
                    <a:pt x="951" y="8357"/>
                  </a:lnTo>
                  <a:lnTo>
                    <a:pt x="1924" y="6179"/>
                  </a:lnTo>
                  <a:lnTo>
                    <a:pt x="3975" y="1163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h4816"/>
            <p:cNvSpPr/>
            <p:nvPr/>
          </p:nvSpPr>
          <p:spPr>
            <a:xfrm>
              <a:off x="6928171" y="3132066"/>
              <a:ext cx="19517" cy="20820"/>
            </a:xfrm>
            <a:custGeom>
              <a:avLst/>
              <a:pathLst>
                <a:path w="19517" h="20820">
                  <a:moveTo>
                    <a:pt x="19517" y="12258"/>
                  </a:moveTo>
                  <a:lnTo>
                    <a:pt x="18378" y="11866"/>
                  </a:lnTo>
                  <a:lnTo>
                    <a:pt x="12942" y="17635"/>
                  </a:lnTo>
                  <a:lnTo>
                    <a:pt x="8067" y="18454"/>
                  </a:lnTo>
                  <a:lnTo>
                    <a:pt x="5413" y="17883"/>
                  </a:lnTo>
                  <a:lnTo>
                    <a:pt x="1591" y="20820"/>
                  </a:lnTo>
                  <a:lnTo>
                    <a:pt x="0" y="17849"/>
                  </a:lnTo>
                  <a:lnTo>
                    <a:pt x="4684" y="16897"/>
                  </a:lnTo>
                  <a:lnTo>
                    <a:pt x="2027" y="11434"/>
                  </a:lnTo>
                  <a:lnTo>
                    <a:pt x="2854" y="11203"/>
                  </a:lnTo>
                  <a:lnTo>
                    <a:pt x="1886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h4817"/>
            <p:cNvSpPr/>
            <p:nvPr/>
          </p:nvSpPr>
          <p:spPr>
            <a:xfrm>
              <a:off x="6970218" y="3273281"/>
              <a:ext cx="12362" cy="18513"/>
            </a:xfrm>
            <a:custGeom>
              <a:avLst/>
              <a:pathLst>
                <a:path w="12362" h="18513">
                  <a:moveTo>
                    <a:pt x="12205" y="0"/>
                  </a:moveTo>
                  <a:lnTo>
                    <a:pt x="12362" y="3045"/>
                  </a:lnTo>
                  <a:lnTo>
                    <a:pt x="11557" y="3198"/>
                  </a:lnTo>
                  <a:lnTo>
                    <a:pt x="9863" y="5797"/>
                  </a:lnTo>
                  <a:lnTo>
                    <a:pt x="10724" y="15839"/>
                  </a:lnTo>
                  <a:lnTo>
                    <a:pt x="5897" y="12835"/>
                  </a:lnTo>
                  <a:lnTo>
                    <a:pt x="4197" y="14109"/>
                  </a:lnTo>
                  <a:lnTo>
                    <a:pt x="7362" y="15357"/>
                  </a:lnTo>
                  <a:lnTo>
                    <a:pt x="7993" y="17922"/>
                  </a:lnTo>
                  <a:lnTo>
                    <a:pt x="4020" y="18513"/>
                  </a:lnTo>
                  <a:lnTo>
                    <a:pt x="0" y="17228"/>
                  </a:lnTo>
                  <a:lnTo>
                    <a:pt x="1072" y="12976"/>
                  </a:lnTo>
                  <a:lnTo>
                    <a:pt x="499" y="12069"/>
                  </a:lnTo>
                  <a:lnTo>
                    <a:pt x="503" y="7774"/>
                  </a:lnTo>
                  <a:lnTo>
                    <a:pt x="1953" y="2320"/>
                  </a:lnTo>
                  <a:lnTo>
                    <a:pt x="1556" y="103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h4818"/>
            <p:cNvSpPr/>
            <p:nvPr/>
          </p:nvSpPr>
          <p:spPr>
            <a:xfrm>
              <a:off x="6856787" y="3184211"/>
              <a:ext cx="8594" cy="12893"/>
            </a:xfrm>
            <a:custGeom>
              <a:avLst/>
              <a:pathLst>
                <a:path w="8594" h="12893">
                  <a:moveTo>
                    <a:pt x="6375" y="4841"/>
                  </a:moveTo>
                  <a:lnTo>
                    <a:pt x="7975" y="5574"/>
                  </a:lnTo>
                  <a:lnTo>
                    <a:pt x="8594" y="9232"/>
                  </a:lnTo>
                  <a:lnTo>
                    <a:pt x="7485" y="12006"/>
                  </a:lnTo>
                  <a:lnTo>
                    <a:pt x="6234" y="12893"/>
                  </a:lnTo>
                  <a:lnTo>
                    <a:pt x="3781" y="12394"/>
                  </a:lnTo>
                  <a:lnTo>
                    <a:pt x="4207" y="11472"/>
                  </a:lnTo>
                  <a:lnTo>
                    <a:pt x="1704" y="9809"/>
                  </a:lnTo>
                  <a:lnTo>
                    <a:pt x="243" y="7567"/>
                  </a:lnTo>
                  <a:lnTo>
                    <a:pt x="0" y="5792"/>
                  </a:lnTo>
                  <a:lnTo>
                    <a:pt x="868" y="4129"/>
                  </a:lnTo>
                  <a:lnTo>
                    <a:pt x="415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h4819"/>
            <p:cNvSpPr/>
            <p:nvPr/>
          </p:nvSpPr>
          <p:spPr>
            <a:xfrm>
              <a:off x="6843008" y="3304652"/>
              <a:ext cx="20743" cy="12099"/>
            </a:xfrm>
            <a:custGeom>
              <a:avLst/>
              <a:pathLst>
                <a:path w="20743" h="12099">
                  <a:moveTo>
                    <a:pt x="10056" y="0"/>
                  </a:moveTo>
                  <a:lnTo>
                    <a:pt x="10498" y="2233"/>
                  </a:lnTo>
                  <a:lnTo>
                    <a:pt x="12655" y="4478"/>
                  </a:lnTo>
                  <a:lnTo>
                    <a:pt x="20743" y="9409"/>
                  </a:lnTo>
                  <a:lnTo>
                    <a:pt x="18819" y="11228"/>
                  </a:lnTo>
                  <a:lnTo>
                    <a:pt x="15713" y="12099"/>
                  </a:lnTo>
                  <a:lnTo>
                    <a:pt x="10241" y="11746"/>
                  </a:lnTo>
                  <a:lnTo>
                    <a:pt x="1649" y="5602"/>
                  </a:lnTo>
                  <a:lnTo>
                    <a:pt x="0" y="5301"/>
                  </a:lnTo>
                  <a:lnTo>
                    <a:pt x="247" y="3533"/>
                  </a:lnTo>
                  <a:lnTo>
                    <a:pt x="961" y="307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h4820"/>
            <p:cNvSpPr/>
            <p:nvPr/>
          </p:nvSpPr>
          <p:spPr>
            <a:xfrm>
              <a:off x="7045996" y="3192038"/>
              <a:ext cx="10078" cy="8338"/>
            </a:xfrm>
            <a:custGeom>
              <a:avLst/>
              <a:pathLst>
                <a:path w="10078" h="8338">
                  <a:moveTo>
                    <a:pt x="9369" y="498"/>
                  </a:moveTo>
                  <a:lnTo>
                    <a:pt x="10078" y="1437"/>
                  </a:lnTo>
                  <a:lnTo>
                    <a:pt x="4596" y="8338"/>
                  </a:lnTo>
                  <a:lnTo>
                    <a:pt x="0" y="4987"/>
                  </a:lnTo>
                  <a:lnTo>
                    <a:pt x="1917" y="2982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h4821"/>
            <p:cNvSpPr/>
            <p:nvPr/>
          </p:nvSpPr>
          <p:spPr>
            <a:xfrm>
              <a:off x="7007013" y="3302555"/>
              <a:ext cx="7253" cy="9000"/>
            </a:xfrm>
            <a:custGeom>
              <a:avLst/>
              <a:pathLst>
                <a:path w="7253" h="9000">
                  <a:moveTo>
                    <a:pt x="6685" y="1437"/>
                  </a:moveTo>
                  <a:lnTo>
                    <a:pt x="7253" y="3527"/>
                  </a:lnTo>
                  <a:lnTo>
                    <a:pt x="6010" y="5437"/>
                  </a:lnTo>
                  <a:lnTo>
                    <a:pt x="2921" y="9000"/>
                  </a:lnTo>
                  <a:lnTo>
                    <a:pt x="0" y="8818"/>
                  </a:lnTo>
                  <a:lnTo>
                    <a:pt x="1545" y="3846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h4822"/>
            <p:cNvSpPr/>
            <p:nvPr/>
          </p:nvSpPr>
          <p:spPr>
            <a:xfrm>
              <a:off x="6842769" y="3149305"/>
              <a:ext cx="5695" cy="4766"/>
            </a:xfrm>
            <a:custGeom>
              <a:avLst/>
              <a:pathLst>
                <a:path w="5695" h="4766">
                  <a:moveTo>
                    <a:pt x="3799" y="1336"/>
                  </a:moveTo>
                  <a:lnTo>
                    <a:pt x="5695" y="1679"/>
                  </a:lnTo>
                  <a:lnTo>
                    <a:pt x="5494" y="4766"/>
                  </a:lnTo>
                  <a:lnTo>
                    <a:pt x="2173" y="4456"/>
                  </a:lnTo>
                  <a:lnTo>
                    <a:pt x="3583" y="2368"/>
                  </a:lnTo>
                  <a:lnTo>
                    <a:pt x="2816" y="1846"/>
                  </a:lnTo>
                  <a:lnTo>
                    <a:pt x="1058" y="2445"/>
                  </a:lnTo>
                  <a:lnTo>
                    <a:pt x="0" y="1760"/>
                  </a:lnTo>
                  <a:lnTo>
                    <a:pt x="1446" y="803"/>
                  </a:lnTo>
                  <a:lnTo>
                    <a:pt x="288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h4823"/>
            <p:cNvSpPr/>
            <p:nvPr/>
          </p:nvSpPr>
          <p:spPr>
            <a:xfrm>
              <a:off x="6984539" y="3236301"/>
              <a:ext cx="12671" cy="12157"/>
            </a:xfrm>
            <a:custGeom>
              <a:avLst/>
              <a:pathLst>
                <a:path w="12671" h="12157">
                  <a:moveTo>
                    <a:pt x="10130" y="49"/>
                  </a:moveTo>
                  <a:lnTo>
                    <a:pt x="12671" y="2413"/>
                  </a:lnTo>
                  <a:lnTo>
                    <a:pt x="10697" y="8063"/>
                  </a:lnTo>
                  <a:lnTo>
                    <a:pt x="7436" y="10215"/>
                  </a:lnTo>
                  <a:lnTo>
                    <a:pt x="5928" y="11622"/>
                  </a:lnTo>
                  <a:lnTo>
                    <a:pt x="0" y="12157"/>
                  </a:lnTo>
                  <a:lnTo>
                    <a:pt x="781" y="10526"/>
                  </a:lnTo>
                  <a:lnTo>
                    <a:pt x="4004" y="8765"/>
                  </a:lnTo>
                  <a:lnTo>
                    <a:pt x="2829" y="5957"/>
                  </a:lnTo>
                  <a:lnTo>
                    <a:pt x="3028" y="2965"/>
                  </a:lnTo>
                  <a:lnTo>
                    <a:pt x="5356" y="1139"/>
                  </a:lnTo>
                  <a:lnTo>
                    <a:pt x="884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h4824"/>
            <p:cNvSpPr/>
            <p:nvPr/>
          </p:nvSpPr>
          <p:spPr>
            <a:xfrm>
              <a:off x="7024765" y="3242096"/>
              <a:ext cx="4104" cy="4762"/>
            </a:xfrm>
            <a:custGeom>
              <a:avLst/>
              <a:pathLst>
                <a:path w="4104" h="4762">
                  <a:moveTo>
                    <a:pt x="3644" y="0"/>
                  </a:moveTo>
                  <a:lnTo>
                    <a:pt x="4104" y="4387"/>
                  </a:lnTo>
                  <a:lnTo>
                    <a:pt x="2519" y="4762"/>
                  </a:lnTo>
                  <a:lnTo>
                    <a:pt x="0" y="3505"/>
                  </a:lnTo>
                  <a:lnTo>
                    <a:pt x="594" y="62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h4825"/>
            <p:cNvSpPr/>
            <p:nvPr/>
          </p:nvSpPr>
          <p:spPr>
            <a:xfrm>
              <a:off x="6981788" y="3193910"/>
              <a:ext cx="15884" cy="16826"/>
            </a:xfrm>
            <a:custGeom>
              <a:avLst/>
              <a:pathLst>
                <a:path w="15884" h="16826">
                  <a:moveTo>
                    <a:pt x="15050" y="11845"/>
                  </a:moveTo>
                  <a:lnTo>
                    <a:pt x="12861" y="14393"/>
                  </a:lnTo>
                  <a:lnTo>
                    <a:pt x="10254" y="14009"/>
                  </a:lnTo>
                  <a:lnTo>
                    <a:pt x="5255" y="14561"/>
                  </a:lnTo>
                  <a:lnTo>
                    <a:pt x="0" y="16826"/>
                  </a:lnTo>
                  <a:lnTo>
                    <a:pt x="54" y="12019"/>
                  </a:lnTo>
                  <a:lnTo>
                    <a:pt x="320" y="12550"/>
                  </a:lnTo>
                  <a:lnTo>
                    <a:pt x="7234" y="11959"/>
                  </a:lnTo>
                  <a:lnTo>
                    <a:pt x="8061" y="7299"/>
                  </a:lnTo>
                  <a:lnTo>
                    <a:pt x="12361" y="0"/>
                  </a:lnTo>
                  <a:lnTo>
                    <a:pt x="13407" y="89"/>
                  </a:lnTo>
                  <a:lnTo>
                    <a:pt x="15884" y="42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h4826"/>
            <p:cNvSpPr/>
            <p:nvPr/>
          </p:nvSpPr>
          <p:spPr>
            <a:xfrm>
              <a:off x="7198748" y="3275326"/>
              <a:ext cx="42712" cy="49696"/>
            </a:xfrm>
            <a:custGeom>
              <a:avLst/>
              <a:pathLst>
                <a:path w="42712" h="49696">
                  <a:moveTo>
                    <a:pt x="35482" y="183"/>
                  </a:moveTo>
                  <a:lnTo>
                    <a:pt x="34670" y="2965"/>
                  </a:lnTo>
                  <a:lnTo>
                    <a:pt x="35108" y="6504"/>
                  </a:lnTo>
                  <a:lnTo>
                    <a:pt x="34173" y="11809"/>
                  </a:lnTo>
                  <a:lnTo>
                    <a:pt x="31218" y="10207"/>
                  </a:lnTo>
                  <a:lnTo>
                    <a:pt x="28425" y="10922"/>
                  </a:lnTo>
                  <a:lnTo>
                    <a:pt x="27287" y="10523"/>
                  </a:lnTo>
                  <a:lnTo>
                    <a:pt x="24450" y="11968"/>
                  </a:lnTo>
                  <a:lnTo>
                    <a:pt x="23992" y="15100"/>
                  </a:lnTo>
                  <a:lnTo>
                    <a:pt x="26195" y="19360"/>
                  </a:lnTo>
                  <a:lnTo>
                    <a:pt x="31864" y="19282"/>
                  </a:lnTo>
                  <a:lnTo>
                    <a:pt x="33299" y="17976"/>
                  </a:lnTo>
                  <a:lnTo>
                    <a:pt x="37560" y="20404"/>
                  </a:lnTo>
                  <a:lnTo>
                    <a:pt x="36041" y="21340"/>
                  </a:lnTo>
                  <a:lnTo>
                    <a:pt x="34954" y="25583"/>
                  </a:lnTo>
                  <a:lnTo>
                    <a:pt x="35484" y="29822"/>
                  </a:lnTo>
                  <a:lnTo>
                    <a:pt x="36915" y="31693"/>
                  </a:lnTo>
                  <a:lnTo>
                    <a:pt x="40104" y="33862"/>
                  </a:lnTo>
                  <a:lnTo>
                    <a:pt x="40160" y="34562"/>
                  </a:lnTo>
                  <a:lnTo>
                    <a:pt x="38046" y="36969"/>
                  </a:lnTo>
                  <a:lnTo>
                    <a:pt x="30854" y="41292"/>
                  </a:lnTo>
                  <a:lnTo>
                    <a:pt x="33309" y="46857"/>
                  </a:lnTo>
                  <a:lnTo>
                    <a:pt x="41373" y="46939"/>
                  </a:lnTo>
                  <a:lnTo>
                    <a:pt x="42712" y="48429"/>
                  </a:lnTo>
                  <a:lnTo>
                    <a:pt x="30414" y="48566"/>
                  </a:lnTo>
                  <a:lnTo>
                    <a:pt x="23429" y="49696"/>
                  </a:lnTo>
                  <a:lnTo>
                    <a:pt x="22292" y="49580"/>
                  </a:lnTo>
                  <a:lnTo>
                    <a:pt x="21298" y="46758"/>
                  </a:lnTo>
                  <a:lnTo>
                    <a:pt x="8246" y="48435"/>
                  </a:lnTo>
                  <a:lnTo>
                    <a:pt x="961" y="47530"/>
                  </a:lnTo>
                  <a:lnTo>
                    <a:pt x="0" y="43963"/>
                  </a:lnTo>
                  <a:lnTo>
                    <a:pt x="377" y="39460"/>
                  </a:lnTo>
                  <a:lnTo>
                    <a:pt x="2835" y="38804"/>
                  </a:lnTo>
                  <a:lnTo>
                    <a:pt x="5396" y="35713"/>
                  </a:lnTo>
                  <a:lnTo>
                    <a:pt x="6018" y="36369"/>
                  </a:lnTo>
                  <a:lnTo>
                    <a:pt x="9144" y="36633"/>
                  </a:lnTo>
                  <a:lnTo>
                    <a:pt x="16504" y="35322"/>
                  </a:lnTo>
                  <a:lnTo>
                    <a:pt x="17651" y="34236"/>
                  </a:lnTo>
                  <a:lnTo>
                    <a:pt x="18358" y="30921"/>
                  </a:lnTo>
                  <a:lnTo>
                    <a:pt x="14217" y="29749"/>
                  </a:lnTo>
                  <a:lnTo>
                    <a:pt x="12981" y="26788"/>
                  </a:lnTo>
                  <a:lnTo>
                    <a:pt x="10984" y="24982"/>
                  </a:lnTo>
                  <a:lnTo>
                    <a:pt x="6269" y="27115"/>
                  </a:lnTo>
                  <a:lnTo>
                    <a:pt x="6326" y="31268"/>
                  </a:lnTo>
                  <a:lnTo>
                    <a:pt x="3441" y="31456"/>
                  </a:lnTo>
                  <a:lnTo>
                    <a:pt x="1857" y="27486"/>
                  </a:lnTo>
                  <a:lnTo>
                    <a:pt x="8691" y="23519"/>
                  </a:lnTo>
                  <a:lnTo>
                    <a:pt x="8363" y="20613"/>
                  </a:lnTo>
                  <a:lnTo>
                    <a:pt x="10346" y="18567"/>
                  </a:lnTo>
                  <a:lnTo>
                    <a:pt x="14272" y="17755"/>
                  </a:lnTo>
                  <a:lnTo>
                    <a:pt x="16424" y="13157"/>
                  </a:lnTo>
                  <a:lnTo>
                    <a:pt x="15449" y="12210"/>
                  </a:lnTo>
                  <a:lnTo>
                    <a:pt x="15479" y="7586"/>
                  </a:lnTo>
                  <a:lnTo>
                    <a:pt x="17810" y="5023"/>
                  </a:lnTo>
                  <a:lnTo>
                    <a:pt x="21739" y="3786"/>
                  </a:lnTo>
                  <a:lnTo>
                    <a:pt x="26692" y="5339"/>
                  </a:lnTo>
                  <a:lnTo>
                    <a:pt x="26472" y="1402"/>
                  </a:lnTo>
                  <a:lnTo>
                    <a:pt x="3128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h4827"/>
            <p:cNvSpPr/>
            <p:nvPr/>
          </p:nvSpPr>
          <p:spPr>
            <a:xfrm>
              <a:off x="6996950" y="3258075"/>
              <a:ext cx="11338" cy="7659"/>
            </a:xfrm>
            <a:custGeom>
              <a:avLst/>
              <a:pathLst>
                <a:path w="11338" h="7659">
                  <a:moveTo>
                    <a:pt x="6215" y="657"/>
                  </a:moveTo>
                  <a:lnTo>
                    <a:pt x="10798" y="1864"/>
                  </a:lnTo>
                  <a:lnTo>
                    <a:pt x="11294" y="3614"/>
                  </a:lnTo>
                  <a:lnTo>
                    <a:pt x="11338" y="3816"/>
                  </a:lnTo>
                  <a:lnTo>
                    <a:pt x="9956" y="5469"/>
                  </a:lnTo>
                  <a:lnTo>
                    <a:pt x="6431" y="5966"/>
                  </a:lnTo>
                  <a:lnTo>
                    <a:pt x="3082" y="4344"/>
                  </a:lnTo>
                  <a:lnTo>
                    <a:pt x="1410" y="5385"/>
                  </a:lnTo>
                  <a:lnTo>
                    <a:pt x="3839" y="7428"/>
                  </a:lnTo>
                  <a:lnTo>
                    <a:pt x="3245" y="7659"/>
                  </a:lnTo>
                  <a:lnTo>
                    <a:pt x="1365" y="7429"/>
                  </a:lnTo>
                  <a:lnTo>
                    <a:pt x="277" y="5920"/>
                  </a:lnTo>
                  <a:lnTo>
                    <a:pt x="0" y="0"/>
                  </a:lnTo>
                  <a:lnTo>
                    <a:pt x="3936" y="180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h4828"/>
            <p:cNvSpPr/>
            <p:nvPr/>
          </p:nvSpPr>
          <p:spPr>
            <a:xfrm>
              <a:off x="7032450" y="3308701"/>
              <a:ext cx="4408" cy="10519"/>
            </a:xfrm>
            <a:custGeom>
              <a:avLst/>
              <a:pathLst>
                <a:path w="4408" h="10519">
                  <a:moveTo>
                    <a:pt x="2821" y="5885"/>
                  </a:moveTo>
                  <a:lnTo>
                    <a:pt x="4408" y="6598"/>
                  </a:lnTo>
                  <a:lnTo>
                    <a:pt x="2375" y="10519"/>
                  </a:lnTo>
                  <a:lnTo>
                    <a:pt x="1743" y="7195"/>
                  </a:lnTo>
                  <a:lnTo>
                    <a:pt x="0" y="5939"/>
                  </a:lnTo>
                  <a:lnTo>
                    <a:pt x="127" y="4133"/>
                  </a:lnTo>
                  <a:lnTo>
                    <a:pt x="19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h4829"/>
            <p:cNvSpPr/>
            <p:nvPr/>
          </p:nvSpPr>
          <p:spPr>
            <a:xfrm>
              <a:off x="7020049" y="3169767"/>
              <a:ext cx="25698" cy="13496"/>
            </a:xfrm>
            <a:custGeom>
              <a:avLst/>
              <a:pathLst>
                <a:path w="25698" h="13496">
                  <a:moveTo>
                    <a:pt x="25698" y="3070"/>
                  </a:moveTo>
                  <a:lnTo>
                    <a:pt x="21482" y="6310"/>
                  </a:lnTo>
                  <a:lnTo>
                    <a:pt x="19299" y="6786"/>
                  </a:lnTo>
                  <a:lnTo>
                    <a:pt x="15706" y="10419"/>
                  </a:lnTo>
                  <a:lnTo>
                    <a:pt x="4700" y="13496"/>
                  </a:lnTo>
                  <a:lnTo>
                    <a:pt x="0" y="2388"/>
                  </a:lnTo>
                  <a:lnTo>
                    <a:pt x="3909" y="732"/>
                  </a:lnTo>
                  <a:lnTo>
                    <a:pt x="4246" y="2304"/>
                  </a:lnTo>
                  <a:lnTo>
                    <a:pt x="5450" y="3053"/>
                  </a:lnTo>
                  <a:lnTo>
                    <a:pt x="8397" y="2994"/>
                  </a:lnTo>
                  <a:lnTo>
                    <a:pt x="15179" y="1622"/>
                  </a:lnTo>
                  <a:lnTo>
                    <a:pt x="19924" y="2476"/>
                  </a:lnTo>
                  <a:lnTo>
                    <a:pt x="23304" y="2079"/>
                  </a:lnTo>
                  <a:lnTo>
                    <a:pt x="2561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h4830"/>
            <p:cNvSpPr/>
            <p:nvPr/>
          </p:nvSpPr>
          <p:spPr>
            <a:xfrm>
              <a:off x="6918175" y="3232997"/>
              <a:ext cx="12350" cy="16585"/>
            </a:xfrm>
            <a:custGeom>
              <a:avLst/>
              <a:pathLst>
                <a:path w="12350" h="16585">
                  <a:moveTo>
                    <a:pt x="7462" y="207"/>
                  </a:moveTo>
                  <a:lnTo>
                    <a:pt x="8278" y="4199"/>
                  </a:lnTo>
                  <a:lnTo>
                    <a:pt x="9514" y="5833"/>
                  </a:lnTo>
                  <a:lnTo>
                    <a:pt x="12350" y="6173"/>
                  </a:lnTo>
                  <a:lnTo>
                    <a:pt x="12217" y="11883"/>
                  </a:lnTo>
                  <a:lnTo>
                    <a:pt x="11650" y="14846"/>
                  </a:lnTo>
                  <a:lnTo>
                    <a:pt x="10676" y="16130"/>
                  </a:lnTo>
                  <a:lnTo>
                    <a:pt x="7592" y="16585"/>
                  </a:lnTo>
                  <a:lnTo>
                    <a:pt x="5338" y="12389"/>
                  </a:lnTo>
                  <a:lnTo>
                    <a:pt x="2136" y="11333"/>
                  </a:lnTo>
                  <a:lnTo>
                    <a:pt x="1233" y="11813"/>
                  </a:lnTo>
                  <a:lnTo>
                    <a:pt x="0" y="7248"/>
                  </a:lnTo>
                  <a:lnTo>
                    <a:pt x="1471" y="1232"/>
                  </a:lnTo>
                  <a:lnTo>
                    <a:pt x="2403" y="1054"/>
                  </a:lnTo>
                  <a:lnTo>
                    <a:pt x="551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h4831"/>
            <p:cNvSpPr/>
            <p:nvPr/>
          </p:nvSpPr>
          <p:spPr>
            <a:xfrm>
              <a:off x="6955792" y="3170461"/>
              <a:ext cx="16108" cy="14057"/>
            </a:xfrm>
            <a:custGeom>
              <a:avLst/>
              <a:pathLst>
                <a:path w="16108" h="14057">
                  <a:moveTo>
                    <a:pt x="15883" y="0"/>
                  </a:moveTo>
                  <a:lnTo>
                    <a:pt x="16108" y="6220"/>
                  </a:lnTo>
                  <a:lnTo>
                    <a:pt x="9956" y="12505"/>
                  </a:lnTo>
                  <a:lnTo>
                    <a:pt x="6193" y="14057"/>
                  </a:lnTo>
                  <a:lnTo>
                    <a:pt x="2113" y="13124"/>
                  </a:lnTo>
                  <a:lnTo>
                    <a:pt x="931" y="11732"/>
                  </a:lnTo>
                  <a:lnTo>
                    <a:pt x="0" y="9974"/>
                  </a:lnTo>
                  <a:lnTo>
                    <a:pt x="1420" y="6109"/>
                  </a:lnTo>
                  <a:lnTo>
                    <a:pt x="3697" y="4740"/>
                  </a:lnTo>
                  <a:lnTo>
                    <a:pt x="5507" y="4544"/>
                  </a:lnTo>
                  <a:lnTo>
                    <a:pt x="8349" y="7711"/>
                  </a:lnTo>
                  <a:lnTo>
                    <a:pt x="10802" y="7613"/>
                  </a:lnTo>
                  <a:lnTo>
                    <a:pt x="12798" y="64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h4832"/>
            <p:cNvSpPr/>
            <p:nvPr/>
          </p:nvSpPr>
          <p:spPr>
            <a:xfrm>
              <a:off x="7064393" y="3217830"/>
              <a:ext cx="10215" cy="7687"/>
            </a:xfrm>
            <a:custGeom>
              <a:avLst/>
              <a:pathLst>
                <a:path w="10215" h="7687">
                  <a:moveTo>
                    <a:pt x="6064" y="2780"/>
                  </a:moveTo>
                  <a:lnTo>
                    <a:pt x="10177" y="3122"/>
                  </a:lnTo>
                  <a:lnTo>
                    <a:pt x="10215" y="4047"/>
                  </a:lnTo>
                  <a:lnTo>
                    <a:pt x="7184" y="5212"/>
                  </a:lnTo>
                  <a:lnTo>
                    <a:pt x="6774" y="6497"/>
                  </a:lnTo>
                  <a:lnTo>
                    <a:pt x="5704" y="7005"/>
                  </a:lnTo>
                  <a:lnTo>
                    <a:pt x="524" y="7687"/>
                  </a:lnTo>
                  <a:lnTo>
                    <a:pt x="0" y="3349"/>
                  </a:lnTo>
                  <a:lnTo>
                    <a:pt x="1009" y="3124"/>
                  </a:lnTo>
                  <a:lnTo>
                    <a:pt x="1069" y="564"/>
                  </a:lnTo>
                  <a:lnTo>
                    <a:pt x="299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h4833"/>
            <p:cNvSpPr/>
            <p:nvPr/>
          </p:nvSpPr>
          <p:spPr>
            <a:xfrm>
              <a:off x="6847453" y="3274966"/>
              <a:ext cx="14857" cy="15518"/>
            </a:xfrm>
            <a:custGeom>
              <a:avLst/>
              <a:pathLst>
                <a:path w="14857" h="15518">
                  <a:moveTo>
                    <a:pt x="9553" y="344"/>
                  </a:moveTo>
                  <a:lnTo>
                    <a:pt x="14251" y="5245"/>
                  </a:lnTo>
                  <a:lnTo>
                    <a:pt x="14857" y="8994"/>
                  </a:lnTo>
                  <a:lnTo>
                    <a:pt x="12364" y="13473"/>
                  </a:lnTo>
                  <a:lnTo>
                    <a:pt x="10091" y="15518"/>
                  </a:lnTo>
                  <a:lnTo>
                    <a:pt x="3087" y="12085"/>
                  </a:lnTo>
                  <a:lnTo>
                    <a:pt x="1103" y="12371"/>
                  </a:lnTo>
                  <a:lnTo>
                    <a:pt x="317" y="10849"/>
                  </a:lnTo>
                  <a:lnTo>
                    <a:pt x="0" y="8484"/>
                  </a:lnTo>
                  <a:lnTo>
                    <a:pt x="2405" y="7771"/>
                  </a:lnTo>
                  <a:lnTo>
                    <a:pt x="4808" y="256"/>
                  </a:lnTo>
                  <a:lnTo>
                    <a:pt x="6547" y="1554"/>
                  </a:lnTo>
                  <a:lnTo>
                    <a:pt x="815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h4834"/>
            <p:cNvSpPr/>
            <p:nvPr/>
          </p:nvSpPr>
          <p:spPr>
            <a:xfrm>
              <a:off x="7192494" y="3319290"/>
              <a:ext cx="7215" cy="5810"/>
            </a:xfrm>
            <a:custGeom>
              <a:avLst/>
              <a:pathLst>
                <a:path w="7215" h="5810">
                  <a:moveTo>
                    <a:pt x="6254" y="0"/>
                  </a:moveTo>
                  <a:lnTo>
                    <a:pt x="7215" y="3566"/>
                  </a:lnTo>
                  <a:lnTo>
                    <a:pt x="4688" y="5447"/>
                  </a:lnTo>
                  <a:lnTo>
                    <a:pt x="94" y="5810"/>
                  </a:lnTo>
                  <a:lnTo>
                    <a:pt x="0" y="4391"/>
                  </a:lnTo>
                  <a:lnTo>
                    <a:pt x="1978" y="3190"/>
                  </a:lnTo>
                  <a:lnTo>
                    <a:pt x="1523" y="2038"/>
                  </a:lnTo>
                  <a:lnTo>
                    <a:pt x="711" y="40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h4835"/>
            <p:cNvSpPr/>
            <p:nvPr/>
          </p:nvSpPr>
          <p:spPr>
            <a:xfrm>
              <a:off x="7008129" y="3268246"/>
              <a:ext cx="4774" cy="3414"/>
            </a:xfrm>
            <a:custGeom>
              <a:avLst/>
              <a:pathLst>
                <a:path w="4774" h="3414">
                  <a:moveTo>
                    <a:pt x="3668" y="1085"/>
                  </a:moveTo>
                  <a:lnTo>
                    <a:pt x="4774" y="2160"/>
                  </a:lnTo>
                  <a:lnTo>
                    <a:pt x="3069" y="3259"/>
                  </a:lnTo>
                  <a:lnTo>
                    <a:pt x="379" y="3414"/>
                  </a:lnTo>
                  <a:lnTo>
                    <a:pt x="1351" y="2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h4836"/>
            <p:cNvSpPr/>
            <p:nvPr/>
          </p:nvSpPr>
          <p:spPr>
            <a:xfrm>
              <a:off x="6966880" y="3154054"/>
              <a:ext cx="12529" cy="9587"/>
            </a:xfrm>
            <a:custGeom>
              <a:avLst/>
              <a:pathLst>
                <a:path w="12529" h="9587">
                  <a:moveTo>
                    <a:pt x="12529" y="0"/>
                  </a:moveTo>
                  <a:lnTo>
                    <a:pt x="11151" y="594"/>
                  </a:lnTo>
                  <a:lnTo>
                    <a:pt x="7826" y="8848"/>
                  </a:lnTo>
                  <a:lnTo>
                    <a:pt x="4419" y="9587"/>
                  </a:lnTo>
                  <a:lnTo>
                    <a:pt x="0" y="4762"/>
                  </a:lnTo>
                  <a:lnTo>
                    <a:pt x="4260" y="1375"/>
                  </a:lnTo>
                  <a:lnTo>
                    <a:pt x="7407" y="28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h4837"/>
            <p:cNvSpPr/>
            <p:nvPr/>
          </p:nvSpPr>
          <p:spPr>
            <a:xfrm>
              <a:off x="6860705" y="3295942"/>
              <a:ext cx="14811" cy="10832"/>
            </a:xfrm>
            <a:custGeom>
              <a:avLst/>
              <a:pathLst>
                <a:path w="14811" h="10832">
                  <a:moveTo>
                    <a:pt x="11032" y="0"/>
                  </a:moveTo>
                  <a:lnTo>
                    <a:pt x="13831" y="1945"/>
                  </a:lnTo>
                  <a:lnTo>
                    <a:pt x="14811" y="5351"/>
                  </a:lnTo>
                  <a:lnTo>
                    <a:pt x="8704" y="10171"/>
                  </a:lnTo>
                  <a:lnTo>
                    <a:pt x="5808" y="10832"/>
                  </a:lnTo>
                  <a:lnTo>
                    <a:pt x="0" y="6327"/>
                  </a:lnTo>
                  <a:lnTo>
                    <a:pt x="2135" y="5827"/>
                  </a:lnTo>
                  <a:lnTo>
                    <a:pt x="7607" y="751"/>
                  </a:lnTo>
                  <a:lnTo>
                    <a:pt x="7282" y="1519"/>
                  </a:lnTo>
                  <a:lnTo>
                    <a:pt x="8398" y="209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h4838"/>
            <p:cNvSpPr/>
            <p:nvPr/>
          </p:nvSpPr>
          <p:spPr>
            <a:xfrm>
              <a:off x="7061507" y="3217538"/>
              <a:ext cx="2892" cy="861"/>
            </a:xfrm>
            <a:custGeom>
              <a:avLst/>
              <a:pathLst>
                <a:path w="2892" h="861">
                  <a:moveTo>
                    <a:pt x="2892" y="820"/>
                  </a:moveTo>
                  <a:lnTo>
                    <a:pt x="215" y="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h4839"/>
            <p:cNvSpPr/>
            <p:nvPr/>
          </p:nvSpPr>
          <p:spPr>
            <a:xfrm>
              <a:off x="7187984" y="3291423"/>
              <a:ext cx="10900" cy="9330"/>
            </a:xfrm>
            <a:custGeom>
              <a:avLst/>
              <a:pathLst>
                <a:path w="10900" h="9330">
                  <a:moveTo>
                    <a:pt x="8945" y="1611"/>
                  </a:moveTo>
                  <a:lnTo>
                    <a:pt x="10900" y="3550"/>
                  </a:lnTo>
                  <a:lnTo>
                    <a:pt x="10026" y="3592"/>
                  </a:lnTo>
                  <a:lnTo>
                    <a:pt x="10183" y="6812"/>
                  </a:lnTo>
                  <a:lnTo>
                    <a:pt x="9589" y="5566"/>
                  </a:lnTo>
                  <a:lnTo>
                    <a:pt x="7690" y="4965"/>
                  </a:lnTo>
                  <a:lnTo>
                    <a:pt x="920" y="9330"/>
                  </a:lnTo>
                  <a:lnTo>
                    <a:pt x="807" y="9051"/>
                  </a:lnTo>
                  <a:lnTo>
                    <a:pt x="0" y="4816"/>
                  </a:lnTo>
                  <a:lnTo>
                    <a:pt x="3457" y="40"/>
                  </a:lnTo>
                  <a:lnTo>
                    <a:pt x="489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h4840"/>
            <p:cNvSpPr/>
            <p:nvPr/>
          </p:nvSpPr>
          <p:spPr>
            <a:xfrm>
              <a:off x="6901276" y="3138553"/>
              <a:ext cx="16224" cy="14066"/>
            </a:xfrm>
            <a:custGeom>
              <a:avLst/>
              <a:pathLst>
                <a:path w="16224" h="14066">
                  <a:moveTo>
                    <a:pt x="9893" y="760"/>
                  </a:moveTo>
                  <a:lnTo>
                    <a:pt x="16224" y="4599"/>
                  </a:lnTo>
                  <a:lnTo>
                    <a:pt x="15970" y="8678"/>
                  </a:lnTo>
                  <a:lnTo>
                    <a:pt x="14786" y="9845"/>
                  </a:lnTo>
                  <a:lnTo>
                    <a:pt x="11104" y="10752"/>
                  </a:lnTo>
                  <a:lnTo>
                    <a:pt x="9583" y="9781"/>
                  </a:lnTo>
                  <a:lnTo>
                    <a:pt x="8761" y="11656"/>
                  </a:lnTo>
                  <a:lnTo>
                    <a:pt x="4332" y="14066"/>
                  </a:lnTo>
                  <a:lnTo>
                    <a:pt x="666" y="12522"/>
                  </a:lnTo>
                  <a:lnTo>
                    <a:pt x="0" y="10475"/>
                  </a:lnTo>
                  <a:lnTo>
                    <a:pt x="1803" y="8805"/>
                  </a:lnTo>
                  <a:lnTo>
                    <a:pt x="3450" y="5819"/>
                  </a:lnTo>
                  <a:lnTo>
                    <a:pt x="7347" y="472"/>
                  </a:lnTo>
                  <a:lnTo>
                    <a:pt x="820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h4841"/>
            <p:cNvSpPr/>
            <p:nvPr/>
          </p:nvSpPr>
          <p:spPr>
            <a:xfrm>
              <a:off x="6932274" y="3184612"/>
              <a:ext cx="7435" cy="6564"/>
            </a:xfrm>
            <a:custGeom>
              <a:avLst/>
              <a:pathLst>
                <a:path w="7435" h="6564">
                  <a:moveTo>
                    <a:pt x="5558" y="0"/>
                  </a:moveTo>
                  <a:lnTo>
                    <a:pt x="7289" y="4045"/>
                  </a:lnTo>
                  <a:lnTo>
                    <a:pt x="7435" y="5563"/>
                  </a:lnTo>
                  <a:lnTo>
                    <a:pt x="6811" y="6564"/>
                  </a:lnTo>
                  <a:lnTo>
                    <a:pt x="3023" y="6520"/>
                  </a:lnTo>
                  <a:lnTo>
                    <a:pt x="434" y="2474"/>
                  </a:lnTo>
                  <a:lnTo>
                    <a:pt x="0" y="69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h4842"/>
            <p:cNvSpPr/>
            <p:nvPr/>
          </p:nvSpPr>
          <p:spPr>
            <a:xfrm>
              <a:off x="7097760" y="3336380"/>
              <a:ext cx="54394" cy="42137"/>
            </a:xfrm>
            <a:custGeom>
              <a:avLst/>
              <a:pathLst>
                <a:path w="54394" h="42137">
                  <a:moveTo>
                    <a:pt x="49663" y="3779"/>
                  </a:moveTo>
                  <a:lnTo>
                    <a:pt x="49261" y="5618"/>
                  </a:lnTo>
                  <a:lnTo>
                    <a:pt x="54394" y="9275"/>
                  </a:lnTo>
                  <a:lnTo>
                    <a:pt x="47937" y="14195"/>
                  </a:lnTo>
                  <a:lnTo>
                    <a:pt x="39869" y="18217"/>
                  </a:lnTo>
                  <a:lnTo>
                    <a:pt x="35935" y="19011"/>
                  </a:lnTo>
                  <a:lnTo>
                    <a:pt x="34868" y="28762"/>
                  </a:lnTo>
                  <a:lnTo>
                    <a:pt x="28228" y="30633"/>
                  </a:lnTo>
                  <a:lnTo>
                    <a:pt x="24173" y="33836"/>
                  </a:lnTo>
                  <a:lnTo>
                    <a:pt x="7981" y="39054"/>
                  </a:lnTo>
                  <a:lnTo>
                    <a:pt x="1624" y="42137"/>
                  </a:lnTo>
                  <a:lnTo>
                    <a:pt x="0" y="34773"/>
                  </a:lnTo>
                  <a:lnTo>
                    <a:pt x="464" y="31245"/>
                  </a:lnTo>
                  <a:lnTo>
                    <a:pt x="5165" y="26476"/>
                  </a:lnTo>
                  <a:lnTo>
                    <a:pt x="11659" y="22550"/>
                  </a:lnTo>
                  <a:lnTo>
                    <a:pt x="15356" y="23687"/>
                  </a:lnTo>
                  <a:lnTo>
                    <a:pt x="18357" y="23400"/>
                  </a:lnTo>
                  <a:lnTo>
                    <a:pt x="21065" y="17681"/>
                  </a:lnTo>
                  <a:lnTo>
                    <a:pt x="22791" y="16879"/>
                  </a:lnTo>
                  <a:lnTo>
                    <a:pt x="25525" y="13612"/>
                  </a:lnTo>
                  <a:lnTo>
                    <a:pt x="27911" y="8175"/>
                  </a:lnTo>
                  <a:lnTo>
                    <a:pt x="31310" y="8465"/>
                  </a:lnTo>
                  <a:lnTo>
                    <a:pt x="32477" y="4403"/>
                  </a:lnTo>
                  <a:lnTo>
                    <a:pt x="35060" y="2928"/>
                  </a:lnTo>
                  <a:lnTo>
                    <a:pt x="43496" y="2620"/>
                  </a:lnTo>
                  <a:lnTo>
                    <a:pt x="45000" y="1370"/>
                  </a:lnTo>
                  <a:lnTo>
                    <a:pt x="46749" y="157"/>
                  </a:lnTo>
                  <a:lnTo>
                    <a:pt x="4844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h4843"/>
            <p:cNvSpPr/>
            <p:nvPr/>
          </p:nvSpPr>
          <p:spPr>
            <a:xfrm>
              <a:off x="6853064" y="3302270"/>
              <a:ext cx="16345" cy="11790"/>
            </a:xfrm>
            <a:custGeom>
              <a:avLst/>
              <a:pathLst>
                <a:path w="16345" h="11790">
                  <a:moveTo>
                    <a:pt x="7640" y="0"/>
                  </a:moveTo>
                  <a:lnTo>
                    <a:pt x="13449" y="4504"/>
                  </a:lnTo>
                  <a:lnTo>
                    <a:pt x="16345" y="3843"/>
                  </a:lnTo>
                  <a:lnTo>
                    <a:pt x="13725" y="7387"/>
                  </a:lnTo>
                  <a:lnTo>
                    <a:pt x="11598" y="10784"/>
                  </a:lnTo>
                  <a:lnTo>
                    <a:pt x="10687" y="11790"/>
                  </a:lnTo>
                  <a:lnTo>
                    <a:pt x="2599" y="6860"/>
                  </a:lnTo>
                  <a:lnTo>
                    <a:pt x="442" y="4614"/>
                  </a:lnTo>
                  <a:lnTo>
                    <a:pt x="0" y="238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h4844"/>
            <p:cNvSpPr/>
            <p:nvPr/>
          </p:nvSpPr>
          <p:spPr>
            <a:xfrm>
              <a:off x="6962515" y="3144693"/>
              <a:ext cx="12104" cy="13129"/>
            </a:xfrm>
            <a:custGeom>
              <a:avLst/>
              <a:pathLst>
                <a:path w="12104" h="13129">
                  <a:moveTo>
                    <a:pt x="12104" y="5036"/>
                  </a:moveTo>
                  <a:lnTo>
                    <a:pt x="9400" y="5801"/>
                  </a:lnTo>
                  <a:lnTo>
                    <a:pt x="5792" y="7960"/>
                  </a:lnTo>
                  <a:lnTo>
                    <a:pt x="1893" y="13129"/>
                  </a:lnTo>
                  <a:lnTo>
                    <a:pt x="1137" y="10453"/>
                  </a:lnTo>
                  <a:lnTo>
                    <a:pt x="0" y="3134"/>
                  </a:lnTo>
                  <a:lnTo>
                    <a:pt x="901" y="1332"/>
                  </a:lnTo>
                  <a:lnTo>
                    <a:pt x="6661" y="1481"/>
                  </a:lnTo>
                  <a:lnTo>
                    <a:pt x="9877" y="995"/>
                  </a:lnTo>
                  <a:lnTo>
                    <a:pt x="984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h4845"/>
            <p:cNvSpPr/>
            <p:nvPr/>
          </p:nvSpPr>
          <p:spPr>
            <a:xfrm>
              <a:off x="6965009" y="3316514"/>
              <a:ext cx="8598" cy="11858"/>
            </a:xfrm>
            <a:custGeom>
              <a:avLst/>
              <a:pathLst>
                <a:path w="8598" h="11858">
                  <a:moveTo>
                    <a:pt x="8598" y="5611"/>
                  </a:moveTo>
                  <a:lnTo>
                    <a:pt x="6814" y="11858"/>
                  </a:lnTo>
                  <a:lnTo>
                    <a:pt x="1797" y="9546"/>
                  </a:lnTo>
                  <a:lnTo>
                    <a:pt x="420" y="10685"/>
                  </a:lnTo>
                  <a:lnTo>
                    <a:pt x="0" y="2077"/>
                  </a:lnTo>
                  <a:lnTo>
                    <a:pt x="2524" y="1351"/>
                  </a:lnTo>
                  <a:lnTo>
                    <a:pt x="6258" y="2216"/>
                  </a:lnTo>
                  <a:lnTo>
                    <a:pt x="747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h4846"/>
            <p:cNvSpPr/>
            <p:nvPr/>
          </p:nvSpPr>
          <p:spPr>
            <a:xfrm>
              <a:off x="7179965" y="3319746"/>
              <a:ext cx="17462" cy="18260"/>
            </a:xfrm>
            <a:custGeom>
              <a:avLst/>
              <a:pathLst>
                <a:path w="17462" h="18260">
                  <a:moveTo>
                    <a:pt x="12308" y="2513"/>
                  </a:moveTo>
                  <a:lnTo>
                    <a:pt x="13880" y="2431"/>
                  </a:lnTo>
                  <a:lnTo>
                    <a:pt x="14051" y="1582"/>
                  </a:lnTo>
                  <a:lnTo>
                    <a:pt x="14506" y="2734"/>
                  </a:lnTo>
                  <a:lnTo>
                    <a:pt x="12528" y="3935"/>
                  </a:lnTo>
                  <a:lnTo>
                    <a:pt x="12622" y="5354"/>
                  </a:lnTo>
                  <a:lnTo>
                    <a:pt x="17217" y="4991"/>
                  </a:lnTo>
                  <a:lnTo>
                    <a:pt x="17462" y="8743"/>
                  </a:lnTo>
                  <a:lnTo>
                    <a:pt x="6501" y="13173"/>
                  </a:lnTo>
                  <a:lnTo>
                    <a:pt x="1506" y="17599"/>
                  </a:lnTo>
                  <a:lnTo>
                    <a:pt x="1508" y="18260"/>
                  </a:lnTo>
                  <a:lnTo>
                    <a:pt x="0" y="7441"/>
                  </a:lnTo>
                  <a:lnTo>
                    <a:pt x="1802" y="7450"/>
                  </a:lnTo>
                  <a:lnTo>
                    <a:pt x="109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h4847"/>
            <p:cNvSpPr/>
            <p:nvPr/>
          </p:nvSpPr>
          <p:spPr>
            <a:xfrm>
              <a:off x="6926610" y="3198155"/>
              <a:ext cx="12009" cy="6916"/>
            </a:xfrm>
            <a:custGeom>
              <a:avLst/>
              <a:pathLst>
                <a:path w="12009" h="6916">
                  <a:moveTo>
                    <a:pt x="12009" y="3705"/>
                  </a:moveTo>
                  <a:lnTo>
                    <a:pt x="6069" y="6916"/>
                  </a:lnTo>
                  <a:lnTo>
                    <a:pt x="2699" y="6142"/>
                  </a:lnTo>
                  <a:lnTo>
                    <a:pt x="0" y="2308"/>
                  </a:lnTo>
                  <a:lnTo>
                    <a:pt x="5657" y="301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h4848"/>
            <p:cNvSpPr/>
            <p:nvPr/>
          </p:nvSpPr>
          <p:spPr>
            <a:xfrm>
              <a:off x="7011797" y="3267519"/>
              <a:ext cx="4100" cy="3420"/>
            </a:xfrm>
            <a:custGeom>
              <a:avLst/>
              <a:pathLst>
                <a:path w="4100" h="3420">
                  <a:moveTo>
                    <a:pt x="3900" y="1797"/>
                  </a:moveTo>
                  <a:lnTo>
                    <a:pt x="4100" y="1965"/>
                  </a:lnTo>
                  <a:lnTo>
                    <a:pt x="3989" y="3420"/>
                  </a:lnTo>
                  <a:lnTo>
                    <a:pt x="1106" y="2887"/>
                  </a:lnTo>
                  <a:lnTo>
                    <a:pt x="0" y="1812"/>
                  </a:lnTo>
                  <a:lnTo>
                    <a:pt x="106" y="1382"/>
                  </a:lnTo>
                  <a:lnTo>
                    <a:pt x="1143" y="1094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h4849"/>
            <p:cNvSpPr/>
            <p:nvPr/>
          </p:nvSpPr>
          <p:spPr>
            <a:xfrm>
              <a:off x="7060878" y="3292740"/>
              <a:ext cx="14222" cy="18164"/>
            </a:xfrm>
            <a:custGeom>
              <a:avLst/>
              <a:pathLst>
                <a:path w="14222" h="18164">
                  <a:moveTo>
                    <a:pt x="5351" y="278"/>
                  </a:moveTo>
                  <a:lnTo>
                    <a:pt x="4360" y="923"/>
                  </a:lnTo>
                  <a:lnTo>
                    <a:pt x="9533" y="8353"/>
                  </a:lnTo>
                  <a:lnTo>
                    <a:pt x="14222" y="13096"/>
                  </a:lnTo>
                  <a:lnTo>
                    <a:pt x="13032" y="17437"/>
                  </a:lnTo>
                  <a:lnTo>
                    <a:pt x="6713" y="18164"/>
                  </a:lnTo>
                  <a:lnTo>
                    <a:pt x="1863" y="17292"/>
                  </a:lnTo>
                  <a:lnTo>
                    <a:pt x="2059" y="16121"/>
                  </a:lnTo>
                  <a:lnTo>
                    <a:pt x="0" y="12868"/>
                  </a:lnTo>
                  <a:lnTo>
                    <a:pt x="225" y="10662"/>
                  </a:lnTo>
                  <a:lnTo>
                    <a:pt x="2159" y="11581"/>
                  </a:lnTo>
                  <a:lnTo>
                    <a:pt x="297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h4850"/>
            <p:cNvSpPr/>
            <p:nvPr/>
          </p:nvSpPr>
          <p:spPr>
            <a:xfrm>
              <a:off x="7129009" y="3188948"/>
              <a:ext cx="62818" cy="53211"/>
            </a:xfrm>
            <a:custGeom>
              <a:avLst/>
              <a:pathLst>
                <a:path w="62818" h="53211">
                  <a:moveTo>
                    <a:pt x="52704" y="2207"/>
                  </a:moveTo>
                  <a:lnTo>
                    <a:pt x="52738" y="3141"/>
                  </a:lnTo>
                  <a:lnTo>
                    <a:pt x="54559" y="5273"/>
                  </a:lnTo>
                  <a:lnTo>
                    <a:pt x="58526" y="4277"/>
                  </a:lnTo>
                  <a:lnTo>
                    <a:pt x="55825" y="12"/>
                  </a:lnTo>
                  <a:lnTo>
                    <a:pt x="62137" y="258"/>
                  </a:lnTo>
                  <a:lnTo>
                    <a:pt x="61653" y="5220"/>
                  </a:lnTo>
                  <a:lnTo>
                    <a:pt x="60270" y="5596"/>
                  </a:lnTo>
                  <a:lnTo>
                    <a:pt x="58302" y="5678"/>
                  </a:lnTo>
                  <a:lnTo>
                    <a:pt x="55837" y="5750"/>
                  </a:lnTo>
                  <a:lnTo>
                    <a:pt x="56277" y="7753"/>
                  </a:lnTo>
                  <a:lnTo>
                    <a:pt x="55731" y="9686"/>
                  </a:lnTo>
                  <a:lnTo>
                    <a:pt x="49644" y="9802"/>
                  </a:lnTo>
                  <a:lnTo>
                    <a:pt x="49461" y="6418"/>
                  </a:lnTo>
                  <a:lnTo>
                    <a:pt x="47427" y="6069"/>
                  </a:lnTo>
                  <a:lnTo>
                    <a:pt x="46755" y="14053"/>
                  </a:lnTo>
                  <a:lnTo>
                    <a:pt x="48322" y="14780"/>
                  </a:lnTo>
                  <a:lnTo>
                    <a:pt x="51458" y="14862"/>
                  </a:lnTo>
                  <a:lnTo>
                    <a:pt x="55423" y="12782"/>
                  </a:lnTo>
                  <a:lnTo>
                    <a:pt x="56061" y="13416"/>
                  </a:lnTo>
                  <a:lnTo>
                    <a:pt x="55403" y="19252"/>
                  </a:lnTo>
                  <a:lnTo>
                    <a:pt x="54627" y="19742"/>
                  </a:lnTo>
                  <a:lnTo>
                    <a:pt x="46317" y="20383"/>
                  </a:lnTo>
                  <a:lnTo>
                    <a:pt x="46284" y="19854"/>
                  </a:lnTo>
                  <a:lnTo>
                    <a:pt x="47711" y="19749"/>
                  </a:lnTo>
                  <a:lnTo>
                    <a:pt x="47619" y="18468"/>
                  </a:lnTo>
                  <a:lnTo>
                    <a:pt x="44035" y="18698"/>
                  </a:lnTo>
                  <a:lnTo>
                    <a:pt x="44759" y="25672"/>
                  </a:lnTo>
                  <a:lnTo>
                    <a:pt x="46639" y="25497"/>
                  </a:lnTo>
                  <a:lnTo>
                    <a:pt x="46338" y="22632"/>
                  </a:lnTo>
                  <a:lnTo>
                    <a:pt x="50144" y="22270"/>
                  </a:lnTo>
                  <a:lnTo>
                    <a:pt x="50221" y="22849"/>
                  </a:lnTo>
                  <a:lnTo>
                    <a:pt x="50671" y="25976"/>
                  </a:lnTo>
                  <a:lnTo>
                    <a:pt x="58744" y="26170"/>
                  </a:lnTo>
                  <a:lnTo>
                    <a:pt x="59464" y="24980"/>
                  </a:lnTo>
                  <a:lnTo>
                    <a:pt x="61155" y="24894"/>
                  </a:lnTo>
                  <a:lnTo>
                    <a:pt x="62636" y="25953"/>
                  </a:lnTo>
                  <a:lnTo>
                    <a:pt x="62818" y="27498"/>
                  </a:lnTo>
                  <a:lnTo>
                    <a:pt x="62776" y="28321"/>
                  </a:lnTo>
                  <a:lnTo>
                    <a:pt x="58876" y="29933"/>
                  </a:lnTo>
                  <a:lnTo>
                    <a:pt x="54439" y="30130"/>
                  </a:lnTo>
                  <a:lnTo>
                    <a:pt x="54322" y="28945"/>
                  </a:lnTo>
                  <a:lnTo>
                    <a:pt x="51943" y="28118"/>
                  </a:lnTo>
                  <a:lnTo>
                    <a:pt x="45584" y="28802"/>
                  </a:lnTo>
                  <a:lnTo>
                    <a:pt x="45313" y="32879"/>
                  </a:lnTo>
                  <a:lnTo>
                    <a:pt x="46911" y="33871"/>
                  </a:lnTo>
                  <a:lnTo>
                    <a:pt x="51684" y="33399"/>
                  </a:lnTo>
                  <a:lnTo>
                    <a:pt x="49167" y="39016"/>
                  </a:lnTo>
                  <a:lnTo>
                    <a:pt x="50864" y="42415"/>
                  </a:lnTo>
                  <a:lnTo>
                    <a:pt x="52607" y="42606"/>
                  </a:lnTo>
                  <a:lnTo>
                    <a:pt x="53451" y="43505"/>
                  </a:lnTo>
                  <a:lnTo>
                    <a:pt x="52069" y="44852"/>
                  </a:lnTo>
                  <a:lnTo>
                    <a:pt x="47192" y="44439"/>
                  </a:lnTo>
                  <a:lnTo>
                    <a:pt x="43962" y="45537"/>
                  </a:lnTo>
                  <a:lnTo>
                    <a:pt x="43658" y="48326"/>
                  </a:lnTo>
                  <a:lnTo>
                    <a:pt x="42767" y="49670"/>
                  </a:lnTo>
                  <a:lnTo>
                    <a:pt x="41012" y="52232"/>
                  </a:lnTo>
                  <a:lnTo>
                    <a:pt x="41027" y="52693"/>
                  </a:lnTo>
                  <a:lnTo>
                    <a:pt x="37788" y="53092"/>
                  </a:lnTo>
                  <a:lnTo>
                    <a:pt x="36587" y="52422"/>
                  </a:lnTo>
                  <a:lnTo>
                    <a:pt x="36046" y="50940"/>
                  </a:lnTo>
                  <a:lnTo>
                    <a:pt x="33243" y="50124"/>
                  </a:lnTo>
                  <a:lnTo>
                    <a:pt x="30329" y="51614"/>
                  </a:lnTo>
                  <a:lnTo>
                    <a:pt x="29360" y="50411"/>
                  </a:lnTo>
                  <a:lnTo>
                    <a:pt x="28608" y="53211"/>
                  </a:lnTo>
                  <a:lnTo>
                    <a:pt x="23179" y="47609"/>
                  </a:lnTo>
                  <a:lnTo>
                    <a:pt x="18976" y="50734"/>
                  </a:lnTo>
                  <a:lnTo>
                    <a:pt x="17954" y="50918"/>
                  </a:lnTo>
                  <a:lnTo>
                    <a:pt x="15094" y="47033"/>
                  </a:lnTo>
                  <a:lnTo>
                    <a:pt x="12871" y="46164"/>
                  </a:lnTo>
                  <a:lnTo>
                    <a:pt x="10276" y="47633"/>
                  </a:lnTo>
                  <a:lnTo>
                    <a:pt x="5318" y="47501"/>
                  </a:lnTo>
                  <a:lnTo>
                    <a:pt x="5330" y="49612"/>
                  </a:lnTo>
                  <a:lnTo>
                    <a:pt x="3087" y="50231"/>
                  </a:lnTo>
                  <a:lnTo>
                    <a:pt x="214" y="46281"/>
                  </a:lnTo>
                  <a:lnTo>
                    <a:pt x="0" y="42725"/>
                  </a:lnTo>
                  <a:lnTo>
                    <a:pt x="904" y="38513"/>
                  </a:lnTo>
                  <a:lnTo>
                    <a:pt x="2347" y="39335"/>
                  </a:lnTo>
                  <a:lnTo>
                    <a:pt x="2990" y="37981"/>
                  </a:lnTo>
                  <a:lnTo>
                    <a:pt x="5824" y="29570"/>
                  </a:lnTo>
                  <a:lnTo>
                    <a:pt x="6141" y="26298"/>
                  </a:lnTo>
                  <a:lnTo>
                    <a:pt x="9707" y="24983"/>
                  </a:lnTo>
                  <a:lnTo>
                    <a:pt x="9465" y="19955"/>
                  </a:lnTo>
                  <a:lnTo>
                    <a:pt x="14005" y="17823"/>
                  </a:lnTo>
                  <a:lnTo>
                    <a:pt x="14369" y="14200"/>
                  </a:lnTo>
                  <a:lnTo>
                    <a:pt x="13285" y="13789"/>
                  </a:lnTo>
                  <a:lnTo>
                    <a:pt x="12905" y="12502"/>
                  </a:lnTo>
                  <a:lnTo>
                    <a:pt x="15591" y="9555"/>
                  </a:lnTo>
                  <a:lnTo>
                    <a:pt x="16977" y="9831"/>
                  </a:lnTo>
                  <a:lnTo>
                    <a:pt x="17587" y="11858"/>
                  </a:lnTo>
                  <a:lnTo>
                    <a:pt x="16213" y="16238"/>
                  </a:lnTo>
                  <a:lnTo>
                    <a:pt x="20727" y="12846"/>
                  </a:lnTo>
                  <a:lnTo>
                    <a:pt x="33240" y="12256"/>
                  </a:lnTo>
                  <a:lnTo>
                    <a:pt x="33693" y="10543"/>
                  </a:lnTo>
                  <a:lnTo>
                    <a:pt x="31538" y="8427"/>
                  </a:lnTo>
                  <a:lnTo>
                    <a:pt x="30815" y="6363"/>
                  </a:lnTo>
                  <a:lnTo>
                    <a:pt x="30714" y="2098"/>
                  </a:lnTo>
                  <a:lnTo>
                    <a:pt x="4514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h4851"/>
            <p:cNvSpPr/>
            <p:nvPr/>
          </p:nvSpPr>
          <p:spPr>
            <a:xfrm>
              <a:off x="6896607" y="3182873"/>
              <a:ext cx="14649" cy="11820"/>
            </a:xfrm>
            <a:custGeom>
              <a:avLst/>
              <a:pathLst>
                <a:path w="14649" h="11820">
                  <a:moveTo>
                    <a:pt x="8673" y="268"/>
                  </a:moveTo>
                  <a:lnTo>
                    <a:pt x="10186" y="5113"/>
                  </a:lnTo>
                  <a:lnTo>
                    <a:pt x="11981" y="5565"/>
                  </a:lnTo>
                  <a:lnTo>
                    <a:pt x="14649" y="8605"/>
                  </a:lnTo>
                  <a:lnTo>
                    <a:pt x="10465" y="10394"/>
                  </a:lnTo>
                  <a:lnTo>
                    <a:pt x="6870" y="10703"/>
                  </a:lnTo>
                  <a:lnTo>
                    <a:pt x="5507" y="11820"/>
                  </a:lnTo>
                  <a:lnTo>
                    <a:pt x="0" y="5750"/>
                  </a:lnTo>
                  <a:lnTo>
                    <a:pt x="121" y="4308"/>
                  </a:lnTo>
                  <a:lnTo>
                    <a:pt x="688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h4852"/>
            <p:cNvSpPr/>
            <p:nvPr/>
          </p:nvSpPr>
          <p:spPr>
            <a:xfrm>
              <a:off x="7036764" y="3231995"/>
              <a:ext cx="6336" cy="7885"/>
            </a:xfrm>
            <a:custGeom>
              <a:avLst/>
              <a:pathLst>
                <a:path w="6336" h="7885">
                  <a:moveTo>
                    <a:pt x="6336" y="2693"/>
                  </a:moveTo>
                  <a:lnTo>
                    <a:pt x="5280" y="7885"/>
                  </a:lnTo>
                  <a:lnTo>
                    <a:pt x="0" y="7819"/>
                  </a:lnTo>
                  <a:lnTo>
                    <a:pt x="314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h4853"/>
            <p:cNvSpPr/>
            <p:nvPr/>
          </p:nvSpPr>
          <p:spPr>
            <a:xfrm>
              <a:off x="7062781" y="3320806"/>
              <a:ext cx="23359" cy="17348"/>
            </a:xfrm>
            <a:custGeom>
              <a:avLst/>
              <a:pathLst>
                <a:path w="23359" h="17348">
                  <a:moveTo>
                    <a:pt x="1292" y="1421"/>
                  </a:moveTo>
                  <a:lnTo>
                    <a:pt x="2717" y="1947"/>
                  </a:lnTo>
                  <a:lnTo>
                    <a:pt x="6641" y="2972"/>
                  </a:lnTo>
                  <a:lnTo>
                    <a:pt x="8848" y="2322"/>
                  </a:lnTo>
                  <a:lnTo>
                    <a:pt x="10520" y="2997"/>
                  </a:lnTo>
                  <a:lnTo>
                    <a:pt x="13440" y="4670"/>
                  </a:lnTo>
                  <a:lnTo>
                    <a:pt x="14658" y="6423"/>
                  </a:lnTo>
                  <a:lnTo>
                    <a:pt x="14674" y="8207"/>
                  </a:lnTo>
                  <a:lnTo>
                    <a:pt x="19811" y="11237"/>
                  </a:lnTo>
                  <a:lnTo>
                    <a:pt x="23359" y="15770"/>
                  </a:lnTo>
                  <a:lnTo>
                    <a:pt x="21341" y="17348"/>
                  </a:lnTo>
                  <a:lnTo>
                    <a:pt x="18069" y="17058"/>
                  </a:lnTo>
                  <a:lnTo>
                    <a:pt x="6187" y="13572"/>
                  </a:lnTo>
                  <a:lnTo>
                    <a:pt x="3949" y="10422"/>
                  </a:lnTo>
                  <a:lnTo>
                    <a:pt x="2706" y="7600"/>
                  </a:lnTo>
                  <a:lnTo>
                    <a:pt x="1073" y="6393"/>
                  </a:lnTo>
                  <a:lnTo>
                    <a:pt x="0" y="1348"/>
                  </a:lnTo>
                  <a:lnTo>
                    <a:pt x="28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h4854"/>
            <p:cNvSpPr/>
            <p:nvPr/>
          </p:nvSpPr>
          <p:spPr>
            <a:xfrm>
              <a:off x="6911153" y="3226513"/>
              <a:ext cx="7601" cy="7380"/>
            </a:xfrm>
            <a:custGeom>
              <a:avLst/>
              <a:pathLst>
                <a:path w="7601" h="7380">
                  <a:moveTo>
                    <a:pt x="7601" y="4752"/>
                  </a:moveTo>
                  <a:lnTo>
                    <a:pt x="2386" y="7380"/>
                  </a:lnTo>
                  <a:lnTo>
                    <a:pt x="0" y="2766"/>
                  </a:lnTo>
                  <a:lnTo>
                    <a:pt x="2063" y="1054"/>
                  </a:lnTo>
                  <a:lnTo>
                    <a:pt x="632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h4855"/>
            <p:cNvSpPr/>
            <p:nvPr/>
          </p:nvSpPr>
          <p:spPr>
            <a:xfrm>
              <a:off x="6982524" y="3097289"/>
              <a:ext cx="2705" cy="2894"/>
            </a:xfrm>
            <a:custGeom>
              <a:avLst/>
              <a:pathLst>
                <a:path w="2705" h="2894">
                  <a:moveTo>
                    <a:pt x="2506" y="0"/>
                  </a:moveTo>
                  <a:lnTo>
                    <a:pt x="2705" y="2868"/>
                  </a:lnTo>
                  <a:lnTo>
                    <a:pt x="0" y="2894"/>
                  </a:lnTo>
                  <a:lnTo>
                    <a:pt x="462" y="696"/>
                  </a:lnTo>
                  <a:lnTo>
                    <a:pt x="1283" y="1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h4856"/>
            <p:cNvSpPr/>
            <p:nvPr/>
          </p:nvSpPr>
          <p:spPr>
            <a:xfrm>
              <a:off x="7108144" y="3232884"/>
              <a:ext cx="9194" cy="10502"/>
            </a:xfrm>
            <a:custGeom>
              <a:avLst/>
              <a:pathLst>
                <a:path w="9194" h="10502">
                  <a:moveTo>
                    <a:pt x="8618" y="5089"/>
                  </a:moveTo>
                  <a:lnTo>
                    <a:pt x="9194" y="6871"/>
                  </a:lnTo>
                  <a:lnTo>
                    <a:pt x="5728" y="7658"/>
                  </a:lnTo>
                  <a:lnTo>
                    <a:pt x="3677" y="9582"/>
                  </a:lnTo>
                  <a:lnTo>
                    <a:pt x="1295" y="10502"/>
                  </a:lnTo>
                  <a:lnTo>
                    <a:pt x="468" y="9559"/>
                  </a:lnTo>
                  <a:lnTo>
                    <a:pt x="0" y="5809"/>
                  </a:lnTo>
                  <a:lnTo>
                    <a:pt x="712" y="3880"/>
                  </a:lnTo>
                  <a:lnTo>
                    <a:pt x="454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h4857"/>
            <p:cNvSpPr/>
            <p:nvPr/>
          </p:nvSpPr>
          <p:spPr>
            <a:xfrm>
              <a:off x="7075196" y="3248556"/>
              <a:ext cx="30319" cy="31517"/>
            </a:xfrm>
            <a:custGeom>
              <a:avLst/>
              <a:pathLst>
                <a:path w="30319" h="31517">
                  <a:moveTo>
                    <a:pt x="17255" y="1844"/>
                  </a:moveTo>
                  <a:lnTo>
                    <a:pt x="21188" y="291"/>
                  </a:lnTo>
                  <a:lnTo>
                    <a:pt x="23329" y="1964"/>
                  </a:lnTo>
                  <a:lnTo>
                    <a:pt x="22025" y="4078"/>
                  </a:lnTo>
                  <a:lnTo>
                    <a:pt x="22669" y="5839"/>
                  </a:lnTo>
                  <a:lnTo>
                    <a:pt x="30319" y="11734"/>
                  </a:lnTo>
                  <a:lnTo>
                    <a:pt x="29819" y="14727"/>
                  </a:lnTo>
                  <a:lnTo>
                    <a:pt x="30285" y="17175"/>
                  </a:lnTo>
                  <a:lnTo>
                    <a:pt x="28919" y="23575"/>
                  </a:lnTo>
                  <a:lnTo>
                    <a:pt x="25544" y="28070"/>
                  </a:lnTo>
                  <a:lnTo>
                    <a:pt x="16585" y="31517"/>
                  </a:lnTo>
                  <a:lnTo>
                    <a:pt x="13433" y="31059"/>
                  </a:lnTo>
                  <a:lnTo>
                    <a:pt x="13041" y="30968"/>
                  </a:lnTo>
                  <a:lnTo>
                    <a:pt x="11284" y="30761"/>
                  </a:lnTo>
                  <a:lnTo>
                    <a:pt x="3614" y="20224"/>
                  </a:lnTo>
                  <a:lnTo>
                    <a:pt x="3759" y="19485"/>
                  </a:lnTo>
                  <a:lnTo>
                    <a:pt x="2280" y="10714"/>
                  </a:lnTo>
                  <a:lnTo>
                    <a:pt x="0" y="5257"/>
                  </a:lnTo>
                  <a:lnTo>
                    <a:pt x="3610" y="4221"/>
                  </a:lnTo>
                  <a:lnTo>
                    <a:pt x="877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h4858"/>
            <p:cNvSpPr/>
            <p:nvPr/>
          </p:nvSpPr>
          <p:spPr>
            <a:xfrm>
              <a:off x="7007952" y="3132461"/>
              <a:ext cx="17553" cy="18752"/>
            </a:xfrm>
            <a:custGeom>
              <a:avLst/>
              <a:pathLst>
                <a:path w="17553" h="18752">
                  <a:moveTo>
                    <a:pt x="8086" y="887"/>
                  </a:moveTo>
                  <a:lnTo>
                    <a:pt x="13616" y="7349"/>
                  </a:lnTo>
                  <a:lnTo>
                    <a:pt x="15787" y="6135"/>
                  </a:lnTo>
                  <a:lnTo>
                    <a:pt x="17553" y="9900"/>
                  </a:lnTo>
                  <a:lnTo>
                    <a:pt x="17279" y="11579"/>
                  </a:lnTo>
                  <a:lnTo>
                    <a:pt x="14576" y="14551"/>
                  </a:lnTo>
                  <a:lnTo>
                    <a:pt x="13290" y="18752"/>
                  </a:lnTo>
                  <a:lnTo>
                    <a:pt x="11767" y="17953"/>
                  </a:lnTo>
                  <a:lnTo>
                    <a:pt x="10610" y="14807"/>
                  </a:lnTo>
                  <a:lnTo>
                    <a:pt x="9643" y="14177"/>
                  </a:lnTo>
                  <a:lnTo>
                    <a:pt x="7134" y="14231"/>
                  </a:lnTo>
                  <a:lnTo>
                    <a:pt x="5147" y="12457"/>
                  </a:lnTo>
                  <a:lnTo>
                    <a:pt x="2270" y="12178"/>
                  </a:lnTo>
                  <a:lnTo>
                    <a:pt x="0" y="8015"/>
                  </a:lnTo>
                  <a:lnTo>
                    <a:pt x="1035" y="6481"/>
                  </a:lnTo>
                  <a:lnTo>
                    <a:pt x="2045" y="5622"/>
                  </a:lnTo>
                  <a:lnTo>
                    <a:pt x="414" y="2970"/>
                  </a:lnTo>
                  <a:lnTo>
                    <a:pt x="299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h4859"/>
            <p:cNvSpPr/>
            <p:nvPr/>
          </p:nvSpPr>
          <p:spPr>
            <a:xfrm>
              <a:off x="7026196" y="3273479"/>
              <a:ext cx="15147" cy="13399"/>
            </a:xfrm>
            <a:custGeom>
              <a:avLst/>
              <a:pathLst>
                <a:path w="15147" h="13399">
                  <a:moveTo>
                    <a:pt x="10807" y="938"/>
                  </a:moveTo>
                  <a:lnTo>
                    <a:pt x="12878" y="3982"/>
                  </a:lnTo>
                  <a:lnTo>
                    <a:pt x="14397" y="4173"/>
                  </a:lnTo>
                  <a:lnTo>
                    <a:pt x="14929" y="5678"/>
                  </a:lnTo>
                  <a:lnTo>
                    <a:pt x="12277" y="7486"/>
                  </a:lnTo>
                  <a:lnTo>
                    <a:pt x="15147" y="11237"/>
                  </a:lnTo>
                  <a:lnTo>
                    <a:pt x="14673" y="13399"/>
                  </a:lnTo>
                  <a:lnTo>
                    <a:pt x="10180" y="11748"/>
                  </a:lnTo>
                  <a:lnTo>
                    <a:pt x="1102" y="10799"/>
                  </a:lnTo>
                  <a:lnTo>
                    <a:pt x="0" y="7334"/>
                  </a:lnTo>
                  <a:lnTo>
                    <a:pt x="815" y="6241"/>
                  </a:lnTo>
                  <a:lnTo>
                    <a:pt x="3647" y="4389"/>
                  </a:lnTo>
                  <a:lnTo>
                    <a:pt x="7159" y="5167"/>
                  </a:lnTo>
                  <a:lnTo>
                    <a:pt x="8262" y="172"/>
                  </a:lnTo>
                  <a:lnTo>
                    <a:pt x="940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h4860"/>
            <p:cNvSpPr/>
            <p:nvPr/>
          </p:nvSpPr>
          <p:spPr>
            <a:xfrm>
              <a:off x="7044046" y="3183262"/>
              <a:ext cx="8866" cy="7438"/>
            </a:xfrm>
            <a:custGeom>
              <a:avLst/>
              <a:pathLst>
                <a:path w="8866" h="7438">
                  <a:moveTo>
                    <a:pt x="8866" y="3733"/>
                  </a:moveTo>
                  <a:lnTo>
                    <a:pt x="8720" y="4709"/>
                  </a:lnTo>
                  <a:lnTo>
                    <a:pt x="3807" y="7438"/>
                  </a:lnTo>
                  <a:lnTo>
                    <a:pt x="0" y="7036"/>
                  </a:lnTo>
                  <a:lnTo>
                    <a:pt x="1371" y="5669"/>
                  </a:lnTo>
                  <a:lnTo>
                    <a:pt x="614" y="2512"/>
                  </a:lnTo>
                  <a:lnTo>
                    <a:pt x="106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h4861"/>
            <p:cNvSpPr/>
            <p:nvPr/>
          </p:nvSpPr>
          <p:spPr>
            <a:xfrm>
              <a:off x="7018731" y="3154417"/>
              <a:ext cx="30785" cy="16059"/>
            </a:xfrm>
            <a:custGeom>
              <a:avLst/>
              <a:pathLst>
                <a:path w="30785" h="16059">
                  <a:moveTo>
                    <a:pt x="30785" y="302"/>
                  </a:moveTo>
                  <a:lnTo>
                    <a:pt x="29905" y="3278"/>
                  </a:lnTo>
                  <a:lnTo>
                    <a:pt x="27500" y="3722"/>
                  </a:lnTo>
                  <a:lnTo>
                    <a:pt x="25745" y="5733"/>
                  </a:lnTo>
                  <a:lnTo>
                    <a:pt x="25236" y="6691"/>
                  </a:lnTo>
                  <a:lnTo>
                    <a:pt x="28227" y="8519"/>
                  </a:lnTo>
                  <a:lnTo>
                    <a:pt x="24251" y="12568"/>
                  </a:lnTo>
                  <a:lnTo>
                    <a:pt x="21336" y="13562"/>
                  </a:lnTo>
                  <a:lnTo>
                    <a:pt x="16825" y="13106"/>
                  </a:lnTo>
                  <a:lnTo>
                    <a:pt x="10502" y="16059"/>
                  </a:lnTo>
                  <a:lnTo>
                    <a:pt x="8060" y="15017"/>
                  </a:lnTo>
                  <a:lnTo>
                    <a:pt x="6903" y="12770"/>
                  </a:lnTo>
                  <a:lnTo>
                    <a:pt x="12844" y="9406"/>
                  </a:lnTo>
                  <a:lnTo>
                    <a:pt x="12142" y="8407"/>
                  </a:lnTo>
                  <a:lnTo>
                    <a:pt x="4144" y="8587"/>
                  </a:lnTo>
                  <a:lnTo>
                    <a:pt x="1739" y="10645"/>
                  </a:lnTo>
                  <a:lnTo>
                    <a:pt x="0" y="8545"/>
                  </a:lnTo>
                  <a:lnTo>
                    <a:pt x="6708" y="4108"/>
                  </a:lnTo>
                  <a:lnTo>
                    <a:pt x="13476" y="7284"/>
                  </a:lnTo>
                  <a:lnTo>
                    <a:pt x="16608" y="4325"/>
                  </a:lnTo>
                  <a:lnTo>
                    <a:pt x="2778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h4862"/>
            <p:cNvSpPr/>
            <p:nvPr/>
          </p:nvSpPr>
          <p:spPr>
            <a:xfrm>
              <a:off x="6902153" y="3175572"/>
              <a:ext cx="30555" cy="15599"/>
            </a:xfrm>
            <a:custGeom>
              <a:avLst/>
              <a:pathLst>
                <a:path w="30555" h="15599">
                  <a:moveTo>
                    <a:pt x="21649" y="1329"/>
                  </a:moveTo>
                  <a:lnTo>
                    <a:pt x="24265" y="4267"/>
                  </a:lnTo>
                  <a:lnTo>
                    <a:pt x="27441" y="3056"/>
                  </a:lnTo>
                  <a:lnTo>
                    <a:pt x="28670" y="3327"/>
                  </a:lnTo>
                  <a:lnTo>
                    <a:pt x="29961" y="6469"/>
                  </a:lnTo>
                  <a:lnTo>
                    <a:pt x="30120" y="9732"/>
                  </a:lnTo>
                  <a:lnTo>
                    <a:pt x="30555" y="11514"/>
                  </a:lnTo>
                  <a:lnTo>
                    <a:pt x="28879" y="11121"/>
                  </a:lnTo>
                  <a:lnTo>
                    <a:pt x="29083" y="10536"/>
                  </a:lnTo>
                  <a:lnTo>
                    <a:pt x="27147" y="9010"/>
                  </a:lnTo>
                  <a:lnTo>
                    <a:pt x="23579" y="9024"/>
                  </a:lnTo>
                  <a:lnTo>
                    <a:pt x="21670" y="9805"/>
                  </a:lnTo>
                  <a:lnTo>
                    <a:pt x="21111" y="13079"/>
                  </a:lnTo>
                  <a:lnTo>
                    <a:pt x="21544" y="15599"/>
                  </a:lnTo>
                  <a:lnTo>
                    <a:pt x="18611" y="12157"/>
                  </a:lnTo>
                  <a:lnTo>
                    <a:pt x="15096" y="13100"/>
                  </a:lnTo>
                  <a:lnTo>
                    <a:pt x="14488" y="12742"/>
                  </a:lnTo>
                  <a:lnTo>
                    <a:pt x="13550" y="9230"/>
                  </a:lnTo>
                  <a:lnTo>
                    <a:pt x="7198" y="5217"/>
                  </a:lnTo>
                  <a:lnTo>
                    <a:pt x="3127" y="7569"/>
                  </a:lnTo>
                  <a:lnTo>
                    <a:pt x="1340" y="7300"/>
                  </a:lnTo>
                  <a:lnTo>
                    <a:pt x="0" y="3365"/>
                  </a:lnTo>
                  <a:lnTo>
                    <a:pt x="1280" y="2578"/>
                  </a:lnTo>
                  <a:lnTo>
                    <a:pt x="4717" y="2629"/>
                  </a:lnTo>
                  <a:lnTo>
                    <a:pt x="7997" y="733"/>
                  </a:lnTo>
                  <a:lnTo>
                    <a:pt x="11050" y="255"/>
                  </a:lnTo>
                  <a:lnTo>
                    <a:pt x="16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h4863"/>
            <p:cNvSpPr/>
            <p:nvPr/>
          </p:nvSpPr>
          <p:spPr>
            <a:xfrm>
              <a:off x="6876132" y="3102033"/>
              <a:ext cx="33397" cy="18982"/>
            </a:xfrm>
            <a:custGeom>
              <a:avLst/>
              <a:pathLst>
                <a:path w="33397" h="18982">
                  <a:moveTo>
                    <a:pt x="23562" y="301"/>
                  </a:moveTo>
                  <a:lnTo>
                    <a:pt x="27791" y="2998"/>
                  </a:lnTo>
                  <a:lnTo>
                    <a:pt x="29921" y="6135"/>
                  </a:lnTo>
                  <a:lnTo>
                    <a:pt x="33181" y="8788"/>
                  </a:lnTo>
                  <a:lnTo>
                    <a:pt x="33397" y="10128"/>
                  </a:lnTo>
                  <a:lnTo>
                    <a:pt x="26197" y="14609"/>
                  </a:lnTo>
                  <a:lnTo>
                    <a:pt x="25947" y="16105"/>
                  </a:lnTo>
                  <a:lnTo>
                    <a:pt x="20612" y="15642"/>
                  </a:lnTo>
                  <a:lnTo>
                    <a:pt x="20118" y="18103"/>
                  </a:lnTo>
                  <a:lnTo>
                    <a:pt x="18736" y="18982"/>
                  </a:lnTo>
                  <a:lnTo>
                    <a:pt x="15131" y="17223"/>
                  </a:lnTo>
                  <a:lnTo>
                    <a:pt x="13528" y="14999"/>
                  </a:lnTo>
                  <a:lnTo>
                    <a:pt x="11092" y="13605"/>
                  </a:lnTo>
                  <a:lnTo>
                    <a:pt x="10258" y="13661"/>
                  </a:lnTo>
                  <a:lnTo>
                    <a:pt x="7306" y="17636"/>
                  </a:lnTo>
                  <a:lnTo>
                    <a:pt x="7176" y="16120"/>
                  </a:lnTo>
                  <a:lnTo>
                    <a:pt x="5736" y="18510"/>
                  </a:lnTo>
                  <a:lnTo>
                    <a:pt x="2940" y="18141"/>
                  </a:lnTo>
                  <a:lnTo>
                    <a:pt x="3122" y="16087"/>
                  </a:lnTo>
                  <a:lnTo>
                    <a:pt x="5811" y="13870"/>
                  </a:lnTo>
                  <a:lnTo>
                    <a:pt x="1330" y="12087"/>
                  </a:lnTo>
                  <a:lnTo>
                    <a:pt x="0" y="9861"/>
                  </a:lnTo>
                  <a:lnTo>
                    <a:pt x="2352" y="9236"/>
                  </a:lnTo>
                  <a:lnTo>
                    <a:pt x="3867" y="9621"/>
                  </a:lnTo>
                  <a:lnTo>
                    <a:pt x="5038" y="12070"/>
                  </a:lnTo>
                  <a:lnTo>
                    <a:pt x="6877" y="13710"/>
                  </a:lnTo>
                  <a:lnTo>
                    <a:pt x="9996" y="12960"/>
                  </a:lnTo>
                  <a:lnTo>
                    <a:pt x="10494" y="10234"/>
                  </a:lnTo>
                  <a:lnTo>
                    <a:pt x="8128" y="7058"/>
                  </a:lnTo>
                  <a:lnTo>
                    <a:pt x="9375" y="5902"/>
                  </a:lnTo>
                  <a:lnTo>
                    <a:pt x="10665" y="5867"/>
                  </a:lnTo>
                  <a:lnTo>
                    <a:pt x="11076" y="6940"/>
                  </a:lnTo>
                  <a:lnTo>
                    <a:pt x="15431" y="8405"/>
                  </a:lnTo>
                  <a:lnTo>
                    <a:pt x="20287" y="4277"/>
                  </a:lnTo>
                  <a:lnTo>
                    <a:pt x="19760" y="10426"/>
                  </a:lnTo>
                  <a:lnTo>
                    <a:pt x="20254" y="11896"/>
                  </a:lnTo>
                  <a:lnTo>
                    <a:pt x="27362" y="13207"/>
                  </a:lnTo>
                  <a:lnTo>
                    <a:pt x="28045" y="10229"/>
                  </a:lnTo>
                  <a:lnTo>
                    <a:pt x="26965" y="4950"/>
                  </a:lnTo>
                  <a:lnTo>
                    <a:pt x="26301" y="4120"/>
                  </a:lnTo>
                  <a:lnTo>
                    <a:pt x="24632" y="4795"/>
                  </a:lnTo>
                  <a:lnTo>
                    <a:pt x="21944" y="2238"/>
                  </a:lnTo>
                  <a:lnTo>
                    <a:pt x="2321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h4864"/>
            <p:cNvSpPr/>
            <p:nvPr/>
          </p:nvSpPr>
          <p:spPr>
            <a:xfrm>
              <a:off x="6918257" y="3168898"/>
              <a:ext cx="5579" cy="8004"/>
            </a:xfrm>
            <a:custGeom>
              <a:avLst/>
              <a:pathLst>
                <a:path w="5579" h="8004">
                  <a:moveTo>
                    <a:pt x="5579" y="1815"/>
                  </a:moveTo>
                  <a:lnTo>
                    <a:pt x="5545" y="8004"/>
                  </a:lnTo>
                  <a:lnTo>
                    <a:pt x="0" y="6674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h4865"/>
            <p:cNvSpPr/>
            <p:nvPr/>
          </p:nvSpPr>
          <p:spPr>
            <a:xfrm>
              <a:off x="7005090" y="3239714"/>
              <a:ext cx="2968" cy="4038"/>
            </a:xfrm>
            <a:custGeom>
              <a:avLst/>
              <a:pathLst>
                <a:path w="2968" h="4038">
                  <a:moveTo>
                    <a:pt x="1055" y="0"/>
                  </a:moveTo>
                  <a:lnTo>
                    <a:pt x="2968" y="2977"/>
                  </a:lnTo>
                  <a:lnTo>
                    <a:pt x="1208" y="4038"/>
                  </a:lnTo>
                  <a:lnTo>
                    <a:pt x="1157" y="2166"/>
                  </a:lnTo>
                  <a:lnTo>
                    <a:pt x="0" y="167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h4866"/>
            <p:cNvSpPr/>
            <p:nvPr/>
          </p:nvSpPr>
          <p:spPr>
            <a:xfrm>
              <a:off x="7018521" y="3237879"/>
              <a:ext cx="9887" cy="4843"/>
            </a:xfrm>
            <a:custGeom>
              <a:avLst/>
              <a:pathLst>
                <a:path w="9887" h="4843">
                  <a:moveTo>
                    <a:pt x="9591" y="3141"/>
                  </a:moveTo>
                  <a:lnTo>
                    <a:pt x="9887" y="4217"/>
                  </a:lnTo>
                  <a:lnTo>
                    <a:pt x="6837" y="4843"/>
                  </a:lnTo>
                  <a:lnTo>
                    <a:pt x="577" y="3709"/>
                  </a:lnTo>
                  <a:lnTo>
                    <a:pt x="0" y="2732"/>
                  </a:lnTo>
                  <a:lnTo>
                    <a:pt x="3398" y="2438"/>
                  </a:lnTo>
                  <a:lnTo>
                    <a:pt x="3454" y="3326"/>
                  </a:lnTo>
                  <a:lnTo>
                    <a:pt x="5858" y="4365"/>
                  </a:lnTo>
                  <a:lnTo>
                    <a:pt x="6465" y="26"/>
                  </a:lnTo>
                  <a:lnTo>
                    <a:pt x="698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h4867"/>
            <p:cNvSpPr/>
            <p:nvPr/>
          </p:nvSpPr>
          <p:spPr>
            <a:xfrm>
              <a:off x="6842187" y="3293836"/>
              <a:ext cx="12684" cy="13892"/>
            </a:xfrm>
            <a:custGeom>
              <a:avLst/>
              <a:pathLst>
                <a:path w="12684" h="13892">
                  <a:moveTo>
                    <a:pt x="10033" y="115"/>
                  </a:moveTo>
                  <a:lnTo>
                    <a:pt x="11260" y="3047"/>
                  </a:lnTo>
                  <a:lnTo>
                    <a:pt x="12684" y="8496"/>
                  </a:lnTo>
                  <a:lnTo>
                    <a:pt x="10877" y="10815"/>
                  </a:lnTo>
                  <a:lnTo>
                    <a:pt x="1783" y="13892"/>
                  </a:lnTo>
                  <a:lnTo>
                    <a:pt x="693" y="13274"/>
                  </a:lnTo>
                  <a:lnTo>
                    <a:pt x="0" y="9337"/>
                  </a:lnTo>
                  <a:lnTo>
                    <a:pt x="1487" y="3636"/>
                  </a:lnTo>
                  <a:lnTo>
                    <a:pt x="6433" y="3269"/>
                  </a:lnTo>
                  <a:lnTo>
                    <a:pt x="6333" y="324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h4868"/>
            <p:cNvSpPr/>
            <p:nvPr/>
          </p:nvSpPr>
          <p:spPr>
            <a:xfrm>
              <a:off x="6896729" y="3175020"/>
              <a:ext cx="6764" cy="12161"/>
            </a:xfrm>
            <a:custGeom>
              <a:avLst/>
              <a:pathLst>
                <a:path w="6764" h="12161">
                  <a:moveTo>
                    <a:pt x="5424" y="3918"/>
                  </a:moveTo>
                  <a:lnTo>
                    <a:pt x="6764" y="7852"/>
                  </a:lnTo>
                  <a:lnTo>
                    <a:pt x="0" y="12161"/>
                  </a:lnTo>
                  <a:lnTo>
                    <a:pt x="26" y="2308"/>
                  </a:lnTo>
                  <a:lnTo>
                    <a:pt x="1693" y="713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h4869"/>
            <p:cNvSpPr/>
            <p:nvPr/>
          </p:nvSpPr>
          <p:spPr>
            <a:xfrm>
              <a:off x="7041720" y="3325986"/>
              <a:ext cx="15154" cy="13125"/>
            </a:xfrm>
            <a:custGeom>
              <a:avLst/>
              <a:pathLst>
                <a:path w="15154" h="13125">
                  <a:moveTo>
                    <a:pt x="10813" y="1566"/>
                  </a:moveTo>
                  <a:lnTo>
                    <a:pt x="14741" y="5739"/>
                  </a:lnTo>
                  <a:lnTo>
                    <a:pt x="15154" y="7261"/>
                  </a:lnTo>
                  <a:lnTo>
                    <a:pt x="12755" y="9485"/>
                  </a:lnTo>
                  <a:lnTo>
                    <a:pt x="12645" y="11212"/>
                  </a:lnTo>
                  <a:lnTo>
                    <a:pt x="9722" y="12605"/>
                  </a:lnTo>
                  <a:lnTo>
                    <a:pt x="8189" y="13125"/>
                  </a:lnTo>
                  <a:lnTo>
                    <a:pt x="3438" y="10616"/>
                  </a:lnTo>
                  <a:lnTo>
                    <a:pt x="0" y="9636"/>
                  </a:lnTo>
                  <a:lnTo>
                    <a:pt x="819" y="4034"/>
                  </a:lnTo>
                  <a:lnTo>
                    <a:pt x="2227" y="2864"/>
                  </a:lnTo>
                  <a:lnTo>
                    <a:pt x="4626" y="3049"/>
                  </a:lnTo>
                  <a:lnTo>
                    <a:pt x="7288" y="1929"/>
                  </a:lnTo>
                  <a:lnTo>
                    <a:pt x="876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h4870"/>
            <p:cNvSpPr/>
            <p:nvPr/>
          </p:nvSpPr>
          <p:spPr>
            <a:xfrm>
              <a:off x="6995013" y="3218817"/>
              <a:ext cx="6115" cy="3307"/>
            </a:xfrm>
            <a:custGeom>
              <a:avLst/>
              <a:pathLst>
                <a:path w="6115" h="3307">
                  <a:moveTo>
                    <a:pt x="4194" y="0"/>
                  </a:moveTo>
                  <a:lnTo>
                    <a:pt x="6115" y="1568"/>
                  </a:lnTo>
                  <a:lnTo>
                    <a:pt x="3170" y="3307"/>
                  </a:lnTo>
                  <a:lnTo>
                    <a:pt x="0" y="2336"/>
                  </a:lnTo>
                  <a:lnTo>
                    <a:pt x="834" y="21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h4871"/>
            <p:cNvSpPr/>
            <p:nvPr/>
          </p:nvSpPr>
          <p:spPr>
            <a:xfrm>
              <a:off x="7064158" y="3334379"/>
              <a:ext cx="23799" cy="20876"/>
            </a:xfrm>
            <a:custGeom>
              <a:avLst/>
              <a:pathLst>
                <a:path w="23799" h="20876">
                  <a:moveTo>
                    <a:pt x="16692" y="3486"/>
                  </a:moveTo>
                  <a:lnTo>
                    <a:pt x="19964" y="3776"/>
                  </a:lnTo>
                  <a:lnTo>
                    <a:pt x="21982" y="2197"/>
                  </a:lnTo>
                  <a:lnTo>
                    <a:pt x="23799" y="2886"/>
                  </a:lnTo>
                  <a:lnTo>
                    <a:pt x="20833" y="5029"/>
                  </a:lnTo>
                  <a:lnTo>
                    <a:pt x="20277" y="8058"/>
                  </a:lnTo>
                  <a:lnTo>
                    <a:pt x="18689" y="10327"/>
                  </a:lnTo>
                  <a:lnTo>
                    <a:pt x="19027" y="12746"/>
                  </a:lnTo>
                  <a:lnTo>
                    <a:pt x="17964" y="16372"/>
                  </a:lnTo>
                  <a:lnTo>
                    <a:pt x="14606" y="16802"/>
                  </a:lnTo>
                  <a:lnTo>
                    <a:pt x="15160" y="17803"/>
                  </a:lnTo>
                  <a:lnTo>
                    <a:pt x="14986" y="20143"/>
                  </a:lnTo>
                  <a:lnTo>
                    <a:pt x="14143" y="20876"/>
                  </a:lnTo>
                  <a:lnTo>
                    <a:pt x="8821" y="19134"/>
                  </a:lnTo>
                  <a:lnTo>
                    <a:pt x="3322" y="16328"/>
                  </a:lnTo>
                  <a:lnTo>
                    <a:pt x="3543" y="13295"/>
                  </a:lnTo>
                  <a:lnTo>
                    <a:pt x="1479" y="12268"/>
                  </a:lnTo>
                  <a:lnTo>
                    <a:pt x="0" y="12364"/>
                  </a:lnTo>
                  <a:lnTo>
                    <a:pt x="20" y="7639"/>
                  </a:lnTo>
                  <a:lnTo>
                    <a:pt x="2105" y="2724"/>
                  </a:lnTo>
                  <a:lnTo>
                    <a:pt x="4810" y="0"/>
                  </a:lnTo>
                  <a:close/>
                  <a:moveTo>
                    <a:pt x="7244" y="10450"/>
                  </a:moveTo>
                  <a:lnTo>
                    <a:pt x="7705" y="14661"/>
                  </a:lnTo>
                  <a:lnTo>
                    <a:pt x="10302" y="16096"/>
                  </a:lnTo>
                  <a:lnTo>
                    <a:pt x="13685" y="14948"/>
                  </a:lnTo>
                  <a:lnTo>
                    <a:pt x="15619" y="9780"/>
                  </a:lnTo>
                  <a:lnTo>
                    <a:pt x="11124" y="7766"/>
                  </a:lnTo>
                  <a:lnTo>
                    <a:pt x="9900" y="4784"/>
                  </a:lnTo>
                  <a:lnTo>
                    <a:pt x="5946" y="830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h4872"/>
            <p:cNvSpPr/>
            <p:nvPr/>
          </p:nvSpPr>
          <p:spPr>
            <a:xfrm>
              <a:off x="7077140" y="3166172"/>
              <a:ext cx="18719" cy="23581"/>
            </a:xfrm>
            <a:custGeom>
              <a:avLst/>
              <a:pathLst>
                <a:path w="18719" h="23581">
                  <a:moveTo>
                    <a:pt x="7289" y="0"/>
                  </a:moveTo>
                  <a:lnTo>
                    <a:pt x="14185" y="4295"/>
                  </a:lnTo>
                  <a:lnTo>
                    <a:pt x="14421" y="7578"/>
                  </a:lnTo>
                  <a:lnTo>
                    <a:pt x="17849" y="9891"/>
                  </a:lnTo>
                  <a:lnTo>
                    <a:pt x="18719" y="14587"/>
                  </a:lnTo>
                  <a:lnTo>
                    <a:pt x="18067" y="15500"/>
                  </a:lnTo>
                  <a:lnTo>
                    <a:pt x="14707" y="16134"/>
                  </a:lnTo>
                  <a:lnTo>
                    <a:pt x="12027" y="14698"/>
                  </a:lnTo>
                  <a:lnTo>
                    <a:pt x="9807" y="16414"/>
                  </a:lnTo>
                  <a:lnTo>
                    <a:pt x="9629" y="18599"/>
                  </a:lnTo>
                  <a:lnTo>
                    <a:pt x="4931" y="23581"/>
                  </a:lnTo>
                  <a:lnTo>
                    <a:pt x="3475" y="22923"/>
                  </a:lnTo>
                  <a:lnTo>
                    <a:pt x="3069" y="21100"/>
                  </a:lnTo>
                  <a:lnTo>
                    <a:pt x="0" y="17615"/>
                  </a:lnTo>
                  <a:lnTo>
                    <a:pt x="1337" y="16964"/>
                  </a:lnTo>
                  <a:lnTo>
                    <a:pt x="2812" y="14582"/>
                  </a:lnTo>
                  <a:lnTo>
                    <a:pt x="3817" y="11045"/>
                  </a:lnTo>
                  <a:lnTo>
                    <a:pt x="3229" y="9286"/>
                  </a:lnTo>
                  <a:lnTo>
                    <a:pt x="3765" y="5997"/>
                  </a:lnTo>
                  <a:lnTo>
                    <a:pt x="5532" y="14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h4873"/>
            <p:cNvSpPr/>
            <p:nvPr/>
          </p:nvSpPr>
          <p:spPr>
            <a:xfrm>
              <a:off x="6930220" y="3308482"/>
              <a:ext cx="23725" cy="20714"/>
            </a:xfrm>
            <a:custGeom>
              <a:avLst/>
              <a:pathLst>
                <a:path w="23725" h="20714">
                  <a:moveTo>
                    <a:pt x="9437" y="2798"/>
                  </a:moveTo>
                  <a:lnTo>
                    <a:pt x="10938" y="2895"/>
                  </a:lnTo>
                  <a:lnTo>
                    <a:pt x="15441" y="6372"/>
                  </a:lnTo>
                  <a:lnTo>
                    <a:pt x="15032" y="12948"/>
                  </a:lnTo>
                  <a:lnTo>
                    <a:pt x="17353" y="14512"/>
                  </a:lnTo>
                  <a:lnTo>
                    <a:pt x="21024" y="14782"/>
                  </a:lnTo>
                  <a:lnTo>
                    <a:pt x="23514" y="13811"/>
                  </a:lnTo>
                  <a:lnTo>
                    <a:pt x="23725" y="15116"/>
                  </a:lnTo>
                  <a:lnTo>
                    <a:pt x="21874" y="18424"/>
                  </a:lnTo>
                  <a:lnTo>
                    <a:pt x="14285" y="20714"/>
                  </a:lnTo>
                  <a:lnTo>
                    <a:pt x="14027" y="19556"/>
                  </a:lnTo>
                  <a:lnTo>
                    <a:pt x="10545" y="18744"/>
                  </a:lnTo>
                  <a:lnTo>
                    <a:pt x="8187" y="15838"/>
                  </a:lnTo>
                  <a:lnTo>
                    <a:pt x="2008" y="16378"/>
                  </a:lnTo>
                  <a:lnTo>
                    <a:pt x="1528" y="16750"/>
                  </a:lnTo>
                  <a:lnTo>
                    <a:pt x="2506" y="18096"/>
                  </a:lnTo>
                  <a:lnTo>
                    <a:pt x="900" y="20147"/>
                  </a:lnTo>
                  <a:lnTo>
                    <a:pt x="809" y="19650"/>
                  </a:lnTo>
                  <a:lnTo>
                    <a:pt x="0" y="12639"/>
                  </a:lnTo>
                  <a:lnTo>
                    <a:pt x="1387" y="7767"/>
                  </a:lnTo>
                  <a:lnTo>
                    <a:pt x="5617" y="5470"/>
                  </a:lnTo>
                  <a:lnTo>
                    <a:pt x="721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h4874"/>
            <p:cNvSpPr/>
            <p:nvPr/>
          </p:nvSpPr>
          <p:spPr>
            <a:xfrm>
              <a:off x="6843752" y="3187711"/>
              <a:ext cx="17242" cy="30091"/>
            </a:xfrm>
            <a:custGeom>
              <a:avLst/>
              <a:pathLst>
                <a:path w="17242" h="30091">
                  <a:moveTo>
                    <a:pt x="13903" y="628"/>
                  </a:moveTo>
                  <a:lnTo>
                    <a:pt x="13034" y="2292"/>
                  </a:lnTo>
                  <a:lnTo>
                    <a:pt x="13278" y="4067"/>
                  </a:lnTo>
                  <a:lnTo>
                    <a:pt x="14739" y="6309"/>
                  </a:lnTo>
                  <a:lnTo>
                    <a:pt x="17242" y="7971"/>
                  </a:lnTo>
                  <a:lnTo>
                    <a:pt x="16816" y="8894"/>
                  </a:lnTo>
                  <a:lnTo>
                    <a:pt x="17115" y="14771"/>
                  </a:lnTo>
                  <a:lnTo>
                    <a:pt x="15741" y="16557"/>
                  </a:lnTo>
                  <a:lnTo>
                    <a:pt x="13779" y="17320"/>
                  </a:lnTo>
                  <a:lnTo>
                    <a:pt x="10161" y="21448"/>
                  </a:lnTo>
                  <a:lnTo>
                    <a:pt x="9666" y="25350"/>
                  </a:lnTo>
                  <a:lnTo>
                    <a:pt x="6955" y="30091"/>
                  </a:lnTo>
                  <a:lnTo>
                    <a:pt x="5594" y="29348"/>
                  </a:lnTo>
                  <a:lnTo>
                    <a:pt x="4704" y="26422"/>
                  </a:lnTo>
                  <a:lnTo>
                    <a:pt x="24" y="23023"/>
                  </a:lnTo>
                  <a:lnTo>
                    <a:pt x="0" y="16843"/>
                  </a:lnTo>
                  <a:lnTo>
                    <a:pt x="1300" y="11948"/>
                  </a:lnTo>
                  <a:lnTo>
                    <a:pt x="866" y="11236"/>
                  </a:lnTo>
                  <a:lnTo>
                    <a:pt x="2675" y="11311"/>
                  </a:lnTo>
                  <a:lnTo>
                    <a:pt x="7559" y="9455"/>
                  </a:lnTo>
                  <a:lnTo>
                    <a:pt x="10531" y="2885"/>
                  </a:lnTo>
                  <a:lnTo>
                    <a:pt x="1116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h4875"/>
            <p:cNvSpPr/>
            <p:nvPr/>
          </p:nvSpPr>
          <p:spPr>
            <a:xfrm>
              <a:off x="7018459" y="3241588"/>
              <a:ext cx="6900" cy="6926"/>
            </a:xfrm>
            <a:custGeom>
              <a:avLst/>
              <a:pathLst>
                <a:path w="6900" h="6926">
                  <a:moveTo>
                    <a:pt x="6900" y="1134"/>
                  </a:moveTo>
                  <a:lnTo>
                    <a:pt x="6306" y="4013"/>
                  </a:lnTo>
                  <a:lnTo>
                    <a:pt x="3245" y="6926"/>
                  </a:lnTo>
                  <a:lnTo>
                    <a:pt x="0" y="6192"/>
                  </a:lnTo>
                  <a:lnTo>
                    <a:pt x="184" y="78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h4876"/>
            <p:cNvSpPr/>
            <p:nvPr/>
          </p:nvSpPr>
          <p:spPr>
            <a:xfrm>
              <a:off x="6901943" y="3150210"/>
              <a:ext cx="15550" cy="18644"/>
            </a:xfrm>
            <a:custGeom>
              <a:avLst/>
              <a:pathLst>
                <a:path w="15550" h="18644">
                  <a:moveTo>
                    <a:pt x="9565" y="4932"/>
                  </a:moveTo>
                  <a:lnTo>
                    <a:pt x="11691" y="7305"/>
                  </a:lnTo>
                  <a:lnTo>
                    <a:pt x="14125" y="8248"/>
                  </a:lnTo>
                  <a:lnTo>
                    <a:pt x="14073" y="12443"/>
                  </a:lnTo>
                  <a:lnTo>
                    <a:pt x="15550" y="17005"/>
                  </a:lnTo>
                  <a:lnTo>
                    <a:pt x="9783" y="18644"/>
                  </a:lnTo>
                  <a:lnTo>
                    <a:pt x="692" y="12716"/>
                  </a:lnTo>
                  <a:lnTo>
                    <a:pt x="2362" y="8600"/>
                  </a:lnTo>
                  <a:lnTo>
                    <a:pt x="1183" y="3531"/>
                  </a:lnTo>
                  <a:lnTo>
                    <a:pt x="0" y="866"/>
                  </a:lnTo>
                  <a:lnTo>
                    <a:pt x="3666" y="2410"/>
                  </a:lnTo>
                  <a:lnTo>
                    <a:pt x="809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h4877"/>
            <p:cNvSpPr/>
            <p:nvPr/>
          </p:nvSpPr>
          <p:spPr>
            <a:xfrm>
              <a:off x="7012951" y="3232668"/>
              <a:ext cx="1347" cy="2183"/>
            </a:xfrm>
            <a:custGeom>
              <a:avLst/>
              <a:pathLst>
                <a:path w="1347" h="2183">
                  <a:moveTo>
                    <a:pt x="1347" y="2183"/>
                  </a:moveTo>
                  <a:lnTo>
                    <a:pt x="0" y="1147"/>
                  </a:lnTo>
                  <a:lnTo>
                    <a:pt x="9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h4878"/>
            <p:cNvSpPr/>
            <p:nvPr/>
          </p:nvSpPr>
          <p:spPr>
            <a:xfrm>
              <a:off x="7014643" y="3231030"/>
              <a:ext cx="2598" cy="5436"/>
            </a:xfrm>
            <a:custGeom>
              <a:avLst/>
              <a:pathLst>
                <a:path w="2598" h="5436">
                  <a:moveTo>
                    <a:pt x="2430" y="5436"/>
                  </a:moveTo>
                  <a:lnTo>
                    <a:pt x="475" y="4276"/>
                  </a:lnTo>
                  <a:lnTo>
                    <a:pt x="0" y="974"/>
                  </a:lnTo>
                  <a:lnTo>
                    <a:pt x="86" y="0"/>
                  </a:lnTo>
                  <a:lnTo>
                    <a:pt x="2598" y="71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h4879"/>
            <p:cNvSpPr/>
            <p:nvPr/>
          </p:nvSpPr>
          <p:spPr>
            <a:xfrm>
              <a:off x="6855955" y="3139496"/>
              <a:ext cx="9336" cy="8114"/>
            </a:xfrm>
            <a:custGeom>
              <a:avLst/>
              <a:pathLst>
                <a:path w="9336" h="8114">
                  <a:moveTo>
                    <a:pt x="7353" y="0"/>
                  </a:moveTo>
                  <a:lnTo>
                    <a:pt x="8950" y="1133"/>
                  </a:lnTo>
                  <a:lnTo>
                    <a:pt x="9336" y="3833"/>
                  </a:lnTo>
                  <a:lnTo>
                    <a:pt x="7881" y="6489"/>
                  </a:lnTo>
                  <a:lnTo>
                    <a:pt x="7880" y="8023"/>
                  </a:lnTo>
                  <a:lnTo>
                    <a:pt x="1558" y="8114"/>
                  </a:lnTo>
                  <a:lnTo>
                    <a:pt x="0" y="6734"/>
                  </a:lnTo>
                  <a:lnTo>
                    <a:pt x="3487" y="3856"/>
                  </a:lnTo>
                  <a:lnTo>
                    <a:pt x="3605" y="2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h4880"/>
            <p:cNvSpPr/>
            <p:nvPr/>
          </p:nvSpPr>
          <p:spPr>
            <a:xfrm>
              <a:off x="7006797" y="3314296"/>
              <a:ext cx="11050" cy="10128"/>
            </a:xfrm>
            <a:custGeom>
              <a:avLst/>
              <a:pathLst>
                <a:path w="11050" h="10128">
                  <a:moveTo>
                    <a:pt x="11050" y="5363"/>
                  </a:moveTo>
                  <a:lnTo>
                    <a:pt x="10809" y="7434"/>
                  </a:lnTo>
                  <a:lnTo>
                    <a:pt x="7520" y="10128"/>
                  </a:lnTo>
                  <a:lnTo>
                    <a:pt x="8179" y="8820"/>
                  </a:lnTo>
                  <a:lnTo>
                    <a:pt x="5568" y="8150"/>
                  </a:lnTo>
                  <a:lnTo>
                    <a:pt x="5050" y="9803"/>
                  </a:lnTo>
                  <a:lnTo>
                    <a:pt x="2202" y="4591"/>
                  </a:lnTo>
                  <a:lnTo>
                    <a:pt x="0" y="163"/>
                  </a:lnTo>
                  <a:lnTo>
                    <a:pt x="5047" y="1521"/>
                  </a:lnTo>
                  <a:lnTo>
                    <a:pt x="767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h4881"/>
            <p:cNvSpPr/>
            <p:nvPr/>
          </p:nvSpPr>
          <p:spPr>
            <a:xfrm>
              <a:off x="6983808" y="3091616"/>
              <a:ext cx="5386" cy="5683"/>
            </a:xfrm>
            <a:custGeom>
              <a:avLst/>
              <a:pathLst>
                <a:path w="5386" h="5683">
                  <a:moveTo>
                    <a:pt x="5123" y="0"/>
                  </a:moveTo>
                  <a:lnTo>
                    <a:pt x="5386" y="2210"/>
                  </a:lnTo>
                  <a:lnTo>
                    <a:pt x="1599" y="4630"/>
                  </a:lnTo>
                  <a:lnTo>
                    <a:pt x="1222" y="5672"/>
                  </a:lnTo>
                  <a:lnTo>
                    <a:pt x="0" y="5683"/>
                  </a:lnTo>
                  <a:lnTo>
                    <a:pt x="765" y="68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h4882"/>
            <p:cNvSpPr/>
            <p:nvPr/>
          </p:nvSpPr>
          <p:spPr>
            <a:xfrm>
              <a:off x="6993467" y="3116429"/>
              <a:ext cx="7187" cy="9999"/>
            </a:xfrm>
            <a:custGeom>
              <a:avLst/>
              <a:pathLst>
                <a:path w="7187" h="9999">
                  <a:moveTo>
                    <a:pt x="2522" y="0"/>
                  </a:moveTo>
                  <a:lnTo>
                    <a:pt x="5049" y="846"/>
                  </a:lnTo>
                  <a:lnTo>
                    <a:pt x="6662" y="1745"/>
                  </a:lnTo>
                  <a:lnTo>
                    <a:pt x="7187" y="7818"/>
                  </a:lnTo>
                  <a:lnTo>
                    <a:pt x="6213" y="9999"/>
                  </a:lnTo>
                  <a:lnTo>
                    <a:pt x="4024" y="9667"/>
                  </a:lnTo>
                  <a:lnTo>
                    <a:pt x="0" y="194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h4883"/>
            <p:cNvSpPr/>
            <p:nvPr/>
          </p:nvSpPr>
          <p:spPr>
            <a:xfrm>
              <a:off x="6989876" y="3265264"/>
              <a:ext cx="12954" cy="9179"/>
            </a:xfrm>
            <a:custGeom>
              <a:avLst/>
              <a:pathLst>
                <a:path w="12954" h="9179">
                  <a:moveTo>
                    <a:pt x="5297" y="2585"/>
                  </a:moveTo>
                  <a:lnTo>
                    <a:pt x="6588" y="3722"/>
                  </a:lnTo>
                  <a:lnTo>
                    <a:pt x="9650" y="4951"/>
                  </a:lnTo>
                  <a:lnTo>
                    <a:pt x="10953" y="4714"/>
                  </a:lnTo>
                  <a:lnTo>
                    <a:pt x="12954" y="5655"/>
                  </a:lnTo>
                  <a:lnTo>
                    <a:pt x="10376" y="8688"/>
                  </a:lnTo>
                  <a:lnTo>
                    <a:pt x="8156" y="9179"/>
                  </a:lnTo>
                  <a:lnTo>
                    <a:pt x="3306" y="7293"/>
                  </a:lnTo>
                  <a:lnTo>
                    <a:pt x="0" y="3034"/>
                  </a:lnTo>
                  <a:lnTo>
                    <a:pt x="41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h4884"/>
            <p:cNvSpPr/>
            <p:nvPr/>
          </p:nvSpPr>
          <p:spPr>
            <a:xfrm>
              <a:off x="7007278" y="3254929"/>
              <a:ext cx="6187" cy="6760"/>
            </a:xfrm>
            <a:custGeom>
              <a:avLst/>
              <a:pathLst>
                <a:path w="6187" h="6760">
                  <a:moveTo>
                    <a:pt x="6187" y="3131"/>
                  </a:moveTo>
                  <a:lnTo>
                    <a:pt x="5253" y="6699"/>
                  </a:lnTo>
                  <a:lnTo>
                    <a:pt x="966" y="6760"/>
                  </a:lnTo>
                  <a:lnTo>
                    <a:pt x="469" y="5010"/>
                  </a:lnTo>
                  <a:lnTo>
                    <a:pt x="0" y="1415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h4885"/>
            <p:cNvSpPr/>
            <p:nvPr/>
          </p:nvSpPr>
          <p:spPr>
            <a:xfrm>
              <a:off x="7061936" y="3310032"/>
              <a:ext cx="13171" cy="13093"/>
            </a:xfrm>
            <a:custGeom>
              <a:avLst/>
              <a:pathLst>
                <a:path w="13171" h="13093">
                  <a:moveTo>
                    <a:pt x="2252" y="2903"/>
                  </a:moveTo>
                  <a:lnTo>
                    <a:pt x="4918" y="5281"/>
                  </a:lnTo>
                  <a:lnTo>
                    <a:pt x="8897" y="6378"/>
                  </a:lnTo>
                  <a:lnTo>
                    <a:pt x="11513" y="3900"/>
                  </a:lnTo>
                  <a:lnTo>
                    <a:pt x="13171" y="8225"/>
                  </a:lnTo>
                  <a:lnTo>
                    <a:pt x="13161" y="10405"/>
                  </a:lnTo>
                  <a:lnTo>
                    <a:pt x="11210" y="13093"/>
                  </a:lnTo>
                  <a:lnTo>
                    <a:pt x="2597" y="6049"/>
                  </a:lnTo>
                  <a:lnTo>
                    <a:pt x="740" y="3717"/>
                  </a:lnTo>
                  <a:lnTo>
                    <a:pt x="0" y="3684"/>
                  </a:lnTo>
                  <a:lnTo>
                    <a:pt x="8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h4886"/>
            <p:cNvSpPr/>
            <p:nvPr/>
          </p:nvSpPr>
          <p:spPr>
            <a:xfrm>
              <a:off x="7019019" y="3319006"/>
              <a:ext cx="6524" cy="8262"/>
            </a:xfrm>
            <a:custGeom>
              <a:avLst/>
              <a:pathLst>
                <a:path w="6524" h="8262">
                  <a:moveTo>
                    <a:pt x="5602" y="0"/>
                  </a:moveTo>
                  <a:lnTo>
                    <a:pt x="6524" y="4363"/>
                  </a:lnTo>
                  <a:lnTo>
                    <a:pt x="4680" y="5541"/>
                  </a:lnTo>
                  <a:lnTo>
                    <a:pt x="3976" y="7553"/>
                  </a:lnTo>
                  <a:lnTo>
                    <a:pt x="1091" y="8262"/>
                  </a:lnTo>
                  <a:lnTo>
                    <a:pt x="0" y="6112"/>
                  </a:lnTo>
                  <a:lnTo>
                    <a:pt x="774" y="5734"/>
                  </a:lnTo>
                  <a:lnTo>
                    <a:pt x="232" y="4796"/>
                  </a:lnTo>
                  <a:lnTo>
                    <a:pt x="2182" y="2038"/>
                  </a:lnTo>
                  <a:lnTo>
                    <a:pt x="4430" y="1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h4887"/>
            <p:cNvSpPr/>
            <p:nvPr/>
          </p:nvSpPr>
          <p:spPr>
            <a:xfrm>
              <a:off x="7017947" y="3199515"/>
              <a:ext cx="15698" cy="24631"/>
            </a:xfrm>
            <a:custGeom>
              <a:avLst/>
              <a:pathLst>
                <a:path w="15698" h="24631">
                  <a:moveTo>
                    <a:pt x="13792" y="1906"/>
                  </a:moveTo>
                  <a:lnTo>
                    <a:pt x="15698" y="6365"/>
                  </a:lnTo>
                  <a:lnTo>
                    <a:pt x="15371" y="10460"/>
                  </a:lnTo>
                  <a:lnTo>
                    <a:pt x="12701" y="11538"/>
                  </a:lnTo>
                  <a:lnTo>
                    <a:pt x="15065" y="17923"/>
                  </a:lnTo>
                  <a:lnTo>
                    <a:pt x="13432" y="23229"/>
                  </a:lnTo>
                  <a:lnTo>
                    <a:pt x="7250" y="24631"/>
                  </a:lnTo>
                  <a:lnTo>
                    <a:pt x="445" y="22011"/>
                  </a:lnTo>
                  <a:lnTo>
                    <a:pt x="0" y="18682"/>
                  </a:lnTo>
                  <a:lnTo>
                    <a:pt x="570" y="16753"/>
                  </a:lnTo>
                  <a:lnTo>
                    <a:pt x="2467" y="15280"/>
                  </a:lnTo>
                  <a:lnTo>
                    <a:pt x="6272" y="968"/>
                  </a:lnTo>
                  <a:lnTo>
                    <a:pt x="1132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h4888"/>
            <p:cNvSpPr/>
            <p:nvPr/>
          </p:nvSpPr>
          <p:spPr>
            <a:xfrm>
              <a:off x="7007278" y="3250387"/>
              <a:ext cx="6955" cy="5956"/>
            </a:xfrm>
            <a:custGeom>
              <a:avLst/>
              <a:pathLst>
                <a:path w="6955" h="5956">
                  <a:moveTo>
                    <a:pt x="5629" y="1956"/>
                  </a:moveTo>
                  <a:lnTo>
                    <a:pt x="5923" y="1469"/>
                  </a:lnTo>
                  <a:lnTo>
                    <a:pt x="6955" y="1604"/>
                  </a:lnTo>
                  <a:lnTo>
                    <a:pt x="4071" y="4541"/>
                  </a:lnTo>
                  <a:lnTo>
                    <a:pt x="0" y="5956"/>
                  </a:lnTo>
                  <a:lnTo>
                    <a:pt x="430" y="3554"/>
                  </a:lnTo>
                  <a:lnTo>
                    <a:pt x="198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h4889"/>
            <p:cNvSpPr/>
            <p:nvPr/>
          </p:nvSpPr>
          <p:spPr>
            <a:xfrm>
              <a:off x="6910394" y="3196015"/>
              <a:ext cx="6887" cy="11292"/>
            </a:xfrm>
            <a:custGeom>
              <a:avLst/>
              <a:pathLst>
                <a:path w="6887" h="11292">
                  <a:moveTo>
                    <a:pt x="6206" y="1296"/>
                  </a:moveTo>
                  <a:lnTo>
                    <a:pt x="6409" y="6891"/>
                  </a:lnTo>
                  <a:lnTo>
                    <a:pt x="5766" y="6613"/>
                  </a:lnTo>
                  <a:lnTo>
                    <a:pt x="6887" y="9744"/>
                  </a:lnTo>
                  <a:lnTo>
                    <a:pt x="6363" y="11194"/>
                  </a:lnTo>
                  <a:lnTo>
                    <a:pt x="5473" y="11207"/>
                  </a:lnTo>
                  <a:lnTo>
                    <a:pt x="4770" y="11292"/>
                  </a:lnTo>
                  <a:lnTo>
                    <a:pt x="0" y="8400"/>
                  </a:lnTo>
                  <a:lnTo>
                    <a:pt x="567" y="6176"/>
                  </a:lnTo>
                  <a:lnTo>
                    <a:pt x="3933" y="3500"/>
                  </a:lnTo>
                  <a:lnTo>
                    <a:pt x="3147" y="322"/>
                  </a:lnTo>
                  <a:lnTo>
                    <a:pt x="435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h4890"/>
            <p:cNvSpPr/>
            <p:nvPr/>
          </p:nvSpPr>
          <p:spPr>
            <a:xfrm>
              <a:off x="6838149" y="3143605"/>
              <a:ext cx="8024" cy="6504"/>
            </a:xfrm>
            <a:custGeom>
              <a:avLst/>
              <a:pathLst>
                <a:path w="8024" h="6504">
                  <a:moveTo>
                    <a:pt x="8024" y="4107"/>
                  </a:moveTo>
                  <a:lnTo>
                    <a:pt x="7506" y="5700"/>
                  </a:lnTo>
                  <a:lnTo>
                    <a:pt x="6067" y="6504"/>
                  </a:lnTo>
                  <a:lnTo>
                    <a:pt x="3819" y="4088"/>
                  </a:lnTo>
                  <a:lnTo>
                    <a:pt x="811" y="4194"/>
                  </a:lnTo>
                  <a:lnTo>
                    <a:pt x="513" y="6008"/>
                  </a:lnTo>
                  <a:lnTo>
                    <a:pt x="0" y="1276"/>
                  </a:lnTo>
                  <a:lnTo>
                    <a:pt x="183" y="478"/>
                  </a:lnTo>
                  <a:lnTo>
                    <a:pt x="1991" y="1527"/>
                  </a:lnTo>
                  <a:lnTo>
                    <a:pt x="2738" y="366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h4891"/>
            <p:cNvSpPr/>
            <p:nvPr/>
          </p:nvSpPr>
          <p:spPr>
            <a:xfrm>
              <a:off x="6894866" y="3237599"/>
              <a:ext cx="11646" cy="9232"/>
            </a:xfrm>
            <a:custGeom>
              <a:avLst/>
              <a:pathLst>
                <a:path w="11646" h="9232">
                  <a:moveTo>
                    <a:pt x="10103" y="7228"/>
                  </a:moveTo>
                  <a:lnTo>
                    <a:pt x="11646" y="6511"/>
                  </a:lnTo>
                  <a:lnTo>
                    <a:pt x="11090" y="9232"/>
                  </a:lnTo>
                  <a:lnTo>
                    <a:pt x="6104" y="7103"/>
                  </a:lnTo>
                  <a:lnTo>
                    <a:pt x="2896" y="4176"/>
                  </a:lnTo>
                  <a:lnTo>
                    <a:pt x="919" y="4924"/>
                  </a:lnTo>
                  <a:lnTo>
                    <a:pt x="997" y="5473"/>
                  </a:lnTo>
                  <a:lnTo>
                    <a:pt x="0" y="3261"/>
                  </a:lnTo>
                  <a:lnTo>
                    <a:pt x="958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h4892"/>
            <p:cNvSpPr/>
            <p:nvPr/>
          </p:nvSpPr>
          <p:spPr>
            <a:xfrm>
              <a:off x="6902080" y="3112161"/>
              <a:ext cx="17772" cy="15992"/>
            </a:xfrm>
            <a:custGeom>
              <a:avLst/>
              <a:pathLst>
                <a:path w="17772" h="15992">
                  <a:moveTo>
                    <a:pt x="8810" y="5358"/>
                  </a:moveTo>
                  <a:lnTo>
                    <a:pt x="10165" y="6564"/>
                  </a:lnTo>
                  <a:lnTo>
                    <a:pt x="17772" y="7440"/>
                  </a:lnTo>
                  <a:lnTo>
                    <a:pt x="17522" y="13022"/>
                  </a:lnTo>
                  <a:lnTo>
                    <a:pt x="14077" y="14001"/>
                  </a:lnTo>
                  <a:lnTo>
                    <a:pt x="6608" y="14131"/>
                  </a:lnTo>
                  <a:lnTo>
                    <a:pt x="5523" y="15992"/>
                  </a:lnTo>
                  <a:lnTo>
                    <a:pt x="4718" y="15382"/>
                  </a:lnTo>
                  <a:lnTo>
                    <a:pt x="4438" y="8769"/>
                  </a:lnTo>
                  <a:lnTo>
                    <a:pt x="2011" y="6325"/>
                  </a:lnTo>
                  <a:lnTo>
                    <a:pt x="0" y="5976"/>
                  </a:lnTo>
                  <a:lnTo>
                    <a:pt x="250" y="4481"/>
                  </a:lnTo>
                  <a:lnTo>
                    <a:pt x="74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h4893"/>
            <p:cNvSpPr/>
            <p:nvPr/>
          </p:nvSpPr>
          <p:spPr>
            <a:xfrm>
              <a:off x="6985174" y="3100157"/>
              <a:ext cx="5208" cy="2782"/>
            </a:xfrm>
            <a:custGeom>
              <a:avLst/>
              <a:pathLst>
                <a:path w="5208" h="2782">
                  <a:moveTo>
                    <a:pt x="5208" y="1994"/>
                  </a:moveTo>
                  <a:lnTo>
                    <a:pt x="2233" y="2782"/>
                  </a:lnTo>
                  <a:lnTo>
                    <a:pt x="0" y="2724"/>
                  </a:lnTo>
                  <a:lnTo>
                    <a:pt x="5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h4894"/>
            <p:cNvSpPr/>
            <p:nvPr/>
          </p:nvSpPr>
          <p:spPr>
            <a:xfrm>
              <a:off x="7001197" y="3216714"/>
              <a:ext cx="16750" cy="7987"/>
            </a:xfrm>
            <a:custGeom>
              <a:avLst/>
              <a:pathLst>
                <a:path w="16750" h="7987">
                  <a:moveTo>
                    <a:pt x="16242" y="622"/>
                  </a:moveTo>
                  <a:lnTo>
                    <a:pt x="16750" y="1483"/>
                  </a:lnTo>
                  <a:lnTo>
                    <a:pt x="14568" y="2727"/>
                  </a:lnTo>
                  <a:lnTo>
                    <a:pt x="10345" y="3815"/>
                  </a:lnTo>
                  <a:lnTo>
                    <a:pt x="2623" y="7987"/>
                  </a:lnTo>
                  <a:lnTo>
                    <a:pt x="2879" y="6133"/>
                  </a:lnTo>
                  <a:lnTo>
                    <a:pt x="3574" y="5888"/>
                  </a:lnTo>
                  <a:lnTo>
                    <a:pt x="2955" y="3609"/>
                  </a:lnTo>
                  <a:lnTo>
                    <a:pt x="0" y="3625"/>
                  </a:lnTo>
                  <a:lnTo>
                    <a:pt x="1739" y="1361"/>
                  </a:lnTo>
                  <a:lnTo>
                    <a:pt x="2803" y="396"/>
                  </a:lnTo>
                  <a:lnTo>
                    <a:pt x="2550" y="1997"/>
                  </a:lnTo>
                  <a:lnTo>
                    <a:pt x="4195" y="3143"/>
                  </a:lnTo>
                  <a:lnTo>
                    <a:pt x="116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h4895"/>
            <p:cNvSpPr/>
            <p:nvPr/>
          </p:nvSpPr>
          <p:spPr>
            <a:xfrm>
              <a:off x="7013861" y="3232005"/>
              <a:ext cx="1257" cy="3301"/>
            </a:xfrm>
            <a:custGeom>
              <a:avLst/>
              <a:pathLst>
                <a:path w="1257" h="3301">
                  <a:moveTo>
                    <a:pt x="1257" y="3301"/>
                  </a:moveTo>
                  <a:lnTo>
                    <a:pt x="437" y="2846"/>
                  </a:lnTo>
                  <a:lnTo>
                    <a:pt x="0" y="663"/>
                  </a:lnTo>
                  <a:lnTo>
                    <a:pt x="78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h4896"/>
            <p:cNvSpPr/>
            <p:nvPr/>
          </p:nvSpPr>
          <p:spPr>
            <a:xfrm>
              <a:off x="6834455" y="3173932"/>
              <a:ext cx="5988" cy="5908"/>
            </a:xfrm>
            <a:custGeom>
              <a:avLst/>
              <a:pathLst>
                <a:path w="5988" h="5908">
                  <a:moveTo>
                    <a:pt x="4845" y="1972"/>
                  </a:moveTo>
                  <a:lnTo>
                    <a:pt x="5988" y="815"/>
                  </a:lnTo>
                  <a:lnTo>
                    <a:pt x="4241" y="5908"/>
                  </a:lnTo>
                  <a:lnTo>
                    <a:pt x="0" y="489"/>
                  </a:lnTo>
                  <a:lnTo>
                    <a:pt x="218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h4897"/>
            <p:cNvSpPr/>
            <p:nvPr/>
          </p:nvSpPr>
          <p:spPr>
            <a:xfrm>
              <a:off x="6920388" y="3249127"/>
              <a:ext cx="12142" cy="6241"/>
            </a:xfrm>
            <a:custGeom>
              <a:avLst/>
              <a:pathLst>
                <a:path w="12142" h="6241">
                  <a:moveTo>
                    <a:pt x="5379" y="455"/>
                  </a:moveTo>
                  <a:lnTo>
                    <a:pt x="8464" y="0"/>
                  </a:lnTo>
                  <a:lnTo>
                    <a:pt x="8363" y="701"/>
                  </a:lnTo>
                  <a:lnTo>
                    <a:pt x="10886" y="1786"/>
                  </a:lnTo>
                  <a:lnTo>
                    <a:pt x="12142" y="3524"/>
                  </a:lnTo>
                  <a:lnTo>
                    <a:pt x="10971" y="5618"/>
                  </a:lnTo>
                  <a:lnTo>
                    <a:pt x="9654" y="6241"/>
                  </a:lnTo>
                  <a:lnTo>
                    <a:pt x="6089" y="5582"/>
                  </a:lnTo>
                  <a:lnTo>
                    <a:pt x="1076" y="4542"/>
                  </a:lnTo>
                  <a:lnTo>
                    <a:pt x="0" y="72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h4898"/>
            <p:cNvSpPr/>
            <p:nvPr/>
          </p:nvSpPr>
          <p:spPr>
            <a:xfrm>
              <a:off x="6908388" y="3192960"/>
              <a:ext cx="6365" cy="9232"/>
            </a:xfrm>
            <a:custGeom>
              <a:avLst/>
              <a:pathLst>
                <a:path w="6365" h="9232">
                  <a:moveTo>
                    <a:pt x="6365" y="3055"/>
                  </a:moveTo>
                  <a:lnTo>
                    <a:pt x="5154" y="3377"/>
                  </a:lnTo>
                  <a:lnTo>
                    <a:pt x="5939" y="6556"/>
                  </a:lnTo>
                  <a:lnTo>
                    <a:pt x="2574" y="9232"/>
                  </a:lnTo>
                  <a:lnTo>
                    <a:pt x="0" y="5108"/>
                  </a:lnTo>
                  <a:lnTo>
                    <a:pt x="1557" y="3756"/>
                  </a:lnTo>
                  <a:lnTo>
                    <a:pt x="3095" y="3507"/>
                  </a:lnTo>
                  <a:lnTo>
                    <a:pt x="4216" y="1655"/>
                  </a:lnTo>
                  <a:lnTo>
                    <a:pt x="4216" y="103"/>
                  </a:lnTo>
                  <a:lnTo>
                    <a:pt x="571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h4899"/>
            <p:cNvSpPr/>
            <p:nvPr/>
          </p:nvSpPr>
          <p:spPr>
            <a:xfrm>
              <a:off x="7014317" y="3310643"/>
              <a:ext cx="9757" cy="13782"/>
            </a:xfrm>
            <a:custGeom>
              <a:avLst/>
              <a:pathLst>
                <a:path w="9757" h="13782">
                  <a:moveTo>
                    <a:pt x="4432" y="2614"/>
                  </a:moveTo>
                  <a:lnTo>
                    <a:pt x="5088" y="5070"/>
                  </a:lnTo>
                  <a:lnTo>
                    <a:pt x="7225" y="3435"/>
                  </a:lnTo>
                  <a:lnTo>
                    <a:pt x="9757" y="5318"/>
                  </a:lnTo>
                  <a:lnTo>
                    <a:pt x="9132" y="8378"/>
                  </a:lnTo>
                  <a:lnTo>
                    <a:pt x="6884" y="10402"/>
                  </a:lnTo>
                  <a:lnTo>
                    <a:pt x="4934" y="13160"/>
                  </a:lnTo>
                  <a:lnTo>
                    <a:pt x="0" y="13782"/>
                  </a:lnTo>
                  <a:lnTo>
                    <a:pt x="3288" y="11087"/>
                  </a:lnTo>
                  <a:lnTo>
                    <a:pt x="3530" y="9016"/>
                  </a:lnTo>
                  <a:lnTo>
                    <a:pt x="149" y="3653"/>
                  </a:lnTo>
                  <a:lnTo>
                    <a:pt x="202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h4900"/>
            <p:cNvSpPr/>
            <p:nvPr/>
          </p:nvSpPr>
          <p:spPr>
            <a:xfrm>
              <a:off x="6909842" y="3290190"/>
              <a:ext cx="27594" cy="30932"/>
            </a:xfrm>
            <a:custGeom>
              <a:avLst/>
              <a:pathLst>
                <a:path w="27594" h="30932">
                  <a:moveTo>
                    <a:pt x="20654" y="484"/>
                  </a:moveTo>
                  <a:lnTo>
                    <a:pt x="23737" y="0"/>
                  </a:lnTo>
                  <a:lnTo>
                    <a:pt x="25904" y="2098"/>
                  </a:lnTo>
                  <a:lnTo>
                    <a:pt x="27038" y="4282"/>
                  </a:lnTo>
                  <a:lnTo>
                    <a:pt x="24252" y="7361"/>
                  </a:lnTo>
                  <a:lnTo>
                    <a:pt x="25994" y="15030"/>
                  </a:lnTo>
                  <a:lnTo>
                    <a:pt x="26587" y="16847"/>
                  </a:lnTo>
                  <a:lnTo>
                    <a:pt x="27306" y="17115"/>
                  </a:lnTo>
                  <a:lnTo>
                    <a:pt x="27594" y="18292"/>
                  </a:lnTo>
                  <a:lnTo>
                    <a:pt x="25995" y="23762"/>
                  </a:lnTo>
                  <a:lnTo>
                    <a:pt x="21765" y="26060"/>
                  </a:lnTo>
                  <a:lnTo>
                    <a:pt x="20377" y="30932"/>
                  </a:lnTo>
                  <a:lnTo>
                    <a:pt x="15985" y="28313"/>
                  </a:lnTo>
                  <a:lnTo>
                    <a:pt x="7956" y="28871"/>
                  </a:lnTo>
                  <a:lnTo>
                    <a:pt x="3533" y="26018"/>
                  </a:lnTo>
                  <a:lnTo>
                    <a:pt x="1609" y="25667"/>
                  </a:lnTo>
                  <a:lnTo>
                    <a:pt x="0" y="19738"/>
                  </a:lnTo>
                  <a:lnTo>
                    <a:pt x="8796" y="14438"/>
                  </a:lnTo>
                  <a:lnTo>
                    <a:pt x="8857" y="11536"/>
                  </a:lnTo>
                  <a:lnTo>
                    <a:pt x="4510" y="3381"/>
                  </a:lnTo>
                  <a:lnTo>
                    <a:pt x="7513" y="2097"/>
                  </a:lnTo>
                  <a:lnTo>
                    <a:pt x="16593" y="238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h4901"/>
            <p:cNvSpPr/>
            <p:nvPr/>
          </p:nvSpPr>
          <p:spPr>
            <a:xfrm>
              <a:off x="6998361" y="3262419"/>
              <a:ext cx="9633" cy="7793"/>
            </a:xfrm>
            <a:custGeom>
              <a:avLst/>
              <a:pathLst>
                <a:path w="9633" h="7793">
                  <a:moveTo>
                    <a:pt x="5020" y="1622"/>
                  </a:moveTo>
                  <a:lnTo>
                    <a:pt x="8545" y="1125"/>
                  </a:lnTo>
                  <a:lnTo>
                    <a:pt x="9633" y="1157"/>
                  </a:lnTo>
                  <a:lnTo>
                    <a:pt x="9205" y="3923"/>
                  </a:lnTo>
                  <a:lnTo>
                    <a:pt x="5111" y="7793"/>
                  </a:lnTo>
                  <a:lnTo>
                    <a:pt x="1834" y="3315"/>
                  </a:lnTo>
                  <a:lnTo>
                    <a:pt x="2428" y="3084"/>
                  </a:lnTo>
                  <a:lnTo>
                    <a:pt x="0" y="1041"/>
                  </a:lnTo>
                  <a:lnTo>
                    <a:pt x="167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h4902"/>
            <p:cNvSpPr/>
            <p:nvPr/>
          </p:nvSpPr>
          <p:spPr>
            <a:xfrm>
              <a:off x="6991620" y="3181039"/>
              <a:ext cx="14557" cy="12960"/>
            </a:xfrm>
            <a:custGeom>
              <a:avLst/>
              <a:pathLst>
                <a:path w="14557" h="12960">
                  <a:moveTo>
                    <a:pt x="8587" y="57"/>
                  </a:moveTo>
                  <a:lnTo>
                    <a:pt x="11361" y="1614"/>
                  </a:lnTo>
                  <a:lnTo>
                    <a:pt x="13658" y="1596"/>
                  </a:lnTo>
                  <a:lnTo>
                    <a:pt x="14557" y="2224"/>
                  </a:lnTo>
                  <a:lnTo>
                    <a:pt x="12672" y="12752"/>
                  </a:lnTo>
                  <a:lnTo>
                    <a:pt x="6474" y="10178"/>
                  </a:lnTo>
                  <a:lnTo>
                    <a:pt x="6171" y="11608"/>
                  </a:lnTo>
                  <a:lnTo>
                    <a:pt x="3576" y="12960"/>
                  </a:lnTo>
                  <a:lnTo>
                    <a:pt x="0" y="5439"/>
                  </a:lnTo>
                  <a:lnTo>
                    <a:pt x="2090" y="1790"/>
                  </a:lnTo>
                  <a:lnTo>
                    <a:pt x="537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h4903"/>
            <p:cNvSpPr/>
            <p:nvPr/>
          </p:nvSpPr>
          <p:spPr>
            <a:xfrm>
              <a:off x="6991976" y="3244365"/>
              <a:ext cx="8819" cy="9795"/>
            </a:xfrm>
            <a:custGeom>
              <a:avLst/>
              <a:pathLst>
                <a:path w="8819" h="9795">
                  <a:moveTo>
                    <a:pt x="6921" y="2228"/>
                  </a:moveTo>
                  <a:lnTo>
                    <a:pt x="8819" y="5025"/>
                  </a:lnTo>
                  <a:lnTo>
                    <a:pt x="4879" y="9795"/>
                  </a:lnTo>
                  <a:lnTo>
                    <a:pt x="1744" y="9019"/>
                  </a:lnTo>
                  <a:lnTo>
                    <a:pt x="725" y="7541"/>
                  </a:lnTo>
                  <a:lnTo>
                    <a:pt x="0" y="2151"/>
                  </a:lnTo>
                  <a:lnTo>
                    <a:pt x="326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h4904"/>
            <p:cNvSpPr/>
            <p:nvPr/>
          </p:nvSpPr>
          <p:spPr>
            <a:xfrm>
              <a:off x="7012613" y="3229371"/>
              <a:ext cx="2119" cy="4445"/>
            </a:xfrm>
            <a:custGeom>
              <a:avLst/>
              <a:pathLst>
                <a:path w="2119" h="4445">
                  <a:moveTo>
                    <a:pt x="2119" y="1681"/>
                  </a:moveTo>
                  <a:lnTo>
                    <a:pt x="2030" y="2634"/>
                  </a:lnTo>
                  <a:lnTo>
                    <a:pt x="1248" y="3297"/>
                  </a:lnTo>
                  <a:lnTo>
                    <a:pt x="338" y="4445"/>
                  </a:lnTo>
                  <a:lnTo>
                    <a:pt x="0" y="3744"/>
                  </a:lnTo>
                  <a:lnTo>
                    <a:pt x="855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h4905"/>
            <p:cNvSpPr/>
            <p:nvPr/>
          </p:nvSpPr>
          <p:spPr>
            <a:xfrm>
              <a:off x="7014730" y="3229996"/>
              <a:ext cx="2539" cy="1751"/>
            </a:xfrm>
            <a:custGeom>
              <a:avLst/>
              <a:pathLst>
                <a:path w="2539" h="1751">
                  <a:moveTo>
                    <a:pt x="0" y="1033"/>
                  </a:moveTo>
                  <a:lnTo>
                    <a:pt x="2539" y="0"/>
                  </a:lnTo>
                  <a:lnTo>
                    <a:pt x="2511" y="175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h4906"/>
            <p:cNvSpPr/>
            <p:nvPr/>
          </p:nvSpPr>
          <p:spPr>
            <a:xfrm>
              <a:off x="6904931" y="3198068"/>
              <a:ext cx="6031" cy="6429"/>
            </a:xfrm>
            <a:custGeom>
              <a:avLst/>
              <a:pathLst>
                <a:path w="6031" h="6429">
                  <a:moveTo>
                    <a:pt x="6031" y="4123"/>
                  </a:moveTo>
                  <a:lnTo>
                    <a:pt x="5463" y="6347"/>
                  </a:lnTo>
                  <a:lnTo>
                    <a:pt x="2117" y="6429"/>
                  </a:lnTo>
                  <a:lnTo>
                    <a:pt x="463" y="5159"/>
                  </a:lnTo>
                  <a:lnTo>
                    <a:pt x="0" y="3191"/>
                  </a:lnTo>
                  <a:lnTo>
                    <a:pt x="634" y="594"/>
                  </a:lnTo>
                  <a:lnTo>
                    <a:pt x="3456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h4907"/>
            <p:cNvSpPr/>
            <p:nvPr/>
          </p:nvSpPr>
          <p:spPr>
            <a:xfrm>
              <a:off x="7021640" y="3328987"/>
              <a:ext cx="8777" cy="15969"/>
            </a:xfrm>
            <a:custGeom>
              <a:avLst/>
              <a:pathLst>
                <a:path w="8777" h="15969">
                  <a:moveTo>
                    <a:pt x="8578" y="6409"/>
                  </a:moveTo>
                  <a:lnTo>
                    <a:pt x="8777" y="8798"/>
                  </a:lnTo>
                  <a:lnTo>
                    <a:pt x="7982" y="12153"/>
                  </a:lnTo>
                  <a:lnTo>
                    <a:pt x="4706" y="15818"/>
                  </a:lnTo>
                  <a:lnTo>
                    <a:pt x="3266" y="15969"/>
                  </a:lnTo>
                  <a:lnTo>
                    <a:pt x="1556" y="6121"/>
                  </a:lnTo>
                  <a:lnTo>
                    <a:pt x="0" y="2390"/>
                  </a:lnTo>
                  <a:lnTo>
                    <a:pt x="236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h4908"/>
            <p:cNvSpPr/>
            <p:nvPr/>
          </p:nvSpPr>
          <p:spPr>
            <a:xfrm>
              <a:off x="7127835" y="3273020"/>
              <a:ext cx="47050" cy="38720"/>
            </a:xfrm>
            <a:custGeom>
              <a:avLst/>
              <a:pathLst>
                <a:path w="47050" h="38720">
                  <a:moveTo>
                    <a:pt x="39411" y="7413"/>
                  </a:moveTo>
                  <a:lnTo>
                    <a:pt x="43709" y="7112"/>
                  </a:lnTo>
                  <a:lnTo>
                    <a:pt x="45164" y="10346"/>
                  </a:lnTo>
                  <a:lnTo>
                    <a:pt x="47050" y="19747"/>
                  </a:lnTo>
                  <a:lnTo>
                    <a:pt x="45347" y="26280"/>
                  </a:lnTo>
                  <a:lnTo>
                    <a:pt x="43976" y="28251"/>
                  </a:lnTo>
                  <a:lnTo>
                    <a:pt x="31465" y="36176"/>
                  </a:lnTo>
                  <a:lnTo>
                    <a:pt x="24304" y="38720"/>
                  </a:lnTo>
                  <a:lnTo>
                    <a:pt x="23730" y="27789"/>
                  </a:lnTo>
                  <a:lnTo>
                    <a:pt x="21990" y="25510"/>
                  </a:lnTo>
                  <a:lnTo>
                    <a:pt x="16584" y="22918"/>
                  </a:lnTo>
                  <a:lnTo>
                    <a:pt x="10899" y="17461"/>
                  </a:lnTo>
                  <a:lnTo>
                    <a:pt x="6444" y="16706"/>
                  </a:lnTo>
                  <a:lnTo>
                    <a:pt x="5957" y="12395"/>
                  </a:lnTo>
                  <a:lnTo>
                    <a:pt x="0" y="10678"/>
                  </a:lnTo>
                  <a:lnTo>
                    <a:pt x="1736" y="7840"/>
                  </a:lnTo>
                  <a:lnTo>
                    <a:pt x="4994" y="7723"/>
                  </a:lnTo>
                  <a:lnTo>
                    <a:pt x="15535" y="13419"/>
                  </a:lnTo>
                  <a:lnTo>
                    <a:pt x="17007" y="12464"/>
                  </a:lnTo>
                  <a:lnTo>
                    <a:pt x="20636" y="7672"/>
                  </a:lnTo>
                  <a:lnTo>
                    <a:pt x="20630" y="6485"/>
                  </a:lnTo>
                  <a:lnTo>
                    <a:pt x="21769" y="5165"/>
                  </a:lnTo>
                  <a:lnTo>
                    <a:pt x="25299" y="5988"/>
                  </a:lnTo>
                  <a:lnTo>
                    <a:pt x="3037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h4909"/>
            <p:cNvSpPr/>
            <p:nvPr/>
          </p:nvSpPr>
          <p:spPr>
            <a:xfrm>
              <a:off x="6881626" y="3241775"/>
              <a:ext cx="24331" cy="13355"/>
            </a:xfrm>
            <a:custGeom>
              <a:avLst/>
              <a:pathLst>
                <a:path w="24331" h="13355">
                  <a:moveTo>
                    <a:pt x="16136" y="0"/>
                  </a:moveTo>
                  <a:lnTo>
                    <a:pt x="19344" y="2927"/>
                  </a:lnTo>
                  <a:lnTo>
                    <a:pt x="24331" y="5056"/>
                  </a:lnTo>
                  <a:lnTo>
                    <a:pt x="24231" y="8501"/>
                  </a:lnTo>
                  <a:lnTo>
                    <a:pt x="23620" y="10644"/>
                  </a:lnTo>
                  <a:lnTo>
                    <a:pt x="22059" y="10780"/>
                  </a:lnTo>
                  <a:lnTo>
                    <a:pt x="17138" y="11239"/>
                  </a:lnTo>
                  <a:lnTo>
                    <a:pt x="13309" y="13276"/>
                  </a:lnTo>
                  <a:lnTo>
                    <a:pt x="410" y="13355"/>
                  </a:lnTo>
                  <a:lnTo>
                    <a:pt x="0" y="10801"/>
                  </a:lnTo>
                  <a:lnTo>
                    <a:pt x="2221" y="10456"/>
                  </a:lnTo>
                  <a:lnTo>
                    <a:pt x="4558" y="6288"/>
                  </a:lnTo>
                  <a:lnTo>
                    <a:pt x="10502" y="4590"/>
                  </a:lnTo>
                  <a:lnTo>
                    <a:pt x="10069" y="6093"/>
                  </a:lnTo>
                  <a:lnTo>
                    <a:pt x="11204" y="6300"/>
                  </a:lnTo>
                  <a:lnTo>
                    <a:pt x="13395" y="4792"/>
                  </a:lnTo>
                  <a:lnTo>
                    <a:pt x="14687" y="1987"/>
                  </a:lnTo>
                  <a:lnTo>
                    <a:pt x="14238" y="1296"/>
                  </a:lnTo>
                  <a:lnTo>
                    <a:pt x="14159" y="74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h4910"/>
            <p:cNvSpPr/>
            <p:nvPr/>
          </p:nvSpPr>
          <p:spPr>
            <a:xfrm>
              <a:off x="7015786" y="3269485"/>
              <a:ext cx="6052" cy="4031"/>
            </a:xfrm>
            <a:custGeom>
              <a:avLst/>
              <a:pathLst>
                <a:path w="6052" h="4031">
                  <a:moveTo>
                    <a:pt x="4639" y="1018"/>
                  </a:moveTo>
                  <a:lnTo>
                    <a:pt x="6052" y="3891"/>
                  </a:lnTo>
                  <a:lnTo>
                    <a:pt x="919" y="4031"/>
                  </a:lnTo>
                  <a:lnTo>
                    <a:pt x="0" y="1454"/>
                  </a:lnTo>
                  <a:lnTo>
                    <a:pt x="11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h4911"/>
            <p:cNvSpPr/>
            <p:nvPr/>
          </p:nvSpPr>
          <p:spPr>
            <a:xfrm>
              <a:off x="7103589" y="3214353"/>
              <a:ext cx="15051" cy="22410"/>
            </a:xfrm>
            <a:custGeom>
              <a:avLst/>
              <a:pathLst>
                <a:path w="15051" h="22410">
                  <a:moveTo>
                    <a:pt x="12003" y="2181"/>
                  </a:moveTo>
                  <a:lnTo>
                    <a:pt x="9854" y="5314"/>
                  </a:lnTo>
                  <a:lnTo>
                    <a:pt x="15051" y="11953"/>
                  </a:lnTo>
                  <a:lnTo>
                    <a:pt x="10439" y="12959"/>
                  </a:lnTo>
                  <a:lnTo>
                    <a:pt x="7621" y="15075"/>
                  </a:lnTo>
                  <a:lnTo>
                    <a:pt x="7162" y="17096"/>
                  </a:lnTo>
                  <a:lnTo>
                    <a:pt x="9100" y="18530"/>
                  </a:lnTo>
                  <a:lnTo>
                    <a:pt x="5267" y="22410"/>
                  </a:lnTo>
                  <a:lnTo>
                    <a:pt x="4216" y="21826"/>
                  </a:lnTo>
                  <a:lnTo>
                    <a:pt x="5072" y="19735"/>
                  </a:lnTo>
                  <a:lnTo>
                    <a:pt x="2575" y="18018"/>
                  </a:lnTo>
                  <a:lnTo>
                    <a:pt x="3617" y="15910"/>
                  </a:lnTo>
                  <a:lnTo>
                    <a:pt x="4900" y="16237"/>
                  </a:lnTo>
                  <a:lnTo>
                    <a:pt x="5281" y="13426"/>
                  </a:lnTo>
                  <a:lnTo>
                    <a:pt x="3338" y="8353"/>
                  </a:lnTo>
                  <a:lnTo>
                    <a:pt x="1997" y="8150"/>
                  </a:lnTo>
                  <a:lnTo>
                    <a:pt x="0" y="6323"/>
                  </a:lnTo>
                  <a:lnTo>
                    <a:pt x="1692" y="5352"/>
                  </a:lnTo>
                  <a:lnTo>
                    <a:pt x="6653" y="5594"/>
                  </a:lnTo>
                  <a:lnTo>
                    <a:pt x="9303" y="4410"/>
                  </a:lnTo>
                  <a:lnTo>
                    <a:pt x="10302" y="3586"/>
                  </a:lnTo>
                  <a:lnTo>
                    <a:pt x="1052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h4912"/>
            <p:cNvSpPr/>
            <p:nvPr/>
          </p:nvSpPr>
          <p:spPr>
            <a:xfrm>
              <a:off x="6961429" y="3158816"/>
              <a:ext cx="10245" cy="12934"/>
            </a:xfrm>
            <a:custGeom>
              <a:avLst/>
              <a:pathLst>
                <a:path w="10245" h="12934">
                  <a:moveTo>
                    <a:pt x="9870" y="4825"/>
                  </a:moveTo>
                  <a:lnTo>
                    <a:pt x="10245" y="11644"/>
                  </a:lnTo>
                  <a:lnTo>
                    <a:pt x="7160" y="12285"/>
                  </a:lnTo>
                  <a:lnTo>
                    <a:pt x="0" y="12934"/>
                  </a:lnTo>
                  <a:lnTo>
                    <a:pt x="1822" y="11171"/>
                  </a:lnTo>
                  <a:lnTo>
                    <a:pt x="1191" y="5550"/>
                  </a:lnTo>
                  <a:lnTo>
                    <a:pt x="4574" y="931"/>
                  </a:lnTo>
                  <a:lnTo>
                    <a:pt x="54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h4913"/>
            <p:cNvSpPr/>
            <p:nvPr/>
          </p:nvSpPr>
          <p:spPr>
            <a:xfrm>
              <a:off x="6992934" y="3106691"/>
              <a:ext cx="5073" cy="2731"/>
            </a:xfrm>
            <a:custGeom>
              <a:avLst/>
              <a:pathLst>
                <a:path w="5073" h="2731">
                  <a:moveTo>
                    <a:pt x="5073" y="0"/>
                  </a:moveTo>
                  <a:lnTo>
                    <a:pt x="3385" y="680"/>
                  </a:lnTo>
                  <a:lnTo>
                    <a:pt x="2983" y="2731"/>
                  </a:lnTo>
                  <a:lnTo>
                    <a:pt x="0" y="186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h4914"/>
            <p:cNvSpPr/>
            <p:nvPr/>
          </p:nvSpPr>
          <p:spPr>
            <a:xfrm>
              <a:off x="6883778" y="3201260"/>
              <a:ext cx="27915" cy="27167"/>
            </a:xfrm>
            <a:custGeom>
              <a:avLst/>
              <a:pathLst>
                <a:path w="27915" h="27167">
                  <a:moveTo>
                    <a:pt x="21152" y="0"/>
                  </a:moveTo>
                  <a:lnTo>
                    <a:pt x="21616" y="1967"/>
                  </a:lnTo>
                  <a:lnTo>
                    <a:pt x="23269" y="3237"/>
                  </a:lnTo>
                  <a:lnTo>
                    <a:pt x="26687" y="3228"/>
                  </a:lnTo>
                  <a:lnTo>
                    <a:pt x="23331" y="8118"/>
                  </a:lnTo>
                  <a:lnTo>
                    <a:pt x="23499" y="11080"/>
                  </a:lnTo>
                  <a:lnTo>
                    <a:pt x="24050" y="11212"/>
                  </a:lnTo>
                  <a:lnTo>
                    <a:pt x="23850" y="14886"/>
                  </a:lnTo>
                  <a:lnTo>
                    <a:pt x="27915" y="20358"/>
                  </a:lnTo>
                  <a:lnTo>
                    <a:pt x="24869" y="22412"/>
                  </a:lnTo>
                  <a:lnTo>
                    <a:pt x="22737" y="22424"/>
                  </a:lnTo>
                  <a:lnTo>
                    <a:pt x="20569" y="24394"/>
                  </a:lnTo>
                  <a:lnTo>
                    <a:pt x="19545" y="26913"/>
                  </a:lnTo>
                  <a:lnTo>
                    <a:pt x="16621" y="26506"/>
                  </a:lnTo>
                  <a:lnTo>
                    <a:pt x="12747" y="18667"/>
                  </a:lnTo>
                  <a:lnTo>
                    <a:pt x="11015" y="18326"/>
                  </a:lnTo>
                  <a:lnTo>
                    <a:pt x="7674" y="21576"/>
                  </a:lnTo>
                  <a:lnTo>
                    <a:pt x="5460" y="21843"/>
                  </a:lnTo>
                  <a:lnTo>
                    <a:pt x="3326" y="23313"/>
                  </a:lnTo>
                  <a:lnTo>
                    <a:pt x="1826" y="27167"/>
                  </a:lnTo>
                  <a:lnTo>
                    <a:pt x="0" y="19862"/>
                  </a:lnTo>
                  <a:lnTo>
                    <a:pt x="2191" y="17893"/>
                  </a:lnTo>
                  <a:lnTo>
                    <a:pt x="1841" y="15101"/>
                  </a:lnTo>
                  <a:lnTo>
                    <a:pt x="481" y="14816"/>
                  </a:lnTo>
                  <a:lnTo>
                    <a:pt x="4603" y="13551"/>
                  </a:lnTo>
                  <a:lnTo>
                    <a:pt x="5583" y="6148"/>
                  </a:lnTo>
                  <a:lnTo>
                    <a:pt x="7724" y="6454"/>
                  </a:lnTo>
                  <a:lnTo>
                    <a:pt x="18209" y="3112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h4915"/>
            <p:cNvSpPr/>
            <p:nvPr/>
          </p:nvSpPr>
          <p:spPr>
            <a:xfrm>
              <a:off x="6986029" y="3272558"/>
              <a:ext cx="12003" cy="12358"/>
            </a:xfrm>
            <a:custGeom>
              <a:avLst/>
              <a:pathLst>
                <a:path w="12003" h="12358">
                  <a:moveTo>
                    <a:pt x="12003" y="1885"/>
                  </a:moveTo>
                  <a:lnTo>
                    <a:pt x="11262" y="11226"/>
                  </a:lnTo>
                  <a:lnTo>
                    <a:pt x="8293" y="12358"/>
                  </a:lnTo>
                  <a:lnTo>
                    <a:pt x="2925" y="10822"/>
                  </a:lnTo>
                  <a:lnTo>
                    <a:pt x="0" y="500"/>
                  </a:lnTo>
                  <a:lnTo>
                    <a:pt x="715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h4916"/>
            <p:cNvSpPr/>
            <p:nvPr/>
          </p:nvSpPr>
          <p:spPr>
            <a:xfrm>
              <a:off x="6998184" y="3224486"/>
              <a:ext cx="8190" cy="9973"/>
            </a:xfrm>
            <a:custGeom>
              <a:avLst/>
              <a:pathLst>
                <a:path w="8190" h="9973">
                  <a:moveTo>
                    <a:pt x="5650" y="324"/>
                  </a:moveTo>
                  <a:lnTo>
                    <a:pt x="7053" y="1556"/>
                  </a:lnTo>
                  <a:lnTo>
                    <a:pt x="6978" y="2444"/>
                  </a:lnTo>
                  <a:lnTo>
                    <a:pt x="8190" y="5400"/>
                  </a:lnTo>
                  <a:lnTo>
                    <a:pt x="6584" y="9232"/>
                  </a:lnTo>
                  <a:lnTo>
                    <a:pt x="6964" y="9973"/>
                  </a:lnTo>
                  <a:lnTo>
                    <a:pt x="5414" y="8972"/>
                  </a:lnTo>
                  <a:lnTo>
                    <a:pt x="4577" y="7081"/>
                  </a:lnTo>
                  <a:lnTo>
                    <a:pt x="3366" y="6174"/>
                  </a:lnTo>
                  <a:lnTo>
                    <a:pt x="2601" y="5871"/>
                  </a:lnTo>
                  <a:lnTo>
                    <a:pt x="1761" y="6548"/>
                  </a:lnTo>
                  <a:lnTo>
                    <a:pt x="0" y="4557"/>
                  </a:lnTo>
                  <a:lnTo>
                    <a:pt x="2162" y="4306"/>
                  </a:lnTo>
                  <a:lnTo>
                    <a:pt x="403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h4917"/>
            <p:cNvSpPr/>
            <p:nvPr/>
          </p:nvSpPr>
          <p:spPr>
            <a:xfrm>
              <a:off x="6893475" y="3134338"/>
              <a:ext cx="15148" cy="10035"/>
            </a:xfrm>
            <a:custGeom>
              <a:avLst/>
              <a:pathLst>
                <a:path w="15148" h="10035">
                  <a:moveTo>
                    <a:pt x="183" y="0"/>
                  </a:moveTo>
                  <a:lnTo>
                    <a:pt x="11175" y="669"/>
                  </a:lnTo>
                  <a:lnTo>
                    <a:pt x="15148" y="4687"/>
                  </a:lnTo>
                  <a:lnTo>
                    <a:pt x="11251" y="10035"/>
                  </a:lnTo>
                  <a:lnTo>
                    <a:pt x="3883" y="9280"/>
                  </a:lnTo>
                  <a:lnTo>
                    <a:pt x="2505" y="8172"/>
                  </a:lnTo>
                  <a:lnTo>
                    <a:pt x="2909" y="7092"/>
                  </a:lnTo>
                  <a:lnTo>
                    <a:pt x="2389" y="5341"/>
                  </a:lnTo>
                  <a:lnTo>
                    <a:pt x="0" y="289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h4918"/>
            <p:cNvSpPr/>
            <p:nvPr/>
          </p:nvSpPr>
          <p:spPr>
            <a:xfrm>
              <a:off x="6823570" y="3307493"/>
              <a:ext cx="12733" cy="10823"/>
            </a:xfrm>
            <a:custGeom>
              <a:avLst/>
              <a:pathLst>
                <a:path w="12733" h="10823">
                  <a:moveTo>
                    <a:pt x="2789" y="0"/>
                  </a:moveTo>
                  <a:lnTo>
                    <a:pt x="5305" y="3345"/>
                  </a:lnTo>
                  <a:lnTo>
                    <a:pt x="8352" y="895"/>
                  </a:lnTo>
                  <a:lnTo>
                    <a:pt x="9979" y="2499"/>
                  </a:lnTo>
                  <a:lnTo>
                    <a:pt x="11522" y="2747"/>
                  </a:lnTo>
                  <a:lnTo>
                    <a:pt x="12733" y="1885"/>
                  </a:lnTo>
                  <a:lnTo>
                    <a:pt x="12625" y="7712"/>
                  </a:lnTo>
                  <a:lnTo>
                    <a:pt x="5911" y="10071"/>
                  </a:lnTo>
                  <a:lnTo>
                    <a:pt x="3449" y="10823"/>
                  </a:lnTo>
                  <a:lnTo>
                    <a:pt x="253" y="10502"/>
                  </a:lnTo>
                  <a:lnTo>
                    <a:pt x="0" y="6531"/>
                  </a:lnTo>
                  <a:lnTo>
                    <a:pt x="1832" y="3865"/>
                  </a:lnTo>
                  <a:lnTo>
                    <a:pt x="703" y="1425"/>
                  </a:lnTo>
                  <a:lnTo>
                    <a:pt x="883" y="7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h4919"/>
            <p:cNvSpPr/>
            <p:nvPr/>
          </p:nvSpPr>
          <p:spPr>
            <a:xfrm>
              <a:off x="7038858" y="3315826"/>
              <a:ext cx="13695" cy="13209"/>
            </a:xfrm>
            <a:custGeom>
              <a:avLst/>
              <a:pathLst>
                <a:path w="13695" h="13209">
                  <a:moveTo>
                    <a:pt x="6124" y="4376"/>
                  </a:moveTo>
                  <a:lnTo>
                    <a:pt x="7961" y="3476"/>
                  </a:lnTo>
                  <a:lnTo>
                    <a:pt x="8995" y="7069"/>
                  </a:lnTo>
                  <a:lnTo>
                    <a:pt x="13695" y="9527"/>
                  </a:lnTo>
                  <a:lnTo>
                    <a:pt x="13675" y="11726"/>
                  </a:lnTo>
                  <a:lnTo>
                    <a:pt x="11625" y="10159"/>
                  </a:lnTo>
                  <a:lnTo>
                    <a:pt x="10150" y="12089"/>
                  </a:lnTo>
                  <a:lnTo>
                    <a:pt x="7488" y="13209"/>
                  </a:lnTo>
                  <a:lnTo>
                    <a:pt x="5089" y="13024"/>
                  </a:lnTo>
                  <a:lnTo>
                    <a:pt x="2289" y="5775"/>
                  </a:lnTo>
                  <a:lnTo>
                    <a:pt x="0" y="3212"/>
                  </a:lnTo>
                  <a:lnTo>
                    <a:pt x="960" y="649"/>
                  </a:lnTo>
                  <a:lnTo>
                    <a:pt x="269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h4920"/>
            <p:cNvSpPr/>
            <p:nvPr/>
          </p:nvSpPr>
          <p:spPr>
            <a:xfrm>
              <a:off x="6981967" y="3283380"/>
              <a:ext cx="7483" cy="13101"/>
            </a:xfrm>
            <a:custGeom>
              <a:avLst/>
              <a:pathLst>
                <a:path w="7483" h="13101">
                  <a:moveTo>
                    <a:pt x="6987" y="0"/>
                  </a:moveTo>
                  <a:lnTo>
                    <a:pt x="6494" y="7034"/>
                  </a:lnTo>
                  <a:lnTo>
                    <a:pt x="7483" y="7484"/>
                  </a:lnTo>
                  <a:lnTo>
                    <a:pt x="6001" y="7634"/>
                  </a:lnTo>
                  <a:lnTo>
                    <a:pt x="3750" y="7548"/>
                  </a:lnTo>
                  <a:lnTo>
                    <a:pt x="1613" y="13101"/>
                  </a:lnTo>
                  <a:lnTo>
                    <a:pt x="687" y="12322"/>
                  </a:lnTo>
                  <a:lnTo>
                    <a:pt x="2782" y="5921"/>
                  </a:lnTo>
                  <a:lnTo>
                    <a:pt x="0" y="117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h4921"/>
            <p:cNvSpPr/>
            <p:nvPr/>
          </p:nvSpPr>
          <p:spPr>
            <a:xfrm>
              <a:off x="7069819" y="3182010"/>
              <a:ext cx="13256" cy="20513"/>
            </a:xfrm>
            <a:custGeom>
              <a:avLst/>
              <a:pathLst>
                <a:path w="13256" h="20513">
                  <a:moveTo>
                    <a:pt x="4814" y="68"/>
                  </a:moveTo>
                  <a:lnTo>
                    <a:pt x="7321" y="1777"/>
                  </a:lnTo>
                  <a:lnTo>
                    <a:pt x="10391" y="5262"/>
                  </a:lnTo>
                  <a:lnTo>
                    <a:pt x="10797" y="7086"/>
                  </a:lnTo>
                  <a:lnTo>
                    <a:pt x="12253" y="7743"/>
                  </a:lnTo>
                  <a:lnTo>
                    <a:pt x="13256" y="10047"/>
                  </a:lnTo>
                  <a:lnTo>
                    <a:pt x="12482" y="12246"/>
                  </a:lnTo>
                  <a:lnTo>
                    <a:pt x="8014" y="12688"/>
                  </a:lnTo>
                  <a:lnTo>
                    <a:pt x="7367" y="15403"/>
                  </a:lnTo>
                  <a:lnTo>
                    <a:pt x="5559" y="16012"/>
                  </a:lnTo>
                  <a:lnTo>
                    <a:pt x="5005" y="17402"/>
                  </a:lnTo>
                  <a:lnTo>
                    <a:pt x="5799" y="17651"/>
                  </a:lnTo>
                  <a:lnTo>
                    <a:pt x="1930" y="20513"/>
                  </a:lnTo>
                  <a:lnTo>
                    <a:pt x="0" y="17851"/>
                  </a:lnTo>
                  <a:lnTo>
                    <a:pt x="204" y="14267"/>
                  </a:lnTo>
                  <a:lnTo>
                    <a:pt x="191" y="13993"/>
                  </a:lnTo>
                  <a:lnTo>
                    <a:pt x="2374" y="15701"/>
                  </a:lnTo>
                  <a:lnTo>
                    <a:pt x="3733" y="15635"/>
                  </a:lnTo>
                  <a:lnTo>
                    <a:pt x="4608" y="13777"/>
                  </a:lnTo>
                  <a:lnTo>
                    <a:pt x="4252" y="11655"/>
                  </a:lnTo>
                  <a:lnTo>
                    <a:pt x="5273" y="7069"/>
                  </a:lnTo>
                  <a:lnTo>
                    <a:pt x="3503" y="3569"/>
                  </a:lnTo>
                  <a:lnTo>
                    <a:pt x="205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h4922"/>
            <p:cNvSpPr/>
            <p:nvPr/>
          </p:nvSpPr>
          <p:spPr>
            <a:xfrm>
              <a:off x="7009760" y="3241254"/>
              <a:ext cx="5849" cy="2624"/>
            </a:xfrm>
            <a:custGeom>
              <a:avLst/>
              <a:pathLst>
                <a:path w="5849" h="2624">
                  <a:moveTo>
                    <a:pt x="5849" y="2180"/>
                  </a:moveTo>
                  <a:lnTo>
                    <a:pt x="510" y="2624"/>
                  </a:lnTo>
                  <a:lnTo>
                    <a:pt x="0" y="2116"/>
                  </a:lnTo>
                  <a:lnTo>
                    <a:pt x="787" y="374"/>
                  </a:lnTo>
                  <a:lnTo>
                    <a:pt x="283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h4923"/>
            <p:cNvSpPr/>
            <p:nvPr/>
          </p:nvSpPr>
          <p:spPr>
            <a:xfrm>
              <a:off x="7024788" y="3188963"/>
              <a:ext cx="10484" cy="12457"/>
            </a:xfrm>
            <a:custGeom>
              <a:avLst/>
              <a:pathLst>
                <a:path w="10484" h="12457">
                  <a:moveTo>
                    <a:pt x="10484" y="2031"/>
                  </a:moveTo>
                  <a:lnTo>
                    <a:pt x="7535" y="9381"/>
                  </a:lnTo>
                  <a:lnTo>
                    <a:pt x="6951" y="12457"/>
                  </a:lnTo>
                  <a:lnTo>
                    <a:pt x="4483" y="10551"/>
                  </a:lnTo>
                  <a:lnTo>
                    <a:pt x="1220" y="7873"/>
                  </a:lnTo>
                  <a:lnTo>
                    <a:pt x="0" y="4904"/>
                  </a:lnTo>
                  <a:lnTo>
                    <a:pt x="1183" y="2782"/>
                  </a:lnTo>
                  <a:lnTo>
                    <a:pt x="1789" y="2261"/>
                  </a:lnTo>
                  <a:lnTo>
                    <a:pt x="6945" y="3428"/>
                  </a:lnTo>
                  <a:lnTo>
                    <a:pt x="9868" y="1093"/>
                  </a:lnTo>
                  <a:lnTo>
                    <a:pt x="1032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h4924"/>
            <p:cNvSpPr/>
            <p:nvPr/>
          </p:nvSpPr>
          <p:spPr>
            <a:xfrm>
              <a:off x="6891192" y="3162926"/>
              <a:ext cx="22035" cy="16012"/>
            </a:xfrm>
            <a:custGeom>
              <a:avLst/>
              <a:pathLst>
                <a:path w="22035" h="16012">
                  <a:moveTo>
                    <a:pt x="20534" y="5928"/>
                  </a:moveTo>
                  <a:lnTo>
                    <a:pt x="20799" y="8587"/>
                  </a:lnTo>
                  <a:lnTo>
                    <a:pt x="22035" y="10041"/>
                  </a:lnTo>
                  <a:lnTo>
                    <a:pt x="22011" y="12902"/>
                  </a:lnTo>
                  <a:lnTo>
                    <a:pt x="18958" y="13379"/>
                  </a:lnTo>
                  <a:lnTo>
                    <a:pt x="15678" y="15275"/>
                  </a:lnTo>
                  <a:lnTo>
                    <a:pt x="12241" y="15225"/>
                  </a:lnTo>
                  <a:lnTo>
                    <a:pt x="10960" y="16012"/>
                  </a:lnTo>
                  <a:lnTo>
                    <a:pt x="9205" y="12094"/>
                  </a:lnTo>
                  <a:lnTo>
                    <a:pt x="7229" y="12808"/>
                  </a:lnTo>
                  <a:lnTo>
                    <a:pt x="5563" y="14402"/>
                  </a:lnTo>
                  <a:lnTo>
                    <a:pt x="907" y="9594"/>
                  </a:lnTo>
                  <a:lnTo>
                    <a:pt x="0" y="6006"/>
                  </a:lnTo>
                  <a:lnTo>
                    <a:pt x="3200" y="7683"/>
                  </a:lnTo>
                  <a:lnTo>
                    <a:pt x="7808" y="6695"/>
                  </a:lnTo>
                  <a:lnTo>
                    <a:pt x="9405" y="2492"/>
                  </a:lnTo>
                  <a:lnTo>
                    <a:pt x="7622" y="1656"/>
                  </a:lnTo>
                  <a:lnTo>
                    <a:pt x="1144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h4925"/>
            <p:cNvSpPr/>
            <p:nvPr/>
          </p:nvSpPr>
          <p:spPr>
            <a:xfrm>
              <a:off x="7017537" y="3232513"/>
              <a:ext cx="6264" cy="5527"/>
            </a:xfrm>
            <a:custGeom>
              <a:avLst/>
              <a:pathLst>
                <a:path w="6264" h="5527">
                  <a:moveTo>
                    <a:pt x="6070" y="1501"/>
                  </a:moveTo>
                  <a:lnTo>
                    <a:pt x="6264" y="3742"/>
                  </a:lnTo>
                  <a:lnTo>
                    <a:pt x="5449" y="3337"/>
                  </a:lnTo>
                  <a:lnTo>
                    <a:pt x="2147" y="5527"/>
                  </a:lnTo>
                  <a:lnTo>
                    <a:pt x="0" y="533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h4926"/>
            <p:cNvSpPr/>
            <p:nvPr/>
          </p:nvSpPr>
          <p:spPr>
            <a:xfrm>
              <a:off x="6948353" y="3160113"/>
              <a:ext cx="9579" cy="10599"/>
            </a:xfrm>
            <a:custGeom>
              <a:avLst/>
              <a:pathLst>
                <a:path w="9579" h="10599">
                  <a:moveTo>
                    <a:pt x="9226" y="3175"/>
                  </a:moveTo>
                  <a:lnTo>
                    <a:pt x="9579" y="10599"/>
                  </a:lnTo>
                  <a:lnTo>
                    <a:pt x="5340" y="10407"/>
                  </a:lnTo>
                  <a:lnTo>
                    <a:pt x="0" y="9319"/>
                  </a:lnTo>
                  <a:lnTo>
                    <a:pt x="1425" y="4464"/>
                  </a:lnTo>
                  <a:lnTo>
                    <a:pt x="7173" y="585"/>
                  </a:lnTo>
                  <a:lnTo>
                    <a:pt x="795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h4927"/>
            <p:cNvSpPr/>
            <p:nvPr/>
          </p:nvSpPr>
          <p:spPr>
            <a:xfrm>
              <a:off x="7021920" y="3237487"/>
              <a:ext cx="3067" cy="4757"/>
            </a:xfrm>
            <a:custGeom>
              <a:avLst/>
              <a:pathLst>
                <a:path w="3067" h="4757">
                  <a:moveTo>
                    <a:pt x="3067" y="417"/>
                  </a:moveTo>
                  <a:lnTo>
                    <a:pt x="2459" y="4757"/>
                  </a:lnTo>
                  <a:lnTo>
                    <a:pt x="55" y="3717"/>
                  </a:lnTo>
                  <a:lnTo>
                    <a:pt x="0" y="2830"/>
                  </a:lnTo>
                  <a:lnTo>
                    <a:pt x="135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h4928"/>
            <p:cNvSpPr/>
            <p:nvPr/>
          </p:nvSpPr>
          <p:spPr>
            <a:xfrm>
              <a:off x="6917463" y="3150399"/>
              <a:ext cx="4600" cy="5773"/>
            </a:xfrm>
            <a:custGeom>
              <a:avLst/>
              <a:pathLst>
                <a:path w="4600" h="5773">
                  <a:moveTo>
                    <a:pt x="3312" y="0"/>
                  </a:moveTo>
                  <a:lnTo>
                    <a:pt x="4600" y="4362"/>
                  </a:lnTo>
                  <a:lnTo>
                    <a:pt x="1860" y="5773"/>
                  </a:lnTo>
                  <a:lnTo>
                    <a:pt x="0" y="159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h4929"/>
            <p:cNvSpPr/>
            <p:nvPr/>
          </p:nvSpPr>
          <p:spPr>
            <a:xfrm>
              <a:off x="7174323" y="3194545"/>
              <a:ext cx="41926" cy="49038"/>
            </a:xfrm>
            <a:custGeom>
              <a:avLst/>
              <a:pathLst>
                <a:path w="41926" h="49038">
                  <a:moveTo>
                    <a:pt x="15894" y="5750"/>
                  </a:moveTo>
                  <a:lnTo>
                    <a:pt x="14996" y="4853"/>
                  </a:lnTo>
                  <a:lnTo>
                    <a:pt x="14408" y="9588"/>
                  </a:lnTo>
                  <a:lnTo>
                    <a:pt x="15108" y="14478"/>
                  </a:lnTo>
                  <a:lnTo>
                    <a:pt x="17649" y="15687"/>
                  </a:lnTo>
                  <a:lnTo>
                    <a:pt x="18605" y="14138"/>
                  </a:lnTo>
                  <a:lnTo>
                    <a:pt x="25509" y="19333"/>
                  </a:lnTo>
                  <a:lnTo>
                    <a:pt x="25662" y="22910"/>
                  </a:lnTo>
                  <a:lnTo>
                    <a:pt x="27980" y="23462"/>
                  </a:lnTo>
                  <a:lnTo>
                    <a:pt x="32037" y="21908"/>
                  </a:lnTo>
                  <a:lnTo>
                    <a:pt x="34390" y="23713"/>
                  </a:lnTo>
                  <a:lnTo>
                    <a:pt x="36202" y="18471"/>
                  </a:lnTo>
                  <a:lnTo>
                    <a:pt x="38902" y="18809"/>
                  </a:lnTo>
                  <a:lnTo>
                    <a:pt x="40426" y="22411"/>
                  </a:lnTo>
                  <a:lnTo>
                    <a:pt x="38000" y="27604"/>
                  </a:lnTo>
                  <a:lnTo>
                    <a:pt x="37781" y="31551"/>
                  </a:lnTo>
                  <a:lnTo>
                    <a:pt x="41926" y="33107"/>
                  </a:lnTo>
                  <a:lnTo>
                    <a:pt x="40516" y="36208"/>
                  </a:lnTo>
                  <a:lnTo>
                    <a:pt x="38969" y="36512"/>
                  </a:lnTo>
                  <a:lnTo>
                    <a:pt x="38456" y="39109"/>
                  </a:lnTo>
                  <a:lnTo>
                    <a:pt x="28521" y="47126"/>
                  </a:lnTo>
                  <a:lnTo>
                    <a:pt x="24200" y="49038"/>
                  </a:lnTo>
                  <a:lnTo>
                    <a:pt x="20023" y="47770"/>
                  </a:lnTo>
                  <a:lnTo>
                    <a:pt x="15734" y="45841"/>
                  </a:lnTo>
                  <a:lnTo>
                    <a:pt x="9761" y="45361"/>
                  </a:lnTo>
                  <a:lnTo>
                    <a:pt x="6756" y="39256"/>
                  </a:lnTo>
                  <a:lnTo>
                    <a:pt x="8138" y="37909"/>
                  </a:lnTo>
                  <a:lnTo>
                    <a:pt x="7294" y="37010"/>
                  </a:lnTo>
                  <a:lnTo>
                    <a:pt x="5551" y="36818"/>
                  </a:lnTo>
                  <a:lnTo>
                    <a:pt x="3854" y="33420"/>
                  </a:lnTo>
                  <a:lnTo>
                    <a:pt x="6371" y="27802"/>
                  </a:lnTo>
                  <a:lnTo>
                    <a:pt x="1598" y="28274"/>
                  </a:lnTo>
                  <a:lnTo>
                    <a:pt x="0" y="27283"/>
                  </a:lnTo>
                  <a:lnTo>
                    <a:pt x="270" y="23206"/>
                  </a:lnTo>
                  <a:lnTo>
                    <a:pt x="6630" y="22522"/>
                  </a:lnTo>
                  <a:lnTo>
                    <a:pt x="9009" y="23349"/>
                  </a:lnTo>
                  <a:lnTo>
                    <a:pt x="9126" y="24533"/>
                  </a:lnTo>
                  <a:lnTo>
                    <a:pt x="13563" y="24336"/>
                  </a:lnTo>
                  <a:lnTo>
                    <a:pt x="17463" y="22725"/>
                  </a:lnTo>
                  <a:lnTo>
                    <a:pt x="17505" y="21902"/>
                  </a:lnTo>
                  <a:lnTo>
                    <a:pt x="17323" y="20357"/>
                  </a:lnTo>
                  <a:lnTo>
                    <a:pt x="15842" y="19297"/>
                  </a:lnTo>
                  <a:lnTo>
                    <a:pt x="14151" y="19384"/>
                  </a:lnTo>
                  <a:lnTo>
                    <a:pt x="13431" y="20574"/>
                  </a:lnTo>
                  <a:lnTo>
                    <a:pt x="5358" y="20379"/>
                  </a:lnTo>
                  <a:lnTo>
                    <a:pt x="4908" y="17253"/>
                  </a:lnTo>
                  <a:lnTo>
                    <a:pt x="9186" y="15142"/>
                  </a:lnTo>
                  <a:lnTo>
                    <a:pt x="11888" y="14347"/>
                  </a:lnTo>
                  <a:lnTo>
                    <a:pt x="12426" y="14965"/>
                  </a:lnTo>
                  <a:lnTo>
                    <a:pt x="12989" y="81"/>
                  </a:lnTo>
                  <a:lnTo>
                    <a:pt x="14957" y="0"/>
                  </a:lnTo>
                  <a:lnTo>
                    <a:pt x="16356" y="446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h4930"/>
            <p:cNvSpPr/>
            <p:nvPr/>
          </p:nvSpPr>
          <p:spPr>
            <a:xfrm>
              <a:off x="7207510" y="3199867"/>
              <a:ext cx="7628" cy="7077"/>
            </a:xfrm>
            <a:custGeom>
              <a:avLst/>
              <a:pathLst>
                <a:path w="7628" h="7077">
                  <a:moveTo>
                    <a:pt x="2208" y="976"/>
                  </a:moveTo>
                  <a:lnTo>
                    <a:pt x="4978" y="1921"/>
                  </a:lnTo>
                  <a:lnTo>
                    <a:pt x="7628" y="5606"/>
                  </a:lnTo>
                  <a:lnTo>
                    <a:pt x="1873" y="7077"/>
                  </a:lnTo>
                  <a:lnTo>
                    <a:pt x="0" y="846"/>
                  </a:lnTo>
                  <a:lnTo>
                    <a:pt x="360" y="405"/>
                  </a:lnTo>
                  <a:lnTo>
                    <a:pt x="179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h4931"/>
            <p:cNvSpPr/>
            <p:nvPr/>
          </p:nvSpPr>
          <p:spPr>
            <a:xfrm>
              <a:off x="7030648" y="3205764"/>
              <a:ext cx="8979" cy="19594"/>
            </a:xfrm>
            <a:custGeom>
              <a:avLst/>
              <a:pathLst>
                <a:path w="8979" h="19594">
                  <a:moveTo>
                    <a:pt x="6895" y="321"/>
                  </a:moveTo>
                  <a:lnTo>
                    <a:pt x="7972" y="1813"/>
                  </a:lnTo>
                  <a:lnTo>
                    <a:pt x="7546" y="4735"/>
                  </a:lnTo>
                  <a:lnTo>
                    <a:pt x="8979" y="19594"/>
                  </a:lnTo>
                  <a:lnTo>
                    <a:pt x="7288" y="18908"/>
                  </a:lnTo>
                  <a:lnTo>
                    <a:pt x="5351" y="19540"/>
                  </a:lnTo>
                  <a:lnTo>
                    <a:pt x="2501" y="19003"/>
                  </a:lnTo>
                  <a:lnTo>
                    <a:pt x="730" y="16979"/>
                  </a:lnTo>
                  <a:lnTo>
                    <a:pt x="2363" y="11674"/>
                  </a:lnTo>
                  <a:lnTo>
                    <a:pt x="0" y="5288"/>
                  </a:lnTo>
                  <a:lnTo>
                    <a:pt x="2669" y="4210"/>
                  </a:lnTo>
                  <a:lnTo>
                    <a:pt x="553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h4932"/>
            <p:cNvSpPr/>
            <p:nvPr/>
          </p:nvSpPr>
          <p:spPr>
            <a:xfrm>
              <a:off x="7005944" y="3047523"/>
              <a:ext cx="44895" cy="35355"/>
            </a:xfrm>
            <a:custGeom>
              <a:avLst/>
              <a:pathLst>
                <a:path w="44895" h="35355">
                  <a:moveTo>
                    <a:pt x="16209" y="1610"/>
                  </a:moveTo>
                  <a:lnTo>
                    <a:pt x="24099" y="1913"/>
                  </a:lnTo>
                  <a:lnTo>
                    <a:pt x="28064" y="3216"/>
                  </a:lnTo>
                  <a:lnTo>
                    <a:pt x="32495" y="10202"/>
                  </a:lnTo>
                  <a:lnTo>
                    <a:pt x="35398" y="18493"/>
                  </a:lnTo>
                  <a:lnTo>
                    <a:pt x="37096" y="20328"/>
                  </a:lnTo>
                  <a:lnTo>
                    <a:pt x="40283" y="21687"/>
                  </a:lnTo>
                  <a:lnTo>
                    <a:pt x="44895" y="27257"/>
                  </a:lnTo>
                  <a:lnTo>
                    <a:pt x="44720" y="27889"/>
                  </a:lnTo>
                  <a:lnTo>
                    <a:pt x="38798" y="29514"/>
                  </a:lnTo>
                  <a:lnTo>
                    <a:pt x="35594" y="25272"/>
                  </a:lnTo>
                  <a:lnTo>
                    <a:pt x="33495" y="24026"/>
                  </a:lnTo>
                  <a:lnTo>
                    <a:pt x="31176" y="23687"/>
                  </a:lnTo>
                  <a:lnTo>
                    <a:pt x="30597" y="24470"/>
                  </a:lnTo>
                  <a:lnTo>
                    <a:pt x="33605" y="26977"/>
                  </a:lnTo>
                  <a:lnTo>
                    <a:pt x="32965" y="27730"/>
                  </a:lnTo>
                  <a:lnTo>
                    <a:pt x="27828" y="23812"/>
                  </a:lnTo>
                  <a:lnTo>
                    <a:pt x="26981" y="25012"/>
                  </a:lnTo>
                  <a:lnTo>
                    <a:pt x="33359" y="32668"/>
                  </a:lnTo>
                  <a:lnTo>
                    <a:pt x="30498" y="35355"/>
                  </a:lnTo>
                  <a:lnTo>
                    <a:pt x="24252" y="27834"/>
                  </a:lnTo>
                  <a:lnTo>
                    <a:pt x="19746" y="25667"/>
                  </a:lnTo>
                  <a:lnTo>
                    <a:pt x="19092" y="26537"/>
                  </a:lnTo>
                  <a:lnTo>
                    <a:pt x="18128" y="33543"/>
                  </a:lnTo>
                  <a:lnTo>
                    <a:pt x="15544" y="33847"/>
                  </a:lnTo>
                  <a:lnTo>
                    <a:pt x="9281" y="29844"/>
                  </a:lnTo>
                  <a:lnTo>
                    <a:pt x="5835" y="29376"/>
                  </a:lnTo>
                  <a:lnTo>
                    <a:pt x="5031" y="30294"/>
                  </a:lnTo>
                  <a:lnTo>
                    <a:pt x="1811" y="28744"/>
                  </a:lnTo>
                  <a:lnTo>
                    <a:pt x="3572" y="26512"/>
                  </a:lnTo>
                  <a:lnTo>
                    <a:pt x="3339" y="23037"/>
                  </a:lnTo>
                  <a:lnTo>
                    <a:pt x="462" y="21868"/>
                  </a:lnTo>
                  <a:lnTo>
                    <a:pt x="0" y="21042"/>
                  </a:lnTo>
                  <a:lnTo>
                    <a:pt x="591" y="17988"/>
                  </a:lnTo>
                  <a:lnTo>
                    <a:pt x="2719" y="14400"/>
                  </a:lnTo>
                  <a:lnTo>
                    <a:pt x="2802" y="12618"/>
                  </a:lnTo>
                  <a:lnTo>
                    <a:pt x="3826" y="12751"/>
                  </a:lnTo>
                  <a:lnTo>
                    <a:pt x="4739" y="11698"/>
                  </a:lnTo>
                  <a:lnTo>
                    <a:pt x="5675" y="5650"/>
                  </a:lnTo>
                  <a:lnTo>
                    <a:pt x="12429" y="1569"/>
                  </a:lnTo>
                  <a:lnTo>
                    <a:pt x="13505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h4933"/>
            <p:cNvSpPr/>
            <p:nvPr/>
          </p:nvSpPr>
          <p:spPr>
            <a:xfrm>
              <a:off x="6945097" y="3213791"/>
              <a:ext cx="6535" cy="6832"/>
            </a:xfrm>
            <a:custGeom>
              <a:avLst/>
              <a:pathLst>
                <a:path w="6535" h="6832">
                  <a:moveTo>
                    <a:pt x="3099" y="2517"/>
                  </a:moveTo>
                  <a:lnTo>
                    <a:pt x="5317" y="2741"/>
                  </a:lnTo>
                  <a:lnTo>
                    <a:pt x="6535" y="5546"/>
                  </a:lnTo>
                  <a:lnTo>
                    <a:pt x="5148" y="6832"/>
                  </a:lnTo>
                  <a:lnTo>
                    <a:pt x="2262" y="5163"/>
                  </a:lnTo>
                  <a:lnTo>
                    <a:pt x="979" y="5280"/>
                  </a:lnTo>
                  <a:lnTo>
                    <a:pt x="0" y="3500"/>
                  </a:lnTo>
                  <a:lnTo>
                    <a:pt x="15" y="986"/>
                  </a:lnTo>
                  <a:lnTo>
                    <a:pt x="731" y="201"/>
                  </a:lnTo>
                  <a:lnTo>
                    <a:pt x="373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h4934"/>
            <p:cNvSpPr/>
            <p:nvPr/>
          </p:nvSpPr>
          <p:spPr>
            <a:xfrm>
              <a:off x="6947241" y="3170521"/>
              <a:ext cx="29923" cy="32884"/>
            </a:xfrm>
            <a:custGeom>
              <a:avLst/>
              <a:pathLst>
                <a:path w="29923" h="32884">
                  <a:moveTo>
                    <a:pt x="14187" y="1229"/>
                  </a:moveTo>
                  <a:lnTo>
                    <a:pt x="21348" y="581"/>
                  </a:lnTo>
                  <a:lnTo>
                    <a:pt x="19353" y="7553"/>
                  </a:lnTo>
                  <a:lnTo>
                    <a:pt x="16899" y="7651"/>
                  </a:lnTo>
                  <a:lnTo>
                    <a:pt x="14058" y="4483"/>
                  </a:lnTo>
                  <a:lnTo>
                    <a:pt x="12247" y="4680"/>
                  </a:lnTo>
                  <a:lnTo>
                    <a:pt x="9970" y="6049"/>
                  </a:lnTo>
                  <a:lnTo>
                    <a:pt x="8550" y="9914"/>
                  </a:lnTo>
                  <a:lnTo>
                    <a:pt x="9482" y="11672"/>
                  </a:lnTo>
                  <a:lnTo>
                    <a:pt x="10664" y="13064"/>
                  </a:lnTo>
                  <a:lnTo>
                    <a:pt x="14743" y="13996"/>
                  </a:lnTo>
                  <a:lnTo>
                    <a:pt x="17938" y="18316"/>
                  </a:lnTo>
                  <a:lnTo>
                    <a:pt x="23276" y="19149"/>
                  </a:lnTo>
                  <a:lnTo>
                    <a:pt x="27210" y="15874"/>
                  </a:lnTo>
                  <a:lnTo>
                    <a:pt x="25929" y="12554"/>
                  </a:lnTo>
                  <a:lnTo>
                    <a:pt x="27452" y="12595"/>
                  </a:lnTo>
                  <a:lnTo>
                    <a:pt x="29004" y="12095"/>
                  </a:lnTo>
                  <a:lnTo>
                    <a:pt x="29923" y="16838"/>
                  </a:lnTo>
                  <a:lnTo>
                    <a:pt x="27384" y="17251"/>
                  </a:lnTo>
                  <a:lnTo>
                    <a:pt x="24859" y="19871"/>
                  </a:lnTo>
                  <a:lnTo>
                    <a:pt x="19492" y="20091"/>
                  </a:lnTo>
                  <a:lnTo>
                    <a:pt x="17746" y="18709"/>
                  </a:lnTo>
                  <a:lnTo>
                    <a:pt x="13415" y="22493"/>
                  </a:lnTo>
                  <a:lnTo>
                    <a:pt x="15441" y="23897"/>
                  </a:lnTo>
                  <a:lnTo>
                    <a:pt x="20361" y="25461"/>
                  </a:lnTo>
                  <a:lnTo>
                    <a:pt x="18199" y="32884"/>
                  </a:lnTo>
                  <a:lnTo>
                    <a:pt x="13261" y="31284"/>
                  </a:lnTo>
                  <a:lnTo>
                    <a:pt x="12356" y="31001"/>
                  </a:lnTo>
                  <a:lnTo>
                    <a:pt x="11610" y="25387"/>
                  </a:lnTo>
                  <a:lnTo>
                    <a:pt x="10599" y="24757"/>
                  </a:lnTo>
                  <a:lnTo>
                    <a:pt x="8041" y="26031"/>
                  </a:lnTo>
                  <a:lnTo>
                    <a:pt x="7217" y="25782"/>
                  </a:lnTo>
                  <a:lnTo>
                    <a:pt x="4058" y="20565"/>
                  </a:lnTo>
                  <a:lnTo>
                    <a:pt x="331" y="17230"/>
                  </a:lnTo>
                  <a:lnTo>
                    <a:pt x="0" y="15748"/>
                  </a:lnTo>
                  <a:lnTo>
                    <a:pt x="77" y="13463"/>
                  </a:lnTo>
                  <a:lnTo>
                    <a:pt x="143" y="7675"/>
                  </a:lnTo>
                  <a:lnTo>
                    <a:pt x="2743" y="5732"/>
                  </a:lnTo>
                  <a:lnTo>
                    <a:pt x="6348" y="1525"/>
                  </a:lnTo>
                  <a:lnTo>
                    <a:pt x="6452" y="0"/>
                  </a:lnTo>
                  <a:lnTo>
                    <a:pt x="10691" y="19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h4935"/>
            <p:cNvSpPr/>
            <p:nvPr/>
          </p:nvSpPr>
          <p:spPr>
            <a:xfrm>
              <a:off x="7117085" y="3313396"/>
              <a:ext cx="15232" cy="31449"/>
            </a:xfrm>
            <a:custGeom>
              <a:avLst/>
              <a:pathLst>
                <a:path w="15232" h="31449">
                  <a:moveTo>
                    <a:pt x="15232" y="397"/>
                  </a:moveTo>
                  <a:lnTo>
                    <a:pt x="13095" y="7130"/>
                  </a:lnTo>
                  <a:lnTo>
                    <a:pt x="10669" y="6607"/>
                  </a:lnTo>
                  <a:lnTo>
                    <a:pt x="5447" y="9031"/>
                  </a:lnTo>
                  <a:lnTo>
                    <a:pt x="5212" y="9888"/>
                  </a:lnTo>
                  <a:lnTo>
                    <a:pt x="10063" y="13280"/>
                  </a:lnTo>
                  <a:lnTo>
                    <a:pt x="11796" y="16653"/>
                  </a:lnTo>
                  <a:lnTo>
                    <a:pt x="11422" y="18353"/>
                  </a:lnTo>
                  <a:lnTo>
                    <a:pt x="8718" y="17826"/>
                  </a:lnTo>
                  <a:lnTo>
                    <a:pt x="12394" y="26798"/>
                  </a:lnTo>
                  <a:lnTo>
                    <a:pt x="13153" y="27386"/>
                  </a:lnTo>
                  <a:lnTo>
                    <a:pt x="11986" y="31449"/>
                  </a:lnTo>
                  <a:lnTo>
                    <a:pt x="8587" y="31159"/>
                  </a:lnTo>
                  <a:lnTo>
                    <a:pt x="3515" y="23302"/>
                  </a:lnTo>
                  <a:lnTo>
                    <a:pt x="2945" y="8576"/>
                  </a:lnTo>
                  <a:lnTo>
                    <a:pt x="0" y="3671"/>
                  </a:lnTo>
                  <a:lnTo>
                    <a:pt x="741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h4936"/>
            <p:cNvSpPr/>
            <p:nvPr/>
          </p:nvSpPr>
          <p:spPr>
            <a:xfrm>
              <a:off x="7056979" y="3140781"/>
              <a:ext cx="23041" cy="18808"/>
            </a:xfrm>
            <a:custGeom>
              <a:avLst/>
              <a:pathLst>
                <a:path w="23041" h="18808">
                  <a:moveTo>
                    <a:pt x="22049" y="2406"/>
                  </a:moveTo>
                  <a:lnTo>
                    <a:pt x="23041" y="6997"/>
                  </a:lnTo>
                  <a:lnTo>
                    <a:pt x="19921" y="9206"/>
                  </a:lnTo>
                  <a:lnTo>
                    <a:pt x="21578" y="12554"/>
                  </a:lnTo>
                  <a:lnTo>
                    <a:pt x="20978" y="15595"/>
                  </a:lnTo>
                  <a:lnTo>
                    <a:pt x="20068" y="15965"/>
                  </a:lnTo>
                  <a:lnTo>
                    <a:pt x="17973" y="16882"/>
                  </a:lnTo>
                  <a:lnTo>
                    <a:pt x="14601" y="16648"/>
                  </a:lnTo>
                  <a:lnTo>
                    <a:pt x="5216" y="18808"/>
                  </a:lnTo>
                  <a:lnTo>
                    <a:pt x="757" y="18068"/>
                  </a:lnTo>
                  <a:lnTo>
                    <a:pt x="127" y="17548"/>
                  </a:lnTo>
                  <a:lnTo>
                    <a:pt x="0" y="14758"/>
                  </a:lnTo>
                  <a:lnTo>
                    <a:pt x="2690" y="11570"/>
                  </a:lnTo>
                  <a:lnTo>
                    <a:pt x="2843" y="12791"/>
                  </a:lnTo>
                  <a:lnTo>
                    <a:pt x="4373" y="13881"/>
                  </a:lnTo>
                  <a:lnTo>
                    <a:pt x="12652" y="14124"/>
                  </a:lnTo>
                  <a:lnTo>
                    <a:pt x="13948" y="9561"/>
                  </a:lnTo>
                  <a:lnTo>
                    <a:pt x="13753" y="2062"/>
                  </a:lnTo>
                  <a:lnTo>
                    <a:pt x="13797" y="1144"/>
                  </a:lnTo>
                  <a:lnTo>
                    <a:pt x="1975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h4937"/>
            <p:cNvSpPr/>
            <p:nvPr/>
          </p:nvSpPr>
          <p:spPr>
            <a:xfrm>
              <a:off x="7191737" y="3242489"/>
              <a:ext cx="31053" cy="23738"/>
            </a:xfrm>
            <a:custGeom>
              <a:avLst/>
              <a:pathLst>
                <a:path w="31053" h="23738">
                  <a:moveTo>
                    <a:pt x="30070" y="239"/>
                  </a:moveTo>
                  <a:lnTo>
                    <a:pt x="29068" y="5630"/>
                  </a:lnTo>
                  <a:lnTo>
                    <a:pt x="31053" y="7258"/>
                  </a:lnTo>
                  <a:lnTo>
                    <a:pt x="30028" y="8278"/>
                  </a:lnTo>
                  <a:lnTo>
                    <a:pt x="26740" y="5183"/>
                  </a:lnTo>
                  <a:lnTo>
                    <a:pt x="16168" y="15409"/>
                  </a:lnTo>
                  <a:lnTo>
                    <a:pt x="18633" y="17823"/>
                  </a:lnTo>
                  <a:lnTo>
                    <a:pt x="16840" y="21333"/>
                  </a:lnTo>
                  <a:lnTo>
                    <a:pt x="13666" y="23738"/>
                  </a:lnTo>
                  <a:lnTo>
                    <a:pt x="0" y="23671"/>
                  </a:lnTo>
                  <a:lnTo>
                    <a:pt x="1656" y="17958"/>
                  </a:lnTo>
                  <a:lnTo>
                    <a:pt x="677" y="15520"/>
                  </a:lnTo>
                  <a:lnTo>
                    <a:pt x="2597" y="13612"/>
                  </a:lnTo>
                  <a:lnTo>
                    <a:pt x="2909" y="11887"/>
                  </a:lnTo>
                  <a:lnTo>
                    <a:pt x="3952" y="12652"/>
                  </a:lnTo>
                  <a:lnTo>
                    <a:pt x="10910" y="10767"/>
                  </a:lnTo>
                  <a:lnTo>
                    <a:pt x="12182" y="8494"/>
                  </a:lnTo>
                  <a:lnTo>
                    <a:pt x="12788" y="7135"/>
                  </a:lnTo>
                  <a:lnTo>
                    <a:pt x="14987" y="5801"/>
                  </a:lnTo>
                  <a:lnTo>
                    <a:pt x="16166" y="6490"/>
                  </a:lnTo>
                  <a:lnTo>
                    <a:pt x="18528" y="6031"/>
                  </a:lnTo>
                  <a:lnTo>
                    <a:pt x="2869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h4938"/>
            <p:cNvSpPr/>
            <p:nvPr/>
          </p:nvSpPr>
          <p:spPr>
            <a:xfrm>
              <a:off x="6837282" y="3133939"/>
              <a:ext cx="19017" cy="24320"/>
            </a:xfrm>
            <a:custGeom>
              <a:avLst/>
              <a:pathLst>
                <a:path w="19017" h="24320">
                  <a:moveTo>
                    <a:pt x="5366" y="0"/>
                  </a:moveTo>
                  <a:lnTo>
                    <a:pt x="5846" y="414"/>
                  </a:lnTo>
                  <a:lnTo>
                    <a:pt x="5844" y="2367"/>
                  </a:lnTo>
                  <a:lnTo>
                    <a:pt x="6591" y="3342"/>
                  </a:lnTo>
                  <a:lnTo>
                    <a:pt x="10660" y="4622"/>
                  </a:lnTo>
                  <a:lnTo>
                    <a:pt x="12216" y="3789"/>
                  </a:lnTo>
                  <a:lnTo>
                    <a:pt x="16063" y="8042"/>
                  </a:lnTo>
                  <a:lnTo>
                    <a:pt x="14394" y="9321"/>
                  </a:lnTo>
                  <a:lnTo>
                    <a:pt x="12129" y="9026"/>
                  </a:lnTo>
                  <a:lnTo>
                    <a:pt x="10599" y="10799"/>
                  </a:lnTo>
                  <a:lnTo>
                    <a:pt x="16092" y="18100"/>
                  </a:lnTo>
                  <a:lnTo>
                    <a:pt x="17968" y="20374"/>
                  </a:lnTo>
                  <a:lnTo>
                    <a:pt x="19017" y="21563"/>
                  </a:lnTo>
                  <a:lnTo>
                    <a:pt x="16734" y="22899"/>
                  </a:lnTo>
                  <a:lnTo>
                    <a:pt x="16571" y="24320"/>
                  </a:lnTo>
                  <a:lnTo>
                    <a:pt x="10039" y="23449"/>
                  </a:lnTo>
                  <a:lnTo>
                    <a:pt x="10981" y="20133"/>
                  </a:lnTo>
                  <a:lnTo>
                    <a:pt x="11183" y="17046"/>
                  </a:lnTo>
                  <a:lnTo>
                    <a:pt x="9287" y="16703"/>
                  </a:lnTo>
                  <a:lnTo>
                    <a:pt x="8373" y="15366"/>
                  </a:lnTo>
                  <a:lnTo>
                    <a:pt x="8891" y="13774"/>
                  </a:lnTo>
                  <a:lnTo>
                    <a:pt x="7728" y="9666"/>
                  </a:lnTo>
                  <a:lnTo>
                    <a:pt x="3605" y="10032"/>
                  </a:lnTo>
                  <a:lnTo>
                    <a:pt x="2858" y="11193"/>
                  </a:lnTo>
                  <a:lnTo>
                    <a:pt x="1050" y="10145"/>
                  </a:lnTo>
                  <a:lnTo>
                    <a:pt x="0" y="4784"/>
                  </a:lnTo>
                  <a:lnTo>
                    <a:pt x="1398" y="3655"/>
                  </a:lnTo>
                  <a:lnTo>
                    <a:pt x="3419" y="3449"/>
                  </a:lnTo>
                  <a:lnTo>
                    <a:pt x="4589" y="80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h4939"/>
            <p:cNvSpPr/>
            <p:nvPr/>
          </p:nvSpPr>
          <p:spPr>
            <a:xfrm>
              <a:off x="7154526" y="3238619"/>
              <a:ext cx="28702" cy="41814"/>
            </a:xfrm>
            <a:custGeom>
              <a:avLst/>
              <a:pathLst>
                <a:path w="28702" h="41814">
                  <a:moveTo>
                    <a:pt x="17250" y="0"/>
                  </a:moveTo>
                  <a:lnTo>
                    <a:pt x="20730" y="3799"/>
                  </a:lnTo>
                  <a:lnTo>
                    <a:pt x="22120" y="6345"/>
                  </a:lnTo>
                  <a:lnTo>
                    <a:pt x="27480" y="20266"/>
                  </a:lnTo>
                  <a:lnTo>
                    <a:pt x="28702" y="26238"/>
                  </a:lnTo>
                  <a:lnTo>
                    <a:pt x="26792" y="27123"/>
                  </a:lnTo>
                  <a:lnTo>
                    <a:pt x="21487" y="32337"/>
                  </a:lnTo>
                  <a:lnTo>
                    <a:pt x="20654" y="36681"/>
                  </a:lnTo>
                  <a:lnTo>
                    <a:pt x="17743" y="38286"/>
                  </a:lnTo>
                  <a:lnTo>
                    <a:pt x="15600" y="36642"/>
                  </a:lnTo>
                  <a:lnTo>
                    <a:pt x="13075" y="38079"/>
                  </a:lnTo>
                  <a:lnTo>
                    <a:pt x="12719" y="41814"/>
                  </a:lnTo>
                  <a:lnTo>
                    <a:pt x="3681" y="34400"/>
                  </a:lnTo>
                  <a:lnTo>
                    <a:pt x="20" y="30488"/>
                  </a:lnTo>
                  <a:lnTo>
                    <a:pt x="0" y="25619"/>
                  </a:lnTo>
                  <a:lnTo>
                    <a:pt x="2153" y="21758"/>
                  </a:lnTo>
                  <a:lnTo>
                    <a:pt x="12295" y="24139"/>
                  </a:lnTo>
                  <a:lnTo>
                    <a:pt x="18729" y="19221"/>
                  </a:lnTo>
                  <a:lnTo>
                    <a:pt x="20314" y="7005"/>
                  </a:lnTo>
                  <a:lnTo>
                    <a:pt x="16657" y="1980"/>
                  </a:lnTo>
                  <a:lnTo>
                    <a:pt x="15495" y="256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h4940"/>
            <p:cNvSpPr/>
            <p:nvPr/>
          </p:nvSpPr>
          <p:spPr>
            <a:xfrm>
              <a:off x="6865433" y="3325522"/>
              <a:ext cx="18294" cy="30298"/>
            </a:xfrm>
            <a:custGeom>
              <a:avLst/>
              <a:pathLst>
                <a:path w="18294" h="30298">
                  <a:moveTo>
                    <a:pt x="11834" y="283"/>
                  </a:moveTo>
                  <a:lnTo>
                    <a:pt x="13457" y="1665"/>
                  </a:lnTo>
                  <a:lnTo>
                    <a:pt x="16866" y="2206"/>
                  </a:lnTo>
                  <a:lnTo>
                    <a:pt x="18294" y="5737"/>
                  </a:lnTo>
                  <a:lnTo>
                    <a:pt x="15261" y="14537"/>
                  </a:lnTo>
                  <a:lnTo>
                    <a:pt x="12377" y="30298"/>
                  </a:lnTo>
                  <a:lnTo>
                    <a:pt x="2614" y="24267"/>
                  </a:lnTo>
                  <a:lnTo>
                    <a:pt x="2290" y="22523"/>
                  </a:lnTo>
                  <a:lnTo>
                    <a:pt x="5247" y="16435"/>
                  </a:lnTo>
                  <a:lnTo>
                    <a:pt x="4731" y="8190"/>
                  </a:lnTo>
                  <a:lnTo>
                    <a:pt x="341" y="4972"/>
                  </a:lnTo>
                  <a:lnTo>
                    <a:pt x="0" y="3945"/>
                  </a:lnTo>
                  <a:lnTo>
                    <a:pt x="1334" y="326"/>
                  </a:lnTo>
                  <a:lnTo>
                    <a:pt x="2045" y="0"/>
                  </a:lnTo>
                  <a:lnTo>
                    <a:pt x="3820" y="2139"/>
                  </a:lnTo>
                  <a:lnTo>
                    <a:pt x="6398" y="38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h4941"/>
            <p:cNvSpPr/>
            <p:nvPr/>
          </p:nvSpPr>
          <p:spPr>
            <a:xfrm>
              <a:off x="6855179" y="3280212"/>
              <a:ext cx="19293" cy="17830"/>
            </a:xfrm>
            <a:custGeom>
              <a:avLst/>
              <a:pathLst>
                <a:path w="19293" h="17830">
                  <a:moveTo>
                    <a:pt x="12510" y="1980"/>
                  </a:moveTo>
                  <a:lnTo>
                    <a:pt x="16749" y="6203"/>
                  </a:lnTo>
                  <a:lnTo>
                    <a:pt x="19293" y="10206"/>
                  </a:lnTo>
                  <a:lnTo>
                    <a:pt x="17700" y="15625"/>
                  </a:lnTo>
                  <a:lnTo>
                    <a:pt x="16559" y="15730"/>
                  </a:lnTo>
                  <a:lnTo>
                    <a:pt x="13925" y="17830"/>
                  </a:lnTo>
                  <a:lnTo>
                    <a:pt x="12809" y="17250"/>
                  </a:lnTo>
                  <a:lnTo>
                    <a:pt x="13133" y="16482"/>
                  </a:lnTo>
                  <a:lnTo>
                    <a:pt x="11275" y="15086"/>
                  </a:lnTo>
                  <a:lnTo>
                    <a:pt x="3086" y="16040"/>
                  </a:lnTo>
                  <a:lnTo>
                    <a:pt x="0" y="15406"/>
                  </a:lnTo>
                  <a:lnTo>
                    <a:pt x="2365" y="10272"/>
                  </a:lnTo>
                  <a:lnTo>
                    <a:pt x="4638" y="8227"/>
                  </a:lnTo>
                  <a:lnTo>
                    <a:pt x="7132" y="3748"/>
                  </a:lnTo>
                  <a:lnTo>
                    <a:pt x="652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h4942"/>
            <p:cNvSpPr/>
            <p:nvPr/>
          </p:nvSpPr>
          <p:spPr>
            <a:xfrm>
              <a:off x="6920776" y="3147648"/>
              <a:ext cx="8986" cy="9195"/>
            </a:xfrm>
            <a:custGeom>
              <a:avLst/>
              <a:pathLst>
                <a:path w="8986" h="9195">
                  <a:moveTo>
                    <a:pt x="6485" y="1309"/>
                  </a:moveTo>
                  <a:lnTo>
                    <a:pt x="7395" y="2266"/>
                  </a:lnTo>
                  <a:lnTo>
                    <a:pt x="8986" y="5238"/>
                  </a:lnTo>
                  <a:lnTo>
                    <a:pt x="5690" y="9195"/>
                  </a:lnTo>
                  <a:lnTo>
                    <a:pt x="1287" y="7113"/>
                  </a:lnTo>
                  <a:lnTo>
                    <a:pt x="0" y="2750"/>
                  </a:lnTo>
                  <a:lnTo>
                    <a:pt x="164" y="1329"/>
                  </a:lnTo>
                  <a:lnTo>
                    <a:pt x="264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h4943"/>
            <p:cNvSpPr/>
            <p:nvPr/>
          </p:nvSpPr>
          <p:spPr>
            <a:xfrm>
              <a:off x="6996365" y="3325050"/>
              <a:ext cx="20824" cy="31651"/>
            </a:xfrm>
            <a:custGeom>
              <a:avLst/>
              <a:pathLst>
                <a:path w="20824" h="31651">
                  <a:moveTo>
                    <a:pt x="9103" y="4409"/>
                  </a:moveTo>
                  <a:lnTo>
                    <a:pt x="13264" y="5625"/>
                  </a:lnTo>
                  <a:lnTo>
                    <a:pt x="18762" y="4835"/>
                  </a:lnTo>
                  <a:lnTo>
                    <a:pt x="20824" y="3431"/>
                  </a:lnTo>
                  <a:lnTo>
                    <a:pt x="18829" y="8474"/>
                  </a:lnTo>
                  <a:lnTo>
                    <a:pt x="16900" y="17011"/>
                  </a:lnTo>
                  <a:lnTo>
                    <a:pt x="13675" y="18683"/>
                  </a:lnTo>
                  <a:lnTo>
                    <a:pt x="6204" y="22676"/>
                  </a:lnTo>
                  <a:lnTo>
                    <a:pt x="5252" y="25223"/>
                  </a:lnTo>
                  <a:lnTo>
                    <a:pt x="6309" y="27120"/>
                  </a:lnTo>
                  <a:lnTo>
                    <a:pt x="7776" y="27627"/>
                  </a:lnTo>
                  <a:lnTo>
                    <a:pt x="5647" y="31097"/>
                  </a:lnTo>
                  <a:lnTo>
                    <a:pt x="4498" y="31651"/>
                  </a:lnTo>
                  <a:lnTo>
                    <a:pt x="0" y="24524"/>
                  </a:lnTo>
                  <a:lnTo>
                    <a:pt x="3407" y="23261"/>
                  </a:lnTo>
                  <a:lnTo>
                    <a:pt x="5532" y="23519"/>
                  </a:lnTo>
                  <a:lnTo>
                    <a:pt x="8005" y="8624"/>
                  </a:lnTo>
                  <a:lnTo>
                    <a:pt x="2937" y="4863"/>
                  </a:lnTo>
                  <a:lnTo>
                    <a:pt x="466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h4944"/>
            <p:cNvSpPr/>
            <p:nvPr/>
          </p:nvSpPr>
          <p:spPr>
            <a:xfrm>
              <a:off x="7046311" y="3227909"/>
              <a:ext cx="29821" cy="26513"/>
            </a:xfrm>
            <a:custGeom>
              <a:avLst/>
              <a:pathLst>
                <a:path w="29821" h="26513">
                  <a:moveTo>
                    <a:pt x="21117" y="4684"/>
                  </a:moveTo>
                  <a:lnTo>
                    <a:pt x="23567" y="7593"/>
                  </a:lnTo>
                  <a:lnTo>
                    <a:pt x="28044" y="13609"/>
                  </a:lnTo>
                  <a:lnTo>
                    <a:pt x="29821" y="16307"/>
                  </a:lnTo>
                  <a:lnTo>
                    <a:pt x="27024" y="18319"/>
                  </a:lnTo>
                  <a:lnTo>
                    <a:pt x="24383" y="17865"/>
                  </a:lnTo>
                  <a:lnTo>
                    <a:pt x="24306" y="16411"/>
                  </a:lnTo>
                  <a:lnTo>
                    <a:pt x="22904" y="15047"/>
                  </a:lnTo>
                  <a:lnTo>
                    <a:pt x="20597" y="14185"/>
                  </a:lnTo>
                  <a:lnTo>
                    <a:pt x="14455" y="15362"/>
                  </a:lnTo>
                  <a:lnTo>
                    <a:pt x="11924" y="24440"/>
                  </a:lnTo>
                  <a:lnTo>
                    <a:pt x="12376" y="24718"/>
                  </a:lnTo>
                  <a:lnTo>
                    <a:pt x="10823" y="26513"/>
                  </a:lnTo>
                  <a:lnTo>
                    <a:pt x="9794" y="24584"/>
                  </a:lnTo>
                  <a:lnTo>
                    <a:pt x="2705" y="21740"/>
                  </a:lnTo>
                  <a:lnTo>
                    <a:pt x="159" y="19726"/>
                  </a:lnTo>
                  <a:lnTo>
                    <a:pt x="0" y="19093"/>
                  </a:lnTo>
                  <a:lnTo>
                    <a:pt x="726" y="15703"/>
                  </a:lnTo>
                  <a:lnTo>
                    <a:pt x="5464" y="10350"/>
                  </a:lnTo>
                  <a:lnTo>
                    <a:pt x="10271" y="11348"/>
                  </a:lnTo>
                  <a:lnTo>
                    <a:pt x="10775" y="6053"/>
                  </a:lnTo>
                  <a:lnTo>
                    <a:pt x="13567" y="2739"/>
                  </a:lnTo>
                  <a:lnTo>
                    <a:pt x="1931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h4945"/>
            <p:cNvSpPr/>
            <p:nvPr/>
          </p:nvSpPr>
          <p:spPr>
            <a:xfrm>
              <a:off x="7000869" y="3233706"/>
              <a:ext cx="10910" cy="9664"/>
            </a:xfrm>
            <a:custGeom>
              <a:avLst/>
              <a:pathLst>
                <a:path w="10910" h="9664">
                  <a:moveTo>
                    <a:pt x="9618" y="0"/>
                  </a:moveTo>
                  <a:lnTo>
                    <a:pt x="10879" y="1995"/>
                  </a:lnTo>
                  <a:lnTo>
                    <a:pt x="10910" y="3342"/>
                  </a:lnTo>
                  <a:lnTo>
                    <a:pt x="10345" y="5460"/>
                  </a:lnTo>
                  <a:lnTo>
                    <a:pt x="9678" y="7922"/>
                  </a:lnTo>
                  <a:lnTo>
                    <a:pt x="8890" y="9664"/>
                  </a:lnTo>
                  <a:lnTo>
                    <a:pt x="7189" y="8986"/>
                  </a:lnTo>
                  <a:lnTo>
                    <a:pt x="5276" y="6008"/>
                  </a:lnTo>
                  <a:lnTo>
                    <a:pt x="4578" y="3638"/>
                  </a:lnTo>
                  <a:lnTo>
                    <a:pt x="0" y="616"/>
                  </a:lnTo>
                  <a:lnTo>
                    <a:pt x="4279" y="754"/>
                  </a:lnTo>
                  <a:lnTo>
                    <a:pt x="3898" y="13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h4946"/>
            <p:cNvSpPr/>
            <p:nvPr/>
          </p:nvSpPr>
          <p:spPr>
            <a:xfrm>
              <a:off x="6947039" y="3132066"/>
              <a:ext cx="22745" cy="15443"/>
            </a:xfrm>
            <a:custGeom>
              <a:avLst/>
              <a:pathLst>
                <a:path w="22745" h="15443">
                  <a:moveTo>
                    <a:pt x="3358" y="5770"/>
                  </a:moveTo>
                  <a:lnTo>
                    <a:pt x="3993" y="5937"/>
                  </a:lnTo>
                  <a:lnTo>
                    <a:pt x="7938" y="1391"/>
                  </a:lnTo>
                  <a:lnTo>
                    <a:pt x="12559" y="776"/>
                  </a:lnTo>
                  <a:lnTo>
                    <a:pt x="19442" y="1607"/>
                  </a:lnTo>
                  <a:lnTo>
                    <a:pt x="22745" y="5363"/>
                  </a:lnTo>
                  <a:lnTo>
                    <a:pt x="19262" y="7219"/>
                  </a:lnTo>
                  <a:lnTo>
                    <a:pt x="12931" y="13361"/>
                  </a:lnTo>
                  <a:lnTo>
                    <a:pt x="10408" y="13031"/>
                  </a:lnTo>
                  <a:lnTo>
                    <a:pt x="6247" y="15443"/>
                  </a:lnTo>
                  <a:lnTo>
                    <a:pt x="649" y="122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h4947"/>
            <p:cNvSpPr/>
            <p:nvPr/>
          </p:nvSpPr>
          <p:spPr>
            <a:xfrm>
              <a:off x="6968771" y="3268036"/>
              <a:ext cx="13651" cy="8417"/>
            </a:xfrm>
            <a:custGeom>
              <a:avLst/>
              <a:pathLst>
                <a:path w="13651" h="8417">
                  <a:moveTo>
                    <a:pt x="9145" y="331"/>
                  </a:moveTo>
                  <a:lnTo>
                    <a:pt x="9265" y="830"/>
                  </a:lnTo>
                  <a:lnTo>
                    <a:pt x="13651" y="5244"/>
                  </a:lnTo>
                  <a:lnTo>
                    <a:pt x="3002" y="6276"/>
                  </a:lnTo>
                  <a:lnTo>
                    <a:pt x="3399" y="7564"/>
                  </a:lnTo>
                  <a:lnTo>
                    <a:pt x="2124" y="8417"/>
                  </a:lnTo>
                  <a:lnTo>
                    <a:pt x="1102" y="8019"/>
                  </a:lnTo>
                  <a:lnTo>
                    <a:pt x="0" y="5814"/>
                  </a:lnTo>
                  <a:lnTo>
                    <a:pt x="665" y="4394"/>
                  </a:lnTo>
                  <a:lnTo>
                    <a:pt x="563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h4948"/>
            <p:cNvSpPr/>
            <p:nvPr/>
          </p:nvSpPr>
          <p:spPr>
            <a:xfrm>
              <a:off x="6994670" y="3233717"/>
              <a:ext cx="11629" cy="11134"/>
            </a:xfrm>
            <a:custGeom>
              <a:avLst/>
              <a:pathLst>
                <a:path w="11629" h="11134">
                  <a:moveTo>
                    <a:pt x="4232" y="958"/>
                  </a:moveTo>
                  <a:lnTo>
                    <a:pt x="6199" y="605"/>
                  </a:lnTo>
                  <a:lnTo>
                    <a:pt x="10777" y="3627"/>
                  </a:lnTo>
                  <a:lnTo>
                    <a:pt x="11476" y="5997"/>
                  </a:lnTo>
                  <a:lnTo>
                    <a:pt x="10420" y="7671"/>
                  </a:lnTo>
                  <a:lnTo>
                    <a:pt x="11577" y="8164"/>
                  </a:lnTo>
                  <a:lnTo>
                    <a:pt x="11629" y="10036"/>
                  </a:lnTo>
                  <a:lnTo>
                    <a:pt x="11371" y="10822"/>
                  </a:lnTo>
                  <a:lnTo>
                    <a:pt x="10040" y="11134"/>
                  </a:lnTo>
                  <a:lnTo>
                    <a:pt x="6062" y="8726"/>
                  </a:lnTo>
                  <a:lnTo>
                    <a:pt x="5775" y="5532"/>
                  </a:lnTo>
                  <a:lnTo>
                    <a:pt x="4331" y="3433"/>
                  </a:lnTo>
                  <a:lnTo>
                    <a:pt x="2541" y="4997"/>
                  </a:lnTo>
                  <a:lnTo>
                    <a:pt x="0" y="2634"/>
                  </a:lnTo>
                  <a:lnTo>
                    <a:pt x="3286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h4949"/>
            <p:cNvSpPr/>
            <p:nvPr/>
          </p:nvSpPr>
          <p:spPr>
            <a:xfrm>
              <a:off x="7037988" y="3350088"/>
              <a:ext cx="12436" cy="11220"/>
            </a:xfrm>
            <a:custGeom>
              <a:avLst/>
              <a:pathLst>
                <a:path w="12436" h="11220">
                  <a:moveTo>
                    <a:pt x="6621" y="2154"/>
                  </a:moveTo>
                  <a:lnTo>
                    <a:pt x="12436" y="3586"/>
                  </a:lnTo>
                  <a:lnTo>
                    <a:pt x="10109" y="7727"/>
                  </a:lnTo>
                  <a:lnTo>
                    <a:pt x="12171" y="11220"/>
                  </a:lnTo>
                  <a:lnTo>
                    <a:pt x="6733" y="11215"/>
                  </a:lnTo>
                  <a:lnTo>
                    <a:pt x="6337" y="9810"/>
                  </a:lnTo>
                  <a:lnTo>
                    <a:pt x="1742" y="7526"/>
                  </a:lnTo>
                  <a:lnTo>
                    <a:pt x="616" y="7553"/>
                  </a:lnTo>
                  <a:lnTo>
                    <a:pt x="0" y="6224"/>
                  </a:lnTo>
                  <a:lnTo>
                    <a:pt x="605" y="3773"/>
                  </a:lnTo>
                  <a:lnTo>
                    <a:pt x="2298" y="1695"/>
                  </a:lnTo>
                  <a:lnTo>
                    <a:pt x="2102" y="594"/>
                  </a:lnTo>
                  <a:lnTo>
                    <a:pt x="35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h4950"/>
            <p:cNvSpPr/>
            <p:nvPr/>
          </p:nvSpPr>
          <p:spPr>
            <a:xfrm>
              <a:off x="6993380" y="3230357"/>
              <a:ext cx="11768" cy="5993"/>
            </a:xfrm>
            <a:custGeom>
              <a:avLst/>
              <a:pathLst>
                <a:path w="11768" h="5993">
                  <a:moveTo>
                    <a:pt x="8170" y="303"/>
                  </a:moveTo>
                  <a:lnTo>
                    <a:pt x="9381" y="1210"/>
                  </a:lnTo>
                  <a:lnTo>
                    <a:pt x="10218" y="3100"/>
                  </a:lnTo>
                  <a:lnTo>
                    <a:pt x="11768" y="4102"/>
                  </a:lnTo>
                  <a:lnTo>
                    <a:pt x="7489" y="3964"/>
                  </a:lnTo>
                  <a:lnTo>
                    <a:pt x="5522" y="4317"/>
                  </a:lnTo>
                  <a:lnTo>
                    <a:pt x="4576" y="3359"/>
                  </a:lnTo>
                  <a:lnTo>
                    <a:pt x="1290" y="5993"/>
                  </a:lnTo>
                  <a:lnTo>
                    <a:pt x="0" y="5943"/>
                  </a:lnTo>
                  <a:lnTo>
                    <a:pt x="199" y="3410"/>
                  </a:lnTo>
                  <a:lnTo>
                    <a:pt x="6565" y="677"/>
                  </a:lnTo>
                  <a:lnTo>
                    <a:pt x="7405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h4951"/>
            <p:cNvSpPr/>
            <p:nvPr/>
          </p:nvSpPr>
          <p:spPr>
            <a:xfrm>
              <a:off x="7171812" y="3292768"/>
              <a:ext cx="16979" cy="17222"/>
            </a:xfrm>
            <a:custGeom>
              <a:avLst/>
              <a:pathLst>
                <a:path w="16979" h="17222">
                  <a:moveTo>
                    <a:pt x="8253" y="1065"/>
                  </a:moveTo>
                  <a:lnTo>
                    <a:pt x="12073" y="4115"/>
                  </a:lnTo>
                  <a:lnTo>
                    <a:pt x="16172" y="3472"/>
                  </a:lnTo>
                  <a:lnTo>
                    <a:pt x="16979" y="7707"/>
                  </a:lnTo>
                  <a:lnTo>
                    <a:pt x="15391" y="11898"/>
                  </a:lnTo>
                  <a:lnTo>
                    <a:pt x="11075" y="17222"/>
                  </a:lnTo>
                  <a:lnTo>
                    <a:pt x="8197" y="16190"/>
                  </a:lnTo>
                  <a:lnTo>
                    <a:pt x="0" y="8503"/>
                  </a:lnTo>
                  <a:lnTo>
                    <a:pt x="1370" y="6532"/>
                  </a:lnTo>
                  <a:lnTo>
                    <a:pt x="307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h4952"/>
            <p:cNvSpPr/>
            <p:nvPr/>
          </p:nvSpPr>
          <p:spPr>
            <a:xfrm>
              <a:off x="7016626" y="3093153"/>
              <a:ext cx="18087" cy="13128"/>
            </a:xfrm>
            <a:custGeom>
              <a:avLst/>
              <a:pathLst>
                <a:path w="18087" h="13128">
                  <a:moveTo>
                    <a:pt x="18087" y="10882"/>
                  </a:moveTo>
                  <a:lnTo>
                    <a:pt x="17567" y="12207"/>
                  </a:lnTo>
                  <a:lnTo>
                    <a:pt x="8648" y="12080"/>
                  </a:lnTo>
                  <a:lnTo>
                    <a:pt x="8072" y="12551"/>
                  </a:lnTo>
                  <a:lnTo>
                    <a:pt x="5186" y="13128"/>
                  </a:lnTo>
                  <a:lnTo>
                    <a:pt x="3670" y="12075"/>
                  </a:lnTo>
                  <a:lnTo>
                    <a:pt x="3642" y="11174"/>
                  </a:lnTo>
                  <a:lnTo>
                    <a:pt x="5446" y="9398"/>
                  </a:lnTo>
                  <a:lnTo>
                    <a:pt x="5017" y="6146"/>
                  </a:lnTo>
                  <a:lnTo>
                    <a:pt x="3278" y="4677"/>
                  </a:lnTo>
                  <a:lnTo>
                    <a:pt x="0" y="3354"/>
                  </a:lnTo>
                  <a:lnTo>
                    <a:pt x="106" y="1987"/>
                  </a:lnTo>
                  <a:lnTo>
                    <a:pt x="1276" y="1363"/>
                  </a:lnTo>
                  <a:lnTo>
                    <a:pt x="3664" y="1676"/>
                  </a:lnTo>
                  <a:lnTo>
                    <a:pt x="4877" y="0"/>
                  </a:lnTo>
                  <a:lnTo>
                    <a:pt x="7717" y="29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h4953"/>
            <p:cNvSpPr/>
            <p:nvPr/>
          </p:nvSpPr>
          <p:spPr>
            <a:xfrm>
              <a:off x="7038185" y="3366512"/>
              <a:ext cx="31089" cy="32235"/>
            </a:xfrm>
            <a:custGeom>
              <a:avLst/>
              <a:pathLst>
                <a:path w="31089" h="32235">
                  <a:moveTo>
                    <a:pt x="23516" y="415"/>
                  </a:moveTo>
                  <a:lnTo>
                    <a:pt x="30567" y="0"/>
                  </a:lnTo>
                  <a:lnTo>
                    <a:pt x="29826" y="3258"/>
                  </a:lnTo>
                  <a:lnTo>
                    <a:pt x="31089" y="6526"/>
                  </a:lnTo>
                  <a:lnTo>
                    <a:pt x="22399" y="6720"/>
                  </a:lnTo>
                  <a:lnTo>
                    <a:pt x="19339" y="5653"/>
                  </a:lnTo>
                  <a:lnTo>
                    <a:pt x="18186" y="6491"/>
                  </a:lnTo>
                  <a:lnTo>
                    <a:pt x="22563" y="14054"/>
                  </a:lnTo>
                  <a:lnTo>
                    <a:pt x="23737" y="21729"/>
                  </a:lnTo>
                  <a:lnTo>
                    <a:pt x="23554" y="27988"/>
                  </a:lnTo>
                  <a:lnTo>
                    <a:pt x="19549" y="28377"/>
                  </a:lnTo>
                  <a:lnTo>
                    <a:pt x="11905" y="27587"/>
                  </a:lnTo>
                  <a:lnTo>
                    <a:pt x="8355" y="29184"/>
                  </a:lnTo>
                  <a:lnTo>
                    <a:pt x="6506" y="31401"/>
                  </a:lnTo>
                  <a:lnTo>
                    <a:pt x="4825" y="32235"/>
                  </a:lnTo>
                  <a:lnTo>
                    <a:pt x="1402" y="31912"/>
                  </a:lnTo>
                  <a:lnTo>
                    <a:pt x="3504" y="27792"/>
                  </a:lnTo>
                  <a:lnTo>
                    <a:pt x="3150" y="20696"/>
                  </a:lnTo>
                  <a:lnTo>
                    <a:pt x="0" y="14201"/>
                  </a:lnTo>
                  <a:lnTo>
                    <a:pt x="3073" y="12930"/>
                  </a:lnTo>
                  <a:lnTo>
                    <a:pt x="4714" y="10459"/>
                  </a:lnTo>
                  <a:lnTo>
                    <a:pt x="5290" y="8055"/>
                  </a:lnTo>
                  <a:lnTo>
                    <a:pt x="4487" y="4827"/>
                  </a:lnTo>
                  <a:lnTo>
                    <a:pt x="14823" y="5038"/>
                  </a:lnTo>
                  <a:lnTo>
                    <a:pt x="18425" y="4254"/>
                  </a:lnTo>
                  <a:lnTo>
                    <a:pt x="20322" y="220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h4954"/>
            <p:cNvSpPr/>
            <p:nvPr/>
          </p:nvSpPr>
          <p:spPr>
            <a:xfrm>
              <a:off x="7069879" y="3221878"/>
              <a:ext cx="18726" cy="20480"/>
            </a:xfrm>
            <a:custGeom>
              <a:avLst/>
              <a:pathLst>
                <a:path w="18726" h="20480">
                  <a:moveTo>
                    <a:pt x="4729" y="0"/>
                  </a:moveTo>
                  <a:lnTo>
                    <a:pt x="4955" y="163"/>
                  </a:lnTo>
                  <a:lnTo>
                    <a:pt x="4052" y="3145"/>
                  </a:lnTo>
                  <a:lnTo>
                    <a:pt x="5611" y="4799"/>
                  </a:lnTo>
                  <a:lnTo>
                    <a:pt x="8463" y="4825"/>
                  </a:lnTo>
                  <a:lnTo>
                    <a:pt x="9759" y="6962"/>
                  </a:lnTo>
                  <a:lnTo>
                    <a:pt x="10165" y="8398"/>
                  </a:lnTo>
                  <a:lnTo>
                    <a:pt x="12889" y="7783"/>
                  </a:lnTo>
                  <a:lnTo>
                    <a:pt x="18481" y="11191"/>
                  </a:lnTo>
                  <a:lnTo>
                    <a:pt x="18726" y="15028"/>
                  </a:lnTo>
                  <a:lnTo>
                    <a:pt x="18251" y="15845"/>
                  </a:lnTo>
                  <a:lnTo>
                    <a:pt x="15408" y="16044"/>
                  </a:lnTo>
                  <a:lnTo>
                    <a:pt x="14598" y="20480"/>
                  </a:lnTo>
                  <a:lnTo>
                    <a:pt x="11659" y="20175"/>
                  </a:lnTo>
                  <a:lnTo>
                    <a:pt x="12057" y="16642"/>
                  </a:lnTo>
                  <a:lnTo>
                    <a:pt x="10519" y="16367"/>
                  </a:lnTo>
                  <a:lnTo>
                    <a:pt x="9313" y="16814"/>
                  </a:lnTo>
                  <a:lnTo>
                    <a:pt x="6744" y="19646"/>
                  </a:lnTo>
                  <a:lnTo>
                    <a:pt x="4476" y="19641"/>
                  </a:lnTo>
                  <a:lnTo>
                    <a:pt x="0" y="13624"/>
                  </a:lnTo>
                  <a:lnTo>
                    <a:pt x="86" y="10137"/>
                  </a:lnTo>
                  <a:lnTo>
                    <a:pt x="3239" y="7259"/>
                  </a:lnTo>
                  <a:lnTo>
                    <a:pt x="2705" y="1887"/>
                  </a:lnTo>
                  <a:lnTo>
                    <a:pt x="1699" y="116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h4955"/>
            <p:cNvSpPr/>
            <p:nvPr/>
          </p:nvSpPr>
          <p:spPr>
            <a:xfrm>
              <a:off x="7006063" y="3303186"/>
              <a:ext cx="13170" cy="12631"/>
            </a:xfrm>
            <a:custGeom>
              <a:avLst/>
              <a:pathLst>
                <a:path w="13170" h="12631">
                  <a:moveTo>
                    <a:pt x="13170" y="830"/>
                  </a:moveTo>
                  <a:lnTo>
                    <a:pt x="12918" y="3248"/>
                  </a:lnTo>
                  <a:lnTo>
                    <a:pt x="11812" y="4931"/>
                  </a:lnTo>
                  <a:lnTo>
                    <a:pt x="9633" y="2900"/>
                  </a:lnTo>
                  <a:lnTo>
                    <a:pt x="9042" y="5308"/>
                  </a:lnTo>
                  <a:lnTo>
                    <a:pt x="10282" y="7456"/>
                  </a:lnTo>
                  <a:lnTo>
                    <a:pt x="8404" y="11109"/>
                  </a:lnTo>
                  <a:lnTo>
                    <a:pt x="5781" y="12631"/>
                  </a:lnTo>
                  <a:lnTo>
                    <a:pt x="734" y="11273"/>
                  </a:lnTo>
                  <a:lnTo>
                    <a:pt x="0" y="8222"/>
                  </a:lnTo>
                  <a:lnTo>
                    <a:pt x="950" y="8187"/>
                  </a:lnTo>
                  <a:lnTo>
                    <a:pt x="3872" y="8369"/>
                  </a:lnTo>
                  <a:lnTo>
                    <a:pt x="6960" y="4806"/>
                  </a:lnTo>
                  <a:lnTo>
                    <a:pt x="8752" y="5477"/>
                  </a:lnTo>
                  <a:lnTo>
                    <a:pt x="9239" y="1833"/>
                  </a:lnTo>
                  <a:lnTo>
                    <a:pt x="110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h4956"/>
            <p:cNvSpPr/>
            <p:nvPr/>
          </p:nvSpPr>
          <p:spPr>
            <a:xfrm>
              <a:off x="6994900" y="3136943"/>
              <a:ext cx="14087" cy="14628"/>
            </a:xfrm>
            <a:custGeom>
              <a:avLst/>
              <a:pathLst>
                <a:path w="14087" h="14628">
                  <a:moveTo>
                    <a:pt x="12944" y="1036"/>
                  </a:moveTo>
                  <a:lnTo>
                    <a:pt x="14087" y="2000"/>
                  </a:lnTo>
                  <a:lnTo>
                    <a:pt x="13051" y="3533"/>
                  </a:lnTo>
                  <a:lnTo>
                    <a:pt x="9609" y="3154"/>
                  </a:lnTo>
                  <a:lnTo>
                    <a:pt x="9610" y="2559"/>
                  </a:lnTo>
                  <a:lnTo>
                    <a:pt x="6659" y="4294"/>
                  </a:lnTo>
                  <a:lnTo>
                    <a:pt x="3725" y="10529"/>
                  </a:lnTo>
                  <a:lnTo>
                    <a:pt x="5798" y="13008"/>
                  </a:lnTo>
                  <a:lnTo>
                    <a:pt x="5015" y="14628"/>
                  </a:lnTo>
                  <a:lnTo>
                    <a:pt x="1858" y="13059"/>
                  </a:lnTo>
                  <a:lnTo>
                    <a:pt x="1936" y="12189"/>
                  </a:lnTo>
                  <a:lnTo>
                    <a:pt x="0" y="9825"/>
                  </a:lnTo>
                  <a:lnTo>
                    <a:pt x="572" y="6444"/>
                  </a:lnTo>
                  <a:lnTo>
                    <a:pt x="1947" y="4585"/>
                  </a:lnTo>
                  <a:lnTo>
                    <a:pt x="2785" y="3229"/>
                  </a:lnTo>
                  <a:lnTo>
                    <a:pt x="784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h4957"/>
            <p:cNvSpPr/>
            <p:nvPr/>
          </p:nvSpPr>
          <p:spPr>
            <a:xfrm>
              <a:off x="6960696" y="3222172"/>
              <a:ext cx="25684" cy="23186"/>
            </a:xfrm>
            <a:custGeom>
              <a:avLst/>
              <a:pathLst>
                <a:path w="25684" h="23186">
                  <a:moveTo>
                    <a:pt x="21718" y="0"/>
                  </a:moveTo>
                  <a:lnTo>
                    <a:pt x="25684" y="5275"/>
                  </a:lnTo>
                  <a:lnTo>
                    <a:pt x="24025" y="10619"/>
                  </a:lnTo>
                  <a:lnTo>
                    <a:pt x="18109" y="10347"/>
                  </a:lnTo>
                  <a:lnTo>
                    <a:pt x="16021" y="11164"/>
                  </a:lnTo>
                  <a:lnTo>
                    <a:pt x="15066" y="12788"/>
                  </a:lnTo>
                  <a:lnTo>
                    <a:pt x="15277" y="16462"/>
                  </a:lnTo>
                  <a:lnTo>
                    <a:pt x="25037" y="19415"/>
                  </a:lnTo>
                  <a:lnTo>
                    <a:pt x="21906" y="21172"/>
                  </a:lnTo>
                  <a:lnTo>
                    <a:pt x="18177" y="20678"/>
                  </a:lnTo>
                  <a:lnTo>
                    <a:pt x="14209" y="21111"/>
                  </a:lnTo>
                  <a:lnTo>
                    <a:pt x="11090" y="23186"/>
                  </a:lnTo>
                  <a:lnTo>
                    <a:pt x="10345" y="22458"/>
                  </a:lnTo>
                  <a:lnTo>
                    <a:pt x="10696" y="21395"/>
                  </a:lnTo>
                  <a:lnTo>
                    <a:pt x="7676" y="20092"/>
                  </a:lnTo>
                  <a:lnTo>
                    <a:pt x="3779" y="19360"/>
                  </a:lnTo>
                  <a:lnTo>
                    <a:pt x="1264" y="19829"/>
                  </a:lnTo>
                  <a:lnTo>
                    <a:pt x="0" y="16324"/>
                  </a:lnTo>
                  <a:lnTo>
                    <a:pt x="4255" y="11623"/>
                  </a:lnTo>
                  <a:lnTo>
                    <a:pt x="8557" y="9420"/>
                  </a:lnTo>
                  <a:lnTo>
                    <a:pt x="9505" y="9472"/>
                  </a:lnTo>
                  <a:lnTo>
                    <a:pt x="9362" y="11219"/>
                  </a:lnTo>
                  <a:lnTo>
                    <a:pt x="10325" y="11193"/>
                  </a:lnTo>
                  <a:lnTo>
                    <a:pt x="11805" y="10010"/>
                  </a:lnTo>
                  <a:lnTo>
                    <a:pt x="11820" y="8206"/>
                  </a:lnTo>
                  <a:lnTo>
                    <a:pt x="13740" y="7258"/>
                  </a:lnTo>
                  <a:lnTo>
                    <a:pt x="16834" y="3951"/>
                  </a:lnTo>
                  <a:lnTo>
                    <a:pt x="19440" y="1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h4958"/>
            <p:cNvSpPr/>
            <p:nvPr/>
          </p:nvSpPr>
          <p:spPr>
            <a:xfrm>
              <a:off x="7189242" y="3231057"/>
              <a:ext cx="26521" cy="24083"/>
            </a:xfrm>
            <a:custGeom>
              <a:avLst/>
              <a:pathLst>
                <a:path w="26521" h="24083">
                  <a:moveTo>
                    <a:pt x="25930" y="856"/>
                  </a:moveTo>
                  <a:lnTo>
                    <a:pt x="26521" y="4443"/>
                  </a:lnTo>
                  <a:lnTo>
                    <a:pt x="25740" y="7225"/>
                  </a:lnTo>
                  <a:lnTo>
                    <a:pt x="25062" y="8275"/>
                  </a:lnTo>
                  <a:lnTo>
                    <a:pt x="18650" y="9500"/>
                  </a:lnTo>
                  <a:lnTo>
                    <a:pt x="14732" y="11534"/>
                  </a:lnTo>
                  <a:lnTo>
                    <a:pt x="13056" y="19526"/>
                  </a:lnTo>
                  <a:lnTo>
                    <a:pt x="14676" y="19925"/>
                  </a:lnTo>
                  <a:lnTo>
                    <a:pt x="13405" y="22198"/>
                  </a:lnTo>
                  <a:lnTo>
                    <a:pt x="6447" y="24083"/>
                  </a:lnTo>
                  <a:lnTo>
                    <a:pt x="5404" y="23318"/>
                  </a:lnTo>
                  <a:lnTo>
                    <a:pt x="0" y="14339"/>
                  </a:lnTo>
                  <a:lnTo>
                    <a:pt x="2147" y="10719"/>
                  </a:lnTo>
                  <a:lnTo>
                    <a:pt x="5103" y="11257"/>
                  </a:lnTo>
                  <a:lnTo>
                    <a:pt x="9281" y="12525"/>
                  </a:lnTo>
                  <a:lnTo>
                    <a:pt x="13601" y="10614"/>
                  </a:lnTo>
                  <a:lnTo>
                    <a:pt x="23537" y="2597"/>
                  </a:lnTo>
                  <a:lnTo>
                    <a:pt x="2405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h4959"/>
            <p:cNvSpPr/>
            <p:nvPr/>
          </p:nvSpPr>
          <p:spPr>
            <a:xfrm>
              <a:off x="7083950" y="3308890"/>
              <a:ext cx="14008" cy="20388"/>
            </a:xfrm>
            <a:custGeom>
              <a:avLst/>
              <a:pathLst>
                <a:path w="14008" h="20388">
                  <a:moveTo>
                    <a:pt x="11777" y="1735"/>
                  </a:moveTo>
                  <a:lnTo>
                    <a:pt x="13144" y="3040"/>
                  </a:lnTo>
                  <a:lnTo>
                    <a:pt x="14008" y="5355"/>
                  </a:lnTo>
                  <a:lnTo>
                    <a:pt x="13419" y="12015"/>
                  </a:lnTo>
                  <a:lnTo>
                    <a:pt x="12706" y="13070"/>
                  </a:lnTo>
                  <a:lnTo>
                    <a:pt x="9606" y="14030"/>
                  </a:lnTo>
                  <a:lnTo>
                    <a:pt x="10126" y="16043"/>
                  </a:lnTo>
                  <a:lnTo>
                    <a:pt x="10803" y="16328"/>
                  </a:lnTo>
                  <a:lnTo>
                    <a:pt x="11439" y="15306"/>
                  </a:lnTo>
                  <a:lnTo>
                    <a:pt x="11529" y="17935"/>
                  </a:lnTo>
                  <a:lnTo>
                    <a:pt x="10573" y="19971"/>
                  </a:lnTo>
                  <a:lnTo>
                    <a:pt x="8508" y="18645"/>
                  </a:lnTo>
                  <a:lnTo>
                    <a:pt x="6105" y="18170"/>
                  </a:lnTo>
                  <a:lnTo>
                    <a:pt x="3846" y="19312"/>
                  </a:lnTo>
                  <a:lnTo>
                    <a:pt x="3421" y="20388"/>
                  </a:lnTo>
                  <a:lnTo>
                    <a:pt x="1083" y="20375"/>
                  </a:lnTo>
                  <a:lnTo>
                    <a:pt x="0" y="17616"/>
                  </a:lnTo>
                  <a:lnTo>
                    <a:pt x="484" y="14770"/>
                  </a:lnTo>
                  <a:lnTo>
                    <a:pt x="2629" y="12625"/>
                  </a:lnTo>
                  <a:lnTo>
                    <a:pt x="3079" y="11042"/>
                  </a:lnTo>
                  <a:lnTo>
                    <a:pt x="1698" y="6211"/>
                  </a:lnTo>
                  <a:lnTo>
                    <a:pt x="3897" y="3193"/>
                  </a:lnTo>
                  <a:lnTo>
                    <a:pt x="6114" y="2869"/>
                  </a:lnTo>
                  <a:lnTo>
                    <a:pt x="802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h4960"/>
            <p:cNvSpPr/>
            <p:nvPr/>
          </p:nvSpPr>
          <p:spPr>
            <a:xfrm>
              <a:off x="7070008" y="3189079"/>
              <a:ext cx="5084" cy="4586"/>
            </a:xfrm>
            <a:custGeom>
              <a:avLst/>
              <a:pathLst>
                <a:path w="5084" h="4586">
                  <a:moveTo>
                    <a:pt x="5084" y="0"/>
                  </a:moveTo>
                  <a:lnTo>
                    <a:pt x="4063" y="4586"/>
                  </a:lnTo>
                  <a:lnTo>
                    <a:pt x="915" y="3033"/>
                  </a:lnTo>
                  <a:lnTo>
                    <a:pt x="0" y="177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h4961"/>
            <p:cNvSpPr/>
            <p:nvPr/>
          </p:nvSpPr>
          <p:spPr>
            <a:xfrm>
              <a:off x="6971657" y="3286117"/>
              <a:ext cx="10307" cy="12383"/>
            </a:xfrm>
            <a:custGeom>
              <a:avLst/>
              <a:pathLst>
                <a:path w="10307" h="12383">
                  <a:moveTo>
                    <a:pt x="9285" y="3003"/>
                  </a:moveTo>
                  <a:lnTo>
                    <a:pt x="10307" y="4214"/>
                  </a:lnTo>
                  <a:lnTo>
                    <a:pt x="9958" y="8177"/>
                  </a:lnTo>
                  <a:lnTo>
                    <a:pt x="4446" y="12383"/>
                  </a:lnTo>
                  <a:lnTo>
                    <a:pt x="1185" y="10189"/>
                  </a:lnTo>
                  <a:lnTo>
                    <a:pt x="0" y="7590"/>
                  </a:lnTo>
                  <a:lnTo>
                    <a:pt x="2581" y="5677"/>
                  </a:lnTo>
                  <a:lnTo>
                    <a:pt x="6554" y="5086"/>
                  </a:lnTo>
                  <a:lnTo>
                    <a:pt x="5923" y="2521"/>
                  </a:lnTo>
                  <a:lnTo>
                    <a:pt x="2758" y="1273"/>
                  </a:lnTo>
                  <a:lnTo>
                    <a:pt x="445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h4962"/>
            <p:cNvSpPr/>
            <p:nvPr/>
          </p:nvSpPr>
          <p:spPr>
            <a:xfrm>
              <a:off x="6927577" y="3220776"/>
              <a:ext cx="8528" cy="9634"/>
            </a:xfrm>
            <a:custGeom>
              <a:avLst/>
              <a:pathLst>
                <a:path w="8528" h="9634">
                  <a:moveTo>
                    <a:pt x="6384" y="10"/>
                  </a:moveTo>
                  <a:lnTo>
                    <a:pt x="8293" y="1664"/>
                  </a:lnTo>
                  <a:lnTo>
                    <a:pt x="8528" y="6952"/>
                  </a:lnTo>
                  <a:lnTo>
                    <a:pt x="7154" y="9634"/>
                  </a:lnTo>
                  <a:lnTo>
                    <a:pt x="5811" y="7513"/>
                  </a:lnTo>
                  <a:lnTo>
                    <a:pt x="0" y="6298"/>
                  </a:lnTo>
                  <a:lnTo>
                    <a:pt x="486" y="5293"/>
                  </a:lnTo>
                  <a:lnTo>
                    <a:pt x="2025" y="3262"/>
                  </a:lnTo>
                  <a:lnTo>
                    <a:pt x="445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h4963"/>
            <p:cNvSpPr/>
            <p:nvPr/>
          </p:nvSpPr>
          <p:spPr>
            <a:xfrm>
              <a:off x="6947039" y="3115591"/>
              <a:ext cx="35225" cy="22411"/>
            </a:xfrm>
            <a:custGeom>
              <a:avLst/>
              <a:pathLst>
                <a:path w="35225" h="22411">
                  <a:moveTo>
                    <a:pt x="14339" y="524"/>
                  </a:moveTo>
                  <a:lnTo>
                    <a:pt x="17485" y="4653"/>
                  </a:lnTo>
                  <a:lnTo>
                    <a:pt x="22555" y="8359"/>
                  </a:lnTo>
                  <a:lnTo>
                    <a:pt x="29470" y="2142"/>
                  </a:lnTo>
                  <a:lnTo>
                    <a:pt x="35225" y="12773"/>
                  </a:lnTo>
                  <a:lnTo>
                    <a:pt x="27746" y="14275"/>
                  </a:lnTo>
                  <a:lnTo>
                    <a:pt x="24572" y="18022"/>
                  </a:lnTo>
                  <a:lnTo>
                    <a:pt x="26879" y="21017"/>
                  </a:lnTo>
                  <a:lnTo>
                    <a:pt x="22745" y="21838"/>
                  </a:lnTo>
                  <a:lnTo>
                    <a:pt x="19442" y="18081"/>
                  </a:lnTo>
                  <a:lnTo>
                    <a:pt x="12559" y="17251"/>
                  </a:lnTo>
                  <a:lnTo>
                    <a:pt x="7938" y="17865"/>
                  </a:lnTo>
                  <a:lnTo>
                    <a:pt x="3993" y="22411"/>
                  </a:lnTo>
                  <a:lnTo>
                    <a:pt x="3358" y="22245"/>
                  </a:lnTo>
                  <a:lnTo>
                    <a:pt x="0" y="16474"/>
                  </a:lnTo>
                  <a:lnTo>
                    <a:pt x="5445" y="9714"/>
                  </a:lnTo>
                  <a:lnTo>
                    <a:pt x="5584" y="1969"/>
                  </a:lnTo>
                  <a:lnTo>
                    <a:pt x="8113" y="1829"/>
                  </a:lnTo>
                  <a:lnTo>
                    <a:pt x="1105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h4964"/>
            <p:cNvSpPr/>
            <p:nvPr/>
          </p:nvSpPr>
          <p:spPr>
            <a:xfrm>
              <a:off x="7003727" y="3039885"/>
              <a:ext cx="15722" cy="20389"/>
            </a:xfrm>
            <a:custGeom>
              <a:avLst/>
              <a:pathLst>
                <a:path w="15722" h="20389">
                  <a:moveTo>
                    <a:pt x="10586" y="4266"/>
                  </a:moveTo>
                  <a:lnTo>
                    <a:pt x="15722" y="7637"/>
                  </a:lnTo>
                  <a:lnTo>
                    <a:pt x="14646" y="9207"/>
                  </a:lnTo>
                  <a:lnTo>
                    <a:pt x="7893" y="13288"/>
                  </a:lnTo>
                  <a:lnTo>
                    <a:pt x="6956" y="19336"/>
                  </a:lnTo>
                  <a:lnTo>
                    <a:pt x="6044" y="20389"/>
                  </a:lnTo>
                  <a:lnTo>
                    <a:pt x="5019" y="20256"/>
                  </a:lnTo>
                  <a:lnTo>
                    <a:pt x="1283" y="17066"/>
                  </a:lnTo>
                  <a:lnTo>
                    <a:pt x="0" y="13363"/>
                  </a:lnTo>
                  <a:lnTo>
                    <a:pt x="916" y="11629"/>
                  </a:lnTo>
                  <a:lnTo>
                    <a:pt x="2819" y="13933"/>
                  </a:lnTo>
                  <a:lnTo>
                    <a:pt x="3742" y="12153"/>
                  </a:lnTo>
                  <a:lnTo>
                    <a:pt x="4922" y="7359"/>
                  </a:lnTo>
                  <a:lnTo>
                    <a:pt x="3685" y="3705"/>
                  </a:lnTo>
                  <a:lnTo>
                    <a:pt x="4178" y="3034"/>
                  </a:lnTo>
                  <a:lnTo>
                    <a:pt x="4193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h4965"/>
            <p:cNvSpPr/>
            <p:nvPr/>
          </p:nvSpPr>
          <p:spPr>
            <a:xfrm>
              <a:off x="6989946" y="3156783"/>
              <a:ext cx="27939" cy="25870"/>
            </a:xfrm>
            <a:custGeom>
              <a:avLst/>
              <a:pathLst>
                <a:path w="27939" h="25870">
                  <a:moveTo>
                    <a:pt x="19036" y="1586"/>
                  </a:moveTo>
                  <a:lnTo>
                    <a:pt x="19967" y="2932"/>
                  </a:lnTo>
                  <a:lnTo>
                    <a:pt x="21429" y="3024"/>
                  </a:lnTo>
                  <a:lnTo>
                    <a:pt x="22874" y="4204"/>
                  </a:lnTo>
                  <a:lnTo>
                    <a:pt x="27939" y="10879"/>
                  </a:lnTo>
                  <a:lnTo>
                    <a:pt x="26764" y="11111"/>
                  </a:lnTo>
                  <a:lnTo>
                    <a:pt x="25582" y="13915"/>
                  </a:lnTo>
                  <a:lnTo>
                    <a:pt x="26545" y="15259"/>
                  </a:lnTo>
                  <a:lnTo>
                    <a:pt x="21442" y="18914"/>
                  </a:lnTo>
                  <a:lnTo>
                    <a:pt x="19414" y="22446"/>
                  </a:lnTo>
                  <a:lnTo>
                    <a:pt x="13035" y="25870"/>
                  </a:lnTo>
                  <a:lnTo>
                    <a:pt x="10261" y="24314"/>
                  </a:lnTo>
                  <a:lnTo>
                    <a:pt x="9805" y="23205"/>
                  </a:lnTo>
                  <a:lnTo>
                    <a:pt x="6809" y="22552"/>
                  </a:lnTo>
                  <a:lnTo>
                    <a:pt x="2001" y="19983"/>
                  </a:lnTo>
                  <a:lnTo>
                    <a:pt x="453" y="12793"/>
                  </a:lnTo>
                  <a:lnTo>
                    <a:pt x="0" y="8837"/>
                  </a:lnTo>
                  <a:lnTo>
                    <a:pt x="1318" y="4402"/>
                  </a:lnTo>
                  <a:lnTo>
                    <a:pt x="2725" y="2568"/>
                  </a:lnTo>
                  <a:lnTo>
                    <a:pt x="12450" y="1566"/>
                  </a:lnTo>
                  <a:lnTo>
                    <a:pt x="1446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h4966"/>
            <p:cNvSpPr/>
            <p:nvPr/>
          </p:nvSpPr>
          <p:spPr>
            <a:xfrm>
              <a:off x="6953286" y="3145098"/>
              <a:ext cx="10366" cy="11574"/>
            </a:xfrm>
            <a:custGeom>
              <a:avLst/>
              <a:pathLst>
                <a:path w="10366" h="11574">
                  <a:moveTo>
                    <a:pt x="6683" y="329"/>
                  </a:moveTo>
                  <a:lnTo>
                    <a:pt x="9228" y="2729"/>
                  </a:lnTo>
                  <a:lnTo>
                    <a:pt x="10366" y="10048"/>
                  </a:lnTo>
                  <a:lnTo>
                    <a:pt x="4210" y="11574"/>
                  </a:lnTo>
                  <a:lnTo>
                    <a:pt x="3479" y="8242"/>
                  </a:lnTo>
                  <a:lnTo>
                    <a:pt x="0" y="2411"/>
                  </a:lnTo>
                  <a:lnTo>
                    <a:pt x="416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h4967"/>
            <p:cNvSpPr/>
            <p:nvPr/>
          </p:nvSpPr>
          <p:spPr>
            <a:xfrm>
              <a:off x="6956404" y="3335921"/>
              <a:ext cx="9210" cy="9220"/>
            </a:xfrm>
            <a:custGeom>
              <a:avLst/>
              <a:pathLst>
                <a:path w="9210" h="9220">
                  <a:moveTo>
                    <a:pt x="6928" y="4964"/>
                  </a:moveTo>
                  <a:lnTo>
                    <a:pt x="9178" y="8163"/>
                  </a:lnTo>
                  <a:lnTo>
                    <a:pt x="9210" y="8994"/>
                  </a:lnTo>
                  <a:lnTo>
                    <a:pt x="8573" y="9220"/>
                  </a:lnTo>
                  <a:lnTo>
                    <a:pt x="5865" y="9054"/>
                  </a:lnTo>
                  <a:lnTo>
                    <a:pt x="4502" y="6987"/>
                  </a:lnTo>
                  <a:lnTo>
                    <a:pt x="0" y="4276"/>
                  </a:lnTo>
                  <a:lnTo>
                    <a:pt x="2777" y="1640"/>
                  </a:lnTo>
                  <a:lnTo>
                    <a:pt x="49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h4968"/>
            <p:cNvSpPr/>
            <p:nvPr/>
          </p:nvSpPr>
          <p:spPr>
            <a:xfrm>
              <a:off x="6964409" y="3149730"/>
              <a:ext cx="10210" cy="10017"/>
            </a:xfrm>
            <a:custGeom>
              <a:avLst/>
              <a:pathLst>
                <a:path w="10210" h="10017">
                  <a:moveTo>
                    <a:pt x="9878" y="4611"/>
                  </a:moveTo>
                  <a:lnTo>
                    <a:pt x="6731" y="5699"/>
                  </a:lnTo>
                  <a:lnTo>
                    <a:pt x="2471" y="9086"/>
                  </a:lnTo>
                  <a:lnTo>
                    <a:pt x="1595" y="10017"/>
                  </a:lnTo>
                  <a:lnTo>
                    <a:pt x="0" y="8092"/>
                  </a:lnTo>
                  <a:lnTo>
                    <a:pt x="3899" y="2923"/>
                  </a:lnTo>
                  <a:lnTo>
                    <a:pt x="7506" y="764"/>
                  </a:lnTo>
                  <a:lnTo>
                    <a:pt x="102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h4969"/>
            <p:cNvSpPr/>
            <p:nvPr/>
          </p:nvSpPr>
          <p:spPr>
            <a:xfrm>
              <a:off x="7007567" y="3261628"/>
              <a:ext cx="6701" cy="4714"/>
            </a:xfrm>
            <a:custGeom>
              <a:avLst/>
              <a:pathLst>
                <a:path w="6701" h="4714">
                  <a:moveTo>
                    <a:pt x="6688" y="1810"/>
                  </a:moveTo>
                  <a:lnTo>
                    <a:pt x="6701" y="4643"/>
                  </a:lnTo>
                  <a:lnTo>
                    <a:pt x="3811" y="2381"/>
                  </a:lnTo>
                  <a:lnTo>
                    <a:pt x="2580" y="2520"/>
                  </a:lnTo>
                  <a:lnTo>
                    <a:pt x="1111" y="4454"/>
                  </a:lnTo>
                  <a:lnTo>
                    <a:pt x="0" y="4714"/>
                  </a:lnTo>
                  <a:lnTo>
                    <a:pt x="427" y="1948"/>
                  </a:lnTo>
                  <a:lnTo>
                    <a:pt x="722" y="262"/>
                  </a:lnTo>
                  <a:lnTo>
                    <a:pt x="678" y="61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h4970"/>
            <p:cNvSpPr/>
            <p:nvPr/>
          </p:nvSpPr>
          <p:spPr>
            <a:xfrm>
              <a:off x="7051795" y="3201620"/>
              <a:ext cx="11936" cy="8497"/>
            </a:xfrm>
            <a:custGeom>
              <a:avLst/>
              <a:pathLst>
                <a:path w="11936" h="8497">
                  <a:moveTo>
                    <a:pt x="9363" y="637"/>
                  </a:moveTo>
                  <a:lnTo>
                    <a:pt x="11936" y="4347"/>
                  </a:lnTo>
                  <a:lnTo>
                    <a:pt x="11767" y="7287"/>
                  </a:lnTo>
                  <a:lnTo>
                    <a:pt x="10355" y="8497"/>
                  </a:lnTo>
                  <a:lnTo>
                    <a:pt x="3472" y="3516"/>
                  </a:lnTo>
                  <a:lnTo>
                    <a:pt x="1539" y="3083"/>
                  </a:lnTo>
                  <a:lnTo>
                    <a:pt x="605" y="3556"/>
                  </a:lnTo>
                  <a:lnTo>
                    <a:pt x="0" y="1140"/>
                  </a:lnTo>
                  <a:lnTo>
                    <a:pt x="149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h4971"/>
            <p:cNvSpPr/>
            <p:nvPr/>
          </p:nvSpPr>
          <p:spPr>
            <a:xfrm>
              <a:off x="7002406" y="3124026"/>
              <a:ext cx="5731" cy="11854"/>
            </a:xfrm>
            <a:custGeom>
              <a:avLst/>
              <a:pathLst>
                <a:path w="5731" h="11854">
                  <a:moveTo>
                    <a:pt x="3491" y="849"/>
                  </a:moveTo>
                  <a:lnTo>
                    <a:pt x="5731" y="4565"/>
                  </a:lnTo>
                  <a:lnTo>
                    <a:pt x="2331" y="7046"/>
                  </a:lnTo>
                  <a:lnTo>
                    <a:pt x="3066" y="9167"/>
                  </a:lnTo>
                  <a:lnTo>
                    <a:pt x="0" y="11854"/>
                  </a:lnTo>
                  <a:lnTo>
                    <a:pt x="72" y="9033"/>
                  </a:lnTo>
                  <a:lnTo>
                    <a:pt x="1887" y="2294"/>
                  </a:lnTo>
                  <a:lnTo>
                    <a:pt x="176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h4972"/>
            <p:cNvSpPr/>
            <p:nvPr/>
          </p:nvSpPr>
          <p:spPr>
            <a:xfrm>
              <a:off x="6973415" y="3094595"/>
              <a:ext cx="7590" cy="10517"/>
            </a:xfrm>
            <a:custGeom>
              <a:avLst/>
              <a:pathLst>
                <a:path w="7590" h="10517">
                  <a:moveTo>
                    <a:pt x="7590" y="405"/>
                  </a:moveTo>
                  <a:lnTo>
                    <a:pt x="5768" y="3023"/>
                  </a:lnTo>
                  <a:lnTo>
                    <a:pt x="5872" y="4991"/>
                  </a:lnTo>
                  <a:lnTo>
                    <a:pt x="7491" y="5721"/>
                  </a:lnTo>
                  <a:lnTo>
                    <a:pt x="4260" y="10517"/>
                  </a:lnTo>
                  <a:lnTo>
                    <a:pt x="1211" y="8111"/>
                  </a:lnTo>
                  <a:lnTo>
                    <a:pt x="0" y="2751"/>
                  </a:lnTo>
                  <a:lnTo>
                    <a:pt x="4612" y="2174"/>
                  </a:lnTo>
                  <a:lnTo>
                    <a:pt x="711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h4973"/>
            <p:cNvSpPr/>
            <p:nvPr/>
          </p:nvSpPr>
          <p:spPr>
            <a:xfrm>
              <a:off x="6920158" y="3254709"/>
              <a:ext cx="12311" cy="3037"/>
            </a:xfrm>
            <a:custGeom>
              <a:avLst/>
              <a:pathLst>
                <a:path w="12311" h="3037">
                  <a:moveTo>
                    <a:pt x="9884" y="659"/>
                  </a:moveTo>
                  <a:lnTo>
                    <a:pt x="12311" y="3037"/>
                  </a:lnTo>
                  <a:lnTo>
                    <a:pt x="7136" y="2116"/>
                  </a:lnTo>
                  <a:lnTo>
                    <a:pt x="601" y="2922"/>
                  </a:lnTo>
                  <a:lnTo>
                    <a:pt x="0" y="2447"/>
                  </a:lnTo>
                  <a:lnTo>
                    <a:pt x="998" y="1159"/>
                  </a:lnTo>
                  <a:lnTo>
                    <a:pt x="4684" y="1121"/>
                  </a:lnTo>
                  <a:lnTo>
                    <a:pt x="63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h4974"/>
            <p:cNvSpPr/>
            <p:nvPr/>
          </p:nvSpPr>
          <p:spPr>
            <a:xfrm>
              <a:off x="7039709" y="3206868"/>
              <a:ext cx="11438" cy="13685"/>
            </a:xfrm>
            <a:custGeom>
              <a:avLst/>
              <a:pathLst>
                <a:path w="11438" h="13685">
                  <a:moveTo>
                    <a:pt x="2776" y="163"/>
                  </a:moveTo>
                  <a:lnTo>
                    <a:pt x="5778" y="2479"/>
                  </a:lnTo>
                  <a:lnTo>
                    <a:pt x="11438" y="3219"/>
                  </a:lnTo>
                  <a:lnTo>
                    <a:pt x="10329" y="5521"/>
                  </a:lnTo>
                  <a:lnTo>
                    <a:pt x="11084" y="10211"/>
                  </a:lnTo>
                  <a:lnTo>
                    <a:pt x="10809" y="11567"/>
                  </a:lnTo>
                  <a:lnTo>
                    <a:pt x="9749" y="12364"/>
                  </a:lnTo>
                  <a:lnTo>
                    <a:pt x="6453" y="13685"/>
                  </a:lnTo>
                  <a:lnTo>
                    <a:pt x="4077" y="13271"/>
                  </a:lnTo>
                  <a:lnTo>
                    <a:pt x="1668" y="8860"/>
                  </a:lnTo>
                  <a:lnTo>
                    <a:pt x="0" y="1804"/>
                  </a:lnTo>
                  <a:lnTo>
                    <a:pt x="9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h4975"/>
            <p:cNvSpPr/>
            <p:nvPr/>
          </p:nvSpPr>
          <p:spPr>
            <a:xfrm>
              <a:off x="6917475" y="3225063"/>
              <a:ext cx="6338" cy="8987"/>
            </a:xfrm>
            <a:custGeom>
              <a:avLst/>
              <a:pathLst>
                <a:path w="6338" h="8987">
                  <a:moveTo>
                    <a:pt x="4467" y="423"/>
                  </a:moveTo>
                  <a:lnTo>
                    <a:pt x="6338" y="4608"/>
                  </a:lnTo>
                  <a:lnTo>
                    <a:pt x="6213" y="7933"/>
                  </a:lnTo>
                  <a:lnTo>
                    <a:pt x="3103" y="8987"/>
                  </a:lnTo>
                  <a:lnTo>
                    <a:pt x="1278" y="6203"/>
                  </a:lnTo>
                  <a:lnTo>
                    <a:pt x="0" y="1450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h4976"/>
            <p:cNvSpPr/>
            <p:nvPr/>
          </p:nvSpPr>
          <p:spPr>
            <a:xfrm>
              <a:off x="6928334" y="3278738"/>
              <a:ext cx="23579" cy="13550"/>
            </a:xfrm>
            <a:custGeom>
              <a:avLst/>
              <a:pathLst>
                <a:path w="23579" h="13550">
                  <a:moveTo>
                    <a:pt x="23579" y="5377"/>
                  </a:moveTo>
                  <a:lnTo>
                    <a:pt x="22320" y="5870"/>
                  </a:lnTo>
                  <a:lnTo>
                    <a:pt x="20652" y="8619"/>
                  </a:lnTo>
                  <a:lnTo>
                    <a:pt x="18195" y="9933"/>
                  </a:lnTo>
                  <a:lnTo>
                    <a:pt x="13154" y="8654"/>
                  </a:lnTo>
                  <a:lnTo>
                    <a:pt x="7412" y="13550"/>
                  </a:lnTo>
                  <a:lnTo>
                    <a:pt x="5245" y="11451"/>
                  </a:lnTo>
                  <a:lnTo>
                    <a:pt x="2718" y="8901"/>
                  </a:lnTo>
                  <a:lnTo>
                    <a:pt x="0" y="3462"/>
                  </a:lnTo>
                  <a:lnTo>
                    <a:pt x="1813" y="1765"/>
                  </a:lnTo>
                  <a:lnTo>
                    <a:pt x="4765" y="773"/>
                  </a:lnTo>
                  <a:lnTo>
                    <a:pt x="1482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h4977"/>
            <p:cNvSpPr/>
            <p:nvPr/>
          </p:nvSpPr>
          <p:spPr>
            <a:xfrm>
              <a:off x="7038473" y="3276444"/>
              <a:ext cx="29643" cy="28551"/>
            </a:xfrm>
            <a:custGeom>
              <a:avLst/>
              <a:pathLst>
                <a:path w="29643" h="28551">
                  <a:moveTo>
                    <a:pt x="11255" y="764"/>
                  </a:moveTo>
                  <a:lnTo>
                    <a:pt x="19317" y="6297"/>
                  </a:lnTo>
                  <a:lnTo>
                    <a:pt x="25546" y="9053"/>
                  </a:lnTo>
                  <a:lnTo>
                    <a:pt x="27143" y="8465"/>
                  </a:lnTo>
                  <a:lnTo>
                    <a:pt x="27993" y="9767"/>
                  </a:lnTo>
                  <a:lnTo>
                    <a:pt x="29643" y="16795"/>
                  </a:lnTo>
                  <a:lnTo>
                    <a:pt x="27755" y="16573"/>
                  </a:lnTo>
                  <a:lnTo>
                    <a:pt x="25381" y="16295"/>
                  </a:lnTo>
                  <a:lnTo>
                    <a:pt x="24564" y="27877"/>
                  </a:lnTo>
                  <a:lnTo>
                    <a:pt x="22629" y="26957"/>
                  </a:lnTo>
                  <a:lnTo>
                    <a:pt x="19197" y="25940"/>
                  </a:lnTo>
                  <a:lnTo>
                    <a:pt x="14745" y="28551"/>
                  </a:lnTo>
                  <a:lnTo>
                    <a:pt x="8403" y="22808"/>
                  </a:lnTo>
                  <a:lnTo>
                    <a:pt x="2905" y="10122"/>
                  </a:lnTo>
                  <a:lnTo>
                    <a:pt x="2395" y="10433"/>
                  </a:lnTo>
                  <a:lnTo>
                    <a:pt x="2869" y="8271"/>
                  </a:lnTo>
                  <a:lnTo>
                    <a:pt x="0" y="4520"/>
                  </a:lnTo>
                  <a:lnTo>
                    <a:pt x="2652" y="2712"/>
                  </a:lnTo>
                  <a:lnTo>
                    <a:pt x="911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h4978"/>
            <p:cNvSpPr/>
            <p:nvPr/>
          </p:nvSpPr>
          <p:spPr>
            <a:xfrm>
              <a:off x="6890547" y="3137228"/>
              <a:ext cx="14179" cy="17087"/>
            </a:xfrm>
            <a:custGeom>
              <a:avLst/>
              <a:pathLst>
                <a:path w="14179" h="17087">
                  <a:moveTo>
                    <a:pt x="5318" y="2450"/>
                  </a:moveTo>
                  <a:lnTo>
                    <a:pt x="5838" y="4202"/>
                  </a:lnTo>
                  <a:lnTo>
                    <a:pt x="5434" y="5282"/>
                  </a:lnTo>
                  <a:lnTo>
                    <a:pt x="6812" y="6390"/>
                  </a:lnTo>
                  <a:lnTo>
                    <a:pt x="14179" y="7144"/>
                  </a:lnTo>
                  <a:lnTo>
                    <a:pt x="12533" y="10131"/>
                  </a:lnTo>
                  <a:lnTo>
                    <a:pt x="10729" y="11801"/>
                  </a:lnTo>
                  <a:lnTo>
                    <a:pt x="11396" y="13848"/>
                  </a:lnTo>
                  <a:lnTo>
                    <a:pt x="12580" y="16512"/>
                  </a:lnTo>
                  <a:lnTo>
                    <a:pt x="6361" y="17087"/>
                  </a:lnTo>
                  <a:lnTo>
                    <a:pt x="2473" y="14078"/>
                  </a:lnTo>
                  <a:lnTo>
                    <a:pt x="0" y="7769"/>
                  </a:lnTo>
                  <a:lnTo>
                    <a:pt x="893" y="3908"/>
                  </a:lnTo>
                  <a:lnTo>
                    <a:pt x="2611" y="1605"/>
                  </a:lnTo>
                  <a:lnTo>
                    <a:pt x="292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h4979"/>
            <p:cNvSpPr/>
            <p:nvPr/>
          </p:nvSpPr>
          <p:spPr>
            <a:xfrm>
              <a:off x="7148110" y="3360394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h4980"/>
            <p:cNvSpPr/>
            <p:nvPr/>
          </p:nvSpPr>
          <p:spPr>
            <a:xfrm>
              <a:off x="7132629" y="3345655"/>
              <a:ext cx="22673" cy="19486"/>
            </a:xfrm>
            <a:custGeom>
              <a:avLst/>
              <a:pathLst>
                <a:path w="22673" h="19486">
                  <a:moveTo>
                    <a:pt x="11231" y="15937"/>
                  </a:moveTo>
                  <a:lnTo>
                    <a:pt x="6015" y="18134"/>
                  </a:lnTo>
                  <a:lnTo>
                    <a:pt x="0" y="19486"/>
                  </a:lnTo>
                  <a:lnTo>
                    <a:pt x="1067" y="9736"/>
                  </a:lnTo>
                  <a:lnTo>
                    <a:pt x="5001" y="8942"/>
                  </a:lnTo>
                  <a:lnTo>
                    <a:pt x="13068" y="4920"/>
                  </a:lnTo>
                  <a:lnTo>
                    <a:pt x="19526" y="0"/>
                  </a:lnTo>
                  <a:lnTo>
                    <a:pt x="22673" y="11754"/>
                  </a:lnTo>
                  <a:lnTo>
                    <a:pt x="16360" y="1276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h4981"/>
            <p:cNvSpPr/>
            <p:nvPr/>
          </p:nvSpPr>
          <p:spPr>
            <a:xfrm>
              <a:off x="7093931" y="3219414"/>
              <a:ext cx="14939" cy="11176"/>
            </a:xfrm>
            <a:custGeom>
              <a:avLst/>
              <a:pathLst>
                <a:path w="14939" h="11176">
                  <a:moveTo>
                    <a:pt x="9658" y="1263"/>
                  </a:moveTo>
                  <a:lnTo>
                    <a:pt x="11655" y="3090"/>
                  </a:lnTo>
                  <a:lnTo>
                    <a:pt x="12996" y="3293"/>
                  </a:lnTo>
                  <a:lnTo>
                    <a:pt x="14939" y="8365"/>
                  </a:lnTo>
                  <a:lnTo>
                    <a:pt x="14558" y="11176"/>
                  </a:lnTo>
                  <a:lnTo>
                    <a:pt x="13275" y="10849"/>
                  </a:lnTo>
                  <a:lnTo>
                    <a:pt x="11223" y="8894"/>
                  </a:lnTo>
                  <a:lnTo>
                    <a:pt x="7133" y="6677"/>
                  </a:lnTo>
                  <a:lnTo>
                    <a:pt x="3970" y="6462"/>
                  </a:lnTo>
                  <a:lnTo>
                    <a:pt x="0" y="4003"/>
                  </a:lnTo>
                  <a:lnTo>
                    <a:pt x="3443" y="2796"/>
                  </a:lnTo>
                  <a:lnTo>
                    <a:pt x="347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h4982"/>
            <p:cNvSpPr/>
            <p:nvPr/>
          </p:nvSpPr>
          <p:spPr>
            <a:xfrm>
              <a:off x="6854735" y="3126886"/>
              <a:ext cx="17203" cy="15438"/>
            </a:xfrm>
            <a:custGeom>
              <a:avLst/>
              <a:pathLst>
                <a:path w="17203" h="15438">
                  <a:moveTo>
                    <a:pt x="6542" y="709"/>
                  </a:moveTo>
                  <a:lnTo>
                    <a:pt x="5387" y="1716"/>
                  </a:lnTo>
                  <a:lnTo>
                    <a:pt x="5516" y="3416"/>
                  </a:lnTo>
                  <a:lnTo>
                    <a:pt x="8023" y="6240"/>
                  </a:lnTo>
                  <a:lnTo>
                    <a:pt x="9818" y="5193"/>
                  </a:lnTo>
                  <a:lnTo>
                    <a:pt x="10773" y="3488"/>
                  </a:lnTo>
                  <a:lnTo>
                    <a:pt x="13352" y="6420"/>
                  </a:lnTo>
                  <a:lnTo>
                    <a:pt x="17203" y="8237"/>
                  </a:lnTo>
                  <a:lnTo>
                    <a:pt x="16791" y="15438"/>
                  </a:lnTo>
                  <a:lnTo>
                    <a:pt x="8185" y="11270"/>
                  </a:lnTo>
                  <a:lnTo>
                    <a:pt x="7387" y="8835"/>
                  </a:lnTo>
                  <a:lnTo>
                    <a:pt x="7992" y="6675"/>
                  </a:lnTo>
                  <a:lnTo>
                    <a:pt x="4894" y="5699"/>
                  </a:lnTo>
                  <a:lnTo>
                    <a:pt x="176" y="65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h4983"/>
            <p:cNvSpPr/>
            <p:nvPr/>
          </p:nvSpPr>
          <p:spPr>
            <a:xfrm>
              <a:off x="7023959" y="3150550"/>
              <a:ext cx="35710" cy="22270"/>
            </a:xfrm>
            <a:custGeom>
              <a:avLst/>
              <a:pathLst>
                <a:path w="35710" h="22270">
                  <a:moveTo>
                    <a:pt x="35710" y="1801"/>
                  </a:moveTo>
                  <a:lnTo>
                    <a:pt x="33019" y="4988"/>
                  </a:lnTo>
                  <a:lnTo>
                    <a:pt x="33147" y="7779"/>
                  </a:lnTo>
                  <a:lnTo>
                    <a:pt x="33776" y="8298"/>
                  </a:lnTo>
                  <a:lnTo>
                    <a:pt x="33143" y="14490"/>
                  </a:lnTo>
                  <a:lnTo>
                    <a:pt x="28072" y="17508"/>
                  </a:lnTo>
                  <a:lnTo>
                    <a:pt x="25442" y="17479"/>
                  </a:lnTo>
                  <a:lnTo>
                    <a:pt x="21700" y="19216"/>
                  </a:lnTo>
                  <a:lnTo>
                    <a:pt x="19395" y="21296"/>
                  </a:lnTo>
                  <a:lnTo>
                    <a:pt x="16014" y="21693"/>
                  </a:lnTo>
                  <a:lnTo>
                    <a:pt x="11270" y="20839"/>
                  </a:lnTo>
                  <a:lnTo>
                    <a:pt x="4488" y="22211"/>
                  </a:lnTo>
                  <a:lnTo>
                    <a:pt x="1540" y="22270"/>
                  </a:lnTo>
                  <a:lnTo>
                    <a:pt x="336" y="21521"/>
                  </a:lnTo>
                  <a:lnTo>
                    <a:pt x="0" y="19949"/>
                  </a:lnTo>
                  <a:lnTo>
                    <a:pt x="1675" y="16637"/>
                  </a:lnTo>
                  <a:lnTo>
                    <a:pt x="2832" y="18884"/>
                  </a:lnTo>
                  <a:lnTo>
                    <a:pt x="5274" y="19926"/>
                  </a:lnTo>
                  <a:lnTo>
                    <a:pt x="11597" y="16973"/>
                  </a:lnTo>
                  <a:lnTo>
                    <a:pt x="16108" y="17429"/>
                  </a:lnTo>
                  <a:lnTo>
                    <a:pt x="19023" y="16435"/>
                  </a:lnTo>
                  <a:lnTo>
                    <a:pt x="22999" y="12387"/>
                  </a:lnTo>
                  <a:lnTo>
                    <a:pt x="20009" y="10558"/>
                  </a:lnTo>
                  <a:lnTo>
                    <a:pt x="20517" y="9600"/>
                  </a:lnTo>
                  <a:lnTo>
                    <a:pt x="22272" y="7590"/>
                  </a:lnTo>
                  <a:lnTo>
                    <a:pt x="24677" y="7145"/>
                  </a:lnTo>
                  <a:lnTo>
                    <a:pt x="30203" y="3629"/>
                  </a:lnTo>
                  <a:lnTo>
                    <a:pt x="31474" y="976"/>
                  </a:lnTo>
                  <a:lnTo>
                    <a:pt x="3395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h4984"/>
            <p:cNvSpPr/>
            <p:nvPr/>
          </p:nvSpPr>
          <p:spPr>
            <a:xfrm>
              <a:off x="6846428" y="3185757"/>
              <a:ext cx="8490" cy="13265"/>
            </a:xfrm>
            <a:custGeom>
              <a:avLst/>
              <a:pathLst>
                <a:path w="8490" h="13265">
                  <a:moveTo>
                    <a:pt x="7733" y="611"/>
                  </a:moveTo>
                  <a:lnTo>
                    <a:pt x="8490" y="1953"/>
                  </a:lnTo>
                  <a:lnTo>
                    <a:pt x="7855" y="4838"/>
                  </a:lnTo>
                  <a:lnTo>
                    <a:pt x="4883" y="11409"/>
                  </a:lnTo>
                  <a:lnTo>
                    <a:pt x="0" y="13265"/>
                  </a:lnTo>
                  <a:lnTo>
                    <a:pt x="1743" y="7306"/>
                  </a:lnTo>
                  <a:lnTo>
                    <a:pt x="689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h4985"/>
            <p:cNvSpPr/>
            <p:nvPr/>
          </p:nvSpPr>
          <p:spPr>
            <a:xfrm>
              <a:off x="7133558" y="3235113"/>
              <a:ext cx="18726" cy="14828"/>
            </a:xfrm>
            <a:custGeom>
              <a:avLst/>
              <a:pathLst>
                <a:path w="18726" h="14828">
                  <a:moveTo>
                    <a:pt x="10546" y="868"/>
                  </a:moveTo>
                  <a:lnTo>
                    <a:pt x="13406" y="4753"/>
                  </a:lnTo>
                  <a:lnTo>
                    <a:pt x="14428" y="4569"/>
                  </a:lnTo>
                  <a:lnTo>
                    <a:pt x="17781" y="6744"/>
                  </a:lnTo>
                  <a:lnTo>
                    <a:pt x="18726" y="9065"/>
                  </a:lnTo>
                  <a:lnTo>
                    <a:pt x="15842" y="10521"/>
                  </a:lnTo>
                  <a:lnTo>
                    <a:pt x="12604" y="10314"/>
                  </a:lnTo>
                  <a:lnTo>
                    <a:pt x="9110" y="12823"/>
                  </a:lnTo>
                  <a:lnTo>
                    <a:pt x="9557" y="14828"/>
                  </a:lnTo>
                  <a:lnTo>
                    <a:pt x="7855" y="13812"/>
                  </a:lnTo>
                  <a:lnTo>
                    <a:pt x="0" y="10205"/>
                  </a:lnTo>
                  <a:lnTo>
                    <a:pt x="816" y="6768"/>
                  </a:lnTo>
                  <a:lnTo>
                    <a:pt x="5600" y="2405"/>
                  </a:lnTo>
                  <a:lnTo>
                    <a:pt x="5728" y="1468"/>
                  </a:lnTo>
                  <a:lnTo>
                    <a:pt x="832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h4986"/>
            <p:cNvSpPr/>
            <p:nvPr/>
          </p:nvSpPr>
          <p:spPr>
            <a:xfrm>
              <a:off x="6881569" y="3288055"/>
              <a:ext cx="37129" cy="21873"/>
            </a:xfrm>
            <a:custGeom>
              <a:avLst/>
              <a:pathLst>
                <a:path w="37129" h="21873">
                  <a:moveTo>
                    <a:pt x="22813" y="530"/>
                  </a:moveTo>
                  <a:lnTo>
                    <a:pt x="25922" y="1764"/>
                  </a:lnTo>
                  <a:lnTo>
                    <a:pt x="26823" y="1402"/>
                  </a:lnTo>
                  <a:lnTo>
                    <a:pt x="28326" y="3998"/>
                  </a:lnTo>
                  <a:lnTo>
                    <a:pt x="31240" y="4272"/>
                  </a:lnTo>
                  <a:lnTo>
                    <a:pt x="32783" y="5516"/>
                  </a:lnTo>
                  <a:lnTo>
                    <a:pt x="37129" y="13670"/>
                  </a:lnTo>
                  <a:lnTo>
                    <a:pt x="37068" y="16573"/>
                  </a:lnTo>
                  <a:lnTo>
                    <a:pt x="28272" y="21873"/>
                  </a:lnTo>
                  <a:lnTo>
                    <a:pt x="28016" y="20133"/>
                  </a:lnTo>
                  <a:lnTo>
                    <a:pt x="26774" y="18645"/>
                  </a:lnTo>
                  <a:lnTo>
                    <a:pt x="22877" y="17448"/>
                  </a:lnTo>
                  <a:lnTo>
                    <a:pt x="20562" y="18335"/>
                  </a:lnTo>
                  <a:lnTo>
                    <a:pt x="17646" y="16608"/>
                  </a:lnTo>
                  <a:lnTo>
                    <a:pt x="9767" y="17709"/>
                  </a:lnTo>
                  <a:lnTo>
                    <a:pt x="1393" y="17000"/>
                  </a:lnTo>
                  <a:lnTo>
                    <a:pt x="2402" y="10847"/>
                  </a:lnTo>
                  <a:lnTo>
                    <a:pt x="604" y="8753"/>
                  </a:lnTo>
                  <a:lnTo>
                    <a:pt x="0" y="7403"/>
                  </a:lnTo>
                  <a:lnTo>
                    <a:pt x="2236" y="5859"/>
                  </a:lnTo>
                  <a:lnTo>
                    <a:pt x="6274" y="4483"/>
                  </a:lnTo>
                  <a:lnTo>
                    <a:pt x="6908" y="3009"/>
                  </a:lnTo>
                  <a:lnTo>
                    <a:pt x="9167" y="3853"/>
                  </a:lnTo>
                  <a:lnTo>
                    <a:pt x="7363" y="495"/>
                  </a:lnTo>
                  <a:lnTo>
                    <a:pt x="1051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h4987"/>
            <p:cNvSpPr/>
            <p:nvPr/>
          </p:nvSpPr>
          <p:spPr>
            <a:xfrm>
              <a:off x="7076901" y="3138587"/>
              <a:ext cx="29985" cy="39295"/>
            </a:xfrm>
            <a:custGeom>
              <a:avLst/>
              <a:pathLst>
                <a:path w="29985" h="39295">
                  <a:moveTo>
                    <a:pt x="16827" y="1009"/>
                  </a:moveTo>
                  <a:lnTo>
                    <a:pt x="17282" y="3671"/>
                  </a:lnTo>
                  <a:lnTo>
                    <a:pt x="19621" y="2357"/>
                  </a:lnTo>
                  <a:lnTo>
                    <a:pt x="21620" y="3555"/>
                  </a:lnTo>
                  <a:lnTo>
                    <a:pt x="22858" y="2679"/>
                  </a:lnTo>
                  <a:lnTo>
                    <a:pt x="25526" y="5335"/>
                  </a:lnTo>
                  <a:lnTo>
                    <a:pt x="24664" y="6944"/>
                  </a:lnTo>
                  <a:lnTo>
                    <a:pt x="24485" y="9831"/>
                  </a:lnTo>
                  <a:lnTo>
                    <a:pt x="26724" y="11234"/>
                  </a:lnTo>
                  <a:lnTo>
                    <a:pt x="25366" y="12787"/>
                  </a:lnTo>
                  <a:lnTo>
                    <a:pt x="24804" y="14214"/>
                  </a:lnTo>
                  <a:lnTo>
                    <a:pt x="28701" y="18657"/>
                  </a:lnTo>
                  <a:lnTo>
                    <a:pt x="29985" y="24334"/>
                  </a:lnTo>
                  <a:lnTo>
                    <a:pt x="26188" y="30566"/>
                  </a:lnTo>
                  <a:lnTo>
                    <a:pt x="25647" y="33854"/>
                  </a:lnTo>
                  <a:lnTo>
                    <a:pt x="26369" y="35823"/>
                  </a:lnTo>
                  <a:lnTo>
                    <a:pt x="25956" y="38643"/>
                  </a:lnTo>
                  <a:lnTo>
                    <a:pt x="25059" y="39295"/>
                  </a:lnTo>
                  <a:lnTo>
                    <a:pt x="19545" y="38453"/>
                  </a:lnTo>
                  <a:lnTo>
                    <a:pt x="18089" y="37476"/>
                  </a:lnTo>
                  <a:lnTo>
                    <a:pt x="14661" y="35162"/>
                  </a:lnTo>
                  <a:lnTo>
                    <a:pt x="14425" y="31879"/>
                  </a:lnTo>
                  <a:lnTo>
                    <a:pt x="7529" y="27584"/>
                  </a:lnTo>
                  <a:lnTo>
                    <a:pt x="5772" y="27731"/>
                  </a:lnTo>
                  <a:lnTo>
                    <a:pt x="2506" y="25045"/>
                  </a:lnTo>
                  <a:lnTo>
                    <a:pt x="2996" y="23125"/>
                  </a:lnTo>
                  <a:lnTo>
                    <a:pt x="2109" y="20821"/>
                  </a:lnTo>
                  <a:lnTo>
                    <a:pt x="29" y="19599"/>
                  </a:lnTo>
                  <a:lnTo>
                    <a:pt x="146" y="18158"/>
                  </a:lnTo>
                  <a:lnTo>
                    <a:pt x="1056" y="17789"/>
                  </a:lnTo>
                  <a:lnTo>
                    <a:pt x="1656" y="14747"/>
                  </a:lnTo>
                  <a:lnTo>
                    <a:pt x="0" y="11400"/>
                  </a:lnTo>
                  <a:lnTo>
                    <a:pt x="3119" y="9191"/>
                  </a:lnTo>
                  <a:lnTo>
                    <a:pt x="4418" y="6592"/>
                  </a:lnTo>
                  <a:lnTo>
                    <a:pt x="10179" y="4528"/>
                  </a:lnTo>
                  <a:lnTo>
                    <a:pt x="1585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h4988"/>
            <p:cNvSpPr/>
            <p:nvPr/>
          </p:nvSpPr>
          <p:spPr>
            <a:xfrm>
              <a:off x="7131879" y="3236558"/>
              <a:ext cx="30627" cy="44134"/>
            </a:xfrm>
            <a:custGeom>
              <a:avLst/>
              <a:pathLst>
                <a:path w="30627" h="44134">
                  <a:moveTo>
                    <a:pt x="26490" y="2801"/>
                  </a:moveTo>
                  <a:lnTo>
                    <a:pt x="27459" y="4004"/>
                  </a:lnTo>
                  <a:lnTo>
                    <a:pt x="29091" y="6280"/>
                  </a:lnTo>
                  <a:lnTo>
                    <a:pt x="30627" y="12046"/>
                  </a:lnTo>
                  <a:lnTo>
                    <a:pt x="29425" y="13682"/>
                  </a:lnTo>
                  <a:lnTo>
                    <a:pt x="24547" y="14922"/>
                  </a:lnTo>
                  <a:lnTo>
                    <a:pt x="21811" y="16568"/>
                  </a:lnTo>
                  <a:lnTo>
                    <a:pt x="23838" y="18812"/>
                  </a:lnTo>
                  <a:lnTo>
                    <a:pt x="24800" y="23819"/>
                  </a:lnTo>
                  <a:lnTo>
                    <a:pt x="22647" y="27680"/>
                  </a:lnTo>
                  <a:lnTo>
                    <a:pt x="22667" y="32549"/>
                  </a:lnTo>
                  <a:lnTo>
                    <a:pt x="26329" y="36461"/>
                  </a:lnTo>
                  <a:lnTo>
                    <a:pt x="21255" y="42450"/>
                  </a:lnTo>
                  <a:lnTo>
                    <a:pt x="17725" y="41627"/>
                  </a:lnTo>
                  <a:lnTo>
                    <a:pt x="16586" y="42947"/>
                  </a:lnTo>
                  <a:lnTo>
                    <a:pt x="16592" y="44134"/>
                  </a:lnTo>
                  <a:lnTo>
                    <a:pt x="15273" y="43469"/>
                  </a:lnTo>
                  <a:lnTo>
                    <a:pt x="11975" y="38763"/>
                  </a:lnTo>
                  <a:lnTo>
                    <a:pt x="6623" y="35669"/>
                  </a:lnTo>
                  <a:lnTo>
                    <a:pt x="2114" y="34854"/>
                  </a:lnTo>
                  <a:lnTo>
                    <a:pt x="0" y="33690"/>
                  </a:lnTo>
                  <a:lnTo>
                    <a:pt x="6122" y="29708"/>
                  </a:lnTo>
                  <a:lnTo>
                    <a:pt x="9199" y="28595"/>
                  </a:lnTo>
                  <a:lnTo>
                    <a:pt x="12811" y="24910"/>
                  </a:lnTo>
                  <a:lnTo>
                    <a:pt x="12975" y="19798"/>
                  </a:lnTo>
                  <a:lnTo>
                    <a:pt x="11950" y="19309"/>
                  </a:lnTo>
                  <a:lnTo>
                    <a:pt x="11393" y="17340"/>
                  </a:lnTo>
                  <a:lnTo>
                    <a:pt x="12762" y="15836"/>
                  </a:lnTo>
                  <a:lnTo>
                    <a:pt x="11235" y="13383"/>
                  </a:lnTo>
                  <a:lnTo>
                    <a:pt x="10789" y="11378"/>
                  </a:lnTo>
                  <a:lnTo>
                    <a:pt x="14282" y="8869"/>
                  </a:lnTo>
                  <a:lnTo>
                    <a:pt x="17520" y="9076"/>
                  </a:lnTo>
                  <a:lnTo>
                    <a:pt x="17680" y="10430"/>
                  </a:lnTo>
                  <a:lnTo>
                    <a:pt x="20241" y="10911"/>
                  </a:lnTo>
                  <a:lnTo>
                    <a:pt x="22407" y="9901"/>
                  </a:lnTo>
                  <a:lnTo>
                    <a:pt x="23682" y="11028"/>
                  </a:lnTo>
                  <a:lnTo>
                    <a:pt x="25393" y="6486"/>
                  </a:lnTo>
                  <a:lnTo>
                    <a:pt x="22812" y="4811"/>
                  </a:lnTo>
                  <a:lnTo>
                    <a:pt x="21405" y="6225"/>
                  </a:lnTo>
                  <a:lnTo>
                    <a:pt x="19460" y="5299"/>
                  </a:lnTo>
                  <a:lnTo>
                    <a:pt x="16107" y="3124"/>
                  </a:lnTo>
                  <a:lnTo>
                    <a:pt x="20310" y="0"/>
                  </a:lnTo>
                  <a:lnTo>
                    <a:pt x="25738" y="5602"/>
                  </a:lnTo>
                  <a:close/>
                  <a:moveTo>
                    <a:pt x="14378" y="29465"/>
                  </a:moveTo>
                  <a:lnTo>
                    <a:pt x="15836" y="30018"/>
                  </a:lnTo>
                  <a:lnTo>
                    <a:pt x="17429" y="26751"/>
                  </a:lnTo>
                  <a:lnTo>
                    <a:pt x="17253" y="25948"/>
                  </a:lnTo>
                  <a:lnTo>
                    <a:pt x="15919" y="25698"/>
                  </a:lnTo>
                  <a:lnTo>
                    <a:pt x="12652" y="2738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h4989"/>
            <p:cNvSpPr/>
            <p:nvPr/>
          </p:nvSpPr>
          <p:spPr>
            <a:xfrm>
              <a:off x="7059001" y="3183562"/>
              <a:ext cx="7647" cy="7720"/>
            </a:xfrm>
            <a:custGeom>
              <a:avLst/>
              <a:pathLst>
                <a:path w="7647" h="7720">
                  <a:moveTo>
                    <a:pt x="7647" y="2854"/>
                  </a:moveTo>
                  <a:lnTo>
                    <a:pt x="4400" y="7440"/>
                  </a:lnTo>
                  <a:lnTo>
                    <a:pt x="2003" y="7720"/>
                  </a:lnTo>
                  <a:lnTo>
                    <a:pt x="0" y="4882"/>
                  </a:lnTo>
                  <a:lnTo>
                    <a:pt x="1746" y="4182"/>
                  </a:lnTo>
                  <a:lnTo>
                    <a:pt x="3961" y="653"/>
                  </a:lnTo>
                  <a:lnTo>
                    <a:pt x="509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h4990"/>
            <p:cNvSpPr/>
            <p:nvPr/>
          </p:nvSpPr>
          <p:spPr>
            <a:xfrm>
              <a:off x="7167246" y="3264858"/>
              <a:ext cx="22755" cy="22521"/>
            </a:xfrm>
            <a:custGeom>
              <a:avLst/>
              <a:pathLst>
                <a:path w="22755" h="22521">
                  <a:moveTo>
                    <a:pt x="15982" y="0"/>
                  </a:moveTo>
                  <a:lnTo>
                    <a:pt x="20162" y="1442"/>
                  </a:lnTo>
                  <a:lnTo>
                    <a:pt x="20819" y="11976"/>
                  </a:lnTo>
                  <a:lnTo>
                    <a:pt x="22382" y="13301"/>
                  </a:lnTo>
                  <a:lnTo>
                    <a:pt x="22755" y="14502"/>
                  </a:lnTo>
                  <a:lnTo>
                    <a:pt x="22545" y="20402"/>
                  </a:lnTo>
                  <a:lnTo>
                    <a:pt x="20866" y="22521"/>
                  </a:lnTo>
                  <a:lnTo>
                    <a:pt x="13482" y="21802"/>
                  </a:lnTo>
                  <a:lnTo>
                    <a:pt x="5753" y="18508"/>
                  </a:lnTo>
                  <a:lnTo>
                    <a:pt x="4297" y="15274"/>
                  </a:lnTo>
                  <a:lnTo>
                    <a:pt x="0" y="15575"/>
                  </a:lnTo>
                  <a:lnTo>
                    <a:pt x="355" y="11840"/>
                  </a:lnTo>
                  <a:lnTo>
                    <a:pt x="2880" y="10403"/>
                  </a:lnTo>
                  <a:lnTo>
                    <a:pt x="5023" y="12047"/>
                  </a:lnTo>
                  <a:lnTo>
                    <a:pt x="7934" y="10442"/>
                  </a:lnTo>
                  <a:lnTo>
                    <a:pt x="8767" y="6098"/>
                  </a:lnTo>
                  <a:lnTo>
                    <a:pt x="14073" y="88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h4991"/>
            <p:cNvSpPr/>
            <p:nvPr/>
          </p:nvSpPr>
          <p:spPr>
            <a:xfrm>
              <a:off x="7049458" y="3204703"/>
              <a:ext cx="14126" cy="18450"/>
            </a:xfrm>
            <a:custGeom>
              <a:avLst/>
              <a:pathLst>
                <a:path w="14126" h="18450">
                  <a:moveTo>
                    <a:pt x="5808" y="433"/>
                  </a:moveTo>
                  <a:lnTo>
                    <a:pt x="12691" y="5413"/>
                  </a:lnTo>
                  <a:lnTo>
                    <a:pt x="14126" y="8575"/>
                  </a:lnTo>
                  <a:lnTo>
                    <a:pt x="12196" y="9543"/>
                  </a:lnTo>
                  <a:lnTo>
                    <a:pt x="9741" y="9586"/>
                  </a:lnTo>
                  <a:lnTo>
                    <a:pt x="7297" y="8385"/>
                  </a:lnTo>
                  <a:lnTo>
                    <a:pt x="4886" y="11115"/>
                  </a:lnTo>
                  <a:lnTo>
                    <a:pt x="4366" y="12850"/>
                  </a:lnTo>
                  <a:lnTo>
                    <a:pt x="12048" y="12835"/>
                  </a:lnTo>
                  <a:lnTo>
                    <a:pt x="12263" y="13696"/>
                  </a:lnTo>
                  <a:lnTo>
                    <a:pt x="2867" y="18450"/>
                  </a:lnTo>
                  <a:lnTo>
                    <a:pt x="0" y="14529"/>
                  </a:lnTo>
                  <a:lnTo>
                    <a:pt x="1060" y="13731"/>
                  </a:lnTo>
                  <a:lnTo>
                    <a:pt x="1334" y="12376"/>
                  </a:lnTo>
                  <a:lnTo>
                    <a:pt x="580" y="7686"/>
                  </a:lnTo>
                  <a:lnTo>
                    <a:pt x="1689" y="5384"/>
                  </a:lnTo>
                  <a:lnTo>
                    <a:pt x="2941" y="473"/>
                  </a:lnTo>
                  <a:lnTo>
                    <a:pt x="387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h4992"/>
            <p:cNvSpPr/>
            <p:nvPr/>
          </p:nvSpPr>
          <p:spPr>
            <a:xfrm>
              <a:off x="6828811" y="3296395"/>
              <a:ext cx="14068" cy="19344"/>
            </a:xfrm>
            <a:custGeom>
              <a:avLst/>
              <a:pathLst>
                <a:path w="14068" h="19344">
                  <a:moveTo>
                    <a:pt x="2783" y="1374"/>
                  </a:moveTo>
                  <a:lnTo>
                    <a:pt x="4043" y="2704"/>
                  </a:lnTo>
                  <a:lnTo>
                    <a:pt x="4666" y="6704"/>
                  </a:lnTo>
                  <a:lnTo>
                    <a:pt x="13375" y="6778"/>
                  </a:lnTo>
                  <a:lnTo>
                    <a:pt x="14068" y="10716"/>
                  </a:lnTo>
                  <a:lnTo>
                    <a:pt x="12835" y="10916"/>
                  </a:lnTo>
                  <a:lnTo>
                    <a:pt x="12590" y="11694"/>
                  </a:lnTo>
                  <a:lnTo>
                    <a:pt x="11625" y="19344"/>
                  </a:lnTo>
                  <a:lnTo>
                    <a:pt x="7384" y="18810"/>
                  </a:lnTo>
                  <a:lnTo>
                    <a:pt x="7492" y="12983"/>
                  </a:lnTo>
                  <a:lnTo>
                    <a:pt x="6281" y="13845"/>
                  </a:lnTo>
                  <a:lnTo>
                    <a:pt x="4738" y="13597"/>
                  </a:lnTo>
                  <a:lnTo>
                    <a:pt x="3111" y="11993"/>
                  </a:lnTo>
                  <a:lnTo>
                    <a:pt x="660" y="113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h4993"/>
            <p:cNvSpPr/>
            <p:nvPr/>
          </p:nvSpPr>
          <p:spPr>
            <a:xfrm>
              <a:off x="7033131" y="3247636"/>
              <a:ext cx="24003" cy="27352"/>
            </a:xfrm>
            <a:custGeom>
              <a:avLst/>
              <a:pathLst>
                <a:path w="24003" h="27352">
                  <a:moveTo>
                    <a:pt x="15884" y="2014"/>
                  </a:moveTo>
                  <a:lnTo>
                    <a:pt x="22973" y="4858"/>
                  </a:lnTo>
                  <a:lnTo>
                    <a:pt x="24003" y="6787"/>
                  </a:lnTo>
                  <a:lnTo>
                    <a:pt x="21486" y="13440"/>
                  </a:lnTo>
                  <a:lnTo>
                    <a:pt x="19374" y="11647"/>
                  </a:lnTo>
                  <a:lnTo>
                    <a:pt x="14238" y="12464"/>
                  </a:lnTo>
                  <a:lnTo>
                    <a:pt x="13886" y="19276"/>
                  </a:lnTo>
                  <a:lnTo>
                    <a:pt x="15675" y="26406"/>
                  </a:lnTo>
                  <a:lnTo>
                    <a:pt x="15573" y="26857"/>
                  </a:lnTo>
                  <a:lnTo>
                    <a:pt x="14080" y="27352"/>
                  </a:lnTo>
                  <a:lnTo>
                    <a:pt x="14552" y="23744"/>
                  </a:lnTo>
                  <a:lnTo>
                    <a:pt x="13765" y="21810"/>
                  </a:lnTo>
                  <a:lnTo>
                    <a:pt x="8165" y="19185"/>
                  </a:lnTo>
                  <a:lnTo>
                    <a:pt x="9488" y="18385"/>
                  </a:lnTo>
                  <a:lnTo>
                    <a:pt x="0" y="8513"/>
                  </a:lnTo>
                  <a:lnTo>
                    <a:pt x="1691" y="6522"/>
                  </a:lnTo>
                  <a:lnTo>
                    <a:pt x="4006" y="7112"/>
                  </a:lnTo>
                  <a:lnTo>
                    <a:pt x="6757" y="7529"/>
                  </a:lnTo>
                  <a:lnTo>
                    <a:pt x="10994" y="10288"/>
                  </a:lnTo>
                  <a:lnTo>
                    <a:pt x="12418" y="9287"/>
                  </a:lnTo>
                  <a:lnTo>
                    <a:pt x="12467" y="1637"/>
                  </a:lnTo>
                  <a:lnTo>
                    <a:pt x="1333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h4994"/>
            <p:cNvSpPr/>
            <p:nvPr/>
          </p:nvSpPr>
          <p:spPr>
            <a:xfrm>
              <a:off x="6887140" y="3120136"/>
              <a:ext cx="10128" cy="9352"/>
            </a:xfrm>
            <a:custGeom>
              <a:avLst/>
              <a:pathLst>
                <a:path w="10128" h="9352">
                  <a:moveTo>
                    <a:pt x="8780" y="999"/>
                  </a:moveTo>
                  <a:lnTo>
                    <a:pt x="10128" y="9352"/>
                  </a:lnTo>
                  <a:lnTo>
                    <a:pt x="2742" y="8842"/>
                  </a:lnTo>
                  <a:lnTo>
                    <a:pt x="0" y="6486"/>
                  </a:lnTo>
                  <a:lnTo>
                    <a:pt x="162" y="4422"/>
                  </a:lnTo>
                  <a:lnTo>
                    <a:pt x="1000" y="3181"/>
                  </a:lnTo>
                  <a:lnTo>
                    <a:pt x="4372" y="2109"/>
                  </a:lnTo>
                  <a:lnTo>
                    <a:pt x="5519" y="3078"/>
                  </a:lnTo>
                  <a:lnTo>
                    <a:pt x="7696" y="3274"/>
                  </a:lnTo>
                  <a:lnTo>
                    <a:pt x="7728" y="878"/>
                  </a:lnTo>
                  <a:lnTo>
                    <a:pt x="911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h4995"/>
            <p:cNvSpPr/>
            <p:nvPr/>
          </p:nvSpPr>
          <p:spPr>
            <a:xfrm>
              <a:off x="7006907" y="3261891"/>
              <a:ext cx="1381" cy="1685"/>
            </a:xfrm>
            <a:custGeom>
              <a:avLst/>
              <a:pathLst>
                <a:path w="1381" h="1685">
                  <a:moveTo>
                    <a:pt x="1381" y="0"/>
                  </a:moveTo>
                  <a:lnTo>
                    <a:pt x="1087" y="1685"/>
                  </a:lnTo>
                  <a:lnTo>
                    <a:pt x="0" y="165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h4996"/>
            <p:cNvSpPr/>
            <p:nvPr/>
          </p:nvSpPr>
          <p:spPr>
            <a:xfrm>
              <a:off x="6975546" y="3166593"/>
              <a:ext cx="24661" cy="24179"/>
            </a:xfrm>
            <a:custGeom>
              <a:avLst/>
              <a:pathLst>
                <a:path w="24661" h="24179">
                  <a:moveTo>
                    <a:pt x="7565" y="1424"/>
                  </a:moveTo>
                  <a:lnTo>
                    <a:pt x="7002" y="1775"/>
                  </a:lnTo>
                  <a:lnTo>
                    <a:pt x="14853" y="2983"/>
                  </a:lnTo>
                  <a:lnTo>
                    <a:pt x="16401" y="10173"/>
                  </a:lnTo>
                  <a:lnTo>
                    <a:pt x="21209" y="12742"/>
                  </a:lnTo>
                  <a:lnTo>
                    <a:pt x="24205" y="13395"/>
                  </a:lnTo>
                  <a:lnTo>
                    <a:pt x="24661" y="14504"/>
                  </a:lnTo>
                  <a:lnTo>
                    <a:pt x="21450" y="14446"/>
                  </a:lnTo>
                  <a:lnTo>
                    <a:pt x="18164" y="16236"/>
                  </a:lnTo>
                  <a:lnTo>
                    <a:pt x="16073" y="19886"/>
                  </a:lnTo>
                  <a:lnTo>
                    <a:pt x="9602" y="24179"/>
                  </a:lnTo>
                  <a:lnTo>
                    <a:pt x="9186" y="22014"/>
                  </a:lnTo>
                  <a:lnTo>
                    <a:pt x="9691" y="19889"/>
                  </a:lnTo>
                  <a:lnTo>
                    <a:pt x="7576" y="15699"/>
                  </a:lnTo>
                  <a:lnTo>
                    <a:pt x="6135" y="9531"/>
                  </a:lnTo>
                  <a:lnTo>
                    <a:pt x="2452" y="7353"/>
                  </a:lnTo>
                  <a:lnTo>
                    <a:pt x="0" y="6123"/>
                  </a:lnTo>
                  <a:lnTo>
                    <a:pt x="804" y="3511"/>
                  </a:lnTo>
                  <a:lnTo>
                    <a:pt x="5337" y="426"/>
                  </a:lnTo>
                  <a:lnTo>
                    <a:pt x="676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h4997"/>
            <p:cNvSpPr/>
            <p:nvPr/>
          </p:nvSpPr>
          <p:spPr>
            <a:xfrm>
              <a:off x="6930389" y="3186694"/>
              <a:ext cx="5280" cy="7312"/>
            </a:xfrm>
            <a:custGeom>
              <a:avLst/>
              <a:pathLst>
                <a:path w="5280" h="7312">
                  <a:moveTo>
                    <a:pt x="2319" y="392"/>
                  </a:moveTo>
                  <a:lnTo>
                    <a:pt x="4908" y="4438"/>
                  </a:lnTo>
                  <a:lnTo>
                    <a:pt x="5280" y="5790"/>
                  </a:lnTo>
                  <a:lnTo>
                    <a:pt x="4679" y="6432"/>
                  </a:lnTo>
                  <a:lnTo>
                    <a:pt x="1458" y="7312"/>
                  </a:lnTo>
                  <a:lnTo>
                    <a:pt x="323" y="4994"/>
                  </a:lnTo>
                  <a:lnTo>
                    <a:pt x="0" y="1942"/>
                  </a:lnTo>
                  <a:lnTo>
                    <a:pt x="64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h4998"/>
            <p:cNvSpPr/>
            <p:nvPr/>
          </p:nvSpPr>
          <p:spPr>
            <a:xfrm>
              <a:off x="7031536" y="3357615"/>
              <a:ext cx="13649" cy="24909"/>
            </a:xfrm>
            <a:custGeom>
              <a:avLst/>
              <a:pathLst>
                <a:path w="13649" h="24909">
                  <a:moveTo>
                    <a:pt x="8194" y="0"/>
                  </a:moveTo>
                  <a:lnTo>
                    <a:pt x="12789" y="2283"/>
                  </a:lnTo>
                  <a:lnTo>
                    <a:pt x="13185" y="3688"/>
                  </a:lnTo>
                  <a:lnTo>
                    <a:pt x="13649" y="4581"/>
                  </a:lnTo>
                  <a:lnTo>
                    <a:pt x="10692" y="9413"/>
                  </a:lnTo>
                  <a:lnTo>
                    <a:pt x="11135" y="13724"/>
                  </a:lnTo>
                  <a:lnTo>
                    <a:pt x="11938" y="16952"/>
                  </a:lnTo>
                  <a:lnTo>
                    <a:pt x="11363" y="19356"/>
                  </a:lnTo>
                  <a:lnTo>
                    <a:pt x="9722" y="21827"/>
                  </a:lnTo>
                  <a:lnTo>
                    <a:pt x="6648" y="23098"/>
                  </a:lnTo>
                  <a:lnTo>
                    <a:pt x="2648" y="24909"/>
                  </a:lnTo>
                  <a:lnTo>
                    <a:pt x="0" y="19345"/>
                  </a:lnTo>
                  <a:lnTo>
                    <a:pt x="395" y="15993"/>
                  </a:lnTo>
                  <a:lnTo>
                    <a:pt x="636" y="14353"/>
                  </a:lnTo>
                  <a:lnTo>
                    <a:pt x="5312" y="6984"/>
                  </a:lnTo>
                  <a:lnTo>
                    <a:pt x="4356" y="867"/>
                  </a:lnTo>
                  <a:lnTo>
                    <a:pt x="7068" y="2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h4999"/>
            <p:cNvSpPr/>
            <p:nvPr/>
          </p:nvSpPr>
          <p:spPr>
            <a:xfrm>
              <a:off x="6997277" y="3270194"/>
              <a:ext cx="30510" cy="34923"/>
            </a:xfrm>
            <a:custGeom>
              <a:avLst/>
              <a:pathLst>
                <a:path w="30510" h="34923">
                  <a:moveTo>
                    <a:pt x="11230" y="1466"/>
                  </a:moveTo>
                  <a:lnTo>
                    <a:pt x="13921" y="1312"/>
                  </a:lnTo>
                  <a:lnTo>
                    <a:pt x="14176" y="2394"/>
                  </a:lnTo>
                  <a:lnTo>
                    <a:pt x="13583" y="5308"/>
                  </a:lnTo>
                  <a:lnTo>
                    <a:pt x="15069" y="5248"/>
                  </a:lnTo>
                  <a:lnTo>
                    <a:pt x="14232" y="7676"/>
                  </a:lnTo>
                  <a:lnTo>
                    <a:pt x="12666" y="11470"/>
                  </a:lnTo>
                  <a:lnTo>
                    <a:pt x="16464" y="11188"/>
                  </a:lnTo>
                  <a:lnTo>
                    <a:pt x="16305" y="12414"/>
                  </a:lnTo>
                  <a:lnTo>
                    <a:pt x="22915" y="15228"/>
                  </a:lnTo>
                  <a:lnTo>
                    <a:pt x="24346" y="14468"/>
                  </a:lnTo>
                  <a:lnTo>
                    <a:pt x="23811" y="13790"/>
                  </a:lnTo>
                  <a:lnTo>
                    <a:pt x="24414" y="12919"/>
                  </a:lnTo>
                  <a:lnTo>
                    <a:pt x="28918" y="10619"/>
                  </a:lnTo>
                  <a:lnTo>
                    <a:pt x="30021" y="14084"/>
                  </a:lnTo>
                  <a:lnTo>
                    <a:pt x="29181" y="16089"/>
                  </a:lnTo>
                  <a:lnTo>
                    <a:pt x="30510" y="24850"/>
                  </a:lnTo>
                  <a:lnTo>
                    <a:pt x="28455" y="24925"/>
                  </a:lnTo>
                  <a:lnTo>
                    <a:pt x="21882" y="17726"/>
                  </a:lnTo>
                  <a:lnTo>
                    <a:pt x="19876" y="18015"/>
                  </a:lnTo>
                  <a:lnTo>
                    <a:pt x="20547" y="18748"/>
                  </a:lnTo>
                  <a:lnTo>
                    <a:pt x="20078" y="24426"/>
                  </a:lnTo>
                  <a:lnTo>
                    <a:pt x="17014" y="28251"/>
                  </a:lnTo>
                  <a:lnTo>
                    <a:pt x="17939" y="29318"/>
                  </a:lnTo>
                  <a:lnTo>
                    <a:pt x="14102" y="31445"/>
                  </a:lnTo>
                  <a:lnTo>
                    <a:pt x="9237" y="31406"/>
                  </a:lnTo>
                  <a:lnTo>
                    <a:pt x="6053" y="34179"/>
                  </a:lnTo>
                  <a:lnTo>
                    <a:pt x="3200" y="34923"/>
                  </a:lnTo>
                  <a:lnTo>
                    <a:pt x="1202" y="34389"/>
                  </a:lnTo>
                  <a:lnTo>
                    <a:pt x="630" y="33888"/>
                  </a:lnTo>
                  <a:lnTo>
                    <a:pt x="0" y="30397"/>
                  </a:lnTo>
                  <a:lnTo>
                    <a:pt x="7480" y="31158"/>
                  </a:lnTo>
                  <a:lnTo>
                    <a:pt x="12242" y="30043"/>
                  </a:lnTo>
                  <a:lnTo>
                    <a:pt x="12203" y="28614"/>
                  </a:lnTo>
                  <a:lnTo>
                    <a:pt x="9243" y="24265"/>
                  </a:lnTo>
                  <a:lnTo>
                    <a:pt x="8124" y="23236"/>
                  </a:lnTo>
                  <a:lnTo>
                    <a:pt x="9298" y="21790"/>
                  </a:lnTo>
                  <a:lnTo>
                    <a:pt x="12878" y="21119"/>
                  </a:lnTo>
                  <a:lnTo>
                    <a:pt x="12776" y="20284"/>
                  </a:lnTo>
                  <a:lnTo>
                    <a:pt x="15652" y="15779"/>
                  </a:lnTo>
                  <a:lnTo>
                    <a:pt x="12245" y="14799"/>
                  </a:lnTo>
                  <a:lnTo>
                    <a:pt x="12139" y="16948"/>
                  </a:lnTo>
                  <a:lnTo>
                    <a:pt x="12750" y="16288"/>
                  </a:lnTo>
                  <a:lnTo>
                    <a:pt x="13061" y="17084"/>
                  </a:lnTo>
                  <a:lnTo>
                    <a:pt x="12266" y="19129"/>
                  </a:lnTo>
                  <a:lnTo>
                    <a:pt x="8120" y="18807"/>
                  </a:lnTo>
                  <a:lnTo>
                    <a:pt x="9877" y="16226"/>
                  </a:lnTo>
                  <a:lnTo>
                    <a:pt x="6896" y="10594"/>
                  </a:lnTo>
                  <a:lnTo>
                    <a:pt x="4678" y="9784"/>
                  </a:lnTo>
                  <a:lnTo>
                    <a:pt x="3283" y="13597"/>
                  </a:lnTo>
                  <a:lnTo>
                    <a:pt x="1919" y="15182"/>
                  </a:lnTo>
                  <a:lnTo>
                    <a:pt x="14" y="13590"/>
                  </a:lnTo>
                  <a:lnTo>
                    <a:pt x="755" y="4249"/>
                  </a:lnTo>
                  <a:lnTo>
                    <a:pt x="2975" y="3757"/>
                  </a:lnTo>
                  <a:lnTo>
                    <a:pt x="7927" y="6113"/>
                  </a:lnTo>
                  <a:lnTo>
                    <a:pt x="12202" y="4396"/>
                  </a:lnTo>
                  <a:lnTo>
                    <a:pt x="12152" y="2446"/>
                  </a:lnTo>
                  <a:lnTo>
                    <a:pt x="10130" y="3166"/>
                  </a:lnTo>
                  <a:lnTo>
                    <a:pt x="8246" y="1125"/>
                  </a:lnTo>
                  <a:lnTo>
                    <a:pt x="92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h5000"/>
            <p:cNvSpPr/>
            <p:nvPr/>
          </p:nvSpPr>
          <p:spPr>
            <a:xfrm>
              <a:off x="6871470" y="3126623"/>
              <a:ext cx="22189" cy="30859"/>
            </a:xfrm>
            <a:custGeom>
              <a:avLst/>
              <a:pathLst>
                <a:path w="22189" h="30859">
                  <a:moveTo>
                    <a:pt x="18412" y="2355"/>
                  </a:moveTo>
                  <a:lnTo>
                    <a:pt x="22189" y="7715"/>
                  </a:lnTo>
                  <a:lnTo>
                    <a:pt x="22005" y="10605"/>
                  </a:lnTo>
                  <a:lnTo>
                    <a:pt x="21688" y="12210"/>
                  </a:lnTo>
                  <a:lnTo>
                    <a:pt x="19970" y="14514"/>
                  </a:lnTo>
                  <a:lnTo>
                    <a:pt x="19076" y="18374"/>
                  </a:lnTo>
                  <a:lnTo>
                    <a:pt x="21550" y="24683"/>
                  </a:lnTo>
                  <a:lnTo>
                    <a:pt x="18453" y="26494"/>
                  </a:lnTo>
                  <a:lnTo>
                    <a:pt x="18479" y="28273"/>
                  </a:lnTo>
                  <a:lnTo>
                    <a:pt x="16102" y="30859"/>
                  </a:lnTo>
                  <a:lnTo>
                    <a:pt x="15410" y="28892"/>
                  </a:lnTo>
                  <a:lnTo>
                    <a:pt x="12815" y="27269"/>
                  </a:lnTo>
                  <a:lnTo>
                    <a:pt x="8689" y="26443"/>
                  </a:lnTo>
                  <a:lnTo>
                    <a:pt x="8165" y="26750"/>
                  </a:lnTo>
                  <a:lnTo>
                    <a:pt x="10154" y="27199"/>
                  </a:lnTo>
                  <a:lnTo>
                    <a:pt x="10422" y="27977"/>
                  </a:lnTo>
                  <a:lnTo>
                    <a:pt x="8925" y="29586"/>
                  </a:lnTo>
                  <a:lnTo>
                    <a:pt x="6355" y="29655"/>
                  </a:lnTo>
                  <a:lnTo>
                    <a:pt x="0" y="26588"/>
                  </a:lnTo>
                  <a:lnTo>
                    <a:pt x="124" y="25194"/>
                  </a:lnTo>
                  <a:lnTo>
                    <a:pt x="1600" y="23708"/>
                  </a:lnTo>
                  <a:lnTo>
                    <a:pt x="3498" y="25086"/>
                  </a:lnTo>
                  <a:lnTo>
                    <a:pt x="9386" y="25322"/>
                  </a:lnTo>
                  <a:lnTo>
                    <a:pt x="9763" y="24782"/>
                  </a:lnTo>
                  <a:lnTo>
                    <a:pt x="8677" y="18490"/>
                  </a:lnTo>
                  <a:lnTo>
                    <a:pt x="6334" y="15771"/>
                  </a:lnTo>
                  <a:lnTo>
                    <a:pt x="189" y="17314"/>
                  </a:lnTo>
                  <a:lnTo>
                    <a:pt x="56" y="15701"/>
                  </a:lnTo>
                  <a:lnTo>
                    <a:pt x="468" y="8500"/>
                  </a:lnTo>
                  <a:lnTo>
                    <a:pt x="3179" y="7378"/>
                  </a:lnTo>
                  <a:lnTo>
                    <a:pt x="5753" y="13686"/>
                  </a:lnTo>
                  <a:lnTo>
                    <a:pt x="7482" y="16003"/>
                  </a:lnTo>
                  <a:lnTo>
                    <a:pt x="13428" y="15757"/>
                  </a:lnTo>
                  <a:lnTo>
                    <a:pt x="10023" y="7558"/>
                  </a:lnTo>
                  <a:lnTo>
                    <a:pt x="10636" y="3909"/>
                  </a:lnTo>
                  <a:lnTo>
                    <a:pt x="11793" y="2173"/>
                  </a:lnTo>
                  <a:lnTo>
                    <a:pt x="15669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h5001"/>
            <p:cNvSpPr/>
            <p:nvPr/>
          </p:nvSpPr>
          <p:spPr>
            <a:xfrm>
              <a:off x="6878455" y="3118154"/>
              <a:ext cx="5257" cy="9138"/>
            </a:xfrm>
            <a:custGeom>
              <a:avLst/>
              <a:pathLst>
                <a:path w="5257" h="9138">
                  <a:moveTo>
                    <a:pt x="5257" y="3846"/>
                  </a:moveTo>
                  <a:lnTo>
                    <a:pt x="2541" y="7275"/>
                  </a:lnTo>
                  <a:lnTo>
                    <a:pt x="2039" y="9138"/>
                  </a:lnTo>
                  <a:lnTo>
                    <a:pt x="0" y="3675"/>
                  </a:lnTo>
                  <a:lnTo>
                    <a:pt x="618" y="2020"/>
                  </a:lnTo>
                  <a:lnTo>
                    <a:pt x="3414" y="2389"/>
                  </a:lnTo>
                  <a:lnTo>
                    <a:pt x="4854" y="0"/>
                  </a:lnTo>
                  <a:lnTo>
                    <a:pt x="4984" y="1515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h5002"/>
            <p:cNvSpPr/>
            <p:nvPr/>
          </p:nvSpPr>
          <p:spPr>
            <a:xfrm>
              <a:off x="7088629" y="3276626"/>
              <a:ext cx="15331" cy="23624"/>
            </a:xfrm>
            <a:custGeom>
              <a:avLst/>
              <a:pathLst>
                <a:path w="15331" h="23624">
                  <a:moveTo>
                    <a:pt x="12021" y="3705"/>
                  </a:moveTo>
                  <a:lnTo>
                    <a:pt x="15331" y="7061"/>
                  </a:lnTo>
                  <a:lnTo>
                    <a:pt x="14123" y="11668"/>
                  </a:lnTo>
                  <a:lnTo>
                    <a:pt x="13347" y="13173"/>
                  </a:lnTo>
                  <a:lnTo>
                    <a:pt x="7666" y="15346"/>
                  </a:lnTo>
                  <a:lnTo>
                    <a:pt x="9349" y="17002"/>
                  </a:lnTo>
                  <a:lnTo>
                    <a:pt x="9635" y="19637"/>
                  </a:lnTo>
                  <a:lnTo>
                    <a:pt x="9864" y="23130"/>
                  </a:lnTo>
                  <a:lnTo>
                    <a:pt x="5737" y="23624"/>
                  </a:lnTo>
                  <a:lnTo>
                    <a:pt x="774" y="18763"/>
                  </a:lnTo>
                  <a:lnTo>
                    <a:pt x="578" y="16594"/>
                  </a:lnTo>
                  <a:lnTo>
                    <a:pt x="2189" y="11359"/>
                  </a:lnTo>
                  <a:lnTo>
                    <a:pt x="1428" y="3992"/>
                  </a:lnTo>
                  <a:lnTo>
                    <a:pt x="0" y="2988"/>
                  </a:lnTo>
                  <a:lnTo>
                    <a:pt x="3152" y="3446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h5003"/>
            <p:cNvSpPr/>
            <p:nvPr/>
          </p:nvSpPr>
          <p:spPr>
            <a:xfrm>
              <a:off x="7121696" y="3248926"/>
              <a:ext cx="23158" cy="38113"/>
            </a:xfrm>
            <a:custGeom>
              <a:avLst/>
              <a:pathLst>
                <a:path w="23158" h="38113">
                  <a:moveTo>
                    <a:pt x="22945" y="3468"/>
                  </a:moveTo>
                  <a:lnTo>
                    <a:pt x="21576" y="4972"/>
                  </a:lnTo>
                  <a:lnTo>
                    <a:pt x="22133" y="6941"/>
                  </a:lnTo>
                  <a:lnTo>
                    <a:pt x="23158" y="7430"/>
                  </a:lnTo>
                  <a:lnTo>
                    <a:pt x="22994" y="12542"/>
                  </a:lnTo>
                  <a:lnTo>
                    <a:pt x="19382" y="16227"/>
                  </a:lnTo>
                  <a:lnTo>
                    <a:pt x="16305" y="17340"/>
                  </a:lnTo>
                  <a:lnTo>
                    <a:pt x="10183" y="21322"/>
                  </a:lnTo>
                  <a:lnTo>
                    <a:pt x="12297" y="22486"/>
                  </a:lnTo>
                  <a:lnTo>
                    <a:pt x="13895" y="24538"/>
                  </a:lnTo>
                  <a:lnTo>
                    <a:pt x="13817" y="25605"/>
                  </a:lnTo>
                  <a:lnTo>
                    <a:pt x="10924" y="30639"/>
                  </a:lnTo>
                  <a:lnTo>
                    <a:pt x="11133" y="31816"/>
                  </a:lnTo>
                  <a:lnTo>
                    <a:pt x="7875" y="31934"/>
                  </a:lnTo>
                  <a:lnTo>
                    <a:pt x="4576" y="33097"/>
                  </a:lnTo>
                  <a:lnTo>
                    <a:pt x="2525" y="38113"/>
                  </a:lnTo>
                  <a:lnTo>
                    <a:pt x="0" y="32761"/>
                  </a:lnTo>
                  <a:lnTo>
                    <a:pt x="190" y="27314"/>
                  </a:lnTo>
                  <a:lnTo>
                    <a:pt x="1797" y="25584"/>
                  </a:lnTo>
                  <a:lnTo>
                    <a:pt x="2905" y="19750"/>
                  </a:lnTo>
                  <a:lnTo>
                    <a:pt x="2301" y="19919"/>
                  </a:lnTo>
                  <a:lnTo>
                    <a:pt x="2021" y="18740"/>
                  </a:lnTo>
                  <a:lnTo>
                    <a:pt x="6826" y="13230"/>
                  </a:lnTo>
                  <a:lnTo>
                    <a:pt x="6658" y="10933"/>
                  </a:lnTo>
                  <a:lnTo>
                    <a:pt x="17892" y="5938"/>
                  </a:lnTo>
                  <a:lnTo>
                    <a:pt x="18057" y="3513"/>
                  </a:lnTo>
                  <a:lnTo>
                    <a:pt x="17169" y="3053"/>
                  </a:lnTo>
                  <a:lnTo>
                    <a:pt x="17703" y="1268"/>
                  </a:lnTo>
                  <a:lnTo>
                    <a:pt x="19717" y="0"/>
                  </a:lnTo>
                  <a:lnTo>
                    <a:pt x="21418" y="101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h5004"/>
            <p:cNvSpPr/>
            <p:nvPr/>
          </p:nvSpPr>
          <p:spPr>
            <a:xfrm>
              <a:off x="7236308" y="3270878"/>
              <a:ext cx="42165" cy="29971"/>
            </a:xfrm>
            <a:custGeom>
              <a:avLst/>
              <a:pathLst>
                <a:path w="42165" h="29971">
                  <a:moveTo>
                    <a:pt x="36534" y="5153"/>
                  </a:moveTo>
                  <a:lnTo>
                    <a:pt x="42165" y="6006"/>
                  </a:lnTo>
                  <a:lnTo>
                    <a:pt x="41363" y="7744"/>
                  </a:lnTo>
                  <a:lnTo>
                    <a:pt x="36770" y="16937"/>
                  </a:lnTo>
                  <a:lnTo>
                    <a:pt x="35697" y="21203"/>
                  </a:lnTo>
                  <a:lnTo>
                    <a:pt x="36859" y="26096"/>
                  </a:lnTo>
                  <a:lnTo>
                    <a:pt x="33647" y="23940"/>
                  </a:lnTo>
                  <a:lnTo>
                    <a:pt x="25832" y="24017"/>
                  </a:lnTo>
                  <a:lnTo>
                    <a:pt x="17047" y="25292"/>
                  </a:lnTo>
                  <a:lnTo>
                    <a:pt x="9321" y="24580"/>
                  </a:lnTo>
                  <a:lnTo>
                    <a:pt x="6751" y="28115"/>
                  </a:lnTo>
                  <a:lnTo>
                    <a:pt x="3119" y="29971"/>
                  </a:lnTo>
                  <a:lnTo>
                    <a:pt x="2334" y="26621"/>
                  </a:lnTo>
                  <a:lnTo>
                    <a:pt x="0" y="24852"/>
                  </a:lnTo>
                  <a:lnTo>
                    <a:pt x="895" y="23916"/>
                  </a:lnTo>
                  <a:lnTo>
                    <a:pt x="4628" y="22979"/>
                  </a:lnTo>
                  <a:lnTo>
                    <a:pt x="7164" y="20207"/>
                  </a:lnTo>
                  <a:lnTo>
                    <a:pt x="6795" y="19383"/>
                  </a:lnTo>
                  <a:lnTo>
                    <a:pt x="9108" y="10035"/>
                  </a:lnTo>
                  <a:lnTo>
                    <a:pt x="18003" y="4868"/>
                  </a:lnTo>
                  <a:lnTo>
                    <a:pt x="16381" y="1996"/>
                  </a:lnTo>
                  <a:lnTo>
                    <a:pt x="33496" y="4692"/>
                  </a:lnTo>
                  <a:lnTo>
                    <a:pt x="34447" y="135"/>
                  </a:lnTo>
                  <a:lnTo>
                    <a:pt x="3575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h5005"/>
            <p:cNvSpPr/>
            <p:nvPr/>
          </p:nvSpPr>
          <p:spPr>
            <a:xfrm>
              <a:off x="7003834" y="3219441"/>
              <a:ext cx="11930" cy="16259"/>
            </a:xfrm>
            <a:custGeom>
              <a:avLst/>
              <a:pathLst>
                <a:path w="11930" h="16259">
                  <a:moveTo>
                    <a:pt x="10502" y="8816"/>
                  </a:moveTo>
                  <a:lnTo>
                    <a:pt x="9633" y="9929"/>
                  </a:lnTo>
                  <a:lnTo>
                    <a:pt x="8778" y="13673"/>
                  </a:lnTo>
                  <a:lnTo>
                    <a:pt x="7914" y="16259"/>
                  </a:lnTo>
                  <a:lnTo>
                    <a:pt x="6654" y="14264"/>
                  </a:lnTo>
                  <a:lnTo>
                    <a:pt x="934" y="14277"/>
                  </a:lnTo>
                  <a:lnTo>
                    <a:pt x="2539" y="10444"/>
                  </a:lnTo>
                  <a:lnTo>
                    <a:pt x="4043" y="11147"/>
                  </a:lnTo>
                  <a:lnTo>
                    <a:pt x="2853" y="9028"/>
                  </a:lnTo>
                  <a:lnTo>
                    <a:pt x="2695" y="6869"/>
                  </a:lnTo>
                  <a:lnTo>
                    <a:pt x="1403" y="6601"/>
                  </a:lnTo>
                  <a:lnTo>
                    <a:pt x="0" y="5369"/>
                  </a:lnTo>
                  <a:lnTo>
                    <a:pt x="7707" y="1088"/>
                  </a:lnTo>
                  <a:lnTo>
                    <a:pt x="11930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h5006"/>
            <p:cNvSpPr/>
            <p:nvPr/>
          </p:nvSpPr>
          <p:spPr>
            <a:xfrm>
              <a:off x="7000253" y="3253661"/>
              <a:ext cx="25760" cy="22646"/>
            </a:xfrm>
            <a:custGeom>
              <a:avLst/>
              <a:pathLst>
                <a:path w="25760" h="22646">
                  <a:moveTo>
                    <a:pt x="18279" y="493"/>
                  </a:moveTo>
                  <a:lnTo>
                    <a:pt x="18536" y="1736"/>
                  </a:lnTo>
                  <a:lnTo>
                    <a:pt x="16158" y="1029"/>
                  </a:lnTo>
                  <a:lnTo>
                    <a:pt x="16018" y="4630"/>
                  </a:lnTo>
                  <a:lnTo>
                    <a:pt x="15087" y="6134"/>
                  </a:lnTo>
                  <a:lnTo>
                    <a:pt x="18962" y="5914"/>
                  </a:lnTo>
                  <a:lnTo>
                    <a:pt x="23343" y="5831"/>
                  </a:lnTo>
                  <a:lnTo>
                    <a:pt x="21653" y="8295"/>
                  </a:lnTo>
                  <a:lnTo>
                    <a:pt x="21231" y="13091"/>
                  </a:lnTo>
                  <a:lnTo>
                    <a:pt x="21827" y="15246"/>
                  </a:lnTo>
                  <a:lnTo>
                    <a:pt x="25760" y="17847"/>
                  </a:lnTo>
                  <a:lnTo>
                    <a:pt x="23320" y="20224"/>
                  </a:lnTo>
                  <a:lnTo>
                    <a:pt x="21586" y="19714"/>
                  </a:lnTo>
                  <a:lnTo>
                    <a:pt x="20173" y="16842"/>
                  </a:lnTo>
                  <a:lnTo>
                    <a:pt x="20450" y="14678"/>
                  </a:lnTo>
                  <a:lnTo>
                    <a:pt x="19063" y="13406"/>
                  </a:lnTo>
                  <a:lnTo>
                    <a:pt x="17486" y="13304"/>
                  </a:lnTo>
                  <a:lnTo>
                    <a:pt x="15445" y="15655"/>
                  </a:lnTo>
                  <a:lnTo>
                    <a:pt x="12770" y="13857"/>
                  </a:lnTo>
                  <a:lnTo>
                    <a:pt x="9716" y="13006"/>
                  </a:lnTo>
                  <a:lnTo>
                    <a:pt x="11650" y="15240"/>
                  </a:lnTo>
                  <a:lnTo>
                    <a:pt x="11544" y="15670"/>
                  </a:lnTo>
                  <a:lnTo>
                    <a:pt x="7876" y="14584"/>
                  </a:lnTo>
                  <a:lnTo>
                    <a:pt x="9227" y="17542"/>
                  </a:lnTo>
                  <a:lnTo>
                    <a:pt x="8255" y="17999"/>
                  </a:lnTo>
                  <a:lnTo>
                    <a:pt x="6311" y="16532"/>
                  </a:lnTo>
                  <a:lnTo>
                    <a:pt x="5271" y="17657"/>
                  </a:lnTo>
                  <a:lnTo>
                    <a:pt x="7154" y="19698"/>
                  </a:lnTo>
                  <a:lnTo>
                    <a:pt x="9176" y="18978"/>
                  </a:lnTo>
                  <a:lnTo>
                    <a:pt x="9227" y="20928"/>
                  </a:lnTo>
                  <a:lnTo>
                    <a:pt x="4952" y="22646"/>
                  </a:lnTo>
                  <a:lnTo>
                    <a:pt x="0" y="20290"/>
                  </a:lnTo>
                  <a:lnTo>
                    <a:pt x="2577" y="17258"/>
                  </a:lnTo>
                  <a:lnTo>
                    <a:pt x="3220" y="16551"/>
                  </a:lnTo>
                  <a:lnTo>
                    <a:pt x="7313" y="12681"/>
                  </a:lnTo>
                  <a:lnTo>
                    <a:pt x="8425" y="12421"/>
                  </a:lnTo>
                  <a:lnTo>
                    <a:pt x="9894" y="10487"/>
                  </a:lnTo>
                  <a:lnTo>
                    <a:pt x="11125" y="10348"/>
                  </a:lnTo>
                  <a:lnTo>
                    <a:pt x="14015" y="12610"/>
                  </a:lnTo>
                  <a:lnTo>
                    <a:pt x="14002" y="9778"/>
                  </a:lnTo>
                  <a:lnTo>
                    <a:pt x="15958" y="10104"/>
                  </a:lnTo>
                  <a:lnTo>
                    <a:pt x="17048" y="9284"/>
                  </a:lnTo>
                  <a:lnTo>
                    <a:pt x="17305" y="7979"/>
                  </a:lnTo>
                  <a:lnTo>
                    <a:pt x="13983" y="5989"/>
                  </a:lnTo>
                  <a:lnTo>
                    <a:pt x="14142" y="4531"/>
                  </a:lnTo>
                  <a:lnTo>
                    <a:pt x="14859" y="4326"/>
                  </a:lnTo>
                  <a:lnTo>
                    <a:pt x="15657" y="2750"/>
                  </a:lnTo>
                  <a:lnTo>
                    <a:pt x="15682" y="625"/>
                  </a:lnTo>
                  <a:lnTo>
                    <a:pt x="16330" y="522"/>
                  </a:lnTo>
                  <a:lnTo>
                    <a:pt x="1704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h5007"/>
            <p:cNvSpPr/>
            <p:nvPr/>
          </p:nvSpPr>
          <p:spPr>
            <a:xfrm>
              <a:off x="6885130" y="3264790"/>
              <a:ext cx="10409" cy="7553"/>
            </a:xfrm>
            <a:custGeom>
              <a:avLst/>
              <a:pathLst>
                <a:path w="10409" h="7553">
                  <a:moveTo>
                    <a:pt x="6241" y="6829"/>
                  </a:moveTo>
                  <a:lnTo>
                    <a:pt x="3265" y="7553"/>
                  </a:lnTo>
                  <a:lnTo>
                    <a:pt x="0" y="5114"/>
                  </a:lnTo>
                  <a:lnTo>
                    <a:pt x="1572" y="4388"/>
                  </a:lnTo>
                  <a:lnTo>
                    <a:pt x="1147" y="927"/>
                  </a:lnTo>
                  <a:lnTo>
                    <a:pt x="5103" y="33"/>
                  </a:lnTo>
                  <a:lnTo>
                    <a:pt x="8239" y="608"/>
                  </a:lnTo>
                  <a:lnTo>
                    <a:pt x="10409" y="0"/>
                  </a:lnTo>
                  <a:lnTo>
                    <a:pt x="8092" y="476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h5008"/>
            <p:cNvSpPr/>
            <p:nvPr/>
          </p:nvSpPr>
          <p:spPr>
            <a:xfrm>
              <a:off x="6852300" y="3218695"/>
              <a:ext cx="33884" cy="38113"/>
            </a:xfrm>
            <a:custGeom>
              <a:avLst/>
              <a:pathLst>
                <a:path w="33884" h="38113">
                  <a:moveTo>
                    <a:pt x="30450" y="3056"/>
                  </a:moveTo>
                  <a:lnTo>
                    <a:pt x="31477" y="2428"/>
                  </a:lnTo>
                  <a:lnTo>
                    <a:pt x="33303" y="9732"/>
                  </a:lnTo>
                  <a:lnTo>
                    <a:pt x="31191" y="11401"/>
                  </a:lnTo>
                  <a:lnTo>
                    <a:pt x="29720" y="11288"/>
                  </a:lnTo>
                  <a:lnTo>
                    <a:pt x="28196" y="14225"/>
                  </a:lnTo>
                  <a:lnTo>
                    <a:pt x="28774" y="15500"/>
                  </a:lnTo>
                  <a:lnTo>
                    <a:pt x="29272" y="15375"/>
                  </a:lnTo>
                  <a:lnTo>
                    <a:pt x="30323" y="16174"/>
                  </a:lnTo>
                  <a:lnTo>
                    <a:pt x="29707" y="18583"/>
                  </a:lnTo>
                  <a:lnTo>
                    <a:pt x="30212" y="21684"/>
                  </a:lnTo>
                  <a:lnTo>
                    <a:pt x="31796" y="24128"/>
                  </a:lnTo>
                  <a:lnTo>
                    <a:pt x="32752" y="28648"/>
                  </a:lnTo>
                  <a:lnTo>
                    <a:pt x="33884" y="29368"/>
                  </a:lnTo>
                  <a:lnTo>
                    <a:pt x="31547" y="33536"/>
                  </a:lnTo>
                  <a:lnTo>
                    <a:pt x="29325" y="33881"/>
                  </a:lnTo>
                  <a:lnTo>
                    <a:pt x="28474" y="33068"/>
                  </a:lnTo>
                  <a:lnTo>
                    <a:pt x="25479" y="32660"/>
                  </a:lnTo>
                  <a:lnTo>
                    <a:pt x="28649" y="36956"/>
                  </a:lnTo>
                  <a:lnTo>
                    <a:pt x="23093" y="37865"/>
                  </a:lnTo>
                  <a:lnTo>
                    <a:pt x="21874" y="38113"/>
                  </a:lnTo>
                  <a:lnTo>
                    <a:pt x="19806" y="36473"/>
                  </a:lnTo>
                  <a:lnTo>
                    <a:pt x="16008" y="28698"/>
                  </a:lnTo>
                  <a:lnTo>
                    <a:pt x="12343" y="26911"/>
                  </a:lnTo>
                  <a:lnTo>
                    <a:pt x="0" y="30364"/>
                  </a:lnTo>
                  <a:lnTo>
                    <a:pt x="533" y="29325"/>
                  </a:lnTo>
                  <a:lnTo>
                    <a:pt x="2924" y="24676"/>
                  </a:lnTo>
                  <a:lnTo>
                    <a:pt x="4909" y="22641"/>
                  </a:lnTo>
                  <a:lnTo>
                    <a:pt x="7486" y="22888"/>
                  </a:lnTo>
                  <a:lnTo>
                    <a:pt x="8078" y="23513"/>
                  </a:lnTo>
                  <a:lnTo>
                    <a:pt x="10318" y="24012"/>
                  </a:lnTo>
                  <a:lnTo>
                    <a:pt x="17417" y="22141"/>
                  </a:lnTo>
                  <a:lnTo>
                    <a:pt x="18709" y="21403"/>
                  </a:lnTo>
                  <a:lnTo>
                    <a:pt x="19903" y="19162"/>
                  </a:lnTo>
                  <a:lnTo>
                    <a:pt x="23965" y="19462"/>
                  </a:lnTo>
                  <a:lnTo>
                    <a:pt x="25640" y="17510"/>
                  </a:lnTo>
                  <a:lnTo>
                    <a:pt x="24281" y="9087"/>
                  </a:lnTo>
                  <a:lnTo>
                    <a:pt x="24457" y="3054"/>
                  </a:lnTo>
                  <a:lnTo>
                    <a:pt x="24880" y="1024"/>
                  </a:lnTo>
                  <a:lnTo>
                    <a:pt x="27560" y="0"/>
                  </a:lnTo>
                  <a:lnTo>
                    <a:pt x="29271" y="257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h5009"/>
            <p:cNvSpPr/>
            <p:nvPr/>
          </p:nvSpPr>
          <p:spPr>
            <a:xfrm>
              <a:off x="7016729" y="3347140"/>
              <a:ext cx="21875" cy="30605"/>
            </a:xfrm>
            <a:custGeom>
              <a:avLst/>
              <a:pathLst>
                <a:path w="21875" h="30605">
                  <a:moveTo>
                    <a:pt x="14879" y="1272"/>
                  </a:moveTo>
                  <a:lnTo>
                    <a:pt x="16442" y="2606"/>
                  </a:lnTo>
                  <a:lnTo>
                    <a:pt x="17711" y="5109"/>
                  </a:lnTo>
                  <a:lnTo>
                    <a:pt x="18134" y="8034"/>
                  </a:lnTo>
                  <a:lnTo>
                    <a:pt x="19806" y="9201"/>
                  </a:lnTo>
                  <a:lnTo>
                    <a:pt x="21258" y="9173"/>
                  </a:lnTo>
                  <a:lnTo>
                    <a:pt x="21875" y="10501"/>
                  </a:lnTo>
                  <a:lnTo>
                    <a:pt x="19163" y="11342"/>
                  </a:lnTo>
                  <a:lnTo>
                    <a:pt x="20119" y="17459"/>
                  </a:lnTo>
                  <a:lnTo>
                    <a:pt x="15443" y="24828"/>
                  </a:lnTo>
                  <a:lnTo>
                    <a:pt x="15202" y="26468"/>
                  </a:lnTo>
                  <a:lnTo>
                    <a:pt x="12972" y="27271"/>
                  </a:lnTo>
                  <a:lnTo>
                    <a:pt x="9559" y="26295"/>
                  </a:lnTo>
                  <a:lnTo>
                    <a:pt x="8529" y="23205"/>
                  </a:lnTo>
                  <a:lnTo>
                    <a:pt x="1484" y="30605"/>
                  </a:lnTo>
                  <a:lnTo>
                    <a:pt x="1409" y="22748"/>
                  </a:lnTo>
                  <a:lnTo>
                    <a:pt x="3208" y="14068"/>
                  </a:lnTo>
                  <a:lnTo>
                    <a:pt x="0" y="8481"/>
                  </a:lnTo>
                  <a:lnTo>
                    <a:pt x="1001" y="8898"/>
                  </a:lnTo>
                  <a:lnTo>
                    <a:pt x="6070" y="4451"/>
                  </a:lnTo>
                  <a:lnTo>
                    <a:pt x="6414" y="1109"/>
                  </a:lnTo>
                  <a:lnTo>
                    <a:pt x="902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h5010"/>
            <p:cNvSpPr/>
            <p:nvPr/>
          </p:nvSpPr>
          <p:spPr>
            <a:xfrm>
              <a:off x="6875394" y="3251355"/>
              <a:ext cx="28291" cy="26008"/>
            </a:xfrm>
            <a:custGeom>
              <a:avLst/>
              <a:pathLst>
                <a:path w="28291" h="26008">
                  <a:moveTo>
                    <a:pt x="5380" y="407"/>
                  </a:moveTo>
                  <a:lnTo>
                    <a:pt x="6232" y="1221"/>
                  </a:lnTo>
                  <a:lnTo>
                    <a:pt x="6643" y="3775"/>
                  </a:lnTo>
                  <a:lnTo>
                    <a:pt x="19541" y="3696"/>
                  </a:lnTo>
                  <a:lnTo>
                    <a:pt x="23370" y="1659"/>
                  </a:lnTo>
                  <a:lnTo>
                    <a:pt x="28291" y="1199"/>
                  </a:lnTo>
                  <a:lnTo>
                    <a:pt x="26954" y="5782"/>
                  </a:lnTo>
                  <a:lnTo>
                    <a:pt x="20145" y="13435"/>
                  </a:lnTo>
                  <a:lnTo>
                    <a:pt x="17975" y="14043"/>
                  </a:lnTo>
                  <a:lnTo>
                    <a:pt x="14839" y="13468"/>
                  </a:lnTo>
                  <a:lnTo>
                    <a:pt x="10883" y="14362"/>
                  </a:lnTo>
                  <a:lnTo>
                    <a:pt x="11307" y="17823"/>
                  </a:lnTo>
                  <a:lnTo>
                    <a:pt x="9735" y="18549"/>
                  </a:lnTo>
                  <a:lnTo>
                    <a:pt x="13000" y="20989"/>
                  </a:lnTo>
                  <a:lnTo>
                    <a:pt x="15977" y="20264"/>
                  </a:lnTo>
                  <a:lnTo>
                    <a:pt x="12685" y="26008"/>
                  </a:lnTo>
                  <a:lnTo>
                    <a:pt x="10534" y="23471"/>
                  </a:lnTo>
                  <a:lnTo>
                    <a:pt x="11540" y="22765"/>
                  </a:lnTo>
                  <a:lnTo>
                    <a:pt x="10541" y="21952"/>
                  </a:lnTo>
                  <a:lnTo>
                    <a:pt x="9517" y="21702"/>
                  </a:lnTo>
                  <a:lnTo>
                    <a:pt x="7126" y="22735"/>
                  </a:lnTo>
                  <a:lnTo>
                    <a:pt x="6494" y="22489"/>
                  </a:lnTo>
                  <a:lnTo>
                    <a:pt x="4878" y="17788"/>
                  </a:lnTo>
                  <a:lnTo>
                    <a:pt x="4815" y="14516"/>
                  </a:lnTo>
                  <a:lnTo>
                    <a:pt x="2920" y="8558"/>
                  </a:lnTo>
                  <a:lnTo>
                    <a:pt x="0" y="5205"/>
                  </a:lnTo>
                  <a:lnTo>
                    <a:pt x="5556" y="4296"/>
                  </a:lnTo>
                  <a:lnTo>
                    <a:pt x="238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h5011"/>
            <p:cNvSpPr/>
            <p:nvPr/>
          </p:nvSpPr>
          <p:spPr>
            <a:xfrm>
              <a:off x="6978542" y="3205755"/>
              <a:ext cx="18792" cy="13303"/>
            </a:xfrm>
            <a:custGeom>
              <a:avLst/>
              <a:pathLst>
                <a:path w="18792" h="13303">
                  <a:moveTo>
                    <a:pt x="18297" y="0"/>
                  </a:moveTo>
                  <a:lnTo>
                    <a:pt x="18792" y="4073"/>
                  </a:lnTo>
                  <a:lnTo>
                    <a:pt x="17463" y="5498"/>
                  </a:lnTo>
                  <a:lnTo>
                    <a:pt x="17065" y="7492"/>
                  </a:lnTo>
                  <a:lnTo>
                    <a:pt x="16600" y="8454"/>
                  </a:lnTo>
                  <a:lnTo>
                    <a:pt x="15053" y="9021"/>
                  </a:lnTo>
                  <a:lnTo>
                    <a:pt x="10018" y="8696"/>
                  </a:lnTo>
                  <a:lnTo>
                    <a:pt x="1466" y="13303"/>
                  </a:lnTo>
                  <a:lnTo>
                    <a:pt x="0" y="9864"/>
                  </a:lnTo>
                  <a:lnTo>
                    <a:pt x="3014" y="7701"/>
                  </a:lnTo>
                  <a:lnTo>
                    <a:pt x="3246" y="4981"/>
                  </a:lnTo>
                  <a:lnTo>
                    <a:pt x="8502" y="2716"/>
                  </a:lnTo>
                  <a:lnTo>
                    <a:pt x="13501" y="2163"/>
                  </a:lnTo>
                  <a:lnTo>
                    <a:pt x="16108" y="254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h5012"/>
            <p:cNvSpPr/>
            <p:nvPr/>
          </p:nvSpPr>
          <p:spPr>
            <a:xfrm>
              <a:off x="6916017" y="3154762"/>
              <a:ext cx="16110" cy="15951"/>
            </a:xfrm>
            <a:custGeom>
              <a:avLst/>
              <a:pathLst>
                <a:path w="16110" h="15951">
                  <a:moveTo>
                    <a:pt x="10449" y="2081"/>
                  </a:moveTo>
                  <a:lnTo>
                    <a:pt x="14150" y="5556"/>
                  </a:lnTo>
                  <a:lnTo>
                    <a:pt x="16110" y="8661"/>
                  </a:lnTo>
                  <a:lnTo>
                    <a:pt x="13315" y="9798"/>
                  </a:lnTo>
                  <a:lnTo>
                    <a:pt x="11842" y="13087"/>
                  </a:lnTo>
                  <a:lnTo>
                    <a:pt x="7819" y="15951"/>
                  </a:lnTo>
                  <a:lnTo>
                    <a:pt x="2875" y="14136"/>
                  </a:lnTo>
                  <a:lnTo>
                    <a:pt x="1476" y="12453"/>
                  </a:lnTo>
                  <a:lnTo>
                    <a:pt x="0" y="7891"/>
                  </a:lnTo>
                  <a:lnTo>
                    <a:pt x="51" y="3696"/>
                  </a:lnTo>
                  <a:lnTo>
                    <a:pt x="3306" y="1410"/>
                  </a:lnTo>
                  <a:lnTo>
                    <a:pt x="604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h5013"/>
            <p:cNvSpPr/>
            <p:nvPr/>
          </p:nvSpPr>
          <p:spPr>
            <a:xfrm>
              <a:off x="6911727" y="3167215"/>
              <a:ext cx="7165" cy="8612"/>
            </a:xfrm>
            <a:custGeom>
              <a:avLst/>
              <a:pathLst>
                <a:path w="7165" h="8612">
                  <a:moveTo>
                    <a:pt x="5766" y="0"/>
                  </a:moveTo>
                  <a:lnTo>
                    <a:pt x="7165" y="1682"/>
                  </a:lnTo>
                  <a:lnTo>
                    <a:pt x="6529" y="8357"/>
                  </a:lnTo>
                  <a:lnTo>
                    <a:pt x="1476" y="8612"/>
                  </a:lnTo>
                  <a:lnTo>
                    <a:pt x="1500" y="5752"/>
                  </a:lnTo>
                  <a:lnTo>
                    <a:pt x="264" y="4298"/>
                  </a:lnTo>
                  <a:lnTo>
                    <a:pt x="0" y="163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h5014"/>
            <p:cNvSpPr/>
            <p:nvPr/>
          </p:nvSpPr>
          <p:spPr>
            <a:xfrm>
              <a:off x="7000863" y="3343734"/>
              <a:ext cx="11297" cy="20216"/>
            </a:xfrm>
            <a:custGeom>
              <a:avLst/>
              <a:pathLst>
                <a:path w="11297" h="20216">
                  <a:moveTo>
                    <a:pt x="9948" y="2080"/>
                  </a:moveTo>
                  <a:lnTo>
                    <a:pt x="9521" y="4863"/>
                  </a:lnTo>
                  <a:lnTo>
                    <a:pt x="8260" y="7033"/>
                  </a:lnTo>
                  <a:lnTo>
                    <a:pt x="8535" y="9754"/>
                  </a:lnTo>
                  <a:lnTo>
                    <a:pt x="10292" y="15401"/>
                  </a:lnTo>
                  <a:lnTo>
                    <a:pt x="11297" y="16009"/>
                  </a:lnTo>
                  <a:lnTo>
                    <a:pt x="9600" y="18636"/>
                  </a:lnTo>
                  <a:lnTo>
                    <a:pt x="8130" y="19552"/>
                  </a:lnTo>
                  <a:lnTo>
                    <a:pt x="2175" y="20216"/>
                  </a:lnTo>
                  <a:lnTo>
                    <a:pt x="0" y="12967"/>
                  </a:lnTo>
                  <a:lnTo>
                    <a:pt x="1149" y="12414"/>
                  </a:lnTo>
                  <a:lnTo>
                    <a:pt x="3278" y="8944"/>
                  </a:lnTo>
                  <a:lnTo>
                    <a:pt x="1810" y="8436"/>
                  </a:lnTo>
                  <a:lnTo>
                    <a:pt x="754" y="6540"/>
                  </a:lnTo>
                  <a:lnTo>
                    <a:pt x="1706" y="3993"/>
                  </a:lnTo>
                  <a:lnTo>
                    <a:pt x="917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h5015"/>
            <p:cNvSpPr/>
            <p:nvPr/>
          </p:nvSpPr>
          <p:spPr>
            <a:xfrm>
              <a:off x="6973677" y="3194043"/>
              <a:ext cx="8501" cy="21575"/>
            </a:xfrm>
            <a:custGeom>
              <a:avLst/>
              <a:pathLst>
                <a:path w="8501" h="21575">
                  <a:moveTo>
                    <a:pt x="8501" y="8699"/>
                  </a:moveTo>
                  <a:lnTo>
                    <a:pt x="8165" y="11885"/>
                  </a:lnTo>
                  <a:lnTo>
                    <a:pt x="8111" y="16692"/>
                  </a:lnTo>
                  <a:lnTo>
                    <a:pt x="7879" y="19413"/>
                  </a:lnTo>
                  <a:lnTo>
                    <a:pt x="4864" y="21575"/>
                  </a:lnTo>
                  <a:lnTo>
                    <a:pt x="624" y="18769"/>
                  </a:lnTo>
                  <a:lnTo>
                    <a:pt x="0" y="7148"/>
                  </a:lnTo>
                  <a:lnTo>
                    <a:pt x="2433" y="1454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h5016"/>
            <p:cNvSpPr/>
            <p:nvPr/>
          </p:nvSpPr>
          <p:spPr>
            <a:xfrm>
              <a:off x="6927261" y="3143500"/>
              <a:ext cx="5593" cy="6414"/>
            </a:xfrm>
            <a:custGeom>
              <a:avLst/>
              <a:pathLst>
                <a:path w="5593" h="6414">
                  <a:moveTo>
                    <a:pt x="5593" y="5463"/>
                  </a:moveTo>
                  <a:lnTo>
                    <a:pt x="909" y="6414"/>
                  </a:lnTo>
                  <a:lnTo>
                    <a:pt x="0" y="5457"/>
                  </a:lnTo>
                  <a:lnTo>
                    <a:pt x="2447" y="136"/>
                  </a:lnTo>
                  <a:lnTo>
                    <a:pt x="293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h5017"/>
            <p:cNvSpPr/>
            <p:nvPr/>
          </p:nvSpPr>
          <p:spPr>
            <a:xfrm>
              <a:off x="7039663" y="3200377"/>
              <a:ext cx="12737" cy="9710"/>
            </a:xfrm>
            <a:custGeom>
              <a:avLst/>
              <a:pathLst>
                <a:path w="12737" h="9710">
                  <a:moveTo>
                    <a:pt x="12131" y="2383"/>
                  </a:moveTo>
                  <a:lnTo>
                    <a:pt x="12737" y="4799"/>
                  </a:lnTo>
                  <a:lnTo>
                    <a:pt x="11484" y="9710"/>
                  </a:lnTo>
                  <a:lnTo>
                    <a:pt x="5824" y="8970"/>
                  </a:lnTo>
                  <a:lnTo>
                    <a:pt x="2822" y="6654"/>
                  </a:lnTo>
                  <a:lnTo>
                    <a:pt x="0" y="3319"/>
                  </a:lnTo>
                  <a:lnTo>
                    <a:pt x="2823" y="2278"/>
                  </a:lnTo>
                  <a:lnTo>
                    <a:pt x="3648" y="2359"/>
                  </a:lnTo>
                  <a:lnTo>
                    <a:pt x="5001" y="1731"/>
                  </a:lnTo>
                  <a:lnTo>
                    <a:pt x="6629" y="1019"/>
                  </a:lnTo>
                  <a:lnTo>
                    <a:pt x="8950" y="1100"/>
                  </a:lnTo>
                  <a:lnTo>
                    <a:pt x="1093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h5018"/>
            <p:cNvSpPr/>
            <p:nvPr/>
          </p:nvSpPr>
          <p:spPr>
            <a:xfrm>
              <a:off x="7018214" y="3370345"/>
              <a:ext cx="15971" cy="13707"/>
            </a:xfrm>
            <a:custGeom>
              <a:avLst/>
              <a:pathLst>
                <a:path w="15971" h="13707">
                  <a:moveTo>
                    <a:pt x="8074" y="3090"/>
                  </a:moveTo>
                  <a:lnTo>
                    <a:pt x="11488" y="4066"/>
                  </a:lnTo>
                  <a:lnTo>
                    <a:pt x="13718" y="3263"/>
                  </a:lnTo>
                  <a:lnTo>
                    <a:pt x="13322" y="6615"/>
                  </a:lnTo>
                  <a:lnTo>
                    <a:pt x="15971" y="12178"/>
                  </a:lnTo>
                  <a:lnTo>
                    <a:pt x="13151" y="12008"/>
                  </a:lnTo>
                  <a:lnTo>
                    <a:pt x="9792" y="13396"/>
                  </a:lnTo>
                  <a:lnTo>
                    <a:pt x="4748" y="13707"/>
                  </a:lnTo>
                  <a:lnTo>
                    <a:pt x="0" y="7400"/>
                  </a:lnTo>
                  <a:lnTo>
                    <a:pt x="70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h5019"/>
            <p:cNvSpPr/>
            <p:nvPr/>
          </p:nvSpPr>
          <p:spPr>
            <a:xfrm>
              <a:off x="7222740" y="3285533"/>
              <a:ext cx="20733" cy="10196"/>
            </a:xfrm>
            <a:custGeom>
              <a:avLst/>
              <a:pathLst>
                <a:path w="20733" h="10196">
                  <a:moveTo>
                    <a:pt x="10181" y="1601"/>
                  </a:moveTo>
                  <a:lnTo>
                    <a:pt x="18682" y="3668"/>
                  </a:lnTo>
                  <a:lnTo>
                    <a:pt x="20364" y="4728"/>
                  </a:lnTo>
                  <a:lnTo>
                    <a:pt x="20733" y="5552"/>
                  </a:lnTo>
                  <a:lnTo>
                    <a:pt x="18196" y="8324"/>
                  </a:lnTo>
                  <a:lnTo>
                    <a:pt x="14464" y="9261"/>
                  </a:lnTo>
                  <a:lnTo>
                    <a:pt x="13568" y="10196"/>
                  </a:lnTo>
                  <a:lnTo>
                    <a:pt x="9307" y="7768"/>
                  </a:lnTo>
                  <a:lnTo>
                    <a:pt x="7872" y="9074"/>
                  </a:lnTo>
                  <a:lnTo>
                    <a:pt x="2203" y="9152"/>
                  </a:lnTo>
                  <a:lnTo>
                    <a:pt x="0" y="4893"/>
                  </a:lnTo>
                  <a:lnTo>
                    <a:pt x="458" y="1760"/>
                  </a:lnTo>
                  <a:lnTo>
                    <a:pt x="3295" y="316"/>
                  </a:lnTo>
                  <a:lnTo>
                    <a:pt x="4433" y="714"/>
                  </a:lnTo>
                  <a:lnTo>
                    <a:pt x="722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h5020"/>
            <p:cNvSpPr/>
            <p:nvPr/>
          </p:nvSpPr>
          <p:spPr>
            <a:xfrm>
              <a:off x="7039628" y="3219233"/>
              <a:ext cx="26002" cy="24380"/>
            </a:xfrm>
            <a:custGeom>
              <a:avLst/>
              <a:pathLst>
                <a:path w="26002" h="24380">
                  <a:moveTo>
                    <a:pt x="9830" y="0"/>
                  </a:moveTo>
                  <a:lnTo>
                    <a:pt x="12698" y="3921"/>
                  </a:lnTo>
                  <a:lnTo>
                    <a:pt x="12254" y="4286"/>
                  </a:lnTo>
                  <a:lnTo>
                    <a:pt x="13374" y="5864"/>
                  </a:lnTo>
                  <a:lnTo>
                    <a:pt x="24310" y="5803"/>
                  </a:lnTo>
                  <a:lnTo>
                    <a:pt x="25124" y="6470"/>
                  </a:lnTo>
                  <a:lnTo>
                    <a:pt x="26002" y="8676"/>
                  </a:lnTo>
                  <a:lnTo>
                    <a:pt x="20250" y="11416"/>
                  </a:lnTo>
                  <a:lnTo>
                    <a:pt x="17458" y="14730"/>
                  </a:lnTo>
                  <a:lnTo>
                    <a:pt x="16953" y="20024"/>
                  </a:lnTo>
                  <a:lnTo>
                    <a:pt x="12147" y="19026"/>
                  </a:lnTo>
                  <a:lnTo>
                    <a:pt x="7409" y="24380"/>
                  </a:lnTo>
                  <a:lnTo>
                    <a:pt x="6353" y="23659"/>
                  </a:lnTo>
                  <a:lnTo>
                    <a:pt x="1552" y="22868"/>
                  </a:lnTo>
                  <a:lnTo>
                    <a:pt x="2416" y="20647"/>
                  </a:lnTo>
                  <a:lnTo>
                    <a:pt x="3472" y="15455"/>
                  </a:lnTo>
                  <a:lnTo>
                    <a:pt x="283" y="12761"/>
                  </a:lnTo>
                  <a:lnTo>
                    <a:pt x="0" y="6125"/>
                  </a:lnTo>
                  <a:lnTo>
                    <a:pt x="6534" y="132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h5021"/>
            <p:cNvSpPr/>
            <p:nvPr/>
          </p:nvSpPr>
          <p:spPr>
            <a:xfrm>
              <a:off x="7069944" y="3208521"/>
              <a:ext cx="9921" cy="12446"/>
            </a:xfrm>
            <a:custGeom>
              <a:avLst/>
              <a:pathLst>
                <a:path w="9921" h="12446">
                  <a:moveTo>
                    <a:pt x="3331" y="790"/>
                  </a:moveTo>
                  <a:lnTo>
                    <a:pt x="4020" y="3008"/>
                  </a:lnTo>
                  <a:lnTo>
                    <a:pt x="6921" y="3356"/>
                  </a:lnTo>
                  <a:lnTo>
                    <a:pt x="9589" y="5050"/>
                  </a:lnTo>
                  <a:lnTo>
                    <a:pt x="9921" y="6223"/>
                  </a:lnTo>
                  <a:lnTo>
                    <a:pt x="8414" y="9435"/>
                  </a:lnTo>
                  <a:lnTo>
                    <a:pt x="4596" y="12446"/>
                  </a:lnTo>
                  <a:lnTo>
                    <a:pt x="0" y="7237"/>
                  </a:lnTo>
                  <a:lnTo>
                    <a:pt x="711" y="5581"/>
                  </a:lnTo>
                  <a:lnTo>
                    <a:pt x="154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h5022"/>
            <p:cNvSpPr/>
            <p:nvPr/>
          </p:nvSpPr>
          <p:spPr>
            <a:xfrm>
              <a:off x="7009944" y="3277871"/>
              <a:ext cx="3831" cy="3793"/>
            </a:xfrm>
            <a:custGeom>
              <a:avLst/>
              <a:pathLst>
                <a:path w="3831" h="3793">
                  <a:moveTo>
                    <a:pt x="3831" y="2515"/>
                  </a:moveTo>
                  <a:lnTo>
                    <a:pt x="3798" y="3511"/>
                  </a:lnTo>
                  <a:lnTo>
                    <a:pt x="0" y="3793"/>
                  </a:lnTo>
                  <a:lnTo>
                    <a:pt x="156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h5023"/>
            <p:cNvSpPr/>
            <p:nvPr/>
          </p:nvSpPr>
          <p:spPr>
            <a:xfrm>
              <a:off x="6781007" y="2951463"/>
              <a:ext cx="19914" cy="25442"/>
            </a:xfrm>
            <a:custGeom>
              <a:avLst/>
              <a:pathLst>
                <a:path w="19914" h="25442">
                  <a:moveTo>
                    <a:pt x="13546" y="630"/>
                  </a:moveTo>
                  <a:lnTo>
                    <a:pt x="15613" y="574"/>
                  </a:lnTo>
                  <a:lnTo>
                    <a:pt x="17398" y="4578"/>
                  </a:lnTo>
                  <a:lnTo>
                    <a:pt x="19879" y="8648"/>
                  </a:lnTo>
                  <a:lnTo>
                    <a:pt x="19914" y="8957"/>
                  </a:lnTo>
                  <a:lnTo>
                    <a:pt x="17824" y="8642"/>
                  </a:lnTo>
                  <a:lnTo>
                    <a:pt x="14927" y="11126"/>
                  </a:lnTo>
                  <a:lnTo>
                    <a:pt x="13073" y="15357"/>
                  </a:lnTo>
                  <a:lnTo>
                    <a:pt x="16240" y="18733"/>
                  </a:lnTo>
                  <a:lnTo>
                    <a:pt x="18506" y="18546"/>
                  </a:lnTo>
                  <a:lnTo>
                    <a:pt x="18033" y="19921"/>
                  </a:lnTo>
                  <a:lnTo>
                    <a:pt x="15302" y="22684"/>
                  </a:lnTo>
                  <a:lnTo>
                    <a:pt x="9671" y="25442"/>
                  </a:lnTo>
                  <a:lnTo>
                    <a:pt x="4398" y="25045"/>
                  </a:lnTo>
                  <a:lnTo>
                    <a:pt x="3889" y="24320"/>
                  </a:lnTo>
                  <a:lnTo>
                    <a:pt x="145" y="17156"/>
                  </a:lnTo>
                  <a:lnTo>
                    <a:pt x="661" y="8530"/>
                  </a:lnTo>
                  <a:lnTo>
                    <a:pt x="0" y="7840"/>
                  </a:lnTo>
                  <a:lnTo>
                    <a:pt x="637" y="5087"/>
                  </a:lnTo>
                  <a:lnTo>
                    <a:pt x="6" y="1276"/>
                  </a:lnTo>
                  <a:lnTo>
                    <a:pt x="912" y="314"/>
                  </a:lnTo>
                  <a:lnTo>
                    <a:pt x="3065" y="42"/>
                  </a:lnTo>
                  <a:lnTo>
                    <a:pt x="3627" y="1319"/>
                  </a:lnTo>
                  <a:lnTo>
                    <a:pt x="7956" y="2147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h5024"/>
            <p:cNvSpPr/>
            <p:nvPr/>
          </p:nvSpPr>
          <p:spPr>
            <a:xfrm>
              <a:off x="6894041" y="2879869"/>
              <a:ext cx="3166" cy="6407"/>
            </a:xfrm>
            <a:custGeom>
              <a:avLst/>
              <a:pathLst>
                <a:path w="3166" h="6407">
                  <a:moveTo>
                    <a:pt x="2132" y="0"/>
                  </a:moveTo>
                  <a:lnTo>
                    <a:pt x="3166" y="2265"/>
                  </a:lnTo>
                  <a:lnTo>
                    <a:pt x="2741" y="5800"/>
                  </a:lnTo>
                  <a:lnTo>
                    <a:pt x="579" y="6407"/>
                  </a:lnTo>
                  <a:lnTo>
                    <a:pt x="0" y="5020"/>
                  </a:lnTo>
                  <a:lnTo>
                    <a:pt x="800" y="3607"/>
                  </a:lnTo>
                  <a:lnTo>
                    <a:pt x="749" y="70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h5025"/>
            <p:cNvSpPr/>
            <p:nvPr/>
          </p:nvSpPr>
          <p:spPr>
            <a:xfrm>
              <a:off x="6737635" y="3075858"/>
              <a:ext cx="35101" cy="31319"/>
            </a:xfrm>
            <a:custGeom>
              <a:avLst/>
              <a:pathLst>
                <a:path w="35101" h="31319">
                  <a:moveTo>
                    <a:pt x="28951" y="1666"/>
                  </a:moveTo>
                  <a:lnTo>
                    <a:pt x="27601" y="6378"/>
                  </a:lnTo>
                  <a:lnTo>
                    <a:pt x="29880" y="5545"/>
                  </a:lnTo>
                  <a:lnTo>
                    <a:pt x="31115" y="4238"/>
                  </a:lnTo>
                  <a:lnTo>
                    <a:pt x="32046" y="4189"/>
                  </a:lnTo>
                  <a:lnTo>
                    <a:pt x="32712" y="5403"/>
                  </a:lnTo>
                  <a:lnTo>
                    <a:pt x="32487" y="9265"/>
                  </a:lnTo>
                  <a:lnTo>
                    <a:pt x="34034" y="10177"/>
                  </a:lnTo>
                  <a:lnTo>
                    <a:pt x="35101" y="12327"/>
                  </a:lnTo>
                  <a:lnTo>
                    <a:pt x="34794" y="16253"/>
                  </a:lnTo>
                  <a:lnTo>
                    <a:pt x="32096" y="17543"/>
                  </a:lnTo>
                  <a:lnTo>
                    <a:pt x="30129" y="20307"/>
                  </a:lnTo>
                  <a:lnTo>
                    <a:pt x="25598" y="20088"/>
                  </a:lnTo>
                  <a:lnTo>
                    <a:pt x="25258" y="27099"/>
                  </a:lnTo>
                  <a:lnTo>
                    <a:pt x="22838" y="28704"/>
                  </a:lnTo>
                  <a:lnTo>
                    <a:pt x="21493" y="31319"/>
                  </a:lnTo>
                  <a:lnTo>
                    <a:pt x="13179" y="28912"/>
                  </a:lnTo>
                  <a:lnTo>
                    <a:pt x="8290" y="28835"/>
                  </a:lnTo>
                  <a:lnTo>
                    <a:pt x="9397" y="21753"/>
                  </a:lnTo>
                  <a:lnTo>
                    <a:pt x="4480" y="19116"/>
                  </a:lnTo>
                  <a:lnTo>
                    <a:pt x="1984" y="21555"/>
                  </a:lnTo>
                  <a:lnTo>
                    <a:pt x="884" y="21676"/>
                  </a:lnTo>
                  <a:lnTo>
                    <a:pt x="859" y="15200"/>
                  </a:lnTo>
                  <a:lnTo>
                    <a:pt x="0" y="13013"/>
                  </a:lnTo>
                  <a:lnTo>
                    <a:pt x="429" y="12010"/>
                  </a:lnTo>
                  <a:lnTo>
                    <a:pt x="10694" y="1707"/>
                  </a:lnTo>
                  <a:lnTo>
                    <a:pt x="14638" y="1038"/>
                  </a:lnTo>
                  <a:lnTo>
                    <a:pt x="16136" y="2767"/>
                  </a:lnTo>
                  <a:lnTo>
                    <a:pt x="17739" y="3411"/>
                  </a:lnTo>
                  <a:lnTo>
                    <a:pt x="2561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h5026"/>
            <p:cNvSpPr/>
            <p:nvPr/>
          </p:nvSpPr>
          <p:spPr>
            <a:xfrm>
              <a:off x="6899473" y="2875791"/>
              <a:ext cx="5627" cy="6892"/>
            </a:xfrm>
            <a:custGeom>
              <a:avLst/>
              <a:pathLst>
                <a:path w="5627" h="6892">
                  <a:moveTo>
                    <a:pt x="4501" y="4699"/>
                  </a:moveTo>
                  <a:lnTo>
                    <a:pt x="2053" y="6892"/>
                  </a:lnTo>
                  <a:lnTo>
                    <a:pt x="107" y="5480"/>
                  </a:lnTo>
                  <a:lnTo>
                    <a:pt x="0" y="3695"/>
                  </a:lnTo>
                  <a:lnTo>
                    <a:pt x="1154" y="4376"/>
                  </a:lnTo>
                  <a:lnTo>
                    <a:pt x="2659" y="1202"/>
                  </a:lnTo>
                  <a:lnTo>
                    <a:pt x="4369" y="0"/>
                  </a:lnTo>
                  <a:lnTo>
                    <a:pt x="5627" y="32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h5027"/>
            <p:cNvSpPr/>
            <p:nvPr/>
          </p:nvSpPr>
          <p:spPr>
            <a:xfrm>
              <a:off x="6910398" y="2866560"/>
              <a:ext cx="4140" cy="5880"/>
            </a:xfrm>
            <a:custGeom>
              <a:avLst/>
              <a:pathLst>
                <a:path w="4140" h="5880">
                  <a:moveTo>
                    <a:pt x="3867" y="5880"/>
                  </a:moveTo>
                  <a:lnTo>
                    <a:pt x="0" y="5669"/>
                  </a:lnTo>
                  <a:lnTo>
                    <a:pt x="2345" y="0"/>
                  </a:lnTo>
                  <a:lnTo>
                    <a:pt x="3328" y="123"/>
                  </a:lnTo>
                  <a:lnTo>
                    <a:pt x="4140" y="390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h5028"/>
            <p:cNvSpPr/>
            <p:nvPr/>
          </p:nvSpPr>
          <p:spPr>
            <a:xfrm>
              <a:off x="6761121" y="3112292"/>
              <a:ext cx="35943" cy="22110"/>
            </a:xfrm>
            <a:custGeom>
              <a:avLst/>
              <a:pathLst>
                <a:path w="35943" h="22110">
                  <a:moveTo>
                    <a:pt x="17099" y="253"/>
                  </a:moveTo>
                  <a:lnTo>
                    <a:pt x="17467" y="797"/>
                  </a:lnTo>
                  <a:lnTo>
                    <a:pt x="23801" y="8937"/>
                  </a:lnTo>
                  <a:lnTo>
                    <a:pt x="25490" y="9862"/>
                  </a:lnTo>
                  <a:lnTo>
                    <a:pt x="35943" y="8086"/>
                  </a:lnTo>
                  <a:lnTo>
                    <a:pt x="35907" y="10973"/>
                  </a:lnTo>
                  <a:lnTo>
                    <a:pt x="33116" y="12283"/>
                  </a:lnTo>
                  <a:lnTo>
                    <a:pt x="29687" y="10590"/>
                  </a:lnTo>
                  <a:lnTo>
                    <a:pt x="27783" y="11517"/>
                  </a:lnTo>
                  <a:lnTo>
                    <a:pt x="29243" y="15836"/>
                  </a:lnTo>
                  <a:lnTo>
                    <a:pt x="30684" y="14477"/>
                  </a:lnTo>
                  <a:lnTo>
                    <a:pt x="32983" y="14187"/>
                  </a:lnTo>
                  <a:lnTo>
                    <a:pt x="32746" y="17141"/>
                  </a:lnTo>
                  <a:lnTo>
                    <a:pt x="26055" y="22110"/>
                  </a:lnTo>
                  <a:lnTo>
                    <a:pt x="16537" y="16831"/>
                  </a:lnTo>
                  <a:lnTo>
                    <a:pt x="6298" y="14282"/>
                  </a:lnTo>
                  <a:lnTo>
                    <a:pt x="8155" y="11856"/>
                  </a:lnTo>
                  <a:lnTo>
                    <a:pt x="11822" y="12174"/>
                  </a:lnTo>
                  <a:lnTo>
                    <a:pt x="15338" y="8998"/>
                  </a:lnTo>
                  <a:lnTo>
                    <a:pt x="11112" y="8692"/>
                  </a:lnTo>
                  <a:lnTo>
                    <a:pt x="6027" y="6861"/>
                  </a:lnTo>
                  <a:lnTo>
                    <a:pt x="0" y="7948"/>
                  </a:lnTo>
                  <a:lnTo>
                    <a:pt x="1007" y="3736"/>
                  </a:lnTo>
                  <a:lnTo>
                    <a:pt x="4242" y="1056"/>
                  </a:lnTo>
                  <a:lnTo>
                    <a:pt x="7087" y="0"/>
                  </a:lnTo>
                  <a:lnTo>
                    <a:pt x="11057" y="103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h5029"/>
            <p:cNvSpPr/>
            <p:nvPr/>
          </p:nvSpPr>
          <p:spPr>
            <a:xfrm>
              <a:off x="6850401" y="2916969"/>
              <a:ext cx="39343" cy="33645"/>
            </a:xfrm>
            <a:custGeom>
              <a:avLst/>
              <a:pathLst>
                <a:path w="39343" h="33645">
                  <a:moveTo>
                    <a:pt x="21250" y="0"/>
                  </a:moveTo>
                  <a:lnTo>
                    <a:pt x="22594" y="328"/>
                  </a:lnTo>
                  <a:lnTo>
                    <a:pt x="22962" y="2588"/>
                  </a:lnTo>
                  <a:lnTo>
                    <a:pt x="26693" y="4483"/>
                  </a:lnTo>
                  <a:lnTo>
                    <a:pt x="28950" y="3334"/>
                  </a:lnTo>
                  <a:lnTo>
                    <a:pt x="31246" y="5821"/>
                  </a:lnTo>
                  <a:lnTo>
                    <a:pt x="30754" y="7636"/>
                  </a:lnTo>
                  <a:lnTo>
                    <a:pt x="33857" y="11284"/>
                  </a:lnTo>
                  <a:lnTo>
                    <a:pt x="36106" y="12074"/>
                  </a:lnTo>
                  <a:lnTo>
                    <a:pt x="37912" y="11790"/>
                  </a:lnTo>
                  <a:lnTo>
                    <a:pt x="39047" y="13382"/>
                  </a:lnTo>
                  <a:lnTo>
                    <a:pt x="39343" y="15622"/>
                  </a:lnTo>
                  <a:lnTo>
                    <a:pt x="37413" y="16832"/>
                  </a:lnTo>
                  <a:lnTo>
                    <a:pt x="36954" y="17992"/>
                  </a:lnTo>
                  <a:lnTo>
                    <a:pt x="36332" y="20225"/>
                  </a:lnTo>
                  <a:lnTo>
                    <a:pt x="36524" y="23526"/>
                  </a:lnTo>
                  <a:lnTo>
                    <a:pt x="36116" y="24482"/>
                  </a:lnTo>
                  <a:lnTo>
                    <a:pt x="32060" y="23488"/>
                  </a:lnTo>
                  <a:lnTo>
                    <a:pt x="29554" y="24128"/>
                  </a:lnTo>
                  <a:lnTo>
                    <a:pt x="28382" y="28398"/>
                  </a:lnTo>
                  <a:lnTo>
                    <a:pt x="20880" y="33645"/>
                  </a:lnTo>
                  <a:lnTo>
                    <a:pt x="22503" y="31473"/>
                  </a:lnTo>
                  <a:lnTo>
                    <a:pt x="22317" y="30433"/>
                  </a:lnTo>
                  <a:lnTo>
                    <a:pt x="19397" y="28116"/>
                  </a:lnTo>
                  <a:lnTo>
                    <a:pt x="19769" y="23409"/>
                  </a:lnTo>
                  <a:lnTo>
                    <a:pt x="19736" y="21531"/>
                  </a:lnTo>
                  <a:lnTo>
                    <a:pt x="18330" y="19964"/>
                  </a:lnTo>
                  <a:lnTo>
                    <a:pt x="13382" y="17960"/>
                  </a:lnTo>
                  <a:lnTo>
                    <a:pt x="10933" y="18515"/>
                  </a:lnTo>
                  <a:lnTo>
                    <a:pt x="9848" y="16447"/>
                  </a:lnTo>
                  <a:lnTo>
                    <a:pt x="6922" y="13499"/>
                  </a:lnTo>
                  <a:lnTo>
                    <a:pt x="414" y="11310"/>
                  </a:lnTo>
                  <a:lnTo>
                    <a:pt x="0" y="5232"/>
                  </a:lnTo>
                  <a:lnTo>
                    <a:pt x="1161" y="4997"/>
                  </a:lnTo>
                  <a:lnTo>
                    <a:pt x="2441" y="2351"/>
                  </a:lnTo>
                  <a:lnTo>
                    <a:pt x="3430" y="1893"/>
                  </a:lnTo>
                  <a:lnTo>
                    <a:pt x="8345" y="4257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h5030"/>
            <p:cNvSpPr/>
            <p:nvPr/>
          </p:nvSpPr>
          <p:spPr>
            <a:xfrm>
              <a:off x="6847866" y="2833953"/>
              <a:ext cx="32858" cy="24961"/>
            </a:xfrm>
            <a:custGeom>
              <a:avLst/>
              <a:pathLst>
                <a:path w="32858" h="24961">
                  <a:moveTo>
                    <a:pt x="30834" y="0"/>
                  </a:moveTo>
                  <a:lnTo>
                    <a:pt x="32858" y="1386"/>
                  </a:lnTo>
                  <a:lnTo>
                    <a:pt x="31105" y="6275"/>
                  </a:lnTo>
                  <a:lnTo>
                    <a:pt x="21307" y="14139"/>
                  </a:lnTo>
                  <a:lnTo>
                    <a:pt x="18364" y="20949"/>
                  </a:lnTo>
                  <a:lnTo>
                    <a:pt x="16372" y="23530"/>
                  </a:lnTo>
                  <a:lnTo>
                    <a:pt x="13335" y="24846"/>
                  </a:lnTo>
                  <a:lnTo>
                    <a:pt x="10182" y="24961"/>
                  </a:lnTo>
                  <a:lnTo>
                    <a:pt x="6999" y="23000"/>
                  </a:lnTo>
                  <a:lnTo>
                    <a:pt x="5725" y="22917"/>
                  </a:lnTo>
                  <a:lnTo>
                    <a:pt x="3037" y="24243"/>
                  </a:lnTo>
                  <a:lnTo>
                    <a:pt x="1696" y="21535"/>
                  </a:lnTo>
                  <a:lnTo>
                    <a:pt x="3576" y="18208"/>
                  </a:lnTo>
                  <a:lnTo>
                    <a:pt x="494" y="16632"/>
                  </a:lnTo>
                  <a:lnTo>
                    <a:pt x="0" y="14183"/>
                  </a:lnTo>
                  <a:lnTo>
                    <a:pt x="2346" y="13418"/>
                  </a:lnTo>
                  <a:lnTo>
                    <a:pt x="5901" y="14403"/>
                  </a:lnTo>
                  <a:lnTo>
                    <a:pt x="7756" y="13751"/>
                  </a:lnTo>
                  <a:lnTo>
                    <a:pt x="12856" y="5830"/>
                  </a:lnTo>
                  <a:lnTo>
                    <a:pt x="17619" y="4142"/>
                  </a:lnTo>
                  <a:lnTo>
                    <a:pt x="19655" y="5624"/>
                  </a:lnTo>
                  <a:lnTo>
                    <a:pt x="29024" y="9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h5031"/>
            <p:cNvSpPr/>
            <p:nvPr/>
          </p:nvSpPr>
          <p:spPr>
            <a:xfrm>
              <a:off x="6840720" y="3016059"/>
              <a:ext cx="26785" cy="22845"/>
            </a:xfrm>
            <a:custGeom>
              <a:avLst/>
              <a:pathLst>
                <a:path w="26785" h="22845">
                  <a:moveTo>
                    <a:pt x="3020" y="605"/>
                  </a:moveTo>
                  <a:lnTo>
                    <a:pt x="5973" y="0"/>
                  </a:lnTo>
                  <a:lnTo>
                    <a:pt x="8367" y="1338"/>
                  </a:lnTo>
                  <a:lnTo>
                    <a:pt x="14910" y="4764"/>
                  </a:lnTo>
                  <a:lnTo>
                    <a:pt x="15185" y="6151"/>
                  </a:lnTo>
                  <a:lnTo>
                    <a:pt x="13623" y="7127"/>
                  </a:lnTo>
                  <a:lnTo>
                    <a:pt x="13740" y="8586"/>
                  </a:lnTo>
                  <a:lnTo>
                    <a:pt x="16744" y="10086"/>
                  </a:lnTo>
                  <a:lnTo>
                    <a:pt x="25389" y="11468"/>
                  </a:lnTo>
                  <a:lnTo>
                    <a:pt x="26785" y="17181"/>
                  </a:lnTo>
                  <a:lnTo>
                    <a:pt x="23236" y="22104"/>
                  </a:lnTo>
                  <a:lnTo>
                    <a:pt x="22159" y="22845"/>
                  </a:lnTo>
                  <a:lnTo>
                    <a:pt x="22017" y="22318"/>
                  </a:lnTo>
                  <a:lnTo>
                    <a:pt x="20583" y="20572"/>
                  </a:lnTo>
                  <a:lnTo>
                    <a:pt x="16423" y="20217"/>
                  </a:lnTo>
                  <a:lnTo>
                    <a:pt x="13194" y="18182"/>
                  </a:lnTo>
                  <a:lnTo>
                    <a:pt x="8116" y="16919"/>
                  </a:lnTo>
                  <a:lnTo>
                    <a:pt x="8091" y="13853"/>
                  </a:lnTo>
                  <a:lnTo>
                    <a:pt x="6063" y="15108"/>
                  </a:lnTo>
                  <a:lnTo>
                    <a:pt x="490" y="10087"/>
                  </a:lnTo>
                  <a:lnTo>
                    <a:pt x="0" y="8393"/>
                  </a:lnTo>
                  <a:lnTo>
                    <a:pt x="202" y="231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h5032"/>
            <p:cNvSpPr/>
            <p:nvPr/>
          </p:nvSpPr>
          <p:spPr>
            <a:xfrm>
              <a:off x="6899427" y="2864926"/>
              <a:ext cx="13316" cy="15240"/>
            </a:xfrm>
            <a:custGeom>
              <a:avLst/>
              <a:pathLst>
                <a:path w="13316" h="15240">
                  <a:moveTo>
                    <a:pt x="13316" y="1633"/>
                  </a:moveTo>
                  <a:lnTo>
                    <a:pt x="10970" y="7303"/>
                  </a:lnTo>
                  <a:lnTo>
                    <a:pt x="8505" y="8353"/>
                  </a:lnTo>
                  <a:lnTo>
                    <a:pt x="6687" y="8245"/>
                  </a:lnTo>
                  <a:lnTo>
                    <a:pt x="5674" y="11186"/>
                  </a:lnTo>
                  <a:lnTo>
                    <a:pt x="4415" y="10864"/>
                  </a:lnTo>
                  <a:lnTo>
                    <a:pt x="2705" y="12066"/>
                  </a:lnTo>
                  <a:lnTo>
                    <a:pt x="1201" y="15240"/>
                  </a:lnTo>
                  <a:lnTo>
                    <a:pt x="46" y="14559"/>
                  </a:lnTo>
                  <a:lnTo>
                    <a:pt x="0" y="14012"/>
                  </a:lnTo>
                  <a:lnTo>
                    <a:pt x="768" y="10590"/>
                  </a:lnTo>
                  <a:lnTo>
                    <a:pt x="3524" y="9708"/>
                  </a:lnTo>
                  <a:lnTo>
                    <a:pt x="6305" y="5957"/>
                  </a:lnTo>
                  <a:lnTo>
                    <a:pt x="10426" y="3840"/>
                  </a:lnTo>
                  <a:lnTo>
                    <a:pt x="10775" y="2316"/>
                  </a:lnTo>
                  <a:lnTo>
                    <a:pt x="9788" y="2056"/>
                  </a:lnTo>
                  <a:lnTo>
                    <a:pt x="1153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h5033"/>
            <p:cNvSpPr/>
            <p:nvPr/>
          </p:nvSpPr>
          <p:spPr>
            <a:xfrm>
              <a:off x="6873130" y="2885424"/>
              <a:ext cx="13651" cy="7276"/>
            </a:xfrm>
            <a:custGeom>
              <a:avLst/>
              <a:pathLst>
                <a:path w="13651" h="7276">
                  <a:moveTo>
                    <a:pt x="13651" y="284"/>
                  </a:moveTo>
                  <a:lnTo>
                    <a:pt x="10898" y="6723"/>
                  </a:lnTo>
                  <a:lnTo>
                    <a:pt x="9614" y="7276"/>
                  </a:lnTo>
                  <a:lnTo>
                    <a:pt x="7783" y="6517"/>
                  </a:lnTo>
                  <a:lnTo>
                    <a:pt x="5542" y="4960"/>
                  </a:lnTo>
                  <a:lnTo>
                    <a:pt x="0" y="1406"/>
                  </a:lnTo>
                  <a:lnTo>
                    <a:pt x="6924" y="0"/>
                  </a:lnTo>
                  <a:lnTo>
                    <a:pt x="9279" y="1305"/>
                  </a:lnTo>
                  <a:lnTo>
                    <a:pt x="10301" y="500"/>
                  </a:lnTo>
                  <a:lnTo>
                    <a:pt x="10662" y="157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h5034"/>
            <p:cNvSpPr/>
            <p:nvPr/>
          </p:nvSpPr>
          <p:spPr>
            <a:xfrm>
              <a:off x="6803206" y="3115112"/>
              <a:ext cx="23625" cy="27288"/>
            </a:xfrm>
            <a:custGeom>
              <a:avLst/>
              <a:pathLst>
                <a:path w="23625" h="27288">
                  <a:moveTo>
                    <a:pt x="7141" y="3109"/>
                  </a:moveTo>
                  <a:lnTo>
                    <a:pt x="10891" y="3070"/>
                  </a:lnTo>
                  <a:lnTo>
                    <a:pt x="13492" y="1641"/>
                  </a:lnTo>
                  <a:lnTo>
                    <a:pt x="15217" y="3527"/>
                  </a:lnTo>
                  <a:lnTo>
                    <a:pt x="14593" y="7388"/>
                  </a:lnTo>
                  <a:lnTo>
                    <a:pt x="15354" y="10604"/>
                  </a:lnTo>
                  <a:lnTo>
                    <a:pt x="17361" y="12388"/>
                  </a:lnTo>
                  <a:lnTo>
                    <a:pt x="20527" y="12211"/>
                  </a:lnTo>
                  <a:lnTo>
                    <a:pt x="23090" y="15169"/>
                  </a:lnTo>
                  <a:lnTo>
                    <a:pt x="21857" y="15447"/>
                  </a:lnTo>
                  <a:lnTo>
                    <a:pt x="21988" y="18413"/>
                  </a:lnTo>
                  <a:lnTo>
                    <a:pt x="23625" y="21005"/>
                  </a:lnTo>
                  <a:lnTo>
                    <a:pt x="19853" y="24819"/>
                  </a:lnTo>
                  <a:lnTo>
                    <a:pt x="17790" y="23538"/>
                  </a:lnTo>
                  <a:lnTo>
                    <a:pt x="14012" y="24586"/>
                  </a:lnTo>
                  <a:lnTo>
                    <a:pt x="12258" y="27288"/>
                  </a:lnTo>
                  <a:lnTo>
                    <a:pt x="9256" y="26757"/>
                  </a:lnTo>
                  <a:lnTo>
                    <a:pt x="8375" y="19428"/>
                  </a:lnTo>
                  <a:lnTo>
                    <a:pt x="9252" y="17629"/>
                  </a:lnTo>
                  <a:lnTo>
                    <a:pt x="8903" y="13520"/>
                  </a:lnTo>
                  <a:lnTo>
                    <a:pt x="6231" y="11941"/>
                  </a:lnTo>
                  <a:lnTo>
                    <a:pt x="1818" y="12039"/>
                  </a:lnTo>
                  <a:lnTo>
                    <a:pt x="2412" y="10635"/>
                  </a:lnTo>
                  <a:lnTo>
                    <a:pt x="1117" y="6387"/>
                  </a:lnTo>
                  <a:lnTo>
                    <a:pt x="0" y="5296"/>
                  </a:lnTo>
                  <a:lnTo>
                    <a:pt x="563" y="2605"/>
                  </a:lnTo>
                  <a:lnTo>
                    <a:pt x="1143" y="3673"/>
                  </a:lnTo>
                  <a:lnTo>
                    <a:pt x="1680" y="3418"/>
                  </a:lnTo>
                  <a:lnTo>
                    <a:pt x="2512" y="814"/>
                  </a:lnTo>
                  <a:lnTo>
                    <a:pt x="41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h5035"/>
            <p:cNvSpPr/>
            <p:nvPr/>
          </p:nvSpPr>
          <p:spPr>
            <a:xfrm>
              <a:off x="6896782" y="2881271"/>
              <a:ext cx="4744" cy="5733"/>
            </a:xfrm>
            <a:custGeom>
              <a:avLst/>
              <a:pathLst>
                <a:path w="4744" h="5733">
                  <a:moveTo>
                    <a:pt x="4744" y="1412"/>
                  </a:moveTo>
                  <a:lnTo>
                    <a:pt x="4434" y="3916"/>
                  </a:lnTo>
                  <a:lnTo>
                    <a:pt x="1305" y="5733"/>
                  </a:lnTo>
                  <a:lnTo>
                    <a:pt x="0" y="4398"/>
                  </a:lnTo>
                  <a:lnTo>
                    <a:pt x="424" y="863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h5036"/>
            <p:cNvSpPr/>
            <p:nvPr/>
          </p:nvSpPr>
          <p:spPr>
            <a:xfrm>
              <a:off x="6914266" y="2870463"/>
              <a:ext cx="395" cy="2488"/>
            </a:xfrm>
            <a:custGeom>
              <a:avLst/>
              <a:pathLst>
                <a:path w="395" h="2488">
                  <a:moveTo>
                    <a:pt x="395" y="2488"/>
                  </a:moveTo>
                  <a:lnTo>
                    <a:pt x="0" y="1978"/>
                  </a:lnTo>
                  <a:lnTo>
                    <a:pt x="27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h5037"/>
            <p:cNvSpPr/>
            <p:nvPr/>
          </p:nvSpPr>
          <p:spPr>
            <a:xfrm>
              <a:off x="6919563" y="2898614"/>
              <a:ext cx="13935" cy="30496"/>
            </a:xfrm>
            <a:custGeom>
              <a:avLst/>
              <a:pathLst>
                <a:path w="13935" h="30496">
                  <a:moveTo>
                    <a:pt x="13364" y="0"/>
                  </a:moveTo>
                  <a:lnTo>
                    <a:pt x="11979" y="8361"/>
                  </a:lnTo>
                  <a:lnTo>
                    <a:pt x="11703" y="15404"/>
                  </a:lnTo>
                  <a:lnTo>
                    <a:pt x="10465" y="19144"/>
                  </a:lnTo>
                  <a:lnTo>
                    <a:pt x="13489" y="22887"/>
                  </a:lnTo>
                  <a:lnTo>
                    <a:pt x="13935" y="24467"/>
                  </a:lnTo>
                  <a:lnTo>
                    <a:pt x="9068" y="25552"/>
                  </a:lnTo>
                  <a:lnTo>
                    <a:pt x="5453" y="29171"/>
                  </a:lnTo>
                  <a:lnTo>
                    <a:pt x="1036" y="30496"/>
                  </a:lnTo>
                  <a:lnTo>
                    <a:pt x="0" y="29056"/>
                  </a:lnTo>
                  <a:lnTo>
                    <a:pt x="1537" y="27029"/>
                  </a:lnTo>
                  <a:lnTo>
                    <a:pt x="2050" y="28617"/>
                  </a:lnTo>
                  <a:lnTo>
                    <a:pt x="2387" y="28296"/>
                  </a:lnTo>
                  <a:lnTo>
                    <a:pt x="3498" y="25286"/>
                  </a:lnTo>
                  <a:lnTo>
                    <a:pt x="3254" y="21994"/>
                  </a:lnTo>
                  <a:lnTo>
                    <a:pt x="1931" y="21011"/>
                  </a:lnTo>
                  <a:lnTo>
                    <a:pt x="2853" y="15432"/>
                  </a:lnTo>
                  <a:lnTo>
                    <a:pt x="4051" y="12540"/>
                  </a:lnTo>
                  <a:lnTo>
                    <a:pt x="6912" y="12025"/>
                  </a:lnTo>
                  <a:lnTo>
                    <a:pt x="10499" y="7569"/>
                  </a:lnTo>
                  <a:lnTo>
                    <a:pt x="11323" y="6255"/>
                  </a:lnTo>
                  <a:lnTo>
                    <a:pt x="11842" y="6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h5038"/>
            <p:cNvSpPr/>
            <p:nvPr/>
          </p:nvSpPr>
          <p:spPr>
            <a:xfrm>
              <a:off x="6778589" y="3105124"/>
              <a:ext cx="25962" cy="17029"/>
            </a:xfrm>
            <a:custGeom>
              <a:avLst/>
              <a:pathLst>
                <a:path w="25962" h="17029">
                  <a:moveTo>
                    <a:pt x="4791" y="0"/>
                  </a:moveTo>
                  <a:lnTo>
                    <a:pt x="6209" y="3857"/>
                  </a:lnTo>
                  <a:lnTo>
                    <a:pt x="5040" y="5414"/>
                  </a:lnTo>
                  <a:lnTo>
                    <a:pt x="5232" y="6528"/>
                  </a:lnTo>
                  <a:lnTo>
                    <a:pt x="14116" y="8518"/>
                  </a:lnTo>
                  <a:lnTo>
                    <a:pt x="13911" y="3753"/>
                  </a:lnTo>
                  <a:lnTo>
                    <a:pt x="15442" y="2619"/>
                  </a:lnTo>
                  <a:lnTo>
                    <a:pt x="17512" y="3922"/>
                  </a:lnTo>
                  <a:lnTo>
                    <a:pt x="17973" y="2842"/>
                  </a:lnTo>
                  <a:lnTo>
                    <a:pt x="20192" y="5137"/>
                  </a:lnTo>
                  <a:lnTo>
                    <a:pt x="23690" y="6139"/>
                  </a:lnTo>
                  <a:lnTo>
                    <a:pt x="25962" y="9834"/>
                  </a:lnTo>
                  <a:lnTo>
                    <a:pt x="25180" y="12592"/>
                  </a:lnTo>
                  <a:lnTo>
                    <a:pt x="24617" y="15283"/>
                  </a:lnTo>
                  <a:lnTo>
                    <a:pt x="22853" y="15464"/>
                  </a:lnTo>
                  <a:lnTo>
                    <a:pt x="21179" y="14587"/>
                  </a:lnTo>
                  <a:lnTo>
                    <a:pt x="18476" y="15253"/>
                  </a:lnTo>
                  <a:lnTo>
                    <a:pt x="8022" y="17029"/>
                  </a:lnTo>
                  <a:lnTo>
                    <a:pt x="6334" y="16105"/>
                  </a:lnTo>
                  <a:lnTo>
                    <a:pt x="0" y="7965"/>
                  </a:lnTo>
                  <a:lnTo>
                    <a:pt x="2107" y="6853"/>
                  </a:lnTo>
                  <a:lnTo>
                    <a:pt x="3264" y="4934"/>
                  </a:lnTo>
                  <a:lnTo>
                    <a:pt x="2290" y="3203"/>
                  </a:lnTo>
                  <a:lnTo>
                    <a:pt x="1482" y="320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h5039"/>
            <p:cNvSpPr/>
            <p:nvPr/>
          </p:nvSpPr>
          <p:spPr>
            <a:xfrm>
              <a:off x="6840122" y="2830833"/>
              <a:ext cx="25500" cy="20624"/>
            </a:xfrm>
            <a:custGeom>
              <a:avLst/>
              <a:pathLst>
                <a:path w="25500" h="20624">
                  <a:moveTo>
                    <a:pt x="10818" y="0"/>
                  </a:moveTo>
                  <a:lnTo>
                    <a:pt x="13962" y="2057"/>
                  </a:lnTo>
                  <a:lnTo>
                    <a:pt x="13384" y="5311"/>
                  </a:lnTo>
                  <a:lnTo>
                    <a:pt x="15594" y="5023"/>
                  </a:lnTo>
                  <a:lnTo>
                    <a:pt x="18476" y="3331"/>
                  </a:lnTo>
                  <a:lnTo>
                    <a:pt x="22898" y="3476"/>
                  </a:lnTo>
                  <a:lnTo>
                    <a:pt x="25500" y="4777"/>
                  </a:lnTo>
                  <a:lnTo>
                    <a:pt x="25362" y="7262"/>
                  </a:lnTo>
                  <a:lnTo>
                    <a:pt x="20599" y="8949"/>
                  </a:lnTo>
                  <a:lnTo>
                    <a:pt x="15499" y="16870"/>
                  </a:lnTo>
                  <a:lnTo>
                    <a:pt x="13644" y="17522"/>
                  </a:lnTo>
                  <a:lnTo>
                    <a:pt x="10089" y="16537"/>
                  </a:lnTo>
                  <a:lnTo>
                    <a:pt x="7743" y="17302"/>
                  </a:lnTo>
                  <a:lnTo>
                    <a:pt x="8237" y="19751"/>
                  </a:lnTo>
                  <a:lnTo>
                    <a:pt x="7059" y="20624"/>
                  </a:lnTo>
                  <a:lnTo>
                    <a:pt x="4893" y="19616"/>
                  </a:lnTo>
                  <a:lnTo>
                    <a:pt x="3397" y="15637"/>
                  </a:lnTo>
                  <a:lnTo>
                    <a:pt x="1090" y="13752"/>
                  </a:lnTo>
                  <a:lnTo>
                    <a:pt x="0" y="13681"/>
                  </a:lnTo>
                  <a:lnTo>
                    <a:pt x="1341" y="10295"/>
                  </a:lnTo>
                  <a:lnTo>
                    <a:pt x="3428" y="10669"/>
                  </a:lnTo>
                  <a:lnTo>
                    <a:pt x="2964" y="12088"/>
                  </a:lnTo>
                  <a:lnTo>
                    <a:pt x="5689" y="12834"/>
                  </a:lnTo>
                  <a:lnTo>
                    <a:pt x="9579" y="11481"/>
                  </a:lnTo>
                  <a:lnTo>
                    <a:pt x="11792" y="8745"/>
                  </a:lnTo>
                  <a:lnTo>
                    <a:pt x="9103" y="3387"/>
                  </a:lnTo>
                  <a:lnTo>
                    <a:pt x="9443" y="219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h5040"/>
            <p:cNvSpPr/>
            <p:nvPr/>
          </p:nvSpPr>
          <p:spPr>
            <a:xfrm>
              <a:off x="6886734" y="2932592"/>
              <a:ext cx="11607" cy="12202"/>
            </a:xfrm>
            <a:custGeom>
              <a:avLst/>
              <a:pathLst>
                <a:path w="11607" h="12202">
                  <a:moveTo>
                    <a:pt x="8346" y="2505"/>
                  </a:moveTo>
                  <a:lnTo>
                    <a:pt x="10549" y="4596"/>
                  </a:lnTo>
                  <a:lnTo>
                    <a:pt x="11607" y="7464"/>
                  </a:lnTo>
                  <a:lnTo>
                    <a:pt x="10274" y="8292"/>
                  </a:lnTo>
                  <a:lnTo>
                    <a:pt x="11339" y="11191"/>
                  </a:lnTo>
                  <a:lnTo>
                    <a:pt x="10112" y="12202"/>
                  </a:lnTo>
                  <a:lnTo>
                    <a:pt x="8483" y="9469"/>
                  </a:lnTo>
                  <a:lnTo>
                    <a:pt x="6468" y="8026"/>
                  </a:lnTo>
                  <a:lnTo>
                    <a:pt x="3576" y="8264"/>
                  </a:lnTo>
                  <a:lnTo>
                    <a:pt x="2766" y="9818"/>
                  </a:lnTo>
                  <a:lnTo>
                    <a:pt x="192" y="7904"/>
                  </a:lnTo>
                  <a:lnTo>
                    <a:pt x="0" y="4603"/>
                  </a:lnTo>
                  <a:lnTo>
                    <a:pt x="621" y="2369"/>
                  </a:lnTo>
                  <a:lnTo>
                    <a:pt x="1081" y="1210"/>
                  </a:lnTo>
                  <a:lnTo>
                    <a:pt x="301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h5041"/>
            <p:cNvSpPr/>
            <p:nvPr/>
          </p:nvSpPr>
          <p:spPr>
            <a:xfrm>
              <a:off x="6800787" y="2967684"/>
              <a:ext cx="13966" cy="11878"/>
            </a:xfrm>
            <a:custGeom>
              <a:avLst/>
              <a:pathLst>
                <a:path w="13966" h="11878">
                  <a:moveTo>
                    <a:pt x="9308" y="1292"/>
                  </a:moveTo>
                  <a:lnTo>
                    <a:pt x="9113" y="4228"/>
                  </a:lnTo>
                  <a:lnTo>
                    <a:pt x="12849" y="8514"/>
                  </a:lnTo>
                  <a:lnTo>
                    <a:pt x="13966" y="11878"/>
                  </a:lnTo>
                  <a:lnTo>
                    <a:pt x="5619" y="11206"/>
                  </a:lnTo>
                  <a:lnTo>
                    <a:pt x="1461" y="10710"/>
                  </a:lnTo>
                  <a:lnTo>
                    <a:pt x="2604" y="7893"/>
                  </a:lnTo>
                  <a:lnTo>
                    <a:pt x="3301" y="6732"/>
                  </a:lnTo>
                  <a:lnTo>
                    <a:pt x="166" y="5317"/>
                  </a:lnTo>
                  <a:lnTo>
                    <a:pt x="0" y="4461"/>
                  </a:lnTo>
                  <a:lnTo>
                    <a:pt x="53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h5042"/>
            <p:cNvSpPr/>
            <p:nvPr/>
          </p:nvSpPr>
          <p:spPr>
            <a:xfrm>
              <a:off x="6783403" y="2965141"/>
              <a:ext cx="22771" cy="22192"/>
            </a:xfrm>
            <a:custGeom>
              <a:avLst/>
              <a:pathLst>
                <a:path w="22771" h="22192">
                  <a:moveTo>
                    <a:pt x="21268" y="446"/>
                  </a:moveTo>
                  <a:lnTo>
                    <a:pt x="22771" y="2542"/>
                  </a:lnTo>
                  <a:lnTo>
                    <a:pt x="17383" y="7004"/>
                  </a:lnTo>
                  <a:lnTo>
                    <a:pt x="17549" y="7860"/>
                  </a:lnTo>
                  <a:lnTo>
                    <a:pt x="20685" y="9275"/>
                  </a:lnTo>
                  <a:lnTo>
                    <a:pt x="19987" y="10436"/>
                  </a:lnTo>
                  <a:lnTo>
                    <a:pt x="13736" y="12001"/>
                  </a:lnTo>
                  <a:lnTo>
                    <a:pt x="6847" y="15458"/>
                  </a:lnTo>
                  <a:lnTo>
                    <a:pt x="5641" y="16660"/>
                  </a:lnTo>
                  <a:lnTo>
                    <a:pt x="7494" y="17079"/>
                  </a:lnTo>
                  <a:lnTo>
                    <a:pt x="6696" y="21514"/>
                  </a:lnTo>
                  <a:lnTo>
                    <a:pt x="808" y="22192"/>
                  </a:lnTo>
                  <a:lnTo>
                    <a:pt x="0" y="20106"/>
                  </a:lnTo>
                  <a:lnTo>
                    <a:pt x="240" y="13676"/>
                  </a:lnTo>
                  <a:lnTo>
                    <a:pt x="2002" y="11367"/>
                  </a:lnTo>
                  <a:lnTo>
                    <a:pt x="7275" y="11764"/>
                  </a:lnTo>
                  <a:lnTo>
                    <a:pt x="12906" y="9006"/>
                  </a:lnTo>
                  <a:lnTo>
                    <a:pt x="15637" y="6243"/>
                  </a:lnTo>
                  <a:lnTo>
                    <a:pt x="16110" y="4869"/>
                  </a:lnTo>
                  <a:lnTo>
                    <a:pt x="18986" y="4214"/>
                  </a:lnTo>
                  <a:lnTo>
                    <a:pt x="19112" y="834"/>
                  </a:lnTo>
                  <a:lnTo>
                    <a:pt x="1993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h5043"/>
            <p:cNvSpPr/>
            <p:nvPr/>
          </p:nvSpPr>
          <p:spPr>
            <a:xfrm>
              <a:off x="6789104" y="3046247"/>
              <a:ext cx="15944" cy="11478"/>
            </a:xfrm>
            <a:custGeom>
              <a:avLst/>
              <a:pathLst>
                <a:path w="15944" h="11478">
                  <a:moveTo>
                    <a:pt x="15944" y="55"/>
                  </a:moveTo>
                  <a:lnTo>
                    <a:pt x="11581" y="9285"/>
                  </a:lnTo>
                  <a:lnTo>
                    <a:pt x="12311" y="9939"/>
                  </a:lnTo>
                  <a:lnTo>
                    <a:pt x="11922" y="10511"/>
                  </a:lnTo>
                  <a:lnTo>
                    <a:pt x="9980" y="11366"/>
                  </a:lnTo>
                  <a:lnTo>
                    <a:pt x="6312" y="10853"/>
                  </a:lnTo>
                  <a:lnTo>
                    <a:pt x="5908" y="11478"/>
                  </a:lnTo>
                  <a:lnTo>
                    <a:pt x="0" y="8790"/>
                  </a:lnTo>
                  <a:lnTo>
                    <a:pt x="910" y="6678"/>
                  </a:lnTo>
                  <a:lnTo>
                    <a:pt x="3972" y="5132"/>
                  </a:lnTo>
                  <a:lnTo>
                    <a:pt x="4944" y="3130"/>
                  </a:lnTo>
                  <a:lnTo>
                    <a:pt x="6321" y="3571"/>
                  </a:lnTo>
                  <a:lnTo>
                    <a:pt x="11016" y="2803"/>
                  </a:lnTo>
                  <a:lnTo>
                    <a:pt x="1500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h5044"/>
            <p:cNvSpPr/>
            <p:nvPr/>
          </p:nvSpPr>
          <p:spPr>
            <a:xfrm>
              <a:off x="6921269" y="2887166"/>
              <a:ext cx="10136" cy="23988"/>
            </a:xfrm>
            <a:custGeom>
              <a:avLst/>
              <a:pathLst>
                <a:path w="10136" h="23988">
                  <a:moveTo>
                    <a:pt x="5877" y="0"/>
                  </a:moveTo>
                  <a:lnTo>
                    <a:pt x="7533" y="1835"/>
                  </a:lnTo>
                  <a:lnTo>
                    <a:pt x="7102" y="7227"/>
                  </a:lnTo>
                  <a:lnTo>
                    <a:pt x="5698" y="10699"/>
                  </a:lnTo>
                  <a:lnTo>
                    <a:pt x="7748" y="12292"/>
                  </a:lnTo>
                  <a:lnTo>
                    <a:pt x="10136" y="12080"/>
                  </a:lnTo>
                  <a:lnTo>
                    <a:pt x="9616" y="17702"/>
                  </a:lnTo>
                  <a:lnTo>
                    <a:pt x="8793" y="19017"/>
                  </a:lnTo>
                  <a:lnTo>
                    <a:pt x="5206" y="23473"/>
                  </a:lnTo>
                  <a:lnTo>
                    <a:pt x="2344" y="23988"/>
                  </a:lnTo>
                  <a:lnTo>
                    <a:pt x="4178" y="15804"/>
                  </a:lnTo>
                  <a:lnTo>
                    <a:pt x="1411" y="14367"/>
                  </a:lnTo>
                  <a:lnTo>
                    <a:pt x="0" y="14487"/>
                  </a:lnTo>
                  <a:lnTo>
                    <a:pt x="747" y="12246"/>
                  </a:lnTo>
                  <a:lnTo>
                    <a:pt x="155" y="11288"/>
                  </a:lnTo>
                  <a:lnTo>
                    <a:pt x="1273" y="9442"/>
                  </a:lnTo>
                  <a:lnTo>
                    <a:pt x="4449" y="7631"/>
                  </a:lnTo>
                  <a:lnTo>
                    <a:pt x="4589" y="24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h5045"/>
            <p:cNvSpPr/>
            <p:nvPr/>
          </p:nvSpPr>
          <p:spPr>
            <a:xfrm>
              <a:off x="6870484" y="3024737"/>
              <a:ext cx="4842" cy="5912"/>
            </a:xfrm>
            <a:custGeom>
              <a:avLst/>
              <a:pathLst>
                <a:path w="4842" h="5912">
                  <a:moveTo>
                    <a:pt x="4842" y="2515"/>
                  </a:moveTo>
                  <a:lnTo>
                    <a:pt x="3799" y="5912"/>
                  </a:lnTo>
                  <a:lnTo>
                    <a:pt x="470" y="4523"/>
                  </a:lnTo>
                  <a:lnTo>
                    <a:pt x="0" y="3225"/>
                  </a:lnTo>
                  <a:lnTo>
                    <a:pt x="1045" y="1545"/>
                  </a:lnTo>
                  <a:lnTo>
                    <a:pt x="108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h5046"/>
            <p:cNvSpPr/>
            <p:nvPr/>
          </p:nvSpPr>
          <p:spPr>
            <a:xfrm>
              <a:off x="6924067" y="3040580"/>
              <a:ext cx="17010" cy="16555"/>
            </a:xfrm>
            <a:custGeom>
              <a:avLst/>
              <a:pathLst>
                <a:path w="17010" h="16555">
                  <a:moveTo>
                    <a:pt x="10317" y="1453"/>
                  </a:moveTo>
                  <a:lnTo>
                    <a:pt x="13402" y="1216"/>
                  </a:lnTo>
                  <a:lnTo>
                    <a:pt x="15887" y="3764"/>
                  </a:lnTo>
                  <a:lnTo>
                    <a:pt x="16921" y="6013"/>
                  </a:lnTo>
                  <a:lnTo>
                    <a:pt x="17010" y="8652"/>
                  </a:lnTo>
                  <a:lnTo>
                    <a:pt x="14806" y="10400"/>
                  </a:lnTo>
                  <a:lnTo>
                    <a:pt x="16485" y="10406"/>
                  </a:lnTo>
                  <a:lnTo>
                    <a:pt x="13340" y="12845"/>
                  </a:lnTo>
                  <a:lnTo>
                    <a:pt x="9359" y="11622"/>
                  </a:lnTo>
                  <a:lnTo>
                    <a:pt x="7835" y="11271"/>
                  </a:lnTo>
                  <a:lnTo>
                    <a:pt x="1715" y="15141"/>
                  </a:lnTo>
                  <a:lnTo>
                    <a:pt x="1520" y="16555"/>
                  </a:lnTo>
                  <a:lnTo>
                    <a:pt x="0" y="16349"/>
                  </a:lnTo>
                  <a:lnTo>
                    <a:pt x="1197" y="13809"/>
                  </a:lnTo>
                  <a:lnTo>
                    <a:pt x="2632" y="13209"/>
                  </a:lnTo>
                  <a:lnTo>
                    <a:pt x="5664" y="11341"/>
                  </a:lnTo>
                  <a:lnTo>
                    <a:pt x="7025" y="9849"/>
                  </a:lnTo>
                  <a:lnTo>
                    <a:pt x="7012" y="8972"/>
                  </a:lnTo>
                  <a:lnTo>
                    <a:pt x="5636" y="6869"/>
                  </a:lnTo>
                  <a:lnTo>
                    <a:pt x="1546" y="6523"/>
                  </a:lnTo>
                  <a:lnTo>
                    <a:pt x="2481" y="3568"/>
                  </a:lnTo>
                  <a:lnTo>
                    <a:pt x="872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h5047"/>
            <p:cNvSpPr/>
            <p:nvPr/>
          </p:nvSpPr>
          <p:spPr>
            <a:xfrm>
              <a:off x="6803008" y="2997005"/>
              <a:ext cx="6283" cy="5580"/>
            </a:xfrm>
            <a:custGeom>
              <a:avLst/>
              <a:pathLst>
                <a:path w="6283" h="5580">
                  <a:moveTo>
                    <a:pt x="2743" y="0"/>
                  </a:moveTo>
                  <a:lnTo>
                    <a:pt x="6283" y="2199"/>
                  </a:lnTo>
                  <a:lnTo>
                    <a:pt x="6148" y="5580"/>
                  </a:lnTo>
                  <a:lnTo>
                    <a:pt x="0" y="2274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h5048"/>
            <p:cNvSpPr/>
            <p:nvPr/>
          </p:nvSpPr>
          <p:spPr>
            <a:xfrm>
              <a:off x="6892228" y="2974440"/>
              <a:ext cx="16712" cy="25357"/>
            </a:xfrm>
            <a:custGeom>
              <a:avLst/>
              <a:pathLst>
                <a:path w="16712" h="25357">
                  <a:moveTo>
                    <a:pt x="4114" y="675"/>
                  </a:moveTo>
                  <a:lnTo>
                    <a:pt x="11941" y="2592"/>
                  </a:lnTo>
                  <a:lnTo>
                    <a:pt x="15401" y="1032"/>
                  </a:lnTo>
                  <a:lnTo>
                    <a:pt x="16712" y="2055"/>
                  </a:lnTo>
                  <a:lnTo>
                    <a:pt x="16690" y="4948"/>
                  </a:lnTo>
                  <a:lnTo>
                    <a:pt x="14089" y="6554"/>
                  </a:lnTo>
                  <a:lnTo>
                    <a:pt x="13150" y="8353"/>
                  </a:lnTo>
                  <a:lnTo>
                    <a:pt x="13434" y="9888"/>
                  </a:lnTo>
                  <a:lnTo>
                    <a:pt x="15148" y="11309"/>
                  </a:lnTo>
                  <a:lnTo>
                    <a:pt x="13487" y="16285"/>
                  </a:lnTo>
                  <a:lnTo>
                    <a:pt x="12002" y="18561"/>
                  </a:lnTo>
                  <a:lnTo>
                    <a:pt x="11764" y="22467"/>
                  </a:lnTo>
                  <a:lnTo>
                    <a:pt x="9460" y="25339"/>
                  </a:lnTo>
                  <a:lnTo>
                    <a:pt x="8637" y="25357"/>
                  </a:lnTo>
                  <a:lnTo>
                    <a:pt x="8135" y="23206"/>
                  </a:lnTo>
                  <a:lnTo>
                    <a:pt x="7364" y="22913"/>
                  </a:lnTo>
                  <a:lnTo>
                    <a:pt x="5387" y="23887"/>
                  </a:lnTo>
                  <a:lnTo>
                    <a:pt x="3441" y="23029"/>
                  </a:lnTo>
                  <a:lnTo>
                    <a:pt x="3117" y="20215"/>
                  </a:lnTo>
                  <a:lnTo>
                    <a:pt x="3221" y="14502"/>
                  </a:lnTo>
                  <a:lnTo>
                    <a:pt x="772" y="11645"/>
                  </a:lnTo>
                  <a:lnTo>
                    <a:pt x="3145" y="8755"/>
                  </a:lnTo>
                  <a:lnTo>
                    <a:pt x="2354" y="7594"/>
                  </a:lnTo>
                  <a:lnTo>
                    <a:pt x="0" y="6970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h5049"/>
            <p:cNvSpPr/>
            <p:nvPr/>
          </p:nvSpPr>
          <p:spPr>
            <a:xfrm>
              <a:off x="6898087" y="2885188"/>
              <a:ext cx="4528" cy="8719"/>
            </a:xfrm>
            <a:custGeom>
              <a:avLst/>
              <a:pathLst>
                <a:path w="4528" h="8719">
                  <a:moveTo>
                    <a:pt x="3128" y="0"/>
                  </a:moveTo>
                  <a:lnTo>
                    <a:pt x="4528" y="5673"/>
                  </a:lnTo>
                  <a:lnTo>
                    <a:pt x="549" y="8719"/>
                  </a:lnTo>
                  <a:lnTo>
                    <a:pt x="0" y="181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h5050"/>
            <p:cNvSpPr/>
            <p:nvPr/>
          </p:nvSpPr>
          <p:spPr>
            <a:xfrm>
              <a:off x="6835784" y="2850246"/>
              <a:ext cx="11397" cy="15457"/>
            </a:xfrm>
            <a:custGeom>
              <a:avLst/>
              <a:pathLst>
                <a:path w="11397" h="15457">
                  <a:moveTo>
                    <a:pt x="9231" y="203"/>
                  </a:moveTo>
                  <a:lnTo>
                    <a:pt x="11397" y="1211"/>
                  </a:lnTo>
                  <a:lnTo>
                    <a:pt x="10499" y="4164"/>
                  </a:lnTo>
                  <a:lnTo>
                    <a:pt x="7646" y="7485"/>
                  </a:lnTo>
                  <a:lnTo>
                    <a:pt x="5712" y="13563"/>
                  </a:lnTo>
                  <a:lnTo>
                    <a:pt x="4347" y="15452"/>
                  </a:lnTo>
                  <a:lnTo>
                    <a:pt x="2968" y="15457"/>
                  </a:lnTo>
                  <a:lnTo>
                    <a:pt x="2956" y="14019"/>
                  </a:lnTo>
                  <a:lnTo>
                    <a:pt x="250" y="11736"/>
                  </a:lnTo>
                  <a:lnTo>
                    <a:pt x="0" y="10680"/>
                  </a:lnTo>
                  <a:lnTo>
                    <a:pt x="894" y="10277"/>
                  </a:lnTo>
                  <a:lnTo>
                    <a:pt x="4753" y="5343"/>
                  </a:lnTo>
                  <a:lnTo>
                    <a:pt x="5465" y="916"/>
                  </a:lnTo>
                  <a:lnTo>
                    <a:pt x="699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h5051"/>
            <p:cNvSpPr/>
            <p:nvPr/>
          </p:nvSpPr>
          <p:spPr>
            <a:xfrm>
              <a:off x="6912648" y="3025526"/>
              <a:ext cx="21659" cy="21954"/>
            </a:xfrm>
            <a:custGeom>
              <a:avLst/>
              <a:pathLst>
                <a:path w="21659" h="21954">
                  <a:moveTo>
                    <a:pt x="15539" y="42"/>
                  </a:moveTo>
                  <a:lnTo>
                    <a:pt x="21659" y="0"/>
                  </a:lnTo>
                  <a:lnTo>
                    <a:pt x="19253" y="4123"/>
                  </a:lnTo>
                  <a:lnTo>
                    <a:pt x="21340" y="5693"/>
                  </a:lnTo>
                  <a:lnTo>
                    <a:pt x="19456" y="11454"/>
                  </a:lnTo>
                  <a:lnTo>
                    <a:pt x="16261" y="12485"/>
                  </a:lnTo>
                  <a:lnTo>
                    <a:pt x="14826" y="11705"/>
                  </a:lnTo>
                  <a:lnTo>
                    <a:pt x="12048" y="18972"/>
                  </a:lnTo>
                  <a:lnTo>
                    <a:pt x="6418" y="21954"/>
                  </a:lnTo>
                  <a:lnTo>
                    <a:pt x="5656" y="21922"/>
                  </a:lnTo>
                  <a:lnTo>
                    <a:pt x="3041" y="18344"/>
                  </a:lnTo>
                  <a:lnTo>
                    <a:pt x="1539" y="18398"/>
                  </a:lnTo>
                  <a:lnTo>
                    <a:pt x="3576" y="14002"/>
                  </a:lnTo>
                  <a:lnTo>
                    <a:pt x="1312" y="12102"/>
                  </a:lnTo>
                  <a:lnTo>
                    <a:pt x="208" y="11072"/>
                  </a:lnTo>
                  <a:lnTo>
                    <a:pt x="0" y="7552"/>
                  </a:lnTo>
                  <a:lnTo>
                    <a:pt x="1605" y="4117"/>
                  </a:lnTo>
                  <a:lnTo>
                    <a:pt x="6056" y="6472"/>
                  </a:lnTo>
                  <a:lnTo>
                    <a:pt x="7275" y="4705"/>
                  </a:lnTo>
                  <a:lnTo>
                    <a:pt x="6046" y="3513"/>
                  </a:lnTo>
                  <a:lnTo>
                    <a:pt x="7864" y="1896"/>
                  </a:lnTo>
                  <a:lnTo>
                    <a:pt x="12182" y="22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h5052"/>
            <p:cNvSpPr/>
            <p:nvPr/>
          </p:nvSpPr>
          <p:spPr>
            <a:xfrm>
              <a:off x="6863957" y="3033240"/>
              <a:ext cx="18801" cy="21475"/>
            </a:xfrm>
            <a:custGeom>
              <a:avLst/>
              <a:pathLst>
                <a:path w="18801" h="21475">
                  <a:moveTo>
                    <a:pt x="6102" y="11"/>
                  </a:moveTo>
                  <a:lnTo>
                    <a:pt x="6135" y="1961"/>
                  </a:lnTo>
                  <a:lnTo>
                    <a:pt x="7133" y="2695"/>
                  </a:lnTo>
                  <a:lnTo>
                    <a:pt x="9281" y="3114"/>
                  </a:lnTo>
                  <a:lnTo>
                    <a:pt x="10965" y="2072"/>
                  </a:lnTo>
                  <a:lnTo>
                    <a:pt x="12783" y="4487"/>
                  </a:lnTo>
                  <a:lnTo>
                    <a:pt x="12278" y="7600"/>
                  </a:lnTo>
                  <a:lnTo>
                    <a:pt x="10542" y="11083"/>
                  </a:lnTo>
                  <a:lnTo>
                    <a:pt x="11102" y="11804"/>
                  </a:lnTo>
                  <a:lnTo>
                    <a:pt x="14644" y="11317"/>
                  </a:lnTo>
                  <a:lnTo>
                    <a:pt x="16550" y="12191"/>
                  </a:lnTo>
                  <a:lnTo>
                    <a:pt x="16644" y="13359"/>
                  </a:lnTo>
                  <a:lnTo>
                    <a:pt x="14436" y="14376"/>
                  </a:lnTo>
                  <a:lnTo>
                    <a:pt x="16441" y="16620"/>
                  </a:lnTo>
                  <a:lnTo>
                    <a:pt x="18801" y="17437"/>
                  </a:lnTo>
                  <a:lnTo>
                    <a:pt x="16050" y="21475"/>
                  </a:lnTo>
                  <a:lnTo>
                    <a:pt x="12986" y="18933"/>
                  </a:lnTo>
                  <a:lnTo>
                    <a:pt x="12588" y="19801"/>
                  </a:lnTo>
                  <a:lnTo>
                    <a:pt x="9802" y="18201"/>
                  </a:lnTo>
                  <a:lnTo>
                    <a:pt x="4711" y="17466"/>
                  </a:lnTo>
                  <a:lnTo>
                    <a:pt x="3287" y="18360"/>
                  </a:lnTo>
                  <a:lnTo>
                    <a:pt x="2804" y="16662"/>
                  </a:lnTo>
                  <a:lnTo>
                    <a:pt x="5235" y="11129"/>
                  </a:lnTo>
                  <a:lnTo>
                    <a:pt x="5100" y="8694"/>
                  </a:lnTo>
                  <a:lnTo>
                    <a:pt x="0" y="4922"/>
                  </a:lnTo>
                  <a:lnTo>
                    <a:pt x="3548" y="0"/>
                  </a:lnTo>
                  <a:lnTo>
                    <a:pt x="4663" y="5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h5053"/>
            <p:cNvSpPr/>
            <p:nvPr/>
          </p:nvSpPr>
          <p:spPr>
            <a:xfrm>
              <a:off x="6855126" y="2982034"/>
              <a:ext cx="20282" cy="22582"/>
            </a:xfrm>
            <a:custGeom>
              <a:avLst/>
              <a:pathLst>
                <a:path w="20282" h="22582">
                  <a:moveTo>
                    <a:pt x="3858" y="346"/>
                  </a:moveTo>
                  <a:lnTo>
                    <a:pt x="9850" y="3313"/>
                  </a:lnTo>
                  <a:lnTo>
                    <a:pt x="11153" y="2433"/>
                  </a:lnTo>
                  <a:lnTo>
                    <a:pt x="16115" y="6712"/>
                  </a:lnTo>
                  <a:lnTo>
                    <a:pt x="20282" y="8282"/>
                  </a:lnTo>
                  <a:lnTo>
                    <a:pt x="16629" y="10923"/>
                  </a:lnTo>
                  <a:lnTo>
                    <a:pt x="11373" y="16268"/>
                  </a:lnTo>
                  <a:lnTo>
                    <a:pt x="8369" y="21247"/>
                  </a:lnTo>
                  <a:lnTo>
                    <a:pt x="8802" y="22582"/>
                  </a:lnTo>
                  <a:lnTo>
                    <a:pt x="4691" y="20077"/>
                  </a:lnTo>
                  <a:lnTo>
                    <a:pt x="4992" y="19755"/>
                  </a:lnTo>
                  <a:lnTo>
                    <a:pt x="2378" y="18637"/>
                  </a:lnTo>
                  <a:lnTo>
                    <a:pt x="2190" y="19289"/>
                  </a:lnTo>
                  <a:lnTo>
                    <a:pt x="1335" y="19022"/>
                  </a:lnTo>
                  <a:lnTo>
                    <a:pt x="697" y="18178"/>
                  </a:lnTo>
                  <a:lnTo>
                    <a:pt x="0" y="16105"/>
                  </a:lnTo>
                  <a:lnTo>
                    <a:pt x="1239" y="15116"/>
                  </a:lnTo>
                  <a:lnTo>
                    <a:pt x="6012" y="16036"/>
                  </a:lnTo>
                  <a:lnTo>
                    <a:pt x="7086" y="14771"/>
                  </a:lnTo>
                  <a:lnTo>
                    <a:pt x="5653" y="11763"/>
                  </a:lnTo>
                  <a:lnTo>
                    <a:pt x="4288" y="12889"/>
                  </a:lnTo>
                  <a:lnTo>
                    <a:pt x="2015" y="11685"/>
                  </a:lnTo>
                  <a:lnTo>
                    <a:pt x="1434" y="10402"/>
                  </a:lnTo>
                  <a:lnTo>
                    <a:pt x="1832" y="8127"/>
                  </a:lnTo>
                  <a:lnTo>
                    <a:pt x="3238" y="7753"/>
                  </a:lnTo>
                  <a:lnTo>
                    <a:pt x="3534" y="4274"/>
                  </a:lnTo>
                  <a:lnTo>
                    <a:pt x="236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h5054"/>
            <p:cNvSpPr/>
            <p:nvPr/>
          </p:nvSpPr>
          <p:spPr>
            <a:xfrm>
              <a:off x="6868926" y="3019564"/>
              <a:ext cx="4842" cy="4888"/>
            </a:xfrm>
            <a:custGeom>
              <a:avLst/>
              <a:pathLst>
                <a:path w="4842" h="4888">
                  <a:moveTo>
                    <a:pt x="4842" y="1014"/>
                  </a:moveTo>
                  <a:lnTo>
                    <a:pt x="2315" y="4103"/>
                  </a:lnTo>
                  <a:lnTo>
                    <a:pt x="799" y="4888"/>
                  </a:lnTo>
                  <a:lnTo>
                    <a:pt x="0" y="3831"/>
                  </a:lnTo>
                  <a:lnTo>
                    <a:pt x="62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h5055"/>
            <p:cNvSpPr/>
            <p:nvPr/>
          </p:nvSpPr>
          <p:spPr>
            <a:xfrm>
              <a:off x="6814626" y="3041161"/>
              <a:ext cx="9787" cy="13055"/>
            </a:xfrm>
            <a:custGeom>
              <a:avLst/>
              <a:pathLst>
                <a:path w="9787" h="13055">
                  <a:moveTo>
                    <a:pt x="9787" y="2072"/>
                  </a:moveTo>
                  <a:lnTo>
                    <a:pt x="8461" y="5074"/>
                  </a:lnTo>
                  <a:lnTo>
                    <a:pt x="8760" y="6706"/>
                  </a:lnTo>
                  <a:lnTo>
                    <a:pt x="7909" y="11196"/>
                  </a:lnTo>
                  <a:lnTo>
                    <a:pt x="6915" y="12578"/>
                  </a:lnTo>
                  <a:lnTo>
                    <a:pt x="5603" y="13055"/>
                  </a:lnTo>
                  <a:lnTo>
                    <a:pt x="5376" y="9061"/>
                  </a:lnTo>
                  <a:lnTo>
                    <a:pt x="3432" y="7861"/>
                  </a:lnTo>
                  <a:lnTo>
                    <a:pt x="2771" y="8081"/>
                  </a:lnTo>
                  <a:lnTo>
                    <a:pt x="4024" y="4079"/>
                  </a:lnTo>
                  <a:lnTo>
                    <a:pt x="1487" y="6776"/>
                  </a:lnTo>
                  <a:lnTo>
                    <a:pt x="493" y="5949"/>
                  </a:lnTo>
                  <a:lnTo>
                    <a:pt x="0" y="2129"/>
                  </a:lnTo>
                  <a:lnTo>
                    <a:pt x="7252" y="1293"/>
                  </a:lnTo>
                  <a:lnTo>
                    <a:pt x="786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h5056"/>
            <p:cNvSpPr/>
            <p:nvPr/>
          </p:nvSpPr>
          <p:spPr>
            <a:xfrm>
              <a:off x="6894346" y="3007974"/>
              <a:ext cx="34362" cy="30407"/>
            </a:xfrm>
            <a:custGeom>
              <a:avLst/>
              <a:pathLst>
                <a:path w="34362" h="30407">
                  <a:moveTo>
                    <a:pt x="19769" y="9915"/>
                  </a:moveTo>
                  <a:lnTo>
                    <a:pt x="23205" y="11093"/>
                  </a:lnTo>
                  <a:lnTo>
                    <a:pt x="26172" y="9680"/>
                  </a:lnTo>
                  <a:lnTo>
                    <a:pt x="26561" y="11807"/>
                  </a:lnTo>
                  <a:lnTo>
                    <a:pt x="32083" y="12383"/>
                  </a:lnTo>
                  <a:lnTo>
                    <a:pt x="34362" y="16535"/>
                  </a:lnTo>
                  <a:lnTo>
                    <a:pt x="33841" y="17593"/>
                  </a:lnTo>
                  <a:lnTo>
                    <a:pt x="30484" y="17780"/>
                  </a:lnTo>
                  <a:lnTo>
                    <a:pt x="26167" y="19447"/>
                  </a:lnTo>
                  <a:lnTo>
                    <a:pt x="24349" y="21064"/>
                  </a:lnTo>
                  <a:lnTo>
                    <a:pt x="25578" y="22257"/>
                  </a:lnTo>
                  <a:lnTo>
                    <a:pt x="24359" y="24024"/>
                  </a:lnTo>
                  <a:lnTo>
                    <a:pt x="19907" y="21668"/>
                  </a:lnTo>
                  <a:lnTo>
                    <a:pt x="18302" y="25104"/>
                  </a:lnTo>
                  <a:lnTo>
                    <a:pt x="18511" y="28623"/>
                  </a:lnTo>
                  <a:lnTo>
                    <a:pt x="19615" y="29654"/>
                  </a:lnTo>
                  <a:lnTo>
                    <a:pt x="17991" y="30407"/>
                  </a:lnTo>
                  <a:lnTo>
                    <a:pt x="15688" y="25943"/>
                  </a:lnTo>
                  <a:lnTo>
                    <a:pt x="9342" y="24349"/>
                  </a:lnTo>
                  <a:lnTo>
                    <a:pt x="9356" y="22825"/>
                  </a:lnTo>
                  <a:lnTo>
                    <a:pt x="7896" y="22541"/>
                  </a:lnTo>
                  <a:lnTo>
                    <a:pt x="5649" y="20505"/>
                  </a:lnTo>
                  <a:lnTo>
                    <a:pt x="2521" y="16628"/>
                  </a:lnTo>
                  <a:lnTo>
                    <a:pt x="3162" y="13216"/>
                  </a:lnTo>
                  <a:lnTo>
                    <a:pt x="0" y="10369"/>
                  </a:lnTo>
                  <a:lnTo>
                    <a:pt x="705" y="9007"/>
                  </a:lnTo>
                  <a:lnTo>
                    <a:pt x="8459" y="9105"/>
                  </a:lnTo>
                  <a:lnTo>
                    <a:pt x="10299" y="10253"/>
                  </a:lnTo>
                  <a:lnTo>
                    <a:pt x="1496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h5057"/>
            <p:cNvSpPr/>
            <p:nvPr/>
          </p:nvSpPr>
          <p:spPr>
            <a:xfrm>
              <a:off x="6830748" y="2844515"/>
              <a:ext cx="14267" cy="16009"/>
            </a:xfrm>
            <a:custGeom>
              <a:avLst/>
              <a:pathLst>
                <a:path w="14267" h="16009">
                  <a:moveTo>
                    <a:pt x="10464" y="70"/>
                  </a:moveTo>
                  <a:lnTo>
                    <a:pt x="12771" y="1956"/>
                  </a:lnTo>
                  <a:lnTo>
                    <a:pt x="14267" y="5934"/>
                  </a:lnTo>
                  <a:lnTo>
                    <a:pt x="12031" y="5731"/>
                  </a:lnTo>
                  <a:lnTo>
                    <a:pt x="10500" y="6647"/>
                  </a:lnTo>
                  <a:lnTo>
                    <a:pt x="9789" y="11074"/>
                  </a:lnTo>
                  <a:lnTo>
                    <a:pt x="5930" y="16009"/>
                  </a:lnTo>
                  <a:lnTo>
                    <a:pt x="761" y="11679"/>
                  </a:lnTo>
                  <a:lnTo>
                    <a:pt x="0" y="11079"/>
                  </a:lnTo>
                  <a:lnTo>
                    <a:pt x="24" y="9529"/>
                  </a:lnTo>
                  <a:lnTo>
                    <a:pt x="1581" y="9848"/>
                  </a:lnTo>
                  <a:lnTo>
                    <a:pt x="1714" y="9274"/>
                  </a:lnTo>
                  <a:lnTo>
                    <a:pt x="837" y="7405"/>
                  </a:lnTo>
                  <a:lnTo>
                    <a:pt x="1993" y="6723"/>
                  </a:lnTo>
                  <a:lnTo>
                    <a:pt x="1899" y="3067"/>
                  </a:lnTo>
                  <a:lnTo>
                    <a:pt x="8098" y="1560"/>
                  </a:lnTo>
                  <a:lnTo>
                    <a:pt x="937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h5058"/>
            <p:cNvSpPr/>
            <p:nvPr/>
          </p:nvSpPr>
          <p:spPr>
            <a:xfrm>
              <a:off x="6915103" y="2956374"/>
              <a:ext cx="22605" cy="20555"/>
            </a:xfrm>
            <a:custGeom>
              <a:avLst/>
              <a:pathLst>
                <a:path w="22605" h="20555">
                  <a:moveTo>
                    <a:pt x="22004" y="410"/>
                  </a:moveTo>
                  <a:lnTo>
                    <a:pt x="22605" y="1851"/>
                  </a:lnTo>
                  <a:lnTo>
                    <a:pt x="22116" y="2492"/>
                  </a:lnTo>
                  <a:lnTo>
                    <a:pt x="17208" y="1642"/>
                  </a:lnTo>
                  <a:lnTo>
                    <a:pt x="14873" y="1884"/>
                  </a:lnTo>
                  <a:lnTo>
                    <a:pt x="21317" y="3246"/>
                  </a:lnTo>
                  <a:lnTo>
                    <a:pt x="22175" y="6437"/>
                  </a:lnTo>
                  <a:lnTo>
                    <a:pt x="20174" y="7596"/>
                  </a:lnTo>
                  <a:lnTo>
                    <a:pt x="17558" y="6578"/>
                  </a:lnTo>
                  <a:lnTo>
                    <a:pt x="15921" y="10325"/>
                  </a:lnTo>
                  <a:lnTo>
                    <a:pt x="21038" y="15294"/>
                  </a:lnTo>
                  <a:lnTo>
                    <a:pt x="22418" y="16994"/>
                  </a:lnTo>
                  <a:lnTo>
                    <a:pt x="22168" y="17895"/>
                  </a:lnTo>
                  <a:lnTo>
                    <a:pt x="20943" y="18834"/>
                  </a:lnTo>
                  <a:lnTo>
                    <a:pt x="18557" y="16989"/>
                  </a:lnTo>
                  <a:lnTo>
                    <a:pt x="13162" y="15243"/>
                  </a:lnTo>
                  <a:lnTo>
                    <a:pt x="11561" y="18991"/>
                  </a:lnTo>
                  <a:lnTo>
                    <a:pt x="11337" y="19711"/>
                  </a:lnTo>
                  <a:lnTo>
                    <a:pt x="8419" y="20555"/>
                  </a:lnTo>
                  <a:lnTo>
                    <a:pt x="8160" y="19006"/>
                  </a:lnTo>
                  <a:lnTo>
                    <a:pt x="10538" y="18171"/>
                  </a:lnTo>
                  <a:lnTo>
                    <a:pt x="8946" y="15217"/>
                  </a:lnTo>
                  <a:lnTo>
                    <a:pt x="6772" y="16191"/>
                  </a:lnTo>
                  <a:lnTo>
                    <a:pt x="3796" y="15634"/>
                  </a:lnTo>
                  <a:lnTo>
                    <a:pt x="1932" y="14468"/>
                  </a:lnTo>
                  <a:lnTo>
                    <a:pt x="0" y="7775"/>
                  </a:lnTo>
                  <a:lnTo>
                    <a:pt x="855" y="6436"/>
                  </a:lnTo>
                  <a:lnTo>
                    <a:pt x="3135" y="5208"/>
                  </a:lnTo>
                  <a:lnTo>
                    <a:pt x="3452" y="3476"/>
                  </a:lnTo>
                  <a:lnTo>
                    <a:pt x="6223" y="1197"/>
                  </a:lnTo>
                  <a:lnTo>
                    <a:pt x="8645" y="2009"/>
                  </a:lnTo>
                  <a:lnTo>
                    <a:pt x="13170" y="2049"/>
                  </a:lnTo>
                  <a:lnTo>
                    <a:pt x="14486" y="1711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h5059"/>
            <p:cNvSpPr/>
            <p:nvPr/>
          </p:nvSpPr>
          <p:spPr>
            <a:xfrm>
              <a:off x="6841071" y="3065410"/>
              <a:ext cx="23742" cy="20397"/>
            </a:xfrm>
            <a:custGeom>
              <a:avLst/>
              <a:pathLst>
                <a:path w="23742" h="20397">
                  <a:moveTo>
                    <a:pt x="12833" y="0"/>
                  </a:moveTo>
                  <a:lnTo>
                    <a:pt x="14961" y="1924"/>
                  </a:lnTo>
                  <a:lnTo>
                    <a:pt x="18405" y="2081"/>
                  </a:lnTo>
                  <a:lnTo>
                    <a:pt x="21540" y="6980"/>
                  </a:lnTo>
                  <a:lnTo>
                    <a:pt x="23742" y="12674"/>
                  </a:lnTo>
                  <a:lnTo>
                    <a:pt x="22252" y="17963"/>
                  </a:lnTo>
                  <a:lnTo>
                    <a:pt x="23219" y="19671"/>
                  </a:lnTo>
                  <a:lnTo>
                    <a:pt x="15730" y="20397"/>
                  </a:lnTo>
                  <a:lnTo>
                    <a:pt x="3845" y="17320"/>
                  </a:lnTo>
                  <a:lnTo>
                    <a:pt x="2027" y="17678"/>
                  </a:lnTo>
                  <a:lnTo>
                    <a:pt x="169" y="17051"/>
                  </a:lnTo>
                  <a:lnTo>
                    <a:pt x="720" y="11550"/>
                  </a:lnTo>
                  <a:lnTo>
                    <a:pt x="0" y="11369"/>
                  </a:lnTo>
                  <a:lnTo>
                    <a:pt x="655" y="9964"/>
                  </a:lnTo>
                  <a:lnTo>
                    <a:pt x="6938" y="9210"/>
                  </a:lnTo>
                  <a:lnTo>
                    <a:pt x="6997" y="8418"/>
                  </a:lnTo>
                  <a:lnTo>
                    <a:pt x="3863" y="7290"/>
                  </a:lnTo>
                  <a:lnTo>
                    <a:pt x="4822" y="4328"/>
                  </a:lnTo>
                  <a:lnTo>
                    <a:pt x="5880" y="4656"/>
                  </a:lnTo>
                  <a:lnTo>
                    <a:pt x="6484" y="1909"/>
                  </a:lnTo>
                  <a:lnTo>
                    <a:pt x="9128" y="468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h5060"/>
            <p:cNvSpPr/>
            <p:nvPr/>
          </p:nvSpPr>
          <p:spPr>
            <a:xfrm>
              <a:off x="6913367" y="2888179"/>
              <a:ext cx="7637" cy="13070"/>
            </a:xfrm>
            <a:custGeom>
              <a:avLst/>
              <a:pathLst>
                <a:path w="7637" h="13070">
                  <a:moveTo>
                    <a:pt x="7637" y="2261"/>
                  </a:moveTo>
                  <a:lnTo>
                    <a:pt x="7218" y="3298"/>
                  </a:lnTo>
                  <a:lnTo>
                    <a:pt x="4088" y="5636"/>
                  </a:lnTo>
                  <a:lnTo>
                    <a:pt x="2821" y="8450"/>
                  </a:lnTo>
                  <a:lnTo>
                    <a:pt x="2371" y="11017"/>
                  </a:lnTo>
                  <a:lnTo>
                    <a:pt x="3694" y="12695"/>
                  </a:lnTo>
                  <a:lnTo>
                    <a:pt x="820" y="13070"/>
                  </a:lnTo>
                  <a:lnTo>
                    <a:pt x="0" y="12002"/>
                  </a:lnTo>
                  <a:lnTo>
                    <a:pt x="323" y="8395"/>
                  </a:lnTo>
                  <a:lnTo>
                    <a:pt x="3560" y="816"/>
                  </a:lnTo>
                  <a:lnTo>
                    <a:pt x="575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h5061"/>
            <p:cNvSpPr/>
            <p:nvPr/>
          </p:nvSpPr>
          <p:spPr>
            <a:xfrm>
              <a:off x="6893978" y="2953114"/>
              <a:ext cx="21022" cy="23917"/>
            </a:xfrm>
            <a:custGeom>
              <a:avLst/>
              <a:pathLst>
                <a:path w="21022" h="23917">
                  <a:moveTo>
                    <a:pt x="4943" y="3698"/>
                  </a:moveTo>
                  <a:lnTo>
                    <a:pt x="5528" y="3543"/>
                  </a:lnTo>
                  <a:lnTo>
                    <a:pt x="6538" y="5030"/>
                  </a:lnTo>
                  <a:lnTo>
                    <a:pt x="9649" y="1472"/>
                  </a:lnTo>
                  <a:lnTo>
                    <a:pt x="11238" y="904"/>
                  </a:lnTo>
                  <a:lnTo>
                    <a:pt x="11900" y="3902"/>
                  </a:lnTo>
                  <a:lnTo>
                    <a:pt x="13288" y="5082"/>
                  </a:lnTo>
                  <a:lnTo>
                    <a:pt x="16213" y="4903"/>
                  </a:lnTo>
                  <a:lnTo>
                    <a:pt x="17357" y="5438"/>
                  </a:lnTo>
                  <a:lnTo>
                    <a:pt x="21022" y="10208"/>
                  </a:lnTo>
                  <a:lnTo>
                    <a:pt x="15128" y="13115"/>
                  </a:lnTo>
                  <a:lnTo>
                    <a:pt x="12308" y="13504"/>
                  </a:lnTo>
                  <a:lnTo>
                    <a:pt x="15642" y="19146"/>
                  </a:lnTo>
                  <a:lnTo>
                    <a:pt x="15840" y="21827"/>
                  </a:lnTo>
                  <a:lnTo>
                    <a:pt x="14963" y="23381"/>
                  </a:lnTo>
                  <a:lnTo>
                    <a:pt x="13651" y="22358"/>
                  </a:lnTo>
                  <a:lnTo>
                    <a:pt x="10191" y="23917"/>
                  </a:lnTo>
                  <a:lnTo>
                    <a:pt x="2365" y="22000"/>
                  </a:lnTo>
                  <a:lnTo>
                    <a:pt x="1991" y="21325"/>
                  </a:lnTo>
                  <a:lnTo>
                    <a:pt x="4716" y="15449"/>
                  </a:lnTo>
                  <a:lnTo>
                    <a:pt x="2260" y="14609"/>
                  </a:lnTo>
                  <a:lnTo>
                    <a:pt x="4513" y="12161"/>
                  </a:lnTo>
                  <a:lnTo>
                    <a:pt x="3737" y="8726"/>
                  </a:lnTo>
                  <a:lnTo>
                    <a:pt x="0" y="7682"/>
                  </a:lnTo>
                  <a:lnTo>
                    <a:pt x="641" y="144"/>
                  </a:lnTo>
                  <a:lnTo>
                    <a:pt x="148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h5062"/>
            <p:cNvSpPr/>
            <p:nvPr/>
          </p:nvSpPr>
          <p:spPr>
            <a:xfrm>
              <a:off x="6836316" y="3109362"/>
              <a:ext cx="13274" cy="19546"/>
            </a:xfrm>
            <a:custGeom>
              <a:avLst/>
              <a:pathLst>
                <a:path w="13274" h="19546">
                  <a:moveTo>
                    <a:pt x="10235" y="1296"/>
                  </a:moveTo>
                  <a:lnTo>
                    <a:pt x="12101" y="4144"/>
                  </a:lnTo>
                  <a:lnTo>
                    <a:pt x="12729" y="4176"/>
                  </a:lnTo>
                  <a:lnTo>
                    <a:pt x="13274" y="6455"/>
                  </a:lnTo>
                  <a:lnTo>
                    <a:pt x="11741" y="15435"/>
                  </a:lnTo>
                  <a:lnTo>
                    <a:pt x="12055" y="17620"/>
                  </a:lnTo>
                  <a:lnTo>
                    <a:pt x="9492" y="18270"/>
                  </a:lnTo>
                  <a:lnTo>
                    <a:pt x="6866" y="19546"/>
                  </a:lnTo>
                  <a:lnTo>
                    <a:pt x="3031" y="18936"/>
                  </a:lnTo>
                  <a:lnTo>
                    <a:pt x="3143" y="13886"/>
                  </a:lnTo>
                  <a:lnTo>
                    <a:pt x="2520" y="11919"/>
                  </a:lnTo>
                  <a:lnTo>
                    <a:pt x="323" y="10682"/>
                  </a:lnTo>
                  <a:lnTo>
                    <a:pt x="0" y="8554"/>
                  </a:lnTo>
                  <a:lnTo>
                    <a:pt x="1368" y="6365"/>
                  </a:lnTo>
                  <a:lnTo>
                    <a:pt x="6" y="4349"/>
                  </a:lnTo>
                  <a:lnTo>
                    <a:pt x="3947" y="3475"/>
                  </a:lnTo>
                  <a:lnTo>
                    <a:pt x="4450" y="457"/>
                  </a:lnTo>
                  <a:lnTo>
                    <a:pt x="5269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h5063"/>
            <p:cNvSpPr/>
            <p:nvPr/>
          </p:nvSpPr>
          <p:spPr>
            <a:xfrm>
              <a:off x="6863436" y="2886933"/>
              <a:ext cx="15236" cy="11479"/>
            </a:xfrm>
            <a:custGeom>
              <a:avLst/>
              <a:pathLst>
                <a:path w="15236" h="11479">
                  <a:moveTo>
                    <a:pt x="15236" y="3451"/>
                  </a:moveTo>
                  <a:lnTo>
                    <a:pt x="10593" y="8131"/>
                  </a:lnTo>
                  <a:lnTo>
                    <a:pt x="8507" y="7682"/>
                  </a:lnTo>
                  <a:lnTo>
                    <a:pt x="7813" y="8346"/>
                  </a:lnTo>
                  <a:lnTo>
                    <a:pt x="7947" y="10729"/>
                  </a:lnTo>
                  <a:lnTo>
                    <a:pt x="7007" y="11479"/>
                  </a:lnTo>
                  <a:lnTo>
                    <a:pt x="5748" y="8815"/>
                  </a:lnTo>
                  <a:lnTo>
                    <a:pt x="178" y="6728"/>
                  </a:lnTo>
                  <a:lnTo>
                    <a:pt x="0" y="3826"/>
                  </a:lnTo>
                  <a:lnTo>
                    <a:pt x="1676" y="3257"/>
                  </a:lnTo>
                  <a:lnTo>
                    <a:pt x="964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h5064"/>
            <p:cNvSpPr/>
            <p:nvPr/>
          </p:nvSpPr>
          <p:spPr>
            <a:xfrm>
              <a:off x="6801069" y="3029900"/>
              <a:ext cx="14050" cy="18069"/>
            </a:xfrm>
            <a:custGeom>
              <a:avLst/>
              <a:pathLst>
                <a:path w="14050" h="18069">
                  <a:moveTo>
                    <a:pt x="12329" y="1528"/>
                  </a:moveTo>
                  <a:lnTo>
                    <a:pt x="14017" y="4107"/>
                  </a:lnTo>
                  <a:lnTo>
                    <a:pt x="12769" y="5238"/>
                  </a:lnTo>
                  <a:lnTo>
                    <a:pt x="12646" y="6924"/>
                  </a:lnTo>
                  <a:lnTo>
                    <a:pt x="13557" y="13390"/>
                  </a:lnTo>
                  <a:lnTo>
                    <a:pt x="14050" y="17210"/>
                  </a:lnTo>
                  <a:lnTo>
                    <a:pt x="10143" y="18069"/>
                  </a:lnTo>
                  <a:lnTo>
                    <a:pt x="9299" y="18029"/>
                  </a:lnTo>
                  <a:lnTo>
                    <a:pt x="7427" y="15109"/>
                  </a:lnTo>
                  <a:lnTo>
                    <a:pt x="6018" y="14557"/>
                  </a:lnTo>
                  <a:lnTo>
                    <a:pt x="3871" y="15736"/>
                  </a:lnTo>
                  <a:lnTo>
                    <a:pt x="3978" y="16402"/>
                  </a:lnTo>
                  <a:lnTo>
                    <a:pt x="3038" y="16346"/>
                  </a:lnTo>
                  <a:lnTo>
                    <a:pt x="2209" y="14249"/>
                  </a:lnTo>
                  <a:lnTo>
                    <a:pt x="0" y="12274"/>
                  </a:lnTo>
                  <a:lnTo>
                    <a:pt x="717" y="9496"/>
                  </a:lnTo>
                  <a:lnTo>
                    <a:pt x="907" y="8624"/>
                  </a:lnTo>
                  <a:lnTo>
                    <a:pt x="1037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h5065"/>
            <p:cNvSpPr/>
            <p:nvPr/>
          </p:nvSpPr>
          <p:spPr>
            <a:xfrm>
              <a:off x="6888120" y="2994140"/>
              <a:ext cx="12745" cy="13514"/>
            </a:xfrm>
            <a:custGeom>
              <a:avLst/>
              <a:pathLst>
                <a:path w="12745" h="13514">
                  <a:moveTo>
                    <a:pt x="7225" y="515"/>
                  </a:moveTo>
                  <a:lnTo>
                    <a:pt x="7549" y="3329"/>
                  </a:lnTo>
                  <a:lnTo>
                    <a:pt x="9495" y="4186"/>
                  </a:lnTo>
                  <a:lnTo>
                    <a:pt x="11472" y="3212"/>
                  </a:lnTo>
                  <a:lnTo>
                    <a:pt x="12243" y="3505"/>
                  </a:lnTo>
                  <a:lnTo>
                    <a:pt x="12745" y="5656"/>
                  </a:lnTo>
                  <a:lnTo>
                    <a:pt x="12152" y="9067"/>
                  </a:lnTo>
                  <a:lnTo>
                    <a:pt x="12436" y="11991"/>
                  </a:lnTo>
                  <a:lnTo>
                    <a:pt x="9806" y="13514"/>
                  </a:lnTo>
                  <a:lnTo>
                    <a:pt x="2063" y="12795"/>
                  </a:lnTo>
                  <a:lnTo>
                    <a:pt x="0" y="11601"/>
                  </a:lnTo>
                  <a:lnTo>
                    <a:pt x="1730" y="5861"/>
                  </a:lnTo>
                  <a:lnTo>
                    <a:pt x="3374" y="3497"/>
                  </a:lnTo>
                  <a:lnTo>
                    <a:pt x="3950" y="4212"/>
                  </a:lnTo>
                  <a:lnTo>
                    <a:pt x="5521" y="1692"/>
                  </a:lnTo>
                  <a:lnTo>
                    <a:pt x="5096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h5066"/>
            <p:cNvSpPr/>
            <p:nvPr/>
          </p:nvSpPr>
          <p:spPr>
            <a:xfrm>
              <a:off x="6814359" y="2983557"/>
              <a:ext cx="6332" cy="6709"/>
            </a:xfrm>
            <a:custGeom>
              <a:avLst/>
              <a:pathLst>
                <a:path w="6332" h="6709">
                  <a:moveTo>
                    <a:pt x="3805" y="686"/>
                  </a:moveTo>
                  <a:lnTo>
                    <a:pt x="5674" y="2700"/>
                  </a:lnTo>
                  <a:lnTo>
                    <a:pt x="6332" y="3534"/>
                  </a:lnTo>
                  <a:lnTo>
                    <a:pt x="5812" y="6709"/>
                  </a:lnTo>
                  <a:lnTo>
                    <a:pt x="0" y="5686"/>
                  </a:lnTo>
                  <a:lnTo>
                    <a:pt x="770" y="5242"/>
                  </a:lnTo>
                  <a:lnTo>
                    <a:pt x="315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h5067"/>
            <p:cNvSpPr/>
            <p:nvPr/>
          </p:nvSpPr>
          <p:spPr>
            <a:xfrm>
              <a:off x="6860221" y="2785934"/>
              <a:ext cx="25645" cy="31104"/>
            </a:xfrm>
            <a:custGeom>
              <a:avLst/>
              <a:pathLst>
                <a:path w="25645" h="31104">
                  <a:moveTo>
                    <a:pt x="8931" y="367"/>
                  </a:moveTo>
                  <a:lnTo>
                    <a:pt x="7747" y="2731"/>
                  </a:lnTo>
                  <a:lnTo>
                    <a:pt x="9949" y="3730"/>
                  </a:lnTo>
                  <a:lnTo>
                    <a:pt x="15892" y="1612"/>
                  </a:lnTo>
                  <a:lnTo>
                    <a:pt x="18909" y="2658"/>
                  </a:lnTo>
                  <a:lnTo>
                    <a:pt x="20235" y="4197"/>
                  </a:lnTo>
                  <a:lnTo>
                    <a:pt x="23167" y="4325"/>
                  </a:lnTo>
                  <a:lnTo>
                    <a:pt x="21782" y="11075"/>
                  </a:lnTo>
                  <a:lnTo>
                    <a:pt x="19249" y="13445"/>
                  </a:lnTo>
                  <a:lnTo>
                    <a:pt x="19956" y="21412"/>
                  </a:lnTo>
                  <a:lnTo>
                    <a:pt x="24658" y="24533"/>
                  </a:lnTo>
                  <a:lnTo>
                    <a:pt x="23682" y="26658"/>
                  </a:lnTo>
                  <a:lnTo>
                    <a:pt x="25645" y="28430"/>
                  </a:lnTo>
                  <a:lnTo>
                    <a:pt x="25262" y="31104"/>
                  </a:lnTo>
                  <a:lnTo>
                    <a:pt x="21479" y="30582"/>
                  </a:lnTo>
                  <a:lnTo>
                    <a:pt x="20576" y="27965"/>
                  </a:lnTo>
                  <a:lnTo>
                    <a:pt x="16110" y="30244"/>
                  </a:lnTo>
                  <a:lnTo>
                    <a:pt x="14709" y="27835"/>
                  </a:lnTo>
                  <a:lnTo>
                    <a:pt x="11100" y="27321"/>
                  </a:lnTo>
                  <a:lnTo>
                    <a:pt x="8608" y="27631"/>
                  </a:lnTo>
                  <a:lnTo>
                    <a:pt x="6802" y="28790"/>
                  </a:lnTo>
                  <a:lnTo>
                    <a:pt x="3886" y="20159"/>
                  </a:lnTo>
                  <a:lnTo>
                    <a:pt x="1170" y="20173"/>
                  </a:lnTo>
                  <a:lnTo>
                    <a:pt x="0" y="14904"/>
                  </a:lnTo>
                  <a:lnTo>
                    <a:pt x="2816" y="5154"/>
                  </a:lnTo>
                  <a:lnTo>
                    <a:pt x="4445" y="761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h5068"/>
            <p:cNvSpPr/>
            <p:nvPr/>
          </p:nvSpPr>
          <p:spPr>
            <a:xfrm>
              <a:off x="6811233" y="3006879"/>
              <a:ext cx="7034" cy="8152"/>
            </a:xfrm>
            <a:custGeom>
              <a:avLst/>
              <a:pathLst>
                <a:path w="7034" h="8152">
                  <a:moveTo>
                    <a:pt x="4174" y="0"/>
                  </a:moveTo>
                  <a:lnTo>
                    <a:pt x="5891" y="444"/>
                  </a:lnTo>
                  <a:lnTo>
                    <a:pt x="7034" y="1657"/>
                  </a:lnTo>
                  <a:lnTo>
                    <a:pt x="4461" y="2444"/>
                  </a:lnTo>
                  <a:lnTo>
                    <a:pt x="4190" y="6129"/>
                  </a:lnTo>
                  <a:lnTo>
                    <a:pt x="4894" y="8152"/>
                  </a:lnTo>
                  <a:lnTo>
                    <a:pt x="3023" y="7349"/>
                  </a:lnTo>
                  <a:lnTo>
                    <a:pt x="2033" y="5410"/>
                  </a:lnTo>
                  <a:lnTo>
                    <a:pt x="254" y="5409"/>
                  </a:lnTo>
                  <a:lnTo>
                    <a:pt x="0" y="733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h5069"/>
            <p:cNvSpPr/>
            <p:nvPr/>
          </p:nvSpPr>
          <p:spPr>
            <a:xfrm>
              <a:off x="6920518" y="3015137"/>
              <a:ext cx="16769" cy="10430"/>
            </a:xfrm>
            <a:custGeom>
              <a:avLst/>
              <a:pathLst>
                <a:path w="16769" h="10430">
                  <a:moveTo>
                    <a:pt x="6709" y="9"/>
                  </a:moveTo>
                  <a:lnTo>
                    <a:pt x="9806" y="0"/>
                  </a:lnTo>
                  <a:lnTo>
                    <a:pt x="16769" y="4456"/>
                  </a:lnTo>
                  <a:lnTo>
                    <a:pt x="15859" y="6338"/>
                  </a:lnTo>
                  <a:lnTo>
                    <a:pt x="14115" y="7573"/>
                  </a:lnTo>
                  <a:lnTo>
                    <a:pt x="13849" y="10216"/>
                  </a:lnTo>
                  <a:lnTo>
                    <a:pt x="13790" y="10388"/>
                  </a:lnTo>
                  <a:lnTo>
                    <a:pt x="7669" y="10430"/>
                  </a:lnTo>
                  <a:lnTo>
                    <a:pt x="8190" y="9372"/>
                  </a:lnTo>
                  <a:lnTo>
                    <a:pt x="5910" y="5220"/>
                  </a:lnTo>
                  <a:lnTo>
                    <a:pt x="389" y="4644"/>
                  </a:lnTo>
                  <a:lnTo>
                    <a:pt x="0" y="2517"/>
                  </a:lnTo>
                  <a:lnTo>
                    <a:pt x="1142" y="667"/>
                  </a:lnTo>
                  <a:lnTo>
                    <a:pt x="1985" y="1019"/>
                  </a:lnTo>
                  <a:lnTo>
                    <a:pt x="2339" y="2623"/>
                  </a:lnTo>
                  <a:lnTo>
                    <a:pt x="4221" y="324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h5070"/>
            <p:cNvSpPr/>
            <p:nvPr/>
          </p:nvSpPr>
          <p:spPr>
            <a:xfrm>
              <a:off x="6955330" y="3061811"/>
              <a:ext cx="34042" cy="26162"/>
            </a:xfrm>
            <a:custGeom>
              <a:avLst/>
              <a:pathLst>
                <a:path w="34042" h="26162">
                  <a:moveTo>
                    <a:pt x="31452" y="1344"/>
                  </a:moveTo>
                  <a:lnTo>
                    <a:pt x="32989" y="1073"/>
                  </a:lnTo>
                  <a:lnTo>
                    <a:pt x="34042" y="8551"/>
                  </a:lnTo>
                  <a:lnTo>
                    <a:pt x="31851" y="10131"/>
                  </a:lnTo>
                  <a:lnTo>
                    <a:pt x="30682" y="13292"/>
                  </a:lnTo>
                  <a:lnTo>
                    <a:pt x="26433" y="16075"/>
                  </a:lnTo>
                  <a:lnTo>
                    <a:pt x="24912" y="19810"/>
                  </a:lnTo>
                  <a:lnTo>
                    <a:pt x="22447" y="21908"/>
                  </a:lnTo>
                  <a:lnTo>
                    <a:pt x="20013" y="20845"/>
                  </a:lnTo>
                  <a:lnTo>
                    <a:pt x="17650" y="24633"/>
                  </a:lnTo>
                  <a:lnTo>
                    <a:pt x="15831" y="26162"/>
                  </a:lnTo>
                  <a:lnTo>
                    <a:pt x="12379" y="25570"/>
                  </a:lnTo>
                  <a:lnTo>
                    <a:pt x="10493" y="22984"/>
                  </a:lnTo>
                  <a:lnTo>
                    <a:pt x="11672" y="20100"/>
                  </a:lnTo>
                  <a:lnTo>
                    <a:pt x="10694" y="17872"/>
                  </a:lnTo>
                  <a:lnTo>
                    <a:pt x="3299" y="20895"/>
                  </a:lnTo>
                  <a:lnTo>
                    <a:pt x="1139" y="20036"/>
                  </a:lnTo>
                  <a:lnTo>
                    <a:pt x="0" y="17963"/>
                  </a:lnTo>
                  <a:lnTo>
                    <a:pt x="2364" y="15469"/>
                  </a:lnTo>
                  <a:lnTo>
                    <a:pt x="10588" y="17111"/>
                  </a:lnTo>
                  <a:lnTo>
                    <a:pt x="11789" y="14896"/>
                  </a:lnTo>
                  <a:lnTo>
                    <a:pt x="11873" y="13125"/>
                  </a:lnTo>
                  <a:lnTo>
                    <a:pt x="16669" y="10685"/>
                  </a:lnTo>
                  <a:lnTo>
                    <a:pt x="18836" y="11992"/>
                  </a:lnTo>
                  <a:lnTo>
                    <a:pt x="21436" y="9783"/>
                  </a:lnTo>
                  <a:lnTo>
                    <a:pt x="25868" y="3513"/>
                  </a:lnTo>
                  <a:lnTo>
                    <a:pt x="2826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h5071"/>
            <p:cNvSpPr/>
            <p:nvPr/>
          </p:nvSpPr>
          <p:spPr>
            <a:xfrm>
              <a:off x="6894624" y="2889628"/>
              <a:ext cx="13035" cy="28654"/>
            </a:xfrm>
            <a:custGeom>
              <a:avLst/>
              <a:pathLst>
                <a:path w="13035" h="28654">
                  <a:moveTo>
                    <a:pt x="12611" y="0"/>
                  </a:moveTo>
                  <a:lnTo>
                    <a:pt x="13035" y="11588"/>
                  </a:lnTo>
                  <a:lnTo>
                    <a:pt x="11383" y="15066"/>
                  </a:lnTo>
                  <a:lnTo>
                    <a:pt x="9348" y="17435"/>
                  </a:lnTo>
                  <a:lnTo>
                    <a:pt x="9249" y="20601"/>
                  </a:lnTo>
                  <a:lnTo>
                    <a:pt x="8443" y="20607"/>
                  </a:lnTo>
                  <a:lnTo>
                    <a:pt x="6841" y="22365"/>
                  </a:lnTo>
                  <a:lnTo>
                    <a:pt x="6745" y="28303"/>
                  </a:lnTo>
                  <a:lnTo>
                    <a:pt x="6110" y="28654"/>
                  </a:lnTo>
                  <a:lnTo>
                    <a:pt x="2829" y="22881"/>
                  </a:lnTo>
                  <a:lnTo>
                    <a:pt x="0" y="20094"/>
                  </a:lnTo>
                  <a:lnTo>
                    <a:pt x="16" y="18912"/>
                  </a:lnTo>
                  <a:lnTo>
                    <a:pt x="2094" y="16931"/>
                  </a:lnTo>
                  <a:lnTo>
                    <a:pt x="3029" y="12354"/>
                  </a:lnTo>
                  <a:lnTo>
                    <a:pt x="2461" y="10046"/>
                  </a:lnTo>
                  <a:lnTo>
                    <a:pt x="2832" y="5384"/>
                  </a:lnTo>
                  <a:lnTo>
                    <a:pt x="4012" y="4279"/>
                  </a:lnTo>
                  <a:lnTo>
                    <a:pt x="7991" y="12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h5072"/>
            <p:cNvSpPr/>
            <p:nvPr/>
          </p:nvSpPr>
          <p:spPr>
            <a:xfrm>
              <a:off x="6939745" y="3078119"/>
              <a:ext cx="14425" cy="9247"/>
            </a:xfrm>
            <a:custGeom>
              <a:avLst/>
              <a:pathLst>
                <a:path w="14425" h="9247">
                  <a:moveTo>
                    <a:pt x="13471" y="2862"/>
                  </a:moveTo>
                  <a:lnTo>
                    <a:pt x="14425" y="3239"/>
                  </a:lnTo>
                  <a:lnTo>
                    <a:pt x="13765" y="5917"/>
                  </a:lnTo>
                  <a:lnTo>
                    <a:pt x="11130" y="9124"/>
                  </a:lnTo>
                  <a:lnTo>
                    <a:pt x="10214" y="9247"/>
                  </a:lnTo>
                  <a:lnTo>
                    <a:pt x="6506" y="7947"/>
                  </a:lnTo>
                  <a:lnTo>
                    <a:pt x="5116" y="6176"/>
                  </a:lnTo>
                  <a:lnTo>
                    <a:pt x="960" y="8297"/>
                  </a:lnTo>
                  <a:lnTo>
                    <a:pt x="0" y="6822"/>
                  </a:lnTo>
                  <a:lnTo>
                    <a:pt x="4045" y="1909"/>
                  </a:lnTo>
                  <a:lnTo>
                    <a:pt x="5607" y="2518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h5073"/>
            <p:cNvSpPr/>
            <p:nvPr/>
          </p:nvSpPr>
          <p:spPr>
            <a:xfrm>
              <a:off x="6819117" y="3092496"/>
              <a:ext cx="17869" cy="11526"/>
            </a:xfrm>
            <a:custGeom>
              <a:avLst/>
              <a:pathLst>
                <a:path w="17869" h="11526">
                  <a:moveTo>
                    <a:pt x="17869" y="0"/>
                  </a:moveTo>
                  <a:lnTo>
                    <a:pt x="12857" y="7069"/>
                  </a:lnTo>
                  <a:lnTo>
                    <a:pt x="9424" y="11526"/>
                  </a:lnTo>
                  <a:lnTo>
                    <a:pt x="7081" y="11137"/>
                  </a:lnTo>
                  <a:lnTo>
                    <a:pt x="5463" y="9529"/>
                  </a:lnTo>
                  <a:lnTo>
                    <a:pt x="3485" y="8839"/>
                  </a:lnTo>
                  <a:lnTo>
                    <a:pt x="0" y="2578"/>
                  </a:lnTo>
                  <a:lnTo>
                    <a:pt x="374" y="1882"/>
                  </a:lnTo>
                  <a:lnTo>
                    <a:pt x="5787" y="2903"/>
                  </a:lnTo>
                  <a:lnTo>
                    <a:pt x="8870" y="136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h5074"/>
            <p:cNvSpPr/>
            <p:nvPr/>
          </p:nvSpPr>
          <p:spPr>
            <a:xfrm>
              <a:off x="6938464" y="2963003"/>
              <a:ext cx="14043" cy="18834"/>
            </a:xfrm>
            <a:custGeom>
              <a:avLst/>
              <a:pathLst>
                <a:path w="14043" h="18834">
                  <a:moveTo>
                    <a:pt x="5636" y="477"/>
                  </a:moveTo>
                  <a:lnTo>
                    <a:pt x="6379" y="1176"/>
                  </a:lnTo>
                  <a:lnTo>
                    <a:pt x="8308" y="2783"/>
                  </a:lnTo>
                  <a:lnTo>
                    <a:pt x="10896" y="454"/>
                  </a:lnTo>
                  <a:lnTo>
                    <a:pt x="14043" y="1268"/>
                  </a:lnTo>
                  <a:lnTo>
                    <a:pt x="12613" y="1641"/>
                  </a:lnTo>
                  <a:lnTo>
                    <a:pt x="12561" y="8035"/>
                  </a:lnTo>
                  <a:lnTo>
                    <a:pt x="10334" y="14195"/>
                  </a:lnTo>
                  <a:lnTo>
                    <a:pt x="6829" y="16756"/>
                  </a:lnTo>
                  <a:lnTo>
                    <a:pt x="5668" y="17908"/>
                  </a:lnTo>
                  <a:lnTo>
                    <a:pt x="3024" y="18834"/>
                  </a:lnTo>
                  <a:lnTo>
                    <a:pt x="0" y="17901"/>
                  </a:lnTo>
                  <a:lnTo>
                    <a:pt x="1129" y="17668"/>
                  </a:lnTo>
                  <a:lnTo>
                    <a:pt x="241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h5075"/>
            <p:cNvSpPr/>
            <p:nvPr/>
          </p:nvSpPr>
          <p:spPr>
            <a:xfrm>
              <a:off x="6821113" y="2851873"/>
              <a:ext cx="11350" cy="9622"/>
            </a:xfrm>
            <a:custGeom>
              <a:avLst/>
              <a:pathLst>
                <a:path w="11350" h="9622">
                  <a:moveTo>
                    <a:pt x="5931" y="0"/>
                  </a:moveTo>
                  <a:lnTo>
                    <a:pt x="10472" y="47"/>
                  </a:lnTo>
                  <a:lnTo>
                    <a:pt x="11350" y="1916"/>
                  </a:lnTo>
                  <a:lnTo>
                    <a:pt x="11216" y="2489"/>
                  </a:lnTo>
                  <a:lnTo>
                    <a:pt x="9659" y="2171"/>
                  </a:lnTo>
                  <a:lnTo>
                    <a:pt x="9635" y="3721"/>
                  </a:lnTo>
                  <a:lnTo>
                    <a:pt x="10397" y="4321"/>
                  </a:lnTo>
                  <a:lnTo>
                    <a:pt x="2921" y="9622"/>
                  </a:lnTo>
                  <a:lnTo>
                    <a:pt x="876" y="8790"/>
                  </a:lnTo>
                  <a:lnTo>
                    <a:pt x="0" y="4040"/>
                  </a:lnTo>
                  <a:lnTo>
                    <a:pt x="2978" y="128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h5076"/>
            <p:cNvSpPr/>
            <p:nvPr/>
          </p:nvSpPr>
          <p:spPr>
            <a:xfrm>
              <a:off x="6796562" y="3097735"/>
              <a:ext cx="20136" cy="21050"/>
            </a:xfrm>
            <a:custGeom>
              <a:avLst/>
              <a:pathLst>
                <a:path w="20136" h="21050">
                  <a:moveTo>
                    <a:pt x="13585" y="2482"/>
                  </a:moveTo>
                  <a:lnTo>
                    <a:pt x="13118" y="12508"/>
                  </a:lnTo>
                  <a:lnTo>
                    <a:pt x="15851" y="17129"/>
                  </a:lnTo>
                  <a:lnTo>
                    <a:pt x="17437" y="18598"/>
                  </a:lnTo>
                  <a:lnTo>
                    <a:pt x="18022" y="16987"/>
                  </a:lnTo>
                  <a:lnTo>
                    <a:pt x="19625" y="17638"/>
                  </a:lnTo>
                  <a:lnTo>
                    <a:pt x="20136" y="19018"/>
                  </a:lnTo>
                  <a:lnTo>
                    <a:pt x="17535" y="20447"/>
                  </a:lnTo>
                  <a:lnTo>
                    <a:pt x="13786" y="20486"/>
                  </a:lnTo>
                  <a:lnTo>
                    <a:pt x="10812" y="17377"/>
                  </a:lnTo>
                  <a:lnTo>
                    <a:pt x="9156" y="18191"/>
                  </a:lnTo>
                  <a:lnTo>
                    <a:pt x="8324" y="20795"/>
                  </a:lnTo>
                  <a:lnTo>
                    <a:pt x="7787" y="21050"/>
                  </a:lnTo>
                  <a:lnTo>
                    <a:pt x="7207" y="19982"/>
                  </a:lnTo>
                  <a:lnTo>
                    <a:pt x="7989" y="17223"/>
                  </a:lnTo>
                  <a:lnTo>
                    <a:pt x="5717" y="13528"/>
                  </a:lnTo>
                  <a:lnTo>
                    <a:pt x="2218" y="12527"/>
                  </a:lnTo>
                  <a:lnTo>
                    <a:pt x="0" y="10232"/>
                  </a:lnTo>
                  <a:lnTo>
                    <a:pt x="7543" y="5482"/>
                  </a:lnTo>
                  <a:lnTo>
                    <a:pt x="1115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h5077"/>
            <p:cNvSpPr/>
            <p:nvPr/>
          </p:nvSpPr>
          <p:spPr>
            <a:xfrm>
              <a:off x="6884118" y="2863408"/>
              <a:ext cx="11779" cy="15240"/>
            </a:xfrm>
            <a:custGeom>
              <a:avLst/>
              <a:pathLst>
                <a:path w="11779" h="15240">
                  <a:moveTo>
                    <a:pt x="11693" y="921"/>
                  </a:moveTo>
                  <a:lnTo>
                    <a:pt x="11779" y="1189"/>
                  </a:lnTo>
                  <a:lnTo>
                    <a:pt x="11428" y="4544"/>
                  </a:lnTo>
                  <a:lnTo>
                    <a:pt x="8226" y="10683"/>
                  </a:lnTo>
                  <a:lnTo>
                    <a:pt x="3944" y="15240"/>
                  </a:lnTo>
                  <a:lnTo>
                    <a:pt x="1734" y="14331"/>
                  </a:lnTo>
                  <a:lnTo>
                    <a:pt x="0" y="12115"/>
                  </a:lnTo>
                  <a:lnTo>
                    <a:pt x="3333" y="7009"/>
                  </a:lnTo>
                  <a:lnTo>
                    <a:pt x="5717" y="5902"/>
                  </a:lnTo>
                  <a:lnTo>
                    <a:pt x="7583" y="1733"/>
                  </a:lnTo>
                  <a:lnTo>
                    <a:pt x="1015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h5078"/>
            <p:cNvSpPr/>
            <p:nvPr/>
          </p:nvSpPr>
          <p:spPr>
            <a:xfrm>
              <a:off x="6815424" y="3005420"/>
              <a:ext cx="10874" cy="18492"/>
            </a:xfrm>
            <a:custGeom>
              <a:avLst/>
              <a:pathLst>
                <a:path w="10874" h="18492">
                  <a:moveTo>
                    <a:pt x="9883" y="3723"/>
                  </a:moveTo>
                  <a:lnTo>
                    <a:pt x="10500" y="4275"/>
                  </a:lnTo>
                  <a:lnTo>
                    <a:pt x="10874" y="12360"/>
                  </a:lnTo>
                  <a:lnTo>
                    <a:pt x="9760" y="17750"/>
                  </a:lnTo>
                  <a:lnTo>
                    <a:pt x="4827" y="18492"/>
                  </a:lnTo>
                  <a:lnTo>
                    <a:pt x="4880" y="15367"/>
                  </a:lnTo>
                  <a:lnTo>
                    <a:pt x="703" y="9610"/>
                  </a:lnTo>
                  <a:lnTo>
                    <a:pt x="0" y="7588"/>
                  </a:lnTo>
                  <a:lnTo>
                    <a:pt x="270" y="3903"/>
                  </a:lnTo>
                  <a:lnTo>
                    <a:pt x="2843" y="3116"/>
                  </a:lnTo>
                  <a:lnTo>
                    <a:pt x="1701" y="1903"/>
                  </a:lnTo>
                  <a:lnTo>
                    <a:pt x="514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h5079"/>
            <p:cNvSpPr/>
            <p:nvPr/>
          </p:nvSpPr>
          <p:spPr>
            <a:xfrm>
              <a:off x="6867982" y="3121829"/>
              <a:ext cx="14123" cy="13294"/>
            </a:xfrm>
            <a:custGeom>
              <a:avLst/>
              <a:pathLst>
                <a:path w="14123" h="13294">
                  <a:moveTo>
                    <a:pt x="10472" y="0"/>
                  </a:moveTo>
                  <a:lnTo>
                    <a:pt x="12511" y="5463"/>
                  </a:lnTo>
                  <a:lnTo>
                    <a:pt x="14123" y="8703"/>
                  </a:lnTo>
                  <a:lnTo>
                    <a:pt x="13510" y="12352"/>
                  </a:lnTo>
                  <a:lnTo>
                    <a:pt x="12039" y="13136"/>
                  </a:lnTo>
                  <a:lnTo>
                    <a:pt x="6666" y="12171"/>
                  </a:lnTo>
                  <a:lnTo>
                    <a:pt x="3956" y="13294"/>
                  </a:lnTo>
                  <a:lnTo>
                    <a:pt x="105" y="11477"/>
                  </a:lnTo>
                  <a:lnTo>
                    <a:pt x="142" y="7210"/>
                  </a:lnTo>
                  <a:lnTo>
                    <a:pt x="642" y="6402"/>
                  </a:lnTo>
                  <a:lnTo>
                    <a:pt x="0" y="2559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h5080"/>
            <p:cNvSpPr/>
            <p:nvPr/>
          </p:nvSpPr>
          <p:spPr>
            <a:xfrm>
              <a:off x="6890357" y="2895012"/>
              <a:ext cx="7296" cy="14710"/>
            </a:xfrm>
            <a:custGeom>
              <a:avLst/>
              <a:pathLst>
                <a:path w="7296" h="14710">
                  <a:moveTo>
                    <a:pt x="6728" y="4662"/>
                  </a:moveTo>
                  <a:lnTo>
                    <a:pt x="7296" y="6969"/>
                  </a:lnTo>
                  <a:lnTo>
                    <a:pt x="6361" y="11546"/>
                  </a:lnTo>
                  <a:lnTo>
                    <a:pt x="4283" y="13527"/>
                  </a:lnTo>
                  <a:lnTo>
                    <a:pt x="4267" y="14710"/>
                  </a:lnTo>
                  <a:lnTo>
                    <a:pt x="0" y="12996"/>
                  </a:lnTo>
                  <a:lnTo>
                    <a:pt x="707" y="12323"/>
                  </a:lnTo>
                  <a:lnTo>
                    <a:pt x="844" y="6513"/>
                  </a:lnTo>
                  <a:lnTo>
                    <a:pt x="3999" y="1491"/>
                  </a:lnTo>
                  <a:lnTo>
                    <a:pt x="709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h5081"/>
            <p:cNvSpPr/>
            <p:nvPr/>
          </p:nvSpPr>
          <p:spPr>
            <a:xfrm>
              <a:off x="6777300" y="3052480"/>
              <a:ext cx="22180" cy="26330"/>
            </a:xfrm>
            <a:custGeom>
              <a:avLst/>
              <a:pathLst>
                <a:path w="22180" h="26330">
                  <a:moveTo>
                    <a:pt x="6684" y="0"/>
                  </a:moveTo>
                  <a:lnTo>
                    <a:pt x="11804" y="2557"/>
                  </a:lnTo>
                  <a:lnTo>
                    <a:pt x="17712" y="5244"/>
                  </a:lnTo>
                  <a:lnTo>
                    <a:pt x="17820" y="6721"/>
                  </a:lnTo>
                  <a:lnTo>
                    <a:pt x="17628" y="10245"/>
                  </a:lnTo>
                  <a:lnTo>
                    <a:pt x="19125" y="10973"/>
                  </a:lnTo>
                  <a:lnTo>
                    <a:pt x="20276" y="12681"/>
                  </a:lnTo>
                  <a:lnTo>
                    <a:pt x="22180" y="19673"/>
                  </a:lnTo>
                  <a:lnTo>
                    <a:pt x="20830" y="22589"/>
                  </a:lnTo>
                  <a:lnTo>
                    <a:pt x="19524" y="23744"/>
                  </a:lnTo>
                  <a:lnTo>
                    <a:pt x="17523" y="23598"/>
                  </a:lnTo>
                  <a:lnTo>
                    <a:pt x="14334" y="23891"/>
                  </a:lnTo>
                  <a:lnTo>
                    <a:pt x="10940" y="26330"/>
                  </a:lnTo>
                  <a:lnTo>
                    <a:pt x="9715" y="23692"/>
                  </a:lnTo>
                  <a:lnTo>
                    <a:pt x="5856" y="21665"/>
                  </a:lnTo>
                  <a:lnTo>
                    <a:pt x="6650" y="18991"/>
                  </a:lnTo>
                  <a:lnTo>
                    <a:pt x="1373" y="21079"/>
                  </a:lnTo>
                  <a:lnTo>
                    <a:pt x="1088" y="18123"/>
                  </a:lnTo>
                  <a:lnTo>
                    <a:pt x="2115" y="15113"/>
                  </a:lnTo>
                  <a:lnTo>
                    <a:pt x="1565" y="9900"/>
                  </a:lnTo>
                  <a:lnTo>
                    <a:pt x="0" y="6394"/>
                  </a:lnTo>
                  <a:lnTo>
                    <a:pt x="324" y="4367"/>
                  </a:lnTo>
                  <a:lnTo>
                    <a:pt x="1373" y="3946"/>
                  </a:lnTo>
                  <a:lnTo>
                    <a:pt x="1028" y="1588"/>
                  </a:lnTo>
                  <a:lnTo>
                    <a:pt x="1643" y="100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h5082"/>
            <p:cNvSpPr/>
            <p:nvPr/>
          </p:nvSpPr>
          <p:spPr>
            <a:xfrm>
              <a:off x="6953419" y="2967763"/>
              <a:ext cx="17583" cy="18519"/>
            </a:xfrm>
            <a:custGeom>
              <a:avLst/>
              <a:pathLst>
                <a:path w="17583" h="18519">
                  <a:moveTo>
                    <a:pt x="17583" y="660"/>
                  </a:moveTo>
                  <a:lnTo>
                    <a:pt x="15592" y="3617"/>
                  </a:lnTo>
                  <a:lnTo>
                    <a:pt x="16009" y="5901"/>
                  </a:lnTo>
                  <a:lnTo>
                    <a:pt x="12881" y="8218"/>
                  </a:lnTo>
                  <a:lnTo>
                    <a:pt x="10439" y="9639"/>
                  </a:lnTo>
                  <a:lnTo>
                    <a:pt x="9957" y="10746"/>
                  </a:lnTo>
                  <a:lnTo>
                    <a:pt x="11723" y="13457"/>
                  </a:lnTo>
                  <a:lnTo>
                    <a:pt x="12659" y="17806"/>
                  </a:lnTo>
                  <a:lnTo>
                    <a:pt x="12258" y="18226"/>
                  </a:lnTo>
                  <a:lnTo>
                    <a:pt x="10596" y="18519"/>
                  </a:lnTo>
                  <a:lnTo>
                    <a:pt x="7976" y="15558"/>
                  </a:lnTo>
                  <a:lnTo>
                    <a:pt x="4105" y="14517"/>
                  </a:lnTo>
                  <a:lnTo>
                    <a:pt x="133" y="15107"/>
                  </a:lnTo>
                  <a:lnTo>
                    <a:pt x="0" y="12831"/>
                  </a:lnTo>
                  <a:lnTo>
                    <a:pt x="2253" y="8846"/>
                  </a:lnTo>
                  <a:lnTo>
                    <a:pt x="4449" y="6658"/>
                  </a:lnTo>
                  <a:lnTo>
                    <a:pt x="10512" y="3535"/>
                  </a:lnTo>
                  <a:lnTo>
                    <a:pt x="15029" y="3004"/>
                  </a:lnTo>
                  <a:lnTo>
                    <a:pt x="169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h5083"/>
            <p:cNvSpPr/>
            <p:nvPr/>
          </p:nvSpPr>
          <p:spPr>
            <a:xfrm>
              <a:off x="6885268" y="2979456"/>
              <a:ext cx="10182" cy="15198"/>
            </a:xfrm>
            <a:custGeom>
              <a:avLst/>
              <a:pathLst>
                <a:path w="10182" h="15198">
                  <a:moveTo>
                    <a:pt x="3503" y="1453"/>
                  </a:moveTo>
                  <a:lnTo>
                    <a:pt x="6960" y="1953"/>
                  </a:lnTo>
                  <a:lnTo>
                    <a:pt x="9314" y="2577"/>
                  </a:lnTo>
                  <a:lnTo>
                    <a:pt x="10105" y="3738"/>
                  </a:lnTo>
                  <a:lnTo>
                    <a:pt x="7732" y="6628"/>
                  </a:lnTo>
                  <a:lnTo>
                    <a:pt x="10182" y="9485"/>
                  </a:lnTo>
                  <a:lnTo>
                    <a:pt x="10077" y="15198"/>
                  </a:lnTo>
                  <a:lnTo>
                    <a:pt x="7949" y="14683"/>
                  </a:lnTo>
                  <a:lnTo>
                    <a:pt x="7217" y="14132"/>
                  </a:lnTo>
                  <a:lnTo>
                    <a:pt x="5608" y="9980"/>
                  </a:lnTo>
                  <a:lnTo>
                    <a:pt x="6093" y="5921"/>
                  </a:lnTo>
                  <a:lnTo>
                    <a:pt x="4454" y="3190"/>
                  </a:lnTo>
                  <a:lnTo>
                    <a:pt x="1971" y="4536"/>
                  </a:lnTo>
                  <a:lnTo>
                    <a:pt x="0" y="3008"/>
                  </a:lnTo>
                  <a:lnTo>
                    <a:pt x="830" y="900"/>
                  </a:lnTo>
                  <a:lnTo>
                    <a:pt x="216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h5084"/>
            <p:cNvSpPr/>
            <p:nvPr/>
          </p:nvSpPr>
          <p:spPr>
            <a:xfrm>
              <a:off x="6843096" y="3034275"/>
              <a:ext cx="6202" cy="4834"/>
            </a:xfrm>
            <a:custGeom>
              <a:avLst/>
              <a:pathLst>
                <a:path w="6202" h="4834">
                  <a:moveTo>
                    <a:pt x="5200" y="0"/>
                  </a:moveTo>
                  <a:lnTo>
                    <a:pt x="6202" y="1349"/>
                  </a:lnTo>
                  <a:lnTo>
                    <a:pt x="3930" y="2830"/>
                  </a:lnTo>
                  <a:lnTo>
                    <a:pt x="2799" y="4834"/>
                  </a:lnTo>
                  <a:lnTo>
                    <a:pt x="0" y="4530"/>
                  </a:lnTo>
                  <a:lnTo>
                    <a:pt x="2508" y="47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h5085"/>
            <p:cNvSpPr/>
            <p:nvPr/>
          </p:nvSpPr>
          <p:spPr>
            <a:xfrm>
              <a:off x="6878613" y="2940458"/>
              <a:ext cx="29182" cy="20338"/>
            </a:xfrm>
            <a:custGeom>
              <a:avLst/>
              <a:pathLst>
                <a:path w="29182" h="20338">
                  <a:moveTo>
                    <a:pt x="7905" y="994"/>
                  </a:moveTo>
                  <a:lnTo>
                    <a:pt x="8313" y="38"/>
                  </a:lnTo>
                  <a:lnTo>
                    <a:pt x="10887" y="1953"/>
                  </a:lnTo>
                  <a:lnTo>
                    <a:pt x="11697" y="399"/>
                  </a:lnTo>
                  <a:lnTo>
                    <a:pt x="14589" y="160"/>
                  </a:lnTo>
                  <a:lnTo>
                    <a:pt x="16605" y="1603"/>
                  </a:lnTo>
                  <a:lnTo>
                    <a:pt x="18233" y="4337"/>
                  </a:lnTo>
                  <a:lnTo>
                    <a:pt x="19461" y="3325"/>
                  </a:lnTo>
                  <a:lnTo>
                    <a:pt x="22694" y="1941"/>
                  </a:lnTo>
                  <a:lnTo>
                    <a:pt x="24265" y="2606"/>
                  </a:lnTo>
                  <a:lnTo>
                    <a:pt x="26553" y="5956"/>
                  </a:lnTo>
                  <a:lnTo>
                    <a:pt x="25322" y="7187"/>
                  </a:lnTo>
                  <a:lnTo>
                    <a:pt x="26086" y="8406"/>
                  </a:lnTo>
                  <a:lnTo>
                    <a:pt x="27515" y="7435"/>
                  </a:lnTo>
                  <a:lnTo>
                    <a:pt x="29182" y="9281"/>
                  </a:lnTo>
                  <a:lnTo>
                    <a:pt x="24674" y="11891"/>
                  </a:lnTo>
                  <a:lnTo>
                    <a:pt x="20893" y="16199"/>
                  </a:lnTo>
                  <a:lnTo>
                    <a:pt x="20308" y="16354"/>
                  </a:lnTo>
                  <a:lnTo>
                    <a:pt x="16847" y="12656"/>
                  </a:lnTo>
                  <a:lnTo>
                    <a:pt x="16006" y="12801"/>
                  </a:lnTo>
                  <a:lnTo>
                    <a:pt x="15365" y="20338"/>
                  </a:lnTo>
                  <a:lnTo>
                    <a:pt x="14145" y="19939"/>
                  </a:lnTo>
                  <a:lnTo>
                    <a:pt x="13350" y="17635"/>
                  </a:lnTo>
                  <a:lnTo>
                    <a:pt x="11418" y="16821"/>
                  </a:lnTo>
                  <a:lnTo>
                    <a:pt x="10773" y="17157"/>
                  </a:lnTo>
                  <a:lnTo>
                    <a:pt x="4801" y="9639"/>
                  </a:lnTo>
                  <a:lnTo>
                    <a:pt x="0" y="8005"/>
                  </a:lnTo>
                  <a:lnTo>
                    <a:pt x="171" y="4909"/>
                  </a:lnTo>
                  <a:lnTo>
                    <a:pt x="1343" y="640"/>
                  </a:lnTo>
                  <a:lnTo>
                    <a:pt x="384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h5086"/>
            <p:cNvSpPr/>
            <p:nvPr/>
          </p:nvSpPr>
          <p:spPr>
            <a:xfrm>
              <a:off x="6926665" y="2956785"/>
              <a:ext cx="18958" cy="24120"/>
            </a:xfrm>
            <a:custGeom>
              <a:avLst/>
              <a:pathLst>
                <a:path w="18958" h="24120">
                  <a:moveTo>
                    <a:pt x="12164" y="521"/>
                  </a:moveTo>
                  <a:lnTo>
                    <a:pt x="14290" y="905"/>
                  </a:lnTo>
                  <a:lnTo>
                    <a:pt x="18648" y="3185"/>
                  </a:lnTo>
                  <a:lnTo>
                    <a:pt x="18958" y="6805"/>
                  </a:lnTo>
                  <a:lnTo>
                    <a:pt x="18178" y="7395"/>
                  </a:lnTo>
                  <a:lnTo>
                    <a:pt x="17434" y="6696"/>
                  </a:lnTo>
                  <a:lnTo>
                    <a:pt x="14218" y="6218"/>
                  </a:lnTo>
                  <a:lnTo>
                    <a:pt x="12928" y="23887"/>
                  </a:lnTo>
                  <a:lnTo>
                    <a:pt x="11798" y="24120"/>
                  </a:lnTo>
                  <a:lnTo>
                    <a:pt x="7917" y="21932"/>
                  </a:lnTo>
                  <a:lnTo>
                    <a:pt x="6818" y="23709"/>
                  </a:lnTo>
                  <a:lnTo>
                    <a:pt x="2576" y="23424"/>
                  </a:lnTo>
                  <a:lnTo>
                    <a:pt x="183" y="21443"/>
                  </a:lnTo>
                  <a:lnTo>
                    <a:pt x="2150" y="19839"/>
                  </a:lnTo>
                  <a:lnTo>
                    <a:pt x="1973" y="19065"/>
                  </a:lnTo>
                  <a:lnTo>
                    <a:pt x="0" y="18580"/>
                  </a:lnTo>
                  <a:lnTo>
                    <a:pt x="1600" y="14832"/>
                  </a:lnTo>
                  <a:lnTo>
                    <a:pt x="6995" y="16578"/>
                  </a:lnTo>
                  <a:lnTo>
                    <a:pt x="9382" y="18423"/>
                  </a:lnTo>
                  <a:lnTo>
                    <a:pt x="10606" y="17485"/>
                  </a:lnTo>
                  <a:lnTo>
                    <a:pt x="10856" y="16584"/>
                  </a:lnTo>
                  <a:lnTo>
                    <a:pt x="9476" y="14883"/>
                  </a:lnTo>
                  <a:lnTo>
                    <a:pt x="4359" y="9914"/>
                  </a:lnTo>
                  <a:lnTo>
                    <a:pt x="5996" y="6167"/>
                  </a:lnTo>
                  <a:lnTo>
                    <a:pt x="8612" y="7185"/>
                  </a:lnTo>
                  <a:lnTo>
                    <a:pt x="10614" y="6027"/>
                  </a:lnTo>
                  <a:lnTo>
                    <a:pt x="9755" y="2836"/>
                  </a:lnTo>
                  <a:lnTo>
                    <a:pt x="3311" y="1474"/>
                  </a:lnTo>
                  <a:lnTo>
                    <a:pt x="5646" y="1231"/>
                  </a:lnTo>
                  <a:lnTo>
                    <a:pt x="10554" y="2081"/>
                  </a:lnTo>
                  <a:lnTo>
                    <a:pt x="11043" y="1440"/>
                  </a:lnTo>
                  <a:lnTo>
                    <a:pt x="1044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h5087"/>
            <p:cNvSpPr/>
            <p:nvPr/>
          </p:nvSpPr>
          <p:spPr>
            <a:xfrm>
              <a:off x="6875489" y="3050678"/>
              <a:ext cx="27169" cy="18059"/>
            </a:xfrm>
            <a:custGeom>
              <a:avLst/>
              <a:pathLst>
                <a:path w="27169" h="18059">
                  <a:moveTo>
                    <a:pt x="10362" y="1123"/>
                  </a:moveTo>
                  <a:lnTo>
                    <a:pt x="16713" y="5338"/>
                  </a:lnTo>
                  <a:lnTo>
                    <a:pt x="22780" y="7060"/>
                  </a:lnTo>
                  <a:lnTo>
                    <a:pt x="23125" y="8414"/>
                  </a:lnTo>
                  <a:lnTo>
                    <a:pt x="22208" y="11176"/>
                  </a:lnTo>
                  <a:lnTo>
                    <a:pt x="23182" y="12787"/>
                  </a:lnTo>
                  <a:lnTo>
                    <a:pt x="24357" y="12680"/>
                  </a:lnTo>
                  <a:lnTo>
                    <a:pt x="24716" y="12724"/>
                  </a:lnTo>
                  <a:lnTo>
                    <a:pt x="27169" y="16483"/>
                  </a:lnTo>
                  <a:lnTo>
                    <a:pt x="24864" y="17749"/>
                  </a:lnTo>
                  <a:lnTo>
                    <a:pt x="12756" y="17049"/>
                  </a:lnTo>
                  <a:lnTo>
                    <a:pt x="11651" y="18059"/>
                  </a:lnTo>
                  <a:lnTo>
                    <a:pt x="9749" y="16330"/>
                  </a:lnTo>
                  <a:lnTo>
                    <a:pt x="10287" y="15886"/>
                  </a:lnTo>
                  <a:lnTo>
                    <a:pt x="8888" y="9926"/>
                  </a:lnTo>
                  <a:lnTo>
                    <a:pt x="4770" y="10576"/>
                  </a:lnTo>
                  <a:lnTo>
                    <a:pt x="4105" y="9484"/>
                  </a:lnTo>
                  <a:lnTo>
                    <a:pt x="867" y="10182"/>
                  </a:lnTo>
                  <a:lnTo>
                    <a:pt x="0" y="5021"/>
                  </a:lnTo>
                  <a:lnTo>
                    <a:pt x="1056" y="2363"/>
                  </a:lnTo>
                  <a:lnTo>
                    <a:pt x="1454" y="1496"/>
                  </a:lnTo>
                  <a:lnTo>
                    <a:pt x="4518" y="4038"/>
                  </a:lnTo>
                  <a:lnTo>
                    <a:pt x="727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h5088"/>
            <p:cNvSpPr/>
            <p:nvPr/>
          </p:nvSpPr>
          <p:spPr>
            <a:xfrm>
              <a:off x="6849705" y="2856870"/>
              <a:ext cx="8343" cy="5836"/>
            </a:xfrm>
            <a:custGeom>
              <a:avLst/>
              <a:pathLst>
                <a:path w="8343" h="5836">
                  <a:moveTo>
                    <a:pt x="5160" y="83"/>
                  </a:moveTo>
                  <a:lnTo>
                    <a:pt x="8343" y="2044"/>
                  </a:lnTo>
                  <a:lnTo>
                    <a:pt x="8143" y="3130"/>
                  </a:lnTo>
                  <a:lnTo>
                    <a:pt x="6914" y="4112"/>
                  </a:lnTo>
                  <a:lnTo>
                    <a:pt x="1519" y="5836"/>
                  </a:lnTo>
                  <a:lnTo>
                    <a:pt x="0" y="5444"/>
                  </a:lnTo>
                  <a:lnTo>
                    <a:pt x="1198" y="1325"/>
                  </a:lnTo>
                  <a:lnTo>
                    <a:pt x="388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h5089"/>
            <p:cNvSpPr/>
            <p:nvPr/>
          </p:nvSpPr>
          <p:spPr>
            <a:xfrm>
              <a:off x="6834284" y="2875630"/>
              <a:ext cx="36158" cy="29282"/>
            </a:xfrm>
            <a:custGeom>
              <a:avLst/>
              <a:pathLst>
                <a:path w="36158" h="29282">
                  <a:moveTo>
                    <a:pt x="10313" y="3091"/>
                  </a:moveTo>
                  <a:lnTo>
                    <a:pt x="12852" y="4333"/>
                  </a:lnTo>
                  <a:lnTo>
                    <a:pt x="14731" y="4213"/>
                  </a:lnTo>
                  <a:lnTo>
                    <a:pt x="17186" y="1253"/>
                  </a:lnTo>
                  <a:lnTo>
                    <a:pt x="17108" y="2476"/>
                  </a:lnTo>
                  <a:lnTo>
                    <a:pt x="19476" y="6783"/>
                  </a:lnTo>
                  <a:lnTo>
                    <a:pt x="27250" y="3180"/>
                  </a:lnTo>
                  <a:lnTo>
                    <a:pt x="29973" y="958"/>
                  </a:lnTo>
                  <a:lnTo>
                    <a:pt x="31677" y="6773"/>
                  </a:lnTo>
                  <a:lnTo>
                    <a:pt x="28842" y="11976"/>
                  </a:lnTo>
                  <a:lnTo>
                    <a:pt x="30828" y="14561"/>
                  </a:lnTo>
                  <a:lnTo>
                    <a:pt x="29151" y="15130"/>
                  </a:lnTo>
                  <a:lnTo>
                    <a:pt x="29329" y="18032"/>
                  </a:lnTo>
                  <a:lnTo>
                    <a:pt x="34900" y="20119"/>
                  </a:lnTo>
                  <a:lnTo>
                    <a:pt x="36158" y="22783"/>
                  </a:lnTo>
                  <a:lnTo>
                    <a:pt x="34782" y="25929"/>
                  </a:lnTo>
                  <a:lnTo>
                    <a:pt x="32240" y="28006"/>
                  </a:lnTo>
                  <a:lnTo>
                    <a:pt x="30123" y="28668"/>
                  </a:lnTo>
                  <a:lnTo>
                    <a:pt x="28881" y="29282"/>
                  </a:lnTo>
                  <a:lnTo>
                    <a:pt x="26244" y="27496"/>
                  </a:lnTo>
                  <a:lnTo>
                    <a:pt x="25198" y="27643"/>
                  </a:lnTo>
                  <a:lnTo>
                    <a:pt x="23756" y="29062"/>
                  </a:lnTo>
                  <a:lnTo>
                    <a:pt x="23561" y="28257"/>
                  </a:lnTo>
                  <a:lnTo>
                    <a:pt x="19784" y="26728"/>
                  </a:lnTo>
                  <a:lnTo>
                    <a:pt x="17317" y="23811"/>
                  </a:lnTo>
                  <a:lnTo>
                    <a:pt x="13870" y="23217"/>
                  </a:lnTo>
                  <a:lnTo>
                    <a:pt x="10537" y="16588"/>
                  </a:lnTo>
                  <a:lnTo>
                    <a:pt x="5754" y="14559"/>
                  </a:lnTo>
                  <a:lnTo>
                    <a:pt x="942" y="14561"/>
                  </a:lnTo>
                  <a:lnTo>
                    <a:pt x="0" y="7209"/>
                  </a:lnTo>
                  <a:lnTo>
                    <a:pt x="2038" y="7401"/>
                  </a:lnTo>
                  <a:lnTo>
                    <a:pt x="2929" y="9819"/>
                  </a:lnTo>
                  <a:lnTo>
                    <a:pt x="4486" y="10391"/>
                  </a:lnTo>
                  <a:lnTo>
                    <a:pt x="8405" y="6047"/>
                  </a:lnTo>
                  <a:lnTo>
                    <a:pt x="7713" y="4652"/>
                  </a:lnTo>
                  <a:lnTo>
                    <a:pt x="8288" y="1412"/>
                  </a:lnTo>
                  <a:lnTo>
                    <a:pt x="946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h5090"/>
            <p:cNvSpPr/>
            <p:nvPr/>
          </p:nvSpPr>
          <p:spPr>
            <a:xfrm>
              <a:off x="6813527" y="2989243"/>
              <a:ext cx="8454" cy="5422"/>
            </a:xfrm>
            <a:custGeom>
              <a:avLst/>
              <a:pathLst>
                <a:path w="8454" h="5422">
                  <a:moveTo>
                    <a:pt x="6644" y="1023"/>
                  </a:moveTo>
                  <a:lnTo>
                    <a:pt x="8454" y="4400"/>
                  </a:lnTo>
                  <a:lnTo>
                    <a:pt x="7542" y="5422"/>
                  </a:lnTo>
                  <a:lnTo>
                    <a:pt x="4119" y="5044"/>
                  </a:lnTo>
                  <a:lnTo>
                    <a:pt x="0" y="3155"/>
                  </a:lnTo>
                  <a:lnTo>
                    <a:pt x="83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h5091"/>
            <p:cNvSpPr/>
            <p:nvPr/>
          </p:nvSpPr>
          <p:spPr>
            <a:xfrm>
              <a:off x="6871778" y="3067008"/>
              <a:ext cx="16820" cy="19300"/>
            </a:xfrm>
            <a:custGeom>
              <a:avLst/>
              <a:pathLst>
                <a:path w="16820" h="19300">
                  <a:moveTo>
                    <a:pt x="15361" y="1729"/>
                  </a:moveTo>
                  <a:lnTo>
                    <a:pt x="16820" y="8108"/>
                  </a:lnTo>
                  <a:lnTo>
                    <a:pt x="16359" y="9424"/>
                  </a:lnTo>
                  <a:lnTo>
                    <a:pt x="12333" y="10025"/>
                  </a:lnTo>
                  <a:lnTo>
                    <a:pt x="13362" y="13259"/>
                  </a:lnTo>
                  <a:lnTo>
                    <a:pt x="12778" y="19300"/>
                  </a:lnTo>
                  <a:lnTo>
                    <a:pt x="8909" y="15098"/>
                  </a:lnTo>
                  <a:lnTo>
                    <a:pt x="7894" y="11837"/>
                  </a:lnTo>
                  <a:lnTo>
                    <a:pt x="7173" y="11562"/>
                  </a:lnTo>
                  <a:lnTo>
                    <a:pt x="3747" y="15019"/>
                  </a:lnTo>
                  <a:lnTo>
                    <a:pt x="2135" y="14494"/>
                  </a:lnTo>
                  <a:lnTo>
                    <a:pt x="260" y="10564"/>
                  </a:lnTo>
                  <a:lnTo>
                    <a:pt x="0" y="7444"/>
                  </a:lnTo>
                  <a:lnTo>
                    <a:pt x="2342" y="5582"/>
                  </a:lnTo>
                  <a:lnTo>
                    <a:pt x="3672" y="4449"/>
                  </a:lnTo>
                  <a:lnTo>
                    <a:pt x="6186" y="4424"/>
                  </a:lnTo>
                  <a:lnTo>
                    <a:pt x="10616" y="2853"/>
                  </a:lnTo>
                  <a:lnTo>
                    <a:pt x="1345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h5092"/>
            <p:cNvSpPr/>
            <p:nvPr/>
          </p:nvSpPr>
          <p:spPr>
            <a:xfrm>
              <a:off x="6949960" y="3079684"/>
              <a:ext cx="21110" cy="23932"/>
            </a:xfrm>
            <a:custGeom>
              <a:avLst/>
              <a:pathLst>
                <a:path w="21110" h="23932">
                  <a:moveTo>
                    <a:pt x="17043" y="2227"/>
                  </a:moveTo>
                  <a:lnTo>
                    <a:pt x="15863" y="5111"/>
                  </a:lnTo>
                  <a:lnTo>
                    <a:pt x="12330" y="11434"/>
                  </a:lnTo>
                  <a:lnTo>
                    <a:pt x="21006" y="17935"/>
                  </a:lnTo>
                  <a:lnTo>
                    <a:pt x="21110" y="18797"/>
                  </a:lnTo>
                  <a:lnTo>
                    <a:pt x="19641" y="20458"/>
                  </a:lnTo>
                  <a:lnTo>
                    <a:pt x="19297" y="22826"/>
                  </a:lnTo>
                  <a:lnTo>
                    <a:pt x="14012" y="23891"/>
                  </a:lnTo>
                  <a:lnTo>
                    <a:pt x="11461" y="23932"/>
                  </a:lnTo>
                  <a:lnTo>
                    <a:pt x="8249" y="21947"/>
                  </a:lnTo>
                  <a:lnTo>
                    <a:pt x="4887" y="18829"/>
                  </a:lnTo>
                  <a:lnTo>
                    <a:pt x="4838" y="18027"/>
                  </a:lnTo>
                  <a:lnTo>
                    <a:pt x="4536" y="16109"/>
                  </a:lnTo>
                  <a:lnTo>
                    <a:pt x="271" y="9685"/>
                  </a:lnTo>
                  <a:lnTo>
                    <a:pt x="0" y="7682"/>
                  </a:lnTo>
                  <a:lnTo>
                    <a:pt x="915" y="7559"/>
                  </a:lnTo>
                  <a:lnTo>
                    <a:pt x="3550" y="4352"/>
                  </a:lnTo>
                  <a:lnTo>
                    <a:pt x="4210" y="1674"/>
                  </a:lnTo>
                  <a:lnTo>
                    <a:pt x="5370" y="90"/>
                  </a:lnTo>
                  <a:lnTo>
                    <a:pt x="6509" y="2163"/>
                  </a:lnTo>
                  <a:lnTo>
                    <a:pt x="8669" y="3022"/>
                  </a:lnTo>
                  <a:lnTo>
                    <a:pt x="1606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h5093"/>
            <p:cNvSpPr/>
            <p:nvPr/>
          </p:nvSpPr>
          <p:spPr>
            <a:xfrm>
              <a:off x="6820172" y="2985524"/>
              <a:ext cx="7179" cy="9046"/>
            </a:xfrm>
            <a:custGeom>
              <a:avLst/>
              <a:pathLst>
                <a:path w="7179" h="9046">
                  <a:moveTo>
                    <a:pt x="6856" y="1514"/>
                  </a:moveTo>
                  <a:lnTo>
                    <a:pt x="5998" y="3332"/>
                  </a:lnTo>
                  <a:lnTo>
                    <a:pt x="7179" y="4181"/>
                  </a:lnTo>
                  <a:lnTo>
                    <a:pt x="7085" y="5879"/>
                  </a:lnTo>
                  <a:lnTo>
                    <a:pt x="4910" y="8545"/>
                  </a:lnTo>
                  <a:lnTo>
                    <a:pt x="3252" y="9046"/>
                  </a:lnTo>
                  <a:lnTo>
                    <a:pt x="1809" y="8119"/>
                  </a:lnTo>
                  <a:lnTo>
                    <a:pt x="0" y="4742"/>
                  </a:lnTo>
                  <a:lnTo>
                    <a:pt x="520" y="1567"/>
                  </a:lnTo>
                  <a:lnTo>
                    <a:pt x="391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h5094"/>
            <p:cNvSpPr/>
            <p:nvPr/>
          </p:nvSpPr>
          <p:spPr>
            <a:xfrm>
              <a:off x="6772555" y="3025844"/>
              <a:ext cx="7479" cy="21005"/>
            </a:xfrm>
            <a:custGeom>
              <a:avLst/>
              <a:pathLst>
                <a:path w="7479" h="21005">
                  <a:moveTo>
                    <a:pt x="5727" y="3505"/>
                  </a:moveTo>
                  <a:lnTo>
                    <a:pt x="5247" y="6829"/>
                  </a:lnTo>
                  <a:lnTo>
                    <a:pt x="2264" y="11046"/>
                  </a:lnTo>
                  <a:lnTo>
                    <a:pt x="7028" y="11841"/>
                  </a:lnTo>
                  <a:lnTo>
                    <a:pt x="7479" y="15134"/>
                  </a:lnTo>
                  <a:lnTo>
                    <a:pt x="6414" y="15582"/>
                  </a:lnTo>
                  <a:lnTo>
                    <a:pt x="3140" y="21005"/>
                  </a:lnTo>
                  <a:lnTo>
                    <a:pt x="1455" y="16526"/>
                  </a:lnTo>
                  <a:lnTo>
                    <a:pt x="3353" y="15111"/>
                  </a:lnTo>
                  <a:lnTo>
                    <a:pt x="4267" y="12682"/>
                  </a:lnTo>
                  <a:lnTo>
                    <a:pt x="2770" y="11995"/>
                  </a:lnTo>
                  <a:lnTo>
                    <a:pt x="1687" y="12983"/>
                  </a:lnTo>
                  <a:lnTo>
                    <a:pt x="0" y="12334"/>
                  </a:lnTo>
                  <a:lnTo>
                    <a:pt x="637" y="10473"/>
                  </a:lnTo>
                  <a:lnTo>
                    <a:pt x="3617" y="3775"/>
                  </a:lnTo>
                  <a:lnTo>
                    <a:pt x="634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h5095"/>
            <p:cNvSpPr/>
            <p:nvPr/>
          </p:nvSpPr>
          <p:spPr>
            <a:xfrm>
              <a:off x="6759128" y="3087978"/>
              <a:ext cx="22725" cy="28050"/>
            </a:xfrm>
            <a:custGeom>
              <a:avLst/>
              <a:pathLst>
                <a:path w="22725" h="28050">
                  <a:moveTo>
                    <a:pt x="14981" y="0"/>
                  </a:moveTo>
                  <a:lnTo>
                    <a:pt x="16989" y="1644"/>
                  </a:lnTo>
                  <a:lnTo>
                    <a:pt x="18577" y="4124"/>
                  </a:lnTo>
                  <a:lnTo>
                    <a:pt x="19177" y="8670"/>
                  </a:lnTo>
                  <a:lnTo>
                    <a:pt x="16909" y="10056"/>
                  </a:lnTo>
                  <a:lnTo>
                    <a:pt x="14506" y="13846"/>
                  </a:lnTo>
                  <a:lnTo>
                    <a:pt x="15872" y="18487"/>
                  </a:lnTo>
                  <a:lnTo>
                    <a:pt x="17419" y="20685"/>
                  </a:lnTo>
                  <a:lnTo>
                    <a:pt x="20943" y="20350"/>
                  </a:lnTo>
                  <a:lnTo>
                    <a:pt x="21750" y="20350"/>
                  </a:lnTo>
                  <a:lnTo>
                    <a:pt x="22725" y="22081"/>
                  </a:lnTo>
                  <a:lnTo>
                    <a:pt x="21568" y="24000"/>
                  </a:lnTo>
                  <a:lnTo>
                    <a:pt x="19460" y="25111"/>
                  </a:lnTo>
                  <a:lnTo>
                    <a:pt x="19093" y="24567"/>
                  </a:lnTo>
                  <a:lnTo>
                    <a:pt x="13051" y="25349"/>
                  </a:lnTo>
                  <a:lnTo>
                    <a:pt x="9080" y="24313"/>
                  </a:lnTo>
                  <a:lnTo>
                    <a:pt x="6236" y="25370"/>
                  </a:lnTo>
                  <a:lnTo>
                    <a:pt x="3001" y="28050"/>
                  </a:lnTo>
                  <a:lnTo>
                    <a:pt x="3021" y="23698"/>
                  </a:lnTo>
                  <a:lnTo>
                    <a:pt x="0" y="19199"/>
                  </a:lnTo>
                  <a:lnTo>
                    <a:pt x="1345" y="16584"/>
                  </a:lnTo>
                  <a:lnTo>
                    <a:pt x="3764" y="14979"/>
                  </a:lnTo>
                  <a:lnTo>
                    <a:pt x="4104" y="7968"/>
                  </a:lnTo>
                  <a:lnTo>
                    <a:pt x="8636" y="8187"/>
                  </a:lnTo>
                  <a:lnTo>
                    <a:pt x="12489" y="7160"/>
                  </a:lnTo>
                  <a:lnTo>
                    <a:pt x="13002" y="7783"/>
                  </a:lnTo>
                  <a:lnTo>
                    <a:pt x="14905" y="7478"/>
                  </a:lnTo>
                  <a:lnTo>
                    <a:pt x="16260" y="5074"/>
                  </a:lnTo>
                  <a:lnTo>
                    <a:pt x="13301" y="4133"/>
                  </a:lnTo>
                  <a:lnTo>
                    <a:pt x="13607" y="20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h5096"/>
            <p:cNvSpPr/>
            <p:nvPr/>
          </p:nvSpPr>
          <p:spPr>
            <a:xfrm>
              <a:off x="6830818" y="3048975"/>
              <a:ext cx="18390" cy="15439"/>
            </a:xfrm>
            <a:custGeom>
              <a:avLst/>
              <a:pathLst>
                <a:path w="18390" h="15439">
                  <a:moveTo>
                    <a:pt x="11416" y="3019"/>
                  </a:moveTo>
                  <a:lnTo>
                    <a:pt x="17901" y="6040"/>
                  </a:lnTo>
                  <a:lnTo>
                    <a:pt x="18390" y="6535"/>
                  </a:lnTo>
                  <a:lnTo>
                    <a:pt x="18157" y="8401"/>
                  </a:lnTo>
                  <a:lnTo>
                    <a:pt x="14851" y="11654"/>
                  </a:lnTo>
                  <a:lnTo>
                    <a:pt x="9315" y="13991"/>
                  </a:lnTo>
                  <a:lnTo>
                    <a:pt x="8266" y="12357"/>
                  </a:lnTo>
                  <a:lnTo>
                    <a:pt x="5629" y="11654"/>
                  </a:lnTo>
                  <a:lnTo>
                    <a:pt x="4072" y="12224"/>
                  </a:lnTo>
                  <a:lnTo>
                    <a:pt x="4291" y="14161"/>
                  </a:lnTo>
                  <a:lnTo>
                    <a:pt x="3055" y="15439"/>
                  </a:lnTo>
                  <a:lnTo>
                    <a:pt x="0" y="14621"/>
                  </a:lnTo>
                  <a:lnTo>
                    <a:pt x="3767" y="9455"/>
                  </a:lnTo>
                  <a:lnTo>
                    <a:pt x="5408" y="5697"/>
                  </a:lnTo>
                  <a:lnTo>
                    <a:pt x="3164" y="3626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h5097"/>
            <p:cNvSpPr/>
            <p:nvPr/>
          </p:nvSpPr>
          <p:spPr>
            <a:xfrm>
              <a:off x="6882304" y="2875524"/>
              <a:ext cx="3548" cy="6754"/>
            </a:xfrm>
            <a:custGeom>
              <a:avLst/>
              <a:pathLst>
                <a:path w="3548" h="6754">
                  <a:moveTo>
                    <a:pt x="1814" y="0"/>
                  </a:moveTo>
                  <a:lnTo>
                    <a:pt x="3548" y="2215"/>
                  </a:lnTo>
                  <a:lnTo>
                    <a:pt x="1518" y="6754"/>
                  </a:lnTo>
                  <a:lnTo>
                    <a:pt x="0" y="2899"/>
                  </a:lnTo>
                  <a:lnTo>
                    <a:pt x="259" y="176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h5098"/>
            <p:cNvSpPr/>
            <p:nvPr/>
          </p:nvSpPr>
          <p:spPr>
            <a:xfrm>
              <a:off x="6895517" y="2873461"/>
              <a:ext cx="4679" cy="5477"/>
            </a:xfrm>
            <a:custGeom>
              <a:avLst/>
              <a:pathLst>
                <a:path w="4679" h="5477">
                  <a:moveTo>
                    <a:pt x="3526" y="0"/>
                  </a:moveTo>
                  <a:lnTo>
                    <a:pt x="4679" y="2056"/>
                  </a:lnTo>
                  <a:lnTo>
                    <a:pt x="3910" y="5477"/>
                  </a:lnTo>
                  <a:lnTo>
                    <a:pt x="2504" y="4806"/>
                  </a:lnTo>
                  <a:lnTo>
                    <a:pt x="0" y="253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h5099"/>
            <p:cNvSpPr/>
            <p:nvPr/>
          </p:nvSpPr>
          <p:spPr>
            <a:xfrm>
              <a:off x="6879307" y="2878423"/>
              <a:ext cx="5464" cy="6285"/>
            </a:xfrm>
            <a:custGeom>
              <a:avLst/>
              <a:pathLst>
                <a:path w="5464" h="6285">
                  <a:moveTo>
                    <a:pt x="2996" y="0"/>
                  </a:moveTo>
                  <a:lnTo>
                    <a:pt x="4514" y="3855"/>
                  </a:lnTo>
                  <a:lnTo>
                    <a:pt x="5464" y="5086"/>
                  </a:lnTo>
                  <a:lnTo>
                    <a:pt x="4079" y="5591"/>
                  </a:lnTo>
                  <a:lnTo>
                    <a:pt x="711" y="6285"/>
                  </a:lnTo>
                  <a:lnTo>
                    <a:pt x="0" y="4774"/>
                  </a:lnTo>
                  <a:lnTo>
                    <a:pt x="652" y="248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h5100"/>
            <p:cNvSpPr/>
            <p:nvPr/>
          </p:nvSpPr>
          <p:spPr>
            <a:xfrm>
              <a:off x="6866110" y="3023395"/>
              <a:ext cx="4314" cy="9901"/>
            </a:xfrm>
            <a:custGeom>
              <a:avLst/>
              <a:pathLst>
                <a:path w="4314" h="9901">
                  <a:moveTo>
                    <a:pt x="3615" y="1056"/>
                  </a:moveTo>
                  <a:lnTo>
                    <a:pt x="4314" y="5266"/>
                  </a:lnTo>
                  <a:lnTo>
                    <a:pt x="4069" y="8390"/>
                  </a:lnTo>
                  <a:lnTo>
                    <a:pt x="2510" y="9901"/>
                  </a:lnTo>
                  <a:lnTo>
                    <a:pt x="1395" y="9845"/>
                  </a:lnTo>
                  <a:lnTo>
                    <a:pt x="0" y="4132"/>
                  </a:lnTo>
                  <a:lnTo>
                    <a:pt x="281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h5101"/>
            <p:cNvSpPr/>
            <p:nvPr/>
          </p:nvSpPr>
          <p:spPr>
            <a:xfrm>
              <a:off x="6883822" y="2874091"/>
              <a:ext cx="10859" cy="10090"/>
            </a:xfrm>
            <a:custGeom>
              <a:avLst/>
              <a:pathLst>
                <a:path w="10859" h="10090">
                  <a:moveTo>
                    <a:pt x="10859" y="1808"/>
                  </a:moveTo>
                  <a:lnTo>
                    <a:pt x="8212" y="5971"/>
                  </a:lnTo>
                  <a:lnTo>
                    <a:pt x="8539" y="10090"/>
                  </a:lnTo>
                  <a:lnTo>
                    <a:pt x="949" y="9418"/>
                  </a:lnTo>
                  <a:lnTo>
                    <a:pt x="0" y="8187"/>
                  </a:lnTo>
                  <a:lnTo>
                    <a:pt x="2030" y="3648"/>
                  </a:lnTo>
                  <a:lnTo>
                    <a:pt x="4240" y="4557"/>
                  </a:lnTo>
                  <a:lnTo>
                    <a:pt x="852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h5102"/>
            <p:cNvSpPr/>
            <p:nvPr/>
          </p:nvSpPr>
          <p:spPr>
            <a:xfrm>
              <a:off x="6784211" y="2978890"/>
              <a:ext cx="33952" cy="16565"/>
            </a:xfrm>
            <a:custGeom>
              <a:avLst/>
              <a:pathLst>
                <a:path w="33952" h="16565">
                  <a:moveTo>
                    <a:pt x="30542" y="672"/>
                  </a:moveTo>
                  <a:lnTo>
                    <a:pt x="33952" y="5353"/>
                  </a:lnTo>
                  <a:lnTo>
                    <a:pt x="33303" y="4667"/>
                  </a:lnTo>
                  <a:lnTo>
                    <a:pt x="30918" y="9910"/>
                  </a:lnTo>
                  <a:lnTo>
                    <a:pt x="30147" y="10353"/>
                  </a:lnTo>
                  <a:lnTo>
                    <a:pt x="29315" y="13508"/>
                  </a:lnTo>
                  <a:lnTo>
                    <a:pt x="27820" y="16565"/>
                  </a:lnTo>
                  <a:lnTo>
                    <a:pt x="25963" y="13827"/>
                  </a:lnTo>
                  <a:lnTo>
                    <a:pt x="25666" y="11529"/>
                  </a:lnTo>
                  <a:lnTo>
                    <a:pt x="23180" y="10159"/>
                  </a:lnTo>
                  <a:lnTo>
                    <a:pt x="18377" y="10555"/>
                  </a:lnTo>
                  <a:lnTo>
                    <a:pt x="21024" y="13436"/>
                  </a:lnTo>
                  <a:lnTo>
                    <a:pt x="15214" y="12883"/>
                  </a:lnTo>
                  <a:lnTo>
                    <a:pt x="10124" y="11130"/>
                  </a:lnTo>
                  <a:lnTo>
                    <a:pt x="7542" y="11347"/>
                  </a:lnTo>
                  <a:lnTo>
                    <a:pt x="6901" y="10758"/>
                  </a:lnTo>
                  <a:lnTo>
                    <a:pt x="500" y="10049"/>
                  </a:lnTo>
                  <a:lnTo>
                    <a:pt x="135" y="8869"/>
                  </a:lnTo>
                  <a:lnTo>
                    <a:pt x="0" y="8443"/>
                  </a:lnTo>
                  <a:lnTo>
                    <a:pt x="5887" y="7765"/>
                  </a:lnTo>
                  <a:lnTo>
                    <a:pt x="6354" y="8776"/>
                  </a:lnTo>
                  <a:lnTo>
                    <a:pt x="7705" y="9168"/>
                  </a:lnTo>
                  <a:lnTo>
                    <a:pt x="16816" y="7855"/>
                  </a:lnTo>
                  <a:lnTo>
                    <a:pt x="22332" y="4067"/>
                  </a:lnTo>
                  <a:lnTo>
                    <a:pt x="2219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h5103"/>
            <p:cNvSpPr/>
            <p:nvPr/>
          </p:nvSpPr>
          <p:spPr>
            <a:xfrm>
              <a:off x="6778283" y="3020426"/>
              <a:ext cx="22535" cy="17715"/>
            </a:xfrm>
            <a:custGeom>
              <a:avLst/>
              <a:pathLst>
                <a:path w="22535" h="17715">
                  <a:moveTo>
                    <a:pt x="19765" y="70"/>
                  </a:moveTo>
                  <a:lnTo>
                    <a:pt x="20424" y="1913"/>
                  </a:lnTo>
                  <a:lnTo>
                    <a:pt x="20167" y="4707"/>
                  </a:lnTo>
                  <a:lnTo>
                    <a:pt x="21653" y="5297"/>
                  </a:lnTo>
                  <a:lnTo>
                    <a:pt x="22535" y="7549"/>
                  </a:lnTo>
                  <a:lnTo>
                    <a:pt x="18241" y="7042"/>
                  </a:lnTo>
                  <a:lnTo>
                    <a:pt x="14354" y="9868"/>
                  </a:lnTo>
                  <a:lnTo>
                    <a:pt x="13380" y="16143"/>
                  </a:lnTo>
                  <a:lnTo>
                    <a:pt x="13852" y="17715"/>
                  </a:lnTo>
                  <a:lnTo>
                    <a:pt x="10298" y="15471"/>
                  </a:lnTo>
                  <a:lnTo>
                    <a:pt x="5947" y="12680"/>
                  </a:lnTo>
                  <a:lnTo>
                    <a:pt x="6517" y="11063"/>
                  </a:lnTo>
                  <a:lnTo>
                    <a:pt x="5281" y="9870"/>
                  </a:lnTo>
                  <a:lnTo>
                    <a:pt x="3632" y="8963"/>
                  </a:lnTo>
                  <a:lnTo>
                    <a:pt x="0" y="8923"/>
                  </a:lnTo>
                  <a:lnTo>
                    <a:pt x="621" y="5418"/>
                  </a:lnTo>
                  <a:lnTo>
                    <a:pt x="1306" y="3857"/>
                  </a:lnTo>
                  <a:lnTo>
                    <a:pt x="3127" y="1204"/>
                  </a:lnTo>
                  <a:lnTo>
                    <a:pt x="3733" y="3936"/>
                  </a:lnTo>
                  <a:lnTo>
                    <a:pt x="5332" y="933"/>
                  </a:lnTo>
                  <a:lnTo>
                    <a:pt x="6425" y="635"/>
                  </a:lnTo>
                  <a:lnTo>
                    <a:pt x="9234" y="5585"/>
                  </a:lnTo>
                  <a:lnTo>
                    <a:pt x="8367" y="7507"/>
                  </a:lnTo>
                  <a:lnTo>
                    <a:pt x="9698" y="7492"/>
                  </a:lnTo>
                  <a:lnTo>
                    <a:pt x="14615" y="6627"/>
                  </a:lnTo>
                  <a:lnTo>
                    <a:pt x="17277" y="4989"/>
                  </a:lnTo>
                  <a:lnTo>
                    <a:pt x="17935" y="4292"/>
                  </a:lnTo>
                  <a:lnTo>
                    <a:pt x="17617" y="2862"/>
                  </a:lnTo>
                  <a:lnTo>
                    <a:pt x="16222" y="1359"/>
                  </a:lnTo>
                  <a:lnTo>
                    <a:pt x="17155" y="10"/>
                  </a:lnTo>
                  <a:lnTo>
                    <a:pt x="1806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h5104"/>
            <p:cNvSpPr/>
            <p:nvPr/>
          </p:nvSpPr>
          <p:spPr>
            <a:xfrm>
              <a:off x="6913726" y="2866684"/>
              <a:ext cx="11390" cy="18123"/>
            </a:xfrm>
            <a:custGeom>
              <a:avLst/>
              <a:pathLst>
                <a:path w="11390" h="18123">
                  <a:moveTo>
                    <a:pt x="9125" y="917"/>
                  </a:moveTo>
                  <a:lnTo>
                    <a:pt x="9968" y="1800"/>
                  </a:lnTo>
                  <a:lnTo>
                    <a:pt x="10716" y="4737"/>
                  </a:lnTo>
                  <a:lnTo>
                    <a:pt x="9772" y="7998"/>
                  </a:lnTo>
                  <a:lnTo>
                    <a:pt x="11087" y="13849"/>
                  </a:lnTo>
                  <a:lnTo>
                    <a:pt x="11390" y="17433"/>
                  </a:lnTo>
                  <a:lnTo>
                    <a:pt x="10904" y="18123"/>
                  </a:lnTo>
                  <a:lnTo>
                    <a:pt x="8118" y="17750"/>
                  </a:lnTo>
                  <a:lnTo>
                    <a:pt x="5802" y="12768"/>
                  </a:lnTo>
                  <a:lnTo>
                    <a:pt x="5374" y="11355"/>
                  </a:lnTo>
                  <a:lnTo>
                    <a:pt x="934" y="6267"/>
                  </a:lnTo>
                  <a:lnTo>
                    <a:pt x="812" y="37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h5105"/>
            <p:cNvSpPr/>
            <p:nvPr/>
          </p:nvSpPr>
          <p:spPr>
            <a:xfrm>
              <a:off x="6885851" y="3032067"/>
              <a:ext cx="30373" cy="31397"/>
            </a:xfrm>
            <a:custGeom>
              <a:avLst/>
              <a:pathLst>
                <a:path w="30373" h="31397">
                  <a:moveTo>
                    <a:pt x="17837" y="256"/>
                  </a:moveTo>
                  <a:lnTo>
                    <a:pt x="24183" y="1851"/>
                  </a:lnTo>
                  <a:lnTo>
                    <a:pt x="26486" y="6314"/>
                  </a:lnTo>
                  <a:lnTo>
                    <a:pt x="28110" y="5561"/>
                  </a:lnTo>
                  <a:lnTo>
                    <a:pt x="30373" y="7461"/>
                  </a:lnTo>
                  <a:lnTo>
                    <a:pt x="28336" y="11856"/>
                  </a:lnTo>
                  <a:lnTo>
                    <a:pt x="25665" y="16482"/>
                  </a:lnTo>
                  <a:lnTo>
                    <a:pt x="21128" y="19442"/>
                  </a:lnTo>
                  <a:lnTo>
                    <a:pt x="17795" y="21063"/>
                  </a:lnTo>
                  <a:lnTo>
                    <a:pt x="16345" y="19923"/>
                  </a:lnTo>
                  <a:lnTo>
                    <a:pt x="13768" y="20521"/>
                  </a:lnTo>
                  <a:lnTo>
                    <a:pt x="13049" y="27160"/>
                  </a:lnTo>
                  <a:lnTo>
                    <a:pt x="13995" y="31291"/>
                  </a:lnTo>
                  <a:lnTo>
                    <a:pt x="12820" y="31397"/>
                  </a:lnTo>
                  <a:lnTo>
                    <a:pt x="11846" y="29787"/>
                  </a:lnTo>
                  <a:lnTo>
                    <a:pt x="12763" y="27024"/>
                  </a:lnTo>
                  <a:lnTo>
                    <a:pt x="12418" y="25671"/>
                  </a:lnTo>
                  <a:lnTo>
                    <a:pt x="6351" y="23949"/>
                  </a:lnTo>
                  <a:lnTo>
                    <a:pt x="0" y="19734"/>
                  </a:lnTo>
                  <a:lnTo>
                    <a:pt x="2239" y="12645"/>
                  </a:lnTo>
                  <a:lnTo>
                    <a:pt x="3716" y="13024"/>
                  </a:lnTo>
                  <a:lnTo>
                    <a:pt x="4262" y="11593"/>
                  </a:lnTo>
                  <a:lnTo>
                    <a:pt x="5138" y="6129"/>
                  </a:lnTo>
                  <a:lnTo>
                    <a:pt x="9129" y="7302"/>
                  </a:lnTo>
                  <a:lnTo>
                    <a:pt x="15287" y="2877"/>
                  </a:lnTo>
                  <a:lnTo>
                    <a:pt x="16815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h5106"/>
            <p:cNvSpPr/>
            <p:nvPr/>
          </p:nvSpPr>
          <p:spPr>
            <a:xfrm>
              <a:off x="6915738" y="2884434"/>
              <a:ext cx="10120" cy="16441"/>
            </a:xfrm>
            <a:custGeom>
              <a:avLst/>
              <a:pathLst>
                <a:path w="10120" h="16441">
                  <a:moveTo>
                    <a:pt x="8892" y="373"/>
                  </a:moveTo>
                  <a:lnTo>
                    <a:pt x="10120" y="2976"/>
                  </a:lnTo>
                  <a:lnTo>
                    <a:pt x="9979" y="10363"/>
                  </a:lnTo>
                  <a:lnTo>
                    <a:pt x="6804" y="12174"/>
                  </a:lnTo>
                  <a:lnTo>
                    <a:pt x="5686" y="14020"/>
                  </a:lnTo>
                  <a:lnTo>
                    <a:pt x="6278" y="14979"/>
                  </a:lnTo>
                  <a:lnTo>
                    <a:pt x="3984" y="16319"/>
                  </a:lnTo>
                  <a:lnTo>
                    <a:pt x="1322" y="16441"/>
                  </a:lnTo>
                  <a:lnTo>
                    <a:pt x="0" y="14763"/>
                  </a:lnTo>
                  <a:lnTo>
                    <a:pt x="449" y="12196"/>
                  </a:lnTo>
                  <a:lnTo>
                    <a:pt x="1717" y="9381"/>
                  </a:lnTo>
                  <a:lnTo>
                    <a:pt x="4847" y="7043"/>
                  </a:lnTo>
                  <a:lnTo>
                    <a:pt x="5265" y="6006"/>
                  </a:lnTo>
                  <a:lnTo>
                    <a:pt x="610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h5107"/>
            <p:cNvSpPr/>
            <p:nvPr/>
          </p:nvSpPr>
          <p:spPr>
            <a:xfrm>
              <a:off x="6880914" y="2885709"/>
              <a:ext cx="11509" cy="12595"/>
            </a:xfrm>
            <a:custGeom>
              <a:avLst/>
              <a:pathLst>
                <a:path w="11509" h="12595">
                  <a:moveTo>
                    <a:pt x="11509" y="246"/>
                  </a:moveTo>
                  <a:lnTo>
                    <a:pt x="6018" y="12595"/>
                  </a:lnTo>
                  <a:lnTo>
                    <a:pt x="3650" y="12561"/>
                  </a:lnTo>
                  <a:lnTo>
                    <a:pt x="1460" y="11982"/>
                  </a:lnTo>
                  <a:lnTo>
                    <a:pt x="0" y="6232"/>
                  </a:lnTo>
                  <a:lnTo>
                    <a:pt x="1831" y="6991"/>
                  </a:lnTo>
                  <a:lnTo>
                    <a:pt x="3115" y="6438"/>
                  </a:lnTo>
                  <a:lnTo>
                    <a:pt x="586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h5108"/>
            <p:cNvSpPr/>
            <p:nvPr/>
          </p:nvSpPr>
          <p:spPr>
            <a:xfrm>
              <a:off x="6868620" y="3023668"/>
              <a:ext cx="10649" cy="14059"/>
            </a:xfrm>
            <a:custGeom>
              <a:avLst/>
              <a:pathLst>
                <a:path w="10649" h="14059">
                  <a:moveTo>
                    <a:pt x="2621" y="0"/>
                  </a:moveTo>
                  <a:lnTo>
                    <a:pt x="2946" y="1069"/>
                  </a:lnTo>
                  <a:lnTo>
                    <a:pt x="2909" y="2614"/>
                  </a:lnTo>
                  <a:lnTo>
                    <a:pt x="1863" y="4294"/>
                  </a:lnTo>
                  <a:lnTo>
                    <a:pt x="2334" y="5592"/>
                  </a:lnTo>
                  <a:lnTo>
                    <a:pt x="5663" y="6981"/>
                  </a:lnTo>
                  <a:lnTo>
                    <a:pt x="8763" y="7039"/>
                  </a:lnTo>
                  <a:lnTo>
                    <a:pt x="9594" y="7710"/>
                  </a:lnTo>
                  <a:lnTo>
                    <a:pt x="10649" y="10723"/>
                  </a:lnTo>
                  <a:lnTo>
                    <a:pt x="10279" y="13146"/>
                  </a:lnTo>
                  <a:lnTo>
                    <a:pt x="8120" y="14059"/>
                  </a:lnTo>
                  <a:lnTo>
                    <a:pt x="6301" y="11644"/>
                  </a:lnTo>
                  <a:lnTo>
                    <a:pt x="4618" y="12686"/>
                  </a:lnTo>
                  <a:lnTo>
                    <a:pt x="2469" y="12268"/>
                  </a:lnTo>
                  <a:lnTo>
                    <a:pt x="1472" y="11533"/>
                  </a:lnTo>
                  <a:lnTo>
                    <a:pt x="1438" y="9583"/>
                  </a:lnTo>
                  <a:lnTo>
                    <a:pt x="0" y="9628"/>
                  </a:lnTo>
                  <a:lnTo>
                    <a:pt x="1558" y="8118"/>
                  </a:lnTo>
                  <a:lnTo>
                    <a:pt x="1804" y="4994"/>
                  </a:lnTo>
                  <a:lnTo>
                    <a:pt x="1105" y="78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h5109"/>
            <p:cNvSpPr/>
            <p:nvPr/>
          </p:nvSpPr>
          <p:spPr>
            <a:xfrm>
              <a:off x="6841464" y="2833031"/>
              <a:ext cx="10450" cy="10636"/>
            </a:xfrm>
            <a:custGeom>
              <a:avLst/>
              <a:pathLst>
                <a:path w="10450" h="10636">
                  <a:moveTo>
                    <a:pt x="7762" y="1189"/>
                  </a:moveTo>
                  <a:lnTo>
                    <a:pt x="10450" y="6547"/>
                  </a:lnTo>
                  <a:lnTo>
                    <a:pt x="8237" y="9283"/>
                  </a:lnTo>
                  <a:lnTo>
                    <a:pt x="4347" y="10636"/>
                  </a:lnTo>
                  <a:lnTo>
                    <a:pt x="1622" y="9890"/>
                  </a:lnTo>
                  <a:lnTo>
                    <a:pt x="2086" y="8471"/>
                  </a:lnTo>
                  <a:lnTo>
                    <a:pt x="0" y="8097"/>
                  </a:lnTo>
                  <a:lnTo>
                    <a:pt x="641" y="7579"/>
                  </a:lnTo>
                  <a:lnTo>
                    <a:pt x="2447" y="5568"/>
                  </a:lnTo>
                  <a:lnTo>
                    <a:pt x="3124" y="2317"/>
                  </a:lnTo>
                  <a:lnTo>
                    <a:pt x="810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h5110"/>
            <p:cNvSpPr/>
            <p:nvPr/>
          </p:nvSpPr>
          <p:spPr>
            <a:xfrm>
              <a:off x="6776749" y="3004545"/>
              <a:ext cx="19593" cy="23387"/>
            </a:xfrm>
            <a:custGeom>
              <a:avLst/>
              <a:pathLst>
                <a:path w="19593" h="23387">
                  <a:moveTo>
                    <a:pt x="15284" y="42"/>
                  </a:moveTo>
                  <a:lnTo>
                    <a:pt x="15649" y="2457"/>
                  </a:lnTo>
                  <a:lnTo>
                    <a:pt x="14021" y="5048"/>
                  </a:lnTo>
                  <a:lnTo>
                    <a:pt x="19593" y="15880"/>
                  </a:lnTo>
                  <a:lnTo>
                    <a:pt x="18689" y="15891"/>
                  </a:lnTo>
                  <a:lnTo>
                    <a:pt x="17755" y="17239"/>
                  </a:lnTo>
                  <a:lnTo>
                    <a:pt x="19150" y="18743"/>
                  </a:lnTo>
                  <a:lnTo>
                    <a:pt x="19469" y="20172"/>
                  </a:lnTo>
                  <a:lnTo>
                    <a:pt x="18810" y="20869"/>
                  </a:lnTo>
                  <a:lnTo>
                    <a:pt x="16148" y="22507"/>
                  </a:lnTo>
                  <a:lnTo>
                    <a:pt x="11231" y="23372"/>
                  </a:lnTo>
                  <a:lnTo>
                    <a:pt x="9901" y="23387"/>
                  </a:lnTo>
                  <a:lnTo>
                    <a:pt x="10768" y="21466"/>
                  </a:lnTo>
                  <a:lnTo>
                    <a:pt x="7959" y="16516"/>
                  </a:lnTo>
                  <a:lnTo>
                    <a:pt x="6865" y="16813"/>
                  </a:lnTo>
                  <a:lnTo>
                    <a:pt x="5266" y="19816"/>
                  </a:lnTo>
                  <a:lnTo>
                    <a:pt x="4660" y="17085"/>
                  </a:lnTo>
                  <a:lnTo>
                    <a:pt x="5739" y="15012"/>
                  </a:lnTo>
                  <a:lnTo>
                    <a:pt x="4484" y="13579"/>
                  </a:lnTo>
                  <a:lnTo>
                    <a:pt x="1419" y="15515"/>
                  </a:lnTo>
                  <a:lnTo>
                    <a:pt x="1300" y="17665"/>
                  </a:lnTo>
                  <a:lnTo>
                    <a:pt x="0" y="18714"/>
                  </a:lnTo>
                  <a:lnTo>
                    <a:pt x="875" y="14433"/>
                  </a:lnTo>
                  <a:lnTo>
                    <a:pt x="8720" y="830"/>
                  </a:lnTo>
                  <a:lnTo>
                    <a:pt x="93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h5111"/>
            <p:cNvSpPr/>
            <p:nvPr/>
          </p:nvSpPr>
          <p:spPr>
            <a:xfrm>
              <a:off x="6871242" y="3015819"/>
              <a:ext cx="12590" cy="20995"/>
            </a:xfrm>
            <a:custGeom>
              <a:avLst/>
              <a:pathLst>
                <a:path w="12590" h="20995">
                  <a:moveTo>
                    <a:pt x="10422" y="1291"/>
                  </a:moveTo>
                  <a:lnTo>
                    <a:pt x="8759" y="6613"/>
                  </a:lnTo>
                  <a:lnTo>
                    <a:pt x="9031" y="9373"/>
                  </a:lnTo>
                  <a:lnTo>
                    <a:pt x="12590" y="11879"/>
                  </a:lnTo>
                  <a:lnTo>
                    <a:pt x="11268" y="14802"/>
                  </a:lnTo>
                  <a:lnTo>
                    <a:pt x="9559" y="19709"/>
                  </a:lnTo>
                  <a:lnTo>
                    <a:pt x="7658" y="20995"/>
                  </a:lnTo>
                  <a:lnTo>
                    <a:pt x="8027" y="18572"/>
                  </a:lnTo>
                  <a:lnTo>
                    <a:pt x="6973" y="15559"/>
                  </a:lnTo>
                  <a:lnTo>
                    <a:pt x="6141" y="14888"/>
                  </a:lnTo>
                  <a:lnTo>
                    <a:pt x="3042" y="14830"/>
                  </a:lnTo>
                  <a:lnTo>
                    <a:pt x="4084" y="11433"/>
                  </a:lnTo>
                  <a:lnTo>
                    <a:pt x="324" y="8918"/>
                  </a:lnTo>
                  <a:lnTo>
                    <a:pt x="0" y="7848"/>
                  </a:lnTo>
                  <a:lnTo>
                    <a:pt x="2527" y="4759"/>
                  </a:lnTo>
                  <a:lnTo>
                    <a:pt x="4427" y="833"/>
                  </a:lnTo>
                  <a:lnTo>
                    <a:pt x="5698" y="1709"/>
                  </a:lnTo>
                  <a:lnTo>
                    <a:pt x="624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h5112"/>
            <p:cNvSpPr/>
            <p:nvPr/>
          </p:nvSpPr>
          <p:spPr>
            <a:xfrm>
              <a:off x="6869770" y="3078570"/>
              <a:ext cx="14786" cy="23496"/>
            </a:xfrm>
            <a:custGeom>
              <a:avLst/>
              <a:pathLst>
                <a:path w="14786" h="23496">
                  <a:moveTo>
                    <a:pt x="9902" y="275"/>
                  </a:moveTo>
                  <a:lnTo>
                    <a:pt x="10917" y="3535"/>
                  </a:lnTo>
                  <a:lnTo>
                    <a:pt x="14786" y="7738"/>
                  </a:lnTo>
                  <a:lnTo>
                    <a:pt x="14541" y="11174"/>
                  </a:lnTo>
                  <a:lnTo>
                    <a:pt x="12946" y="11591"/>
                  </a:lnTo>
                  <a:lnTo>
                    <a:pt x="10951" y="14171"/>
                  </a:lnTo>
                  <a:lnTo>
                    <a:pt x="6204" y="22635"/>
                  </a:lnTo>
                  <a:lnTo>
                    <a:pt x="7281" y="23054"/>
                  </a:lnTo>
                  <a:lnTo>
                    <a:pt x="5498" y="23496"/>
                  </a:lnTo>
                  <a:lnTo>
                    <a:pt x="4086" y="22201"/>
                  </a:lnTo>
                  <a:lnTo>
                    <a:pt x="5250" y="20077"/>
                  </a:lnTo>
                  <a:lnTo>
                    <a:pt x="1608" y="12717"/>
                  </a:lnTo>
                  <a:lnTo>
                    <a:pt x="0" y="11669"/>
                  </a:lnTo>
                  <a:lnTo>
                    <a:pt x="1607" y="9483"/>
                  </a:lnTo>
                  <a:lnTo>
                    <a:pt x="463" y="8465"/>
                  </a:lnTo>
                  <a:lnTo>
                    <a:pt x="295" y="5179"/>
                  </a:lnTo>
                  <a:lnTo>
                    <a:pt x="5756" y="3457"/>
                  </a:lnTo>
                  <a:lnTo>
                    <a:pt x="918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h5113"/>
            <p:cNvSpPr/>
            <p:nvPr/>
          </p:nvSpPr>
          <p:spPr>
            <a:xfrm>
              <a:off x="6873208" y="2813900"/>
              <a:ext cx="30446" cy="22643"/>
            </a:xfrm>
            <a:custGeom>
              <a:avLst/>
              <a:pathLst>
                <a:path w="30446" h="22643">
                  <a:moveTo>
                    <a:pt x="8492" y="2616"/>
                  </a:moveTo>
                  <a:lnTo>
                    <a:pt x="12275" y="3138"/>
                  </a:lnTo>
                  <a:lnTo>
                    <a:pt x="17111" y="6457"/>
                  </a:lnTo>
                  <a:lnTo>
                    <a:pt x="18508" y="4178"/>
                  </a:lnTo>
                  <a:lnTo>
                    <a:pt x="22520" y="4056"/>
                  </a:lnTo>
                  <a:lnTo>
                    <a:pt x="24802" y="4909"/>
                  </a:lnTo>
                  <a:lnTo>
                    <a:pt x="30446" y="12787"/>
                  </a:lnTo>
                  <a:lnTo>
                    <a:pt x="26599" y="12622"/>
                  </a:lnTo>
                  <a:lnTo>
                    <a:pt x="25521" y="14845"/>
                  </a:lnTo>
                  <a:lnTo>
                    <a:pt x="20152" y="19789"/>
                  </a:lnTo>
                  <a:lnTo>
                    <a:pt x="18990" y="22643"/>
                  </a:lnTo>
                  <a:lnTo>
                    <a:pt x="13171" y="19982"/>
                  </a:lnTo>
                  <a:lnTo>
                    <a:pt x="11953" y="17548"/>
                  </a:lnTo>
                  <a:lnTo>
                    <a:pt x="9928" y="17017"/>
                  </a:lnTo>
                  <a:lnTo>
                    <a:pt x="9061" y="17774"/>
                  </a:lnTo>
                  <a:lnTo>
                    <a:pt x="5429" y="14467"/>
                  </a:lnTo>
                  <a:lnTo>
                    <a:pt x="2383" y="16213"/>
                  </a:lnTo>
                  <a:lnTo>
                    <a:pt x="1388" y="15774"/>
                  </a:lnTo>
                  <a:lnTo>
                    <a:pt x="0" y="13348"/>
                  </a:lnTo>
                  <a:lnTo>
                    <a:pt x="3124" y="2278"/>
                  </a:lnTo>
                  <a:lnTo>
                    <a:pt x="758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h5114"/>
            <p:cNvSpPr/>
            <p:nvPr/>
          </p:nvSpPr>
          <p:spPr>
            <a:xfrm>
              <a:off x="6865626" y="2863087"/>
              <a:ext cx="11792" cy="12164"/>
            </a:xfrm>
            <a:custGeom>
              <a:avLst/>
              <a:pathLst>
                <a:path w="11792" h="12164">
                  <a:moveTo>
                    <a:pt x="8354" y="0"/>
                  </a:moveTo>
                  <a:lnTo>
                    <a:pt x="9257" y="2679"/>
                  </a:lnTo>
                  <a:lnTo>
                    <a:pt x="11792" y="5248"/>
                  </a:lnTo>
                  <a:lnTo>
                    <a:pt x="6050" y="10464"/>
                  </a:lnTo>
                  <a:lnTo>
                    <a:pt x="6013" y="11856"/>
                  </a:lnTo>
                  <a:lnTo>
                    <a:pt x="1502" y="12164"/>
                  </a:lnTo>
                  <a:lnTo>
                    <a:pt x="0" y="10063"/>
                  </a:lnTo>
                  <a:lnTo>
                    <a:pt x="515" y="8181"/>
                  </a:lnTo>
                  <a:lnTo>
                    <a:pt x="6461" y="3332"/>
                  </a:lnTo>
                  <a:lnTo>
                    <a:pt x="6995" y="1926"/>
                  </a:lnTo>
                  <a:lnTo>
                    <a:pt x="6610" y="96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h5115"/>
            <p:cNvSpPr/>
            <p:nvPr/>
          </p:nvSpPr>
          <p:spPr>
            <a:xfrm>
              <a:off x="6792274" y="3037119"/>
              <a:ext cx="11834" cy="12699"/>
            </a:xfrm>
            <a:custGeom>
              <a:avLst/>
              <a:pathLst>
                <a:path w="11834" h="12699">
                  <a:moveTo>
                    <a:pt x="3572" y="0"/>
                  </a:moveTo>
                  <a:lnTo>
                    <a:pt x="4665" y="724"/>
                  </a:lnTo>
                  <a:lnTo>
                    <a:pt x="7774" y="3973"/>
                  </a:lnTo>
                  <a:lnTo>
                    <a:pt x="9512" y="2277"/>
                  </a:lnTo>
                  <a:lnTo>
                    <a:pt x="8795" y="5055"/>
                  </a:lnTo>
                  <a:lnTo>
                    <a:pt x="11005" y="7030"/>
                  </a:lnTo>
                  <a:lnTo>
                    <a:pt x="11834" y="9127"/>
                  </a:lnTo>
                  <a:lnTo>
                    <a:pt x="7846" y="11931"/>
                  </a:lnTo>
                  <a:lnTo>
                    <a:pt x="3151" y="12699"/>
                  </a:lnTo>
                  <a:lnTo>
                    <a:pt x="1774" y="12258"/>
                  </a:lnTo>
                  <a:lnTo>
                    <a:pt x="0" y="8176"/>
                  </a:lnTo>
                  <a:lnTo>
                    <a:pt x="121" y="1884"/>
                  </a:lnTo>
                  <a:lnTo>
                    <a:pt x="1986" y="8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h5116"/>
            <p:cNvSpPr/>
            <p:nvPr/>
          </p:nvSpPr>
          <p:spPr>
            <a:xfrm>
              <a:off x="6870724" y="3060162"/>
              <a:ext cx="15052" cy="12428"/>
            </a:xfrm>
            <a:custGeom>
              <a:avLst/>
              <a:pathLst>
                <a:path w="15052" h="12428">
                  <a:moveTo>
                    <a:pt x="9535" y="1092"/>
                  </a:moveTo>
                  <a:lnTo>
                    <a:pt x="13653" y="442"/>
                  </a:lnTo>
                  <a:lnTo>
                    <a:pt x="15052" y="6402"/>
                  </a:lnTo>
                  <a:lnTo>
                    <a:pt x="14514" y="6846"/>
                  </a:lnTo>
                  <a:lnTo>
                    <a:pt x="11671" y="9699"/>
                  </a:lnTo>
                  <a:lnTo>
                    <a:pt x="7240" y="11271"/>
                  </a:lnTo>
                  <a:lnTo>
                    <a:pt x="4727" y="11296"/>
                  </a:lnTo>
                  <a:lnTo>
                    <a:pt x="3396" y="12428"/>
                  </a:lnTo>
                  <a:lnTo>
                    <a:pt x="0" y="9713"/>
                  </a:lnTo>
                  <a:lnTo>
                    <a:pt x="2036" y="2265"/>
                  </a:lnTo>
                  <a:lnTo>
                    <a:pt x="5632" y="698"/>
                  </a:lnTo>
                  <a:lnTo>
                    <a:pt x="887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h5117"/>
            <p:cNvSpPr/>
            <p:nvPr/>
          </p:nvSpPr>
          <p:spPr>
            <a:xfrm>
              <a:off x="6794824" y="3044457"/>
              <a:ext cx="31367" cy="42183"/>
            </a:xfrm>
            <a:custGeom>
              <a:avLst/>
              <a:pathLst>
                <a:path w="31367" h="42183">
                  <a:moveTo>
                    <a:pt x="12263" y="0"/>
                  </a:moveTo>
                  <a:lnTo>
                    <a:pt x="13672" y="552"/>
                  </a:lnTo>
                  <a:lnTo>
                    <a:pt x="15544" y="3472"/>
                  </a:lnTo>
                  <a:lnTo>
                    <a:pt x="16388" y="3512"/>
                  </a:lnTo>
                  <a:lnTo>
                    <a:pt x="17548" y="4999"/>
                  </a:lnTo>
                  <a:lnTo>
                    <a:pt x="17361" y="9117"/>
                  </a:lnTo>
                  <a:lnTo>
                    <a:pt x="20267" y="13919"/>
                  </a:lnTo>
                  <a:lnTo>
                    <a:pt x="21257" y="14087"/>
                  </a:lnTo>
                  <a:lnTo>
                    <a:pt x="22509" y="12872"/>
                  </a:lnTo>
                  <a:lnTo>
                    <a:pt x="23030" y="14158"/>
                  </a:lnTo>
                  <a:lnTo>
                    <a:pt x="20938" y="16420"/>
                  </a:lnTo>
                  <a:lnTo>
                    <a:pt x="27133" y="17579"/>
                  </a:lnTo>
                  <a:lnTo>
                    <a:pt x="31367" y="21970"/>
                  </a:lnTo>
                  <a:lnTo>
                    <a:pt x="30511" y="23100"/>
                  </a:lnTo>
                  <a:lnTo>
                    <a:pt x="21737" y="26423"/>
                  </a:lnTo>
                  <a:lnTo>
                    <a:pt x="20088" y="30348"/>
                  </a:lnTo>
                  <a:lnTo>
                    <a:pt x="14804" y="36793"/>
                  </a:lnTo>
                  <a:lnTo>
                    <a:pt x="14360" y="39193"/>
                  </a:lnTo>
                  <a:lnTo>
                    <a:pt x="15356" y="41734"/>
                  </a:lnTo>
                  <a:lnTo>
                    <a:pt x="14049" y="42183"/>
                  </a:lnTo>
                  <a:lnTo>
                    <a:pt x="10222" y="41226"/>
                  </a:lnTo>
                  <a:lnTo>
                    <a:pt x="5149" y="36194"/>
                  </a:lnTo>
                  <a:lnTo>
                    <a:pt x="6922" y="33822"/>
                  </a:lnTo>
                  <a:lnTo>
                    <a:pt x="5112" y="33293"/>
                  </a:lnTo>
                  <a:lnTo>
                    <a:pt x="1564" y="34175"/>
                  </a:lnTo>
                  <a:lnTo>
                    <a:pt x="0" y="31621"/>
                  </a:lnTo>
                  <a:lnTo>
                    <a:pt x="2000" y="31768"/>
                  </a:lnTo>
                  <a:lnTo>
                    <a:pt x="3306" y="30613"/>
                  </a:lnTo>
                  <a:lnTo>
                    <a:pt x="4656" y="27697"/>
                  </a:lnTo>
                  <a:lnTo>
                    <a:pt x="2752" y="20704"/>
                  </a:lnTo>
                  <a:lnTo>
                    <a:pt x="1601" y="18996"/>
                  </a:lnTo>
                  <a:lnTo>
                    <a:pt x="5085" y="17286"/>
                  </a:lnTo>
                  <a:lnTo>
                    <a:pt x="4828" y="15731"/>
                  </a:lnTo>
                  <a:lnTo>
                    <a:pt x="2849" y="15059"/>
                  </a:lnTo>
                  <a:lnTo>
                    <a:pt x="1047" y="15698"/>
                  </a:lnTo>
                  <a:lnTo>
                    <a:pt x="296" y="14745"/>
                  </a:lnTo>
                  <a:lnTo>
                    <a:pt x="188" y="13268"/>
                  </a:lnTo>
                  <a:lnTo>
                    <a:pt x="592" y="12643"/>
                  </a:lnTo>
                  <a:lnTo>
                    <a:pt x="4261" y="13155"/>
                  </a:lnTo>
                  <a:lnTo>
                    <a:pt x="6202" y="12301"/>
                  </a:lnTo>
                  <a:lnTo>
                    <a:pt x="6591" y="11729"/>
                  </a:lnTo>
                  <a:lnTo>
                    <a:pt x="5861" y="11075"/>
                  </a:lnTo>
                  <a:lnTo>
                    <a:pt x="10224" y="1845"/>
                  </a:lnTo>
                  <a:lnTo>
                    <a:pt x="10117" y="1179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h5118"/>
            <p:cNvSpPr/>
            <p:nvPr/>
          </p:nvSpPr>
          <p:spPr>
            <a:xfrm>
              <a:off x="6866279" y="2970650"/>
              <a:ext cx="18988" cy="21753"/>
            </a:xfrm>
            <a:custGeom>
              <a:avLst/>
              <a:pathLst>
                <a:path w="18988" h="21753">
                  <a:moveTo>
                    <a:pt x="8279" y="0"/>
                  </a:moveTo>
                  <a:lnTo>
                    <a:pt x="9631" y="1662"/>
                  </a:lnTo>
                  <a:lnTo>
                    <a:pt x="9195" y="3287"/>
                  </a:lnTo>
                  <a:lnTo>
                    <a:pt x="11688" y="3192"/>
                  </a:lnTo>
                  <a:lnTo>
                    <a:pt x="13923" y="6633"/>
                  </a:lnTo>
                  <a:lnTo>
                    <a:pt x="11219" y="7600"/>
                  </a:lnTo>
                  <a:lnTo>
                    <a:pt x="13056" y="7225"/>
                  </a:lnTo>
                  <a:lnTo>
                    <a:pt x="18988" y="11815"/>
                  </a:lnTo>
                  <a:lnTo>
                    <a:pt x="16638" y="15895"/>
                  </a:lnTo>
                  <a:lnTo>
                    <a:pt x="12599" y="17275"/>
                  </a:lnTo>
                  <a:lnTo>
                    <a:pt x="12629" y="20685"/>
                  </a:lnTo>
                  <a:lnTo>
                    <a:pt x="11045" y="21753"/>
                  </a:lnTo>
                  <a:lnTo>
                    <a:pt x="9129" y="19666"/>
                  </a:lnTo>
                  <a:lnTo>
                    <a:pt x="4962" y="18096"/>
                  </a:lnTo>
                  <a:lnTo>
                    <a:pt x="0" y="13817"/>
                  </a:lnTo>
                  <a:lnTo>
                    <a:pt x="2122" y="10874"/>
                  </a:lnTo>
                  <a:lnTo>
                    <a:pt x="7080" y="7702"/>
                  </a:lnTo>
                  <a:lnTo>
                    <a:pt x="5373" y="4054"/>
                  </a:lnTo>
                  <a:lnTo>
                    <a:pt x="4734" y="209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h5119"/>
            <p:cNvSpPr/>
            <p:nvPr/>
          </p:nvSpPr>
          <p:spPr>
            <a:xfrm>
              <a:off x="6789044" y="2975578"/>
              <a:ext cx="14346" cy="6643"/>
            </a:xfrm>
            <a:custGeom>
              <a:avLst/>
              <a:pathLst>
                <a:path w="14346" h="6643">
                  <a:moveTo>
                    <a:pt x="13203" y="2816"/>
                  </a:moveTo>
                  <a:lnTo>
                    <a:pt x="11428" y="4932"/>
                  </a:lnTo>
                  <a:lnTo>
                    <a:pt x="8815" y="6205"/>
                  </a:lnTo>
                  <a:lnTo>
                    <a:pt x="1852" y="6643"/>
                  </a:lnTo>
                  <a:lnTo>
                    <a:pt x="0" y="6223"/>
                  </a:lnTo>
                  <a:lnTo>
                    <a:pt x="1205" y="5021"/>
                  </a:lnTo>
                  <a:lnTo>
                    <a:pt x="8094" y="1564"/>
                  </a:lnTo>
                  <a:lnTo>
                    <a:pt x="1434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h5120"/>
            <p:cNvSpPr/>
            <p:nvPr/>
          </p:nvSpPr>
          <p:spPr>
            <a:xfrm>
              <a:off x="6871640" y="2867671"/>
              <a:ext cx="10746" cy="8265"/>
            </a:xfrm>
            <a:custGeom>
              <a:avLst/>
              <a:pathLst>
                <a:path w="10746" h="8265">
                  <a:moveTo>
                    <a:pt x="10746" y="453"/>
                  </a:moveTo>
                  <a:lnTo>
                    <a:pt x="8223" y="3283"/>
                  </a:lnTo>
                  <a:lnTo>
                    <a:pt x="9730" y="6000"/>
                  </a:lnTo>
                  <a:lnTo>
                    <a:pt x="7522" y="8265"/>
                  </a:lnTo>
                  <a:lnTo>
                    <a:pt x="1621" y="7778"/>
                  </a:lnTo>
                  <a:lnTo>
                    <a:pt x="0" y="7271"/>
                  </a:lnTo>
                  <a:lnTo>
                    <a:pt x="37" y="5879"/>
                  </a:lnTo>
                  <a:lnTo>
                    <a:pt x="5778" y="663"/>
                  </a:lnTo>
                  <a:lnTo>
                    <a:pt x="668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h5121"/>
            <p:cNvSpPr/>
            <p:nvPr/>
          </p:nvSpPr>
          <p:spPr>
            <a:xfrm>
              <a:off x="6905716" y="2985749"/>
              <a:ext cx="12309" cy="10902"/>
            </a:xfrm>
            <a:custGeom>
              <a:avLst/>
              <a:pathLst>
                <a:path w="12309" h="10902">
                  <a:moveTo>
                    <a:pt x="9915" y="5934"/>
                  </a:moveTo>
                  <a:lnTo>
                    <a:pt x="12309" y="8023"/>
                  </a:lnTo>
                  <a:lnTo>
                    <a:pt x="10338" y="10690"/>
                  </a:lnTo>
                  <a:lnTo>
                    <a:pt x="9054" y="10902"/>
                  </a:lnTo>
                  <a:lnTo>
                    <a:pt x="7362" y="9968"/>
                  </a:lnTo>
                  <a:lnTo>
                    <a:pt x="3351" y="7749"/>
                  </a:lnTo>
                  <a:lnTo>
                    <a:pt x="3495" y="6276"/>
                  </a:lnTo>
                  <a:lnTo>
                    <a:pt x="0" y="4976"/>
                  </a:lnTo>
                  <a:lnTo>
                    <a:pt x="166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h5122"/>
            <p:cNvSpPr/>
            <p:nvPr/>
          </p:nvSpPr>
          <p:spPr>
            <a:xfrm>
              <a:off x="6934454" y="3074131"/>
              <a:ext cx="9335" cy="10810"/>
            </a:xfrm>
            <a:custGeom>
              <a:avLst/>
              <a:pathLst>
                <a:path w="9335" h="10810">
                  <a:moveTo>
                    <a:pt x="1575" y="1287"/>
                  </a:moveTo>
                  <a:lnTo>
                    <a:pt x="4653" y="633"/>
                  </a:lnTo>
                  <a:lnTo>
                    <a:pt x="4560" y="2734"/>
                  </a:lnTo>
                  <a:lnTo>
                    <a:pt x="8333" y="3210"/>
                  </a:lnTo>
                  <a:lnTo>
                    <a:pt x="9335" y="5897"/>
                  </a:lnTo>
                  <a:lnTo>
                    <a:pt x="5290" y="10810"/>
                  </a:lnTo>
                  <a:lnTo>
                    <a:pt x="1924" y="9594"/>
                  </a:lnTo>
                  <a:lnTo>
                    <a:pt x="1497" y="5010"/>
                  </a:lnTo>
                  <a:lnTo>
                    <a:pt x="0" y="278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h5123"/>
            <p:cNvSpPr/>
            <p:nvPr/>
          </p:nvSpPr>
          <p:spPr>
            <a:xfrm>
              <a:off x="6815762" y="3047120"/>
              <a:ext cx="20463" cy="20723"/>
            </a:xfrm>
            <a:custGeom>
              <a:avLst/>
              <a:pathLst>
                <a:path w="20463" h="20723">
                  <a:moveTo>
                    <a:pt x="10840" y="0"/>
                  </a:moveTo>
                  <a:lnTo>
                    <a:pt x="18220" y="5481"/>
                  </a:lnTo>
                  <a:lnTo>
                    <a:pt x="20463" y="7552"/>
                  </a:lnTo>
                  <a:lnTo>
                    <a:pt x="18822" y="11310"/>
                  </a:lnTo>
                  <a:lnTo>
                    <a:pt x="15055" y="16476"/>
                  </a:lnTo>
                  <a:lnTo>
                    <a:pt x="12385" y="18362"/>
                  </a:lnTo>
                  <a:lnTo>
                    <a:pt x="11087" y="20723"/>
                  </a:lnTo>
                  <a:lnTo>
                    <a:pt x="9572" y="20436"/>
                  </a:lnTo>
                  <a:lnTo>
                    <a:pt x="10429" y="19306"/>
                  </a:lnTo>
                  <a:lnTo>
                    <a:pt x="6195" y="14916"/>
                  </a:lnTo>
                  <a:lnTo>
                    <a:pt x="0" y="13757"/>
                  </a:lnTo>
                  <a:lnTo>
                    <a:pt x="2092" y="11494"/>
                  </a:lnTo>
                  <a:lnTo>
                    <a:pt x="1571" y="10209"/>
                  </a:lnTo>
                  <a:lnTo>
                    <a:pt x="4467" y="7095"/>
                  </a:lnTo>
                  <a:lnTo>
                    <a:pt x="5779" y="6618"/>
                  </a:lnTo>
                  <a:lnTo>
                    <a:pt x="6773" y="5236"/>
                  </a:lnTo>
                  <a:lnTo>
                    <a:pt x="7624" y="74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h5124"/>
            <p:cNvSpPr/>
            <p:nvPr/>
          </p:nvSpPr>
          <p:spPr>
            <a:xfrm>
              <a:off x="6788905" y="3119712"/>
              <a:ext cx="16713" cy="9721"/>
            </a:xfrm>
            <a:custGeom>
              <a:avLst/>
              <a:pathLst>
                <a:path w="16713" h="9721">
                  <a:moveTo>
                    <a:pt x="12536" y="876"/>
                  </a:moveTo>
                  <a:lnTo>
                    <a:pt x="14300" y="696"/>
                  </a:lnTo>
                  <a:lnTo>
                    <a:pt x="15418" y="1787"/>
                  </a:lnTo>
                  <a:lnTo>
                    <a:pt x="16713" y="6036"/>
                  </a:lnTo>
                  <a:lnTo>
                    <a:pt x="16118" y="7440"/>
                  </a:lnTo>
                  <a:lnTo>
                    <a:pt x="11972" y="7142"/>
                  </a:lnTo>
                  <a:lnTo>
                    <a:pt x="4962" y="9721"/>
                  </a:lnTo>
                  <a:lnTo>
                    <a:pt x="5199" y="6767"/>
                  </a:lnTo>
                  <a:lnTo>
                    <a:pt x="2900" y="7057"/>
                  </a:lnTo>
                  <a:lnTo>
                    <a:pt x="1459" y="8417"/>
                  </a:lnTo>
                  <a:lnTo>
                    <a:pt x="0" y="4098"/>
                  </a:lnTo>
                  <a:lnTo>
                    <a:pt x="1903" y="3170"/>
                  </a:lnTo>
                  <a:lnTo>
                    <a:pt x="5332" y="4863"/>
                  </a:lnTo>
                  <a:lnTo>
                    <a:pt x="8123" y="3553"/>
                  </a:lnTo>
                  <a:lnTo>
                    <a:pt x="8159" y="666"/>
                  </a:lnTo>
                  <a:lnTo>
                    <a:pt x="108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h5125"/>
            <p:cNvSpPr/>
            <p:nvPr/>
          </p:nvSpPr>
          <p:spPr>
            <a:xfrm>
              <a:off x="6884112" y="3067032"/>
              <a:ext cx="22394" cy="23854"/>
            </a:xfrm>
            <a:custGeom>
              <a:avLst/>
              <a:pathLst>
                <a:path w="22394" h="23854">
                  <a:moveTo>
                    <a:pt x="16241" y="1394"/>
                  </a:moveTo>
                  <a:lnTo>
                    <a:pt x="18546" y="129"/>
                  </a:lnTo>
                  <a:lnTo>
                    <a:pt x="21437" y="0"/>
                  </a:lnTo>
                  <a:lnTo>
                    <a:pt x="20565" y="2675"/>
                  </a:lnTo>
                  <a:lnTo>
                    <a:pt x="17598" y="5269"/>
                  </a:lnTo>
                  <a:lnTo>
                    <a:pt x="21564" y="13057"/>
                  </a:lnTo>
                  <a:lnTo>
                    <a:pt x="22394" y="16860"/>
                  </a:lnTo>
                  <a:lnTo>
                    <a:pt x="19007" y="18477"/>
                  </a:lnTo>
                  <a:lnTo>
                    <a:pt x="13740" y="19258"/>
                  </a:lnTo>
                  <a:lnTo>
                    <a:pt x="13824" y="21646"/>
                  </a:lnTo>
                  <a:lnTo>
                    <a:pt x="8443" y="22580"/>
                  </a:lnTo>
                  <a:lnTo>
                    <a:pt x="7290" y="23723"/>
                  </a:lnTo>
                  <a:lnTo>
                    <a:pt x="4047" y="23854"/>
                  </a:lnTo>
                  <a:lnTo>
                    <a:pt x="200" y="22712"/>
                  </a:lnTo>
                  <a:lnTo>
                    <a:pt x="445" y="19276"/>
                  </a:lnTo>
                  <a:lnTo>
                    <a:pt x="1029" y="13235"/>
                  </a:lnTo>
                  <a:lnTo>
                    <a:pt x="0" y="10001"/>
                  </a:lnTo>
                  <a:lnTo>
                    <a:pt x="4026" y="9400"/>
                  </a:lnTo>
                  <a:lnTo>
                    <a:pt x="4487" y="8084"/>
                  </a:lnTo>
                  <a:lnTo>
                    <a:pt x="3028" y="1705"/>
                  </a:lnTo>
                  <a:lnTo>
                    <a:pt x="4133" y="69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h5126"/>
            <p:cNvSpPr/>
            <p:nvPr/>
          </p:nvSpPr>
          <p:spPr>
            <a:xfrm>
              <a:off x="6911076" y="2899413"/>
              <a:ext cx="14371" cy="27894"/>
            </a:xfrm>
            <a:custGeom>
              <a:avLst/>
              <a:pathLst>
                <a:path w="14371" h="27894">
                  <a:moveTo>
                    <a:pt x="10193" y="2241"/>
                  </a:moveTo>
                  <a:lnTo>
                    <a:pt x="11604" y="2120"/>
                  </a:lnTo>
                  <a:lnTo>
                    <a:pt x="14371" y="3557"/>
                  </a:lnTo>
                  <a:lnTo>
                    <a:pt x="12538" y="11741"/>
                  </a:lnTo>
                  <a:lnTo>
                    <a:pt x="11340" y="14633"/>
                  </a:lnTo>
                  <a:lnTo>
                    <a:pt x="10418" y="20212"/>
                  </a:lnTo>
                  <a:lnTo>
                    <a:pt x="11740" y="21195"/>
                  </a:lnTo>
                  <a:lnTo>
                    <a:pt x="11284" y="22540"/>
                  </a:lnTo>
                  <a:lnTo>
                    <a:pt x="3247" y="27894"/>
                  </a:lnTo>
                  <a:lnTo>
                    <a:pt x="673" y="25706"/>
                  </a:lnTo>
                  <a:lnTo>
                    <a:pt x="12" y="20737"/>
                  </a:lnTo>
                  <a:lnTo>
                    <a:pt x="0" y="18758"/>
                  </a:lnTo>
                  <a:lnTo>
                    <a:pt x="2533" y="15707"/>
                  </a:lnTo>
                  <a:lnTo>
                    <a:pt x="4289" y="14842"/>
                  </a:lnTo>
                  <a:lnTo>
                    <a:pt x="7179" y="13174"/>
                  </a:lnTo>
                  <a:lnTo>
                    <a:pt x="7051" y="10671"/>
                  </a:lnTo>
                  <a:lnTo>
                    <a:pt x="11068" y="4607"/>
                  </a:lnTo>
                  <a:lnTo>
                    <a:pt x="11251" y="3919"/>
                  </a:lnTo>
                  <a:lnTo>
                    <a:pt x="10229" y="2730"/>
                  </a:lnTo>
                  <a:lnTo>
                    <a:pt x="8632" y="2702"/>
                  </a:lnTo>
                  <a:lnTo>
                    <a:pt x="8646" y="1339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h5127"/>
            <p:cNvSpPr/>
            <p:nvPr/>
          </p:nvSpPr>
          <p:spPr>
            <a:xfrm>
              <a:off x="6861636" y="3090057"/>
              <a:ext cx="16664" cy="19236"/>
            </a:xfrm>
            <a:custGeom>
              <a:avLst/>
              <a:pathLst>
                <a:path w="16664" h="19236">
                  <a:moveTo>
                    <a:pt x="8134" y="182"/>
                  </a:moveTo>
                  <a:lnTo>
                    <a:pt x="9742" y="1230"/>
                  </a:lnTo>
                  <a:lnTo>
                    <a:pt x="13384" y="8590"/>
                  </a:lnTo>
                  <a:lnTo>
                    <a:pt x="12220" y="10714"/>
                  </a:lnTo>
                  <a:lnTo>
                    <a:pt x="13632" y="12009"/>
                  </a:lnTo>
                  <a:lnTo>
                    <a:pt x="15415" y="11567"/>
                  </a:lnTo>
                  <a:lnTo>
                    <a:pt x="16664" y="13595"/>
                  </a:lnTo>
                  <a:lnTo>
                    <a:pt x="13953" y="16450"/>
                  </a:lnTo>
                  <a:lnTo>
                    <a:pt x="9889" y="14673"/>
                  </a:lnTo>
                  <a:lnTo>
                    <a:pt x="6111" y="15626"/>
                  </a:lnTo>
                  <a:lnTo>
                    <a:pt x="1538" y="19236"/>
                  </a:lnTo>
                  <a:lnTo>
                    <a:pt x="0" y="18997"/>
                  </a:lnTo>
                  <a:lnTo>
                    <a:pt x="1271" y="11630"/>
                  </a:lnTo>
                  <a:lnTo>
                    <a:pt x="1928" y="10940"/>
                  </a:lnTo>
                  <a:lnTo>
                    <a:pt x="1298" y="7978"/>
                  </a:lnTo>
                  <a:lnTo>
                    <a:pt x="2270" y="8718"/>
                  </a:lnTo>
                  <a:lnTo>
                    <a:pt x="6539" y="3317"/>
                  </a:lnTo>
                  <a:lnTo>
                    <a:pt x="4075" y="857"/>
                  </a:lnTo>
                  <a:lnTo>
                    <a:pt x="586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h5128"/>
            <p:cNvSpPr/>
            <p:nvPr/>
          </p:nvSpPr>
          <p:spPr>
            <a:xfrm>
              <a:off x="6926550" y="3083726"/>
              <a:ext cx="28248" cy="23943"/>
            </a:xfrm>
            <a:custGeom>
              <a:avLst/>
              <a:pathLst>
                <a:path w="28248" h="23943">
                  <a:moveTo>
                    <a:pt x="18310" y="569"/>
                  </a:moveTo>
                  <a:lnTo>
                    <a:pt x="19700" y="2340"/>
                  </a:lnTo>
                  <a:lnTo>
                    <a:pt x="23409" y="3640"/>
                  </a:lnTo>
                  <a:lnTo>
                    <a:pt x="23681" y="5642"/>
                  </a:lnTo>
                  <a:lnTo>
                    <a:pt x="27946" y="12067"/>
                  </a:lnTo>
                  <a:lnTo>
                    <a:pt x="28248" y="13984"/>
                  </a:lnTo>
                  <a:lnTo>
                    <a:pt x="25434" y="15097"/>
                  </a:lnTo>
                  <a:lnTo>
                    <a:pt x="23042" y="18604"/>
                  </a:lnTo>
                  <a:lnTo>
                    <a:pt x="21422" y="17373"/>
                  </a:lnTo>
                  <a:lnTo>
                    <a:pt x="12461" y="19785"/>
                  </a:lnTo>
                  <a:lnTo>
                    <a:pt x="7420" y="23943"/>
                  </a:lnTo>
                  <a:lnTo>
                    <a:pt x="6185" y="22880"/>
                  </a:lnTo>
                  <a:lnTo>
                    <a:pt x="1897" y="11164"/>
                  </a:lnTo>
                  <a:lnTo>
                    <a:pt x="0" y="10600"/>
                  </a:lnTo>
                  <a:lnTo>
                    <a:pt x="3956" y="7652"/>
                  </a:lnTo>
                  <a:lnTo>
                    <a:pt x="4184" y="5296"/>
                  </a:lnTo>
                  <a:lnTo>
                    <a:pt x="5543" y="3057"/>
                  </a:lnTo>
                  <a:lnTo>
                    <a:pt x="8186" y="2283"/>
                  </a:lnTo>
                  <a:lnTo>
                    <a:pt x="9146" y="76"/>
                  </a:lnTo>
                  <a:lnTo>
                    <a:pt x="9828" y="0"/>
                  </a:lnTo>
                  <a:lnTo>
                    <a:pt x="13194" y="1215"/>
                  </a:lnTo>
                  <a:lnTo>
                    <a:pt x="14155" y="269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h5129"/>
            <p:cNvSpPr/>
            <p:nvPr/>
          </p:nvSpPr>
          <p:spPr>
            <a:xfrm>
              <a:off x="6900273" y="2990725"/>
              <a:ext cx="16393" cy="14952"/>
            </a:xfrm>
            <a:custGeom>
              <a:avLst/>
              <a:pathLst>
                <a:path w="16393" h="14952">
                  <a:moveTo>
                    <a:pt x="5443" y="0"/>
                  </a:moveTo>
                  <a:lnTo>
                    <a:pt x="8938" y="1300"/>
                  </a:lnTo>
                  <a:lnTo>
                    <a:pt x="8794" y="2773"/>
                  </a:lnTo>
                  <a:lnTo>
                    <a:pt x="12805" y="4992"/>
                  </a:lnTo>
                  <a:lnTo>
                    <a:pt x="14498" y="5926"/>
                  </a:lnTo>
                  <a:lnTo>
                    <a:pt x="15782" y="5714"/>
                  </a:lnTo>
                  <a:lnTo>
                    <a:pt x="16393" y="7181"/>
                  </a:lnTo>
                  <a:lnTo>
                    <a:pt x="14379" y="8304"/>
                  </a:lnTo>
                  <a:lnTo>
                    <a:pt x="12521" y="7390"/>
                  </a:lnTo>
                  <a:lnTo>
                    <a:pt x="10407" y="10889"/>
                  </a:lnTo>
                  <a:lnTo>
                    <a:pt x="10703" y="12283"/>
                  </a:lnTo>
                  <a:lnTo>
                    <a:pt x="11694" y="12309"/>
                  </a:lnTo>
                  <a:lnTo>
                    <a:pt x="11504" y="14798"/>
                  </a:lnTo>
                  <a:lnTo>
                    <a:pt x="10269" y="14952"/>
                  </a:lnTo>
                  <a:lnTo>
                    <a:pt x="8605" y="13302"/>
                  </a:lnTo>
                  <a:lnTo>
                    <a:pt x="6618" y="10940"/>
                  </a:lnTo>
                  <a:lnTo>
                    <a:pt x="3152" y="11153"/>
                  </a:lnTo>
                  <a:lnTo>
                    <a:pt x="0" y="12482"/>
                  </a:lnTo>
                  <a:lnTo>
                    <a:pt x="593" y="9071"/>
                  </a:lnTo>
                  <a:lnTo>
                    <a:pt x="1415" y="9053"/>
                  </a:lnTo>
                  <a:lnTo>
                    <a:pt x="3719" y="6181"/>
                  </a:lnTo>
                  <a:lnTo>
                    <a:pt x="3958" y="227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h5130"/>
            <p:cNvSpPr/>
            <p:nvPr/>
          </p:nvSpPr>
          <p:spPr>
            <a:xfrm>
              <a:off x="6857848" y="2840228"/>
              <a:ext cx="31324" cy="21922"/>
            </a:xfrm>
            <a:custGeom>
              <a:avLst/>
              <a:pathLst>
                <a:path w="31324" h="21922">
                  <a:moveTo>
                    <a:pt x="23310" y="200"/>
                  </a:moveTo>
                  <a:lnTo>
                    <a:pt x="23712" y="2694"/>
                  </a:lnTo>
                  <a:lnTo>
                    <a:pt x="27214" y="6023"/>
                  </a:lnTo>
                  <a:lnTo>
                    <a:pt x="30492" y="6562"/>
                  </a:lnTo>
                  <a:lnTo>
                    <a:pt x="31324" y="8528"/>
                  </a:lnTo>
                  <a:lnTo>
                    <a:pt x="27857" y="11202"/>
                  </a:lnTo>
                  <a:lnTo>
                    <a:pt x="22401" y="12086"/>
                  </a:lnTo>
                  <a:lnTo>
                    <a:pt x="17492" y="14226"/>
                  </a:lnTo>
                  <a:lnTo>
                    <a:pt x="14176" y="13576"/>
                  </a:lnTo>
                  <a:lnTo>
                    <a:pt x="10418" y="14837"/>
                  </a:lnTo>
                  <a:lnTo>
                    <a:pt x="10430" y="17896"/>
                  </a:lnTo>
                  <a:lnTo>
                    <a:pt x="9024" y="17149"/>
                  </a:lnTo>
                  <a:lnTo>
                    <a:pt x="6784" y="18203"/>
                  </a:lnTo>
                  <a:lnTo>
                    <a:pt x="6333" y="20678"/>
                  </a:lnTo>
                  <a:lnTo>
                    <a:pt x="3794" y="21922"/>
                  </a:lnTo>
                  <a:lnTo>
                    <a:pt x="452" y="20407"/>
                  </a:lnTo>
                  <a:lnTo>
                    <a:pt x="0" y="19772"/>
                  </a:lnTo>
                  <a:lnTo>
                    <a:pt x="200" y="18686"/>
                  </a:lnTo>
                  <a:lnTo>
                    <a:pt x="3352" y="18570"/>
                  </a:lnTo>
                  <a:lnTo>
                    <a:pt x="6389" y="17255"/>
                  </a:lnTo>
                  <a:lnTo>
                    <a:pt x="8381" y="14673"/>
                  </a:lnTo>
                  <a:lnTo>
                    <a:pt x="11324" y="7864"/>
                  </a:lnTo>
                  <a:lnTo>
                    <a:pt x="2112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h5131"/>
            <p:cNvSpPr/>
            <p:nvPr/>
          </p:nvSpPr>
          <p:spPr>
            <a:xfrm>
              <a:off x="6924349" y="3076475"/>
              <a:ext cx="12029" cy="17850"/>
            </a:xfrm>
            <a:custGeom>
              <a:avLst/>
              <a:pathLst>
                <a:path w="12029" h="17850">
                  <a:moveTo>
                    <a:pt x="7904" y="2319"/>
                  </a:moveTo>
                  <a:lnTo>
                    <a:pt x="11603" y="2666"/>
                  </a:lnTo>
                  <a:lnTo>
                    <a:pt x="12029" y="7250"/>
                  </a:lnTo>
                  <a:lnTo>
                    <a:pt x="11348" y="7326"/>
                  </a:lnTo>
                  <a:lnTo>
                    <a:pt x="10387" y="9534"/>
                  </a:lnTo>
                  <a:lnTo>
                    <a:pt x="7745" y="10307"/>
                  </a:lnTo>
                  <a:lnTo>
                    <a:pt x="6385" y="12547"/>
                  </a:lnTo>
                  <a:lnTo>
                    <a:pt x="6157" y="14903"/>
                  </a:lnTo>
                  <a:lnTo>
                    <a:pt x="2201" y="17850"/>
                  </a:lnTo>
                  <a:lnTo>
                    <a:pt x="272" y="13861"/>
                  </a:lnTo>
                  <a:lnTo>
                    <a:pt x="0" y="486"/>
                  </a:lnTo>
                  <a:lnTo>
                    <a:pt x="171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h5132"/>
            <p:cNvSpPr/>
            <p:nvPr/>
          </p:nvSpPr>
          <p:spPr>
            <a:xfrm>
              <a:off x="6853904" y="3050707"/>
              <a:ext cx="22640" cy="34374"/>
            </a:xfrm>
            <a:custGeom>
              <a:avLst/>
              <a:pathLst>
                <a:path w="22640" h="34374">
                  <a:moveTo>
                    <a:pt x="19855" y="734"/>
                  </a:moveTo>
                  <a:lnTo>
                    <a:pt x="22640" y="2334"/>
                  </a:lnTo>
                  <a:lnTo>
                    <a:pt x="21584" y="4991"/>
                  </a:lnTo>
                  <a:lnTo>
                    <a:pt x="22451" y="10153"/>
                  </a:lnTo>
                  <a:lnTo>
                    <a:pt x="18856" y="11720"/>
                  </a:lnTo>
                  <a:lnTo>
                    <a:pt x="16819" y="19168"/>
                  </a:lnTo>
                  <a:lnTo>
                    <a:pt x="20216" y="21882"/>
                  </a:lnTo>
                  <a:lnTo>
                    <a:pt x="17873" y="23745"/>
                  </a:lnTo>
                  <a:lnTo>
                    <a:pt x="18134" y="26864"/>
                  </a:lnTo>
                  <a:lnTo>
                    <a:pt x="20009" y="30795"/>
                  </a:lnTo>
                  <a:lnTo>
                    <a:pt x="21621" y="31320"/>
                  </a:lnTo>
                  <a:lnTo>
                    <a:pt x="16161" y="33042"/>
                  </a:lnTo>
                  <a:lnTo>
                    <a:pt x="11511" y="34007"/>
                  </a:lnTo>
                  <a:lnTo>
                    <a:pt x="10385" y="34374"/>
                  </a:lnTo>
                  <a:lnTo>
                    <a:pt x="9418" y="32665"/>
                  </a:lnTo>
                  <a:lnTo>
                    <a:pt x="10908" y="27377"/>
                  </a:lnTo>
                  <a:lnTo>
                    <a:pt x="8706" y="21682"/>
                  </a:lnTo>
                  <a:lnTo>
                    <a:pt x="5571" y="16783"/>
                  </a:lnTo>
                  <a:lnTo>
                    <a:pt x="2127" y="16626"/>
                  </a:lnTo>
                  <a:lnTo>
                    <a:pt x="0" y="14702"/>
                  </a:lnTo>
                  <a:lnTo>
                    <a:pt x="2306" y="2937"/>
                  </a:lnTo>
                  <a:lnTo>
                    <a:pt x="4479" y="1926"/>
                  </a:lnTo>
                  <a:lnTo>
                    <a:pt x="9101" y="2988"/>
                  </a:lnTo>
                  <a:lnTo>
                    <a:pt x="13340" y="893"/>
                  </a:lnTo>
                  <a:lnTo>
                    <a:pt x="1476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h5133"/>
            <p:cNvSpPr/>
            <p:nvPr/>
          </p:nvSpPr>
          <p:spPr>
            <a:xfrm>
              <a:off x="6820251" y="3023171"/>
              <a:ext cx="18748" cy="29431"/>
            </a:xfrm>
            <a:custGeom>
              <a:avLst/>
              <a:pathLst>
                <a:path w="18748" h="29431">
                  <a:moveTo>
                    <a:pt x="4932" y="0"/>
                  </a:moveTo>
                  <a:lnTo>
                    <a:pt x="5717" y="957"/>
                  </a:lnTo>
                  <a:lnTo>
                    <a:pt x="13993" y="1712"/>
                  </a:lnTo>
                  <a:lnTo>
                    <a:pt x="14101" y="5612"/>
                  </a:lnTo>
                  <a:lnTo>
                    <a:pt x="12476" y="11225"/>
                  </a:lnTo>
                  <a:lnTo>
                    <a:pt x="13958" y="12950"/>
                  </a:lnTo>
                  <a:lnTo>
                    <a:pt x="13060" y="16120"/>
                  </a:lnTo>
                  <a:lnTo>
                    <a:pt x="16100" y="21746"/>
                  </a:lnTo>
                  <a:lnTo>
                    <a:pt x="18748" y="21747"/>
                  </a:lnTo>
                  <a:lnTo>
                    <a:pt x="17973" y="25804"/>
                  </a:lnTo>
                  <a:lnTo>
                    <a:pt x="13731" y="29431"/>
                  </a:lnTo>
                  <a:lnTo>
                    <a:pt x="6352" y="23949"/>
                  </a:lnTo>
                  <a:lnTo>
                    <a:pt x="3135" y="24696"/>
                  </a:lnTo>
                  <a:lnTo>
                    <a:pt x="2836" y="23064"/>
                  </a:lnTo>
                  <a:lnTo>
                    <a:pt x="4163" y="20062"/>
                  </a:lnTo>
                  <a:lnTo>
                    <a:pt x="2244" y="17990"/>
                  </a:lnTo>
                  <a:lnTo>
                    <a:pt x="3014" y="7615"/>
                  </a:lnTo>
                  <a:lnTo>
                    <a:pt x="4794" y="6874"/>
                  </a:lnTo>
                  <a:lnTo>
                    <a:pt x="7987" y="7404"/>
                  </a:lnTo>
                  <a:lnTo>
                    <a:pt x="9400" y="4938"/>
                  </a:lnTo>
                  <a:lnTo>
                    <a:pt x="8382" y="3163"/>
                  </a:lnTo>
                  <a:lnTo>
                    <a:pt x="2542" y="2860"/>
                  </a:lnTo>
                  <a:lnTo>
                    <a:pt x="1606" y="2015"/>
                  </a:lnTo>
                  <a:lnTo>
                    <a:pt x="0" y="74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h5134"/>
            <p:cNvSpPr/>
            <p:nvPr/>
          </p:nvSpPr>
          <p:spPr>
            <a:xfrm>
              <a:off x="6900205" y="3049488"/>
              <a:ext cx="48398" cy="34993"/>
            </a:xfrm>
            <a:custGeom>
              <a:avLst/>
              <a:pathLst>
                <a:path w="48398" h="34993">
                  <a:moveTo>
                    <a:pt x="48398" y="771"/>
                  </a:moveTo>
                  <a:lnTo>
                    <a:pt x="41597" y="6483"/>
                  </a:lnTo>
                  <a:lnTo>
                    <a:pt x="38798" y="9603"/>
                  </a:lnTo>
                  <a:lnTo>
                    <a:pt x="37142" y="10179"/>
                  </a:lnTo>
                  <a:lnTo>
                    <a:pt x="35764" y="13192"/>
                  </a:lnTo>
                  <a:lnTo>
                    <a:pt x="37575" y="17630"/>
                  </a:lnTo>
                  <a:lnTo>
                    <a:pt x="35806" y="20128"/>
                  </a:lnTo>
                  <a:lnTo>
                    <a:pt x="36857" y="20813"/>
                  </a:lnTo>
                  <a:lnTo>
                    <a:pt x="38902" y="25276"/>
                  </a:lnTo>
                  <a:lnTo>
                    <a:pt x="35823" y="25931"/>
                  </a:lnTo>
                  <a:lnTo>
                    <a:pt x="35175" y="24643"/>
                  </a:lnTo>
                  <a:lnTo>
                    <a:pt x="34248" y="24921"/>
                  </a:lnTo>
                  <a:lnTo>
                    <a:pt x="35746" y="29654"/>
                  </a:lnTo>
                  <a:lnTo>
                    <a:pt x="32047" y="29307"/>
                  </a:lnTo>
                  <a:lnTo>
                    <a:pt x="25860" y="26987"/>
                  </a:lnTo>
                  <a:lnTo>
                    <a:pt x="24143" y="27474"/>
                  </a:lnTo>
                  <a:lnTo>
                    <a:pt x="24330" y="25387"/>
                  </a:lnTo>
                  <a:lnTo>
                    <a:pt x="25632" y="25210"/>
                  </a:lnTo>
                  <a:lnTo>
                    <a:pt x="25726" y="24416"/>
                  </a:lnTo>
                  <a:lnTo>
                    <a:pt x="22121" y="23056"/>
                  </a:lnTo>
                  <a:lnTo>
                    <a:pt x="19064" y="23588"/>
                  </a:lnTo>
                  <a:lnTo>
                    <a:pt x="16946" y="24494"/>
                  </a:lnTo>
                  <a:lnTo>
                    <a:pt x="13623" y="31705"/>
                  </a:lnTo>
                  <a:lnTo>
                    <a:pt x="9064" y="34993"/>
                  </a:lnTo>
                  <a:lnTo>
                    <a:pt x="6300" y="34405"/>
                  </a:lnTo>
                  <a:lnTo>
                    <a:pt x="5471" y="30602"/>
                  </a:lnTo>
                  <a:lnTo>
                    <a:pt x="1505" y="22813"/>
                  </a:lnTo>
                  <a:lnTo>
                    <a:pt x="4471" y="20219"/>
                  </a:lnTo>
                  <a:lnTo>
                    <a:pt x="5343" y="17544"/>
                  </a:lnTo>
                  <a:lnTo>
                    <a:pt x="2452" y="17673"/>
                  </a:lnTo>
                  <a:lnTo>
                    <a:pt x="0" y="13914"/>
                  </a:lnTo>
                  <a:lnTo>
                    <a:pt x="5020" y="12053"/>
                  </a:lnTo>
                  <a:lnTo>
                    <a:pt x="8482" y="9240"/>
                  </a:lnTo>
                  <a:lnTo>
                    <a:pt x="10622" y="8883"/>
                  </a:lnTo>
                  <a:lnTo>
                    <a:pt x="13333" y="10520"/>
                  </a:lnTo>
                  <a:lnTo>
                    <a:pt x="13355" y="11134"/>
                  </a:lnTo>
                  <a:lnTo>
                    <a:pt x="10812" y="14082"/>
                  </a:lnTo>
                  <a:lnTo>
                    <a:pt x="9739" y="17569"/>
                  </a:lnTo>
                  <a:lnTo>
                    <a:pt x="12224" y="20311"/>
                  </a:lnTo>
                  <a:lnTo>
                    <a:pt x="13865" y="20802"/>
                  </a:lnTo>
                  <a:lnTo>
                    <a:pt x="20570" y="15547"/>
                  </a:lnTo>
                  <a:lnTo>
                    <a:pt x="20408" y="14344"/>
                  </a:lnTo>
                  <a:lnTo>
                    <a:pt x="15605" y="10572"/>
                  </a:lnTo>
                  <a:lnTo>
                    <a:pt x="14670" y="7247"/>
                  </a:lnTo>
                  <a:lnTo>
                    <a:pt x="15789" y="5961"/>
                  </a:lnTo>
                  <a:lnTo>
                    <a:pt x="16599" y="6374"/>
                  </a:lnTo>
                  <a:lnTo>
                    <a:pt x="20465" y="9669"/>
                  </a:lnTo>
                  <a:lnTo>
                    <a:pt x="20758" y="13270"/>
                  </a:lnTo>
                  <a:lnTo>
                    <a:pt x="21691" y="14241"/>
                  </a:lnTo>
                  <a:lnTo>
                    <a:pt x="23264" y="14430"/>
                  </a:lnTo>
                  <a:lnTo>
                    <a:pt x="31804" y="6464"/>
                  </a:lnTo>
                  <a:lnTo>
                    <a:pt x="33220" y="2715"/>
                  </a:lnTo>
                  <a:lnTo>
                    <a:pt x="37202" y="3937"/>
                  </a:lnTo>
                  <a:lnTo>
                    <a:pt x="40346" y="1499"/>
                  </a:lnTo>
                  <a:lnTo>
                    <a:pt x="43117" y="2558"/>
                  </a:lnTo>
                  <a:lnTo>
                    <a:pt x="450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h5135"/>
            <p:cNvSpPr/>
            <p:nvPr/>
          </p:nvSpPr>
          <p:spPr>
            <a:xfrm>
              <a:off x="6825064" y="3130281"/>
              <a:ext cx="5742" cy="5835"/>
            </a:xfrm>
            <a:custGeom>
              <a:avLst/>
              <a:pathLst>
                <a:path w="5742" h="5835">
                  <a:moveTo>
                    <a:pt x="2424" y="4790"/>
                  </a:moveTo>
                  <a:lnTo>
                    <a:pt x="1768" y="5835"/>
                  </a:lnTo>
                  <a:lnTo>
                    <a:pt x="131" y="3243"/>
                  </a:lnTo>
                  <a:lnTo>
                    <a:pt x="0" y="277"/>
                  </a:lnTo>
                  <a:lnTo>
                    <a:pt x="1233" y="0"/>
                  </a:lnTo>
                  <a:lnTo>
                    <a:pt x="3476" y="6"/>
                  </a:lnTo>
                  <a:lnTo>
                    <a:pt x="5742" y="383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h5136"/>
            <p:cNvSpPr/>
            <p:nvPr/>
          </p:nvSpPr>
          <p:spPr>
            <a:xfrm>
              <a:off x="6816188" y="3109961"/>
              <a:ext cx="16817" cy="17539"/>
            </a:xfrm>
            <a:custGeom>
              <a:avLst/>
              <a:pathLst>
                <a:path w="16817" h="17539">
                  <a:moveTo>
                    <a:pt x="16817" y="3982"/>
                  </a:moveTo>
                  <a:lnTo>
                    <a:pt x="16627" y="6508"/>
                  </a:lnTo>
                  <a:lnTo>
                    <a:pt x="14949" y="8364"/>
                  </a:lnTo>
                  <a:lnTo>
                    <a:pt x="9430" y="8753"/>
                  </a:lnTo>
                  <a:lnTo>
                    <a:pt x="2349" y="11668"/>
                  </a:lnTo>
                  <a:lnTo>
                    <a:pt x="2977" y="12791"/>
                  </a:lnTo>
                  <a:lnTo>
                    <a:pt x="4982" y="12577"/>
                  </a:lnTo>
                  <a:lnTo>
                    <a:pt x="6879" y="11227"/>
                  </a:lnTo>
                  <a:lnTo>
                    <a:pt x="8397" y="11779"/>
                  </a:lnTo>
                  <a:lnTo>
                    <a:pt x="7545" y="17362"/>
                  </a:lnTo>
                  <a:lnTo>
                    <a:pt x="4379" y="17539"/>
                  </a:lnTo>
                  <a:lnTo>
                    <a:pt x="2372" y="15755"/>
                  </a:lnTo>
                  <a:lnTo>
                    <a:pt x="1611" y="12539"/>
                  </a:lnTo>
                  <a:lnTo>
                    <a:pt x="2235" y="8678"/>
                  </a:lnTo>
                  <a:lnTo>
                    <a:pt x="510" y="6792"/>
                  </a:lnTo>
                  <a:lnTo>
                    <a:pt x="0" y="5412"/>
                  </a:lnTo>
                  <a:lnTo>
                    <a:pt x="4694" y="0"/>
                  </a:lnTo>
                  <a:lnTo>
                    <a:pt x="6612" y="1200"/>
                  </a:lnTo>
                  <a:lnTo>
                    <a:pt x="8153" y="263"/>
                  </a:lnTo>
                  <a:lnTo>
                    <a:pt x="10658" y="3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h5137"/>
            <p:cNvSpPr/>
            <p:nvPr/>
          </p:nvSpPr>
          <p:spPr>
            <a:xfrm>
              <a:off x="6880002" y="3009912"/>
              <a:ext cx="17506" cy="22187"/>
            </a:xfrm>
            <a:custGeom>
              <a:avLst/>
              <a:pathLst>
                <a:path w="17506" h="22187">
                  <a:moveTo>
                    <a:pt x="9015" y="942"/>
                  </a:moveTo>
                  <a:lnTo>
                    <a:pt x="8539" y="2535"/>
                  </a:lnTo>
                  <a:lnTo>
                    <a:pt x="15049" y="7070"/>
                  </a:lnTo>
                  <a:lnTo>
                    <a:pt x="14344" y="8432"/>
                  </a:lnTo>
                  <a:lnTo>
                    <a:pt x="17506" y="11278"/>
                  </a:lnTo>
                  <a:lnTo>
                    <a:pt x="16865" y="14691"/>
                  </a:lnTo>
                  <a:lnTo>
                    <a:pt x="16329" y="15388"/>
                  </a:lnTo>
                  <a:lnTo>
                    <a:pt x="10284" y="17215"/>
                  </a:lnTo>
                  <a:lnTo>
                    <a:pt x="7509" y="22187"/>
                  </a:lnTo>
                  <a:lnTo>
                    <a:pt x="2509" y="20709"/>
                  </a:lnTo>
                  <a:lnTo>
                    <a:pt x="3830" y="17786"/>
                  </a:lnTo>
                  <a:lnTo>
                    <a:pt x="271" y="15281"/>
                  </a:lnTo>
                  <a:lnTo>
                    <a:pt x="0" y="12521"/>
                  </a:lnTo>
                  <a:lnTo>
                    <a:pt x="1662" y="7198"/>
                  </a:lnTo>
                  <a:lnTo>
                    <a:pt x="2771" y="8121"/>
                  </a:lnTo>
                  <a:lnTo>
                    <a:pt x="5194" y="4574"/>
                  </a:lnTo>
                  <a:lnTo>
                    <a:pt x="6179" y="251"/>
                  </a:lnTo>
                  <a:lnTo>
                    <a:pt x="615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h5138"/>
            <p:cNvSpPr/>
            <p:nvPr/>
          </p:nvSpPr>
          <p:spPr>
            <a:xfrm>
              <a:off x="6864408" y="2894616"/>
              <a:ext cx="29948" cy="26837"/>
            </a:xfrm>
            <a:custGeom>
              <a:avLst/>
              <a:pathLst>
                <a:path w="29948" h="26837">
                  <a:moveTo>
                    <a:pt x="9621" y="449"/>
                  </a:moveTo>
                  <a:lnTo>
                    <a:pt x="9885" y="1766"/>
                  </a:lnTo>
                  <a:lnTo>
                    <a:pt x="8777" y="4982"/>
                  </a:lnTo>
                  <a:lnTo>
                    <a:pt x="10323" y="7606"/>
                  </a:lnTo>
                  <a:lnTo>
                    <a:pt x="13354" y="7026"/>
                  </a:lnTo>
                  <a:lnTo>
                    <a:pt x="17966" y="3075"/>
                  </a:lnTo>
                  <a:lnTo>
                    <a:pt x="20155" y="3654"/>
                  </a:lnTo>
                  <a:lnTo>
                    <a:pt x="20026" y="5542"/>
                  </a:lnTo>
                  <a:lnTo>
                    <a:pt x="26804" y="1959"/>
                  </a:lnTo>
                  <a:lnTo>
                    <a:pt x="29188" y="1322"/>
                  </a:lnTo>
                  <a:lnTo>
                    <a:pt x="29948" y="1888"/>
                  </a:lnTo>
                  <a:lnTo>
                    <a:pt x="26793" y="6910"/>
                  </a:lnTo>
                  <a:lnTo>
                    <a:pt x="26656" y="12719"/>
                  </a:lnTo>
                  <a:lnTo>
                    <a:pt x="25948" y="13392"/>
                  </a:lnTo>
                  <a:lnTo>
                    <a:pt x="21739" y="14849"/>
                  </a:lnTo>
                  <a:lnTo>
                    <a:pt x="19160" y="19128"/>
                  </a:lnTo>
                  <a:lnTo>
                    <a:pt x="16966" y="25359"/>
                  </a:lnTo>
                  <a:lnTo>
                    <a:pt x="14943" y="25687"/>
                  </a:lnTo>
                  <a:lnTo>
                    <a:pt x="12686" y="26837"/>
                  </a:lnTo>
                  <a:lnTo>
                    <a:pt x="8955" y="24942"/>
                  </a:lnTo>
                  <a:lnTo>
                    <a:pt x="8587" y="22682"/>
                  </a:lnTo>
                  <a:lnTo>
                    <a:pt x="7243" y="22353"/>
                  </a:lnTo>
                  <a:lnTo>
                    <a:pt x="7357" y="20036"/>
                  </a:lnTo>
                  <a:lnTo>
                    <a:pt x="5840" y="16231"/>
                  </a:lnTo>
                  <a:lnTo>
                    <a:pt x="0" y="9682"/>
                  </a:lnTo>
                  <a:lnTo>
                    <a:pt x="2117" y="9020"/>
                  </a:lnTo>
                  <a:lnTo>
                    <a:pt x="4658" y="6943"/>
                  </a:lnTo>
                  <a:lnTo>
                    <a:pt x="6034" y="3797"/>
                  </a:lnTo>
                  <a:lnTo>
                    <a:pt x="6975" y="3047"/>
                  </a:lnTo>
                  <a:lnTo>
                    <a:pt x="6841" y="664"/>
                  </a:lnTo>
                  <a:lnTo>
                    <a:pt x="753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h5139"/>
            <p:cNvSpPr/>
            <p:nvPr/>
          </p:nvSpPr>
          <p:spPr>
            <a:xfrm>
              <a:off x="6915255" y="2971592"/>
              <a:ext cx="32562" cy="27652"/>
            </a:xfrm>
            <a:custGeom>
              <a:avLst/>
              <a:pathLst>
                <a:path w="32562" h="27652">
                  <a:moveTo>
                    <a:pt x="10386" y="2953"/>
                  </a:moveTo>
                  <a:lnTo>
                    <a:pt x="8008" y="3788"/>
                  </a:lnTo>
                  <a:lnTo>
                    <a:pt x="8266" y="5337"/>
                  </a:lnTo>
                  <a:lnTo>
                    <a:pt x="11185" y="4493"/>
                  </a:lnTo>
                  <a:lnTo>
                    <a:pt x="11409" y="3773"/>
                  </a:lnTo>
                  <a:lnTo>
                    <a:pt x="13382" y="4258"/>
                  </a:lnTo>
                  <a:lnTo>
                    <a:pt x="13559" y="5032"/>
                  </a:lnTo>
                  <a:lnTo>
                    <a:pt x="11593" y="6636"/>
                  </a:lnTo>
                  <a:lnTo>
                    <a:pt x="13986" y="8617"/>
                  </a:lnTo>
                  <a:lnTo>
                    <a:pt x="18227" y="8902"/>
                  </a:lnTo>
                  <a:lnTo>
                    <a:pt x="19327" y="7125"/>
                  </a:lnTo>
                  <a:lnTo>
                    <a:pt x="23208" y="9313"/>
                  </a:lnTo>
                  <a:lnTo>
                    <a:pt x="26233" y="10246"/>
                  </a:lnTo>
                  <a:lnTo>
                    <a:pt x="28877" y="9320"/>
                  </a:lnTo>
                  <a:lnTo>
                    <a:pt x="30038" y="8168"/>
                  </a:lnTo>
                  <a:lnTo>
                    <a:pt x="32562" y="10529"/>
                  </a:lnTo>
                  <a:lnTo>
                    <a:pt x="31624" y="11793"/>
                  </a:lnTo>
                  <a:lnTo>
                    <a:pt x="31898" y="14095"/>
                  </a:lnTo>
                  <a:lnTo>
                    <a:pt x="28361" y="17696"/>
                  </a:lnTo>
                  <a:lnTo>
                    <a:pt x="25318" y="19706"/>
                  </a:lnTo>
                  <a:lnTo>
                    <a:pt x="24496" y="23762"/>
                  </a:lnTo>
                  <a:lnTo>
                    <a:pt x="24967" y="27652"/>
                  </a:lnTo>
                  <a:lnTo>
                    <a:pt x="19910" y="27227"/>
                  </a:lnTo>
                  <a:lnTo>
                    <a:pt x="9942" y="24927"/>
                  </a:lnTo>
                  <a:lnTo>
                    <a:pt x="2769" y="22180"/>
                  </a:lnTo>
                  <a:lnTo>
                    <a:pt x="376" y="20092"/>
                  </a:lnTo>
                  <a:lnTo>
                    <a:pt x="0" y="16928"/>
                  </a:lnTo>
                  <a:lnTo>
                    <a:pt x="514" y="14904"/>
                  </a:lnTo>
                  <a:lnTo>
                    <a:pt x="6620" y="973"/>
                  </a:lnTo>
                  <a:lnTo>
                    <a:pt x="879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h5140"/>
            <p:cNvSpPr/>
            <p:nvPr/>
          </p:nvSpPr>
          <p:spPr>
            <a:xfrm>
              <a:off x="6849087" y="3006536"/>
              <a:ext cx="20804" cy="20991"/>
            </a:xfrm>
            <a:custGeom>
              <a:avLst/>
              <a:pathLst>
                <a:path w="20804" h="20991">
                  <a:moveTo>
                    <a:pt x="12561" y="0"/>
                  </a:moveTo>
                  <a:lnTo>
                    <a:pt x="14383" y="1697"/>
                  </a:lnTo>
                  <a:lnTo>
                    <a:pt x="16656" y="4872"/>
                  </a:lnTo>
                  <a:lnTo>
                    <a:pt x="17127" y="5930"/>
                  </a:lnTo>
                  <a:lnTo>
                    <a:pt x="16299" y="7118"/>
                  </a:lnTo>
                  <a:lnTo>
                    <a:pt x="18813" y="8108"/>
                  </a:lnTo>
                  <a:lnTo>
                    <a:pt x="20804" y="11980"/>
                  </a:lnTo>
                  <a:lnTo>
                    <a:pt x="20467" y="13027"/>
                  </a:lnTo>
                  <a:lnTo>
                    <a:pt x="19838" y="16859"/>
                  </a:lnTo>
                  <a:lnTo>
                    <a:pt x="17022" y="20991"/>
                  </a:lnTo>
                  <a:lnTo>
                    <a:pt x="8376" y="19609"/>
                  </a:lnTo>
                  <a:lnTo>
                    <a:pt x="5372" y="18109"/>
                  </a:lnTo>
                  <a:lnTo>
                    <a:pt x="5256" y="16649"/>
                  </a:lnTo>
                  <a:lnTo>
                    <a:pt x="6817" y="15674"/>
                  </a:lnTo>
                  <a:lnTo>
                    <a:pt x="6543" y="14287"/>
                  </a:lnTo>
                  <a:lnTo>
                    <a:pt x="0" y="10860"/>
                  </a:lnTo>
                  <a:lnTo>
                    <a:pt x="2774" y="10383"/>
                  </a:lnTo>
                  <a:lnTo>
                    <a:pt x="13058" y="5086"/>
                  </a:lnTo>
                  <a:lnTo>
                    <a:pt x="13561" y="3080"/>
                  </a:lnTo>
                  <a:lnTo>
                    <a:pt x="12012" y="17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h5141"/>
            <p:cNvSpPr/>
            <p:nvPr/>
          </p:nvSpPr>
          <p:spPr>
            <a:xfrm>
              <a:off x="6869555" y="3015323"/>
              <a:ext cx="6113" cy="5256"/>
            </a:xfrm>
            <a:custGeom>
              <a:avLst/>
              <a:pathLst>
                <a:path w="6113" h="5256">
                  <a:moveTo>
                    <a:pt x="6113" y="1329"/>
                  </a:moveTo>
                  <a:lnTo>
                    <a:pt x="4213" y="5256"/>
                  </a:lnTo>
                  <a:lnTo>
                    <a:pt x="0" y="4241"/>
                  </a:lnTo>
                  <a:lnTo>
                    <a:pt x="336" y="3194"/>
                  </a:lnTo>
                  <a:lnTo>
                    <a:pt x="2505" y="695"/>
                  </a:lnTo>
                  <a:lnTo>
                    <a:pt x="420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h5142"/>
            <p:cNvSpPr/>
            <p:nvPr/>
          </p:nvSpPr>
          <p:spPr>
            <a:xfrm>
              <a:off x="6813399" y="3025186"/>
              <a:ext cx="16251" cy="18104"/>
            </a:xfrm>
            <a:custGeom>
              <a:avLst/>
              <a:pathLst>
                <a:path w="16251" h="18104">
                  <a:moveTo>
                    <a:pt x="9394" y="845"/>
                  </a:moveTo>
                  <a:lnTo>
                    <a:pt x="15233" y="1148"/>
                  </a:lnTo>
                  <a:lnTo>
                    <a:pt x="16251" y="2923"/>
                  </a:lnTo>
                  <a:lnTo>
                    <a:pt x="14839" y="5389"/>
                  </a:lnTo>
                  <a:lnTo>
                    <a:pt x="11645" y="4859"/>
                  </a:lnTo>
                  <a:lnTo>
                    <a:pt x="9866" y="5600"/>
                  </a:lnTo>
                  <a:lnTo>
                    <a:pt x="9095" y="15974"/>
                  </a:lnTo>
                  <a:lnTo>
                    <a:pt x="8480" y="17268"/>
                  </a:lnTo>
                  <a:lnTo>
                    <a:pt x="1227" y="18104"/>
                  </a:lnTo>
                  <a:lnTo>
                    <a:pt x="316" y="11638"/>
                  </a:lnTo>
                  <a:lnTo>
                    <a:pt x="439" y="9952"/>
                  </a:lnTo>
                  <a:lnTo>
                    <a:pt x="1687" y="8821"/>
                  </a:lnTo>
                  <a:lnTo>
                    <a:pt x="0" y="6242"/>
                  </a:lnTo>
                  <a:lnTo>
                    <a:pt x="1873" y="4314"/>
                  </a:lnTo>
                  <a:lnTo>
                    <a:pt x="5942" y="3559"/>
                  </a:lnTo>
                  <a:lnTo>
                    <a:pt x="845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h5143"/>
            <p:cNvSpPr/>
            <p:nvPr/>
          </p:nvSpPr>
          <p:spPr>
            <a:xfrm>
              <a:off x="6884435" y="2885670"/>
              <a:ext cx="14201" cy="14488"/>
            </a:xfrm>
            <a:custGeom>
              <a:avLst/>
              <a:pathLst>
                <a:path w="14201" h="14488">
                  <a:moveTo>
                    <a:pt x="13652" y="1335"/>
                  </a:moveTo>
                  <a:lnTo>
                    <a:pt x="14201" y="8237"/>
                  </a:lnTo>
                  <a:lnTo>
                    <a:pt x="13021" y="9342"/>
                  </a:lnTo>
                  <a:lnTo>
                    <a:pt x="9921" y="10834"/>
                  </a:lnTo>
                  <a:lnTo>
                    <a:pt x="9162" y="10268"/>
                  </a:lnTo>
                  <a:lnTo>
                    <a:pt x="6777" y="10905"/>
                  </a:lnTo>
                  <a:lnTo>
                    <a:pt x="0" y="14488"/>
                  </a:lnTo>
                  <a:lnTo>
                    <a:pt x="128" y="12600"/>
                  </a:lnTo>
                  <a:lnTo>
                    <a:pt x="2497" y="12634"/>
                  </a:lnTo>
                  <a:lnTo>
                    <a:pt x="7988" y="285"/>
                  </a:lnTo>
                  <a:lnTo>
                    <a:pt x="10185" y="607"/>
                  </a:lnTo>
                  <a:lnTo>
                    <a:pt x="1234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h5144"/>
            <p:cNvSpPr/>
            <p:nvPr/>
          </p:nvSpPr>
          <p:spPr>
            <a:xfrm>
              <a:off x="6874499" y="3030621"/>
              <a:ext cx="16490" cy="21179"/>
            </a:xfrm>
            <a:custGeom>
              <a:avLst/>
              <a:pathLst>
                <a:path w="16490" h="21179">
                  <a:moveTo>
                    <a:pt x="13011" y="1477"/>
                  </a:moveTo>
                  <a:lnTo>
                    <a:pt x="11662" y="4985"/>
                  </a:lnTo>
                  <a:lnTo>
                    <a:pt x="14672" y="5655"/>
                  </a:lnTo>
                  <a:lnTo>
                    <a:pt x="16321" y="6682"/>
                  </a:lnTo>
                  <a:lnTo>
                    <a:pt x="16490" y="7575"/>
                  </a:lnTo>
                  <a:lnTo>
                    <a:pt x="15613" y="13039"/>
                  </a:lnTo>
                  <a:lnTo>
                    <a:pt x="15068" y="14469"/>
                  </a:lnTo>
                  <a:lnTo>
                    <a:pt x="13591" y="14091"/>
                  </a:lnTo>
                  <a:lnTo>
                    <a:pt x="11351" y="21179"/>
                  </a:lnTo>
                  <a:lnTo>
                    <a:pt x="8259" y="20056"/>
                  </a:lnTo>
                  <a:lnTo>
                    <a:pt x="5899" y="19239"/>
                  </a:lnTo>
                  <a:lnTo>
                    <a:pt x="3894" y="16995"/>
                  </a:lnTo>
                  <a:lnTo>
                    <a:pt x="6102" y="15978"/>
                  </a:lnTo>
                  <a:lnTo>
                    <a:pt x="6007" y="14811"/>
                  </a:lnTo>
                  <a:lnTo>
                    <a:pt x="4101" y="13937"/>
                  </a:lnTo>
                  <a:lnTo>
                    <a:pt x="560" y="14424"/>
                  </a:lnTo>
                  <a:lnTo>
                    <a:pt x="0" y="13703"/>
                  </a:lnTo>
                  <a:lnTo>
                    <a:pt x="1736" y="10219"/>
                  </a:lnTo>
                  <a:lnTo>
                    <a:pt x="2241" y="7106"/>
                  </a:lnTo>
                  <a:lnTo>
                    <a:pt x="4401" y="6193"/>
                  </a:lnTo>
                  <a:lnTo>
                    <a:pt x="6301" y="4907"/>
                  </a:lnTo>
                  <a:lnTo>
                    <a:pt x="801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h5145"/>
            <p:cNvSpPr/>
            <p:nvPr/>
          </p:nvSpPr>
          <p:spPr>
            <a:xfrm>
              <a:off x="6769731" y="3092111"/>
              <a:ext cx="5657" cy="3650"/>
            </a:xfrm>
            <a:custGeom>
              <a:avLst/>
              <a:pathLst>
                <a:path w="5657" h="3650">
                  <a:moveTo>
                    <a:pt x="4302" y="3345"/>
                  </a:moveTo>
                  <a:lnTo>
                    <a:pt x="2399" y="3650"/>
                  </a:lnTo>
                  <a:lnTo>
                    <a:pt x="1886" y="3027"/>
                  </a:lnTo>
                  <a:lnTo>
                    <a:pt x="0" y="1290"/>
                  </a:lnTo>
                  <a:lnTo>
                    <a:pt x="2698" y="0"/>
                  </a:lnTo>
                  <a:lnTo>
                    <a:pt x="5657" y="94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h5146"/>
            <p:cNvSpPr/>
            <p:nvPr/>
          </p:nvSpPr>
          <p:spPr>
            <a:xfrm>
              <a:off x="6768741" y="3072255"/>
              <a:ext cx="16851" cy="17042"/>
            </a:xfrm>
            <a:custGeom>
              <a:avLst/>
              <a:pathLst>
                <a:path w="16851" h="17042">
                  <a:moveTo>
                    <a:pt x="7642" y="2022"/>
                  </a:moveTo>
                  <a:lnTo>
                    <a:pt x="9944" y="4821"/>
                  </a:lnTo>
                  <a:lnTo>
                    <a:pt x="11736" y="4444"/>
                  </a:lnTo>
                  <a:lnTo>
                    <a:pt x="16851" y="12792"/>
                  </a:lnTo>
                  <a:lnTo>
                    <a:pt x="11674" y="17042"/>
                  </a:lnTo>
                  <a:lnTo>
                    <a:pt x="4976" y="9895"/>
                  </a:lnTo>
                  <a:lnTo>
                    <a:pt x="3463" y="10391"/>
                  </a:lnTo>
                  <a:lnTo>
                    <a:pt x="2928" y="13780"/>
                  </a:lnTo>
                  <a:lnTo>
                    <a:pt x="1381" y="12868"/>
                  </a:lnTo>
                  <a:lnTo>
                    <a:pt x="1606" y="9006"/>
                  </a:lnTo>
                  <a:lnTo>
                    <a:pt x="940" y="7791"/>
                  </a:lnTo>
                  <a:lnTo>
                    <a:pt x="8" y="7841"/>
                  </a:lnTo>
                  <a:lnTo>
                    <a:pt x="0" y="4084"/>
                  </a:lnTo>
                  <a:lnTo>
                    <a:pt x="3858" y="1388"/>
                  </a:lnTo>
                  <a:lnTo>
                    <a:pt x="440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h5147"/>
            <p:cNvSpPr/>
            <p:nvPr/>
          </p:nvSpPr>
          <p:spPr>
            <a:xfrm>
              <a:off x="6867901" y="3014645"/>
              <a:ext cx="4159" cy="3871"/>
            </a:xfrm>
            <a:custGeom>
              <a:avLst/>
              <a:pathLst>
                <a:path w="4159" h="3871">
                  <a:moveTo>
                    <a:pt x="4159" y="1372"/>
                  </a:moveTo>
                  <a:lnTo>
                    <a:pt x="1990" y="38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h5148"/>
            <p:cNvSpPr/>
            <p:nvPr/>
          </p:nvSpPr>
          <p:spPr>
            <a:xfrm>
              <a:off x="6962290" y="3075104"/>
              <a:ext cx="28486" cy="23377"/>
            </a:xfrm>
            <a:custGeom>
              <a:avLst/>
              <a:pathLst>
                <a:path w="28486" h="23377">
                  <a:moveTo>
                    <a:pt x="23722" y="0"/>
                  </a:moveTo>
                  <a:lnTo>
                    <a:pt x="26579" y="2361"/>
                  </a:lnTo>
                  <a:lnTo>
                    <a:pt x="28486" y="5762"/>
                  </a:lnTo>
                  <a:lnTo>
                    <a:pt x="27535" y="10009"/>
                  </a:lnTo>
                  <a:lnTo>
                    <a:pt x="25384" y="10286"/>
                  </a:lnTo>
                  <a:lnTo>
                    <a:pt x="23953" y="9176"/>
                  </a:lnTo>
                  <a:lnTo>
                    <a:pt x="22268" y="10163"/>
                  </a:lnTo>
                  <a:lnTo>
                    <a:pt x="21325" y="13564"/>
                  </a:lnTo>
                  <a:lnTo>
                    <a:pt x="21894" y="14846"/>
                  </a:lnTo>
                  <a:lnTo>
                    <a:pt x="21592" y="17082"/>
                  </a:lnTo>
                  <a:lnTo>
                    <a:pt x="19776" y="17296"/>
                  </a:lnTo>
                  <a:lnTo>
                    <a:pt x="18716" y="19896"/>
                  </a:lnTo>
                  <a:lnTo>
                    <a:pt x="18236" y="19491"/>
                  </a:lnTo>
                  <a:lnTo>
                    <a:pt x="13329" y="18223"/>
                  </a:lnTo>
                  <a:lnTo>
                    <a:pt x="11610" y="18796"/>
                  </a:lnTo>
                  <a:lnTo>
                    <a:pt x="10530" y="21397"/>
                  </a:lnTo>
                  <a:lnTo>
                    <a:pt x="8779" y="23377"/>
                  </a:lnTo>
                  <a:lnTo>
                    <a:pt x="8676" y="22515"/>
                  </a:lnTo>
                  <a:lnTo>
                    <a:pt x="0" y="16014"/>
                  </a:lnTo>
                  <a:lnTo>
                    <a:pt x="3533" y="9691"/>
                  </a:lnTo>
                  <a:lnTo>
                    <a:pt x="5419" y="12277"/>
                  </a:lnTo>
                  <a:lnTo>
                    <a:pt x="8871" y="12869"/>
                  </a:lnTo>
                  <a:lnTo>
                    <a:pt x="10690" y="11340"/>
                  </a:lnTo>
                  <a:lnTo>
                    <a:pt x="13053" y="7552"/>
                  </a:lnTo>
                  <a:lnTo>
                    <a:pt x="15487" y="8615"/>
                  </a:lnTo>
                  <a:lnTo>
                    <a:pt x="17952" y="6517"/>
                  </a:lnTo>
                  <a:lnTo>
                    <a:pt x="19473" y="278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h5149"/>
            <p:cNvSpPr/>
            <p:nvPr/>
          </p:nvSpPr>
          <p:spPr>
            <a:xfrm>
              <a:off x="6889448" y="2919716"/>
              <a:ext cx="24874" cy="29147"/>
            </a:xfrm>
            <a:custGeom>
              <a:avLst/>
              <a:pathLst>
                <a:path w="24874" h="29147">
                  <a:moveTo>
                    <a:pt x="21640" y="434"/>
                  </a:moveTo>
                  <a:lnTo>
                    <a:pt x="22300" y="5403"/>
                  </a:lnTo>
                  <a:lnTo>
                    <a:pt x="24874" y="7590"/>
                  </a:lnTo>
                  <a:lnTo>
                    <a:pt x="22484" y="13629"/>
                  </a:lnTo>
                  <a:lnTo>
                    <a:pt x="22226" y="22105"/>
                  </a:lnTo>
                  <a:lnTo>
                    <a:pt x="19173" y="22127"/>
                  </a:lnTo>
                  <a:lnTo>
                    <a:pt x="18341" y="21024"/>
                  </a:lnTo>
                  <a:lnTo>
                    <a:pt x="15546" y="25090"/>
                  </a:lnTo>
                  <a:lnTo>
                    <a:pt x="16920" y="26513"/>
                  </a:lnTo>
                  <a:lnTo>
                    <a:pt x="16679" y="28177"/>
                  </a:lnTo>
                  <a:lnTo>
                    <a:pt x="15250" y="29147"/>
                  </a:lnTo>
                  <a:lnTo>
                    <a:pt x="14486" y="27928"/>
                  </a:lnTo>
                  <a:lnTo>
                    <a:pt x="15717" y="26697"/>
                  </a:lnTo>
                  <a:lnTo>
                    <a:pt x="13429" y="23348"/>
                  </a:lnTo>
                  <a:lnTo>
                    <a:pt x="11858" y="22683"/>
                  </a:lnTo>
                  <a:lnTo>
                    <a:pt x="8625" y="24067"/>
                  </a:lnTo>
                  <a:lnTo>
                    <a:pt x="7560" y="21167"/>
                  </a:lnTo>
                  <a:lnTo>
                    <a:pt x="8892" y="20340"/>
                  </a:lnTo>
                  <a:lnTo>
                    <a:pt x="7835" y="17472"/>
                  </a:lnTo>
                  <a:lnTo>
                    <a:pt x="5632" y="15381"/>
                  </a:lnTo>
                  <a:lnTo>
                    <a:pt x="296" y="12875"/>
                  </a:lnTo>
                  <a:lnTo>
                    <a:pt x="0" y="10635"/>
                  </a:lnTo>
                  <a:lnTo>
                    <a:pt x="4542" y="8218"/>
                  </a:lnTo>
                  <a:lnTo>
                    <a:pt x="7755" y="8129"/>
                  </a:lnTo>
                  <a:lnTo>
                    <a:pt x="9429" y="3314"/>
                  </a:lnTo>
                  <a:lnTo>
                    <a:pt x="10612" y="2326"/>
                  </a:lnTo>
                  <a:lnTo>
                    <a:pt x="10910" y="8457"/>
                  </a:lnTo>
                  <a:lnTo>
                    <a:pt x="15290" y="3668"/>
                  </a:lnTo>
                  <a:lnTo>
                    <a:pt x="2058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h5150"/>
            <p:cNvSpPr/>
            <p:nvPr/>
          </p:nvSpPr>
          <p:spPr>
            <a:xfrm>
              <a:off x="6802589" y="2989049"/>
              <a:ext cx="7585" cy="4214"/>
            </a:xfrm>
            <a:custGeom>
              <a:avLst/>
              <a:pathLst>
                <a:path w="7585" h="4214">
                  <a:moveTo>
                    <a:pt x="4802" y="0"/>
                  </a:moveTo>
                  <a:lnTo>
                    <a:pt x="7288" y="1370"/>
                  </a:lnTo>
                  <a:lnTo>
                    <a:pt x="7585" y="3668"/>
                  </a:lnTo>
                  <a:lnTo>
                    <a:pt x="6269" y="4214"/>
                  </a:lnTo>
                  <a:lnTo>
                    <a:pt x="2646" y="3277"/>
                  </a:lnTo>
                  <a:lnTo>
                    <a:pt x="0" y="39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h5151"/>
            <p:cNvSpPr/>
            <p:nvPr/>
          </p:nvSpPr>
          <p:spPr>
            <a:xfrm>
              <a:off x="6972937" y="3054791"/>
              <a:ext cx="17644" cy="12196"/>
            </a:xfrm>
            <a:custGeom>
              <a:avLst/>
              <a:pathLst>
                <a:path w="17644" h="12196">
                  <a:moveTo>
                    <a:pt x="13974" y="3334"/>
                  </a:moveTo>
                  <a:lnTo>
                    <a:pt x="14784" y="2991"/>
                  </a:lnTo>
                  <a:lnTo>
                    <a:pt x="14717" y="4338"/>
                  </a:lnTo>
                  <a:lnTo>
                    <a:pt x="17141" y="5351"/>
                  </a:lnTo>
                  <a:lnTo>
                    <a:pt x="17644" y="6763"/>
                  </a:lnTo>
                  <a:lnTo>
                    <a:pt x="15382" y="8093"/>
                  </a:lnTo>
                  <a:lnTo>
                    <a:pt x="13844" y="8364"/>
                  </a:lnTo>
                  <a:lnTo>
                    <a:pt x="10655" y="7020"/>
                  </a:lnTo>
                  <a:lnTo>
                    <a:pt x="8260" y="10533"/>
                  </a:lnTo>
                  <a:lnTo>
                    <a:pt x="5761" y="12196"/>
                  </a:lnTo>
                  <a:lnTo>
                    <a:pt x="455" y="5755"/>
                  </a:lnTo>
                  <a:lnTo>
                    <a:pt x="0" y="3198"/>
                  </a:lnTo>
                  <a:lnTo>
                    <a:pt x="481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h5152"/>
            <p:cNvSpPr/>
            <p:nvPr/>
          </p:nvSpPr>
          <p:spPr>
            <a:xfrm>
              <a:off x="6811213" y="3047110"/>
              <a:ext cx="9017" cy="11434"/>
            </a:xfrm>
            <a:custGeom>
              <a:avLst/>
              <a:pathLst>
                <a:path w="9017" h="11434">
                  <a:moveTo>
                    <a:pt x="3907" y="0"/>
                  </a:moveTo>
                  <a:lnTo>
                    <a:pt x="4901" y="827"/>
                  </a:lnTo>
                  <a:lnTo>
                    <a:pt x="6088" y="702"/>
                  </a:lnTo>
                  <a:lnTo>
                    <a:pt x="6184" y="2132"/>
                  </a:lnTo>
                  <a:lnTo>
                    <a:pt x="6846" y="1912"/>
                  </a:lnTo>
                  <a:lnTo>
                    <a:pt x="8790" y="3112"/>
                  </a:lnTo>
                  <a:lnTo>
                    <a:pt x="9017" y="7105"/>
                  </a:lnTo>
                  <a:lnTo>
                    <a:pt x="6121" y="10219"/>
                  </a:lnTo>
                  <a:lnTo>
                    <a:pt x="4868" y="11434"/>
                  </a:lnTo>
                  <a:lnTo>
                    <a:pt x="3878" y="11266"/>
                  </a:lnTo>
                  <a:lnTo>
                    <a:pt x="972" y="6464"/>
                  </a:lnTo>
                  <a:lnTo>
                    <a:pt x="1159" y="2346"/>
                  </a:lnTo>
                  <a:lnTo>
                    <a:pt x="0" y="85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h5153"/>
            <p:cNvSpPr/>
            <p:nvPr/>
          </p:nvSpPr>
          <p:spPr>
            <a:xfrm>
              <a:off x="6879162" y="2865217"/>
              <a:ext cx="8366" cy="12070"/>
            </a:xfrm>
            <a:custGeom>
              <a:avLst/>
              <a:pathLst>
                <a:path w="8366" h="12070">
                  <a:moveTo>
                    <a:pt x="5432" y="0"/>
                  </a:moveTo>
                  <a:lnTo>
                    <a:pt x="8366" y="2151"/>
                  </a:lnTo>
                  <a:lnTo>
                    <a:pt x="8289" y="5200"/>
                  </a:lnTo>
                  <a:lnTo>
                    <a:pt x="4955" y="10306"/>
                  </a:lnTo>
                  <a:lnTo>
                    <a:pt x="3401" y="12070"/>
                  </a:lnTo>
                  <a:lnTo>
                    <a:pt x="0" y="10719"/>
                  </a:lnTo>
                  <a:lnTo>
                    <a:pt x="2208" y="8455"/>
                  </a:lnTo>
                  <a:lnTo>
                    <a:pt x="701" y="5737"/>
                  </a:lnTo>
                  <a:lnTo>
                    <a:pt x="3223" y="290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h5154"/>
            <p:cNvSpPr/>
            <p:nvPr/>
          </p:nvSpPr>
          <p:spPr>
            <a:xfrm>
              <a:off x="6896173" y="2878268"/>
              <a:ext cx="3408" cy="3867"/>
            </a:xfrm>
            <a:custGeom>
              <a:avLst/>
              <a:pathLst>
                <a:path w="3408" h="3867">
                  <a:moveTo>
                    <a:pt x="3300" y="1218"/>
                  </a:moveTo>
                  <a:lnTo>
                    <a:pt x="3408" y="3003"/>
                  </a:lnTo>
                  <a:lnTo>
                    <a:pt x="1034" y="3867"/>
                  </a:lnTo>
                  <a:lnTo>
                    <a:pt x="0" y="1601"/>
                  </a:lnTo>
                  <a:lnTo>
                    <a:pt x="1848" y="0"/>
                  </a:lnTo>
                  <a:lnTo>
                    <a:pt x="3254" y="67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h5155"/>
            <p:cNvSpPr/>
            <p:nvPr/>
          </p:nvSpPr>
          <p:spPr>
            <a:xfrm>
              <a:off x="6892344" y="2864597"/>
              <a:ext cx="8595" cy="11399"/>
            </a:xfrm>
            <a:custGeom>
              <a:avLst/>
              <a:pathLst>
                <a:path w="8595" h="11399">
                  <a:moveTo>
                    <a:pt x="5827" y="6220"/>
                  </a:moveTo>
                  <a:lnTo>
                    <a:pt x="8595" y="8135"/>
                  </a:lnTo>
                  <a:lnTo>
                    <a:pt x="7996" y="9078"/>
                  </a:lnTo>
                  <a:lnTo>
                    <a:pt x="6699" y="8864"/>
                  </a:lnTo>
                  <a:lnTo>
                    <a:pt x="3172" y="11399"/>
                  </a:lnTo>
                  <a:lnTo>
                    <a:pt x="2336" y="11302"/>
                  </a:lnTo>
                  <a:lnTo>
                    <a:pt x="0" y="9494"/>
                  </a:lnTo>
                  <a:lnTo>
                    <a:pt x="3202" y="3355"/>
                  </a:lnTo>
                  <a:lnTo>
                    <a:pt x="3552" y="0"/>
                  </a:lnTo>
                  <a:lnTo>
                    <a:pt x="5437" y="164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h5156"/>
            <p:cNvSpPr/>
            <p:nvPr/>
          </p:nvSpPr>
          <p:spPr>
            <a:xfrm>
              <a:off x="6752273" y="3064819"/>
              <a:ext cx="20877" cy="17417"/>
            </a:xfrm>
            <a:custGeom>
              <a:avLst/>
              <a:pathLst>
                <a:path w="20877" h="17417">
                  <a:moveTo>
                    <a:pt x="14390" y="173"/>
                  </a:moveTo>
                  <a:lnTo>
                    <a:pt x="17182" y="4235"/>
                  </a:lnTo>
                  <a:lnTo>
                    <a:pt x="20168" y="5312"/>
                  </a:lnTo>
                  <a:lnTo>
                    <a:pt x="20877" y="7436"/>
                  </a:lnTo>
                  <a:lnTo>
                    <a:pt x="20326" y="8824"/>
                  </a:lnTo>
                  <a:lnTo>
                    <a:pt x="16467" y="11520"/>
                  </a:lnTo>
                  <a:lnTo>
                    <a:pt x="16476" y="15277"/>
                  </a:lnTo>
                  <a:lnTo>
                    <a:pt x="15241" y="16583"/>
                  </a:lnTo>
                  <a:lnTo>
                    <a:pt x="12962" y="17417"/>
                  </a:lnTo>
                  <a:lnTo>
                    <a:pt x="14312" y="12705"/>
                  </a:lnTo>
                  <a:lnTo>
                    <a:pt x="10976" y="11038"/>
                  </a:lnTo>
                  <a:lnTo>
                    <a:pt x="3100" y="14450"/>
                  </a:lnTo>
                  <a:lnTo>
                    <a:pt x="1497" y="13806"/>
                  </a:lnTo>
                  <a:lnTo>
                    <a:pt x="0" y="12077"/>
                  </a:lnTo>
                  <a:lnTo>
                    <a:pt x="2640" y="7809"/>
                  </a:lnTo>
                  <a:lnTo>
                    <a:pt x="7319" y="5415"/>
                  </a:lnTo>
                  <a:lnTo>
                    <a:pt x="10903" y="1926"/>
                  </a:lnTo>
                  <a:lnTo>
                    <a:pt x="1165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h5157"/>
            <p:cNvSpPr/>
            <p:nvPr/>
          </p:nvSpPr>
          <p:spPr>
            <a:xfrm>
              <a:off x="6898901" y="3043870"/>
              <a:ext cx="21875" cy="26419"/>
            </a:xfrm>
            <a:custGeom>
              <a:avLst/>
              <a:pathLst>
                <a:path w="21875" h="26419">
                  <a:moveTo>
                    <a:pt x="16788" y="0"/>
                  </a:moveTo>
                  <a:lnTo>
                    <a:pt x="19403" y="3577"/>
                  </a:lnTo>
                  <a:lnTo>
                    <a:pt x="20166" y="3609"/>
                  </a:lnTo>
                  <a:lnTo>
                    <a:pt x="20374" y="8152"/>
                  </a:lnTo>
                  <a:lnTo>
                    <a:pt x="18250" y="7661"/>
                  </a:lnTo>
                  <a:lnTo>
                    <a:pt x="17478" y="8206"/>
                  </a:lnTo>
                  <a:lnTo>
                    <a:pt x="18519" y="10595"/>
                  </a:lnTo>
                  <a:lnTo>
                    <a:pt x="17904" y="11991"/>
                  </a:lnTo>
                  <a:lnTo>
                    <a:pt x="17094" y="11578"/>
                  </a:lnTo>
                  <a:lnTo>
                    <a:pt x="15975" y="12864"/>
                  </a:lnTo>
                  <a:lnTo>
                    <a:pt x="16910" y="16189"/>
                  </a:lnTo>
                  <a:lnTo>
                    <a:pt x="21713" y="19961"/>
                  </a:lnTo>
                  <a:lnTo>
                    <a:pt x="21875" y="21164"/>
                  </a:lnTo>
                  <a:lnTo>
                    <a:pt x="15170" y="26419"/>
                  </a:lnTo>
                  <a:lnTo>
                    <a:pt x="13529" y="25929"/>
                  </a:lnTo>
                  <a:lnTo>
                    <a:pt x="11044" y="23187"/>
                  </a:lnTo>
                  <a:lnTo>
                    <a:pt x="12117" y="19699"/>
                  </a:lnTo>
                  <a:lnTo>
                    <a:pt x="14660" y="16751"/>
                  </a:lnTo>
                  <a:lnTo>
                    <a:pt x="14638" y="16138"/>
                  </a:lnTo>
                  <a:lnTo>
                    <a:pt x="11927" y="14500"/>
                  </a:lnTo>
                  <a:lnTo>
                    <a:pt x="9786" y="14857"/>
                  </a:lnTo>
                  <a:lnTo>
                    <a:pt x="6325" y="17671"/>
                  </a:lnTo>
                  <a:lnTo>
                    <a:pt x="1304" y="19531"/>
                  </a:lnTo>
                  <a:lnTo>
                    <a:pt x="945" y="19488"/>
                  </a:lnTo>
                  <a:lnTo>
                    <a:pt x="0" y="15357"/>
                  </a:lnTo>
                  <a:lnTo>
                    <a:pt x="719" y="8717"/>
                  </a:lnTo>
                  <a:lnTo>
                    <a:pt x="3295" y="8120"/>
                  </a:lnTo>
                  <a:lnTo>
                    <a:pt x="4745" y="9260"/>
                  </a:lnTo>
                  <a:lnTo>
                    <a:pt x="8079" y="7638"/>
                  </a:lnTo>
                  <a:lnTo>
                    <a:pt x="12615" y="4679"/>
                  </a:lnTo>
                  <a:lnTo>
                    <a:pt x="15286" y="5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h5158"/>
            <p:cNvSpPr/>
            <p:nvPr/>
          </p:nvSpPr>
          <p:spPr>
            <a:xfrm>
              <a:off x="6807718" y="3092880"/>
              <a:ext cx="14884" cy="23453"/>
            </a:xfrm>
            <a:custGeom>
              <a:avLst/>
              <a:pathLst>
                <a:path w="14884" h="23453">
                  <a:moveTo>
                    <a:pt x="11399" y="2194"/>
                  </a:moveTo>
                  <a:lnTo>
                    <a:pt x="14884" y="8454"/>
                  </a:lnTo>
                  <a:lnTo>
                    <a:pt x="13705" y="8699"/>
                  </a:lnTo>
                  <a:lnTo>
                    <a:pt x="11233" y="11756"/>
                  </a:lnTo>
                  <a:lnTo>
                    <a:pt x="12175" y="15669"/>
                  </a:lnTo>
                  <a:lnTo>
                    <a:pt x="13164" y="17080"/>
                  </a:lnTo>
                  <a:lnTo>
                    <a:pt x="8470" y="22492"/>
                  </a:lnTo>
                  <a:lnTo>
                    <a:pt x="6866" y="21842"/>
                  </a:lnTo>
                  <a:lnTo>
                    <a:pt x="6281" y="23453"/>
                  </a:lnTo>
                  <a:lnTo>
                    <a:pt x="4695" y="21983"/>
                  </a:lnTo>
                  <a:lnTo>
                    <a:pt x="1962" y="17362"/>
                  </a:lnTo>
                  <a:lnTo>
                    <a:pt x="2429" y="7337"/>
                  </a:lnTo>
                  <a:lnTo>
                    <a:pt x="0" y="4854"/>
                  </a:lnTo>
                  <a:lnTo>
                    <a:pt x="529" y="2183"/>
                  </a:lnTo>
                  <a:lnTo>
                    <a:pt x="5042" y="2866"/>
                  </a:lnTo>
                  <a:lnTo>
                    <a:pt x="842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h5159"/>
            <p:cNvSpPr/>
            <p:nvPr/>
          </p:nvSpPr>
          <p:spPr>
            <a:xfrm>
              <a:off x="6900061" y="2879452"/>
              <a:ext cx="21783" cy="48721"/>
            </a:xfrm>
            <a:custGeom>
              <a:avLst/>
              <a:pathLst>
                <a:path w="21783" h="48721">
                  <a:moveTo>
                    <a:pt x="21783" y="4981"/>
                  </a:moveTo>
                  <a:lnTo>
                    <a:pt x="20943" y="10988"/>
                  </a:lnTo>
                  <a:lnTo>
                    <a:pt x="19063" y="8727"/>
                  </a:lnTo>
                  <a:lnTo>
                    <a:pt x="16866" y="9543"/>
                  </a:lnTo>
                  <a:lnTo>
                    <a:pt x="13629" y="17122"/>
                  </a:lnTo>
                  <a:lnTo>
                    <a:pt x="13305" y="20729"/>
                  </a:lnTo>
                  <a:lnTo>
                    <a:pt x="14126" y="21797"/>
                  </a:lnTo>
                  <a:lnTo>
                    <a:pt x="14424" y="25049"/>
                  </a:lnTo>
                  <a:lnTo>
                    <a:pt x="15304" y="34803"/>
                  </a:lnTo>
                  <a:lnTo>
                    <a:pt x="13548" y="35668"/>
                  </a:lnTo>
                  <a:lnTo>
                    <a:pt x="11014" y="38719"/>
                  </a:lnTo>
                  <a:lnTo>
                    <a:pt x="11027" y="40699"/>
                  </a:lnTo>
                  <a:lnTo>
                    <a:pt x="9970" y="40264"/>
                  </a:lnTo>
                  <a:lnTo>
                    <a:pt x="4677" y="43932"/>
                  </a:lnTo>
                  <a:lnTo>
                    <a:pt x="297" y="48721"/>
                  </a:lnTo>
                  <a:lnTo>
                    <a:pt x="0" y="42590"/>
                  </a:lnTo>
                  <a:lnTo>
                    <a:pt x="3297" y="41002"/>
                  </a:lnTo>
                  <a:lnTo>
                    <a:pt x="4592" y="39579"/>
                  </a:lnTo>
                  <a:lnTo>
                    <a:pt x="6288" y="33583"/>
                  </a:lnTo>
                  <a:lnTo>
                    <a:pt x="5887" y="31357"/>
                  </a:lnTo>
                  <a:lnTo>
                    <a:pt x="3812" y="30777"/>
                  </a:lnTo>
                  <a:lnTo>
                    <a:pt x="3911" y="27611"/>
                  </a:lnTo>
                  <a:lnTo>
                    <a:pt x="5947" y="25241"/>
                  </a:lnTo>
                  <a:lnTo>
                    <a:pt x="7599" y="21764"/>
                  </a:lnTo>
                  <a:lnTo>
                    <a:pt x="7174" y="10175"/>
                  </a:lnTo>
                  <a:lnTo>
                    <a:pt x="11310" y="9587"/>
                  </a:lnTo>
                  <a:lnTo>
                    <a:pt x="16513" y="6709"/>
                  </a:lnTo>
                  <a:lnTo>
                    <a:pt x="17783" y="5107"/>
                  </a:lnTo>
                  <a:lnTo>
                    <a:pt x="194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h5160"/>
            <p:cNvSpPr/>
            <p:nvPr/>
          </p:nvSpPr>
          <p:spPr>
            <a:xfrm>
              <a:off x="6899506" y="2920608"/>
              <a:ext cx="29998" cy="42714"/>
            </a:xfrm>
            <a:custGeom>
              <a:avLst/>
              <a:pathLst>
                <a:path w="29998" h="42714">
                  <a:moveTo>
                    <a:pt x="23555" y="3292"/>
                  </a:moveTo>
                  <a:lnTo>
                    <a:pt x="22444" y="6302"/>
                  </a:lnTo>
                  <a:lnTo>
                    <a:pt x="22107" y="6623"/>
                  </a:lnTo>
                  <a:lnTo>
                    <a:pt x="21594" y="5035"/>
                  </a:lnTo>
                  <a:lnTo>
                    <a:pt x="20056" y="7062"/>
                  </a:lnTo>
                  <a:lnTo>
                    <a:pt x="21092" y="8502"/>
                  </a:lnTo>
                  <a:lnTo>
                    <a:pt x="19738" y="12411"/>
                  </a:lnTo>
                  <a:lnTo>
                    <a:pt x="20647" y="18332"/>
                  </a:lnTo>
                  <a:lnTo>
                    <a:pt x="23149" y="23122"/>
                  </a:lnTo>
                  <a:lnTo>
                    <a:pt x="28838" y="23880"/>
                  </a:lnTo>
                  <a:lnTo>
                    <a:pt x="29714" y="24839"/>
                  </a:lnTo>
                  <a:lnTo>
                    <a:pt x="29998" y="28838"/>
                  </a:lnTo>
                  <a:lnTo>
                    <a:pt x="28897" y="31093"/>
                  </a:lnTo>
                  <a:lnTo>
                    <a:pt x="25222" y="31623"/>
                  </a:lnTo>
                  <a:lnTo>
                    <a:pt x="24690" y="33188"/>
                  </a:lnTo>
                  <a:lnTo>
                    <a:pt x="24834" y="34213"/>
                  </a:lnTo>
                  <a:lnTo>
                    <a:pt x="27381" y="34636"/>
                  </a:lnTo>
                  <a:lnTo>
                    <a:pt x="28767" y="37814"/>
                  </a:lnTo>
                  <a:lnTo>
                    <a:pt x="24242" y="37774"/>
                  </a:lnTo>
                  <a:lnTo>
                    <a:pt x="21820" y="36962"/>
                  </a:lnTo>
                  <a:lnTo>
                    <a:pt x="19049" y="39242"/>
                  </a:lnTo>
                  <a:lnTo>
                    <a:pt x="18732" y="40973"/>
                  </a:lnTo>
                  <a:lnTo>
                    <a:pt x="16452" y="42201"/>
                  </a:lnTo>
                  <a:lnTo>
                    <a:pt x="15494" y="42714"/>
                  </a:lnTo>
                  <a:lnTo>
                    <a:pt x="11829" y="37944"/>
                  </a:lnTo>
                  <a:lnTo>
                    <a:pt x="10685" y="37408"/>
                  </a:lnTo>
                  <a:lnTo>
                    <a:pt x="7760" y="37588"/>
                  </a:lnTo>
                  <a:lnTo>
                    <a:pt x="6372" y="36408"/>
                  </a:lnTo>
                  <a:lnTo>
                    <a:pt x="5709" y="33409"/>
                  </a:lnTo>
                  <a:lnTo>
                    <a:pt x="4120" y="33978"/>
                  </a:lnTo>
                  <a:lnTo>
                    <a:pt x="1010" y="37535"/>
                  </a:lnTo>
                  <a:lnTo>
                    <a:pt x="0" y="36048"/>
                  </a:lnTo>
                  <a:lnTo>
                    <a:pt x="3780" y="31740"/>
                  </a:lnTo>
                  <a:lnTo>
                    <a:pt x="8289" y="29130"/>
                  </a:lnTo>
                  <a:lnTo>
                    <a:pt x="6622" y="27285"/>
                  </a:lnTo>
                  <a:lnTo>
                    <a:pt x="6862" y="25621"/>
                  </a:lnTo>
                  <a:lnTo>
                    <a:pt x="5488" y="24198"/>
                  </a:lnTo>
                  <a:lnTo>
                    <a:pt x="8284" y="20132"/>
                  </a:lnTo>
                  <a:lnTo>
                    <a:pt x="9115" y="21235"/>
                  </a:lnTo>
                  <a:lnTo>
                    <a:pt x="12169" y="21213"/>
                  </a:lnTo>
                  <a:lnTo>
                    <a:pt x="12426" y="12737"/>
                  </a:lnTo>
                  <a:lnTo>
                    <a:pt x="14817" y="6698"/>
                  </a:lnTo>
                  <a:lnTo>
                    <a:pt x="22854" y="1345"/>
                  </a:lnTo>
                  <a:lnTo>
                    <a:pt x="2331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h5161"/>
            <p:cNvSpPr/>
            <p:nvPr/>
          </p:nvSpPr>
          <p:spPr>
            <a:xfrm>
              <a:off x="6859567" y="3083750"/>
              <a:ext cx="11810" cy="15026"/>
            </a:xfrm>
            <a:custGeom>
              <a:avLst/>
              <a:pathLst>
                <a:path w="11810" h="15026">
                  <a:moveTo>
                    <a:pt x="10499" y="0"/>
                  </a:moveTo>
                  <a:lnTo>
                    <a:pt x="10666" y="3286"/>
                  </a:lnTo>
                  <a:lnTo>
                    <a:pt x="11810" y="4304"/>
                  </a:lnTo>
                  <a:lnTo>
                    <a:pt x="10203" y="6490"/>
                  </a:lnTo>
                  <a:lnTo>
                    <a:pt x="7929" y="6307"/>
                  </a:lnTo>
                  <a:lnTo>
                    <a:pt x="6145" y="7165"/>
                  </a:lnTo>
                  <a:lnTo>
                    <a:pt x="8609" y="9624"/>
                  </a:lnTo>
                  <a:lnTo>
                    <a:pt x="4340" y="15026"/>
                  </a:lnTo>
                  <a:lnTo>
                    <a:pt x="3367" y="14286"/>
                  </a:lnTo>
                  <a:lnTo>
                    <a:pt x="1240" y="14916"/>
                  </a:lnTo>
                  <a:lnTo>
                    <a:pt x="0" y="11337"/>
                  </a:lnTo>
                  <a:lnTo>
                    <a:pt x="7911" y="1951"/>
                  </a:lnTo>
                  <a:lnTo>
                    <a:pt x="5849" y="96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h5162"/>
            <p:cNvSpPr/>
            <p:nvPr/>
          </p:nvSpPr>
          <p:spPr>
            <a:xfrm>
              <a:off x="6877498" y="2977283"/>
              <a:ext cx="2704" cy="967"/>
            </a:xfrm>
            <a:custGeom>
              <a:avLst/>
              <a:pathLst>
                <a:path w="2704" h="967">
                  <a:moveTo>
                    <a:pt x="1836" y="592"/>
                  </a:moveTo>
                  <a:lnTo>
                    <a:pt x="0" y="967"/>
                  </a:lnTo>
                  <a:lnTo>
                    <a:pt x="270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h5163"/>
            <p:cNvSpPr/>
            <p:nvPr/>
          </p:nvSpPr>
          <p:spPr>
            <a:xfrm>
              <a:off x="6875474" y="2972312"/>
              <a:ext cx="2493" cy="1625"/>
            </a:xfrm>
            <a:custGeom>
              <a:avLst/>
              <a:pathLst>
                <a:path w="2493" h="1625">
                  <a:moveTo>
                    <a:pt x="435" y="0"/>
                  </a:moveTo>
                  <a:lnTo>
                    <a:pt x="1771" y="1241"/>
                  </a:lnTo>
                  <a:lnTo>
                    <a:pt x="2493" y="1530"/>
                  </a:lnTo>
                  <a:lnTo>
                    <a:pt x="0" y="162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h5164"/>
            <p:cNvSpPr/>
            <p:nvPr/>
          </p:nvSpPr>
          <p:spPr>
            <a:xfrm>
              <a:off x="6914485" y="2902116"/>
              <a:ext cx="7842" cy="12139"/>
            </a:xfrm>
            <a:custGeom>
              <a:avLst/>
              <a:pathLst>
                <a:path w="7842" h="12139">
                  <a:moveTo>
                    <a:pt x="6820" y="27"/>
                  </a:moveTo>
                  <a:lnTo>
                    <a:pt x="7842" y="1216"/>
                  </a:lnTo>
                  <a:lnTo>
                    <a:pt x="7659" y="1904"/>
                  </a:lnTo>
                  <a:lnTo>
                    <a:pt x="3642" y="7968"/>
                  </a:lnTo>
                  <a:lnTo>
                    <a:pt x="3770" y="10471"/>
                  </a:lnTo>
                  <a:lnTo>
                    <a:pt x="880" y="12139"/>
                  </a:lnTo>
                  <a:lnTo>
                    <a:pt x="0" y="2385"/>
                  </a:lnTo>
                  <a:lnTo>
                    <a:pt x="522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h5165"/>
            <p:cNvSpPr/>
            <p:nvPr/>
          </p:nvSpPr>
          <p:spPr>
            <a:xfrm>
              <a:off x="6790771" y="3007002"/>
              <a:ext cx="31086" cy="23179"/>
            </a:xfrm>
            <a:custGeom>
              <a:avLst/>
              <a:pathLst>
                <a:path w="31086" h="23179">
                  <a:moveTo>
                    <a:pt x="4958" y="2835"/>
                  </a:moveTo>
                  <a:lnTo>
                    <a:pt x="11858" y="3256"/>
                  </a:lnTo>
                  <a:lnTo>
                    <a:pt x="13842" y="7581"/>
                  </a:lnTo>
                  <a:lnTo>
                    <a:pt x="15838" y="7492"/>
                  </a:lnTo>
                  <a:lnTo>
                    <a:pt x="19283" y="5363"/>
                  </a:lnTo>
                  <a:lnTo>
                    <a:pt x="20716" y="5285"/>
                  </a:lnTo>
                  <a:lnTo>
                    <a:pt x="22495" y="5287"/>
                  </a:lnTo>
                  <a:lnTo>
                    <a:pt x="23485" y="7225"/>
                  </a:lnTo>
                  <a:lnTo>
                    <a:pt x="25355" y="8029"/>
                  </a:lnTo>
                  <a:lnTo>
                    <a:pt x="29532" y="13785"/>
                  </a:lnTo>
                  <a:lnTo>
                    <a:pt x="29479" y="16910"/>
                  </a:lnTo>
                  <a:lnTo>
                    <a:pt x="31086" y="18183"/>
                  </a:lnTo>
                  <a:lnTo>
                    <a:pt x="28570" y="21742"/>
                  </a:lnTo>
                  <a:lnTo>
                    <a:pt x="24502" y="22498"/>
                  </a:lnTo>
                  <a:lnTo>
                    <a:pt x="24375" y="18850"/>
                  </a:lnTo>
                  <a:lnTo>
                    <a:pt x="21762" y="16876"/>
                  </a:lnTo>
                  <a:lnTo>
                    <a:pt x="19482" y="16926"/>
                  </a:lnTo>
                  <a:lnTo>
                    <a:pt x="15164" y="18639"/>
                  </a:lnTo>
                  <a:lnTo>
                    <a:pt x="16331" y="21168"/>
                  </a:lnTo>
                  <a:lnTo>
                    <a:pt x="15418" y="23179"/>
                  </a:lnTo>
                  <a:lnTo>
                    <a:pt x="11599" y="19805"/>
                  </a:lnTo>
                  <a:lnTo>
                    <a:pt x="9164" y="18720"/>
                  </a:lnTo>
                  <a:lnTo>
                    <a:pt x="7678" y="18131"/>
                  </a:lnTo>
                  <a:lnTo>
                    <a:pt x="7935" y="15336"/>
                  </a:lnTo>
                  <a:lnTo>
                    <a:pt x="7277" y="13493"/>
                  </a:lnTo>
                  <a:lnTo>
                    <a:pt x="5572" y="13423"/>
                  </a:lnTo>
                  <a:lnTo>
                    <a:pt x="0" y="2591"/>
                  </a:lnTo>
                  <a:lnTo>
                    <a:pt x="16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h5166"/>
            <p:cNvSpPr/>
            <p:nvPr/>
          </p:nvSpPr>
          <p:spPr>
            <a:xfrm>
              <a:off x="6914188" y="2900753"/>
              <a:ext cx="5535" cy="3748"/>
            </a:xfrm>
            <a:custGeom>
              <a:avLst/>
              <a:pathLst>
                <a:path w="5535" h="3748">
                  <a:moveTo>
                    <a:pt x="2873" y="122"/>
                  </a:moveTo>
                  <a:lnTo>
                    <a:pt x="5535" y="0"/>
                  </a:lnTo>
                  <a:lnTo>
                    <a:pt x="5520" y="1363"/>
                  </a:lnTo>
                  <a:lnTo>
                    <a:pt x="297" y="3748"/>
                  </a:lnTo>
                  <a:lnTo>
                    <a:pt x="0" y="49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h5167"/>
            <p:cNvSpPr/>
            <p:nvPr/>
          </p:nvSpPr>
          <p:spPr>
            <a:xfrm>
              <a:off x="6791187" y="2999279"/>
              <a:ext cx="20300" cy="15304"/>
            </a:xfrm>
            <a:custGeom>
              <a:avLst/>
              <a:pathLst>
                <a:path w="20300" h="15304">
                  <a:moveTo>
                    <a:pt x="11820" y="0"/>
                  </a:moveTo>
                  <a:lnTo>
                    <a:pt x="17969" y="3306"/>
                  </a:lnTo>
                  <a:lnTo>
                    <a:pt x="18283" y="7986"/>
                  </a:lnTo>
                  <a:lnTo>
                    <a:pt x="20045" y="8333"/>
                  </a:lnTo>
                  <a:lnTo>
                    <a:pt x="20300" y="13008"/>
                  </a:lnTo>
                  <a:lnTo>
                    <a:pt x="18867" y="13086"/>
                  </a:lnTo>
                  <a:lnTo>
                    <a:pt x="15422" y="15215"/>
                  </a:lnTo>
                  <a:lnTo>
                    <a:pt x="13426" y="15304"/>
                  </a:lnTo>
                  <a:lnTo>
                    <a:pt x="11442" y="10979"/>
                  </a:lnTo>
                  <a:lnTo>
                    <a:pt x="4542" y="10558"/>
                  </a:lnTo>
                  <a:lnTo>
                    <a:pt x="1211" y="7723"/>
                  </a:lnTo>
                  <a:lnTo>
                    <a:pt x="846" y="5308"/>
                  </a:lnTo>
                  <a:lnTo>
                    <a:pt x="0" y="3194"/>
                  </a:lnTo>
                  <a:lnTo>
                    <a:pt x="5483" y="4976"/>
                  </a:lnTo>
                  <a:lnTo>
                    <a:pt x="9285" y="441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h5168"/>
            <p:cNvSpPr/>
            <p:nvPr/>
          </p:nvSpPr>
          <p:spPr>
            <a:xfrm>
              <a:off x="6845617" y="3045015"/>
              <a:ext cx="12284" cy="5252"/>
            </a:xfrm>
            <a:custGeom>
              <a:avLst/>
              <a:pathLst>
                <a:path w="12284" h="5252">
                  <a:moveTo>
                    <a:pt x="11391" y="0"/>
                  </a:moveTo>
                  <a:lnTo>
                    <a:pt x="12284" y="1298"/>
                  </a:lnTo>
                  <a:lnTo>
                    <a:pt x="10396" y="3120"/>
                  </a:lnTo>
                  <a:lnTo>
                    <a:pt x="8192" y="2810"/>
                  </a:lnTo>
                  <a:lnTo>
                    <a:pt x="5795" y="4257"/>
                  </a:lnTo>
                  <a:lnTo>
                    <a:pt x="1563" y="5252"/>
                  </a:lnTo>
                  <a:lnTo>
                    <a:pt x="0" y="4137"/>
                  </a:lnTo>
                  <a:lnTo>
                    <a:pt x="5676" y="38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h5169"/>
            <p:cNvSpPr/>
            <p:nvPr/>
          </p:nvSpPr>
          <p:spPr>
            <a:xfrm>
              <a:off x="6781490" y="3023879"/>
              <a:ext cx="33783" cy="22659"/>
            </a:xfrm>
            <a:custGeom>
              <a:avLst/>
              <a:pathLst>
                <a:path w="33783" h="22659">
                  <a:moveTo>
                    <a:pt x="31043" y="0"/>
                  </a:moveTo>
                  <a:lnTo>
                    <a:pt x="33656" y="1974"/>
                  </a:lnTo>
                  <a:lnTo>
                    <a:pt x="33783" y="5621"/>
                  </a:lnTo>
                  <a:lnTo>
                    <a:pt x="31909" y="7549"/>
                  </a:lnTo>
                  <a:lnTo>
                    <a:pt x="29952" y="6021"/>
                  </a:lnTo>
                  <a:lnTo>
                    <a:pt x="20487" y="14646"/>
                  </a:lnTo>
                  <a:lnTo>
                    <a:pt x="20296" y="15517"/>
                  </a:lnTo>
                  <a:lnTo>
                    <a:pt x="18558" y="17213"/>
                  </a:lnTo>
                  <a:lnTo>
                    <a:pt x="15449" y="13965"/>
                  </a:lnTo>
                  <a:lnTo>
                    <a:pt x="14356" y="13240"/>
                  </a:lnTo>
                  <a:lnTo>
                    <a:pt x="12770" y="13328"/>
                  </a:lnTo>
                  <a:lnTo>
                    <a:pt x="10905" y="15124"/>
                  </a:lnTo>
                  <a:lnTo>
                    <a:pt x="10783" y="21417"/>
                  </a:lnTo>
                  <a:lnTo>
                    <a:pt x="8434" y="22245"/>
                  </a:lnTo>
                  <a:lnTo>
                    <a:pt x="1356" y="22659"/>
                  </a:lnTo>
                  <a:lnTo>
                    <a:pt x="0" y="20334"/>
                  </a:lnTo>
                  <a:lnTo>
                    <a:pt x="2166" y="17658"/>
                  </a:lnTo>
                  <a:lnTo>
                    <a:pt x="2869" y="18770"/>
                  </a:lnTo>
                  <a:lnTo>
                    <a:pt x="7286" y="17367"/>
                  </a:lnTo>
                  <a:lnTo>
                    <a:pt x="5874" y="14324"/>
                  </a:lnTo>
                  <a:lnTo>
                    <a:pt x="7090" y="12018"/>
                  </a:lnTo>
                  <a:lnTo>
                    <a:pt x="10645" y="14262"/>
                  </a:lnTo>
                  <a:lnTo>
                    <a:pt x="10173" y="12690"/>
                  </a:lnTo>
                  <a:lnTo>
                    <a:pt x="11146" y="6415"/>
                  </a:lnTo>
                  <a:lnTo>
                    <a:pt x="15034" y="3589"/>
                  </a:lnTo>
                  <a:lnTo>
                    <a:pt x="19328" y="4096"/>
                  </a:lnTo>
                  <a:lnTo>
                    <a:pt x="18445" y="1844"/>
                  </a:lnTo>
                  <a:lnTo>
                    <a:pt x="20880" y="2929"/>
                  </a:lnTo>
                  <a:lnTo>
                    <a:pt x="24699" y="6303"/>
                  </a:lnTo>
                  <a:lnTo>
                    <a:pt x="25612" y="4292"/>
                  </a:lnTo>
                  <a:lnTo>
                    <a:pt x="24445" y="1763"/>
                  </a:lnTo>
                  <a:lnTo>
                    <a:pt x="28763" y="4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h5170"/>
            <p:cNvSpPr/>
            <p:nvPr/>
          </p:nvSpPr>
          <p:spPr>
            <a:xfrm>
              <a:off x="6775696" y="3041426"/>
              <a:ext cx="18352" cy="15421"/>
            </a:xfrm>
            <a:custGeom>
              <a:avLst/>
              <a:pathLst>
                <a:path w="18352" h="15421">
                  <a:moveTo>
                    <a:pt x="3274" y="0"/>
                  </a:moveTo>
                  <a:lnTo>
                    <a:pt x="5794" y="2787"/>
                  </a:lnTo>
                  <a:lnTo>
                    <a:pt x="7150" y="5111"/>
                  </a:lnTo>
                  <a:lnTo>
                    <a:pt x="14228" y="4698"/>
                  </a:lnTo>
                  <a:lnTo>
                    <a:pt x="16577" y="3869"/>
                  </a:lnTo>
                  <a:lnTo>
                    <a:pt x="18352" y="7951"/>
                  </a:lnTo>
                  <a:lnTo>
                    <a:pt x="17381" y="9952"/>
                  </a:lnTo>
                  <a:lnTo>
                    <a:pt x="14318" y="11498"/>
                  </a:lnTo>
                  <a:lnTo>
                    <a:pt x="13408" y="13611"/>
                  </a:lnTo>
                  <a:lnTo>
                    <a:pt x="8288" y="11054"/>
                  </a:lnTo>
                  <a:lnTo>
                    <a:pt x="3247" y="12054"/>
                  </a:lnTo>
                  <a:lnTo>
                    <a:pt x="2632" y="12642"/>
                  </a:lnTo>
                  <a:lnTo>
                    <a:pt x="2977" y="15000"/>
                  </a:lnTo>
                  <a:lnTo>
                    <a:pt x="1928" y="15421"/>
                  </a:lnTo>
                  <a:lnTo>
                    <a:pt x="1110" y="13106"/>
                  </a:lnTo>
                  <a:lnTo>
                    <a:pt x="1757" y="12933"/>
                  </a:lnTo>
                  <a:lnTo>
                    <a:pt x="1970" y="11718"/>
                  </a:lnTo>
                  <a:lnTo>
                    <a:pt x="0" y="542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h5171"/>
            <p:cNvSpPr/>
            <p:nvPr/>
          </p:nvSpPr>
          <p:spPr>
            <a:xfrm>
              <a:off x="6809185" y="3067557"/>
              <a:ext cx="34379" cy="27842"/>
            </a:xfrm>
            <a:custGeom>
              <a:avLst/>
              <a:pathLst>
                <a:path w="34379" h="27842">
                  <a:moveTo>
                    <a:pt x="17664" y="286"/>
                  </a:moveTo>
                  <a:lnTo>
                    <a:pt x="19332" y="7259"/>
                  </a:lnTo>
                  <a:lnTo>
                    <a:pt x="18544" y="8458"/>
                  </a:lnTo>
                  <a:lnTo>
                    <a:pt x="19975" y="10231"/>
                  </a:lnTo>
                  <a:lnTo>
                    <a:pt x="26319" y="10881"/>
                  </a:lnTo>
                  <a:lnTo>
                    <a:pt x="32055" y="14904"/>
                  </a:lnTo>
                  <a:lnTo>
                    <a:pt x="33913" y="15531"/>
                  </a:lnTo>
                  <a:lnTo>
                    <a:pt x="34379" y="18046"/>
                  </a:lnTo>
                  <a:lnTo>
                    <a:pt x="33755" y="19994"/>
                  </a:lnTo>
                  <a:lnTo>
                    <a:pt x="31274" y="22032"/>
                  </a:lnTo>
                  <a:lnTo>
                    <a:pt x="30799" y="23437"/>
                  </a:lnTo>
                  <a:lnTo>
                    <a:pt x="29101" y="22749"/>
                  </a:lnTo>
                  <a:lnTo>
                    <a:pt x="27718" y="23454"/>
                  </a:lnTo>
                  <a:lnTo>
                    <a:pt x="27802" y="24938"/>
                  </a:lnTo>
                  <a:lnTo>
                    <a:pt x="18802" y="26308"/>
                  </a:lnTo>
                  <a:lnTo>
                    <a:pt x="15720" y="27842"/>
                  </a:lnTo>
                  <a:lnTo>
                    <a:pt x="10306" y="26821"/>
                  </a:lnTo>
                  <a:lnTo>
                    <a:pt x="9932" y="27517"/>
                  </a:lnTo>
                  <a:lnTo>
                    <a:pt x="6956" y="25323"/>
                  </a:lnTo>
                  <a:lnTo>
                    <a:pt x="5224" y="24297"/>
                  </a:lnTo>
                  <a:lnTo>
                    <a:pt x="975" y="25022"/>
                  </a:lnTo>
                  <a:lnTo>
                    <a:pt x="2174" y="19813"/>
                  </a:lnTo>
                  <a:lnTo>
                    <a:pt x="995" y="18634"/>
                  </a:lnTo>
                  <a:lnTo>
                    <a:pt x="0" y="16093"/>
                  </a:lnTo>
                  <a:lnTo>
                    <a:pt x="443" y="13693"/>
                  </a:lnTo>
                  <a:lnTo>
                    <a:pt x="5728" y="7248"/>
                  </a:lnTo>
                  <a:lnTo>
                    <a:pt x="7377" y="3322"/>
                  </a:lnTo>
                  <a:lnTo>
                    <a:pt x="1615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h5172"/>
            <p:cNvSpPr/>
            <p:nvPr/>
          </p:nvSpPr>
          <p:spPr>
            <a:xfrm>
              <a:off x="6873130" y="2880908"/>
              <a:ext cx="10301" cy="5922"/>
            </a:xfrm>
            <a:custGeom>
              <a:avLst/>
              <a:pathLst>
                <a:path w="10301" h="5922">
                  <a:moveTo>
                    <a:pt x="6176" y="2289"/>
                  </a:moveTo>
                  <a:lnTo>
                    <a:pt x="6887" y="3800"/>
                  </a:lnTo>
                  <a:lnTo>
                    <a:pt x="10255" y="3106"/>
                  </a:lnTo>
                  <a:lnTo>
                    <a:pt x="10301" y="5016"/>
                  </a:lnTo>
                  <a:lnTo>
                    <a:pt x="9279" y="5820"/>
                  </a:lnTo>
                  <a:lnTo>
                    <a:pt x="6924" y="4515"/>
                  </a:lnTo>
                  <a:lnTo>
                    <a:pt x="0" y="5922"/>
                  </a:lnTo>
                  <a:lnTo>
                    <a:pt x="1853" y="1694"/>
                  </a:lnTo>
                  <a:lnTo>
                    <a:pt x="682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h5173"/>
            <p:cNvSpPr/>
            <p:nvPr/>
          </p:nvSpPr>
          <p:spPr>
            <a:xfrm>
              <a:off x="6897853" y="3072544"/>
              <a:ext cx="28695" cy="38277"/>
            </a:xfrm>
            <a:custGeom>
              <a:avLst/>
              <a:pathLst>
                <a:path w="28695" h="38277">
                  <a:moveTo>
                    <a:pt x="28079" y="1359"/>
                  </a:moveTo>
                  <a:lnTo>
                    <a:pt x="27984" y="2154"/>
                  </a:lnTo>
                  <a:lnTo>
                    <a:pt x="26682" y="2331"/>
                  </a:lnTo>
                  <a:lnTo>
                    <a:pt x="26496" y="4418"/>
                  </a:lnTo>
                  <a:lnTo>
                    <a:pt x="26769" y="17793"/>
                  </a:lnTo>
                  <a:lnTo>
                    <a:pt x="28695" y="21833"/>
                  </a:lnTo>
                  <a:lnTo>
                    <a:pt x="28546" y="24718"/>
                  </a:lnTo>
                  <a:lnTo>
                    <a:pt x="20398" y="26152"/>
                  </a:lnTo>
                  <a:lnTo>
                    <a:pt x="16846" y="24843"/>
                  </a:lnTo>
                  <a:lnTo>
                    <a:pt x="12446" y="20836"/>
                  </a:lnTo>
                  <a:lnTo>
                    <a:pt x="8126" y="19160"/>
                  </a:lnTo>
                  <a:lnTo>
                    <a:pt x="7522" y="20575"/>
                  </a:lnTo>
                  <a:lnTo>
                    <a:pt x="8178" y="23856"/>
                  </a:lnTo>
                  <a:lnTo>
                    <a:pt x="7430" y="24405"/>
                  </a:lnTo>
                  <a:lnTo>
                    <a:pt x="4817" y="24086"/>
                  </a:lnTo>
                  <a:lnTo>
                    <a:pt x="5491" y="27899"/>
                  </a:lnTo>
                  <a:lnTo>
                    <a:pt x="12341" y="28428"/>
                  </a:lnTo>
                  <a:lnTo>
                    <a:pt x="14249" y="27317"/>
                  </a:lnTo>
                  <a:lnTo>
                    <a:pt x="17602" y="29657"/>
                  </a:lnTo>
                  <a:lnTo>
                    <a:pt x="16007" y="33799"/>
                  </a:lnTo>
                  <a:lnTo>
                    <a:pt x="13688" y="33896"/>
                  </a:lnTo>
                  <a:lnTo>
                    <a:pt x="11320" y="34914"/>
                  </a:lnTo>
                  <a:lnTo>
                    <a:pt x="10892" y="36002"/>
                  </a:lnTo>
                  <a:lnTo>
                    <a:pt x="11460" y="38277"/>
                  </a:lnTo>
                  <a:lnTo>
                    <a:pt x="8201" y="35623"/>
                  </a:lnTo>
                  <a:lnTo>
                    <a:pt x="6071" y="32487"/>
                  </a:lnTo>
                  <a:lnTo>
                    <a:pt x="7592" y="30410"/>
                  </a:lnTo>
                  <a:lnTo>
                    <a:pt x="5113" y="28848"/>
                  </a:lnTo>
                  <a:lnTo>
                    <a:pt x="2887" y="28548"/>
                  </a:lnTo>
                  <a:lnTo>
                    <a:pt x="3764" y="26972"/>
                  </a:lnTo>
                  <a:lnTo>
                    <a:pt x="2341" y="17545"/>
                  </a:lnTo>
                  <a:lnTo>
                    <a:pt x="1069" y="15951"/>
                  </a:lnTo>
                  <a:lnTo>
                    <a:pt x="83" y="16134"/>
                  </a:lnTo>
                  <a:lnTo>
                    <a:pt x="0" y="13747"/>
                  </a:lnTo>
                  <a:lnTo>
                    <a:pt x="5266" y="12965"/>
                  </a:lnTo>
                  <a:lnTo>
                    <a:pt x="8653" y="11348"/>
                  </a:lnTo>
                  <a:lnTo>
                    <a:pt x="11416" y="11936"/>
                  </a:lnTo>
                  <a:lnTo>
                    <a:pt x="15976" y="8648"/>
                  </a:lnTo>
                  <a:lnTo>
                    <a:pt x="19298" y="1438"/>
                  </a:lnTo>
                  <a:lnTo>
                    <a:pt x="21417" y="531"/>
                  </a:lnTo>
                  <a:lnTo>
                    <a:pt x="2447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h5174"/>
            <p:cNvSpPr/>
            <p:nvPr/>
          </p:nvSpPr>
          <p:spPr>
            <a:xfrm>
              <a:off x="6871810" y="3003101"/>
              <a:ext cx="10157" cy="11113"/>
            </a:xfrm>
            <a:custGeom>
              <a:avLst/>
              <a:pathLst>
                <a:path w="10157" h="11113">
                  <a:moveTo>
                    <a:pt x="3805" y="2374"/>
                  </a:moveTo>
                  <a:lnTo>
                    <a:pt x="3324" y="3040"/>
                  </a:lnTo>
                  <a:lnTo>
                    <a:pt x="6369" y="3916"/>
                  </a:lnTo>
                  <a:lnTo>
                    <a:pt x="10157" y="7514"/>
                  </a:lnTo>
                  <a:lnTo>
                    <a:pt x="8155" y="11113"/>
                  </a:lnTo>
                  <a:lnTo>
                    <a:pt x="3917" y="9120"/>
                  </a:lnTo>
                  <a:lnTo>
                    <a:pt x="5100" y="7089"/>
                  </a:lnTo>
                  <a:lnTo>
                    <a:pt x="3689" y="6226"/>
                  </a:lnTo>
                  <a:lnTo>
                    <a:pt x="3824" y="4793"/>
                  </a:lnTo>
                  <a:lnTo>
                    <a:pt x="0" y="2244"/>
                  </a:lnTo>
                  <a:lnTo>
                    <a:pt x="133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h5175"/>
            <p:cNvSpPr/>
            <p:nvPr/>
          </p:nvSpPr>
          <p:spPr>
            <a:xfrm>
              <a:off x="6816522" y="2998072"/>
              <a:ext cx="14623" cy="11071"/>
            </a:xfrm>
            <a:custGeom>
              <a:avLst/>
              <a:pathLst>
                <a:path w="14623" h="11071">
                  <a:moveTo>
                    <a:pt x="9465" y="1042"/>
                  </a:moveTo>
                  <a:lnTo>
                    <a:pt x="9072" y="2088"/>
                  </a:lnTo>
                  <a:lnTo>
                    <a:pt x="14623" y="4727"/>
                  </a:lnTo>
                  <a:lnTo>
                    <a:pt x="12655" y="5708"/>
                  </a:lnTo>
                  <a:lnTo>
                    <a:pt x="8784" y="11071"/>
                  </a:lnTo>
                  <a:lnTo>
                    <a:pt x="4043" y="7348"/>
                  </a:lnTo>
                  <a:lnTo>
                    <a:pt x="1450" y="4423"/>
                  </a:lnTo>
                  <a:lnTo>
                    <a:pt x="0" y="3340"/>
                  </a:lnTo>
                  <a:lnTo>
                    <a:pt x="5741" y="2646"/>
                  </a:lnTo>
                  <a:lnTo>
                    <a:pt x="7073" y="657"/>
                  </a:lnTo>
                  <a:lnTo>
                    <a:pt x="908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h5176"/>
            <p:cNvSpPr/>
            <p:nvPr/>
          </p:nvSpPr>
          <p:spPr>
            <a:xfrm>
              <a:off x="6935970" y="3055971"/>
              <a:ext cx="12098" cy="14329"/>
            </a:xfrm>
            <a:custGeom>
              <a:avLst/>
              <a:pathLst>
                <a:path w="12098" h="14329">
                  <a:moveTo>
                    <a:pt x="9894" y="2334"/>
                  </a:moveTo>
                  <a:lnTo>
                    <a:pt x="12098" y="8323"/>
                  </a:lnTo>
                  <a:lnTo>
                    <a:pt x="11401" y="9521"/>
                  </a:lnTo>
                  <a:lnTo>
                    <a:pt x="9119" y="9187"/>
                  </a:lnTo>
                  <a:lnTo>
                    <a:pt x="7503" y="10194"/>
                  </a:lnTo>
                  <a:lnTo>
                    <a:pt x="1093" y="14329"/>
                  </a:lnTo>
                  <a:lnTo>
                    <a:pt x="42" y="13644"/>
                  </a:lnTo>
                  <a:lnTo>
                    <a:pt x="1811" y="11146"/>
                  </a:lnTo>
                  <a:lnTo>
                    <a:pt x="0" y="6709"/>
                  </a:lnTo>
                  <a:lnTo>
                    <a:pt x="1377" y="3696"/>
                  </a:lnTo>
                  <a:lnTo>
                    <a:pt x="3033" y="3120"/>
                  </a:lnTo>
                  <a:lnTo>
                    <a:pt x="583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h5177"/>
            <p:cNvSpPr/>
            <p:nvPr/>
          </p:nvSpPr>
          <p:spPr>
            <a:xfrm>
              <a:off x="6815407" y="3002495"/>
              <a:ext cx="5158" cy="4828"/>
            </a:xfrm>
            <a:custGeom>
              <a:avLst/>
              <a:pathLst>
                <a:path w="5158" h="4828">
                  <a:moveTo>
                    <a:pt x="5158" y="2925"/>
                  </a:moveTo>
                  <a:lnTo>
                    <a:pt x="1717" y="4828"/>
                  </a:lnTo>
                  <a:lnTo>
                    <a:pt x="0" y="4383"/>
                  </a:lnTo>
                  <a:lnTo>
                    <a:pt x="256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h5178"/>
            <p:cNvSpPr/>
            <p:nvPr/>
          </p:nvSpPr>
          <p:spPr>
            <a:xfrm>
              <a:off x="6809157" y="2997240"/>
              <a:ext cx="8815" cy="10372"/>
            </a:xfrm>
            <a:custGeom>
              <a:avLst/>
              <a:pathLst>
                <a:path w="8815" h="10372">
                  <a:moveTo>
                    <a:pt x="3195" y="351"/>
                  </a:moveTo>
                  <a:lnTo>
                    <a:pt x="4653" y="0"/>
                  </a:lnTo>
                  <a:lnTo>
                    <a:pt x="5500" y="2118"/>
                  </a:lnTo>
                  <a:lnTo>
                    <a:pt x="2297" y="3072"/>
                  </a:lnTo>
                  <a:lnTo>
                    <a:pt x="3161" y="5805"/>
                  </a:lnTo>
                  <a:lnTo>
                    <a:pt x="4458" y="6202"/>
                  </a:lnTo>
                  <a:lnTo>
                    <a:pt x="7365" y="4172"/>
                  </a:lnTo>
                  <a:lnTo>
                    <a:pt x="8815" y="5255"/>
                  </a:lnTo>
                  <a:lnTo>
                    <a:pt x="6250" y="9639"/>
                  </a:lnTo>
                  <a:lnTo>
                    <a:pt x="2075" y="10372"/>
                  </a:lnTo>
                  <a:lnTo>
                    <a:pt x="313" y="10025"/>
                  </a:lnTo>
                  <a:lnTo>
                    <a:pt x="0" y="5345"/>
                  </a:lnTo>
                  <a:lnTo>
                    <a:pt x="134" y="1964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h5179"/>
            <p:cNvSpPr/>
            <p:nvPr/>
          </p:nvSpPr>
          <p:spPr>
            <a:xfrm>
              <a:off x="6874558" y="2967258"/>
              <a:ext cx="24135" cy="15206"/>
            </a:xfrm>
            <a:custGeom>
              <a:avLst/>
              <a:pathLst>
                <a:path w="24135" h="15206">
                  <a:moveTo>
                    <a:pt x="21679" y="465"/>
                  </a:moveTo>
                  <a:lnTo>
                    <a:pt x="24135" y="1305"/>
                  </a:lnTo>
                  <a:lnTo>
                    <a:pt x="21411" y="7181"/>
                  </a:lnTo>
                  <a:lnTo>
                    <a:pt x="17669" y="14151"/>
                  </a:lnTo>
                  <a:lnTo>
                    <a:pt x="14212" y="13651"/>
                  </a:lnTo>
                  <a:lnTo>
                    <a:pt x="12874" y="12198"/>
                  </a:lnTo>
                  <a:lnTo>
                    <a:pt x="11540" y="13098"/>
                  </a:lnTo>
                  <a:lnTo>
                    <a:pt x="10709" y="15206"/>
                  </a:lnTo>
                  <a:lnTo>
                    <a:pt x="4830" y="10536"/>
                  </a:lnTo>
                  <a:lnTo>
                    <a:pt x="5644" y="10024"/>
                  </a:lnTo>
                  <a:lnTo>
                    <a:pt x="3409" y="6584"/>
                  </a:lnTo>
                  <a:lnTo>
                    <a:pt x="2687" y="6295"/>
                  </a:lnTo>
                  <a:lnTo>
                    <a:pt x="1351" y="5053"/>
                  </a:lnTo>
                  <a:lnTo>
                    <a:pt x="0" y="3391"/>
                  </a:lnTo>
                  <a:lnTo>
                    <a:pt x="1926" y="1253"/>
                  </a:lnTo>
                  <a:lnTo>
                    <a:pt x="8294" y="3196"/>
                  </a:lnTo>
                  <a:lnTo>
                    <a:pt x="11319" y="3078"/>
                  </a:lnTo>
                  <a:lnTo>
                    <a:pt x="13369" y="913"/>
                  </a:lnTo>
                  <a:lnTo>
                    <a:pt x="16683" y="3062"/>
                  </a:lnTo>
                  <a:lnTo>
                    <a:pt x="19081" y="2245"/>
                  </a:lnTo>
                  <a:lnTo>
                    <a:pt x="2031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h5180"/>
            <p:cNvSpPr/>
            <p:nvPr/>
          </p:nvSpPr>
          <p:spPr>
            <a:xfrm>
              <a:off x="6910966" y="2854532"/>
              <a:ext cx="19167" cy="13068"/>
            </a:xfrm>
            <a:custGeom>
              <a:avLst/>
              <a:pathLst>
                <a:path w="19167" h="13068">
                  <a:moveTo>
                    <a:pt x="11817" y="0"/>
                  </a:moveTo>
                  <a:lnTo>
                    <a:pt x="12095" y="3166"/>
                  </a:lnTo>
                  <a:lnTo>
                    <a:pt x="19167" y="5595"/>
                  </a:lnTo>
                  <a:lnTo>
                    <a:pt x="17685" y="11405"/>
                  </a:lnTo>
                  <a:lnTo>
                    <a:pt x="15742" y="12482"/>
                  </a:lnTo>
                  <a:lnTo>
                    <a:pt x="13803" y="11929"/>
                  </a:lnTo>
                  <a:lnTo>
                    <a:pt x="11885" y="13068"/>
                  </a:lnTo>
                  <a:lnTo>
                    <a:pt x="2759" y="12151"/>
                  </a:lnTo>
                  <a:lnTo>
                    <a:pt x="1777" y="12028"/>
                  </a:lnTo>
                  <a:lnTo>
                    <a:pt x="0" y="10394"/>
                  </a:lnTo>
                  <a:lnTo>
                    <a:pt x="2684" y="8113"/>
                  </a:lnTo>
                  <a:lnTo>
                    <a:pt x="2314" y="3949"/>
                  </a:lnTo>
                  <a:lnTo>
                    <a:pt x="2866" y="2246"/>
                  </a:lnTo>
                  <a:lnTo>
                    <a:pt x="4094" y="121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h5181"/>
            <p:cNvSpPr/>
            <p:nvPr/>
          </p:nvSpPr>
          <p:spPr>
            <a:xfrm>
              <a:off x="6818987" y="2890189"/>
              <a:ext cx="39902" cy="36100"/>
            </a:xfrm>
            <a:custGeom>
              <a:avLst/>
              <a:pathLst>
                <a:path w="39902" h="36100">
                  <a:moveTo>
                    <a:pt x="21051" y="0"/>
                  </a:moveTo>
                  <a:lnTo>
                    <a:pt x="25834" y="2028"/>
                  </a:lnTo>
                  <a:lnTo>
                    <a:pt x="29167" y="8658"/>
                  </a:lnTo>
                  <a:lnTo>
                    <a:pt x="32614" y="9252"/>
                  </a:lnTo>
                  <a:lnTo>
                    <a:pt x="35081" y="12168"/>
                  </a:lnTo>
                  <a:lnTo>
                    <a:pt x="38858" y="13698"/>
                  </a:lnTo>
                  <a:lnTo>
                    <a:pt x="39053" y="14503"/>
                  </a:lnTo>
                  <a:lnTo>
                    <a:pt x="39902" y="15850"/>
                  </a:lnTo>
                  <a:lnTo>
                    <a:pt x="36636" y="21835"/>
                  </a:lnTo>
                  <a:lnTo>
                    <a:pt x="37012" y="24880"/>
                  </a:lnTo>
                  <a:lnTo>
                    <a:pt x="34391" y="26610"/>
                  </a:lnTo>
                  <a:lnTo>
                    <a:pt x="34844" y="28674"/>
                  </a:lnTo>
                  <a:lnTo>
                    <a:pt x="33855" y="29132"/>
                  </a:lnTo>
                  <a:lnTo>
                    <a:pt x="32575" y="31778"/>
                  </a:lnTo>
                  <a:lnTo>
                    <a:pt x="31414" y="32013"/>
                  </a:lnTo>
                  <a:lnTo>
                    <a:pt x="28287" y="29762"/>
                  </a:lnTo>
                  <a:lnTo>
                    <a:pt x="25766" y="33375"/>
                  </a:lnTo>
                  <a:lnTo>
                    <a:pt x="17484" y="36100"/>
                  </a:lnTo>
                  <a:lnTo>
                    <a:pt x="8826" y="35451"/>
                  </a:lnTo>
                  <a:lnTo>
                    <a:pt x="7493" y="33426"/>
                  </a:lnTo>
                  <a:lnTo>
                    <a:pt x="7086" y="30375"/>
                  </a:lnTo>
                  <a:lnTo>
                    <a:pt x="13573" y="27477"/>
                  </a:lnTo>
                  <a:lnTo>
                    <a:pt x="13656" y="24931"/>
                  </a:lnTo>
                  <a:lnTo>
                    <a:pt x="11483" y="23584"/>
                  </a:lnTo>
                  <a:lnTo>
                    <a:pt x="9215" y="23384"/>
                  </a:lnTo>
                  <a:lnTo>
                    <a:pt x="7468" y="20844"/>
                  </a:lnTo>
                  <a:lnTo>
                    <a:pt x="5366" y="15589"/>
                  </a:lnTo>
                  <a:lnTo>
                    <a:pt x="3509" y="15205"/>
                  </a:lnTo>
                  <a:lnTo>
                    <a:pt x="0" y="14397"/>
                  </a:lnTo>
                  <a:lnTo>
                    <a:pt x="6361" y="7025"/>
                  </a:lnTo>
                  <a:lnTo>
                    <a:pt x="7131" y="5681"/>
                  </a:lnTo>
                  <a:lnTo>
                    <a:pt x="6791" y="3069"/>
                  </a:lnTo>
                  <a:lnTo>
                    <a:pt x="10031" y="1091"/>
                  </a:lnTo>
                  <a:lnTo>
                    <a:pt x="14734" y="1477"/>
                  </a:lnTo>
                  <a:lnTo>
                    <a:pt x="16239" y="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h5182"/>
            <p:cNvSpPr/>
            <p:nvPr/>
          </p:nvSpPr>
          <p:spPr>
            <a:xfrm>
              <a:off x="6931367" y="2861137"/>
              <a:ext cx="20711" cy="21470"/>
            </a:xfrm>
            <a:custGeom>
              <a:avLst/>
              <a:pathLst>
                <a:path w="20711" h="21470">
                  <a:moveTo>
                    <a:pt x="3250" y="943"/>
                  </a:moveTo>
                  <a:lnTo>
                    <a:pt x="15931" y="4226"/>
                  </a:lnTo>
                  <a:lnTo>
                    <a:pt x="17516" y="3126"/>
                  </a:lnTo>
                  <a:lnTo>
                    <a:pt x="16714" y="4468"/>
                  </a:lnTo>
                  <a:lnTo>
                    <a:pt x="17455" y="5876"/>
                  </a:lnTo>
                  <a:lnTo>
                    <a:pt x="20711" y="5864"/>
                  </a:lnTo>
                  <a:lnTo>
                    <a:pt x="18740" y="7941"/>
                  </a:lnTo>
                  <a:lnTo>
                    <a:pt x="14267" y="12484"/>
                  </a:lnTo>
                  <a:lnTo>
                    <a:pt x="11173" y="17564"/>
                  </a:lnTo>
                  <a:lnTo>
                    <a:pt x="5033" y="15829"/>
                  </a:lnTo>
                  <a:lnTo>
                    <a:pt x="1568" y="21150"/>
                  </a:lnTo>
                  <a:lnTo>
                    <a:pt x="774" y="21470"/>
                  </a:lnTo>
                  <a:lnTo>
                    <a:pt x="0" y="18699"/>
                  </a:lnTo>
                  <a:lnTo>
                    <a:pt x="412" y="14681"/>
                  </a:lnTo>
                  <a:lnTo>
                    <a:pt x="1685" y="13212"/>
                  </a:lnTo>
                  <a:lnTo>
                    <a:pt x="4598" y="12311"/>
                  </a:lnTo>
                  <a:lnTo>
                    <a:pt x="5022" y="11441"/>
                  </a:lnTo>
                  <a:lnTo>
                    <a:pt x="2525" y="6016"/>
                  </a:lnTo>
                  <a:lnTo>
                    <a:pt x="1500" y="576"/>
                  </a:lnTo>
                  <a:lnTo>
                    <a:pt x="203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h5183"/>
            <p:cNvSpPr/>
            <p:nvPr/>
          </p:nvSpPr>
          <p:spPr>
            <a:xfrm>
              <a:off x="6826191" y="3120026"/>
              <a:ext cx="16991" cy="19836"/>
            </a:xfrm>
            <a:custGeom>
              <a:avLst/>
              <a:pathLst>
                <a:path w="16991" h="19836">
                  <a:moveTo>
                    <a:pt x="13268" y="3223"/>
                  </a:moveTo>
                  <a:lnTo>
                    <a:pt x="13156" y="8273"/>
                  </a:lnTo>
                  <a:lnTo>
                    <a:pt x="16991" y="8882"/>
                  </a:lnTo>
                  <a:lnTo>
                    <a:pt x="15680" y="14713"/>
                  </a:lnTo>
                  <a:lnTo>
                    <a:pt x="14510" y="17362"/>
                  </a:lnTo>
                  <a:lnTo>
                    <a:pt x="12489" y="17568"/>
                  </a:lnTo>
                  <a:lnTo>
                    <a:pt x="11091" y="18697"/>
                  </a:lnTo>
                  <a:lnTo>
                    <a:pt x="10813" y="19569"/>
                  </a:lnTo>
                  <a:lnTo>
                    <a:pt x="6613" y="19836"/>
                  </a:lnTo>
                  <a:lnTo>
                    <a:pt x="4857" y="16281"/>
                  </a:lnTo>
                  <a:lnTo>
                    <a:pt x="4615" y="14094"/>
                  </a:lnTo>
                  <a:lnTo>
                    <a:pt x="2349" y="10262"/>
                  </a:lnTo>
                  <a:lnTo>
                    <a:pt x="913" y="8028"/>
                  </a:lnTo>
                  <a:lnTo>
                    <a:pt x="0" y="805"/>
                  </a:lnTo>
                  <a:lnTo>
                    <a:pt x="3785" y="0"/>
                  </a:lnTo>
                  <a:lnTo>
                    <a:pt x="5311" y="1187"/>
                  </a:lnTo>
                  <a:lnTo>
                    <a:pt x="4598" y="1809"/>
                  </a:lnTo>
                  <a:lnTo>
                    <a:pt x="4981" y="2604"/>
                  </a:lnTo>
                  <a:lnTo>
                    <a:pt x="10059" y="1077"/>
                  </a:lnTo>
                  <a:lnTo>
                    <a:pt x="10448" y="18"/>
                  </a:lnTo>
                  <a:lnTo>
                    <a:pt x="12645" y="125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h5184"/>
            <p:cNvSpPr/>
            <p:nvPr/>
          </p:nvSpPr>
          <p:spPr>
            <a:xfrm>
              <a:off x="6840459" y="3082731"/>
              <a:ext cx="27019" cy="32576"/>
            </a:xfrm>
            <a:custGeom>
              <a:avLst/>
              <a:pathLst>
                <a:path w="27019" h="32576">
                  <a:moveTo>
                    <a:pt x="23830" y="2351"/>
                  </a:moveTo>
                  <a:lnTo>
                    <a:pt x="24956" y="1984"/>
                  </a:lnTo>
                  <a:lnTo>
                    <a:pt x="27019" y="2970"/>
                  </a:lnTo>
                  <a:lnTo>
                    <a:pt x="19107" y="12356"/>
                  </a:lnTo>
                  <a:lnTo>
                    <a:pt x="20348" y="15935"/>
                  </a:lnTo>
                  <a:lnTo>
                    <a:pt x="22475" y="15305"/>
                  </a:lnTo>
                  <a:lnTo>
                    <a:pt x="23105" y="18266"/>
                  </a:lnTo>
                  <a:lnTo>
                    <a:pt x="22448" y="18956"/>
                  </a:lnTo>
                  <a:lnTo>
                    <a:pt x="21177" y="26324"/>
                  </a:lnTo>
                  <a:lnTo>
                    <a:pt x="22715" y="26563"/>
                  </a:lnTo>
                  <a:lnTo>
                    <a:pt x="24208" y="28782"/>
                  </a:lnTo>
                  <a:lnTo>
                    <a:pt x="21024" y="32065"/>
                  </a:lnTo>
                  <a:lnTo>
                    <a:pt x="19738" y="31738"/>
                  </a:lnTo>
                  <a:lnTo>
                    <a:pt x="18271" y="32576"/>
                  </a:lnTo>
                  <a:lnTo>
                    <a:pt x="14395" y="31619"/>
                  </a:lnTo>
                  <a:lnTo>
                    <a:pt x="14198" y="29383"/>
                  </a:lnTo>
                  <a:lnTo>
                    <a:pt x="15338" y="29471"/>
                  </a:lnTo>
                  <a:lnTo>
                    <a:pt x="16165" y="26562"/>
                  </a:lnTo>
                  <a:lnTo>
                    <a:pt x="15449" y="25306"/>
                  </a:lnTo>
                  <a:lnTo>
                    <a:pt x="12399" y="25705"/>
                  </a:lnTo>
                  <a:lnTo>
                    <a:pt x="12498" y="24857"/>
                  </a:lnTo>
                  <a:lnTo>
                    <a:pt x="8024" y="20961"/>
                  </a:lnTo>
                  <a:lnTo>
                    <a:pt x="2522" y="21879"/>
                  </a:lnTo>
                  <a:lnTo>
                    <a:pt x="791" y="20172"/>
                  </a:lnTo>
                  <a:lnTo>
                    <a:pt x="1243" y="20272"/>
                  </a:lnTo>
                  <a:lnTo>
                    <a:pt x="1427" y="18788"/>
                  </a:lnTo>
                  <a:lnTo>
                    <a:pt x="874" y="16096"/>
                  </a:lnTo>
                  <a:lnTo>
                    <a:pt x="1738" y="9763"/>
                  </a:lnTo>
                  <a:lnTo>
                    <a:pt x="0" y="6858"/>
                  </a:lnTo>
                  <a:lnTo>
                    <a:pt x="2480" y="4820"/>
                  </a:lnTo>
                  <a:lnTo>
                    <a:pt x="3105" y="2872"/>
                  </a:lnTo>
                  <a:lnTo>
                    <a:pt x="2638" y="357"/>
                  </a:lnTo>
                  <a:lnTo>
                    <a:pt x="4456" y="0"/>
                  </a:lnTo>
                  <a:lnTo>
                    <a:pt x="16342" y="307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h5185"/>
            <p:cNvSpPr/>
            <p:nvPr/>
          </p:nvSpPr>
          <p:spPr>
            <a:xfrm>
              <a:off x="6877324" y="2991335"/>
              <a:ext cx="16317" cy="19279"/>
            </a:xfrm>
            <a:custGeom>
              <a:avLst/>
              <a:pathLst>
                <a:path w="16317" h="19279">
                  <a:moveTo>
                    <a:pt x="6483" y="5042"/>
                  </a:moveTo>
                  <a:lnTo>
                    <a:pt x="8782" y="6029"/>
                  </a:lnTo>
                  <a:lnTo>
                    <a:pt x="12513" y="4602"/>
                  </a:lnTo>
                  <a:lnTo>
                    <a:pt x="15160" y="2253"/>
                  </a:lnTo>
                  <a:lnTo>
                    <a:pt x="15892" y="2804"/>
                  </a:lnTo>
                  <a:lnTo>
                    <a:pt x="16317" y="4497"/>
                  </a:lnTo>
                  <a:lnTo>
                    <a:pt x="14746" y="7017"/>
                  </a:lnTo>
                  <a:lnTo>
                    <a:pt x="14170" y="6301"/>
                  </a:lnTo>
                  <a:lnTo>
                    <a:pt x="12526" y="8665"/>
                  </a:lnTo>
                  <a:lnTo>
                    <a:pt x="10795" y="14405"/>
                  </a:lnTo>
                  <a:lnTo>
                    <a:pt x="8829" y="18576"/>
                  </a:lnTo>
                  <a:lnTo>
                    <a:pt x="8856" y="18827"/>
                  </a:lnTo>
                  <a:lnTo>
                    <a:pt x="4642" y="19279"/>
                  </a:lnTo>
                  <a:lnTo>
                    <a:pt x="854" y="15681"/>
                  </a:lnTo>
                  <a:lnTo>
                    <a:pt x="1420" y="3853"/>
                  </a:lnTo>
                  <a:lnTo>
                    <a:pt x="0" y="1067"/>
                  </a:lnTo>
                  <a:lnTo>
                    <a:pt x="158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h5186"/>
            <p:cNvSpPr/>
            <p:nvPr/>
          </p:nvSpPr>
          <p:spPr>
            <a:xfrm>
              <a:off x="6774820" y="3029349"/>
              <a:ext cx="11008" cy="14864"/>
            </a:xfrm>
            <a:custGeom>
              <a:avLst/>
              <a:pathLst>
                <a:path w="11008" h="14864">
                  <a:moveTo>
                    <a:pt x="7095" y="39"/>
                  </a:moveTo>
                  <a:lnTo>
                    <a:pt x="8744" y="947"/>
                  </a:lnTo>
                  <a:lnTo>
                    <a:pt x="9979" y="2140"/>
                  </a:lnTo>
                  <a:lnTo>
                    <a:pt x="9410" y="3756"/>
                  </a:lnTo>
                  <a:lnTo>
                    <a:pt x="9669" y="5834"/>
                  </a:lnTo>
                  <a:lnTo>
                    <a:pt x="11008" y="6713"/>
                  </a:lnTo>
                  <a:lnTo>
                    <a:pt x="8836" y="12187"/>
                  </a:lnTo>
                  <a:lnTo>
                    <a:pt x="6670" y="14864"/>
                  </a:lnTo>
                  <a:lnTo>
                    <a:pt x="4150" y="12077"/>
                  </a:lnTo>
                  <a:lnTo>
                    <a:pt x="5214" y="11628"/>
                  </a:lnTo>
                  <a:lnTo>
                    <a:pt x="4763" y="8336"/>
                  </a:lnTo>
                  <a:lnTo>
                    <a:pt x="0" y="7540"/>
                  </a:lnTo>
                  <a:lnTo>
                    <a:pt x="2983" y="3323"/>
                  </a:lnTo>
                  <a:lnTo>
                    <a:pt x="346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h5187"/>
            <p:cNvSpPr/>
            <p:nvPr/>
          </p:nvSpPr>
          <p:spPr>
            <a:xfrm>
              <a:off x="6863127" y="2874943"/>
              <a:ext cx="11857" cy="15247"/>
            </a:xfrm>
            <a:custGeom>
              <a:avLst/>
              <a:pathLst>
                <a:path w="11857" h="15247">
                  <a:moveTo>
                    <a:pt x="10134" y="507"/>
                  </a:moveTo>
                  <a:lnTo>
                    <a:pt x="8849" y="1886"/>
                  </a:lnTo>
                  <a:lnTo>
                    <a:pt x="8082" y="5734"/>
                  </a:lnTo>
                  <a:lnTo>
                    <a:pt x="11857" y="7659"/>
                  </a:lnTo>
                  <a:lnTo>
                    <a:pt x="9952" y="11990"/>
                  </a:lnTo>
                  <a:lnTo>
                    <a:pt x="1985" y="15247"/>
                  </a:lnTo>
                  <a:lnTo>
                    <a:pt x="0" y="12663"/>
                  </a:lnTo>
                  <a:lnTo>
                    <a:pt x="2835" y="7460"/>
                  </a:lnTo>
                  <a:lnTo>
                    <a:pt x="1131" y="1645"/>
                  </a:lnTo>
                  <a:lnTo>
                    <a:pt x="2587" y="250"/>
                  </a:lnTo>
                  <a:lnTo>
                    <a:pt x="4001" y="307"/>
                  </a:lnTo>
                  <a:lnTo>
                    <a:pt x="851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h5188"/>
            <p:cNvSpPr/>
            <p:nvPr/>
          </p:nvSpPr>
          <p:spPr>
            <a:xfrm>
              <a:off x="6834284" y="2873962"/>
              <a:ext cx="9469" cy="12059"/>
            </a:xfrm>
            <a:custGeom>
              <a:avLst/>
              <a:pathLst>
                <a:path w="9469" h="12059">
                  <a:moveTo>
                    <a:pt x="4862" y="0"/>
                  </a:moveTo>
                  <a:lnTo>
                    <a:pt x="9469" y="1667"/>
                  </a:lnTo>
                  <a:lnTo>
                    <a:pt x="8288" y="3080"/>
                  </a:lnTo>
                  <a:lnTo>
                    <a:pt x="7713" y="6320"/>
                  </a:lnTo>
                  <a:lnTo>
                    <a:pt x="8405" y="7714"/>
                  </a:lnTo>
                  <a:lnTo>
                    <a:pt x="4486" y="12059"/>
                  </a:lnTo>
                  <a:lnTo>
                    <a:pt x="2929" y="11487"/>
                  </a:lnTo>
                  <a:lnTo>
                    <a:pt x="2038" y="9069"/>
                  </a:lnTo>
                  <a:lnTo>
                    <a:pt x="0" y="8876"/>
                  </a:lnTo>
                  <a:lnTo>
                    <a:pt x="1623" y="282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h5189"/>
            <p:cNvSpPr/>
            <p:nvPr/>
          </p:nvSpPr>
          <p:spPr>
            <a:xfrm>
              <a:off x="6816114" y="3045240"/>
              <a:ext cx="2536" cy="4002"/>
            </a:xfrm>
            <a:custGeom>
              <a:avLst/>
              <a:pathLst>
                <a:path w="2536" h="4002">
                  <a:moveTo>
                    <a:pt x="1283" y="4002"/>
                  </a:moveTo>
                  <a:lnTo>
                    <a:pt x="1187" y="2572"/>
                  </a:lnTo>
                  <a:lnTo>
                    <a:pt x="0" y="2697"/>
                  </a:lnTo>
                  <a:lnTo>
                    <a:pt x="253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h5190"/>
            <p:cNvSpPr/>
            <p:nvPr/>
          </p:nvSpPr>
          <p:spPr>
            <a:xfrm>
              <a:off x="6794081" y="2960106"/>
              <a:ext cx="10590" cy="10091"/>
            </a:xfrm>
            <a:custGeom>
              <a:avLst/>
              <a:pathLst>
                <a:path w="10590" h="10091">
                  <a:moveTo>
                    <a:pt x="6840" y="314"/>
                  </a:moveTo>
                  <a:lnTo>
                    <a:pt x="10590" y="5481"/>
                  </a:lnTo>
                  <a:lnTo>
                    <a:pt x="9256" y="5035"/>
                  </a:lnTo>
                  <a:lnTo>
                    <a:pt x="8435" y="5869"/>
                  </a:lnTo>
                  <a:lnTo>
                    <a:pt x="8308" y="9249"/>
                  </a:lnTo>
                  <a:lnTo>
                    <a:pt x="5432" y="9904"/>
                  </a:lnTo>
                  <a:lnTo>
                    <a:pt x="3166" y="10091"/>
                  </a:lnTo>
                  <a:lnTo>
                    <a:pt x="0" y="6714"/>
                  </a:lnTo>
                  <a:lnTo>
                    <a:pt x="1854" y="2483"/>
                  </a:lnTo>
                  <a:lnTo>
                    <a:pt x="475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h5191"/>
            <p:cNvSpPr/>
            <p:nvPr/>
          </p:nvSpPr>
          <p:spPr>
            <a:xfrm>
              <a:off x="6880494" y="3115638"/>
              <a:ext cx="14374" cy="14893"/>
            </a:xfrm>
            <a:custGeom>
              <a:avLst/>
              <a:pathLst>
                <a:path w="14374" h="14893">
                  <a:moveTo>
                    <a:pt x="9167" y="1394"/>
                  </a:moveTo>
                  <a:lnTo>
                    <a:pt x="10770" y="3618"/>
                  </a:lnTo>
                  <a:lnTo>
                    <a:pt x="14374" y="5376"/>
                  </a:lnTo>
                  <a:lnTo>
                    <a:pt x="14342" y="7772"/>
                  </a:lnTo>
                  <a:lnTo>
                    <a:pt x="12164" y="7576"/>
                  </a:lnTo>
                  <a:lnTo>
                    <a:pt x="11017" y="6607"/>
                  </a:lnTo>
                  <a:lnTo>
                    <a:pt x="7646" y="7679"/>
                  </a:lnTo>
                  <a:lnTo>
                    <a:pt x="6807" y="8920"/>
                  </a:lnTo>
                  <a:lnTo>
                    <a:pt x="6645" y="10984"/>
                  </a:lnTo>
                  <a:lnTo>
                    <a:pt x="2768" y="13157"/>
                  </a:lnTo>
                  <a:lnTo>
                    <a:pt x="1611" y="14893"/>
                  </a:lnTo>
                  <a:lnTo>
                    <a:pt x="0" y="11654"/>
                  </a:lnTo>
                  <a:lnTo>
                    <a:pt x="501" y="9790"/>
                  </a:lnTo>
                  <a:lnTo>
                    <a:pt x="3217" y="6361"/>
                  </a:lnTo>
                  <a:lnTo>
                    <a:pt x="2945" y="4031"/>
                  </a:lnTo>
                  <a:lnTo>
                    <a:pt x="5897" y="56"/>
                  </a:lnTo>
                  <a:lnTo>
                    <a:pt x="673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h5192"/>
            <p:cNvSpPr/>
            <p:nvPr/>
          </p:nvSpPr>
          <p:spPr>
            <a:xfrm>
              <a:off x="6905378" y="2962810"/>
              <a:ext cx="16497" cy="28873"/>
            </a:xfrm>
            <a:custGeom>
              <a:avLst/>
              <a:pathLst>
                <a:path w="16497" h="28873">
                  <a:moveTo>
                    <a:pt x="9724" y="1339"/>
                  </a:moveTo>
                  <a:lnTo>
                    <a:pt x="11656" y="8032"/>
                  </a:lnTo>
                  <a:lnTo>
                    <a:pt x="13520" y="9198"/>
                  </a:lnTo>
                  <a:lnTo>
                    <a:pt x="16497" y="9755"/>
                  </a:lnTo>
                  <a:lnTo>
                    <a:pt x="10391" y="23685"/>
                  </a:lnTo>
                  <a:lnTo>
                    <a:pt x="9876" y="25709"/>
                  </a:lnTo>
                  <a:lnTo>
                    <a:pt x="10253" y="28873"/>
                  </a:lnTo>
                  <a:lnTo>
                    <a:pt x="1998" y="22938"/>
                  </a:lnTo>
                  <a:lnTo>
                    <a:pt x="284" y="21517"/>
                  </a:lnTo>
                  <a:lnTo>
                    <a:pt x="0" y="19982"/>
                  </a:lnTo>
                  <a:lnTo>
                    <a:pt x="939" y="18183"/>
                  </a:lnTo>
                  <a:lnTo>
                    <a:pt x="3540" y="16577"/>
                  </a:lnTo>
                  <a:lnTo>
                    <a:pt x="3562" y="13685"/>
                  </a:lnTo>
                  <a:lnTo>
                    <a:pt x="4440" y="12131"/>
                  </a:lnTo>
                  <a:lnTo>
                    <a:pt x="4242" y="9450"/>
                  </a:lnTo>
                  <a:lnTo>
                    <a:pt x="907" y="3808"/>
                  </a:lnTo>
                  <a:lnTo>
                    <a:pt x="3728" y="3419"/>
                  </a:lnTo>
                  <a:lnTo>
                    <a:pt x="9621" y="512"/>
                  </a:lnTo>
                  <a:lnTo>
                    <a:pt x="1058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h5193"/>
            <p:cNvSpPr/>
            <p:nvPr/>
          </p:nvSpPr>
          <p:spPr>
            <a:xfrm>
              <a:off x="6784289" y="2988939"/>
              <a:ext cx="21462" cy="15648"/>
            </a:xfrm>
            <a:custGeom>
              <a:avLst/>
              <a:pathLst>
                <a:path w="21462" h="15648">
                  <a:moveTo>
                    <a:pt x="6823" y="709"/>
                  </a:moveTo>
                  <a:lnTo>
                    <a:pt x="7464" y="1298"/>
                  </a:lnTo>
                  <a:lnTo>
                    <a:pt x="10275" y="4337"/>
                  </a:lnTo>
                  <a:lnTo>
                    <a:pt x="14914" y="7066"/>
                  </a:lnTo>
                  <a:lnTo>
                    <a:pt x="17435" y="6679"/>
                  </a:lnTo>
                  <a:lnTo>
                    <a:pt x="21462" y="8065"/>
                  </a:lnTo>
                  <a:lnTo>
                    <a:pt x="18718" y="10340"/>
                  </a:lnTo>
                  <a:lnTo>
                    <a:pt x="16184" y="14751"/>
                  </a:lnTo>
                  <a:lnTo>
                    <a:pt x="12382" y="15316"/>
                  </a:lnTo>
                  <a:lnTo>
                    <a:pt x="6898" y="13534"/>
                  </a:lnTo>
                  <a:lnTo>
                    <a:pt x="7745" y="15648"/>
                  </a:lnTo>
                  <a:lnTo>
                    <a:pt x="1775" y="15606"/>
                  </a:lnTo>
                  <a:lnTo>
                    <a:pt x="2607" y="14077"/>
                  </a:lnTo>
                  <a:lnTo>
                    <a:pt x="1341" y="10205"/>
                  </a:lnTo>
                  <a:lnTo>
                    <a:pt x="288" y="9079"/>
                  </a:lnTo>
                  <a:lnTo>
                    <a:pt x="1188" y="7805"/>
                  </a:lnTo>
                  <a:lnTo>
                    <a:pt x="1367" y="4426"/>
                  </a:lnTo>
                  <a:lnTo>
                    <a:pt x="0" y="3363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h5194"/>
            <p:cNvSpPr/>
            <p:nvPr/>
          </p:nvSpPr>
          <p:spPr>
            <a:xfrm>
              <a:off x="6836323" y="3102903"/>
              <a:ext cx="16634" cy="10808"/>
            </a:xfrm>
            <a:custGeom>
              <a:avLst/>
              <a:pathLst>
                <a:path w="16634" h="10808">
                  <a:moveTo>
                    <a:pt x="12160" y="789"/>
                  </a:moveTo>
                  <a:lnTo>
                    <a:pt x="16634" y="4685"/>
                  </a:lnTo>
                  <a:lnTo>
                    <a:pt x="16535" y="5533"/>
                  </a:lnTo>
                  <a:lnTo>
                    <a:pt x="12095" y="10604"/>
                  </a:lnTo>
                  <a:lnTo>
                    <a:pt x="10228" y="7755"/>
                  </a:lnTo>
                  <a:lnTo>
                    <a:pt x="5262" y="6459"/>
                  </a:lnTo>
                  <a:lnTo>
                    <a:pt x="4444" y="6916"/>
                  </a:lnTo>
                  <a:lnTo>
                    <a:pt x="3940" y="9935"/>
                  </a:lnTo>
                  <a:lnTo>
                    <a:pt x="0" y="10808"/>
                  </a:lnTo>
                  <a:lnTo>
                    <a:pt x="207" y="6340"/>
                  </a:lnTo>
                  <a:lnTo>
                    <a:pt x="1622" y="4622"/>
                  </a:lnTo>
                  <a:lnTo>
                    <a:pt x="1540" y="2456"/>
                  </a:lnTo>
                  <a:lnTo>
                    <a:pt x="4927" y="0"/>
                  </a:lnTo>
                  <a:lnTo>
                    <a:pt x="6659" y="170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h5195"/>
            <p:cNvSpPr/>
            <p:nvPr/>
          </p:nvSpPr>
          <p:spPr>
            <a:xfrm>
              <a:off x="6811455" y="2992398"/>
              <a:ext cx="15847" cy="11044"/>
            </a:xfrm>
            <a:custGeom>
              <a:avLst/>
              <a:pathLst>
                <a:path w="15847" h="11044">
                  <a:moveTo>
                    <a:pt x="6191" y="1889"/>
                  </a:moveTo>
                  <a:lnTo>
                    <a:pt x="9614" y="2267"/>
                  </a:lnTo>
                  <a:lnTo>
                    <a:pt x="10526" y="1244"/>
                  </a:lnTo>
                  <a:lnTo>
                    <a:pt x="11969" y="2172"/>
                  </a:lnTo>
                  <a:lnTo>
                    <a:pt x="11513" y="3943"/>
                  </a:lnTo>
                  <a:lnTo>
                    <a:pt x="12342" y="4539"/>
                  </a:lnTo>
                  <a:lnTo>
                    <a:pt x="13068" y="3505"/>
                  </a:lnTo>
                  <a:lnTo>
                    <a:pt x="15847" y="4476"/>
                  </a:lnTo>
                  <a:lnTo>
                    <a:pt x="14533" y="6716"/>
                  </a:lnTo>
                  <a:lnTo>
                    <a:pt x="14151" y="5673"/>
                  </a:lnTo>
                  <a:lnTo>
                    <a:pt x="12141" y="6330"/>
                  </a:lnTo>
                  <a:lnTo>
                    <a:pt x="10809" y="8320"/>
                  </a:lnTo>
                  <a:lnTo>
                    <a:pt x="5067" y="9013"/>
                  </a:lnTo>
                  <a:lnTo>
                    <a:pt x="2160" y="11044"/>
                  </a:lnTo>
                  <a:lnTo>
                    <a:pt x="863" y="10646"/>
                  </a:lnTo>
                  <a:lnTo>
                    <a:pt x="0" y="7913"/>
                  </a:lnTo>
                  <a:lnTo>
                    <a:pt x="3202" y="6959"/>
                  </a:lnTo>
                  <a:lnTo>
                    <a:pt x="2355" y="4841"/>
                  </a:lnTo>
                  <a:lnTo>
                    <a:pt x="898" y="5193"/>
                  </a:lnTo>
                  <a:lnTo>
                    <a:pt x="577" y="3057"/>
                  </a:lnTo>
                  <a:lnTo>
                    <a:pt x="207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h5196"/>
            <p:cNvSpPr/>
            <p:nvPr/>
          </p:nvSpPr>
          <p:spPr>
            <a:xfrm>
              <a:off x="6848058" y="3108037"/>
              <a:ext cx="16311" cy="19952"/>
            </a:xfrm>
            <a:custGeom>
              <a:avLst/>
              <a:pathLst>
                <a:path w="16311" h="19952">
                  <a:moveTo>
                    <a:pt x="8566" y="1255"/>
                  </a:moveTo>
                  <a:lnTo>
                    <a:pt x="7739" y="4165"/>
                  </a:lnTo>
                  <a:lnTo>
                    <a:pt x="6599" y="4076"/>
                  </a:lnTo>
                  <a:lnTo>
                    <a:pt x="6796" y="6312"/>
                  </a:lnTo>
                  <a:lnTo>
                    <a:pt x="10672" y="7269"/>
                  </a:lnTo>
                  <a:lnTo>
                    <a:pt x="12139" y="6431"/>
                  </a:lnTo>
                  <a:lnTo>
                    <a:pt x="11696" y="9497"/>
                  </a:lnTo>
                  <a:lnTo>
                    <a:pt x="13573" y="10346"/>
                  </a:lnTo>
                  <a:lnTo>
                    <a:pt x="16015" y="13646"/>
                  </a:lnTo>
                  <a:lnTo>
                    <a:pt x="15715" y="18944"/>
                  </a:lnTo>
                  <a:lnTo>
                    <a:pt x="16311" y="19952"/>
                  </a:lnTo>
                  <a:lnTo>
                    <a:pt x="13219" y="19557"/>
                  </a:lnTo>
                  <a:lnTo>
                    <a:pt x="6676" y="18848"/>
                  </a:lnTo>
                  <a:lnTo>
                    <a:pt x="313" y="18945"/>
                  </a:lnTo>
                  <a:lnTo>
                    <a:pt x="0" y="16760"/>
                  </a:lnTo>
                  <a:lnTo>
                    <a:pt x="1532" y="7780"/>
                  </a:lnTo>
                  <a:lnTo>
                    <a:pt x="987" y="5501"/>
                  </a:lnTo>
                  <a:lnTo>
                    <a:pt x="359" y="5469"/>
                  </a:lnTo>
                  <a:lnTo>
                    <a:pt x="4800" y="399"/>
                  </a:lnTo>
                  <a:lnTo>
                    <a:pt x="785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h5197"/>
            <p:cNvSpPr/>
            <p:nvPr/>
          </p:nvSpPr>
          <p:spPr>
            <a:xfrm>
              <a:off x="6886161" y="3024603"/>
              <a:ext cx="17540" cy="14765"/>
            </a:xfrm>
            <a:custGeom>
              <a:avLst/>
              <a:pathLst>
                <a:path w="17540" h="14765">
                  <a:moveTo>
                    <a:pt x="13834" y="3876"/>
                  </a:moveTo>
                  <a:lnTo>
                    <a:pt x="16081" y="5912"/>
                  </a:lnTo>
                  <a:lnTo>
                    <a:pt x="17540" y="6196"/>
                  </a:lnTo>
                  <a:lnTo>
                    <a:pt x="17527" y="7720"/>
                  </a:lnTo>
                  <a:lnTo>
                    <a:pt x="16504" y="7463"/>
                  </a:lnTo>
                  <a:lnTo>
                    <a:pt x="14976" y="10341"/>
                  </a:lnTo>
                  <a:lnTo>
                    <a:pt x="8818" y="14765"/>
                  </a:lnTo>
                  <a:lnTo>
                    <a:pt x="4828" y="13593"/>
                  </a:lnTo>
                  <a:lnTo>
                    <a:pt x="4659" y="12700"/>
                  </a:lnTo>
                  <a:lnTo>
                    <a:pt x="3010" y="11673"/>
                  </a:lnTo>
                  <a:lnTo>
                    <a:pt x="0" y="11003"/>
                  </a:lnTo>
                  <a:lnTo>
                    <a:pt x="1349" y="7495"/>
                  </a:lnTo>
                  <a:lnTo>
                    <a:pt x="4124" y="2523"/>
                  </a:lnTo>
                  <a:lnTo>
                    <a:pt x="10169" y="697"/>
                  </a:lnTo>
                  <a:lnTo>
                    <a:pt x="107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h5198"/>
            <p:cNvSpPr/>
            <p:nvPr/>
          </p:nvSpPr>
          <p:spPr>
            <a:xfrm>
              <a:off x="6929913" y="2999496"/>
              <a:ext cx="13519" cy="20096"/>
            </a:xfrm>
            <a:custGeom>
              <a:avLst/>
              <a:pathLst>
                <a:path w="13519" h="20096">
                  <a:moveTo>
                    <a:pt x="9048" y="3792"/>
                  </a:moveTo>
                  <a:lnTo>
                    <a:pt x="11972" y="10008"/>
                  </a:lnTo>
                  <a:lnTo>
                    <a:pt x="12948" y="12943"/>
                  </a:lnTo>
                  <a:lnTo>
                    <a:pt x="13519" y="14028"/>
                  </a:lnTo>
                  <a:lnTo>
                    <a:pt x="13285" y="15897"/>
                  </a:lnTo>
                  <a:lnTo>
                    <a:pt x="10319" y="16382"/>
                  </a:lnTo>
                  <a:lnTo>
                    <a:pt x="7470" y="19279"/>
                  </a:lnTo>
                  <a:lnTo>
                    <a:pt x="7374" y="20096"/>
                  </a:lnTo>
                  <a:lnTo>
                    <a:pt x="410" y="15640"/>
                  </a:lnTo>
                  <a:lnTo>
                    <a:pt x="0" y="6920"/>
                  </a:lnTo>
                  <a:lnTo>
                    <a:pt x="4069" y="5845"/>
                  </a:lnTo>
                  <a:lnTo>
                    <a:pt x="6775" y="4259"/>
                  </a:lnTo>
                  <a:lnTo>
                    <a:pt x="7766" y="1972"/>
                  </a:lnTo>
                  <a:lnTo>
                    <a:pt x="1006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h5199"/>
            <p:cNvSpPr/>
            <p:nvPr/>
          </p:nvSpPr>
          <p:spPr>
            <a:xfrm>
              <a:off x="6945294" y="2963749"/>
              <a:ext cx="25041" cy="19403"/>
            </a:xfrm>
            <a:custGeom>
              <a:avLst/>
              <a:pathLst>
                <a:path w="25041" h="19403">
                  <a:moveTo>
                    <a:pt x="22250" y="3213"/>
                  </a:moveTo>
                  <a:lnTo>
                    <a:pt x="25041" y="4013"/>
                  </a:lnTo>
                  <a:lnTo>
                    <a:pt x="23155" y="7017"/>
                  </a:lnTo>
                  <a:lnTo>
                    <a:pt x="18638" y="7549"/>
                  </a:lnTo>
                  <a:lnTo>
                    <a:pt x="12574" y="10672"/>
                  </a:lnTo>
                  <a:lnTo>
                    <a:pt x="10379" y="12860"/>
                  </a:lnTo>
                  <a:lnTo>
                    <a:pt x="8125" y="16845"/>
                  </a:lnTo>
                  <a:lnTo>
                    <a:pt x="8259" y="19120"/>
                  </a:lnTo>
                  <a:lnTo>
                    <a:pt x="3716" y="19403"/>
                  </a:lnTo>
                  <a:lnTo>
                    <a:pt x="2524" y="18371"/>
                  </a:lnTo>
                  <a:lnTo>
                    <a:pt x="0" y="16010"/>
                  </a:lnTo>
                  <a:lnTo>
                    <a:pt x="3504" y="13449"/>
                  </a:lnTo>
                  <a:lnTo>
                    <a:pt x="5731" y="7289"/>
                  </a:lnTo>
                  <a:lnTo>
                    <a:pt x="5783" y="895"/>
                  </a:lnTo>
                  <a:lnTo>
                    <a:pt x="7213" y="522"/>
                  </a:lnTo>
                  <a:lnTo>
                    <a:pt x="8459" y="183"/>
                  </a:lnTo>
                  <a:lnTo>
                    <a:pt x="9351" y="1799"/>
                  </a:lnTo>
                  <a:lnTo>
                    <a:pt x="12326" y="2252"/>
                  </a:lnTo>
                  <a:lnTo>
                    <a:pt x="15736" y="489"/>
                  </a:lnTo>
                  <a:lnTo>
                    <a:pt x="1877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h5200"/>
            <p:cNvSpPr/>
            <p:nvPr/>
          </p:nvSpPr>
          <p:spPr>
            <a:xfrm>
              <a:off x="6886154" y="3001666"/>
              <a:ext cx="23153" cy="16561"/>
            </a:xfrm>
            <a:custGeom>
              <a:avLst/>
              <a:pathLst>
                <a:path w="23153" h="16561">
                  <a:moveTo>
                    <a:pt x="22723" y="2362"/>
                  </a:moveTo>
                  <a:lnTo>
                    <a:pt x="23153" y="6308"/>
                  </a:lnTo>
                  <a:lnTo>
                    <a:pt x="18491" y="16561"/>
                  </a:lnTo>
                  <a:lnTo>
                    <a:pt x="16651" y="15414"/>
                  </a:lnTo>
                  <a:lnTo>
                    <a:pt x="8897" y="15316"/>
                  </a:lnTo>
                  <a:lnTo>
                    <a:pt x="2387" y="10781"/>
                  </a:lnTo>
                  <a:lnTo>
                    <a:pt x="2863" y="9188"/>
                  </a:lnTo>
                  <a:lnTo>
                    <a:pt x="0" y="8246"/>
                  </a:lnTo>
                  <a:lnTo>
                    <a:pt x="1966" y="4075"/>
                  </a:lnTo>
                  <a:lnTo>
                    <a:pt x="4030" y="5270"/>
                  </a:lnTo>
                  <a:lnTo>
                    <a:pt x="11772" y="5989"/>
                  </a:lnTo>
                  <a:lnTo>
                    <a:pt x="14403" y="4465"/>
                  </a:lnTo>
                  <a:lnTo>
                    <a:pt x="14118" y="1542"/>
                  </a:lnTo>
                  <a:lnTo>
                    <a:pt x="17271" y="212"/>
                  </a:lnTo>
                  <a:lnTo>
                    <a:pt x="207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h5201"/>
            <p:cNvSpPr/>
            <p:nvPr/>
          </p:nvSpPr>
          <p:spPr>
            <a:xfrm>
              <a:off x="6825184" y="2977977"/>
              <a:ext cx="28327" cy="46905"/>
            </a:xfrm>
            <a:custGeom>
              <a:avLst/>
              <a:pathLst>
                <a:path w="28327" h="46905">
                  <a:moveTo>
                    <a:pt x="27290" y="4831"/>
                  </a:moveTo>
                  <a:lnTo>
                    <a:pt x="28327" y="10131"/>
                  </a:lnTo>
                  <a:lnTo>
                    <a:pt x="23344" y="18894"/>
                  </a:lnTo>
                  <a:lnTo>
                    <a:pt x="21127" y="17904"/>
                  </a:lnTo>
                  <a:lnTo>
                    <a:pt x="20287" y="18717"/>
                  </a:lnTo>
                  <a:lnTo>
                    <a:pt x="16590" y="28582"/>
                  </a:lnTo>
                  <a:lnTo>
                    <a:pt x="16705" y="31478"/>
                  </a:lnTo>
                  <a:lnTo>
                    <a:pt x="17973" y="34296"/>
                  </a:lnTo>
                  <a:lnTo>
                    <a:pt x="21510" y="38081"/>
                  </a:lnTo>
                  <a:lnTo>
                    <a:pt x="18556" y="38687"/>
                  </a:lnTo>
                  <a:lnTo>
                    <a:pt x="15738" y="40396"/>
                  </a:lnTo>
                  <a:lnTo>
                    <a:pt x="15536" y="46475"/>
                  </a:lnTo>
                  <a:lnTo>
                    <a:pt x="9060" y="46905"/>
                  </a:lnTo>
                  <a:lnTo>
                    <a:pt x="784" y="46150"/>
                  </a:lnTo>
                  <a:lnTo>
                    <a:pt x="0" y="45193"/>
                  </a:lnTo>
                  <a:lnTo>
                    <a:pt x="1114" y="39803"/>
                  </a:lnTo>
                  <a:lnTo>
                    <a:pt x="740" y="31718"/>
                  </a:lnTo>
                  <a:lnTo>
                    <a:pt x="123" y="31166"/>
                  </a:lnTo>
                  <a:lnTo>
                    <a:pt x="3994" y="25802"/>
                  </a:lnTo>
                  <a:lnTo>
                    <a:pt x="5962" y="24822"/>
                  </a:lnTo>
                  <a:lnTo>
                    <a:pt x="410" y="22183"/>
                  </a:lnTo>
                  <a:lnTo>
                    <a:pt x="804" y="21137"/>
                  </a:lnTo>
                  <a:lnTo>
                    <a:pt x="2118" y="18897"/>
                  </a:lnTo>
                  <a:lnTo>
                    <a:pt x="4576" y="17735"/>
                  </a:lnTo>
                  <a:lnTo>
                    <a:pt x="6181" y="11667"/>
                  </a:lnTo>
                  <a:lnTo>
                    <a:pt x="10304" y="11845"/>
                  </a:lnTo>
                  <a:lnTo>
                    <a:pt x="9315" y="12828"/>
                  </a:lnTo>
                  <a:lnTo>
                    <a:pt x="9590" y="14115"/>
                  </a:lnTo>
                  <a:lnTo>
                    <a:pt x="13053" y="15356"/>
                  </a:lnTo>
                  <a:lnTo>
                    <a:pt x="19112" y="10692"/>
                  </a:lnTo>
                  <a:lnTo>
                    <a:pt x="20161" y="8261"/>
                  </a:lnTo>
                  <a:lnTo>
                    <a:pt x="26661" y="2496"/>
                  </a:lnTo>
                  <a:lnTo>
                    <a:pt x="2770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h5202"/>
            <p:cNvSpPr/>
            <p:nvPr/>
          </p:nvSpPr>
          <p:spPr>
            <a:xfrm>
              <a:off x="6879966" y="3010163"/>
              <a:ext cx="6215" cy="7870"/>
            </a:xfrm>
            <a:custGeom>
              <a:avLst/>
              <a:pathLst>
                <a:path w="6215" h="7870">
                  <a:moveTo>
                    <a:pt x="6215" y="0"/>
                  </a:moveTo>
                  <a:lnTo>
                    <a:pt x="5230" y="4323"/>
                  </a:lnTo>
                  <a:lnTo>
                    <a:pt x="2807" y="7870"/>
                  </a:lnTo>
                  <a:lnTo>
                    <a:pt x="1684" y="6881"/>
                  </a:lnTo>
                  <a:lnTo>
                    <a:pt x="0" y="4051"/>
                  </a:lnTo>
                  <a:lnTo>
                    <a:pt x="2001" y="4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h5203"/>
            <p:cNvSpPr/>
            <p:nvPr/>
          </p:nvSpPr>
          <p:spPr>
            <a:xfrm>
              <a:off x="6983615" y="3060921"/>
              <a:ext cx="20694" cy="31380"/>
            </a:xfrm>
            <a:custGeom>
              <a:avLst/>
              <a:pathLst>
                <a:path w="20694" h="31380">
                  <a:moveTo>
                    <a:pt x="12518" y="403"/>
                  </a:moveTo>
                  <a:lnTo>
                    <a:pt x="14183" y="7872"/>
                  </a:lnTo>
                  <a:lnTo>
                    <a:pt x="16724" y="10259"/>
                  </a:lnTo>
                  <a:lnTo>
                    <a:pt x="20694" y="10303"/>
                  </a:lnTo>
                  <a:lnTo>
                    <a:pt x="20324" y="11802"/>
                  </a:lnTo>
                  <a:lnTo>
                    <a:pt x="17382" y="12337"/>
                  </a:lnTo>
                  <a:lnTo>
                    <a:pt x="11406" y="20053"/>
                  </a:lnTo>
                  <a:lnTo>
                    <a:pt x="7584" y="30037"/>
                  </a:lnTo>
                  <a:lnTo>
                    <a:pt x="6573" y="30737"/>
                  </a:lnTo>
                  <a:lnTo>
                    <a:pt x="5316" y="30695"/>
                  </a:lnTo>
                  <a:lnTo>
                    <a:pt x="958" y="31380"/>
                  </a:lnTo>
                  <a:lnTo>
                    <a:pt x="267" y="31265"/>
                  </a:lnTo>
                  <a:lnTo>
                    <a:pt x="569" y="29029"/>
                  </a:lnTo>
                  <a:lnTo>
                    <a:pt x="0" y="27747"/>
                  </a:lnTo>
                  <a:lnTo>
                    <a:pt x="943" y="24346"/>
                  </a:lnTo>
                  <a:lnTo>
                    <a:pt x="2628" y="23359"/>
                  </a:lnTo>
                  <a:lnTo>
                    <a:pt x="4059" y="24469"/>
                  </a:lnTo>
                  <a:lnTo>
                    <a:pt x="6210" y="24192"/>
                  </a:lnTo>
                  <a:lnTo>
                    <a:pt x="7161" y="19945"/>
                  </a:lnTo>
                  <a:lnTo>
                    <a:pt x="5254" y="16544"/>
                  </a:lnTo>
                  <a:lnTo>
                    <a:pt x="2397" y="14183"/>
                  </a:lnTo>
                  <a:lnTo>
                    <a:pt x="3566" y="11021"/>
                  </a:lnTo>
                  <a:lnTo>
                    <a:pt x="5757" y="9441"/>
                  </a:lnTo>
                  <a:lnTo>
                    <a:pt x="4704" y="1963"/>
                  </a:lnTo>
                  <a:lnTo>
                    <a:pt x="6966" y="633"/>
                  </a:lnTo>
                  <a:lnTo>
                    <a:pt x="890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h5204"/>
            <p:cNvSpPr/>
            <p:nvPr/>
          </p:nvSpPr>
          <p:spPr>
            <a:xfrm>
              <a:off x="6842234" y="3047825"/>
              <a:ext cx="14234" cy="7190"/>
            </a:xfrm>
            <a:custGeom>
              <a:avLst/>
              <a:pathLst>
                <a:path w="14234" h="7190">
                  <a:moveTo>
                    <a:pt x="11575" y="0"/>
                  </a:moveTo>
                  <a:lnTo>
                    <a:pt x="13780" y="310"/>
                  </a:lnTo>
                  <a:lnTo>
                    <a:pt x="14234" y="1827"/>
                  </a:lnTo>
                  <a:lnTo>
                    <a:pt x="11605" y="4678"/>
                  </a:lnTo>
                  <a:lnTo>
                    <a:pt x="8305" y="5812"/>
                  </a:lnTo>
                  <a:lnTo>
                    <a:pt x="6485" y="7190"/>
                  </a:lnTo>
                  <a:lnTo>
                    <a:pt x="0" y="4169"/>
                  </a:lnTo>
                  <a:lnTo>
                    <a:pt x="3383" y="1327"/>
                  </a:lnTo>
                  <a:lnTo>
                    <a:pt x="4947" y="2442"/>
                  </a:lnTo>
                  <a:lnTo>
                    <a:pt x="9178" y="144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h5205"/>
            <p:cNvSpPr/>
            <p:nvPr/>
          </p:nvSpPr>
          <p:spPr>
            <a:xfrm>
              <a:off x="6916379" y="3050437"/>
              <a:ext cx="17046" cy="13480"/>
            </a:xfrm>
            <a:custGeom>
              <a:avLst/>
              <a:pathLst>
                <a:path w="17046" h="13480">
                  <a:moveTo>
                    <a:pt x="6609" y="0"/>
                  </a:moveTo>
                  <a:lnTo>
                    <a:pt x="7614" y="830"/>
                  </a:lnTo>
                  <a:lnTo>
                    <a:pt x="8004" y="2428"/>
                  </a:lnTo>
                  <a:lnTo>
                    <a:pt x="10320" y="3352"/>
                  </a:lnTo>
                  <a:lnTo>
                    <a:pt x="8884" y="3953"/>
                  </a:lnTo>
                  <a:lnTo>
                    <a:pt x="7687" y="6492"/>
                  </a:lnTo>
                  <a:lnTo>
                    <a:pt x="9207" y="6698"/>
                  </a:lnTo>
                  <a:lnTo>
                    <a:pt x="9402" y="5284"/>
                  </a:lnTo>
                  <a:lnTo>
                    <a:pt x="15522" y="1414"/>
                  </a:lnTo>
                  <a:lnTo>
                    <a:pt x="17046" y="1765"/>
                  </a:lnTo>
                  <a:lnTo>
                    <a:pt x="15630" y="5514"/>
                  </a:lnTo>
                  <a:lnTo>
                    <a:pt x="7090" y="13480"/>
                  </a:lnTo>
                  <a:lnTo>
                    <a:pt x="5517" y="13292"/>
                  </a:lnTo>
                  <a:lnTo>
                    <a:pt x="4584" y="12320"/>
                  </a:lnTo>
                  <a:lnTo>
                    <a:pt x="4291" y="8720"/>
                  </a:lnTo>
                  <a:lnTo>
                    <a:pt x="425" y="5424"/>
                  </a:lnTo>
                  <a:lnTo>
                    <a:pt x="1040" y="4028"/>
                  </a:lnTo>
                  <a:lnTo>
                    <a:pt x="0" y="1639"/>
                  </a:lnTo>
                  <a:lnTo>
                    <a:pt x="771" y="1094"/>
                  </a:lnTo>
                  <a:lnTo>
                    <a:pt x="2895" y="158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h5206"/>
            <p:cNvSpPr/>
            <p:nvPr/>
          </p:nvSpPr>
          <p:spPr>
            <a:xfrm>
              <a:off x="6832728" y="3024453"/>
              <a:ext cx="18005" cy="20465"/>
            </a:xfrm>
            <a:custGeom>
              <a:avLst/>
              <a:pathLst>
                <a:path w="18005" h="20465">
                  <a:moveTo>
                    <a:pt x="7992" y="0"/>
                  </a:moveTo>
                  <a:lnTo>
                    <a:pt x="8483" y="1693"/>
                  </a:lnTo>
                  <a:lnTo>
                    <a:pt x="14056" y="6714"/>
                  </a:lnTo>
                  <a:lnTo>
                    <a:pt x="16084" y="5459"/>
                  </a:lnTo>
                  <a:lnTo>
                    <a:pt x="16108" y="8526"/>
                  </a:lnTo>
                  <a:lnTo>
                    <a:pt x="15568" y="9822"/>
                  </a:lnTo>
                  <a:lnTo>
                    <a:pt x="12876" y="10301"/>
                  </a:lnTo>
                  <a:lnTo>
                    <a:pt x="10368" y="14353"/>
                  </a:lnTo>
                  <a:lnTo>
                    <a:pt x="13167" y="14657"/>
                  </a:lnTo>
                  <a:lnTo>
                    <a:pt x="14298" y="12652"/>
                  </a:lnTo>
                  <a:lnTo>
                    <a:pt x="16001" y="14183"/>
                  </a:lnTo>
                  <a:lnTo>
                    <a:pt x="17613" y="14088"/>
                  </a:lnTo>
                  <a:lnTo>
                    <a:pt x="18005" y="15395"/>
                  </a:lnTo>
                  <a:lnTo>
                    <a:pt x="17382" y="16632"/>
                  </a:lnTo>
                  <a:lnTo>
                    <a:pt x="13314" y="17795"/>
                  </a:lnTo>
                  <a:lnTo>
                    <a:pt x="9883" y="16935"/>
                  </a:lnTo>
                  <a:lnTo>
                    <a:pt x="7094" y="18255"/>
                  </a:lnTo>
                  <a:lnTo>
                    <a:pt x="6271" y="20465"/>
                  </a:lnTo>
                  <a:lnTo>
                    <a:pt x="3624" y="20464"/>
                  </a:lnTo>
                  <a:lnTo>
                    <a:pt x="583" y="14838"/>
                  </a:lnTo>
                  <a:lnTo>
                    <a:pt x="1481" y="11668"/>
                  </a:lnTo>
                  <a:lnTo>
                    <a:pt x="0" y="9943"/>
                  </a:lnTo>
                  <a:lnTo>
                    <a:pt x="1625" y="4330"/>
                  </a:lnTo>
                  <a:lnTo>
                    <a:pt x="1516" y="43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h5207"/>
            <p:cNvSpPr/>
            <p:nvPr/>
          </p:nvSpPr>
          <p:spPr>
            <a:xfrm>
              <a:off x="6937063" y="3057594"/>
              <a:ext cx="44134" cy="23764"/>
            </a:xfrm>
            <a:custGeom>
              <a:avLst/>
              <a:pathLst>
                <a:path w="44134" h="23764">
                  <a:moveTo>
                    <a:pt x="35873" y="395"/>
                  </a:moveTo>
                  <a:lnTo>
                    <a:pt x="36329" y="2952"/>
                  </a:lnTo>
                  <a:lnTo>
                    <a:pt x="41635" y="9393"/>
                  </a:lnTo>
                  <a:lnTo>
                    <a:pt x="44134" y="7730"/>
                  </a:lnTo>
                  <a:lnTo>
                    <a:pt x="39703" y="14000"/>
                  </a:lnTo>
                  <a:lnTo>
                    <a:pt x="37102" y="16209"/>
                  </a:lnTo>
                  <a:lnTo>
                    <a:pt x="34936" y="14903"/>
                  </a:lnTo>
                  <a:lnTo>
                    <a:pt x="30140" y="17342"/>
                  </a:lnTo>
                  <a:lnTo>
                    <a:pt x="30056" y="19113"/>
                  </a:lnTo>
                  <a:lnTo>
                    <a:pt x="28855" y="21328"/>
                  </a:lnTo>
                  <a:lnTo>
                    <a:pt x="20631" y="19686"/>
                  </a:lnTo>
                  <a:lnTo>
                    <a:pt x="18266" y="22180"/>
                  </a:lnTo>
                  <a:lnTo>
                    <a:pt x="17107" y="23764"/>
                  </a:lnTo>
                  <a:lnTo>
                    <a:pt x="16153" y="23388"/>
                  </a:lnTo>
                  <a:lnTo>
                    <a:pt x="14793" y="20525"/>
                  </a:lnTo>
                  <a:lnTo>
                    <a:pt x="8289" y="23043"/>
                  </a:lnTo>
                  <a:lnTo>
                    <a:pt x="6726" y="22435"/>
                  </a:lnTo>
                  <a:lnTo>
                    <a:pt x="5724" y="19748"/>
                  </a:lnTo>
                  <a:lnTo>
                    <a:pt x="1951" y="19272"/>
                  </a:lnTo>
                  <a:lnTo>
                    <a:pt x="2044" y="17170"/>
                  </a:lnTo>
                  <a:lnTo>
                    <a:pt x="0" y="12707"/>
                  </a:lnTo>
                  <a:lnTo>
                    <a:pt x="6410" y="8572"/>
                  </a:lnTo>
                  <a:lnTo>
                    <a:pt x="7580" y="10002"/>
                  </a:lnTo>
                  <a:lnTo>
                    <a:pt x="8967" y="10357"/>
                  </a:lnTo>
                  <a:lnTo>
                    <a:pt x="12907" y="9176"/>
                  </a:lnTo>
                  <a:lnTo>
                    <a:pt x="15027" y="12480"/>
                  </a:lnTo>
                  <a:lnTo>
                    <a:pt x="16883" y="12144"/>
                  </a:lnTo>
                  <a:lnTo>
                    <a:pt x="21883" y="8921"/>
                  </a:lnTo>
                  <a:lnTo>
                    <a:pt x="23402" y="12028"/>
                  </a:lnTo>
                  <a:lnTo>
                    <a:pt x="24974" y="11364"/>
                  </a:lnTo>
                  <a:lnTo>
                    <a:pt x="26494" y="8445"/>
                  </a:lnTo>
                  <a:lnTo>
                    <a:pt x="26657" y="9544"/>
                  </a:lnTo>
                  <a:lnTo>
                    <a:pt x="355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h5208"/>
            <p:cNvSpPr/>
            <p:nvPr/>
          </p:nvSpPr>
          <p:spPr>
            <a:xfrm>
              <a:off x="6871210" y="2875450"/>
              <a:ext cx="11353" cy="7152"/>
            </a:xfrm>
            <a:custGeom>
              <a:avLst/>
              <a:pathLst>
                <a:path w="11353" h="7152">
                  <a:moveTo>
                    <a:pt x="7952" y="487"/>
                  </a:moveTo>
                  <a:lnTo>
                    <a:pt x="11353" y="1837"/>
                  </a:lnTo>
                  <a:lnTo>
                    <a:pt x="11093" y="2973"/>
                  </a:lnTo>
                  <a:lnTo>
                    <a:pt x="8750" y="5458"/>
                  </a:lnTo>
                  <a:lnTo>
                    <a:pt x="3774" y="7152"/>
                  </a:lnTo>
                  <a:lnTo>
                    <a:pt x="0" y="5227"/>
                  </a:lnTo>
                  <a:lnTo>
                    <a:pt x="766" y="1379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h5209"/>
            <p:cNvSpPr/>
            <p:nvPr/>
          </p:nvSpPr>
          <p:spPr>
            <a:xfrm>
              <a:off x="6841774" y="2988109"/>
              <a:ext cx="18343" cy="18450"/>
            </a:xfrm>
            <a:custGeom>
              <a:avLst/>
              <a:pathLst>
                <a:path w="18343" h="18450">
                  <a:moveTo>
                    <a:pt x="12447" y="27"/>
                  </a:moveTo>
                  <a:lnTo>
                    <a:pt x="14591" y="9041"/>
                  </a:lnTo>
                  <a:lnTo>
                    <a:pt x="13351" y="10030"/>
                  </a:lnTo>
                  <a:lnTo>
                    <a:pt x="14048" y="12103"/>
                  </a:lnTo>
                  <a:lnTo>
                    <a:pt x="14686" y="12947"/>
                  </a:lnTo>
                  <a:lnTo>
                    <a:pt x="15541" y="13214"/>
                  </a:lnTo>
                  <a:lnTo>
                    <a:pt x="15729" y="12561"/>
                  </a:lnTo>
                  <a:lnTo>
                    <a:pt x="18343" y="13680"/>
                  </a:lnTo>
                  <a:lnTo>
                    <a:pt x="18042" y="14002"/>
                  </a:lnTo>
                  <a:lnTo>
                    <a:pt x="14149" y="16745"/>
                  </a:lnTo>
                  <a:lnTo>
                    <a:pt x="0" y="18450"/>
                  </a:lnTo>
                  <a:lnTo>
                    <a:pt x="3696" y="8585"/>
                  </a:lnTo>
                  <a:lnTo>
                    <a:pt x="4537" y="7772"/>
                  </a:lnTo>
                  <a:lnTo>
                    <a:pt x="6753" y="8762"/>
                  </a:lnTo>
                  <a:lnTo>
                    <a:pt x="1173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h5210"/>
            <p:cNvSpPr/>
            <p:nvPr/>
          </p:nvSpPr>
          <p:spPr>
            <a:xfrm>
              <a:off x="6853378" y="2903126"/>
              <a:ext cx="18387" cy="18100"/>
            </a:xfrm>
            <a:custGeom>
              <a:avLst/>
              <a:pathLst>
                <a:path w="18387" h="18100">
                  <a:moveTo>
                    <a:pt x="7150" y="0"/>
                  </a:moveTo>
                  <a:lnTo>
                    <a:pt x="9787" y="1785"/>
                  </a:lnTo>
                  <a:lnTo>
                    <a:pt x="11029" y="1172"/>
                  </a:lnTo>
                  <a:lnTo>
                    <a:pt x="16870" y="7721"/>
                  </a:lnTo>
                  <a:lnTo>
                    <a:pt x="18387" y="11525"/>
                  </a:lnTo>
                  <a:lnTo>
                    <a:pt x="18273" y="13843"/>
                  </a:lnTo>
                  <a:lnTo>
                    <a:pt x="5368" y="18100"/>
                  </a:lnTo>
                  <a:lnTo>
                    <a:pt x="453" y="15736"/>
                  </a:lnTo>
                  <a:lnTo>
                    <a:pt x="0" y="13673"/>
                  </a:lnTo>
                  <a:lnTo>
                    <a:pt x="2621" y="11942"/>
                  </a:lnTo>
                  <a:lnTo>
                    <a:pt x="2245" y="8897"/>
                  </a:lnTo>
                  <a:lnTo>
                    <a:pt x="5511" y="2913"/>
                  </a:lnTo>
                  <a:lnTo>
                    <a:pt x="4662" y="1565"/>
                  </a:lnTo>
                  <a:lnTo>
                    <a:pt x="6104" y="14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h5211"/>
            <p:cNvSpPr/>
            <p:nvPr/>
          </p:nvSpPr>
          <p:spPr>
            <a:xfrm>
              <a:off x="6794928" y="3059202"/>
              <a:ext cx="4980" cy="4251"/>
            </a:xfrm>
            <a:custGeom>
              <a:avLst/>
              <a:pathLst>
                <a:path w="4980" h="4251">
                  <a:moveTo>
                    <a:pt x="4723" y="986"/>
                  </a:moveTo>
                  <a:lnTo>
                    <a:pt x="4980" y="2541"/>
                  </a:lnTo>
                  <a:lnTo>
                    <a:pt x="1497" y="4251"/>
                  </a:lnTo>
                  <a:lnTo>
                    <a:pt x="0" y="3524"/>
                  </a:lnTo>
                  <a:lnTo>
                    <a:pt x="192" y="0"/>
                  </a:lnTo>
                  <a:lnTo>
                    <a:pt x="942" y="953"/>
                  </a:lnTo>
                  <a:lnTo>
                    <a:pt x="2745" y="31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h5212"/>
            <p:cNvSpPr/>
            <p:nvPr/>
          </p:nvSpPr>
          <p:spPr>
            <a:xfrm>
              <a:off x="6791754" y="2990020"/>
              <a:ext cx="20598" cy="9183"/>
            </a:xfrm>
            <a:custGeom>
              <a:avLst/>
              <a:pathLst>
                <a:path w="20598" h="9183">
                  <a:moveTo>
                    <a:pt x="2582" y="0"/>
                  </a:moveTo>
                  <a:lnTo>
                    <a:pt x="7672" y="1753"/>
                  </a:lnTo>
                  <a:lnTo>
                    <a:pt x="13481" y="2306"/>
                  </a:lnTo>
                  <a:lnTo>
                    <a:pt x="17104" y="3243"/>
                  </a:lnTo>
                  <a:lnTo>
                    <a:pt x="18421" y="2696"/>
                  </a:lnTo>
                  <a:lnTo>
                    <a:pt x="20278" y="5435"/>
                  </a:lnTo>
                  <a:lnTo>
                    <a:pt x="20598" y="7571"/>
                  </a:lnTo>
                  <a:lnTo>
                    <a:pt x="17537" y="9183"/>
                  </a:lnTo>
                  <a:lnTo>
                    <a:pt x="13997" y="6984"/>
                  </a:lnTo>
                  <a:lnTo>
                    <a:pt x="9970" y="5598"/>
                  </a:lnTo>
                  <a:lnTo>
                    <a:pt x="7449" y="5984"/>
                  </a:lnTo>
                  <a:lnTo>
                    <a:pt x="2810" y="3255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h5213"/>
            <p:cNvSpPr/>
            <p:nvPr/>
          </p:nvSpPr>
          <p:spPr>
            <a:xfrm>
              <a:off x="6902670" y="3091705"/>
              <a:ext cx="31299" cy="27896"/>
            </a:xfrm>
            <a:custGeom>
              <a:avLst/>
              <a:pathLst>
                <a:path w="31299" h="27896">
                  <a:moveTo>
                    <a:pt x="12028" y="5683"/>
                  </a:moveTo>
                  <a:lnTo>
                    <a:pt x="15580" y="6991"/>
                  </a:lnTo>
                  <a:lnTo>
                    <a:pt x="23728" y="5557"/>
                  </a:lnTo>
                  <a:lnTo>
                    <a:pt x="23878" y="2673"/>
                  </a:lnTo>
                  <a:lnTo>
                    <a:pt x="25776" y="3186"/>
                  </a:lnTo>
                  <a:lnTo>
                    <a:pt x="30064" y="14902"/>
                  </a:lnTo>
                  <a:lnTo>
                    <a:pt x="31299" y="15964"/>
                  </a:lnTo>
                  <a:lnTo>
                    <a:pt x="29550" y="18734"/>
                  </a:lnTo>
                  <a:lnTo>
                    <a:pt x="28405" y="19509"/>
                  </a:lnTo>
                  <a:lnTo>
                    <a:pt x="25641" y="18029"/>
                  </a:lnTo>
                  <a:lnTo>
                    <a:pt x="24710" y="18667"/>
                  </a:lnTo>
                  <a:lnTo>
                    <a:pt x="18834" y="27688"/>
                  </a:lnTo>
                  <a:lnTo>
                    <a:pt x="17181" y="27896"/>
                  </a:lnTo>
                  <a:lnTo>
                    <a:pt x="9575" y="27020"/>
                  </a:lnTo>
                  <a:lnTo>
                    <a:pt x="8219" y="25814"/>
                  </a:lnTo>
                  <a:lnTo>
                    <a:pt x="6859" y="20456"/>
                  </a:lnTo>
                  <a:lnTo>
                    <a:pt x="6642" y="19117"/>
                  </a:lnTo>
                  <a:lnTo>
                    <a:pt x="6074" y="16842"/>
                  </a:lnTo>
                  <a:lnTo>
                    <a:pt x="6502" y="15754"/>
                  </a:lnTo>
                  <a:lnTo>
                    <a:pt x="8870" y="14736"/>
                  </a:lnTo>
                  <a:lnTo>
                    <a:pt x="11189" y="14639"/>
                  </a:lnTo>
                  <a:lnTo>
                    <a:pt x="12784" y="10497"/>
                  </a:lnTo>
                  <a:lnTo>
                    <a:pt x="9431" y="8157"/>
                  </a:lnTo>
                  <a:lnTo>
                    <a:pt x="7523" y="9267"/>
                  </a:lnTo>
                  <a:lnTo>
                    <a:pt x="673" y="8738"/>
                  </a:lnTo>
                  <a:lnTo>
                    <a:pt x="0" y="4925"/>
                  </a:lnTo>
                  <a:lnTo>
                    <a:pt x="2613" y="5244"/>
                  </a:lnTo>
                  <a:lnTo>
                    <a:pt x="3360" y="4695"/>
                  </a:lnTo>
                  <a:lnTo>
                    <a:pt x="2704" y="1414"/>
                  </a:lnTo>
                  <a:lnTo>
                    <a:pt x="3309" y="0"/>
                  </a:lnTo>
                  <a:lnTo>
                    <a:pt x="7628" y="167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h5214"/>
            <p:cNvSpPr/>
            <p:nvPr/>
          </p:nvSpPr>
          <p:spPr>
            <a:xfrm>
              <a:off x="6899695" y="3101092"/>
              <a:ext cx="5750" cy="3939"/>
            </a:xfrm>
            <a:custGeom>
              <a:avLst/>
              <a:pathLst>
                <a:path w="5750" h="3939">
                  <a:moveTo>
                    <a:pt x="5750" y="1862"/>
                  </a:moveTo>
                  <a:lnTo>
                    <a:pt x="4229" y="3939"/>
                  </a:lnTo>
                  <a:lnTo>
                    <a:pt x="0" y="1242"/>
                  </a:lnTo>
                  <a:lnTo>
                    <a:pt x="1045" y="0"/>
                  </a:lnTo>
                  <a:lnTo>
                    <a:pt x="3270" y="30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h5215"/>
            <p:cNvSpPr/>
            <p:nvPr/>
          </p:nvSpPr>
          <p:spPr>
            <a:xfrm>
              <a:off x="6783656" y="3033106"/>
              <a:ext cx="5120" cy="9543"/>
            </a:xfrm>
            <a:custGeom>
              <a:avLst/>
              <a:pathLst>
                <a:path w="5120" h="9543">
                  <a:moveTo>
                    <a:pt x="4924" y="2791"/>
                  </a:moveTo>
                  <a:lnTo>
                    <a:pt x="3708" y="5096"/>
                  </a:lnTo>
                  <a:lnTo>
                    <a:pt x="5120" y="8140"/>
                  </a:lnTo>
                  <a:lnTo>
                    <a:pt x="703" y="9543"/>
                  </a:lnTo>
                  <a:lnTo>
                    <a:pt x="0" y="8430"/>
                  </a:lnTo>
                  <a:lnTo>
                    <a:pt x="2171" y="2956"/>
                  </a:lnTo>
                  <a:lnTo>
                    <a:pt x="832" y="2077"/>
                  </a:lnTo>
                  <a:lnTo>
                    <a:pt x="57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h5216"/>
            <p:cNvSpPr/>
            <p:nvPr/>
          </p:nvSpPr>
          <p:spPr>
            <a:xfrm>
              <a:off x="6878879" y="2982465"/>
              <a:ext cx="13606" cy="14900"/>
            </a:xfrm>
            <a:custGeom>
              <a:avLst/>
              <a:pathLst>
                <a:path w="13606" h="14900">
                  <a:moveTo>
                    <a:pt x="8360" y="1527"/>
                  </a:moveTo>
                  <a:lnTo>
                    <a:pt x="10843" y="181"/>
                  </a:lnTo>
                  <a:lnTo>
                    <a:pt x="12482" y="2913"/>
                  </a:lnTo>
                  <a:lnTo>
                    <a:pt x="11997" y="6971"/>
                  </a:lnTo>
                  <a:lnTo>
                    <a:pt x="13606" y="11123"/>
                  </a:lnTo>
                  <a:lnTo>
                    <a:pt x="10958" y="13472"/>
                  </a:lnTo>
                  <a:lnTo>
                    <a:pt x="7227" y="14900"/>
                  </a:lnTo>
                  <a:lnTo>
                    <a:pt x="4928" y="13913"/>
                  </a:lnTo>
                  <a:lnTo>
                    <a:pt x="29" y="8870"/>
                  </a:lnTo>
                  <a:lnTo>
                    <a:pt x="0" y="5460"/>
                  </a:lnTo>
                  <a:lnTo>
                    <a:pt x="4038" y="4079"/>
                  </a:lnTo>
                  <a:lnTo>
                    <a:pt x="638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h5217"/>
            <p:cNvSpPr/>
            <p:nvPr/>
          </p:nvSpPr>
          <p:spPr>
            <a:xfrm>
              <a:off x="6828148" y="3038163"/>
              <a:ext cx="41044" cy="29693"/>
            </a:xfrm>
            <a:custGeom>
              <a:avLst/>
              <a:pathLst>
                <a:path w="41044" h="29693">
                  <a:moveTo>
                    <a:pt x="40910" y="3771"/>
                  </a:moveTo>
                  <a:lnTo>
                    <a:pt x="41044" y="6206"/>
                  </a:lnTo>
                  <a:lnTo>
                    <a:pt x="38613" y="11739"/>
                  </a:lnTo>
                  <a:lnTo>
                    <a:pt x="39096" y="13437"/>
                  </a:lnTo>
                  <a:lnTo>
                    <a:pt x="34858" y="15532"/>
                  </a:lnTo>
                  <a:lnTo>
                    <a:pt x="30236" y="14471"/>
                  </a:lnTo>
                  <a:lnTo>
                    <a:pt x="28063" y="15481"/>
                  </a:lnTo>
                  <a:lnTo>
                    <a:pt x="25756" y="27246"/>
                  </a:lnTo>
                  <a:lnTo>
                    <a:pt x="22050" y="27715"/>
                  </a:lnTo>
                  <a:lnTo>
                    <a:pt x="18188" y="26064"/>
                  </a:lnTo>
                  <a:lnTo>
                    <a:pt x="11789" y="28089"/>
                  </a:lnTo>
                  <a:lnTo>
                    <a:pt x="11273" y="27407"/>
                  </a:lnTo>
                  <a:lnTo>
                    <a:pt x="5146" y="27852"/>
                  </a:lnTo>
                  <a:lnTo>
                    <a:pt x="3896" y="29494"/>
                  </a:lnTo>
                  <a:lnTo>
                    <a:pt x="1939" y="29693"/>
                  </a:lnTo>
                  <a:lnTo>
                    <a:pt x="2181" y="27735"/>
                  </a:lnTo>
                  <a:lnTo>
                    <a:pt x="0" y="27319"/>
                  </a:lnTo>
                  <a:lnTo>
                    <a:pt x="2669" y="25433"/>
                  </a:lnTo>
                  <a:lnTo>
                    <a:pt x="5725" y="26251"/>
                  </a:lnTo>
                  <a:lnTo>
                    <a:pt x="6961" y="24973"/>
                  </a:lnTo>
                  <a:lnTo>
                    <a:pt x="6742" y="23036"/>
                  </a:lnTo>
                  <a:lnTo>
                    <a:pt x="8299" y="22466"/>
                  </a:lnTo>
                  <a:lnTo>
                    <a:pt x="10936" y="23169"/>
                  </a:lnTo>
                  <a:lnTo>
                    <a:pt x="11985" y="24803"/>
                  </a:lnTo>
                  <a:lnTo>
                    <a:pt x="17521" y="22466"/>
                  </a:lnTo>
                  <a:lnTo>
                    <a:pt x="20827" y="19213"/>
                  </a:lnTo>
                  <a:lnTo>
                    <a:pt x="21060" y="17347"/>
                  </a:lnTo>
                  <a:lnTo>
                    <a:pt x="20571" y="16852"/>
                  </a:lnTo>
                  <a:lnTo>
                    <a:pt x="22391" y="15474"/>
                  </a:lnTo>
                  <a:lnTo>
                    <a:pt x="25691" y="14340"/>
                  </a:lnTo>
                  <a:lnTo>
                    <a:pt x="28320" y="11489"/>
                  </a:lnTo>
                  <a:lnTo>
                    <a:pt x="27866" y="9972"/>
                  </a:lnTo>
                  <a:lnTo>
                    <a:pt x="29754" y="8150"/>
                  </a:lnTo>
                  <a:lnTo>
                    <a:pt x="31405" y="8899"/>
                  </a:lnTo>
                  <a:lnTo>
                    <a:pt x="35228" y="4526"/>
                  </a:lnTo>
                  <a:lnTo>
                    <a:pt x="36052" y="3006"/>
                  </a:lnTo>
                  <a:lnTo>
                    <a:pt x="34731" y="741"/>
                  </a:lnTo>
                  <a:lnTo>
                    <a:pt x="3580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h5218"/>
            <p:cNvSpPr/>
            <p:nvPr/>
          </p:nvSpPr>
          <p:spPr>
            <a:xfrm>
              <a:off x="6900735" y="2910230"/>
              <a:ext cx="5613" cy="10225"/>
            </a:xfrm>
            <a:custGeom>
              <a:avLst/>
              <a:pathLst>
                <a:path w="5613" h="10225">
                  <a:moveTo>
                    <a:pt x="2332" y="5"/>
                  </a:moveTo>
                  <a:lnTo>
                    <a:pt x="3138" y="0"/>
                  </a:lnTo>
                  <a:lnTo>
                    <a:pt x="5213" y="580"/>
                  </a:lnTo>
                  <a:lnTo>
                    <a:pt x="5613" y="2805"/>
                  </a:lnTo>
                  <a:lnTo>
                    <a:pt x="3917" y="8802"/>
                  </a:lnTo>
                  <a:lnTo>
                    <a:pt x="2622" y="10225"/>
                  </a:lnTo>
                  <a:lnTo>
                    <a:pt x="0" y="8052"/>
                  </a:lnTo>
                  <a:lnTo>
                    <a:pt x="634" y="7701"/>
                  </a:lnTo>
                  <a:lnTo>
                    <a:pt x="730" y="176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h5219"/>
            <p:cNvSpPr/>
            <p:nvPr/>
          </p:nvSpPr>
          <p:spPr>
            <a:xfrm>
              <a:off x="6879352" y="2908008"/>
              <a:ext cx="24006" cy="22343"/>
            </a:xfrm>
            <a:custGeom>
              <a:avLst/>
              <a:pathLst>
                <a:path w="24006" h="22343">
                  <a:moveTo>
                    <a:pt x="11005" y="0"/>
                  </a:moveTo>
                  <a:lnTo>
                    <a:pt x="15272" y="1713"/>
                  </a:lnTo>
                  <a:lnTo>
                    <a:pt x="18102" y="4500"/>
                  </a:lnTo>
                  <a:lnTo>
                    <a:pt x="21383" y="10274"/>
                  </a:lnTo>
                  <a:lnTo>
                    <a:pt x="24006" y="12446"/>
                  </a:lnTo>
                  <a:lnTo>
                    <a:pt x="20709" y="14034"/>
                  </a:lnTo>
                  <a:lnTo>
                    <a:pt x="19525" y="15022"/>
                  </a:lnTo>
                  <a:lnTo>
                    <a:pt x="17852" y="19837"/>
                  </a:lnTo>
                  <a:lnTo>
                    <a:pt x="14639" y="19926"/>
                  </a:lnTo>
                  <a:lnTo>
                    <a:pt x="10096" y="22343"/>
                  </a:lnTo>
                  <a:lnTo>
                    <a:pt x="8962" y="20751"/>
                  </a:lnTo>
                  <a:lnTo>
                    <a:pt x="7156" y="21035"/>
                  </a:lnTo>
                  <a:lnTo>
                    <a:pt x="4906" y="20245"/>
                  </a:lnTo>
                  <a:lnTo>
                    <a:pt x="1804" y="16597"/>
                  </a:lnTo>
                  <a:lnTo>
                    <a:pt x="2295" y="14782"/>
                  </a:lnTo>
                  <a:lnTo>
                    <a:pt x="0" y="12295"/>
                  </a:lnTo>
                  <a:lnTo>
                    <a:pt x="2023" y="11966"/>
                  </a:lnTo>
                  <a:lnTo>
                    <a:pt x="4217" y="5735"/>
                  </a:lnTo>
                  <a:lnTo>
                    <a:pt x="6795" y="145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h5220"/>
            <p:cNvSpPr/>
            <p:nvPr/>
          </p:nvSpPr>
          <p:spPr>
            <a:xfrm>
              <a:off x="6852474" y="2977977"/>
              <a:ext cx="9737" cy="20093"/>
            </a:xfrm>
            <a:custGeom>
              <a:avLst/>
              <a:pathLst>
                <a:path w="9737" h="20093">
                  <a:moveTo>
                    <a:pt x="5019" y="4056"/>
                  </a:moveTo>
                  <a:lnTo>
                    <a:pt x="6186" y="8330"/>
                  </a:lnTo>
                  <a:lnTo>
                    <a:pt x="5889" y="11809"/>
                  </a:lnTo>
                  <a:lnTo>
                    <a:pt x="4483" y="12184"/>
                  </a:lnTo>
                  <a:lnTo>
                    <a:pt x="4085" y="14459"/>
                  </a:lnTo>
                  <a:lnTo>
                    <a:pt x="4666" y="15741"/>
                  </a:lnTo>
                  <a:lnTo>
                    <a:pt x="6940" y="16946"/>
                  </a:lnTo>
                  <a:lnTo>
                    <a:pt x="8304" y="15819"/>
                  </a:lnTo>
                  <a:lnTo>
                    <a:pt x="9737" y="18828"/>
                  </a:lnTo>
                  <a:lnTo>
                    <a:pt x="8663" y="20093"/>
                  </a:lnTo>
                  <a:lnTo>
                    <a:pt x="3891" y="19173"/>
                  </a:lnTo>
                  <a:lnTo>
                    <a:pt x="1747" y="10159"/>
                  </a:lnTo>
                  <a:lnTo>
                    <a:pt x="1036" y="10131"/>
                  </a:lnTo>
                  <a:lnTo>
                    <a:pt x="0" y="4831"/>
                  </a:lnTo>
                  <a:lnTo>
                    <a:pt x="41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h5221"/>
            <p:cNvSpPr/>
            <p:nvPr/>
          </p:nvSpPr>
          <p:spPr>
            <a:xfrm>
              <a:off x="6851393" y="2869202"/>
              <a:ext cx="14321" cy="13211"/>
            </a:xfrm>
            <a:custGeom>
              <a:avLst/>
              <a:pathLst>
                <a:path w="14321" h="13211">
                  <a:moveTo>
                    <a:pt x="14321" y="5992"/>
                  </a:moveTo>
                  <a:lnTo>
                    <a:pt x="12864" y="7386"/>
                  </a:lnTo>
                  <a:lnTo>
                    <a:pt x="10142" y="9608"/>
                  </a:lnTo>
                  <a:lnTo>
                    <a:pt x="2368" y="13211"/>
                  </a:lnTo>
                  <a:lnTo>
                    <a:pt x="0" y="8904"/>
                  </a:lnTo>
                  <a:lnTo>
                    <a:pt x="77" y="7680"/>
                  </a:lnTo>
                  <a:lnTo>
                    <a:pt x="2881" y="5629"/>
                  </a:lnTo>
                  <a:lnTo>
                    <a:pt x="374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h5222"/>
            <p:cNvSpPr/>
            <p:nvPr/>
          </p:nvSpPr>
          <p:spPr>
            <a:xfrm>
              <a:off x="6790099" y="2978395"/>
              <a:ext cx="16444" cy="9663"/>
            </a:xfrm>
            <a:custGeom>
              <a:avLst/>
              <a:pathLst>
                <a:path w="16444" h="9663">
                  <a:moveTo>
                    <a:pt x="16306" y="495"/>
                  </a:moveTo>
                  <a:lnTo>
                    <a:pt x="16444" y="4562"/>
                  </a:lnTo>
                  <a:lnTo>
                    <a:pt x="10928" y="8351"/>
                  </a:lnTo>
                  <a:lnTo>
                    <a:pt x="1817" y="9663"/>
                  </a:lnTo>
                  <a:lnTo>
                    <a:pt x="467" y="9272"/>
                  </a:lnTo>
                  <a:lnTo>
                    <a:pt x="0" y="8260"/>
                  </a:lnTo>
                  <a:lnTo>
                    <a:pt x="798" y="3826"/>
                  </a:lnTo>
                  <a:lnTo>
                    <a:pt x="7760" y="3388"/>
                  </a:lnTo>
                  <a:lnTo>
                    <a:pt x="10373" y="2115"/>
                  </a:lnTo>
                  <a:lnTo>
                    <a:pt x="1214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h5223"/>
            <p:cNvSpPr/>
            <p:nvPr/>
          </p:nvSpPr>
          <p:spPr>
            <a:xfrm>
              <a:off x="6767764" y="3093402"/>
              <a:ext cx="3853" cy="2763"/>
            </a:xfrm>
            <a:custGeom>
              <a:avLst/>
              <a:pathLst>
                <a:path w="3853" h="2763">
                  <a:moveTo>
                    <a:pt x="0" y="2763"/>
                  </a:moveTo>
                  <a:lnTo>
                    <a:pt x="1967" y="0"/>
                  </a:lnTo>
                  <a:lnTo>
                    <a:pt x="3853" y="173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h5224"/>
            <p:cNvSpPr/>
            <p:nvPr/>
          </p:nvSpPr>
          <p:spPr>
            <a:xfrm>
              <a:off x="6771669" y="3071472"/>
              <a:ext cx="44472" cy="42170"/>
            </a:xfrm>
            <a:custGeom>
              <a:avLst/>
              <a:pathLst>
                <a:path w="44472" h="42170">
                  <a:moveTo>
                    <a:pt x="15345" y="4700"/>
                  </a:moveTo>
                  <a:lnTo>
                    <a:pt x="16570" y="7339"/>
                  </a:lnTo>
                  <a:lnTo>
                    <a:pt x="19964" y="4899"/>
                  </a:lnTo>
                  <a:lnTo>
                    <a:pt x="23154" y="4606"/>
                  </a:lnTo>
                  <a:lnTo>
                    <a:pt x="24719" y="7160"/>
                  </a:lnTo>
                  <a:lnTo>
                    <a:pt x="28266" y="6277"/>
                  </a:lnTo>
                  <a:lnTo>
                    <a:pt x="30077" y="6806"/>
                  </a:lnTo>
                  <a:lnTo>
                    <a:pt x="28304" y="9179"/>
                  </a:lnTo>
                  <a:lnTo>
                    <a:pt x="33377" y="14211"/>
                  </a:lnTo>
                  <a:lnTo>
                    <a:pt x="37203" y="15168"/>
                  </a:lnTo>
                  <a:lnTo>
                    <a:pt x="38511" y="14719"/>
                  </a:lnTo>
                  <a:lnTo>
                    <a:pt x="39690" y="15898"/>
                  </a:lnTo>
                  <a:lnTo>
                    <a:pt x="38490" y="21107"/>
                  </a:lnTo>
                  <a:lnTo>
                    <a:pt x="42739" y="20382"/>
                  </a:lnTo>
                  <a:lnTo>
                    <a:pt x="44472" y="21408"/>
                  </a:lnTo>
                  <a:lnTo>
                    <a:pt x="41090" y="24274"/>
                  </a:lnTo>
                  <a:lnTo>
                    <a:pt x="36578" y="23591"/>
                  </a:lnTo>
                  <a:lnTo>
                    <a:pt x="36048" y="26262"/>
                  </a:lnTo>
                  <a:lnTo>
                    <a:pt x="32435" y="31744"/>
                  </a:lnTo>
                  <a:lnTo>
                    <a:pt x="24892" y="36494"/>
                  </a:lnTo>
                  <a:lnTo>
                    <a:pt x="24432" y="37574"/>
                  </a:lnTo>
                  <a:lnTo>
                    <a:pt x="22361" y="36271"/>
                  </a:lnTo>
                  <a:lnTo>
                    <a:pt x="20830" y="37405"/>
                  </a:lnTo>
                  <a:lnTo>
                    <a:pt x="21036" y="42170"/>
                  </a:lnTo>
                  <a:lnTo>
                    <a:pt x="12151" y="40180"/>
                  </a:lnTo>
                  <a:lnTo>
                    <a:pt x="11959" y="39066"/>
                  </a:lnTo>
                  <a:lnTo>
                    <a:pt x="13128" y="37509"/>
                  </a:lnTo>
                  <a:lnTo>
                    <a:pt x="11710" y="33652"/>
                  </a:lnTo>
                  <a:lnTo>
                    <a:pt x="8402" y="36856"/>
                  </a:lnTo>
                  <a:lnTo>
                    <a:pt x="4878" y="37190"/>
                  </a:lnTo>
                  <a:lnTo>
                    <a:pt x="3331" y="34992"/>
                  </a:lnTo>
                  <a:lnTo>
                    <a:pt x="1965" y="30352"/>
                  </a:lnTo>
                  <a:lnTo>
                    <a:pt x="4368" y="26561"/>
                  </a:lnTo>
                  <a:lnTo>
                    <a:pt x="6636" y="25175"/>
                  </a:lnTo>
                  <a:lnTo>
                    <a:pt x="6036" y="20630"/>
                  </a:lnTo>
                  <a:lnTo>
                    <a:pt x="4447" y="18149"/>
                  </a:lnTo>
                  <a:lnTo>
                    <a:pt x="2440" y="16505"/>
                  </a:lnTo>
                  <a:lnTo>
                    <a:pt x="1066" y="16713"/>
                  </a:lnTo>
                  <a:lnTo>
                    <a:pt x="0" y="14562"/>
                  </a:lnTo>
                  <a:lnTo>
                    <a:pt x="534" y="11174"/>
                  </a:lnTo>
                  <a:lnTo>
                    <a:pt x="2048" y="10678"/>
                  </a:lnTo>
                  <a:lnTo>
                    <a:pt x="8745" y="17825"/>
                  </a:lnTo>
                  <a:lnTo>
                    <a:pt x="13923" y="13575"/>
                  </a:lnTo>
                  <a:lnTo>
                    <a:pt x="8808" y="5227"/>
                  </a:lnTo>
                  <a:lnTo>
                    <a:pt x="7015" y="5604"/>
                  </a:lnTo>
                  <a:lnTo>
                    <a:pt x="4714" y="2805"/>
                  </a:lnTo>
                  <a:lnTo>
                    <a:pt x="7004" y="2087"/>
                  </a:lnTo>
                  <a:lnTo>
                    <a:pt x="12281" y="0"/>
                  </a:lnTo>
                  <a:lnTo>
                    <a:pt x="11486" y="267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h5225"/>
            <p:cNvSpPr/>
            <p:nvPr/>
          </p:nvSpPr>
          <p:spPr>
            <a:xfrm>
              <a:off x="6938873" y="3045203"/>
              <a:ext cx="24684" cy="24870"/>
            </a:xfrm>
            <a:custGeom>
              <a:avLst/>
              <a:pathLst>
                <a:path w="24684" h="24870">
                  <a:moveTo>
                    <a:pt x="6415" y="0"/>
                  </a:moveTo>
                  <a:lnTo>
                    <a:pt x="7439" y="529"/>
                  </a:lnTo>
                  <a:lnTo>
                    <a:pt x="8780" y="2070"/>
                  </a:lnTo>
                  <a:lnTo>
                    <a:pt x="13442" y="3380"/>
                  </a:lnTo>
                  <a:lnTo>
                    <a:pt x="17186" y="5630"/>
                  </a:lnTo>
                  <a:lnTo>
                    <a:pt x="17030" y="8310"/>
                  </a:lnTo>
                  <a:lnTo>
                    <a:pt x="20853" y="14100"/>
                  </a:lnTo>
                  <a:lnTo>
                    <a:pt x="24684" y="20836"/>
                  </a:lnTo>
                  <a:lnTo>
                    <a:pt x="23164" y="23755"/>
                  </a:lnTo>
                  <a:lnTo>
                    <a:pt x="21592" y="24418"/>
                  </a:lnTo>
                  <a:lnTo>
                    <a:pt x="20073" y="21312"/>
                  </a:lnTo>
                  <a:lnTo>
                    <a:pt x="15073" y="24535"/>
                  </a:lnTo>
                  <a:lnTo>
                    <a:pt x="13217" y="24870"/>
                  </a:lnTo>
                  <a:lnTo>
                    <a:pt x="11097" y="21566"/>
                  </a:lnTo>
                  <a:lnTo>
                    <a:pt x="7157" y="22748"/>
                  </a:lnTo>
                  <a:lnTo>
                    <a:pt x="5770" y="22393"/>
                  </a:lnTo>
                  <a:lnTo>
                    <a:pt x="4600" y="20962"/>
                  </a:lnTo>
                  <a:lnTo>
                    <a:pt x="6216" y="19955"/>
                  </a:lnTo>
                  <a:lnTo>
                    <a:pt x="8498" y="20289"/>
                  </a:lnTo>
                  <a:lnTo>
                    <a:pt x="9196" y="19091"/>
                  </a:lnTo>
                  <a:lnTo>
                    <a:pt x="6991" y="13102"/>
                  </a:lnTo>
                  <a:lnTo>
                    <a:pt x="2929" y="10768"/>
                  </a:lnTo>
                  <a:lnTo>
                    <a:pt x="9731" y="5055"/>
                  </a:lnTo>
                  <a:lnTo>
                    <a:pt x="6336" y="4284"/>
                  </a:lnTo>
                  <a:lnTo>
                    <a:pt x="4450" y="6843"/>
                  </a:lnTo>
                  <a:lnTo>
                    <a:pt x="1679" y="5784"/>
                  </a:lnTo>
                  <a:lnTo>
                    <a:pt x="0" y="5777"/>
                  </a:lnTo>
                  <a:lnTo>
                    <a:pt x="2204" y="4030"/>
                  </a:lnTo>
                  <a:lnTo>
                    <a:pt x="2115" y="139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h5226"/>
            <p:cNvSpPr/>
            <p:nvPr/>
          </p:nvSpPr>
          <p:spPr>
            <a:xfrm>
              <a:off x="6861100" y="2990316"/>
              <a:ext cx="17644" cy="25701"/>
            </a:xfrm>
            <a:custGeom>
              <a:avLst/>
              <a:pathLst>
                <a:path w="17644" h="25701">
                  <a:moveTo>
                    <a:pt x="16224" y="2086"/>
                  </a:moveTo>
                  <a:lnTo>
                    <a:pt x="17644" y="4873"/>
                  </a:lnTo>
                  <a:lnTo>
                    <a:pt x="17078" y="16700"/>
                  </a:lnTo>
                  <a:lnTo>
                    <a:pt x="14034" y="15824"/>
                  </a:lnTo>
                  <a:lnTo>
                    <a:pt x="14514" y="15159"/>
                  </a:lnTo>
                  <a:lnTo>
                    <a:pt x="12049" y="12784"/>
                  </a:lnTo>
                  <a:lnTo>
                    <a:pt x="10709" y="15028"/>
                  </a:lnTo>
                  <a:lnTo>
                    <a:pt x="14534" y="17577"/>
                  </a:lnTo>
                  <a:lnTo>
                    <a:pt x="14399" y="19011"/>
                  </a:lnTo>
                  <a:lnTo>
                    <a:pt x="14561" y="20353"/>
                  </a:lnTo>
                  <a:lnTo>
                    <a:pt x="12658" y="25006"/>
                  </a:lnTo>
                  <a:lnTo>
                    <a:pt x="10960" y="25701"/>
                  </a:lnTo>
                  <a:lnTo>
                    <a:pt x="6800" y="24329"/>
                  </a:lnTo>
                  <a:lnTo>
                    <a:pt x="4287" y="23338"/>
                  </a:lnTo>
                  <a:lnTo>
                    <a:pt x="5114" y="22150"/>
                  </a:lnTo>
                  <a:lnTo>
                    <a:pt x="4644" y="21092"/>
                  </a:lnTo>
                  <a:lnTo>
                    <a:pt x="2370" y="17917"/>
                  </a:lnTo>
                  <a:lnTo>
                    <a:pt x="548" y="16220"/>
                  </a:lnTo>
                  <a:lnTo>
                    <a:pt x="0" y="16390"/>
                  </a:lnTo>
                  <a:lnTo>
                    <a:pt x="2827" y="14300"/>
                  </a:lnTo>
                  <a:lnTo>
                    <a:pt x="2395" y="12965"/>
                  </a:lnTo>
                  <a:lnTo>
                    <a:pt x="5399" y="7986"/>
                  </a:lnTo>
                  <a:lnTo>
                    <a:pt x="10655" y="2640"/>
                  </a:lnTo>
                  <a:lnTo>
                    <a:pt x="143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h5227"/>
            <p:cNvSpPr/>
            <p:nvPr/>
          </p:nvSpPr>
          <p:spPr>
            <a:xfrm>
              <a:off x="6919067" y="3036980"/>
              <a:ext cx="13727" cy="16810"/>
            </a:xfrm>
            <a:custGeom>
              <a:avLst/>
              <a:pathLst>
                <a:path w="13727" h="16810">
                  <a:moveTo>
                    <a:pt x="13037" y="0"/>
                  </a:moveTo>
                  <a:lnTo>
                    <a:pt x="13727" y="3600"/>
                  </a:lnTo>
                  <a:lnTo>
                    <a:pt x="7480" y="7169"/>
                  </a:lnTo>
                  <a:lnTo>
                    <a:pt x="6545" y="10124"/>
                  </a:lnTo>
                  <a:lnTo>
                    <a:pt x="10635" y="10470"/>
                  </a:lnTo>
                  <a:lnTo>
                    <a:pt x="12012" y="12573"/>
                  </a:lnTo>
                  <a:lnTo>
                    <a:pt x="12024" y="13450"/>
                  </a:lnTo>
                  <a:lnTo>
                    <a:pt x="10664" y="14942"/>
                  </a:lnTo>
                  <a:lnTo>
                    <a:pt x="7632" y="16810"/>
                  </a:lnTo>
                  <a:lnTo>
                    <a:pt x="5316" y="15885"/>
                  </a:lnTo>
                  <a:lnTo>
                    <a:pt x="4926" y="14288"/>
                  </a:lnTo>
                  <a:lnTo>
                    <a:pt x="3921" y="13457"/>
                  </a:lnTo>
                  <a:lnTo>
                    <a:pt x="208" y="15043"/>
                  </a:lnTo>
                  <a:lnTo>
                    <a:pt x="0" y="10499"/>
                  </a:lnTo>
                  <a:lnTo>
                    <a:pt x="5629" y="7518"/>
                  </a:lnTo>
                  <a:lnTo>
                    <a:pt x="8407" y="251"/>
                  </a:lnTo>
                  <a:lnTo>
                    <a:pt x="9842" y="103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h5228"/>
            <p:cNvSpPr/>
            <p:nvPr/>
          </p:nvSpPr>
          <p:spPr>
            <a:xfrm>
              <a:off x="6883386" y="2883509"/>
              <a:ext cx="11233" cy="3490"/>
            </a:xfrm>
            <a:custGeom>
              <a:avLst/>
              <a:pathLst>
                <a:path w="11233" h="3490">
                  <a:moveTo>
                    <a:pt x="8975" y="672"/>
                  </a:moveTo>
                  <a:lnTo>
                    <a:pt x="10654" y="1380"/>
                  </a:lnTo>
                  <a:lnTo>
                    <a:pt x="11233" y="2767"/>
                  </a:lnTo>
                  <a:lnTo>
                    <a:pt x="9036" y="2445"/>
                  </a:lnTo>
                  <a:lnTo>
                    <a:pt x="3395" y="2199"/>
                  </a:lnTo>
                  <a:lnTo>
                    <a:pt x="406" y="3490"/>
                  </a:lnTo>
                  <a:lnTo>
                    <a:pt x="45" y="2414"/>
                  </a:lnTo>
                  <a:lnTo>
                    <a:pt x="0" y="505"/>
                  </a:lnTo>
                  <a:lnTo>
                    <a:pt x="138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h5229"/>
            <p:cNvSpPr/>
            <p:nvPr/>
          </p:nvSpPr>
          <p:spPr>
            <a:xfrm>
              <a:off x="6820034" y="2983653"/>
              <a:ext cx="4049" cy="3438"/>
            </a:xfrm>
            <a:custGeom>
              <a:avLst/>
              <a:pathLst>
                <a:path w="4049" h="3438">
                  <a:moveTo>
                    <a:pt x="1917" y="178"/>
                  </a:moveTo>
                  <a:lnTo>
                    <a:pt x="4049" y="1870"/>
                  </a:lnTo>
                  <a:lnTo>
                    <a:pt x="658" y="3438"/>
                  </a:lnTo>
                  <a:lnTo>
                    <a:pt x="0" y="2604"/>
                  </a:lnTo>
                  <a:lnTo>
                    <a:pt x="124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h5230"/>
            <p:cNvSpPr/>
            <p:nvPr/>
          </p:nvSpPr>
          <p:spPr>
            <a:xfrm>
              <a:off x="6908878" y="2993772"/>
              <a:ext cx="31283" cy="25295"/>
            </a:xfrm>
            <a:custGeom>
              <a:avLst/>
              <a:pathLst>
                <a:path w="31283" h="25295">
                  <a:moveTo>
                    <a:pt x="9147" y="0"/>
                  </a:moveTo>
                  <a:lnTo>
                    <a:pt x="16320" y="2746"/>
                  </a:lnTo>
                  <a:lnTo>
                    <a:pt x="26288" y="5047"/>
                  </a:lnTo>
                  <a:lnTo>
                    <a:pt x="31283" y="5534"/>
                  </a:lnTo>
                  <a:lnTo>
                    <a:pt x="31096" y="5724"/>
                  </a:lnTo>
                  <a:lnTo>
                    <a:pt x="28802" y="7696"/>
                  </a:lnTo>
                  <a:lnTo>
                    <a:pt x="27810" y="9983"/>
                  </a:lnTo>
                  <a:lnTo>
                    <a:pt x="25104" y="11569"/>
                  </a:lnTo>
                  <a:lnTo>
                    <a:pt x="21035" y="12644"/>
                  </a:lnTo>
                  <a:lnTo>
                    <a:pt x="21446" y="21364"/>
                  </a:lnTo>
                  <a:lnTo>
                    <a:pt x="18349" y="21374"/>
                  </a:lnTo>
                  <a:lnTo>
                    <a:pt x="15861" y="24608"/>
                  </a:lnTo>
                  <a:lnTo>
                    <a:pt x="13980" y="23987"/>
                  </a:lnTo>
                  <a:lnTo>
                    <a:pt x="13625" y="22383"/>
                  </a:lnTo>
                  <a:lnTo>
                    <a:pt x="12782" y="22031"/>
                  </a:lnTo>
                  <a:lnTo>
                    <a:pt x="11640" y="23882"/>
                  </a:lnTo>
                  <a:lnTo>
                    <a:pt x="8673" y="25295"/>
                  </a:lnTo>
                  <a:lnTo>
                    <a:pt x="5238" y="24117"/>
                  </a:lnTo>
                  <a:lnTo>
                    <a:pt x="429" y="14201"/>
                  </a:lnTo>
                  <a:lnTo>
                    <a:pt x="0" y="10255"/>
                  </a:lnTo>
                  <a:lnTo>
                    <a:pt x="1664" y="11905"/>
                  </a:lnTo>
                  <a:lnTo>
                    <a:pt x="2899" y="11751"/>
                  </a:lnTo>
                  <a:lnTo>
                    <a:pt x="3089" y="9263"/>
                  </a:lnTo>
                  <a:lnTo>
                    <a:pt x="2097" y="9236"/>
                  </a:lnTo>
                  <a:lnTo>
                    <a:pt x="1802" y="7842"/>
                  </a:lnTo>
                  <a:lnTo>
                    <a:pt x="3916" y="4343"/>
                  </a:lnTo>
                  <a:lnTo>
                    <a:pt x="5774" y="5257"/>
                  </a:lnTo>
                  <a:lnTo>
                    <a:pt x="7788" y="4134"/>
                  </a:lnTo>
                  <a:lnTo>
                    <a:pt x="7177" y="266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h5231"/>
            <p:cNvSpPr/>
            <p:nvPr/>
          </p:nvSpPr>
          <p:spPr>
            <a:xfrm>
              <a:off x="6901216" y="2872230"/>
              <a:ext cx="18312" cy="18631"/>
            </a:xfrm>
            <a:custGeom>
              <a:avLst/>
              <a:pathLst>
                <a:path w="18312" h="18631">
                  <a:moveTo>
                    <a:pt x="9181" y="0"/>
                  </a:moveTo>
                  <a:lnTo>
                    <a:pt x="13049" y="211"/>
                  </a:lnTo>
                  <a:lnTo>
                    <a:pt x="13444" y="720"/>
                  </a:lnTo>
                  <a:lnTo>
                    <a:pt x="17883" y="5809"/>
                  </a:lnTo>
                  <a:lnTo>
                    <a:pt x="18312" y="7221"/>
                  </a:lnTo>
                  <a:lnTo>
                    <a:pt x="16627" y="12328"/>
                  </a:lnTo>
                  <a:lnTo>
                    <a:pt x="15357" y="13931"/>
                  </a:lnTo>
                  <a:lnTo>
                    <a:pt x="10154" y="16809"/>
                  </a:lnTo>
                  <a:lnTo>
                    <a:pt x="6019" y="17397"/>
                  </a:lnTo>
                  <a:lnTo>
                    <a:pt x="1399" y="18631"/>
                  </a:lnTo>
                  <a:lnTo>
                    <a:pt x="0" y="12957"/>
                  </a:lnTo>
                  <a:lnTo>
                    <a:pt x="310" y="10453"/>
                  </a:lnTo>
                  <a:lnTo>
                    <a:pt x="2758" y="8259"/>
                  </a:lnTo>
                  <a:lnTo>
                    <a:pt x="3884" y="3882"/>
                  </a:lnTo>
                  <a:lnTo>
                    <a:pt x="4898" y="941"/>
                  </a:lnTo>
                  <a:lnTo>
                    <a:pt x="6715" y="105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h5232"/>
            <p:cNvSpPr/>
            <p:nvPr/>
          </p:nvSpPr>
          <p:spPr>
            <a:xfrm>
              <a:off x="6892034" y="2875899"/>
              <a:ext cx="5987" cy="8990"/>
            </a:xfrm>
            <a:custGeom>
              <a:avLst/>
              <a:pathLst>
                <a:path w="5987" h="8990">
                  <a:moveTo>
                    <a:pt x="3482" y="96"/>
                  </a:moveTo>
                  <a:lnTo>
                    <a:pt x="5987" y="2368"/>
                  </a:lnTo>
                  <a:lnTo>
                    <a:pt x="4138" y="3969"/>
                  </a:lnTo>
                  <a:lnTo>
                    <a:pt x="2756" y="4670"/>
                  </a:lnTo>
                  <a:lnTo>
                    <a:pt x="2806" y="7577"/>
                  </a:lnTo>
                  <a:lnTo>
                    <a:pt x="2006" y="8990"/>
                  </a:lnTo>
                  <a:lnTo>
                    <a:pt x="327" y="8282"/>
                  </a:lnTo>
                  <a:lnTo>
                    <a:pt x="0" y="4163"/>
                  </a:lnTo>
                  <a:lnTo>
                    <a:pt x="264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h5233"/>
            <p:cNvSpPr/>
            <p:nvPr/>
          </p:nvSpPr>
          <p:spPr>
            <a:xfrm>
              <a:off x="6850941" y="2825350"/>
              <a:ext cx="31327" cy="14226"/>
            </a:xfrm>
            <a:custGeom>
              <a:avLst/>
              <a:pathLst>
                <a:path w="31327" h="14226">
                  <a:moveTo>
                    <a:pt x="9827" y="2576"/>
                  </a:moveTo>
                  <a:lnTo>
                    <a:pt x="15587" y="2667"/>
                  </a:lnTo>
                  <a:lnTo>
                    <a:pt x="17560" y="2143"/>
                  </a:lnTo>
                  <a:lnTo>
                    <a:pt x="19945" y="0"/>
                  </a:lnTo>
                  <a:lnTo>
                    <a:pt x="22266" y="1898"/>
                  </a:lnTo>
                  <a:lnTo>
                    <a:pt x="23654" y="4324"/>
                  </a:lnTo>
                  <a:lnTo>
                    <a:pt x="24650" y="4763"/>
                  </a:lnTo>
                  <a:lnTo>
                    <a:pt x="27696" y="3017"/>
                  </a:lnTo>
                  <a:lnTo>
                    <a:pt x="31327" y="6324"/>
                  </a:lnTo>
                  <a:lnTo>
                    <a:pt x="29782" y="9989"/>
                  </a:lnTo>
                  <a:lnTo>
                    <a:pt x="27759" y="8602"/>
                  </a:lnTo>
                  <a:lnTo>
                    <a:pt x="25949" y="8699"/>
                  </a:lnTo>
                  <a:lnTo>
                    <a:pt x="16579" y="14226"/>
                  </a:lnTo>
                  <a:lnTo>
                    <a:pt x="14544" y="12745"/>
                  </a:lnTo>
                  <a:lnTo>
                    <a:pt x="14682" y="10260"/>
                  </a:lnTo>
                  <a:lnTo>
                    <a:pt x="12080" y="8959"/>
                  </a:lnTo>
                  <a:lnTo>
                    <a:pt x="7657" y="8815"/>
                  </a:lnTo>
                  <a:lnTo>
                    <a:pt x="4776" y="10507"/>
                  </a:lnTo>
                  <a:lnTo>
                    <a:pt x="2565" y="10795"/>
                  </a:lnTo>
                  <a:lnTo>
                    <a:pt x="3143" y="7540"/>
                  </a:lnTo>
                  <a:lnTo>
                    <a:pt x="0" y="5483"/>
                  </a:lnTo>
                  <a:lnTo>
                    <a:pt x="2592" y="1999"/>
                  </a:lnTo>
                  <a:lnTo>
                    <a:pt x="4816" y="136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h5234"/>
            <p:cNvSpPr/>
            <p:nvPr/>
          </p:nvSpPr>
          <p:spPr>
            <a:xfrm>
              <a:off x="6826850" y="3064228"/>
              <a:ext cx="23348" cy="18233"/>
            </a:xfrm>
            <a:custGeom>
              <a:avLst/>
              <a:pathLst>
                <a:path w="23348" h="18233">
                  <a:moveTo>
                    <a:pt x="23348" y="1650"/>
                  </a:moveTo>
                  <a:lnTo>
                    <a:pt x="20705" y="3091"/>
                  </a:lnTo>
                  <a:lnTo>
                    <a:pt x="20101" y="5838"/>
                  </a:lnTo>
                  <a:lnTo>
                    <a:pt x="19042" y="5510"/>
                  </a:lnTo>
                  <a:lnTo>
                    <a:pt x="18083" y="8472"/>
                  </a:lnTo>
                  <a:lnTo>
                    <a:pt x="21218" y="9600"/>
                  </a:lnTo>
                  <a:lnTo>
                    <a:pt x="21159" y="10392"/>
                  </a:lnTo>
                  <a:lnTo>
                    <a:pt x="14876" y="11147"/>
                  </a:lnTo>
                  <a:lnTo>
                    <a:pt x="14220" y="12551"/>
                  </a:lnTo>
                  <a:lnTo>
                    <a:pt x="14941" y="12732"/>
                  </a:lnTo>
                  <a:lnTo>
                    <a:pt x="14390" y="18233"/>
                  </a:lnTo>
                  <a:lnTo>
                    <a:pt x="8654" y="14210"/>
                  </a:lnTo>
                  <a:lnTo>
                    <a:pt x="2310" y="13560"/>
                  </a:lnTo>
                  <a:lnTo>
                    <a:pt x="880" y="11787"/>
                  </a:lnTo>
                  <a:lnTo>
                    <a:pt x="1667" y="10588"/>
                  </a:lnTo>
                  <a:lnTo>
                    <a:pt x="0" y="3616"/>
                  </a:lnTo>
                  <a:lnTo>
                    <a:pt x="1297" y="1255"/>
                  </a:lnTo>
                  <a:lnTo>
                    <a:pt x="3479" y="1671"/>
                  </a:lnTo>
                  <a:lnTo>
                    <a:pt x="3237" y="3629"/>
                  </a:lnTo>
                  <a:lnTo>
                    <a:pt x="5194" y="3430"/>
                  </a:lnTo>
                  <a:lnTo>
                    <a:pt x="6444" y="1788"/>
                  </a:lnTo>
                  <a:lnTo>
                    <a:pt x="12571" y="1342"/>
                  </a:lnTo>
                  <a:lnTo>
                    <a:pt x="13086" y="2025"/>
                  </a:lnTo>
                  <a:lnTo>
                    <a:pt x="1948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h5235"/>
            <p:cNvSpPr/>
            <p:nvPr/>
          </p:nvSpPr>
          <p:spPr>
            <a:xfrm>
              <a:off x="6818538" y="3099566"/>
              <a:ext cx="19408" cy="30722"/>
            </a:xfrm>
            <a:custGeom>
              <a:avLst/>
              <a:pathLst>
                <a:path w="19408" h="30722">
                  <a:moveTo>
                    <a:pt x="13436" y="0"/>
                  </a:moveTo>
                  <a:lnTo>
                    <a:pt x="14679" y="355"/>
                  </a:lnTo>
                  <a:lnTo>
                    <a:pt x="17499" y="3123"/>
                  </a:lnTo>
                  <a:lnTo>
                    <a:pt x="19325" y="5793"/>
                  </a:lnTo>
                  <a:lnTo>
                    <a:pt x="19408" y="7959"/>
                  </a:lnTo>
                  <a:lnTo>
                    <a:pt x="17992" y="9678"/>
                  </a:lnTo>
                  <a:lnTo>
                    <a:pt x="17785" y="14145"/>
                  </a:lnTo>
                  <a:lnTo>
                    <a:pt x="19146" y="16162"/>
                  </a:lnTo>
                  <a:lnTo>
                    <a:pt x="17778" y="18350"/>
                  </a:lnTo>
                  <a:lnTo>
                    <a:pt x="18101" y="20478"/>
                  </a:lnTo>
                  <a:lnTo>
                    <a:pt x="17712" y="21537"/>
                  </a:lnTo>
                  <a:lnTo>
                    <a:pt x="12634" y="23064"/>
                  </a:lnTo>
                  <a:lnTo>
                    <a:pt x="12251" y="22269"/>
                  </a:lnTo>
                  <a:lnTo>
                    <a:pt x="12964" y="21647"/>
                  </a:lnTo>
                  <a:lnTo>
                    <a:pt x="11438" y="20459"/>
                  </a:lnTo>
                  <a:lnTo>
                    <a:pt x="7653" y="21265"/>
                  </a:lnTo>
                  <a:lnTo>
                    <a:pt x="8566" y="28488"/>
                  </a:lnTo>
                  <a:lnTo>
                    <a:pt x="10002" y="30722"/>
                  </a:lnTo>
                  <a:lnTo>
                    <a:pt x="7759" y="30715"/>
                  </a:lnTo>
                  <a:lnTo>
                    <a:pt x="5195" y="27757"/>
                  </a:lnTo>
                  <a:lnTo>
                    <a:pt x="6048" y="22174"/>
                  </a:lnTo>
                  <a:lnTo>
                    <a:pt x="4530" y="21622"/>
                  </a:lnTo>
                  <a:lnTo>
                    <a:pt x="2632" y="22972"/>
                  </a:lnTo>
                  <a:lnTo>
                    <a:pt x="627" y="23186"/>
                  </a:lnTo>
                  <a:lnTo>
                    <a:pt x="0" y="22063"/>
                  </a:lnTo>
                  <a:lnTo>
                    <a:pt x="7080" y="19148"/>
                  </a:lnTo>
                  <a:lnTo>
                    <a:pt x="12600" y="18759"/>
                  </a:lnTo>
                  <a:lnTo>
                    <a:pt x="14277" y="16903"/>
                  </a:lnTo>
                  <a:lnTo>
                    <a:pt x="14468" y="14377"/>
                  </a:lnTo>
                  <a:lnTo>
                    <a:pt x="8308" y="10430"/>
                  </a:lnTo>
                  <a:lnTo>
                    <a:pt x="5803" y="10658"/>
                  </a:lnTo>
                  <a:lnTo>
                    <a:pt x="4262" y="11595"/>
                  </a:lnTo>
                  <a:lnTo>
                    <a:pt x="2344" y="10394"/>
                  </a:lnTo>
                  <a:lnTo>
                    <a:pt x="1355" y="8984"/>
                  </a:lnTo>
                  <a:lnTo>
                    <a:pt x="413" y="5071"/>
                  </a:lnTo>
                  <a:lnTo>
                    <a:pt x="2885" y="2014"/>
                  </a:lnTo>
                  <a:lnTo>
                    <a:pt x="4065" y="1769"/>
                  </a:lnTo>
                  <a:lnTo>
                    <a:pt x="6042" y="2459"/>
                  </a:lnTo>
                  <a:lnTo>
                    <a:pt x="7661" y="4068"/>
                  </a:lnTo>
                  <a:lnTo>
                    <a:pt x="10004" y="445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h5236"/>
            <p:cNvSpPr/>
            <p:nvPr/>
          </p:nvSpPr>
          <p:spPr>
            <a:xfrm>
              <a:off x="6848296" y="3032979"/>
              <a:ext cx="14441" cy="5531"/>
            </a:xfrm>
            <a:custGeom>
              <a:avLst/>
              <a:pathLst>
                <a:path w="14441" h="5531">
                  <a:moveTo>
                    <a:pt x="5619" y="1263"/>
                  </a:moveTo>
                  <a:lnTo>
                    <a:pt x="8847" y="3297"/>
                  </a:lnTo>
                  <a:lnTo>
                    <a:pt x="13007" y="3652"/>
                  </a:lnTo>
                  <a:lnTo>
                    <a:pt x="14441" y="5398"/>
                  </a:lnTo>
                  <a:lnTo>
                    <a:pt x="11445" y="5531"/>
                  </a:lnTo>
                  <a:lnTo>
                    <a:pt x="1002" y="2645"/>
                  </a:lnTo>
                  <a:lnTo>
                    <a:pt x="0" y="1296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h5237"/>
            <p:cNvSpPr/>
            <p:nvPr/>
          </p:nvSpPr>
          <p:spPr>
            <a:xfrm>
              <a:off x="6867944" y="2852314"/>
              <a:ext cx="23757" cy="18102"/>
            </a:xfrm>
            <a:custGeom>
              <a:avLst/>
              <a:pathLst>
                <a:path w="23757" h="18102">
                  <a:moveTo>
                    <a:pt x="12305" y="0"/>
                  </a:moveTo>
                  <a:lnTo>
                    <a:pt x="14752" y="4113"/>
                  </a:lnTo>
                  <a:lnTo>
                    <a:pt x="16254" y="10626"/>
                  </a:lnTo>
                  <a:lnTo>
                    <a:pt x="19797" y="12278"/>
                  </a:lnTo>
                  <a:lnTo>
                    <a:pt x="23757" y="12826"/>
                  </a:lnTo>
                  <a:lnTo>
                    <a:pt x="21891" y="16995"/>
                  </a:lnTo>
                  <a:lnTo>
                    <a:pt x="19507" y="18102"/>
                  </a:lnTo>
                  <a:lnTo>
                    <a:pt x="19584" y="15054"/>
                  </a:lnTo>
                  <a:lnTo>
                    <a:pt x="16650" y="12902"/>
                  </a:lnTo>
                  <a:lnTo>
                    <a:pt x="14441" y="15810"/>
                  </a:lnTo>
                  <a:lnTo>
                    <a:pt x="10384" y="15357"/>
                  </a:lnTo>
                  <a:lnTo>
                    <a:pt x="9474" y="16020"/>
                  </a:lnTo>
                  <a:lnTo>
                    <a:pt x="6939" y="13451"/>
                  </a:lnTo>
                  <a:lnTo>
                    <a:pt x="6036" y="10772"/>
                  </a:lnTo>
                  <a:lnTo>
                    <a:pt x="4291" y="11733"/>
                  </a:lnTo>
                  <a:lnTo>
                    <a:pt x="2456" y="10692"/>
                  </a:lnTo>
                  <a:lnTo>
                    <a:pt x="800" y="10742"/>
                  </a:lnTo>
                  <a:lnTo>
                    <a:pt x="0" y="6883"/>
                  </a:lnTo>
                  <a:lnTo>
                    <a:pt x="334" y="5810"/>
                  </a:lnTo>
                  <a:lnTo>
                    <a:pt x="322" y="2751"/>
                  </a:lnTo>
                  <a:lnTo>
                    <a:pt x="4080" y="1490"/>
                  </a:lnTo>
                  <a:lnTo>
                    <a:pt x="7396" y="213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h5238"/>
            <p:cNvSpPr/>
            <p:nvPr/>
          </p:nvSpPr>
          <p:spPr>
            <a:xfrm>
              <a:off x="6822968" y="2987038"/>
              <a:ext cx="8396" cy="9899"/>
            </a:xfrm>
            <a:custGeom>
              <a:avLst/>
              <a:pathLst>
                <a:path w="8396" h="9899">
                  <a:moveTo>
                    <a:pt x="6957" y="340"/>
                  </a:moveTo>
                  <a:lnTo>
                    <a:pt x="8396" y="2607"/>
                  </a:lnTo>
                  <a:lnTo>
                    <a:pt x="6792" y="8674"/>
                  </a:lnTo>
                  <a:lnTo>
                    <a:pt x="4334" y="9836"/>
                  </a:lnTo>
                  <a:lnTo>
                    <a:pt x="1555" y="8865"/>
                  </a:lnTo>
                  <a:lnTo>
                    <a:pt x="828" y="9899"/>
                  </a:lnTo>
                  <a:lnTo>
                    <a:pt x="0" y="9303"/>
                  </a:lnTo>
                  <a:lnTo>
                    <a:pt x="456" y="7532"/>
                  </a:lnTo>
                  <a:lnTo>
                    <a:pt x="2114" y="7031"/>
                  </a:lnTo>
                  <a:lnTo>
                    <a:pt x="4289" y="4365"/>
                  </a:lnTo>
                  <a:lnTo>
                    <a:pt x="4383" y="2667"/>
                  </a:lnTo>
                  <a:lnTo>
                    <a:pt x="3201" y="1817"/>
                  </a:lnTo>
                  <a:lnTo>
                    <a:pt x="40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h5239"/>
            <p:cNvSpPr/>
            <p:nvPr/>
          </p:nvSpPr>
          <p:spPr>
            <a:xfrm>
              <a:off x="6841774" y="3002111"/>
              <a:ext cx="22153" cy="15285"/>
            </a:xfrm>
            <a:custGeom>
              <a:avLst/>
              <a:pathLst>
                <a:path w="22153" h="15285">
                  <a:moveTo>
                    <a:pt x="18042" y="0"/>
                  </a:moveTo>
                  <a:lnTo>
                    <a:pt x="22153" y="2505"/>
                  </a:lnTo>
                  <a:lnTo>
                    <a:pt x="19326" y="4595"/>
                  </a:lnTo>
                  <a:lnTo>
                    <a:pt x="20874" y="7505"/>
                  </a:lnTo>
                  <a:lnTo>
                    <a:pt x="20371" y="9511"/>
                  </a:lnTo>
                  <a:lnTo>
                    <a:pt x="10087" y="14808"/>
                  </a:lnTo>
                  <a:lnTo>
                    <a:pt x="7313" y="15285"/>
                  </a:lnTo>
                  <a:lnTo>
                    <a:pt x="4919" y="13947"/>
                  </a:lnTo>
                  <a:lnTo>
                    <a:pt x="1383" y="10162"/>
                  </a:lnTo>
                  <a:lnTo>
                    <a:pt x="114" y="7344"/>
                  </a:lnTo>
                  <a:lnTo>
                    <a:pt x="0" y="4448"/>
                  </a:lnTo>
                  <a:lnTo>
                    <a:pt x="14149" y="274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h5240"/>
            <p:cNvSpPr/>
            <p:nvPr/>
          </p:nvSpPr>
          <p:spPr>
            <a:xfrm>
              <a:off x="6873186" y="2890385"/>
              <a:ext cx="9188" cy="11837"/>
            </a:xfrm>
            <a:custGeom>
              <a:avLst/>
              <a:pathLst>
                <a:path w="9188" h="11837">
                  <a:moveTo>
                    <a:pt x="7727" y="1556"/>
                  </a:moveTo>
                  <a:lnTo>
                    <a:pt x="9188" y="7305"/>
                  </a:lnTo>
                  <a:lnTo>
                    <a:pt x="4577" y="11257"/>
                  </a:lnTo>
                  <a:lnTo>
                    <a:pt x="1545" y="11837"/>
                  </a:lnTo>
                  <a:lnTo>
                    <a:pt x="0" y="9212"/>
                  </a:lnTo>
                  <a:lnTo>
                    <a:pt x="1107" y="5997"/>
                  </a:lnTo>
                  <a:lnTo>
                    <a:pt x="843" y="468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h5241"/>
            <p:cNvSpPr/>
            <p:nvPr/>
          </p:nvSpPr>
          <p:spPr>
            <a:xfrm>
              <a:off x="6873759" y="3009327"/>
              <a:ext cx="7890" cy="8201"/>
            </a:xfrm>
            <a:custGeom>
              <a:avLst/>
              <a:pathLst>
                <a:path w="7890" h="8201">
                  <a:moveTo>
                    <a:pt x="3151" y="863"/>
                  </a:moveTo>
                  <a:lnTo>
                    <a:pt x="1968" y="2893"/>
                  </a:lnTo>
                  <a:lnTo>
                    <a:pt x="6206" y="4886"/>
                  </a:lnTo>
                  <a:lnTo>
                    <a:pt x="7890" y="7716"/>
                  </a:lnTo>
                  <a:lnTo>
                    <a:pt x="3726" y="6491"/>
                  </a:lnTo>
                  <a:lnTo>
                    <a:pt x="3181" y="8201"/>
                  </a:lnTo>
                  <a:lnTo>
                    <a:pt x="1909" y="7325"/>
                  </a:lnTo>
                  <a:lnTo>
                    <a:pt x="0" y="5995"/>
                  </a:lnTo>
                  <a:lnTo>
                    <a:pt x="1903" y="1342"/>
                  </a:lnTo>
                  <a:lnTo>
                    <a:pt x="17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h5242"/>
            <p:cNvSpPr/>
            <p:nvPr/>
          </p:nvSpPr>
          <p:spPr>
            <a:xfrm>
              <a:off x="6859755" y="3104731"/>
              <a:ext cx="22189" cy="24308"/>
            </a:xfrm>
            <a:custGeom>
              <a:avLst/>
              <a:pathLst>
                <a:path w="22189" h="24308">
                  <a:moveTo>
                    <a:pt x="11770" y="0"/>
                  </a:moveTo>
                  <a:lnTo>
                    <a:pt x="15835" y="1776"/>
                  </a:lnTo>
                  <a:lnTo>
                    <a:pt x="16377" y="7163"/>
                  </a:lnTo>
                  <a:lnTo>
                    <a:pt x="17708" y="9389"/>
                  </a:lnTo>
                  <a:lnTo>
                    <a:pt x="22189" y="11172"/>
                  </a:lnTo>
                  <a:lnTo>
                    <a:pt x="19500" y="13389"/>
                  </a:lnTo>
                  <a:lnTo>
                    <a:pt x="19317" y="15443"/>
                  </a:lnTo>
                  <a:lnTo>
                    <a:pt x="18699" y="17098"/>
                  </a:lnTo>
                  <a:lnTo>
                    <a:pt x="8227" y="19657"/>
                  </a:lnTo>
                  <a:lnTo>
                    <a:pt x="8870" y="23501"/>
                  </a:lnTo>
                  <a:lnTo>
                    <a:pt x="8369" y="24308"/>
                  </a:lnTo>
                  <a:lnTo>
                    <a:pt x="4614" y="23258"/>
                  </a:lnTo>
                  <a:lnTo>
                    <a:pt x="4018" y="22251"/>
                  </a:lnTo>
                  <a:lnTo>
                    <a:pt x="4318" y="16953"/>
                  </a:lnTo>
                  <a:lnTo>
                    <a:pt x="1876" y="13653"/>
                  </a:lnTo>
                  <a:lnTo>
                    <a:pt x="0" y="12804"/>
                  </a:lnTo>
                  <a:lnTo>
                    <a:pt x="442" y="9738"/>
                  </a:lnTo>
                  <a:lnTo>
                    <a:pt x="1728" y="10065"/>
                  </a:lnTo>
                  <a:lnTo>
                    <a:pt x="4912" y="6782"/>
                  </a:lnTo>
                  <a:lnTo>
                    <a:pt x="3419" y="4563"/>
                  </a:lnTo>
                  <a:lnTo>
                    <a:pt x="7992" y="95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h5243"/>
            <p:cNvSpPr/>
            <p:nvPr/>
          </p:nvSpPr>
          <p:spPr>
            <a:xfrm>
              <a:off x="6831975" y="3089589"/>
              <a:ext cx="10222" cy="15770"/>
            </a:xfrm>
            <a:custGeom>
              <a:avLst/>
              <a:pathLst>
                <a:path w="10222" h="15770">
                  <a:moveTo>
                    <a:pt x="10222" y="2904"/>
                  </a:moveTo>
                  <a:lnTo>
                    <a:pt x="9359" y="9237"/>
                  </a:lnTo>
                  <a:lnTo>
                    <a:pt x="9911" y="11929"/>
                  </a:lnTo>
                  <a:lnTo>
                    <a:pt x="9727" y="13413"/>
                  </a:lnTo>
                  <a:lnTo>
                    <a:pt x="9276" y="13313"/>
                  </a:lnTo>
                  <a:lnTo>
                    <a:pt x="5888" y="15770"/>
                  </a:lnTo>
                  <a:lnTo>
                    <a:pt x="4062" y="13100"/>
                  </a:lnTo>
                  <a:lnTo>
                    <a:pt x="1242" y="10331"/>
                  </a:lnTo>
                  <a:lnTo>
                    <a:pt x="0" y="9976"/>
                  </a:lnTo>
                  <a:lnTo>
                    <a:pt x="5012" y="2906"/>
                  </a:lnTo>
                  <a:lnTo>
                    <a:pt x="4928" y="1422"/>
                  </a:lnTo>
                  <a:lnTo>
                    <a:pt x="6312" y="717"/>
                  </a:lnTo>
                  <a:lnTo>
                    <a:pt x="8009" y="1405"/>
                  </a:lnTo>
                  <a:lnTo>
                    <a:pt x="848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h5244"/>
            <p:cNvSpPr/>
            <p:nvPr/>
          </p:nvSpPr>
          <p:spPr>
            <a:xfrm>
              <a:off x="6922851" y="2860128"/>
              <a:ext cx="20550" cy="39330"/>
            </a:xfrm>
            <a:custGeom>
              <a:avLst/>
              <a:pathLst>
                <a:path w="20550" h="39330">
                  <a:moveTo>
                    <a:pt x="10547" y="1008"/>
                  </a:moveTo>
                  <a:lnTo>
                    <a:pt x="10016" y="1584"/>
                  </a:lnTo>
                  <a:lnTo>
                    <a:pt x="11041" y="7024"/>
                  </a:lnTo>
                  <a:lnTo>
                    <a:pt x="13538" y="12450"/>
                  </a:lnTo>
                  <a:lnTo>
                    <a:pt x="13114" y="13320"/>
                  </a:lnTo>
                  <a:lnTo>
                    <a:pt x="10201" y="14220"/>
                  </a:lnTo>
                  <a:lnTo>
                    <a:pt x="8928" y="15690"/>
                  </a:lnTo>
                  <a:lnTo>
                    <a:pt x="8515" y="19708"/>
                  </a:lnTo>
                  <a:lnTo>
                    <a:pt x="9289" y="22479"/>
                  </a:lnTo>
                  <a:lnTo>
                    <a:pt x="10083" y="22159"/>
                  </a:lnTo>
                  <a:lnTo>
                    <a:pt x="13549" y="16837"/>
                  </a:lnTo>
                  <a:lnTo>
                    <a:pt x="19689" y="18573"/>
                  </a:lnTo>
                  <a:lnTo>
                    <a:pt x="20550" y="20434"/>
                  </a:lnTo>
                  <a:lnTo>
                    <a:pt x="20216" y="21714"/>
                  </a:lnTo>
                  <a:lnTo>
                    <a:pt x="14319" y="26366"/>
                  </a:lnTo>
                  <a:lnTo>
                    <a:pt x="13483" y="28544"/>
                  </a:lnTo>
                  <a:lnTo>
                    <a:pt x="13546" y="29795"/>
                  </a:lnTo>
                  <a:lnTo>
                    <a:pt x="15043" y="31678"/>
                  </a:lnTo>
                  <a:lnTo>
                    <a:pt x="12290" y="34164"/>
                  </a:lnTo>
                  <a:lnTo>
                    <a:pt x="10075" y="38486"/>
                  </a:lnTo>
                  <a:lnTo>
                    <a:pt x="8554" y="39119"/>
                  </a:lnTo>
                  <a:lnTo>
                    <a:pt x="6166" y="39330"/>
                  </a:lnTo>
                  <a:lnTo>
                    <a:pt x="4116" y="37738"/>
                  </a:lnTo>
                  <a:lnTo>
                    <a:pt x="5520" y="34265"/>
                  </a:lnTo>
                  <a:lnTo>
                    <a:pt x="5951" y="28873"/>
                  </a:lnTo>
                  <a:lnTo>
                    <a:pt x="4295" y="27038"/>
                  </a:lnTo>
                  <a:lnTo>
                    <a:pt x="3007" y="27282"/>
                  </a:lnTo>
                  <a:lnTo>
                    <a:pt x="1779" y="24679"/>
                  </a:lnTo>
                  <a:lnTo>
                    <a:pt x="2264" y="23989"/>
                  </a:lnTo>
                  <a:lnTo>
                    <a:pt x="1961" y="20405"/>
                  </a:lnTo>
                  <a:lnTo>
                    <a:pt x="647" y="14554"/>
                  </a:lnTo>
                  <a:lnTo>
                    <a:pt x="1591" y="11293"/>
                  </a:lnTo>
                  <a:lnTo>
                    <a:pt x="842" y="8355"/>
                  </a:lnTo>
                  <a:lnTo>
                    <a:pt x="0" y="7473"/>
                  </a:lnTo>
                  <a:lnTo>
                    <a:pt x="1917" y="6333"/>
                  </a:lnTo>
                  <a:lnTo>
                    <a:pt x="3857" y="6886"/>
                  </a:lnTo>
                  <a:lnTo>
                    <a:pt x="5799" y="5809"/>
                  </a:lnTo>
                  <a:lnTo>
                    <a:pt x="728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h5245"/>
            <p:cNvSpPr/>
            <p:nvPr/>
          </p:nvSpPr>
          <p:spPr>
            <a:xfrm>
              <a:off x="6855137" y="2857378"/>
              <a:ext cx="17483" cy="17873"/>
            </a:xfrm>
            <a:custGeom>
              <a:avLst/>
              <a:pathLst>
                <a:path w="17483" h="17873">
                  <a:moveTo>
                    <a:pt x="13141" y="746"/>
                  </a:moveTo>
                  <a:lnTo>
                    <a:pt x="12806" y="1820"/>
                  </a:lnTo>
                  <a:lnTo>
                    <a:pt x="13607" y="5679"/>
                  </a:lnTo>
                  <a:lnTo>
                    <a:pt x="15263" y="5629"/>
                  </a:lnTo>
                  <a:lnTo>
                    <a:pt x="17098" y="6670"/>
                  </a:lnTo>
                  <a:lnTo>
                    <a:pt x="17483" y="7636"/>
                  </a:lnTo>
                  <a:lnTo>
                    <a:pt x="16950" y="9041"/>
                  </a:lnTo>
                  <a:lnTo>
                    <a:pt x="11003" y="13890"/>
                  </a:lnTo>
                  <a:lnTo>
                    <a:pt x="10488" y="15772"/>
                  </a:lnTo>
                  <a:lnTo>
                    <a:pt x="11990" y="17873"/>
                  </a:lnTo>
                  <a:lnTo>
                    <a:pt x="10577" y="17816"/>
                  </a:lnTo>
                  <a:lnTo>
                    <a:pt x="0" y="11824"/>
                  </a:lnTo>
                  <a:lnTo>
                    <a:pt x="1329" y="5185"/>
                  </a:lnTo>
                  <a:lnTo>
                    <a:pt x="3163" y="3257"/>
                  </a:lnTo>
                  <a:lnTo>
                    <a:pt x="6505" y="4773"/>
                  </a:lnTo>
                  <a:lnTo>
                    <a:pt x="9044" y="3529"/>
                  </a:lnTo>
                  <a:lnTo>
                    <a:pt x="9495" y="1053"/>
                  </a:lnTo>
                  <a:lnTo>
                    <a:pt x="1173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h5246"/>
            <p:cNvSpPr/>
            <p:nvPr/>
          </p:nvSpPr>
          <p:spPr>
            <a:xfrm>
              <a:off x="6838621" y="2850585"/>
              <a:ext cx="19679" cy="29377"/>
            </a:xfrm>
            <a:custGeom>
              <a:avLst/>
              <a:pathLst>
                <a:path w="19679" h="29377">
                  <a:moveTo>
                    <a:pt x="12821" y="1576"/>
                  </a:moveTo>
                  <a:lnTo>
                    <a:pt x="10940" y="4903"/>
                  </a:lnTo>
                  <a:lnTo>
                    <a:pt x="12282" y="7610"/>
                  </a:lnTo>
                  <a:lnTo>
                    <a:pt x="11083" y="11729"/>
                  </a:lnTo>
                  <a:lnTo>
                    <a:pt x="12602" y="12121"/>
                  </a:lnTo>
                  <a:lnTo>
                    <a:pt x="17997" y="10397"/>
                  </a:lnTo>
                  <a:lnTo>
                    <a:pt x="19226" y="9415"/>
                  </a:lnTo>
                  <a:lnTo>
                    <a:pt x="19679" y="10050"/>
                  </a:lnTo>
                  <a:lnTo>
                    <a:pt x="17845" y="11978"/>
                  </a:lnTo>
                  <a:lnTo>
                    <a:pt x="16515" y="18616"/>
                  </a:lnTo>
                  <a:lnTo>
                    <a:pt x="15653" y="24246"/>
                  </a:lnTo>
                  <a:lnTo>
                    <a:pt x="12849" y="26297"/>
                  </a:lnTo>
                  <a:lnTo>
                    <a:pt x="10394" y="29257"/>
                  </a:lnTo>
                  <a:lnTo>
                    <a:pt x="8515" y="29377"/>
                  </a:lnTo>
                  <a:lnTo>
                    <a:pt x="5976" y="28135"/>
                  </a:lnTo>
                  <a:lnTo>
                    <a:pt x="5132" y="25044"/>
                  </a:lnTo>
                  <a:lnTo>
                    <a:pt x="525" y="23376"/>
                  </a:lnTo>
                  <a:lnTo>
                    <a:pt x="1797" y="21808"/>
                  </a:lnTo>
                  <a:lnTo>
                    <a:pt x="0" y="18420"/>
                  </a:lnTo>
                  <a:lnTo>
                    <a:pt x="130" y="15118"/>
                  </a:lnTo>
                  <a:lnTo>
                    <a:pt x="1510" y="15114"/>
                  </a:lnTo>
                  <a:lnTo>
                    <a:pt x="2874" y="13225"/>
                  </a:lnTo>
                  <a:lnTo>
                    <a:pt x="4808" y="7146"/>
                  </a:lnTo>
                  <a:lnTo>
                    <a:pt x="7662" y="3826"/>
                  </a:lnTo>
                  <a:lnTo>
                    <a:pt x="8560" y="873"/>
                  </a:lnTo>
                  <a:lnTo>
                    <a:pt x="97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h5247"/>
            <p:cNvSpPr/>
            <p:nvPr/>
          </p:nvSpPr>
          <p:spPr>
            <a:xfrm>
              <a:off x="6838224" y="3035624"/>
              <a:ext cx="25976" cy="16370"/>
            </a:xfrm>
            <a:custGeom>
              <a:avLst/>
              <a:pathLst>
                <a:path w="25976" h="16370">
                  <a:moveTo>
                    <a:pt x="21517" y="2886"/>
                  </a:moveTo>
                  <a:lnTo>
                    <a:pt x="24513" y="2753"/>
                  </a:lnTo>
                  <a:lnTo>
                    <a:pt x="24655" y="3280"/>
                  </a:lnTo>
                  <a:lnTo>
                    <a:pt x="25976" y="5545"/>
                  </a:lnTo>
                  <a:lnTo>
                    <a:pt x="25151" y="7065"/>
                  </a:lnTo>
                  <a:lnTo>
                    <a:pt x="21329" y="11438"/>
                  </a:lnTo>
                  <a:lnTo>
                    <a:pt x="19677" y="10689"/>
                  </a:lnTo>
                  <a:lnTo>
                    <a:pt x="18783" y="9391"/>
                  </a:lnTo>
                  <a:lnTo>
                    <a:pt x="13069" y="9780"/>
                  </a:lnTo>
                  <a:lnTo>
                    <a:pt x="7392" y="13528"/>
                  </a:lnTo>
                  <a:lnTo>
                    <a:pt x="4009" y="16370"/>
                  </a:lnTo>
                  <a:lnTo>
                    <a:pt x="0" y="13351"/>
                  </a:lnTo>
                  <a:lnTo>
                    <a:pt x="774" y="9294"/>
                  </a:lnTo>
                  <a:lnTo>
                    <a:pt x="1597" y="7083"/>
                  </a:lnTo>
                  <a:lnTo>
                    <a:pt x="4387" y="5763"/>
                  </a:lnTo>
                  <a:lnTo>
                    <a:pt x="7817" y="6623"/>
                  </a:lnTo>
                  <a:lnTo>
                    <a:pt x="11886" y="5460"/>
                  </a:lnTo>
                  <a:lnTo>
                    <a:pt x="12508" y="4224"/>
                  </a:lnTo>
                  <a:lnTo>
                    <a:pt x="12116" y="2916"/>
                  </a:lnTo>
                  <a:lnTo>
                    <a:pt x="10504" y="3011"/>
                  </a:lnTo>
                  <a:lnTo>
                    <a:pt x="8801" y="1481"/>
                  </a:lnTo>
                  <a:lnTo>
                    <a:pt x="1107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h5248"/>
            <p:cNvSpPr/>
            <p:nvPr/>
          </p:nvSpPr>
          <p:spPr>
            <a:xfrm>
              <a:off x="6853533" y="2806094"/>
              <a:ext cx="22798" cy="21923"/>
            </a:xfrm>
            <a:custGeom>
              <a:avLst/>
              <a:pathLst>
                <a:path w="22798" h="21923">
                  <a:moveTo>
                    <a:pt x="10574" y="0"/>
                  </a:moveTo>
                  <a:lnTo>
                    <a:pt x="13490" y="8631"/>
                  </a:lnTo>
                  <a:lnTo>
                    <a:pt x="15296" y="7472"/>
                  </a:lnTo>
                  <a:lnTo>
                    <a:pt x="17788" y="7161"/>
                  </a:lnTo>
                  <a:lnTo>
                    <a:pt x="21397" y="7675"/>
                  </a:lnTo>
                  <a:lnTo>
                    <a:pt x="22798" y="10084"/>
                  </a:lnTo>
                  <a:lnTo>
                    <a:pt x="19674" y="21154"/>
                  </a:lnTo>
                  <a:lnTo>
                    <a:pt x="17353" y="19255"/>
                  </a:lnTo>
                  <a:lnTo>
                    <a:pt x="14968" y="21399"/>
                  </a:lnTo>
                  <a:lnTo>
                    <a:pt x="12995" y="21923"/>
                  </a:lnTo>
                  <a:lnTo>
                    <a:pt x="7235" y="21832"/>
                  </a:lnTo>
                  <a:lnTo>
                    <a:pt x="2224" y="20617"/>
                  </a:lnTo>
                  <a:lnTo>
                    <a:pt x="0" y="21255"/>
                  </a:lnTo>
                  <a:lnTo>
                    <a:pt x="347" y="18668"/>
                  </a:lnTo>
                  <a:lnTo>
                    <a:pt x="742" y="15839"/>
                  </a:lnTo>
                  <a:lnTo>
                    <a:pt x="5962" y="12379"/>
                  </a:lnTo>
                  <a:lnTo>
                    <a:pt x="8746" y="9189"/>
                  </a:lnTo>
                  <a:lnTo>
                    <a:pt x="10077" y="5672"/>
                  </a:lnTo>
                  <a:lnTo>
                    <a:pt x="7858" y="1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h5249"/>
            <p:cNvSpPr/>
            <p:nvPr/>
          </p:nvSpPr>
          <p:spPr>
            <a:xfrm>
              <a:off x="6658637" y="2728771"/>
              <a:ext cx="32030" cy="45229"/>
            </a:xfrm>
            <a:custGeom>
              <a:avLst/>
              <a:pathLst>
                <a:path w="32030" h="45229">
                  <a:moveTo>
                    <a:pt x="14576" y="1490"/>
                  </a:moveTo>
                  <a:lnTo>
                    <a:pt x="12557" y="3275"/>
                  </a:lnTo>
                  <a:lnTo>
                    <a:pt x="13800" y="7207"/>
                  </a:lnTo>
                  <a:lnTo>
                    <a:pt x="15453" y="8450"/>
                  </a:lnTo>
                  <a:lnTo>
                    <a:pt x="18014" y="7843"/>
                  </a:lnTo>
                  <a:lnTo>
                    <a:pt x="19796" y="8378"/>
                  </a:lnTo>
                  <a:lnTo>
                    <a:pt x="23202" y="17157"/>
                  </a:lnTo>
                  <a:lnTo>
                    <a:pt x="22373" y="20175"/>
                  </a:lnTo>
                  <a:lnTo>
                    <a:pt x="20434" y="21402"/>
                  </a:lnTo>
                  <a:lnTo>
                    <a:pt x="21521" y="23313"/>
                  </a:lnTo>
                  <a:lnTo>
                    <a:pt x="25139" y="25668"/>
                  </a:lnTo>
                  <a:lnTo>
                    <a:pt x="28009" y="28732"/>
                  </a:lnTo>
                  <a:lnTo>
                    <a:pt x="29469" y="29701"/>
                  </a:lnTo>
                  <a:lnTo>
                    <a:pt x="30883" y="28640"/>
                  </a:lnTo>
                  <a:lnTo>
                    <a:pt x="32030" y="29990"/>
                  </a:lnTo>
                  <a:lnTo>
                    <a:pt x="31039" y="33794"/>
                  </a:lnTo>
                  <a:lnTo>
                    <a:pt x="24347" y="38301"/>
                  </a:lnTo>
                  <a:lnTo>
                    <a:pt x="20516" y="44379"/>
                  </a:lnTo>
                  <a:lnTo>
                    <a:pt x="17846" y="45229"/>
                  </a:lnTo>
                  <a:lnTo>
                    <a:pt x="7769" y="44474"/>
                  </a:lnTo>
                  <a:lnTo>
                    <a:pt x="5803" y="42400"/>
                  </a:lnTo>
                  <a:lnTo>
                    <a:pt x="6907" y="40891"/>
                  </a:lnTo>
                  <a:lnTo>
                    <a:pt x="2777" y="40131"/>
                  </a:lnTo>
                  <a:lnTo>
                    <a:pt x="3625" y="34527"/>
                  </a:lnTo>
                  <a:lnTo>
                    <a:pt x="3260" y="28817"/>
                  </a:lnTo>
                  <a:lnTo>
                    <a:pt x="0" y="21064"/>
                  </a:lnTo>
                  <a:lnTo>
                    <a:pt x="3298" y="19169"/>
                  </a:lnTo>
                  <a:lnTo>
                    <a:pt x="3534" y="16351"/>
                  </a:lnTo>
                  <a:lnTo>
                    <a:pt x="2401" y="14705"/>
                  </a:lnTo>
                  <a:lnTo>
                    <a:pt x="1801" y="14137"/>
                  </a:lnTo>
                  <a:lnTo>
                    <a:pt x="1737" y="10954"/>
                  </a:lnTo>
                  <a:lnTo>
                    <a:pt x="4491" y="7409"/>
                  </a:lnTo>
                  <a:lnTo>
                    <a:pt x="4855" y="8456"/>
                  </a:lnTo>
                  <a:lnTo>
                    <a:pt x="7470" y="7083"/>
                  </a:lnTo>
                  <a:lnTo>
                    <a:pt x="8862" y="4477"/>
                  </a:lnTo>
                  <a:lnTo>
                    <a:pt x="8035" y="2480"/>
                  </a:lnTo>
                  <a:lnTo>
                    <a:pt x="126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h5250"/>
            <p:cNvSpPr/>
            <p:nvPr/>
          </p:nvSpPr>
          <p:spPr>
            <a:xfrm>
              <a:off x="6698245" y="2715374"/>
              <a:ext cx="35437" cy="43226"/>
            </a:xfrm>
            <a:custGeom>
              <a:avLst/>
              <a:pathLst>
                <a:path w="35437" h="43226">
                  <a:moveTo>
                    <a:pt x="25936" y="1087"/>
                  </a:moveTo>
                  <a:lnTo>
                    <a:pt x="28745" y="6383"/>
                  </a:lnTo>
                  <a:lnTo>
                    <a:pt x="29467" y="11728"/>
                  </a:lnTo>
                  <a:lnTo>
                    <a:pt x="25367" y="11967"/>
                  </a:lnTo>
                  <a:lnTo>
                    <a:pt x="24511" y="15820"/>
                  </a:lnTo>
                  <a:lnTo>
                    <a:pt x="26429" y="18175"/>
                  </a:lnTo>
                  <a:lnTo>
                    <a:pt x="29577" y="20245"/>
                  </a:lnTo>
                  <a:lnTo>
                    <a:pt x="33839" y="21253"/>
                  </a:lnTo>
                  <a:lnTo>
                    <a:pt x="34352" y="28866"/>
                  </a:lnTo>
                  <a:lnTo>
                    <a:pt x="35437" y="33575"/>
                  </a:lnTo>
                  <a:lnTo>
                    <a:pt x="34179" y="35890"/>
                  </a:lnTo>
                  <a:lnTo>
                    <a:pt x="25518" y="36827"/>
                  </a:lnTo>
                  <a:lnTo>
                    <a:pt x="20575" y="39247"/>
                  </a:lnTo>
                  <a:lnTo>
                    <a:pt x="20190" y="40073"/>
                  </a:lnTo>
                  <a:lnTo>
                    <a:pt x="13248" y="42919"/>
                  </a:lnTo>
                  <a:lnTo>
                    <a:pt x="12742" y="43226"/>
                  </a:lnTo>
                  <a:lnTo>
                    <a:pt x="10437" y="42066"/>
                  </a:lnTo>
                  <a:lnTo>
                    <a:pt x="8165" y="39216"/>
                  </a:lnTo>
                  <a:lnTo>
                    <a:pt x="5962" y="37904"/>
                  </a:lnTo>
                  <a:lnTo>
                    <a:pt x="2869" y="39992"/>
                  </a:lnTo>
                  <a:lnTo>
                    <a:pt x="1140" y="38824"/>
                  </a:lnTo>
                  <a:lnTo>
                    <a:pt x="0" y="36161"/>
                  </a:lnTo>
                  <a:lnTo>
                    <a:pt x="1178" y="33395"/>
                  </a:lnTo>
                  <a:lnTo>
                    <a:pt x="1127" y="29181"/>
                  </a:lnTo>
                  <a:lnTo>
                    <a:pt x="4254" y="28480"/>
                  </a:lnTo>
                  <a:lnTo>
                    <a:pt x="6896" y="25513"/>
                  </a:lnTo>
                  <a:lnTo>
                    <a:pt x="13726" y="9489"/>
                  </a:lnTo>
                  <a:lnTo>
                    <a:pt x="14983" y="8958"/>
                  </a:lnTo>
                  <a:lnTo>
                    <a:pt x="15340" y="7521"/>
                  </a:lnTo>
                  <a:lnTo>
                    <a:pt x="14049" y="2304"/>
                  </a:lnTo>
                  <a:lnTo>
                    <a:pt x="17626" y="1165"/>
                  </a:lnTo>
                  <a:lnTo>
                    <a:pt x="21928" y="3919"/>
                  </a:lnTo>
                  <a:lnTo>
                    <a:pt x="2431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h5251"/>
            <p:cNvSpPr/>
            <p:nvPr/>
          </p:nvSpPr>
          <p:spPr>
            <a:xfrm>
              <a:off x="6571129" y="2820965"/>
              <a:ext cx="14023" cy="27689"/>
            </a:xfrm>
            <a:custGeom>
              <a:avLst/>
              <a:pathLst>
                <a:path w="14023" h="27689">
                  <a:moveTo>
                    <a:pt x="8254" y="473"/>
                  </a:moveTo>
                  <a:lnTo>
                    <a:pt x="9390" y="3586"/>
                  </a:lnTo>
                  <a:lnTo>
                    <a:pt x="12946" y="4530"/>
                  </a:lnTo>
                  <a:lnTo>
                    <a:pt x="14023" y="8302"/>
                  </a:lnTo>
                  <a:lnTo>
                    <a:pt x="13759" y="16519"/>
                  </a:lnTo>
                  <a:lnTo>
                    <a:pt x="12080" y="22173"/>
                  </a:lnTo>
                  <a:lnTo>
                    <a:pt x="12086" y="26047"/>
                  </a:lnTo>
                  <a:lnTo>
                    <a:pt x="13988" y="27214"/>
                  </a:lnTo>
                  <a:lnTo>
                    <a:pt x="11919" y="27689"/>
                  </a:lnTo>
                  <a:lnTo>
                    <a:pt x="10743" y="25703"/>
                  </a:lnTo>
                  <a:lnTo>
                    <a:pt x="7370" y="24618"/>
                  </a:lnTo>
                  <a:lnTo>
                    <a:pt x="4449" y="24661"/>
                  </a:lnTo>
                  <a:lnTo>
                    <a:pt x="3701" y="24352"/>
                  </a:lnTo>
                  <a:lnTo>
                    <a:pt x="2276" y="20056"/>
                  </a:lnTo>
                  <a:lnTo>
                    <a:pt x="1945" y="14155"/>
                  </a:lnTo>
                  <a:lnTo>
                    <a:pt x="0" y="9049"/>
                  </a:lnTo>
                  <a:lnTo>
                    <a:pt x="289" y="4702"/>
                  </a:lnTo>
                  <a:lnTo>
                    <a:pt x="2505" y="4825"/>
                  </a:lnTo>
                  <a:lnTo>
                    <a:pt x="2789" y="2138"/>
                  </a:lnTo>
                  <a:lnTo>
                    <a:pt x="2024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h5252"/>
            <p:cNvSpPr/>
            <p:nvPr/>
          </p:nvSpPr>
          <p:spPr>
            <a:xfrm>
              <a:off x="6649542" y="2702848"/>
              <a:ext cx="42724" cy="34379"/>
            </a:xfrm>
            <a:custGeom>
              <a:avLst/>
              <a:pathLst>
                <a:path w="42724" h="34379">
                  <a:moveTo>
                    <a:pt x="9502" y="833"/>
                  </a:moveTo>
                  <a:lnTo>
                    <a:pt x="14552" y="1174"/>
                  </a:lnTo>
                  <a:lnTo>
                    <a:pt x="18512" y="7764"/>
                  </a:lnTo>
                  <a:lnTo>
                    <a:pt x="25444" y="14495"/>
                  </a:lnTo>
                  <a:lnTo>
                    <a:pt x="27073" y="15227"/>
                  </a:lnTo>
                  <a:lnTo>
                    <a:pt x="26342" y="16508"/>
                  </a:lnTo>
                  <a:lnTo>
                    <a:pt x="26878" y="17476"/>
                  </a:lnTo>
                  <a:lnTo>
                    <a:pt x="32165" y="18541"/>
                  </a:lnTo>
                  <a:lnTo>
                    <a:pt x="33905" y="18174"/>
                  </a:lnTo>
                  <a:lnTo>
                    <a:pt x="35783" y="16414"/>
                  </a:lnTo>
                  <a:lnTo>
                    <a:pt x="41635" y="22033"/>
                  </a:lnTo>
                  <a:lnTo>
                    <a:pt x="42724" y="26861"/>
                  </a:lnTo>
                  <a:lnTo>
                    <a:pt x="34158" y="31619"/>
                  </a:lnTo>
                  <a:lnTo>
                    <a:pt x="33292" y="33043"/>
                  </a:lnTo>
                  <a:lnTo>
                    <a:pt x="31453" y="34140"/>
                  </a:lnTo>
                  <a:lnTo>
                    <a:pt x="28891" y="34300"/>
                  </a:lnTo>
                  <a:lnTo>
                    <a:pt x="27109" y="33765"/>
                  </a:lnTo>
                  <a:lnTo>
                    <a:pt x="24547" y="34372"/>
                  </a:lnTo>
                  <a:lnTo>
                    <a:pt x="22894" y="33129"/>
                  </a:lnTo>
                  <a:lnTo>
                    <a:pt x="21652" y="29198"/>
                  </a:lnTo>
                  <a:lnTo>
                    <a:pt x="23671" y="27413"/>
                  </a:lnTo>
                  <a:lnTo>
                    <a:pt x="21749" y="25922"/>
                  </a:lnTo>
                  <a:lnTo>
                    <a:pt x="17130" y="28402"/>
                  </a:lnTo>
                  <a:lnTo>
                    <a:pt x="17956" y="30399"/>
                  </a:lnTo>
                  <a:lnTo>
                    <a:pt x="16564" y="33005"/>
                  </a:lnTo>
                  <a:lnTo>
                    <a:pt x="13950" y="34379"/>
                  </a:lnTo>
                  <a:lnTo>
                    <a:pt x="13586" y="33332"/>
                  </a:lnTo>
                  <a:lnTo>
                    <a:pt x="13834" y="32823"/>
                  </a:lnTo>
                  <a:lnTo>
                    <a:pt x="12229" y="32003"/>
                  </a:lnTo>
                  <a:lnTo>
                    <a:pt x="9413" y="31246"/>
                  </a:lnTo>
                  <a:lnTo>
                    <a:pt x="6462" y="31550"/>
                  </a:lnTo>
                  <a:lnTo>
                    <a:pt x="6828" y="32905"/>
                  </a:lnTo>
                  <a:lnTo>
                    <a:pt x="4201" y="34053"/>
                  </a:lnTo>
                  <a:lnTo>
                    <a:pt x="1706" y="31607"/>
                  </a:lnTo>
                  <a:lnTo>
                    <a:pt x="290" y="27956"/>
                  </a:lnTo>
                  <a:lnTo>
                    <a:pt x="0" y="26356"/>
                  </a:lnTo>
                  <a:lnTo>
                    <a:pt x="2087" y="24234"/>
                  </a:lnTo>
                  <a:lnTo>
                    <a:pt x="1648" y="21867"/>
                  </a:lnTo>
                  <a:lnTo>
                    <a:pt x="1504" y="16593"/>
                  </a:lnTo>
                  <a:lnTo>
                    <a:pt x="2174" y="13752"/>
                  </a:lnTo>
                  <a:lnTo>
                    <a:pt x="1659" y="9962"/>
                  </a:lnTo>
                  <a:lnTo>
                    <a:pt x="4305" y="4107"/>
                  </a:lnTo>
                  <a:lnTo>
                    <a:pt x="490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h5253"/>
            <p:cNvSpPr/>
            <p:nvPr/>
          </p:nvSpPr>
          <p:spPr>
            <a:xfrm>
              <a:off x="6582242" y="2776167"/>
              <a:ext cx="27638" cy="55710"/>
            </a:xfrm>
            <a:custGeom>
              <a:avLst/>
              <a:pathLst>
                <a:path w="27638" h="55710">
                  <a:moveTo>
                    <a:pt x="17631" y="598"/>
                  </a:moveTo>
                  <a:lnTo>
                    <a:pt x="24127" y="4179"/>
                  </a:lnTo>
                  <a:lnTo>
                    <a:pt x="22312" y="4230"/>
                  </a:lnTo>
                  <a:lnTo>
                    <a:pt x="19038" y="5769"/>
                  </a:lnTo>
                  <a:lnTo>
                    <a:pt x="14878" y="13473"/>
                  </a:lnTo>
                  <a:lnTo>
                    <a:pt x="19775" y="12190"/>
                  </a:lnTo>
                  <a:lnTo>
                    <a:pt x="21422" y="15616"/>
                  </a:lnTo>
                  <a:lnTo>
                    <a:pt x="23675" y="24544"/>
                  </a:lnTo>
                  <a:lnTo>
                    <a:pt x="27638" y="29255"/>
                  </a:lnTo>
                  <a:lnTo>
                    <a:pt x="26845" y="32010"/>
                  </a:lnTo>
                  <a:lnTo>
                    <a:pt x="25622" y="32385"/>
                  </a:lnTo>
                  <a:lnTo>
                    <a:pt x="23527" y="38622"/>
                  </a:lnTo>
                  <a:lnTo>
                    <a:pt x="24183" y="44974"/>
                  </a:lnTo>
                  <a:lnTo>
                    <a:pt x="23753" y="46802"/>
                  </a:lnTo>
                  <a:lnTo>
                    <a:pt x="24272" y="51672"/>
                  </a:lnTo>
                  <a:lnTo>
                    <a:pt x="21343" y="51264"/>
                  </a:lnTo>
                  <a:lnTo>
                    <a:pt x="19739" y="51847"/>
                  </a:lnTo>
                  <a:lnTo>
                    <a:pt x="12085" y="53454"/>
                  </a:lnTo>
                  <a:lnTo>
                    <a:pt x="11894" y="55024"/>
                  </a:lnTo>
                  <a:lnTo>
                    <a:pt x="9724" y="55710"/>
                  </a:lnTo>
                  <a:lnTo>
                    <a:pt x="7064" y="49540"/>
                  </a:lnTo>
                  <a:lnTo>
                    <a:pt x="7931" y="48160"/>
                  </a:lnTo>
                  <a:lnTo>
                    <a:pt x="7498" y="39317"/>
                  </a:lnTo>
                  <a:lnTo>
                    <a:pt x="6272" y="34768"/>
                  </a:lnTo>
                  <a:lnTo>
                    <a:pt x="5189" y="33184"/>
                  </a:lnTo>
                  <a:lnTo>
                    <a:pt x="2105" y="32568"/>
                  </a:lnTo>
                  <a:lnTo>
                    <a:pt x="2581" y="23444"/>
                  </a:lnTo>
                  <a:lnTo>
                    <a:pt x="341" y="22602"/>
                  </a:lnTo>
                  <a:lnTo>
                    <a:pt x="0" y="20175"/>
                  </a:lnTo>
                  <a:lnTo>
                    <a:pt x="6331" y="14510"/>
                  </a:lnTo>
                  <a:lnTo>
                    <a:pt x="8056" y="10331"/>
                  </a:lnTo>
                  <a:lnTo>
                    <a:pt x="7894" y="9351"/>
                  </a:lnTo>
                  <a:lnTo>
                    <a:pt x="11794" y="6383"/>
                  </a:lnTo>
                  <a:lnTo>
                    <a:pt x="15446" y="4679"/>
                  </a:lnTo>
                  <a:lnTo>
                    <a:pt x="15659" y="2293"/>
                  </a:lnTo>
                  <a:lnTo>
                    <a:pt x="14669" y="670"/>
                  </a:lnTo>
                  <a:lnTo>
                    <a:pt x="15139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h5254"/>
            <p:cNvSpPr/>
            <p:nvPr/>
          </p:nvSpPr>
          <p:spPr>
            <a:xfrm>
              <a:off x="6596153" y="2822241"/>
              <a:ext cx="25005" cy="26493"/>
            </a:xfrm>
            <a:custGeom>
              <a:avLst/>
              <a:pathLst>
                <a:path w="25005" h="26493">
                  <a:moveTo>
                    <a:pt x="23367" y="201"/>
                  </a:moveTo>
                  <a:lnTo>
                    <a:pt x="22977" y="3558"/>
                  </a:lnTo>
                  <a:lnTo>
                    <a:pt x="24400" y="6251"/>
                  </a:lnTo>
                  <a:lnTo>
                    <a:pt x="25005" y="9136"/>
                  </a:lnTo>
                  <a:lnTo>
                    <a:pt x="21579" y="14640"/>
                  </a:lnTo>
                  <a:lnTo>
                    <a:pt x="14448" y="19397"/>
                  </a:lnTo>
                  <a:lnTo>
                    <a:pt x="10145" y="25451"/>
                  </a:lnTo>
                  <a:lnTo>
                    <a:pt x="9987" y="26186"/>
                  </a:lnTo>
                  <a:lnTo>
                    <a:pt x="3764" y="26493"/>
                  </a:lnTo>
                  <a:lnTo>
                    <a:pt x="3159" y="25045"/>
                  </a:lnTo>
                  <a:lnTo>
                    <a:pt x="3895" y="23386"/>
                  </a:lnTo>
                  <a:lnTo>
                    <a:pt x="3691" y="21823"/>
                  </a:lnTo>
                  <a:lnTo>
                    <a:pt x="887" y="19513"/>
                  </a:lnTo>
                  <a:lnTo>
                    <a:pt x="0" y="17475"/>
                  </a:lnTo>
                  <a:lnTo>
                    <a:pt x="7289" y="7328"/>
                  </a:lnTo>
                  <a:lnTo>
                    <a:pt x="5827" y="5773"/>
                  </a:lnTo>
                  <a:lnTo>
                    <a:pt x="7432" y="5190"/>
                  </a:lnTo>
                  <a:lnTo>
                    <a:pt x="10361" y="5598"/>
                  </a:lnTo>
                  <a:lnTo>
                    <a:pt x="9842" y="729"/>
                  </a:lnTo>
                  <a:lnTo>
                    <a:pt x="10514" y="2193"/>
                  </a:lnTo>
                  <a:lnTo>
                    <a:pt x="19977" y="1256"/>
                  </a:lnTo>
                  <a:lnTo>
                    <a:pt x="21131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h5255"/>
            <p:cNvSpPr/>
            <p:nvPr/>
          </p:nvSpPr>
          <p:spPr>
            <a:xfrm>
              <a:off x="6662396" y="2758761"/>
              <a:ext cx="35848" cy="26477"/>
            </a:xfrm>
            <a:custGeom>
              <a:avLst/>
              <a:pathLst>
                <a:path w="35848" h="26477">
                  <a:moveTo>
                    <a:pt x="32770" y="8"/>
                  </a:moveTo>
                  <a:lnTo>
                    <a:pt x="31922" y="97"/>
                  </a:lnTo>
                  <a:lnTo>
                    <a:pt x="31841" y="1675"/>
                  </a:lnTo>
                  <a:lnTo>
                    <a:pt x="33119" y="4135"/>
                  </a:lnTo>
                  <a:lnTo>
                    <a:pt x="34405" y="3434"/>
                  </a:lnTo>
                  <a:lnTo>
                    <a:pt x="35315" y="3823"/>
                  </a:lnTo>
                  <a:lnTo>
                    <a:pt x="35848" y="7105"/>
                  </a:lnTo>
                  <a:lnTo>
                    <a:pt x="35321" y="9229"/>
                  </a:lnTo>
                  <a:lnTo>
                    <a:pt x="33634" y="11021"/>
                  </a:lnTo>
                  <a:lnTo>
                    <a:pt x="25038" y="10122"/>
                  </a:lnTo>
                  <a:lnTo>
                    <a:pt x="23621" y="20292"/>
                  </a:lnTo>
                  <a:lnTo>
                    <a:pt x="19293" y="20515"/>
                  </a:lnTo>
                  <a:lnTo>
                    <a:pt x="17675" y="22156"/>
                  </a:lnTo>
                  <a:lnTo>
                    <a:pt x="16972" y="24559"/>
                  </a:lnTo>
                  <a:lnTo>
                    <a:pt x="14108" y="26477"/>
                  </a:lnTo>
                  <a:lnTo>
                    <a:pt x="11495" y="26339"/>
                  </a:lnTo>
                  <a:lnTo>
                    <a:pt x="11060" y="23897"/>
                  </a:lnTo>
                  <a:lnTo>
                    <a:pt x="5258" y="23326"/>
                  </a:lnTo>
                  <a:lnTo>
                    <a:pt x="560" y="19725"/>
                  </a:lnTo>
                  <a:lnTo>
                    <a:pt x="0" y="16503"/>
                  </a:lnTo>
                  <a:lnTo>
                    <a:pt x="3777" y="15165"/>
                  </a:lnTo>
                  <a:lnTo>
                    <a:pt x="4010" y="14483"/>
                  </a:lnTo>
                  <a:lnTo>
                    <a:pt x="14087" y="15239"/>
                  </a:lnTo>
                  <a:lnTo>
                    <a:pt x="16757" y="14388"/>
                  </a:lnTo>
                  <a:lnTo>
                    <a:pt x="20588" y="8311"/>
                  </a:lnTo>
                  <a:lnTo>
                    <a:pt x="27281" y="3804"/>
                  </a:lnTo>
                  <a:lnTo>
                    <a:pt x="2827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h5256"/>
            <p:cNvSpPr/>
            <p:nvPr/>
          </p:nvSpPr>
          <p:spPr>
            <a:xfrm>
              <a:off x="6606299" y="2825944"/>
              <a:ext cx="40264" cy="40523"/>
            </a:xfrm>
            <a:custGeom>
              <a:avLst/>
              <a:pathLst>
                <a:path w="40264" h="40523">
                  <a:moveTo>
                    <a:pt x="20171" y="1400"/>
                  </a:moveTo>
                  <a:lnTo>
                    <a:pt x="25136" y="6605"/>
                  </a:lnTo>
                  <a:lnTo>
                    <a:pt x="26367" y="9537"/>
                  </a:lnTo>
                  <a:lnTo>
                    <a:pt x="25703" y="11498"/>
                  </a:lnTo>
                  <a:lnTo>
                    <a:pt x="28723" y="13625"/>
                  </a:lnTo>
                  <a:lnTo>
                    <a:pt x="31600" y="12051"/>
                  </a:lnTo>
                  <a:lnTo>
                    <a:pt x="31737" y="9675"/>
                  </a:lnTo>
                  <a:lnTo>
                    <a:pt x="37723" y="10233"/>
                  </a:lnTo>
                  <a:lnTo>
                    <a:pt x="40264" y="7951"/>
                  </a:lnTo>
                  <a:lnTo>
                    <a:pt x="37982" y="32904"/>
                  </a:lnTo>
                  <a:lnTo>
                    <a:pt x="31656" y="30968"/>
                  </a:lnTo>
                  <a:lnTo>
                    <a:pt x="30072" y="33021"/>
                  </a:lnTo>
                  <a:lnTo>
                    <a:pt x="29595" y="35226"/>
                  </a:lnTo>
                  <a:lnTo>
                    <a:pt x="30243" y="37244"/>
                  </a:lnTo>
                  <a:lnTo>
                    <a:pt x="30941" y="37451"/>
                  </a:lnTo>
                  <a:lnTo>
                    <a:pt x="31420" y="39747"/>
                  </a:lnTo>
                  <a:lnTo>
                    <a:pt x="27760" y="39310"/>
                  </a:lnTo>
                  <a:lnTo>
                    <a:pt x="27106" y="35449"/>
                  </a:lnTo>
                  <a:lnTo>
                    <a:pt x="24334" y="32723"/>
                  </a:lnTo>
                  <a:lnTo>
                    <a:pt x="23699" y="34468"/>
                  </a:lnTo>
                  <a:lnTo>
                    <a:pt x="24713" y="36591"/>
                  </a:lnTo>
                  <a:lnTo>
                    <a:pt x="19291" y="40523"/>
                  </a:lnTo>
                  <a:lnTo>
                    <a:pt x="14498" y="38153"/>
                  </a:lnTo>
                  <a:lnTo>
                    <a:pt x="13607" y="35662"/>
                  </a:lnTo>
                  <a:lnTo>
                    <a:pt x="12876" y="27450"/>
                  </a:lnTo>
                  <a:lnTo>
                    <a:pt x="9433" y="27838"/>
                  </a:lnTo>
                  <a:lnTo>
                    <a:pt x="5388" y="27002"/>
                  </a:lnTo>
                  <a:lnTo>
                    <a:pt x="2433" y="25082"/>
                  </a:lnTo>
                  <a:lnTo>
                    <a:pt x="2760" y="23559"/>
                  </a:lnTo>
                  <a:lnTo>
                    <a:pt x="1432" y="22585"/>
                  </a:lnTo>
                  <a:lnTo>
                    <a:pt x="0" y="21748"/>
                  </a:lnTo>
                  <a:lnTo>
                    <a:pt x="4303" y="15694"/>
                  </a:lnTo>
                  <a:lnTo>
                    <a:pt x="11434" y="10937"/>
                  </a:lnTo>
                  <a:lnTo>
                    <a:pt x="14859" y="5434"/>
                  </a:lnTo>
                  <a:lnTo>
                    <a:pt x="14255" y="2548"/>
                  </a:lnTo>
                  <a:lnTo>
                    <a:pt x="14196" y="832"/>
                  </a:lnTo>
                  <a:lnTo>
                    <a:pt x="1760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h5257"/>
            <p:cNvSpPr/>
            <p:nvPr/>
          </p:nvSpPr>
          <p:spPr>
            <a:xfrm>
              <a:off x="6618901" y="2813648"/>
              <a:ext cx="28366" cy="25921"/>
            </a:xfrm>
            <a:custGeom>
              <a:avLst/>
              <a:pathLst>
                <a:path w="28366" h="25921">
                  <a:moveTo>
                    <a:pt x="8005" y="442"/>
                  </a:moveTo>
                  <a:lnTo>
                    <a:pt x="7542" y="1477"/>
                  </a:lnTo>
                  <a:lnTo>
                    <a:pt x="9892" y="1684"/>
                  </a:lnTo>
                  <a:lnTo>
                    <a:pt x="16774" y="2137"/>
                  </a:lnTo>
                  <a:lnTo>
                    <a:pt x="20019" y="5238"/>
                  </a:lnTo>
                  <a:lnTo>
                    <a:pt x="22903" y="6441"/>
                  </a:lnTo>
                  <a:lnTo>
                    <a:pt x="23575" y="10909"/>
                  </a:lnTo>
                  <a:lnTo>
                    <a:pt x="28366" y="12535"/>
                  </a:lnTo>
                  <a:lnTo>
                    <a:pt x="27697" y="19865"/>
                  </a:lnTo>
                  <a:lnTo>
                    <a:pt x="27662" y="20247"/>
                  </a:lnTo>
                  <a:lnTo>
                    <a:pt x="25121" y="22529"/>
                  </a:lnTo>
                  <a:lnTo>
                    <a:pt x="19135" y="21971"/>
                  </a:lnTo>
                  <a:lnTo>
                    <a:pt x="18998" y="24346"/>
                  </a:lnTo>
                  <a:lnTo>
                    <a:pt x="16121" y="25921"/>
                  </a:lnTo>
                  <a:lnTo>
                    <a:pt x="13101" y="23794"/>
                  </a:lnTo>
                  <a:lnTo>
                    <a:pt x="13764" y="21833"/>
                  </a:lnTo>
                  <a:lnTo>
                    <a:pt x="12533" y="18900"/>
                  </a:lnTo>
                  <a:lnTo>
                    <a:pt x="7569" y="13696"/>
                  </a:lnTo>
                  <a:lnTo>
                    <a:pt x="5005" y="12295"/>
                  </a:lnTo>
                  <a:lnTo>
                    <a:pt x="1594" y="13128"/>
                  </a:lnTo>
                  <a:lnTo>
                    <a:pt x="1653" y="14844"/>
                  </a:lnTo>
                  <a:lnTo>
                    <a:pt x="229" y="12151"/>
                  </a:lnTo>
                  <a:lnTo>
                    <a:pt x="619" y="8794"/>
                  </a:lnTo>
                  <a:lnTo>
                    <a:pt x="1916" y="9007"/>
                  </a:lnTo>
                  <a:lnTo>
                    <a:pt x="1488" y="3594"/>
                  </a:lnTo>
                  <a:lnTo>
                    <a:pt x="287" y="3101"/>
                  </a:lnTo>
                  <a:lnTo>
                    <a:pt x="0" y="1095"/>
                  </a:lnTo>
                  <a:lnTo>
                    <a:pt x="2072" y="205"/>
                  </a:lnTo>
                  <a:lnTo>
                    <a:pt x="745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h5258"/>
            <p:cNvSpPr/>
            <p:nvPr/>
          </p:nvSpPr>
          <p:spPr>
            <a:xfrm>
              <a:off x="6617040" y="2763367"/>
              <a:ext cx="33846" cy="37760"/>
            </a:xfrm>
            <a:custGeom>
              <a:avLst/>
              <a:pathLst>
                <a:path w="33846" h="37760">
                  <a:moveTo>
                    <a:pt x="26116" y="5411"/>
                  </a:moveTo>
                  <a:lnTo>
                    <a:pt x="30488" y="5576"/>
                  </a:lnTo>
                  <a:lnTo>
                    <a:pt x="33846" y="13715"/>
                  </a:lnTo>
                  <a:lnTo>
                    <a:pt x="31977" y="14333"/>
                  </a:lnTo>
                  <a:lnTo>
                    <a:pt x="33780" y="18121"/>
                  </a:lnTo>
                  <a:lnTo>
                    <a:pt x="29091" y="17329"/>
                  </a:lnTo>
                  <a:lnTo>
                    <a:pt x="24423" y="17545"/>
                  </a:lnTo>
                  <a:lnTo>
                    <a:pt x="23582" y="19785"/>
                  </a:lnTo>
                  <a:lnTo>
                    <a:pt x="27891" y="23634"/>
                  </a:lnTo>
                  <a:lnTo>
                    <a:pt x="30020" y="23328"/>
                  </a:lnTo>
                  <a:lnTo>
                    <a:pt x="32092" y="24434"/>
                  </a:lnTo>
                  <a:lnTo>
                    <a:pt x="32225" y="28257"/>
                  </a:lnTo>
                  <a:lnTo>
                    <a:pt x="33092" y="30467"/>
                  </a:lnTo>
                  <a:lnTo>
                    <a:pt x="24698" y="36534"/>
                  </a:lnTo>
                  <a:lnTo>
                    <a:pt x="17229" y="37760"/>
                  </a:lnTo>
                  <a:lnTo>
                    <a:pt x="14386" y="37483"/>
                  </a:lnTo>
                  <a:lnTo>
                    <a:pt x="14567" y="35341"/>
                  </a:lnTo>
                  <a:lnTo>
                    <a:pt x="16534" y="33151"/>
                  </a:lnTo>
                  <a:lnTo>
                    <a:pt x="16384" y="30695"/>
                  </a:lnTo>
                  <a:lnTo>
                    <a:pt x="8714" y="29189"/>
                  </a:lnTo>
                  <a:lnTo>
                    <a:pt x="7896" y="26443"/>
                  </a:lnTo>
                  <a:lnTo>
                    <a:pt x="4486" y="22097"/>
                  </a:lnTo>
                  <a:lnTo>
                    <a:pt x="1283" y="22054"/>
                  </a:lnTo>
                  <a:lnTo>
                    <a:pt x="302" y="20050"/>
                  </a:lnTo>
                  <a:lnTo>
                    <a:pt x="0" y="16937"/>
                  </a:lnTo>
                  <a:lnTo>
                    <a:pt x="3140" y="16354"/>
                  </a:lnTo>
                  <a:lnTo>
                    <a:pt x="1532" y="12049"/>
                  </a:lnTo>
                  <a:lnTo>
                    <a:pt x="2468" y="6070"/>
                  </a:lnTo>
                  <a:lnTo>
                    <a:pt x="4076" y="5457"/>
                  </a:lnTo>
                  <a:lnTo>
                    <a:pt x="7661" y="6974"/>
                  </a:lnTo>
                  <a:lnTo>
                    <a:pt x="8922" y="5305"/>
                  </a:lnTo>
                  <a:lnTo>
                    <a:pt x="8879" y="3841"/>
                  </a:lnTo>
                  <a:lnTo>
                    <a:pt x="13801" y="2933"/>
                  </a:lnTo>
                  <a:lnTo>
                    <a:pt x="1669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h5259"/>
            <p:cNvSpPr/>
            <p:nvPr/>
          </p:nvSpPr>
          <p:spPr>
            <a:xfrm>
              <a:off x="6628794" y="2799901"/>
              <a:ext cx="28837" cy="26352"/>
            </a:xfrm>
            <a:custGeom>
              <a:avLst/>
              <a:pathLst>
                <a:path w="28837" h="26352">
                  <a:moveTo>
                    <a:pt x="12944" y="0"/>
                  </a:moveTo>
                  <a:lnTo>
                    <a:pt x="16342" y="368"/>
                  </a:lnTo>
                  <a:lnTo>
                    <a:pt x="14324" y="6727"/>
                  </a:lnTo>
                  <a:lnTo>
                    <a:pt x="15393" y="13028"/>
                  </a:lnTo>
                  <a:lnTo>
                    <a:pt x="16208" y="13205"/>
                  </a:lnTo>
                  <a:lnTo>
                    <a:pt x="18342" y="11344"/>
                  </a:lnTo>
                  <a:lnTo>
                    <a:pt x="22476" y="12278"/>
                  </a:lnTo>
                  <a:lnTo>
                    <a:pt x="25421" y="14679"/>
                  </a:lnTo>
                  <a:lnTo>
                    <a:pt x="27295" y="19103"/>
                  </a:lnTo>
                  <a:lnTo>
                    <a:pt x="25305" y="20202"/>
                  </a:lnTo>
                  <a:lnTo>
                    <a:pt x="26231" y="22590"/>
                  </a:lnTo>
                  <a:lnTo>
                    <a:pt x="28837" y="23466"/>
                  </a:lnTo>
                  <a:lnTo>
                    <a:pt x="24523" y="24110"/>
                  </a:lnTo>
                  <a:lnTo>
                    <a:pt x="19963" y="26352"/>
                  </a:lnTo>
                  <a:lnTo>
                    <a:pt x="18473" y="26283"/>
                  </a:lnTo>
                  <a:lnTo>
                    <a:pt x="13682" y="24656"/>
                  </a:lnTo>
                  <a:lnTo>
                    <a:pt x="13010" y="20188"/>
                  </a:lnTo>
                  <a:lnTo>
                    <a:pt x="10127" y="18986"/>
                  </a:lnTo>
                  <a:lnTo>
                    <a:pt x="6881" y="15884"/>
                  </a:lnTo>
                  <a:lnTo>
                    <a:pt x="0" y="15431"/>
                  </a:lnTo>
                  <a:lnTo>
                    <a:pt x="5375" y="9449"/>
                  </a:lnTo>
                  <a:lnTo>
                    <a:pt x="2441" y="4731"/>
                  </a:lnTo>
                  <a:lnTo>
                    <a:pt x="2632" y="949"/>
                  </a:lnTo>
                  <a:lnTo>
                    <a:pt x="5475" y="122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h5260"/>
            <p:cNvSpPr/>
            <p:nvPr/>
          </p:nvSpPr>
          <p:spPr>
            <a:xfrm>
              <a:off x="6593905" y="2848530"/>
              <a:ext cx="43433" cy="39752"/>
            </a:xfrm>
            <a:custGeom>
              <a:avLst/>
              <a:pathLst>
                <a:path w="43433" h="39752">
                  <a:moveTo>
                    <a:pt x="15154" y="974"/>
                  </a:moveTo>
                  <a:lnTo>
                    <a:pt x="14827" y="2496"/>
                  </a:lnTo>
                  <a:lnTo>
                    <a:pt x="17782" y="4417"/>
                  </a:lnTo>
                  <a:lnTo>
                    <a:pt x="21827" y="5253"/>
                  </a:lnTo>
                  <a:lnTo>
                    <a:pt x="25270" y="4864"/>
                  </a:lnTo>
                  <a:lnTo>
                    <a:pt x="26001" y="13077"/>
                  </a:lnTo>
                  <a:lnTo>
                    <a:pt x="26892" y="15567"/>
                  </a:lnTo>
                  <a:lnTo>
                    <a:pt x="31685" y="17937"/>
                  </a:lnTo>
                  <a:lnTo>
                    <a:pt x="37107" y="14005"/>
                  </a:lnTo>
                  <a:lnTo>
                    <a:pt x="39084" y="18433"/>
                  </a:lnTo>
                  <a:lnTo>
                    <a:pt x="42491" y="23157"/>
                  </a:lnTo>
                  <a:lnTo>
                    <a:pt x="41298" y="28113"/>
                  </a:lnTo>
                  <a:lnTo>
                    <a:pt x="42026" y="30607"/>
                  </a:lnTo>
                  <a:lnTo>
                    <a:pt x="43433" y="32364"/>
                  </a:lnTo>
                  <a:lnTo>
                    <a:pt x="43178" y="34725"/>
                  </a:lnTo>
                  <a:lnTo>
                    <a:pt x="33319" y="35459"/>
                  </a:lnTo>
                  <a:lnTo>
                    <a:pt x="29968" y="38247"/>
                  </a:lnTo>
                  <a:lnTo>
                    <a:pt x="26302" y="39109"/>
                  </a:lnTo>
                  <a:lnTo>
                    <a:pt x="24683" y="39752"/>
                  </a:lnTo>
                  <a:lnTo>
                    <a:pt x="19410" y="37435"/>
                  </a:lnTo>
                  <a:lnTo>
                    <a:pt x="17202" y="34324"/>
                  </a:lnTo>
                  <a:lnTo>
                    <a:pt x="13723" y="33407"/>
                  </a:lnTo>
                  <a:lnTo>
                    <a:pt x="12204" y="33763"/>
                  </a:lnTo>
                  <a:lnTo>
                    <a:pt x="12594" y="27334"/>
                  </a:lnTo>
                  <a:lnTo>
                    <a:pt x="10515" y="24324"/>
                  </a:lnTo>
                  <a:lnTo>
                    <a:pt x="13147" y="21838"/>
                  </a:lnTo>
                  <a:lnTo>
                    <a:pt x="14302" y="17919"/>
                  </a:lnTo>
                  <a:lnTo>
                    <a:pt x="5306" y="11042"/>
                  </a:lnTo>
                  <a:lnTo>
                    <a:pt x="0" y="8968"/>
                  </a:lnTo>
                  <a:lnTo>
                    <a:pt x="5449" y="8342"/>
                  </a:lnTo>
                  <a:lnTo>
                    <a:pt x="6660" y="4547"/>
                  </a:lnTo>
                  <a:lnTo>
                    <a:pt x="10090" y="4866"/>
                  </a:lnTo>
                  <a:lnTo>
                    <a:pt x="12530" y="3588"/>
                  </a:lnTo>
                  <a:lnTo>
                    <a:pt x="138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h5261"/>
            <p:cNvSpPr/>
            <p:nvPr/>
          </p:nvSpPr>
          <p:spPr>
            <a:xfrm>
              <a:off x="6560948" y="2781209"/>
              <a:ext cx="29350" cy="48058"/>
            </a:xfrm>
            <a:custGeom>
              <a:avLst/>
              <a:pathLst>
                <a:path w="29350" h="48058">
                  <a:moveTo>
                    <a:pt x="15779" y="597"/>
                  </a:moveTo>
                  <a:lnTo>
                    <a:pt x="15721" y="3336"/>
                  </a:lnTo>
                  <a:lnTo>
                    <a:pt x="20220" y="4727"/>
                  </a:lnTo>
                  <a:lnTo>
                    <a:pt x="29188" y="4310"/>
                  </a:lnTo>
                  <a:lnTo>
                    <a:pt x="29350" y="5290"/>
                  </a:lnTo>
                  <a:lnTo>
                    <a:pt x="27625" y="9469"/>
                  </a:lnTo>
                  <a:lnTo>
                    <a:pt x="21294" y="15134"/>
                  </a:lnTo>
                  <a:lnTo>
                    <a:pt x="21635" y="17560"/>
                  </a:lnTo>
                  <a:lnTo>
                    <a:pt x="23876" y="18403"/>
                  </a:lnTo>
                  <a:lnTo>
                    <a:pt x="23399" y="27527"/>
                  </a:lnTo>
                  <a:lnTo>
                    <a:pt x="26484" y="28142"/>
                  </a:lnTo>
                  <a:lnTo>
                    <a:pt x="27566" y="29727"/>
                  </a:lnTo>
                  <a:lnTo>
                    <a:pt x="28793" y="34275"/>
                  </a:lnTo>
                  <a:lnTo>
                    <a:pt x="29225" y="43119"/>
                  </a:lnTo>
                  <a:lnTo>
                    <a:pt x="28359" y="44499"/>
                  </a:lnTo>
                  <a:lnTo>
                    <a:pt x="26764" y="44823"/>
                  </a:lnTo>
                  <a:lnTo>
                    <a:pt x="26940" y="47194"/>
                  </a:lnTo>
                  <a:lnTo>
                    <a:pt x="24204" y="48058"/>
                  </a:lnTo>
                  <a:lnTo>
                    <a:pt x="23127" y="44286"/>
                  </a:lnTo>
                  <a:lnTo>
                    <a:pt x="19571" y="43342"/>
                  </a:lnTo>
                  <a:lnTo>
                    <a:pt x="18435" y="40229"/>
                  </a:lnTo>
                  <a:lnTo>
                    <a:pt x="12205" y="39756"/>
                  </a:lnTo>
                  <a:lnTo>
                    <a:pt x="11420" y="38007"/>
                  </a:lnTo>
                  <a:lnTo>
                    <a:pt x="7659" y="34576"/>
                  </a:lnTo>
                  <a:lnTo>
                    <a:pt x="5180" y="35144"/>
                  </a:lnTo>
                  <a:lnTo>
                    <a:pt x="0" y="25254"/>
                  </a:lnTo>
                  <a:lnTo>
                    <a:pt x="1339" y="23858"/>
                  </a:lnTo>
                  <a:lnTo>
                    <a:pt x="5304" y="22933"/>
                  </a:lnTo>
                  <a:lnTo>
                    <a:pt x="5377" y="21364"/>
                  </a:lnTo>
                  <a:lnTo>
                    <a:pt x="1984" y="14392"/>
                  </a:lnTo>
                  <a:lnTo>
                    <a:pt x="2114" y="13396"/>
                  </a:lnTo>
                  <a:lnTo>
                    <a:pt x="4026" y="11817"/>
                  </a:lnTo>
                  <a:lnTo>
                    <a:pt x="10404" y="9015"/>
                  </a:lnTo>
                  <a:lnTo>
                    <a:pt x="9798" y="7044"/>
                  </a:lnTo>
                  <a:lnTo>
                    <a:pt x="11893" y="3435"/>
                  </a:lnTo>
                  <a:lnTo>
                    <a:pt x="13924" y="2539"/>
                  </a:lnTo>
                  <a:lnTo>
                    <a:pt x="1364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h5262"/>
            <p:cNvSpPr/>
            <p:nvPr/>
          </p:nvSpPr>
          <p:spPr>
            <a:xfrm>
              <a:off x="6597121" y="2779606"/>
              <a:ext cx="37048" cy="44828"/>
            </a:xfrm>
            <a:custGeom>
              <a:avLst/>
              <a:pathLst>
                <a:path w="37048" h="44828">
                  <a:moveTo>
                    <a:pt x="15108" y="104"/>
                  </a:moveTo>
                  <a:lnTo>
                    <a:pt x="17086" y="1876"/>
                  </a:lnTo>
                  <a:lnTo>
                    <a:pt x="19919" y="698"/>
                  </a:lnTo>
                  <a:lnTo>
                    <a:pt x="20221" y="3811"/>
                  </a:lnTo>
                  <a:lnTo>
                    <a:pt x="21202" y="5815"/>
                  </a:lnTo>
                  <a:lnTo>
                    <a:pt x="24406" y="5857"/>
                  </a:lnTo>
                  <a:lnTo>
                    <a:pt x="27815" y="10204"/>
                  </a:lnTo>
                  <a:lnTo>
                    <a:pt x="28633" y="12950"/>
                  </a:lnTo>
                  <a:lnTo>
                    <a:pt x="36303" y="14456"/>
                  </a:lnTo>
                  <a:lnTo>
                    <a:pt x="36453" y="16912"/>
                  </a:lnTo>
                  <a:lnTo>
                    <a:pt x="34487" y="19101"/>
                  </a:lnTo>
                  <a:lnTo>
                    <a:pt x="34305" y="21244"/>
                  </a:lnTo>
                  <a:lnTo>
                    <a:pt x="34114" y="25026"/>
                  </a:lnTo>
                  <a:lnTo>
                    <a:pt x="37048" y="29744"/>
                  </a:lnTo>
                  <a:lnTo>
                    <a:pt x="31673" y="35726"/>
                  </a:lnTo>
                  <a:lnTo>
                    <a:pt x="29323" y="35520"/>
                  </a:lnTo>
                  <a:lnTo>
                    <a:pt x="29785" y="34485"/>
                  </a:lnTo>
                  <a:lnTo>
                    <a:pt x="29235" y="34042"/>
                  </a:lnTo>
                  <a:lnTo>
                    <a:pt x="23852" y="34247"/>
                  </a:lnTo>
                  <a:lnTo>
                    <a:pt x="21780" y="35137"/>
                  </a:lnTo>
                  <a:lnTo>
                    <a:pt x="22068" y="37144"/>
                  </a:lnTo>
                  <a:lnTo>
                    <a:pt x="23269" y="37637"/>
                  </a:lnTo>
                  <a:lnTo>
                    <a:pt x="23697" y="43049"/>
                  </a:lnTo>
                  <a:lnTo>
                    <a:pt x="22399" y="42836"/>
                  </a:lnTo>
                  <a:lnTo>
                    <a:pt x="20163" y="42635"/>
                  </a:lnTo>
                  <a:lnTo>
                    <a:pt x="19010" y="43891"/>
                  </a:lnTo>
                  <a:lnTo>
                    <a:pt x="9547" y="44828"/>
                  </a:lnTo>
                  <a:lnTo>
                    <a:pt x="8874" y="43364"/>
                  </a:lnTo>
                  <a:lnTo>
                    <a:pt x="9304" y="41535"/>
                  </a:lnTo>
                  <a:lnTo>
                    <a:pt x="8649" y="35183"/>
                  </a:lnTo>
                  <a:lnTo>
                    <a:pt x="10743" y="28946"/>
                  </a:lnTo>
                  <a:lnTo>
                    <a:pt x="11966" y="28571"/>
                  </a:lnTo>
                  <a:lnTo>
                    <a:pt x="12760" y="25816"/>
                  </a:lnTo>
                  <a:lnTo>
                    <a:pt x="8797" y="21105"/>
                  </a:lnTo>
                  <a:lnTo>
                    <a:pt x="6543" y="12177"/>
                  </a:lnTo>
                  <a:lnTo>
                    <a:pt x="4897" y="8751"/>
                  </a:lnTo>
                  <a:lnTo>
                    <a:pt x="0" y="10034"/>
                  </a:lnTo>
                  <a:lnTo>
                    <a:pt x="4160" y="2330"/>
                  </a:lnTo>
                  <a:lnTo>
                    <a:pt x="7433" y="792"/>
                  </a:lnTo>
                  <a:lnTo>
                    <a:pt x="9249" y="741"/>
                  </a:lnTo>
                  <a:lnTo>
                    <a:pt x="1029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h5263"/>
            <p:cNvSpPr/>
            <p:nvPr/>
          </p:nvSpPr>
          <p:spPr>
            <a:xfrm>
              <a:off x="6640623" y="2768883"/>
              <a:ext cx="55407" cy="54484"/>
            </a:xfrm>
            <a:custGeom>
              <a:avLst/>
              <a:pathLst>
                <a:path w="55407" h="54484">
                  <a:moveTo>
                    <a:pt x="55407" y="898"/>
                  </a:moveTo>
                  <a:lnTo>
                    <a:pt x="54087" y="4328"/>
                  </a:lnTo>
                  <a:lnTo>
                    <a:pt x="54786" y="7744"/>
                  </a:lnTo>
                  <a:lnTo>
                    <a:pt x="53302" y="10522"/>
                  </a:lnTo>
                  <a:lnTo>
                    <a:pt x="50904" y="13898"/>
                  </a:lnTo>
                  <a:lnTo>
                    <a:pt x="48532" y="19200"/>
                  </a:lnTo>
                  <a:lnTo>
                    <a:pt x="44540" y="22907"/>
                  </a:lnTo>
                  <a:lnTo>
                    <a:pt x="42464" y="29756"/>
                  </a:lnTo>
                  <a:lnTo>
                    <a:pt x="38207" y="32554"/>
                  </a:lnTo>
                  <a:lnTo>
                    <a:pt x="37588" y="33638"/>
                  </a:lnTo>
                  <a:lnTo>
                    <a:pt x="39229" y="37271"/>
                  </a:lnTo>
                  <a:lnTo>
                    <a:pt x="42501" y="39800"/>
                  </a:lnTo>
                  <a:lnTo>
                    <a:pt x="42959" y="42855"/>
                  </a:lnTo>
                  <a:lnTo>
                    <a:pt x="40152" y="43181"/>
                  </a:lnTo>
                  <a:lnTo>
                    <a:pt x="35896" y="45186"/>
                  </a:lnTo>
                  <a:lnTo>
                    <a:pt x="30015" y="50968"/>
                  </a:lnTo>
                  <a:lnTo>
                    <a:pt x="25015" y="50878"/>
                  </a:lnTo>
                  <a:lnTo>
                    <a:pt x="17776" y="53252"/>
                  </a:lnTo>
                  <a:lnTo>
                    <a:pt x="17008" y="54484"/>
                  </a:lnTo>
                  <a:lnTo>
                    <a:pt x="14402" y="53608"/>
                  </a:lnTo>
                  <a:lnTo>
                    <a:pt x="13476" y="51220"/>
                  </a:lnTo>
                  <a:lnTo>
                    <a:pt x="15465" y="50121"/>
                  </a:lnTo>
                  <a:lnTo>
                    <a:pt x="13592" y="45697"/>
                  </a:lnTo>
                  <a:lnTo>
                    <a:pt x="10647" y="43296"/>
                  </a:lnTo>
                  <a:lnTo>
                    <a:pt x="6513" y="42362"/>
                  </a:lnTo>
                  <a:lnTo>
                    <a:pt x="4379" y="44223"/>
                  </a:lnTo>
                  <a:lnTo>
                    <a:pt x="3564" y="44045"/>
                  </a:lnTo>
                  <a:lnTo>
                    <a:pt x="2495" y="37745"/>
                  </a:lnTo>
                  <a:lnTo>
                    <a:pt x="4513" y="31386"/>
                  </a:lnTo>
                  <a:lnTo>
                    <a:pt x="1115" y="31017"/>
                  </a:lnTo>
                  <a:lnTo>
                    <a:pt x="9509" y="24950"/>
                  </a:lnTo>
                  <a:lnTo>
                    <a:pt x="8642" y="22740"/>
                  </a:lnTo>
                  <a:lnTo>
                    <a:pt x="8509" y="18917"/>
                  </a:lnTo>
                  <a:lnTo>
                    <a:pt x="6437" y="17812"/>
                  </a:lnTo>
                  <a:lnTo>
                    <a:pt x="4308" y="18117"/>
                  </a:lnTo>
                  <a:lnTo>
                    <a:pt x="0" y="14269"/>
                  </a:lnTo>
                  <a:lnTo>
                    <a:pt x="840" y="12028"/>
                  </a:lnTo>
                  <a:lnTo>
                    <a:pt x="5508" y="11813"/>
                  </a:lnTo>
                  <a:lnTo>
                    <a:pt x="10198" y="12605"/>
                  </a:lnTo>
                  <a:lnTo>
                    <a:pt x="8394" y="8817"/>
                  </a:lnTo>
                  <a:lnTo>
                    <a:pt x="10263" y="8198"/>
                  </a:lnTo>
                  <a:lnTo>
                    <a:pt x="17765" y="9323"/>
                  </a:lnTo>
                  <a:lnTo>
                    <a:pt x="23817" y="2288"/>
                  </a:lnTo>
                  <a:lnTo>
                    <a:pt x="25783" y="4361"/>
                  </a:lnTo>
                  <a:lnTo>
                    <a:pt x="25550" y="5043"/>
                  </a:lnTo>
                  <a:lnTo>
                    <a:pt x="21772" y="6381"/>
                  </a:lnTo>
                  <a:lnTo>
                    <a:pt x="22333" y="9603"/>
                  </a:lnTo>
                  <a:lnTo>
                    <a:pt x="27031" y="13204"/>
                  </a:lnTo>
                  <a:lnTo>
                    <a:pt x="32833" y="13774"/>
                  </a:lnTo>
                  <a:lnTo>
                    <a:pt x="33268" y="16216"/>
                  </a:lnTo>
                  <a:lnTo>
                    <a:pt x="35881" y="16354"/>
                  </a:lnTo>
                  <a:lnTo>
                    <a:pt x="38745" y="14436"/>
                  </a:lnTo>
                  <a:lnTo>
                    <a:pt x="39448" y="12034"/>
                  </a:lnTo>
                  <a:lnTo>
                    <a:pt x="41066" y="10393"/>
                  </a:lnTo>
                  <a:lnTo>
                    <a:pt x="45394" y="10170"/>
                  </a:lnTo>
                  <a:lnTo>
                    <a:pt x="4681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h5264"/>
            <p:cNvSpPr/>
            <p:nvPr/>
          </p:nvSpPr>
          <p:spPr>
            <a:xfrm>
              <a:off x="6624005" y="2743476"/>
              <a:ext cx="41539" cy="34730"/>
            </a:xfrm>
            <a:custGeom>
              <a:avLst/>
              <a:pathLst>
                <a:path w="41539" h="34730">
                  <a:moveTo>
                    <a:pt x="38165" y="1645"/>
                  </a:moveTo>
                  <a:lnTo>
                    <a:pt x="37929" y="4464"/>
                  </a:lnTo>
                  <a:lnTo>
                    <a:pt x="34631" y="6359"/>
                  </a:lnTo>
                  <a:lnTo>
                    <a:pt x="37892" y="14111"/>
                  </a:lnTo>
                  <a:lnTo>
                    <a:pt x="38256" y="19821"/>
                  </a:lnTo>
                  <a:lnTo>
                    <a:pt x="37408" y="25425"/>
                  </a:lnTo>
                  <a:lnTo>
                    <a:pt x="41539" y="26185"/>
                  </a:lnTo>
                  <a:lnTo>
                    <a:pt x="40434" y="27695"/>
                  </a:lnTo>
                  <a:lnTo>
                    <a:pt x="34382" y="34730"/>
                  </a:lnTo>
                  <a:lnTo>
                    <a:pt x="26880" y="33605"/>
                  </a:lnTo>
                  <a:lnTo>
                    <a:pt x="23522" y="25467"/>
                  </a:lnTo>
                  <a:lnTo>
                    <a:pt x="19150" y="25302"/>
                  </a:lnTo>
                  <a:lnTo>
                    <a:pt x="9731" y="19890"/>
                  </a:lnTo>
                  <a:lnTo>
                    <a:pt x="6835" y="22824"/>
                  </a:lnTo>
                  <a:lnTo>
                    <a:pt x="1914" y="23731"/>
                  </a:lnTo>
                  <a:lnTo>
                    <a:pt x="1514" y="22529"/>
                  </a:lnTo>
                  <a:lnTo>
                    <a:pt x="296" y="19575"/>
                  </a:lnTo>
                  <a:lnTo>
                    <a:pt x="0" y="16687"/>
                  </a:lnTo>
                  <a:lnTo>
                    <a:pt x="3337" y="6846"/>
                  </a:lnTo>
                  <a:lnTo>
                    <a:pt x="1689" y="6052"/>
                  </a:lnTo>
                  <a:lnTo>
                    <a:pt x="4398" y="2583"/>
                  </a:lnTo>
                  <a:lnTo>
                    <a:pt x="8702" y="3228"/>
                  </a:lnTo>
                  <a:lnTo>
                    <a:pt x="9314" y="5355"/>
                  </a:lnTo>
                  <a:lnTo>
                    <a:pt x="13615" y="6375"/>
                  </a:lnTo>
                  <a:lnTo>
                    <a:pt x="14634" y="7281"/>
                  </a:lnTo>
                  <a:lnTo>
                    <a:pt x="21897" y="9560"/>
                  </a:lnTo>
                  <a:lnTo>
                    <a:pt x="27789" y="4898"/>
                  </a:lnTo>
                  <a:lnTo>
                    <a:pt x="32007" y="89"/>
                  </a:lnTo>
                  <a:lnTo>
                    <a:pt x="37671" y="1193"/>
                  </a:lnTo>
                  <a:lnTo>
                    <a:pt x="3703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h5265"/>
            <p:cNvSpPr/>
            <p:nvPr/>
          </p:nvSpPr>
          <p:spPr>
            <a:xfrm>
              <a:off x="6583048" y="2825708"/>
              <a:ext cx="24682" cy="31789"/>
            </a:xfrm>
            <a:custGeom>
              <a:avLst/>
              <a:pathLst>
                <a:path w="24682" h="31789">
                  <a:moveTo>
                    <a:pt x="6258" y="0"/>
                  </a:moveTo>
                  <a:lnTo>
                    <a:pt x="8918" y="6169"/>
                  </a:lnTo>
                  <a:lnTo>
                    <a:pt x="11088" y="5483"/>
                  </a:lnTo>
                  <a:lnTo>
                    <a:pt x="11278" y="3913"/>
                  </a:lnTo>
                  <a:lnTo>
                    <a:pt x="18932" y="2306"/>
                  </a:lnTo>
                  <a:lnTo>
                    <a:pt x="20394" y="3861"/>
                  </a:lnTo>
                  <a:lnTo>
                    <a:pt x="13105" y="14008"/>
                  </a:lnTo>
                  <a:lnTo>
                    <a:pt x="13992" y="16046"/>
                  </a:lnTo>
                  <a:lnTo>
                    <a:pt x="16797" y="18356"/>
                  </a:lnTo>
                  <a:lnTo>
                    <a:pt x="17000" y="19919"/>
                  </a:lnTo>
                  <a:lnTo>
                    <a:pt x="16264" y="21578"/>
                  </a:lnTo>
                  <a:lnTo>
                    <a:pt x="16869" y="23026"/>
                  </a:lnTo>
                  <a:lnTo>
                    <a:pt x="23092" y="22719"/>
                  </a:lnTo>
                  <a:lnTo>
                    <a:pt x="23250" y="21984"/>
                  </a:lnTo>
                  <a:lnTo>
                    <a:pt x="24682" y="22821"/>
                  </a:lnTo>
                  <a:lnTo>
                    <a:pt x="23387" y="26409"/>
                  </a:lnTo>
                  <a:lnTo>
                    <a:pt x="20947" y="27687"/>
                  </a:lnTo>
                  <a:lnTo>
                    <a:pt x="17517" y="27368"/>
                  </a:lnTo>
                  <a:lnTo>
                    <a:pt x="16306" y="31164"/>
                  </a:lnTo>
                  <a:lnTo>
                    <a:pt x="10856" y="31789"/>
                  </a:lnTo>
                  <a:lnTo>
                    <a:pt x="6004" y="31496"/>
                  </a:lnTo>
                  <a:lnTo>
                    <a:pt x="1968" y="29347"/>
                  </a:lnTo>
                  <a:lnTo>
                    <a:pt x="1325" y="28464"/>
                  </a:lnTo>
                  <a:lnTo>
                    <a:pt x="1053" y="24194"/>
                  </a:lnTo>
                  <a:lnTo>
                    <a:pt x="0" y="22945"/>
                  </a:lnTo>
                  <a:lnTo>
                    <a:pt x="2068" y="22470"/>
                  </a:lnTo>
                  <a:lnTo>
                    <a:pt x="166" y="21304"/>
                  </a:lnTo>
                  <a:lnTo>
                    <a:pt x="161" y="17429"/>
                  </a:lnTo>
                  <a:lnTo>
                    <a:pt x="1840" y="11775"/>
                  </a:lnTo>
                  <a:lnTo>
                    <a:pt x="2103" y="3558"/>
                  </a:lnTo>
                  <a:lnTo>
                    <a:pt x="4839" y="2694"/>
                  </a:lnTo>
                  <a:lnTo>
                    <a:pt x="4663" y="32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h5266"/>
            <p:cNvSpPr/>
            <p:nvPr/>
          </p:nvSpPr>
          <p:spPr>
            <a:xfrm>
              <a:off x="6678434" y="2690866"/>
              <a:ext cx="45747" cy="67903"/>
            </a:xfrm>
            <a:custGeom>
              <a:avLst/>
              <a:pathLst>
                <a:path w="45747" h="67903">
                  <a:moveTo>
                    <a:pt x="37928" y="0"/>
                  </a:moveTo>
                  <a:lnTo>
                    <a:pt x="39830" y="5063"/>
                  </a:lnTo>
                  <a:lnTo>
                    <a:pt x="43573" y="7757"/>
                  </a:lnTo>
                  <a:lnTo>
                    <a:pt x="44765" y="9391"/>
                  </a:lnTo>
                  <a:lnTo>
                    <a:pt x="43339" y="15887"/>
                  </a:lnTo>
                  <a:lnTo>
                    <a:pt x="44900" y="21643"/>
                  </a:lnTo>
                  <a:lnTo>
                    <a:pt x="45747" y="25595"/>
                  </a:lnTo>
                  <a:lnTo>
                    <a:pt x="44130" y="24507"/>
                  </a:lnTo>
                  <a:lnTo>
                    <a:pt x="41739" y="28427"/>
                  </a:lnTo>
                  <a:lnTo>
                    <a:pt x="37437" y="25673"/>
                  </a:lnTo>
                  <a:lnTo>
                    <a:pt x="33860" y="26811"/>
                  </a:lnTo>
                  <a:lnTo>
                    <a:pt x="35151" y="32029"/>
                  </a:lnTo>
                  <a:lnTo>
                    <a:pt x="34794" y="33466"/>
                  </a:lnTo>
                  <a:lnTo>
                    <a:pt x="33537" y="33997"/>
                  </a:lnTo>
                  <a:lnTo>
                    <a:pt x="26707" y="50020"/>
                  </a:lnTo>
                  <a:lnTo>
                    <a:pt x="24066" y="52988"/>
                  </a:lnTo>
                  <a:lnTo>
                    <a:pt x="20938" y="53688"/>
                  </a:lnTo>
                  <a:lnTo>
                    <a:pt x="20990" y="57903"/>
                  </a:lnTo>
                  <a:lnTo>
                    <a:pt x="19811" y="60668"/>
                  </a:lnTo>
                  <a:lnTo>
                    <a:pt x="20952" y="63332"/>
                  </a:lnTo>
                  <a:lnTo>
                    <a:pt x="22680" y="64500"/>
                  </a:lnTo>
                  <a:lnTo>
                    <a:pt x="21725" y="67728"/>
                  </a:lnTo>
                  <a:lnTo>
                    <a:pt x="16732" y="67903"/>
                  </a:lnTo>
                  <a:lnTo>
                    <a:pt x="12233" y="67894"/>
                  </a:lnTo>
                  <a:lnTo>
                    <a:pt x="11086" y="66544"/>
                  </a:lnTo>
                  <a:lnTo>
                    <a:pt x="9672" y="67605"/>
                  </a:lnTo>
                  <a:lnTo>
                    <a:pt x="8212" y="66636"/>
                  </a:lnTo>
                  <a:lnTo>
                    <a:pt x="5342" y="63572"/>
                  </a:lnTo>
                  <a:lnTo>
                    <a:pt x="1724" y="61217"/>
                  </a:lnTo>
                  <a:lnTo>
                    <a:pt x="637" y="59307"/>
                  </a:lnTo>
                  <a:lnTo>
                    <a:pt x="2576" y="58079"/>
                  </a:lnTo>
                  <a:lnTo>
                    <a:pt x="3405" y="55062"/>
                  </a:lnTo>
                  <a:lnTo>
                    <a:pt x="0" y="46282"/>
                  </a:lnTo>
                  <a:lnTo>
                    <a:pt x="2562" y="46122"/>
                  </a:lnTo>
                  <a:lnTo>
                    <a:pt x="4401" y="45025"/>
                  </a:lnTo>
                  <a:lnTo>
                    <a:pt x="5267" y="43601"/>
                  </a:lnTo>
                  <a:lnTo>
                    <a:pt x="13833" y="38842"/>
                  </a:lnTo>
                  <a:lnTo>
                    <a:pt x="12744" y="34015"/>
                  </a:lnTo>
                  <a:lnTo>
                    <a:pt x="6892" y="28396"/>
                  </a:lnTo>
                  <a:lnTo>
                    <a:pt x="7090" y="27144"/>
                  </a:lnTo>
                  <a:lnTo>
                    <a:pt x="10880" y="26682"/>
                  </a:lnTo>
                  <a:lnTo>
                    <a:pt x="13172" y="29103"/>
                  </a:lnTo>
                  <a:lnTo>
                    <a:pt x="14383" y="29106"/>
                  </a:lnTo>
                  <a:lnTo>
                    <a:pt x="17099" y="20548"/>
                  </a:lnTo>
                  <a:lnTo>
                    <a:pt x="17324" y="14898"/>
                  </a:lnTo>
                  <a:lnTo>
                    <a:pt x="20211" y="14319"/>
                  </a:lnTo>
                  <a:lnTo>
                    <a:pt x="22760" y="16315"/>
                  </a:lnTo>
                  <a:lnTo>
                    <a:pt x="25190" y="16538"/>
                  </a:lnTo>
                  <a:lnTo>
                    <a:pt x="28575" y="12620"/>
                  </a:lnTo>
                  <a:lnTo>
                    <a:pt x="27724" y="10301"/>
                  </a:lnTo>
                  <a:lnTo>
                    <a:pt x="27776" y="7571"/>
                  </a:lnTo>
                  <a:lnTo>
                    <a:pt x="30977" y="7147"/>
                  </a:lnTo>
                  <a:lnTo>
                    <a:pt x="32934" y="4988"/>
                  </a:lnTo>
                  <a:lnTo>
                    <a:pt x="34785" y="2029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h5267"/>
            <p:cNvSpPr/>
            <p:nvPr/>
          </p:nvSpPr>
          <p:spPr>
            <a:xfrm>
              <a:off x="8044308" y="2770335"/>
              <a:ext cx="1175" cy="1317"/>
            </a:xfrm>
            <a:custGeom>
              <a:avLst/>
              <a:pathLst>
                <a:path w="1175" h="1317">
                  <a:moveTo>
                    <a:pt x="0" y="1043"/>
                  </a:moveTo>
                  <a:lnTo>
                    <a:pt x="1175" y="0"/>
                  </a:lnTo>
                  <a:lnTo>
                    <a:pt x="743" y="897"/>
                  </a:lnTo>
                  <a:lnTo>
                    <a:pt x="842" y="1317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h5268"/>
            <p:cNvSpPr/>
            <p:nvPr/>
          </p:nvSpPr>
          <p:spPr>
            <a:xfrm>
              <a:off x="8081601" y="2731093"/>
              <a:ext cx="30705" cy="41020"/>
            </a:xfrm>
            <a:custGeom>
              <a:avLst/>
              <a:pathLst>
                <a:path w="30705" h="41020">
                  <a:moveTo>
                    <a:pt x="24417" y="15856"/>
                  </a:move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lnTo>
                    <a:pt x="13762" y="7468"/>
                  </a:ln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h5269"/>
            <p:cNvSpPr/>
            <p:nvPr/>
          </p:nvSpPr>
          <p:spPr>
            <a:xfrm>
              <a:off x="8097025" y="2737927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h5270"/>
            <p:cNvSpPr/>
            <p:nvPr/>
          </p:nvSpPr>
          <p:spPr>
            <a:xfrm>
              <a:off x="8060056" y="2735718"/>
              <a:ext cx="8129" cy="3083"/>
            </a:xfrm>
            <a:custGeom>
              <a:avLst/>
              <a:pathLst>
                <a:path w="8129" h="3083">
                  <a:moveTo>
                    <a:pt x="8129" y="1782"/>
                  </a:moveTo>
                  <a:lnTo>
                    <a:pt x="7583" y="2602"/>
                  </a:lnTo>
                  <a:lnTo>
                    <a:pt x="7255" y="2896"/>
                  </a:lnTo>
                  <a:lnTo>
                    <a:pt x="5692" y="1468"/>
                  </a:lnTo>
                  <a:lnTo>
                    <a:pt x="4085" y="3083"/>
                  </a:lnTo>
                  <a:lnTo>
                    <a:pt x="0" y="1671"/>
                  </a:lnTo>
                  <a:lnTo>
                    <a:pt x="1302" y="0"/>
                  </a:lnTo>
                  <a:lnTo>
                    <a:pt x="5924" y="64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h5271"/>
            <p:cNvSpPr/>
            <p:nvPr/>
          </p:nvSpPr>
          <p:spPr>
            <a:xfrm>
              <a:off x="8057467" y="2617337"/>
              <a:ext cx="38226" cy="44778"/>
            </a:xfrm>
            <a:custGeom>
              <a:avLst/>
              <a:pathLst>
                <a:path w="38226" h="44778">
                  <a:moveTo>
                    <a:pt x="15580" y="5529"/>
                  </a:moveTo>
                  <a:lnTo>
                    <a:pt x="13235" y="4347"/>
                  </a:lnTo>
                  <a:lnTo>
                    <a:pt x="12418" y="4663"/>
                  </a:lnTo>
                  <a:lnTo>
                    <a:pt x="12835" y="1967"/>
                  </a:lnTo>
                  <a:lnTo>
                    <a:pt x="17767" y="7290"/>
                  </a:lnTo>
                  <a:lnTo>
                    <a:pt x="18462" y="9947"/>
                  </a:lnTo>
                  <a:lnTo>
                    <a:pt x="22388" y="15711"/>
                  </a:lnTo>
                  <a:lnTo>
                    <a:pt x="26415" y="19667"/>
                  </a:lnTo>
                  <a:lnTo>
                    <a:pt x="32233" y="36713"/>
                  </a:lnTo>
                  <a:lnTo>
                    <a:pt x="35426" y="37794"/>
                  </a:lnTo>
                  <a:lnTo>
                    <a:pt x="34242" y="34523"/>
                  </a:lnTo>
                  <a:lnTo>
                    <a:pt x="34759" y="29256"/>
                  </a:lnTo>
                  <a:lnTo>
                    <a:pt x="36766" y="27869"/>
                  </a:lnTo>
                  <a:lnTo>
                    <a:pt x="37616" y="25796"/>
                  </a:lnTo>
                  <a:lnTo>
                    <a:pt x="37067" y="23085"/>
                  </a:lnTo>
                  <a:lnTo>
                    <a:pt x="32810" y="17859"/>
                  </a:lnTo>
                  <a:lnTo>
                    <a:pt x="33369" y="16952"/>
                  </a:lnTo>
                  <a:lnTo>
                    <a:pt x="36375" y="17569"/>
                  </a:lnTo>
                  <a:lnTo>
                    <a:pt x="37331" y="20279"/>
                  </a:lnTo>
                  <a:lnTo>
                    <a:pt x="37812" y="25383"/>
                  </a:lnTo>
                  <a:lnTo>
                    <a:pt x="35774" y="33061"/>
                  </a:lnTo>
                  <a:lnTo>
                    <a:pt x="37983" y="38155"/>
                  </a:lnTo>
                  <a:lnTo>
                    <a:pt x="38226" y="41328"/>
                  </a:lnTo>
                  <a:lnTo>
                    <a:pt x="5471" y="44778"/>
                  </a:lnTo>
                  <a:lnTo>
                    <a:pt x="3620" y="27025"/>
                  </a:lnTo>
                  <a:lnTo>
                    <a:pt x="2661" y="27073"/>
                  </a:lnTo>
                  <a:lnTo>
                    <a:pt x="649" y="7810"/>
                  </a:lnTo>
                  <a:lnTo>
                    <a:pt x="381" y="5236"/>
                  </a:lnTo>
                  <a:lnTo>
                    <a:pt x="0" y="1585"/>
                  </a:lnTo>
                  <a:lnTo>
                    <a:pt x="2078" y="0"/>
                  </a:lnTo>
                  <a:lnTo>
                    <a:pt x="12246" y="5198"/>
                  </a:lnTo>
                  <a:lnTo>
                    <a:pt x="14975" y="742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h5272"/>
            <p:cNvSpPr/>
            <p:nvPr/>
          </p:nvSpPr>
          <p:spPr>
            <a:xfrm>
              <a:off x="8072381" y="2622577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h5273"/>
            <p:cNvSpPr/>
            <p:nvPr/>
          </p:nvSpPr>
          <p:spPr>
            <a:xfrm>
              <a:off x="8068286" y="2618965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h5274"/>
            <p:cNvSpPr/>
            <p:nvPr/>
          </p:nvSpPr>
          <p:spPr>
            <a:xfrm>
              <a:off x="8066702" y="2618457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h5275"/>
            <p:cNvSpPr/>
            <p:nvPr/>
          </p:nvSpPr>
          <p:spPr>
            <a:xfrm>
              <a:off x="8064448" y="2617160"/>
              <a:ext cx="5726" cy="2102"/>
            </a:xfrm>
            <a:custGeom>
              <a:avLst/>
              <a:pathLst>
                <a:path w="5726" h="2102">
                  <a:moveTo>
                    <a:pt x="5726" y="2102"/>
                  </a:moveTo>
                  <a:lnTo>
                    <a:pt x="0" y="294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h5276"/>
            <p:cNvSpPr/>
            <p:nvPr/>
          </p:nvSpPr>
          <p:spPr>
            <a:xfrm>
              <a:off x="8057135" y="2615739"/>
              <a:ext cx="6839" cy="1646"/>
            </a:xfrm>
            <a:custGeom>
              <a:avLst/>
              <a:pathLst>
                <a:path w="6839" h="1646">
                  <a:moveTo>
                    <a:pt x="43" y="414"/>
                  </a:moveTo>
                  <a:lnTo>
                    <a:pt x="0" y="0"/>
                  </a:lnTo>
                  <a:lnTo>
                    <a:pt x="4659" y="719"/>
                  </a:lnTo>
                  <a:lnTo>
                    <a:pt x="6839" y="1646"/>
                  </a:lnTo>
                  <a:lnTo>
                    <a:pt x="4331" y="810"/>
                  </a:lnTo>
                  <a:lnTo>
                    <a:pt x="2111" y="157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h5277"/>
            <p:cNvSpPr/>
            <p:nvPr/>
          </p:nvSpPr>
          <p:spPr>
            <a:xfrm>
              <a:off x="8057222" y="2616379"/>
              <a:ext cx="14" cy="190"/>
            </a:xfrm>
            <a:custGeom>
              <a:avLst/>
              <a:pathLst>
                <a:path w="14" h="190">
                  <a:moveTo>
                    <a:pt x="0" y="190"/>
                  </a:moveTo>
                  <a:lnTo>
                    <a:pt x="1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h5278"/>
            <p:cNvSpPr/>
            <p:nvPr/>
          </p:nvSpPr>
          <p:spPr>
            <a:xfrm>
              <a:off x="8100525" y="2651754"/>
              <a:ext cx="5442" cy="7071"/>
            </a:xfrm>
            <a:custGeom>
              <a:avLst/>
              <a:pathLst>
                <a:path w="5442" h="7071">
                  <a:moveTo>
                    <a:pt x="1666" y="2939"/>
                  </a:move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lnTo>
                    <a:pt x="392" y="0"/>
                  </a:ln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h5279"/>
            <p:cNvSpPr/>
            <p:nvPr/>
          </p:nvSpPr>
          <p:spPr>
            <a:xfrm>
              <a:off x="8083540" y="2632759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h5280"/>
            <p:cNvSpPr/>
            <p:nvPr/>
          </p:nvSpPr>
          <p:spPr>
            <a:xfrm>
              <a:off x="8080381" y="2629814"/>
              <a:ext cx="973" cy="2087"/>
            </a:xfrm>
            <a:custGeom>
              <a:avLst/>
              <a:pathLst>
                <a:path w="973" h="2087">
                  <a:moveTo>
                    <a:pt x="973" y="1637"/>
                  </a:moveTo>
                  <a:lnTo>
                    <a:pt x="0" y="2087"/>
                  </a:lnTo>
                  <a:lnTo>
                    <a:pt x="90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h5281"/>
            <p:cNvSpPr/>
            <p:nvPr/>
          </p:nvSpPr>
          <p:spPr>
            <a:xfrm>
              <a:off x="8077514" y="2629075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h5282"/>
            <p:cNvSpPr/>
            <p:nvPr/>
          </p:nvSpPr>
          <p:spPr>
            <a:xfrm>
              <a:off x="8079061" y="2628646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h5283"/>
            <p:cNvSpPr/>
            <p:nvPr/>
          </p:nvSpPr>
          <p:spPr>
            <a:xfrm>
              <a:off x="8091457" y="2620872"/>
              <a:ext cx="3092" cy="8488"/>
            </a:xfrm>
            <a:custGeom>
              <a:avLst/>
              <a:pathLst>
                <a:path w="3092" h="8488">
                  <a:moveTo>
                    <a:pt x="0" y="0"/>
                  </a:moveTo>
                  <a:lnTo>
                    <a:pt x="963" y="2074"/>
                  </a:ln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h5284"/>
            <p:cNvSpPr/>
            <p:nvPr/>
          </p:nvSpPr>
          <p:spPr>
            <a:xfrm>
              <a:off x="8026015" y="2908002"/>
              <a:ext cx="787" cy="399"/>
            </a:xfrm>
            <a:custGeom>
              <a:avLst/>
              <a:pathLst>
                <a:path w="787" h="399">
                  <a:moveTo>
                    <a:pt x="0" y="257"/>
                  </a:moveTo>
                  <a:lnTo>
                    <a:pt x="649" y="0"/>
                  </a:lnTo>
                  <a:lnTo>
                    <a:pt x="787" y="3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h5285"/>
            <p:cNvSpPr/>
            <p:nvPr/>
          </p:nvSpPr>
          <p:spPr>
            <a:xfrm>
              <a:off x="8027407" y="2906816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h5286"/>
            <p:cNvSpPr/>
            <p:nvPr/>
          </p:nvSpPr>
          <p:spPr>
            <a:xfrm>
              <a:off x="8027628" y="2905908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h5287"/>
            <p:cNvSpPr/>
            <p:nvPr/>
          </p:nvSpPr>
          <p:spPr>
            <a:xfrm>
              <a:off x="8025328" y="2902007"/>
              <a:ext cx="3758" cy="2843"/>
            </a:xfrm>
            <a:custGeom>
              <a:avLst/>
              <a:pathLst>
                <a:path w="3758" h="2843">
                  <a:moveTo>
                    <a:pt x="2045" y="1912"/>
                  </a:moveTo>
                  <a:lnTo>
                    <a:pt x="0" y="2843"/>
                  </a:lnTo>
                  <a:lnTo>
                    <a:pt x="37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h5288"/>
            <p:cNvSpPr/>
            <p:nvPr/>
          </p:nvSpPr>
          <p:spPr>
            <a:xfrm>
              <a:off x="8030059" y="2901898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h5289"/>
            <p:cNvSpPr/>
            <p:nvPr/>
          </p:nvSpPr>
          <p:spPr>
            <a:xfrm>
              <a:off x="8020567" y="2870296"/>
              <a:ext cx="315" cy="400"/>
            </a:xfrm>
            <a:custGeom>
              <a:avLst/>
              <a:pathLst>
                <a:path w="315" h="400">
                  <a:moveTo>
                    <a:pt x="211" y="0"/>
                  </a:moveTo>
                  <a:lnTo>
                    <a:pt x="315" y="394"/>
                  </a:lnTo>
                  <a:lnTo>
                    <a:pt x="0" y="4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h5290"/>
            <p:cNvSpPr/>
            <p:nvPr/>
          </p:nvSpPr>
          <p:spPr>
            <a:xfrm>
              <a:off x="8020647" y="2869171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h5291"/>
            <p:cNvSpPr/>
            <p:nvPr/>
          </p:nvSpPr>
          <p:spPr>
            <a:xfrm>
              <a:off x="8029495" y="2862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h5292"/>
            <p:cNvSpPr/>
            <p:nvPr/>
          </p:nvSpPr>
          <p:spPr>
            <a:xfrm>
              <a:off x="8013806" y="2860898"/>
              <a:ext cx="4249" cy="294"/>
            </a:xfrm>
            <a:custGeom>
              <a:avLst/>
              <a:pathLst>
                <a:path w="4249" h="294">
                  <a:moveTo>
                    <a:pt x="1458" y="0"/>
                  </a:moveTo>
                  <a:lnTo>
                    <a:pt x="4249" y="149"/>
                  </a:lnTo>
                  <a:lnTo>
                    <a:pt x="0" y="29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h5293"/>
            <p:cNvSpPr/>
            <p:nvPr/>
          </p:nvSpPr>
          <p:spPr>
            <a:xfrm>
              <a:off x="8030427" y="286097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h5294"/>
            <p:cNvSpPr/>
            <p:nvPr/>
          </p:nvSpPr>
          <p:spPr>
            <a:xfrm>
              <a:off x="8021094" y="286076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h5295"/>
            <p:cNvSpPr/>
            <p:nvPr/>
          </p:nvSpPr>
          <p:spPr>
            <a:xfrm>
              <a:off x="8022136" y="2860425"/>
              <a:ext cx="339" cy="144"/>
            </a:xfrm>
            <a:custGeom>
              <a:avLst/>
              <a:pathLst>
                <a:path w="339" h="144">
                  <a:moveTo>
                    <a:pt x="0" y="144"/>
                  </a:moveTo>
                  <a:lnTo>
                    <a:pt x="3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h5296"/>
            <p:cNvSpPr/>
            <p:nvPr/>
          </p:nvSpPr>
          <p:spPr>
            <a:xfrm>
              <a:off x="8014671" y="2854346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h5297"/>
            <p:cNvSpPr/>
            <p:nvPr/>
          </p:nvSpPr>
          <p:spPr>
            <a:xfrm>
              <a:off x="8016741" y="2854116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h5298"/>
            <p:cNvSpPr/>
            <p:nvPr/>
          </p:nvSpPr>
          <p:spPr>
            <a:xfrm>
              <a:off x="8013061" y="2853999"/>
              <a:ext cx="1058" cy="431"/>
            </a:xfrm>
            <a:custGeom>
              <a:avLst/>
              <a:pathLst>
                <a:path w="1058" h="431">
                  <a:moveTo>
                    <a:pt x="598" y="0"/>
                  </a:moveTo>
                  <a:lnTo>
                    <a:pt x="1058" y="431"/>
                  </a:lnTo>
                  <a:lnTo>
                    <a:pt x="0" y="20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h5299"/>
            <p:cNvSpPr/>
            <p:nvPr/>
          </p:nvSpPr>
          <p:spPr>
            <a:xfrm>
              <a:off x="7905035" y="2765454"/>
              <a:ext cx="142689" cy="165363"/>
            </a:xfrm>
            <a:custGeom>
              <a:avLst/>
              <a:pathLst>
                <a:path w="142689" h="165363">
                  <a:moveTo>
                    <a:pt x="125148" y="69439"/>
                  </a:moveTo>
                  <a:lnTo>
                    <a:pt x="123946" y="68036"/>
                  </a:lnTo>
                  <a:lnTo>
                    <a:pt x="121467" y="70465"/>
                  </a:lnTo>
                  <a:lnTo>
                    <a:pt x="115489" y="83302"/>
                  </a:lnTo>
                  <a:lnTo>
                    <a:pt x="114813" y="87922"/>
                  </a:lnTo>
                  <a:lnTo>
                    <a:pt x="113572" y="92147"/>
                  </a:lnTo>
                  <a:lnTo>
                    <a:pt x="112179" y="92334"/>
                  </a:lnTo>
                  <a:lnTo>
                    <a:pt x="111399" y="91077"/>
                  </a:lnTo>
                  <a:lnTo>
                    <a:pt x="112749" y="91031"/>
                  </a:lnTo>
                  <a:lnTo>
                    <a:pt x="114140" y="89758"/>
                  </a:lnTo>
                  <a:lnTo>
                    <a:pt x="114750" y="83696"/>
                  </a:lnTo>
                  <a:lnTo>
                    <a:pt x="109890" y="84695"/>
                  </a:lnTo>
                  <a:lnTo>
                    <a:pt x="104788" y="86989"/>
                  </a:lnTo>
                  <a:lnTo>
                    <a:pt x="104734" y="95036"/>
                  </a:lnTo>
                  <a:lnTo>
                    <a:pt x="110541" y="100279"/>
                  </a:lnTo>
                  <a:lnTo>
                    <a:pt x="112674" y="99135"/>
                  </a:lnTo>
                  <a:lnTo>
                    <a:pt x="113194" y="98401"/>
                  </a:lnTo>
                  <a:lnTo>
                    <a:pt x="112673" y="98214"/>
                  </a:lnTo>
                  <a:lnTo>
                    <a:pt x="111334" y="98848"/>
                  </a:lnTo>
                  <a:lnTo>
                    <a:pt x="113085" y="97746"/>
                  </a:lnTo>
                  <a:lnTo>
                    <a:pt x="115018" y="102336"/>
                  </a:lnTo>
                  <a:lnTo>
                    <a:pt x="115078" y="103321"/>
                  </a:lnTo>
                  <a:lnTo>
                    <a:pt x="114111" y="103670"/>
                  </a:lnTo>
                  <a:lnTo>
                    <a:pt x="114391" y="105021"/>
                  </a:lnTo>
                  <a:lnTo>
                    <a:pt x="115877" y="105746"/>
                  </a:lnTo>
                  <a:lnTo>
                    <a:pt x="116808" y="105057"/>
                  </a:lnTo>
                  <a:lnTo>
                    <a:pt x="118563" y="100728"/>
                  </a:lnTo>
                  <a:lnTo>
                    <a:pt x="120277" y="99011"/>
                  </a:lnTo>
                  <a:lnTo>
                    <a:pt x="126844" y="97027"/>
                  </a:lnTo>
                  <a:lnTo>
                    <a:pt x="128801" y="97321"/>
                  </a:lnTo>
                  <a:lnTo>
                    <a:pt x="134751" y="93342"/>
                  </a:lnTo>
                  <a:lnTo>
                    <a:pt x="138045" y="92037"/>
                  </a:lnTo>
                  <a:lnTo>
                    <a:pt x="137400" y="86641"/>
                  </a:lnTo>
                  <a:lnTo>
                    <a:pt x="142689" y="91281"/>
                  </a:lnTo>
                  <a:lnTo>
                    <a:pt x="141803" y="103311"/>
                  </a:lnTo>
                  <a:lnTo>
                    <a:pt x="140931" y="106372"/>
                  </a:lnTo>
                  <a:lnTo>
                    <a:pt x="137686" y="110160"/>
                  </a:lnTo>
                  <a:lnTo>
                    <a:pt x="135457" y="111404"/>
                  </a:lnTo>
                  <a:lnTo>
                    <a:pt x="132143" y="116668"/>
                  </a:lnTo>
                  <a:lnTo>
                    <a:pt x="128521" y="117464"/>
                  </a:lnTo>
                  <a:lnTo>
                    <a:pt x="127790" y="117273"/>
                  </a:lnTo>
                  <a:lnTo>
                    <a:pt x="129035" y="117276"/>
                  </a:lnTo>
                  <a:lnTo>
                    <a:pt x="130387" y="116169"/>
                  </a:lnTo>
                  <a:lnTo>
                    <a:pt x="130608" y="112862"/>
                  </a:lnTo>
                  <a:lnTo>
                    <a:pt x="129304" y="113072"/>
                  </a:lnTo>
                  <a:lnTo>
                    <a:pt x="120005" y="120507"/>
                  </a:lnTo>
                  <a:lnTo>
                    <a:pt x="117731" y="130629"/>
                  </a:lnTo>
                  <a:lnTo>
                    <a:pt x="118622" y="131581"/>
                  </a:lnTo>
                  <a:lnTo>
                    <a:pt x="118505" y="134155"/>
                  </a:lnTo>
                  <a:lnTo>
                    <a:pt x="115926" y="137521"/>
                  </a:lnTo>
                  <a:lnTo>
                    <a:pt x="117905" y="142206"/>
                  </a:lnTo>
                  <a:lnTo>
                    <a:pt x="122303" y="143708"/>
                  </a:lnTo>
                  <a:lnTo>
                    <a:pt x="127054" y="135040"/>
                  </a:lnTo>
                  <a:lnTo>
                    <a:pt x="127783" y="132127"/>
                  </a:lnTo>
                  <a:lnTo>
                    <a:pt x="125676" y="135315"/>
                  </a:lnTo>
                  <a:lnTo>
                    <a:pt x="124291" y="136038"/>
                  </a:lnTo>
                  <a:lnTo>
                    <a:pt x="130117" y="128707"/>
                  </a:lnTo>
                  <a:lnTo>
                    <a:pt x="135773" y="124802"/>
                  </a:lnTo>
                  <a:lnTo>
                    <a:pt x="139328" y="124413"/>
                  </a:lnTo>
                  <a:lnTo>
                    <a:pt x="142097" y="125689"/>
                  </a:lnTo>
                  <a:lnTo>
                    <a:pt x="137809" y="132202"/>
                  </a:lnTo>
                  <a:lnTo>
                    <a:pt x="133916" y="136614"/>
                  </a:lnTo>
                  <a:lnTo>
                    <a:pt x="132922" y="139992"/>
                  </a:lnTo>
                  <a:lnTo>
                    <a:pt x="132733" y="149740"/>
                  </a:lnTo>
                  <a:lnTo>
                    <a:pt x="80110" y="155211"/>
                  </a:lnTo>
                  <a:lnTo>
                    <a:pt x="58077" y="152563"/>
                  </a:lnTo>
                  <a:lnTo>
                    <a:pt x="55437" y="165363"/>
                  </a:lnTo>
                  <a:lnTo>
                    <a:pt x="38557" y="161926"/>
                  </a:lnTo>
                  <a:lnTo>
                    <a:pt x="34498" y="161967"/>
                  </a:lnTo>
                  <a:lnTo>
                    <a:pt x="37677" y="149541"/>
                  </a:lnTo>
                  <a:lnTo>
                    <a:pt x="27749" y="150999"/>
                  </a:lnTo>
                  <a:lnTo>
                    <a:pt x="26737" y="150854"/>
                  </a:lnTo>
                  <a:lnTo>
                    <a:pt x="26403" y="150098"/>
                  </a:lnTo>
                  <a:lnTo>
                    <a:pt x="18448" y="150946"/>
                  </a:lnTo>
                  <a:lnTo>
                    <a:pt x="18612" y="152384"/>
                  </a:lnTo>
                  <a:lnTo>
                    <a:pt x="14714" y="152754"/>
                  </a:lnTo>
                  <a:lnTo>
                    <a:pt x="14456" y="150044"/>
                  </a:lnTo>
                  <a:lnTo>
                    <a:pt x="13432" y="149431"/>
                  </a:lnTo>
                  <a:lnTo>
                    <a:pt x="7040" y="150094"/>
                  </a:lnTo>
                  <a:lnTo>
                    <a:pt x="9551" y="139718"/>
                  </a:lnTo>
                  <a:lnTo>
                    <a:pt x="9093" y="135505"/>
                  </a:lnTo>
                  <a:lnTo>
                    <a:pt x="3443" y="135968"/>
                  </a:lnTo>
                  <a:lnTo>
                    <a:pt x="3538" y="129236"/>
                  </a:lnTo>
                  <a:lnTo>
                    <a:pt x="2790" y="128294"/>
                  </a:lnTo>
                  <a:lnTo>
                    <a:pt x="0" y="128474"/>
                  </a:lnTo>
                  <a:lnTo>
                    <a:pt x="121" y="121489"/>
                  </a:lnTo>
                  <a:lnTo>
                    <a:pt x="5512" y="121586"/>
                  </a:lnTo>
                  <a:lnTo>
                    <a:pt x="5569" y="122275"/>
                  </a:lnTo>
                  <a:lnTo>
                    <a:pt x="8134" y="122351"/>
                  </a:lnTo>
                  <a:lnTo>
                    <a:pt x="6956" y="104803"/>
                  </a:lnTo>
                  <a:lnTo>
                    <a:pt x="5595" y="104789"/>
                  </a:lnTo>
                  <a:lnTo>
                    <a:pt x="2707" y="101336"/>
                  </a:lnTo>
                  <a:lnTo>
                    <a:pt x="4804" y="99375"/>
                  </a:lnTo>
                  <a:lnTo>
                    <a:pt x="9687" y="100033"/>
                  </a:lnTo>
                  <a:lnTo>
                    <a:pt x="11297" y="99385"/>
                  </a:lnTo>
                  <a:lnTo>
                    <a:pt x="13091" y="85933"/>
                  </a:lnTo>
                  <a:lnTo>
                    <a:pt x="15427" y="86181"/>
                  </a:lnTo>
                  <a:lnTo>
                    <a:pt x="16750" y="81606"/>
                  </a:lnTo>
                  <a:lnTo>
                    <a:pt x="18772" y="68356"/>
                  </a:lnTo>
                  <a:lnTo>
                    <a:pt x="20526" y="68236"/>
                  </a:lnTo>
                  <a:lnTo>
                    <a:pt x="19784" y="60464"/>
                  </a:lnTo>
                  <a:lnTo>
                    <a:pt x="26294" y="59806"/>
                  </a:lnTo>
                  <a:lnTo>
                    <a:pt x="26373" y="60561"/>
                  </a:lnTo>
                  <a:lnTo>
                    <a:pt x="27854" y="60372"/>
                  </a:lnTo>
                  <a:lnTo>
                    <a:pt x="28184" y="59580"/>
                  </a:lnTo>
                  <a:lnTo>
                    <a:pt x="27751" y="52630"/>
                  </a:lnTo>
                  <a:lnTo>
                    <a:pt x="22168" y="52388"/>
                  </a:lnTo>
                  <a:lnTo>
                    <a:pt x="22059" y="54288"/>
                  </a:lnTo>
                  <a:lnTo>
                    <a:pt x="17434" y="54359"/>
                  </a:lnTo>
                  <a:lnTo>
                    <a:pt x="15536" y="51148"/>
                  </a:lnTo>
                  <a:lnTo>
                    <a:pt x="15436" y="48717"/>
                  </a:lnTo>
                  <a:lnTo>
                    <a:pt x="22255" y="48823"/>
                  </a:lnTo>
                  <a:lnTo>
                    <a:pt x="22713" y="36613"/>
                  </a:lnTo>
                  <a:lnTo>
                    <a:pt x="19655" y="33567"/>
                  </a:lnTo>
                  <a:lnTo>
                    <a:pt x="13380" y="33195"/>
                  </a:lnTo>
                  <a:lnTo>
                    <a:pt x="11387" y="33114"/>
                  </a:lnTo>
                  <a:lnTo>
                    <a:pt x="19431" y="26876"/>
                  </a:lnTo>
                  <a:lnTo>
                    <a:pt x="22656" y="27189"/>
                  </a:lnTo>
                  <a:lnTo>
                    <a:pt x="23949" y="26287"/>
                  </a:lnTo>
                  <a:lnTo>
                    <a:pt x="23110" y="24859"/>
                  </a:lnTo>
                  <a:lnTo>
                    <a:pt x="29430" y="23429"/>
                  </a:lnTo>
                  <a:lnTo>
                    <a:pt x="34314" y="23621"/>
                  </a:lnTo>
                  <a:lnTo>
                    <a:pt x="38133" y="21292"/>
                  </a:lnTo>
                  <a:lnTo>
                    <a:pt x="38831" y="18784"/>
                  </a:lnTo>
                  <a:lnTo>
                    <a:pt x="42406" y="18460"/>
                  </a:lnTo>
                  <a:lnTo>
                    <a:pt x="53257" y="18464"/>
                  </a:lnTo>
                  <a:lnTo>
                    <a:pt x="60469" y="9613"/>
                  </a:lnTo>
                  <a:lnTo>
                    <a:pt x="67714" y="719"/>
                  </a:lnTo>
                  <a:lnTo>
                    <a:pt x="67644" y="0"/>
                  </a:lnTo>
                  <a:lnTo>
                    <a:pt x="72304" y="25195"/>
                  </a:lnTo>
                  <a:lnTo>
                    <a:pt x="110979" y="21719"/>
                  </a:lnTo>
                  <a:lnTo>
                    <a:pt x="111837" y="30233"/>
                  </a:lnTo>
                  <a:lnTo>
                    <a:pt x="126150" y="28795"/>
                  </a:lnTo>
                  <a:lnTo>
                    <a:pt x="130084" y="67578"/>
                  </a:lnTo>
                  <a:lnTo>
                    <a:pt x="128496" y="687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h5300"/>
            <p:cNvSpPr/>
            <p:nvPr/>
          </p:nvSpPr>
          <p:spPr>
            <a:xfrm>
              <a:off x="8044032" y="2888664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h5301"/>
            <p:cNvSpPr/>
            <p:nvPr/>
          </p:nvSpPr>
          <p:spPr>
            <a:xfrm>
              <a:off x="8038312" y="2884900"/>
              <a:ext cx="4810" cy="3787"/>
            </a:xfrm>
            <a:custGeom>
              <a:avLst/>
              <a:pathLst>
                <a:path w="4810" h="3787">
                  <a:moveTo>
                    <a:pt x="4810" y="3787"/>
                  </a:moveTo>
                  <a:lnTo>
                    <a:pt x="529" y="1600"/>
                  </a:lnTo>
                  <a:lnTo>
                    <a:pt x="0" y="0"/>
                  </a:lnTo>
                  <a:lnTo>
                    <a:pt x="912" y="50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h5302"/>
            <p:cNvSpPr/>
            <p:nvPr/>
          </p:nvSpPr>
          <p:spPr>
            <a:xfrm>
              <a:off x="8031891" y="2882290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h5303"/>
            <p:cNvSpPr/>
            <p:nvPr/>
          </p:nvSpPr>
          <p:spPr>
            <a:xfrm>
              <a:off x="8033644" y="2880341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h5304"/>
            <p:cNvSpPr/>
            <p:nvPr/>
          </p:nvSpPr>
          <p:spPr>
            <a:xfrm>
              <a:off x="8037773" y="2858422"/>
              <a:ext cx="350" cy="298"/>
            </a:xfrm>
            <a:custGeom>
              <a:avLst/>
              <a:pathLst>
                <a:path w="350" h="298">
                  <a:moveTo>
                    <a:pt x="181" y="0"/>
                  </a:moveTo>
                  <a:lnTo>
                    <a:pt x="350" y="298"/>
                  </a:lnTo>
                  <a:lnTo>
                    <a:pt x="0" y="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h5305"/>
            <p:cNvSpPr/>
            <p:nvPr/>
          </p:nvSpPr>
          <p:spPr>
            <a:xfrm>
              <a:off x="8038352" y="2857739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h5306"/>
            <p:cNvSpPr/>
            <p:nvPr/>
          </p:nvSpPr>
          <p:spPr>
            <a:xfrm>
              <a:off x="8041725" y="2857345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h5307"/>
            <p:cNvSpPr/>
            <p:nvPr/>
          </p:nvSpPr>
          <p:spPr>
            <a:xfrm>
              <a:off x="8042342" y="2857276"/>
              <a:ext cx="307" cy="282"/>
            </a:xfrm>
            <a:custGeom>
              <a:avLst/>
              <a:pathLst>
                <a:path w="307" h="282">
                  <a:moveTo>
                    <a:pt x="295" y="0"/>
                  </a:moveTo>
                  <a:lnTo>
                    <a:pt x="307" y="282"/>
                  </a:lnTo>
                  <a:lnTo>
                    <a:pt x="0" y="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h5308"/>
            <p:cNvSpPr/>
            <p:nvPr/>
          </p:nvSpPr>
          <p:spPr>
            <a:xfrm>
              <a:off x="8038406" y="2856906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h5309"/>
            <p:cNvSpPr/>
            <p:nvPr/>
          </p:nvSpPr>
          <p:spPr>
            <a:xfrm>
              <a:off x="8040679" y="2857056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h5310"/>
            <p:cNvSpPr/>
            <p:nvPr/>
          </p:nvSpPr>
          <p:spPr>
            <a:xfrm>
              <a:off x="8034827" y="2856276"/>
              <a:ext cx="493" cy="997"/>
            </a:xfrm>
            <a:custGeom>
              <a:avLst/>
              <a:pathLst>
                <a:path w="493" h="997">
                  <a:moveTo>
                    <a:pt x="0" y="30"/>
                  </a:moveTo>
                  <a:lnTo>
                    <a:pt x="493" y="0"/>
                  </a:lnTo>
                  <a:lnTo>
                    <a:pt x="95" y="99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h5311"/>
            <p:cNvSpPr/>
            <p:nvPr/>
          </p:nvSpPr>
          <p:spPr>
            <a:xfrm>
              <a:off x="8037982" y="2856183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h5312"/>
            <p:cNvSpPr/>
            <p:nvPr/>
          </p:nvSpPr>
          <p:spPr>
            <a:xfrm>
              <a:off x="8041259" y="2855608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h5313"/>
            <p:cNvSpPr/>
            <p:nvPr/>
          </p:nvSpPr>
          <p:spPr>
            <a:xfrm>
              <a:off x="8035010" y="2854312"/>
              <a:ext cx="563" cy="744"/>
            </a:xfrm>
            <a:custGeom>
              <a:avLst/>
              <a:pathLst>
                <a:path w="563" h="744">
                  <a:moveTo>
                    <a:pt x="563" y="0"/>
                  </a:moveTo>
                  <a:lnTo>
                    <a:pt x="0" y="744"/>
                  </a:lnTo>
                  <a:lnTo>
                    <a:pt x="116" y="8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h5314"/>
            <p:cNvSpPr/>
            <p:nvPr/>
          </p:nvSpPr>
          <p:spPr>
            <a:xfrm>
              <a:off x="8040480" y="2845922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h5315"/>
            <p:cNvSpPr/>
            <p:nvPr/>
          </p:nvSpPr>
          <p:spPr>
            <a:xfrm>
              <a:off x="8039996" y="2845509"/>
              <a:ext cx="497" cy="542"/>
            </a:xfrm>
            <a:custGeom>
              <a:avLst/>
              <a:pathLst>
                <a:path w="497" h="542">
                  <a:moveTo>
                    <a:pt x="0" y="406"/>
                  </a:moveTo>
                  <a:lnTo>
                    <a:pt x="213" y="0"/>
                  </a:lnTo>
                  <a:lnTo>
                    <a:pt x="497" y="54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h5316"/>
            <p:cNvSpPr/>
            <p:nvPr/>
          </p:nvSpPr>
          <p:spPr>
            <a:xfrm>
              <a:off x="8038863" y="2844901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h5317"/>
            <p:cNvSpPr/>
            <p:nvPr/>
          </p:nvSpPr>
          <p:spPr>
            <a:xfrm>
              <a:off x="8038656" y="2844860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h5318"/>
            <p:cNvSpPr/>
            <p:nvPr/>
          </p:nvSpPr>
          <p:spPr>
            <a:xfrm>
              <a:off x="8035628" y="2844382"/>
              <a:ext cx="2996" cy="558"/>
            </a:xfrm>
            <a:custGeom>
              <a:avLst/>
              <a:pathLst>
                <a:path w="2996" h="558">
                  <a:moveTo>
                    <a:pt x="445" y="0"/>
                  </a:moveTo>
                  <a:lnTo>
                    <a:pt x="2996" y="558"/>
                  </a:lnTo>
                  <a:lnTo>
                    <a:pt x="0" y="2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h5319"/>
            <p:cNvSpPr/>
            <p:nvPr/>
          </p:nvSpPr>
          <p:spPr>
            <a:xfrm>
              <a:off x="8062939" y="2658666"/>
              <a:ext cx="39428" cy="36425"/>
            </a:xfrm>
            <a:custGeom>
              <a:avLst/>
              <a:pathLst>
                <a:path w="39428" h="36425">
                  <a:moveTo>
                    <a:pt x="32564" y="3739"/>
                  </a:moveTo>
                  <a:lnTo>
                    <a:pt x="33479" y="6108"/>
                  </a:lnTo>
                  <a:lnTo>
                    <a:pt x="34975" y="7484"/>
                  </a:lnTo>
                  <a:lnTo>
                    <a:pt x="38108" y="8428"/>
                  </a:lnTo>
                  <a:lnTo>
                    <a:pt x="39428" y="9748"/>
                  </a:lnTo>
                  <a:lnTo>
                    <a:pt x="37060" y="18999"/>
                  </a:lnTo>
                  <a:lnTo>
                    <a:pt x="33895" y="22473"/>
                  </a:lnTo>
                  <a:lnTo>
                    <a:pt x="32241" y="33119"/>
                  </a:lnTo>
                  <a:lnTo>
                    <a:pt x="5396" y="36425"/>
                  </a:lnTo>
                  <a:lnTo>
                    <a:pt x="3448" y="16616"/>
                  </a:lnTo>
                  <a:lnTo>
                    <a:pt x="1397" y="16849"/>
                  </a:lnTo>
                  <a:lnTo>
                    <a:pt x="0" y="3449"/>
                  </a:lnTo>
                  <a:lnTo>
                    <a:pt x="3275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h5320"/>
            <p:cNvSpPr/>
            <p:nvPr/>
          </p:nvSpPr>
          <p:spPr>
            <a:xfrm>
              <a:off x="7860091" y="2933164"/>
              <a:ext cx="172295" cy="141686"/>
            </a:xfrm>
            <a:custGeom>
              <a:avLst/>
              <a:pathLst>
                <a:path w="172295" h="141686">
                  <a:moveTo>
                    <a:pt x="168207" y="26392"/>
                  </a:moveTo>
                  <a:lnTo>
                    <a:pt x="164284" y="32309"/>
                  </a:lnTo>
                  <a:lnTo>
                    <a:pt x="163254" y="37393"/>
                  </a:lnTo>
                  <a:lnTo>
                    <a:pt x="163021" y="51969"/>
                  </a:lnTo>
                  <a:lnTo>
                    <a:pt x="161130" y="58123"/>
                  </a:lnTo>
                  <a:lnTo>
                    <a:pt x="161661" y="68252"/>
                  </a:lnTo>
                  <a:lnTo>
                    <a:pt x="159463" y="71903"/>
                  </a:lnTo>
                  <a:lnTo>
                    <a:pt x="155859" y="81034"/>
                  </a:lnTo>
                  <a:lnTo>
                    <a:pt x="155273" y="95604"/>
                  </a:lnTo>
                  <a:lnTo>
                    <a:pt x="154153" y="96697"/>
                  </a:lnTo>
                  <a:lnTo>
                    <a:pt x="153613" y="95728"/>
                  </a:lnTo>
                  <a:lnTo>
                    <a:pt x="152801" y="95999"/>
                  </a:lnTo>
                  <a:lnTo>
                    <a:pt x="149372" y="101799"/>
                  </a:lnTo>
                  <a:lnTo>
                    <a:pt x="146552" y="99973"/>
                  </a:lnTo>
                  <a:lnTo>
                    <a:pt x="134649" y="101126"/>
                  </a:lnTo>
                  <a:lnTo>
                    <a:pt x="131690" y="70918"/>
                  </a:lnTo>
                  <a:lnTo>
                    <a:pt x="106834" y="73237"/>
                  </a:lnTo>
                  <a:lnTo>
                    <a:pt x="106125" y="66413"/>
                  </a:lnTo>
                  <a:lnTo>
                    <a:pt x="99160" y="65627"/>
                  </a:lnTo>
                  <a:lnTo>
                    <a:pt x="90519" y="66880"/>
                  </a:lnTo>
                  <a:lnTo>
                    <a:pt x="80242" y="66294"/>
                  </a:lnTo>
                  <a:lnTo>
                    <a:pt x="75635" y="70972"/>
                  </a:lnTo>
                  <a:lnTo>
                    <a:pt x="74048" y="83009"/>
                  </a:lnTo>
                  <a:lnTo>
                    <a:pt x="67946" y="91899"/>
                  </a:lnTo>
                  <a:lnTo>
                    <a:pt x="68558" y="97723"/>
                  </a:lnTo>
                  <a:lnTo>
                    <a:pt x="67116" y="99988"/>
                  </a:lnTo>
                  <a:lnTo>
                    <a:pt x="61242" y="104073"/>
                  </a:lnTo>
                  <a:lnTo>
                    <a:pt x="60186" y="106139"/>
                  </a:lnTo>
                  <a:lnTo>
                    <a:pt x="56252" y="121872"/>
                  </a:lnTo>
                  <a:lnTo>
                    <a:pt x="52591" y="126233"/>
                  </a:lnTo>
                  <a:lnTo>
                    <a:pt x="47913" y="134384"/>
                  </a:lnTo>
                  <a:lnTo>
                    <a:pt x="43568" y="138514"/>
                  </a:lnTo>
                  <a:lnTo>
                    <a:pt x="43364" y="141654"/>
                  </a:lnTo>
                  <a:lnTo>
                    <a:pt x="40707" y="141686"/>
                  </a:lnTo>
                  <a:lnTo>
                    <a:pt x="37078" y="139871"/>
                  </a:lnTo>
                  <a:lnTo>
                    <a:pt x="32987" y="134853"/>
                  </a:lnTo>
                  <a:lnTo>
                    <a:pt x="28287" y="136701"/>
                  </a:lnTo>
                  <a:lnTo>
                    <a:pt x="25665" y="132084"/>
                  </a:lnTo>
                  <a:lnTo>
                    <a:pt x="23043" y="130634"/>
                  </a:lnTo>
                  <a:lnTo>
                    <a:pt x="17225" y="132258"/>
                  </a:lnTo>
                  <a:lnTo>
                    <a:pt x="9619" y="139231"/>
                  </a:lnTo>
                  <a:lnTo>
                    <a:pt x="9452" y="137645"/>
                  </a:lnTo>
                  <a:lnTo>
                    <a:pt x="3337" y="138135"/>
                  </a:lnTo>
                  <a:lnTo>
                    <a:pt x="2752" y="133568"/>
                  </a:lnTo>
                  <a:lnTo>
                    <a:pt x="2526" y="130182"/>
                  </a:lnTo>
                  <a:lnTo>
                    <a:pt x="7527" y="130041"/>
                  </a:lnTo>
                  <a:lnTo>
                    <a:pt x="9184" y="125197"/>
                  </a:lnTo>
                  <a:lnTo>
                    <a:pt x="8962" y="122252"/>
                  </a:lnTo>
                  <a:lnTo>
                    <a:pt x="2352" y="122745"/>
                  </a:lnTo>
                  <a:lnTo>
                    <a:pt x="1952" y="115431"/>
                  </a:lnTo>
                  <a:lnTo>
                    <a:pt x="8435" y="114707"/>
                  </a:lnTo>
                  <a:lnTo>
                    <a:pt x="7620" y="105395"/>
                  </a:lnTo>
                  <a:lnTo>
                    <a:pt x="5926" y="105887"/>
                  </a:lnTo>
                  <a:lnTo>
                    <a:pt x="5880" y="97239"/>
                  </a:lnTo>
                  <a:lnTo>
                    <a:pt x="8074" y="97061"/>
                  </a:lnTo>
                  <a:lnTo>
                    <a:pt x="6425" y="86174"/>
                  </a:lnTo>
                  <a:lnTo>
                    <a:pt x="8348" y="85964"/>
                  </a:lnTo>
                  <a:lnTo>
                    <a:pt x="7172" y="78313"/>
                  </a:lnTo>
                  <a:lnTo>
                    <a:pt x="4362" y="78514"/>
                  </a:lnTo>
                  <a:lnTo>
                    <a:pt x="1112" y="44724"/>
                  </a:lnTo>
                  <a:lnTo>
                    <a:pt x="1772" y="42249"/>
                  </a:lnTo>
                  <a:lnTo>
                    <a:pt x="0" y="27879"/>
                  </a:lnTo>
                  <a:lnTo>
                    <a:pt x="9195" y="25824"/>
                  </a:lnTo>
                  <a:lnTo>
                    <a:pt x="10023" y="29358"/>
                  </a:lnTo>
                  <a:lnTo>
                    <a:pt x="16182" y="27859"/>
                  </a:lnTo>
                  <a:lnTo>
                    <a:pt x="16692" y="33607"/>
                  </a:lnTo>
                  <a:lnTo>
                    <a:pt x="21476" y="35481"/>
                  </a:lnTo>
                  <a:lnTo>
                    <a:pt x="26299" y="35272"/>
                  </a:lnTo>
                  <a:lnTo>
                    <a:pt x="26131" y="32533"/>
                  </a:lnTo>
                  <a:lnTo>
                    <a:pt x="36992" y="31387"/>
                  </a:lnTo>
                  <a:lnTo>
                    <a:pt x="37869" y="38565"/>
                  </a:lnTo>
                  <a:lnTo>
                    <a:pt x="45911" y="37787"/>
                  </a:lnTo>
                  <a:lnTo>
                    <a:pt x="47439" y="53623"/>
                  </a:lnTo>
                  <a:lnTo>
                    <a:pt x="66235" y="51713"/>
                  </a:lnTo>
                  <a:lnTo>
                    <a:pt x="69005" y="48863"/>
                  </a:lnTo>
                  <a:lnTo>
                    <a:pt x="85837" y="49828"/>
                  </a:lnTo>
                  <a:lnTo>
                    <a:pt x="88294" y="45430"/>
                  </a:lnTo>
                  <a:lnTo>
                    <a:pt x="89233" y="40286"/>
                  </a:lnTo>
                  <a:lnTo>
                    <a:pt x="92446" y="37867"/>
                  </a:lnTo>
                  <a:lnTo>
                    <a:pt x="96550" y="33373"/>
                  </a:lnTo>
                  <a:lnTo>
                    <a:pt x="103702" y="18455"/>
                  </a:lnTo>
                  <a:lnTo>
                    <a:pt x="104515" y="18085"/>
                  </a:lnTo>
                  <a:lnTo>
                    <a:pt x="106811" y="19108"/>
                  </a:lnTo>
                  <a:lnTo>
                    <a:pt x="108579" y="19102"/>
                  </a:lnTo>
                  <a:lnTo>
                    <a:pt x="110162" y="14819"/>
                  </a:lnTo>
                  <a:lnTo>
                    <a:pt x="113496" y="11259"/>
                  </a:lnTo>
                  <a:lnTo>
                    <a:pt x="119582" y="10645"/>
                  </a:lnTo>
                  <a:lnTo>
                    <a:pt x="118746" y="4822"/>
                  </a:lnTo>
                  <a:lnTo>
                    <a:pt x="168291" y="0"/>
                  </a:lnTo>
                  <a:lnTo>
                    <a:pt x="172295" y="1266"/>
                  </a:lnTo>
                  <a:lnTo>
                    <a:pt x="170774" y="5745"/>
                  </a:lnTo>
                  <a:lnTo>
                    <a:pt x="168408" y="18472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h5321"/>
            <p:cNvSpPr/>
            <p:nvPr/>
          </p:nvSpPr>
          <p:spPr>
            <a:xfrm>
              <a:off x="8062496" y="2999973"/>
              <a:ext cx="920" cy="1164"/>
            </a:xfrm>
            <a:custGeom>
              <a:avLst/>
              <a:pathLst>
                <a:path w="920" h="1164">
                  <a:moveTo>
                    <a:pt x="0" y="0"/>
                  </a:moveTo>
                  <a:lnTo>
                    <a:pt x="920" y="973"/>
                  </a:lnTo>
                  <a:lnTo>
                    <a:pt x="163" y="1164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h5322"/>
            <p:cNvSpPr/>
            <p:nvPr/>
          </p:nvSpPr>
          <p:spPr>
            <a:xfrm>
              <a:off x="8060964" y="2998955"/>
              <a:ext cx="1195" cy="821"/>
            </a:xfrm>
            <a:custGeom>
              <a:avLst/>
              <a:pathLst>
                <a:path w="1195" h="821">
                  <a:moveTo>
                    <a:pt x="432" y="0"/>
                  </a:moveTo>
                  <a:lnTo>
                    <a:pt x="1195" y="821"/>
                  </a:lnTo>
                  <a:lnTo>
                    <a:pt x="0" y="77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h5323"/>
            <p:cNvSpPr/>
            <p:nvPr/>
          </p:nvSpPr>
          <p:spPr>
            <a:xfrm>
              <a:off x="8059851" y="2997919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h5324"/>
            <p:cNvSpPr/>
            <p:nvPr/>
          </p:nvSpPr>
          <p:spPr>
            <a:xfrm>
              <a:off x="8058832" y="2996308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h5325"/>
            <p:cNvSpPr/>
            <p:nvPr/>
          </p:nvSpPr>
          <p:spPr>
            <a:xfrm>
              <a:off x="8057601" y="2991787"/>
              <a:ext cx="981" cy="3991"/>
            </a:xfrm>
            <a:custGeom>
              <a:avLst/>
              <a:pathLst>
                <a:path w="981" h="3991">
                  <a:moveTo>
                    <a:pt x="770" y="1389"/>
                  </a:moveTo>
                  <a:lnTo>
                    <a:pt x="981" y="39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h5326"/>
            <p:cNvSpPr/>
            <p:nvPr/>
          </p:nvSpPr>
          <p:spPr>
            <a:xfrm>
              <a:off x="8057340" y="2985088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h5327"/>
            <p:cNvSpPr/>
            <p:nvPr/>
          </p:nvSpPr>
          <p:spPr>
            <a:xfrm>
              <a:off x="8056992" y="2979868"/>
              <a:ext cx="362" cy="820"/>
            </a:xfrm>
            <a:custGeom>
              <a:avLst/>
              <a:pathLst>
                <a:path w="362" h="820">
                  <a:moveTo>
                    <a:pt x="255" y="0"/>
                  </a:moveTo>
                  <a:lnTo>
                    <a:pt x="362" y="820"/>
                  </a:lnTo>
                  <a:lnTo>
                    <a:pt x="0" y="26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h5328"/>
            <p:cNvSpPr/>
            <p:nvPr/>
          </p:nvSpPr>
          <p:spPr>
            <a:xfrm>
              <a:off x="8056661" y="2976616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h5329"/>
            <p:cNvSpPr/>
            <p:nvPr/>
          </p:nvSpPr>
          <p:spPr>
            <a:xfrm>
              <a:off x="8056249" y="2973861"/>
              <a:ext cx="444" cy="1754"/>
            </a:xfrm>
            <a:custGeom>
              <a:avLst/>
              <a:pathLst>
                <a:path w="444" h="1754">
                  <a:moveTo>
                    <a:pt x="444" y="411"/>
                  </a:moveTo>
                  <a:lnTo>
                    <a:pt x="248" y="1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h5330"/>
            <p:cNvSpPr/>
            <p:nvPr/>
          </p:nvSpPr>
          <p:spPr>
            <a:xfrm>
              <a:off x="8056547" y="2968090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h5331"/>
            <p:cNvSpPr/>
            <p:nvPr/>
          </p:nvSpPr>
          <p:spPr>
            <a:xfrm>
              <a:off x="8058780" y="2962750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h5332"/>
            <p:cNvSpPr/>
            <p:nvPr/>
          </p:nvSpPr>
          <p:spPr>
            <a:xfrm>
              <a:off x="8060508" y="2959987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h5333"/>
            <p:cNvSpPr/>
            <p:nvPr/>
          </p:nvSpPr>
          <p:spPr>
            <a:xfrm>
              <a:off x="8060944" y="2958625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h5334"/>
            <p:cNvSpPr/>
            <p:nvPr/>
          </p:nvSpPr>
          <p:spPr>
            <a:xfrm>
              <a:off x="8061501" y="2956503"/>
              <a:ext cx="713" cy="1686"/>
            </a:xfrm>
            <a:custGeom>
              <a:avLst/>
              <a:pathLst>
                <a:path w="713" h="1686">
                  <a:moveTo>
                    <a:pt x="713" y="0"/>
                  </a:moveTo>
                  <a:lnTo>
                    <a:pt x="261" y="1686"/>
                  </a:lnTo>
                  <a:lnTo>
                    <a:pt x="0" y="1486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h5335"/>
            <p:cNvSpPr/>
            <p:nvPr/>
          </p:nvSpPr>
          <p:spPr>
            <a:xfrm>
              <a:off x="8063258" y="2953839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h5336"/>
            <p:cNvSpPr/>
            <p:nvPr/>
          </p:nvSpPr>
          <p:spPr>
            <a:xfrm>
              <a:off x="8064213" y="3000922"/>
              <a:ext cx="733" cy="725"/>
            </a:xfrm>
            <a:custGeom>
              <a:avLst/>
              <a:pathLst>
                <a:path w="733" h="725">
                  <a:moveTo>
                    <a:pt x="733" y="371"/>
                  </a:moveTo>
                  <a:lnTo>
                    <a:pt x="633" y="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h5337"/>
            <p:cNvSpPr/>
            <p:nvPr/>
          </p:nvSpPr>
          <p:spPr>
            <a:xfrm>
              <a:off x="8065389" y="2979266"/>
              <a:ext cx="6113" cy="22202"/>
            </a:xfrm>
            <a:custGeom>
              <a:avLst/>
              <a:pathLst>
                <a:path w="6113" h="22202">
                  <a:moveTo>
                    <a:pt x="5185" y="9545"/>
                  </a:move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lnTo>
                    <a:pt x="5134" y="13454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h5338"/>
            <p:cNvSpPr/>
            <p:nvPr/>
          </p:nvSpPr>
          <p:spPr>
            <a:xfrm>
              <a:off x="8067940" y="2973500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h5339"/>
            <p:cNvSpPr/>
            <p:nvPr/>
          </p:nvSpPr>
          <p:spPr>
            <a:xfrm>
              <a:off x="8073017" y="2956972"/>
              <a:ext cx="4636" cy="14200"/>
            </a:xfrm>
            <a:custGeom>
              <a:avLst/>
              <a:pathLst>
                <a:path w="4636" h="14200">
                  <a:moveTo>
                    <a:pt x="3763" y="8296"/>
                  </a:move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lnTo>
                    <a:pt x="4636" y="10859"/>
                  </a:lnTo>
                  <a:lnTo>
                    <a:pt x="3022" y="14200"/>
                  </a:lnTo>
                  <a:lnTo>
                    <a:pt x="2628" y="13755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h5340"/>
            <p:cNvSpPr/>
            <p:nvPr/>
          </p:nvSpPr>
          <p:spPr>
            <a:xfrm>
              <a:off x="8069775" y="2957041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h5341"/>
            <p:cNvSpPr/>
            <p:nvPr/>
          </p:nvSpPr>
          <p:spPr>
            <a:xfrm>
              <a:off x="8072685" y="2956560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h5342"/>
            <p:cNvSpPr/>
            <p:nvPr/>
          </p:nvSpPr>
          <p:spPr>
            <a:xfrm>
              <a:off x="8068434" y="2956419"/>
              <a:ext cx="308" cy="311"/>
            </a:xfrm>
            <a:custGeom>
              <a:avLst/>
              <a:pathLst>
                <a:path w="308" h="311">
                  <a:moveTo>
                    <a:pt x="308" y="120"/>
                  </a:moveTo>
                  <a:lnTo>
                    <a:pt x="267" y="3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h5343"/>
            <p:cNvSpPr/>
            <p:nvPr/>
          </p:nvSpPr>
          <p:spPr>
            <a:xfrm>
              <a:off x="8070103" y="2955899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h5344"/>
            <p:cNvSpPr/>
            <p:nvPr/>
          </p:nvSpPr>
          <p:spPr>
            <a:xfrm>
              <a:off x="8067912" y="2955557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h5345"/>
            <p:cNvSpPr/>
            <p:nvPr/>
          </p:nvSpPr>
          <p:spPr>
            <a:xfrm>
              <a:off x="8071468" y="2955369"/>
              <a:ext cx="177" cy="321"/>
            </a:xfrm>
            <a:custGeom>
              <a:avLst/>
              <a:pathLst>
                <a:path w="177" h="321">
                  <a:moveTo>
                    <a:pt x="59" y="0"/>
                  </a:moveTo>
                  <a:lnTo>
                    <a:pt x="177" y="321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h5346"/>
            <p:cNvSpPr/>
            <p:nvPr/>
          </p:nvSpPr>
          <p:spPr>
            <a:xfrm>
              <a:off x="8066735" y="2954560"/>
              <a:ext cx="491" cy="1322"/>
            </a:xfrm>
            <a:custGeom>
              <a:avLst/>
              <a:pathLst>
                <a:path w="491" h="1322">
                  <a:moveTo>
                    <a:pt x="491" y="0"/>
                  </a:moveTo>
                  <a:lnTo>
                    <a:pt x="423" y="1322"/>
                  </a:lnTo>
                  <a:lnTo>
                    <a:pt x="0" y="818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h5347"/>
            <p:cNvSpPr/>
            <p:nvPr/>
          </p:nvSpPr>
          <p:spPr>
            <a:xfrm>
              <a:off x="8067834" y="2954794"/>
              <a:ext cx="196" cy="426"/>
            </a:xfrm>
            <a:custGeom>
              <a:avLst/>
              <a:pathLst>
                <a:path w="196" h="426">
                  <a:moveTo>
                    <a:pt x="0" y="0"/>
                  </a:moveTo>
                  <a:lnTo>
                    <a:pt x="196" y="400"/>
                  </a:lnTo>
                  <a:lnTo>
                    <a:pt x="6" y="426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h5348"/>
            <p:cNvSpPr/>
            <p:nvPr/>
          </p:nvSpPr>
          <p:spPr>
            <a:xfrm>
              <a:off x="8063697" y="2954222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h5349"/>
            <p:cNvSpPr/>
            <p:nvPr/>
          </p:nvSpPr>
          <p:spPr>
            <a:xfrm>
              <a:off x="8067914" y="2953848"/>
              <a:ext cx="337" cy="404"/>
            </a:xfrm>
            <a:custGeom>
              <a:avLst/>
              <a:pathLst>
                <a:path w="337" h="404">
                  <a:moveTo>
                    <a:pt x="224" y="0"/>
                  </a:moveTo>
                  <a:lnTo>
                    <a:pt x="337" y="404"/>
                  </a:lnTo>
                  <a:lnTo>
                    <a:pt x="0" y="16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h5350"/>
            <p:cNvSpPr/>
            <p:nvPr/>
          </p:nvSpPr>
          <p:spPr>
            <a:xfrm>
              <a:off x="8064501" y="2952195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h5351"/>
            <p:cNvSpPr/>
            <p:nvPr/>
          </p:nvSpPr>
          <p:spPr>
            <a:xfrm>
              <a:off x="8039523" y="2675282"/>
              <a:ext cx="55657" cy="41066"/>
            </a:xfrm>
            <a:custGeom>
              <a:avLst/>
              <a:pathLst>
                <a:path w="55657" h="41066">
                  <a:moveTo>
                    <a:pt x="28813" y="19809"/>
                  </a:moveTo>
                  <a:lnTo>
                    <a:pt x="55657" y="16503"/>
                  </a:lnTo>
                  <a:lnTo>
                    <a:pt x="55075" y="20240"/>
                  </a:lnTo>
                  <a:lnTo>
                    <a:pt x="52644" y="27375"/>
                  </a:lnTo>
                  <a:lnTo>
                    <a:pt x="48013" y="32668"/>
                  </a:lnTo>
                  <a:lnTo>
                    <a:pt x="47977" y="32085"/>
                  </a:lnTo>
                  <a:lnTo>
                    <a:pt x="30306" y="34017"/>
                  </a:lnTo>
                  <a:lnTo>
                    <a:pt x="18407" y="41066"/>
                  </a:lnTo>
                  <a:lnTo>
                    <a:pt x="17081" y="28267"/>
                  </a:lnTo>
                  <a:lnTo>
                    <a:pt x="2453" y="29650"/>
                  </a:lnTo>
                  <a:lnTo>
                    <a:pt x="0" y="2504"/>
                  </a:lnTo>
                  <a:lnTo>
                    <a:pt x="24813" y="233"/>
                  </a:lnTo>
                  <a:lnTo>
                    <a:pt x="268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h5352"/>
            <p:cNvSpPr/>
            <p:nvPr/>
          </p:nvSpPr>
          <p:spPr>
            <a:xfrm>
              <a:off x="7975790" y="2707367"/>
              <a:ext cx="111746" cy="59166"/>
            </a:xfrm>
            <a:custGeom>
              <a:avLst/>
              <a:pathLst>
                <a:path w="111746" h="59166">
                  <a:moveTo>
                    <a:pt x="111746" y="583"/>
                  </a:moveTo>
                  <a:lnTo>
                    <a:pt x="107679" y="8112"/>
                  </a:lnTo>
                  <a:lnTo>
                    <a:pt x="108059" y="10191"/>
                  </a:lnTo>
                  <a:lnTo>
                    <a:pt x="102350" y="15498"/>
                  </a:lnTo>
                  <a:lnTo>
                    <a:pt x="94658" y="27787"/>
                  </a:lnTo>
                  <a:lnTo>
                    <a:pt x="92395" y="30133"/>
                  </a:lnTo>
                  <a:lnTo>
                    <a:pt x="90190" y="28992"/>
                  </a:lnTo>
                  <a:lnTo>
                    <a:pt x="85568" y="28350"/>
                  </a:lnTo>
                  <a:lnTo>
                    <a:pt x="84265" y="30022"/>
                  </a:lnTo>
                  <a:lnTo>
                    <a:pt x="88350" y="31434"/>
                  </a:lnTo>
                  <a:lnTo>
                    <a:pt x="89958" y="29819"/>
                  </a:lnTo>
                  <a:lnTo>
                    <a:pt x="91520" y="31247"/>
                  </a:lnTo>
                  <a:lnTo>
                    <a:pt x="90075" y="32131"/>
                  </a:lnTo>
                  <a:lnTo>
                    <a:pt x="87713" y="35359"/>
                  </a:lnTo>
                  <a:lnTo>
                    <a:pt x="81006" y="40852"/>
                  </a:lnTo>
                  <a:lnTo>
                    <a:pt x="78842" y="43450"/>
                  </a:lnTo>
                  <a:lnTo>
                    <a:pt x="74000" y="51958"/>
                  </a:lnTo>
                  <a:lnTo>
                    <a:pt x="71904" y="51440"/>
                  </a:lnTo>
                  <a:lnTo>
                    <a:pt x="67544" y="48086"/>
                  </a:lnTo>
                  <a:lnTo>
                    <a:pt x="64857" y="48573"/>
                  </a:lnTo>
                  <a:lnTo>
                    <a:pt x="62406" y="53872"/>
                  </a:lnTo>
                  <a:lnTo>
                    <a:pt x="67524" y="56102"/>
                  </a:lnTo>
                  <a:lnTo>
                    <a:pt x="66365" y="59166"/>
                  </a:lnTo>
                  <a:lnTo>
                    <a:pt x="58038" y="55564"/>
                  </a:lnTo>
                  <a:lnTo>
                    <a:pt x="49692" y="58797"/>
                  </a:lnTo>
                  <a:lnTo>
                    <a:pt x="42660" y="51397"/>
                  </a:lnTo>
                  <a:lnTo>
                    <a:pt x="41394" y="48267"/>
                  </a:lnTo>
                  <a:lnTo>
                    <a:pt x="35687" y="43264"/>
                  </a:lnTo>
                  <a:lnTo>
                    <a:pt x="20642" y="44737"/>
                  </a:lnTo>
                  <a:lnTo>
                    <a:pt x="13055" y="54430"/>
                  </a:lnTo>
                  <a:lnTo>
                    <a:pt x="0" y="55074"/>
                  </a:lnTo>
                  <a:lnTo>
                    <a:pt x="2487" y="52021"/>
                  </a:lnTo>
                  <a:lnTo>
                    <a:pt x="21997" y="28017"/>
                  </a:lnTo>
                  <a:lnTo>
                    <a:pt x="36772" y="26790"/>
                  </a:lnTo>
                  <a:lnTo>
                    <a:pt x="37146" y="33065"/>
                  </a:lnTo>
                  <a:lnTo>
                    <a:pt x="47436" y="32871"/>
                  </a:lnTo>
                  <a:lnTo>
                    <a:pt x="46423" y="24863"/>
                  </a:lnTo>
                  <a:lnTo>
                    <a:pt x="76684" y="22057"/>
                  </a:lnTo>
                  <a:lnTo>
                    <a:pt x="74781" y="21002"/>
                  </a:lnTo>
                  <a:lnTo>
                    <a:pt x="76843" y="16341"/>
                  </a:lnTo>
                  <a:lnTo>
                    <a:pt x="82140" y="8981"/>
                  </a:lnTo>
                  <a:lnTo>
                    <a:pt x="94038" y="1931"/>
                  </a:lnTo>
                  <a:lnTo>
                    <a:pt x="11171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h5353"/>
            <p:cNvSpPr/>
            <p:nvPr/>
          </p:nvSpPr>
          <p:spPr>
            <a:xfrm>
              <a:off x="7856548" y="2914615"/>
              <a:ext cx="181315" cy="72173"/>
            </a:xfrm>
            <a:custGeom>
              <a:avLst/>
              <a:pathLst>
                <a:path w="181315" h="72173">
                  <a:moveTo>
                    <a:pt x="48499" y="1523"/>
                  </a:moveTo>
                  <a:lnTo>
                    <a:pt x="55528" y="934"/>
                  </a:lnTo>
                  <a:lnTo>
                    <a:pt x="61919" y="270"/>
                  </a:lnTo>
                  <a:lnTo>
                    <a:pt x="62944" y="883"/>
                  </a:lnTo>
                  <a:lnTo>
                    <a:pt x="63202" y="3593"/>
                  </a:lnTo>
                  <a:lnTo>
                    <a:pt x="67099" y="3224"/>
                  </a:lnTo>
                  <a:lnTo>
                    <a:pt x="66935" y="1785"/>
                  </a:lnTo>
                  <a:lnTo>
                    <a:pt x="74890" y="937"/>
                  </a:lnTo>
                  <a:lnTo>
                    <a:pt x="75224" y="1694"/>
                  </a:lnTo>
                  <a:lnTo>
                    <a:pt x="76237" y="1838"/>
                  </a:lnTo>
                  <a:lnTo>
                    <a:pt x="86164" y="380"/>
                  </a:lnTo>
                  <a:lnTo>
                    <a:pt x="82985" y="12807"/>
                  </a:lnTo>
                  <a:lnTo>
                    <a:pt x="87044" y="12766"/>
                  </a:lnTo>
                  <a:lnTo>
                    <a:pt x="103925" y="16203"/>
                  </a:lnTo>
                  <a:lnTo>
                    <a:pt x="106564" y="3403"/>
                  </a:lnTo>
                  <a:lnTo>
                    <a:pt x="128597" y="6051"/>
                  </a:lnTo>
                  <a:lnTo>
                    <a:pt x="181220" y="579"/>
                  </a:lnTo>
                  <a:lnTo>
                    <a:pt x="181315" y="5952"/>
                  </a:lnTo>
                  <a:lnTo>
                    <a:pt x="180011" y="7411"/>
                  </a:lnTo>
                  <a:lnTo>
                    <a:pt x="175838" y="19815"/>
                  </a:lnTo>
                  <a:lnTo>
                    <a:pt x="171833" y="18549"/>
                  </a:lnTo>
                  <a:lnTo>
                    <a:pt x="122289" y="23371"/>
                  </a:lnTo>
                  <a:lnTo>
                    <a:pt x="123125" y="29195"/>
                  </a:lnTo>
                  <a:lnTo>
                    <a:pt x="117039" y="29808"/>
                  </a:lnTo>
                  <a:lnTo>
                    <a:pt x="113704" y="33368"/>
                  </a:lnTo>
                  <a:lnTo>
                    <a:pt x="112122" y="37651"/>
                  </a:lnTo>
                  <a:lnTo>
                    <a:pt x="110354" y="37658"/>
                  </a:lnTo>
                  <a:lnTo>
                    <a:pt x="108057" y="36634"/>
                  </a:lnTo>
                  <a:lnTo>
                    <a:pt x="107244" y="37004"/>
                  </a:lnTo>
                  <a:lnTo>
                    <a:pt x="100093" y="51922"/>
                  </a:lnTo>
                  <a:lnTo>
                    <a:pt x="95989" y="56416"/>
                  </a:lnTo>
                  <a:lnTo>
                    <a:pt x="92775" y="58835"/>
                  </a:lnTo>
                  <a:lnTo>
                    <a:pt x="91836" y="63979"/>
                  </a:lnTo>
                  <a:lnTo>
                    <a:pt x="89380" y="68378"/>
                  </a:lnTo>
                  <a:lnTo>
                    <a:pt x="72547" y="67412"/>
                  </a:lnTo>
                  <a:lnTo>
                    <a:pt x="69777" y="70263"/>
                  </a:lnTo>
                  <a:lnTo>
                    <a:pt x="50982" y="72173"/>
                  </a:lnTo>
                  <a:lnTo>
                    <a:pt x="49454" y="56336"/>
                  </a:lnTo>
                  <a:lnTo>
                    <a:pt x="41412" y="57115"/>
                  </a:lnTo>
                  <a:lnTo>
                    <a:pt x="40534" y="49936"/>
                  </a:lnTo>
                  <a:lnTo>
                    <a:pt x="29674" y="51082"/>
                  </a:lnTo>
                  <a:lnTo>
                    <a:pt x="29842" y="53822"/>
                  </a:lnTo>
                  <a:lnTo>
                    <a:pt x="25018" y="54030"/>
                  </a:lnTo>
                  <a:lnTo>
                    <a:pt x="20234" y="52156"/>
                  </a:lnTo>
                  <a:lnTo>
                    <a:pt x="19725" y="46408"/>
                  </a:lnTo>
                  <a:lnTo>
                    <a:pt x="13566" y="47907"/>
                  </a:lnTo>
                  <a:lnTo>
                    <a:pt x="12738" y="44373"/>
                  </a:lnTo>
                  <a:lnTo>
                    <a:pt x="3542" y="46429"/>
                  </a:lnTo>
                  <a:lnTo>
                    <a:pt x="2453" y="32437"/>
                  </a:lnTo>
                  <a:lnTo>
                    <a:pt x="2263" y="16023"/>
                  </a:lnTo>
                  <a:lnTo>
                    <a:pt x="999" y="16043"/>
                  </a:lnTo>
                  <a:lnTo>
                    <a:pt x="0" y="4953"/>
                  </a:lnTo>
                  <a:lnTo>
                    <a:pt x="4836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h5354"/>
            <p:cNvSpPr/>
            <p:nvPr/>
          </p:nvSpPr>
          <p:spPr>
            <a:xfrm>
              <a:off x="7997787" y="2625147"/>
              <a:ext cx="66549" cy="115286"/>
            </a:xfrm>
            <a:custGeom>
              <a:avLst/>
              <a:pathLst>
                <a:path w="66549" h="115286">
                  <a:moveTo>
                    <a:pt x="62341" y="19262"/>
                  </a:moveTo>
                  <a:lnTo>
                    <a:pt x="63300" y="19215"/>
                  </a:lnTo>
                  <a:lnTo>
                    <a:pt x="65152" y="36968"/>
                  </a:lnTo>
                  <a:lnTo>
                    <a:pt x="66549" y="50368"/>
                  </a:lnTo>
                  <a:lnTo>
                    <a:pt x="41735" y="52639"/>
                  </a:lnTo>
                  <a:lnTo>
                    <a:pt x="44189" y="79785"/>
                  </a:lnTo>
                  <a:lnTo>
                    <a:pt x="58816" y="78402"/>
                  </a:lnTo>
                  <a:lnTo>
                    <a:pt x="60143" y="91201"/>
                  </a:lnTo>
                  <a:lnTo>
                    <a:pt x="54845" y="98561"/>
                  </a:lnTo>
                  <a:lnTo>
                    <a:pt x="52783" y="103223"/>
                  </a:lnTo>
                  <a:lnTo>
                    <a:pt x="54687" y="104277"/>
                  </a:lnTo>
                  <a:lnTo>
                    <a:pt x="24426" y="107084"/>
                  </a:lnTo>
                  <a:lnTo>
                    <a:pt x="25438" y="115092"/>
                  </a:lnTo>
                  <a:lnTo>
                    <a:pt x="15149" y="115286"/>
                  </a:lnTo>
                  <a:lnTo>
                    <a:pt x="14775" y="109010"/>
                  </a:lnTo>
                  <a:lnTo>
                    <a:pt x="0" y="110237"/>
                  </a:lnTo>
                  <a:lnTo>
                    <a:pt x="15184" y="76317"/>
                  </a:lnTo>
                  <a:lnTo>
                    <a:pt x="19325" y="67067"/>
                  </a:lnTo>
                  <a:lnTo>
                    <a:pt x="13253" y="9032"/>
                  </a:lnTo>
                  <a:lnTo>
                    <a:pt x="18504" y="9127"/>
                  </a:lnTo>
                  <a:lnTo>
                    <a:pt x="22975" y="11090"/>
                  </a:lnTo>
                  <a:lnTo>
                    <a:pt x="28254" y="11431"/>
                  </a:lnTo>
                  <a:lnTo>
                    <a:pt x="35417" y="13702"/>
                  </a:lnTo>
                  <a:lnTo>
                    <a:pt x="43081" y="12180"/>
                  </a:lnTo>
                  <a:lnTo>
                    <a:pt x="47938" y="12629"/>
                  </a:lnTo>
                  <a:lnTo>
                    <a:pt x="58113" y="8100"/>
                  </a:lnTo>
                  <a:lnTo>
                    <a:pt x="60139" y="6562"/>
                  </a:lnTo>
                  <a:lnTo>
                    <a:pt x="60329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h5355"/>
            <p:cNvSpPr/>
            <p:nvPr/>
          </p:nvSpPr>
          <p:spPr>
            <a:xfrm>
              <a:off x="8026030" y="2615772"/>
              <a:ext cx="31191" cy="15256"/>
            </a:xfrm>
            <a:custGeom>
              <a:avLst/>
              <a:pathLst>
                <a:path w="31191" h="15256">
                  <a:moveTo>
                    <a:pt x="29845" y="1710"/>
                  </a:moveTo>
                  <a:lnTo>
                    <a:pt x="28931" y="4558"/>
                  </a:lnTo>
                  <a:lnTo>
                    <a:pt x="24841" y="6592"/>
                  </a:lnTo>
                  <a:lnTo>
                    <a:pt x="20875" y="10463"/>
                  </a:lnTo>
                  <a:lnTo>
                    <a:pt x="12821" y="12483"/>
                  </a:lnTo>
                  <a:lnTo>
                    <a:pt x="8396" y="10674"/>
                  </a:lnTo>
                  <a:lnTo>
                    <a:pt x="7147" y="9106"/>
                  </a:lnTo>
                  <a:lnTo>
                    <a:pt x="4138" y="11236"/>
                  </a:lnTo>
                  <a:lnTo>
                    <a:pt x="1396" y="14957"/>
                  </a:lnTo>
                  <a:lnTo>
                    <a:pt x="866" y="15256"/>
                  </a:lnTo>
                  <a:lnTo>
                    <a:pt x="0" y="14370"/>
                  </a:lnTo>
                  <a:lnTo>
                    <a:pt x="6233" y="7165"/>
                  </a:lnTo>
                  <a:lnTo>
                    <a:pt x="9431" y="8995"/>
                  </a:lnTo>
                  <a:lnTo>
                    <a:pt x="12508" y="9472"/>
                  </a:lnTo>
                  <a:lnTo>
                    <a:pt x="19092" y="8526"/>
                  </a:lnTo>
                  <a:lnTo>
                    <a:pt x="26948" y="4406"/>
                  </a:lnTo>
                  <a:lnTo>
                    <a:pt x="31108" y="0"/>
                  </a:lnTo>
                  <a:lnTo>
                    <a:pt x="31148" y="381"/>
                  </a:lnTo>
                  <a:lnTo>
                    <a:pt x="31169" y="588"/>
                  </a:lnTo>
                  <a:lnTo>
                    <a:pt x="31191" y="797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h5356"/>
            <p:cNvSpPr/>
            <p:nvPr/>
          </p:nvSpPr>
          <p:spPr>
            <a:xfrm>
              <a:off x="8055221" y="2618923"/>
              <a:ext cx="2629" cy="3666"/>
            </a:xfrm>
            <a:custGeom>
              <a:avLst/>
              <a:pathLst>
                <a:path w="2629" h="3666">
                  <a:moveTo>
                    <a:pt x="2629" y="3666"/>
                  </a:moveTo>
                  <a:lnTo>
                    <a:pt x="0" y="3107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h5357"/>
            <p:cNvSpPr/>
            <p:nvPr/>
          </p:nvSpPr>
          <p:spPr>
            <a:xfrm>
              <a:off x="7836266" y="2798650"/>
              <a:ext cx="96953" cy="120917"/>
            </a:xfrm>
            <a:custGeom>
              <a:avLst/>
              <a:pathLst>
                <a:path w="96953" h="120917">
                  <a:moveTo>
                    <a:pt x="88424" y="371"/>
                  </a:moveTo>
                  <a:lnTo>
                    <a:pt x="91482" y="3417"/>
                  </a:lnTo>
                  <a:lnTo>
                    <a:pt x="91024" y="15627"/>
                  </a:lnTo>
                  <a:lnTo>
                    <a:pt x="84205" y="15521"/>
                  </a:lnTo>
                  <a:lnTo>
                    <a:pt x="84305" y="17952"/>
                  </a:lnTo>
                  <a:lnTo>
                    <a:pt x="86203" y="21163"/>
                  </a:lnTo>
                  <a:lnTo>
                    <a:pt x="90828" y="21092"/>
                  </a:lnTo>
                  <a:lnTo>
                    <a:pt x="90938" y="19192"/>
                  </a:lnTo>
                  <a:lnTo>
                    <a:pt x="96520" y="19434"/>
                  </a:lnTo>
                  <a:lnTo>
                    <a:pt x="96953" y="26384"/>
                  </a:lnTo>
                  <a:lnTo>
                    <a:pt x="96623" y="27176"/>
                  </a:lnTo>
                  <a:lnTo>
                    <a:pt x="95142" y="27365"/>
                  </a:lnTo>
                  <a:lnTo>
                    <a:pt x="95063" y="26610"/>
                  </a:lnTo>
                  <a:lnTo>
                    <a:pt x="88553" y="27269"/>
                  </a:lnTo>
                  <a:lnTo>
                    <a:pt x="89295" y="35040"/>
                  </a:lnTo>
                  <a:lnTo>
                    <a:pt x="87541" y="35160"/>
                  </a:lnTo>
                  <a:lnTo>
                    <a:pt x="85519" y="48410"/>
                  </a:lnTo>
                  <a:lnTo>
                    <a:pt x="84196" y="52985"/>
                  </a:lnTo>
                  <a:lnTo>
                    <a:pt x="81860" y="52737"/>
                  </a:lnTo>
                  <a:lnTo>
                    <a:pt x="80066" y="66189"/>
                  </a:lnTo>
                  <a:lnTo>
                    <a:pt x="78457" y="66837"/>
                  </a:lnTo>
                  <a:lnTo>
                    <a:pt x="73573" y="66179"/>
                  </a:lnTo>
                  <a:lnTo>
                    <a:pt x="71476" y="68140"/>
                  </a:lnTo>
                  <a:lnTo>
                    <a:pt x="74364" y="71593"/>
                  </a:lnTo>
                  <a:lnTo>
                    <a:pt x="75725" y="71607"/>
                  </a:lnTo>
                  <a:lnTo>
                    <a:pt x="76904" y="89155"/>
                  </a:lnTo>
                  <a:lnTo>
                    <a:pt x="74338" y="89079"/>
                  </a:lnTo>
                  <a:lnTo>
                    <a:pt x="74281" y="88390"/>
                  </a:lnTo>
                  <a:lnTo>
                    <a:pt x="68890" y="88293"/>
                  </a:lnTo>
                  <a:lnTo>
                    <a:pt x="68769" y="95278"/>
                  </a:lnTo>
                  <a:lnTo>
                    <a:pt x="71559" y="95098"/>
                  </a:lnTo>
                  <a:lnTo>
                    <a:pt x="72307" y="96041"/>
                  </a:lnTo>
                  <a:lnTo>
                    <a:pt x="72212" y="102772"/>
                  </a:lnTo>
                  <a:lnTo>
                    <a:pt x="77862" y="102310"/>
                  </a:lnTo>
                  <a:lnTo>
                    <a:pt x="78320" y="106522"/>
                  </a:lnTo>
                  <a:lnTo>
                    <a:pt x="75810" y="116898"/>
                  </a:lnTo>
                  <a:lnTo>
                    <a:pt x="68781" y="117488"/>
                  </a:lnTo>
                  <a:lnTo>
                    <a:pt x="68645" y="115964"/>
                  </a:lnTo>
                  <a:lnTo>
                    <a:pt x="20281" y="120917"/>
                  </a:lnTo>
                  <a:lnTo>
                    <a:pt x="18214" y="97509"/>
                  </a:lnTo>
                  <a:lnTo>
                    <a:pt x="0" y="83912"/>
                  </a:lnTo>
                  <a:lnTo>
                    <a:pt x="8057" y="76397"/>
                  </a:lnTo>
                  <a:lnTo>
                    <a:pt x="7381" y="73034"/>
                  </a:lnTo>
                  <a:lnTo>
                    <a:pt x="11087" y="71824"/>
                  </a:lnTo>
                  <a:lnTo>
                    <a:pt x="16140" y="72160"/>
                  </a:lnTo>
                  <a:lnTo>
                    <a:pt x="16215" y="78867"/>
                  </a:lnTo>
                  <a:lnTo>
                    <a:pt x="20756" y="78327"/>
                  </a:lnTo>
                  <a:lnTo>
                    <a:pt x="20507" y="74764"/>
                  </a:lnTo>
                  <a:lnTo>
                    <a:pt x="17644" y="74747"/>
                  </a:lnTo>
                  <a:lnTo>
                    <a:pt x="17847" y="64112"/>
                  </a:lnTo>
                  <a:lnTo>
                    <a:pt x="23471" y="64708"/>
                  </a:lnTo>
                  <a:lnTo>
                    <a:pt x="23361" y="65766"/>
                  </a:lnTo>
                  <a:lnTo>
                    <a:pt x="27914" y="66238"/>
                  </a:lnTo>
                  <a:lnTo>
                    <a:pt x="28221" y="62528"/>
                  </a:lnTo>
                  <a:lnTo>
                    <a:pt x="31969" y="62660"/>
                  </a:lnTo>
                  <a:lnTo>
                    <a:pt x="32039" y="59957"/>
                  </a:lnTo>
                  <a:lnTo>
                    <a:pt x="26029" y="61213"/>
                  </a:lnTo>
                  <a:lnTo>
                    <a:pt x="28093" y="54424"/>
                  </a:lnTo>
                  <a:lnTo>
                    <a:pt x="33339" y="48998"/>
                  </a:lnTo>
                  <a:lnTo>
                    <a:pt x="35380" y="48965"/>
                  </a:lnTo>
                  <a:lnTo>
                    <a:pt x="35259" y="49736"/>
                  </a:lnTo>
                  <a:lnTo>
                    <a:pt x="36878" y="51803"/>
                  </a:lnTo>
                  <a:lnTo>
                    <a:pt x="38676" y="51758"/>
                  </a:lnTo>
                  <a:lnTo>
                    <a:pt x="40634" y="50385"/>
                  </a:lnTo>
                  <a:lnTo>
                    <a:pt x="41760" y="45986"/>
                  </a:lnTo>
                  <a:lnTo>
                    <a:pt x="41171" y="43140"/>
                  </a:lnTo>
                  <a:lnTo>
                    <a:pt x="43263" y="40915"/>
                  </a:lnTo>
                  <a:lnTo>
                    <a:pt x="49330" y="40142"/>
                  </a:lnTo>
                  <a:lnTo>
                    <a:pt x="52683" y="24498"/>
                  </a:lnTo>
                  <a:lnTo>
                    <a:pt x="57205" y="23254"/>
                  </a:lnTo>
                  <a:lnTo>
                    <a:pt x="61995" y="23375"/>
                  </a:lnTo>
                  <a:lnTo>
                    <a:pt x="62726" y="21052"/>
                  </a:lnTo>
                  <a:lnTo>
                    <a:pt x="62968" y="15267"/>
                  </a:lnTo>
                  <a:lnTo>
                    <a:pt x="62190" y="13852"/>
                  </a:lnTo>
                  <a:lnTo>
                    <a:pt x="67534" y="9707"/>
                  </a:lnTo>
                  <a:lnTo>
                    <a:pt x="74299" y="5760"/>
                  </a:lnTo>
                  <a:lnTo>
                    <a:pt x="82081" y="5588"/>
                  </a:lnTo>
                  <a:lnTo>
                    <a:pt x="82149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h5358"/>
            <p:cNvSpPr/>
            <p:nvPr/>
          </p:nvSpPr>
          <p:spPr>
            <a:xfrm>
              <a:off x="7972680" y="2750632"/>
              <a:ext cx="77111" cy="85679"/>
            </a:xfrm>
            <a:custGeom>
              <a:avLst/>
              <a:pathLst>
                <a:path w="77111" h="85679">
                  <a:moveTo>
                    <a:pt x="44504" y="5003"/>
                  </a:moveTo>
                  <a:lnTo>
                    <a:pt x="45771" y="8132"/>
                  </a:lnTo>
                  <a:lnTo>
                    <a:pt x="52802" y="15532"/>
                  </a:lnTo>
                  <a:lnTo>
                    <a:pt x="61148" y="12299"/>
                  </a:lnTo>
                  <a:lnTo>
                    <a:pt x="69475" y="15902"/>
                  </a:lnTo>
                  <a:lnTo>
                    <a:pt x="70634" y="12837"/>
                  </a:lnTo>
                  <a:lnTo>
                    <a:pt x="65516" y="10607"/>
                  </a:lnTo>
                  <a:lnTo>
                    <a:pt x="67967" y="5308"/>
                  </a:lnTo>
                  <a:lnTo>
                    <a:pt x="70655" y="4821"/>
                  </a:lnTo>
                  <a:lnTo>
                    <a:pt x="75014" y="8176"/>
                  </a:lnTo>
                  <a:lnTo>
                    <a:pt x="77111" y="8694"/>
                  </a:lnTo>
                  <a:lnTo>
                    <a:pt x="75246" y="11763"/>
                  </a:lnTo>
                  <a:lnTo>
                    <a:pt x="72472" y="18880"/>
                  </a:lnTo>
                  <a:lnTo>
                    <a:pt x="72803" y="19703"/>
                  </a:lnTo>
                  <a:lnTo>
                    <a:pt x="71628" y="20747"/>
                  </a:lnTo>
                  <a:lnTo>
                    <a:pt x="72470" y="21020"/>
                  </a:lnTo>
                  <a:lnTo>
                    <a:pt x="71844" y="23103"/>
                  </a:lnTo>
                  <a:lnTo>
                    <a:pt x="65973" y="31914"/>
                  </a:lnTo>
                  <a:lnTo>
                    <a:pt x="63335" y="40134"/>
                  </a:lnTo>
                  <a:lnTo>
                    <a:pt x="61938" y="47121"/>
                  </a:lnTo>
                  <a:lnTo>
                    <a:pt x="61667" y="50300"/>
                  </a:lnTo>
                  <a:lnTo>
                    <a:pt x="62756" y="59264"/>
                  </a:lnTo>
                  <a:lnTo>
                    <a:pt x="66248" y="66918"/>
                  </a:lnTo>
                  <a:lnTo>
                    <a:pt x="68170" y="67465"/>
                  </a:lnTo>
                  <a:lnTo>
                    <a:pt x="69355" y="72372"/>
                  </a:lnTo>
                  <a:lnTo>
                    <a:pt x="67610" y="78456"/>
                  </a:lnTo>
                  <a:lnTo>
                    <a:pt x="65823" y="79553"/>
                  </a:lnTo>
                  <a:lnTo>
                    <a:pt x="65263" y="80782"/>
                  </a:lnTo>
                  <a:lnTo>
                    <a:pt x="65092" y="82586"/>
                  </a:lnTo>
                  <a:lnTo>
                    <a:pt x="66281" y="84838"/>
                  </a:lnTo>
                  <a:lnTo>
                    <a:pt x="65379" y="85679"/>
                  </a:lnTo>
                  <a:lnTo>
                    <a:pt x="64199" y="84633"/>
                  </a:lnTo>
                  <a:lnTo>
                    <a:pt x="64844" y="79215"/>
                  </a:lnTo>
                  <a:lnTo>
                    <a:pt x="65391" y="78536"/>
                  </a:lnTo>
                  <a:lnTo>
                    <a:pt x="67459" y="78315"/>
                  </a:lnTo>
                  <a:lnTo>
                    <a:pt x="69178" y="72002"/>
                  </a:lnTo>
                  <a:lnTo>
                    <a:pt x="68409" y="69000"/>
                  </a:lnTo>
                  <a:lnTo>
                    <a:pt x="65597" y="66380"/>
                  </a:lnTo>
                  <a:lnTo>
                    <a:pt x="63967" y="65883"/>
                  </a:lnTo>
                  <a:lnTo>
                    <a:pt x="66796" y="72539"/>
                  </a:lnTo>
                  <a:lnTo>
                    <a:pt x="62440" y="82400"/>
                  </a:lnTo>
                  <a:lnTo>
                    <a:pt x="58505" y="43617"/>
                  </a:lnTo>
                  <a:lnTo>
                    <a:pt x="44192" y="45055"/>
                  </a:lnTo>
                  <a:lnTo>
                    <a:pt x="43335" y="36541"/>
                  </a:lnTo>
                  <a:lnTo>
                    <a:pt x="4660" y="40017"/>
                  </a:lnTo>
                  <a:lnTo>
                    <a:pt x="0" y="14822"/>
                  </a:lnTo>
                  <a:lnTo>
                    <a:pt x="3110" y="11810"/>
                  </a:lnTo>
                  <a:lnTo>
                    <a:pt x="16166" y="11165"/>
                  </a:lnTo>
                  <a:lnTo>
                    <a:pt x="23752" y="1472"/>
                  </a:lnTo>
                  <a:lnTo>
                    <a:pt x="38797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h5359"/>
            <p:cNvSpPr/>
            <p:nvPr/>
          </p:nvSpPr>
          <p:spPr>
            <a:xfrm>
              <a:off x="6490478" y="2654696"/>
              <a:ext cx="47618" cy="38432"/>
            </a:xfrm>
            <a:custGeom>
              <a:avLst/>
              <a:pathLst>
                <a:path w="47618" h="38432">
                  <a:moveTo>
                    <a:pt x="39780" y="0"/>
                  </a:moveTo>
                  <a:lnTo>
                    <a:pt x="43598" y="4493"/>
                  </a:lnTo>
                  <a:lnTo>
                    <a:pt x="46105" y="7274"/>
                  </a:lnTo>
                  <a:lnTo>
                    <a:pt x="46115" y="10922"/>
                  </a:lnTo>
                  <a:lnTo>
                    <a:pt x="47618" y="13231"/>
                  </a:lnTo>
                  <a:lnTo>
                    <a:pt x="45809" y="19777"/>
                  </a:lnTo>
                  <a:lnTo>
                    <a:pt x="46144" y="24654"/>
                  </a:lnTo>
                  <a:lnTo>
                    <a:pt x="45456" y="27104"/>
                  </a:lnTo>
                  <a:lnTo>
                    <a:pt x="42473" y="30737"/>
                  </a:lnTo>
                  <a:lnTo>
                    <a:pt x="40844" y="38204"/>
                  </a:lnTo>
                  <a:lnTo>
                    <a:pt x="39486" y="36694"/>
                  </a:lnTo>
                  <a:lnTo>
                    <a:pt x="38948" y="38432"/>
                  </a:lnTo>
                  <a:lnTo>
                    <a:pt x="35354" y="37328"/>
                  </a:lnTo>
                  <a:lnTo>
                    <a:pt x="31355" y="32778"/>
                  </a:lnTo>
                  <a:lnTo>
                    <a:pt x="26447" y="28890"/>
                  </a:lnTo>
                  <a:lnTo>
                    <a:pt x="17855" y="27523"/>
                  </a:lnTo>
                  <a:lnTo>
                    <a:pt x="9323" y="29039"/>
                  </a:lnTo>
                  <a:lnTo>
                    <a:pt x="6529" y="28546"/>
                  </a:lnTo>
                  <a:lnTo>
                    <a:pt x="0" y="23269"/>
                  </a:lnTo>
                  <a:lnTo>
                    <a:pt x="284" y="21617"/>
                  </a:lnTo>
                  <a:lnTo>
                    <a:pt x="1204" y="21651"/>
                  </a:lnTo>
                  <a:lnTo>
                    <a:pt x="3761" y="9065"/>
                  </a:lnTo>
                  <a:lnTo>
                    <a:pt x="10003" y="7530"/>
                  </a:lnTo>
                  <a:lnTo>
                    <a:pt x="10940" y="8232"/>
                  </a:lnTo>
                  <a:lnTo>
                    <a:pt x="14780" y="6713"/>
                  </a:lnTo>
                  <a:lnTo>
                    <a:pt x="19387" y="2546"/>
                  </a:lnTo>
                  <a:lnTo>
                    <a:pt x="23568" y="2852"/>
                  </a:lnTo>
                  <a:lnTo>
                    <a:pt x="29256" y="2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h5360"/>
            <p:cNvSpPr/>
            <p:nvPr/>
          </p:nvSpPr>
          <p:spPr>
            <a:xfrm>
              <a:off x="6586221" y="2598073"/>
              <a:ext cx="41603" cy="40494"/>
            </a:xfrm>
            <a:custGeom>
              <a:avLst/>
              <a:pathLst>
                <a:path w="41603" h="40494">
                  <a:moveTo>
                    <a:pt x="29125" y="6652"/>
                  </a:moveTo>
                  <a:lnTo>
                    <a:pt x="32530" y="3614"/>
                  </a:lnTo>
                  <a:lnTo>
                    <a:pt x="34822" y="5146"/>
                  </a:lnTo>
                  <a:lnTo>
                    <a:pt x="39279" y="3890"/>
                  </a:lnTo>
                  <a:lnTo>
                    <a:pt x="41603" y="9861"/>
                  </a:lnTo>
                  <a:lnTo>
                    <a:pt x="37823" y="7270"/>
                  </a:lnTo>
                  <a:lnTo>
                    <a:pt x="33350" y="13804"/>
                  </a:lnTo>
                  <a:lnTo>
                    <a:pt x="30656" y="14045"/>
                  </a:lnTo>
                  <a:lnTo>
                    <a:pt x="29758" y="19690"/>
                  </a:lnTo>
                  <a:lnTo>
                    <a:pt x="25041" y="18682"/>
                  </a:lnTo>
                  <a:lnTo>
                    <a:pt x="24080" y="25236"/>
                  </a:lnTo>
                  <a:lnTo>
                    <a:pt x="21406" y="25458"/>
                  </a:lnTo>
                  <a:lnTo>
                    <a:pt x="21277" y="26419"/>
                  </a:lnTo>
                  <a:lnTo>
                    <a:pt x="23731" y="32160"/>
                  </a:lnTo>
                  <a:lnTo>
                    <a:pt x="23635" y="36126"/>
                  </a:lnTo>
                  <a:lnTo>
                    <a:pt x="17662" y="38792"/>
                  </a:lnTo>
                  <a:lnTo>
                    <a:pt x="15318" y="37164"/>
                  </a:lnTo>
                  <a:lnTo>
                    <a:pt x="13516" y="38334"/>
                  </a:lnTo>
                  <a:lnTo>
                    <a:pt x="12783" y="40494"/>
                  </a:lnTo>
                  <a:lnTo>
                    <a:pt x="4735" y="39117"/>
                  </a:lnTo>
                  <a:lnTo>
                    <a:pt x="3638" y="37597"/>
                  </a:lnTo>
                  <a:lnTo>
                    <a:pt x="0" y="31394"/>
                  </a:lnTo>
                  <a:lnTo>
                    <a:pt x="6933" y="26621"/>
                  </a:lnTo>
                  <a:lnTo>
                    <a:pt x="5258" y="21286"/>
                  </a:lnTo>
                  <a:lnTo>
                    <a:pt x="3512" y="20288"/>
                  </a:lnTo>
                  <a:lnTo>
                    <a:pt x="1600" y="14046"/>
                  </a:lnTo>
                  <a:lnTo>
                    <a:pt x="3158" y="11773"/>
                  </a:lnTo>
                  <a:lnTo>
                    <a:pt x="2255" y="10724"/>
                  </a:lnTo>
                  <a:lnTo>
                    <a:pt x="4848" y="8613"/>
                  </a:lnTo>
                  <a:lnTo>
                    <a:pt x="9240" y="7213"/>
                  </a:lnTo>
                  <a:lnTo>
                    <a:pt x="15405" y="11466"/>
                  </a:lnTo>
                  <a:lnTo>
                    <a:pt x="14113" y="13182"/>
                  </a:lnTo>
                  <a:lnTo>
                    <a:pt x="21195" y="12441"/>
                  </a:lnTo>
                  <a:lnTo>
                    <a:pt x="22508" y="1879"/>
                  </a:lnTo>
                  <a:lnTo>
                    <a:pt x="21652" y="3187"/>
                  </a:lnTo>
                  <a:lnTo>
                    <a:pt x="20683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h5361"/>
            <p:cNvSpPr/>
            <p:nvPr/>
          </p:nvSpPr>
          <p:spPr>
            <a:xfrm>
              <a:off x="6742871" y="2709942"/>
              <a:ext cx="19582" cy="19882"/>
            </a:xfrm>
            <a:custGeom>
              <a:avLst/>
              <a:pathLst>
                <a:path w="19582" h="19882">
                  <a:moveTo>
                    <a:pt x="13769" y="0"/>
                  </a:moveTo>
                  <a:lnTo>
                    <a:pt x="17921" y="1409"/>
                  </a:lnTo>
                  <a:lnTo>
                    <a:pt x="17398" y="4611"/>
                  </a:lnTo>
                  <a:lnTo>
                    <a:pt x="13806" y="8360"/>
                  </a:lnTo>
                  <a:lnTo>
                    <a:pt x="15579" y="10948"/>
                  </a:lnTo>
                  <a:lnTo>
                    <a:pt x="17674" y="11956"/>
                  </a:lnTo>
                  <a:lnTo>
                    <a:pt x="19582" y="14532"/>
                  </a:lnTo>
                  <a:lnTo>
                    <a:pt x="15622" y="16980"/>
                  </a:lnTo>
                  <a:lnTo>
                    <a:pt x="13466" y="14345"/>
                  </a:lnTo>
                  <a:lnTo>
                    <a:pt x="9909" y="16042"/>
                  </a:lnTo>
                  <a:lnTo>
                    <a:pt x="10536" y="19176"/>
                  </a:lnTo>
                  <a:lnTo>
                    <a:pt x="9968" y="19882"/>
                  </a:lnTo>
                  <a:lnTo>
                    <a:pt x="5706" y="17951"/>
                  </a:lnTo>
                  <a:lnTo>
                    <a:pt x="3017" y="14028"/>
                  </a:lnTo>
                  <a:lnTo>
                    <a:pt x="595" y="4777"/>
                  </a:lnTo>
                  <a:lnTo>
                    <a:pt x="0" y="4281"/>
                  </a:lnTo>
                  <a:lnTo>
                    <a:pt x="4585" y="3584"/>
                  </a:lnTo>
                  <a:lnTo>
                    <a:pt x="8555" y="30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h5362"/>
            <p:cNvSpPr/>
            <p:nvPr/>
          </p:nvSpPr>
          <p:spPr>
            <a:xfrm>
              <a:off x="6722757" y="2710327"/>
              <a:ext cx="30082" cy="26619"/>
            </a:xfrm>
            <a:custGeom>
              <a:avLst/>
              <a:pathLst>
                <a:path w="30082" h="26619">
                  <a:moveTo>
                    <a:pt x="17896" y="5432"/>
                  </a:moveTo>
                  <a:lnTo>
                    <a:pt x="19783" y="5755"/>
                  </a:lnTo>
                  <a:lnTo>
                    <a:pt x="20709" y="4392"/>
                  </a:lnTo>
                  <a:lnTo>
                    <a:pt x="23131" y="13643"/>
                  </a:lnTo>
                  <a:lnTo>
                    <a:pt x="25820" y="17566"/>
                  </a:lnTo>
                  <a:lnTo>
                    <a:pt x="30082" y="19497"/>
                  </a:lnTo>
                  <a:lnTo>
                    <a:pt x="28844" y="20206"/>
                  </a:lnTo>
                  <a:lnTo>
                    <a:pt x="25355" y="19307"/>
                  </a:lnTo>
                  <a:lnTo>
                    <a:pt x="22824" y="19790"/>
                  </a:lnTo>
                  <a:lnTo>
                    <a:pt x="21533" y="22618"/>
                  </a:lnTo>
                  <a:lnTo>
                    <a:pt x="10588" y="26619"/>
                  </a:lnTo>
                  <a:lnTo>
                    <a:pt x="9327" y="26299"/>
                  </a:lnTo>
                  <a:lnTo>
                    <a:pt x="5066" y="25291"/>
                  </a:lnTo>
                  <a:lnTo>
                    <a:pt x="1918" y="23222"/>
                  </a:lnTo>
                  <a:lnTo>
                    <a:pt x="0" y="20867"/>
                  </a:lnTo>
                  <a:lnTo>
                    <a:pt x="856" y="17013"/>
                  </a:lnTo>
                  <a:lnTo>
                    <a:pt x="4955" y="16774"/>
                  </a:lnTo>
                  <a:lnTo>
                    <a:pt x="4233" y="11430"/>
                  </a:lnTo>
                  <a:lnTo>
                    <a:pt x="1424" y="6134"/>
                  </a:lnTo>
                  <a:lnTo>
                    <a:pt x="577" y="2182"/>
                  </a:lnTo>
                  <a:lnTo>
                    <a:pt x="6926" y="1842"/>
                  </a:lnTo>
                  <a:lnTo>
                    <a:pt x="9430" y="2599"/>
                  </a:lnTo>
                  <a:lnTo>
                    <a:pt x="13053" y="1416"/>
                  </a:lnTo>
                  <a:lnTo>
                    <a:pt x="1408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h5363"/>
            <p:cNvSpPr/>
            <p:nvPr/>
          </p:nvSpPr>
          <p:spPr>
            <a:xfrm>
              <a:off x="6534016" y="2630943"/>
              <a:ext cx="36337" cy="36983"/>
            </a:xfrm>
            <a:custGeom>
              <a:avLst/>
              <a:pathLst>
                <a:path w="36337" h="36983">
                  <a:moveTo>
                    <a:pt x="14809" y="4627"/>
                  </a:moveTo>
                  <a:lnTo>
                    <a:pt x="13047" y="6432"/>
                  </a:lnTo>
                  <a:lnTo>
                    <a:pt x="16321" y="11561"/>
                  </a:lnTo>
                  <a:lnTo>
                    <a:pt x="18945" y="12890"/>
                  </a:lnTo>
                  <a:lnTo>
                    <a:pt x="17929" y="10430"/>
                  </a:lnTo>
                  <a:lnTo>
                    <a:pt x="18994" y="9650"/>
                  </a:lnTo>
                  <a:lnTo>
                    <a:pt x="21759" y="9616"/>
                  </a:lnTo>
                  <a:lnTo>
                    <a:pt x="23105" y="10367"/>
                  </a:lnTo>
                  <a:lnTo>
                    <a:pt x="23045" y="11591"/>
                  </a:lnTo>
                  <a:lnTo>
                    <a:pt x="24751" y="12130"/>
                  </a:lnTo>
                  <a:lnTo>
                    <a:pt x="27523" y="11545"/>
                  </a:lnTo>
                  <a:lnTo>
                    <a:pt x="28121" y="13207"/>
                  </a:lnTo>
                  <a:lnTo>
                    <a:pt x="32689" y="15536"/>
                  </a:lnTo>
                  <a:lnTo>
                    <a:pt x="30141" y="19403"/>
                  </a:lnTo>
                  <a:lnTo>
                    <a:pt x="30646" y="23598"/>
                  </a:lnTo>
                  <a:lnTo>
                    <a:pt x="33680" y="25868"/>
                  </a:lnTo>
                  <a:lnTo>
                    <a:pt x="34437" y="25828"/>
                  </a:lnTo>
                  <a:lnTo>
                    <a:pt x="34841" y="24094"/>
                  </a:lnTo>
                  <a:lnTo>
                    <a:pt x="36114" y="26144"/>
                  </a:lnTo>
                  <a:lnTo>
                    <a:pt x="36337" y="27083"/>
                  </a:lnTo>
                  <a:lnTo>
                    <a:pt x="30569" y="33449"/>
                  </a:lnTo>
                  <a:lnTo>
                    <a:pt x="24062" y="34151"/>
                  </a:lnTo>
                  <a:lnTo>
                    <a:pt x="17432" y="31589"/>
                  </a:lnTo>
                  <a:lnTo>
                    <a:pt x="11557" y="33997"/>
                  </a:lnTo>
                  <a:lnTo>
                    <a:pt x="12405" y="36462"/>
                  </a:lnTo>
                  <a:lnTo>
                    <a:pt x="8313" y="36704"/>
                  </a:lnTo>
                  <a:lnTo>
                    <a:pt x="4628" y="36081"/>
                  </a:lnTo>
                  <a:lnTo>
                    <a:pt x="4080" y="36983"/>
                  </a:lnTo>
                  <a:lnTo>
                    <a:pt x="2577" y="34674"/>
                  </a:lnTo>
                  <a:lnTo>
                    <a:pt x="2567" y="31026"/>
                  </a:lnTo>
                  <a:lnTo>
                    <a:pt x="60" y="28246"/>
                  </a:lnTo>
                  <a:lnTo>
                    <a:pt x="0" y="22930"/>
                  </a:lnTo>
                  <a:lnTo>
                    <a:pt x="3958" y="22855"/>
                  </a:lnTo>
                  <a:lnTo>
                    <a:pt x="4092" y="20354"/>
                  </a:lnTo>
                  <a:lnTo>
                    <a:pt x="3003" y="17881"/>
                  </a:lnTo>
                  <a:lnTo>
                    <a:pt x="5234" y="18372"/>
                  </a:lnTo>
                  <a:lnTo>
                    <a:pt x="9247" y="16740"/>
                  </a:lnTo>
                  <a:lnTo>
                    <a:pt x="6498" y="10181"/>
                  </a:lnTo>
                  <a:lnTo>
                    <a:pt x="5820" y="6096"/>
                  </a:lnTo>
                  <a:lnTo>
                    <a:pt x="6129" y="5381"/>
                  </a:lnTo>
                  <a:lnTo>
                    <a:pt x="9313" y="5865"/>
                  </a:lnTo>
                  <a:lnTo>
                    <a:pt x="1273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h5364"/>
            <p:cNvSpPr/>
            <p:nvPr/>
          </p:nvSpPr>
          <p:spPr>
            <a:xfrm>
              <a:off x="6530822" y="2449456"/>
              <a:ext cx="18902" cy="13963"/>
            </a:xfrm>
            <a:custGeom>
              <a:avLst/>
              <a:pathLst>
                <a:path w="18902" h="13963">
                  <a:moveTo>
                    <a:pt x="14831" y="582"/>
                  </a:moveTo>
                  <a:lnTo>
                    <a:pt x="18622" y="1258"/>
                  </a:lnTo>
                  <a:lnTo>
                    <a:pt x="18902" y="4622"/>
                  </a:lnTo>
                  <a:lnTo>
                    <a:pt x="15749" y="6534"/>
                  </a:lnTo>
                  <a:lnTo>
                    <a:pt x="14121" y="11628"/>
                  </a:lnTo>
                  <a:lnTo>
                    <a:pt x="9085" y="10908"/>
                  </a:lnTo>
                  <a:lnTo>
                    <a:pt x="9661" y="13789"/>
                  </a:lnTo>
                  <a:lnTo>
                    <a:pt x="6403" y="12926"/>
                  </a:lnTo>
                  <a:lnTo>
                    <a:pt x="2213" y="13963"/>
                  </a:lnTo>
                  <a:lnTo>
                    <a:pt x="0" y="13754"/>
                  </a:lnTo>
                  <a:lnTo>
                    <a:pt x="2943" y="6056"/>
                  </a:lnTo>
                  <a:lnTo>
                    <a:pt x="3179" y="354"/>
                  </a:lnTo>
                  <a:lnTo>
                    <a:pt x="7569" y="559"/>
                  </a:lnTo>
                  <a:lnTo>
                    <a:pt x="7392" y="2889"/>
                  </a:lnTo>
                  <a:lnTo>
                    <a:pt x="11341" y="2317"/>
                  </a:lnTo>
                  <a:lnTo>
                    <a:pt x="1155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h5365"/>
            <p:cNvSpPr/>
            <p:nvPr/>
          </p:nvSpPr>
          <p:spPr>
            <a:xfrm>
              <a:off x="6464645" y="2466861"/>
              <a:ext cx="68712" cy="73906"/>
            </a:xfrm>
            <a:custGeom>
              <a:avLst/>
              <a:pathLst>
                <a:path w="68712" h="73906">
                  <a:moveTo>
                    <a:pt x="28106" y="0"/>
                  </a:moveTo>
                  <a:lnTo>
                    <a:pt x="35054" y="10560"/>
                  </a:lnTo>
                  <a:lnTo>
                    <a:pt x="30065" y="12787"/>
                  </a:lnTo>
                  <a:lnTo>
                    <a:pt x="30042" y="13862"/>
                  </a:lnTo>
                  <a:lnTo>
                    <a:pt x="36659" y="16058"/>
                  </a:lnTo>
                  <a:lnTo>
                    <a:pt x="37004" y="12394"/>
                  </a:lnTo>
                  <a:lnTo>
                    <a:pt x="40308" y="11678"/>
                  </a:lnTo>
                  <a:lnTo>
                    <a:pt x="42234" y="14307"/>
                  </a:lnTo>
                  <a:lnTo>
                    <a:pt x="40138" y="20827"/>
                  </a:lnTo>
                  <a:lnTo>
                    <a:pt x="42379" y="23559"/>
                  </a:lnTo>
                  <a:lnTo>
                    <a:pt x="53963" y="23862"/>
                  </a:lnTo>
                  <a:lnTo>
                    <a:pt x="57872" y="22143"/>
                  </a:lnTo>
                  <a:lnTo>
                    <a:pt x="58396" y="21793"/>
                  </a:lnTo>
                  <a:lnTo>
                    <a:pt x="59627" y="9342"/>
                  </a:lnTo>
                  <a:lnTo>
                    <a:pt x="64267" y="9732"/>
                  </a:lnTo>
                  <a:lnTo>
                    <a:pt x="61081" y="10591"/>
                  </a:lnTo>
                  <a:lnTo>
                    <a:pt x="63241" y="12603"/>
                  </a:lnTo>
                  <a:lnTo>
                    <a:pt x="60575" y="16410"/>
                  </a:lnTo>
                  <a:lnTo>
                    <a:pt x="61588" y="18185"/>
                  </a:lnTo>
                  <a:lnTo>
                    <a:pt x="63493" y="18072"/>
                  </a:lnTo>
                  <a:lnTo>
                    <a:pt x="65403" y="21738"/>
                  </a:lnTo>
                  <a:lnTo>
                    <a:pt x="63157" y="22321"/>
                  </a:lnTo>
                  <a:lnTo>
                    <a:pt x="59276" y="21634"/>
                  </a:lnTo>
                  <a:lnTo>
                    <a:pt x="58895" y="37036"/>
                  </a:lnTo>
                  <a:lnTo>
                    <a:pt x="60570" y="42876"/>
                  </a:lnTo>
                  <a:lnTo>
                    <a:pt x="58131" y="50549"/>
                  </a:lnTo>
                  <a:lnTo>
                    <a:pt x="63073" y="49495"/>
                  </a:lnTo>
                  <a:lnTo>
                    <a:pt x="63870" y="55663"/>
                  </a:lnTo>
                  <a:lnTo>
                    <a:pt x="66741" y="57430"/>
                  </a:lnTo>
                  <a:lnTo>
                    <a:pt x="67048" y="62444"/>
                  </a:lnTo>
                  <a:lnTo>
                    <a:pt x="68479" y="65427"/>
                  </a:lnTo>
                  <a:lnTo>
                    <a:pt x="68712" y="67469"/>
                  </a:lnTo>
                  <a:lnTo>
                    <a:pt x="66713" y="67128"/>
                  </a:lnTo>
                  <a:lnTo>
                    <a:pt x="61900" y="65832"/>
                  </a:lnTo>
                  <a:lnTo>
                    <a:pt x="61964" y="64711"/>
                  </a:lnTo>
                  <a:lnTo>
                    <a:pt x="54745" y="62907"/>
                  </a:lnTo>
                  <a:lnTo>
                    <a:pt x="54584" y="66496"/>
                  </a:lnTo>
                  <a:lnTo>
                    <a:pt x="56865" y="66460"/>
                  </a:lnTo>
                  <a:lnTo>
                    <a:pt x="56346" y="69764"/>
                  </a:lnTo>
                  <a:lnTo>
                    <a:pt x="50658" y="68730"/>
                  </a:lnTo>
                  <a:lnTo>
                    <a:pt x="50982" y="65333"/>
                  </a:lnTo>
                  <a:lnTo>
                    <a:pt x="42848" y="65866"/>
                  </a:lnTo>
                  <a:lnTo>
                    <a:pt x="38937" y="64990"/>
                  </a:lnTo>
                  <a:lnTo>
                    <a:pt x="33430" y="65727"/>
                  </a:lnTo>
                  <a:lnTo>
                    <a:pt x="29006" y="65468"/>
                  </a:lnTo>
                  <a:lnTo>
                    <a:pt x="18202" y="61250"/>
                  </a:lnTo>
                  <a:lnTo>
                    <a:pt x="13120" y="60037"/>
                  </a:lnTo>
                  <a:lnTo>
                    <a:pt x="12006" y="60853"/>
                  </a:lnTo>
                  <a:lnTo>
                    <a:pt x="12345" y="65301"/>
                  </a:lnTo>
                  <a:lnTo>
                    <a:pt x="5294" y="73906"/>
                  </a:lnTo>
                  <a:lnTo>
                    <a:pt x="1486" y="69976"/>
                  </a:lnTo>
                  <a:lnTo>
                    <a:pt x="3800" y="69273"/>
                  </a:lnTo>
                  <a:lnTo>
                    <a:pt x="7847" y="61380"/>
                  </a:lnTo>
                  <a:lnTo>
                    <a:pt x="3201" y="55240"/>
                  </a:lnTo>
                  <a:lnTo>
                    <a:pt x="0" y="47258"/>
                  </a:lnTo>
                  <a:lnTo>
                    <a:pt x="6387" y="46677"/>
                  </a:lnTo>
                  <a:lnTo>
                    <a:pt x="7480" y="45182"/>
                  </a:lnTo>
                  <a:lnTo>
                    <a:pt x="8809" y="36884"/>
                  </a:lnTo>
                  <a:lnTo>
                    <a:pt x="19756" y="43976"/>
                  </a:lnTo>
                  <a:lnTo>
                    <a:pt x="19659" y="41639"/>
                  </a:lnTo>
                  <a:lnTo>
                    <a:pt x="14087" y="38117"/>
                  </a:lnTo>
                  <a:lnTo>
                    <a:pt x="16479" y="33867"/>
                  </a:lnTo>
                  <a:lnTo>
                    <a:pt x="18763" y="32335"/>
                  </a:lnTo>
                  <a:lnTo>
                    <a:pt x="21670" y="28049"/>
                  </a:lnTo>
                  <a:lnTo>
                    <a:pt x="23961" y="26061"/>
                  </a:lnTo>
                  <a:lnTo>
                    <a:pt x="23629" y="15485"/>
                  </a:lnTo>
                  <a:lnTo>
                    <a:pt x="22359" y="5288"/>
                  </a:lnTo>
                  <a:lnTo>
                    <a:pt x="26746" y="4985"/>
                  </a:lnTo>
                  <a:lnTo>
                    <a:pt x="26478" y="3372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h5366"/>
            <p:cNvSpPr/>
            <p:nvPr/>
          </p:nvSpPr>
          <p:spPr>
            <a:xfrm>
              <a:off x="6700170" y="2601984"/>
              <a:ext cx="56935" cy="79553"/>
            </a:xfrm>
            <a:custGeom>
              <a:avLst/>
              <a:pathLst>
                <a:path w="56935" h="79553">
                  <a:moveTo>
                    <a:pt x="28567" y="0"/>
                  </a:moveTo>
                  <a:lnTo>
                    <a:pt x="42817" y="2376"/>
                  </a:lnTo>
                  <a:lnTo>
                    <a:pt x="43581" y="4860"/>
                  </a:lnTo>
                  <a:lnTo>
                    <a:pt x="44325" y="4882"/>
                  </a:lnTo>
                  <a:lnTo>
                    <a:pt x="45003" y="9243"/>
                  </a:lnTo>
                  <a:lnTo>
                    <a:pt x="45519" y="9210"/>
                  </a:lnTo>
                  <a:lnTo>
                    <a:pt x="46185" y="11487"/>
                  </a:lnTo>
                  <a:lnTo>
                    <a:pt x="47268" y="25182"/>
                  </a:lnTo>
                  <a:lnTo>
                    <a:pt x="49717" y="42843"/>
                  </a:lnTo>
                  <a:lnTo>
                    <a:pt x="47367" y="62997"/>
                  </a:lnTo>
                  <a:lnTo>
                    <a:pt x="56627" y="65658"/>
                  </a:lnTo>
                  <a:lnTo>
                    <a:pt x="56935" y="67070"/>
                  </a:lnTo>
                  <a:lnTo>
                    <a:pt x="47251" y="78661"/>
                  </a:lnTo>
                  <a:lnTo>
                    <a:pt x="44337" y="79553"/>
                  </a:lnTo>
                  <a:lnTo>
                    <a:pt x="41136" y="79001"/>
                  </a:lnTo>
                  <a:lnTo>
                    <a:pt x="41124" y="77266"/>
                  </a:lnTo>
                  <a:lnTo>
                    <a:pt x="34146" y="73258"/>
                  </a:lnTo>
                  <a:lnTo>
                    <a:pt x="25842" y="73909"/>
                  </a:lnTo>
                  <a:lnTo>
                    <a:pt x="24315" y="73298"/>
                  </a:lnTo>
                  <a:lnTo>
                    <a:pt x="23763" y="72507"/>
                  </a:lnTo>
                  <a:lnTo>
                    <a:pt x="23823" y="67859"/>
                  </a:lnTo>
                  <a:lnTo>
                    <a:pt x="21015" y="67812"/>
                  </a:lnTo>
                  <a:lnTo>
                    <a:pt x="20208" y="65339"/>
                  </a:lnTo>
                  <a:lnTo>
                    <a:pt x="18104" y="53664"/>
                  </a:lnTo>
                  <a:lnTo>
                    <a:pt x="19399" y="48883"/>
                  </a:lnTo>
                  <a:lnTo>
                    <a:pt x="17979" y="48118"/>
                  </a:lnTo>
                  <a:lnTo>
                    <a:pt x="13322" y="49152"/>
                  </a:lnTo>
                  <a:lnTo>
                    <a:pt x="11186" y="51667"/>
                  </a:lnTo>
                  <a:lnTo>
                    <a:pt x="11752" y="54685"/>
                  </a:lnTo>
                  <a:lnTo>
                    <a:pt x="9409" y="55749"/>
                  </a:lnTo>
                  <a:lnTo>
                    <a:pt x="6200" y="55795"/>
                  </a:lnTo>
                  <a:lnTo>
                    <a:pt x="4482" y="52922"/>
                  </a:lnTo>
                  <a:lnTo>
                    <a:pt x="5961" y="50137"/>
                  </a:lnTo>
                  <a:lnTo>
                    <a:pt x="7550" y="49121"/>
                  </a:lnTo>
                  <a:lnTo>
                    <a:pt x="8225" y="46947"/>
                  </a:lnTo>
                  <a:lnTo>
                    <a:pt x="4763" y="32183"/>
                  </a:lnTo>
                  <a:lnTo>
                    <a:pt x="0" y="14109"/>
                  </a:lnTo>
                  <a:lnTo>
                    <a:pt x="309" y="11190"/>
                  </a:lnTo>
                  <a:lnTo>
                    <a:pt x="3170" y="10435"/>
                  </a:lnTo>
                  <a:lnTo>
                    <a:pt x="4913" y="16013"/>
                  </a:lnTo>
                  <a:lnTo>
                    <a:pt x="10918" y="14766"/>
                  </a:lnTo>
                  <a:lnTo>
                    <a:pt x="12517" y="8678"/>
                  </a:lnTo>
                  <a:lnTo>
                    <a:pt x="9580" y="692"/>
                  </a:lnTo>
                  <a:lnTo>
                    <a:pt x="22595" y="113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h5367"/>
            <p:cNvSpPr/>
            <p:nvPr/>
          </p:nvSpPr>
          <p:spPr>
            <a:xfrm>
              <a:off x="6527389" y="2623213"/>
              <a:ext cx="19364" cy="13827"/>
            </a:xfrm>
            <a:custGeom>
              <a:avLst/>
              <a:pathLst>
                <a:path w="19364" h="13827">
                  <a:moveTo>
                    <a:pt x="16481" y="0"/>
                  </a:moveTo>
                  <a:lnTo>
                    <a:pt x="17825" y="521"/>
                  </a:lnTo>
                  <a:lnTo>
                    <a:pt x="19364" y="7730"/>
                  </a:lnTo>
                  <a:lnTo>
                    <a:pt x="15940" y="13596"/>
                  </a:lnTo>
                  <a:lnTo>
                    <a:pt x="12756" y="13112"/>
                  </a:lnTo>
                  <a:lnTo>
                    <a:pt x="12448" y="13827"/>
                  </a:lnTo>
                  <a:lnTo>
                    <a:pt x="7542" y="12099"/>
                  </a:lnTo>
                  <a:lnTo>
                    <a:pt x="4322" y="13223"/>
                  </a:lnTo>
                  <a:lnTo>
                    <a:pt x="1366" y="13425"/>
                  </a:lnTo>
                  <a:lnTo>
                    <a:pt x="352" y="12739"/>
                  </a:lnTo>
                  <a:lnTo>
                    <a:pt x="0" y="10887"/>
                  </a:lnTo>
                  <a:lnTo>
                    <a:pt x="4613" y="9043"/>
                  </a:lnTo>
                  <a:lnTo>
                    <a:pt x="11131" y="4562"/>
                  </a:lnTo>
                  <a:lnTo>
                    <a:pt x="13479" y="1413"/>
                  </a:lnTo>
                  <a:lnTo>
                    <a:pt x="11258" y="79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h5368"/>
            <p:cNvSpPr/>
            <p:nvPr/>
          </p:nvSpPr>
          <p:spPr>
            <a:xfrm>
              <a:off x="6554801" y="2682204"/>
              <a:ext cx="40508" cy="28501"/>
            </a:xfrm>
            <a:custGeom>
              <a:avLst/>
              <a:pathLst>
                <a:path w="40508" h="28501">
                  <a:moveTo>
                    <a:pt x="11738" y="0"/>
                  </a:moveTo>
                  <a:lnTo>
                    <a:pt x="19042" y="2263"/>
                  </a:lnTo>
                  <a:lnTo>
                    <a:pt x="22088" y="2479"/>
                  </a:lnTo>
                  <a:lnTo>
                    <a:pt x="29030" y="930"/>
                  </a:lnTo>
                  <a:lnTo>
                    <a:pt x="34268" y="1481"/>
                  </a:lnTo>
                  <a:lnTo>
                    <a:pt x="37072" y="2523"/>
                  </a:lnTo>
                  <a:lnTo>
                    <a:pt x="40282" y="6127"/>
                  </a:lnTo>
                  <a:lnTo>
                    <a:pt x="40508" y="8602"/>
                  </a:lnTo>
                  <a:lnTo>
                    <a:pt x="27025" y="10169"/>
                  </a:lnTo>
                  <a:lnTo>
                    <a:pt x="22092" y="9763"/>
                  </a:lnTo>
                  <a:lnTo>
                    <a:pt x="19123" y="18364"/>
                  </a:lnTo>
                  <a:lnTo>
                    <a:pt x="19040" y="20612"/>
                  </a:lnTo>
                  <a:lnTo>
                    <a:pt x="20867" y="24316"/>
                  </a:lnTo>
                  <a:lnTo>
                    <a:pt x="20247" y="25621"/>
                  </a:lnTo>
                  <a:lnTo>
                    <a:pt x="12145" y="26064"/>
                  </a:lnTo>
                  <a:lnTo>
                    <a:pt x="6553" y="28501"/>
                  </a:lnTo>
                  <a:lnTo>
                    <a:pt x="4543" y="26710"/>
                  </a:lnTo>
                  <a:lnTo>
                    <a:pt x="5254" y="17298"/>
                  </a:lnTo>
                  <a:lnTo>
                    <a:pt x="4894" y="13792"/>
                  </a:lnTo>
                  <a:lnTo>
                    <a:pt x="1246" y="8847"/>
                  </a:lnTo>
                  <a:lnTo>
                    <a:pt x="0" y="1417"/>
                  </a:lnTo>
                  <a:lnTo>
                    <a:pt x="5130" y="1828"/>
                  </a:lnTo>
                  <a:lnTo>
                    <a:pt x="4622" y="4795"/>
                  </a:lnTo>
                  <a:lnTo>
                    <a:pt x="6258" y="533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h5369"/>
            <p:cNvSpPr/>
            <p:nvPr/>
          </p:nvSpPr>
          <p:spPr>
            <a:xfrm>
              <a:off x="6766434" y="2686102"/>
              <a:ext cx="15748" cy="20914"/>
            </a:xfrm>
            <a:custGeom>
              <a:avLst/>
              <a:pathLst>
                <a:path w="15748" h="20914">
                  <a:moveTo>
                    <a:pt x="10390" y="3517"/>
                  </a:moveTo>
                  <a:lnTo>
                    <a:pt x="11559" y="3972"/>
                  </a:lnTo>
                  <a:lnTo>
                    <a:pt x="13141" y="3229"/>
                  </a:lnTo>
                  <a:lnTo>
                    <a:pt x="14235" y="3692"/>
                  </a:lnTo>
                  <a:lnTo>
                    <a:pt x="13042" y="5404"/>
                  </a:lnTo>
                  <a:lnTo>
                    <a:pt x="13318" y="11418"/>
                  </a:lnTo>
                  <a:lnTo>
                    <a:pt x="15748" y="17549"/>
                  </a:lnTo>
                  <a:lnTo>
                    <a:pt x="15418" y="18389"/>
                  </a:lnTo>
                  <a:lnTo>
                    <a:pt x="10138" y="18944"/>
                  </a:lnTo>
                  <a:lnTo>
                    <a:pt x="8283" y="19855"/>
                  </a:lnTo>
                  <a:lnTo>
                    <a:pt x="7891" y="20914"/>
                  </a:lnTo>
                  <a:lnTo>
                    <a:pt x="1738" y="9365"/>
                  </a:lnTo>
                  <a:lnTo>
                    <a:pt x="0" y="8766"/>
                  </a:lnTo>
                  <a:lnTo>
                    <a:pt x="722" y="7312"/>
                  </a:lnTo>
                  <a:lnTo>
                    <a:pt x="3879" y="4333"/>
                  </a:lnTo>
                  <a:lnTo>
                    <a:pt x="6703" y="3200"/>
                  </a:lnTo>
                  <a:lnTo>
                    <a:pt x="785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h5370"/>
            <p:cNvSpPr/>
            <p:nvPr/>
          </p:nvSpPr>
          <p:spPr>
            <a:xfrm>
              <a:off x="6735183" y="2683439"/>
              <a:ext cx="15090" cy="20850"/>
            </a:xfrm>
            <a:custGeom>
              <a:avLst/>
              <a:pathLst>
                <a:path w="15090" h="20850">
                  <a:moveTo>
                    <a:pt x="3961" y="0"/>
                  </a:moveTo>
                  <a:lnTo>
                    <a:pt x="7347" y="3067"/>
                  </a:lnTo>
                  <a:lnTo>
                    <a:pt x="9966" y="9369"/>
                  </a:lnTo>
                  <a:lnTo>
                    <a:pt x="11187" y="10349"/>
                  </a:lnTo>
                  <a:lnTo>
                    <a:pt x="10792" y="13032"/>
                  </a:lnTo>
                  <a:lnTo>
                    <a:pt x="13394" y="16791"/>
                  </a:lnTo>
                  <a:lnTo>
                    <a:pt x="15090" y="17010"/>
                  </a:lnTo>
                  <a:lnTo>
                    <a:pt x="14214" y="19531"/>
                  </a:lnTo>
                  <a:lnTo>
                    <a:pt x="8702" y="20850"/>
                  </a:lnTo>
                  <a:lnTo>
                    <a:pt x="6271" y="17782"/>
                  </a:lnTo>
                  <a:lnTo>
                    <a:pt x="3534" y="17836"/>
                  </a:lnTo>
                  <a:lnTo>
                    <a:pt x="2157" y="18790"/>
                  </a:lnTo>
                  <a:lnTo>
                    <a:pt x="1448" y="18764"/>
                  </a:lnTo>
                  <a:lnTo>
                    <a:pt x="3280" y="13263"/>
                  </a:lnTo>
                  <a:lnTo>
                    <a:pt x="2165" y="10334"/>
                  </a:lnTo>
                  <a:lnTo>
                    <a:pt x="38" y="7780"/>
                  </a:lnTo>
                  <a:lnTo>
                    <a:pt x="0" y="515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h5371"/>
            <p:cNvSpPr/>
            <p:nvPr/>
          </p:nvSpPr>
          <p:spPr>
            <a:xfrm>
              <a:off x="6570131" y="2638527"/>
              <a:ext cx="61129" cy="32274"/>
            </a:xfrm>
            <a:custGeom>
              <a:avLst/>
              <a:pathLst>
                <a:path w="61129" h="32274">
                  <a:moveTo>
                    <a:pt x="18348" y="1962"/>
                  </a:moveTo>
                  <a:lnTo>
                    <a:pt x="20300" y="3205"/>
                  </a:lnTo>
                  <a:lnTo>
                    <a:pt x="26131" y="2824"/>
                  </a:lnTo>
                  <a:lnTo>
                    <a:pt x="28797" y="1581"/>
                  </a:lnTo>
                  <a:lnTo>
                    <a:pt x="28845" y="7137"/>
                  </a:lnTo>
                  <a:lnTo>
                    <a:pt x="36699" y="10092"/>
                  </a:lnTo>
                  <a:lnTo>
                    <a:pt x="37810" y="7054"/>
                  </a:lnTo>
                  <a:lnTo>
                    <a:pt x="33450" y="4670"/>
                  </a:lnTo>
                  <a:lnTo>
                    <a:pt x="41732" y="1563"/>
                  </a:lnTo>
                  <a:lnTo>
                    <a:pt x="42315" y="1813"/>
                  </a:lnTo>
                  <a:lnTo>
                    <a:pt x="38975" y="8399"/>
                  </a:lnTo>
                  <a:lnTo>
                    <a:pt x="45623" y="11022"/>
                  </a:lnTo>
                  <a:lnTo>
                    <a:pt x="49542" y="4639"/>
                  </a:lnTo>
                  <a:lnTo>
                    <a:pt x="52067" y="5502"/>
                  </a:lnTo>
                  <a:lnTo>
                    <a:pt x="55967" y="10541"/>
                  </a:lnTo>
                  <a:lnTo>
                    <a:pt x="58238" y="7595"/>
                  </a:lnTo>
                  <a:lnTo>
                    <a:pt x="61129" y="10289"/>
                  </a:lnTo>
                  <a:lnTo>
                    <a:pt x="59480" y="14434"/>
                  </a:lnTo>
                  <a:lnTo>
                    <a:pt x="53807" y="23602"/>
                  </a:lnTo>
                  <a:lnTo>
                    <a:pt x="52701" y="27324"/>
                  </a:lnTo>
                  <a:lnTo>
                    <a:pt x="48000" y="26596"/>
                  </a:lnTo>
                  <a:lnTo>
                    <a:pt x="45159" y="24121"/>
                  </a:lnTo>
                  <a:lnTo>
                    <a:pt x="45631" y="18620"/>
                  </a:lnTo>
                  <a:lnTo>
                    <a:pt x="40695" y="15153"/>
                  </a:lnTo>
                  <a:lnTo>
                    <a:pt x="35992" y="10565"/>
                  </a:lnTo>
                  <a:lnTo>
                    <a:pt x="33724" y="10491"/>
                  </a:lnTo>
                  <a:lnTo>
                    <a:pt x="33189" y="11847"/>
                  </a:lnTo>
                  <a:lnTo>
                    <a:pt x="28309" y="12481"/>
                  </a:lnTo>
                  <a:lnTo>
                    <a:pt x="23358" y="10877"/>
                  </a:lnTo>
                  <a:lnTo>
                    <a:pt x="17914" y="10392"/>
                  </a:lnTo>
                  <a:lnTo>
                    <a:pt x="16867" y="9317"/>
                  </a:lnTo>
                  <a:lnTo>
                    <a:pt x="17225" y="7783"/>
                  </a:lnTo>
                  <a:lnTo>
                    <a:pt x="16035" y="7869"/>
                  </a:lnTo>
                  <a:lnTo>
                    <a:pt x="10639" y="13458"/>
                  </a:lnTo>
                  <a:lnTo>
                    <a:pt x="13705" y="14234"/>
                  </a:lnTo>
                  <a:lnTo>
                    <a:pt x="12222" y="25185"/>
                  </a:lnTo>
                  <a:lnTo>
                    <a:pt x="17316" y="30700"/>
                  </a:lnTo>
                  <a:lnTo>
                    <a:pt x="18685" y="30888"/>
                  </a:lnTo>
                  <a:lnTo>
                    <a:pt x="17037" y="32274"/>
                  </a:lnTo>
                  <a:lnTo>
                    <a:pt x="14184" y="30688"/>
                  </a:lnTo>
                  <a:lnTo>
                    <a:pt x="11594" y="27078"/>
                  </a:lnTo>
                  <a:lnTo>
                    <a:pt x="10833" y="22840"/>
                  </a:lnTo>
                  <a:lnTo>
                    <a:pt x="8849" y="20200"/>
                  </a:lnTo>
                  <a:lnTo>
                    <a:pt x="3691" y="20517"/>
                  </a:lnTo>
                  <a:lnTo>
                    <a:pt x="223" y="19499"/>
                  </a:lnTo>
                  <a:lnTo>
                    <a:pt x="0" y="18560"/>
                  </a:lnTo>
                  <a:lnTo>
                    <a:pt x="1092" y="15352"/>
                  </a:lnTo>
                  <a:lnTo>
                    <a:pt x="4526" y="11231"/>
                  </a:lnTo>
                  <a:lnTo>
                    <a:pt x="8487" y="8946"/>
                  </a:lnTo>
                  <a:lnTo>
                    <a:pt x="9204" y="7034"/>
                  </a:lnTo>
                  <a:lnTo>
                    <a:pt x="11158" y="4964"/>
                  </a:lnTo>
                  <a:lnTo>
                    <a:pt x="13727" y="3704"/>
                  </a:lnTo>
                  <a:lnTo>
                    <a:pt x="14515" y="4349"/>
                  </a:lnTo>
                  <a:lnTo>
                    <a:pt x="16165" y="3394"/>
                  </a:lnTo>
                  <a:lnTo>
                    <a:pt x="1849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h5372"/>
            <p:cNvSpPr/>
            <p:nvPr/>
          </p:nvSpPr>
          <p:spPr>
            <a:xfrm>
              <a:off x="6615207" y="2563720"/>
              <a:ext cx="85600" cy="75789"/>
            </a:xfrm>
            <a:custGeom>
              <a:avLst/>
              <a:pathLst>
                <a:path w="85600" h="75789">
                  <a:moveTo>
                    <a:pt x="22102" y="95"/>
                  </a:moveTo>
                  <a:lnTo>
                    <a:pt x="26500" y="2324"/>
                  </a:lnTo>
                  <a:lnTo>
                    <a:pt x="26030" y="8528"/>
                  </a:lnTo>
                  <a:lnTo>
                    <a:pt x="29800" y="10572"/>
                  </a:lnTo>
                  <a:lnTo>
                    <a:pt x="39724" y="10555"/>
                  </a:lnTo>
                  <a:lnTo>
                    <a:pt x="44267" y="7924"/>
                  </a:lnTo>
                  <a:lnTo>
                    <a:pt x="57792" y="12444"/>
                  </a:lnTo>
                  <a:lnTo>
                    <a:pt x="60713" y="15777"/>
                  </a:lnTo>
                  <a:lnTo>
                    <a:pt x="63030" y="15464"/>
                  </a:lnTo>
                  <a:lnTo>
                    <a:pt x="63025" y="18171"/>
                  </a:lnTo>
                  <a:lnTo>
                    <a:pt x="67959" y="29034"/>
                  </a:lnTo>
                  <a:lnTo>
                    <a:pt x="69720" y="30923"/>
                  </a:lnTo>
                  <a:lnTo>
                    <a:pt x="70763" y="30432"/>
                  </a:lnTo>
                  <a:lnTo>
                    <a:pt x="75462" y="39591"/>
                  </a:lnTo>
                  <a:lnTo>
                    <a:pt x="78591" y="37953"/>
                  </a:lnTo>
                  <a:lnTo>
                    <a:pt x="82103" y="46719"/>
                  </a:lnTo>
                  <a:lnTo>
                    <a:pt x="79225" y="47477"/>
                  </a:lnTo>
                  <a:lnTo>
                    <a:pt x="80286" y="52583"/>
                  </a:lnTo>
                  <a:lnTo>
                    <a:pt x="81169" y="55029"/>
                  </a:lnTo>
                  <a:lnTo>
                    <a:pt x="81855" y="54913"/>
                  </a:lnTo>
                  <a:lnTo>
                    <a:pt x="85600" y="61947"/>
                  </a:lnTo>
                  <a:lnTo>
                    <a:pt x="79201" y="62756"/>
                  </a:lnTo>
                  <a:lnTo>
                    <a:pt x="75444" y="60590"/>
                  </a:lnTo>
                  <a:lnTo>
                    <a:pt x="67167" y="65236"/>
                  </a:lnTo>
                  <a:lnTo>
                    <a:pt x="63293" y="65182"/>
                  </a:lnTo>
                  <a:lnTo>
                    <a:pt x="61306" y="65486"/>
                  </a:lnTo>
                  <a:lnTo>
                    <a:pt x="56612" y="64186"/>
                  </a:lnTo>
                  <a:lnTo>
                    <a:pt x="47066" y="66163"/>
                  </a:lnTo>
                  <a:lnTo>
                    <a:pt x="44704" y="63786"/>
                  </a:lnTo>
                  <a:lnTo>
                    <a:pt x="41728" y="63476"/>
                  </a:lnTo>
                  <a:lnTo>
                    <a:pt x="37251" y="67659"/>
                  </a:lnTo>
                  <a:lnTo>
                    <a:pt x="40982" y="74913"/>
                  </a:lnTo>
                  <a:lnTo>
                    <a:pt x="39065" y="75789"/>
                  </a:lnTo>
                  <a:lnTo>
                    <a:pt x="36473" y="73198"/>
                  </a:lnTo>
                  <a:lnTo>
                    <a:pt x="31836" y="75086"/>
                  </a:lnTo>
                  <a:lnTo>
                    <a:pt x="30485" y="71573"/>
                  </a:lnTo>
                  <a:lnTo>
                    <a:pt x="27428" y="68607"/>
                  </a:lnTo>
                  <a:lnTo>
                    <a:pt x="28774" y="67711"/>
                  </a:lnTo>
                  <a:lnTo>
                    <a:pt x="22833" y="62927"/>
                  </a:lnTo>
                  <a:lnTo>
                    <a:pt x="24984" y="58419"/>
                  </a:lnTo>
                  <a:lnTo>
                    <a:pt x="22847" y="56684"/>
                  </a:lnTo>
                  <a:lnTo>
                    <a:pt x="17223" y="55655"/>
                  </a:lnTo>
                  <a:lnTo>
                    <a:pt x="17243" y="51802"/>
                  </a:lnTo>
                  <a:lnTo>
                    <a:pt x="12616" y="44214"/>
                  </a:lnTo>
                  <a:lnTo>
                    <a:pt x="10293" y="38243"/>
                  </a:lnTo>
                  <a:lnTo>
                    <a:pt x="13241" y="35882"/>
                  </a:lnTo>
                  <a:lnTo>
                    <a:pt x="6706" y="30630"/>
                  </a:lnTo>
                  <a:lnTo>
                    <a:pt x="9690" y="27765"/>
                  </a:lnTo>
                  <a:lnTo>
                    <a:pt x="9211" y="26770"/>
                  </a:lnTo>
                  <a:lnTo>
                    <a:pt x="6180" y="24346"/>
                  </a:lnTo>
                  <a:lnTo>
                    <a:pt x="0" y="21435"/>
                  </a:lnTo>
                  <a:lnTo>
                    <a:pt x="3396" y="16704"/>
                  </a:lnTo>
                  <a:lnTo>
                    <a:pt x="6713" y="3160"/>
                  </a:lnTo>
                  <a:lnTo>
                    <a:pt x="1387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h5373"/>
            <p:cNvSpPr/>
            <p:nvPr/>
          </p:nvSpPr>
          <p:spPr>
            <a:xfrm>
              <a:off x="6561788" y="2582793"/>
              <a:ext cx="66659" cy="39905"/>
            </a:xfrm>
            <a:custGeom>
              <a:avLst/>
              <a:pathLst>
                <a:path w="66659" h="39905">
                  <a:moveTo>
                    <a:pt x="30006" y="1717"/>
                  </a:moveTo>
                  <a:lnTo>
                    <a:pt x="32199" y="6122"/>
                  </a:lnTo>
                  <a:lnTo>
                    <a:pt x="35127" y="7429"/>
                  </a:lnTo>
                  <a:lnTo>
                    <a:pt x="37097" y="4432"/>
                  </a:lnTo>
                  <a:lnTo>
                    <a:pt x="41568" y="8235"/>
                  </a:lnTo>
                  <a:lnTo>
                    <a:pt x="45945" y="4763"/>
                  </a:lnTo>
                  <a:lnTo>
                    <a:pt x="49906" y="10858"/>
                  </a:lnTo>
                  <a:lnTo>
                    <a:pt x="51878" y="4504"/>
                  </a:lnTo>
                  <a:lnTo>
                    <a:pt x="53418" y="2361"/>
                  </a:lnTo>
                  <a:lnTo>
                    <a:pt x="59598" y="5273"/>
                  </a:lnTo>
                  <a:lnTo>
                    <a:pt x="62630" y="7696"/>
                  </a:lnTo>
                  <a:lnTo>
                    <a:pt x="63109" y="8691"/>
                  </a:lnTo>
                  <a:lnTo>
                    <a:pt x="60125" y="11557"/>
                  </a:lnTo>
                  <a:lnTo>
                    <a:pt x="66659" y="16808"/>
                  </a:lnTo>
                  <a:lnTo>
                    <a:pt x="63711" y="19170"/>
                  </a:lnTo>
                  <a:lnTo>
                    <a:pt x="59254" y="20425"/>
                  </a:lnTo>
                  <a:lnTo>
                    <a:pt x="56962" y="18893"/>
                  </a:lnTo>
                  <a:lnTo>
                    <a:pt x="53557" y="21932"/>
                  </a:lnTo>
                  <a:lnTo>
                    <a:pt x="45115" y="15279"/>
                  </a:lnTo>
                  <a:lnTo>
                    <a:pt x="46084" y="18466"/>
                  </a:lnTo>
                  <a:lnTo>
                    <a:pt x="46940" y="17159"/>
                  </a:lnTo>
                  <a:lnTo>
                    <a:pt x="45627" y="27720"/>
                  </a:lnTo>
                  <a:lnTo>
                    <a:pt x="38546" y="28461"/>
                  </a:lnTo>
                  <a:lnTo>
                    <a:pt x="39838" y="26746"/>
                  </a:lnTo>
                  <a:lnTo>
                    <a:pt x="33673" y="22493"/>
                  </a:lnTo>
                  <a:lnTo>
                    <a:pt x="29280" y="23893"/>
                  </a:lnTo>
                  <a:lnTo>
                    <a:pt x="26688" y="26003"/>
                  </a:lnTo>
                  <a:lnTo>
                    <a:pt x="27590" y="27053"/>
                  </a:lnTo>
                  <a:lnTo>
                    <a:pt x="26032" y="29326"/>
                  </a:lnTo>
                  <a:lnTo>
                    <a:pt x="27944" y="35567"/>
                  </a:lnTo>
                  <a:lnTo>
                    <a:pt x="24912" y="33809"/>
                  </a:lnTo>
                  <a:lnTo>
                    <a:pt x="21361" y="38268"/>
                  </a:lnTo>
                  <a:lnTo>
                    <a:pt x="18773" y="39905"/>
                  </a:lnTo>
                  <a:lnTo>
                    <a:pt x="11851" y="35673"/>
                  </a:lnTo>
                  <a:lnTo>
                    <a:pt x="10545" y="32561"/>
                  </a:lnTo>
                  <a:lnTo>
                    <a:pt x="9117" y="27548"/>
                  </a:lnTo>
                  <a:lnTo>
                    <a:pt x="13479" y="24501"/>
                  </a:lnTo>
                  <a:lnTo>
                    <a:pt x="13832" y="21314"/>
                  </a:lnTo>
                  <a:lnTo>
                    <a:pt x="10917" y="16431"/>
                  </a:lnTo>
                  <a:lnTo>
                    <a:pt x="7161" y="7154"/>
                  </a:lnTo>
                  <a:lnTo>
                    <a:pt x="0" y="5110"/>
                  </a:lnTo>
                  <a:lnTo>
                    <a:pt x="144" y="4266"/>
                  </a:lnTo>
                  <a:lnTo>
                    <a:pt x="3021" y="4776"/>
                  </a:lnTo>
                  <a:lnTo>
                    <a:pt x="3334" y="3814"/>
                  </a:lnTo>
                  <a:lnTo>
                    <a:pt x="11394" y="5923"/>
                  </a:lnTo>
                  <a:lnTo>
                    <a:pt x="16794" y="11283"/>
                  </a:lnTo>
                  <a:lnTo>
                    <a:pt x="19413" y="8383"/>
                  </a:lnTo>
                  <a:lnTo>
                    <a:pt x="21615" y="8052"/>
                  </a:lnTo>
                  <a:lnTo>
                    <a:pt x="23463" y="8507"/>
                  </a:lnTo>
                  <a:lnTo>
                    <a:pt x="27027" y="11570"/>
                  </a:lnTo>
                  <a:lnTo>
                    <a:pt x="28343" y="9894"/>
                  </a:lnTo>
                  <a:lnTo>
                    <a:pt x="25442" y="2141"/>
                  </a:lnTo>
                  <a:lnTo>
                    <a:pt x="25808" y="241"/>
                  </a:lnTo>
                  <a:lnTo>
                    <a:pt x="273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h5374"/>
            <p:cNvSpPr/>
            <p:nvPr/>
          </p:nvSpPr>
          <p:spPr>
            <a:xfrm>
              <a:off x="6531052" y="2394448"/>
              <a:ext cx="35434" cy="57897"/>
            </a:xfrm>
            <a:custGeom>
              <a:avLst/>
              <a:pathLst>
                <a:path w="35434" h="57897">
                  <a:moveTo>
                    <a:pt x="24030" y="1071"/>
                  </a:moveTo>
                  <a:lnTo>
                    <a:pt x="34605" y="5013"/>
                  </a:lnTo>
                  <a:lnTo>
                    <a:pt x="34331" y="7574"/>
                  </a:lnTo>
                  <a:lnTo>
                    <a:pt x="32247" y="7580"/>
                  </a:lnTo>
                  <a:lnTo>
                    <a:pt x="33933" y="13158"/>
                  </a:lnTo>
                  <a:lnTo>
                    <a:pt x="32075" y="18611"/>
                  </a:lnTo>
                  <a:lnTo>
                    <a:pt x="29896" y="31248"/>
                  </a:lnTo>
                  <a:lnTo>
                    <a:pt x="31607" y="31493"/>
                  </a:lnTo>
                  <a:lnTo>
                    <a:pt x="32398" y="34937"/>
                  </a:lnTo>
                  <a:lnTo>
                    <a:pt x="31311" y="40440"/>
                  </a:lnTo>
                  <a:lnTo>
                    <a:pt x="34023" y="40730"/>
                  </a:lnTo>
                  <a:lnTo>
                    <a:pt x="33712" y="43348"/>
                  </a:lnTo>
                  <a:lnTo>
                    <a:pt x="31008" y="41981"/>
                  </a:lnTo>
                  <a:lnTo>
                    <a:pt x="30486" y="44637"/>
                  </a:lnTo>
                  <a:lnTo>
                    <a:pt x="35434" y="46033"/>
                  </a:lnTo>
                  <a:lnTo>
                    <a:pt x="29864" y="47625"/>
                  </a:lnTo>
                  <a:lnTo>
                    <a:pt x="24539" y="47337"/>
                  </a:lnTo>
                  <a:lnTo>
                    <a:pt x="25297" y="50369"/>
                  </a:lnTo>
                  <a:lnTo>
                    <a:pt x="26643" y="50614"/>
                  </a:lnTo>
                  <a:lnTo>
                    <a:pt x="26809" y="51207"/>
                  </a:lnTo>
                  <a:lnTo>
                    <a:pt x="25998" y="53278"/>
                  </a:lnTo>
                  <a:lnTo>
                    <a:pt x="14919" y="52531"/>
                  </a:lnTo>
                  <a:lnTo>
                    <a:pt x="14600" y="55590"/>
                  </a:lnTo>
                  <a:lnTo>
                    <a:pt x="11321" y="55008"/>
                  </a:lnTo>
                  <a:lnTo>
                    <a:pt x="11110" y="57326"/>
                  </a:lnTo>
                  <a:lnTo>
                    <a:pt x="7162" y="57897"/>
                  </a:lnTo>
                  <a:lnTo>
                    <a:pt x="7338" y="55567"/>
                  </a:lnTo>
                  <a:lnTo>
                    <a:pt x="2949" y="55363"/>
                  </a:lnTo>
                  <a:lnTo>
                    <a:pt x="2466" y="49281"/>
                  </a:lnTo>
                  <a:lnTo>
                    <a:pt x="0" y="48879"/>
                  </a:lnTo>
                  <a:lnTo>
                    <a:pt x="198" y="47829"/>
                  </a:lnTo>
                  <a:lnTo>
                    <a:pt x="3467" y="30658"/>
                  </a:lnTo>
                  <a:lnTo>
                    <a:pt x="1515" y="24754"/>
                  </a:lnTo>
                  <a:lnTo>
                    <a:pt x="710" y="18161"/>
                  </a:lnTo>
                  <a:lnTo>
                    <a:pt x="4946" y="16778"/>
                  </a:lnTo>
                  <a:lnTo>
                    <a:pt x="8800" y="17508"/>
                  </a:lnTo>
                  <a:lnTo>
                    <a:pt x="10042" y="13230"/>
                  </a:lnTo>
                  <a:lnTo>
                    <a:pt x="15205" y="13871"/>
                  </a:lnTo>
                  <a:lnTo>
                    <a:pt x="16952" y="1305"/>
                  </a:lnTo>
                  <a:lnTo>
                    <a:pt x="2154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h5375"/>
            <p:cNvSpPr/>
            <p:nvPr/>
          </p:nvSpPr>
          <p:spPr>
            <a:xfrm>
              <a:off x="6518116" y="2599986"/>
              <a:ext cx="23358" cy="37221"/>
            </a:xfrm>
            <a:custGeom>
              <a:avLst/>
              <a:pathLst>
                <a:path w="23358" h="37221">
                  <a:moveTo>
                    <a:pt x="23061" y="1174"/>
                  </a:moveTo>
                  <a:lnTo>
                    <a:pt x="21288" y="5445"/>
                  </a:lnTo>
                  <a:lnTo>
                    <a:pt x="21581" y="10440"/>
                  </a:lnTo>
                  <a:lnTo>
                    <a:pt x="23358" y="10826"/>
                  </a:lnTo>
                  <a:lnTo>
                    <a:pt x="19197" y="12074"/>
                  </a:lnTo>
                  <a:lnTo>
                    <a:pt x="13705" y="19178"/>
                  </a:lnTo>
                  <a:lnTo>
                    <a:pt x="19942" y="22783"/>
                  </a:lnTo>
                  <a:lnTo>
                    <a:pt x="20532" y="24017"/>
                  </a:lnTo>
                  <a:lnTo>
                    <a:pt x="22752" y="24640"/>
                  </a:lnTo>
                  <a:lnTo>
                    <a:pt x="20404" y="27789"/>
                  </a:lnTo>
                  <a:lnTo>
                    <a:pt x="13886" y="32270"/>
                  </a:lnTo>
                  <a:lnTo>
                    <a:pt x="9273" y="34113"/>
                  </a:lnTo>
                  <a:lnTo>
                    <a:pt x="9625" y="35966"/>
                  </a:lnTo>
                  <a:lnTo>
                    <a:pt x="5726" y="37221"/>
                  </a:lnTo>
                  <a:lnTo>
                    <a:pt x="1375" y="36299"/>
                  </a:lnTo>
                  <a:lnTo>
                    <a:pt x="0" y="33492"/>
                  </a:lnTo>
                  <a:lnTo>
                    <a:pt x="1906" y="28994"/>
                  </a:lnTo>
                  <a:lnTo>
                    <a:pt x="6466" y="22873"/>
                  </a:lnTo>
                  <a:lnTo>
                    <a:pt x="11339" y="14681"/>
                  </a:lnTo>
                  <a:lnTo>
                    <a:pt x="8534" y="10942"/>
                  </a:lnTo>
                  <a:lnTo>
                    <a:pt x="12785" y="10254"/>
                  </a:lnTo>
                  <a:lnTo>
                    <a:pt x="17439" y="4481"/>
                  </a:lnTo>
                  <a:lnTo>
                    <a:pt x="16942" y="3106"/>
                  </a:lnTo>
                  <a:lnTo>
                    <a:pt x="2277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h5376"/>
            <p:cNvSpPr/>
            <p:nvPr/>
          </p:nvSpPr>
          <p:spPr>
            <a:xfrm>
              <a:off x="6739144" y="2668514"/>
              <a:ext cx="35142" cy="25274"/>
            </a:xfrm>
            <a:custGeom>
              <a:avLst/>
              <a:pathLst>
                <a:path w="35142" h="25274">
                  <a:moveTo>
                    <a:pt x="21897" y="2420"/>
                  </a:moveTo>
                  <a:lnTo>
                    <a:pt x="19673" y="5869"/>
                  </a:lnTo>
                  <a:lnTo>
                    <a:pt x="25108" y="10791"/>
                  </a:lnTo>
                  <a:lnTo>
                    <a:pt x="27997" y="10989"/>
                  </a:lnTo>
                  <a:lnTo>
                    <a:pt x="28100" y="14247"/>
                  </a:lnTo>
                  <a:lnTo>
                    <a:pt x="35142" y="17588"/>
                  </a:lnTo>
                  <a:lnTo>
                    <a:pt x="33993" y="20788"/>
                  </a:lnTo>
                  <a:lnTo>
                    <a:pt x="31169" y="21921"/>
                  </a:lnTo>
                  <a:lnTo>
                    <a:pt x="28012" y="24901"/>
                  </a:lnTo>
                  <a:lnTo>
                    <a:pt x="27428" y="22182"/>
                  </a:lnTo>
                  <a:lnTo>
                    <a:pt x="17772" y="22062"/>
                  </a:lnTo>
                  <a:lnTo>
                    <a:pt x="7225" y="25274"/>
                  </a:lnTo>
                  <a:lnTo>
                    <a:pt x="6005" y="24294"/>
                  </a:lnTo>
                  <a:lnTo>
                    <a:pt x="3386" y="17992"/>
                  </a:lnTo>
                  <a:lnTo>
                    <a:pt x="0" y="14924"/>
                  </a:lnTo>
                  <a:lnTo>
                    <a:pt x="2162" y="12470"/>
                  </a:lnTo>
                  <a:lnTo>
                    <a:pt x="5363" y="13023"/>
                  </a:lnTo>
                  <a:lnTo>
                    <a:pt x="8277" y="12130"/>
                  </a:lnTo>
                  <a:lnTo>
                    <a:pt x="17961" y="540"/>
                  </a:lnTo>
                  <a:lnTo>
                    <a:pt x="1954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h5377"/>
            <p:cNvSpPr/>
            <p:nvPr/>
          </p:nvSpPr>
          <p:spPr>
            <a:xfrm>
              <a:off x="6744495" y="2602183"/>
              <a:ext cx="48286" cy="77475"/>
            </a:xfrm>
            <a:custGeom>
              <a:avLst/>
              <a:pathLst>
                <a:path w="48286" h="77475">
                  <a:moveTo>
                    <a:pt x="27311" y="0"/>
                  </a:moveTo>
                  <a:lnTo>
                    <a:pt x="26227" y="4079"/>
                  </a:lnTo>
                  <a:lnTo>
                    <a:pt x="25963" y="5040"/>
                  </a:lnTo>
                  <a:lnTo>
                    <a:pt x="27961" y="7073"/>
                  </a:lnTo>
                  <a:lnTo>
                    <a:pt x="31157" y="7001"/>
                  </a:lnTo>
                  <a:lnTo>
                    <a:pt x="31202" y="9140"/>
                  </a:lnTo>
                  <a:lnTo>
                    <a:pt x="26931" y="9255"/>
                  </a:lnTo>
                  <a:lnTo>
                    <a:pt x="27118" y="18673"/>
                  </a:lnTo>
                  <a:lnTo>
                    <a:pt x="28510" y="22539"/>
                  </a:lnTo>
                  <a:lnTo>
                    <a:pt x="38645" y="25478"/>
                  </a:lnTo>
                  <a:lnTo>
                    <a:pt x="45144" y="26071"/>
                  </a:lnTo>
                  <a:lnTo>
                    <a:pt x="45200" y="28898"/>
                  </a:lnTo>
                  <a:lnTo>
                    <a:pt x="46538" y="29884"/>
                  </a:lnTo>
                  <a:lnTo>
                    <a:pt x="45820" y="33094"/>
                  </a:lnTo>
                  <a:lnTo>
                    <a:pt x="46693" y="37306"/>
                  </a:lnTo>
                  <a:lnTo>
                    <a:pt x="48286" y="39965"/>
                  </a:lnTo>
                  <a:lnTo>
                    <a:pt x="46919" y="42565"/>
                  </a:lnTo>
                  <a:lnTo>
                    <a:pt x="43224" y="43447"/>
                  </a:lnTo>
                  <a:lnTo>
                    <a:pt x="40934" y="47235"/>
                  </a:lnTo>
                  <a:lnTo>
                    <a:pt x="40574" y="51788"/>
                  </a:lnTo>
                  <a:lnTo>
                    <a:pt x="38726" y="52741"/>
                  </a:lnTo>
                  <a:lnTo>
                    <a:pt x="35199" y="56021"/>
                  </a:lnTo>
                  <a:lnTo>
                    <a:pt x="36591" y="58007"/>
                  </a:lnTo>
                  <a:lnTo>
                    <a:pt x="33478" y="59919"/>
                  </a:lnTo>
                  <a:lnTo>
                    <a:pt x="32497" y="58534"/>
                  </a:lnTo>
                  <a:lnTo>
                    <a:pt x="24805" y="65835"/>
                  </a:lnTo>
                  <a:lnTo>
                    <a:pt x="25786" y="69616"/>
                  </a:lnTo>
                  <a:lnTo>
                    <a:pt x="24869" y="77475"/>
                  </a:lnTo>
                  <a:lnTo>
                    <a:pt x="22645" y="77320"/>
                  </a:lnTo>
                  <a:lnTo>
                    <a:pt x="19757" y="77122"/>
                  </a:lnTo>
                  <a:lnTo>
                    <a:pt x="14321" y="72200"/>
                  </a:lnTo>
                  <a:lnTo>
                    <a:pt x="16546" y="68751"/>
                  </a:lnTo>
                  <a:lnTo>
                    <a:pt x="14197" y="66330"/>
                  </a:lnTo>
                  <a:lnTo>
                    <a:pt x="12609" y="66870"/>
                  </a:lnTo>
                  <a:lnTo>
                    <a:pt x="12302" y="65459"/>
                  </a:lnTo>
                  <a:lnTo>
                    <a:pt x="3042" y="62798"/>
                  </a:lnTo>
                  <a:lnTo>
                    <a:pt x="5391" y="42644"/>
                  </a:lnTo>
                  <a:lnTo>
                    <a:pt x="2943" y="24982"/>
                  </a:lnTo>
                  <a:lnTo>
                    <a:pt x="1860" y="11288"/>
                  </a:lnTo>
                  <a:lnTo>
                    <a:pt x="1194" y="9011"/>
                  </a:lnTo>
                  <a:lnTo>
                    <a:pt x="678" y="9044"/>
                  </a:lnTo>
                  <a:lnTo>
                    <a:pt x="0" y="4683"/>
                  </a:lnTo>
                  <a:lnTo>
                    <a:pt x="971" y="4628"/>
                  </a:lnTo>
                  <a:lnTo>
                    <a:pt x="2238" y="5347"/>
                  </a:lnTo>
                  <a:lnTo>
                    <a:pt x="11566" y="5991"/>
                  </a:lnTo>
                  <a:lnTo>
                    <a:pt x="17884" y="4836"/>
                  </a:lnTo>
                  <a:lnTo>
                    <a:pt x="24012" y="44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h5378"/>
            <p:cNvSpPr/>
            <p:nvPr/>
          </p:nvSpPr>
          <p:spPr>
            <a:xfrm>
              <a:off x="6749397" y="2693040"/>
              <a:ext cx="24928" cy="21681"/>
            </a:xfrm>
            <a:custGeom>
              <a:avLst/>
              <a:pathLst>
                <a:path w="24928" h="21681">
                  <a:moveTo>
                    <a:pt x="12723" y="1483"/>
                  </a:moveTo>
                  <a:lnTo>
                    <a:pt x="17036" y="1829"/>
                  </a:lnTo>
                  <a:lnTo>
                    <a:pt x="18775" y="2427"/>
                  </a:lnTo>
                  <a:lnTo>
                    <a:pt x="24928" y="13976"/>
                  </a:lnTo>
                  <a:lnTo>
                    <a:pt x="22891" y="21509"/>
                  </a:lnTo>
                  <a:lnTo>
                    <a:pt x="20460" y="21681"/>
                  </a:lnTo>
                  <a:lnTo>
                    <a:pt x="14070" y="16343"/>
                  </a:lnTo>
                  <a:lnTo>
                    <a:pt x="12285" y="16152"/>
                  </a:lnTo>
                  <a:lnTo>
                    <a:pt x="11394" y="18311"/>
                  </a:lnTo>
                  <a:lnTo>
                    <a:pt x="7243" y="16902"/>
                  </a:lnTo>
                  <a:lnTo>
                    <a:pt x="7517" y="15192"/>
                  </a:lnTo>
                  <a:lnTo>
                    <a:pt x="6677" y="14118"/>
                  </a:lnTo>
                  <a:lnTo>
                    <a:pt x="4998" y="12778"/>
                  </a:lnTo>
                  <a:lnTo>
                    <a:pt x="2545" y="12356"/>
                  </a:lnTo>
                  <a:lnTo>
                    <a:pt x="0" y="9930"/>
                  </a:lnTo>
                  <a:lnTo>
                    <a:pt x="876" y="7408"/>
                  </a:lnTo>
                  <a:lnTo>
                    <a:pt x="1997" y="8747"/>
                  </a:lnTo>
                  <a:lnTo>
                    <a:pt x="4367" y="7987"/>
                  </a:lnTo>
                  <a:lnTo>
                    <a:pt x="5335" y="4046"/>
                  </a:lnTo>
                  <a:lnTo>
                    <a:pt x="7516" y="464"/>
                  </a:lnTo>
                  <a:lnTo>
                    <a:pt x="998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h5379"/>
            <p:cNvSpPr/>
            <p:nvPr/>
          </p:nvSpPr>
          <p:spPr>
            <a:xfrm>
              <a:off x="6756678" y="2709193"/>
              <a:ext cx="18663" cy="23072"/>
            </a:xfrm>
            <a:custGeom>
              <a:avLst/>
              <a:pathLst>
                <a:path w="18663" h="23072">
                  <a:moveTo>
                    <a:pt x="6790" y="190"/>
                  </a:moveTo>
                  <a:lnTo>
                    <a:pt x="13180" y="5529"/>
                  </a:lnTo>
                  <a:lnTo>
                    <a:pt x="15610" y="5356"/>
                  </a:lnTo>
                  <a:lnTo>
                    <a:pt x="16703" y="5112"/>
                  </a:lnTo>
                  <a:lnTo>
                    <a:pt x="18663" y="6401"/>
                  </a:lnTo>
                  <a:lnTo>
                    <a:pt x="18541" y="8522"/>
                  </a:lnTo>
                  <a:lnTo>
                    <a:pt x="14208" y="17768"/>
                  </a:lnTo>
                  <a:lnTo>
                    <a:pt x="12684" y="19367"/>
                  </a:lnTo>
                  <a:lnTo>
                    <a:pt x="10491" y="19230"/>
                  </a:lnTo>
                  <a:lnTo>
                    <a:pt x="10013" y="20593"/>
                  </a:lnTo>
                  <a:lnTo>
                    <a:pt x="10917" y="23072"/>
                  </a:lnTo>
                  <a:lnTo>
                    <a:pt x="7535" y="21783"/>
                  </a:lnTo>
                  <a:lnTo>
                    <a:pt x="7689" y="16433"/>
                  </a:lnTo>
                  <a:lnTo>
                    <a:pt x="5776" y="15281"/>
                  </a:lnTo>
                  <a:lnTo>
                    <a:pt x="3867" y="12706"/>
                  </a:lnTo>
                  <a:lnTo>
                    <a:pt x="1772" y="11697"/>
                  </a:lnTo>
                  <a:lnTo>
                    <a:pt x="0" y="9110"/>
                  </a:lnTo>
                  <a:lnTo>
                    <a:pt x="3591" y="5360"/>
                  </a:lnTo>
                  <a:lnTo>
                    <a:pt x="4114" y="2159"/>
                  </a:lnTo>
                  <a:lnTo>
                    <a:pt x="500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h5380"/>
            <p:cNvSpPr/>
            <p:nvPr/>
          </p:nvSpPr>
          <p:spPr>
            <a:xfrm>
              <a:off x="6744582" y="2730977"/>
              <a:ext cx="36039" cy="19524"/>
            </a:xfrm>
            <a:custGeom>
              <a:avLst/>
              <a:pathLst>
                <a:path w="36039" h="19524">
                  <a:moveTo>
                    <a:pt x="29265" y="4316"/>
                  </a:moveTo>
                  <a:lnTo>
                    <a:pt x="30785" y="11306"/>
                  </a:lnTo>
                  <a:lnTo>
                    <a:pt x="36039" y="12266"/>
                  </a:lnTo>
                  <a:lnTo>
                    <a:pt x="34088" y="16451"/>
                  </a:lnTo>
                  <a:lnTo>
                    <a:pt x="32004" y="16539"/>
                  </a:lnTo>
                  <a:lnTo>
                    <a:pt x="29238" y="14482"/>
                  </a:lnTo>
                  <a:lnTo>
                    <a:pt x="28061" y="16462"/>
                  </a:lnTo>
                  <a:lnTo>
                    <a:pt x="28388" y="18447"/>
                  </a:lnTo>
                  <a:lnTo>
                    <a:pt x="27110" y="16377"/>
                  </a:lnTo>
                  <a:lnTo>
                    <a:pt x="25172" y="16536"/>
                  </a:lnTo>
                  <a:lnTo>
                    <a:pt x="19712" y="17820"/>
                  </a:lnTo>
                  <a:lnTo>
                    <a:pt x="15265" y="15679"/>
                  </a:lnTo>
                  <a:lnTo>
                    <a:pt x="16580" y="19101"/>
                  </a:lnTo>
                  <a:lnTo>
                    <a:pt x="13521" y="19524"/>
                  </a:lnTo>
                  <a:lnTo>
                    <a:pt x="4565" y="13604"/>
                  </a:lnTo>
                  <a:lnTo>
                    <a:pt x="0" y="2995"/>
                  </a:lnTo>
                  <a:lnTo>
                    <a:pt x="5875" y="3398"/>
                  </a:lnTo>
                  <a:lnTo>
                    <a:pt x="10261" y="5065"/>
                  </a:lnTo>
                  <a:lnTo>
                    <a:pt x="15316" y="4215"/>
                  </a:lnTo>
                  <a:lnTo>
                    <a:pt x="19338" y="2461"/>
                  </a:lnTo>
                  <a:lnTo>
                    <a:pt x="19631" y="0"/>
                  </a:lnTo>
                  <a:lnTo>
                    <a:pt x="23013" y="1288"/>
                  </a:lnTo>
                  <a:lnTo>
                    <a:pt x="24067" y="2084"/>
                  </a:lnTo>
                  <a:lnTo>
                    <a:pt x="27493" y="82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h5381"/>
            <p:cNvSpPr/>
            <p:nvPr/>
          </p:nvSpPr>
          <p:spPr>
            <a:xfrm>
              <a:off x="6678501" y="2624310"/>
              <a:ext cx="40466" cy="71545"/>
            </a:xfrm>
            <a:custGeom>
              <a:avLst/>
              <a:pathLst>
                <a:path w="40466" h="71545">
                  <a:moveTo>
                    <a:pt x="15907" y="2166"/>
                  </a:moveTo>
                  <a:lnTo>
                    <a:pt x="22306" y="1357"/>
                  </a:lnTo>
                  <a:lnTo>
                    <a:pt x="21845" y="5626"/>
                  </a:lnTo>
                  <a:lnTo>
                    <a:pt x="22900" y="10115"/>
                  </a:lnTo>
                  <a:lnTo>
                    <a:pt x="26433" y="9857"/>
                  </a:lnTo>
                  <a:lnTo>
                    <a:pt x="29894" y="24621"/>
                  </a:lnTo>
                  <a:lnTo>
                    <a:pt x="29220" y="26795"/>
                  </a:lnTo>
                  <a:lnTo>
                    <a:pt x="27630" y="27811"/>
                  </a:lnTo>
                  <a:lnTo>
                    <a:pt x="26151" y="30596"/>
                  </a:lnTo>
                  <a:lnTo>
                    <a:pt x="27869" y="33469"/>
                  </a:lnTo>
                  <a:lnTo>
                    <a:pt x="31079" y="33424"/>
                  </a:lnTo>
                  <a:lnTo>
                    <a:pt x="29762" y="35670"/>
                  </a:lnTo>
                  <a:lnTo>
                    <a:pt x="30685" y="44860"/>
                  </a:lnTo>
                  <a:lnTo>
                    <a:pt x="33433" y="49421"/>
                  </a:lnTo>
                  <a:lnTo>
                    <a:pt x="38376" y="50803"/>
                  </a:lnTo>
                  <a:lnTo>
                    <a:pt x="40466" y="58111"/>
                  </a:lnTo>
                  <a:lnTo>
                    <a:pt x="38015" y="58229"/>
                  </a:lnTo>
                  <a:lnTo>
                    <a:pt x="36313" y="62152"/>
                  </a:lnTo>
                  <a:lnTo>
                    <a:pt x="36093" y="64608"/>
                  </a:lnTo>
                  <a:lnTo>
                    <a:pt x="37861" y="66556"/>
                  </a:lnTo>
                  <a:lnTo>
                    <a:pt x="34719" y="68586"/>
                  </a:lnTo>
                  <a:lnTo>
                    <a:pt x="32867" y="71545"/>
                  </a:lnTo>
                  <a:lnTo>
                    <a:pt x="31100" y="70376"/>
                  </a:lnTo>
                  <a:lnTo>
                    <a:pt x="30629" y="68853"/>
                  </a:lnTo>
                  <a:lnTo>
                    <a:pt x="31698" y="67841"/>
                  </a:lnTo>
                  <a:lnTo>
                    <a:pt x="28785" y="63306"/>
                  </a:lnTo>
                  <a:lnTo>
                    <a:pt x="18629" y="60431"/>
                  </a:lnTo>
                  <a:lnTo>
                    <a:pt x="15323" y="62897"/>
                  </a:lnTo>
                  <a:lnTo>
                    <a:pt x="10503" y="63113"/>
                  </a:lnTo>
                  <a:lnTo>
                    <a:pt x="2735" y="59891"/>
                  </a:lnTo>
                  <a:lnTo>
                    <a:pt x="613" y="49994"/>
                  </a:lnTo>
                  <a:lnTo>
                    <a:pt x="5542" y="48025"/>
                  </a:lnTo>
                  <a:lnTo>
                    <a:pt x="9974" y="48583"/>
                  </a:lnTo>
                  <a:lnTo>
                    <a:pt x="12175" y="46842"/>
                  </a:lnTo>
                  <a:lnTo>
                    <a:pt x="10553" y="42091"/>
                  </a:lnTo>
                  <a:lnTo>
                    <a:pt x="13049" y="41589"/>
                  </a:lnTo>
                  <a:lnTo>
                    <a:pt x="13561" y="40731"/>
                  </a:lnTo>
                  <a:lnTo>
                    <a:pt x="12828" y="38492"/>
                  </a:lnTo>
                  <a:lnTo>
                    <a:pt x="7946" y="34818"/>
                  </a:lnTo>
                  <a:lnTo>
                    <a:pt x="8236" y="34181"/>
                  </a:lnTo>
                  <a:lnTo>
                    <a:pt x="9515" y="33607"/>
                  </a:lnTo>
                  <a:lnTo>
                    <a:pt x="12129" y="34443"/>
                  </a:lnTo>
                  <a:lnTo>
                    <a:pt x="11483" y="31074"/>
                  </a:lnTo>
                  <a:lnTo>
                    <a:pt x="9323" y="26625"/>
                  </a:lnTo>
                  <a:lnTo>
                    <a:pt x="6398" y="24691"/>
                  </a:lnTo>
                  <a:lnTo>
                    <a:pt x="3011" y="23524"/>
                  </a:lnTo>
                  <a:lnTo>
                    <a:pt x="3283" y="12732"/>
                  </a:lnTo>
                  <a:lnTo>
                    <a:pt x="0" y="4592"/>
                  </a:lnTo>
                  <a:lnTo>
                    <a:pt x="3873" y="4646"/>
                  </a:lnTo>
                  <a:lnTo>
                    <a:pt x="1215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h5382"/>
            <p:cNvSpPr/>
            <p:nvPr/>
          </p:nvSpPr>
          <p:spPr>
            <a:xfrm>
              <a:off x="6476001" y="2426363"/>
              <a:ext cx="58001" cy="64359"/>
            </a:xfrm>
            <a:custGeom>
              <a:avLst/>
              <a:pathLst>
                <a:path w="58001" h="64359">
                  <a:moveTo>
                    <a:pt x="16988" y="9055"/>
                  </a:moveTo>
                  <a:lnTo>
                    <a:pt x="21922" y="14857"/>
                  </a:lnTo>
                  <a:lnTo>
                    <a:pt x="38854" y="12404"/>
                  </a:lnTo>
                  <a:lnTo>
                    <a:pt x="41451" y="10741"/>
                  </a:lnTo>
                  <a:lnTo>
                    <a:pt x="47982" y="11879"/>
                  </a:lnTo>
                  <a:lnTo>
                    <a:pt x="47914" y="14756"/>
                  </a:lnTo>
                  <a:lnTo>
                    <a:pt x="53528" y="14420"/>
                  </a:lnTo>
                  <a:lnTo>
                    <a:pt x="54577" y="14668"/>
                  </a:lnTo>
                  <a:lnTo>
                    <a:pt x="55250" y="15914"/>
                  </a:lnTo>
                  <a:lnTo>
                    <a:pt x="55051" y="16964"/>
                  </a:lnTo>
                  <a:lnTo>
                    <a:pt x="57518" y="17365"/>
                  </a:lnTo>
                  <a:lnTo>
                    <a:pt x="58001" y="23447"/>
                  </a:lnTo>
                  <a:lnTo>
                    <a:pt x="57764" y="29149"/>
                  </a:lnTo>
                  <a:lnTo>
                    <a:pt x="54821" y="36847"/>
                  </a:lnTo>
                  <a:lnTo>
                    <a:pt x="57034" y="37056"/>
                  </a:lnTo>
                  <a:lnTo>
                    <a:pt x="57463" y="48836"/>
                  </a:lnTo>
                  <a:lnTo>
                    <a:pt x="52912" y="50230"/>
                  </a:lnTo>
                  <a:lnTo>
                    <a:pt x="48271" y="49839"/>
                  </a:lnTo>
                  <a:lnTo>
                    <a:pt x="47041" y="62291"/>
                  </a:lnTo>
                  <a:lnTo>
                    <a:pt x="46516" y="62641"/>
                  </a:lnTo>
                  <a:lnTo>
                    <a:pt x="42608" y="64359"/>
                  </a:lnTo>
                  <a:lnTo>
                    <a:pt x="31024" y="64057"/>
                  </a:lnTo>
                  <a:lnTo>
                    <a:pt x="28783" y="61324"/>
                  </a:lnTo>
                  <a:lnTo>
                    <a:pt x="30878" y="54805"/>
                  </a:lnTo>
                  <a:lnTo>
                    <a:pt x="28952" y="52175"/>
                  </a:lnTo>
                  <a:lnTo>
                    <a:pt x="25649" y="52891"/>
                  </a:lnTo>
                  <a:lnTo>
                    <a:pt x="25304" y="56556"/>
                  </a:lnTo>
                  <a:lnTo>
                    <a:pt x="18687" y="54360"/>
                  </a:lnTo>
                  <a:lnTo>
                    <a:pt x="18710" y="53285"/>
                  </a:lnTo>
                  <a:lnTo>
                    <a:pt x="23699" y="51057"/>
                  </a:lnTo>
                  <a:lnTo>
                    <a:pt x="16751" y="40497"/>
                  </a:lnTo>
                  <a:lnTo>
                    <a:pt x="15123" y="43869"/>
                  </a:lnTo>
                  <a:lnTo>
                    <a:pt x="15390" y="45483"/>
                  </a:lnTo>
                  <a:lnTo>
                    <a:pt x="11004" y="45785"/>
                  </a:lnTo>
                  <a:lnTo>
                    <a:pt x="10087" y="42340"/>
                  </a:lnTo>
                  <a:lnTo>
                    <a:pt x="7287" y="43476"/>
                  </a:lnTo>
                  <a:lnTo>
                    <a:pt x="7993" y="35288"/>
                  </a:lnTo>
                  <a:lnTo>
                    <a:pt x="2369" y="27526"/>
                  </a:lnTo>
                  <a:lnTo>
                    <a:pt x="0" y="14515"/>
                  </a:lnTo>
                  <a:lnTo>
                    <a:pt x="1608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h5383"/>
            <p:cNvSpPr/>
            <p:nvPr/>
          </p:nvSpPr>
          <p:spPr>
            <a:xfrm>
              <a:off x="6496149" y="2575703"/>
              <a:ext cx="44741" cy="83487"/>
            </a:xfrm>
            <a:custGeom>
              <a:avLst/>
              <a:pathLst>
                <a:path w="44741" h="83487">
                  <a:moveTo>
                    <a:pt x="29597" y="605"/>
                  </a:moveTo>
                  <a:lnTo>
                    <a:pt x="30281" y="3341"/>
                  </a:lnTo>
                  <a:lnTo>
                    <a:pt x="25525" y="10087"/>
                  </a:lnTo>
                  <a:lnTo>
                    <a:pt x="24081" y="9994"/>
                  </a:lnTo>
                  <a:lnTo>
                    <a:pt x="28339" y="15018"/>
                  </a:lnTo>
                  <a:lnTo>
                    <a:pt x="28837" y="16415"/>
                  </a:lnTo>
                  <a:lnTo>
                    <a:pt x="28184" y="17085"/>
                  </a:lnTo>
                  <a:lnTo>
                    <a:pt x="28847" y="18455"/>
                  </a:lnTo>
                  <a:lnTo>
                    <a:pt x="25261" y="19220"/>
                  </a:lnTo>
                  <a:lnTo>
                    <a:pt x="27155" y="24770"/>
                  </a:lnTo>
                  <a:lnTo>
                    <a:pt x="29756" y="25263"/>
                  </a:lnTo>
                  <a:lnTo>
                    <a:pt x="32875" y="23120"/>
                  </a:lnTo>
                  <a:lnTo>
                    <a:pt x="42755" y="21124"/>
                  </a:lnTo>
                  <a:lnTo>
                    <a:pt x="43647" y="23565"/>
                  </a:lnTo>
                  <a:lnTo>
                    <a:pt x="44741" y="24283"/>
                  </a:lnTo>
                  <a:lnTo>
                    <a:pt x="38909" y="27389"/>
                  </a:lnTo>
                  <a:lnTo>
                    <a:pt x="39406" y="28764"/>
                  </a:lnTo>
                  <a:lnTo>
                    <a:pt x="34752" y="34537"/>
                  </a:lnTo>
                  <a:lnTo>
                    <a:pt x="30501" y="35225"/>
                  </a:lnTo>
                  <a:lnTo>
                    <a:pt x="33306" y="38964"/>
                  </a:lnTo>
                  <a:lnTo>
                    <a:pt x="28433" y="47157"/>
                  </a:lnTo>
                  <a:lnTo>
                    <a:pt x="23873" y="53278"/>
                  </a:lnTo>
                  <a:lnTo>
                    <a:pt x="21967" y="57775"/>
                  </a:lnTo>
                  <a:lnTo>
                    <a:pt x="23342" y="60582"/>
                  </a:lnTo>
                  <a:lnTo>
                    <a:pt x="27693" y="61505"/>
                  </a:lnTo>
                  <a:lnTo>
                    <a:pt x="27608" y="63234"/>
                  </a:lnTo>
                  <a:lnTo>
                    <a:pt x="30597" y="65871"/>
                  </a:lnTo>
                  <a:lnTo>
                    <a:pt x="34889" y="74094"/>
                  </a:lnTo>
                  <a:lnTo>
                    <a:pt x="36601" y="73710"/>
                  </a:lnTo>
                  <a:lnTo>
                    <a:pt x="36558" y="72913"/>
                  </a:lnTo>
                  <a:lnTo>
                    <a:pt x="38723" y="71200"/>
                  </a:lnTo>
                  <a:lnTo>
                    <a:pt x="40870" y="73121"/>
                  </a:lnTo>
                  <a:lnTo>
                    <a:pt x="41960" y="75595"/>
                  </a:lnTo>
                  <a:lnTo>
                    <a:pt x="41826" y="78096"/>
                  </a:lnTo>
                  <a:lnTo>
                    <a:pt x="37867" y="78171"/>
                  </a:lnTo>
                  <a:lnTo>
                    <a:pt x="37927" y="83487"/>
                  </a:lnTo>
                  <a:lnTo>
                    <a:pt x="34109" y="78993"/>
                  </a:lnTo>
                  <a:lnTo>
                    <a:pt x="23585" y="79259"/>
                  </a:lnTo>
                  <a:lnTo>
                    <a:pt x="17897" y="81846"/>
                  </a:lnTo>
                  <a:lnTo>
                    <a:pt x="13716" y="81539"/>
                  </a:lnTo>
                  <a:lnTo>
                    <a:pt x="11997" y="79860"/>
                  </a:lnTo>
                  <a:lnTo>
                    <a:pt x="7374" y="77420"/>
                  </a:lnTo>
                  <a:lnTo>
                    <a:pt x="901" y="76081"/>
                  </a:lnTo>
                  <a:lnTo>
                    <a:pt x="0" y="75284"/>
                  </a:lnTo>
                  <a:lnTo>
                    <a:pt x="2691" y="70015"/>
                  </a:lnTo>
                  <a:lnTo>
                    <a:pt x="3734" y="68376"/>
                  </a:lnTo>
                  <a:lnTo>
                    <a:pt x="4068" y="61321"/>
                  </a:lnTo>
                  <a:lnTo>
                    <a:pt x="9629" y="60070"/>
                  </a:lnTo>
                  <a:lnTo>
                    <a:pt x="14237" y="56012"/>
                  </a:lnTo>
                  <a:lnTo>
                    <a:pt x="19564" y="48652"/>
                  </a:lnTo>
                  <a:lnTo>
                    <a:pt x="19171" y="33489"/>
                  </a:lnTo>
                  <a:lnTo>
                    <a:pt x="16883" y="33814"/>
                  </a:lnTo>
                  <a:lnTo>
                    <a:pt x="17370" y="32237"/>
                  </a:lnTo>
                  <a:lnTo>
                    <a:pt x="16320" y="27140"/>
                  </a:lnTo>
                  <a:lnTo>
                    <a:pt x="13611" y="24877"/>
                  </a:lnTo>
                  <a:lnTo>
                    <a:pt x="11215" y="24659"/>
                  </a:lnTo>
                  <a:lnTo>
                    <a:pt x="8075" y="20134"/>
                  </a:lnTo>
                  <a:lnTo>
                    <a:pt x="2003" y="16245"/>
                  </a:lnTo>
                  <a:lnTo>
                    <a:pt x="3497" y="15691"/>
                  </a:lnTo>
                  <a:lnTo>
                    <a:pt x="2169" y="13593"/>
                  </a:lnTo>
                  <a:lnTo>
                    <a:pt x="14374" y="7453"/>
                  </a:lnTo>
                  <a:lnTo>
                    <a:pt x="12932" y="2186"/>
                  </a:lnTo>
                  <a:lnTo>
                    <a:pt x="18616" y="4173"/>
                  </a:lnTo>
                  <a:lnTo>
                    <a:pt x="24076" y="748"/>
                  </a:lnTo>
                  <a:lnTo>
                    <a:pt x="256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h5384"/>
            <p:cNvSpPr/>
            <p:nvPr/>
          </p:nvSpPr>
          <p:spPr>
            <a:xfrm>
              <a:off x="6675885" y="2684201"/>
              <a:ext cx="35483" cy="37188"/>
            </a:xfrm>
            <a:custGeom>
              <a:avLst/>
              <a:pathLst>
                <a:path w="35483" h="37188">
                  <a:moveTo>
                    <a:pt x="31401" y="3414"/>
                  </a:moveTo>
                  <a:lnTo>
                    <a:pt x="34313" y="7950"/>
                  </a:lnTo>
                  <a:lnTo>
                    <a:pt x="33245" y="8962"/>
                  </a:lnTo>
                  <a:lnTo>
                    <a:pt x="33715" y="10485"/>
                  </a:lnTo>
                  <a:lnTo>
                    <a:pt x="35483" y="11653"/>
                  </a:lnTo>
                  <a:lnTo>
                    <a:pt x="33526" y="13812"/>
                  </a:lnTo>
                  <a:lnTo>
                    <a:pt x="30325" y="14236"/>
                  </a:lnTo>
                  <a:lnTo>
                    <a:pt x="30272" y="16966"/>
                  </a:lnTo>
                  <a:lnTo>
                    <a:pt x="31124" y="19285"/>
                  </a:lnTo>
                  <a:lnTo>
                    <a:pt x="27739" y="23203"/>
                  </a:lnTo>
                  <a:lnTo>
                    <a:pt x="25309" y="22981"/>
                  </a:lnTo>
                  <a:lnTo>
                    <a:pt x="22760" y="20984"/>
                  </a:lnTo>
                  <a:lnTo>
                    <a:pt x="19872" y="21563"/>
                  </a:lnTo>
                  <a:lnTo>
                    <a:pt x="19647" y="27214"/>
                  </a:lnTo>
                  <a:lnTo>
                    <a:pt x="16932" y="35771"/>
                  </a:lnTo>
                  <a:lnTo>
                    <a:pt x="15721" y="35768"/>
                  </a:lnTo>
                  <a:lnTo>
                    <a:pt x="13429" y="33347"/>
                  </a:lnTo>
                  <a:lnTo>
                    <a:pt x="9639" y="33809"/>
                  </a:lnTo>
                  <a:lnTo>
                    <a:pt x="9441" y="35061"/>
                  </a:lnTo>
                  <a:lnTo>
                    <a:pt x="7563" y="36821"/>
                  </a:lnTo>
                  <a:lnTo>
                    <a:pt x="5822" y="37188"/>
                  </a:lnTo>
                  <a:lnTo>
                    <a:pt x="536" y="36123"/>
                  </a:lnTo>
                  <a:lnTo>
                    <a:pt x="0" y="35155"/>
                  </a:lnTo>
                  <a:lnTo>
                    <a:pt x="731" y="33873"/>
                  </a:lnTo>
                  <a:lnTo>
                    <a:pt x="3089" y="28330"/>
                  </a:lnTo>
                  <a:lnTo>
                    <a:pt x="2421" y="26619"/>
                  </a:lnTo>
                  <a:lnTo>
                    <a:pt x="2752" y="25119"/>
                  </a:lnTo>
                  <a:lnTo>
                    <a:pt x="6009" y="26525"/>
                  </a:lnTo>
                  <a:lnTo>
                    <a:pt x="6498" y="23435"/>
                  </a:lnTo>
                  <a:lnTo>
                    <a:pt x="5556" y="18001"/>
                  </a:lnTo>
                  <a:lnTo>
                    <a:pt x="6922" y="10392"/>
                  </a:lnTo>
                  <a:lnTo>
                    <a:pt x="6093" y="5799"/>
                  </a:lnTo>
                  <a:lnTo>
                    <a:pt x="3610" y="994"/>
                  </a:lnTo>
                  <a:lnTo>
                    <a:pt x="5351" y="0"/>
                  </a:lnTo>
                  <a:lnTo>
                    <a:pt x="13119" y="3222"/>
                  </a:lnTo>
                  <a:lnTo>
                    <a:pt x="17938" y="3005"/>
                  </a:lnTo>
                  <a:lnTo>
                    <a:pt x="21245" y="53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h5385"/>
            <p:cNvSpPr/>
            <p:nvPr/>
          </p:nvSpPr>
          <p:spPr>
            <a:xfrm>
              <a:off x="6559568" y="2615354"/>
              <a:ext cx="33586" cy="41733"/>
            </a:xfrm>
            <a:custGeom>
              <a:avLst/>
              <a:pathLst>
                <a:path w="33586" h="41733">
                  <a:moveTo>
                    <a:pt x="14071" y="3112"/>
                  </a:moveTo>
                  <a:lnTo>
                    <a:pt x="20993" y="7343"/>
                  </a:lnTo>
                  <a:lnTo>
                    <a:pt x="23581" y="5706"/>
                  </a:lnTo>
                  <a:lnTo>
                    <a:pt x="27132" y="1248"/>
                  </a:lnTo>
                  <a:lnTo>
                    <a:pt x="30164" y="3006"/>
                  </a:lnTo>
                  <a:lnTo>
                    <a:pt x="31911" y="4004"/>
                  </a:lnTo>
                  <a:lnTo>
                    <a:pt x="33586" y="9339"/>
                  </a:lnTo>
                  <a:lnTo>
                    <a:pt x="26652" y="14112"/>
                  </a:lnTo>
                  <a:lnTo>
                    <a:pt x="30290" y="20315"/>
                  </a:lnTo>
                  <a:lnTo>
                    <a:pt x="29054" y="23172"/>
                  </a:lnTo>
                  <a:lnTo>
                    <a:pt x="26727" y="26567"/>
                  </a:lnTo>
                  <a:lnTo>
                    <a:pt x="25078" y="27522"/>
                  </a:lnTo>
                  <a:lnTo>
                    <a:pt x="24290" y="26876"/>
                  </a:lnTo>
                  <a:lnTo>
                    <a:pt x="21720" y="28137"/>
                  </a:lnTo>
                  <a:lnTo>
                    <a:pt x="19767" y="30207"/>
                  </a:lnTo>
                  <a:lnTo>
                    <a:pt x="19049" y="32119"/>
                  </a:lnTo>
                  <a:lnTo>
                    <a:pt x="15089" y="34403"/>
                  </a:lnTo>
                  <a:lnTo>
                    <a:pt x="11655" y="38525"/>
                  </a:lnTo>
                  <a:lnTo>
                    <a:pt x="10562" y="41733"/>
                  </a:lnTo>
                  <a:lnTo>
                    <a:pt x="9289" y="39683"/>
                  </a:lnTo>
                  <a:lnTo>
                    <a:pt x="8885" y="41417"/>
                  </a:lnTo>
                  <a:lnTo>
                    <a:pt x="8128" y="41457"/>
                  </a:lnTo>
                  <a:lnTo>
                    <a:pt x="5094" y="39187"/>
                  </a:lnTo>
                  <a:lnTo>
                    <a:pt x="4589" y="34992"/>
                  </a:lnTo>
                  <a:lnTo>
                    <a:pt x="7137" y="31125"/>
                  </a:lnTo>
                  <a:lnTo>
                    <a:pt x="2569" y="28796"/>
                  </a:lnTo>
                  <a:lnTo>
                    <a:pt x="1971" y="27134"/>
                  </a:lnTo>
                  <a:lnTo>
                    <a:pt x="1766" y="22990"/>
                  </a:lnTo>
                  <a:lnTo>
                    <a:pt x="3705" y="21602"/>
                  </a:lnTo>
                  <a:lnTo>
                    <a:pt x="4252" y="20001"/>
                  </a:lnTo>
                  <a:lnTo>
                    <a:pt x="2948" y="13250"/>
                  </a:lnTo>
                  <a:lnTo>
                    <a:pt x="320" y="9616"/>
                  </a:lnTo>
                  <a:lnTo>
                    <a:pt x="0" y="7648"/>
                  </a:lnTo>
                  <a:lnTo>
                    <a:pt x="6991" y="1879"/>
                  </a:lnTo>
                  <a:lnTo>
                    <a:pt x="1276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h5386"/>
            <p:cNvSpPr/>
            <p:nvPr/>
          </p:nvSpPr>
          <p:spPr>
            <a:xfrm>
              <a:off x="6766691" y="2704492"/>
              <a:ext cx="26464" cy="42935"/>
            </a:xfrm>
            <a:custGeom>
              <a:avLst/>
              <a:pathLst>
                <a:path w="26464" h="42935">
                  <a:moveTo>
                    <a:pt x="18814" y="2451"/>
                  </a:moveTo>
                  <a:lnTo>
                    <a:pt x="21800" y="3362"/>
                  </a:lnTo>
                  <a:lnTo>
                    <a:pt x="22498" y="4292"/>
                  </a:lnTo>
                  <a:lnTo>
                    <a:pt x="24859" y="9608"/>
                  </a:lnTo>
                  <a:lnTo>
                    <a:pt x="24170" y="11986"/>
                  </a:lnTo>
                  <a:lnTo>
                    <a:pt x="24494" y="16273"/>
                  </a:lnTo>
                  <a:lnTo>
                    <a:pt x="26464" y="18055"/>
                  </a:lnTo>
                  <a:lnTo>
                    <a:pt x="25243" y="20116"/>
                  </a:lnTo>
                  <a:lnTo>
                    <a:pt x="21643" y="18779"/>
                  </a:lnTo>
                  <a:lnTo>
                    <a:pt x="6894" y="23673"/>
                  </a:lnTo>
                  <a:lnTo>
                    <a:pt x="6636" y="24166"/>
                  </a:lnTo>
                  <a:lnTo>
                    <a:pt x="8150" y="26181"/>
                  </a:lnTo>
                  <a:lnTo>
                    <a:pt x="15635" y="28896"/>
                  </a:lnTo>
                  <a:lnTo>
                    <a:pt x="16556" y="30667"/>
                  </a:lnTo>
                  <a:lnTo>
                    <a:pt x="15471" y="40484"/>
                  </a:lnTo>
                  <a:lnTo>
                    <a:pt x="11978" y="42935"/>
                  </a:lnTo>
                  <a:lnTo>
                    <a:pt x="13930" y="38750"/>
                  </a:lnTo>
                  <a:lnTo>
                    <a:pt x="8675" y="37790"/>
                  </a:lnTo>
                  <a:lnTo>
                    <a:pt x="7156" y="30800"/>
                  </a:lnTo>
                  <a:lnTo>
                    <a:pt x="5384" y="27310"/>
                  </a:lnTo>
                  <a:lnTo>
                    <a:pt x="1958" y="28569"/>
                  </a:lnTo>
                  <a:lnTo>
                    <a:pt x="904" y="27772"/>
                  </a:lnTo>
                  <a:lnTo>
                    <a:pt x="0" y="25293"/>
                  </a:lnTo>
                  <a:lnTo>
                    <a:pt x="477" y="23930"/>
                  </a:lnTo>
                  <a:lnTo>
                    <a:pt x="2670" y="24067"/>
                  </a:lnTo>
                  <a:lnTo>
                    <a:pt x="4194" y="22468"/>
                  </a:lnTo>
                  <a:lnTo>
                    <a:pt x="8527" y="13222"/>
                  </a:lnTo>
                  <a:lnTo>
                    <a:pt x="8650" y="11101"/>
                  </a:lnTo>
                  <a:lnTo>
                    <a:pt x="6690" y="9813"/>
                  </a:lnTo>
                  <a:lnTo>
                    <a:pt x="5597" y="10056"/>
                  </a:lnTo>
                  <a:lnTo>
                    <a:pt x="7634" y="2524"/>
                  </a:lnTo>
                  <a:lnTo>
                    <a:pt x="8026" y="1465"/>
                  </a:lnTo>
                  <a:lnTo>
                    <a:pt x="9881" y="554"/>
                  </a:lnTo>
                  <a:lnTo>
                    <a:pt x="1516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h5387"/>
            <p:cNvSpPr/>
            <p:nvPr/>
          </p:nvSpPr>
          <p:spPr>
            <a:xfrm>
              <a:off x="6745975" y="2690577"/>
              <a:ext cx="21181" cy="11210"/>
            </a:xfrm>
            <a:custGeom>
              <a:avLst/>
              <a:pathLst>
                <a:path w="21181" h="11210">
                  <a:moveTo>
                    <a:pt x="20597" y="119"/>
                  </a:moveTo>
                  <a:lnTo>
                    <a:pt x="21181" y="2838"/>
                  </a:lnTo>
                  <a:lnTo>
                    <a:pt x="20458" y="4292"/>
                  </a:lnTo>
                  <a:lnTo>
                    <a:pt x="16145" y="3947"/>
                  </a:lnTo>
                  <a:lnTo>
                    <a:pt x="13404" y="2463"/>
                  </a:lnTo>
                  <a:lnTo>
                    <a:pt x="10938" y="2928"/>
                  </a:lnTo>
                  <a:lnTo>
                    <a:pt x="8758" y="6510"/>
                  </a:lnTo>
                  <a:lnTo>
                    <a:pt x="7789" y="10451"/>
                  </a:lnTo>
                  <a:lnTo>
                    <a:pt x="5419" y="11210"/>
                  </a:lnTo>
                  <a:lnTo>
                    <a:pt x="4298" y="9872"/>
                  </a:lnTo>
                  <a:lnTo>
                    <a:pt x="2601" y="9654"/>
                  </a:lnTo>
                  <a:lnTo>
                    <a:pt x="0" y="5894"/>
                  </a:lnTo>
                  <a:lnTo>
                    <a:pt x="394" y="3212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h5388"/>
            <p:cNvSpPr/>
            <p:nvPr/>
          </p:nvSpPr>
          <p:spPr>
            <a:xfrm>
              <a:off x="6646616" y="2637470"/>
              <a:ext cx="34003" cy="29025"/>
            </a:xfrm>
            <a:custGeom>
              <a:avLst/>
              <a:pathLst>
                <a:path w="34003" h="29025">
                  <a:moveTo>
                    <a:pt x="13303" y="1197"/>
                  </a:moveTo>
                  <a:lnTo>
                    <a:pt x="10404" y="2725"/>
                  </a:lnTo>
                  <a:lnTo>
                    <a:pt x="13178" y="7940"/>
                  </a:lnTo>
                  <a:lnTo>
                    <a:pt x="15403" y="6413"/>
                  </a:lnTo>
                  <a:lnTo>
                    <a:pt x="20636" y="9691"/>
                  </a:lnTo>
                  <a:lnTo>
                    <a:pt x="28729" y="13508"/>
                  </a:lnTo>
                  <a:lnTo>
                    <a:pt x="34003" y="20903"/>
                  </a:lnTo>
                  <a:lnTo>
                    <a:pt x="32117" y="22018"/>
                  </a:lnTo>
                  <a:lnTo>
                    <a:pt x="16494" y="21122"/>
                  </a:lnTo>
                  <a:lnTo>
                    <a:pt x="19238" y="26454"/>
                  </a:lnTo>
                  <a:lnTo>
                    <a:pt x="13165" y="28131"/>
                  </a:lnTo>
                  <a:lnTo>
                    <a:pt x="12693" y="27219"/>
                  </a:lnTo>
                  <a:lnTo>
                    <a:pt x="5338" y="25599"/>
                  </a:lnTo>
                  <a:lnTo>
                    <a:pt x="5828" y="28461"/>
                  </a:lnTo>
                  <a:lnTo>
                    <a:pt x="5920" y="29025"/>
                  </a:lnTo>
                  <a:lnTo>
                    <a:pt x="1650" y="26850"/>
                  </a:lnTo>
                  <a:lnTo>
                    <a:pt x="1287" y="23465"/>
                  </a:lnTo>
                  <a:lnTo>
                    <a:pt x="3522" y="20796"/>
                  </a:lnTo>
                  <a:lnTo>
                    <a:pt x="5884" y="20549"/>
                  </a:lnTo>
                  <a:lnTo>
                    <a:pt x="7711" y="19389"/>
                  </a:lnTo>
                  <a:lnTo>
                    <a:pt x="5243" y="14368"/>
                  </a:lnTo>
                  <a:lnTo>
                    <a:pt x="0" y="8875"/>
                  </a:lnTo>
                  <a:lnTo>
                    <a:pt x="3879" y="5546"/>
                  </a:lnTo>
                  <a:lnTo>
                    <a:pt x="8674" y="6496"/>
                  </a:lnTo>
                  <a:lnTo>
                    <a:pt x="8307" y="3006"/>
                  </a:lnTo>
                  <a:lnTo>
                    <a:pt x="1257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h5389"/>
            <p:cNvSpPr/>
            <p:nvPr/>
          </p:nvSpPr>
          <p:spPr>
            <a:xfrm>
              <a:off x="6580770" y="2605343"/>
              <a:ext cx="73557" cy="100453"/>
            </a:xfrm>
            <a:custGeom>
              <a:avLst/>
              <a:pathLst>
                <a:path w="73557" h="100453">
                  <a:moveTo>
                    <a:pt x="47053" y="2591"/>
                  </a:moveTo>
                  <a:lnTo>
                    <a:pt x="51680" y="10179"/>
                  </a:lnTo>
                  <a:lnTo>
                    <a:pt x="51660" y="14032"/>
                  </a:lnTo>
                  <a:lnTo>
                    <a:pt x="57283" y="15061"/>
                  </a:lnTo>
                  <a:lnTo>
                    <a:pt x="59420" y="16796"/>
                  </a:lnTo>
                  <a:lnTo>
                    <a:pt x="57269" y="21304"/>
                  </a:lnTo>
                  <a:lnTo>
                    <a:pt x="63211" y="26088"/>
                  </a:lnTo>
                  <a:lnTo>
                    <a:pt x="61864" y="26984"/>
                  </a:lnTo>
                  <a:lnTo>
                    <a:pt x="64921" y="29950"/>
                  </a:lnTo>
                  <a:lnTo>
                    <a:pt x="56789" y="30668"/>
                  </a:lnTo>
                  <a:lnTo>
                    <a:pt x="59974" y="33887"/>
                  </a:lnTo>
                  <a:lnTo>
                    <a:pt x="63118" y="38494"/>
                  </a:lnTo>
                  <a:lnTo>
                    <a:pt x="64009" y="40187"/>
                  </a:lnTo>
                  <a:lnTo>
                    <a:pt x="63154" y="40481"/>
                  </a:lnTo>
                  <a:lnTo>
                    <a:pt x="63851" y="41500"/>
                  </a:lnTo>
                  <a:lnTo>
                    <a:pt x="65846" y="41003"/>
                  </a:lnTo>
                  <a:lnTo>
                    <a:pt x="71089" y="46495"/>
                  </a:lnTo>
                  <a:lnTo>
                    <a:pt x="73557" y="51516"/>
                  </a:lnTo>
                  <a:lnTo>
                    <a:pt x="71730" y="52676"/>
                  </a:lnTo>
                  <a:lnTo>
                    <a:pt x="69368" y="52923"/>
                  </a:lnTo>
                  <a:lnTo>
                    <a:pt x="67133" y="55592"/>
                  </a:lnTo>
                  <a:lnTo>
                    <a:pt x="67496" y="58977"/>
                  </a:lnTo>
                  <a:lnTo>
                    <a:pt x="71766" y="61152"/>
                  </a:lnTo>
                  <a:lnTo>
                    <a:pt x="71675" y="60588"/>
                  </a:lnTo>
                  <a:lnTo>
                    <a:pt x="72392" y="60661"/>
                  </a:lnTo>
                  <a:lnTo>
                    <a:pt x="72523" y="63147"/>
                  </a:lnTo>
                  <a:lnTo>
                    <a:pt x="68314" y="67381"/>
                  </a:lnTo>
                  <a:lnTo>
                    <a:pt x="69288" y="70821"/>
                  </a:lnTo>
                  <a:lnTo>
                    <a:pt x="67669" y="77136"/>
                  </a:lnTo>
                  <a:lnTo>
                    <a:pt x="71025" y="78112"/>
                  </a:lnTo>
                  <a:lnTo>
                    <a:pt x="70374" y="82808"/>
                  </a:lnTo>
                  <a:lnTo>
                    <a:pt x="66465" y="84640"/>
                  </a:lnTo>
                  <a:lnTo>
                    <a:pt x="66755" y="81751"/>
                  </a:lnTo>
                  <a:lnTo>
                    <a:pt x="65295" y="79683"/>
                  </a:lnTo>
                  <a:lnTo>
                    <a:pt x="63958" y="79718"/>
                  </a:lnTo>
                  <a:lnTo>
                    <a:pt x="63209" y="80260"/>
                  </a:lnTo>
                  <a:lnTo>
                    <a:pt x="64540" y="82139"/>
                  </a:lnTo>
                  <a:lnTo>
                    <a:pt x="65420" y="85628"/>
                  </a:lnTo>
                  <a:lnTo>
                    <a:pt x="65028" y="86022"/>
                  </a:lnTo>
                  <a:lnTo>
                    <a:pt x="63766" y="86646"/>
                  </a:lnTo>
                  <a:lnTo>
                    <a:pt x="61599" y="83758"/>
                  </a:lnTo>
                  <a:lnTo>
                    <a:pt x="59464" y="87502"/>
                  </a:lnTo>
                  <a:lnTo>
                    <a:pt x="55449" y="87465"/>
                  </a:lnTo>
                  <a:lnTo>
                    <a:pt x="53494" y="89841"/>
                  </a:lnTo>
                  <a:lnTo>
                    <a:pt x="49365" y="92261"/>
                  </a:lnTo>
                  <a:lnTo>
                    <a:pt x="40779" y="86759"/>
                  </a:lnTo>
                  <a:lnTo>
                    <a:pt x="40067" y="89220"/>
                  </a:lnTo>
                  <a:lnTo>
                    <a:pt x="40204" y="92507"/>
                  </a:lnTo>
                  <a:lnTo>
                    <a:pt x="33945" y="94256"/>
                  </a:lnTo>
                  <a:lnTo>
                    <a:pt x="37760" y="97445"/>
                  </a:lnTo>
                  <a:lnTo>
                    <a:pt x="37087" y="100453"/>
                  </a:lnTo>
                  <a:lnTo>
                    <a:pt x="28288" y="93517"/>
                  </a:lnTo>
                  <a:lnTo>
                    <a:pt x="25327" y="89648"/>
                  </a:lnTo>
                  <a:lnTo>
                    <a:pt x="27266" y="87217"/>
                  </a:lnTo>
                  <a:lnTo>
                    <a:pt x="24710" y="80746"/>
                  </a:lnTo>
                  <a:lnTo>
                    <a:pt x="25484" y="73774"/>
                  </a:lnTo>
                  <a:lnTo>
                    <a:pt x="22381" y="67741"/>
                  </a:lnTo>
                  <a:lnTo>
                    <a:pt x="21935" y="67198"/>
                  </a:lnTo>
                  <a:lnTo>
                    <a:pt x="17948" y="67565"/>
                  </a:lnTo>
                  <a:lnTo>
                    <a:pt x="14160" y="61226"/>
                  </a:lnTo>
                  <a:lnTo>
                    <a:pt x="11639" y="60927"/>
                  </a:lnTo>
                  <a:lnTo>
                    <a:pt x="9278" y="64324"/>
                  </a:lnTo>
                  <a:lnTo>
                    <a:pt x="8045" y="64072"/>
                  </a:lnTo>
                  <a:lnTo>
                    <a:pt x="6677" y="63885"/>
                  </a:lnTo>
                  <a:lnTo>
                    <a:pt x="1583" y="58369"/>
                  </a:lnTo>
                  <a:lnTo>
                    <a:pt x="3065" y="47418"/>
                  </a:lnTo>
                  <a:lnTo>
                    <a:pt x="0" y="46642"/>
                  </a:lnTo>
                  <a:lnTo>
                    <a:pt x="5396" y="41054"/>
                  </a:lnTo>
                  <a:lnTo>
                    <a:pt x="6585" y="40968"/>
                  </a:lnTo>
                  <a:lnTo>
                    <a:pt x="6228" y="42501"/>
                  </a:lnTo>
                  <a:lnTo>
                    <a:pt x="7274" y="43577"/>
                  </a:lnTo>
                  <a:lnTo>
                    <a:pt x="12718" y="44062"/>
                  </a:lnTo>
                  <a:lnTo>
                    <a:pt x="17669" y="45665"/>
                  </a:lnTo>
                  <a:lnTo>
                    <a:pt x="22549" y="45031"/>
                  </a:lnTo>
                  <a:lnTo>
                    <a:pt x="23085" y="43676"/>
                  </a:lnTo>
                  <a:lnTo>
                    <a:pt x="25353" y="43749"/>
                  </a:lnTo>
                  <a:lnTo>
                    <a:pt x="30056" y="48338"/>
                  </a:lnTo>
                  <a:lnTo>
                    <a:pt x="34991" y="51805"/>
                  </a:lnTo>
                  <a:lnTo>
                    <a:pt x="34519" y="57306"/>
                  </a:lnTo>
                  <a:lnTo>
                    <a:pt x="37360" y="59780"/>
                  </a:lnTo>
                  <a:lnTo>
                    <a:pt x="42061" y="60508"/>
                  </a:lnTo>
                  <a:lnTo>
                    <a:pt x="43168" y="56786"/>
                  </a:lnTo>
                  <a:lnTo>
                    <a:pt x="48840" y="47619"/>
                  </a:lnTo>
                  <a:lnTo>
                    <a:pt x="50489" y="43473"/>
                  </a:lnTo>
                  <a:lnTo>
                    <a:pt x="47599" y="40780"/>
                  </a:lnTo>
                  <a:lnTo>
                    <a:pt x="45327" y="43725"/>
                  </a:lnTo>
                  <a:lnTo>
                    <a:pt x="41428" y="38687"/>
                  </a:lnTo>
                  <a:lnTo>
                    <a:pt x="38902" y="37823"/>
                  </a:lnTo>
                  <a:lnTo>
                    <a:pt x="34984" y="44207"/>
                  </a:lnTo>
                  <a:lnTo>
                    <a:pt x="28336" y="41583"/>
                  </a:lnTo>
                  <a:lnTo>
                    <a:pt x="31676" y="34997"/>
                  </a:lnTo>
                  <a:lnTo>
                    <a:pt x="31093" y="34747"/>
                  </a:lnTo>
                  <a:lnTo>
                    <a:pt x="22810" y="37855"/>
                  </a:lnTo>
                  <a:lnTo>
                    <a:pt x="27170" y="40238"/>
                  </a:lnTo>
                  <a:lnTo>
                    <a:pt x="26059" y="43276"/>
                  </a:lnTo>
                  <a:lnTo>
                    <a:pt x="18206" y="40321"/>
                  </a:lnTo>
                  <a:lnTo>
                    <a:pt x="18157" y="34765"/>
                  </a:lnTo>
                  <a:lnTo>
                    <a:pt x="15491" y="36009"/>
                  </a:lnTo>
                  <a:lnTo>
                    <a:pt x="9660" y="36389"/>
                  </a:lnTo>
                  <a:lnTo>
                    <a:pt x="7708" y="35146"/>
                  </a:lnTo>
                  <a:lnTo>
                    <a:pt x="7852" y="33184"/>
                  </a:lnTo>
                  <a:lnTo>
                    <a:pt x="9088" y="30326"/>
                  </a:lnTo>
                  <a:lnTo>
                    <a:pt x="10185" y="31847"/>
                  </a:lnTo>
                  <a:lnTo>
                    <a:pt x="18233" y="33224"/>
                  </a:lnTo>
                  <a:lnTo>
                    <a:pt x="18966" y="31064"/>
                  </a:lnTo>
                  <a:lnTo>
                    <a:pt x="20768" y="29894"/>
                  </a:lnTo>
                  <a:lnTo>
                    <a:pt x="23113" y="31521"/>
                  </a:lnTo>
                  <a:lnTo>
                    <a:pt x="29085" y="28856"/>
                  </a:lnTo>
                  <a:lnTo>
                    <a:pt x="29182" y="24890"/>
                  </a:lnTo>
                  <a:lnTo>
                    <a:pt x="26728" y="19149"/>
                  </a:lnTo>
                  <a:lnTo>
                    <a:pt x="26856" y="18188"/>
                  </a:lnTo>
                  <a:lnTo>
                    <a:pt x="29530" y="17966"/>
                  </a:lnTo>
                  <a:lnTo>
                    <a:pt x="30491" y="11411"/>
                  </a:lnTo>
                  <a:lnTo>
                    <a:pt x="35209" y="12420"/>
                  </a:lnTo>
                  <a:lnTo>
                    <a:pt x="36107" y="6774"/>
                  </a:lnTo>
                  <a:lnTo>
                    <a:pt x="38801" y="6534"/>
                  </a:lnTo>
                  <a:lnTo>
                    <a:pt x="4327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h5390"/>
            <p:cNvSpPr/>
            <p:nvPr/>
          </p:nvSpPr>
          <p:spPr>
            <a:xfrm>
              <a:off x="6648440" y="2658374"/>
              <a:ext cx="43622" cy="34732"/>
            </a:xfrm>
            <a:custGeom>
              <a:avLst/>
              <a:pathLst>
                <a:path w="43622" h="34732">
                  <a:moveTo>
                    <a:pt x="38297" y="117"/>
                  </a:moveTo>
                  <a:lnTo>
                    <a:pt x="38008" y="754"/>
                  </a:lnTo>
                  <a:lnTo>
                    <a:pt x="42889" y="4428"/>
                  </a:lnTo>
                  <a:lnTo>
                    <a:pt x="43622" y="6668"/>
                  </a:lnTo>
                  <a:lnTo>
                    <a:pt x="43110" y="7525"/>
                  </a:lnTo>
                  <a:lnTo>
                    <a:pt x="40614" y="8027"/>
                  </a:lnTo>
                  <a:lnTo>
                    <a:pt x="42236" y="12778"/>
                  </a:lnTo>
                  <a:lnTo>
                    <a:pt x="40035" y="14519"/>
                  </a:lnTo>
                  <a:lnTo>
                    <a:pt x="35603" y="13962"/>
                  </a:lnTo>
                  <a:lnTo>
                    <a:pt x="30675" y="15930"/>
                  </a:lnTo>
                  <a:lnTo>
                    <a:pt x="32796" y="25827"/>
                  </a:lnTo>
                  <a:lnTo>
                    <a:pt x="31056" y="26821"/>
                  </a:lnTo>
                  <a:lnTo>
                    <a:pt x="30370" y="25157"/>
                  </a:lnTo>
                  <a:lnTo>
                    <a:pt x="25516" y="26295"/>
                  </a:lnTo>
                  <a:lnTo>
                    <a:pt x="23963" y="25639"/>
                  </a:lnTo>
                  <a:lnTo>
                    <a:pt x="23319" y="24049"/>
                  </a:lnTo>
                  <a:lnTo>
                    <a:pt x="21108" y="24771"/>
                  </a:lnTo>
                  <a:lnTo>
                    <a:pt x="19945" y="29061"/>
                  </a:lnTo>
                  <a:lnTo>
                    <a:pt x="16600" y="33978"/>
                  </a:lnTo>
                  <a:lnTo>
                    <a:pt x="15296" y="34732"/>
                  </a:lnTo>
                  <a:lnTo>
                    <a:pt x="13037" y="31961"/>
                  </a:lnTo>
                  <a:lnTo>
                    <a:pt x="11209" y="30912"/>
                  </a:lnTo>
                  <a:lnTo>
                    <a:pt x="3516" y="29762"/>
                  </a:lnTo>
                  <a:lnTo>
                    <a:pt x="2705" y="29777"/>
                  </a:lnTo>
                  <a:lnTo>
                    <a:pt x="3356" y="25082"/>
                  </a:lnTo>
                  <a:lnTo>
                    <a:pt x="0" y="24106"/>
                  </a:lnTo>
                  <a:lnTo>
                    <a:pt x="1619" y="17791"/>
                  </a:lnTo>
                  <a:lnTo>
                    <a:pt x="645" y="14350"/>
                  </a:lnTo>
                  <a:lnTo>
                    <a:pt x="4854" y="10116"/>
                  </a:lnTo>
                  <a:lnTo>
                    <a:pt x="4723" y="7630"/>
                  </a:lnTo>
                  <a:lnTo>
                    <a:pt x="4005" y="7557"/>
                  </a:lnTo>
                  <a:lnTo>
                    <a:pt x="3515" y="4695"/>
                  </a:lnTo>
                  <a:lnTo>
                    <a:pt x="10870" y="6316"/>
                  </a:lnTo>
                  <a:lnTo>
                    <a:pt x="11341" y="7228"/>
                  </a:lnTo>
                  <a:lnTo>
                    <a:pt x="17414" y="5550"/>
                  </a:lnTo>
                  <a:lnTo>
                    <a:pt x="14671" y="218"/>
                  </a:lnTo>
                  <a:lnTo>
                    <a:pt x="30294" y="1114"/>
                  </a:lnTo>
                  <a:lnTo>
                    <a:pt x="3218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h5391"/>
            <p:cNvSpPr/>
            <p:nvPr/>
          </p:nvSpPr>
          <p:spPr>
            <a:xfrm>
              <a:off x="6458081" y="2547785"/>
              <a:ext cx="76050" cy="44945"/>
            </a:xfrm>
            <a:custGeom>
              <a:avLst/>
              <a:pathLst>
                <a:path w="76050" h="44945">
                  <a:moveTo>
                    <a:pt x="15644" y="1847"/>
                  </a:moveTo>
                  <a:lnTo>
                    <a:pt x="21830" y="2096"/>
                  </a:lnTo>
                  <a:lnTo>
                    <a:pt x="27556" y="4781"/>
                  </a:lnTo>
                  <a:lnTo>
                    <a:pt x="29111" y="9391"/>
                  </a:lnTo>
                  <a:lnTo>
                    <a:pt x="28084" y="13315"/>
                  </a:lnTo>
                  <a:lnTo>
                    <a:pt x="34152" y="14060"/>
                  </a:lnTo>
                  <a:lnTo>
                    <a:pt x="34693" y="11162"/>
                  </a:lnTo>
                  <a:lnTo>
                    <a:pt x="33540" y="10852"/>
                  </a:lnTo>
                  <a:lnTo>
                    <a:pt x="34045" y="8225"/>
                  </a:lnTo>
                  <a:lnTo>
                    <a:pt x="36904" y="8179"/>
                  </a:lnTo>
                  <a:lnTo>
                    <a:pt x="36984" y="13068"/>
                  </a:lnTo>
                  <a:lnTo>
                    <a:pt x="39775" y="12985"/>
                  </a:lnTo>
                  <a:lnTo>
                    <a:pt x="40519" y="9332"/>
                  </a:lnTo>
                  <a:lnTo>
                    <a:pt x="43189" y="9021"/>
                  </a:lnTo>
                  <a:lnTo>
                    <a:pt x="47264" y="9975"/>
                  </a:lnTo>
                  <a:lnTo>
                    <a:pt x="47026" y="4422"/>
                  </a:lnTo>
                  <a:lnTo>
                    <a:pt x="52656" y="4892"/>
                  </a:lnTo>
                  <a:lnTo>
                    <a:pt x="52791" y="6442"/>
                  </a:lnTo>
                  <a:lnTo>
                    <a:pt x="51654" y="6661"/>
                  </a:lnTo>
                  <a:lnTo>
                    <a:pt x="49167" y="8783"/>
                  </a:lnTo>
                  <a:lnTo>
                    <a:pt x="62025" y="9466"/>
                  </a:lnTo>
                  <a:lnTo>
                    <a:pt x="73259" y="12597"/>
                  </a:lnTo>
                  <a:lnTo>
                    <a:pt x="73059" y="15487"/>
                  </a:lnTo>
                  <a:lnTo>
                    <a:pt x="73945" y="15514"/>
                  </a:lnTo>
                  <a:lnTo>
                    <a:pt x="74008" y="14887"/>
                  </a:lnTo>
                  <a:lnTo>
                    <a:pt x="76050" y="15340"/>
                  </a:lnTo>
                  <a:lnTo>
                    <a:pt x="75393" y="17227"/>
                  </a:lnTo>
                  <a:lnTo>
                    <a:pt x="71008" y="17658"/>
                  </a:lnTo>
                  <a:lnTo>
                    <a:pt x="63507" y="21656"/>
                  </a:lnTo>
                  <a:lnTo>
                    <a:pt x="62558" y="23114"/>
                  </a:lnTo>
                  <a:lnTo>
                    <a:pt x="61650" y="27601"/>
                  </a:lnTo>
                  <a:lnTo>
                    <a:pt x="62144" y="28665"/>
                  </a:lnTo>
                  <a:lnTo>
                    <a:pt x="56683" y="32091"/>
                  </a:lnTo>
                  <a:lnTo>
                    <a:pt x="51000" y="30104"/>
                  </a:lnTo>
                  <a:lnTo>
                    <a:pt x="52442" y="35371"/>
                  </a:lnTo>
                  <a:lnTo>
                    <a:pt x="40237" y="41511"/>
                  </a:lnTo>
                  <a:lnTo>
                    <a:pt x="41564" y="43608"/>
                  </a:lnTo>
                  <a:lnTo>
                    <a:pt x="40071" y="44162"/>
                  </a:lnTo>
                  <a:lnTo>
                    <a:pt x="37448" y="42788"/>
                  </a:lnTo>
                  <a:lnTo>
                    <a:pt x="37290" y="44188"/>
                  </a:lnTo>
                  <a:lnTo>
                    <a:pt x="36291" y="44945"/>
                  </a:lnTo>
                  <a:lnTo>
                    <a:pt x="33190" y="42260"/>
                  </a:lnTo>
                  <a:lnTo>
                    <a:pt x="33774" y="39445"/>
                  </a:lnTo>
                  <a:lnTo>
                    <a:pt x="32341" y="31792"/>
                  </a:lnTo>
                  <a:lnTo>
                    <a:pt x="19423" y="25272"/>
                  </a:lnTo>
                  <a:lnTo>
                    <a:pt x="15726" y="24474"/>
                  </a:lnTo>
                  <a:lnTo>
                    <a:pt x="17533" y="22117"/>
                  </a:lnTo>
                  <a:lnTo>
                    <a:pt x="10695" y="17879"/>
                  </a:lnTo>
                  <a:lnTo>
                    <a:pt x="1867" y="18597"/>
                  </a:lnTo>
                  <a:lnTo>
                    <a:pt x="0" y="18582"/>
                  </a:lnTo>
                  <a:lnTo>
                    <a:pt x="949" y="14215"/>
                  </a:lnTo>
                  <a:lnTo>
                    <a:pt x="5186" y="10768"/>
                  </a:lnTo>
                  <a:lnTo>
                    <a:pt x="7720" y="10903"/>
                  </a:lnTo>
                  <a:lnTo>
                    <a:pt x="6222" y="1455"/>
                  </a:lnTo>
                  <a:lnTo>
                    <a:pt x="1448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h5392"/>
            <p:cNvSpPr/>
            <p:nvPr/>
          </p:nvSpPr>
          <p:spPr>
            <a:xfrm>
              <a:off x="6473563" y="2602464"/>
              <a:ext cx="42150" cy="43254"/>
            </a:xfrm>
            <a:custGeom>
              <a:avLst/>
              <a:pathLst>
                <a:path w="42150" h="43254">
                  <a:moveTo>
                    <a:pt x="39956" y="5476"/>
                  </a:moveTo>
                  <a:lnTo>
                    <a:pt x="39469" y="7053"/>
                  </a:lnTo>
                  <a:lnTo>
                    <a:pt x="41757" y="6728"/>
                  </a:lnTo>
                  <a:lnTo>
                    <a:pt x="42150" y="21892"/>
                  </a:lnTo>
                  <a:lnTo>
                    <a:pt x="36823" y="29252"/>
                  </a:lnTo>
                  <a:lnTo>
                    <a:pt x="32215" y="33309"/>
                  </a:lnTo>
                  <a:lnTo>
                    <a:pt x="26654" y="34560"/>
                  </a:lnTo>
                  <a:lnTo>
                    <a:pt x="26320" y="41616"/>
                  </a:lnTo>
                  <a:lnTo>
                    <a:pt x="25277" y="43254"/>
                  </a:lnTo>
                  <a:lnTo>
                    <a:pt x="22504" y="41478"/>
                  </a:lnTo>
                  <a:lnTo>
                    <a:pt x="19248" y="37966"/>
                  </a:lnTo>
                  <a:lnTo>
                    <a:pt x="19259" y="36085"/>
                  </a:lnTo>
                  <a:lnTo>
                    <a:pt x="14989" y="33896"/>
                  </a:lnTo>
                  <a:lnTo>
                    <a:pt x="3237" y="33964"/>
                  </a:lnTo>
                  <a:lnTo>
                    <a:pt x="2111" y="31042"/>
                  </a:lnTo>
                  <a:lnTo>
                    <a:pt x="5088" y="27089"/>
                  </a:lnTo>
                  <a:lnTo>
                    <a:pt x="1911" y="24808"/>
                  </a:lnTo>
                  <a:lnTo>
                    <a:pt x="0" y="21954"/>
                  </a:lnTo>
                  <a:lnTo>
                    <a:pt x="3626" y="17527"/>
                  </a:lnTo>
                  <a:lnTo>
                    <a:pt x="7286" y="15723"/>
                  </a:lnTo>
                  <a:lnTo>
                    <a:pt x="16864" y="13689"/>
                  </a:lnTo>
                  <a:lnTo>
                    <a:pt x="18048" y="12521"/>
                  </a:lnTo>
                  <a:lnTo>
                    <a:pt x="18405" y="10939"/>
                  </a:lnTo>
                  <a:lnTo>
                    <a:pt x="17176" y="7413"/>
                  </a:lnTo>
                  <a:lnTo>
                    <a:pt x="28054" y="6512"/>
                  </a:lnTo>
                  <a:lnTo>
                    <a:pt x="28394" y="1950"/>
                  </a:lnTo>
                  <a:lnTo>
                    <a:pt x="30540" y="489"/>
                  </a:lnTo>
                  <a:lnTo>
                    <a:pt x="339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h5393"/>
            <p:cNvSpPr/>
            <p:nvPr/>
          </p:nvSpPr>
          <p:spPr>
            <a:xfrm>
              <a:off x="6556625" y="2497723"/>
              <a:ext cx="65945" cy="96640"/>
            </a:xfrm>
            <a:custGeom>
              <a:avLst/>
              <a:pathLst>
                <a:path w="65945" h="96640">
                  <a:moveTo>
                    <a:pt x="44141" y="343"/>
                  </a:moveTo>
                  <a:lnTo>
                    <a:pt x="41823" y="7104"/>
                  </a:lnTo>
                  <a:lnTo>
                    <a:pt x="55518" y="9181"/>
                  </a:lnTo>
                  <a:lnTo>
                    <a:pt x="54916" y="12971"/>
                  </a:lnTo>
                  <a:lnTo>
                    <a:pt x="53976" y="12885"/>
                  </a:lnTo>
                  <a:lnTo>
                    <a:pt x="54388" y="21743"/>
                  </a:lnTo>
                  <a:lnTo>
                    <a:pt x="59547" y="22249"/>
                  </a:lnTo>
                  <a:lnTo>
                    <a:pt x="59516" y="25138"/>
                  </a:lnTo>
                  <a:lnTo>
                    <a:pt x="65945" y="29050"/>
                  </a:lnTo>
                  <a:lnTo>
                    <a:pt x="57681" y="35373"/>
                  </a:lnTo>
                  <a:lnTo>
                    <a:pt x="56560" y="35136"/>
                  </a:lnTo>
                  <a:lnTo>
                    <a:pt x="55146" y="39597"/>
                  </a:lnTo>
                  <a:lnTo>
                    <a:pt x="55289" y="46610"/>
                  </a:lnTo>
                  <a:lnTo>
                    <a:pt x="62570" y="46372"/>
                  </a:lnTo>
                  <a:lnTo>
                    <a:pt x="64358" y="57463"/>
                  </a:lnTo>
                  <a:lnTo>
                    <a:pt x="56463" y="64893"/>
                  </a:lnTo>
                  <a:lnTo>
                    <a:pt x="57348" y="66252"/>
                  </a:lnTo>
                  <a:lnTo>
                    <a:pt x="65295" y="69157"/>
                  </a:lnTo>
                  <a:lnTo>
                    <a:pt x="61978" y="82700"/>
                  </a:lnTo>
                  <a:lnTo>
                    <a:pt x="58582" y="87431"/>
                  </a:lnTo>
                  <a:lnTo>
                    <a:pt x="57042" y="89573"/>
                  </a:lnTo>
                  <a:lnTo>
                    <a:pt x="55070" y="95928"/>
                  </a:lnTo>
                  <a:lnTo>
                    <a:pt x="51108" y="89832"/>
                  </a:lnTo>
                  <a:lnTo>
                    <a:pt x="46732" y="93305"/>
                  </a:lnTo>
                  <a:lnTo>
                    <a:pt x="42261" y="89502"/>
                  </a:lnTo>
                  <a:lnTo>
                    <a:pt x="40290" y="92499"/>
                  </a:lnTo>
                  <a:lnTo>
                    <a:pt x="37363" y="91192"/>
                  </a:lnTo>
                  <a:lnTo>
                    <a:pt x="35170" y="86786"/>
                  </a:lnTo>
                  <a:lnTo>
                    <a:pt x="32468" y="85069"/>
                  </a:lnTo>
                  <a:lnTo>
                    <a:pt x="30972" y="85311"/>
                  </a:lnTo>
                  <a:lnTo>
                    <a:pt x="30606" y="87211"/>
                  </a:lnTo>
                  <a:lnTo>
                    <a:pt x="33507" y="94964"/>
                  </a:lnTo>
                  <a:lnTo>
                    <a:pt x="32191" y="96640"/>
                  </a:lnTo>
                  <a:lnTo>
                    <a:pt x="28627" y="93577"/>
                  </a:lnTo>
                  <a:lnTo>
                    <a:pt x="26779" y="93122"/>
                  </a:lnTo>
                  <a:lnTo>
                    <a:pt x="24576" y="93453"/>
                  </a:lnTo>
                  <a:lnTo>
                    <a:pt x="21957" y="96353"/>
                  </a:lnTo>
                  <a:lnTo>
                    <a:pt x="16558" y="90993"/>
                  </a:lnTo>
                  <a:lnTo>
                    <a:pt x="8498" y="88883"/>
                  </a:lnTo>
                  <a:lnTo>
                    <a:pt x="8185" y="89846"/>
                  </a:lnTo>
                  <a:lnTo>
                    <a:pt x="5308" y="89336"/>
                  </a:lnTo>
                  <a:lnTo>
                    <a:pt x="3544" y="89124"/>
                  </a:lnTo>
                  <a:lnTo>
                    <a:pt x="3888" y="87264"/>
                  </a:lnTo>
                  <a:lnTo>
                    <a:pt x="5417" y="87471"/>
                  </a:lnTo>
                  <a:lnTo>
                    <a:pt x="4117" y="85094"/>
                  </a:lnTo>
                  <a:lnTo>
                    <a:pt x="0" y="87395"/>
                  </a:lnTo>
                  <a:lnTo>
                    <a:pt x="1375" y="77009"/>
                  </a:lnTo>
                  <a:lnTo>
                    <a:pt x="5727" y="67051"/>
                  </a:lnTo>
                  <a:lnTo>
                    <a:pt x="5578" y="65990"/>
                  </a:lnTo>
                  <a:lnTo>
                    <a:pt x="2331" y="64217"/>
                  </a:lnTo>
                  <a:lnTo>
                    <a:pt x="1665" y="61841"/>
                  </a:lnTo>
                  <a:lnTo>
                    <a:pt x="6774" y="61443"/>
                  </a:lnTo>
                  <a:lnTo>
                    <a:pt x="5696" y="55008"/>
                  </a:lnTo>
                  <a:lnTo>
                    <a:pt x="8070" y="55005"/>
                  </a:lnTo>
                  <a:lnTo>
                    <a:pt x="6286" y="44667"/>
                  </a:lnTo>
                  <a:lnTo>
                    <a:pt x="5828" y="40408"/>
                  </a:lnTo>
                  <a:lnTo>
                    <a:pt x="13695" y="38604"/>
                  </a:lnTo>
                  <a:lnTo>
                    <a:pt x="14603" y="37046"/>
                  </a:lnTo>
                  <a:lnTo>
                    <a:pt x="11568" y="25466"/>
                  </a:lnTo>
                  <a:lnTo>
                    <a:pt x="13728" y="24887"/>
                  </a:lnTo>
                  <a:lnTo>
                    <a:pt x="14258" y="14091"/>
                  </a:lnTo>
                  <a:lnTo>
                    <a:pt x="30574" y="17676"/>
                  </a:lnTo>
                  <a:lnTo>
                    <a:pt x="31434" y="13749"/>
                  </a:lnTo>
                  <a:lnTo>
                    <a:pt x="27021" y="14588"/>
                  </a:lnTo>
                  <a:lnTo>
                    <a:pt x="25759" y="5529"/>
                  </a:lnTo>
                  <a:lnTo>
                    <a:pt x="30448" y="6216"/>
                  </a:lnTo>
                  <a:lnTo>
                    <a:pt x="33239" y="5964"/>
                  </a:lnTo>
                  <a:lnTo>
                    <a:pt x="36224" y="52"/>
                  </a:lnTo>
                  <a:lnTo>
                    <a:pt x="42639" y="1453"/>
                  </a:lnTo>
                  <a:lnTo>
                    <a:pt x="4283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h5394"/>
            <p:cNvSpPr/>
            <p:nvPr/>
          </p:nvSpPr>
          <p:spPr>
            <a:xfrm>
              <a:off x="6770458" y="2605831"/>
              <a:ext cx="39959" cy="48918"/>
            </a:xfrm>
            <a:custGeom>
              <a:avLst/>
              <a:pathLst>
                <a:path w="39959" h="48918">
                  <a:moveTo>
                    <a:pt x="11632" y="2893"/>
                  </a:moveTo>
                  <a:lnTo>
                    <a:pt x="24310" y="8371"/>
                  </a:lnTo>
                  <a:lnTo>
                    <a:pt x="34604" y="15713"/>
                  </a:lnTo>
                  <a:lnTo>
                    <a:pt x="39959" y="14747"/>
                  </a:lnTo>
                  <a:lnTo>
                    <a:pt x="37959" y="17291"/>
                  </a:lnTo>
                  <a:lnTo>
                    <a:pt x="39035" y="18700"/>
                  </a:lnTo>
                  <a:lnTo>
                    <a:pt x="38957" y="21356"/>
                  </a:lnTo>
                  <a:lnTo>
                    <a:pt x="36905" y="22289"/>
                  </a:lnTo>
                  <a:lnTo>
                    <a:pt x="28660" y="29018"/>
                  </a:lnTo>
                  <a:lnTo>
                    <a:pt x="27593" y="39549"/>
                  </a:lnTo>
                  <a:lnTo>
                    <a:pt x="24970" y="48239"/>
                  </a:lnTo>
                  <a:lnTo>
                    <a:pt x="22278" y="48803"/>
                  </a:lnTo>
                  <a:lnTo>
                    <a:pt x="19030" y="46620"/>
                  </a:lnTo>
                  <a:lnTo>
                    <a:pt x="15906" y="48918"/>
                  </a:lnTo>
                  <a:lnTo>
                    <a:pt x="14611" y="48140"/>
                  </a:lnTo>
                  <a:lnTo>
                    <a:pt x="14970" y="43587"/>
                  </a:lnTo>
                  <a:lnTo>
                    <a:pt x="17261" y="39799"/>
                  </a:lnTo>
                  <a:lnTo>
                    <a:pt x="20956" y="38917"/>
                  </a:lnTo>
                  <a:lnTo>
                    <a:pt x="22323" y="36317"/>
                  </a:lnTo>
                  <a:lnTo>
                    <a:pt x="20730" y="33658"/>
                  </a:lnTo>
                  <a:lnTo>
                    <a:pt x="19857" y="29445"/>
                  </a:lnTo>
                  <a:lnTo>
                    <a:pt x="20575" y="26236"/>
                  </a:lnTo>
                  <a:lnTo>
                    <a:pt x="19237" y="25250"/>
                  </a:lnTo>
                  <a:lnTo>
                    <a:pt x="19180" y="22423"/>
                  </a:lnTo>
                  <a:lnTo>
                    <a:pt x="12682" y="21830"/>
                  </a:lnTo>
                  <a:lnTo>
                    <a:pt x="2547" y="18891"/>
                  </a:lnTo>
                  <a:lnTo>
                    <a:pt x="1155" y="15025"/>
                  </a:lnTo>
                  <a:lnTo>
                    <a:pt x="968" y="5607"/>
                  </a:lnTo>
                  <a:lnTo>
                    <a:pt x="5239" y="5492"/>
                  </a:lnTo>
                  <a:lnTo>
                    <a:pt x="5193" y="3353"/>
                  </a:lnTo>
                  <a:lnTo>
                    <a:pt x="1998" y="3425"/>
                  </a:lnTo>
                  <a:lnTo>
                    <a:pt x="0" y="1392"/>
                  </a:lnTo>
                  <a:lnTo>
                    <a:pt x="264" y="431"/>
                  </a:lnTo>
                  <a:lnTo>
                    <a:pt x="1116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h5395"/>
            <p:cNvSpPr/>
            <p:nvPr/>
          </p:nvSpPr>
          <p:spPr>
            <a:xfrm>
              <a:off x="6741152" y="2702970"/>
              <a:ext cx="15763" cy="11253"/>
            </a:xfrm>
            <a:custGeom>
              <a:avLst/>
              <a:pathLst>
                <a:path w="15763" h="11253">
                  <a:moveTo>
                    <a:pt x="10791" y="2426"/>
                  </a:moveTo>
                  <a:lnTo>
                    <a:pt x="13243" y="2848"/>
                  </a:lnTo>
                  <a:lnTo>
                    <a:pt x="14923" y="4188"/>
                  </a:lnTo>
                  <a:lnTo>
                    <a:pt x="15763" y="5262"/>
                  </a:lnTo>
                  <a:lnTo>
                    <a:pt x="15488" y="6971"/>
                  </a:lnTo>
                  <a:lnTo>
                    <a:pt x="10274" y="7279"/>
                  </a:lnTo>
                  <a:lnTo>
                    <a:pt x="6304" y="10556"/>
                  </a:lnTo>
                  <a:lnTo>
                    <a:pt x="1719" y="11253"/>
                  </a:lnTo>
                  <a:lnTo>
                    <a:pt x="0" y="5336"/>
                  </a:lnTo>
                  <a:lnTo>
                    <a:pt x="2118" y="3338"/>
                  </a:lnTo>
                  <a:lnTo>
                    <a:pt x="2733" y="1319"/>
                  </a:lnTo>
                  <a:lnTo>
                    <a:pt x="824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h5396"/>
            <p:cNvSpPr/>
            <p:nvPr/>
          </p:nvSpPr>
          <p:spPr>
            <a:xfrm>
              <a:off x="6371346" y="2440879"/>
              <a:ext cx="117260" cy="91670"/>
            </a:xfrm>
            <a:custGeom>
              <a:avLst/>
              <a:pathLst>
                <a:path w="117260" h="91670">
                  <a:moveTo>
                    <a:pt x="107023" y="13010"/>
                  </a:moveTo>
                  <a:lnTo>
                    <a:pt x="112647" y="20772"/>
                  </a:lnTo>
                  <a:lnTo>
                    <a:pt x="111942" y="28960"/>
                  </a:lnTo>
                  <a:lnTo>
                    <a:pt x="114741" y="27824"/>
                  </a:lnTo>
                  <a:lnTo>
                    <a:pt x="115658" y="31269"/>
                  </a:lnTo>
                  <a:lnTo>
                    <a:pt x="116928" y="41466"/>
                  </a:lnTo>
                  <a:lnTo>
                    <a:pt x="117260" y="52043"/>
                  </a:lnTo>
                  <a:lnTo>
                    <a:pt x="114968" y="54031"/>
                  </a:lnTo>
                  <a:lnTo>
                    <a:pt x="112062" y="58316"/>
                  </a:lnTo>
                  <a:lnTo>
                    <a:pt x="109777" y="59849"/>
                  </a:lnTo>
                  <a:lnTo>
                    <a:pt x="107386" y="64099"/>
                  </a:lnTo>
                  <a:lnTo>
                    <a:pt x="112958" y="67621"/>
                  </a:lnTo>
                  <a:lnTo>
                    <a:pt x="113055" y="69958"/>
                  </a:lnTo>
                  <a:lnTo>
                    <a:pt x="102108" y="62865"/>
                  </a:lnTo>
                  <a:lnTo>
                    <a:pt x="100779" y="71163"/>
                  </a:lnTo>
                  <a:lnTo>
                    <a:pt x="99685" y="72659"/>
                  </a:lnTo>
                  <a:lnTo>
                    <a:pt x="93298" y="73240"/>
                  </a:lnTo>
                  <a:lnTo>
                    <a:pt x="88352" y="74812"/>
                  </a:lnTo>
                  <a:lnTo>
                    <a:pt x="81154" y="73924"/>
                  </a:lnTo>
                  <a:lnTo>
                    <a:pt x="80597" y="80327"/>
                  </a:lnTo>
                  <a:lnTo>
                    <a:pt x="76425" y="80599"/>
                  </a:lnTo>
                  <a:lnTo>
                    <a:pt x="74162" y="88962"/>
                  </a:lnTo>
                  <a:lnTo>
                    <a:pt x="62469" y="85422"/>
                  </a:lnTo>
                  <a:lnTo>
                    <a:pt x="56429" y="84846"/>
                  </a:lnTo>
                  <a:lnTo>
                    <a:pt x="53367" y="87304"/>
                  </a:lnTo>
                  <a:lnTo>
                    <a:pt x="51130" y="91670"/>
                  </a:lnTo>
                  <a:lnTo>
                    <a:pt x="48012" y="90566"/>
                  </a:lnTo>
                  <a:lnTo>
                    <a:pt x="46767" y="82027"/>
                  </a:lnTo>
                  <a:lnTo>
                    <a:pt x="38002" y="78082"/>
                  </a:lnTo>
                  <a:lnTo>
                    <a:pt x="37406" y="80616"/>
                  </a:lnTo>
                  <a:lnTo>
                    <a:pt x="31912" y="79314"/>
                  </a:lnTo>
                  <a:lnTo>
                    <a:pt x="27283" y="77275"/>
                  </a:lnTo>
                  <a:lnTo>
                    <a:pt x="20237" y="77375"/>
                  </a:lnTo>
                  <a:lnTo>
                    <a:pt x="14529" y="76095"/>
                  </a:lnTo>
                  <a:lnTo>
                    <a:pt x="13549" y="80343"/>
                  </a:lnTo>
                  <a:lnTo>
                    <a:pt x="10578" y="81740"/>
                  </a:lnTo>
                  <a:lnTo>
                    <a:pt x="8955" y="79297"/>
                  </a:lnTo>
                  <a:lnTo>
                    <a:pt x="6014" y="74768"/>
                  </a:lnTo>
                  <a:lnTo>
                    <a:pt x="6189" y="70001"/>
                  </a:lnTo>
                  <a:lnTo>
                    <a:pt x="710" y="67352"/>
                  </a:lnTo>
                  <a:lnTo>
                    <a:pt x="1109" y="62404"/>
                  </a:lnTo>
                  <a:lnTo>
                    <a:pt x="4736" y="62659"/>
                  </a:lnTo>
                  <a:lnTo>
                    <a:pt x="5630" y="62003"/>
                  </a:lnTo>
                  <a:lnTo>
                    <a:pt x="7073" y="57446"/>
                  </a:lnTo>
                  <a:lnTo>
                    <a:pt x="6033" y="57461"/>
                  </a:lnTo>
                  <a:lnTo>
                    <a:pt x="4529" y="61517"/>
                  </a:lnTo>
                  <a:lnTo>
                    <a:pt x="2900" y="61624"/>
                  </a:lnTo>
                  <a:lnTo>
                    <a:pt x="0" y="56793"/>
                  </a:lnTo>
                  <a:lnTo>
                    <a:pt x="3054" y="54211"/>
                  </a:lnTo>
                  <a:lnTo>
                    <a:pt x="4666" y="51518"/>
                  </a:lnTo>
                  <a:lnTo>
                    <a:pt x="6379" y="41780"/>
                  </a:lnTo>
                  <a:lnTo>
                    <a:pt x="11264" y="41704"/>
                  </a:lnTo>
                  <a:lnTo>
                    <a:pt x="11506" y="47198"/>
                  </a:lnTo>
                  <a:lnTo>
                    <a:pt x="13973" y="51999"/>
                  </a:lnTo>
                  <a:lnTo>
                    <a:pt x="19050" y="52856"/>
                  </a:lnTo>
                  <a:lnTo>
                    <a:pt x="31188" y="50616"/>
                  </a:lnTo>
                  <a:lnTo>
                    <a:pt x="57162" y="41696"/>
                  </a:lnTo>
                  <a:lnTo>
                    <a:pt x="90877" y="12360"/>
                  </a:lnTo>
                  <a:lnTo>
                    <a:pt x="10465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h5397"/>
            <p:cNvSpPr/>
            <p:nvPr/>
          </p:nvSpPr>
          <p:spPr>
            <a:xfrm>
              <a:off x="6466349" y="2572260"/>
              <a:ext cx="47170" cy="52158"/>
            </a:xfrm>
            <a:custGeom>
              <a:avLst/>
              <a:pathLst>
                <a:path w="47170" h="52158">
                  <a:moveTo>
                    <a:pt x="11155" y="798"/>
                  </a:moveTo>
                  <a:lnTo>
                    <a:pt x="24073" y="7317"/>
                  </a:lnTo>
                  <a:lnTo>
                    <a:pt x="25507" y="14970"/>
                  </a:lnTo>
                  <a:lnTo>
                    <a:pt x="24923" y="17786"/>
                  </a:lnTo>
                  <a:lnTo>
                    <a:pt x="28023" y="20470"/>
                  </a:lnTo>
                  <a:lnTo>
                    <a:pt x="29022" y="19714"/>
                  </a:lnTo>
                  <a:lnTo>
                    <a:pt x="29181" y="18313"/>
                  </a:lnTo>
                  <a:lnTo>
                    <a:pt x="31803" y="19688"/>
                  </a:lnTo>
                  <a:lnTo>
                    <a:pt x="37875" y="23577"/>
                  </a:lnTo>
                  <a:lnTo>
                    <a:pt x="41015" y="28102"/>
                  </a:lnTo>
                  <a:lnTo>
                    <a:pt x="43412" y="28320"/>
                  </a:lnTo>
                  <a:lnTo>
                    <a:pt x="46120" y="30583"/>
                  </a:lnTo>
                  <a:lnTo>
                    <a:pt x="47170" y="35680"/>
                  </a:lnTo>
                  <a:lnTo>
                    <a:pt x="41206" y="30203"/>
                  </a:lnTo>
                  <a:lnTo>
                    <a:pt x="37754" y="30693"/>
                  </a:lnTo>
                  <a:lnTo>
                    <a:pt x="35608" y="32154"/>
                  </a:lnTo>
                  <a:lnTo>
                    <a:pt x="35268" y="36716"/>
                  </a:lnTo>
                  <a:lnTo>
                    <a:pt x="24390" y="37617"/>
                  </a:lnTo>
                  <a:lnTo>
                    <a:pt x="25619" y="41143"/>
                  </a:lnTo>
                  <a:lnTo>
                    <a:pt x="25262" y="42725"/>
                  </a:lnTo>
                  <a:lnTo>
                    <a:pt x="24078" y="43893"/>
                  </a:lnTo>
                  <a:lnTo>
                    <a:pt x="14500" y="45926"/>
                  </a:lnTo>
                  <a:lnTo>
                    <a:pt x="10840" y="47731"/>
                  </a:lnTo>
                  <a:lnTo>
                    <a:pt x="7214" y="52158"/>
                  </a:lnTo>
                  <a:lnTo>
                    <a:pt x="5510" y="50761"/>
                  </a:lnTo>
                  <a:lnTo>
                    <a:pt x="0" y="42040"/>
                  </a:lnTo>
                  <a:lnTo>
                    <a:pt x="194" y="39110"/>
                  </a:lnTo>
                  <a:lnTo>
                    <a:pt x="5843" y="39775"/>
                  </a:lnTo>
                  <a:lnTo>
                    <a:pt x="6580" y="28006"/>
                  </a:lnTo>
                  <a:lnTo>
                    <a:pt x="13328" y="28328"/>
                  </a:lnTo>
                  <a:lnTo>
                    <a:pt x="16390" y="21850"/>
                  </a:lnTo>
                  <a:lnTo>
                    <a:pt x="15477" y="12742"/>
                  </a:lnTo>
                  <a:lnTo>
                    <a:pt x="10651" y="3939"/>
                  </a:lnTo>
                  <a:lnTo>
                    <a:pt x="8178" y="4571"/>
                  </a:lnTo>
                  <a:lnTo>
                    <a:pt x="5889" y="1930"/>
                  </a:lnTo>
                  <a:lnTo>
                    <a:pt x="745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h5398"/>
            <p:cNvSpPr/>
            <p:nvPr/>
          </p:nvSpPr>
          <p:spPr>
            <a:xfrm>
              <a:off x="6744290" y="2724288"/>
              <a:ext cx="20077" cy="11754"/>
            </a:xfrm>
            <a:custGeom>
              <a:avLst/>
              <a:pathLst>
                <a:path w="20077" h="11754">
                  <a:moveTo>
                    <a:pt x="14202" y="2635"/>
                  </a:moveTo>
                  <a:lnTo>
                    <a:pt x="18163" y="186"/>
                  </a:lnTo>
                  <a:lnTo>
                    <a:pt x="20077" y="1338"/>
                  </a:lnTo>
                  <a:lnTo>
                    <a:pt x="19923" y="6688"/>
                  </a:lnTo>
                  <a:lnTo>
                    <a:pt x="19629" y="9150"/>
                  </a:lnTo>
                  <a:lnTo>
                    <a:pt x="15607" y="10904"/>
                  </a:lnTo>
                  <a:lnTo>
                    <a:pt x="10553" y="11754"/>
                  </a:lnTo>
                  <a:lnTo>
                    <a:pt x="6167" y="10087"/>
                  </a:lnTo>
                  <a:lnTo>
                    <a:pt x="291" y="9684"/>
                  </a:lnTo>
                  <a:lnTo>
                    <a:pt x="0" y="8658"/>
                  </a:lnTo>
                  <a:lnTo>
                    <a:pt x="1290" y="5830"/>
                  </a:lnTo>
                  <a:lnTo>
                    <a:pt x="3822" y="5347"/>
                  </a:lnTo>
                  <a:lnTo>
                    <a:pt x="7311" y="6246"/>
                  </a:lnTo>
                  <a:lnTo>
                    <a:pt x="8549" y="5537"/>
                  </a:lnTo>
                  <a:lnTo>
                    <a:pt x="9116" y="4831"/>
                  </a:lnTo>
                  <a:lnTo>
                    <a:pt x="8489" y="1697"/>
                  </a:lnTo>
                  <a:lnTo>
                    <a:pt x="1204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h5399"/>
            <p:cNvSpPr/>
            <p:nvPr/>
          </p:nvSpPr>
          <p:spPr>
            <a:xfrm>
              <a:off x="6521411" y="2532108"/>
              <a:ext cx="54210" cy="81689"/>
            </a:xfrm>
            <a:custGeom>
              <a:avLst/>
              <a:pathLst>
                <a:path w="54210" h="81689">
                  <a:moveTo>
                    <a:pt x="22387" y="2469"/>
                  </a:moveTo>
                  <a:lnTo>
                    <a:pt x="32064" y="11169"/>
                  </a:lnTo>
                  <a:lnTo>
                    <a:pt x="41500" y="10282"/>
                  </a:lnTo>
                  <a:lnTo>
                    <a:pt x="43284" y="20620"/>
                  </a:lnTo>
                  <a:lnTo>
                    <a:pt x="40910" y="20623"/>
                  </a:lnTo>
                  <a:lnTo>
                    <a:pt x="41988" y="27059"/>
                  </a:lnTo>
                  <a:lnTo>
                    <a:pt x="36879" y="27456"/>
                  </a:lnTo>
                  <a:lnTo>
                    <a:pt x="37545" y="29832"/>
                  </a:lnTo>
                  <a:lnTo>
                    <a:pt x="40792" y="31605"/>
                  </a:lnTo>
                  <a:lnTo>
                    <a:pt x="40941" y="32666"/>
                  </a:lnTo>
                  <a:lnTo>
                    <a:pt x="36589" y="42624"/>
                  </a:lnTo>
                  <a:lnTo>
                    <a:pt x="35213" y="53010"/>
                  </a:lnTo>
                  <a:lnTo>
                    <a:pt x="39331" y="50709"/>
                  </a:lnTo>
                  <a:lnTo>
                    <a:pt x="40631" y="53086"/>
                  </a:lnTo>
                  <a:lnTo>
                    <a:pt x="39102" y="52879"/>
                  </a:lnTo>
                  <a:lnTo>
                    <a:pt x="38758" y="54740"/>
                  </a:lnTo>
                  <a:lnTo>
                    <a:pt x="40522" y="54951"/>
                  </a:lnTo>
                  <a:lnTo>
                    <a:pt x="40377" y="55795"/>
                  </a:lnTo>
                  <a:lnTo>
                    <a:pt x="47538" y="57839"/>
                  </a:lnTo>
                  <a:lnTo>
                    <a:pt x="51294" y="67116"/>
                  </a:lnTo>
                  <a:lnTo>
                    <a:pt x="54210" y="71999"/>
                  </a:lnTo>
                  <a:lnTo>
                    <a:pt x="53857" y="75186"/>
                  </a:lnTo>
                  <a:lnTo>
                    <a:pt x="52122" y="76129"/>
                  </a:lnTo>
                  <a:lnTo>
                    <a:pt x="51297" y="71552"/>
                  </a:lnTo>
                  <a:lnTo>
                    <a:pt x="49566" y="70118"/>
                  </a:lnTo>
                  <a:lnTo>
                    <a:pt x="47596" y="69827"/>
                  </a:lnTo>
                  <a:lnTo>
                    <a:pt x="45754" y="70025"/>
                  </a:lnTo>
                  <a:lnTo>
                    <a:pt x="43517" y="72223"/>
                  </a:lnTo>
                  <a:lnTo>
                    <a:pt x="42994" y="76358"/>
                  </a:lnTo>
                  <a:lnTo>
                    <a:pt x="41998" y="77775"/>
                  </a:lnTo>
                  <a:lnTo>
                    <a:pt x="25112" y="81689"/>
                  </a:lnTo>
                  <a:lnTo>
                    <a:pt x="20063" y="78704"/>
                  </a:lnTo>
                  <a:lnTo>
                    <a:pt x="18286" y="78318"/>
                  </a:lnTo>
                  <a:lnTo>
                    <a:pt x="17993" y="73322"/>
                  </a:lnTo>
                  <a:lnTo>
                    <a:pt x="19767" y="69051"/>
                  </a:lnTo>
                  <a:lnTo>
                    <a:pt x="19479" y="67877"/>
                  </a:lnTo>
                  <a:lnTo>
                    <a:pt x="18385" y="67160"/>
                  </a:lnTo>
                  <a:lnTo>
                    <a:pt x="17493" y="64718"/>
                  </a:lnTo>
                  <a:lnTo>
                    <a:pt x="7613" y="66715"/>
                  </a:lnTo>
                  <a:lnTo>
                    <a:pt x="4494" y="68857"/>
                  </a:lnTo>
                  <a:lnTo>
                    <a:pt x="1893" y="68364"/>
                  </a:lnTo>
                  <a:lnTo>
                    <a:pt x="0" y="62815"/>
                  </a:lnTo>
                  <a:lnTo>
                    <a:pt x="3585" y="62050"/>
                  </a:lnTo>
                  <a:lnTo>
                    <a:pt x="2922" y="60680"/>
                  </a:lnTo>
                  <a:lnTo>
                    <a:pt x="4656" y="60269"/>
                  </a:lnTo>
                  <a:lnTo>
                    <a:pt x="6025" y="58360"/>
                  </a:lnTo>
                  <a:lnTo>
                    <a:pt x="3677" y="55422"/>
                  </a:lnTo>
                  <a:lnTo>
                    <a:pt x="5562" y="53381"/>
                  </a:lnTo>
                  <a:lnTo>
                    <a:pt x="12692" y="59919"/>
                  </a:lnTo>
                  <a:lnTo>
                    <a:pt x="16633" y="61860"/>
                  </a:lnTo>
                  <a:lnTo>
                    <a:pt x="19851" y="59030"/>
                  </a:lnTo>
                  <a:lnTo>
                    <a:pt x="19212" y="52263"/>
                  </a:lnTo>
                  <a:lnTo>
                    <a:pt x="24329" y="52252"/>
                  </a:lnTo>
                  <a:lnTo>
                    <a:pt x="24961" y="48866"/>
                  </a:lnTo>
                  <a:lnTo>
                    <a:pt x="27116" y="48322"/>
                  </a:lnTo>
                  <a:lnTo>
                    <a:pt x="30247" y="49282"/>
                  </a:lnTo>
                  <a:lnTo>
                    <a:pt x="29536" y="39508"/>
                  </a:lnTo>
                  <a:lnTo>
                    <a:pt x="22375" y="34441"/>
                  </a:lnTo>
                  <a:lnTo>
                    <a:pt x="24670" y="31421"/>
                  </a:lnTo>
                  <a:lnTo>
                    <a:pt x="21189" y="30245"/>
                  </a:lnTo>
                  <a:lnTo>
                    <a:pt x="17838" y="26126"/>
                  </a:lnTo>
                  <a:lnTo>
                    <a:pt x="14353" y="24200"/>
                  </a:lnTo>
                  <a:lnTo>
                    <a:pt x="14133" y="25439"/>
                  </a:lnTo>
                  <a:lnTo>
                    <a:pt x="10719" y="25488"/>
                  </a:lnTo>
                  <a:lnTo>
                    <a:pt x="10064" y="24654"/>
                  </a:lnTo>
                  <a:lnTo>
                    <a:pt x="9904" y="21275"/>
                  </a:lnTo>
                  <a:lnTo>
                    <a:pt x="14778" y="21635"/>
                  </a:lnTo>
                  <a:lnTo>
                    <a:pt x="17489" y="12557"/>
                  </a:lnTo>
                  <a:lnTo>
                    <a:pt x="8427" y="12015"/>
                  </a:lnTo>
                  <a:lnTo>
                    <a:pt x="9106" y="7474"/>
                  </a:lnTo>
                  <a:lnTo>
                    <a:pt x="18402" y="9899"/>
                  </a:lnTo>
                  <a:lnTo>
                    <a:pt x="20513" y="6707"/>
                  </a:lnTo>
                  <a:lnTo>
                    <a:pt x="19866" y="3664"/>
                  </a:lnTo>
                  <a:lnTo>
                    <a:pt x="17962" y="3247"/>
                  </a:lnTo>
                  <a:lnTo>
                    <a:pt x="1862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h5400"/>
            <p:cNvSpPr/>
            <p:nvPr/>
          </p:nvSpPr>
          <p:spPr>
            <a:xfrm>
              <a:off x="6674589" y="2563292"/>
              <a:ext cx="38098" cy="71132"/>
            </a:xfrm>
            <a:custGeom>
              <a:avLst/>
              <a:pathLst>
                <a:path w="38098" h="71132">
                  <a:moveTo>
                    <a:pt x="7181" y="732"/>
                  </a:moveTo>
                  <a:lnTo>
                    <a:pt x="11445" y="9982"/>
                  </a:lnTo>
                  <a:lnTo>
                    <a:pt x="13891" y="10125"/>
                  </a:lnTo>
                  <a:lnTo>
                    <a:pt x="17501" y="9107"/>
                  </a:lnTo>
                  <a:lnTo>
                    <a:pt x="19115" y="13949"/>
                  </a:lnTo>
                  <a:lnTo>
                    <a:pt x="23911" y="13170"/>
                  </a:lnTo>
                  <a:lnTo>
                    <a:pt x="26680" y="18621"/>
                  </a:lnTo>
                  <a:lnTo>
                    <a:pt x="30496" y="27507"/>
                  </a:lnTo>
                  <a:lnTo>
                    <a:pt x="31619" y="32654"/>
                  </a:lnTo>
                  <a:lnTo>
                    <a:pt x="34656" y="39365"/>
                  </a:lnTo>
                  <a:lnTo>
                    <a:pt x="35161" y="39383"/>
                  </a:lnTo>
                  <a:lnTo>
                    <a:pt x="38098" y="47369"/>
                  </a:lnTo>
                  <a:lnTo>
                    <a:pt x="36498" y="53457"/>
                  </a:lnTo>
                  <a:lnTo>
                    <a:pt x="30494" y="54704"/>
                  </a:lnTo>
                  <a:lnTo>
                    <a:pt x="28751" y="49127"/>
                  </a:lnTo>
                  <a:lnTo>
                    <a:pt x="25889" y="49882"/>
                  </a:lnTo>
                  <a:lnTo>
                    <a:pt x="25580" y="52800"/>
                  </a:lnTo>
                  <a:lnTo>
                    <a:pt x="30344" y="70875"/>
                  </a:lnTo>
                  <a:lnTo>
                    <a:pt x="26812" y="71132"/>
                  </a:lnTo>
                  <a:lnTo>
                    <a:pt x="25756" y="66643"/>
                  </a:lnTo>
                  <a:lnTo>
                    <a:pt x="26217" y="62375"/>
                  </a:lnTo>
                  <a:lnTo>
                    <a:pt x="22472" y="55340"/>
                  </a:lnTo>
                  <a:lnTo>
                    <a:pt x="21786" y="55456"/>
                  </a:lnTo>
                  <a:lnTo>
                    <a:pt x="20904" y="53011"/>
                  </a:lnTo>
                  <a:lnTo>
                    <a:pt x="19843" y="47905"/>
                  </a:lnTo>
                  <a:lnTo>
                    <a:pt x="22721" y="47146"/>
                  </a:lnTo>
                  <a:lnTo>
                    <a:pt x="19208" y="38381"/>
                  </a:lnTo>
                  <a:lnTo>
                    <a:pt x="16080" y="40018"/>
                  </a:lnTo>
                  <a:lnTo>
                    <a:pt x="11380" y="30860"/>
                  </a:lnTo>
                  <a:lnTo>
                    <a:pt x="10338" y="31350"/>
                  </a:lnTo>
                  <a:lnTo>
                    <a:pt x="8577" y="29462"/>
                  </a:lnTo>
                  <a:lnTo>
                    <a:pt x="3642" y="18599"/>
                  </a:lnTo>
                  <a:lnTo>
                    <a:pt x="3647" y="15892"/>
                  </a:lnTo>
                  <a:lnTo>
                    <a:pt x="5745" y="15165"/>
                  </a:lnTo>
                  <a:lnTo>
                    <a:pt x="590" y="2381"/>
                  </a:lnTo>
                  <a:lnTo>
                    <a:pt x="0" y="608"/>
                  </a:lnTo>
                  <a:lnTo>
                    <a:pt x="523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h5401"/>
            <p:cNvSpPr/>
            <p:nvPr/>
          </p:nvSpPr>
          <p:spPr>
            <a:xfrm>
              <a:off x="6530867" y="2658027"/>
              <a:ext cx="77170" cy="54676"/>
            </a:xfrm>
            <a:custGeom>
              <a:avLst/>
              <a:pathLst>
                <a:path w="77170" h="54676">
                  <a:moveTo>
                    <a:pt x="42955" y="1018"/>
                  </a:moveTo>
                  <a:lnTo>
                    <a:pt x="48112" y="700"/>
                  </a:lnTo>
                  <a:lnTo>
                    <a:pt x="50097" y="3341"/>
                  </a:lnTo>
                  <a:lnTo>
                    <a:pt x="50857" y="7578"/>
                  </a:lnTo>
                  <a:lnTo>
                    <a:pt x="53448" y="11188"/>
                  </a:lnTo>
                  <a:lnTo>
                    <a:pt x="56301" y="12775"/>
                  </a:lnTo>
                  <a:lnTo>
                    <a:pt x="57949" y="11388"/>
                  </a:lnTo>
                  <a:lnTo>
                    <a:pt x="59181" y="11640"/>
                  </a:lnTo>
                  <a:lnTo>
                    <a:pt x="61542" y="8243"/>
                  </a:lnTo>
                  <a:lnTo>
                    <a:pt x="64064" y="8542"/>
                  </a:lnTo>
                  <a:lnTo>
                    <a:pt x="67852" y="14881"/>
                  </a:lnTo>
                  <a:lnTo>
                    <a:pt x="71839" y="14514"/>
                  </a:lnTo>
                  <a:lnTo>
                    <a:pt x="72284" y="15057"/>
                  </a:lnTo>
                  <a:lnTo>
                    <a:pt x="75387" y="21090"/>
                  </a:lnTo>
                  <a:lnTo>
                    <a:pt x="74614" y="28062"/>
                  </a:lnTo>
                  <a:lnTo>
                    <a:pt x="77170" y="34533"/>
                  </a:lnTo>
                  <a:lnTo>
                    <a:pt x="75231" y="36964"/>
                  </a:lnTo>
                  <a:lnTo>
                    <a:pt x="70469" y="35189"/>
                  </a:lnTo>
                  <a:lnTo>
                    <a:pt x="67900" y="35304"/>
                  </a:lnTo>
                  <a:lnTo>
                    <a:pt x="64442" y="32779"/>
                  </a:lnTo>
                  <a:lnTo>
                    <a:pt x="64216" y="30305"/>
                  </a:lnTo>
                  <a:lnTo>
                    <a:pt x="61006" y="26700"/>
                  </a:lnTo>
                  <a:lnTo>
                    <a:pt x="58202" y="25658"/>
                  </a:lnTo>
                  <a:lnTo>
                    <a:pt x="52965" y="25107"/>
                  </a:lnTo>
                  <a:lnTo>
                    <a:pt x="46023" y="26656"/>
                  </a:lnTo>
                  <a:lnTo>
                    <a:pt x="42977" y="26440"/>
                  </a:lnTo>
                  <a:lnTo>
                    <a:pt x="35673" y="24177"/>
                  </a:lnTo>
                  <a:lnTo>
                    <a:pt x="30193" y="29513"/>
                  </a:lnTo>
                  <a:lnTo>
                    <a:pt x="28557" y="28973"/>
                  </a:lnTo>
                  <a:lnTo>
                    <a:pt x="29065" y="26006"/>
                  </a:lnTo>
                  <a:lnTo>
                    <a:pt x="23934" y="25594"/>
                  </a:lnTo>
                  <a:lnTo>
                    <a:pt x="25181" y="33025"/>
                  </a:lnTo>
                  <a:lnTo>
                    <a:pt x="28828" y="37969"/>
                  </a:lnTo>
                  <a:lnTo>
                    <a:pt x="29189" y="41475"/>
                  </a:lnTo>
                  <a:lnTo>
                    <a:pt x="28477" y="50887"/>
                  </a:lnTo>
                  <a:lnTo>
                    <a:pt x="30487" y="52678"/>
                  </a:lnTo>
                  <a:lnTo>
                    <a:pt x="27110" y="54676"/>
                  </a:lnTo>
                  <a:lnTo>
                    <a:pt x="24459" y="52025"/>
                  </a:lnTo>
                  <a:lnTo>
                    <a:pt x="21449" y="52109"/>
                  </a:lnTo>
                  <a:lnTo>
                    <a:pt x="15263" y="48162"/>
                  </a:lnTo>
                  <a:lnTo>
                    <a:pt x="13671" y="46097"/>
                  </a:lnTo>
                  <a:lnTo>
                    <a:pt x="11855" y="45919"/>
                  </a:lnTo>
                  <a:lnTo>
                    <a:pt x="0" y="41456"/>
                  </a:lnTo>
                  <a:lnTo>
                    <a:pt x="2545" y="36014"/>
                  </a:lnTo>
                  <a:lnTo>
                    <a:pt x="455" y="34873"/>
                  </a:lnTo>
                  <a:lnTo>
                    <a:pt x="2085" y="27406"/>
                  </a:lnTo>
                  <a:lnTo>
                    <a:pt x="5067" y="23774"/>
                  </a:lnTo>
                  <a:lnTo>
                    <a:pt x="5755" y="21324"/>
                  </a:lnTo>
                  <a:lnTo>
                    <a:pt x="5420" y="16446"/>
                  </a:lnTo>
                  <a:lnTo>
                    <a:pt x="7229" y="9900"/>
                  </a:lnTo>
                  <a:lnTo>
                    <a:pt x="7777" y="8998"/>
                  </a:lnTo>
                  <a:lnTo>
                    <a:pt x="11463" y="9621"/>
                  </a:lnTo>
                  <a:lnTo>
                    <a:pt x="15554" y="9378"/>
                  </a:lnTo>
                  <a:lnTo>
                    <a:pt x="14707" y="6914"/>
                  </a:lnTo>
                  <a:lnTo>
                    <a:pt x="20582" y="4506"/>
                  </a:lnTo>
                  <a:lnTo>
                    <a:pt x="27211" y="7067"/>
                  </a:lnTo>
                  <a:lnTo>
                    <a:pt x="33719" y="6366"/>
                  </a:lnTo>
                  <a:lnTo>
                    <a:pt x="3948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h5402"/>
            <p:cNvSpPr/>
            <p:nvPr/>
          </p:nvSpPr>
          <p:spPr>
            <a:xfrm>
              <a:off x="6614716" y="2685026"/>
              <a:ext cx="44328" cy="33571"/>
            </a:xfrm>
            <a:custGeom>
              <a:avLst/>
              <a:pathLst>
                <a:path w="44328" h="33571">
                  <a:moveTo>
                    <a:pt x="32809" y="2068"/>
                  </a:moveTo>
                  <a:lnTo>
                    <a:pt x="32519" y="4957"/>
                  </a:lnTo>
                  <a:lnTo>
                    <a:pt x="36429" y="3124"/>
                  </a:lnTo>
                  <a:lnTo>
                    <a:pt x="37240" y="3110"/>
                  </a:lnTo>
                  <a:lnTo>
                    <a:pt x="34074" y="8568"/>
                  </a:lnTo>
                  <a:lnTo>
                    <a:pt x="33854" y="10888"/>
                  </a:lnTo>
                  <a:lnTo>
                    <a:pt x="39928" y="13075"/>
                  </a:lnTo>
                  <a:lnTo>
                    <a:pt x="44328" y="18656"/>
                  </a:lnTo>
                  <a:lnTo>
                    <a:pt x="39735" y="17822"/>
                  </a:lnTo>
                  <a:lnTo>
                    <a:pt x="39131" y="21929"/>
                  </a:lnTo>
                  <a:lnTo>
                    <a:pt x="36485" y="27784"/>
                  </a:lnTo>
                  <a:lnTo>
                    <a:pt x="34912" y="28393"/>
                  </a:lnTo>
                  <a:lnTo>
                    <a:pt x="35293" y="29934"/>
                  </a:lnTo>
                  <a:lnTo>
                    <a:pt x="32125" y="31815"/>
                  </a:lnTo>
                  <a:lnTo>
                    <a:pt x="29881" y="31537"/>
                  </a:lnTo>
                  <a:lnTo>
                    <a:pt x="30108" y="29893"/>
                  </a:lnTo>
                  <a:lnTo>
                    <a:pt x="26547" y="30499"/>
                  </a:lnTo>
                  <a:lnTo>
                    <a:pt x="22342" y="33571"/>
                  </a:lnTo>
                  <a:lnTo>
                    <a:pt x="18203" y="33457"/>
                  </a:lnTo>
                  <a:lnTo>
                    <a:pt x="16520" y="29722"/>
                  </a:lnTo>
                  <a:lnTo>
                    <a:pt x="16460" y="24371"/>
                  </a:lnTo>
                  <a:lnTo>
                    <a:pt x="4733" y="24881"/>
                  </a:lnTo>
                  <a:lnTo>
                    <a:pt x="3141" y="20770"/>
                  </a:lnTo>
                  <a:lnTo>
                    <a:pt x="3814" y="17761"/>
                  </a:lnTo>
                  <a:lnTo>
                    <a:pt x="0" y="14573"/>
                  </a:lnTo>
                  <a:lnTo>
                    <a:pt x="6258" y="12824"/>
                  </a:lnTo>
                  <a:lnTo>
                    <a:pt x="6121" y="9537"/>
                  </a:lnTo>
                  <a:lnTo>
                    <a:pt x="6833" y="7075"/>
                  </a:lnTo>
                  <a:lnTo>
                    <a:pt x="15420" y="12577"/>
                  </a:lnTo>
                  <a:lnTo>
                    <a:pt x="19549" y="10158"/>
                  </a:lnTo>
                  <a:lnTo>
                    <a:pt x="21504" y="7782"/>
                  </a:lnTo>
                  <a:lnTo>
                    <a:pt x="25519" y="7818"/>
                  </a:lnTo>
                  <a:lnTo>
                    <a:pt x="27653" y="4075"/>
                  </a:lnTo>
                  <a:lnTo>
                    <a:pt x="29820" y="6963"/>
                  </a:lnTo>
                  <a:lnTo>
                    <a:pt x="31082" y="6339"/>
                  </a:lnTo>
                  <a:lnTo>
                    <a:pt x="31474" y="5944"/>
                  </a:lnTo>
                  <a:lnTo>
                    <a:pt x="30594" y="2455"/>
                  </a:lnTo>
                  <a:lnTo>
                    <a:pt x="29264" y="577"/>
                  </a:lnTo>
                  <a:lnTo>
                    <a:pt x="30012" y="35"/>
                  </a:lnTo>
                  <a:lnTo>
                    <a:pt x="3134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h5403"/>
            <p:cNvSpPr/>
            <p:nvPr/>
          </p:nvSpPr>
          <p:spPr>
            <a:xfrm>
              <a:off x="6409796" y="2514119"/>
              <a:ext cx="62769" cy="85260"/>
            </a:xfrm>
            <a:custGeom>
              <a:avLst/>
              <a:pathLst>
                <a:path w="62769" h="85260">
                  <a:moveTo>
                    <a:pt x="58050" y="7982"/>
                  </a:moveTo>
                  <a:lnTo>
                    <a:pt x="62696" y="14121"/>
                  </a:lnTo>
                  <a:lnTo>
                    <a:pt x="58649" y="22015"/>
                  </a:lnTo>
                  <a:lnTo>
                    <a:pt x="56335" y="22717"/>
                  </a:lnTo>
                  <a:lnTo>
                    <a:pt x="60143" y="26648"/>
                  </a:lnTo>
                  <a:lnTo>
                    <a:pt x="58051" y="28054"/>
                  </a:lnTo>
                  <a:lnTo>
                    <a:pt x="62769" y="33666"/>
                  </a:lnTo>
                  <a:lnTo>
                    <a:pt x="54507" y="35121"/>
                  </a:lnTo>
                  <a:lnTo>
                    <a:pt x="56004" y="44569"/>
                  </a:lnTo>
                  <a:lnTo>
                    <a:pt x="53471" y="44434"/>
                  </a:lnTo>
                  <a:lnTo>
                    <a:pt x="49233" y="47881"/>
                  </a:lnTo>
                  <a:lnTo>
                    <a:pt x="48284" y="52249"/>
                  </a:lnTo>
                  <a:lnTo>
                    <a:pt x="50151" y="52263"/>
                  </a:lnTo>
                  <a:lnTo>
                    <a:pt x="49526" y="57066"/>
                  </a:lnTo>
                  <a:lnTo>
                    <a:pt x="41778" y="62413"/>
                  </a:lnTo>
                  <a:lnTo>
                    <a:pt x="39544" y="66005"/>
                  </a:lnTo>
                  <a:lnTo>
                    <a:pt x="39298" y="70473"/>
                  </a:lnTo>
                  <a:lnTo>
                    <a:pt x="32044" y="79434"/>
                  </a:lnTo>
                  <a:lnTo>
                    <a:pt x="31614" y="80444"/>
                  </a:lnTo>
                  <a:lnTo>
                    <a:pt x="30012" y="80311"/>
                  </a:lnTo>
                  <a:lnTo>
                    <a:pt x="27621" y="78658"/>
                  </a:lnTo>
                  <a:lnTo>
                    <a:pt x="22084" y="80063"/>
                  </a:lnTo>
                  <a:lnTo>
                    <a:pt x="19287" y="82509"/>
                  </a:lnTo>
                  <a:lnTo>
                    <a:pt x="17985" y="85260"/>
                  </a:lnTo>
                  <a:lnTo>
                    <a:pt x="16390" y="84661"/>
                  </a:lnTo>
                  <a:lnTo>
                    <a:pt x="16226" y="84606"/>
                  </a:lnTo>
                  <a:lnTo>
                    <a:pt x="12038" y="81148"/>
                  </a:lnTo>
                  <a:lnTo>
                    <a:pt x="13936" y="75011"/>
                  </a:lnTo>
                  <a:lnTo>
                    <a:pt x="8075" y="73617"/>
                  </a:lnTo>
                  <a:lnTo>
                    <a:pt x="10236" y="62566"/>
                  </a:lnTo>
                  <a:lnTo>
                    <a:pt x="696" y="63797"/>
                  </a:lnTo>
                  <a:lnTo>
                    <a:pt x="0" y="63240"/>
                  </a:lnTo>
                  <a:lnTo>
                    <a:pt x="784" y="61631"/>
                  </a:lnTo>
                  <a:lnTo>
                    <a:pt x="2741" y="62430"/>
                  </a:lnTo>
                  <a:lnTo>
                    <a:pt x="5410" y="55901"/>
                  </a:lnTo>
                  <a:lnTo>
                    <a:pt x="9161" y="55016"/>
                  </a:lnTo>
                  <a:lnTo>
                    <a:pt x="14995" y="51239"/>
                  </a:lnTo>
                  <a:lnTo>
                    <a:pt x="15570" y="46174"/>
                  </a:lnTo>
                  <a:lnTo>
                    <a:pt x="18663" y="41184"/>
                  </a:lnTo>
                  <a:lnTo>
                    <a:pt x="20799" y="39660"/>
                  </a:lnTo>
                  <a:lnTo>
                    <a:pt x="25132" y="39770"/>
                  </a:lnTo>
                  <a:lnTo>
                    <a:pt x="24983" y="41613"/>
                  </a:lnTo>
                  <a:lnTo>
                    <a:pt x="31359" y="42897"/>
                  </a:lnTo>
                  <a:lnTo>
                    <a:pt x="33418" y="41129"/>
                  </a:lnTo>
                  <a:lnTo>
                    <a:pt x="39032" y="43758"/>
                  </a:lnTo>
                  <a:lnTo>
                    <a:pt x="41863" y="40294"/>
                  </a:lnTo>
                  <a:lnTo>
                    <a:pt x="47306" y="42384"/>
                  </a:lnTo>
                  <a:lnTo>
                    <a:pt x="53958" y="43601"/>
                  </a:lnTo>
                  <a:lnTo>
                    <a:pt x="55063" y="42093"/>
                  </a:lnTo>
                  <a:lnTo>
                    <a:pt x="53695" y="35473"/>
                  </a:lnTo>
                  <a:lnTo>
                    <a:pt x="41903" y="37686"/>
                  </a:lnTo>
                  <a:lnTo>
                    <a:pt x="45775" y="24819"/>
                  </a:lnTo>
                  <a:lnTo>
                    <a:pt x="38739" y="24716"/>
                  </a:lnTo>
                  <a:lnTo>
                    <a:pt x="35230" y="17504"/>
                  </a:lnTo>
                  <a:lnTo>
                    <a:pt x="35712" y="15722"/>
                  </a:lnTo>
                  <a:lnTo>
                    <a:pt x="37975" y="7359"/>
                  </a:lnTo>
                  <a:lnTo>
                    <a:pt x="42147" y="7087"/>
                  </a:lnTo>
                  <a:lnTo>
                    <a:pt x="42704" y="684"/>
                  </a:lnTo>
                  <a:lnTo>
                    <a:pt x="49902" y="1572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h5404"/>
            <p:cNvSpPr/>
            <p:nvPr/>
          </p:nvSpPr>
          <p:spPr>
            <a:xfrm>
              <a:off x="6519732" y="2556309"/>
              <a:ext cx="31925" cy="37659"/>
            </a:xfrm>
            <a:custGeom>
              <a:avLst/>
              <a:pathLst>
                <a:path w="31925" h="37659">
                  <a:moveTo>
                    <a:pt x="19517" y="1925"/>
                  </a:moveTo>
                  <a:lnTo>
                    <a:pt x="22868" y="6044"/>
                  </a:lnTo>
                  <a:lnTo>
                    <a:pt x="26348" y="7221"/>
                  </a:lnTo>
                  <a:lnTo>
                    <a:pt x="24054" y="10240"/>
                  </a:lnTo>
                  <a:lnTo>
                    <a:pt x="31215" y="15307"/>
                  </a:lnTo>
                  <a:lnTo>
                    <a:pt x="31925" y="25081"/>
                  </a:lnTo>
                  <a:lnTo>
                    <a:pt x="28795" y="24121"/>
                  </a:lnTo>
                  <a:lnTo>
                    <a:pt x="26639" y="24665"/>
                  </a:lnTo>
                  <a:lnTo>
                    <a:pt x="26008" y="28051"/>
                  </a:lnTo>
                  <a:lnTo>
                    <a:pt x="20891" y="28062"/>
                  </a:lnTo>
                  <a:lnTo>
                    <a:pt x="21530" y="34830"/>
                  </a:lnTo>
                  <a:lnTo>
                    <a:pt x="18312" y="37659"/>
                  </a:lnTo>
                  <a:lnTo>
                    <a:pt x="14371" y="35718"/>
                  </a:lnTo>
                  <a:lnTo>
                    <a:pt x="7241" y="29180"/>
                  </a:lnTo>
                  <a:lnTo>
                    <a:pt x="5356" y="31221"/>
                  </a:lnTo>
                  <a:lnTo>
                    <a:pt x="7704" y="34159"/>
                  </a:lnTo>
                  <a:lnTo>
                    <a:pt x="6335" y="36069"/>
                  </a:lnTo>
                  <a:lnTo>
                    <a:pt x="4601" y="36479"/>
                  </a:lnTo>
                  <a:lnTo>
                    <a:pt x="5254" y="35809"/>
                  </a:lnTo>
                  <a:lnTo>
                    <a:pt x="4756" y="34411"/>
                  </a:lnTo>
                  <a:lnTo>
                    <a:pt x="498" y="29388"/>
                  </a:lnTo>
                  <a:lnTo>
                    <a:pt x="1942" y="29481"/>
                  </a:lnTo>
                  <a:lnTo>
                    <a:pt x="6698" y="22734"/>
                  </a:lnTo>
                  <a:lnTo>
                    <a:pt x="6014" y="19999"/>
                  </a:lnTo>
                  <a:lnTo>
                    <a:pt x="2041" y="19393"/>
                  </a:lnTo>
                  <a:lnTo>
                    <a:pt x="493" y="20141"/>
                  </a:lnTo>
                  <a:lnTo>
                    <a:pt x="0" y="19077"/>
                  </a:lnTo>
                  <a:lnTo>
                    <a:pt x="907" y="14590"/>
                  </a:lnTo>
                  <a:lnTo>
                    <a:pt x="1856" y="13132"/>
                  </a:lnTo>
                  <a:lnTo>
                    <a:pt x="9357" y="9134"/>
                  </a:lnTo>
                  <a:lnTo>
                    <a:pt x="13742" y="8704"/>
                  </a:lnTo>
                  <a:lnTo>
                    <a:pt x="14399" y="6817"/>
                  </a:lnTo>
                  <a:lnTo>
                    <a:pt x="12357" y="6363"/>
                  </a:lnTo>
                  <a:lnTo>
                    <a:pt x="12294" y="6991"/>
                  </a:lnTo>
                  <a:lnTo>
                    <a:pt x="11408" y="6964"/>
                  </a:lnTo>
                  <a:lnTo>
                    <a:pt x="11608" y="4073"/>
                  </a:lnTo>
                  <a:lnTo>
                    <a:pt x="12398" y="1287"/>
                  </a:lnTo>
                  <a:lnTo>
                    <a:pt x="15811" y="1238"/>
                  </a:lnTo>
                  <a:lnTo>
                    <a:pt x="1603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h5405"/>
            <p:cNvSpPr/>
            <p:nvPr/>
          </p:nvSpPr>
          <p:spPr>
            <a:xfrm>
              <a:off x="6522777" y="2462382"/>
              <a:ext cx="48451" cy="80895"/>
            </a:xfrm>
            <a:custGeom>
              <a:avLst/>
              <a:pathLst>
                <a:path w="48451" h="80895">
                  <a:moveTo>
                    <a:pt x="14397" y="3284"/>
                  </a:moveTo>
                  <a:lnTo>
                    <a:pt x="15595" y="6394"/>
                  </a:lnTo>
                  <a:lnTo>
                    <a:pt x="20043" y="9975"/>
                  </a:lnTo>
                  <a:lnTo>
                    <a:pt x="23833" y="11126"/>
                  </a:lnTo>
                  <a:lnTo>
                    <a:pt x="25155" y="17470"/>
                  </a:lnTo>
                  <a:lnTo>
                    <a:pt x="27486" y="17873"/>
                  </a:lnTo>
                  <a:lnTo>
                    <a:pt x="29433" y="19251"/>
                  </a:lnTo>
                  <a:lnTo>
                    <a:pt x="27752" y="28183"/>
                  </a:lnTo>
                  <a:lnTo>
                    <a:pt x="30519" y="28213"/>
                  </a:lnTo>
                  <a:lnTo>
                    <a:pt x="25857" y="32143"/>
                  </a:lnTo>
                  <a:lnTo>
                    <a:pt x="22257" y="30778"/>
                  </a:lnTo>
                  <a:lnTo>
                    <a:pt x="25301" y="38830"/>
                  </a:lnTo>
                  <a:lnTo>
                    <a:pt x="28396" y="38090"/>
                  </a:lnTo>
                  <a:lnTo>
                    <a:pt x="30952" y="41040"/>
                  </a:lnTo>
                  <a:lnTo>
                    <a:pt x="25836" y="41309"/>
                  </a:lnTo>
                  <a:lnTo>
                    <a:pt x="26141" y="42310"/>
                  </a:lnTo>
                  <a:lnTo>
                    <a:pt x="33569" y="43547"/>
                  </a:lnTo>
                  <a:lnTo>
                    <a:pt x="34004" y="45047"/>
                  </a:lnTo>
                  <a:lnTo>
                    <a:pt x="47491" y="45978"/>
                  </a:lnTo>
                  <a:lnTo>
                    <a:pt x="47669" y="47097"/>
                  </a:lnTo>
                  <a:lnTo>
                    <a:pt x="48106" y="49432"/>
                  </a:lnTo>
                  <a:lnTo>
                    <a:pt x="47576" y="60228"/>
                  </a:lnTo>
                  <a:lnTo>
                    <a:pt x="45416" y="60808"/>
                  </a:lnTo>
                  <a:lnTo>
                    <a:pt x="48451" y="72388"/>
                  </a:lnTo>
                  <a:lnTo>
                    <a:pt x="47543" y="73945"/>
                  </a:lnTo>
                  <a:lnTo>
                    <a:pt x="39676" y="75749"/>
                  </a:lnTo>
                  <a:lnTo>
                    <a:pt x="40134" y="80008"/>
                  </a:lnTo>
                  <a:lnTo>
                    <a:pt x="30698" y="80895"/>
                  </a:lnTo>
                  <a:lnTo>
                    <a:pt x="21021" y="72195"/>
                  </a:lnTo>
                  <a:lnTo>
                    <a:pt x="17262" y="69726"/>
                  </a:lnTo>
                  <a:lnTo>
                    <a:pt x="16596" y="72973"/>
                  </a:lnTo>
                  <a:lnTo>
                    <a:pt x="18499" y="73390"/>
                  </a:lnTo>
                  <a:lnTo>
                    <a:pt x="19147" y="76433"/>
                  </a:lnTo>
                  <a:lnTo>
                    <a:pt x="17035" y="79625"/>
                  </a:lnTo>
                  <a:lnTo>
                    <a:pt x="7740" y="77200"/>
                  </a:lnTo>
                  <a:lnTo>
                    <a:pt x="8582" y="71607"/>
                  </a:lnTo>
                  <a:lnTo>
                    <a:pt x="10580" y="71948"/>
                  </a:lnTo>
                  <a:lnTo>
                    <a:pt x="10348" y="69906"/>
                  </a:lnTo>
                  <a:lnTo>
                    <a:pt x="8916" y="66923"/>
                  </a:lnTo>
                  <a:lnTo>
                    <a:pt x="8609" y="61909"/>
                  </a:lnTo>
                  <a:lnTo>
                    <a:pt x="5739" y="60141"/>
                  </a:lnTo>
                  <a:lnTo>
                    <a:pt x="4942" y="53974"/>
                  </a:lnTo>
                  <a:lnTo>
                    <a:pt x="0" y="55028"/>
                  </a:lnTo>
                  <a:lnTo>
                    <a:pt x="2438" y="47355"/>
                  </a:lnTo>
                  <a:lnTo>
                    <a:pt x="763" y="41515"/>
                  </a:lnTo>
                  <a:lnTo>
                    <a:pt x="1144" y="26112"/>
                  </a:lnTo>
                  <a:lnTo>
                    <a:pt x="5025" y="26799"/>
                  </a:lnTo>
                  <a:lnTo>
                    <a:pt x="7271" y="26216"/>
                  </a:lnTo>
                  <a:lnTo>
                    <a:pt x="5362" y="22551"/>
                  </a:lnTo>
                  <a:lnTo>
                    <a:pt x="3457" y="22664"/>
                  </a:lnTo>
                  <a:lnTo>
                    <a:pt x="2444" y="20889"/>
                  </a:lnTo>
                  <a:lnTo>
                    <a:pt x="5109" y="17082"/>
                  </a:lnTo>
                  <a:lnTo>
                    <a:pt x="2949" y="15070"/>
                  </a:lnTo>
                  <a:lnTo>
                    <a:pt x="6136" y="14211"/>
                  </a:lnTo>
                  <a:lnTo>
                    <a:pt x="10687" y="12817"/>
                  </a:lnTo>
                  <a:lnTo>
                    <a:pt x="10258" y="1037"/>
                  </a:lnTo>
                  <a:lnTo>
                    <a:pt x="1444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h5406"/>
            <p:cNvSpPr/>
            <p:nvPr/>
          </p:nvSpPr>
          <p:spPr>
            <a:xfrm>
              <a:off x="6523758" y="2635313"/>
              <a:ext cx="19505" cy="14484"/>
            </a:xfrm>
            <a:custGeom>
              <a:avLst/>
              <a:pathLst>
                <a:path w="19505" h="14484">
                  <a:moveTo>
                    <a:pt x="11173" y="0"/>
                  </a:moveTo>
                  <a:lnTo>
                    <a:pt x="16079" y="1727"/>
                  </a:lnTo>
                  <a:lnTo>
                    <a:pt x="16756" y="5812"/>
                  </a:lnTo>
                  <a:lnTo>
                    <a:pt x="19505" y="12371"/>
                  </a:lnTo>
                  <a:lnTo>
                    <a:pt x="15492" y="14003"/>
                  </a:lnTo>
                  <a:lnTo>
                    <a:pt x="13261" y="13512"/>
                  </a:lnTo>
                  <a:lnTo>
                    <a:pt x="11114" y="11590"/>
                  </a:lnTo>
                  <a:lnTo>
                    <a:pt x="8949" y="13303"/>
                  </a:lnTo>
                  <a:lnTo>
                    <a:pt x="8992" y="14101"/>
                  </a:lnTo>
                  <a:lnTo>
                    <a:pt x="7280" y="14484"/>
                  </a:lnTo>
                  <a:lnTo>
                    <a:pt x="2988" y="6261"/>
                  </a:lnTo>
                  <a:lnTo>
                    <a:pt x="0" y="3625"/>
                  </a:lnTo>
                  <a:lnTo>
                    <a:pt x="84" y="1895"/>
                  </a:lnTo>
                  <a:lnTo>
                    <a:pt x="3983" y="640"/>
                  </a:lnTo>
                  <a:lnTo>
                    <a:pt x="4997" y="1325"/>
                  </a:lnTo>
                  <a:lnTo>
                    <a:pt x="7954" y="1123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h5407"/>
            <p:cNvSpPr/>
            <p:nvPr/>
          </p:nvSpPr>
          <p:spPr>
            <a:xfrm>
              <a:off x="6767141" y="2654925"/>
              <a:ext cx="30238" cy="35149"/>
            </a:xfrm>
            <a:custGeom>
              <a:avLst/>
              <a:pathLst>
                <a:path w="30238" h="35149">
                  <a:moveTo>
                    <a:pt x="16735" y="1989"/>
                  </a:moveTo>
                  <a:lnTo>
                    <a:pt x="18930" y="3074"/>
                  </a:lnTo>
                  <a:lnTo>
                    <a:pt x="20401" y="2501"/>
                  </a:lnTo>
                  <a:lnTo>
                    <a:pt x="21477" y="1010"/>
                  </a:lnTo>
                  <a:lnTo>
                    <a:pt x="23139" y="857"/>
                  </a:lnTo>
                  <a:lnTo>
                    <a:pt x="23820" y="1451"/>
                  </a:lnTo>
                  <a:lnTo>
                    <a:pt x="24899" y="4158"/>
                  </a:lnTo>
                  <a:lnTo>
                    <a:pt x="21471" y="2900"/>
                  </a:lnTo>
                  <a:lnTo>
                    <a:pt x="20030" y="3273"/>
                  </a:lnTo>
                  <a:lnTo>
                    <a:pt x="19878" y="4970"/>
                  </a:lnTo>
                  <a:lnTo>
                    <a:pt x="20762" y="6321"/>
                  </a:lnTo>
                  <a:lnTo>
                    <a:pt x="20028" y="8452"/>
                  </a:lnTo>
                  <a:lnTo>
                    <a:pt x="23630" y="15994"/>
                  </a:lnTo>
                  <a:lnTo>
                    <a:pt x="26506" y="14297"/>
                  </a:lnTo>
                  <a:lnTo>
                    <a:pt x="26030" y="17119"/>
                  </a:lnTo>
                  <a:lnTo>
                    <a:pt x="29254" y="19407"/>
                  </a:lnTo>
                  <a:lnTo>
                    <a:pt x="30238" y="22236"/>
                  </a:lnTo>
                  <a:lnTo>
                    <a:pt x="28028" y="25244"/>
                  </a:lnTo>
                  <a:lnTo>
                    <a:pt x="23235" y="28840"/>
                  </a:lnTo>
                  <a:lnTo>
                    <a:pt x="19051" y="30419"/>
                  </a:lnTo>
                  <a:lnTo>
                    <a:pt x="19161" y="32304"/>
                  </a:lnTo>
                  <a:lnTo>
                    <a:pt x="15671" y="34600"/>
                  </a:lnTo>
                  <a:lnTo>
                    <a:pt x="14735" y="34610"/>
                  </a:lnTo>
                  <a:lnTo>
                    <a:pt x="12417" y="32916"/>
                  </a:lnTo>
                  <a:lnTo>
                    <a:pt x="11678" y="33960"/>
                  </a:lnTo>
                  <a:lnTo>
                    <a:pt x="12434" y="34406"/>
                  </a:lnTo>
                  <a:lnTo>
                    <a:pt x="10853" y="35149"/>
                  </a:lnTo>
                  <a:lnTo>
                    <a:pt x="9684" y="34694"/>
                  </a:lnTo>
                  <a:lnTo>
                    <a:pt x="7144" y="31177"/>
                  </a:lnTo>
                  <a:lnTo>
                    <a:pt x="103" y="27836"/>
                  </a:lnTo>
                  <a:lnTo>
                    <a:pt x="0" y="24578"/>
                  </a:lnTo>
                  <a:lnTo>
                    <a:pt x="2224" y="24733"/>
                  </a:lnTo>
                  <a:lnTo>
                    <a:pt x="3141" y="16874"/>
                  </a:lnTo>
                  <a:lnTo>
                    <a:pt x="2159" y="13093"/>
                  </a:lnTo>
                  <a:lnTo>
                    <a:pt x="9851" y="5792"/>
                  </a:lnTo>
                  <a:lnTo>
                    <a:pt x="10832" y="7177"/>
                  </a:lnTo>
                  <a:lnTo>
                    <a:pt x="13946" y="5265"/>
                  </a:lnTo>
                  <a:lnTo>
                    <a:pt x="12553" y="3280"/>
                  </a:lnTo>
                  <a:lnTo>
                    <a:pt x="1608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h5408"/>
            <p:cNvSpPr/>
            <p:nvPr/>
          </p:nvSpPr>
          <p:spPr>
            <a:xfrm>
              <a:off x="6637560" y="2627197"/>
              <a:ext cx="53069" cy="31556"/>
            </a:xfrm>
            <a:custGeom>
              <a:avLst/>
              <a:pathLst>
                <a:path w="53069" h="31556">
                  <a:moveTo>
                    <a:pt x="22351" y="309"/>
                  </a:moveTo>
                  <a:lnTo>
                    <a:pt x="24713" y="2686"/>
                  </a:lnTo>
                  <a:lnTo>
                    <a:pt x="34259" y="709"/>
                  </a:lnTo>
                  <a:lnTo>
                    <a:pt x="38952" y="2010"/>
                  </a:lnTo>
                  <a:lnTo>
                    <a:pt x="40940" y="1705"/>
                  </a:lnTo>
                  <a:lnTo>
                    <a:pt x="44224" y="9845"/>
                  </a:lnTo>
                  <a:lnTo>
                    <a:pt x="43952" y="20637"/>
                  </a:lnTo>
                  <a:lnTo>
                    <a:pt x="47339" y="21804"/>
                  </a:lnTo>
                  <a:lnTo>
                    <a:pt x="50263" y="23738"/>
                  </a:lnTo>
                  <a:lnTo>
                    <a:pt x="52424" y="28188"/>
                  </a:lnTo>
                  <a:lnTo>
                    <a:pt x="53069" y="31556"/>
                  </a:lnTo>
                  <a:lnTo>
                    <a:pt x="50456" y="30720"/>
                  </a:lnTo>
                  <a:lnTo>
                    <a:pt x="49176" y="31294"/>
                  </a:lnTo>
                  <a:lnTo>
                    <a:pt x="43060" y="31176"/>
                  </a:lnTo>
                  <a:lnTo>
                    <a:pt x="37786" y="23781"/>
                  </a:lnTo>
                  <a:lnTo>
                    <a:pt x="29693" y="19964"/>
                  </a:lnTo>
                  <a:lnTo>
                    <a:pt x="24459" y="16686"/>
                  </a:lnTo>
                  <a:lnTo>
                    <a:pt x="22234" y="18214"/>
                  </a:lnTo>
                  <a:lnTo>
                    <a:pt x="19460" y="12998"/>
                  </a:lnTo>
                  <a:lnTo>
                    <a:pt x="22360" y="11470"/>
                  </a:lnTo>
                  <a:lnTo>
                    <a:pt x="21627" y="10273"/>
                  </a:lnTo>
                  <a:lnTo>
                    <a:pt x="17363" y="13279"/>
                  </a:lnTo>
                  <a:lnTo>
                    <a:pt x="17730" y="16769"/>
                  </a:lnTo>
                  <a:lnTo>
                    <a:pt x="12935" y="15820"/>
                  </a:lnTo>
                  <a:lnTo>
                    <a:pt x="9056" y="19149"/>
                  </a:lnTo>
                  <a:lnTo>
                    <a:pt x="7061" y="19646"/>
                  </a:lnTo>
                  <a:lnTo>
                    <a:pt x="6364" y="18627"/>
                  </a:lnTo>
                  <a:lnTo>
                    <a:pt x="7219" y="18333"/>
                  </a:lnTo>
                  <a:lnTo>
                    <a:pt x="6328" y="16640"/>
                  </a:lnTo>
                  <a:lnTo>
                    <a:pt x="3184" y="12033"/>
                  </a:lnTo>
                  <a:lnTo>
                    <a:pt x="0" y="8815"/>
                  </a:lnTo>
                  <a:lnTo>
                    <a:pt x="8131" y="8096"/>
                  </a:lnTo>
                  <a:lnTo>
                    <a:pt x="9483" y="11609"/>
                  </a:lnTo>
                  <a:lnTo>
                    <a:pt x="14119" y="9721"/>
                  </a:lnTo>
                  <a:lnTo>
                    <a:pt x="16711" y="12312"/>
                  </a:lnTo>
                  <a:lnTo>
                    <a:pt x="18629" y="11436"/>
                  </a:lnTo>
                  <a:lnTo>
                    <a:pt x="14897" y="4182"/>
                  </a:lnTo>
                  <a:lnTo>
                    <a:pt x="1937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h5409"/>
            <p:cNvSpPr/>
            <p:nvPr/>
          </p:nvSpPr>
          <p:spPr>
            <a:xfrm>
              <a:off x="6708263" y="2650103"/>
              <a:ext cx="33043" cy="62823"/>
            </a:xfrm>
            <a:custGeom>
              <a:avLst/>
              <a:pathLst>
                <a:path w="33043" h="62823">
                  <a:moveTo>
                    <a:pt x="9886" y="0"/>
                  </a:moveTo>
                  <a:lnTo>
                    <a:pt x="11305" y="764"/>
                  </a:lnTo>
                  <a:lnTo>
                    <a:pt x="10011" y="5546"/>
                  </a:lnTo>
                  <a:lnTo>
                    <a:pt x="12115" y="17220"/>
                  </a:lnTo>
                  <a:lnTo>
                    <a:pt x="12922" y="19694"/>
                  </a:lnTo>
                  <a:lnTo>
                    <a:pt x="15729" y="19741"/>
                  </a:lnTo>
                  <a:lnTo>
                    <a:pt x="15670" y="24388"/>
                  </a:lnTo>
                  <a:lnTo>
                    <a:pt x="16221" y="25180"/>
                  </a:lnTo>
                  <a:lnTo>
                    <a:pt x="17749" y="25790"/>
                  </a:lnTo>
                  <a:lnTo>
                    <a:pt x="26053" y="25139"/>
                  </a:lnTo>
                  <a:lnTo>
                    <a:pt x="33031" y="29147"/>
                  </a:lnTo>
                  <a:lnTo>
                    <a:pt x="33043" y="30882"/>
                  </a:lnTo>
                  <a:lnTo>
                    <a:pt x="30880" y="33336"/>
                  </a:lnTo>
                  <a:lnTo>
                    <a:pt x="26919" y="38493"/>
                  </a:lnTo>
                  <a:lnTo>
                    <a:pt x="26957" y="41116"/>
                  </a:lnTo>
                  <a:lnTo>
                    <a:pt x="29084" y="43670"/>
                  </a:lnTo>
                  <a:lnTo>
                    <a:pt x="30199" y="46600"/>
                  </a:lnTo>
                  <a:lnTo>
                    <a:pt x="28367" y="52100"/>
                  </a:lnTo>
                  <a:lnTo>
                    <a:pt x="29077" y="52126"/>
                  </a:lnTo>
                  <a:lnTo>
                    <a:pt x="27227" y="54317"/>
                  </a:lnTo>
                  <a:lnTo>
                    <a:pt x="26004" y="54592"/>
                  </a:lnTo>
                  <a:lnTo>
                    <a:pt x="26479" y="56792"/>
                  </a:lnTo>
                  <a:lnTo>
                    <a:pt x="28576" y="60224"/>
                  </a:lnTo>
                  <a:lnTo>
                    <a:pt x="27547" y="61641"/>
                  </a:lnTo>
                  <a:lnTo>
                    <a:pt x="23923" y="62823"/>
                  </a:lnTo>
                  <a:lnTo>
                    <a:pt x="21419" y="62067"/>
                  </a:lnTo>
                  <a:lnTo>
                    <a:pt x="15070" y="62407"/>
                  </a:lnTo>
                  <a:lnTo>
                    <a:pt x="13510" y="56651"/>
                  </a:lnTo>
                  <a:lnTo>
                    <a:pt x="14936" y="50154"/>
                  </a:lnTo>
                  <a:lnTo>
                    <a:pt x="13744" y="48521"/>
                  </a:lnTo>
                  <a:lnTo>
                    <a:pt x="10001" y="45826"/>
                  </a:lnTo>
                  <a:lnTo>
                    <a:pt x="8099" y="40763"/>
                  </a:lnTo>
                  <a:lnTo>
                    <a:pt x="6331" y="38816"/>
                  </a:lnTo>
                  <a:lnTo>
                    <a:pt x="6551" y="36360"/>
                  </a:lnTo>
                  <a:lnTo>
                    <a:pt x="8253" y="32436"/>
                  </a:lnTo>
                  <a:lnTo>
                    <a:pt x="10703" y="32318"/>
                  </a:lnTo>
                  <a:lnTo>
                    <a:pt x="8614" y="25010"/>
                  </a:lnTo>
                  <a:lnTo>
                    <a:pt x="3670" y="23628"/>
                  </a:lnTo>
                  <a:lnTo>
                    <a:pt x="923" y="19067"/>
                  </a:lnTo>
                  <a:lnTo>
                    <a:pt x="0" y="9878"/>
                  </a:lnTo>
                  <a:lnTo>
                    <a:pt x="1316" y="7631"/>
                  </a:lnTo>
                  <a:lnTo>
                    <a:pt x="3659" y="6566"/>
                  </a:lnTo>
                  <a:lnTo>
                    <a:pt x="3093" y="3549"/>
                  </a:lnTo>
                  <a:lnTo>
                    <a:pt x="5229" y="103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h5410"/>
            <p:cNvSpPr/>
            <p:nvPr/>
          </p:nvSpPr>
          <p:spPr>
            <a:xfrm>
              <a:off x="6531821" y="2601936"/>
              <a:ext cx="43447" cy="41898"/>
            </a:xfrm>
            <a:custGeom>
              <a:avLst/>
              <a:pathLst>
                <a:path w="43447" h="41898">
                  <a:moveTo>
                    <a:pt x="39156" y="290"/>
                  </a:moveTo>
                  <a:lnTo>
                    <a:pt x="40887" y="1724"/>
                  </a:lnTo>
                  <a:lnTo>
                    <a:pt x="41712" y="6302"/>
                  </a:lnTo>
                  <a:lnTo>
                    <a:pt x="43447" y="5358"/>
                  </a:lnTo>
                  <a:lnTo>
                    <a:pt x="39084" y="8405"/>
                  </a:lnTo>
                  <a:lnTo>
                    <a:pt x="40512" y="13418"/>
                  </a:lnTo>
                  <a:lnTo>
                    <a:pt x="34738" y="15298"/>
                  </a:lnTo>
                  <a:lnTo>
                    <a:pt x="27747" y="21067"/>
                  </a:lnTo>
                  <a:lnTo>
                    <a:pt x="28067" y="23035"/>
                  </a:lnTo>
                  <a:lnTo>
                    <a:pt x="30695" y="26668"/>
                  </a:lnTo>
                  <a:lnTo>
                    <a:pt x="31999" y="33420"/>
                  </a:lnTo>
                  <a:lnTo>
                    <a:pt x="31452" y="35021"/>
                  </a:lnTo>
                  <a:lnTo>
                    <a:pt x="29514" y="36409"/>
                  </a:lnTo>
                  <a:lnTo>
                    <a:pt x="29718" y="40553"/>
                  </a:lnTo>
                  <a:lnTo>
                    <a:pt x="26946" y="41138"/>
                  </a:lnTo>
                  <a:lnTo>
                    <a:pt x="25240" y="40599"/>
                  </a:lnTo>
                  <a:lnTo>
                    <a:pt x="25301" y="39375"/>
                  </a:lnTo>
                  <a:lnTo>
                    <a:pt x="23954" y="38624"/>
                  </a:lnTo>
                  <a:lnTo>
                    <a:pt x="21189" y="38658"/>
                  </a:lnTo>
                  <a:lnTo>
                    <a:pt x="20124" y="39438"/>
                  </a:lnTo>
                  <a:lnTo>
                    <a:pt x="21140" y="41898"/>
                  </a:lnTo>
                  <a:lnTo>
                    <a:pt x="18517" y="40569"/>
                  </a:lnTo>
                  <a:lnTo>
                    <a:pt x="15243" y="35439"/>
                  </a:lnTo>
                  <a:lnTo>
                    <a:pt x="17004" y="33635"/>
                  </a:lnTo>
                  <a:lnTo>
                    <a:pt x="14932" y="29007"/>
                  </a:lnTo>
                  <a:lnTo>
                    <a:pt x="13393" y="21798"/>
                  </a:lnTo>
                  <a:lnTo>
                    <a:pt x="12049" y="21277"/>
                  </a:lnTo>
                  <a:lnTo>
                    <a:pt x="6826" y="22068"/>
                  </a:lnTo>
                  <a:lnTo>
                    <a:pt x="6237" y="20833"/>
                  </a:lnTo>
                  <a:lnTo>
                    <a:pt x="0" y="17228"/>
                  </a:lnTo>
                  <a:lnTo>
                    <a:pt x="5492" y="10124"/>
                  </a:lnTo>
                  <a:lnTo>
                    <a:pt x="9653" y="8877"/>
                  </a:lnTo>
                  <a:lnTo>
                    <a:pt x="14701" y="11862"/>
                  </a:lnTo>
                  <a:lnTo>
                    <a:pt x="31587" y="7948"/>
                  </a:lnTo>
                  <a:lnTo>
                    <a:pt x="32584" y="6531"/>
                  </a:lnTo>
                  <a:lnTo>
                    <a:pt x="33107" y="2396"/>
                  </a:lnTo>
                  <a:lnTo>
                    <a:pt x="35343" y="198"/>
                  </a:lnTo>
                  <a:lnTo>
                    <a:pt x="3718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h5411"/>
            <p:cNvSpPr/>
            <p:nvPr/>
          </p:nvSpPr>
          <p:spPr>
            <a:xfrm>
              <a:off x="6458963" y="2636360"/>
              <a:ext cx="50902" cy="40822"/>
            </a:xfrm>
            <a:custGeom>
              <a:avLst/>
              <a:pathLst>
                <a:path w="50902" h="40822">
                  <a:moveTo>
                    <a:pt x="33859" y="2188"/>
                  </a:moveTo>
                  <a:lnTo>
                    <a:pt x="33848" y="4069"/>
                  </a:lnTo>
                  <a:lnTo>
                    <a:pt x="37104" y="7581"/>
                  </a:lnTo>
                  <a:lnTo>
                    <a:pt x="39877" y="9357"/>
                  </a:lnTo>
                  <a:lnTo>
                    <a:pt x="37185" y="14626"/>
                  </a:lnTo>
                  <a:lnTo>
                    <a:pt x="38087" y="15423"/>
                  </a:lnTo>
                  <a:lnTo>
                    <a:pt x="44560" y="16762"/>
                  </a:lnTo>
                  <a:lnTo>
                    <a:pt x="49183" y="19203"/>
                  </a:lnTo>
                  <a:lnTo>
                    <a:pt x="50902" y="20882"/>
                  </a:lnTo>
                  <a:lnTo>
                    <a:pt x="46295" y="25049"/>
                  </a:lnTo>
                  <a:lnTo>
                    <a:pt x="42455" y="26568"/>
                  </a:lnTo>
                  <a:lnTo>
                    <a:pt x="41518" y="25866"/>
                  </a:lnTo>
                  <a:lnTo>
                    <a:pt x="35276" y="27400"/>
                  </a:lnTo>
                  <a:lnTo>
                    <a:pt x="32719" y="39986"/>
                  </a:lnTo>
                  <a:lnTo>
                    <a:pt x="31799" y="39953"/>
                  </a:lnTo>
                  <a:lnTo>
                    <a:pt x="26781" y="39103"/>
                  </a:lnTo>
                  <a:lnTo>
                    <a:pt x="24435" y="39449"/>
                  </a:lnTo>
                  <a:lnTo>
                    <a:pt x="20427" y="37721"/>
                  </a:lnTo>
                  <a:lnTo>
                    <a:pt x="15341" y="37259"/>
                  </a:lnTo>
                  <a:lnTo>
                    <a:pt x="8973" y="39004"/>
                  </a:lnTo>
                  <a:lnTo>
                    <a:pt x="3291" y="38738"/>
                  </a:lnTo>
                  <a:lnTo>
                    <a:pt x="805" y="40822"/>
                  </a:lnTo>
                  <a:lnTo>
                    <a:pt x="0" y="38424"/>
                  </a:lnTo>
                  <a:lnTo>
                    <a:pt x="2239" y="33951"/>
                  </a:lnTo>
                  <a:lnTo>
                    <a:pt x="10317" y="29043"/>
                  </a:lnTo>
                  <a:lnTo>
                    <a:pt x="10117" y="27860"/>
                  </a:lnTo>
                  <a:lnTo>
                    <a:pt x="8203" y="26000"/>
                  </a:lnTo>
                  <a:lnTo>
                    <a:pt x="11580" y="22325"/>
                  </a:lnTo>
                  <a:lnTo>
                    <a:pt x="19387" y="16190"/>
                  </a:lnTo>
                  <a:lnTo>
                    <a:pt x="19048" y="13950"/>
                  </a:lnTo>
                  <a:lnTo>
                    <a:pt x="16741" y="12954"/>
                  </a:lnTo>
                  <a:lnTo>
                    <a:pt x="15559" y="14181"/>
                  </a:lnTo>
                  <a:lnTo>
                    <a:pt x="16819" y="7726"/>
                  </a:lnTo>
                  <a:lnTo>
                    <a:pt x="19338" y="1014"/>
                  </a:lnTo>
                  <a:lnTo>
                    <a:pt x="17837" y="67"/>
                  </a:lnTo>
                  <a:lnTo>
                    <a:pt x="2958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h5412"/>
            <p:cNvSpPr/>
            <p:nvPr/>
          </p:nvSpPr>
          <p:spPr>
            <a:xfrm>
              <a:off x="6734268" y="2701221"/>
              <a:ext cx="9617" cy="14861"/>
            </a:xfrm>
            <a:custGeom>
              <a:avLst/>
              <a:pathLst>
                <a:path w="9617" h="14861">
                  <a:moveTo>
                    <a:pt x="7186" y="0"/>
                  </a:moveTo>
                  <a:lnTo>
                    <a:pt x="9617" y="3068"/>
                  </a:lnTo>
                  <a:lnTo>
                    <a:pt x="9002" y="5087"/>
                  </a:lnTo>
                  <a:lnTo>
                    <a:pt x="6883" y="7085"/>
                  </a:lnTo>
                  <a:lnTo>
                    <a:pt x="8603" y="13002"/>
                  </a:lnTo>
                  <a:lnTo>
                    <a:pt x="9198" y="13498"/>
                  </a:lnTo>
                  <a:lnTo>
                    <a:pt x="8272" y="14861"/>
                  </a:lnTo>
                  <a:lnTo>
                    <a:pt x="6385" y="14538"/>
                  </a:lnTo>
                  <a:lnTo>
                    <a:pt x="2571" y="9105"/>
                  </a:lnTo>
                  <a:lnTo>
                    <a:pt x="475" y="5674"/>
                  </a:lnTo>
                  <a:lnTo>
                    <a:pt x="0" y="3473"/>
                  </a:lnTo>
                  <a:lnTo>
                    <a:pt x="1222" y="3199"/>
                  </a:lnTo>
                  <a:lnTo>
                    <a:pt x="3072" y="1007"/>
                  </a:lnTo>
                  <a:lnTo>
                    <a:pt x="4449" y="5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h5413"/>
            <p:cNvSpPr/>
            <p:nvPr/>
          </p:nvSpPr>
          <p:spPr>
            <a:xfrm>
              <a:off x="6648571" y="2682423"/>
              <a:ext cx="34236" cy="35652"/>
            </a:xfrm>
            <a:custGeom>
              <a:avLst/>
              <a:pathLst>
                <a:path w="34236" h="35652">
                  <a:moveTo>
                    <a:pt x="23188" y="0"/>
                  </a:moveTo>
                  <a:lnTo>
                    <a:pt x="23832" y="1589"/>
                  </a:lnTo>
                  <a:lnTo>
                    <a:pt x="25385" y="2246"/>
                  </a:lnTo>
                  <a:lnTo>
                    <a:pt x="30238" y="1108"/>
                  </a:lnTo>
                  <a:lnTo>
                    <a:pt x="30925" y="2772"/>
                  </a:lnTo>
                  <a:lnTo>
                    <a:pt x="33407" y="7578"/>
                  </a:lnTo>
                  <a:lnTo>
                    <a:pt x="34236" y="12171"/>
                  </a:lnTo>
                  <a:lnTo>
                    <a:pt x="32870" y="19780"/>
                  </a:lnTo>
                  <a:lnTo>
                    <a:pt x="33812" y="25214"/>
                  </a:lnTo>
                  <a:lnTo>
                    <a:pt x="33324" y="28304"/>
                  </a:lnTo>
                  <a:lnTo>
                    <a:pt x="30066" y="26898"/>
                  </a:lnTo>
                  <a:lnTo>
                    <a:pt x="29736" y="28397"/>
                  </a:lnTo>
                  <a:lnTo>
                    <a:pt x="30403" y="30109"/>
                  </a:lnTo>
                  <a:lnTo>
                    <a:pt x="28045" y="35652"/>
                  </a:lnTo>
                  <a:lnTo>
                    <a:pt x="26416" y="34920"/>
                  </a:lnTo>
                  <a:lnTo>
                    <a:pt x="19484" y="28190"/>
                  </a:lnTo>
                  <a:lnTo>
                    <a:pt x="15524" y="21599"/>
                  </a:lnTo>
                  <a:lnTo>
                    <a:pt x="10473" y="21259"/>
                  </a:lnTo>
                  <a:lnTo>
                    <a:pt x="6073" y="15678"/>
                  </a:lnTo>
                  <a:lnTo>
                    <a:pt x="0" y="13492"/>
                  </a:lnTo>
                  <a:lnTo>
                    <a:pt x="220" y="11171"/>
                  </a:lnTo>
                  <a:lnTo>
                    <a:pt x="3385" y="5713"/>
                  </a:lnTo>
                  <a:lnTo>
                    <a:pt x="11078" y="6863"/>
                  </a:lnTo>
                  <a:lnTo>
                    <a:pt x="12905" y="7912"/>
                  </a:lnTo>
                  <a:lnTo>
                    <a:pt x="15165" y="10683"/>
                  </a:lnTo>
                  <a:lnTo>
                    <a:pt x="16469" y="9929"/>
                  </a:lnTo>
                  <a:lnTo>
                    <a:pt x="19814" y="5011"/>
                  </a:lnTo>
                  <a:lnTo>
                    <a:pt x="20976" y="72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h5414"/>
            <p:cNvSpPr/>
            <p:nvPr/>
          </p:nvSpPr>
          <p:spPr>
            <a:xfrm>
              <a:off x="6537174" y="2436430"/>
              <a:ext cx="36837" cy="73050"/>
            </a:xfrm>
            <a:custGeom>
              <a:avLst/>
              <a:pathLst>
                <a:path w="36837" h="73050">
                  <a:moveTo>
                    <a:pt x="27590" y="1366"/>
                  </a:moveTo>
                  <a:lnTo>
                    <a:pt x="31006" y="3568"/>
                  </a:lnTo>
                  <a:lnTo>
                    <a:pt x="31072" y="10986"/>
                  </a:lnTo>
                  <a:lnTo>
                    <a:pt x="34568" y="16066"/>
                  </a:lnTo>
                  <a:lnTo>
                    <a:pt x="36661" y="15655"/>
                  </a:lnTo>
                  <a:lnTo>
                    <a:pt x="36837" y="17936"/>
                  </a:lnTo>
                  <a:lnTo>
                    <a:pt x="33426" y="23146"/>
                  </a:lnTo>
                  <a:lnTo>
                    <a:pt x="32227" y="26579"/>
                  </a:lnTo>
                  <a:lnTo>
                    <a:pt x="31946" y="30913"/>
                  </a:lnTo>
                  <a:lnTo>
                    <a:pt x="34369" y="31105"/>
                  </a:lnTo>
                  <a:lnTo>
                    <a:pt x="35551" y="35089"/>
                  </a:lnTo>
                  <a:lnTo>
                    <a:pt x="35575" y="37656"/>
                  </a:lnTo>
                  <a:lnTo>
                    <a:pt x="31719" y="35695"/>
                  </a:lnTo>
                  <a:lnTo>
                    <a:pt x="29325" y="48484"/>
                  </a:lnTo>
                  <a:lnTo>
                    <a:pt x="35990" y="54908"/>
                  </a:lnTo>
                  <a:lnTo>
                    <a:pt x="33271" y="73050"/>
                  </a:lnTo>
                  <a:lnTo>
                    <a:pt x="33094" y="71930"/>
                  </a:lnTo>
                  <a:lnTo>
                    <a:pt x="19607" y="71000"/>
                  </a:lnTo>
                  <a:lnTo>
                    <a:pt x="19172" y="69499"/>
                  </a:lnTo>
                  <a:lnTo>
                    <a:pt x="11744" y="68262"/>
                  </a:lnTo>
                  <a:lnTo>
                    <a:pt x="11438" y="67262"/>
                  </a:lnTo>
                  <a:lnTo>
                    <a:pt x="16555" y="66993"/>
                  </a:lnTo>
                  <a:lnTo>
                    <a:pt x="13999" y="64042"/>
                  </a:lnTo>
                  <a:lnTo>
                    <a:pt x="10904" y="64783"/>
                  </a:lnTo>
                  <a:lnTo>
                    <a:pt x="7860" y="56730"/>
                  </a:lnTo>
                  <a:lnTo>
                    <a:pt x="11460" y="58095"/>
                  </a:lnTo>
                  <a:lnTo>
                    <a:pt x="16122" y="54166"/>
                  </a:lnTo>
                  <a:lnTo>
                    <a:pt x="13355" y="54136"/>
                  </a:lnTo>
                  <a:lnTo>
                    <a:pt x="15036" y="45203"/>
                  </a:lnTo>
                  <a:lnTo>
                    <a:pt x="13089" y="43825"/>
                  </a:lnTo>
                  <a:lnTo>
                    <a:pt x="10757" y="43423"/>
                  </a:lnTo>
                  <a:lnTo>
                    <a:pt x="9436" y="37078"/>
                  </a:lnTo>
                  <a:lnTo>
                    <a:pt x="5646" y="35928"/>
                  </a:lnTo>
                  <a:lnTo>
                    <a:pt x="1198" y="32346"/>
                  </a:lnTo>
                  <a:lnTo>
                    <a:pt x="0" y="29237"/>
                  </a:lnTo>
                  <a:lnTo>
                    <a:pt x="51" y="25952"/>
                  </a:lnTo>
                  <a:lnTo>
                    <a:pt x="3309" y="26816"/>
                  </a:lnTo>
                  <a:lnTo>
                    <a:pt x="2732" y="23934"/>
                  </a:lnTo>
                  <a:lnTo>
                    <a:pt x="7769" y="24654"/>
                  </a:lnTo>
                  <a:lnTo>
                    <a:pt x="9397" y="19560"/>
                  </a:lnTo>
                  <a:lnTo>
                    <a:pt x="12549" y="17648"/>
                  </a:lnTo>
                  <a:lnTo>
                    <a:pt x="12269" y="14284"/>
                  </a:lnTo>
                  <a:lnTo>
                    <a:pt x="8479" y="13608"/>
                  </a:lnTo>
                  <a:lnTo>
                    <a:pt x="8798" y="10549"/>
                  </a:lnTo>
                  <a:lnTo>
                    <a:pt x="19876" y="11297"/>
                  </a:lnTo>
                  <a:lnTo>
                    <a:pt x="20687" y="9225"/>
                  </a:lnTo>
                  <a:lnTo>
                    <a:pt x="20522" y="8632"/>
                  </a:lnTo>
                  <a:lnTo>
                    <a:pt x="19175" y="8387"/>
                  </a:lnTo>
                  <a:lnTo>
                    <a:pt x="18418" y="5355"/>
                  </a:lnTo>
                  <a:lnTo>
                    <a:pt x="23742" y="5643"/>
                  </a:lnTo>
                  <a:lnTo>
                    <a:pt x="29312" y="4051"/>
                  </a:lnTo>
                  <a:lnTo>
                    <a:pt x="24364" y="2655"/>
                  </a:lnTo>
                  <a:lnTo>
                    <a:pt x="24886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h5415"/>
            <p:cNvSpPr/>
            <p:nvPr/>
          </p:nvSpPr>
          <p:spPr>
            <a:xfrm>
              <a:off x="6489286" y="2357861"/>
              <a:ext cx="68826" cy="84416"/>
            </a:xfrm>
            <a:custGeom>
              <a:avLst/>
              <a:pathLst>
                <a:path w="68826" h="84416">
                  <a:moveTo>
                    <a:pt x="66610" y="10617"/>
                  </a:moveTo>
                  <a:lnTo>
                    <a:pt x="67063" y="16856"/>
                  </a:lnTo>
                  <a:lnTo>
                    <a:pt x="63593" y="31492"/>
                  </a:lnTo>
                  <a:lnTo>
                    <a:pt x="68826" y="31685"/>
                  </a:lnTo>
                  <a:lnTo>
                    <a:pt x="67961" y="37130"/>
                  </a:lnTo>
                  <a:lnTo>
                    <a:pt x="65797" y="37657"/>
                  </a:lnTo>
                  <a:lnTo>
                    <a:pt x="63312" y="36586"/>
                  </a:lnTo>
                  <a:lnTo>
                    <a:pt x="58718" y="37892"/>
                  </a:lnTo>
                  <a:lnTo>
                    <a:pt x="56971" y="50458"/>
                  </a:lnTo>
                  <a:lnTo>
                    <a:pt x="51808" y="49817"/>
                  </a:lnTo>
                  <a:lnTo>
                    <a:pt x="50567" y="54094"/>
                  </a:lnTo>
                  <a:lnTo>
                    <a:pt x="46713" y="53364"/>
                  </a:lnTo>
                  <a:lnTo>
                    <a:pt x="42476" y="54748"/>
                  </a:lnTo>
                  <a:lnTo>
                    <a:pt x="43282" y="61340"/>
                  </a:lnTo>
                  <a:lnTo>
                    <a:pt x="45234" y="67244"/>
                  </a:lnTo>
                  <a:lnTo>
                    <a:pt x="41965" y="84416"/>
                  </a:lnTo>
                  <a:lnTo>
                    <a:pt x="41291" y="83170"/>
                  </a:lnTo>
                  <a:lnTo>
                    <a:pt x="40243" y="82922"/>
                  </a:lnTo>
                  <a:lnTo>
                    <a:pt x="34629" y="83258"/>
                  </a:lnTo>
                  <a:lnTo>
                    <a:pt x="34697" y="80381"/>
                  </a:lnTo>
                  <a:lnTo>
                    <a:pt x="28165" y="79243"/>
                  </a:lnTo>
                  <a:lnTo>
                    <a:pt x="25569" y="80906"/>
                  </a:lnTo>
                  <a:lnTo>
                    <a:pt x="8636" y="83359"/>
                  </a:lnTo>
                  <a:lnTo>
                    <a:pt x="3702" y="77557"/>
                  </a:lnTo>
                  <a:lnTo>
                    <a:pt x="2798" y="68501"/>
                  </a:lnTo>
                  <a:lnTo>
                    <a:pt x="846" y="48503"/>
                  </a:lnTo>
                  <a:lnTo>
                    <a:pt x="0" y="39845"/>
                  </a:lnTo>
                  <a:lnTo>
                    <a:pt x="4743" y="39295"/>
                  </a:lnTo>
                  <a:lnTo>
                    <a:pt x="16472" y="34124"/>
                  </a:lnTo>
                  <a:lnTo>
                    <a:pt x="22069" y="12233"/>
                  </a:lnTo>
                  <a:lnTo>
                    <a:pt x="24796" y="7256"/>
                  </a:lnTo>
                  <a:lnTo>
                    <a:pt x="24744" y="9007"/>
                  </a:lnTo>
                  <a:lnTo>
                    <a:pt x="22381" y="12909"/>
                  </a:lnTo>
                  <a:lnTo>
                    <a:pt x="22770" y="18766"/>
                  </a:lnTo>
                  <a:lnTo>
                    <a:pt x="29505" y="25214"/>
                  </a:lnTo>
                  <a:lnTo>
                    <a:pt x="39788" y="17723"/>
                  </a:lnTo>
                  <a:lnTo>
                    <a:pt x="51437" y="3726"/>
                  </a:lnTo>
                  <a:lnTo>
                    <a:pt x="5479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h5416"/>
            <p:cNvSpPr/>
            <p:nvPr/>
          </p:nvSpPr>
          <p:spPr>
            <a:xfrm>
              <a:off x="6467848" y="2526898"/>
              <a:ext cx="71052" cy="34947"/>
            </a:xfrm>
            <a:custGeom>
              <a:avLst/>
              <a:pathLst>
                <a:path w="71052" h="34947">
                  <a:moveTo>
                    <a:pt x="15000" y="1213"/>
                  </a:moveTo>
                  <a:lnTo>
                    <a:pt x="25803" y="5431"/>
                  </a:lnTo>
                  <a:lnTo>
                    <a:pt x="30227" y="5689"/>
                  </a:lnTo>
                  <a:lnTo>
                    <a:pt x="35734" y="4953"/>
                  </a:lnTo>
                  <a:lnTo>
                    <a:pt x="39645" y="5828"/>
                  </a:lnTo>
                  <a:lnTo>
                    <a:pt x="47779" y="5296"/>
                  </a:lnTo>
                  <a:lnTo>
                    <a:pt x="47455" y="8693"/>
                  </a:lnTo>
                  <a:lnTo>
                    <a:pt x="53144" y="9726"/>
                  </a:lnTo>
                  <a:lnTo>
                    <a:pt x="53663" y="6423"/>
                  </a:lnTo>
                  <a:lnTo>
                    <a:pt x="51382" y="6459"/>
                  </a:lnTo>
                  <a:lnTo>
                    <a:pt x="51542" y="2870"/>
                  </a:lnTo>
                  <a:lnTo>
                    <a:pt x="58762" y="4674"/>
                  </a:lnTo>
                  <a:lnTo>
                    <a:pt x="58698" y="5794"/>
                  </a:lnTo>
                  <a:lnTo>
                    <a:pt x="63511" y="7091"/>
                  </a:lnTo>
                  <a:lnTo>
                    <a:pt x="62669" y="12684"/>
                  </a:lnTo>
                  <a:lnTo>
                    <a:pt x="61990" y="17225"/>
                  </a:lnTo>
                  <a:lnTo>
                    <a:pt x="71052" y="17767"/>
                  </a:lnTo>
                  <a:lnTo>
                    <a:pt x="68341" y="26845"/>
                  </a:lnTo>
                  <a:lnTo>
                    <a:pt x="63467" y="26486"/>
                  </a:lnTo>
                  <a:lnTo>
                    <a:pt x="63627" y="29864"/>
                  </a:lnTo>
                  <a:lnTo>
                    <a:pt x="64282" y="30698"/>
                  </a:lnTo>
                  <a:lnTo>
                    <a:pt x="63492" y="33484"/>
                  </a:lnTo>
                  <a:lnTo>
                    <a:pt x="52259" y="30353"/>
                  </a:lnTo>
                  <a:lnTo>
                    <a:pt x="39400" y="29670"/>
                  </a:lnTo>
                  <a:lnTo>
                    <a:pt x="41887" y="27548"/>
                  </a:lnTo>
                  <a:lnTo>
                    <a:pt x="43024" y="27329"/>
                  </a:lnTo>
                  <a:lnTo>
                    <a:pt x="42889" y="25779"/>
                  </a:lnTo>
                  <a:lnTo>
                    <a:pt x="37259" y="25309"/>
                  </a:lnTo>
                  <a:lnTo>
                    <a:pt x="37498" y="30862"/>
                  </a:lnTo>
                  <a:lnTo>
                    <a:pt x="33422" y="29909"/>
                  </a:lnTo>
                  <a:lnTo>
                    <a:pt x="30752" y="30220"/>
                  </a:lnTo>
                  <a:lnTo>
                    <a:pt x="30008" y="33872"/>
                  </a:lnTo>
                  <a:lnTo>
                    <a:pt x="27218" y="33955"/>
                  </a:lnTo>
                  <a:lnTo>
                    <a:pt x="27137" y="29066"/>
                  </a:lnTo>
                  <a:lnTo>
                    <a:pt x="24278" y="29112"/>
                  </a:lnTo>
                  <a:lnTo>
                    <a:pt x="23774" y="31739"/>
                  </a:lnTo>
                  <a:lnTo>
                    <a:pt x="24926" y="32049"/>
                  </a:lnTo>
                  <a:lnTo>
                    <a:pt x="24385" y="34947"/>
                  </a:lnTo>
                  <a:lnTo>
                    <a:pt x="18318" y="34203"/>
                  </a:lnTo>
                  <a:lnTo>
                    <a:pt x="19344" y="30278"/>
                  </a:lnTo>
                  <a:lnTo>
                    <a:pt x="17790" y="25668"/>
                  </a:lnTo>
                  <a:lnTo>
                    <a:pt x="12063" y="22983"/>
                  </a:lnTo>
                  <a:lnTo>
                    <a:pt x="5877" y="22735"/>
                  </a:lnTo>
                  <a:lnTo>
                    <a:pt x="4718" y="20887"/>
                  </a:lnTo>
                  <a:lnTo>
                    <a:pt x="0" y="15275"/>
                  </a:lnTo>
                  <a:lnTo>
                    <a:pt x="2092" y="13868"/>
                  </a:lnTo>
                  <a:lnTo>
                    <a:pt x="9142" y="5263"/>
                  </a:lnTo>
                  <a:lnTo>
                    <a:pt x="8803" y="815"/>
                  </a:lnTo>
                  <a:lnTo>
                    <a:pt x="991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h5417"/>
            <p:cNvSpPr/>
            <p:nvPr/>
          </p:nvSpPr>
          <p:spPr>
            <a:xfrm>
              <a:off x="6375238" y="2516975"/>
              <a:ext cx="89622" cy="60384"/>
            </a:xfrm>
            <a:custGeom>
              <a:avLst/>
              <a:pathLst>
                <a:path w="89622" h="60384">
                  <a:moveTo>
                    <a:pt x="16345" y="1279"/>
                  </a:moveTo>
                  <a:lnTo>
                    <a:pt x="23391" y="1179"/>
                  </a:lnTo>
                  <a:lnTo>
                    <a:pt x="28021" y="3219"/>
                  </a:lnTo>
                  <a:lnTo>
                    <a:pt x="33514" y="4521"/>
                  </a:lnTo>
                  <a:lnTo>
                    <a:pt x="34110" y="1986"/>
                  </a:lnTo>
                  <a:lnTo>
                    <a:pt x="42875" y="5931"/>
                  </a:lnTo>
                  <a:lnTo>
                    <a:pt x="44121" y="14470"/>
                  </a:lnTo>
                  <a:lnTo>
                    <a:pt x="47238" y="15574"/>
                  </a:lnTo>
                  <a:lnTo>
                    <a:pt x="49475" y="11209"/>
                  </a:lnTo>
                  <a:lnTo>
                    <a:pt x="52537" y="8750"/>
                  </a:lnTo>
                  <a:lnTo>
                    <a:pt x="58577" y="9326"/>
                  </a:lnTo>
                  <a:lnTo>
                    <a:pt x="70270" y="12866"/>
                  </a:lnTo>
                  <a:lnTo>
                    <a:pt x="69788" y="14648"/>
                  </a:lnTo>
                  <a:lnTo>
                    <a:pt x="73297" y="21861"/>
                  </a:lnTo>
                  <a:lnTo>
                    <a:pt x="80334" y="21964"/>
                  </a:lnTo>
                  <a:lnTo>
                    <a:pt x="76462" y="34830"/>
                  </a:lnTo>
                  <a:lnTo>
                    <a:pt x="88254" y="32617"/>
                  </a:lnTo>
                  <a:lnTo>
                    <a:pt x="89622" y="39237"/>
                  </a:lnTo>
                  <a:lnTo>
                    <a:pt x="88516" y="40745"/>
                  </a:lnTo>
                  <a:lnTo>
                    <a:pt x="81865" y="39529"/>
                  </a:lnTo>
                  <a:lnTo>
                    <a:pt x="76422" y="37438"/>
                  </a:lnTo>
                  <a:lnTo>
                    <a:pt x="73591" y="40902"/>
                  </a:lnTo>
                  <a:lnTo>
                    <a:pt x="67976" y="38274"/>
                  </a:lnTo>
                  <a:lnTo>
                    <a:pt x="65917" y="40041"/>
                  </a:lnTo>
                  <a:lnTo>
                    <a:pt x="59541" y="38757"/>
                  </a:lnTo>
                  <a:lnTo>
                    <a:pt x="59691" y="36914"/>
                  </a:lnTo>
                  <a:lnTo>
                    <a:pt x="55357" y="36804"/>
                  </a:lnTo>
                  <a:lnTo>
                    <a:pt x="53221" y="38328"/>
                  </a:lnTo>
                  <a:lnTo>
                    <a:pt x="50128" y="43318"/>
                  </a:lnTo>
                  <a:lnTo>
                    <a:pt x="49553" y="48383"/>
                  </a:lnTo>
                  <a:lnTo>
                    <a:pt x="43720" y="52160"/>
                  </a:lnTo>
                  <a:lnTo>
                    <a:pt x="39968" y="53045"/>
                  </a:lnTo>
                  <a:lnTo>
                    <a:pt x="37300" y="59575"/>
                  </a:lnTo>
                  <a:lnTo>
                    <a:pt x="35343" y="58775"/>
                  </a:lnTo>
                  <a:lnTo>
                    <a:pt x="34558" y="60384"/>
                  </a:lnTo>
                  <a:lnTo>
                    <a:pt x="34321" y="60195"/>
                  </a:lnTo>
                  <a:lnTo>
                    <a:pt x="14840" y="44624"/>
                  </a:lnTo>
                  <a:lnTo>
                    <a:pt x="7442" y="34874"/>
                  </a:lnTo>
                  <a:lnTo>
                    <a:pt x="6911" y="32765"/>
                  </a:lnTo>
                  <a:lnTo>
                    <a:pt x="2914" y="15844"/>
                  </a:lnTo>
                  <a:lnTo>
                    <a:pt x="0" y="13345"/>
                  </a:lnTo>
                  <a:lnTo>
                    <a:pt x="1141" y="9836"/>
                  </a:lnTo>
                  <a:lnTo>
                    <a:pt x="5064" y="3201"/>
                  </a:lnTo>
                  <a:lnTo>
                    <a:pt x="6686" y="5644"/>
                  </a:lnTo>
                  <a:lnTo>
                    <a:pt x="9658" y="4247"/>
                  </a:lnTo>
                  <a:lnTo>
                    <a:pt x="106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h5418"/>
            <p:cNvSpPr/>
            <p:nvPr/>
          </p:nvSpPr>
          <p:spPr>
            <a:xfrm>
              <a:off x="5648108" y="2084145"/>
              <a:ext cx="83231" cy="99074"/>
            </a:xfrm>
            <a:custGeom>
              <a:avLst/>
              <a:pathLst>
                <a:path w="83231" h="99074">
                  <a:moveTo>
                    <a:pt x="47497" y="1457"/>
                  </a:moveTo>
                  <a:lnTo>
                    <a:pt x="47643" y="2381"/>
                  </a:lnTo>
                  <a:lnTo>
                    <a:pt x="46251" y="3121"/>
                  </a:lnTo>
                  <a:lnTo>
                    <a:pt x="45710" y="5818"/>
                  </a:lnTo>
                  <a:lnTo>
                    <a:pt x="49946" y="11584"/>
                  </a:lnTo>
                  <a:lnTo>
                    <a:pt x="51172" y="12119"/>
                  </a:lnTo>
                  <a:lnTo>
                    <a:pt x="56777" y="10282"/>
                  </a:lnTo>
                  <a:lnTo>
                    <a:pt x="57716" y="9480"/>
                  </a:lnTo>
                  <a:lnTo>
                    <a:pt x="58013" y="7516"/>
                  </a:lnTo>
                  <a:lnTo>
                    <a:pt x="63567" y="7515"/>
                  </a:lnTo>
                  <a:lnTo>
                    <a:pt x="65847" y="5986"/>
                  </a:lnTo>
                  <a:lnTo>
                    <a:pt x="67221" y="2718"/>
                  </a:lnTo>
                  <a:lnTo>
                    <a:pt x="70633" y="2982"/>
                  </a:lnTo>
                  <a:lnTo>
                    <a:pt x="72172" y="6129"/>
                  </a:lnTo>
                  <a:lnTo>
                    <a:pt x="63501" y="15294"/>
                  </a:lnTo>
                  <a:lnTo>
                    <a:pt x="67805" y="15984"/>
                  </a:lnTo>
                  <a:lnTo>
                    <a:pt x="70970" y="22066"/>
                  </a:lnTo>
                  <a:lnTo>
                    <a:pt x="72864" y="23092"/>
                  </a:lnTo>
                  <a:lnTo>
                    <a:pt x="78805" y="21655"/>
                  </a:lnTo>
                  <a:lnTo>
                    <a:pt x="81007" y="26248"/>
                  </a:lnTo>
                  <a:lnTo>
                    <a:pt x="79540" y="27567"/>
                  </a:lnTo>
                  <a:lnTo>
                    <a:pt x="80180" y="35572"/>
                  </a:lnTo>
                  <a:lnTo>
                    <a:pt x="83231" y="36580"/>
                  </a:lnTo>
                  <a:lnTo>
                    <a:pt x="81784" y="39321"/>
                  </a:lnTo>
                  <a:lnTo>
                    <a:pt x="82253" y="50635"/>
                  </a:lnTo>
                  <a:lnTo>
                    <a:pt x="73563" y="55648"/>
                  </a:lnTo>
                  <a:lnTo>
                    <a:pt x="67408" y="63916"/>
                  </a:lnTo>
                  <a:lnTo>
                    <a:pt x="64052" y="63638"/>
                  </a:lnTo>
                  <a:lnTo>
                    <a:pt x="61396" y="60652"/>
                  </a:lnTo>
                  <a:lnTo>
                    <a:pt x="59244" y="62184"/>
                  </a:lnTo>
                  <a:lnTo>
                    <a:pt x="57749" y="65305"/>
                  </a:lnTo>
                  <a:lnTo>
                    <a:pt x="55683" y="67227"/>
                  </a:lnTo>
                  <a:lnTo>
                    <a:pt x="45148" y="65865"/>
                  </a:lnTo>
                  <a:lnTo>
                    <a:pt x="44826" y="66554"/>
                  </a:lnTo>
                  <a:lnTo>
                    <a:pt x="46590" y="68502"/>
                  </a:lnTo>
                  <a:lnTo>
                    <a:pt x="42674" y="75949"/>
                  </a:lnTo>
                  <a:lnTo>
                    <a:pt x="40829" y="81211"/>
                  </a:lnTo>
                  <a:lnTo>
                    <a:pt x="44469" y="81447"/>
                  </a:lnTo>
                  <a:lnTo>
                    <a:pt x="44088" y="87175"/>
                  </a:lnTo>
                  <a:lnTo>
                    <a:pt x="39512" y="88065"/>
                  </a:lnTo>
                  <a:lnTo>
                    <a:pt x="38611" y="90785"/>
                  </a:lnTo>
                  <a:lnTo>
                    <a:pt x="32885" y="84017"/>
                  </a:lnTo>
                  <a:lnTo>
                    <a:pt x="31839" y="85034"/>
                  </a:lnTo>
                  <a:lnTo>
                    <a:pt x="31100" y="89230"/>
                  </a:lnTo>
                  <a:lnTo>
                    <a:pt x="29253" y="91440"/>
                  </a:lnTo>
                  <a:lnTo>
                    <a:pt x="17928" y="96423"/>
                  </a:lnTo>
                  <a:lnTo>
                    <a:pt x="17222" y="99074"/>
                  </a:lnTo>
                  <a:lnTo>
                    <a:pt x="16436" y="98601"/>
                  </a:lnTo>
                  <a:lnTo>
                    <a:pt x="17788" y="96257"/>
                  </a:lnTo>
                  <a:lnTo>
                    <a:pt x="13685" y="90992"/>
                  </a:lnTo>
                  <a:lnTo>
                    <a:pt x="11641" y="89560"/>
                  </a:lnTo>
                  <a:lnTo>
                    <a:pt x="8833" y="91488"/>
                  </a:lnTo>
                  <a:lnTo>
                    <a:pt x="6402" y="94565"/>
                  </a:lnTo>
                  <a:lnTo>
                    <a:pt x="4942" y="91689"/>
                  </a:lnTo>
                  <a:lnTo>
                    <a:pt x="4579" y="86104"/>
                  </a:lnTo>
                  <a:lnTo>
                    <a:pt x="1791" y="82930"/>
                  </a:lnTo>
                  <a:lnTo>
                    <a:pt x="3537" y="80060"/>
                  </a:lnTo>
                  <a:lnTo>
                    <a:pt x="4464" y="76049"/>
                  </a:lnTo>
                  <a:lnTo>
                    <a:pt x="1412" y="72318"/>
                  </a:lnTo>
                  <a:lnTo>
                    <a:pt x="8170" y="65598"/>
                  </a:lnTo>
                  <a:lnTo>
                    <a:pt x="4894" y="61690"/>
                  </a:lnTo>
                  <a:lnTo>
                    <a:pt x="2161" y="60267"/>
                  </a:lnTo>
                  <a:lnTo>
                    <a:pt x="5240" y="50278"/>
                  </a:lnTo>
                  <a:lnTo>
                    <a:pt x="0" y="46892"/>
                  </a:lnTo>
                  <a:lnTo>
                    <a:pt x="1868" y="43687"/>
                  </a:lnTo>
                  <a:lnTo>
                    <a:pt x="5567" y="41709"/>
                  </a:lnTo>
                  <a:lnTo>
                    <a:pt x="8732" y="42696"/>
                  </a:lnTo>
                  <a:lnTo>
                    <a:pt x="12632" y="40985"/>
                  </a:lnTo>
                  <a:lnTo>
                    <a:pt x="12654" y="32064"/>
                  </a:lnTo>
                  <a:lnTo>
                    <a:pt x="10779" y="30161"/>
                  </a:lnTo>
                  <a:lnTo>
                    <a:pt x="12194" y="30471"/>
                  </a:lnTo>
                  <a:lnTo>
                    <a:pt x="15273" y="27472"/>
                  </a:lnTo>
                  <a:lnTo>
                    <a:pt x="18190" y="28844"/>
                  </a:lnTo>
                  <a:lnTo>
                    <a:pt x="20596" y="25799"/>
                  </a:lnTo>
                  <a:lnTo>
                    <a:pt x="18992" y="23957"/>
                  </a:lnTo>
                  <a:lnTo>
                    <a:pt x="23239" y="21186"/>
                  </a:lnTo>
                  <a:lnTo>
                    <a:pt x="22282" y="19389"/>
                  </a:lnTo>
                  <a:lnTo>
                    <a:pt x="21253" y="20138"/>
                  </a:lnTo>
                  <a:lnTo>
                    <a:pt x="15047" y="19956"/>
                  </a:lnTo>
                  <a:lnTo>
                    <a:pt x="17604" y="18881"/>
                  </a:lnTo>
                  <a:lnTo>
                    <a:pt x="19899" y="11662"/>
                  </a:lnTo>
                  <a:lnTo>
                    <a:pt x="34992" y="7312"/>
                  </a:lnTo>
                  <a:lnTo>
                    <a:pt x="37511" y="7423"/>
                  </a:lnTo>
                  <a:lnTo>
                    <a:pt x="37490" y="8205"/>
                  </a:lnTo>
                  <a:lnTo>
                    <a:pt x="40887" y="8369"/>
                  </a:lnTo>
                  <a:lnTo>
                    <a:pt x="41180" y="1721"/>
                  </a:lnTo>
                  <a:lnTo>
                    <a:pt x="4290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h5419"/>
            <p:cNvSpPr/>
            <p:nvPr/>
          </p:nvSpPr>
          <p:spPr>
            <a:xfrm>
              <a:off x="5840299" y="2374059"/>
              <a:ext cx="61414" cy="60681"/>
            </a:xfrm>
            <a:custGeom>
              <a:avLst/>
              <a:pathLst>
                <a:path w="61414" h="60681">
                  <a:moveTo>
                    <a:pt x="42804" y="681"/>
                  </a:moveTo>
                  <a:lnTo>
                    <a:pt x="46689" y="7633"/>
                  </a:lnTo>
                  <a:lnTo>
                    <a:pt x="48352" y="8072"/>
                  </a:lnTo>
                  <a:lnTo>
                    <a:pt x="50346" y="6733"/>
                  </a:lnTo>
                  <a:lnTo>
                    <a:pt x="61414" y="9082"/>
                  </a:lnTo>
                  <a:lnTo>
                    <a:pt x="61386" y="10417"/>
                  </a:lnTo>
                  <a:lnTo>
                    <a:pt x="58060" y="15181"/>
                  </a:lnTo>
                  <a:lnTo>
                    <a:pt x="56057" y="17353"/>
                  </a:lnTo>
                  <a:lnTo>
                    <a:pt x="53148" y="18978"/>
                  </a:lnTo>
                  <a:lnTo>
                    <a:pt x="52830" y="22481"/>
                  </a:lnTo>
                  <a:lnTo>
                    <a:pt x="53420" y="23812"/>
                  </a:lnTo>
                  <a:lnTo>
                    <a:pt x="55145" y="24840"/>
                  </a:lnTo>
                  <a:lnTo>
                    <a:pt x="55633" y="26357"/>
                  </a:lnTo>
                  <a:lnTo>
                    <a:pt x="55445" y="28908"/>
                  </a:lnTo>
                  <a:lnTo>
                    <a:pt x="54073" y="30365"/>
                  </a:lnTo>
                  <a:lnTo>
                    <a:pt x="51530" y="36211"/>
                  </a:lnTo>
                  <a:lnTo>
                    <a:pt x="51166" y="40539"/>
                  </a:lnTo>
                  <a:lnTo>
                    <a:pt x="53222" y="44123"/>
                  </a:lnTo>
                  <a:lnTo>
                    <a:pt x="51484" y="47156"/>
                  </a:lnTo>
                  <a:lnTo>
                    <a:pt x="45853" y="51761"/>
                  </a:lnTo>
                  <a:lnTo>
                    <a:pt x="45119" y="59353"/>
                  </a:lnTo>
                  <a:lnTo>
                    <a:pt x="31735" y="60681"/>
                  </a:lnTo>
                  <a:lnTo>
                    <a:pt x="29643" y="57957"/>
                  </a:lnTo>
                  <a:lnTo>
                    <a:pt x="28577" y="52562"/>
                  </a:lnTo>
                  <a:lnTo>
                    <a:pt x="16111" y="38916"/>
                  </a:lnTo>
                  <a:lnTo>
                    <a:pt x="5055" y="28467"/>
                  </a:lnTo>
                  <a:lnTo>
                    <a:pt x="6385" y="27732"/>
                  </a:lnTo>
                  <a:lnTo>
                    <a:pt x="5790" y="25636"/>
                  </a:lnTo>
                  <a:lnTo>
                    <a:pt x="0" y="20964"/>
                  </a:lnTo>
                  <a:lnTo>
                    <a:pt x="15" y="20362"/>
                  </a:lnTo>
                  <a:lnTo>
                    <a:pt x="3452" y="21761"/>
                  </a:lnTo>
                  <a:lnTo>
                    <a:pt x="10775" y="28231"/>
                  </a:lnTo>
                  <a:lnTo>
                    <a:pt x="11541" y="28414"/>
                  </a:lnTo>
                  <a:lnTo>
                    <a:pt x="11200" y="26695"/>
                  </a:lnTo>
                  <a:lnTo>
                    <a:pt x="16087" y="25294"/>
                  </a:lnTo>
                  <a:lnTo>
                    <a:pt x="12573" y="19331"/>
                  </a:lnTo>
                  <a:lnTo>
                    <a:pt x="13245" y="14339"/>
                  </a:lnTo>
                  <a:lnTo>
                    <a:pt x="18240" y="13951"/>
                  </a:lnTo>
                  <a:lnTo>
                    <a:pt x="24487" y="15006"/>
                  </a:lnTo>
                  <a:lnTo>
                    <a:pt x="26422" y="9884"/>
                  </a:lnTo>
                  <a:lnTo>
                    <a:pt x="25676" y="7061"/>
                  </a:lnTo>
                  <a:lnTo>
                    <a:pt x="28170" y="866"/>
                  </a:lnTo>
                  <a:lnTo>
                    <a:pt x="31103" y="384"/>
                  </a:lnTo>
                  <a:lnTo>
                    <a:pt x="35394" y="2006"/>
                  </a:lnTo>
                  <a:lnTo>
                    <a:pt x="41210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h5420"/>
            <p:cNvSpPr/>
            <p:nvPr/>
          </p:nvSpPr>
          <p:spPr>
            <a:xfrm>
              <a:off x="5872034" y="2365457"/>
              <a:ext cx="110210" cy="105908"/>
            </a:xfrm>
            <a:custGeom>
              <a:avLst/>
              <a:pathLst>
                <a:path w="110210" h="105908">
                  <a:moveTo>
                    <a:pt x="75000" y="2969"/>
                  </a:moveTo>
                  <a:lnTo>
                    <a:pt x="77597" y="5202"/>
                  </a:lnTo>
                  <a:lnTo>
                    <a:pt x="79513" y="4648"/>
                  </a:lnTo>
                  <a:lnTo>
                    <a:pt x="87637" y="12896"/>
                  </a:lnTo>
                  <a:lnTo>
                    <a:pt x="88059" y="15503"/>
                  </a:lnTo>
                  <a:lnTo>
                    <a:pt x="95137" y="27921"/>
                  </a:lnTo>
                  <a:lnTo>
                    <a:pt x="95745" y="31789"/>
                  </a:lnTo>
                  <a:lnTo>
                    <a:pt x="94856" y="36318"/>
                  </a:lnTo>
                  <a:lnTo>
                    <a:pt x="95284" y="40229"/>
                  </a:lnTo>
                  <a:lnTo>
                    <a:pt x="102182" y="45328"/>
                  </a:lnTo>
                  <a:lnTo>
                    <a:pt x="104585" y="45939"/>
                  </a:lnTo>
                  <a:lnTo>
                    <a:pt x="104940" y="47626"/>
                  </a:lnTo>
                  <a:lnTo>
                    <a:pt x="100790" y="51723"/>
                  </a:lnTo>
                  <a:lnTo>
                    <a:pt x="105745" y="52346"/>
                  </a:lnTo>
                  <a:lnTo>
                    <a:pt x="107716" y="53720"/>
                  </a:lnTo>
                  <a:lnTo>
                    <a:pt x="110210" y="57712"/>
                  </a:lnTo>
                  <a:lnTo>
                    <a:pt x="109095" y="60605"/>
                  </a:lnTo>
                  <a:lnTo>
                    <a:pt x="99760" y="56385"/>
                  </a:lnTo>
                  <a:lnTo>
                    <a:pt x="98706" y="64424"/>
                  </a:lnTo>
                  <a:lnTo>
                    <a:pt x="99663" y="66959"/>
                  </a:lnTo>
                  <a:lnTo>
                    <a:pt x="87174" y="58106"/>
                  </a:lnTo>
                  <a:lnTo>
                    <a:pt x="76773" y="72189"/>
                  </a:lnTo>
                  <a:lnTo>
                    <a:pt x="81473" y="77285"/>
                  </a:lnTo>
                  <a:lnTo>
                    <a:pt x="75086" y="79613"/>
                  </a:lnTo>
                  <a:lnTo>
                    <a:pt x="74270" y="84846"/>
                  </a:lnTo>
                  <a:lnTo>
                    <a:pt x="71420" y="83175"/>
                  </a:lnTo>
                  <a:lnTo>
                    <a:pt x="64494" y="91045"/>
                  </a:lnTo>
                  <a:lnTo>
                    <a:pt x="62936" y="91991"/>
                  </a:lnTo>
                  <a:lnTo>
                    <a:pt x="60400" y="91792"/>
                  </a:lnTo>
                  <a:lnTo>
                    <a:pt x="55110" y="87236"/>
                  </a:lnTo>
                  <a:lnTo>
                    <a:pt x="51693" y="82448"/>
                  </a:lnTo>
                  <a:lnTo>
                    <a:pt x="48401" y="80564"/>
                  </a:lnTo>
                  <a:lnTo>
                    <a:pt x="42934" y="79671"/>
                  </a:lnTo>
                  <a:lnTo>
                    <a:pt x="36945" y="80402"/>
                  </a:lnTo>
                  <a:lnTo>
                    <a:pt x="35938" y="84041"/>
                  </a:lnTo>
                  <a:lnTo>
                    <a:pt x="36965" y="88347"/>
                  </a:lnTo>
                  <a:lnTo>
                    <a:pt x="28319" y="89029"/>
                  </a:lnTo>
                  <a:lnTo>
                    <a:pt x="25479" y="105908"/>
                  </a:lnTo>
                  <a:lnTo>
                    <a:pt x="24672" y="103665"/>
                  </a:lnTo>
                  <a:lnTo>
                    <a:pt x="18394" y="95619"/>
                  </a:lnTo>
                  <a:lnTo>
                    <a:pt x="7308" y="85460"/>
                  </a:lnTo>
                  <a:lnTo>
                    <a:pt x="6877" y="80356"/>
                  </a:lnTo>
                  <a:lnTo>
                    <a:pt x="2111" y="73979"/>
                  </a:lnTo>
                  <a:lnTo>
                    <a:pt x="1866" y="71772"/>
                  </a:lnTo>
                  <a:lnTo>
                    <a:pt x="0" y="69284"/>
                  </a:lnTo>
                  <a:lnTo>
                    <a:pt x="13384" y="67955"/>
                  </a:lnTo>
                  <a:lnTo>
                    <a:pt x="14118" y="60363"/>
                  </a:lnTo>
                  <a:lnTo>
                    <a:pt x="19749" y="55759"/>
                  </a:lnTo>
                  <a:lnTo>
                    <a:pt x="21487" y="52725"/>
                  </a:lnTo>
                  <a:lnTo>
                    <a:pt x="19431" y="49142"/>
                  </a:lnTo>
                  <a:lnTo>
                    <a:pt x="19795" y="44813"/>
                  </a:lnTo>
                  <a:lnTo>
                    <a:pt x="22338" y="38968"/>
                  </a:lnTo>
                  <a:lnTo>
                    <a:pt x="23710" y="37511"/>
                  </a:lnTo>
                  <a:lnTo>
                    <a:pt x="23898" y="34959"/>
                  </a:lnTo>
                  <a:lnTo>
                    <a:pt x="23410" y="33442"/>
                  </a:lnTo>
                  <a:lnTo>
                    <a:pt x="21685" y="32414"/>
                  </a:lnTo>
                  <a:lnTo>
                    <a:pt x="21095" y="31084"/>
                  </a:lnTo>
                  <a:lnTo>
                    <a:pt x="21413" y="27580"/>
                  </a:lnTo>
                  <a:lnTo>
                    <a:pt x="24321" y="25955"/>
                  </a:lnTo>
                  <a:lnTo>
                    <a:pt x="26325" y="23783"/>
                  </a:lnTo>
                  <a:lnTo>
                    <a:pt x="29650" y="19019"/>
                  </a:lnTo>
                  <a:lnTo>
                    <a:pt x="29679" y="17684"/>
                  </a:lnTo>
                  <a:lnTo>
                    <a:pt x="28906" y="16294"/>
                  </a:lnTo>
                  <a:lnTo>
                    <a:pt x="29879" y="15105"/>
                  </a:lnTo>
                  <a:lnTo>
                    <a:pt x="36645" y="17014"/>
                  </a:lnTo>
                  <a:lnTo>
                    <a:pt x="45322" y="15602"/>
                  </a:lnTo>
                  <a:lnTo>
                    <a:pt x="45467" y="11840"/>
                  </a:lnTo>
                  <a:lnTo>
                    <a:pt x="40596" y="9170"/>
                  </a:lnTo>
                  <a:lnTo>
                    <a:pt x="44758" y="10849"/>
                  </a:lnTo>
                  <a:lnTo>
                    <a:pt x="55968" y="8329"/>
                  </a:lnTo>
                  <a:lnTo>
                    <a:pt x="57646" y="6652"/>
                  </a:lnTo>
                  <a:lnTo>
                    <a:pt x="58454" y="3291"/>
                  </a:lnTo>
                  <a:lnTo>
                    <a:pt x="59561" y="2044"/>
                  </a:lnTo>
                  <a:lnTo>
                    <a:pt x="6697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h5421"/>
            <p:cNvSpPr/>
            <p:nvPr/>
          </p:nvSpPr>
          <p:spPr>
            <a:xfrm>
              <a:off x="5745057" y="2281141"/>
              <a:ext cx="66586" cy="74195"/>
            </a:xfrm>
            <a:custGeom>
              <a:avLst/>
              <a:pathLst>
                <a:path w="66586" h="74195">
                  <a:moveTo>
                    <a:pt x="20781" y="1335"/>
                  </a:moveTo>
                  <a:lnTo>
                    <a:pt x="26064" y="173"/>
                  </a:lnTo>
                  <a:lnTo>
                    <a:pt x="28459" y="3565"/>
                  </a:lnTo>
                  <a:lnTo>
                    <a:pt x="30207" y="9592"/>
                  </a:lnTo>
                  <a:lnTo>
                    <a:pt x="34718" y="11290"/>
                  </a:lnTo>
                  <a:lnTo>
                    <a:pt x="38248" y="14486"/>
                  </a:lnTo>
                  <a:lnTo>
                    <a:pt x="42502" y="17792"/>
                  </a:lnTo>
                  <a:lnTo>
                    <a:pt x="50223" y="22155"/>
                  </a:lnTo>
                  <a:lnTo>
                    <a:pt x="51324" y="25072"/>
                  </a:lnTo>
                  <a:lnTo>
                    <a:pt x="51307" y="27625"/>
                  </a:lnTo>
                  <a:lnTo>
                    <a:pt x="60314" y="32573"/>
                  </a:lnTo>
                  <a:lnTo>
                    <a:pt x="64459" y="35918"/>
                  </a:lnTo>
                  <a:lnTo>
                    <a:pt x="66586" y="40089"/>
                  </a:lnTo>
                  <a:lnTo>
                    <a:pt x="66538" y="41595"/>
                  </a:lnTo>
                  <a:lnTo>
                    <a:pt x="64966" y="44554"/>
                  </a:lnTo>
                  <a:lnTo>
                    <a:pt x="60908" y="44443"/>
                  </a:lnTo>
                  <a:lnTo>
                    <a:pt x="56283" y="62848"/>
                  </a:lnTo>
                  <a:lnTo>
                    <a:pt x="56353" y="69949"/>
                  </a:lnTo>
                  <a:lnTo>
                    <a:pt x="47386" y="74195"/>
                  </a:lnTo>
                  <a:lnTo>
                    <a:pt x="27980" y="60489"/>
                  </a:lnTo>
                  <a:lnTo>
                    <a:pt x="25500" y="60818"/>
                  </a:lnTo>
                  <a:lnTo>
                    <a:pt x="23415" y="57140"/>
                  </a:lnTo>
                  <a:lnTo>
                    <a:pt x="11046" y="48303"/>
                  </a:lnTo>
                  <a:lnTo>
                    <a:pt x="7013" y="44469"/>
                  </a:lnTo>
                  <a:lnTo>
                    <a:pt x="4931" y="40688"/>
                  </a:lnTo>
                  <a:lnTo>
                    <a:pt x="4971" y="35441"/>
                  </a:lnTo>
                  <a:lnTo>
                    <a:pt x="0" y="28492"/>
                  </a:lnTo>
                  <a:lnTo>
                    <a:pt x="3940" y="25950"/>
                  </a:lnTo>
                  <a:lnTo>
                    <a:pt x="7449" y="21092"/>
                  </a:lnTo>
                  <a:lnTo>
                    <a:pt x="5408" y="15836"/>
                  </a:lnTo>
                  <a:lnTo>
                    <a:pt x="5584" y="13411"/>
                  </a:lnTo>
                  <a:lnTo>
                    <a:pt x="9735" y="7213"/>
                  </a:lnTo>
                  <a:lnTo>
                    <a:pt x="11449" y="5989"/>
                  </a:lnTo>
                  <a:lnTo>
                    <a:pt x="16744" y="6205"/>
                  </a:lnTo>
                  <a:lnTo>
                    <a:pt x="17681" y="7320"/>
                  </a:lnTo>
                  <a:lnTo>
                    <a:pt x="201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h5422"/>
            <p:cNvSpPr/>
            <p:nvPr/>
          </p:nvSpPr>
          <p:spPr>
            <a:xfrm>
              <a:off x="5777560" y="2151253"/>
              <a:ext cx="91086" cy="127966"/>
            </a:xfrm>
            <a:custGeom>
              <a:avLst/>
              <a:pathLst>
                <a:path w="91086" h="127966">
                  <a:moveTo>
                    <a:pt x="44510" y="0"/>
                  </a:moveTo>
                  <a:lnTo>
                    <a:pt x="51841" y="4050"/>
                  </a:lnTo>
                  <a:lnTo>
                    <a:pt x="56167" y="8156"/>
                  </a:lnTo>
                  <a:lnTo>
                    <a:pt x="55852" y="11434"/>
                  </a:lnTo>
                  <a:lnTo>
                    <a:pt x="58907" y="17122"/>
                  </a:lnTo>
                  <a:lnTo>
                    <a:pt x="56442" y="26223"/>
                  </a:lnTo>
                  <a:lnTo>
                    <a:pt x="62072" y="30292"/>
                  </a:lnTo>
                  <a:lnTo>
                    <a:pt x="62129" y="31647"/>
                  </a:lnTo>
                  <a:lnTo>
                    <a:pt x="63419" y="33036"/>
                  </a:lnTo>
                  <a:lnTo>
                    <a:pt x="67051" y="35244"/>
                  </a:lnTo>
                  <a:lnTo>
                    <a:pt x="81360" y="47061"/>
                  </a:lnTo>
                  <a:lnTo>
                    <a:pt x="80521" y="49959"/>
                  </a:lnTo>
                  <a:lnTo>
                    <a:pt x="80918" y="52055"/>
                  </a:lnTo>
                  <a:lnTo>
                    <a:pt x="82702" y="54213"/>
                  </a:lnTo>
                  <a:lnTo>
                    <a:pt x="86172" y="55077"/>
                  </a:lnTo>
                  <a:lnTo>
                    <a:pt x="88465" y="52364"/>
                  </a:lnTo>
                  <a:lnTo>
                    <a:pt x="91086" y="54484"/>
                  </a:lnTo>
                  <a:lnTo>
                    <a:pt x="90790" y="57992"/>
                  </a:lnTo>
                  <a:lnTo>
                    <a:pt x="87813" y="58614"/>
                  </a:lnTo>
                  <a:lnTo>
                    <a:pt x="89946" y="62577"/>
                  </a:lnTo>
                  <a:lnTo>
                    <a:pt x="73582" y="71055"/>
                  </a:lnTo>
                  <a:lnTo>
                    <a:pt x="71813" y="70209"/>
                  </a:lnTo>
                  <a:lnTo>
                    <a:pt x="68147" y="70394"/>
                  </a:lnTo>
                  <a:lnTo>
                    <a:pt x="67374" y="75397"/>
                  </a:lnTo>
                  <a:lnTo>
                    <a:pt x="68598" y="76892"/>
                  </a:lnTo>
                  <a:lnTo>
                    <a:pt x="70614" y="76722"/>
                  </a:lnTo>
                  <a:lnTo>
                    <a:pt x="71454" y="78593"/>
                  </a:lnTo>
                  <a:lnTo>
                    <a:pt x="69157" y="84174"/>
                  </a:lnTo>
                  <a:lnTo>
                    <a:pt x="66308" y="84687"/>
                  </a:lnTo>
                  <a:lnTo>
                    <a:pt x="63496" y="86932"/>
                  </a:lnTo>
                  <a:lnTo>
                    <a:pt x="67273" y="97871"/>
                  </a:lnTo>
                  <a:lnTo>
                    <a:pt x="63377" y="97110"/>
                  </a:lnTo>
                  <a:lnTo>
                    <a:pt x="68424" y="105457"/>
                  </a:lnTo>
                  <a:lnTo>
                    <a:pt x="69494" y="105950"/>
                  </a:lnTo>
                  <a:lnTo>
                    <a:pt x="67238" y="105974"/>
                  </a:lnTo>
                  <a:lnTo>
                    <a:pt x="63535" y="103733"/>
                  </a:lnTo>
                  <a:lnTo>
                    <a:pt x="55786" y="103449"/>
                  </a:lnTo>
                  <a:lnTo>
                    <a:pt x="57767" y="108981"/>
                  </a:lnTo>
                  <a:lnTo>
                    <a:pt x="59770" y="118227"/>
                  </a:lnTo>
                  <a:lnTo>
                    <a:pt x="50740" y="116268"/>
                  </a:lnTo>
                  <a:lnTo>
                    <a:pt x="51477" y="115316"/>
                  </a:lnTo>
                  <a:lnTo>
                    <a:pt x="49528" y="110548"/>
                  </a:lnTo>
                  <a:lnTo>
                    <a:pt x="45347" y="110668"/>
                  </a:lnTo>
                  <a:lnTo>
                    <a:pt x="43467" y="112378"/>
                  </a:lnTo>
                  <a:lnTo>
                    <a:pt x="45809" y="115365"/>
                  </a:lnTo>
                  <a:lnTo>
                    <a:pt x="49540" y="122731"/>
                  </a:lnTo>
                  <a:lnTo>
                    <a:pt x="46024" y="127966"/>
                  </a:lnTo>
                  <a:lnTo>
                    <a:pt x="40764" y="125734"/>
                  </a:lnTo>
                  <a:lnTo>
                    <a:pt x="34425" y="120940"/>
                  </a:lnTo>
                  <a:lnTo>
                    <a:pt x="28148" y="120929"/>
                  </a:lnTo>
                  <a:lnTo>
                    <a:pt x="29633" y="118771"/>
                  </a:lnTo>
                  <a:lnTo>
                    <a:pt x="25221" y="109458"/>
                  </a:lnTo>
                  <a:lnTo>
                    <a:pt x="20132" y="107758"/>
                  </a:lnTo>
                  <a:lnTo>
                    <a:pt x="15510" y="109300"/>
                  </a:lnTo>
                  <a:lnTo>
                    <a:pt x="11931" y="109234"/>
                  </a:lnTo>
                  <a:lnTo>
                    <a:pt x="8570" y="102625"/>
                  </a:lnTo>
                  <a:lnTo>
                    <a:pt x="4962" y="101966"/>
                  </a:lnTo>
                  <a:lnTo>
                    <a:pt x="5071" y="97722"/>
                  </a:lnTo>
                  <a:lnTo>
                    <a:pt x="0" y="98703"/>
                  </a:lnTo>
                  <a:lnTo>
                    <a:pt x="5338" y="92297"/>
                  </a:lnTo>
                  <a:lnTo>
                    <a:pt x="10183" y="89518"/>
                  </a:lnTo>
                  <a:lnTo>
                    <a:pt x="12650" y="86387"/>
                  </a:lnTo>
                  <a:lnTo>
                    <a:pt x="11266" y="83658"/>
                  </a:lnTo>
                  <a:lnTo>
                    <a:pt x="12245" y="81523"/>
                  </a:lnTo>
                  <a:lnTo>
                    <a:pt x="16545" y="80988"/>
                  </a:lnTo>
                  <a:lnTo>
                    <a:pt x="17695" y="68930"/>
                  </a:lnTo>
                  <a:lnTo>
                    <a:pt x="24406" y="63756"/>
                  </a:lnTo>
                  <a:lnTo>
                    <a:pt x="24146" y="55911"/>
                  </a:lnTo>
                  <a:lnTo>
                    <a:pt x="25722" y="54265"/>
                  </a:lnTo>
                  <a:lnTo>
                    <a:pt x="19429" y="53619"/>
                  </a:lnTo>
                  <a:lnTo>
                    <a:pt x="17470" y="43041"/>
                  </a:lnTo>
                  <a:lnTo>
                    <a:pt x="18232" y="38163"/>
                  </a:lnTo>
                  <a:lnTo>
                    <a:pt x="22884" y="35013"/>
                  </a:lnTo>
                  <a:lnTo>
                    <a:pt x="23937" y="29136"/>
                  </a:lnTo>
                  <a:lnTo>
                    <a:pt x="23401" y="22804"/>
                  </a:lnTo>
                  <a:lnTo>
                    <a:pt x="31136" y="18539"/>
                  </a:lnTo>
                  <a:lnTo>
                    <a:pt x="33756" y="18818"/>
                  </a:lnTo>
                  <a:lnTo>
                    <a:pt x="35940" y="16524"/>
                  </a:lnTo>
                  <a:lnTo>
                    <a:pt x="35224" y="14328"/>
                  </a:lnTo>
                  <a:lnTo>
                    <a:pt x="32019" y="11342"/>
                  </a:lnTo>
                  <a:lnTo>
                    <a:pt x="33185" y="3974"/>
                  </a:lnTo>
                  <a:lnTo>
                    <a:pt x="34731" y="2657"/>
                  </a:lnTo>
                  <a:lnTo>
                    <a:pt x="40752" y="28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h5423"/>
            <p:cNvSpPr/>
            <p:nvPr/>
          </p:nvSpPr>
          <p:spPr>
            <a:xfrm>
              <a:off x="5935593" y="2486709"/>
              <a:ext cx="95221" cy="66915"/>
            </a:xfrm>
            <a:custGeom>
              <a:avLst/>
              <a:pathLst>
                <a:path w="95221" h="66915">
                  <a:moveTo>
                    <a:pt x="61716" y="2892"/>
                  </a:moveTo>
                  <a:lnTo>
                    <a:pt x="63428" y="9714"/>
                  </a:lnTo>
                  <a:lnTo>
                    <a:pt x="68211" y="11149"/>
                  </a:lnTo>
                  <a:lnTo>
                    <a:pt x="69469" y="20002"/>
                  </a:lnTo>
                  <a:lnTo>
                    <a:pt x="68542" y="25493"/>
                  </a:lnTo>
                  <a:lnTo>
                    <a:pt x="67548" y="25993"/>
                  </a:lnTo>
                  <a:lnTo>
                    <a:pt x="67718" y="27155"/>
                  </a:lnTo>
                  <a:lnTo>
                    <a:pt x="72714" y="31159"/>
                  </a:lnTo>
                  <a:lnTo>
                    <a:pt x="77447" y="32498"/>
                  </a:lnTo>
                  <a:lnTo>
                    <a:pt x="79310" y="31878"/>
                  </a:lnTo>
                  <a:lnTo>
                    <a:pt x="80356" y="30119"/>
                  </a:lnTo>
                  <a:lnTo>
                    <a:pt x="83058" y="29206"/>
                  </a:lnTo>
                  <a:lnTo>
                    <a:pt x="88382" y="30571"/>
                  </a:lnTo>
                  <a:lnTo>
                    <a:pt x="91786" y="30301"/>
                  </a:lnTo>
                  <a:lnTo>
                    <a:pt x="92714" y="30727"/>
                  </a:lnTo>
                  <a:lnTo>
                    <a:pt x="95221" y="34689"/>
                  </a:lnTo>
                  <a:lnTo>
                    <a:pt x="92912" y="35821"/>
                  </a:lnTo>
                  <a:lnTo>
                    <a:pt x="93214" y="41828"/>
                  </a:lnTo>
                  <a:lnTo>
                    <a:pt x="90614" y="41727"/>
                  </a:lnTo>
                  <a:lnTo>
                    <a:pt x="88202" y="47206"/>
                  </a:lnTo>
                  <a:lnTo>
                    <a:pt x="82871" y="49317"/>
                  </a:lnTo>
                  <a:lnTo>
                    <a:pt x="83137" y="52306"/>
                  </a:lnTo>
                  <a:lnTo>
                    <a:pt x="85500" y="58648"/>
                  </a:lnTo>
                  <a:lnTo>
                    <a:pt x="83139" y="66915"/>
                  </a:lnTo>
                  <a:lnTo>
                    <a:pt x="72437" y="55759"/>
                  </a:lnTo>
                  <a:lnTo>
                    <a:pt x="69735" y="54993"/>
                  </a:lnTo>
                  <a:lnTo>
                    <a:pt x="65602" y="58021"/>
                  </a:lnTo>
                  <a:lnTo>
                    <a:pt x="63147" y="56482"/>
                  </a:lnTo>
                  <a:lnTo>
                    <a:pt x="54435" y="48132"/>
                  </a:lnTo>
                  <a:lnTo>
                    <a:pt x="49494" y="50723"/>
                  </a:lnTo>
                  <a:lnTo>
                    <a:pt x="47021" y="56132"/>
                  </a:lnTo>
                  <a:lnTo>
                    <a:pt x="43574" y="57107"/>
                  </a:lnTo>
                  <a:lnTo>
                    <a:pt x="47627" y="63068"/>
                  </a:lnTo>
                  <a:lnTo>
                    <a:pt x="44237" y="64244"/>
                  </a:lnTo>
                  <a:lnTo>
                    <a:pt x="41385" y="63388"/>
                  </a:lnTo>
                  <a:lnTo>
                    <a:pt x="39723" y="61395"/>
                  </a:lnTo>
                  <a:lnTo>
                    <a:pt x="34031" y="60842"/>
                  </a:lnTo>
                  <a:lnTo>
                    <a:pt x="27728" y="65170"/>
                  </a:lnTo>
                  <a:lnTo>
                    <a:pt x="24611" y="62909"/>
                  </a:lnTo>
                  <a:lnTo>
                    <a:pt x="11922" y="47110"/>
                  </a:lnTo>
                  <a:lnTo>
                    <a:pt x="0" y="34008"/>
                  </a:lnTo>
                  <a:lnTo>
                    <a:pt x="3228" y="31446"/>
                  </a:lnTo>
                  <a:lnTo>
                    <a:pt x="7762" y="30046"/>
                  </a:lnTo>
                  <a:lnTo>
                    <a:pt x="10147" y="30607"/>
                  </a:lnTo>
                  <a:lnTo>
                    <a:pt x="12981" y="32375"/>
                  </a:lnTo>
                  <a:lnTo>
                    <a:pt x="14081" y="30800"/>
                  </a:lnTo>
                  <a:lnTo>
                    <a:pt x="16744" y="33601"/>
                  </a:lnTo>
                  <a:lnTo>
                    <a:pt x="19951" y="30013"/>
                  </a:lnTo>
                  <a:lnTo>
                    <a:pt x="24282" y="29111"/>
                  </a:lnTo>
                  <a:lnTo>
                    <a:pt x="27007" y="31447"/>
                  </a:lnTo>
                  <a:lnTo>
                    <a:pt x="30667" y="29626"/>
                  </a:lnTo>
                  <a:lnTo>
                    <a:pt x="32472" y="33020"/>
                  </a:lnTo>
                  <a:lnTo>
                    <a:pt x="36145" y="29151"/>
                  </a:lnTo>
                  <a:lnTo>
                    <a:pt x="38523" y="29055"/>
                  </a:lnTo>
                  <a:lnTo>
                    <a:pt x="38486" y="26728"/>
                  </a:lnTo>
                  <a:lnTo>
                    <a:pt x="36797" y="22007"/>
                  </a:lnTo>
                  <a:lnTo>
                    <a:pt x="35006" y="19273"/>
                  </a:lnTo>
                  <a:lnTo>
                    <a:pt x="34479" y="15244"/>
                  </a:lnTo>
                  <a:lnTo>
                    <a:pt x="36814" y="4961"/>
                  </a:lnTo>
                  <a:lnTo>
                    <a:pt x="38302" y="3790"/>
                  </a:lnTo>
                  <a:lnTo>
                    <a:pt x="46843" y="6873"/>
                  </a:lnTo>
                  <a:lnTo>
                    <a:pt x="45795" y="4205"/>
                  </a:lnTo>
                  <a:lnTo>
                    <a:pt x="57935" y="3496"/>
                  </a:lnTo>
                  <a:lnTo>
                    <a:pt x="6028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h5424"/>
            <p:cNvSpPr/>
            <p:nvPr/>
          </p:nvSpPr>
          <p:spPr>
            <a:xfrm>
              <a:off x="5603146" y="2112800"/>
              <a:ext cx="62750" cy="103285"/>
            </a:xfrm>
            <a:custGeom>
              <a:avLst/>
              <a:pathLst>
                <a:path w="62750" h="103285">
                  <a:moveTo>
                    <a:pt x="55742" y="1506"/>
                  </a:moveTo>
                  <a:lnTo>
                    <a:pt x="57616" y="3409"/>
                  </a:lnTo>
                  <a:lnTo>
                    <a:pt x="57595" y="12330"/>
                  </a:lnTo>
                  <a:lnTo>
                    <a:pt x="53694" y="14041"/>
                  </a:lnTo>
                  <a:lnTo>
                    <a:pt x="50529" y="13054"/>
                  </a:lnTo>
                  <a:lnTo>
                    <a:pt x="46831" y="15032"/>
                  </a:lnTo>
                  <a:lnTo>
                    <a:pt x="44962" y="18237"/>
                  </a:lnTo>
                  <a:lnTo>
                    <a:pt x="50202" y="21623"/>
                  </a:lnTo>
                  <a:lnTo>
                    <a:pt x="47124" y="31612"/>
                  </a:lnTo>
                  <a:lnTo>
                    <a:pt x="49856" y="33035"/>
                  </a:lnTo>
                  <a:lnTo>
                    <a:pt x="53133" y="36943"/>
                  </a:lnTo>
                  <a:lnTo>
                    <a:pt x="46374" y="43663"/>
                  </a:lnTo>
                  <a:lnTo>
                    <a:pt x="49426" y="47394"/>
                  </a:lnTo>
                  <a:lnTo>
                    <a:pt x="48499" y="51405"/>
                  </a:lnTo>
                  <a:lnTo>
                    <a:pt x="46753" y="54275"/>
                  </a:lnTo>
                  <a:lnTo>
                    <a:pt x="49541" y="57449"/>
                  </a:lnTo>
                  <a:lnTo>
                    <a:pt x="49905" y="63034"/>
                  </a:lnTo>
                  <a:lnTo>
                    <a:pt x="51365" y="65909"/>
                  </a:lnTo>
                  <a:lnTo>
                    <a:pt x="53795" y="62833"/>
                  </a:lnTo>
                  <a:lnTo>
                    <a:pt x="56603" y="60905"/>
                  </a:lnTo>
                  <a:lnTo>
                    <a:pt x="58648" y="62337"/>
                  </a:lnTo>
                  <a:lnTo>
                    <a:pt x="62750" y="67602"/>
                  </a:lnTo>
                  <a:lnTo>
                    <a:pt x="61398" y="69946"/>
                  </a:lnTo>
                  <a:lnTo>
                    <a:pt x="60011" y="72310"/>
                  </a:lnTo>
                  <a:lnTo>
                    <a:pt x="57415" y="72540"/>
                  </a:lnTo>
                  <a:lnTo>
                    <a:pt x="53502" y="78353"/>
                  </a:lnTo>
                  <a:lnTo>
                    <a:pt x="53821" y="79866"/>
                  </a:lnTo>
                  <a:lnTo>
                    <a:pt x="56411" y="82106"/>
                  </a:lnTo>
                  <a:lnTo>
                    <a:pt x="57306" y="82278"/>
                  </a:lnTo>
                  <a:lnTo>
                    <a:pt x="57801" y="80880"/>
                  </a:lnTo>
                  <a:lnTo>
                    <a:pt x="56864" y="78789"/>
                  </a:lnTo>
                  <a:lnTo>
                    <a:pt x="59525" y="81099"/>
                  </a:lnTo>
                  <a:lnTo>
                    <a:pt x="58029" y="83609"/>
                  </a:lnTo>
                  <a:lnTo>
                    <a:pt x="55635" y="84680"/>
                  </a:lnTo>
                  <a:lnTo>
                    <a:pt x="53642" y="88213"/>
                  </a:lnTo>
                  <a:lnTo>
                    <a:pt x="54094" y="93378"/>
                  </a:lnTo>
                  <a:lnTo>
                    <a:pt x="52107" y="94926"/>
                  </a:lnTo>
                  <a:lnTo>
                    <a:pt x="49245" y="94140"/>
                  </a:lnTo>
                  <a:lnTo>
                    <a:pt x="47843" y="97660"/>
                  </a:lnTo>
                  <a:lnTo>
                    <a:pt x="48356" y="99916"/>
                  </a:lnTo>
                  <a:lnTo>
                    <a:pt x="47461" y="102216"/>
                  </a:lnTo>
                  <a:lnTo>
                    <a:pt x="46606" y="102704"/>
                  </a:lnTo>
                  <a:lnTo>
                    <a:pt x="40622" y="96038"/>
                  </a:lnTo>
                  <a:lnTo>
                    <a:pt x="39232" y="99199"/>
                  </a:lnTo>
                  <a:lnTo>
                    <a:pt x="40409" y="100465"/>
                  </a:lnTo>
                  <a:lnTo>
                    <a:pt x="40220" y="102141"/>
                  </a:lnTo>
                  <a:lnTo>
                    <a:pt x="39304" y="103285"/>
                  </a:lnTo>
                  <a:lnTo>
                    <a:pt x="32597" y="101325"/>
                  </a:lnTo>
                  <a:lnTo>
                    <a:pt x="28112" y="99104"/>
                  </a:lnTo>
                  <a:lnTo>
                    <a:pt x="25049" y="93946"/>
                  </a:lnTo>
                  <a:lnTo>
                    <a:pt x="22290" y="91538"/>
                  </a:lnTo>
                  <a:lnTo>
                    <a:pt x="18880" y="89896"/>
                  </a:lnTo>
                  <a:lnTo>
                    <a:pt x="11300" y="88126"/>
                  </a:lnTo>
                  <a:lnTo>
                    <a:pt x="3228" y="88713"/>
                  </a:lnTo>
                  <a:lnTo>
                    <a:pt x="2932" y="77631"/>
                  </a:lnTo>
                  <a:lnTo>
                    <a:pt x="459" y="68604"/>
                  </a:lnTo>
                  <a:lnTo>
                    <a:pt x="1992" y="62163"/>
                  </a:lnTo>
                  <a:lnTo>
                    <a:pt x="1846" y="58108"/>
                  </a:lnTo>
                  <a:lnTo>
                    <a:pt x="0" y="51665"/>
                  </a:lnTo>
                  <a:lnTo>
                    <a:pt x="1481" y="45701"/>
                  </a:lnTo>
                  <a:lnTo>
                    <a:pt x="5311" y="37798"/>
                  </a:lnTo>
                  <a:lnTo>
                    <a:pt x="9168" y="32971"/>
                  </a:lnTo>
                  <a:lnTo>
                    <a:pt x="15987" y="22142"/>
                  </a:lnTo>
                  <a:lnTo>
                    <a:pt x="17752" y="18204"/>
                  </a:lnTo>
                  <a:lnTo>
                    <a:pt x="18664" y="13606"/>
                  </a:lnTo>
                  <a:lnTo>
                    <a:pt x="22910" y="9419"/>
                  </a:lnTo>
                  <a:lnTo>
                    <a:pt x="22267" y="8462"/>
                  </a:lnTo>
                  <a:lnTo>
                    <a:pt x="23480" y="8988"/>
                  </a:lnTo>
                  <a:lnTo>
                    <a:pt x="26928" y="6957"/>
                  </a:lnTo>
                  <a:lnTo>
                    <a:pt x="32196" y="10521"/>
                  </a:lnTo>
                  <a:lnTo>
                    <a:pt x="37027" y="11212"/>
                  </a:lnTo>
                  <a:lnTo>
                    <a:pt x="39852" y="9670"/>
                  </a:lnTo>
                  <a:lnTo>
                    <a:pt x="42193" y="5453"/>
                  </a:lnTo>
                  <a:lnTo>
                    <a:pt x="4974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h5425"/>
            <p:cNvSpPr/>
            <p:nvPr/>
          </p:nvSpPr>
          <p:spPr>
            <a:xfrm>
              <a:off x="5713151" y="2230410"/>
              <a:ext cx="52073" cy="79223"/>
            </a:xfrm>
            <a:custGeom>
              <a:avLst/>
              <a:pathLst>
                <a:path w="52073" h="79223">
                  <a:moveTo>
                    <a:pt x="37003" y="7316"/>
                  </a:moveTo>
                  <a:lnTo>
                    <a:pt x="37929" y="10744"/>
                  </a:lnTo>
                  <a:lnTo>
                    <a:pt x="37353" y="13247"/>
                  </a:lnTo>
                  <a:lnTo>
                    <a:pt x="38375" y="18137"/>
                  </a:lnTo>
                  <a:lnTo>
                    <a:pt x="41744" y="23894"/>
                  </a:lnTo>
                  <a:lnTo>
                    <a:pt x="37613" y="25794"/>
                  </a:lnTo>
                  <a:lnTo>
                    <a:pt x="40025" y="27784"/>
                  </a:lnTo>
                  <a:lnTo>
                    <a:pt x="42917" y="27764"/>
                  </a:lnTo>
                  <a:lnTo>
                    <a:pt x="44752" y="34586"/>
                  </a:lnTo>
                  <a:lnTo>
                    <a:pt x="42793" y="35360"/>
                  </a:lnTo>
                  <a:lnTo>
                    <a:pt x="41326" y="38090"/>
                  </a:lnTo>
                  <a:lnTo>
                    <a:pt x="45608" y="38535"/>
                  </a:lnTo>
                  <a:lnTo>
                    <a:pt x="47647" y="40671"/>
                  </a:lnTo>
                  <a:lnTo>
                    <a:pt x="47549" y="43456"/>
                  </a:lnTo>
                  <a:lnTo>
                    <a:pt x="52073" y="50731"/>
                  </a:lnTo>
                  <a:lnTo>
                    <a:pt x="49587" y="58051"/>
                  </a:lnTo>
                  <a:lnTo>
                    <a:pt x="48651" y="56936"/>
                  </a:lnTo>
                  <a:lnTo>
                    <a:pt x="43355" y="56721"/>
                  </a:lnTo>
                  <a:lnTo>
                    <a:pt x="41641" y="57944"/>
                  </a:lnTo>
                  <a:lnTo>
                    <a:pt x="37490" y="64142"/>
                  </a:lnTo>
                  <a:lnTo>
                    <a:pt x="37315" y="66568"/>
                  </a:lnTo>
                  <a:lnTo>
                    <a:pt x="39355" y="71824"/>
                  </a:lnTo>
                  <a:lnTo>
                    <a:pt x="35846" y="76682"/>
                  </a:lnTo>
                  <a:lnTo>
                    <a:pt x="31906" y="79223"/>
                  </a:lnTo>
                  <a:lnTo>
                    <a:pt x="29798" y="75445"/>
                  </a:lnTo>
                  <a:lnTo>
                    <a:pt x="26386" y="71559"/>
                  </a:lnTo>
                  <a:lnTo>
                    <a:pt x="15980" y="50791"/>
                  </a:lnTo>
                  <a:lnTo>
                    <a:pt x="10766" y="44449"/>
                  </a:lnTo>
                  <a:lnTo>
                    <a:pt x="4078" y="39168"/>
                  </a:lnTo>
                  <a:lnTo>
                    <a:pt x="4103" y="38252"/>
                  </a:lnTo>
                  <a:lnTo>
                    <a:pt x="5005" y="37627"/>
                  </a:lnTo>
                  <a:lnTo>
                    <a:pt x="2742" y="32240"/>
                  </a:lnTo>
                  <a:lnTo>
                    <a:pt x="0" y="30038"/>
                  </a:lnTo>
                  <a:lnTo>
                    <a:pt x="1405" y="26340"/>
                  </a:lnTo>
                  <a:lnTo>
                    <a:pt x="2007" y="18740"/>
                  </a:lnTo>
                  <a:lnTo>
                    <a:pt x="1097" y="16953"/>
                  </a:lnTo>
                  <a:lnTo>
                    <a:pt x="1931" y="12721"/>
                  </a:lnTo>
                  <a:lnTo>
                    <a:pt x="3450" y="9942"/>
                  </a:lnTo>
                  <a:lnTo>
                    <a:pt x="9230" y="9032"/>
                  </a:lnTo>
                  <a:lnTo>
                    <a:pt x="9257" y="8180"/>
                  </a:lnTo>
                  <a:lnTo>
                    <a:pt x="10137" y="8539"/>
                  </a:lnTo>
                  <a:lnTo>
                    <a:pt x="9951" y="10809"/>
                  </a:lnTo>
                  <a:lnTo>
                    <a:pt x="10670" y="11223"/>
                  </a:lnTo>
                  <a:lnTo>
                    <a:pt x="14330" y="9865"/>
                  </a:lnTo>
                  <a:lnTo>
                    <a:pt x="22442" y="4652"/>
                  </a:lnTo>
                  <a:lnTo>
                    <a:pt x="25064" y="6394"/>
                  </a:lnTo>
                  <a:lnTo>
                    <a:pt x="27066" y="4543"/>
                  </a:lnTo>
                  <a:lnTo>
                    <a:pt x="27699" y="2457"/>
                  </a:lnTo>
                  <a:lnTo>
                    <a:pt x="31700" y="0"/>
                  </a:lnTo>
                  <a:lnTo>
                    <a:pt x="33732" y="2419"/>
                  </a:lnTo>
                  <a:lnTo>
                    <a:pt x="32164" y="33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h5426"/>
            <p:cNvSpPr/>
            <p:nvPr/>
          </p:nvSpPr>
          <p:spPr>
            <a:xfrm>
              <a:off x="5713553" y="2262692"/>
              <a:ext cx="2660" cy="2319"/>
            </a:xfrm>
            <a:custGeom>
              <a:avLst/>
              <a:pathLst>
                <a:path w="2660" h="2319">
                  <a:moveTo>
                    <a:pt x="0" y="901"/>
                  </a:moveTo>
                  <a:lnTo>
                    <a:pt x="208" y="124"/>
                  </a:ln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h5427"/>
            <p:cNvSpPr/>
            <p:nvPr/>
          </p:nvSpPr>
          <p:spPr>
            <a:xfrm>
              <a:off x="5712815" y="2261059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h5428"/>
            <p:cNvSpPr/>
            <p:nvPr/>
          </p:nvSpPr>
          <p:spPr>
            <a:xfrm>
              <a:off x="5713556" y="2260825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h5429"/>
            <p:cNvSpPr/>
            <p:nvPr/>
          </p:nvSpPr>
          <p:spPr>
            <a:xfrm>
              <a:off x="5635743" y="2168163"/>
              <a:ext cx="52448" cy="57943"/>
            </a:xfrm>
            <a:custGeom>
              <a:avLst/>
              <a:pathLst>
                <a:path w="52448" h="57943">
                  <a:moveTo>
                    <a:pt x="50977" y="6767"/>
                  </a:moveTo>
                  <a:lnTo>
                    <a:pt x="52448" y="8498"/>
                  </a:lnTo>
                  <a:lnTo>
                    <a:pt x="50395" y="11957"/>
                  </a:lnTo>
                  <a:lnTo>
                    <a:pt x="46341" y="12339"/>
                  </a:lnTo>
                  <a:lnTo>
                    <a:pt x="44373" y="11769"/>
                  </a:lnTo>
                  <a:lnTo>
                    <a:pt x="42807" y="16782"/>
                  </a:lnTo>
                  <a:lnTo>
                    <a:pt x="45105" y="19131"/>
                  </a:lnTo>
                  <a:lnTo>
                    <a:pt x="45898" y="25405"/>
                  </a:lnTo>
                  <a:lnTo>
                    <a:pt x="44873" y="26932"/>
                  </a:lnTo>
                  <a:lnTo>
                    <a:pt x="43039" y="25779"/>
                  </a:lnTo>
                  <a:lnTo>
                    <a:pt x="40354" y="25949"/>
                  </a:lnTo>
                  <a:lnTo>
                    <a:pt x="38873" y="30127"/>
                  </a:lnTo>
                  <a:lnTo>
                    <a:pt x="39797" y="30730"/>
                  </a:lnTo>
                  <a:lnTo>
                    <a:pt x="38037" y="33424"/>
                  </a:lnTo>
                  <a:lnTo>
                    <a:pt x="34267" y="35273"/>
                  </a:lnTo>
                  <a:lnTo>
                    <a:pt x="33388" y="34702"/>
                  </a:lnTo>
                  <a:lnTo>
                    <a:pt x="30368" y="39345"/>
                  </a:lnTo>
                  <a:lnTo>
                    <a:pt x="30996" y="40225"/>
                  </a:lnTo>
                  <a:lnTo>
                    <a:pt x="33509" y="40348"/>
                  </a:lnTo>
                  <a:lnTo>
                    <a:pt x="34401" y="47745"/>
                  </a:lnTo>
                  <a:lnTo>
                    <a:pt x="32790" y="48856"/>
                  </a:lnTo>
                  <a:lnTo>
                    <a:pt x="31861" y="48639"/>
                  </a:lnTo>
                  <a:lnTo>
                    <a:pt x="30668" y="47352"/>
                  </a:lnTo>
                  <a:lnTo>
                    <a:pt x="30487" y="44919"/>
                  </a:lnTo>
                  <a:lnTo>
                    <a:pt x="24135" y="44460"/>
                  </a:lnTo>
                  <a:lnTo>
                    <a:pt x="22871" y="45411"/>
                  </a:lnTo>
                  <a:lnTo>
                    <a:pt x="22819" y="46248"/>
                  </a:lnTo>
                  <a:lnTo>
                    <a:pt x="23925" y="51674"/>
                  </a:lnTo>
                  <a:lnTo>
                    <a:pt x="21447" y="56833"/>
                  </a:lnTo>
                  <a:lnTo>
                    <a:pt x="18961" y="57943"/>
                  </a:lnTo>
                  <a:lnTo>
                    <a:pt x="18663" y="53302"/>
                  </a:lnTo>
                  <a:lnTo>
                    <a:pt x="14921" y="50932"/>
                  </a:lnTo>
                  <a:lnTo>
                    <a:pt x="6661" y="53531"/>
                  </a:lnTo>
                  <a:lnTo>
                    <a:pt x="8445" y="56245"/>
                  </a:lnTo>
                  <a:lnTo>
                    <a:pt x="7684" y="56136"/>
                  </a:lnTo>
                  <a:lnTo>
                    <a:pt x="3980" y="51992"/>
                  </a:lnTo>
                  <a:lnTo>
                    <a:pt x="3274" y="50135"/>
                  </a:lnTo>
                  <a:lnTo>
                    <a:pt x="0" y="45962"/>
                  </a:lnTo>
                  <a:lnTo>
                    <a:pt x="6707" y="47922"/>
                  </a:lnTo>
                  <a:lnTo>
                    <a:pt x="7623" y="46778"/>
                  </a:lnTo>
                  <a:lnTo>
                    <a:pt x="7812" y="45102"/>
                  </a:lnTo>
                  <a:lnTo>
                    <a:pt x="6634" y="43837"/>
                  </a:lnTo>
                  <a:lnTo>
                    <a:pt x="8025" y="40676"/>
                  </a:lnTo>
                  <a:lnTo>
                    <a:pt x="14009" y="47342"/>
                  </a:lnTo>
                  <a:lnTo>
                    <a:pt x="14864" y="46854"/>
                  </a:lnTo>
                  <a:lnTo>
                    <a:pt x="15759" y="44553"/>
                  </a:lnTo>
                  <a:lnTo>
                    <a:pt x="15246" y="42297"/>
                  </a:lnTo>
                  <a:lnTo>
                    <a:pt x="16648" y="38778"/>
                  </a:lnTo>
                  <a:lnTo>
                    <a:pt x="19509" y="39563"/>
                  </a:lnTo>
                  <a:lnTo>
                    <a:pt x="21497" y="38015"/>
                  </a:lnTo>
                  <a:lnTo>
                    <a:pt x="21045" y="32850"/>
                  </a:lnTo>
                  <a:lnTo>
                    <a:pt x="23038" y="29317"/>
                  </a:lnTo>
                  <a:lnTo>
                    <a:pt x="25432" y="28247"/>
                  </a:lnTo>
                  <a:lnTo>
                    <a:pt x="26928" y="25736"/>
                  </a:lnTo>
                  <a:lnTo>
                    <a:pt x="24267" y="23426"/>
                  </a:lnTo>
                  <a:lnTo>
                    <a:pt x="25203" y="25517"/>
                  </a:lnTo>
                  <a:lnTo>
                    <a:pt x="24709" y="26915"/>
                  </a:lnTo>
                  <a:lnTo>
                    <a:pt x="23814" y="26743"/>
                  </a:lnTo>
                  <a:lnTo>
                    <a:pt x="21224" y="24503"/>
                  </a:lnTo>
                  <a:lnTo>
                    <a:pt x="20905" y="22990"/>
                  </a:lnTo>
                  <a:lnTo>
                    <a:pt x="24818" y="17177"/>
                  </a:lnTo>
                  <a:lnTo>
                    <a:pt x="27414" y="16947"/>
                  </a:lnTo>
                  <a:lnTo>
                    <a:pt x="28801" y="14583"/>
                  </a:lnTo>
                  <a:lnTo>
                    <a:pt x="29587" y="15057"/>
                  </a:lnTo>
                  <a:lnTo>
                    <a:pt x="30294" y="12405"/>
                  </a:lnTo>
                  <a:lnTo>
                    <a:pt x="41618" y="7422"/>
                  </a:lnTo>
                  <a:lnTo>
                    <a:pt x="43465" y="5212"/>
                  </a:lnTo>
                  <a:lnTo>
                    <a:pt x="44205" y="1016"/>
                  </a:lnTo>
                  <a:lnTo>
                    <a:pt x="45251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h5430"/>
            <p:cNvSpPr/>
            <p:nvPr/>
          </p:nvSpPr>
          <p:spPr>
            <a:xfrm>
              <a:off x="5770730" y="2342402"/>
              <a:ext cx="65262" cy="37067"/>
            </a:xfrm>
            <a:custGeom>
              <a:avLst/>
              <a:pathLst>
                <a:path w="65262" h="37067">
                  <a:moveTo>
                    <a:pt x="1740" y="0"/>
                  </a:moveTo>
                  <a:lnTo>
                    <a:pt x="5616" y="3759"/>
                  </a:lnTo>
                  <a:lnTo>
                    <a:pt x="9140" y="5193"/>
                  </a:lnTo>
                  <a:lnTo>
                    <a:pt x="17784" y="11691"/>
                  </a:lnTo>
                  <a:lnTo>
                    <a:pt x="25834" y="16440"/>
                  </a:lnTo>
                  <a:lnTo>
                    <a:pt x="31079" y="20748"/>
                  </a:lnTo>
                  <a:lnTo>
                    <a:pt x="32299" y="23194"/>
                  </a:lnTo>
                  <a:lnTo>
                    <a:pt x="35135" y="24479"/>
                  </a:lnTo>
                  <a:lnTo>
                    <a:pt x="35669" y="23748"/>
                  </a:lnTo>
                  <a:lnTo>
                    <a:pt x="34540" y="22352"/>
                  </a:lnTo>
                  <a:lnTo>
                    <a:pt x="28071" y="16645"/>
                  </a:lnTo>
                  <a:lnTo>
                    <a:pt x="33618" y="20473"/>
                  </a:lnTo>
                  <a:lnTo>
                    <a:pt x="35318" y="20628"/>
                  </a:lnTo>
                  <a:lnTo>
                    <a:pt x="36726" y="13258"/>
                  </a:lnTo>
                  <a:lnTo>
                    <a:pt x="37501" y="12248"/>
                  </a:lnTo>
                  <a:lnTo>
                    <a:pt x="40193" y="10241"/>
                  </a:lnTo>
                  <a:lnTo>
                    <a:pt x="48625" y="6064"/>
                  </a:lnTo>
                  <a:lnTo>
                    <a:pt x="52599" y="6422"/>
                  </a:lnTo>
                  <a:lnTo>
                    <a:pt x="52584" y="9188"/>
                  </a:lnTo>
                  <a:lnTo>
                    <a:pt x="58192" y="15502"/>
                  </a:lnTo>
                  <a:lnTo>
                    <a:pt x="53029" y="18610"/>
                  </a:lnTo>
                  <a:lnTo>
                    <a:pt x="54681" y="23833"/>
                  </a:lnTo>
                  <a:lnTo>
                    <a:pt x="62146" y="20091"/>
                  </a:lnTo>
                  <a:lnTo>
                    <a:pt x="65262" y="25619"/>
                  </a:lnTo>
                  <a:lnTo>
                    <a:pt x="63491" y="29794"/>
                  </a:lnTo>
                  <a:lnTo>
                    <a:pt x="62311" y="30466"/>
                  </a:lnTo>
                  <a:lnTo>
                    <a:pt x="61635" y="29978"/>
                  </a:lnTo>
                  <a:lnTo>
                    <a:pt x="60394" y="30348"/>
                  </a:lnTo>
                  <a:lnTo>
                    <a:pt x="56326" y="35345"/>
                  </a:lnTo>
                  <a:lnTo>
                    <a:pt x="53401" y="37067"/>
                  </a:lnTo>
                  <a:lnTo>
                    <a:pt x="42159" y="33489"/>
                  </a:lnTo>
                  <a:lnTo>
                    <a:pt x="36623" y="28401"/>
                  </a:lnTo>
                  <a:lnTo>
                    <a:pt x="17577" y="13587"/>
                  </a:lnTo>
                  <a:lnTo>
                    <a:pt x="6594" y="5923"/>
                  </a:lnTo>
                  <a:lnTo>
                    <a:pt x="0" y="2149"/>
                  </a:lnTo>
                  <a:lnTo>
                    <a:pt x="458" y="287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h5431"/>
            <p:cNvSpPr/>
            <p:nvPr/>
          </p:nvSpPr>
          <p:spPr>
            <a:xfrm>
              <a:off x="5963321" y="2534841"/>
              <a:ext cx="61313" cy="58979"/>
            </a:xfrm>
            <a:custGeom>
              <a:avLst/>
              <a:pathLst>
                <a:path w="61313" h="58979">
                  <a:moveTo>
                    <a:pt x="35419" y="8349"/>
                  </a:moveTo>
                  <a:lnTo>
                    <a:pt x="37873" y="9888"/>
                  </a:lnTo>
                  <a:lnTo>
                    <a:pt x="42006" y="6860"/>
                  </a:lnTo>
                  <a:lnTo>
                    <a:pt x="44709" y="7626"/>
                  </a:lnTo>
                  <a:lnTo>
                    <a:pt x="55411" y="18782"/>
                  </a:lnTo>
                  <a:lnTo>
                    <a:pt x="54221" y="19316"/>
                  </a:lnTo>
                  <a:lnTo>
                    <a:pt x="52188" y="23167"/>
                  </a:lnTo>
                  <a:lnTo>
                    <a:pt x="52079" y="28960"/>
                  </a:lnTo>
                  <a:lnTo>
                    <a:pt x="54605" y="37696"/>
                  </a:lnTo>
                  <a:lnTo>
                    <a:pt x="58389" y="36854"/>
                  </a:lnTo>
                  <a:lnTo>
                    <a:pt x="57741" y="38955"/>
                  </a:lnTo>
                  <a:lnTo>
                    <a:pt x="61085" y="45757"/>
                  </a:lnTo>
                  <a:lnTo>
                    <a:pt x="61313" y="49916"/>
                  </a:lnTo>
                  <a:lnTo>
                    <a:pt x="60456" y="52953"/>
                  </a:lnTo>
                  <a:lnTo>
                    <a:pt x="57047" y="55285"/>
                  </a:lnTo>
                  <a:lnTo>
                    <a:pt x="45936" y="50817"/>
                  </a:lnTo>
                  <a:lnTo>
                    <a:pt x="39708" y="44774"/>
                  </a:lnTo>
                  <a:lnTo>
                    <a:pt x="35938" y="45283"/>
                  </a:lnTo>
                  <a:lnTo>
                    <a:pt x="34052" y="46607"/>
                  </a:lnTo>
                  <a:lnTo>
                    <a:pt x="32235" y="47005"/>
                  </a:lnTo>
                  <a:lnTo>
                    <a:pt x="31997" y="48179"/>
                  </a:lnTo>
                  <a:lnTo>
                    <a:pt x="34623" y="54342"/>
                  </a:lnTo>
                  <a:lnTo>
                    <a:pt x="35001" y="57400"/>
                  </a:lnTo>
                  <a:lnTo>
                    <a:pt x="34306" y="58979"/>
                  </a:lnTo>
                  <a:lnTo>
                    <a:pt x="31637" y="58963"/>
                  </a:lnTo>
                  <a:lnTo>
                    <a:pt x="30231" y="58064"/>
                  </a:lnTo>
                  <a:lnTo>
                    <a:pt x="26428" y="50300"/>
                  </a:lnTo>
                  <a:lnTo>
                    <a:pt x="25401" y="50491"/>
                  </a:lnTo>
                  <a:lnTo>
                    <a:pt x="25346" y="48896"/>
                  </a:lnTo>
                  <a:lnTo>
                    <a:pt x="22820" y="43281"/>
                  </a:lnTo>
                  <a:lnTo>
                    <a:pt x="17597" y="34721"/>
                  </a:lnTo>
                  <a:lnTo>
                    <a:pt x="8624" y="24492"/>
                  </a:lnTo>
                  <a:lnTo>
                    <a:pt x="0" y="17037"/>
                  </a:lnTo>
                  <a:lnTo>
                    <a:pt x="6303" y="12709"/>
                  </a:lnTo>
                  <a:lnTo>
                    <a:pt x="11995" y="13262"/>
                  </a:lnTo>
                  <a:lnTo>
                    <a:pt x="13657" y="15255"/>
                  </a:lnTo>
                  <a:lnTo>
                    <a:pt x="16509" y="16111"/>
                  </a:lnTo>
                  <a:lnTo>
                    <a:pt x="19899" y="14935"/>
                  </a:lnTo>
                  <a:lnTo>
                    <a:pt x="15846" y="8974"/>
                  </a:lnTo>
                  <a:lnTo>
                    <a:pt x="19292" y="7999"/>
                  </a:lnTo>
                  <a:lnTo>
                    <a:pt x="21766" y="2590"/>
                  </a:lnTo>
                  <a:lnTo>
                    <a:pt x="26707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h5432"/>
            <p:cNvSpPr/>
            <p:nvPr/>
          </p:nvSpPr>
          <p:spPr>
            <a:xfrm>
              <a:off x="5938944" y="2438686"/>
              <a:ext cx="59034" cy="81623"/>
            </a:xfrm>
            <a:custGeom>
              <a:avLst/>
              <a:pathLst>
                <a:path w="59034" h="81623">
                  <a:moveTo>
                    <a:pt x="32021" y="1141"/>
                  </a:moveTo>
                  <a:lnTo>
                    <a:pt x="34757" y="1380"/>
                  </a:lnTo>
                  <a:lnTo>
                    <a:pt x="35320" y="713"/>
                  </a:lnTo>
                  <a:lnTo>
                    <a:pt x="37499" y="3404"/>
                  </a:lnTo>
                  <a:lnTo>
                    <a:pt x="35072" y="9909"/>
                  </a:lnTo>
                  <a:lnTo>
                    <a:pt x="36702" y="21354"/>
                  </a:lnTo>
                  <a:lnTo>
                    <a:pt x="38366" y="25636"/>
                  </a:lnTo>
                  <a:lnTo>
                    <a:pt x="39401" y="21175"/>
                  </a:lnTo>
                  <a:lnTo>
                    <a:pt x="43692" y="19761"/>
                  </a:lnTo>
                  <a:lnTo>
                    <a:pt x="47426" y="18936"/>
                  </a:lnTo>
                  <a:lnTo>
                    <a:pt x="47903" y="21584"/>
                  </a:lnTo>
                  <a:lnTo>
                    <a:pt x="49161" y="22666"/>
                  </a:lnTo>
                  <a:lnTo>
                    <a:pt x="51940" y="25641"/>
                  </a:lnTo>
                  <a:lnTo>
                    <a:pt x="53990" y="32810"/>
                  </a:lnTo>
                  <a:lnTo>
                    <a:pt x="56648" y="35326"/>
                  </a:lnTo>
                  <a:lnTo>
                    <a:pt x="56487" y="37038"/>
                  </a:lnTo>
                  <a:lnTo>
                    <a:pt x="54881" y="38851"/>
                  </a:lnTo>
                  <a:lnTo>
                    <a:pt x="55986" y="40809"/>
                  </a:lnTo>
                  <a:lnTo>
                    <a:pt x="59034" y="41936"/>
                  </a:lnTo>
                  <a:lnTo>
                    <a:pt x="56042" y="46981"/>
                  </a:lnTo>
                  <a:lnTo>
                    <a:pt x="56929" y="48022"/>
                  </a:lnTo>
                  <a:lnTo>
                    <a:pt x="54584" y="51519"/>
                  </a:lnTo>
                  <a:lnTo>
                    <a:pt x="42443" y="52227"/>
                  </a:lnTo>
                  <a:lnTo>
                    <a:pt x="43492" y="54896"/>
                  </a:lnTo>
                  <a:lnTo>
                    <a:pt x="34951" y="51813"/>
                  </a:lnTo>
                  <a:lnTo>
                    <a:pt x="33463" y="52983"/>
                  </a:lnTo>
                  <a:lnTo>
                    <a:pt x="31127" y="63266"/>
                  </a:lnTo>
                  <a:lnTo>
                    <a:pt x="31655" y="67295"/>
                  </a:lnTo>
                  <a:lnTo>
                    <a:pt x="33446" y="70029"/>
                  </a:lnTo>
                  <a:lnTo>
                    <a:pt x="35135" y="74751"/>
                  </a:lnTo>
                  <a:lnTo>
                    <a:pt x="35172" y="77077"/>
                  </a:lnTo>
                  <a:lnTo>
                    <a:pt x="32794" y="77174"/>
                  </a:lnTo>
                  <a:lnTo>
                    <a:pt x="29121" y="81043"/>
                  </a:lnTo>
                  <a:lnTo>
                    <a:pt x="27315" y="77649"/>
                  </a:lnTo>
                  <a:lnTo>
                    <a:pt x="23656" y="79470"/>
                  </a:lnTo>
                  <a:lnTo>
                    <a:pt x="20931" y="77133"/>
                  </a:lnTo>
                  <a:lnTo>
                    <a:pt x="16600" y="78036"/>
                  </a:lnTo>
                  <a:lnTo>
                    <a:pt x="13392" y="81623"/>
                  </a:lnTo>
                  <a:lnTo>
                    <a:pt x="10730" y="78823"/>
                  </a:lnTo>
                  <a:lnTo>
                    <a:pt x="14785" y="72229"/>
                  </a:lnTo>
                  <a:lnTo>
                    <a:pt x="10405" y="68861"/>
                  </a:lnTo>
                  <a:lnTo>
                    <a:pt x="3358" y="67691"/>
                  </a:lnTo>
                  <a:lnTo>
                    <a:pt x="2857" y="66615"/>
                  </a:lnTo>
                  <a:lnTo>
                    <a:pt x="5152" y="65075"/>
                  </a:lnTo>
                  <a:lnTo>
                    <a:pt x="7971" y="65076"/>
                  </a:lnTo>
                  <a:lnTo>
                    <a:pt x="6620" y="54319"/>
                  </a:lnTo>
                  <a:lnTo>
                    <a:pt x="5487" y="51520"/>
                  </a:lnTo>
                  <a:lnTo>
                    <a:pt x="1743" y="50563"/>
                  </a:lnTo>
                  <a:lnTo>
                    <a:pt x="0" y="46821"/>
                  </a:lnTo>
                  <a:lnTo>
                    <a:pt x="3004" y="46259"/>
                  </a:lnTo>
                  <a:lnTo>
                    <a:pt x="3444" y="42210"/>
                  </a:lnTo>
                  <a:lnTo>
                    <a:pt x="2400" y="38872"/>
                  </a:lnTo>
                  <a:lnTo>
                    <a:pt x="2640" y="36671"/>
                  </a:lnTo>
                  <a:lnTo>
                    <a:pt x="4335" y="34496"/>
                  </a:lnTo>
                  <a:lnTo>
                    <a:pt x="5678" y="24722"/>
                  </a:lnTo>
                  <a:lnTo>
                    <a:pt x="7563" y="23137"/>
                  </a:lnTo>
                  <a:lnTo>
                    <a:pt x="13240" y="22136"/>
                  </a:lnTo>
                  <a:lnTo>
                    <a:pt x="17470" y="18546"/>
                  </a:lnTo>
                  <a:lnTo>
                    <a:pt x="22800" y="12829"/>
                  </a:lnTo>
                  <a:lnTo>
                    <a:pt x="27248" y="1738"/>
                  </a:lnTo>
                  <a:lnTo>
                    <a:pt x="30036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h5433"/>
            <p:cNvSpPr/>
            <p:nvPr/>
          </p:nvSpPr>
          <p:spPr>
            <a:xfrm>
              <a:off x="5853816" y="2309644"/>
              <a:ext cx="63686" cy="73497"/>
            </a:xfrm>
            <a:custGeom>
              <a:avLst/>
              <a:pathLst>
                <a:path w="63686" h="73497">
                  <a:moveTo>
                    <a:pt x="22018" y="477"/>
                  </a:moveTo>
                  <a:lnTo>
                    <a:pt x="38748" y="19799"/>
                  </a:lnTo>
                  <a:lnTo>
                    <a:pt x="40915" y="27809"/>
                  </a:lnTo>
                  <a:lnTo>
                    <a:pt x="46931" y="39699"/>
                  </a:lnTo>
                  <a:lnTo>
                    <a:pt x="51592" y="41254"/>
                  </a:lnTo>
                  <a:lnTo>
                    <a:pt x="53870" y="43195"/>
                  </a:lnTo>
                  <a:lnTo>
                    <a:pt x="52727" y="47405"/>
                  </a:lnTo>
                  <a:lnTo>
                    <a:pt x="49792" y="50588"/>
                  </a:lnTo>
                  <a:lnTo>
                    <a:pt x="50692" y="54242"/>
                  </a:lnTo>
                  <a:lnTo>
                    <a:pt x="56686" y="64410"/>
                  </a:lnTo>
                  <a:lnTo>
                    <a:pt x="57843" y="65415"/>
                  </a:lnTo>
                  <a:lnTo>
                    <a:pt x="58815" y="64983"/>
                  </a:lnTo>
                  <a:lnTo>
                    <a:pt x="63686" y="67653"/>
                  </a:lnTo>
                  <a:lnTo>
                    <a:pt x="63540" y="71415"/>
                  </a:lnTo>
                  <a:lnTo>
                    <a:pt x="54864" y="72827"/>
                  </a:lnTo>
                  <a:lnTo>
                    <a:pt x="48097" y="70918"/>
                  </a:lnTo>
                  <a:lnTo>
                    <a:pt x="47124" y="72107"/>
                  </a:lnTo>
                  <a:lnTo>
                    <a:pt x="47898" y="73497"/>
                  </a:lnTo>
                  <a:lnTo>
                    <a:pt x="36829" y="71149"/>
                  </a:lnTo>
                  <a:lnTo>
                    <a:pt x="34835" y="72487"/>
                  </a:lnTo>
                  <a:lnTo>
                    <a:pt x="33172" y="72048"/>
                  </a:lnTo>
                  <a:lnTo>
                    <a:pt x="29287" y="65096"/>
                  </a:lnTo>
                  <a:lnTo>
                    <a:pt x="27693" y="64415"/>
                  </a:lnTo>
                  <a:lnTo>
                    <a:pt x="21877" y="66421"/>
                  </a:lnTo>
                  <a:lnTo>
                    <a:pt x="17586" y="64800"/>
                  </a:lnTo>
                  <a:lnTo>
                    <a:pt x="14653" y="65281"/>
                  </a:lnTo>
                  <a:lnTo>
                    <a:pt x="10871" y="62255"/>
                  </a:lnTo>
                  <a:lnTo>
                    <a:pt x="11941" y="59378"/>
                  </a:lnTo>
                  <a:lnTo>
                    <a:pt x="10003" y="55417"/>
                  </a:lnTo>
                  <a:lnTo>
                    <a:pt x="6381" y="54108"/>
                  </a:lnTo>
                  <a:lnTo>
                    <a:pt x="800" y="46717"/>
                  </a:lnTo>
                  <a:lnTo>
                    <a:pt x="0" y="40614"/>
                  </a:lnTo>
                  <a:lnTo>
                    <a:pt x="9989" y="37607"/>
                  </a:lnTo>
                  <a:lnTo>
                    <a:pt x="9099" y="33348"/>
                  </a:lnTo>
                  <a:lnTo>
                    <a:pt x="4112" y="30422"/>
                  </a:lnTo>
                  <a:lnTo>
                    <a:pt x="2197" y="21275"/>
                  </a:lnTo>
                  <a:lnTo>
                    <a:pt x="3998" y="19433"/>
                  </a:lnTo>
                  <a:lnTo>
                    <a:pt x="2478" y="16595"/>
                  </a:lnTo>
                  <a:lnTo>
                    <a:pt x="7209" y="11402"/>
                  </a:lnTo>
                  <a:lnTo>
                    <a:pt x="13050" y="9709"/>
                  </a:lnTo>
                  <a:lnTo>
                    <a:pt x="21055" y="3529"/>
                  </a:lnTo>
                  <a:lnTo>
                    <a:pt x="21387" y="2074"/>
                  </a:lnTo>
                  <a:lnTo>
                    <a:pt x="198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h5434"/>
            <p:cNvSpPr/>
            <p:nvPr/>
          </p:nvSpPr>
          <p:spPr>
            <a:xfrm>
              <a:off x="5919941" y="25071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h5435"/>
            <p:cNvSpPr/>
            <p:nvPr/>
          </p:nvSpPr>
          <p:spPr>
            <a:xfrm>
              <a:off x="5915927" y="2506345"/>
              <a:ext cx="166" cy="59"/>
            </a:xfrm>
            <a:custGeom>
              <a:avLst/>
              <a:pathLst>
                <a:path w="166" h="59">
                  <a:moveTo>
                    <a:pt x="166" y="0"/>
                  </a:moveTo>
                  <a:lnTo>
                    <a:pt x="0" y="5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h5436"/>
            <p:cNvSpPr/>
            <p:nvPr/>
          </p:nvSpPr>
          <p:spPr>
            <a:xfrm>
              <a:off x="5913149" y="2501105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h5437"/>
            <p:cNvSpPr/>
            <p:nvPr/>
          </p:nvSpPr>
          <p:spPr>
            <a:xfrm>
              <a:off x="5912745" y="2499990"/>
              <a:ext cx="774" cy="1105"/>
            </a:xfrm>
            <a:custGeom>
              <a:avLst/>
              <a:pathLst>
                <a:path w="774" h="1105">
                  <a:moveTo>
                    <a:pt x="739" y="0"/>
                  </a:moveTo>
                  <a:lnTo>
                    <a:pt x="774" y="1105"/>
                  </a:lnTo>
                  <a:lnTo>
                    <a:pt x="0" y="33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h5438"/>
            <p:cNvSpPr/>
            <p:nvPr/>
          </p:nvSpPr>
          <p:spPr>
            <a:xfrm>
              <a:off x="5911906" y="2497417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h5439"/>
            <p:cNvSpPr/>
            <p:nvPr/>
          </p:nvSpPr>
          <p:spPr>
            <a:xfrm>
              <a:off x="5897514" y="2423563"/>
              <a:ext cx="76750" cy="97154"/>
            </a:xfrm>
            <a:custGeom>
              <a:avLst/>
              <a:pathLst>
                <a:path w="76750" h="97154">
                  <a:moveTo>
                    <a:pt x="76750" y="15836"/>
                  </a:moveTo>
                  <a:lnTo>
                    <a:pt x="76187" y="16503"/>
                  </a:lnTo>
                  <a:lnTo>
                    <a:pt x="73451" y="16264"/>
                  </a:lnTo>
                  <a:lnTo>
                    <a:pt x="71466" y="15123"/>
                  </a:lnTo>
                  <a:lnTo>
                    <a:pt x="68679" y="16861"/>
                  </a:lnTo>
                  <a:lnTo>
                    <a:pt x="64230" y="27952"/>
                  </a:lnTo>
                  <a:lnTo>
                    <a:pt x="58901" y="33669"/>
                  </a:lnTo>
                  <a:lnTo>
                    <a:pt x="54670" y="37259"/>
                  </a:lnTo>
                  <a:lnTo>
                    <a:pt x="48994" y="38260"/>
                  </a:lnTo>
                  <a:lnTo>
                    <a:pt x="47108" y="39845"/>
                  </a:lnTo>
                  <a:lnTo>
                    <a:pt x="45765" y="49619"/>
                  </a:lnTo>
                  <a:lnTo>
                    <a:pt x="44070" y="51795"/>
                  </a:lnTo>
                  <a:lnTo>
                    <a:pt x="43830" y="53995"/>
                  </a:lnTo>
                  <a:lnTo>
                    <a:pt x="44874" y="57334"/>
                  </a:lnTo>
                  <a:lnTo>
                    <a:pt x="44434" y="61382"/>
                  </a:lnTo>
                  <a:lnTo>
                    <a:pt x="41430" y="61944"/>
                  </a:lnTo>
                  <a:lnTo>
                    <a:pt x="43173" y="65686"/>
                  </a:lnTo>
                  <a:lnTo>
                    <a:pt x="46917" y="66643"/>
                  </a:lnTo>
                  <a:lnTo>
                    <a:pt x="48050" y="69442"/>
                  </a:lnTo>
                  <a:lnTo>
                    <a:pt x="49401" y="80199"/>
                  </a:lnTo>
                  <a:lnTo>
                    <a:pt x="46582" y="80198"/>
                  </a:lnTo>
                  <a:lnTo>
                    <a:pt x="44287" y="81738"/>
                  </a:lnTo>
                  <a:lnTo>
                    <a:pt x="44788" y="82815"/>
                  </a:lnTo>
                  <a:lnTo>
                    <a:pt x="51835" y="83984"/>
                  </a:lnTo>
                  <a:lnTo>
                    <a:pt x="56215" y="87352"/>
                  </a:lnTo>
                  <a:lnTo>
                    <a:pt x="52160" y="93946"/>
                  </a:lnTo>
                  <a:lnTo>
                    <a:pt x="51060" y="95521"/>
                  </a:lnTo>
                  <a:lnTo>
                    <a:pt x="48225" y="93753"/>
                  </a:lnTo>
                  <a:lnTo>
                    <a:pt x="45841" y="93192"/>
                  </a:lnTo>
                  <a:lnTo>
                    <a:pt x="41307" y="94591"/>
                  </a:lnTo>
                  <a:lnTo>
                    <a:pt x="38078" y="97154"/>
                  </a:lnTo>
                  <a:lnTo>
                    <a:pt x="23494" y="83218"/>
                  </a:lnTo>
                  <a:lnTo>
                    <a:pt x="21970" y="82573"/>
                  </a:lnTo>
                  <a:lnTo>
                    <a:pt x="15675" y="72632"/>
                  </a:lnTo>
                  <a:lnTo>
                    <a:pt x="14338" y="65381"/>
                  </a:lnTo>
                  <a:lnTo>
                    <a:pt x="8451" y="56595"/>
                  </a:lnTo>
                  <a:lnTo>
                    <a:pt x="0" y="47802"/>
                  </a:lnTo>
                  <a:lnTo>
                    <a:pt x="2839" y="30923"/>
                  </a:lnTo>
                  <a:lnTo>
                    <a:pt x="11485" y="30241"/>
                  </a:lnTo>
                  <a:lnTo>
                    <a:pt x="10458" y="25935"/>
                  </a:lnTo>
                  <a:lnTo>
                    <a:pt x="11465" y="22296"/>
                  </a:lnTo>
                  <a:lnTo>
                    <a:pt x="17454" y="21565"/>
                  </a:lnTo>
                  <a:lnTo>
                    <a:pt x="22921" y="22458"/>
                  </a:lnTo>
                  <a:lnTo>
                    <a:pt x="26213" y="24342"/>
                  </a:lnTo>
                  <a:lnTo>
                    <a:pt x="29630" y="29129"/>
                  </a:lnTo>
                  <a:lnTo>
                    <a:pt x="34920" y="33686"/>
                  </a:lnTo>
                  <a:lnTo>
                    <a:pt x="37456" y="33885"/>
                  </a:lnTo>
                  <a:lnTo>
                    <a:pt x="39014" y="32938"/>
                  </a:lnTo>
                  <a:lnTo>
                    <a:pt x="45940" y="25069"/>
                  </a:lnTo>
                  <a:lnTo>
                    <a:pt x="48790" y="26739"/>
                  </a:lnTo>
                  <a:lnTo>
                    <a:pt x="49606" y="21507"/>
                  </a:lnTo>
                  <a:lnTo>
                    <a:pt x="55993" y="19179"/>
                  </a:lnTo>
                  <a:lnTo>
                    <a:pt x="51293" y="14083"/>
                  </a:lnTo>
                  <a:lnTo>
                    <a:pt x="61694" y="0"/>
                  </a:lnTo>
                  <a:lnTo>
                    <a:pt x="74183" y="8853"/>
                  </a:lnTo>
                  <a:lnTo>
                    <a:pt x="75463" y="12244"/>
                  </a:lnTo>
                  <a:lnTo>
                    <a:pt x="76256" y="1187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h5440"/>
            <p:cNvSpPr/>
            <p:nvPr/>
          </p:nvSpPr>
          <p:spPr>
            <a:xfrm>
              <a:off x="5691013" y="2039610"/>
              <a:ext cx="74958" cy="91433"/>
            </a:xfrm>
            <a:custGeom>
              <a:avLst/>
              <a:pathLst>
                <a:path w="74958" h="91433">
                  <a:moveTo>
                    <a:pt x="22708" y="659"/>
                  </a:moveTo>
                  <a:lnTo>
                    <a:pt x="27855" y="2496"/>
                  </a:lnTo>
                  <a:lnTo>
                    <a:pt x="29027" y="3160"/>
                  </a:lnTo>
                  <a:lnTo>
                    <a:pt x="38000" y="3032"/>
                  </a:lnTo>
                  <a:lnTo>
                    <a:pt x="47032" y="826"/>
                  </a:lnTo>
                  <a:lnTo>
                    <a:pt x="51750" y="1937"/>
                  </a:lnTo>
                  <a:lnTo>
                    <a:pt x="53196" y="6764"/>
                  </a:lnTo>
                  <a:lnTo>
                    <a:pt x="47394" y="10879"/>
                  </a:lnTo>
                  <a:lnTo>
                    <a:pt x="47613" y="17139"/>
                  </a:lnTo>
                  <a:lnTo>
                    <a:pt x="49423" y="19552"/>
                  </a:lnTo>
                  <a:lnTo>
                    <a:pt x="55491" y="18733"/>
                  </a:lnTo>
                  <a:lnTo>
                    <a:pt x="56595" y="22067"/>
                  </a:lnTo>
                  <a:lnTo>
                    <a:pt x="61961" y="21961"/>
                  </a:lnTo>
                  <a:lnTo>
                    <a:pt x="67772" y="29407"/>
                  </a:lnTo>
                  <a:lnTo>
                    <a:pt x="69998" y="33902"/>
                  </a:lnTo>
                  <a:lnTo>
                    <a:pt x="70459" y="41983"/>
                  </a:lnTo>
                  <a:lnTo>
                    <a:pt x="69849" y="43871"/>
                  </a:lnTo>
                  <a:lnTo>
                    <a:pt x="63698" y="48694"/>
                  </a:lnTo>
                  <a:lnTo>
                    <a:pt x="69448" y="55906"/>
                  </a:lnTo>
                  <a:lnTo>
                    <a:pt x="74332" y="63783"/>
                  </a:lnTo>
                  <a:lnTo>
                    <a:pt x="74958" y="65956"/>
                  </a:lnTo>
                  <a:lnTo>
                    <a:pt x="73263" y="70154"/>
                  </a:lnTo>
                  <a:lnTo>
                    <a:pt x="69971" y="72605"/>
                  </a:lnTo>
                  <a:lnTo>
                    <a:pt x="68392" y="71964"/>
                  </a:lnTo>
                  <a:lnTo>
                    <a:pt x="67832" y="72392"/>
                  </a:lnTo>
                  <a:lnTo>
                    <a:pt x="68125" y="79440"/>
                  </a:lnTo>
                  <a:lnTo>
                    <a:pt x="65584" y="81901"/>
                  </a:lnTo>
                  <a:lnTo>
                    <a:pt x="66048" y="85501"/>
                  </a:lnTo>
                  <a:lnTo>
                    <a:pt x="63538" y="88407"/>
                  </a:lnTo>
                  <a:lnTo>
                    <a:pt x="51321" y="91433"/>
                  </a:lnTo>
                  <a:lnTo>
                    <a:pt x="45750" y="88008"/>
                  </a:lnTo>
                  <a:lnTo>
                    <a:pt x="45657" y="86308"/>
                  </a:lnTo>
                  <a:lnTo>
                    <a:pt x="47677" y="85434"/>
                  </a:lnTo>
                  <a:lnTo>
                    <a:pt x="49522" y="80649"/>
                  </a:lnTo>
                  <a:lnTo>
                    <a:pt x="41453" y="78972"/>
                  </a:lnTo>
                  <a:lnTo>
                    <a:pt x="41337" y="81533"/>
                  </a:lnTo>
                  <a:lnTo>
                    <a:pt x="40327" y="81115"/>
                  </a:lnTo>
                  <a:lnTo>
                    <a:pt x="37275" y="80107"/>
                  </a:lnTo>
                  <a:lnTo>
                    <a:pt x="36635" y="72102"/>
                  </a:lnTo>
                  <a:lnTo>
                    <a:pt x="38102" y="70784"/>
                  </a:lnTo>
                  <a:lnTo>
                    <a:pt x="35901" y="66190"/>
                  </a:lnTo>
                  <a:lnTo>
                    <a:pt x="29960" y="67627"/>
                  </a:lnTo>
                  <a:lnTo>
                    <a:pt x="28065" y="66601"/>
                  </a:lnTo>
                  <a:lnTo>
                    <a:pt x="24900" y="60519"/>
                  </a:lnTo>
                  <a:lnTo>
                    <a:pt x="20596" y="59829"/>
                  </a:lnTo>
                  <a:lnTo>
                    <a:pt x="29267" y="50664"/>
                  </a:lnTo>
                  <a:lnTo>
                    <a:pt x="27728" y="47518"/>
                  </a:lnTo>
                  <a:lnTo>
                    <a:pt x="24316" y="47254"/>
                  </a:lnTo>
                  <a:lnTo>
                    <a:pt x="22942" y="50522"/>
                  </a:lnTo>
                  <a:lnTo>
                    <a:pt x="20662" y="52051"/>
                  </a:lnTo>
                  <a:lnTo>
                    <a:pt x="15108" y="52052"/>
                  </a:lnTo>
                  <a:lnTo>
                    <a:pt x="14811" y="54016"/>
                  </a:lnTo>
                  <a:lnTo>
                    <a:pt x="13872" y="54817"/>
                  </a:lnTo>
                  <a:lnTo>
                    <a:pt x="8267" y="56654"/>
                  </a:lnTo>
                  <a:lnTo>
                    <a:pt x="7041" y="56120"/>
                  </a:lnTo>
                  <a:lnTo>
                    <a:pt x="2805" y="50354"/>
                  </a:lnTo>
                  <a:lnTo>
                    <a:pt x="3346" y="47656"/>
                  </a:lnTo>
                  <a:lnTo>
                    <a:pt x="4739" y="46916"/>
                  </a:lnTo>
                  <a:lnTo>
                    <a:pt x="4592" y="45993"/>
                  </a:lnTo>
                  <a:lnTo>
                    <a:pt x="0" y="44535"/>
                  </a:lnTo>
                  <a:lnTo>
                    <a:pt x="3134" y="40804"/>
                  </a:lnTo>
                  <a:lnTo>
                    <a:pt x="7978" y="32841"/>
                  </a:lnTo>
                  <a:lnTo>
                    <a:pt x="10024" y="30718"/>
                  </a:lnTo>
                  <a:lnTo>
                    <a:pt x="12379" y="30577"/>
                  </a:lnTo>
                  <a:lnTo>
                    <a:pt x="14309" y="28450"/>
                  </a:lnTo>
                  <a:lnTo>
                    <a:pt x="13391" y="24816"/>
                  </a:lnTo>
                  <a:lnTo>
                    <a:pt x="22702" y="8287"/>
                  </a:lnTo>
                  <a:lnTo>
                    <a:pt x="27286" y="7834"/>
                  </a:lnTo>
                  <a:lnTo>
                    <a:pt x="19005" y="6133"/>
                  </a:lnTo>
                  <a:lnTo>
                    <a:pt x="18979" y="3819"/>
                  </a:lnTo>
                  <a:lnTo>
                    <a:pt x="20528" y="873"/>
                  </a:lnTo>
                  <a:lnTo>
                    <a:pt x="2208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h5441"/>
            <p:cNvSpPr/>
            <p:nvPr/>
          </p:nvSpPr>
          <p:spPr>
            <a:xfrm>
              <a:off x="5751451" y="2189417"/>
              <a:ext cx="55742" cy="106211"/>
            </a:xfrm>
            <a:custGeom>
              <a:avLst/>
              <a:pathLst>
                <a:path w="55742" h="106211">
                  <a:moveTo>
                    <a:pt x="43579" y="4877"/>
                  </a:moveTo>
                  <a:lnTo>
                    <a:pt x="45538" y="15455"/>
                  </a:lnTo>
                  <a:lnTo>
                    <a:pt x="51831" y="16101"/>
                  </a:lnTo>
                  <a:lnTo>
                    <a:pt x="50255" y="17748"/>
                  </a:lnTo>
                  <a:lnTo>
                    <a:pt x="50516" y="25592"/>
                  </a:lnTo>
                  <a:lnTo>
                    <a:pt x="43804" y="30767"/>
                  </a:lnTo>
                  <a:lnTo>
                    <a:pt x="42654" y="42824"/>
                  </a:lnTo>
                  <a:lnTo>
                    <a:pt x="38355" y="43360"/>
                  </a:lnTo>
                  <a:lnTo>
                    <a:pt x="37375" y="45495"/>
                  </a:lnTo>
                  <a:lnTo>
                    <a:pt x="38760" y="48223"/>
                  </a:lnTo>
                  <a:lnTo>
                    <a:pt x="36292" y="51354"/>
                  </a:lnTo>
                  <a:lnTo>
                    <a:pt x="31447" y="54134"/>
                  </a:lnTo>
                  <a:lnTo>
                    <a:pt x="26109" y="60539"/>
                  </a:lnTo>
                  <a:lnTo>
                    <a:pt x="31180" y="59558"/>
                  </a:lnTo>
                  <a:lnTo>
                    <a:pt x="31072" y="63802"/>
                  </a:lnTo>
                  <a:lnTo>
                    <a:pt x="34680" y="64461"/>
                  </a:lnTo>
                  <a:lnTo>
                    <a:pt x="38041" y="71071"/>
                  </a:lnTo>
                  <a:lnTo>
                    <a:pt x="41620" y="71137"/>
                  </a:lnTo>
                  <a:lnTo>
                    <a:pt x="46241" y="69594"/>
                  </a:lnTo>
                  <a:lnTo>
                    <a:pt x="51330" y="71294"/>
                  </a:lnTo>
                  <a:lnTo>
                    <a:pt x="55742" y="80608"/>
                  </a:lnTo>
                  <a:lnTo>
                    <a:pt x="54258" y="82766"/>
                  </a:lnTo>
                  <a:lnTo>
                    <a:pt x="53694" y="83300"/>
                  </a:lnTo>
                  <a:lnTo>
                    <a:pt x="54258" y="86314"/>
                  </a:lnTo>
                  <a:lnTo>
                    <a:pt x="53792" y="87662"/>
                  </a:lnTo>
                  <a:lnTo>
                    <a:pt x="50470" y="88581"/>
                  </a:lnTo>
                  <a:lnTo>
                    <a:pt x="46671" y="92220"/>
                  </a:lnTo>
                  <a:lnTo>
                    <a:pt x="46852" y="97486"/>
                  </a:lnTo>
                  <a:lnTo>
                    <a:pt x="39082" y="105124"/>
                  </a:lnTo>
                  <a:lnTo>
                    <a:pt x="34228" y="105537"/>
                  </a:lnTo>
                  <a:lnTo>
                    <a:pt x="31909" y="104840"/>
                  </a:lnTo>
                  <a:lnTo>
                    <a:pt x="31854" y="106211"/>
                  </a:lnTo>
                  <a:lnTo>
                    <a:pt x="28324" y="103014"/>
                  </a:lnTo>
                  <a:lnTo>
                    <a:pt x="23813" y="101316"/>
                  </a:lnTo>
                  <a:lnTo>
                    <a:pt x="22065" y="95289"/>
                  </a:lnTo>
                  <a:lnTo>
                    <a:pt x="19669" y="91898"/>
                  </a:lnTo>
                  <a:lnTo>
                    <a:pt x="14387" y="93059"/>
                  </a:lnTo>
                  <a:lnTo>
                    <a:pt x="13772" y="91724"/>
                  </a:lnTo>
                  <a:lnTo>
                    <a:pt x="9249" y="84448"/>
                  </a:lnTo>
                  <a:lnTo>
                    <a:pt x="9347" y="81664"/>
                  </a:lnTo>
                  <a:lnTo>
                    <a:pt x="7307" y="79528"/>
                  </a:lnTo>
                  <a:lnTo>
                    <a:pt x="3025" y="79082"/>
                  </a:lnTo>
                  <a:lnTo>
                    <a:pt x="4493" y="76353"/>
                  </a:lnTo>
                  <a:lnTo>
                    <a:pt x="6451" y="75578"/>
                  </a:lnTo>
                  <a:lnTo>
                    <a:pt x="8256" y="77628"/>
                  </a:lnTo>
                  <a:lnTo>
                    <a:pt x="9515" y="77696"/>
                  </a:lnTo>
                  <a:lnTo>
                    <a:pt x="10542" y="71049"/>
                  </a:lnTo>
                  <a:lnTo>
                    <a:pt x="17314" y="71389"/>
                  </a:lnTo>
                  <a:lnTo>
                    <a:pt x="17605" y="68406"/>
                  </a:lnTo>
                  <a:lnTo>
                    <a:pt x="16489" y="67321"/>
                  </a:lnTo>
                  <a:lnTo>
                    <a:pt x="14394" y="67047"/>
                  </a:lnTo>
                  <a:lnTo>
                    <a:pt x="9971" y="55801"/>
                  </a:lnTo>
                  <a:lnTo>
                    <a:pt x="13175" y="52577"/>
                  </a:lnTo>
                  <a:lnTo>
                    <a:pt x="13378" y="51120"/>
                  </a:lnTo>
                  <a:lnTo>
                    <a:pt x="4738" y="45361"/>
                  </a:lnTo>
                  <a:lnTo>
                    <a:pt x="3001" y="27994"/>
                  </a:lnTo>
                  <a:lnTo>
                    <a:pt x="5195" y="24517"/>
                  </a:lnTo>
                  <a:lnTo>
                    <a:pt x="0" y="24451"/>
                  </a:lnTo>
                  <a:lnTo>
                    <a:pt x="248" y="22404"/>
                  </a:lnTo>
                  <a:lnTo>
                    <a:pt x="2568" y="17558"/>
                  </a:lnTo>
                  <a:lnTo>
                    <a:pt x="6036" y="19044"/>
                  </a:lnTo>
                  <a:lnTo>
                    <a:pt x="9539" y="17444"/>
                  </a:lnTo>
                  <a:lnTo>
                    <a:pt x="10956" y="16079"/>
                  </a:lnTo>
                  <a:lnTo>
                    <a:pt x="10235" y="14058"/>
                  </a:lnTo>
                  <a:lnTo>
                    <a:pt x="10671" y="12999"/>
                  </a:lnTo>
                  <a:lnTo>
                    <a:pt x="14772" y="16097"/>
                  </a:lnTo>
                  <a:lnTo>
                    <a:pt x="20107" y="13746"/>
                  </a:lnTo>
                  <a:lnTo>
                    <a:pt x="24681" y="8202"/>
                  </a:lnTo>
                  <a:lnTo>
                    <a:pt x="27770" y="6829"/>
                  </a:lnTo>
                  <a:lnTo>
                    <a:pt x="32241" y="6910"/>
                  </a:lnTo>
                  <a:lnTo>
                    <a:pt x="35974" y="6056"/>
                  </a:lnTo>
                  <a:lnTo>
                    <a:pt x="40888" y="3491"/>
                  </a:lnTo>
                  <a:lnTo>
                    <a:pt x="38617" y="1814"/>
                  </a:lnTo>
                  <a:lnTo>
                    <a:pt x="4434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h5442"/>
            <p:cNvSpPr/>
            <p:nvPr/>
          </p:nvSpPr>
          <p:spPr>
            <a:xfrm>
              <a:off x="5722408" y="2210658"/>
              <a:ext cx="46648" cy="56455"/>
            </a:xfrm>
            <a:custGeom>
              <a:avLst/>
              <a:pathLst>
                <a:path w="46648" h="56455">
                  <a:moveTo>
                    <a:pt x="16269" y="1209"/>
                  </a:moveTo>
                  <a:lnTo>
                    <a:pt x="26555" y="3259"/>
                  </a:lnTo>
                  <a:lnTo>
                    <a:pt x="29042" y="3210"/>
                  </a:lnTo>
                  <a:lnTo>
                    <a:pt x="34237" y="3276"/>
                  </a:lnTo>
                  <a:lnTo>
                    <a:pt x="32043" y="6753"/>
                  </a:lnTo>
                  <a:lnTo>
                    <a:pt x="33781" y="24120"/>
                  </a:lnTo>
                  <a:lnTo>
                    <a:pt x="42421" y="29879"/>
                  </a:lnTo>
                  <a:lnTo>
                    <a:pt x="42217" y="31336"/>
                  </a:lnTo>
                  <a:lnTo>
                    <a:pt x="39013" y="34560"/>
                  </a:lnTo>
                  <a:lnTo>
                    <a:pt x="43436" y="45806"/>
                  </a:lnTo>
                  <a:lnTo>
                    <a:pt x="45531" y="46080"/>
                  </a:lnTo>
                  <a:lnTo>
                    <a:pt x="46648" y="47165"/>
                  </a:lnTo>
                  <a:lnTo>
                    <a:pt x="46356" y="50148"/>
                  </a:lnTo>
                  <a:lnTo>
                    <a:pt x="39584" y="49808"/>
                  </a:lnTo>
                  <a:lnTo>
                    <a:pt x="38557" y="56455"/>
                  </a:lnTo>
                  <a:lnTo>
                    <a:pt x="37298" y="56387"/>
                  </a:lnTo>
                  <a:lnTo>
                    <a:pt x="35494" y="54337"/>
                  </a:lnTo>
                  <a:lnTo>
                    <a:pt x="33660" y="47516"/>
                  </a:lnTo>
                  <a:lnTo>
                    <a:pt x="30767" y="47536"/>
                  </a:lnTo>
                  <a:lnTo>
                    <a:pt x="28355" y="45546"/>
                  </a:lnTo>
                  <a:lnTo>
                    <a:pt x="32486" y="43645"/>
                  </a:lnTo>
                  <a:lnTo>
                    <a:pt x="29117" y="37888"/>
                  </a:lnTo>
                  <a:lnTo>
                    <a:pt x="28096" y="32999"/>
                  </a:lnTo>
                  <a:lnTo>
                    <a:pt x="28671" y="30495"/>
                  </a:lnTo>
                  <a:lnTo>
                    <a:pt x="27745" y="27068"/>
                  </a:lnTo>
                  <a:lnTo>
                    <a:pt x="22906" y="23120"/>
                  </a:lnTo>
                  <a:lnTo>
                    <a:pt x="24475" y="22170"/>
                  </a:lnTo>
                  <a:lnTo>
                    <a:pt x="22442" y="19751"/>
                  </a:lnTo>
                  <a:lnTo>
                    <a:pt x="18441" y="22209"/>
                  </a:lnTo>
                  <a:lnTo>
                    <a:pt x="17808" y="24295"/>
                  </a:lnTo>
                  <a:lnTo>
                    <a:pt x="15806" y="26145"/>
                  </a:lnTo>
                  <a:lnTo>
                    <a:pt x="13184" y="24403"/>
                  </a:lnTo>
                  <a:lnTo>
                    <a:pt x="5072" y="29616"/>
                  </a:lnTo>
                  <a:lnTo>
                    <a:pt x="1412" y="30974"/>
                  </a:lnTo>
                  <a:lnTo>
                    <a:pt x="693" y="30560"/>
                  </a:lnTo>
                  <a:lnTo>
                    <a:pt x="879" y="28290"/>
                  </a:lnTo>
                  <a:lnTo>
                    <a:pt x="0" y="27932"/>
                  </a:lnTo>
                  <a:lnTo>
                    <a:pt x="105" y="25581"/>
                  </a:lnTo>
                  <a:lnTo>
                    <a:pt x="606" y="24926"/>
                  </a:lnTo>
                  <a:lnTo>
                    <a:pt x="1927" y="25362"/>
                  </a:lnTo>
                  <a:lnTo>
                    <a:pt x="3779" y="16531"/>
                  </a:lnTo>
                  <a:lnTo>
                    <a:pt x="6467" y="14748"/>
                  </a:lnTo>
                  <a:lnTo>
                    <a:pt x="9989" y="14453"/>
                  </a:lnTo>
                  <a:lnTo>
                    <a:pt x="12868" y="15528"/>
                  </a:lnTo>
                  <a:lnTo>
                    <a:pt x="13310" y="15073"/>
                  </a:lnTo>
                  <a:lnTo>
                    <a:pt x="13399" y="9084"/>
                  </a:lnTo>
                  <a:lnTo>
                    <a:pt x="11218" y="2696"/>
                  </a:lnTo>
                  <a:lnTo>
                    <a:pt x="1489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h5443"/>
            <p:cNvSpPr/>
            <p:nvPr/>
          </p:nvSpPr>
          <p:spPr>
            <a:xfrm>
              <a:off x="5770557" y="2254703"/>
              <a:ext cx="104646" cy="147822"/>
            </a:xfrm>
            <a:custGeom>
              <a:avLst/>
              <a:pathLst>
                <a:path w="104646" h="147822">
                  <a:moveTo>
                    <a:pt x="70537" y="283"/>
                  </a:moveTo>
                  <a:lnTo>
                    <a:pt x="74241" y="2524"/>
                  </a:lnTo>
                  <a:lnTo>
                    <a:pt x="76497" y="2500"/>
                  </a:lnTo>
                  <a:lnTo>
                    <a:pt x="79378" y="4514"/>
                  </a:lnTo>
                  <a:lnTo>
                    <a:pt x="78123" y="6421"/>
                  </a:lnTo>
                  <a:lnTo>
                    <a:pt x="78721" y="11212"/>
                  </a:lnTo>
                  <a:lnTo>
                    <a:pt x="77615" y="27061"/>
                  </a:lnTo>
                  <a:lnTo>
                    <a:pt x="84285" y="30034"/>
                  </a:lnTo>
                  <a:lnTo>
                    <a:pt x="85117" y="33579"/>
                  </a:lnTo>
                  <a:lnTo>
                    <a:pt x="89195" y="41695"/>
                  </a:lnTo>
                  <a:lnTo>
                    <a:pt x="91099" y="42401"/>
                  </a:lnTo>
                  <a:lnTo>
                    <a:pt x="98064" y="48320"/>
                  </a:lnTo>
                  <a:lnTo>
                    <a:pt x="98813" y="50001"/>
                  </a:lnTo>
                  <a:lnTo>
                    <a:pt x="96202" y="50943"/>
                  </a:lnTo>
                  <a:lnTo>
                    <a:pt x="98237" y="55420"/>
                  </a:lnTo>
                  <a:lnTo>
                    <a:pt x="99444" y="56290"/>
                  </a:lnTo>
                  <a:lnTo>
                    <a:pt x="101274" y="54635"/>
                  </a:lnTo>
                  <a:lnTo>
                    <a:pt x="103104" y="54940"/>
                  </a:lnTo>
                  <a:lnTo>
                    <a:pt x="104646" y="57015"/>
                  </a:lnTo>
                  <a:lnTo>
                    <a:pt x="104313" y="58470"/>
                  </a:lnTo>
                  <a:lnTo>
                    <a:pt x="96308" y="64650"/>
                  </a:lnTo>
                  <a:lnTo>
                    <a:pt x="90467" y="66343"/>
                  </a:lnTo>
                  <a:lnTo>
                    <a:pt x="85736" y="71535"/>
                  </a:lnTo>
                  <a:lnTo>
                    <a:pt x="87256" y="74374"/>
                  </a:lnTo>
                  <a:lnTo>
                    <a:pt x="85455" y="76216"/>
                  </a:lnTo>
                  <a:lnTo>
                    <a:pt x="87370" y="85362"/>
                  </a:lnTo>
                  <a:lnTo>
                    <a:pt x="92358" y="88288"/>
                  </a:lnTo>
                  <a:lnTo>
                    <a:pt x="93247" y="92547"/>
                  </a:lnTo>
                  <a:lnTo>
                    <a:pt x="83258" y="95554"/>
                  </a:lnTo>
                  <a:lnTo>
                    <a:pt x="84059" y="101658"/>
                  </a:lnTo>
                  <a:lnTo>
                    <a:pt x="89640" y="109049"/>
                  </a:lnTo>
                  <a:lnTo>
                    <a:pt x="93261" y="110357"/>
                  </a:lnTo>
                  <a:lnTo>
                    <a:pt x="95200" y="114318"/>
                  </a:lnTo>
                  <a:lnTo>
                    <a:pt x="94129" y="117196"/>
                  </a:lnTo>
                  <a:lnTo>
                    <a:pt x="97912" y="120221"/>
                  </a:lnTo>
                  <a:lnTo>
                    <a:pt x="95418" y="126417"/>
                  </a:lnTo>
                  <a:lnTo>
                    <a:pt x="96163" y="129240"/>
                  </a:lnTo>
                  <a:lnTo>
                    <a:pt x="94228" y="134361"/>
                  </a:lnTo>
                  <a:lnTo>
                    <a:pt x="87981" y="133307"/>
                  </a:lnTo>
                  <a:lnTo>
                    <a:pt x="82986" y="133695"/>
                  </a:lnTo>
                  <a:lnTo>
                    <a:pt x="82314" y="138686"/>
                  </a:lnTo>
                  <a:lnTo>
                    <a:pt x="85828" y="144650"/>
                  </a:lnTo>
                  <a:lnTo>
                    <a:pt x="80942" y="146051"/>
                  </a:lnTo>
                  <a:lnTo>
                    <a:pt x="81282" y="147770"/>
                  </a:lnTo>
                  <a:lnTo>
                    <a:pt x="80516" y="147586"/>
                  </a:lnTo>
                  <a:lnTo>
                    <a:pt x="73194" y="141116"/>
                  </a:lnTo>
                  <a:lnTo>
                    <a:pt x="69756" y="139717"/>
                  </a:lnTo>
                  <a:lnTo>
                    <a:pt x="69741" y="140320"/>
                  </a:lnTo>
                  <a:lnTo>
                    <a:pt x="75532" y="144992"/>
                  </a:lnTo>
                  <a:lnTo>
                    <a:pt x="76127" y="147088"/>
                  </a:lnTo>
                  <a:lnTo>
                    <a:pt x="74796" y="147822"/>
                  </a:lnTo>
                  <a:lnTo>
                    <a:pt x="66301" y="140824"/>
                  </a:lnTo>
                  <a:lnTo>
                    <a:pt x="61977" y="136372"/>
                  </a:lnTo>
                  <a:lnTo>
                    <a:pt x="44127" y="123539"/>
                  </a:lnTo>
                  <a:lnTo>
                    <a:pt x="42331" y="121188"/>
                  </a:lnTo>
                  <a:lnTo>
                    <a:pt x="53573" y="124766"/>
                  </a:lnTo>
                  <a:lnTo>
                    <a:pt x="56498" y="123044"/>
                  </a:lnTo>
                  <a:lnTo>
                    <a:pt x="60567" y="118047"/>
                  </a:lnTo>
                  <a:lnTo>
                    <a:pt x="61807" y="117677"/>
                  </a:lnTo>
                  <a:lnTo>
                    <a:pt x="62483" y="118165"/>
                  </a:lnTo>
                  <a:lnTo>
                    <a:pt x="63664" y="117493"/>
                  </a:lnTo>
                  <a:lnTo>
                    <a:pt x="65435" y="113318"/>
                  </a:lnTo>
                  <a:lnTo>
                    <a:pt x="62319" y="107790"/>
                  </a:lnTo>
                  <a:lnTo>
                    <a:pt x="54854" y="111532"/>
                  </a:lnTo>
                  <a:lnTo>
                    <a:pt x="53201" y="106309"/>
                  </a:lnTo>
                  <a:lnTo>
                    <a:pt x="58365" y="103201"/>
                  </a:lnTo>
                  <a:lnTo>
                    <a:pt x="52756" y="96887"/>
                  </a:lnTo>
                  <a:lnTo>
                    <a:pt x="52772" y="94121"/>
                  </a:lnTo>
                  <a:lnTo>
                    <a:pt x="48798" y="93763"/>
                  </a:lnTo>
                  <a:lnTo>
                    <a:pt x="40365" y="97940"/>
                  </a:lnTo>
                  <a:lnTo>
                    <a:pt x="37674" y="99947"/>
                  </a:lnTo>
                  <a:lnTo>
                    <a:pt x="36899" y="100957"/>
                  </a:lnTo>
                  <a:lnTo>
                    <a:pt x="35490" y="108327"/>
                  </a:lnTo>
                  <a:lnTo>
                    <a:pt x="33790" y="108172"/>
                  </a:lnTo>
                  <a:lnTo>
                    <a:pt x="28244" y="104344"/>
                  </a:lnTo>
                  <a:lnTo>
                    <a:pt x="34713" y="110051"/>
                  </a:lnTo>
                  <a:lnTo>
                    <a:pt x="35842" y="111447"/>
                  </a:lnTo>
                  <a:lnTo>
                    <a:pt x="35308" y="112178"/>
                  </a:lnTo>
                  <a:lnTo>
                    <a:pt x="32471" y="110893"/>
                  </a:lnTo>
                  <a:lnTo>
                    <a:pt x="31252" y="108447"/>
                  </a:lnTo>
                  <a:lnTo>
                    <a:pt x="26006" y="104139"/>
                  </a:lnTo>
                  <a:lnTo>
                    <a:pt x="17957" y="99390"/>
                  </a:lnTo>
                  <a:lnTo>
                    <a:pt x="9312" y="92892"/>
                  </a:lnTo>
                  <a:lnTo>
                    <a:pt x="5789" y="91458"/>
                  </a:lnTo>
                  <a:lnTo>
                    <a:pt x="1912" y="87699"/>
                  </a:lnTo>
                  <a:lnTo>
                    <a:pt x="630" y="87986"/>
                  </a:lnTo>
                  <a:lnTo>
                    <a:pt x="0" y="87256"/>
                  </a:lnTo>
                  <a:lnTo>
                    <a:pt x="2479" y="86926"/>
                  </a:lnTo>
                  <a:lnTo>
                    <a:pt x="21885" y="100633"/>
                  </a:lnTo>
                  <a:lnTo>
                    <a:pt x="30853" y="96387"/>
                  </a:lnTo>
                  <a:lnTo>
                    <a:pt x="30782" y="89286"/>
                  </a:lnTo>
                  <a:lnTo>
                    <a:pt x="35408" y="70881"/>
                  </a:lnTo>
                  <a:lnTo>
                    <a:pt x="39465" y="70992"/>
                  </a:lnTo>
                  <a:lnTo>
                    <a:pt x="41038" y="68032"/>
                  </a:lnTo>
                  <a:lnTo>
                    <a:pt x="41085" y="66527"/>
                  </a:lnTo>
                  <a:lnTo>
                    <a:pt x="38958" y="62355"/>
                  </a:lnTo>
                  <a:lnTo>
                    <a:pt x="34814" y="59011"/>
                  </a:lnTo>
                  <a:lnTo>
                    <a:pt x="25806" y="54063"/>
                  </a:lnTo>
                  <a:lnTo>
                    <a:pt x="25824" y="51510"/>
                  </a:lnTo>
                  <a:lnTo>
                    <a:pt x="24723" y="48593"/>
                  </a:lnTo>
                  <a:lnTo>
                    <a:pt x="17001" y="44230"/>
                  </a:lnTo>
                  <a:lnTo>
                    <a:pt x="12748" y="40924"/>
                  </a:lnTo>
                  <a:lnTo>
                    <a:pt x="12802" y="39553"/>
                  </a:lnTo>
                  <a:lnTo>
                    <a:pt x="15121" y="40250"/>
                  </a:lnTo>
                  <a:lnTo>
                    <a:pt x="19975" y="39838"/>
                  </a:lnTo>
                  <a:lnTo>
                    <a:pt x="27745" y="32200"/>
                  </a:lnTo>
                  <a:lnTo>
                    <a:pt x="27565" y="26934"/>
                  </a:lnTo>
                  <a:lnTo>
                    <a:pt x="31364" y="23295"/>
                  </a:lnTo>
                  <a:lnTo>
                    <a:pt x="34685" y="22376"/>
                  </a:lnTo>
                  <a:lnTo>
                    <a:pt x="35152" y="21027"/>
                  </a:lnTo>
                  <a:lnTo>
                    <a:pt x="34587" y="18013"/>
                  </a:lnTo>
                  <a:lnTo>
                    <a:pt x="35151" y="17479"/>
                  </a:lnTo>
                  <a:lnTo>
                    <a:pt x="41428" y="17490"/>
                  </a:lnTo>
                  <a:lnTo>
                    <a:pt x="47767" y="22285"/>
                  </a:lnTo>
                  <a:lnTo>
                    <a:pt x="53027" y="24516"/>
                  </a:lnTo>
                  <a:lnTo>
                    <a:pt x="56543" y="19282"/>
                  </a:lnTo>
                  <a:lnTo>
                    <a:pt x="52812" y="11915"/>
                  </a:lnTo>
                  <a:lnTo>
                    <a:pt x="50470" y="8928"/>
                  </a:lnTo>
                  <a:lnTo>
                    <a:pt x="52350" y="7218"/>
                  </a:lnTo>
                  <a:lnTo>
                    <a:pt x="56531" y="7098"/>
                  </a:lnTo>
                  <a:lnTo>
                    <a:pt x="58480" y="11866"/>
                  </a:lnTo>
                  <a:lnTo>
                    <a:pt x="57743" y="12818"/>
                  </a:lnTo>
                  <a:lnTo>
                    <a:pt x="66773" y="14777"/>
                  </a:lnTo>
                  <a:lnTo>
                    <a:pt x="64770" y="5531"/>
                  </a:lnTo>
                  <a:lnTo>
                    <a:pt x="6278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h5444"/>
            <p:cNvSpPr/>
            <p:nvPr/>
          </p:nvSpPr>
          <p:spPr>
            <a:xfrm>
              <a:off x="5678550" y="2111574"/>
              <a:ext cx="134950" cy="102343"/>
            </a:xfrm>
            <a:custGeom>
              <a:avLst/>
              <a:pathLst>
                <a:path w="134950" h="102343">
                  <a:moveTo>
                    <a:pt x="82434" y="641"/>
                  </a:moveTo>
                  <a:lnTo>
                    <a:pt x="80949" y="1699"/>
                  </a:lnTo>
                  <a:lnTo>
                    <a:pt x="92305" y="20325"/>
                  </a:lnTo>
                  <a:lnTo>
                    <a:pt x="96679" y="27733"/>
                  </a:lnTo>
                  <a:lnTo>
                    <a:pt x="96777" y="31254"/>
                  </a:lnTo>
                  <a:lnTo>
                    <a:pt x="98221" y="32931"/>
                  </a:lnTo>
                  <a:lnTo>
                    <a:pt x="101409" y="32972"/>
                  </a:lnTo>
                  <a:lnTo>
                    <a:pt x="103425" y="34833"/>
                  </a:lnTo>
                  <a:lnTo>
                    <a:pt x="104360" y="38660"/>
                  </a:lnTo>
                  <a:lnTo>
                    <a:pt x="107088" y="39059"/>
                  </a:lnTo>
                  <a:lnTo>
                    <a:pt x="109010" y="35237"/>
                  </a:lnTo>
                  <a:lnTo>
                    <a:pt x="111770" y="34655"/>
                  </a:lnTo>
                  <a:lnTo>
                    <a:pt x="115201" y="36006"/>
                  </a:lnTo>
                  <a:lnTo>
                    <a:pt x="121701" y="36299"/>
                  </a:lnTo>
                  <a:lnTo>
                    <a:pt x="125878" y="35502"/>
                  </a:lnTo>
                  <a:lnTo>
                    <a:pt x="128622" y="36917"/>
                  </a:lnTo>
                  <a:lnTo>
                    <a:pt x="131129" y="40636"/>
                  </a:lnTo>
                  <a:lnTo>
                    <a:pt x="132196" y="43654"/>
                  </a:lnTo>
                  <a:lnTo>
                    <a:pt x="131029" y="51022"/>
                  </a:lnTo>
                  <a:lnTo>
                    <a:pt x="134234" y="54007"/>
                  </a:lnTo>
                  <a:lnTo>
                    <a:pt x="134950" y="56204"/>
                  </a:lnTo>
                  <a:lnTo>
                    <a:pt x="132767" y="58498"/>
                  </a:lnTo>
                  <a:lnTo>
                    <a:pt x="130147" y="58218"/>
                  </a:lnTo>
                  <a:lnTo>
                    <a:pt x="122411" y="62484"/>
                  </a:lnTo>
                  <a:lnTo>
                    <a:pt x="122947" y="68816"/>
                  </a:lnTo>
                  <a:lnTo>
                    <a:pt x="121895" y="74693"/>
                  </a:lnTo>
                  <a:lnTo>
                    <a:pt x="117243" y="77843"/>
                  </a:lnTo>
                  <a:lnTo>
                    <a:pt x="111518" y="79658"/>
                  </a:lnTo>
                  <a:lnTo>
                    <a:pt x="113789" y="81335"/>
                  </a:lnTo>
                  <a:lnTo>
                    <a:pt x="108875" y="83900"/>
                  </a:lnTo>
                  <a:lnTo>
                    <a:pt x="105142" y="84753"/>
                  </a:lnTo>
                  <a:lnTo>
                    <a:pt x="100671" y="84672"/>
                  </a:lnTo>
                  <a:lnTo>
                    <a:pt x="97582" y="86046"/>
                  </a:lnTo>
                  <a:lnTo>
                    <a:pt x="93008" y="91589"/>
                  </a:lnTo>
                  <a:lnTo>
                    <a:pt x="87672" y="93940"/>
                  </a:lnTo>
                  <a:lnTo>
                    <a:pt x="83572" y="90843"/>
                  </a:lnTo>
                  <a:lnTo>
                    <a:pt x="83136" y="91901"/>
                  </a:lnTo>
                  <a:lnTo>
                    <a:pt x="83857" y="93923"/>
                  </a:lnTo>
                  <a:lnTo>
                    <a:pt x="82440" y="95288"/>
                  </a:lnTo>
                  <a:lnTo>
                    <a:pt x="78936" y="96887"/>
                  </a:lnTo>
                  <a:lnTo>
                    <a:pt x="75469" y="95401"/>
                  </a:lnTo>
                  <a:lnTo>
                    <a:pt x="73149" y="100247"/>
                  </a:lnTo>
                  <a:lnTo>
                    <a:pt x="72900" y="102295"/>
                  </a:lnTo>
                  <a:lnTo>
                    <a:pt x="70413" y="102343"/>
                  </a:lnTo>
                  <a:lnTo>
                    <a:pt x="60127" y="100293"/>
                  </a:lnTo>
                  <a:lnTo>
                    <a:pt x="58753" y="99084"/>
                  </a:lnTo>
                  <a:lnTo>
                    <a:pt x="57366" y="96690"/>
                  </a:lnTo>
                  <a:lnTo>
                    <a:pt x="51292" y="95178"/>
                  </a:lnTo>
                  <a:lnTo>
                    <a:pt x="46289" y="92966"/>
                  </a:lnTo>
                  <a:lnTo>
                    <a:pt x="45116" y="91768"/>
                  </a:lnTo>
                  <a:lnTo>
                    <a:pt x="45205" y="90081"/>
                  </a:lnTo>
                  <a:lnTo>
                    <a:pt x="46918" y="88585"/>
                  </a:lnTo>
                  <a:lnTo>
                    <a:pt x="47284" y="86272"/>
                  </a:lnTo>
                  <a:lnTo>
                    <a:pt x="45898" y="84442"/>
                  </a:lnTo>
                  <a:lnTo>
                    <a:pt x="42774" y="81772"/>
                  </a:lnTo>
                  <a:lnTo>
                    <a:pt x="39508" y="80293"/>
                  </a:lnTo>
                  <a:lnTo>
                    <a:pt x="33946" y="79560"/>
                  </a:lnTo>
                  <a:lnTo>
                    <a:pt x="33991" y="77778"/>
                  </a:lnTo>
                  <a:lnTo>
                    <a:pt x="32027" y="76836"/>
                  </a:lnTo>
                  <a:lnTo>
                    <a:pt x="30749" y="82375"/>
                  </a:lnTo>
                  <a:lnTo>
                    <a:pt x="29521" y="83131"/>
                  </a:lnTo>
                  <a:lnTo>
                    <a:pt x="21732" y="82409"/>
                  </a:lnTo>
                  <a:lnTo>
                    <a:pt x="19425" y="85894"/>
                  </a:lnTo>
                  <a:lnTo>
                    <a:pt x="18068" y="86352"/>
                  </a:lnTo>
                  <a:lnTo>
                    <a:pt x="6972" y="85916"/>
                  </a:lnTo>
                  <a:lnTo>
                    <a:pt x="3090" y="81994"/>
                  </a:lnTo>
                  <a:lnTo>
                    <a:pt x="2298" y="75720"/>
                  </a:lnTo>
                  <a:lnTo>
                    <a:pt x="0" y="73371"/>
                  </a:lnTo>
                  <a:lnTo>
                    <a:pt x="1566" y="68358"/>
                  </a:lnTo>
                  <a:lnTo>
                    <a:pt x="3534" y="68928"/>
                  </a:lnTo>
                  <a:lnTo>
                    <a:pt x="7588" y="68547"/>
                  </a:lnTo>
                  <a:lnTo>
                    <a:pt x="9640" y="65087"/>
                  </a:lnTo>
                  <a:lnTo>
                    <a:pt x="8169" y="63356"/>
                  </a:lnTo>
                  <a:lnTo>
                    <a:pt x="9070" y="60636"/>
                  </a:lnTo>
                  <a:lnTo>
                    <a:pt x="13646" y="59747"/>
                  </a:lnTo>
                  <a:lnTo>
                    <a:pt x="14027" y="54019"/>
                  </a:lnTo>
                  <a:lnTo>
                    <a:pt x="10387" y="53782"/>
                  </a:lnTo>
                  <a:lnTo>
                    <a:pt x="12232" y="48520"/>
                  </a:lnTo>
                  <a:lnTo>
                    <a:pt x="16148" y="41074"/>
                  </a:lnTo>
                  <a:lnTo>
                    <a:pt x="14384" y="39125"/>
                  </a:lnTo>
                  <a:lnTo>
                    <a:pt x="14706" y="38436"/>
                  </a:lnTo>
                  <a:lnTo>
                    <a:pt x="25241" y="39799"/>
                  </a:lnTo>
                  <a:lnTo>
                    <a:pt x="27307" y="37876"/>
                  </a:lnTo>
                  <a:lnTo>
                    <a:pt x="28802" y="34755"/>
                  </a:lnTo>
                  <a:lnTo>
                    <a:pt x="30954" y="33224"/>
                  </a:lnTo>
                  <a:lnTo>
                    <a:pt x="33610" y="36209"/>
                  </a:lnTo>
                  <a:lnTo>
                    <a:pt x="36966" y="36487"/>
                  </a:lnTo>
                  <a:lnTo>
                    <a:pt x="43121" y="28220"/>
                  </a:lnTo>
                  <a:lnTo>
                    <a:pt x="51811" y="23206"/>
                  </a:lnTo>
                  <a:lnTo>
                    <a:pt x="51342" y="11893"/>
                  </a:lnTo>
                  <a:lnTo>
                    <a:pt x="52789" y="9151"/>
                  </a:lnTo>
                  <a:lnTo>
                    <a:pt x="53800" y="9569"/>
                  </a:lnTo>
                  <a:lnTo>
                    <a:pt x="53916" y="7007"/>
                  </a:lnTo>
                  <a:lnTo>
                    <a:pt x="61985" y="8685"/>
                  </a:lnTo>
                  <a:lnTo>
                    <a:pt x="60140" y="13470"/>
                  </a:lnTo>
                  <a:lnTo>
                    <a:pt x="58120" y="14343"/>
                  </a:lnTo>
                  <a:lnTo>
                    <a:pt x="58213" y="16043"/>
                  </a:lnTo>
                  <a:lnTo>
                    <a:pt x="63784" y="19469"/>
                  </a:lnTo>
                  <a:lnTo>
                    <a:pt x="76001" y="16443"/>
                  </a:lnTo>
                  <a:lnTo>
                    <a:pt x="78511" y="13536"/>
                  </a:lnTo>
                  <a:lnTo>
                    <a:pt x="78047" y="9937"/>
                  </a:lnTo>
                  <a:lnTo>
                    <a:pt x="80588" y="7476"/>
                  </a:lnTo>
                  <a:lnTo>
                    <a:pt x="80295" y="428"/>
                  </a:lnTo>
                  <a:lnTo>
                    <a:pt x="8085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h5445"/>
            <p:cNvSpPr/>
            <p:nvPr/>
          </p:nvSpPr>
          <p:spPr>
            <a:xfrm>
              <a:off x="5642404" y="2188410"/>
              <a:ext cx="94899" cy="72037"/>
            </a:xfrm>
            <a:custGeom>
              <a:avLst/>
              <a:pathLst>
                <a:path w="94899" h="72037">
                  <a:moveTo>
                    <a:pt x="70136" y="942"/>
                  </a:moveTo>
                  <a:lnTo>
                    <a:pt x="70092" y="2724"/>
                  </a:lnTo>
                  <a:lnTo>
                    <a:pt x="75654" y="3456"/>
                  </a:lnTo>
                  <a:lnTo>
                    <a:pt x="78920" y="4936"/>
                  </a:lnTo>
                  <a:lnTo>
                    <a:pt x="82044" y="7605"/>
                  </a:lnTo>
                  <a:lnTo>
                    <a:pt x="83430" y="9435"/>
                  </a:lnTo>
                  <a:lnTo>
                    <a:pt x="83064" y="11748"/>
                  </a:lnTo>
                  <a:lnTo>
                    <a:pt x="81350" y="13245"/>
                  </a:lnTo>
                  <a:lnTo>
                    <a:pt x="81262" y="14932"/>
                  </a:lnTo>
                  <a:lnTo>
                    <a:pt x="82435" y="16130"/>
                  </a:lnTo>
                  <a:lnTo>
                    <a:pt x="87438" y="18342"/>
                  </a:lnTo>
                  <a:lnTo>
                    <a:pt x="93512" y="19853"/>
                  </a:lnTo>
                  <a:lnTo>
                    <a:pt x="94899" y="22248"/>
                  </a:lnTo>
                  <a:lnTo>
                    <a:pt x="91222" y="24944"/>
                  </a:lnTo>
                  <a:lnTo>
                    <a:pt x="93404" y="31332"/>
                  </a:lnTo>
                  <a:lnTo>
                    <a:pt x="93314" y="37321"/>
                  </a:lnTo>
                  <a:lnTo>
                    <a:pt x="92872" y="37776"/>
                  </a:lnTo>
                  <a:lnTo>
                    <a:pt x="89993" y="36701"/>
                  </a:lnTo>
                  <a:lnTo>
                    <a:pt x="86471" y="36996"/>
                  </a:lnTo>
                  <a:lnTo>
                    <a:pt x="83783" y="38779"/>
                  </a:lnTo>
                  <a:lnTo>
                    <a:pt x="81931" y="47610"/>
                  </a:lnTo>
                  <a:lnTo>
                    <a:pt x="80610" y="47174"/>
                  </a:lnTo>
                  <a:lnTo>
                    <a:pt x="80109" y="47829"/>
                  </a:lnTo>
                  <a:lnTo>
                    <a:pt x="80004" y="50180"/>
                  </a:lnTo>
                  <a:lnTo>
                    <a:pt x="79976" y="51031"/>
                  </a:lnTo>
                  <a:lnTo>
                    <a:pt x="74196" y="51942"/>
                  </a:lnTo>
                  <a:lnTo>
                    <a:pt x="72678" y="54721"/>
                  </a:lnTo>
                  <a:lnTo>
                    <a:pt x="71843" y="58953"/>
                  </a:lnTo>
                  <a:lnTo>
                    <a:pt x="72754" y="60740"/>
                  </a:lnTo>
                  <a:lnTo>
                    <a:pt x="72151" y="68340"/>
                  </a:lnTo>
                  <a:lnTo>
                    <a:pt x="70746" y="72037"/>
                  </a:lnTo>
                  <a:lnTo>
                    <a:pt x="70054" y="72019"/>
                  </a:lnTo>
                  <a:lnTo>
                    <a:pt x="63917" y="63404"/>
                  </a:lnTo>
                  <a:lnTo>
                    <a:pt x="54052" y="57227"/>
                  </a:lnTo>
                  <a:lnTo>
                    <a:pt x="39757" y="51028"/>
                  </a:lnTo>
                  <a:lnTo>
                    <a:pt x="26628" y="47743"/>
                  </a:lnTo>
                  <a:lnTo>
                    <a:pt x="15305" y="41704"/>
                  </a:lnTo>
                  <a:lnTo>
                    <a:pt x="3428" y="38919"/>
                  </a:lnTo>
                  <a:lnTo>
                    <a:pt x="1784" y="35998"/>
                  </a:lnTo>
                  <a:lnTo>
                    <a:pt x="0" y="33283"/>
                  </a:lnTo>
                  <a:lnTo>
                    <a:pt x="8259" y="30685"/>
                  </a:lnTo>
                  <a:lnTo>
                    <a:pt x="12001" y="33055"/>
                  </a:lnTo>
                  <a:lnTo>
                    <a:pt x="12300" y="37696"/>
                  </a:lnTo>
                  <a:lnTo>
                    <a:pt x="14785" y="36586"/>
                  </a:lnTo>
                  <a:lnTo>
                    <a:pt x="17263" y="31427"/>
                  </a:lnTo>
                  <a:lnTo>
                    <a:pt x="16158" y="26001"/>
                  </a:lnTo>
                  <a:lnTo>
                    <a:pt x="16209" y="25164"/>
                  </a:lnTo>
                  <a:lnTo>
                    <a:pt x="17473" y="24213"/>
                  </a:lnTo>
                  <a:lnTo>
                    <a:pt x="23825" y="24672"/>
                  </a:lnTo>
                  <a:lnTo>
                    <a:pt x="24006" y="27105"/>
                  </a:lnTo>
                  <a:lnTo>
                    <a:pt x="25199" y="28391"/>
                  </a:lnTo>
                  <a:lnTo>
                    <a:pt x="26129" y="28609"/>
                  </a:lnTo>
                  <a:lnTo>
                    <a:pt x="27740" y="27497"/>
                  </a:lnTo>
                  <a:lnTo>
                    <a:pt x="26847" y="20101"/>
                  </a:lnTo>
                  <a:lnTo>
                    <a:pt x="24335" y="19978"/>
                  </a:lnTo>
                  <a:lnTo>
                    <a:pt x="23706" y="19098"/>
                  </a:lnTo>
                  <a:lnTo>
                    <a:pt x="26727" y="14455"/>
                  </a:lnTo>
                  <a:lnTo>
                    <a:pt x="27605" y="15026"/>
                  </a:lnTo>
                  <a:lnTo>
                    <a:pt x="31375" y="13177"/>
                  </a:lnTo>
                  <a:lnTo>
                    <a:pt x="33135" y="10483"/>
                  </a:lnTo>
                  <a:lnTo>
                    <a:pt x="32212" y="9880"/>
                  </a:lnTo>
                  <a:lnTo>
                    <a:pt x="33693" y="5702"/>
                  </a:lnTo>
                  <a:lnTo>
                    <a:pt x="36377" y="5532"/>
                  </a:lnTo>
                  <a:lnTo>
                    <a:pt x="38212" y="6685"/>
                  </a:lnTo>
                  <a:lnTo>
                    <a:pt x="39236" y="5158"/>
                  </a:lnTo>
                  <a:lnTo>
                    <a:pt x="43118" y="9079"/>
                  </a:lnTo>
                  <a:lnTo>
                    <a:pt x="54214" y="9516"/>
                  </a:lnTo>
                  <a:lnTo>
                    <a:pt x="55571" y="9057"/>
                  </a:lnTo>
                  <a:lnTo>
                    <a:pt x="57878" y="5573"/>
                  </a:lnTo>
                  <a:lnTo>
                    <a:pt x="65667" y="6295"/>
                  </a:lnTo>
                  <a:lnTo>
                    <a:pt x="66895" y="5539"/>
                  </a:lnTo>
                  <a:lnTo>
                    <a:pt x="6817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h5446"/>
            <p:cNvSpPr/>
            <p:nvPr/>
          </p:nvSpPr>
          <p:spPr>
            <a:xfrm>
              <a:off x="5500237" y="1711439"/>
              <a:ext cx="68233" cy="82371"/>
            </a:xfrm>
            <a:custGeom>
              <a:avLst/>
              <a:pathLst>
                <a:path w="68233" h="82371">
                  <a:moveTo>
                    <a:pt x="33726" y="167"/>
                  </a:moveTo>
                  <a:lnTo>
                    <a:pt x="34138" y="1956"/>
                  </a:lnTo>
                  <a:lnTo>
                    <a:pt x="34126" y="3315"/>
                  </a:lnTo>
                  <a:lnTo>
                    <a:pt x="36717" y="3047"/>
                  </a:lnTo>
                  <a:lnTo>
                    <a:pt x="40172" y="9785"/>
                  </a:lnTo>
                  <a:lnTo>
                    <a:pt x="40452" y="18779"/>
                  </a:lnTo>
                  <a:lnTo>
                    <a:pt x="42452" y="19611"/>
                  </a:lnTo>
                  <a:lnTo>
                    <a:pt x="42352" y="18821"/>
                  </a:lnTo>
                  <a:lnTo>
                    <a:pt x="44951" y="18216"/>
                  </a:lnTo>
                  <a:lnTo>
                    <a:pt x="45949" y="19659"/>
                  </a:lnTo>
                  <a:lnTo>
                    <a:pt x="47411" y="25781"/>
                  </a:lnTo>
                  <a:lnTo>
                    <a:pt x="52835" y="32500"/>
                  </a:lnTo>
                  <a:lnTo>
                    <a:pt x="57651" y="30914"/>
                  </a:lnTo>
                  <a:lnTo>
                    <a:pt x="57613" y="34418"/>
                  </a:lnTo>
                  <a:lnTo>
                    <a:pt x="57265" y="38248"/>
                  </a:lnTo>
                  <a:lnTo>
                    <a:pt x="61920" y="38949"/>
                  </a:lnTo>
                  <a:lnTo>
                    <a:pt x="62430" y="45545"/>
                  </a:lnTo>
                  <a:lnTo>
                    <a:pt x="63932" y="47245"/>
                  </a:lnTo>
                  <a:lnTo>
                    <a:pt x="68233" y="43407"/>
                  </a:lnTo>
                  <a:lnTo>
                    <a:pt x="67159" y="63758"/>
                  </a:lnTo>
                  <a:lnTo>
                    <a:pt x="67585" y="67147"/>
                  </a:lnTo>
                  <a:lnTo>
                    <a:pt x="55292" y="67706"/>
                  </a:lnTo>
                  <a:lnTo>
                    <a:pt x="52509" y="67083"/>
                  </a:lnTo>
                  <a:lnTo>
                    <a:pt x="50354" y="77538"/>
                  </a:lnTo>
                  <a:lnTo>
                    <a:pt x="42855" y="75716"/>
                  </a:lnTo>
                  <a:lnTo>
                    <a:pt x="42212" y="76071"/>
                  </a:lnTo>
                  <a:lnTo>
                    <a:pt x="41538" y="82089"/>
                  </a:lnTo>
                  <a:lnTo>
                    <a:pt x="40236" y="81870"/>
                  </a:lnTo>
                  <a:lnTo>
                    <a:pt x="37963" y="76378"/>
                  </a:lnTo>
                  <a:lnTo>
                    <a:pt x="30974" y="72226"/>
                  </a:lnTo>
                  <a:lnTo>
                    <a:pt x="24159" y="76700"/>
                  </a:lnTo>
                  <a:lnTo>
                    <a:pt x="22459" y="80662"/>
                  </a:lnTo>
                  <a:lnTo>
                    <a:pt x="14059" y="74577"/>
                  </a:lnTo>
                  <a:lnTo>
                    <a:pt x="12206" y="77413"/>
                  </a:lnTo>
                  <a:lnTo>
                    <a:pt x="10470" y="82371"/>
                  </a:lnTo>
                  <a:lnTo>
                    <a:pt x="5409" y="80198"/>
                  </a:lnTo>
                  <a:lnTo>
                    <a:pt x="5343" y="76437"/>
                  </a:lnTo>
                  <a:lnTo>
                    <a:pt x="3125" y="76416"/>
                  </a:lnTo>
                  <a:lnTo>
                    <a:pt x="4987" y="68985"/>
                  </a:lnTo>
                  <a:lnTo>
                    <a:pt x="6310" y="68826"/>
                  </a:lnTo>
                  <a:lnTo>
                    <a:pt x="6885" y="69599"/>
                  </a:lnTo>
                  <a:lnTo>
                    <a:pt x="9758" y="66842"/>
                  </a:lnTo>
                  <a:lnTo>
                    <a:pt x="11218" y="59725"/>
                  </a:lnTo>
                  <a:lnTo>
                    <a:pt x="10135" y="57635"/>
                  </a:lnTo>
                  <a:lnTo>
                    <a:pt x="4852" y="52818"/>
                  </a:lnTo>
                  <a:lnTo>
                    <a:pt x="3658" y="53340"/>
                  </a:lnTo>
                  <a:lnTo>
                    <a:pt x="965" y="50871"/>
                  </a:lnTo>
                  <a:lnTo>
                    <a:pt x="7612" y="48552"/>
                  </a:lnTo>
                  <a:lnTo>
                    <a:pt x="4734" y="45112"/>
                  </a:lnTo>
                  <a:lnTo>
                    <a:pt x="0" y="37322"/>
                  </a:lnTo>
                  <a:lnTo>
                    <a:pt x="1905" y="32919"/>
                  </a:lnTo>
                  <a:lnTo>
                    <a:pt x="4254" y="31528"/>
                  </a:lnTo>
                  <a:lnTo>
                    <a:pt x="7271" y="27092"/>
                  </a:lnTo>
                  <a:lnTo>
                    <a:pt x="4068" y="27923"/>
                  </a:lnTo>
                  <a:lnTo>
                    <a:pt x="4351" y="20978"/>
                  </a:lnTo>
                  <a:lnTo>
                    <a:pt x="3186" y="15097"/>
                  </a:lnTo>
                  <a:lnTo>
                    <a:pt x="3482" y="12966"/>
                  </a:lnTo>
                  <a:lnTo>
                    <a:pt x="5544" y="15107"/>
                  </a:lnTo>
                  <a:lnTo>
                    <a:pt x="6834" y="14577"/>
                  </a:lnTo>
                  <a:lnTo>
                    <a:pt x="8940" y="11539"/>
                  </a:lnTo>
                  <a:lnTo>
                    <a:pt x="21676" y="3668"/>
                  </a:lnTo>
                  <a:lnTo>
                    <a:pt x="2604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h5447"/>
            <p:cNvSpPr/>
            <p:nvPr/>
          </p:nvSpPr>
          <p:spPr>
            <a:xfrm>
              <a:off x="5562451" y="1685237"/>
              <a:ext cx="71871" cy="51284"/>
            </a:xfrm>
            <a:custGeom>
              <a:avLst/>
              <a:pathLst>
                <a:path w="71871" h="51284">
                  <a:moveTo>
                    <a:pt x="56711" y="2019"/>
                  </a:moveTo>
                  <a:lnTo>
                    <a:pt x="61058" y="8434"/>
                  </a:lnTo>
                  <a:lnTo>
                    <a:pt x="59542" y="10256"/>
                  </a:lnTo>
                  <a:lnTo>
                    <a:pt x="60584" y="12275"/>
                  </a:lnTo>
                  <a:lnTo>
                    <a:pt x="67549" y="15638"/>
                  </a:lnTo>
                  <a:lnTo>
                    <a:pt x="71871" y="15850"/>
                  </a:lnTo>
                  <a:lnTo>
                    <a:pt x="68850" y="19417"/>
                  </a:lnTo>
                  <a:lnTo>
                    <a:pt x="67934" y="23984"/>
                  </a:lnTo>
                  <a:lnTo>
                    <a:pt x="69095" y="27874"/>
                  </a:lnTo>
                  <a:lnTo>
                    <a:pt x="68087" y="31340"/>
                  </a:lnTo>
                  <a:lnTo>
                    <a:pt x="64222" y="29590"/>
                  </a:lnTo>
                  <a:lnTo>
                    <a:pt x="58493" y="28780"/>
                  </a:lnTo>
                  <a:lnTo>
                    <a:pt x="60978" y="37375"/>
                  </a:lnTo>
                  <a:lnTo>
                    <a:pt x="42619" y="47984"/>
                  </a:lnTo>
                  <a:lnTo>
                    <a:pt x="36867" y="48368"/>
                  </a:lnTo>
                  <a:lnTo>
                    <a:pt x="33369" y="47456"/>
                  </a:lnTo>
                  <a:lnTo>
                    <a:pt x="27968" y="50718"/>
                  </a:lnTo>
                  <a:lnTo>
                    <a:pt x="23835" y="51284"/>
                  </a:lnTo>
                  <a:lnTo>
                    <a:pt x="20724" y="48236"/>
                  </a:lnTo>
                  <a:lnTo>
                    <a:pt x="17738" y="47589"/>
                  </a:lnTo>
                  <a:lnTo>
                    <a:pt x="11436" y="47667"/>
                  </a:lnTo>
                  <a:lnTo>
                    <a:pt x="9241" y="48636"/>
                  </a:lnTo>
                  <a:lnTo>
                    <a:pt x="11701" y="50642"/>
                  </a:lnTo>
                  <a:lnTo>
                    <a:pt x="10039" y="51059"/>
                  </a:lnTo>
                  <a:lnTo>
                    <a:pt x="5606" y="49026"/>
                  </a:lnTo>
                  <a:lnTo>
                    <a:pt x="3697" y="45134"/>
                  </a:lnTo>
                  <a:lnTo>
                    <a:pt x="7909" y="36504"/>
                  </a:lnTo>
                  <a:lnTo>
                    <a:pt x="7420" y="30037"/>
                  </a:lnTo>
                  <a:lnTo>
                    <a:pt x="11115" y="29752"/>
                  </a:lnTo>
                  <a:lnTo>
                    <a:pt x="10918" y="26843"/>
                  </a:lnTo>
                  <a:lnTo>
                    <a:pt x="8575" y="27373"/>
                  </a:lnTo>
                  <a:lnTo>
                    <a:pt x="7558" y="25862"/>
                  </a:lnTo>
                  <a:lnTo>
                    <a:pt x="8149" y="22993"/>
                  </a:lnTo>
                  <a:lnTo>
                    <a:pt x="4919" y="22963"/>
                  </a:lnTo>
                  <a:lnTo>
                    <a:pt x="5884" y="19488"/>
                  </a:lnTo>
                  <a:lnTo>
                    <a:pt x="2427" y="19348"/>
                  </a:lnTo>
                  <a:lnTo>
                    <a:pt x="0" y="11676"/>
                  </a:lnTo>
                  <a:lnTo>
                    <a:pt x="6815" y="9780"/>
                  </a:lnTo>
                  <a:lnTo>
                    <a:pt x="11773" y="12228"/>
                  </a:lnTo>
                  <a:lnTo>
                    <a:pt x="13454" y="15138"/>
                  </a:lnTo>
                  <a:lnTo>
                    <a:pt x="15622" y="16487"/>
                  </a:lnTo>
                  <a:lnTo>
                    <a:pt x="21655" y="16188"/>
                  </a:lnTo>
                  <a:lnTo>
                    <a:pt x="21427" y="13377"/>
                  </a:lnTo>
                  <a:lnTo>
                    <a:pt x="19847" y="13828"/>
                  </a:lnTo>
                  <a:lnTo>
                    <a:pt x="20167" y="11830"/>
                  </a:lnTo>
                  <a:lnTo>
                    <a:pt x="23560" y="9285"/>
                  </a:lnTo>
                  <a:lnTo>
                    <a:pt x="29322" y="8592"/>
                  </a:lnTo>
                  <a:lnTo>
                    <a:pt x="30635" y="10242"/>
                  </a:lnTo>
                  <a:lnTo>
                    <a:pt x="42515" y="10324"/>
                  </a:lnTo>
                  <a:lnTo>
                    <a:pt x="43491" y="7378"/>
                  </a:lnTo>
                  <a:lnTo>
                    <a:pt x="50318" y="7950"/>
                  </a:lnTo>
                  <a:lnTo>
                    <a:pt x="49294" y="3890"/>
                  </a:lnTo>
                  <a:lnTo>
                    <a:pt x="52471" y="1064"/>
                  </a:lnTo>
                  <a:lnTo>
                    <a:pt x="5449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h5448"/>
            <p:cNvSpPr/>
            <p:nvPr/>
          </p:nvSpPr>
          <p:spPr>
            <a:xfrm>
              <a:off x="5562111" y="2047276"/>
              <a:ext cx="90780" cy="76736"/>
            </a:xfrm>
            <a:custGeom>
              <a:avLst/>
              <a:pathLst>
                <a:path w="90780" h="76736">
                  <a:moveTo>
                    <a:pt x="15260" y="633"/>
                  </a:moveTo>
                  <a:lnTo>
                    <a:pt x="19866" y="2508"/>
                  </a:lnTo>
                  <a:lnTo>
                    <a:pt x="21993" y="6618"/>
                  </a:lnTo>
                  <a:lnTo>
                    <a:pt x="26683" y="9103"/>
                  </a:lnTo>
                  <a:lnTo>
                    <a:pt x="30936" y="9336"/>
                  </a:lnTo>
                  <a:lnTo>
                    <a:pt x="35740" y="9590"/>
                  </a:lnTo>
                  <a:lnTo>
                    <a:pt x="35684" y="10696"/>
                  </a:lnTo>
                  <a:lnTo>
                    <a:pt x="44234" y="11139"/>
                  </a:lnTo>
                  <a:lnTo>
                    <a:pt x="44195" y="12632"/>
                  </a:lnTo>
                  <a:lnTo>
                    <a:pt x="52382" y="13068"/>
                  </a:lnTo>
                  <a:lnTo>
                    <a:pt x="57302" y="17705"/>
                  </a:lnTo>
                  <a:lnTo>
                    <a:pt x="71645" y="38211"/>
                  </a:lnTo>
                  <a:lnTo>
                    <a:pt x="80133" y="32943"/>
                  </a:lnTo>
                  <a:lnTo>
                    <a:pt x="81964" y="33432"/>
                  </a:lnTo>
                  <a:lnTo>
                    <a:pt x="83206" y="33762"/>
                  </a:lnTo>
                  <a:lnTo>
                    <a:pt x="81571" y="41449"/>
                  </a:lnTo>
                  <a:lnTo>
                    <a:pt x="83186" y="44039"/>
                  </a:lnTo>
                  <a:lnTo>
                    <a:pt x="88208" y="48086"/>
                  </a:lnTo>
                  <a:lnTo>
                    <a:pt x="83627" y="49373"/>
                  </a:lnTo>
                  <a:lnTo>
                    <a:pt x="84609" y="52747"/>
                  </a:lnTo>
                  <a:lnTo>
                    <a:pt x="89269" y="60856"/>
                  </a:lnTo>
                  <a:lnTo>
                    <a:pt x="90780" y="65524"/>
                  </a:lnTo>
                  <a:lnTo>
                    <a:pt x="83227" y="70978"/>
                  </a:lnTo>
                  <a:lnTo>
                    <a:pt x="80886" y="75194"/>
                  </a:lnTo>
                  <a:lnTo>
                    <a:pt x="78061" y="76736"/>
                  </a:lnTo>
                  <a:lnTo>
                    <a:pt x="73230" y="76046"/>
                  </a:lnTo>
                  <a:lnTo>
                    <a:pt x="67963" y="72482"/>
                  </a:lnTo>
                  <a:lnTo>
                    <a:pt x="64514" y="74513"/>
                  </a:lnTo>
                  <a:lnTo>
                    <a:pt x="63301" y="73987"/>
                  </a:lnTo>
                  <a:lnTo>
                    <a:pt x="64531" y="63045"/>
                  </a:lnTo>
                  <a:lnTo>
                    <a:pt x="63901" y="54769"/>
                  </a:lnTo>
                  <a:lnTo>
                    <a:pt x="62717" y="50442"/>
                  </a:lnTo>
                  <a:lnTo>
                    <a:pt x="59315" y="44614"/>
                  </a:lnTo>
                  <a:lnTo>
                    <a:pt x="54299" y="40237"/>
                  </a:lnTo>
                  <a:lnTo>
                    <a:pt x="51898" y="35886"/>
                  </a:lnTo>
                  <a:lnTo>
                    <a:pt x="49824" y="33510"/>
                  </a:lnTo>
                  <a:lnTo>
                    <a:pt x="46293" y="31300"/>
                  </a:lnTo>
                  <a:lnTo>
                    <a:pt x="47051" y="31242"/>
                  </a:lnTo>
                  <a:lnTo>
                    <a:pt x="46573" y="25612"/>
                  </a:lnTo>
                  <a:lnTo>
                    <a:pt x="42925" y="25606"/>
                  </a:lnTo>
                  <a:lnTo>
                    <a:pt x="38102" y="20405"/>
                  </a:lnTo>
                  <a:lnTo>
                    <a:pt x="37137" y="20265"/>
                  </a:lnTo>
                  <a:lnTo>
                    <a:pt x="34326" y="23638"/>
                  </a:lnTo>
                  <a:lnTo>
                    <a:pt x="33887" y="25124"/>
                  </a:lnTo>
                  <a:lnTo>
                    <a:pt x="36215" y="26852"/>
                  </a:lnTo>
                  <a:lnTo>
                    <a:pt x="38652" y="30128"/>
                  </a:lnTo>
                  <a:lnTo>
                    <a:pt x="33808" y="28552"/>
                  </a:lnTo>
                  <a:lnTo>
                    <a:pt x="26512" y="27295"/>
                  </a:lnTo>
                  <a:lnTo>
                    <a:pt x="23025" y="27600"/>
                  </a:lnTo>
                  <a:lnTo>
                    <a:pt x="22231" y="29454"/>
                  </a:lnTo>
                  <a:lnTo>
                    <a:pt x="21522" y="29661"/>
                  </a:lnTo>
                  <a:lnTo>
                    <a:pt x="11457" y="25312"/>
                  </a:lnTo>
                  <a:lnTo>
                    <a:pt x="5909" y="19487"/>
                  </a:lnTo>
                  <a:lnTo>
                    <a:pt x="2878" y="14446"/>
                  </a:lnTo>
                  <a:lnTo>
                    <a:pt x="0" y="799"/>
                  </a:lnTo>
                  <a:lnTo>
                    <a:pt x="145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h5449"/>
            <p:cNvSpPr/>
            <p:nvPr/>
          </p:nvSpPr>
          <p:spPr>
            <a:xfrm>
              <a:off x="5453792" y="1712595"/>
              <a:ext cx="53716" cy="47942"/>
            </a:xfrm>
            <a:custGeom>
              <a:avLst/>
              <a:pathLst>
                <a:path w="53716" h="47942">
                  <a:moveTo>
                    <a:pt x="34912" y="1791"/>
                  </a:moveTo>
                  <a:lnTo>
                    <a:pt x="32363" y="3652"/>
                  </a:lnTo>
                  <a:lnTo>
                    <a:pt x="31698" y="2937"/>
                  </a:lnTo>
                  <a:lnTo>
                    <a:pt x="32620" y="4285"/>
                  </a:lnTo>
                  <a:lnTo>
                    <a:pt x="37924" y="1579"/>
                  </a:lnTo>
                  <a:lnTo>
                    <a:pt x="41496" y="4139"/>
                  </a:lnTo>
                  <a:lnTo>
                    <a:pt x="43064" y="4015"/>
                  </a:lnTo>
                  <a:lnTo>
                    <a:pt x="45244" y="5762"/>
                  </a:lnTo>
                  <a:lnTo>
                    <a:pt x="49631" y="13941"/>
                  </a:lnTo>
                  <a:lnTo>
                    <a:pt x="50795" y="19822"/>
                  </a:lnTo>
                  <a:lnTo>
                    <a:pt x="50513" y="26767"/>
                  </a:lnTo>
                  <a:lnTo>
                    <a:pt x="53716" y="25936"/>
                  </a:lnTo>
                  <a:lnTo>
                    <a:pt x="50699" y="30372"/>
                  </a:lnTo>
                  <a:lnTo>
                    <a:pt x="48350" y="31763"/>
                  </a:lnTo>
                  <a:lnTo>
                    <a:pt x="46444" y="36166"/>
                  </a:lnTo>
                  <a:lnTo>
                    <a:pt x="38171" y="36054"/>
                  </a:lnTo>
                  <a:lnTo>
                    <a:pt x="40569" y="41142"/>
                  </a:lnTo>
                  <a:lnTo>
                    <a:pt x="34766" y="46145"/>
                  </a:lnTo>
                  <a:lnTo>
                    <a:pt x="34342" y="47942"/>
                  </a:lnTo>
                  <a:lnTo>
                    <a:pt x="29106" y="42857"/>
                  </a:lnTo>
                  <a:lnTo>
                    <a:pt x="31633" y="38576"/>
                  </a:lnTo>
                  <a:lnTo>
                    <a:pt x="28181" y="37467"/>
                  </a:lnTo>
                  <a:lnTo>
                    <a:pt x="25896" y="37063"/>
                  </a:lnTo>
                  <a:lnTo>
                    <a:pt x="20878" y="40080"/>
                  </a:lnTo>
                  <a:lnTo>
                    <a:pt x="19345" y="43079"/>
                  </a:lnTo>
                  <a:lnTo>
                    <a:pt x="4897" y="42142"/>
                  </a:lnTo>
                  <a:lnTo>
                    <a:pt x="5075" y="39572"/>
                  </a:lnTo>
                  <a:lnTo>
                    <a:pt x="3177" y="36371"/>
                  </a:lnTo>
                  <a:lnTo>
                    <a:pt x="0" y="37069"/>
                  </a:lnTo>
                  <a:lnTo>
                    <a:pt x="239" y="33765"/>
                  </a:lnTo>
                  <a:lnTo>
                    <a:pt x="10647" y="34110"/>
                  </a:lnTo>
                  <a:lnTo>
                    <a:pt x="10193" y="30191"/>
                  </a:lnTo>
                  <a:lnTo>
                    <a:pt x="6431" y="31205"/>
                  </a:lnTo>
                  <a:lnTo>
                    <a:pt x="1646" y="30513"/>
                  </a:lnTo>
                  <a:lnTo>
                    <a:pt x="3936" y="24060"/>
                  </a:lnTo>
                  <a:lnTo>
                    <a:pt x="9446" y="25681"/>
                  </a:lnTo>
                  <a:lnTo>
                    <a:pt x="9020" y="22446"/>
                  </a:lnTo>
                  <a:lnTo>
                    <a:pt x="16960" y="20739"/>
                  </a:lnTo>
                  <a:lnTo>
                    <a:pt x="16405" y="16800"/>
                  </a:lnTo>
                  <a:lnTo>
                    <a:pt x="23677" y="16528"/>
                  </a:lnTo>
                  <a:lnTo>
                    <a:pt x="28105" y="18216"/>
                  </a:lnTo>
                  <a:lnTo>
                    <a:pt x="29230" y="14463"/>
                  </a:lnTo>
                  <a:lnTo>
                    <a:pt x="23456" y="12169"/>
                  </a:lnTo>
                  <a:lnTo>
                    <a:pt x="29213" y="6975"/>
                  </a:lnTo>
                  <a:lnTo>
                    <a:pt x="26815" y="587"/>
                  </a:lnTo>
                  <a:lnTo>
                    <a:pt x="3335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h5450"/>
            <p:cNvSpPr/>
            <p:nvPr/>
          </p:nvSpPr>
          <p:spPr>
            <a:xfrm>
              <a:off x="5656538" y="1642076"/>
              <a:ext cx="59069" cy="50018"/>
            </a:xfrm>
            <a:custGeom>
              <a:avLst/>
              <a:pathLst>
                <a:path w="59069" h="50018">
                  <a:moveTo>
                    <a:pt x="10041" y="1505"/>
                  </a:moveTo>
                  <a:lnTo>
                    <a:pt x="12901" y="6544"/>
                  </a:lnTo>
                  <a:lnTo>
                    <a:pt x="12186" y="8330"/>
                  </a:lnTo>
                  <a:lnTo>
                    <a:pt x="20908" y="11260"/>
                  </a:lnTo>
                  <a:lnTo>
                    <a:pt x="21284" y="9825"/>
                  </a:lnTo>
                  <a:lnTo>
                    <a:pt x="26165" y="9452"/>
                  </a:lnTo>
                  <a:lnTo>
                    <a:pt x="27637" y="10434"/>
                  </a:lnTo>
                  <a:lnTo>
                    <a:pt x="27745" y="12823"/>
                  </a:lnTo>
                  <a:lnTo>
                    <a:pt x="31699" y="14109"/>
                  </a:lnTo>
                  <a:lnTo>
                    <a:pt x="35625" y="11908"/>
                  </a:lnTo>
                  <a:lnTo>
                    <a:pt x="39567" y="14093"/>
                  </a:lnTo>
                  <a:lnTo>
                    <a:pt x="39826" y="17366"/>
                  </a:lnTo>
                  <a:lnTo>
                    <a:pt x="43151" y="20033"/>
                  </a:lnTo>
                  <a:lnTo>
                    <a:pt x="47029" y="25039"/>
                  </a:lnTo>
                  <a:lnTo>
                    <a:pt x="46434" y="29649"/>
                  </a:lnTo>
                  <a:lnTo>
                    <a:pt x="47112" y="32914"/>
                  </a:lnTo>
                  <a:lnTo>
                    <a:pt x="50869" y="37937"/>
                  </a:lnTo>
                  <a:lnTo>
                    <a:pt x="51773" y="38710"/>
                  </a:lnTo>
                  <a:lnTo>
                    <a:pt x="58762" y="38692"/>
                  </a:lnTo>
                  <a:lnTo>
                    <a:pt x="59069" y="40354"/>
                  </a:lnTo>
                  <a:lnTo>
                    <a:pt x="57830" y="47818"/>
                  </a:lnTo>
                  <a:lnTo>
                    <a:pt x="56404" y="49245"/>
                  </a:lnTo>
                  <a:lnTo>
                    <a:pt x="51072" y="48411"/>
                  </a:lnTo>
                  <a:lnTo>
                    <a:pt x="48776" y="49402"/>
                  </a:lnTo>
                  <a:lnTo>
                    <a:pt x="48647" y="50018"/>
                  </a:lnTo>
                  <a:lnTo>
                    <a:pt x="39301" y="47184"/>
                  </a:lnTo>
                  <a:lnTo>
                    <a:pt x="34514" y="48023"/>
                  </a:lnTo>
                  <a:lnTo>
                    <a:pt x="33197" y="44444"/>
                  </a:lnTo>
                  <a:lnTo>
                    <a:pt x="33314" y="37559"/>
                  </a:lnTo>
                  <a:lnTo>
                    <a:pt x="18126" y="38996"/>
                  </a:lnTo>
                  <a:lnTo>
                    <a:pt x="14401" y="38037"/>
                  </a:lnTo>
                  <a:lnTo>
                    <a:pt x="10334" y="35383"/>
                  </a:lnTo>
                  <a:lnTo>
                    <a:pt x="8171" y="34932"/>
                  </a:lnTo>
                  <a:lnTo>
                    <a:pt x="6960" y="36281"/>
                  </a:lnTo>
                  <a:lnTo>
                    <a:pt x="5190" y="35996"/>
                  </a:lnTo>
                  <a:lnTo>
                    <a:pt x="37" y="34277"/>
                  </a:lnTo>
                  <a:lnTo>
                    <a:pt x="1360" y="28864"/>
                  </a:lnTo>
                  <a:lnTo>
                    <a:pt x="5808" y="29551"/>
                  </a:lnTo>
                  <a:lnTo>
                    <a:pt x="8338" y="20756"/>
                  </a:lnTo>
                  <a:lnTo>
                    <a:pt x="4841" y="18355"/>
                  </a:lnTo>
                  <a:lnTo>
                    <a:pt x="2271" y="15533"/>
                  </a:lnTo>
                  <a:lnTo>
                    <a:pt x="3119" y="13515"/>
                  </a:lnTo>
                  <a:lnTo>
                    <a:pt x="0" y="6849"/>
                  </a:lnTo>
                  <a:lnTo>
                    <a:pt x="2147" y="5942"/>
                  </a:lnTo>
                  <a:lnTo>
                    <a:pt x="3331" y="6914"/>
                  </a:lnTo>
                  <a:lnTo>
                    <a:pt x="7470" y="5356"/>
                  </a:lnTo>
                  <a:lnTo>
                    <a:pt x="6013" y="2574"/>
                  </a:lnTo>
                  <a:lnTo>
                    <a:pt x="763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h5451"/>
            <p:cNvSpPr/>
            <p:nvPr/>
          </p:nvSpPr>
          <p:spPr>
            <a:xfrm>
              <a:off x="5609675" y="1666036"/>
              <a:ext cx="52935" cy="38833"/>
            </a:xfrm>
            <a:custGeom>
              <a:avLst/>
              <a:pathLst>
                <a:path w="52935" h="38833">
                  <a:moveTo>
                    <a:pt x="14388" y="3820"/>
                  </a:moveTo>
                  <a:lnTo>
                    <a:pt x="15299" y="3073"/>
                  </a:lnTo>
                  <a:lnTo>
                    <a:pt x="17241" y="3192"/>
                  </a:lnTo>
                  <a:lnTo>
                    <a:pt x="21711" y="5808"/>
                  </a:lnTo>
                  <a:lnTo>
                    <a:pt x="21166" y="8929"/>
                  </a:lnTo>
                  <a:lnTo>
                    <a:pt x="25700" y="8638"/>
                  </a:lnTo>
                  <a:lnTo>
                    <a:pt x="27103" y="11498"/>
                  </a:lnTo>
                  <a:lnTo>
                    <a:pt x="35004" y="10744"/>
                  </a:lnTo>
                  <a:lnTo>
                    <a:pt x="35350" y="12765"/>
                  </a:lnTo>
                  <a:lnTo>
                    <a:pt x="41400" y="13528"/>
                  </a:lnTo>
                  <a:lnTo>
                    <a:pt x="43771" y="11390"/>
                  </a:lnTo>
                  <a:lnTo>
                    <a:pt x="46900" y="10317"/>
                  </a:lnTo>
                  <a:lnTo>
                    <a:pt x="52053" y="12036"/>
                  </a:lnTo>
                  <a:lnTo>
                    <a:pt x="52935" y="14771"/>
                  </a:lnTo>
                  <a:lnTo>
                    <a:pt x="50516" y="16346"/>
                  </a:lnTo>
                  <a:lnTo>
                    <a:pt x="46518" y="15884"/>
                  </a:lnTo>
                  <a:lnTo>
                    <a:pt x="46048" y="23350"/>
                  </a:lnTo>
                  <a:lnTo>
                    <a:pt x="43705" y="27597"/>
                  </a:lnTo>
                  <a:lnTo>
                    <a:pt x="39039" y="32439"/>
                  </a:lnTo>
                  <a:lnTo>
                    <a:pt x="39781" y="36188"/>
                  </a:lnTo>
                  <a:lnTo>
                    <a:pt x="39533" y="38833"/>
                  </a:lnTo>
                  <a:lnTo>
                    <a:pt x="36725" y="32854"/>
                  </a:lnTo>
                  <a:lnTo>
                    <a:pt x="34881" y="31876"/>
                  </a:lnTo>
                  <a:lnTo>
                    <a:pt x="24867" y="30960"/>
                  </a:lnTo>
                  <a:lnTo>
                    <a:pt x="24308" y="32770"/>
                  </a:lnTo>
                  <a:lnTo>
                    <a:pt x="24648" y="35051"/>
                  </a:lnTo>
                  <a:lnTo>
                    <a:pt x="20325" y="34839"/>
                  </a:lnTo>
                  <a:lnTo>
                    <a:pt x="13360" y="31476"/>
                  </a:lnTo>
                  <a:lnTo>
                    <a:pt x="12318" y="29457"/>
                  </a:lnTo>
                  <a:lnTo>
                    <a:pt x="13835" y="27636"/>
                  </a:lnTo>
                  <a:lnTo>
                    <a:pt x="9488" y="21220"/>
                  </a:lnTo>
                  <a:lnTo>
                    <a:pt x="7270" y="19201"/>
                  </a:lnTo>
                  <a:lnTo>
                    <a:pt x="5247" y="20265"/>
                  </a:lnTo>
                  <a:lnTo>
                    <a:pt x="7775" y="15851"/>
                  </a:lnTo>
                  <a:lnTo>
                    <a:pt x="0" y="17507"/>
                  </a:lnTo>
                  <a:lnTo>
                    <a:pt x="1287" y="11535"/>
                  </a:lnTo>
                  <a:lnTo>
                    <a:pt x="647" y="9811"/>
                  </a:lnTo>
                  <a:lnTo>
                    <a:pt x="4424" y="5128"/>
                  </a:lnTo>
                  <a:lnTo>
                    <a:pt x="9448" y="4558"/>
                  </a:lnTo>
                  <a:lnTo>
                    <a:pt x="8875" y="2005"/>
                  </a:lnTo>
                  <a:lnTo>
                    <a:pt x="1326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h5452"/>
            <p:cNvSpPr/>
            <p:nvPr/>
          </p:nvSpPr>
          <p:spPr>
            <a:xfrm>
              <a:off x="5223888" y="1406326"/>
              <a:ext cx="120348" cy="95256"/>
            </a:xfrm>
            <a:custGeom>
              <a:avLst/>
              <a:pathLst>
                <a:path w="120348" h="95256">
                  <a:moveTo>
                    <a:pt x="117570" y="48866"/>
                  </a:moveTo>
                  <a:lnTo>
                    <a:pt x="116267" y="57286"/>
                  </a:lnTo>
                  <a:lnTo>
                    <a:pt x="117207" y="60060"/>
                  </a:lnTo>
                  <a:lnTo>
                    <a:pt x="120348" y="61040"/>
                  </a:lnTo>
                  <a:lnTo>
                    <a:pt x="119652" y="63085"/>
                  </a:lnTo>
                  <a:lnTo>
                    <a:pt x="116238" y="63172"/>
                  </a:lnTo>
                  <a:lnTo>
                    <a:pt x="108984" y="60911"/>
                  </a:lnTo>
                  <a:lnTo>
                    <a:pt x="107142" y="61846"/>
                  </a:lnTo>
                  <a:lnTo>
                    <a:pt x="102036" y="60907"/>
                  </a:lnTo>
                  <a:lnTo>
                    <a:pt x="102331" y="64214"/>
                  </a:lnTo>
                  <a:lnTo>
                    <a:pt x="100943" y="65678"/>
                  </a:lnTo>
                  <a:lnTo>
                    <a:pt x="99852" y="65570"/>
                  </a:lnTo>
                  <a:lnTo>
                    <a:pt x="99860" y="64029"/>
                  </a:lnTo>
                  <a:lnTo>
                    <a:pt x="96733" y="63797"/>
                  </a:lnTo>
                  <a:lnTo>
                    <a:pt x="92124" y="67541"/>
                  </a:lnTo>
                  <a:lnTo>
                    <a:pt x="84086" y="67521"/>
                  </a:lnTo>
                  <a:lnTo>
                    <a:pt x="83596" y="73454"/>
                  </a:lnTo>
                  <a:lnTo>
                    <a:pt x="79034" y="76526"/>
                  </a:lnTo>
                  <a:lnTo>
                    <a:pt x="80847" y="82873"/>
                  </a:lnTo>
                  <a:lnTo>
                    <a:pt x="81852" y="84098"/>
                  </a:lnTo>
                  <a:lnTo>
                    <a:pt x="81605" y="88018"/>
                  </a:lnTo>
                  <a:lnTo>
                    <a:pt x="78363" y="87824"/>
                  </a:lnTo>
                  <a:lnTo>
                    <a:pt x="77231" y="88599"/>
                  </a:lnTo>
                  <a:lnTo>
                    <a:pt x="77033" y="92033"/>
                  </a:lnTo>
                  <a:lnTo>
                    <a:pt x="69076" y="91428"/>
                  </a:lnTo>
                  <a:lnTo>
                    <a:pt x="68245" y="95256"/>
                  </a:lnTo>
                  <a:lnTo>
                    <a:pt x="64021" y="94337"/>
                  </a:lnTo>
                  <a:lnTo>
                    <a:pt x="64559" y="90267"/>
                  </a:lnTo>
                  <a:lnTo>
                    <a:pt x="61131" y="89304"/>
                  </a:lnTo>
                  <a:lnTo>
                    <a:pt x="61936" y="80933"/>
                  </a:lnTo>
                  <a:lnTo>
                    <a:pt x="53769" y="86910"/>
                  </a:lnTo>
                  <a:lnTo>
                    <a:pt x="53335" y="86573"/>
                  </a:lnTo>
                  <a:lnTo>
                    <a:pt x="56558" y="79401"/>
                  </a:lnTo>
                  <a:lnTo>
                    <a:pt x="49473" y="83279"/>
                  </a:lnTo>
                  <a:lnTo>
                    <a:pt x="47209" y="78960"/>
                  </a:lnTo>
                  <a:lnTo>
                    <a:pt x="47856" y="72318"/>
                  </a:lnTo>
                  <a:lnTo>
                    <a:pt x="40654" y="71530"/>
                  </a:lnTo>
                  <a:lnTo>
                    <a:pt x="43561" y="63231"/>
                  </a:lnTo>
                  <a:lnTo>
                    <a:pt x="41483" y="58631"/>
                  </a:lnTo>
                  <a:lnTo>
                    <a:pt x="46074" y="56565"/>
                  </a:lnTo>
                  <a:lnTo>
                    <a:pt x="42035" y="47588"/>
                  </a:lnTo>
                  <a:lnTo>
                    <a:pt x="40008" y="48325"/>
                  </a:lnTo>
                  <a:lnTo>
                    <a:pt x="38426" y="45563"/>
                  </a:lnTo>
                  <a:lnTo>
                    <a:pt x="39519" y="41893"/>
                  </a:lnTo>
                  <a:lnTo>
                    <a:pt x="37337" y="41135"/>
                  </a:lnTo>
                  <a:lnTo>
                    <a:pt x="26938" y="40777"/>
                  </a:lnTo>
                  <a:lnTo>
                    <a:pt x="27450" y="37928"/>
                  </a:lnTo>
                  <a:lnTo>
                    <a:pt x="20908" y="36535"/>
                  </a:lnTo>
                  <a:lnTo>
                    <a:pt x="22042" y="31223"/>
                  </a:lnTo>
                  <a:lnTo>
                    <a:pt x="13363" y="30941"/>
                  </a:lnTo>
                  <a:lnTo>
                    <a:pt x="8420" y="16439"/>
                  </a:lnTo>
                  <a:lnTo>
                    <a:pt x="6379" y="20454"/>
                  </a:lnTo>
                  <a:lnTo>
                    <a:pt x="0" y="17063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h5453"/>
            <p:cNvSpPr/>
            <p:nvPr/>
          </p:nvSpPr>
          <p:spPr>
            <a:xfrm>
              <a:off x="5375539" y="1596239"/>
              <a:ext cx="71413" cy="75829"/>
            </a:xfrm>
            <a:custGeom>
              <a:avLst/>
              <a:pathLst>
                <a:path w="71413" h="75829">
                  <a:moveTo>
                    <a:pt x="62811" y="317"/>
                  </a:moveTo>
                  <a:lnTo>
                    <a:pt x="60797" y="3555"/>
                  </a:lnTo>
                  <a:lnTo>
                    <a:pt x="63603" y="4828"/>
                  </a:lnTo>
                  <a:lnTo>
                    <a:pt x="66260" y="7102"/>
                  </a:lnTo>
                  <a:lnTo>
                    <a:pt x="63852" y="11327"/>
                  </a:lnTo>
                  <a:lnTo>
                    <a:pt x="63443" y="13698"/>
                  </a:lnTo>
                  <a:lnTo>
                    <a:pt x="64972" y="16320"/>
                  </a:lnTo>
                  <a:lnTo>
                    <a:pt x="69899" y="17970"/>
                  </a:lnTo>
                  <a:lnTo>
                    <a:pt x="71413" y="19605"/>
                  </a:lnTo>
                  <a:lnTo>
                    <a:pt x="67099" y="22290"/>
                  </a:lnTo>
                  <a:lnTo>
                    <a:pt x="66615" y="23448"/>
                  </a:lnTo>
                  <a:lnTo>
                    <a:pt x="67614" y="24323"/>
                  </a:lnTo>
                  <a:lnTo>
                    <a:pt x="66358" y="24629"/>
                  </a:lnTo>
                  <a:lnTo>
                    <a:pt x="64538" y="33027"/>
                  </a:lnTo>
                  <a:lnTo>
                    <a:pt x="62166" y="34705"/>
                  </a:lnTo>
                  <a:lnTo>
                    <a:pt x="57139" y="29863"/>
                  </a:lnTo>
                  <a:lnTo>
                    <a:pt x="54147" y="29963"/>
                  </a:lnTo>
                  <a:lnTo>
                    <a:pt x="53366" y="36787"/>
                  </a:lnTo>
                  <a:lnTo>
                    <a:pt x="48606" y="38072"/>
                  </a:lnTo>
                  <a:lnTo>
                    <a:pt x="55167" y="43755"/>
                  </a:lnTo>
                  <a:lnTo>
                    <a:pt x="52618" y="52931"/>
                  </a:lnTo>
                  <a:lnTo>
                    <a:pt x="54897" y="52797"/>
                  </a:lnTo>
                  <a:lnTo>
                    <a:pt x="49684" y="63900"/>
                  </a:lnTo>
                  <a:lnTo>
                    <a:pt x="51391" y="68525"/>
                  </a:lnTo>
                  <a:lnTo>
                    <a:pt x="49794" y="69145"/>
                  </a:lnTo>
                  <a:lnTo>
                    <a:pt x="45137" y="66540"/>
                  </a:lnTo>
                  <a:lnTo>
                    <a:pt x="38888" y="66100"/>
                  </a:lnTo>
                  <a:lnTo>
                    <a:pt x="39335" y="69607"/>
                  </a:lnTo>
                  <a:lnTo>
                    <a:pt x="42249" y="74327"/>
                  </a:lnTo>
                  <a:lnTo>
                    <a:pt x="32541" y="73672"/>
                  </a:lnTo>
                  <a:lnTo>
                    <a:pt x="23908" y="71410"/>
                  </a:lnTo>
                  <a:lnTo>
                    <a:pt x="26058" y="74441"/>
                  </a:lnTo>
                  <a:lnTo>
                    <a:pt x="24752" y="75829"/>
                  </a:lnTo>
                  <a:lnTo>
                    <a:pt x="21566" y="73513"/>
                  </a:lnTo>
                  <a:lnTo>
                    <a:pt x="18420" y="69199"/>
                  </a:lnTo>
                  <a:lnTo>
                    <a:pt x="14106" y="67699"/>
                  </a:lnTo>
                  <a:lnTo>
                    <a:pt x="9459" y="67757"/>
                  </a:lnTo>
                  <a:lnTo>
                    <a:pt x="7208" y="63517"/>
                  </a:lnTo>
                  <a:lnTo>
                    <a:pt x="8491" y="54552"/>
                  </a:lnTo>
                  <a:lnTo>
                    <a:pt x="5891" y="51083"/>
                  </a:lnTo>
                  <a:lnTo>
                    <a:pt x="3284" y="50895"/>
                  </a:lnTo>
                  <a:lnTo>
                    <a:pt x="4065" y="44632"/>
                  </a:lnTo>
                  <a:lnTo>
                    <a:pt x="5696" y="43688"/>
                  </a:lnTo>
                  <a:lnTo>
                    <a:pt x="5962" y="41032"/>
                  </a:lnTo>
                  <a:lnTo>
                    <a:pt x="0" y="34932"/>
                  </a:lnTo>
                  <a:lnTo>
                    <a:pt x="447" y="30991"/>
                  </a:lnTo>
                  <a:lnTo>
                    <a:pt x="4618" y="23175"/>
                  </a:lnTo>
                  <a:lnTo>
                    <a:pt x="5486" y="15583"/>
                  </a:lnTo>
                  <a:lnTo>
                    <a:pt x="7713" y="6320"/>
                  </a:lnTo>
                  <a:lnTo>
                    <a:pt x="12371" y="7642"/>
                  </a:lnTo>
                  <a:lnTo>
                    <a:pt x="12312" y="6305"/>
                  </a:lnTo>
                  <a:lnTo>
                    <a:pt x="17257" y="6797"/>
                  </a:lnTo>
                  <a:lnTo>
                    <a:pt x="23214" y="4994"/>
                  </a:lnTo>
                  <a:lnTo>
                    <a:pt x="26089" y="5662"/>
                  </a:lnTo>
                  <a:lnTo>
                    <a:pt x="29016" y="5396"/>
                  </a:lnTo>
                  <a:lnTo>
                    <a:pt x="29547" y="6889"/>
                  </a:lnTo>
                  <a:lnTo>
                    <a:pt x="28823" y="9295"/>
                  </a:lnTo>
                  <a:lnTo>
                    <a:pt x="33446" y="7913"/>
                  </a:lnTo>
                  <a:lnTo>
                    <a:pt x="36212" y="4493"/>
                  </a:lnTo>
                  <a:lnTo>
                    <a:pt x="40986" y="4494"/>
                  </a:lnTo>
                  <a:lnTo>
                    <a:pt x="4222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h5454"/>
            <p:cNvSpPr/>
            <p:nvPr/>
          </p:nvSpPr>
          <p:spPr>
            <a:xfrm>
              <a:off x="5547717" y="1852358"/>
              <a:ext cx="52046" cy="41463"/>
            </a:xfrm>
            <a:custGeom>
              <a:avLst/>
              <a:pathLst>
                <a:path w="52046" h="41463">
                  <a:moveTo>
                    <a:pt x="23248" y="3509"/>
                  </a:moveTo>
                  <a:lnTo>
                    <a:pt x="26910" y="4359"/>
                  </a:lnTo>
                  <a:lnTo>
                    <a:pt x="25909" y="8330"/>
                  </a:lnTo>
                  <a:lnTo>
                    <a:pt x="27811" y="8234"/>
                  </a:lnTo>
                  <a:lnTo>
                    <a:pt x="29768" y="5642"/>
                  </a:lnTo>
                  <a:lnTo>
                    <a:pt x="36013" y="5199"/>
                  </a:lnTo>
                  <a:lnTo>
                    <a:pt x="40655" y="11074"/>
                  </a:lnTo>
                  <a:lnTo>
                    <a:pt x="42124" y="11700"/>
                  </a:lnTo>
                  <a:lnTo>
                    <a:pt x="45698" y="10945"/>
                  </a:lnTo>
                  <a:lnTo>
                    <a:pt x="49751" y="8088"/>
                  </a:lnTo>
                  <a:lnTo>
                    <a:pt x="49061" y="6181"/>
                  </a:lnTo>
                  <a:lnTo>
                    <a:pt x="49716" y="4328"/>
                  </a:lnTo>
                  <a:lnTo>
                    <a:pt x="52046" y="6065"/>
                  </a:lnTo>
                  <a:lnTo>
                    <a:pt x="47823" y="20288"/>
                  </a:lnTo>
                  <a:lnTo>
                    <a:pt x="44558" y="19179"/>
                  </a:lnTo>
                  <a:lnTo>
                    <a:pt x="43641" y="17992"/>
                  </a:lnTo>
                  <a:lnTo>
                    <a:pt x="36209" y="17889"/>
                  </a:lnTo>
                  <a:lnTo>
                    <a:pt x="37228" y="28144"/>
                  </a:lnTo>
                  <a:lnTo>
                    <a:pt x="38123" y="31172"/>
                  </a:lnTo>
                  <a:lnTo>
                    <a:pt x="42765" y="32827"/>
                  </a:lnTo>
                  <a:lnTo>
                    <a:pt x="43178" y="34188"/>
                  </a:lnTo>
                  <a:lnTo>
                    <a:pt x="34878" y="35603"/>
                  </a:lnTo>
                  <a:lnTo>
                    <a:pt x="34029" y="31223"/>
                  </a:lnTo>
                  <a:lnTo>
                    <a:pt x="28059" y="31809"/>
                  </a:lnTo>
                  <a:lnTo>
                    <a:pt x="20525" y="33856"/>
                  </a:lnTo>
                  <a:lnTo>
                    <a:pt x="20177" y="40187"/>
                  </a:lnTo>
                  <a:lnTo>
                    <a:pt x="21093" y="39892"/>
                  </a:lnTo>
                  <a:lnTo>
                    <a:pt x="21924" y="40617"/>
                  </a:lnTo>
                  <a:lnTo>
                    <a:pt x="21155" y="41463"/>
                  </a:lnTo>
                  <a:lnTo>
                    <a:pt x="16661" y="39059"/>
                  </a:lnTo>
                  <a:lnTo>
                    <a:pt x="16303" y="34539"/>
                  </a:lnTo>
                  <a:lnTo>
                    <a:pt x="12698" y="31097"/>
                  </a:lnTo>
                  <a:lnTo>
                    <a:pt x="6484" y="27741"/>
                  </a:lnTo>
                  <a:lnTo>
                    <a:pt x="870" y="27325"/>
                  </a:lnTo>
                  <a:lnTo>
                    <a:pt x="0" y="22082"/>
                  </a:lnTo>
                  <a:lnTo>
                    <a:pt x="4529" y="19972"/>
                  </a:lnTo>
                  <a:lnTo>
                    <a:pt x="6514" y="14647"/>
                  </a:lnTo>
                  <a:lnTo>
                    <a:pt x="6423" y="9086"/>
                  </a:lnTo>
                  <a:lnTo>
                    <a:pt x="8166" y="9670"/>
                  </a:lnTo>
                  <a:lnTo>
                    <a:pt x="14229" y="7007"/>
                  </a:lnTo>
                  <a:lnTo>
                    <a:pt x="15589" y="60"/>
                  </a:lnTo>
                  <a:lnTo>
                    <a:pt x="2249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h5455"/>
            <p:cNvSpPr/>
            <p:nvPr/>
          </p:nvSpPr>
          <p:spPr>
            <a:xfrm>
              <a:off x="5619631" y="1736573"/>
              <a:ext cx="93810" cy="128238"/>
            </a:xfrm>
            <a:custGeom>
              <a:avLst/>
              <a:pathLst>
                <a:path w="93810" h="128238">
                  <a:moveTo>
                    <a:pt x="22030" y="2837"/>
                  </a:moveTo>
                  <a:lnTo>
                    <a:pt x="27224" y="2254"/>
                  </a:lnTo>
                  <a:lnTo>
                    <a:pt x="28559" y="2505"/>
                  </a:lnTo>
                  <a:lnTo>
                    <a:pt x="32775" y="1047"/>
                  </a:lnTo>
                  <a:lnTo>
                    <a:pt x="36139" y="4623"/>
                  </a:lnTo>
                  <a:lnTo>
                    <a:pt x="37521" y="9994"/>
                  </a:lnTo>
                  <a:lnTo>
                    <a:pt x="41641" y="15160"/>
                  </a:lnTo>
                  <a:lnTo>
                    <a:pt x="47874" y="21259"/>
                  </a:lnTo>
                  <a:lnTo>
                    <a:pt x="54597" y="22893"/>
                  </a:lnTo>
                  <a:lnTo>
                    <a:pt x="59868" y="20545"/>
                  </a:lnTo>
                  <a:lnTo>
                    <a:pt x="63562" y="22261"/>
                  </a:lnTo>
                  <a:lnTo>
                    <a:pt x="63505" y="23567"/>
                  </a:lnTo>
                  <a:lnTo>
                    <a:pt x="68122" y="30145"/>
                  </a:lnTo>
                  <a:lnTo>
                    <a:pt x="72323" y="32458"/>
                  </a:lnTo>
                  <a:lnTo>
                    <a:pt x="74031" y="32596"/>
                  </a:lnTo>
                  <a:lnTo>
                    <a:pt x="77627" y="30782"/>
                  </a:lnTo>
                  <a:lnTo>
                    <a:pt x="78869" y="36045"/>
                  </a:lnTo>
                  <a:lnTo>
                    <a:pt x="76013" y="44169"/>
                  </a:lnTo>
                  <a:lnTo>
                    <a:pt x="76699" y="48720"/>
                  </a:lnTo>
                  <a:lnTo>
                    <a:pt x="78476" y="47672"/>
                  </a:lnTo>
                  <a:lnTo>
                    <a:pt x="81408" y="53082"/>
                  </a:lnTo>
                  <a:lnTo>
                    <a:pt x="78376" y="59862"/>
                  </a:lnTo>
                  <a:lnTo>
                    <a:pt x="80380" y="75943"/>
                  </a:lnTo>
                  <a:lnTo>
                    <a:pt x="79107" y="81972"/>
                  </a:lnTo>
                  <a:lnTo>
                    <a:pt x="81706" y="85753"/>
                  </a:lnTo>
                  <a:lnTo>
                    <a:pt x="85118" y="93093"/>
                  </a:lnTo>
                  <a:lnTo>
                    <a:pt x="85192" y="96644"/>
                  </a:lnTo>
                  <a:lnTo>
                    <a:pt x="87482" y="98512"/>
                  </a:lnTo>
                  <a:lnTo>
                    <a:pt x="91313" y="99907"/>
                  </a:lnTo>
                  <a:lnTo>
                    <a:pt x="91178" y="102750"/>
                  </a:lnTo>
                  <a:lnTo>
                    <a:pt x="91105" y="112774"/>
                  </a:lnTo>
                  <a:lnTo>
                    <a:pt x="92656" y="115205"/>
                  </a:lnTo>
                  <a:lnTo>
                    <a:pt x="93810" y="119434"/>
                  </a:lnTo>
                  <a:lnTo>
                    <a:pt x="89964" y="122968"/>
                  </a:lnTo>
                  <a:lnTo>
                    <a:pt x="86829" y="123891"/>
                  </a:lnTo>
                  <a:lnTo>
                    <a:pt x="84239" y="127571"/>
                  </a:lnTo>
                  <a:lnTo>
                    <a:pt x="77233" y="128238"/>
                  </a:lnTo>
                  <a:lnTo>
                    <a:pt x="68655" y="124757"/>
                  </a:lnTo>
                  <a:lnTo>
                    <a:pt x="66072" y="121894"/>
                  </a:lnTo>
                  <a:lnTo>
                    <a:pt x="66284" y="118628"/>
                  </a:lnTo>
                  <a:lnTo>
                    <a:pt x="62131" y="115512"/>
                  </a:lnTo>
                  <a:lnTo>
                    <a:pt x="59128" y="115782"/>
                  </a:lnTo>
                  <a:lnTo>
                    <a:pt x="58989" y="118402"/>
                  </a:lnTo>
                  <a:lnTo>
                    <a:pt x="60129" y="121304"/>
                  </a:lnTo>
                  <a:lnTo>
                    <a:pt x="57281" y="121552"/>
                  </a:lnTo>
                  <a:lnTo>
                    <a:pt x="54819" y="116390"/>
                  </a:lnTo>
                  <a:lnTo>
                    <a:pt x="49542" y="119267"/>
                  </a:lnTo>
                  <a:lnTo>
                    <a:pt x="47365" y="118338"/>
                  </a:lnTo>
                  <a:lnTo>
                    <a:pt x="44952" y="114940"/>
                  </a:lnTo>
                  <a:lnTo>
                    <a:pt x="43580" y="114457"/>
                  </a:lnTo>
                  <a:lnTo>
                    <a:pt x="32241" y="113354"/>
                  </a:lnTo>
                  <a:lnTo>
                    <a:pt x="32254" y="108470"/>
                  </a:lnTo>
                  <a:lnTo>
                    <a:pt x="22810" y="109141"/>
                  </a:lnTo>
                  <a:lnTo>
                    <a:pt x="23322" y="107307"/>
                  </a:lnTo>
                  <a:lnTo>
                    <a:pt x="19755" y="102110"/>
                  </a:lnTo>
                  <a:lnTo>
                    <a:pt x="19687" y="96030"/>
                  </a:lnTo>
                  <a:lnTo>
                    <a:pt x="17144" y="89128"/>
                  </a:lnTo>
                  <a:lnTo>
                    <a:pt x="14557" y="88540"/>
                  </a:lnTo>
                  <a:lnTo>
                    <a:pt x="15110" y="86032"/>
                  </a:lnTo>
                  <a:lnTo>
                    <a:pt x="19738" y="81123"/>
                  </a:lnTo>
                  <a:lnTo>
                    <a:pt x="22467" y="86479"/>
                  </a:lnTo>
                  <a:lnTo>
                    <a:pt x="23982" y="87226"/>
                  </a:lnTo>
                  <a:lnTo>
                    <a:pt x="30207" y="86674"/>
                  </a:lnTo>
                  <a:lnTo>
                    <a:pt x="36085" y="85153"/>
                  </a:lnTo>
                  <a:lnTo>
                    <a:pt x="40900" y="94449"/>
                  </a:lnTo>
                  <a:lnTo>
                    <a:pt x="43757" y="95729"/>
                  </a:lnTo>
                  <a:lnTo>
                    <a:pt x="50683" y="94387"/>
                  </a:lnTo>
                  <a:lnTo>
                    <a:pt x="54863" y="94364"/>
                  </a:lnTo>
                  <a:lnTo>
                    <a:pt x="61073" y="95607"/>
                  </a:lnTo>
                  <a:lnTo>
                    <a:pt x="61016" y="93609"/>
                  </a:lnTo>
                  <a:lnTo>
                    <a:pt x="61867" y="90247"/>
                  </a:lnTo>
                  <a:lnTo>
                    <a:pt x="63348" y="88313"/>
                  </a:lnTo>
                  <a:lnTo>
                    <a:pt x="65045" y="79735"/>
                  </a:lnTo>
                  <a:lnTo>
                    <a:pt x="64254" y="75708"/>
                  </a:lnTo>
                  <a:lnTo>
                    <a:pt x="61508" y="72563"/>
                  </a:lnTo>
                  <a:lnTo>
                    <a:pt x="60159" y="74223"/>
                  </a:lnTo>
                  <a:lnTo>
                    <a:pt x="56465" y="74898"/>
                  </a:lnTo>
                  <a:lnTo>
                    <a:pt x="54201" y="74331"/>
                  </a:lnTo>
                  <a:lnTo>
                    <a:pt x="52092" y="72973"/>
                  </a:lnTo>
                  <a:lnTo>
                    <a:pt x="51739" y="71645"/>
                  </a:lnTo>
                  <a:lnTo>
                    <a:pt x="47437" y="69885"/>
                  </a:lnTo>
                  <a:lnTo>
                    <a:pt x="47899" y="72467"/>
                  </a:lnTo>
                  <a:lnTo>
                    <a:pt x="39697" y="72984"/>
                  </a:lnTo>
                  <a:lnTo>
                    <a:pt x="38300" y="69732"/>
                  </a:lnTo>
                  <a:lnTo>
                    <a:pt x="34211" y="69444"/>
                  </a:lnTo>
                  <a:lnTo>
                    <a:pt x="17406" y="72504"/>
                  </a:lnTo>
                  <a:lnTo>
                    <a:pt x="15696" y="72760"/>
                  </a:lnTo>
                  <a:lnTo>
                    <a:pt x="16085" y="65209"/>
                  </a:lnTo>
                  <a:lnTo>
                    <a:pt x="17636" y="65530"/>
                  </a:lnTo>
                  <a:lnTo>
                    <a:pt x="13288" y="53341"/>
                  </a:lnTo>
                  <a:lnTo>
                    <a:pt x="22764" y="50032"/>
                  </a:lnTo>
                  <a:lnTo>
                    <a:pt x="21835" y="48155"/>
                  </a:lnTo>
                  <a:lnTo>
                    <a:pt x="21762" y="44742"/>
                  </a:lnTo>
                  <a:lnTo>
                    <a:pt x="23198" y="40110"/>
                  </a:lnTo>
                  <a:lnTo>
                    <a:pt x="18920" y="30700"/>
                  </a:lnTo>
                  <a:lnTo>
                    <a:pt x="15321" y="25712"/>
                  </a:lnTo>
                  <a:lnTo>
                    <a:pt x="13274" y="25800"/>
                  </a:lnTo>
                  <a:lnTo>
                    <a:pt x="5885" y="31894"/>
                  </a:lnTo>
                  <a:lnTo>
                    <a:pt x="1356" y="32147"/>
                  </a:lnTo>
                  <a:lnTo>
                    <a:pt x="0" y="31676"/>
                  </a:lnTo>
                  <a:lnTo>
                    <a:pt x="812" y="26101"/>
                  </a:lnTo>
                  <a:lnTo>
                    <a:pt x="1227" y="23165"/>
                  </a:lnTo>
                  <a:lnTo>
                    <a:pt x="5070" y="23846"/>
                  </a:lnTo>
                  <a:lnTo>
                    <a:pt x="6385" y="23369"/>
                  </a:lnTo>
                  <a:lnTo>
                    <a:pt x="6796" y="18357"/>
                  </a:lnTo>
                  <a:lnTo>
                    <a:pt x="8935" y="16870"/>
                  </a:lnTo>
                  <a:lnTo>
                    <a:pt x="10108" y="17771"/>
                  </a:lnTo>
                  <a:lnTo>
                    <a:pt x="13306" y="15138"/>
                  </a:lnTo>
                  <a:lnTo>
                    <a:pt x="16797" y="10703"/>
                  </a:lnTo>
                  <a:lnTo>
                    <a:pt x="16130" y="3705"/>
                  </a:lnTo>
                  <a:lnTo>
                    <a:pt x="14931" y="2332"/>
                  </a:lnTo>
                  <a:lnTo>
                    <a:pt x="1840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h5456"/>
            <p:cNvSpPr/>
            <p:nvPr/>
          </p:nvSpPr>
          <p:spPr>
            <a:xfrm>
              <a:off x="5590550" y="1871347"/>
              <a:ext cx="80058" cy="87012"/>
            </a:xfrm>
            <a:custGeom>
              <a:avLst/>
              <a:pathLst>
                <a:path w="80058" h="87012">
                  <a:moveTo>
                    <a:pt x="17606" y="0"/>
                  </a:moveTo>
                  <a:lnTo>
                    <a:pt x="25016" y="2930"/>
                  </a:lnTo>
                  <a:lnTo>
                    <a:pt x="26255" y="8279"/>
                  </a:lnTo>
                  <a:lnTo>
                    <a:pt x="35897" y="7758"/>
                  </a:lnTo>
                  <a:lnTo>
                    <a:pt x="37110" y="7715"/>
                  </a:lnTo>
                  <a:lnTo>
                    <a:pt x="40785" y="10276"/>
                  </a:lnTo>
                  <a:lnTo>
                    <a:pt x="43721" y="20148"/>
                  </a:lnTo>
                  <a:lnTo>
                    <a:pt x="46913" y="21706"/>
                  </a:lnTo>
                  <a:lnTo>
                    <a:pt x="53155" y="22209"/>
                  </a:lnTo>
                  <a:lnTo>
                    <a:pt x="59073" y="21574"/>
                  </a:lnTo>
                  <a:lnTo>
                    <a:pt x="60824" y="23126"/>
                  </a:lnTo>
                  <a:lnTo>
                    <a:pt x="62100" y="26788"/>
                  </a:lnTo>
                  <a:lnTo>
                    <a:pt x="65085" y="29268"/>
                  </a:lnTo>
                  <a:lnTo>
                    <a:pt x="66430" y="29205"/>
                  </a:lnTo>
                  <a:lnTo>
                    <a:pt x="65477" y="33226"/>
                  </a:lnTo>
                  <a:lnTo>
                    <a:pt x="67588" y="40160"/>
                  </a:lnTo>
                  <a:lnTo>
                    <a:pt x="69046" y="48966"/>
                  </a:lnTo>
                  <a:lnTo>
                    <a:pt x="73076" y="53739"/>
                  </a:lnTo>
                  <a:lnTo>
                    <a:pt x="74475" y="53954"/>
                  </a:lnTo>
                  <a:lnTo>
                    <a:pt x="79744" y="58767"/>
                  </a:lnTo>
                  <a:lnTo>
                    <a:pt x="80058" y="67101"/>
                  </a:lnTo>
                  <a:lnTo>
                    <a:pt x="79892" y="70723"/>
                  </a:lnTo>
                  <a:lnTo>
                    <a:pt x="77325" y="70165"/>
                  </a:lnTo>
                  <a:lnTo>
                    <a:pt x="74523" y="71243"/>
                  </a:lnTo>
                  <a:lnTo>
                    <a:pt x="69991" y="81473"/>
                  </a:lnTo>
                  <a:lnTo>
                    <a:pt x="67733" y="82434"/>
                  </a:lnTo>
                  <a:lnTo>
                    <a:pt x="66089" y="80438"/>
                  </a:lnTo>
                  <a:lnTo>
                    <a:pt x="65788" y="78169"/>
                  </a:lnTo>
                  <a:lnTo>
                    <a:pt x="63057" y="78716"/>
                  </a:lnTo>
                  <a:lnTo>
                    <a:pt x="60773" y="80974"/>
                  </a:lnTo>
                  <a:lnTo>
                    <a:pt x="60424" y="82147"/>
                  </a:lnTo>
                  <a:lnTo>
                    <a:pt x="57871" y="81980"/>
                  </a:lnTo>
                  <a:lnTo>
                    <a:pt x="57053" y="80058"/>
                  </a:lnTo>
                  <a:lnTo>
                    <a:pt x="57798" y="78773"/>
                  </a:lnTo>
                  <a:lnTo>
                    <a:pt x="57761" y="76651"/>
                  </a:lnTo>
                  <a:lnTo>
                    <a:pt x="55282" y="70779"/>
                  </a:lnTo>
                  <a:lnTo>
                    <a:pt x="51441" y="73884"/>
                  </a:lnTo>
                  <a:lnTo>
                    <a:pt x="52225" y="76468"/>
                  </a:lnTo>
                  <a:lnTo>
                    <a:pt x="50465" y="83507"/>
                  </a:lnTo>
                  <a:lnTo>
                    <a:pt x="49019" y="85499"/>
                  </a:lnTo>
                  <a:lnTo>
                    <a:pt x="45514" y="87012"/>
                  </a:lnTo>
                  <a:lnTo>
                    <a:pt x="44152" y="84528"/>
                  </a:lnTo>
                  <a:lnTo>
                    <a:pt x="41275" y="82333"/>
                  </a:lnTo>
                  <a:lnTo>
                    <a:pt x="40033" y="86352"/>
                  </a:lnTo>
                  <a:lnTo>
                    <a:pt x="30752" y="85970"/>
                  </a:lnTo>
                  <a:lnTo>
                    <a:pt x="26301" y="73346"/>
                  </a:lnTo>
                  <a:lnTo>
                    <a:pt x="21469" y="68875"/>
                  </a:lnTo>
                  <a:lnTo>
                    <a:pt x="21016" y="64723"/>
                  </a:lnTo>
                  <a:lnTo>
                    <a:pt x="19719" y="62259"/>
                  </a:lnTo>
                  <a:lnTo>
                    <a:pt x="12911" y="62597"/>
                  </a:lnTo>
                  <a:lnTo>
                    <a:pt x="15308" y="58156"/>
                  </a:lnTo>
                  <a:lnTo>
                    <a:pt x="13926" y="58274"/>
                  </a:lnTo>
                  <a:lnTo>
                    <a:pt x="12146" y="53697"/>
                  </a:lnTo>
                  <a:lnTo>
                    <a:pt x="13249" y="51139"/>
                  </a:lnTo>
                  <a:lnTo>
                    <a:pt x="12094" y="47418"/>
                  </a:lnTo>
                  <a:lnTo>
                    <a:pt x="9890" y="46838"/>
                  </a:lnTo>
                  <a:lnTo>
                    <a:pt x="6535" y="48256"/>
                  </a:lnTo>
                  <a:lnTo>
                    <a:pt x="4014" y="47548"/>
                  </a:lnTo>
                  <a:lnTo>
                    <a:pt x="2345" y="44339"/>
                  </a:lnTo>
                  <a:lnTo>
                    <a:pt x="1463" y="38698"/>
                  </a:lnTo>
                  <a:lnTo>
                    <a:pt x="0" y="37454"/>
                  </a:lnTo>
                  <a:lnTo>
                    <a:pt x="863" y="31529"/>
                  </a:lnTo>
                  <a:lnTo>
                    <a:pt x="6971" y="31838"/>
                  </a:lnTo>
                  <a:lnTo>
                    <a:pt x="8407" y="27317"/>
                  </a:lnTo>
                  <a:lnTo>
                    <a:pt x="7304" y="25434"/>
                  </a:lnTo>
                  <a:lnTo>
                    <a:pt x="3023" y="25120"/>
                  </a:lnTo>
                  <a:lnTo>
                    <a:pt x="3223" y="22773"/>
                  </a:lnTo>
                  <a:lnTo>
                    <a:pt x="5419" y="18319"/>
                  </a:lnTo>
                  <a:lnTo>
                    <a:pt x="7044" y="18243"/>
                  </a:lnTo>
                  <a:lnTo>
                    <a:pt x="9348" y="15863"/>
                  </a:lnTo>
                  <a:lnTo>
                    <a:pt x="10872" y="10383"/>
                  </a:lnTo>
                  <a:lnTo>
                    <a:pt x="10232" y="8206"/>
                  </a:lnTo>
                  <a:lnTo>
                    <a:pt x="13071" y="4453"/>
                  </a:lnTo>
                  <a:lnTo>
                    <a:pt x="14364" y="3701"/>
                  </a:lnTo>
                  <a:lnTo>
                    <a:pt x="14258" y="1718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h5457"/>
            <p:cNvSpPr/>
            <p:nvPr/>
          </p:nvSpPr>
          <p:spPr>
            <a:xfrm>
              <a:off x="5517961" y="1783666"/>
              <a:ext cx="53644" cy="41957"/>
            </a:xfrm>
            <a:custGeom>
              <a:avLst/>
              <a:pathLst>
                <a:path w="53644" h="41957">
                  <a:moveTo>
                    <a:pt x="20239" y="4152"/>
                  </a:moveTo>
                  <a:lnTo>
                    <a:pt x="22512" y="9643"/>
                  </a:lnTo>
                  <a:lnTo>
                    <a:pt x="23814" y="9862"/>
                  </a:lnTo>
                  <a:lnTo>
                    <a:pt x="24488" y="3844"/>
                  </a:lnTo>
                  <a:lnTo>
                    <a:pt x="25131" y="3489"/>
                  </a:lnTo>
                  <a:lnTo>
                    <a:pt x="32630" y="5311"/>
                  </a:lnTo>
                  <a:lnTo>
                    <a:pt x="35345" y="6199"/>
                  </a:lnTo>
                  <a:lnTo>
                    <a:pt x="39267" y="10929"/>
                  </a:lnTo>
                  <a:lnTo>
                    <a:pt x="40163" y="14692"/>
                  </a:lnTo>
                  <a:lnTo>
                    <a:pt x="37227" y="19081"/>
                  </a:lnTo>
                  <a:lnTo>
                    <a:pt x="37816" y="24518"/>
                  </a:lnTo>
                  <a:lnTo>
                    <a:pt x="34454" y="25381"/>
                  </a:lnTo>
                  <a:lnTo>
                    <a:pt x="34986" y="21950"/>
                  </a:lnTo>
                  <a:lnTo>
                    <a:pt x="32759" y="22436"/>
                  </a:lnTo>
                  <a:lnTo>
                    <a:pt x="32297" y="25936"/>
                  </a:lnTo>
                  <a:lnTo>
                    <a:pt x="32789" y="32327"/>
                  </a:lnTo>
                  <a:lnTo>
                    <a:pt x="53644" y="30513"/>
                  </a:lnTo>
                  <a:lnTo>
                    <a:pt x="51906" y="33847"/>
                  </a:lnTo>
                  <a:lnTo>
                    <a:pt x="33591" y="35848"/>
                  </a:lnTo>
                  <a:lnTo>
                    <a:pt x="34219" y="39006"/>
                  </a:lnTo>
                  <a:lnTo>
                    <a:pt x="32968" y="40740"/>
                  </a:lnTo>
                  <a:lnTo>
                    <a:pt x="26867" y="41957"/>
                  </a:lnTo>
                  <a:lnTo>
                    <a:pt x="27933" y="38141"/>
                  </a:lnTo>
                  <a:lnTo>
                    <a:pt x="28075" y="31086"/>
                  </a:lnTo>
                  <a:lnTo>
                    <a:pt x="25368" y="28054"/>
                  </a:lnTo>
                  <a:lnTo>
                    <a:pt x="26364" y="24598"/>
                  </a:lnTo>
                  <a:lnTo>
                    <a:pt x="23916" y="18505"/>
                  </a:lnTo>
                  <a:lnTo>
                    <a:pt x="20454" y="16964"/>
                  </a:lnTo>
                  <a:lnTo>
                    <a:pt x="13900" y="21218"/>
                  </a:lnTo>
                  <a:lnTo>
                    <a:pt x="13891" y="22944"/>
                  </a:lnTo>
                  <a:lnTo>
                    <a:pt x="5418" y="26150"/>
                  </a:lnTo>
                  <a:lnTo>
                    <a:pt x="5520" y="27122"/>
                  </a:lnTo>
                  <a:lnTo>
                    <a:pt x="0" y="17771"/>
                  </a:lnTo>
                  <a:lnTo>
                    <a:pt x="6256" y="15486"/>
                  </a:lnTo>
                  <a:lnTo>
                    <a:pt x="5659" y="13073"/>
                  </a:lnTo>
                  <a:lnTo>
                    <a:pt x="4735" y="8435"/>
                  </a:lnTo>
                  <a:lnTo>
                    <a:pt x="6435" y="4473"/>
                  </a:lnTo>
                  <a:lnTo>
                    <a:pt x="1325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h5458"/>
            <p:cNvSpPr/>
            <p:nvPr/>
          </p:nvSpPr>
          <p:spPr>
            <a:xfrm>
              <a:off x="5467238" y="1796144"/>
              <a:ext cx="120248" cy="65885"/>
            </a:xfrm>
            <a:custGeom>
              <a:avLst/>
              <a:pathLst>
                <a:path w="120248" h="65885">
                  <a:moveTo>
                    <a:pt x="56381" y="595"/>
                  </a:moveTo>
                  <a:lnTo>
                    <a:pt x="56979" y="3008"/>
                  </a:lnTo>
                  <a:lnTo>
                    <a:pt x="50722" y="5293"/>
                  </a:lnTo>
                  <a:lnTo>
                    <a:pt x="56242" y="14645"/>
                  </a:lnTo>
                  <a:lnTo>
                    <a:pt x="56141" y="13672"/>
                  </a:lnTo>
                  <a:lnTo>
                    <a:pt x="64613" y="10466"/>
                  </a:lnTo>
                  <a:lnTo>
                    <a:pt x="64622" y="8741"/>
                  </a:lnTo>
                  <a:lnTo>
                    <a:pt x="71177" y="4486"/>
                  </a:lnTo>
                  <a:lnTo>
                    <a:pt x="74639" y="6028"/>
                  </a:lnTo>
                  <a:lnTo>
                    <a:pt x="77086" y="12120"/>
                  </a:lnTo>
                  <a:lnTo>
                    <a:pt x="76090" y="15576"/>
                  </a:lnTo>
                  <a:lnTo>
                    <a:pt x="78798" y="18608"/>
                  </a:lnTo>
                  <a:lnTo>
                    <a:pt x="78655" y="25663"/>
                  </a:lnTo>
                  <a:lnTo>
                    <a:pt x="77589" y="29479"/>
                  </a:lnTo>
                  <a:lnTo>
                    <a:pt x="83691" y="28262"/>
                  </a:lnTo>
                  <a:lnTo>
                    <a:pt x="84941" y="26528"/>
                  </a:lnTo>
                  <a:lnTo>
                    <a:pt x="84313" y="23370"/>
                  </a:lnTo>
                  <a:lnTo>
                    <a:pt x="102628" y="21369"/>
                  </a:lnTo>
                  <a:lnTo>
                    <a:pt x="104366" y="18035"/>
                  </a:lnTo>
                  <a:lnTo>
                    <a:pt x="108726" y="21122"/>
                  </a:lnTo>
                  <a:lnTo>
                    <a:pt x="113117" y="26940"/>
                  </a:lnTo>
                  <a:lnTo>
                    <a:pt x="114108" y="24546"/>
                  </a:lnTo>
                  <a:lnTo>
                    <a:pt x="117311" y="23789"/>
                  </a:lnTo>
                  <a:lnTo>
                    <a:pt x="115769" y="28571"/>
                  </a:lnTo>
                  <a:lnTo>
                    <a:pt x="120248" y="29988"/>
                  </a:lnTo>
                  <a:lnTo>
                    <a:pt x="116946" y="31110"/>
                  </a:lnTo>
                  <a:lnTo>
                    <a:pt x="108964" y="33809"/>
                  </a:lnTo>
                  <a:lnTo>
                    <a:pt x="107269" y="35802"/>
                  </a:lnTo>
                  <a:lnTo>
                    <a:pt x="107363" y="41166"/>
                  </a:lnTo>
                  <a:lnTo>
                    <a:pt x="109013" y="41913"/>
                  </a:lnTo>
                  <a:lnTo>
                    <a:pt x="111301" y="40221"/>
                  </a:lnTo>
                  <a:lnTo>
                    <a:pt x="111357" y="43890"/>
                  </a:lnTo>
                  <a:lnTo>
                    <a:pt x="109872" y="54913"/>
                  </a:lnTo>
                  <a:lnTo>
                    <a:pt x="108262" y="60881"/>
                  </a:lnTo>
                  <a:lnTo>
                    <a:pt x="107389" y="60574"/>
                  </a:lnTo>
                  <a:lnTo>
                    <a:pt x="103727" y="59724"/>
                  </a:lnTo>
                  <a:lnTo>
                    <a:pt x="102974" y="56214"/>
                  </a:lnTo>
                  <a:lnTo>
                    <a:pt x="96068" y="56275"/>
                  </a:lnTo>
                  <a:lnTo>
                    <a:pt x="94708" y="63222"/>
                  </a:lnTo>
                  <a:lnTo>
                    <a:pt x="88645" y="65885"/>
                  </a:lnTo>
                  <a:lnTo>
                    <a:pt x="86902" y="65300"/>
                  </a:lnTo>
                  <a:lnTo>
                    <a:pt x="84915" y="64770"/>
                  </a:lnTo>
                  <a:lnTo>
                    <a:pt x="84418" y="52426"/>
                  </a:lnTo>
                  <a:lnTo>
                    <a:pt x="83505" y="55469"/>
                  </a:lnTo>
                  <a:lnTo>
                    <a:pt x="82392" y="56014"/>
                  </a:lnTo>
                  <a:lnTo>
                    <a:pt x="77733" y="54486"/>
                  </a:lnTo>
                  <a:lnTo>
                    <a:pt x="73607" y="55380"/>
                  </a:lnTo>
                  <a:lnTo>
                    <a:pt x="70289" y="53162"/>
                  </a:lnTo>
                  <a:lnTo>
                    <a:pt x="61431" y="52598"/>
                  </a:lnTo>
                  <a:lnTo>
                    <a:pt x="61070" y="51084"/>
                  </a:lnTo>
                  <a:lnTo>
                    <a:pt x="56698" y="49912"/>
                  </a:lnTo>
                  <a:lnTo>
                    <a:pt x="50566" y="54739"/>
                  </a:lnTo>
                  <a:lnTo>
                    <a:pt x="46658" y="55901"/>
                  </a:lnTo>
                  <a:lnTo>
                    <a:pt x="44967" y="57121"/>
                  </a:lnTo>
                  <a:lnTo>
                    <a:pt x="39350" y="56196"/>
                  </a:lnTo>
                  <a:lnTo>
                    <a:pt x="36035" y="59756"/>
                  </a:lnTo>
                  <a:lnTo>
                    <a:pt x="37364" y="62595"/>
                  </a:lnTo>
                  <a:lnTo>
                    <a:pt x="32414" y="63352"/>
                  </a:lnTo>
                  <a:lnTo>
                    <a:pt x="30282" y="60603"/>
                  </a:lnTo>
                  <a:lnTo>
                    <a:pt x="25723" y="58658"/>
                  </a:lnTo>
                  <a:lnTo>
                    <a:pt x="25733" y="52756"/>
                  </a:lnTo>
                  <a:lnTo>
                    <a:pt x="21280" y="53153"/>
                  </a:lnTo>
                  <a:lnTo>
                    <a:pt x="12557" y="51895"/>
                  </a:lnTo>
                  <a:lnTo>
                    <a:pt x="10083" y="50379"/>
                  </a:lnTo>
                  <a:lnTo>
                    <a:pt x="9777" y="46701"/>
                  </a:lnTo>
                  <a:lnTo>
                    <a:pt x="7759" y="42444"/>
                  </a:lnTo>
                  <a:lnTo>
                    <a:pt x="4836" y="41752"/>
                  </a:lnTo>
                  <a:lnTo>
                    <a:pt x="3842" y="40442"/>
                  </a:lnTo>
                  <a:lnTo>
                    <a:pt x="0" y="35366"/>
                  </a:lnTo>
                  <a:lnTo>
                    <a:pt x="6193" y="36344"/>
                  </a:lnTo>
                  <a:lnTo>
                    <a:pt x="8263" y="35205"/>
                  </a:lnTo>
                  <a:lnTo>
                    <a:pt x="5889" y="32452"/>
                  </a:lnTo>
                  <a:lnTo>
                    <a:pt x="9554" y="28985"/>
                  </a:lnTo>
                  <a:lnTo>
                    <a:pt x="7820" y="26115"/>
                  </a:lnTo>
                  <a:lnTo>
                    <a:pt x="3876" y="27139"/>
                  </a:lnTo>
                  <a:lnTo>
                    <a:pt x="3250" y="24652"/>
                  </a:lnTo>
                  <a:lnTo>
                    <a:pt x="4249" y="15291"/>
                  </a:lnTo>
                  <a:lnTo>
                    <a:pt x="3250" y="15005"/>
                  </a:lnTo>
                  <a:lnTo>
                    <a:pt x="3510" y="6531"/>
                  </a:lnTo>
                  <a:lnTo>
                    <a:pt x="6174" y="7053"/>
                  </a:lnTo>
                  <a:lnTo>
                    <a:pt x="11002" y="6439"/>
                  </a:lnTo>
                  <a:lnTo>
                    <a:pt x="14251" y="4878"/>
                  </a:lnTo>
                  <a:lnTo>
                    <a:pt x="13009" y="3042"/>
                  </a:lnTo>
                  <a:lnTo>
                    <a:pt x="14677" y="1883"/>
                  </a:lnTo>
                  <a:lnTo>
                    <a:pt x="22021" y="815"/>
                  </a:lnTo>
                  <a:lnTo>
                    <a:pt x="33397" y="4265"/>
                  </a:lnTo>
                  <a:lnTo>
                    <a:pt x="32350" y="442"/>
                  </a:lnTo>
                  <a:lnTo>
                    <a:pt x="33967" y="488"/>
                  </a:lnTo>
                  <a:lnTo>
                    <a:pt x="36792" y="3896"/>
                  </a:lnTo>
                  <a:lnTo>
                    <a:pt x="38151" y="4381"/>
                  </a:lnTo>
                  <a:lnTo>
                    <a:pt x="49796" y="3121"/>
                  </a:lnTo>
                  <a:lnTo>
                    <a:pt x="47967" y="3174"/>
                  </a:lnTo>
                  <a:lnTo>
                    <a:pt x="47803" y="210"/>
                  </a:lnTo>
                  <a:lnTo>
                    <a:pt x="48567" y="18"/>
                  </a:lnTo>
                  <a:lnTo>
                    <a:pt x="5476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h5459"/>
            <p:cNvSpPr/>
            <p:nvPr/>
          </p:nvSpPr>
          <p:spPr>
            <a:xfrm>
              <a:off x="5593819" y="1593530"/>
              <a:ext cx="71705" cy="60848"/>
            </a:xfrm>
            <a:custGeom>
              <a:avLst/>
              <a:pathLst>
                <a:path w="71705" h="60848">
                  <a:moveTo>
                    <a:pt x="45523" y="2994"/>
                  </a:moveTo>
                  <a:lnTo>
                    <a:pt x="48591" y="4011"/>
                  </a:lnTo>
                  <a:lnTo>
                    <a:pt x="50966" y="3839"/>
                  </a:lnTo>
                  <a:lnTo>
                    <a:pt x="53892" y="3716"/>
                  </a:lnTo>
                  <a:lnTo>
                    <a:pt x="56937" y="5703"/>
                  </a:lnTo>
                  <a:lnTo>
                    <a:pt x="55509" y="7737"/>
                  </a:lnTo>
                  <a:lnTo>
                    <a:pt x="61730" y="18282"/>
                  </a:lnTo>
                  <a:lnTo>
                    <a:pt x="71705" y="18869"/>
                  </a:lnTo>
                  <a:lnTo>
                    <a:pt x="71098" y="26419"/>
                  </a:lnTo>
                  <a:lnTo>
                    <a:pt x="65824" y="27360"/>
                  </a:lnTo>
                  <a:lnTo>
                    <a:pt x="62914" y="30221"/>
                  </a:lnTo>
                  <a:lnTo>
                    <a:pt x="62776" y="34864"/>
                  </a:lnTo>
                  <a:lnTo>
                    <a:pt x="64140" y="37170"/>
                  </a:lnTo>
                  <a:lnTo>
                    <a:pt x="65583" y="36697"/>
                  </a:lnTo>
                  <a:lnTo>
                    <a:pt x="65063" y="42224"/>
                  </a:lnTo>
                  <a:lnTo>
                    <a:pt x="61618" y="39642"/>
                  </a:lnTo>
                  <a:lnTo>
                    <a:pt x="60156" y="38872"/>
                  </a:lnTo>
                  <a:lnTo>
                    <a:pt x="60277" y="37200"/>
                  </a:lnTo>
                  <a:lnTo>
                    <a:pt x="55486" y="37102"/>
                  </a:lnTo>
                  <a:lnTo>
                    <a:pt x="48041" y="40138"/>
                  </a:lnTo>
                  <a:lnTo>
                    <a:pt x="44482" y="39635"/>
                  </a:lnTo>
                  <a:lnTo>
                    <a:pt x="45122" y="37022"/>
                  </a:lnTo>
                  <a:lnTo>
                    <a:pt x="40926" y="30912"/>
                  </a:lnTo>
                  <a:lnTo>
                    <a:pt x="34934" y="37699"/>
                  </a:lnTo>
                  <a:lnTo>
                    <a:pt x="33971" y="44945"/>
                  </a:lnTo>
                  <a:lnTo>
                    <a:pt x="31857" y="46259"/>
                  </a:lnTo>
                  <a:lnTo>
                    <a:pt x="27053" y="46246"/>
                  </a:lnTo>
                  <a:lnTo>
                    <a:pt x="23877" y="49199"/>
                  </a:lnTo>
                  <a:lnTo>
                    <a:pt x="24068" y="52558"/>
                  </a:lnTo>
                  <a:lnTo>
                    <a:pt x="25640" y="52595"/>
                  </a:lnTo>
                  <a:lnTo>
                    <a:pt x="26010" y="51626"/>
                  </a:lnTo>
                  <a:lnTo>
                    <a:pt x="27116" y="51424"/>
                  </a:lnTo>
                  <a:lnTo>
                    <a:pt x="26591" y="60848"/>
                  </a:lnTo>
                  <a:lnTo>
                    <a:pt x="15734" y="60256"/>
                  </a:lnTo>
                  <a:lnTo>
                    <a:pt x="16704" y="52468"/>
                  </a:lnTo>
                  <a:lnTo>
                    <a:pt x="14146" y="49735"/>
                  </a:lnTo>
                  <a:lnTo>
                    <a:pt x="11582" y="53982"/>
                  </a:lnTo>
                  <a:lnTo>
                    <a:pt x="9710" y="55439"/>
                  </a:lnTo>
                  <a:lnTo>
                    <a:pt x="6637" y="54677"/>
                  </a:lnTo>
                  <a:lnTo>
                    <a:pt x="6814" y="48184"/>
                  </a:lnTo>
                  <a:lnTo>
                    <a:pt x="0" y="48374"/>
                  </a:lnTo>
                  <a:lnTo>
                    <a:pt x="665" y="35381"/>
                  </a:lnTo>
                  <a:lnTo>
                    <a:pt x="6892" y="34640"/>
                  </a:lnTo>
                  <a:lnTo>
                    <a:pt x="6681" y="30434"/>
                  </a:lnTo>
                  <a:lnTo>
                    <a:pt x="5479" y="21705"/>
                  </a:lnTo>
                  <a:lnTo>
                    <a:pt x="6672" y="21070"/>
                  </a:lnTo>
                  <a:lnTo>
                    <a:pt x="17055" y="22388"/>
                  </a:lnTo>
                  <a:lnTo>
                    <a:pt x="17751" y="22647"/>
                  </a:lnTo>
                  <a:lnTo>
                    <a:pt x="17410" y="24388"/>
                  </a:lnTo>
                  <a:lnTo>
                    <a:pt x="20940" y="23077"/>
                  </a:lnTo>
                  <a:lnTo>
                    <a:pt x="30877" y="7414"/>
                  </a:lnTo>
                  <a:lnTo>
                    <a:pt x="38427" y="8837"/>
                  </a:lnTo>
                  <a:lnTo>
                    <a:pt x="41478" y="417"/>
                  </a:lnTo>
                  <a:lnTo>
                    <a:pt x="428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h5460"/>
            <p:cNvSpPr/>
            <p:nvPr/>
          </p:nvSpPr>
          <p:spPr>
            <a:xfrm>
              <a:off x="5439285" y="1506041"/>
              <a:ext cx="72184" cy="45184"/>
            </a:xfrm>
            <a:custGeom>
              <a:avLst/>
              <a:pathLst>
                <a:path w="72184" h="45184">
                  <a:moveTo>
                    <a:pt x="29410" y="6255"/>
                  </a:moveTo>
                  <a:lnTo>
                    <a:pt x="67933" y="8562"/>
                  </a:lnTo>
                  <a:lnTo>
                    <a:pt x="67855" y="9891"/>
                  </a:lnTo>
                  <a:lnTo>
                    <a:pt x="72184" y="22886"/>
                  </a:lnTo>
                  <a:lnTo>
                    <a:pt x="58313" y="27131"/>
                  </a:lnTo>
                  <a:lnTo>
                    <a:pt x="62142" y="41221"/>
                  </a:lnTo>
                  <a:lnTo>
                    <a:pt x="62376" y="42165"/>
                  </a:lnTo>
                  <a:lnTo>
                    <a:pt x="60339" y="43932"/>
                  </a:lnTo>
                  <a:lnTo>
                    <a:pt x="58072" y="40379"/>
                  </a:lnTo>
                  <a:lnTo>
                    <a:pt x="51568" y="41518"/>
                  </a:lnTo>
                  <a:lnTo>
                    <a:pt x="48968" y="45184"/>
                  </a:lnTo>
                  <a:lnTo>
                    <a:pt x="38278" y="42262"/>
                  </a:lnTo>
                  <a:lnTo>
                    <a:pt x="34363" y="44010"/>
                  </a:lnTo>
                  <a:lnTo>
                    <a:pt x="25817" y="43785"/>
                  </a:lnTo>
                  <a:lnTo>
                    <a:pt x="21063" y="44444"/>
                  </a:lnTo>
                  <a:lnTo>
                    <a:pt x="23050" y="40193"/>
                  </a:lnTo>
                  <a:lnTo>
                    <a:pt x="22363" y="37427"/>
                  </a:lnTo>
                  <a:lnTo>
                    <a:pt x="15682" y="36905"/>
                  </a:lnTo>
                  <a:lnTo>
                    <a:pt x="13066" y="38010"/>
                  </a:lnTo>
                  <a:lnTo>
                    <a:pt x="10308" y="33537"/>
                  </a:lnTo>
                  <a:lnTo>
                    <a:pt x="11764" y="31839"/>
                  </a:lnTo>
                  <a:lnTo>
                    <a:pt x="9666" y="26247"/>
                  </a:lnTo>
                  <a:lnTo>
                    <a:pt x="9021" y="22011"/>
                  </a:lnTo>
                  <a:lnTo>
                    <a:pt x="3242" y="23152"/>
                  </a:lnTo>
                  <a:lnTo>
                    <a:pt x="2121" y="16452"/>
                  </a:lnTo>
                  <a:lnTo>
                    <a:pt x="0" y="10756"/>
                  </a:lnTo>
                  <a:lnTo>
                    <a:pt x="4725" y="8723"/>
                  </a:lnTo>
                  <a:lnTo>
                    <a:pt x="6670" y="6077"/>
                  </a:lnTo>
                  <a:lnTo>
                    <a:pt x="15041" y="6444"/>
                  </a:lnTo>
                  <a:lnTo>
                    <a:pt x="154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h5461"/>
            <p:cNvSpPr/>
            <p:nvPr/>
          </p:nvSpPr>
          <p:spPr>
            <a:xfrm>
              <a:off x="5519983" y="1671908"/>
              <a:ext cx="49588" cy="25006"/>
            </a:xfrm>
            <a:custGeom>
              <a:avLst/>
              <a:pathLst>
                <a:path w="49588" h="25006">
                  <a:moveTo>
                    <a:pt x="13839" y="3404"/>
                  </a:moveTo>
                  <a:lnTo>
                    <a:pt x="13625" y="6405"/>
                  </a:lnTo>
                  <a:lnTo>
                    <a:pt x="27907" y="11296"/>
                  </a:lnTo>
                  <a:lnTo>
                    <a:pt x="32768" y="11723"/>
                  </a:lnTo>
                  <a:lnTo>
                    <a:pt x="35456" y="11107"/>
                  </a:lnTo>
                  <a:lnTo>
                    <a:pt x="36819" y="9270"/>
                  </a:lnTo>
                  <a:lnTo>
                    <a:pt x="37973" y="9130"/>
                  </a:lnTo>
                  <a:lnTo>
                    <a:pt x="40188" y="9970"/>
                  </a:lnTo>
                  <a:lnTo>
                    <a:pt x="40263" y="11628"/>
                  </a:lnTo>
                  <a:lnTo>
                    <a:pt x="43084" y="13359"/>
                  </a:lnTo>
                  <a:lnTo>
                    <a:pt x="44056" y="12237"/>
                  </a:lnTo>
                  <a:lnTo>
                    <a:pt x="44836" y="16303"/>
                  </a:lnTo>
                  <a:lnTo>
                    <a:pt x="49588" y="17627"/>
                  </a:lnTo>
                  <a:lnTo>
                    <a:pt x="49284" y="23110"/>
                  </a:lnTo>
                  <a:lnTo>
                    <a:pt x="42468" y="25006"/>
                  </a:lnTo>
                  <a:lnTo>
                    <a:pt x="41477" y="24610"/>
                  </a:lnTo>
                  <a:lnTo>
                    <a:pt x="39038" y="20654"/>
                  </a:lnTo>
                  <a:lnTo>
                    <a:pt x="32208" y="20790"/>
                  </a:lnTo>
                  <a:lnTo>
                    <a:pt x="31154" y="24030"/>
                  </a:lnTo>
                  <a:lnTo>
                    <a:pt x="25851" y="22641"/>
                  </a:lnTo>
                  <a:lnTo>
                    <a:pt x="26911" y="19998"/>
                  </a:lnTo>
                  <a:lnTo>
                    <a:pt x="26380" y="17766"/>
                  </a:lnTo>
                  <a:lnTo>
                    <a:pt x="18895" y="14226"/>
                  </a:lnTo>
                  <a:lnTo>
                    <a:pt x="4224" y="15224"/>
                  </a:lnTo>
                  <a:lnTo>
                    <a:pt x="2893" y="13048"/>
                  </a:lnTo>
                  <a:lnTo>
                    <a:pt x="0" y="5321"/>
                  </a:lnTo>
                  <a:lnTo>
                    <a:pt x="1623" y="4473"/>
                  </a:lnTo>
                  <a:lnTo>
                    <a:pt x="2089" y="1930"/>
                  </a:lnTo>
                  <a:lnTo>
                    <a:pt x="6799" y="654"/>
                  </a:lnTo>
                  <a:lnTo>
                    <a:pt x="8726" y="1491"/>
                  </a:lnTo>
                  <a:lnTo>
                    <a:pt x="1194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h5462"/>
            <p:cNvSpPr/>
            <p:nvPr/>
          </p:nvSpPr>
          <p:spPr>
            <a:xfrm>
              <a:off x="5424145" y="1619103"/>
              <a:ext cx="53133" cy="66405"/>
            </a:xfrm>
            <a:custGeom>
              <a:avLst/>
              <a:pathLst>
                <a:path w="53133" h="66405">
                  <a:moveTo>
                    <a:pt x="27588" y="6151"/>
                  </a:moveTo>
                  <a:lnTo>
                    <a:pt x="27984" y="8257"/>
                  </a:lnTo>
                  <a:lnTo>
                    <a:pt x="22645" y="7923"/>
                  </a:lnTo>
                  <a:lnTo>
                    <a:pt x="22415" y="11269"/>
                  </a:lnTo>
                  <a:lnTo>
                    <a:pt x="25147" y="13120"/>
                  </a:lnTo>
                  <a:lnTo>
                    <a:pt x="29624" y="13530"/>
                  </a:lnTo>
                  <a:lnTo>
                    <a:pt x="33568" y="10962"/>
                  </a:lnTo>
                  <a:lnTo>
                    <a:pt x="37007" y="11350"/>
                  </a:lnTo>
                  <a:lnTo>
                    <a:pt x="37894" y="12310"/>
                  </a:lnTo>
                  <a:lnTo>
                    <a:pt x="36319" y="12271"/>
                  </a:lnTo>
                  <a:lnTo>
                    <a:pt x="35217" y="14721"/>
                  </a:lnTo>
                  <a:lnTo>
                    <a:pt x="41741" y="20571"/>
                  </a:lnTo>
                  <a:lnTo>
                    <a:pt x="43380" y="21716"/>
                  </a:lnTo>
                  <a:lnTo>
                    <a:pt x="47018" y="18325"/>
                  </a:lnTo>
                  <a:lnTo>
                    <a:pt x="49289" y="20070"/>
                  </a:lnTo>
                  <a:lnTo>
                    <a:pt x="46529" y="23772"/>
                  </a:lnTo>
                  <a:lnTo>
                    <a:pt x="46122" y="27891"/>
                  </a:lnTo>
                  <a:lnTo>
                    <a:pt x="48935" y="29622"/>
                  </a:lnTo>
                  <a:lnTo>
                    <a:pt x="51471" y="30913"/>
                  </a:lnTo>
                  <a:lnTo>
                    <a:pt x="53133" y="32878"/>
                  </a:lnTo>
                  <a:lnTo>
                    <a:pt x="51745" y="40209"/>
                  </a:lnTo>
                  <a:lnTo>
                    <a:pt x="42093" y="34730"/>
                  </a:lnTo>
                  <a:lnTo>
                    <a:pt x="38708" y="34851"/>
                  </a:lnTo>
                  <a:lnTo>
                    <a:pt x="37611" y="35956"/>
                  </a:lnTo>
                  <a:lnTo>
                    <a:pt x="40152" y="38777"/>
                  </a:lnTo>
                  <a:lnTo>
                    <a:pt x="37186" y="41208"/>
                  </a:lnTo>
                  <a:lnTo>
                    <a:pt x="33515" y="36744"/>
                  </a:lnTo>
                  <a:lnTo>
                    <a:pt x="29656" y="41844"/>
                  </a:lnTo>
                  <a:lnTo>
                    <a:pt x="26909" y="43901"/>
                  </a:lnTo>
                  <a:lnTo>
                    <a:pt x="21289" y="42288"/>
                  </a:lnTo>
                  <a:lnTo>
                    <a:pt x="19893" y="46854"/>
                  </a:lnTo>
                  <a:lnTo>
                    <a:pt x="20518" y="47088"/>
                  </a:lnTo>
                  <a:lnTo>
                    <a:pt x="19937" y="56224"/>
                  </a:lnTo>
                  <a:lnTo>
                    <a:pt x="24095" y="56507"/>
                  </a:lnTo>
                  <a:lnTo>
                    <a:pt x="23907" y="61478"/>
                  </a:lnTo>
                  <a:lnTo>
                    <a:pt x="19617" y="61205"/>
                  </a:lnTo>
                  <a:lnTo>
                    <a:pt x="19523" y="62491"/>
                  </a:lnTo>
                  <a:lnTo>
                    <a:pt x="15414" y="61758"/>
                  </a:lnTo>
                  <a:lnTo>
                    <a:pt x="8933" y="66405"/>
                  </a:lnTo>
                  <a:lnTo>
                    <a:pt x="4283" y="62000"/>
                  </a:lnTo>
                  <a:lnTo>
                    <a:pt x="7759" y="49946"/>
                  </a:lnTo>
                  <a:lnTo>
                    <a:pt x="2311" y="46914"/>
                  </a:lnTo>
                  <a:lnTo>
                    <a:pt x="1188" y="46281"/>
                  </a:lnTo>
                  <a:lnTo>
                    <a:pt x="2785" y="45661"/>
                  </a:lnTo>
                  <a:lnTo>
                    <a:pt x="1077" y="41036"/>
                  </a:lnTo>
                  <a:lnTo>
                    <a:pt x="6291" y="29933"/>
                  </a:lnTo>
                  <a:lnTo>
                    <a:pt x="4012" y="30067"/>
                  </a:lnTo>
                  <a:lnTo>
                    <a:pt x="6561" y="20891"/>
                  </a:lnTo>
                  <a:lnTo>
                    <a:pt x="0" y="15208"/>
                  </a:lnTo>
                  <a:lnTo>
                    <a:pt x="4760" y="13923"/>
                  </a:lnTo>
                  <a:lnTo>
                    <a:pt x="5541" y="7099"/>
                  </a:lnTo>
                  <a:lnTo>
                    <a:pt x="8533" y="6999"/>
                  </a:lnTo>
                  <a:lnTo>
                    <a:pt x="13560" y="11841"/>
                  </a:lnTo>
                  <a:lnTo>
                    <a:pt x="15932" y="10163"/>
                  </a:lnTo>
                  <a:lnTo>
                    <a:pt x="17752" y="1765"/>
                  </a:lnTo>
                  <a:lnTo>
                    <a:pt x="19008" y="1459"/>
                  </a:lnTo>
                  <a:lnTo>
                    <a:pt x="2193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h5463"/>
            <p:cNvSpPr/>
            <p:nvPr/>
          </p:nvSpPr>
          <p:spPr>
            <a:xfrm>
              <a:off x="5534363" y="1702161"/>
              <a:ext cx="39203" cy="43696"/>
            </a:xfrm>
            <a:custGeom>
              <a:avLst/>
              <a:pathLst>
                <a:path w="39203" h="43696">
                  <a:moveTo>
                    <a:pt x="25837" y="2610"/>
                  </a:moveTo>
                  <a:lnTo>
                    <a:pt x="26407" y="5122"/>
                  </a:lnTo>
                  <a:lnTo>
                    <a:pt x="30878" y="5012"/>
                  </a:lnTo>
                  <a:lnTo>
                    <a:pt x="33007" y="6039"/>
                  </a:lnTo>
                  <a:lnTo>
                    <a:pt x="36238" y="6069"/>
                  </a:lnTo>
                  <a:lnTo>
                    <a:pt x="35647" y="8938"/>
                  </a:lnTo>
                  <a:lnTo>
                    <a:pt x="36663" y="10449"/>
                  </a:lnTo>
                  <a:lnTo>
                    <a:pt x="39006" y="9919"/>
                  </a:lnTo>
                  <a:lnTo>
                    <a:pt x="39203" y="12829"/>
                  </a:lnTo>
                  <a:lnTo>
                    <a:pt x="35509" y="13113"/>
                  </a:lnTo>
                  <a:lnTo>
                    <a:pt x="35998" y="19581"/>
                  </a:lnTo>
                  <a:lnTo>
                    <a:pt x="31785" y="28211"/>
                  </a:lnTo>
                  <a:lnTo>
                    <a:pt x="33694" y="32103"/>
                  </a:lnTo>
                  <a:lnTo>
                    <a:pt x="31714" y="37894"/>
                  </a:lnTo>
                  <a:lnTo>
                    <a:pt x="33807" y="38962"/>
                  </a:lnTo>
                  <a:lnTo>
                    <a:pt x="33159" y="42792"/>
                  </a:lnTo>
                  <a:lnTo>
                    <a:pt x="28887" y="40602"/>
                  </a:lnTo>
                  <a:lnTo>
                    <a:pt x="24862" y="41352"/>
                  </a:lnTo>
                  <a:lnTo>
                    <a:pt x="23486" y="43696"/>
                  </a:lnTo>
                  <a:lnTo>
                    <a:pt x="23525" y="40192"/>
                  </a:lnTo>
                  <a:lnTo>
                    <a:pt x="18708" y="41778"/>
                  </a:lnTo>
                  <a:lnTo>
                    <a:pt x="13284" y="35060"/>
                  </a:lnTo>
                  <a:lnTo>
                    <a:pt x="11822" y="28938"/>
                  </a:lnTo>
                  <a:lnTo>
                    <a:pt x="10825" y="27494"/>
                  </a:lnTo>
                  <a:lnTo>
                    <a:pt x="8226" y="28099"/>
                  </a:lnTo>
                  <a:lnTo>
                    <a:pt x="8326" y="28889"/>
                  </a:lnTo>
                  <a:lnTo>
                    <a:pt x="6325" y="28057"/>
                  </a:lnTo>
                  <a:lnTo>
                    <a:pt x="6045" y="19064"/>
                  </a:lnTo>
                  <a:lnTo>
                    <a:pt x="2590" y="12325"/>
                  </a:lnTo>
                  <a:lnTo>
                    <a:pt x="0" y="12594"/>
                  </a:lnTo>
                  <a:lnTo>
                    <a:pt x="12" y="11235"/>
                  </a:lnTo>
                  <a:lnTo>
                    <a:pt x="23551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h5464"/>
            <p:cNvSpPr/>
            <p:nvPr/>
          </p:nvSpPr>
          <p:spPr>
            <a:xfrm>
              <a:off x="5646295" y="1577271"/>
              <a:ext cx="66543" cy="58821"/>
            </a:xfrm>
            <a:custGeom>
              <a:avLst/>
              <a:pathLst>
                <a:path w="66543" h="58821">
                  <a:moveTo>
                    <a:pt x="40436" y="3248"/>
                  </a:moveTo>
                  <a:lnTo>
                    <a:pt x="39432" y="14352"/>
                  </a:lnTo>
                  <a:lnTo>
                    <a:pt x="37890" y="18688"/>
                  </a:lnTo>
                  <a:lnTo>
                    <a:pt x="40940" y="18542"/>
                  </a:lnTo>
                  <a:lnTo>
                    <a:pt x="44141" y="21106"/>
                  </a:lnTo>
                  <a:lnTo>
                    <a:pt x="46039" y="24787"/>
                  </a:lnTo>
                  <a:lnTo>
                    <a:pt x="44679" y="32504"/>
                  </a:lnTo>
                  <a:lnTo>
                    <a:pt x="49295" y="35467"/>
                  </a:lnTo>
                  <a:lnTo>
                    <a:pt x="59869" y="38519"/>
                  </a:lnTo>
                  <a:lnTo>
                    <a:pt x="63874" y="41792"/>
                  </a:lnTo>
                  <a:lnTo>
                    <a:pt x="66327" y="45846"/>
                  </a:lnTo>
                  <a:lnTo>
                    <a:pt x="66543" y="52052"/>
                  </a:lnTo>
                  <a:lnTo>
                    <a:pt x="65737" y="52274"/>
                  </a:lnTo>
                  <a:lnTo>
                    <a:pt x="63095" y="55095"/>
                  </a:lnTo>
                  <a:lnTo>
                    <a:pt x="57755" y="52895"/>
                  </a:lnTo>
                  <a:lnTo>
                    <a:pt x="46540" y="52522"/>
                  </a:lnTo>
                  <a:lnTo>
                    <a:pt x="42988" y="53222"/>
                  </a:lnTo>
                  <a:lnTo>
                    <a:pt x="42121" y="58821"/>
                  </a:lnTo>
                  <a:lnTo>
                    <a:pt x="38077" y="57632"/>
                  </a:lnTo>
                  <a:lnTo>
                    <a:pt x="35223" y="57853"/>
                  </a:lnTo>
                  <a:lnTo>
                    <a:pt x="26422" y="54852"/>
                  </a:lnTo>
                  <a:lnTo>
                    <a:pt x="21829" y="55467"/>
                  </a:lnTo>
                  <a:lnTo>
                    <a:pt x="14733" y="51930"/>
                  </a:lnTo>
                  <a:lnTo>
                    <a:pt x="13108" y="52956"/>
                  </a:lnTo>
                  <a:lnTo>
                    <a:pt x="11665" y="53430"/>
                  </a:lnTo>
                  <a:lnTo>
                    <a:pt x="10301" y="51124"/>
                  </a:lnTo>
                  <a:lnTo>
                    <a:pt x="10438" y="46481"/>
                  </a:lnTo>
                  <a:lnTo>
                    <a:pt x="13348" y="43619"/>
                  </a:lnTo>
                  <a:lnTo>
                    <a:pt x="18623" y="42679"/>
                  </a:lnTo>
                  <a:lnTo>
                    <a:pt x="19229" y="35129"/>
                  </a:lnTo>
                  <a:lnTo>
                    <a:pt x="9254" y="34542"/>
                  </a:lnTo>
                  <a:lnTo>
                    <a:pt x="3034" y="23997"/>
                  </a:lnTo>
                  <a:lnTo>
                    <a:pt x="4462" y="21962"/>
                  </a:lnTo>
                  <a:lnTo>
                    <a:pt x="1416" y="19975"/>
                  </a:lnTo>
                  <a:lnTo>
                    <a:pt x="0" y="19704"/>
                  </a:lnTo>
                  <a:lnTo>
                    <a:pt x="3354" y="13471"/>
                  </a:lnTo>
                  <a:lnTo>
                    <a:pt x="4737" y="11256"/>
                  </a:lnTo>
                  <a:lnTo>
                    <a:pt x="9528" y="6971"/>
                  </a:lnTo>
                  <a:lnTo>
                    <a:pt x="10808" y="7039"/>
                  </a:lnTo>
                  <a:lnTo>
                    <a:pt x="11943" y="8367"/>
                  </a:lnTo>
                  <a:lnTo>
                    <a:pt x="18880" y="8739"/>
                  </a:lnTo>
                  <a:lnTo>
                    <a:pt x="21912" y="9640"/>
                  </a:lnTo>
                  <a:lnTo>
                    <a:pt x="21882" y="19181"/>
                  </a:lnTo>
                  <a:lnTo>
                    <a:pt x="25593" y="18890"/>
                  </a:lnTo>
                  <a:lnTo>
                    <a:pt x="26061" y="10762"/>
                  </a:lnTo>
                  <a:lnTo>
                    <a:pt x="27298" y="10862"/>
                  </a:lnTo>
                  <a:lnTo>
                    <a:pt x="2789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h5465"/>
            <p:cNvSpPr/>
            <p:nvPr/>
          </p:nvSpPr>
          <p:spPr>
            <a:xfrm>
              <a:off x="5626448" y="1845043"/>
              <a:ext cx="93444" cy="55572"/>
            </a:xfrm>
            <a:custGeom>
              <a:avLst/>
              <a:pathLst>
                <a:path w="93444" h="55572">
                  <a:moveTo>
                    <a:pt x="25424" y="4884"/>
                  </a:moveTo>
                  <a:lnTo>
                    <a:pt x="36763" y="5987"/>
                  </a:lnTo>
                  <a:lnTo>
                    <a:pt x="38134" y="6470"/>
                  </a:lnTo>
                  <a:lnTo>
                    <a:pt x="40548" y="9867"/>
                  </a:lnTo>
                  <a:lnTo>
                    <a:pt x="42725" y="10797"/>
                  </a:lnTo>
                  <a:lnTo>
                    <a:pt x="48002" y="7919"/>
                  </a:lnTo>
                  <a:lnTo>
                    <a:pt x="50464" y="13082"/>
                  </a:lnTo>
                  <a:lnTo>
                    <a:pt x="53312" y="12833"/>
                  </a:lnTo>
                  <a:lnTo>
                    <a:pt x="52172" y="9931"/>
                  </a:lnTo>
                  <a:lnTo>
                    <a:pt x="52311" y="7311"/>
                  </a:lnTo>
                  <a:lnTo>
                    <a:pt x="55314" y="7042"/>
                  </a:lnTo>
                  <a:lnTo>
                    <a:pt x="59467" y="10158"/>
                  </a:lnTo>
                  <a:lnTo>
                    <a:pt x="59255" y="13423"/>
                  </a:lnTo>
                  <a:lnTo>
                    <a:pt x="61838" y="16286"/>
                  </a:lnTo>
                  <a:lnTo>
                    <a:pt x="70416" y="19767"/>
                  </a:lnTo>
                  <a:lnTo>
                    <a:pt x="77422" y="19100"/>
                  </a:lnTo>
                  <a:lnTo>
                    <a:pt x="80011" y="15420"/>
                  </a:lnTo>
                  <a:lnTo>
                    <a:pt x="83147" y="14497"/>
                  </a:lnTo>
                  <a:lnTo>
                    <a:pt x="86992" y="10964"/>
                  </a:lnTo>
                  <a:lnTo>
                    <a:pt x="89019" y="13579"/>
                  </a:lnTo>
                  <a:lnTo>
                    <a:pt x="89587" y="19672"/>
                  </a:lnTo>
                  <a:lnTo>
                    <a:pt x="91244" y="19472"/>
                  </a:lnTo>
                  <a:lnTo>
                    <a:pt x="91467" y="21258"/>
                  </a:lnTo>
                  <a:lnTo>
                    <a:pt x="89641" y="25191"/>
                  </a:lnTo>
                  <a:lnTo>
                    <a:pt x="89971" y="29207"/>
                  </a:lnTo>
                  <a:lnTo>
                    <a:pt x="92495" y="35436"/>
                  </a:lnTo>
                  <a:lnTo>
                    <a:pt x="93444" y="36144"/>
                  </a:lnTo>
                  <a:lnTo>
                    <a:pt x="89042" y="40102"/>
                  </a:lnTo>
                  <a:lnTo>
                    <a:pt x="85650" y="41944"/>
                  </a:lnTo>
                  <a:lnTo>
                    <a:pt x="80264" y="38170"/>
                  </a:lnTo>
                  <a:lnTo>
                    <a:pt x="76749" y="39482"/>
                  </a:lnTo>
                  <a:lnTo>
                    <a:pt x="75969" y="44658"/>
                  </a:lnTo>
                  <a:lnTo>
                    <a:pt x="71187" y="43019"/>
                  </a:lnTo>
                  <a:lnTo>
                    <a:pt x="64279" y="46507"/>
                  </a:lnTo>
                  <a:lnTo>
                    <a:pt x="59431" y="46804"/>
                  </a:lnTo>
                  <a:lnTo>
                    <a:pt x="54568" y="48234"/>
                  </a:lnTo>
                  <a:lnTo>
                    <a:pt x="42013" y="46584"/>
                  </a:lnTo>
                  <a:lnTo>
                    <a:pt x="39763" y="44687"/>
                  </a:lnTo>
                  <a:lnTo>
                    <a:pt x="36514" y="45710"/>
                  </a:lnTo>
                  <a:lnTo>
                    <a:pt x="30831" y="43153"/>
                  </a:lnTo>
                  <a:lnTo>
                    <a:pt x="31028" y="53551"/>
                  </a:lnTo>
                  <a:lnTo>
                    <a:pt x="30532" y="55509"/>
                  </a:lnTo>
                  <a:lnTo>
                    <a:pt x="29187" y="55572"/>
                  </a:lnTo>
                  <a:lnTo>
                    <a:pt x="26202" y="53091"/>
                  </a:lnTo>
                  <a:lnTo>
                    <a:pt x="24926" y="49430"/>
                  </a:lnTo>
                  <a:lnTo>
                    <a:pt x="23175" y="47877"/>
                  </a:lnTo>
                  <a:lnTo>
                    <a:pt x="17257" y="48512"/>
                  </a:lnTo>
                  <a:lnTo>
                    <a:pt x="11015" y="48009"/>
                  </a:lnTo>
                  <a:lnTo>
                    <a:pt x="7823" y="46451"/>
                  </a:lnTo>
                  <a:lnTo>
                    <a:pt x="4887" y="36580"/>
                  </a:lnTo>
                  <a:lnTo>
                    <a:pt x="1212" y="34019"/>
                  </a:lnTo>
                  <a:lnTo>
                    <a:pt x="0" y="34062"/>
                  </a:lnTo>
                  <a:lnTo>
                    <a:pt x="1" y="29319"/>
                  </a:lnTo>
                  <a:lnTo>
                    <a:pt x="737" y="29336"/>
                  </a:lnTo>
                  <a:lnTo>
                    <a:pt x="3103" y="26678"/>
                  </a:lnTo>
                  <a:lnTo>
                    <a:pt x="2509" y="18100"/>
                  </a:lnTo>
                  <a:lnTo>
                    <a:pt x="609" y="17238"/>
                  </a:lnTo>
                  <a:lnTo>
                    <a:pt x="1149" y="14745"/>
                  </a:lnTo>
                  <a:lnTo>
                    <a:pt x="4646" y="14966"/>
                  </a:lnTo>
                  <a:lnTo>
                    <a:pt x="8370" y="14308"/>
                  </a:lnTo>
                  <a:lnTo>
                    <a:pt x="8469" y="10581"/>
                  </a:lnTo>
                  <a:lnTo>
                    <a:pt x="8475" y="10072"/>
                  </a:lnTo>
                  <a:lnTo>
                    <a:pt x="12250" y="9223"/>
                  </a:lnTo>
                  <a:lnTo>
                    <a:pt x="13370" y="3098"/>
                  </a:lnTo>
                  <a:lnTo>
                    <a:pt x="13200" y="163"/>
                  </a:lnTo>
                  <a:lnTo>
                    <a:pt x="15993" y="670"/>
                  </a:lnTo>
                  <a:lnTo>
                    <a:pt x="2543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h5466"/>
            <p:cNvSpPr/>
            <p:nvPr/>
          </p:nvSpPr>
          <p:spPr>
            <a:xfrm>
              <a:off x="5607875" y="1779948"/>
              <a:ext cx="35077" cy="76229"/>
            </a:xfrm>
            <a:custGeom>
              <a:avLst/>
              <a:pathLst>
                <a:path w="35077" h="76229">
                  <a:moveTo>
                    <a:pt x="32824" y="0"/>
                  </a:moveTo>
                  <a:lnTo>
                    <a:pt x="33518" y="1367"/>
                  </a:lnTo>
                  <a:lnTo>
                    <a:pt x="33590" y="4780"/>
                  </a:lnTo>
                  <a:lnTo>
                    <a:pt x="34519" y="6657"/>
                  </a:lnTo>
                  <a:lnTo>
                    <a:pt x="25044" y="9966"/>
                  </a:lnTo>
                  <a:lnTo>
                    <a:pt x="29391" y="22155"/>
                  </a:lnTo>
                  <a:lnTo>
                    <a:pt x="27841" y="21833"/>
                  </a:lnTo>
                  <a:lnTo>
                    <a:pt x="27452" y="29385"/>
                  </a:lnTo>
                  <a:lnTo>
                    <a:pt x="29162" y="29129"/>
                  </a:lnTo>
                  <a:lnTo>
                    <a:pt x="31239" y="34645"/>
                  </a:lnTo>
                  <a:lnTo>
                    <a:pt x="31494" y="37748"/>
                  </a:lnTo>
                  <a:lnTo>
                    <a:pt x="26866" y="42656"/>
                  </a:lnTo>
                  <a:lnTo>
                    <a:pt x="26313" y="45164"/>
                  </a:lnTo>
                  <a:lnTo>
                    <a:pt x="28900" y="45753"/>
                  </a:lnTo>
                  <a:lnTo>
                    <a:pt x="31443" y="52654"/>
                  </a:lnTo>
                  <a:lnTo>
                    <a:pt x="31510" y="58735"/>
                  </a:lnTo>
                  <a:lnTo>
                    <a:pt x="35077" y="63932"/>
                  </a:lnTo>
                  <a:lnTo>
                    <a:pt x="34566" y="65765"/>
                  </a:lnTo>
                  <a:lnTo>
                    <a:pt x="31773" y="65258"/>
                  </a:lnTo>
                  <a:lnTo>
                    <a:pt x="31943" y="68193"/>
                  </a:lnTo>
                  <a:lnTo>
                    <a:pt x="30823" y="74318"/>
                  </a:lnTo>
                  <a:lnTo>
                    <a:pt x="27048" y="75167"/>
                  </a:lnTo>
                  <a:lnTo>
                    <a:pt x="27042" y="75676"/>
                  </a:lnTo>
                  <a:lnTo>
                    <a:pt x="22396" y="76229"/>
                  </a:lnTo>
                  <a:lnTo>
                    <a:pt x="22371" y="70556"/>
                  </a:lnTo>
                  <a:lnTo>
                    <a:pt x="23239" y="70113"/>
                  </a:lnTo>
                  <a:lnTo>
                    <a:pt x="22526" y="66113"/>
                  </a:lnTo>
                  <a:lnTo>
                    <a:pt x="19216" y="63930"/>
                  </a:lnTo>
                  <a:lnTo>
                    <a:pt x="22307" y="53342"/>
                  </a:lnTo>
                  <a:lnTo>
                    <a:pt x="15161" y="53883"/>
                  </a:lnTo>
                  <a:lnTo>
                    <a:pt x="13622" y="50271"/>
                  </a:lnTo>
                  <a:lnTo>
                    <a:pt x="13658" y="48078"/>
                  </a:lnTo>
                  <a:lnTo>
                    <a:pt x="15915" y="44452"/>
                  </a:lnTo>
                  <a:lnTo>
                    <a:pt x="5742" y="42336"/>
                  </a:lnTo>
                  <a:lnTo>
                    <a:pt x="6975" y="40640"/>
                  </a:lnTo>
                  <a:lnTo>
                    <a:pt x="6447" y="35216"/>
                  </a:lnTo>
                  <a:lnTo>
                    <a:pt x="4655" y="32839"/>
                  </a:lnTo>
                  <a:lnTo>
                    <a:pt x="2798" y="32670"/>
                  </a:lnTo>
                  <a:lnTo>
                    <a:pt x="1067" y="30988"/>
                  </a:lnTo>
                  <a:lnTo>
                    <a:pt x="0" y="27727"/>
                  </a:lnTo>
                  <a:lnTo>
                    <a:pt x="771" y="21977"/>
                  </a:lnTo>
                  <a:lnTo>
                    <a:pt x="5110" y="22592"/>
                  </a:lnTo>
                  <a:lnTo>
                    <a:pt x="7599" y="21538"/>
                  </a:lnTo>
                  <a:lnTo>
                    <a:pt x="5143" y="19636"/>
                  </a:lnTo>
                  <a:lnTo>
                    <a:pt x="3117" y="16451"/>
                  </a:lnTo>
                  <a:lnTo>
                    <a:pt x="4585" y="13981"/>
                  </a:lnTo>
                  <a:lnTo>
                    <a:pt x="7698" y="13009"/>
                  </a:lnTo>
                  <a:lnTo>
                    <a:pt x="10446" y="13877"/>
                  </a:lnTo>
                  <a:lnTo>
                    <a:pt x="11824" y="12941"/>
                  </a:lnTo>
                  <a:lnTo>
                    <a:pt x="10064" y="9724"/>
                  </a:lnTo>
                  <a:lnTo>
                    <a:pt x="11915" y="8514"/>
                  </a:lnTo>
                  <a:lnTo>
                    <a:pt x="14947" y="8401"/>
                  </a:lnTo>
                  <a:lnTo>
                    <a:pt x="15027" y="2306"/>
                  </a:lnTo>
                  <a:lnTo>
                    <a:pt x="18685" y="4685"/>
                  </a:lnTo>
                  <a:lnTo>
                    <a:pt x="21397" y="4756"/>
                  </a:lnTo>
                  <a:lnTo>
                    <a:pt x="22803" y="3098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h5467"/>
            <p:cNvSpPr/>
            <p:nvPr/>
          </p:nvSpPr>
          <p:spPr>
            <a:xfrm>
              <a:off x="5453798" y="1921809"/>
              <a:ext cx="248" cy="140"/>
            </a:xfrm>
            <a:custGeom>
              <a:avLst/>
              <a:pathLst>
                <a:path w="248" h="140">
                  <a:moveTo>
                    <a:pt x="0" y="40"/>
                  </a:moveTo>
                  <a:lnTo>
                    <a:pt x="195" y="0"/>
                  </a:lnTo>
                  <a:lnTo>
                    <a:pt x="248" y="14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h5468"/>
            <p:cNvSpPr/>
            <p:nvPr/>
          </p:nvSpPr>
          <p:spPr>
            <a:xfrm>
              <a:off x="5444566" y="1918675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h5469"/>
            <p:cNvSpPr/>
            <p:nvPr/>
          </p:nvSpPr>
          <p:spPr>
            <a:xfrm>
              <a:off x="5451763" y="1918620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h5470"/>
            <p:cNvSpPr/>
            <p:nvPr/>
          </p:nvSpPr>
          <p:spPr>
            <a:xfrm>
              <a:off x="5445470" y="19180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h5471"/>
            <p:cNvSpPr/>
            <p:nvPr/>
          </p:nvSpPr>
          <p:spPr>
            <a:xfrm>
              <a:off x="5445439" y="1917456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h5472"/>
            <p:cNvSpPr/>
            <p:nvPr/>
          </p:nvSpPr>
          <p:spPr>
            <a:xfrm>
              <a:off x="5447613" y="1916295"/>
              <a:ext cx="395" cy="646"/>
            </a:xfrm>
            <a:custGeom>
              <a:avLst/>
              <a:pathLst>
                <a:path w="395" h="646">
                  <a:moveTo>
                    <a:pt x="0" y="646"/>
                  </a:moveTo>
                  <a:lnTo>
                    <a:pt x="395" y="0"/>
                  </a:lnTo>
                  <a:lnTo>
                    <a:pt x="293" y="4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h5473"/>
            <p:cNvSpPr/>
            <p:nvPr/>
          </p:nvSpPr>
          <p:spPr>
            <a:xfrm>
              <a:off x="5437853" y="1914865"/>
              <a:ext cx="649" cy="777"/>
            </a:xfrm>
            <a:custGeom>
              <a:avLst/>
              <a:pathLst>
                <a:path w="649" h="777">
                  <a:moveTo>
                    <a:pt x="649" y="0"/>
                  </a:moveTo>
                  <a:lnTo>
                    <a:pt x="420" y="731"/>
                  </a:lnTo>
                  <a:lnTo>
                    <a:pt x="0" y="77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h5474"/>
            <p:cNvSpPr/>
            <p:nvPr/>
          </p:nvSpPr>
          <p:spPr>
            <a:xfrm>
              <a:off x="5410062" y="1909977"/>
              <a:ext cx="2139" cy="4032"/>
            </a:xfrm>
            <a:custGeom>
              <a:avLst/>
              <a:pathLst>
                <a:path w="2139" h="4032">
                  <a:moveTo>
                    <a:pt x="1124" y="1391"/>
                  </a:moveTo>
                  <a:lnTo>
                    <a:pt x="2139" y="4032"/>
                  </a:lnTo>
                  <a:lnTo>
                    <a:pt x="682" y="29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h5475"/>
            <p:cNvSpPr/>
            <p:nvPr/>
          </p:nvSpPr>
          <p:spPr>
            <a:xfrm>
              <a:off x="5464958" y="1925964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h5476"/>
            <p:cNvSpPr/>
            <p:nvPr/>
          </p:nvSpPr>
          <p:spPr>
            <a:xfrm>
              <a:off x="5455407" y="1925834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h5477"/>
            <p:cNvSpPr/>
            <p:nvPr/>
          </p:nvSpPr>
          <p:spPr>
            <a:xfrm>
              <a:off x="5466602" y="1923751"/>
              <a:ext cx="1714" cy="1544"/>
            </a:xfrm>
            <a:custGeom>
              <a:avLst/>
              <a:pathLst>
                <a:path w="1714" h="1544">
                  <a:moveTo>
                    <a:pt x="0" y="1046"/>
                  </a:moveTo>
                  <a:lnTo>
                    <a:pt x="1714" y="0"/>
                  </a:lnTo>
                  <a:lnTo>
                    <a:pt x="135" y="154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h5478"/>
            <p:cNvSpPr/>
            <p:nvPr/>
          </p:nvSpPr>
          <p:spPr>
            <a:xfrm>
              <a:off x="5463926" y="1922138"/>
              <a:ext cx="543" cy="655"/>
            </a:xfrm>
            <a:custGeom>
              <a:avLst/>
              <a:pathLst>
                <a:path w="543" h="655">
                  <a:moveTo>
                    <a:pt x="0" y="655"/>
                  </a:moveTo>
                  <a:lnTo>
                    <a:pt x="58" y="84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h5479"/>
            <p:cNvSpPr/>
            <p:nvPr/>
          </p:nvSpPr>
          <p:spPr>
            <a:xfrm>
              <a:off x="5463219" y="1922247"/>
              <a:ext cx="277" cy="352"/>
            </a:xfrm>
            <a:custGeom>
              <a:avLst/>
              <a:pathLst>
                <a:path w="277" h="352">
                  <a:moveTo>
                    <a:pt x="277" y="0"/>
                  </a:moveTo>
                  <a:lnTo>
                    <a:pt x="140" y="352"/>
                  </a:lnTo>
                  <a:lnTo>
                    <a:pt x="0" y="11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h5480"/>
            <p:cNvSpPr/>
            <p:nvPr/>
          </p:nvSpPr>
          <p:spPr>
            <a:xfrm>
              <a:off x="5412267" y="1836586"/>
              <a:ext cx="141965" cy="136687"/>
            </a:xfrm>
            <a:custGeom>
              <a:avLst/>
              <a:pathLst>
                <a:path w="141965" h="136687">
                  <a:moveTo>
                    <a:pt x="92336" y="22153"/>
                  </a:moveTo>
                  <a:lnTo>
                    <a:pt x="91006" y="19314"/>
                  </a:lnTo>
                  <a:lnTo>
                    <a:pt x="94322" y="15754"/>
                  </a:lnTo>
                  <a:lnTo>
                    <a:pt x="99938" y="16679"/>
                  </a:lnTo>
                  <a:lnTo>
                    <a:pt x="101630" y="15459"/>
                  </a:lnTo>
                  <a:lnTo>
                    <a:pt x="105538" y="14297"/>
                  </a:lnTo>
                  <a:lnTo>
                    <a:pt x="111670" y="9470"/>
                  </a:lnTo>
                  <a:lnTo>
                    <a:pt x="116042" y="10642"/>
                  </a:lnTo>
                  <a:lnTo>
                    <a:pt x="116403" y="12156"/>
                  </a:lnTo>
                  <a:lnTo>
                    <a:pt x="125260" y="12720"/>
                  </a:lnTo>
                  <a:lnTo>
                    <a:pt x="128579" y="14938"/>
                  </a:lnTo>
                  <a:lnTo>
                    <a:pt x="132705" y="14044"/>
                  </a:lnTo>
                  <a:lnTo>
                    <a:pt x="137364" y="15571"/>
                  </a:lnTo>
                  <a:lnTo>
                    <a:pt x="138476" y="15027"/>
                  </a:lnTo>
                  <a:lnTo>
                    <a:pt x="139389" y="11984"/>
                  </a:lnTo>
                  <a:lnTo>
                    <a:pt x="139887" y="24328"/>
                  </a:lnTo>
                  <a:lnTo>
                    <a:pt x="141873" y="24858"/>
                  </a:lnTo>
                  <a:lnTo>
                    <a:pt x="141965" y="30419"/>
                  </a:lnTo>
                  <a:lnTo>
                    <a:pt x="139979" y="35745"/>
                  </a:lnTo>
                  <a:lnTo>
                    <a:pt x="135450" y="37855"/>
                  </a:lnTo>
                  <a:lnTo>
                    <a:pt x="136320" y="43098"/>
                  </a:lnTo>
                  <a:lnTo>
                    <a:pt x="136511" y="48456"/>
                  </a:lnTo>
                  <a:lnTo>
                    <a:pt x="131444" y="49684"/>
                  </a:lnTo>
                  <a:lnTo>
                    <a:pt x="132983" y="56778"/>
                  </a:lnTo>
                  <a:lnTo>
                    <a:pt x="131699" y="64144"/>
                  </a:lnTo>
                  <a:lnTo>
                    <a:pt x="114588" y="52884"/>
                  </a:lnTo>
                  <a:lnTo>
                    <a:pt x="112819" y="55994"/>
                  </a:lnTo>
                  <a:lnTo>
                    <a:pt x="114923" y="74030"/>
                  </a:lnTo>
                  <a:lnTo>
                    <a:pt x="113415" y="90242"/>
                  </a:lnTo>
                  <a:lnTo>
                    <a:pt x="125762" y="131828"/>
                  </a:lnTo>
                  <a:lnTo>
                    <a:pt x="122600" y="132935"/>
                  </a:lnTo>
                  <a:lnTo>
                    <a:pt x="122389" y="136687"/>
                  </a:lnTo>
                  <a:lnTo>
                    <a:pt x="79252" y="134500"/>
                  </a:lnTo>
                  <a:lnTo>
                    <a:pt x="76211" y="121675"/>
                  </a:lnTo>
                  <a:lnTo>
                    <a:pt x="79137" y="112528"/>
                  </a:lnTo>
                  <a:lnTo>
                    <a:pt x="78491" y="99361"/>
                  </a:lnTo>
                  <a:lnTo>
                    <a:pt x="81672" y="96918"/>
                  </a:lnTo>
                  <a:lnTo>
                    <a:pt x="88329" y="96668"/>
                  </a:lnTo>
                  <a:lnTo>
                    <a:pt x="88812" y="96101"/>
                  </a:lnTo>
                  <a:lnTo>
                    <a:pt x="84866" y="92235"/>
                  </a:lnTo>
                  <a:lnTo>
                    <a:pt x="81500" y="90641"/>
                  </a:lnTo>
                  <a:lnTo>
                    <a:pt x="90564" y="74044"/>
                  </a:lnTo>
                  <a:lnTo>
                    <a:pt x="90318" y="71134"/>
                  </a:lnTo>
                  <a:lnTo>
                    <a:pt x="79840" y="62809"/>
                  </a:lnTo>
                  <a:lnTo>
                    <a:pt x="80417" y="61592"/>
                  </a:lnTo>
                  <a:lnTo>
                    <a:pt x="79300" y="59779"/>
                  </a:lnTo>
                  <a:lnTo>
                    <a:pt x="71216" y="58791"/>
                  </a:lnTo>
                  <a:lnTo>
                    <a:pt x="68118" y="59800"/>
                  </a:lnTo>
                  <a:lnTo>
                    <a:pt x="67288" y="64826"/>
                  </a:lnTo>
                  <a:lnTo>
                    <a:pt x="63100" y="67119"/>
                  </a:lnTo>
                  <a:lnTo>
                    <a:pt x="62735" y="70546"/>
                  </a:lnTo>
                  <a:lnTo>
                    <a:pt x="63255" y="71318"/>
                  </a:lnTo>
                  <a:lnTo>
                    <a:pt x="59885" y="76680"/>
                  </a:lnTo>
                  <a:lnTo>
                    <a:pt x="56892" y="79157"/>
                  </a:lnTo>
                  <a:lnTo>
                    <a:pt x="52693" y="78783"/>
                  </a:lnTo>
                  <a:lnTo>
                    <a:pt x="57015" y="80839"/>
                  </a:lnTo>
                  <a:lnTo>
                    <a:pt x="50214" y="84341"/>
                  </a:lnTo>
                  <a:lnTo>
                    <a:pt x="48218" y="87059"/>
                  </a:lnTo>
                  <a:lnTo>
                    <a:pt x="48551" y="87661"/>
                  </a:lnTo>
                  <a:lnTo>
                    <a:pt x="52414" y="86759"/>
                  </a:lnTo>
                  <a:lnTo>
                    <a:pt x="53648" y="87137"/>
                  </a:lnTo>
                  <a:lnTo>
                    <a:pt x="50302" y="93721"/>
                  </a:lnTo>
                  <a:lnTo>
                    <a:pt x="46192" y="89550"/>
                  </a:lnTo>
                  <a:lnTo>
                    <a:pt x="44508" y="90033"/>
                  </a:lnTo>
                  <a:lnTo>
                    <a:pt x="42355" y="87064"/>
                  </a:lnTo>
                  <a:lnTo>
                    <a:pt x="42429" y="83422"/>
                  </a:lnTo>
                  <a:lnTo>
                    <a:pt x="40461" y="79291"/>
                  </a:lnTo>
                  <a:lnTo>
                    <a:pt x="36178" y="78563"/>
                  </a:lnTo>
                  <a:lnTo>
                    <a:pt x="32680" y="80012"/>
                  </a:lnTo>
                  <a:lnTo>
                    <a:pt x="29140" y="80004"/>
                  </a:lnTo>
                  <a:lnTo>
                    <a:pt x="28335" y="78208"/>
                  </a:lnTo>
                  <a:lnTo>
                    <a:pt x="25625" y="75873"/>
                  </a:lnTo>
                  <a:lnTo>
                    <a:pt x="20742" y="74088"/>
                  </a:lnTo>
                  <a:lnTo>
                    <a:pt x="19350" y="70539"/>
                  </a:lnTo>
                  <a:lnTo>
                    <a:pt x="13048" y="65494"/>
                  </a:lnTo>
                  <a:lnTo>
                    <a:pt x="7020" y="54313"/>
                  </a:lnTo>
                  <a:lnTo>
                    <a:pt x="5503" y="49642"/>
                  </a:lnTo>
                  <a:lnTo>
                    <a:pt x="1915" y="45565"/>
                  </a:lnTo>
                  <a:lnTo>
                    <a:pt x="0" y="41965"/>
                  </a:lnTo>
                  <a:lnTo>
                    <a:pt x="381" y="41054"/>
                  </a:lnTo>
                  <a:lnTo>
                    <a:pt x="582" y="41687"/>
                  </a:lnTo>
                  <a:lnTo>
                    <a:pt x="9565" y="45420"/>
                  </a:lnTo>
                  <a:lnTo>
                    <a:pt x="10645" y="45172"/>
                  </a:lnTo>
                  <a:lnTo>
                    <a:pt x="7680" y="39642"/>
                  </a:lnTo>
                  <a:lnTo>
                    <a:pt x="10607" y="36818"/>
                  </a:lnTo>
                  <a:lnTo>
                    <a:pt x="13267" y="35355"/>
                  </a:lnTo>
                  <a:lnTo>
                    <a:pt x="15600" y="34883"/>
                  </a:lnTo>
                  <a:lnTo>
                    <a:pt x="20395" y="35805"/>
                  </a:lnTo>
                  <a:lnTo>
                    <a:pt x="22761" y="36988"/>
                  </a:lnTo>
                  <a:lnTo>
                    <a:pt x="25647" y="36727"/>
                  </a:lnTo>
                  <a:lnTo>
                    <a:pt x="25331" y="30401"/>
                  </a:lnTo>
                  <a:lnTo>
                    <a:pt x="29411" y="30932"/>
                  </a:lnTo>
                  <a:lnTo>
                    <a:pt x="34105" y="28587"/>
                  </a:lnTo>
                  <a:lnTo>
                    <a:pt x="37489" y="27946"/>
                  </a:lnTo>
                  <a:lnTo>
                    <a:pt x="37431" y="19540"/>
                  </a:lnTo>
                  <a:lnTo>
                    <a:pt x="38240" y="15496"/>
                  </a:lnTo>
                  <a:lnTo>
                    <a:pt x="42844" y="18140"/>
                  </a:lnTo>
                  <a:lnTo>
                    <a:pt x="44904" y="11802"/>
                  </a:lnTo>
                  <a:lnTo>
                    <a:pt x="50708" y="9998"/>
                  </a:lnTo>
                  <a:lnTo>
                    <a:pt x="49156" y="3395"/>
                  </a:lnTo>
                  <a:lnTo>
                    <a:pt x="58814" y="0"/>
                  </a:lnTo>
                  <a:lnTo>
                    <a:pt x="59807" y="1310"/>
                  </a:lnTo>
                  <a:lnTo>
                    <a:pt x="62731" y="2002"/>
                  </a:lnTo>
                  <a:lnTo>
                    <a:pt x="64749" y="6259"/>
                  </a:lnTo>
                  <a:lnTo>
                    <a:pt x="65055" y="9937"/>
                  </a:lnTo>
                  <a:lnTo>
                    <a:pt x="67529" y="11453"/>
                  </a:lnTo>
                  <a:lnTo>
                    <a:pt x="76251" y="12711"/>
                  </a:lnTo>
                  <a:lnTo>
                    <a:pt x="80705" y="12314"/>
                  </a:lnTo>
                  <a:lnTo>
                    <a:pt x="80694" y="18216"/>
                  </a:lnTo>
                  <a:lnTo>
                    <a:pt x="85253" y="20161"/>
                  </a:lnTo>
                  <a:lnTo>
                    <a:pt x="87385" y="22910"/>
                  </a:lnTo>
                  <a:close/>
                  <a:moveTo>
                    <a:pt x="55182" y="80900"/>
                  </a:moveTo>
                  <a:lnTo>
                    <a:pt x="57008" y="8075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h5481"/>
            <p:cNvSpPr/>
            <p:nvPr/>
          </p:nvSpPr>
          <p:spPr>
            <a:xfrm>
              <a:off x="5605457" y="1520138"/>
              <a:ext cx="107701" cy="77231"/>
            </a:xfrm>
            <a:custGeom>
              <a:avLst/>
              <a:pathLst>
                <a:path w="107701" h="77231">
                  <a:moveTo>
                    <a:pt x="102005" y="5367"/>
                  </a:moveTo>
                  <a:lnTo>
                    <a:pt x="95156" y="16276"/>
                  </a:lnTo>
                  <a:lnTo>
                    <a:pt x="88704" y="15994"/>
                  </a:lnTo>
                  <a:lnTo>
                    <a:pt x="86718" y="17528"/>
                  </a:lnTo>
                  <a:lnTo>
                    <a:pt x="85760" y="19548"/>
                  </a:lnTo>
                  <a:lnTo>
                    <a:pt x="86379" y="20251"/>
                  </a:lnTo>
                  <a:lnTo>
                    <a:pt x="90561" y="18471"/>
                  </a:lnTo>
                  <a:lnTo>
                    <a:pt x="91699" y="21389"/>
                  </a:lnTo>
                  <a:lnTo>
                    <a:pt x="96152" y="21860"/>
                  </a:lnTo>
                  <a:lnTo>
                    <a:pt x="92925" y="24546"/>
                  </a:lnTo>
                  <a:lnTo>
                    <a:pt x="91635" y="28543"/>
                  </a:lnTo>
                  <a:lnTo>
                    <a:pt x="92851" y="29817"/>
                  </a:lnTo>
                  <a:lnTo>
                    <a:pt x="99251" y="32884"/>
                  </a:lnTo>
                  <a:lnTo>
                    <a:pt x="101083" y="36903"/>
                  </a:lnTo>
                  <a:lnTo>
                    <a:pt x="100673" y="41198"/>
                  </a:lnTo>
                  <a:lnTo>
                    <a:pt x="107701" y="41541"/>
                  </a:lnTo>
                  <a:lnTo>
                    <a:pt x="107606" y="44873"/>
                  </a:lnTo>
                  <a:lnTo>
                    <a:pt x="95263" y="44429"/>
                  </a:lnTo>
                  <a:lnTo>
                    <a:pt x="94779" y="56509"/>
                  </a:lnTo>
                  <a:lnTo>
                    <a:pt x="80655" y="55416"/>
                  </a:lnTo>
                  <a:lnTo>
                    <a:pt x="81274" y="60380"/>
                  </a:lnTo>
                  <a:lnTo>
                    <a:pt x="68735" y="57132"/>
                  </a:lnTo>
                  <a:lnTo>
                    <a:pt x="68136" y="67995"/>
                  </a:lnTo>
                  <a:lnTo>
                    <a:pt x="66898" y="67895"/>
                  </a:lnTo>
                  <a:lnTo>
                    <a:pt x="66430" y="76023"/>
                  </a:lnTo>
                  <a:lnTo>
                    <a:pt x="62719" y="76314"/>
                  </a:lnTo>
                  <a:lnTo>
                    <a:pt x="62749" y="66773"/>
                  </a:lnTo>
                  <a:lnTo>
                    <a:pt x="59717" y="65872"/>
                  </a:lnTo>
                  <a:lnTo>
                    <a:pt x="52781" y="65499"/>
                  </a:lnTo>
                  <a:lnTo>
                    <a:pt x="51645" y="64172"/>
                  </a:lnTo>
                  <a:lnTo>
                    <a:pt x="50366" y="64104"/>
                  </a:lnTo>
                  <a:lnTo>
                    <a:pt x="45575" y="68388"/>
                  </a:lnTo>
                  <a:lnTo>
                    <a:pt x="44192" y="70604"/>
                  </a:lnTo>
                  <a:lnTo>
                    <a:pt x="40837" y="76837"/>
                  </a:lnTo>
                  <a:lnTo>
                    <a:pt x="42254" y="77108"/>
                  </a:lnTo>
                  <a:lnTo>
                    <a:pt x="39328" y="77231"/>
                  </a:lnTo>
                  <a:lnTo>
                    <a:pt x="39819" y="76648"/>
                  </a:lnTo>
                  <a:lnTo>
                    <a:pt x="36884" y="70041"/>
                  </a:lnTo>
                  <a:lnTo>
                    <a:pt x="36334" y="61183"/>
                  </a:lnTo>
                  <a:lnTo>
                    <a:pt x="32621" y="58948"/>
                  </a:lnTo>
                  <a:lnTo>
                    <a:pt x="36093" y="40425"/>
                  </a:lnTo>
                  <a:lnTo>
                    <a:pt x="33781" y="39834"/>
                  </a:lnTo>
                  <a:lnTo>
                    <a:pt x="35046" y="30930"/>
                  </a:lnTo>
                  <a:lnTo>
                    <a:pt x="28538" y="25821"/>
                  </a:lnTo>
                  <a:lnTo>
                    <a:pt x="24260" y="28730"/>
                  </a:lnTo>
                  <a:lnTo>
                    <a:pt x="23001" y="32366"/>
                  </a:lnTo>
                  <a:lnTo>
                    <a:pt x="19674" y="33669"/>
                  </a:lnTo>
                  <a:lnTo>
                    <a:pt x="9481" y="32951"/>
                  </a:lnTo>
                  <a:lnTo>
                    <a:pt x="7949" y="29108"/>
                  </a:lnTo>
                  <a:lnTo>
                    <a:pt x="4822" y="29832"/>
                  </a:lnTo>
                  <a:lnTo>
                    <a:pt x="4267" y="24884"/>
                  </a:lnTo>
                  <a:lnTo>
                    <a:pt x="7379" y="23491"/>
                  </a:lnTo>
                  <a:lnTo>
                    <a:pt x="5083" y="7297"/>
                  </a:lnTo>
                  <a:lnTo>
                    <a:pt x="1852" y="93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h5482"/>
            <p:cNvSpPr/>
            <p:nvPr/>
          </p:nvSpPr>
          <p:spPr>
            <a:xfrm>
              <a:off x="5566077" y="1732693"/>
              <a:ext cx="76752" cy="69847"/>
            </a:xfrm>
            <a:custGeom>
              <a:avLst/>
              <a:pathLst>
                <a:path w="76752" h="69847">
                  <a:moveTo>
                    <a:pt x="29743" y="0"/>
                  </a:moveTo>
                  <a:lnTo>
                    <a:pt x="33241" y="912"/>
                  </a:lnTo>
                  <a:lnTo>
                    <a:pt x="28665" y="4787"/>
                  </a:lnTo>
                  <a:lnTo>
                    <a:pt x="28786" y="6084"/>
                  </a:lnTo>
                  <a:lnTo>
                    <a:pt x="32662" y="14231"/>
                  </a:lnTo>
                  <a:lnTo>
                    <a:pt x="33883" y="14453"/>
                  </a:lnTo>
                  <a:lnTo>
                    <a:pt x="35561" y="15988"/>
                  </a:lnTo>
                  <a:lnTo>
                    <a:pt x="38222" y="21074"/>
                  </a:lnTo>
                  <a:lnTo>
                    <a:pt x="39367" y="25447"/>
                  </a:lnTo>
                  <a:lnTo>
                    <a:pt x="46062" y="23764"/>
                  </a:lnTo>
                  <a:lnTo>
                    <a:pt x="48060" y="24264"/>
                  </a:lnTo>
                  <a:lnTo>
                    <a:pt x="50377" y="25241"/>
                  </a:lnTo>
                  <a:lnTo>
                    <a:pt x="47764" y="28637"/>
                  </a:lnTo>
                  <a:lnTo>
                    <a:pt x="53258" y="30445"/>
                  </a:lnTo>
                  <a:lnTo>
                    <a:pt x="54366" y="29981"/>
                  </a:lnTo>
                  <a:lnTo>
                    <a:pt x="53554" y="35556"/>
                  </a:lnTo>
                  <a:lnTo>
                    <a:pt x="54910" y="36026"/>
                  </a:lnTo>
                  <a:lnTo>
                    <a:pt x="59439" y="35774"/>
                  </a:lnTo>
                  <a:lnTo>
                    <a:pt x="66828" y="29680"/>
                  </a:lnTo>
                  <a:lnTo>
                    <a:pt x="68875" y="29592"/>
                  </a:lnTo>
                  <a:lnTo>
                    <a:pt x="72474" y="34579"/>
                  </a:lnTo>
                  <a:lnTo>
                    <a:pt x="76752" y="43989"/>
                  </a:lnTo>
                  <a:lnTo>
                    <a:pt x="75316" y="48622"/>
                  </a:lnTo>
                  <a:lnTo>
                    <a:pt x="74622" y="47255"/>
                  </a:lnTo>
                  <a:lnTo>
                    <a:pt x="64601" y="50353"/>
                  </a:lnTo>
                  <a:lnTo>
                    <a:pt x="63195" y="52011"/>
                  </a:lnTo>
                  <a:lnTo>
                    <a:pt x="60483" y="51940"/>
                  </a:lnTo>
                  <a:lnTo>
                    <a:pt x="56825" y="49561"/>
                  </a:lnTo>
                  <a:lnTo>
                    <a:pt x="56746" y="55656"/>
                  </a:lnTo>
                  <a:lnTo>
                    <a:pt x="53713" y="55769"/>
                  </a:lnTo>
                  <a:lnTo>
                    <a:pt x="51862" y="56979"/>
                  </a:lnTo>
                  <a:lnTo>
                    <a:pt x="53622" y="60196"/>
                  </a:lnTo>
                  <a:lnTo>
                    <a:pt x="52244" y="61132"/>
                  </a:lnTo>
                  <a:lnTo>
                    <a:pt x="49496" y="60264"/>
                  </a:lnTo>
                  <a:lnTo>
                    <a:pt x="46384" y="61236"/>
                  </a:lnTo>
                  <a:lnTo>
                    <a:pt x="44916" y="63706"/>
                  </a:lnTo>
                  <a:lnTo>
                    <a:pt x="46942" y="66892"/>
                  </a:lnTo>
                  <a:lnTo>
                    <a:pt x="49398" y="68793"/>
                  </a:lnTo>
                  <a:lnTo>
                    <a:pt x="46908" y="69847"/>
                  </a:lnTo>
                  <a:lnTo>
                    <a:pt x="42569" y="69232"/>
                  </a:lnTo>
                  <a:lnTo>
                    <a:pt x="42375" y="68183"/>
                  </a:lnTo>
                  <a:lnTo>
                    <a:pt x="40009" y="66848"/>
                  </a:lnTo>
                  <a:lnTo>
                    <a:pt x="24376" y="61095"/>
                  </a:lnTo>
                  <a:lnTo>
                    <a:pt x="17091" y="53873"/>
                  </a:lnTo>
                  <a:lnTo>
                    <a:pt x="13909" y="53276"/>
                  </a:lnTo>
                  <a:lnTo>
                    <a:pt x="12401" y="54756"/>
                  </a:lnTo>
                  <a:lnTo>
                    <a:pt x="11159" y="27973"/>
                  </a:lnTo>
                  <a:lnTo>
                    <a:pt x="6537" y="22034"/>
                  </a:lnTo>
                  <a:lnTo>
                    <a:pt x="3939" y="20960"/>
                  </a:lnTo>
                  <a:lnTo>
                    <a:pt x="2258" y="19044"/>
                  </a:lnTo>
                  <a:lnTo>
                    <a:pt x="2284" y="15876"/>
                  </a:lnTo>
                  <a:lnTo>
                    <a:pt x="4791" y="14093"/>
                  </a:lnTo>
                  <a:lnTo>
                    <a:pt x="7961" y="13132"/>
                  </a:lnTo>
                  <a:lnTo>
                    <a:pt x="8219" y="11769"/>
                  </a:lnTo>
                  <a:lnTo>
                    <a:pt x="4176" y="8755"/>
                  </a:lnTo>
                  <a:lnTo>
                    <a:pt x="2093" y="8429"/>
                  </a:lnTo>
                  <a:lnTo>
                    <a:pt x="0" y="7362"/>
                  </a:lnTo>
                  <a:lnTo>
                    <a:pt x="1980" y="1570"/>
                  </a:lnTo>
                  <a:lnTo>
                    <a:pt x="6413" y="3603"/>
                  </a:lnTo>
                  <a:lnTo>
                    <a:pt x="8076" y="3185"/>
                  </a:lnTo>
                  <a:lnTo>
                    <a:pt x="5616" y="1179"/>
                  </a:lnTo>
                  <a:lnTo>
                    <a:pt x="7810" y="211"/>
                  </a:lnTo>
                  <a:lnTo>
                    <a:pt x="14112" y="133"/>
                  </a:lnTo>
                  <a:lnTo>
                    <a:pt x="17099" y="779"/>
                  </a:lnTo>
                  <a:lnTo>
                    <a:pt x="20210" y="3828"/>
                  </a:lnTo>
                  <a:lnTo>
                    <a:pt x="24342" y="3262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h5483"/>
            <p:cNvSpPr/>
            <p:nvPr/>
          </p:nvSpPr>
          <p:spPr>
            <a:xfrm>
              <a:off x="5102083" y="1433313"/>
              <a:ext cx="8988" cy="3968"/>
            </a:xfrm>
            <a:custGeom>
              <a:avLst/>
              <a:pathLst>
                <a:path w="8988" h="3968">
                  <a:moveTo>
                    <a:pt x="6111" y="433"/>
                  </a:move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lnTo>
                    <a:pt x="1205" y="1100"/>
                  </a:lnTo>
                  <a:lnTo>
                    <a:pt x="0" y="0"/>
                  </a:lnTo>
                  <a:lnTo>
                    <a:pt x="492" y="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h5484"/>
            <p:cNvSpPr/>
            <p:nvPr/>
          </p:nvSpPr>
          <p:spPr>
            <a:xfrm>
              <a:off x="5069709" y="1343310"/>
              <a:ext cx="152020" cy="127541"/>
            </a:xfrm>
            <a:custGeom>
              <a:avLst/>
              <a:pathLst>
                <a:path w="152020" h="127541">
                  <a:moveTo>
                    <a:pt x="23327" y="2563"/>
                  </a:moveTo>
                  <a:lnTo>
                    <a:pt x="26643" y="1783"/>
                  </a:lnTo>
                  <a:lnTo>
                    <a:pt x="27081" y="421"/>
                  </a:lnTo>
                  <a:lnTo>
                    <a:pt x="149301" y="56610"/>
                  </a:lnTo>
                  <a:lnTo>
                    <a:pt x="145650" y="63092"/>
                  </a:lnTo>
                  <a:lnTo>
                    <a:pt x="149012" y="63557"/>
                  </a:lnTo>
                  <a:lnTo>
                    <a:pt x="152020" y="65043"/>
                  </a:lnTo>
                  <a:lnTo>
                    <a:pt x="150341" y="68162"/>
                  </a:lnTo>
                  <a:lnTo>
                    <a:pt x="147097" y="67067"/>
                  </a:lnTo>
                  <a:lnTo>
                    <a:pt x="144782" y="69466"/>
                  </a:lnTo>
                  <a:lnTo>
                    <a:pt x="140143" y="81429"/>
                  </a:lnTo>
                  <a:lnTo>
                    <a:pt x="132582" y="86661"/>
                  </a:lnTo>
                  <a:lnTo>
                    <a:pt x="129888" y="86811"/>
                  </a:lnTo>
                  <a:lnTo>
                    <a:pt x="134430" y="98460"/>
                  </a:lnTo>
                  <a:lnTo>
                    <a:pt x="133068" y="119487"/>
                  </a:lnTo>
                  <a:lnTo>
                    <a:pt x="128841" y="105783"/>
                  </a:lnTo>
                  <a:lnTo>
                    <a:pt x="121854" y="106811"/>
                  </a:lnTo>
                  <a:lnTo>
                    <a:pt x="120244" y="69240"/>
                  </a:lnTo>
                  <a:lnTo>
                    <a:pt x="102188" y="101164"/>
                  </a:lnTo>
                  <a:lnTo>
                    <a:pt x="101142" y="123189"/>
                  </a:lnTo>
                  <a:lnTo>
                    <a:pt x="99499" y="123894"/>
                  </a:lnTo>
                  <a:lnTo>
                    <a:pt x="98143" y="123050"/>
                  </a:lnTo>
                  <a:lnTo>
                    <a:pt x="97072" y="127541"/>
                  </a:lnTo>
                  <a:lnTo>
                    <a:pt x="85803" y="126575"/>
                  </a:lnTo>
                  <a:lnTo>
                    <a:pt x="82182" y="125453"/>
                  </a:lnTo>
                  <a:lnTo>
                    <a:pt x="71660" y="119024"/>
                  </a:lnTo>
                  <a:lnTo>
                    <a:pt x="69960" y="117584"/>
                  </a:lnTo>
                  <a:lnTo>
                    <a:pt x="66771" y="112310"/>
                  </a:lnTo>
                  <a:lnTo>
                    <a:pt x="50557" y="101174"/>
                  </a:lnTo>
                  <a:lnTo>
                    <a:pt x="45507" y="93712"/>
                  </a:lnTo>
                  <a:lnTo>
                    <a:pt x="42738" y="91455"/>
                  </a:lnTo>
                  <a:lnTo>
                    <a:pt x="39120" y="89847"/>
                  </a:lnTo>
                  <a:lnTo>
                    <a:pt x="31592" y="89155"/>
                  </a:lnTo>
                  <a:lnTo>
                    <a:pt x="28682" y="87213"/>
                  </a:lnTo>
                  <a:lnTo>
                    <a:pt x="26940" y="83656"/>
                  </a:lnTo>
                  <a:lnTo>
                    <a:pt x="25282" y="81935"/>
                  </a:lnTo>
                  <a:lnTo>
                    <a:pt x="22586" y="81110"/>
                  </a:lnTo>
                  <a:lnTo>
                    <a:pt x="20491" y="81698"/>
                  </a:lnTo>
                  <a:lnTo>
                    <a:pt x="18697" y="80071"/>
                  </a:lnTo>
                  <a:lnTo>
                    <a:pt x="17281" y="75749"/>
                  </a:lnTo>
                  <a:lnTo>
                    <a:pt x="10503" y="73564"/>
                  </a:lnTo>
                  <a:lnTo>
                    <a:pt x="7893" y="71614"/>
                  </a:lnTo>
                  <a:lnTo>
                    <a:pt x="5371" y="68046"/>
                  </a:lnTo>
                  <a:lnTo>
                    <a:pt x="6024" y="58625"/>
                  </a:lnTo>
                  <a:lnTo>
                    <a:pt x="7543" y="53717"/>
                  </a:lnTo>
                  <a:lnTo>
                    <a:pt x="5374" y="40497"/>
                  </a:lnTo>
                  <a:lnTo>
                    <a:pt x="7189" y="36839"/>
                  </a:lnTo>
                  <a:lnTo>
                    <a:pt x="0" y="28062"/>
                  </a:lnTo>
                  <a:lnTo>
                    <a:pt x="2047" y="24308"/>
                  </a:lnTo>
                  <a:lnTo>
                    <a:pt x="9827" y="17633"/>
                  </a:lnTo>
                  <a:lnTo>
                    <a:pt x="10481" y="15762"/>
                  </a:lnTo>
                  <a:lnTo>
                    <a:pt x="10202" y="11393"/>
                  </a:lnTo>
                  <a:lnTo>
                    <a:pt x="14452" y="5844"/>
                  </a:lnTo>
                  <a:lnTo>
                    <a:pt x="14009" y="2331"/>
                  </a:lnTo>
                  <a:lnTo>
                    <a:pt x="14585" y="768"/>
                  </a:lnTo>
                  <a:lnTo>
                    <a:pt x="2014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h5485"/>
            <p:cNvSpPr/>
            <p:nvPr/>
          </p:nvSpPr>
          <p:spPr>
            <a:xfrm>
              <a:off x="5617505" y="1714018"/>
              <a:ext cx="30873" cy="25392"/>
            </a:xfrm>
            <a:custGeom>
              <a:avLst/>
              <a:pathLst>
                <a:path w="30873" h="25392">
                  <a:moveTo>
                    <a:pt x="9168" y="810"/>
                  </a:moveTo>
                  <a:lnTo>
                    <a:pt x="13033" y="2559"/>
                  </a:lnTo>
                  <a:lnTo>
                    <a:pt x="17163" y="3671"/>
                  </a:lnTo>
                  <a:lnTo>
                    <a:pt x="18935" y="8223"/>
                  </a:lnTo>
                  <a:lnTo>
                    <a:pt x="22085" y="8850"/>
                  </a:lnTo>
                  <a:lnTo>
                    <a:pt x="26673" y="12940"/>
                  </a:lnTo>
                  <a:lnTo>
                    <a:pt x="30752" y="11490"/>
                  </a:lnTo>
                  <a:lnTo>
                    <a:pt x="29655" y="12476"/>
                  </a:lnTo>
                  <a:lnTo>
                    <a:pt x="29654" y="18686"/>
                  </a:lnTo>
                  <a:lnTo>
                    <a:pt x="30873" y="22103"/>
                  </a:lnTo>
                  <a:lnTo>
                    <a:pt x="29351" y="24810"/>
                  </a:lnTo>
                  <a:lnTo>
                    <a:pt x="24156" y="25392"/>
                  </a:lnTo>
                  <a:lnTo>
                    <a:pt x="20535" y="22555"/>
                  </a:lnTo>
                  <a:lnTo>
                    <a:pt x="17057" y="24888"/>
                  </a:lnTo>
                  <a:lnTo>
                    <a:pt x="12127" y="19410"/>
                  </a:lnTo>
                  <a:lnTo>
                    <a:pt x="7277" y="18818"/>
                  </a:lnTo>
                  <a:lnTo>
                    <a:pt x="1865" y="20376"/>
                  </a:lnTo>
                  <a:lnTo>
                    <a:pt x="0" y="14465"/>
                  </a:lnTo>
                  <a:lnTo>
                    <a:pt x="5925" y="8594"/>
                  </a:lnTo>
                  <a:lnTo>
                    <a:pt x="343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h5486"/>
            <p:cNvSpPr/>
            <p:nvPr/>
          </p:nvSpPr>
          <p:spPr>
            <a:xfrm>
              <a:off x="5560304" y="1641715"/>
              <a:ext cx="61125" cy="60010"/>
            </a:xfrm>
            <a:custGeom>
              <a:avLst/>
              <a:pathLst>
                <a:path w="61125" h="60010">
                  <a:moveTo>
                    <a:pt x="40153" y="6493"/>
                  </a:moveTo>
                  <a:lnTo>
                    <a:pt x="43226" y="7255"/>
                  </a:lnTo>
                  <a:lnTo>
                    <a:pt x="45098" y="5798"/>
                  </a:lnTo>
                  <a:lnTo>
                    <a:pt x="47661" y="1550"/>
                  </a:lnTo>
                  <a:lnTo>
                    <a:pt x="50219" y="4284"/>
                  </a:lnTo>
                  <a:lnTo>
                    <a:pt x="49249" y="12072"/>
                  </a:lnTo>
                  <a:lnTo>
                    <a:pt x="60107" y="12664"/>
                  </a:lnTo>
                  <a:lnTo>
                    <a:pt x="59265" y="14870"/>
                  </a:lnTo>
                  <a:lnTo>
                    <a:pt x="61125" y="19184"/>
                  </a:lnTo>
                  <a:lnTo>
                    <a:pt x="54799" y="19471"/>
                  </a:lnTo>
                  <a:lnTo>
                    <a:pt x="55179" y="22483"/>
                  </a:lnTo>
                  <a:lnTo>
                    <a:pt x="58246" y="26326"/>
                  </a:lnTo>
                  <a:lnTo>
                    <a:pt x="58819" y="28880"/>
                  </a:lnTo>
                  <a:lnTo>
                    <a:pt x="53795" y="29450"/>
                  </a:lnTo>
                  <a:lnTo>
                    <a:pt x="50018" y="34132"/>
                  </a:lnTo>
                  <a:lnTo>
                    <a:pt x="50658" y="35856"/>
                  </a:lnTo>
                  <a:lnTo>
                    <a:pt x="49371" y="41829"/>
                  </a:lnTo>
                  <a:lnTo>
                    <a:pt x="57146" y="40173"/>
                  </a:lnTo>
                  <a:lnTo>
                    <a:pt x="54619" y="44587"/>
                  </a:lnTo>
                  <a:lnTo>
                    <a:pt x="51441" y="47412"/>
                  </a:lnTo>
                  <a:lnTo>
                    <a:pt x="52466" y="51472"/>
                  </a:lnTo>
                  <a:lnTo>
                    <a:pt x="45639" y="50901"/>
                  </a:lnTo>
                  <a:lnTo>
                    <a:pt x="44663" y="53847"/>
                  </a:lnTo>
                  <a:lnTo>
                    <a:pt x="32782" y="53764"/>
                  </a:lnTo>
                  <a:lnTo>
                    <a:pt x="31469" y="52114"/>
                  </a:lnTo>
                  <a:lnTo>
                    <a:pt x="25708" y="52807"/>
                  </a:lnTo>
                  <a:lnTo>
                    <a:pt x="22314" y="55353"/>
                  </a:lnTo>
                  <a:lnTo>
                    <a:pt x="21995" y="57351"/>
                  </a:lnTo>
                  <a:lnTo>
                    <a:pt x="23575" y="56899"/>
                  </a:lnTo>
                  <a:lnTo>
                    <a:pt x="23803" y="59711"/>
                  </a:lnTo>
                  <a:lnTo>
                    <a:pt x="17770" y="60010"/>
                  </a:lnTo>
                  <a:lnTo>
                    <a:pt x="15601" y="58661"/>
                  </a:lnTo>
                  <a:lnTo>
                    <a:pt x="13920" y="55751"/>
                  </a:lnTo>
                  <a:lnTo>
                    <a:pt x="8963" y="53303"/>
                  </a:lnTo>
                  <a:lnTo>
                    <a:pt x="9267" y="47820"/>
                  </a:lnTo>
                  <a:lnTo>
                    <a:pt x="4515" y="46496"/>
                  </a:lnTo>
                  <a:lnTo>
                    <a:pt x="3734" y="42430"/>
                  </a:lnTo>
                  <a:lnTo>
                    <a:pt x="3092" y="37076"/>
                  </a:lnTo>
                  <a:lnTo>
                    <a:pt x="1162" y="32762"/>
                  </a:lnTo>
                  <a:lnTo>
                    <a:pt x="0" y="25308"/>
                  </a:lnTo>
                  <a:lnTo>
                    <a:pt x="880" y="24883"/>
                  </a:lnTo>
                  <a:lnTo>
                    <a:pt x="9245" y="27379"/>
                  </a:lnTo>
                  <a:lnTo>
                    <a:pt x="9491" y="23787"/>
                  </a:lnTo>
                  <a:lnTo>
                    <a:pt x="8675" y="20479"/>
                  </a:lnTo>
                  <a:lnTo>
                    <a:pt x="5253" y="19276"/>
                  </a:lnTo>
                  <a:lnTo>
                    <a:pt x="12684" y="11877"/>
                  </a:lnTo>
                  <a:lnTo>
                    <a:pt x="19854" y="11033"/>
                  </a:lnTo>
                  <a:lnTo>
                    <a:pt x="26294" y="255"/>
                  </a:lnTo>
                  <a:lnTo>
                    <a:pt x="33515" y="190"/>
                  </a:lnTo>
                  <a:lnTo>
                    <a:pt x="4033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h5487"/>
            <p:cNvSpPr/>
            <p:nvPr/>
          </p:nvSpPr>
          <p:spPr>
            <a:xfrm>
              <a:off x="5524033" y="1692562"/>
              <a:ext cx="44303" cy="20833"/>
            </a:xfrm>
            <a:custGeom>
              <a:avLst/>
              <a:pathLst>
                <a:path w="44303" h="20833">
                  <a:moveTo>
                    <a:pt x="37427" y="3955"/>
                  </a:moveTo>
                  <a:lnTo>
                    <a:pt x="38418" y="4351"/>
                  </a:lnTo>
                  <a:lnTo>
                    <a:pt x="40846" y="12023"/>
                  </a:lnTo>
                  <a:lnTo>
                    <a:pt x="44303" y="12162"/>
                  </a:lnTo>
                  <a:lnTo>
                    <a:pt x="43337" y="15638"/>
                  </a:lnTo>
                  <a:lnTo>
                    <a:pt x="41209" y="14611"/>
                  </a:lnTo>
                  <a:lnTo>
                    <a:pt x="36738" y="14720"/>
                  </a:lnTo>
                  <a:lnTo>
                    <a:pt x="36167" y="12208"/>
                  </a:lnTo>
                  <a:lnTo>
                    <a:pt x="33881" y="9598"/>
                  </a:lnTo>
                  <a:lnTo>
                    <a:pt x="10342" y="20833"/>
                  </a:lnTo>
                  <a:lnTo>
                    <a:pt x="9930" y="19044"/>
                  </a:lnTo>
                  <a:lnTo>
                    <a:pt x="7686" y="9297"/>
                  </a:lnTo>
                  <a:lnTo>
                    <a:pt x="434" y="9748"/>
                  </a:lnTo>
                  <a:lnTo>
                    <a:pt x="0" y="9061"/>
                  </a:lnTo>
                  <a:lnTo>
                    <a:pt x="3677" y="7790"/>
                  </a:lnTo>
                  <a:lnTo>
                    <a:pt x="4169" y="5142"/>
                  </a:lnTo>
                  <a:lnTo>
                    <a:pt x="6612" y="4634"/>
                  </a:lnTo>
                  <a:lnTo>
                    <a:pt x="6336" y="3431"/>
                  </a:lnTo>
                  <a:lnTo>
                    <a:pt x="19453" y="2206"/>
                  </a:lnTo>
                  <a:lnTo>
                    <a:pt x="19505" y="3097"/>
                  </a:lnTo>
                  <a:lnTo>
                    <a:pt x="21220" y="3460"/>
                  </a:lnTo>
                  <a:lnTo>
                    <a:pt x="21801" y="1987"/>
                  </a:lnTo>
                  <a:lnTo>
                    <a:pt x="27104" y="3375"/>
                  </a:lnTo>
                  <a:lnTo>
                    <a:pt x="28158" y="135"/>
                  </a:lnTo>
                  <a:lnTo>
                    <a:pt x="3498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h5488"/>
            <p:cNvSpPr/>
            <p:nvPr/>
          </p:nvSpPr>
          <p:spPr>
            <a:xfrm>
              <a:off x="5629976" y="1949822"/>
              <a:ext cx="88322" cy="164795"/>
            </a:xfrm>
            <a:custGeom>
              <a:avLst/>
              <a:pathLst>
                <a:path w="88322" h="164795">
                  <a:moveTo>
                    <a:pt x="42476" y="3777"/>
                  </a:moveTo>
                  <a:lnTo>
                    <a:pt x="49103" y="4150"/>
                  </a:lnTo>
                  <a:lnTo>
                    <a:pt x="54079" y="7901"/>
                  </a:lnTo>
                  <a:lnTo>
                    <a:pt x="57522" y="14054"/>
                  </a:lnTo>
                  <a:lnTo>
                    <a:pt x="56847" y="17365"/>
                  </a:lnTo>
                  <a:lnTo>
                    <a:pt x="58163" y="21817"/>
                  </a:lnTo>
                  <a:lnTo>
                    <a:pt x="59889" y="23308"/>
                  </a:lnTo>
                  <a:lnTo>
                    <a:pt x="60844" y="25967"/>
                  </a:lnTo>
                  <a:lnTo>
                    <a:pt x="66827" y="28925"/>
                  </a:lnTo>
                  <a:lnTo>
                    <a:pt x="66406" y="36841"/>
                  </a:lnTo>
                  <a:lnTo>
                    <a:pt x="69016" y="44927"/>
                  </a:lnTo>
                  <a:lnTo>
                    <a:pt x="68717" y="48213"/>
                  </a:lnTo>
                  <a:lnTo>
                    <a:pt x="72410" y="56120"/>
                  </a:lnTo>
                  <a:lnTo>
                    <a:pt x="68577" y="59384"/>
                  </a:lnTo>
                  <a:lnTo>
                    <a:pt x="64175" y="65127"/>
                  </a:lnTo>
                  <a:lnTo>
                    <a:pt x="65133" y="70759"/>
                  </a:lnTo>
                  <a:lnTo>
                    <a:pt x="65975" y="72439"/>
                  </a:lnTo>
                  <a:lnTo>
                    <a:pt x="69342" y="75537"/>
                  </a:lnTo>
                  <a:lnTo>
                    <a:pt x="70459" y="84803"/>
                  </a:lnTo>
                  <a:lnTo>
                    <a:pt x="69402" y="86343"/>
                  </a:lnTo>
                  <a:lnTo>
                    <a:pt x="69673" y="89533"/>
                  </a:lnTo>
                  <a:lnTo>
                    <a:pt x="73959" y="88647"/>
                  </a:lnTo>
                  <a:lnTo>
                    <a:pt x="72741" y="92571"/>
                  </a:lnTo>
                  <a:lnTo>
                    <a:pt x="74841" y="94517"/>
                  </a:lnTo>
                  <a:lnTo>
                    <a:pt x="80042" y="95921"/>
                  </a:lnTo>
                  <a:lnTo>
                    <a:pt x="88322" y="97622"/>
                  </a:lnTo>
                  <a:lnTo>
                    <a:pt x="83739" y="98075"/>
                  </a:lnTo>
                  <a:lnTo>
                    <a:pt x="74427" y="114604"/>
                  </a:lnTo>
                  <a:lnTo>
                    <a:pt x="75345" y="118238"/>
                  </a:lnTo>
                  <a:lnTo>
                    <a:pt x="73416" y="120365"/>
                  </a:lnTo>
                  <a:lnTo>
                    <a:pt x="71061" y="120506"/>
                  </a:lnTo>
                  <a:lnTo>
                    <a:pt x="69014" y="122629"/>
                  </a:lnTo>
                  <a:lnTo>
                    <a:pt x="64171" y="130592"/>
                  </a:lnTo>
                  <a:lnTo>
                    <a:pt x="61036" y="134323"/>
                  </a:lnTo>
                  <a:lnTo>
                    <a:pt x="59312" y="136045"/>
                  </a:lnTo>
                  <a:lnTo>
                    <a:pt x="59019" y="142692"/>
                  </a:lnTo>
                  <a:lnTo>
                    <a:pt x="55622" y="142529"/>
                  </a:lnTo>
                  <a:lnTo>
                    <a:pt x="55643" y="141746"/>
                  </a:lnTo>
                  <a:lnTo>
                    <a:pt x="53124" y="141635"/>
                  </a:lnTo>
                  <a:lnTo>
                    <a:pt x="38031" y="145985"/>
                  </a:lnTo>
                  <a:lnTo>
                    <a:pt x="35736" y="153204"/>
                  </a:lnTo>
                  <a:lnTo>
                    <a:pt x="33179" y="154280"/>
                  </a:lnTo>
                  <a:lnTo>
                    <a:pt x="39385" y="154462"/>
                  </a:lnTo>
                  <a:lnTo>
                    <a:pt x="40414" y="153712"/>
                  </a:lnTo>
                  <a:lnTo>
                    <a:pt x="41371" y="155509"/>
                  </a:lnTo>
                  <a:lnTo>
                    <a:pt x="37124" y="158280"/>
                  </a:lnTo>
                  <a:lnTo>
                    <a:pt x="38728" y="160122"/>
                  </a:lnTo>
                  <a:lnTo>
                    <a:pt x="36322" y="163168"/>
                  </a:lnTo>
                  <a:lnTo>
                    <a:pt x="33405" y="161796"/>
                  </a:lnTo>
                  <a:lnTo>
                    <a:pt x="30326" y="164795"/>
                  </a:lnTo>
                  <a:lnTo>
                    <a:pt x="28911" y="164485"/>
                  </a:lnTo>
                  <a:lnTo>
                    <a:pt x="22915" y="162978"/>
                  </a:lnTo>
                  <a:lnTo>
                    <a:pt x="21404" y="158310"/>
                  </a:lnTo>
                  <a:lnTo>
                    <a:pt x="16744" y="150201"/>
                  </a:lnTo>
                  <a:lnTo>
                    <a:pt x="15763" y="146827"/>
                  </a:lnTo>
                  <a:lnTo>
                    <a:pt x="20343" y="145540"/>
                  </a:lnTo>
                  <a:lnTo>
                    <a:pt x="15321" y="141493"/>
                  </a:lnTo>
                  <a:lnTo>
                    <a:pt x="13706" y="138903"/>
                  </a:lnTo>
                  <a:lnTo>
                    <a:pt x="15341" y="131216"/>
                  </a:lnTo>
                  <a:lnTo>
                    <a:pt x="14099" y="130886"/>
                  </a:lnTo>
                  <a:lnTo>
                    <a:pt x="18471" y="123443"/>
                  </a:lnTo>
                  <a:lnTo>
                    <a:pt x="17554" y="118810"/>
                  </a:lnTo>
                  <a:lnTo>
                    <a:pt x="14790" y="115402"/>
                  </a:lnTo>
                  <a:lnTo>
                    <a:pt x="9633" y="114248"/>
                  </a:lnTo>
                  <a:lnTo>
                    <a:pt x="9292" y="112214"/>
                  </a:lnTo>
                  <a:lnTo>
                    <a:pt x="15630" y="108105"/>
                  </a:lnTo>
                  <a:lnTo>
                    <a:pt x="15535" y="106549"/>
                  </a:lnTo>
                  <a:lnTo>
                    <a:pt x="13153" y="107431"/>
                  </a:lnTo>
                  <a:lnTo>
                    <a:pt x="10518" y="107478"/>
                  </a:lnTo>
                  <a:lnTo>
                    <a:pt x="8596" y="104907"/>
                  </a:lnTo>
                  <a:lnTo>
                    <a:pt x="6096" y="103300"/>
                  </a:lnTo>
                  <a:lnTo>
                    <a:pt x="0" y="101089"/>
                  </a:lnTo>
                  <a:lnTo>
                    <a:pt x="904" y="88718"/>
                  </a:lnTo>
                  <a:lnTo>
                    <a:pt x="2121" y="84632"/>
                  </a:lnTo>
                  <a:lnTo>
                    <a:pt x="263" y="73253"/>
                  </a:lnTo>
                  <a:lnTo>
                    <a:pt x="492" y="68920"/>
                  </a:lnTo>
                  <a:lnTo>
                    <a:pt x="2914" y="67035"/>
                  </a:lnTo>
                  <a:lnTo>
                    <a:pt x="3834" y="69655"/>
                  </a:lnTo>
                  <a:lnTo>
                    <a:pt x="10341" y="70038"/>
                  </a:lnTo>
                  <a:lnTo>
                    <a:pt x="10561" y="65694"/>
                  </a:lnTo>
                  <a:lnTo>
                    <a:pt x="13785" y="65733"/>
                  </a:lnTo>
                  <a:lnTo>
                    <a:pt x="7225" y="54175"/>
                  </a:lnTo>
                  <a:lnTo>
                    <a:pt x="9267" y="52392"/>
                  </a:lnTo>
                  <a:lnTo>
                    <a:pt x="17991" y="47953"/>
                  </a:lnTo>
                  <a:lnTo>
                    <a:pt x="19347" y="47912"/>
                  </a:lnTo>
                  <a:lnTo>
                    <a:pt x="21393" y="49921"/>
                  </a:lnTo>
                  <a:lnTo>
                    <a:pt x="22439" y="52360"/>
                  </a:lnTo>
                  <a:lnTo>
                    <a:pt x="24362" y="53634"/>
                  </a:lnTo>
                  <a:lnTo>
                    <a:pt x="25863" y="52450"/>
                  </a:lnTo>
                  <a:lnTo>
                    <a:pt x="24706" y="47126"/>
                  </a:lnTo>
                  <a:lnTo>
                    <a:pt x="25591" y="45280"/>
                  </a:lnTo>
                  <a:lnTo>
                    <a:pt x="26818" y="46048"/>
                  </a:lnTo>
                  <a:lnTo>
                    <a:pt x="29341" y="40222"/>
                  </a:lnTo>
                  <a:lnTo>
                    <a:pt x="31196" y="37723"/>
                  </a:lnTo>
                  <a:lnTo>
                    <a:pt x="32555" y="37683"/>
                  </a:lnTo>
                  <a:lnTo>
                    <a:pt x="34921" y="36189"/>
                  </a:lnTo>
                  <a:lnTo>
                    <a:pt x="35797" y="33685"/>
                  </a:lnTo>
                  <a:lnTo>
                    <a:pt x="35356" y="24080"/>
                  </a:lnTo>
                  <a:lnTo>
                    <a:pt x="33902" y="21873"/>
                  </a:lnTo>
                  <a:lnTo>
                    <a:pt x="32398" y="20973"/>
                  </a:lnTo>
                  <a:lnTo>
                    <a:pt x="36999" y="13605"/>
                  </a:lnTo>
                  <a:lnTo>
                    <a:pt x="35969" y="8906"/>
                  </a:lnTo>
                  <a:lnTo>
                    <a:pt x="36579" y="7270"/>
                  </a:lnTo>
                  <a:lnTo>
                    <a:pt x="41604" y="7966"/>
                  </a:lnTo>
                  <a:lnTo>
                    <a:pt x="41934" y="6820"/>
                  </a:lnTo>
                  <a:lnTo>
                    <a:pt x="40004" y="2277"/>
                  </a:lnTo>
                  <a:lnTo>
                    <a:pt x="4057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h5489"/>
            <p:cNvSpPr/>
            <p:nvPr/>
          </p:nvSpPr>
          <p:spPr>
            <a:xfrm>
              <a:off x="5287208" y="1812184"/>
              <a:ext cx="7506" cy="7737"/>
            </a:xfrm>
            <a:custGeom>
              <a:avLst/>
              <a:pathLst>
                <a:path w="7506" h="7737">
                  <a:moveTo>
                    <a:pt x="6098" y="7192"/>
                  </a:move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lnTo>
                    <a:pt x="283" y="504"/>
                  </a:ln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h5490"/>
            <p:cNvSpPr/>
            <p:nvPr/>
          </p:nvSpPr>
          <p:spPr>
            <a:xfrm>
              <a:off x="5320530" y="1814066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h5491"/>
            <p:cNvSpPr/>
            <p:nvPr/>
          </p:nvSpPr>
          <p:spPr>
            <a:xfrm>
              <a:off x="5355244" y="1806826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h5492"/>
            <p:cNvSpPr/>
            <p:nvPr/>
          </p:nvSpPr>
          <p:spPr>
            <a:xfrm>
              <a:off x="5331482" y="1703097"/>
              <a:ext cx="192137" cy="178908"/>
            </a:xfrm>
            <a:custGeom>
              <a:avLst/>
              <a:pathLst>
                <a:path w="192137" h="178908">
                  <a:moveTo>
                    <a:pt x="58345" y="11997"/>
                  </a:moveTo>
                  <a:lnTo>
                    <a:pt x="52404" y="16893"/>
                  </a:lnTo>
                  <a:lnTo>
                    <a:pt x="53126" y="17813"/>
                  </a:lnTo>
                  <a:lnTo>
                    <a:pt x="59503" y="13226"/>
                  </a:lnTo>
                  <a:lnTo>
                    <a:pt x="60923" y="14926"/>
                  </a:lnTo>
                  <a:lnTo>
                    <a:pt x="63107" y="14781"/>
                  </a:lnTo>
                  <a:lnTo>
                    <a:pt x="65935" y="12044"/>
                  </a:lnTo>
                  <a:lnTo>
                    <a:pt x="63506" y="8996"/>
                  </a:lnTo>
                  <a:lnTo>
                    <a:pt x="62179" y="8790"/>
                  </a:lnTo>
                  <a:lnTo>
                    <a:pt x="61857" y="8097"/>
                  </a:lnTo>
                  <a:lnTo>
                    <a:pt x="62453" y="7332"/>
                  </a:lnTo>
                  <a:lnTo>
                    <a:pt x="69837" y="8430"/>
                  </a:lnTo>
                  <a:lnTo>
                    <a:pt x="75910" y="5990"/>
                  </a:lnTo>
                  <a:lnTo>
                    <a:pt x="79299" y="55"/>
                  </a:lnTo>
                  <a:lnTo>
                    <a:pt x="90195" y="4184"/>
                  </a:lnTo>
                  <a:lnTo>
                    <a:pt x="95403" y="7058"/>
                  </a:lnTo>
                  <a:lnTo>
                    <a:pt x="92622" y="8438"/>
                  </a:lnTo>
                  <a:lnTo>
                    <a:pt x="92588" y="16467"/>
                  </a:lnTo>
                  <a:lnTo>
                    <a:pt x="96722" y="18265"/>
                  </a:lnTo>
                  <a:lnTo>
                    <a:pt x="98954" y="12555"/>
                  </a:lnTo>
                  <a:lnTo>
                    <a:pt x="101043" y="19967"/>
                  </a:lnTo>
                  <a:lnTo>
                    <a:pt x="110615" y="21048"/>
                  </a:lnTo>
                  <a:lnTo>
                    <a:pt x="115209" y="23731"/>
                  </a:lnTo>
                  <a:lnTo>
                    <a:pt x="113554" y="29332"/>
                  </a:lnTo>
                  <a:lnTo>
                    <a:pt x="118144" y="30413"/>
                  </a:lnTo>
                  <a:lnTo>
                    <a:pt x="118534" y="28831"/>
                  </a:lnTo>
                  <a:lnTo>
                    <a:pt x="127083" y="30768"/>
                  </a:lnTo>
                  <a:lnTo>
                    <a:pt x="126245" y="33558"/>
                  </a:lnTo>
                  <a:lnTo>
                    <a:pt x="123955" y="40011"/>
                  </a:lnTo>
                  <a:lnTo>
                    <a:pt x="128741" y="40703"/>
                  </a:lnTo>
                  <a:lnTo>
                    <a:pt x="132502" y="39690"/>
                  </a:lnTo>
                  <a:lnTo>
                    <a:pt x="132957" y="43608"/>
                  </a:lnTo>
                  <a:lnTo>
                    <a:pt x="122549" y="43264"/>
                  </a:lnTo>
                  <a:lnTo>
                    <a:pt x="122309" y="46567"/>
                  </a:lnTo>
                  <a:lnTo>
                    <a:pt x="125486" y="45869"/>
                  </a:lnTo>
                  <a:lnTo>
                    <a:pt x="127384" y="49071"/>
                  </a:lnTo>
                  <a:lnTo>
                    <a:pt x="127206" y="51640"/>
                  </a:lnTo>
                  <a:lnTo>
                    <a:pt x="141655" y="52577"/>
                  </a:lnTo>
                  <a:lnTo>
                    <a:pt x="143187" y="49579"/>
                  </a:lnTo>
                  <a:lnTo>
                    <a:pt x="148206" y="46561"/>
                  </a:lnTo>
                  <a:lnTo>
                    <a:pt x="150491" y="46965"/>
                  </a:lnTo>
                  <a:lnTo>
                    <a:pt x="153942" y="48074"/>
                  </a:lnTo>
                  <a:lnTo>
                    <a:pt x="151415" y="52356"/>
                  </a:lnTo>
                  <a:lnTo>
                    <a:pt x="156651" y="57440"/>
                  </a:lnTo>
                  <a:lnTo>
                    <a:pt x="157076" y="55643"/>
                  </a:lnTo>
                  <a:lnTo>
                    <a:pt x="162878" y="50640"/>
                  </a:lnTo>
                  <a:lnTo>
                    <a:pt x="160481" y="45552"/>
                  </a:lnTo>
                  <a:lnTo>
                    <a:pt x="168754" y="45664"/>
                  </a:lnTo>
                  <a:lnTo>
                    <a:pt x="173488" y="53455"/>
                  </a:lnTo>
                  <a:lnTo>
                    <a:pt x="176366" y="56894"/>
                  </a:lnTo>
                  <a:lnTo>
                    <a:pt x="169719" y="59214"/>
                  </a:lnTo>
                  <a:lnTo>
                    <a:pt x="172413" y="61682"/>
                  </a:lnTo>
                  <a:lnTo>
                    <a:pt x="173607" y="61160"/>
                  </a:lnTo>
                  <a:lnTo>
                    <a:pt x="178890" y="65977"/>
                  </a:lnTo>
                  <a:lnTo>
                    <a:pt x="179972" y="68068"/>
                  </a:lnTo>
                  <a:lnTo>
                    <a:pt x="178512" y="75184"/>
                  </a:lnTo>
                  <a:lnTo>
                    <a:pt x="175639" y="77941"/>
                  </a:lnTo>
                  <a:lnTo>
                    <a:pt x="175065" y="77168"/>
                  </a:lnTo>
                  <a:lnTo>
                    <a:pt x="173742" y="77327"/>
                  </a:lnTo>
                  <a:lnTo>
                    <a:pt x="171880" y="84758"/>
                  </a:lnTo>
                  <a:lnTo>
                    <a:pt x="174097" y="84780"/>
                  </a:lnTo>
                  <a:lnTo>
                    <a:pt x="174163" y="88540"/>
                  </a:lnTo>
                  <a:lnTo>
                    <a:pt x="179224" y="90714"/>
                  </a:lnTo>
                  <a:lnTo>
                    <a:pt x="180960" y="85755"/>
                  </a:lnTo>
                  <a:lnTo>
                    <a:pt x="182813" y="82919"/>
                  </a:lnTo>
                  <a:lnTo>
                    <a:pt x="191213" y="89004"/>
                  </a:lnTo>
                  <a:lnTo>
                    <a:pt x="192137" y="93642"/>
                  </a:lnTo>
                  <a:lnTo>
                    <a:pt x="190525" y="93046"/>
                  </a:lnTo>
                  <a:lnTo>
                    <a:pt x="184323" y="93064"/>
                  </a:lnTo>
                  <a:lnTo>
                    <a:pt x="183559" y="93256"/>
                  </a:lnTo>
                  <a:lnTo>
                    <a:pt x="183723" y="96221"/>
                  </a:lnTo>
                  <a:lnTo>
                    <a:pt x="185552" y="96168"/>
                  </a:lnTo>
                  <a:lnTo>
                    <a:pt x="173907" y="97427"/>
                  </a:lnTo>
                  <a:lnTo>
                    <a:pt x="172548" y="96942"/>
                  </a:lnTo>
                  <a:lnTo>
                    <a:pt x="169723" y="93534"/>
                  </a:lnTo>
                  <a:lnTo>
                    <a:pt x="168106" y="93489"/>
                  </a:lnTo>
                  <a:lnTo>
                    <a:pt x="169153" y="97312"/>
                  </a:lnTo>
                  <a:lnTo>
                    <a:pt x="157777" y="93862"/>
                  </a:lnTo>
                  <a:lnTo>
                    <a:pt x="150433" y="94930"/>
                  </a:lnTo>
                  <a:lnTo>
                    <a:pt x="148765" y="96088"/>
                  </a:lnTo>
                  <a:lnTo>
                    <a:pt x="150007" y="97925"/>
                  </a:lnTo>
                  <a:lnTo>
                    <a:pt x="146758" y="99486"/>
                  </a:lnTo>
                  <a:lnTo>
                    <a:pt x="141930" y="100100"/>
                  </a:lnTo>
                  <a:lnTo>
                    <a:pt x="139266" y="99578"/>
                  </a:lnTo>
                  <a:lnTo>
                    <a:pt x="139006" y="108052"/>
                  </a:lnTo>
                  <a:lnTo>
                    <a:pt x="140005" y="108338"/>
                  </a:lnTo>
                  <a:lnTo>
                    <a:pt x="139006" y="117698"/>
                  </a:lnTo>
                  <a:lnTo>
                    <a:pt x="139632" y="120186"/>
                  </a:lnTo>
                  <a:lnTo>
                    <a:pt x="143576" y="119162"/>
                  </a:lnTo>
                  <a:lnTo>
                    <a:pt x="145310" y="122031"/>
                  </a:lnTo>
                  <a:lnTo>
                    <a:pt x="141645" y="125499"/>
                  </a:lnTo>
                  <a:lnTo>
                    <a:pt x="144019" y="128252"/>
                  </a:lnTo>
                  <a:lnTo>
                    <a:pt x="141949" y="129391"/>
                  </a:lnTo>
                  <a:lnTo>
                    <a:pt x="135755" y="128413"/>
                  </a:lnTo>
                  <a:lnTo>
                    <a:pt x="139598" y="133488"/>
                  </a:lnTo>
                  <a:lnTo>
                    <a:pt x="129940" y="136884"/>
                  </a:lnTo>
                  <a:lnTo>
                    <a:pt x="131493" y="143486"/>
                  </a:lnTo>
                  <a:lnTo>
                    <a:pt x="125689" y="145291"/>
                  </a:lnTo>
                  <a:lnTo>
                    <a:pt x="123629" y="151628"/>
                  </a:lnTo>
                  <a:lnTo>
                    <a:pt x="119025" y="148984"/>
                  </a:lnTo>
                  <a:lnTo>
                    <a:pt x="118216" y="153029"/>
                  </a:lnTo>
                  <a:lnTo>
                    <a:pt x="118274" y="161434"/>
                  </a:lnTo>
                  <a:lnTo>
                    <a:pt x="114890" y="162076"/>
                  </a:lnTo>
                  <a:lnTo>
                    <a:pt x="110195" y="164421"/>
                  </a:lnTo>
                  <a:lnTo>
                    <a:pt x="106115" y="163890"/>
                  </a:lnTo>
                  <a:lnTo>
                    <a:pt x="106432" y="170216"/>
                  </a:lnTo>
                  <a:lnTo>
                    <a:pt x="103546" y="170477"/>
                  </a:lnTo>
                  <a:lnTo>
                    <a:pt x="101179" y="169294"/>
                  </a:lnTo>
                  <a:lnTo>
                    <a:pt x="96385" y="168371"/>
                  </a:lnTo>
                  <a:lnTo>
                    <a:pt x="94051" y="168844"/>
                  </a:lnTo>
                  <a:lnTo>
                    <a:pt x="91391" y="170306"/>
                  </a:lnTo>
                  <a:lnTo>
                    <a:pt x="88465" y="173131"/>
                  </a:lnTo>
                  <a:lnTo>
                    <a:pt x="91429" y="178660"/>
                  </a:lnTo>
                  <a:lnTo>
                    <a:pt x="90350" y="178908"/>
                  </a:lnTo>
                  <a:lnTo>
                    <a:pt x="81367" y="175175"/>
                  </a:lnTo>
                  <a:lnTo>
                    <a:pt x="81165" y="174543"/>
                  </a:lnTo>
                  <a:lnTo>
                    <a:pt x="80420" y="172462"/>
                  </a:lnTo>
                  <a:lnTo>
                    <a:pt x="76683" y="169848"/>
                  </a:lnTo>
                  <a:lnTo>
                    <a:pt x="74080" y="167016"/>
                  </a:lnTo>
                  <a:lnTo>
                    <a:pt x="74341" y="161936"/>
                  </a:lnTo>
                  <a:lnTo>
                    <a:pt x="71955" y="159023"/>
                  </a:lnTo>
                  <a:lnTo>
                    <a:pt x="67281" y="156377"/>
                  </a:lnTo>
                  <a:lnTo>
                    <a:pt x="61732" y="154332"/>
                  </a:lnTo>
                  <a:lnTo>
                    <a:pt x="55368" y="150504"/>
                  </a:lnTo>
                  <a:lnTo>
                    <a:pt x="48572" y="148440"/>
                  </a:lnTo>
                  <a:lnTo>
                    <a:pt x="48283" y="143912"/>
                  </a:lnTo>
                  <a:lnTo>
                    <a:pt x="46240" y="140513"/>
                  </a:lnTo>
                  <a:lnTo>
                    <a:pt x="43021" y="130086"/>
                  </a:lnTo>
                  <a:lnTo>
                    <a:pt x="29779" y="117755"/>
                  </a:lnTo>
                  <a:lnTo>
                    <a:pt x="25946" y="111137"/>
                  </a:lnTo>
                  <a:lnTo>
                    <a:pt x="26350" y="110279"/>
                  </a:lnTo>
                  <a:lnTo>
                    <a:pt x="31240" y="107728"/>
                  </a:lnTo>
                  <a:lnTo>
                    <a:pt x="32945" y="112692"/>
                  </a:lnTo>
                  <a:lnTo>
                    <a:pt x="33414" y="113063"/>
                  </a:lnTo>
                  <a:lnTo>
                    <a:pt x="35502" y="111564"/>
                  </a:lnTo>
                  <a:lnTo>
                    <a:pt x="36050" y="107709"/>
                  </a:lnTo>
                  <a:lnTo>
                    <a:pt x="32954" y="103339"/>
                  </a:lnTo>
                  <a:lnTo>
                    <a:pt x="30805" y="104415"/>
                  </a:lnTo>
                  <a:lnTo>
                    <a:pt x="28690" y="104281"/>
                  </a:lnTo>
                  <a:lnTo>
                    <a:pt x="24426" y="100677"/>
                  </a:lnTo>
                  <a:lnTo>
                    <a:pt x="18555" y="98221"/>
                  </a:lnTo>
                  <a:lnTo>
                    <a:pt x="16687" y="93840"/>
                  </a:lnTo>
                  <a:lnTo>
                    <a:pt x="11507" y="86205"/>
                  </a:lnTo>
                  <a:lnTo>
                    <a:pt x="4344" y="84205"/>
                  </a:lnTo>
                  <a:lnTo>
                    <a:pt x="4183" y="83741"/>
                  </a:lnTo>
                  <a:lnTo>
                    <a:pt x="6710" y="81884"/>
                  </a:lnTo>
                  <a:lnTo>
                    <a:pt x="3716" y="71205"/>
                  </a:lnTo>
                  <a:lnTo>
                    <a:pt x="6220" y="66794"/>
                  </a:lnTo>
                  <a:lnTo>
                    <a:pt x="1628" y="55214"/>
                  </a:lnTo>
                  <a:lnTo>
                    <a:pt x="2737" y="50757"/>
                  </a:lnTo>
                  <a:lnTo>
                    <a:pt x="2287" y="47434"/>
                  </a:lnTo>
                  <a:lnTo>
                    <a:pt x="0" y="42081"/>
                  </a:lnTo>
                  <a:lnTo>
                    <a:pt x="4282" y="40392"/>
                  </a:lnTo>
                  <a:lnTo>
                    <a:pt x="5602" y="41747"/>
                  </a:lnTo>
                  <a:lnTo>
                    <a:pt x="21366" y="43387"/>
                  </a:lnTo>
                  <a:lnTo>
                    <a:pt x="25409" y="25674"/>
                  </a:lnTo>
                  <a:lnTo>
                    <a:pt x="35228" y="13844"/>
                  </a:lnTo>
                  <a:lnTo>
                    <a:pt x="35813" y="11556"/>
                  </a:lnTo>
                  <a:lnTo>
                    <a:pt x="32292" y="7447"/>
                  </a:lnTo>
                  <a:lnTo>
                    <a:pt x="40866" y="317"/>
                  </a:lnTo>
                  <a:lnTo>
                    <a:pt x="42748" y="2586"/>
                  </a:lnTo>
                  <a:lnTo>
                    <a:pt x="46112" y="0"/>
                  </a:lnTo>
                  <a:lnTo>
                    <a:pt x="51323" y="5375"/>
                  </a:lnTo>
                  <a:lnTo>
                    <a:pt x="53797" y="599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h5493"/>
            <p:cNvSpPr/>
            <p:nvPr/>
          </p:nvSpPr>
          <p:spPr>
            <a:xfrm>
              <a:off x="5293262" y="1755685"/>
              <a:ext cx="40324" cy="56127"/>
            </a:xfrm>
            <a:custGeom>
              <a:avLst/>
              <a:pathLst>
                <a:path w="40324" h="56127">
                  <a:moveTo>
                    <a:pt x="36992" y="16943"/>
                  </a:move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lnTo>
                    <a:pt x="2206" y="41954"/>
                  </a:ln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h5494"/>
            <p:cNvSpPr/>
            <p:nvPr/>
          </p:nvSpPr>
          <p:spPr>
            <a:xfrm>
              <a:off x="5485615" y="1592768"/>
              <a:ext cx="45845" cy="59433"/>
            </a:xfrm>
            <a:custGeom>
              <a:avLst/>
              <a:pathLst>
                <a:path w="45845" h="59433">
                  <a:moveTo>
                    <a:pt x="16520" y="1146"/>
                  </a:moveTo>
                  <a:lnTo>
                    <a:pt x="16082" y="12727"/>
                  </a:lnTo>
                  <a:lnTo>
                    <a:pt x="18081" y="12806"/>
                  </a:lnTo>
                  <a:lnTo>
                    <a:pt x="17567" y="10597"/>
                  </a:lnTo>
                  <a:lnTo>
                    <a:pt x="21420" y="10565"/>
                  </a:lnTo>
                  <a:lnTo>
                    <a:pt x="21317" y="12830"/>
                  </a:lnTo>
                  <a:lnTo>
                    <a:pt x="28715" y="7093"/>
                  </a:lnTo>
                  <a:lnTo>
                    <a:pt x="39968" y="6992"/>
                  </a:lnTo>
                  <a:lnTo>
                    <a:pt x="40275" y="5938"/>
                  </a:lnTo>
                  <a:lnTo>
                    <a:pt x="42710" y="7157"/>
                  </a:lnTo>
                  <a:lnTo>
                    <a:pt x="43656" y="10392"/>
                  </a:lnTo>
                  <a:lnTo>
                    <a:pt x="37644" y="13375"/>
                  </a:lnTo>
                  <a:lnTo>
                    <a:pt x="37810" y="15943"/>
                  </a:lnTo>
                  <a:lnTo>
                    <a:pt x="39532" y="19442"/>
                  </a:lnTo>
                  <a:lnTo>
                    <a:pt x="44949" y="24193"/>
                  </a:lnTo>
                  <a:lnTo>
                    <a:pt x="45845" y="26340"/>
                  </a:lnTo>
                  <a:lnTo>
                    <a:pt x="43269" y="32654"/>
                  </a:lnTo>
                  <a:lnTo>
                    <a:pt x="45529" y="32141"/>
                  </a:lnTo>
                  <a:lnTo>
                    <a:pt x="45636" y="34526"/>
                  </a:lnTo>
                  <a:lnTo>
                    <a:pt x="44793" y="39102"/>
                  </a:lnTo>
                  <a:lnTo>
                    <a:pt x="43629" y="41265"/>
                  </a:lnTo>
                  <a:lnTo>
                    <a:pt x="44337" y="43380"/>
                  </a:lnTo>
                  <a:lnTo>
                    <a:pt x="36452" y="46355"/>
                  </a:lnTo>
                  <a:lnTo>
                    <a:pt x="38080" y="51018"/>
                  </a:lnTo>
                  <a:lnTo>
                    <a:pt x="35603" y="52942"/>
                  </a:lnTo>
                  <a:lnTo>
                    <a:pt x="33039" y="54342"/>
                  </a:lnTo>
                  <a:lnTo>
                    <a:pt x="27983" y="55647"/>
                  </a:lnTo>
                  <a:lnTo>
                    <a:pt x="24264" y="51775"/>
                  </a:lnTo>
                  <a:lnTo>
                    <a:pt x="23174" y="52125"/>
                  </a:lnTo>
                  <a:lnTo>
                    <a:pt x="20209" y="59018"/>
                  </a:lnTo>
                  <a:lnTo>
                    <a:pt x="4851" y="59433"/>
                  </a:lnTo>
                  <a:lnTo>
                    <a:pt x="4482" y="56178"/>
                  </a:lnTo>
                  <a:lnTo>
                    <a:pt x="125" y="55018"/>
                  </a:lnTo>
                  <a:lnTo>
                    <a:pt x="572" y="53042"/>
                  </a:lnTo>
                  <a:lnTo>
                    <a:pt x="0" y="49496"/>
                  </a:lnTo>
                  <a:lnTo>
                    <a:pt x="4253" y="46070"/>
                  </a:lnTo>
                  <a:lnTo>
                    <a:pt x="1786" y="37679"/>
                  </a:lnTo>
                  <a:lnTo>
                    <a:pt x="643" y="28740"/>
                  </a:lnTo>
                  <a:lnTo>
                    <a:pt x="1283" y="27860"/>
                  </a:lnTo>
                  <a:lnTo>
                    <a:pt x="3023" y="25231"/>
                  </a:lnTo>
                  <a:lnTo>
                    <a:pt x="2584" y="23359"/>
                  </a:lnTo>
                  <a:lnTo>
                    <a:pt x="3172" y="20990"/>
                  </a:lnTo>
                  <a:lnTo>
                    <a:pt x="5243" y="18620"/>
                  </a:lnTo>
                  <a:lnTo>
                    <a:pt x="11975" y="14677"/>
                  </a:lnTo>
                  <a:lnTo>
                    <a:pt x="10564" y="5056"/>
                  </a:lnTo>
                  <a:lnTo>
                    <a:pt x="1307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h5495"/>
            <p:cNvSpPr/>
            <p:nvPr/>
          </p:nvSpPr>
          <p:spPr>
            <a:xfrm>
              <a:off x="5469159" y="1895378"/>
              <a:ext cx="33672" cy="31849"/>
            </a:xfrm>
            <a:custGeom>
              <a:avLst/>
              <a:pathLst>
                <a:path w="33672" h="31849">
                  <a:moveTo>
                    <a:pt x="14324" y="0"/>
                  </a:moveTo>
                  <a:lnTo>
                    <a:pt x="22408" y="987"/>
                  </a:lnTo>
                  <a:lnTo>
                    <a:pt x="23525" y="2800"/>
                  </a:lnTo>
                  <a:lnTo>
                    <a:pt x="22948" y="4017"/>
                  </a:lnTo>
                  <a:lnTo>
                    <a:pt x="33426" y="12342"/>
                  </a:lnTo>
                  <a:lnTo>
                    <a:pt x="33672" y="15252"/>
                  </a:lnTo>
                  <a:lnTo>
                    <a:pt x="24608" y="31849"/>
                  </a:lnTo>
                  <a:lnTo>
                    <a:pt x="17679" y="30819"/>
                  </a:lnTo>
                  <a:lnTo>
                    <a:pt x="10431" y="28170"/>
                  </a:lnTo>
                  <a:lnTo>
                    <a:pt x="3234" y="26465"/>
                  </a:lnTo>
                  <a:lnTo>
                    <a:pt x="1901" y="25908"/>
                  </a:lnTo>
                  <a:lnTo>
                    <a:pt x="191" y="21931"/>
                  </a:lnTo>
                  <a:lnTo>
                    <a:pt x="290" y="21187"/>
                  </a:lnTo>
                  <a:lnTo>
                    <a:pt x="0" y="20365"/>
                  </a:lnTo>
                  <a:lnTo>
                    <a:pt x="2993" y="17888"/>
                  </a:lnTo>
                  <a:lnTo>
                    <a:pt x="6363" y="12526"/>
                  </a:lnTo>
                  <a:lnTo>
                    <a:pt x="5842" y="11754"/>
                  </a:lnTo>
                  <a:lnTo>
                    <a:pt x="6208" y="8327"/>
                  </a:lnTo>
                  <a:lnTo>
                    <a:pt x="10396" y="6034"/>
                  </a:lnTo>
                  <a:lnTo>
                    <a:pt x="11226" y="1008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h5496"/>
            <p:cNvSpPr/>
            <p:nvPr/>
          </p:nvSpPr>
          <p:spPr>
            <a:xfrm>
              <a:off x="5575790" y="1545959"/>
              <a:ext cx="69486" cy="71959"/>
            </a:xfrm>
            <a:custGeom>
              <a:avLst/>
              <a:pathLst>
                <a:path w="69486" h="71959">
                  <a:moveTo>
                    <a:pt x="64713" y="5109"/>
                  </a:moveTo>
                  <a:lnTo>
                    <a:pt x="63448" y="14012"/>
                  </a:lnTo>
                  <a:lnTo>
                    <a:pt x="65760" y="14604"/>
                  </a:lnTo>
                  <a:lnTo>
                    <a:pt x="62289" y="33127"/>
                  </a:lnTo>
                  <a:lnTo>
                    <a:pt x="66001" y="35362"/>
                  </a:lnTo>
                  <a:lnTo>
                    <a:pt x="66551" y="44220"/>
                  </a:lnTo>
                  <a:lnTo>
                    <a:pt x="69486" y="50827"/>
                  </a:lnTo>
                  <a:lnTo>
                    <a:pt x="68995" y="51410"/>
                  </a:lnTo>
                  <a:lnTo>
                    <a:pt x="66620" y="51583"/>
                  </a:lnTo>
                  <a:lnTo>
                    <a:pt x="63553" y="50565"/>
                  </a:lnTo>
                  <a:lnTo>
                    <a:pt x="60929" y="47571"/>
                  </a:lnTo>
                  <a:lnTo>
                    <a:pt x="59507" y="47988"/>
                  </a:lnTo>
                  <a:lnTo>
                    <a:pt x="56456" y="56408"/>
                  </a:lnTo>
                  <a:lnTo>
                    <a:pt x="48906" y="54985"/>
                  </a:lnTo>
                  <a:lnTo>
                    <a:pt x="38969" y="70648"/>
                  </a:lnTo>
                  <a:lnTo>
                    <a:pt x="35439" y="71959"/>
                  </a:lnTo>
                  <a:lnTo>
                    <a:pt x="35780" y="70218"/>
                  </a:lnTo>
                  <a:lnTo>
                    <a:pt x="35084" y="69959"/>
                  </a:lnTo>
                  <a:lnTo>
                    <a:pt x="24702" y="68641"/>
                  </a:lnTo>
                  <a:lnTo>
                    <a:pt x="23509" y="69276"/>
                  </a:lnTo>
                  <a:lnTo>
                    <a:pt x="21826" y="67637"/>
                  </a:lnTo>
                  <a:lnTo>
                    <a:pt x="21902" y="64428"/>
                  </a:lnTo>
                  <a:lnTo>
                    <a:pt x="12566" y="60148"/>
                  </a:lnTo>
                  <a:lnTo>
                    <a:pt x="13624" y="58098"/>
                  </a:lnTo>
                  <a:lnTo>
                    <a:pt x="16197" y="58618"/>
                  </a:lnTo>
                  <a:lnTo>
                    <a:pt x="20908" y="57815"/>
                  </a:lnTo>
                  <a:lnTo>
                    <a:pt x="15918" y="48707"/>
                  </a:lnTo>
                  <a:lnTo>
                    <a:pt x="16370" y="43881"/>
                  </a:lnTo>
                  <a:lnTo>
                    <a:pt x="13732" y="41554"/>
                  </a:lnTo>
                  <a:lnTo>
                    <a:pt x="14032" y="35227"/>
                  </a:lnTo>
                  <a:lnTo>
                    <a:pt x="12444" y="32119"/>
                  </a:lnTo>
                  <a:lnTo>
                    <a:pt x="9938" y="32015"/>
                  </a:lnTo>
                  <a:lnTo>
                    <a:pt x="3789" y="28755"/>
                  </a:lnTo>
                  <a:lnTo>
                    <a:pt x="3699" y="25091"/>
                  </a:lnTo>
                  <a:lnTo>
                    <a:pt x="2887" y="25552"/>
                  </a:lnTo>
                  <a:lnTo>
                    <a:pt x="47" y="24407"/>
                  </a:lnTo>
                  <a:lnTo>
                    <a:pt x="0" y="17574"/>
                  </a:lnTo>
                  <a:lnTo>
                    <a:pt x="2841" y="17897"/>
                  </a:lnTo>
                  <a:lnTo>
                    <a:pt x="9121" y="16214"/>
                  </a:lnTo>
                  <a:lnTo>
                    <a:pt x="9369" y="13014"/>
                  </a:lnTo>
                  <a:lnTo>
                    <a:pt x="15866" y="8720"/>
                  </a:lnTo>
                  <a:lnTo>
                    <a:pt x="18326" y="7102"/>
                  </a:lnTo>
                  <a:lnTo>
                    <a:pt x="18669" y="3144"/>
                  </a:lnTo>
                  <a:lnTo>
                    <a:pt x="34489" y="4011"/>
                  </a:lnTo>
                  <a:lnTo>
                    <a:pt x="37616" y="3287"/>
                  </a:lnTo>
                  <a:lnTo>
                    <a:pt x="39148" y="7130"/>
                  </a:lnTo>
                  <a:lnTo>
                    <a:pt x="49342" y="7848"/>
                  </a:lnTo>
                  <a:lnTo>
                    <a:pt x="52668" y="6544"/>
                  </a:lnTo>
                  <a:lnTo>
                    <a:pt x="53927" y="2909"/>
                  </a:lnTo>
                  <a:lnTo>
                    <a:pt x="582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h5497"/>
            <p:cNvSpPr/>
            <p:nvPr/>
          </p:nvSpPr>
          <p:spPr>
            <a:xfrm>
              <a:off x="5637038" y="1806017"/>
              <a:ext cx="47638" cy="26284"/>
            </a:xfrm>
            <a:custGeom>
              <a:avLst/>
              <a:pathLst>
                <a:path w="47638" h="26284">
                  <a:moveTo>
                    <a:pt x="20893" y="288"/>
                  </a:moveTo>
                  <a:lnTo>
                    <a:pt x="22290" y="3540"/>
                  </a:lnTo>
                  <a:lnTo>
                    <a:pt x="30493" y="3022"/>
                  </a:lnTo>
                  <a:lnTo>
                    <a:pt x="30030" y="441"/>
                  </a:lnTo>
                  <a:lnTo>
                    <a:pt x="34332" y="2201"/>
                  </a:lnTo>
                  <a:lnTo>
                    <a:pt x="34685" y="3528"/>
                  </a:lnTo>
                  <a:lnTo>
                    <a:pt x="36795" y="4887"/>
                  </a:lnTo>
                  <a:lnTo>
                    <a:pt x="39058" y="5453"/>
                  </a:lnTo>
                  <a:lnTo>
                    <a:pt x="42752" y="4778"/>
                  </a:lnTo>
                  <a:lnTo>
                    <a:pt x="44101" y="3118"/>
                  </a:lnTo>
                  <a:lnTo>
                    <a:pt x="46847" y="6263"/>
                  </a:lnTo>
                  <a:lnTo>
                    <a:pt x="47638" y="10290"/>
                  </a:lnTo>
                  <a:lnTo>
                    <a:pt x="45941" y="18868"/>
                  </a:lnTo>
                  <a:lnTo>
                    <a:pt x="44461" y="20802"/>
                  </a:lnTo>
                  <a:lnTo>
                    <a:pt x="43609" y="24165"/>
                  </a:lnTo>
                  <a:lnTo>
                    <a:pt x="43667" y="26162"/>
                  </a:lnTo>
                  <a:lnTo>
                    <a:pt x="37457" y="24919"/>
                  </a:lnTo>
                  <a:lnTo>
                    <a:pt x="33276" y="24943"/>
                  </a:lnTo>
                  <a:lnTo>
                    <a:pt x="26350" y="26284"/>
                  </a:lnTo>
                  <a:lnTo>
                    <a:pt x="23493" y="25005"/>
                  </a:lnTo>
                  <a:lnTo>
                    <a:pt x="18679" y="15708"/>
                  </a:lnTo>
                  <a:lnTo>
                    <a:pt x="12800" y="17230"/>
                  </a:lnTo>
                  <a:lnTo>
                    <a:pt x="6575" y="17781"/>
                  </a:lnTo>
                  <a:lnTo>
                    <a:pt x="5060" y="17035"/>
                  </a:lnTo>
                  <a:lnTo>
                    <a:pt x="2332" y="11679"/>
                  </a:lnTo>
                  <a:lnTo>
                    <a:pt x="2077" y="8576"/>
                  </a:lnTo>
                  <a:lnTo>
                    <a:pt x="0" y="3060"/>
                  </a:lnTo>
                  <a:lnTo>
                    <a:pt x="1680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h5498"/>
            <p:cNvSpPr/>
            <p:nvPr/>
          </p:nvSpPr>
          <p:spPr>
            <a:xfrm>
              <a:off x="5521218" y="1583640"/>
              <a:ext cx="79493" cy="80001"/>
            </a:xfrm>
            <a:custGeom>
              <a:avLst/>
              <a:pathLst>
                <a:path w="79493" h="80001">
                  <a:moveTo>
                    <a:pt x="33610" y="2064"/>
                  </a:moveTo>
                  <a:lnTo>
                    <a:pt x="33787" y="4168"/>
                  </a:lnTo>
                  <a:lnTo>
                    <a:pt x="27811" y="6351"/>
                  </a:lnTo>
                  <a:lnTo>
                    <a:pt x="28765" y="7774"/>
                  </a:lnTo>
                  <a:lnTo>
                    <a:pt x="33531" y="15719"/>
                  </a:lnTo>
                  <a:lnTo>
                    <a:pt x="44935" y="30905"/>
                  </a:lnTo>
                  <a:lnTo>
                    <a:pt x="48522" y="33020"/>
                  </a:lnTo>
                  <a:lnTo>
                    <a:pt x="66103" y="33799"/>
                  </a:lnTo>
                  <a:lnTo>
                    <a:pt x="67525" y="39506"/>
                  </a:lnTo>
                  <a:lnTo>
                    <a:pt x="79282" y="40324"/>
                  </a:lnTo>
                  <a:lnTo>
                    <a:pt x="79493" y="44531"/>
                  </a:lnTo>
                  <a:lnTo>
                    <a:pt x="73266" y="45272"/>
                  </a:lnTo>
                  <a:lnTo>
                    <a:pt x="72601" y="58265"/>
                  </a:lnTo>
                  <a:lnTo>
                    <a:pt x="65380" y="58330"/>
                  </a:lnTo>
                  <a:lnTo>
                    <a:pt x="58939" y="69108"/>
                  </a:lnTo>
                  <a:lnTo>
                    <a:pt x="51770" y="69952"/>
                  </a:lnTo>
                  <a:lnTo>
                    <a:pt x="44339" y="77351"/>
                  </a:lnTo>
                  <a:lnTo>
                    <a:pt x="38201" y="72622"/>
                  </a:lnTo>
                  <a:lnTo>
                    <a:pt x="34608" y="73518"/>
                  </a:lnTo>
                  <a:lnTo>
                    <a:pt x="30654" y="76635"/>
                  </a:lnTo>
                  <a:lnTo>
                    <a:pt x="30438" y="79450"/>
                  </a:lnTo>
                  <a:lnTo>
                    <a:pt x="23267" y="80001"/>
                  </a:lnTo>
                  <a:lnTo>
                    <a:pt x="10360" y="77936"/>
                  </a:lnTo>
                  <a:lnTo>
                    <a:pt x="9101" y="75171"/>
                  </a:lnTo>
                  <a:lnTo>
                    <a:pt x="3818" y="69843"/>
                  </a:lnTo>
                  <a:lnTo>
                    <a:pt x="8530" y="67484"/>
                  </a:lnTo>
                  <a:lnTo>
                    <a:pt x="907" y="65626"/>
                  </a:lnTo>
                  <a:lnTo>
                    <a:pt x="0" y="62070"/>
                  </a:lnTo>
                  <a:lnTo>
                    <a:pt x="2476" y="60147"/>
                  </a:lnTo>
                  <a:lnTo>
                    <a:pt x="849" y="55484"/>
                  </a:lnTo>
                  <a:lnTo>
                    <a:pt x="8733" y="52509"/>
                  </a:lnTo>
                  <a:lnTo>
                    <a:pt x="8025" y="50394"/>
                  </a:lnTo>
                  <a:lnTo>
                    <a:pt x="9190" y="48231"/>
                  </a:lnTo>
                  <a:lnTo>
                    <a:pt x="10033" y="43655"/>
                  </a:lnTo>
                  <a:lnTo>
                    <a:pt x="9925" y="41269"/>
                  </a:lnTo>
                  <a:lnTo>
                    <a:pt x="7665" y="41783"/>
                  </a:lnTo>
                  <a:lnTo>
                    <a:pt x="10242" y="35468"/>
                  </a:lnTo>
                  <a:lnTo>
                    <a:pt x="9345" y="33322"/>
                  </a:lnTo>
                  <a:lnTo>
                    <a:pt x="3928" y="28570"/>
                  </a:lnTo>
                  <a:lnTo>
                    <a:pt x="2207" y="25072"/>
                  </a:lnTo>
                  <a:lnTo>
                    <a:pt x="2040" y="22503"/>
                  </a:lnTo>
                  <a:lnTo>
                    <a:pt x="8053" y="19521"/>
                  </a:lnTo>
                  <a:lnTo>
                    <a:pt x="7107" y="16285"/>
                  </a:lnTo>
                  <a:lnTo>
                    <a:pt x="4672" y="15067"/>
                  </a:lnTo>
                  <a:lnTo>
                    <a:pt x="5244" y="8038"/>
                  </a:lnTo>
                  <a:lnTo>
                    <a:pt x="11305" y="5394"/>
                  </a:lnTo>
                  <a:lnTo>
                    <a:pt x="844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h5499"/>
            <p:cNvSpPr/>
            <p:nvPr/>
          </p:nvSpPr>
          <p:spPr>
            <a:xfrm>
              <a:off x="5465103" y="1542847"/>
              <a:ext cx="67420" cy="62752"/>
            </a:xfrm>
            <a:custGeom>
              <a:avLst/>
              <a:pathLst>
                <a:path w="67420" h="62752">
                  <a:moveTo>
                    <a:pt x="49988" y="11067"/>
                  </a:moveTo>
                  <a:lnTo>
                    <a:pt x="54458" y="8220"/>
                  </a:lnTo>
                  <a:lnTo>
                    <a:pt x="59366" y="14353"/>
                  </a:lnTo>
                  <a:lnTo>
                    <a:pt x="56062" y="16021"/>
                  </a:lnTo>
                  <a:lnTo>
                    <a:pt x="57805" y="22276"/>
                  </a:lnTo>
                  <a:lnTo>
                    <a:pt x="58942" y="22777"/>
                  </a:lnTo>
                  <a:lnTo>
                    <a:pt x="55299" y="33050"/>
                  </a:lnTo>
                  <a:lnTo>
                    <a:pt x="54717" y="38614"/>
                  </a:lnTo>
                  <a:lnTo>
                    <a:pt x="55644" y="39430"/>
                  </a:lnTo>
                  <a:lnTo>
                    <a:pt x="57180" y="39077"/>
                  </a:lnTo>
                  <a:lnTo>
                    <a:pt x="58182" y="36887"/>
                  </a:lnTo>
                  <a:lnTo>
                    <a:pt x="61785" y="35607"/>
                  </a:lnTo>
                  <a:lnTo>
                    <a:pt x="64555" y="40792"/>
                  </a:lnTo>
                  <a:lnTo>
                    <a:pt x="67420" y="46187"/>
                  </a:lnTo>
                  <a:lnTo>
                    <a:pt x="61359" y="48831"/>
                  </a:lnTo>
                  <a:lnTo>
                    <a:pt x="60787" y="55860"/>
                  </a:lnTo>
                  <a:lnTo>
                    <a:pt x="60480" y="56914"/>
                  </a:lnTo>
                  <a:lnTo>
                    <a:pt x="49226" y="57015"/>
                  </a:lnTo>
                  <a:lnTo>
                    <a:pt x="41829" y="62752"/>
                  </a:lnTo>
                  <a:lnTo>
                    <a:pt x="41931" y="60486"/>
                  </a:lnTo>
                  <a:lnTo>
                    <a:pt x="38078" y="60518"/>
                  </a:lnTo>
                  <a:lnTo>
                    <a:pt x="38592" y="62727"/>
                  </a:lnTo>
                  <a:lnTo>
                    <a:pt x="36593" y="62648"/>
                  </a:lnTo>
                  <a:lnTo>
                    <a:pt x="37031" y="51067"/>
                  </a:lnTo>
                  <a:lnTo>
                    <a:pt x="33585" y="49921"/>
                  </a:lnTo>
                  <a:lnTo>
                    <a:pt x="31075" y="54978"/>
                  </a:lnTo>
                  <a:lnTo>
                    <a:pt x="28774" y="55472"/>
                  </a:lnTo>
                  <a:lnTo>
                    <a:pt x="25926" y="54592"/>
                  </a:lnTo>
                  <a:lnTo>
                    <a:pt x="26722" y="51926"/>
                  </a:lnTo>
                  <a:lnTo>
                    <a:pt x="30373" y="50060"/>
                  </a:lnTo>
                  <a:lnTo>
                    <a:pt x="29047" y="48226"/>
                  </a:lnTo>
                  <a:lnTo>
                    <a:pt x="25337" y="49926"/>
                  </a:lnTo>
                  <a:lnTo>
                    <a:pt x="25623" y="44721"/>
                  </a:lnTo>
                  <a:lnTo>
                    <a:pt x="24649" y="44042"/>
                  </a:lnTo>
                  <a:lnTo>
                    <a:pt x="22555" y="46843"/>
                  </a:lnTo>
                  <a:lnTo>
                    <a:pt x="5806" y="42330"/>
                  </a:lnTo>
                  <a:lnTo>
                    <a:pt x="5388" y="38719"/>
                  </a:lnTo>
                  <a:lnTo>
                    <a:pt x="7567" y="35357"/>
                  </a:lnTo>
                  <a:lnTo>
                    <a:pt x="2962" y="28338"/>
                  </a:lnTo>
                  <a:lnTo>
                    <a:pt x="6486" y="23931"/>
                  </a:lnTo>
                  <a:lnTo>
                    <a:pt x="6761" y="21337"/>
                  </a:lnTo>
                  <a:lnTo>
                    <a:pt x="3982" y="20787"/>
                  </a:lnTo>
                  <a:lnTo>
                    <a:pt x="4032" y="15135"/>
                  </a:lnTo>
                  <a:lnTo>
                    <a:pt x="2431" y="13974"/>
                  </a:lnTo>
                  <a:lnTo>
                    <a:pt x="0" y="6979"/>
                  </a:lnTo>
                  <a:lnTo>
                    <a:pt x="8545" y="7204"/>
                  </a:lnTo>
                  <a:lnTo>
                    <a:pt x="12460" y="5456"/>
                  </a:lnTo>
                  <a:lnTo>
                    <a:pt x="23150" y="8378"/>
                  </a:lnTo>
                  <a:lnTo>
                    <a:pt x="25750" y="4712"/>
                  </a:lnTo>
                  <a:lnTo>
                    <a:pt x="32254" y="3573"/>
                  </a:lnTo>
                  <a:lnTo>
                    <a:pt x="34521" y="7126"/>
                  </a:lnTo>
                  <a:lnTo>
                    <a:pt x="36558" y="5359"/>
                  </a:lnTo>
                  <a:lnTo>
                    <a:pt x="36324" y="4416"/>
                  </a:lnTo>
                  <a:lnTo>
                    <a:pt x="4273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h5500"/>
            <p:cNvSpPr/>
            <p:nvPr/>
          </p:nvSpPr>
          <p:spPr>
            <a:xfrm>
              <a:off x="5550258" y="1741123"/>
              <a:ext cx="34291" cy="81961"/>
            </a:xfrm>
            <a:custGeom>
              <a:avLst/>
              <a:pathLst>
                <a:path w="34291" h="81961">
                  <a:moveTo>
                    <a:pt x="17264" y="3830"/>
                  </a:moveTo>
                  <a:lnTo>
                    <a:pt x="17912" y="0"/>
                  </a:lnTo>
                  <a:lnTo>
                    <a:pt x="19995" y="326"/>
                  </a:lnTo>
                  <a:lnTo>
                    <a:pt x="24038" y="3339"/>
                  </a:lnTo>
                  <a:lnTo>
                    <a:pt x="23780" y="4702"/>
                  </a:lnTo>
                  <a:lnTo>
                    <a:pt x="20610" y="5663"/>
                  </a:lnTo>
                  <a:lnTo>
                    <a:pt x="18103" y="7446"/>
                  </a:lnTo>
                  <a:lnTo>
                    <a:pt x="18077" y="10615"/>
                  </a:lnTo>
                  <a:lnTo>
                    <a:pt x="19758" y="12530"/>
                  </a:lnTo>
                  <a:lnTo>
                    <a:pt x="22355" y="13605"/>
                  </a:lnTo>
                  <a:lnTo>
                    <a:pt x="26978" y="19544"/>
                  </a:lnTo>
                  <a:lnTo>
                    <a:pt x="28220" y="46326"/>
                  </a:lnTo>
                  <a:lnTo>
                    <a:pt x="26515" y="46765"/>
                  </a:lnTo>
                  <a:lnTo>
                    <a:pt x="27405" y="52881"/>
                  </a:lnTo>
                  <a:lnTo>
                    <a:pt x="29416" y="57686"/>
                  </a:lnTo>
                  <a:lnTo>
                    <a:pt x="29256" y="72728"/>
                  </a:lnTo>
                  <a:lnTo>
                    <a:pt x="30651" y="76749"/>
                  </a:lnTo>
                  <a:lnTo>
                    <a:pt x="33157" y="75678"/>
                  </a:lnTo>
                  <a:lnTo>
                    <a:pt x="34291" y="78810"/>
                  </a:lnTo>
                  <a:lnTo>
                    <a:pt x="31088" y="79567"/>
                  </a:lnTo>
                  <a:lnTo>
                    <a:pt x="30096" y="81961"/>
                  </a:lnTo>
                  <a:lnTo>
                    <a:pt x="25706" y="76143"/>
                  </a:lnTo>
                  <a:lnTo>
                    <a:pt x="21346" y="73056"/>
                  </a:lnTo>
                  <a:lnTo>
                    <a:pt x="491" y="74869"/>
                  </a:lnTo>
                  <a:lnTo>
                    <a:pt x="0" y="68479"/>
                  </a:lnTo>
                  <a:lnTo>
                    <a:pt x="462" y="64979"/>
                  </a:lnTo>
                  <a:lnTo>
                    <a:pt x="2688" y="64493"/>
                  </a:lnTo>
                  <a:lnTo>
                    <a:pt x="2157" y="67924"/>
                  </a:lnTo>
                  <a:lnTo>
                    <a:pt x="5518" y="67060"/>
                  </a:lnTo>
                  <a:lnTo>
                    <a:pt x="4930" y="61624"/>
                  </a:lnTo>
                  <a:lnTo>
                    <a:pt x="7866" y="57234"/>
                  </a:lnTo>
                  <a:lnTo>
                    <a:pt x="6969" y="53472"/>
                  </a:lnTo>
                  <a:lnTo>
                    <a:pt x="3048" y="48742"/>
                  </a:lnTo>
                  <a:lnTo>
                    <a:pt x="333" y="47854"/>
                  </a:lnTo>
                  <a:lnTo>
                    <a:pt x="2487" y="37399"/>
                  </a:lnTo>
                  <a:lnTo>
                    <a:pt x="5270" y="38022"/>
                  </a:lnTo>
                  <a:lnTo>
                    <a:pt x="17563" y="37463"/>
                  </a:lnTo>
                  <a:lnTo>
                    <a:pt x="17137" y="34074"/>
                  </a:lnTo>
                  <a:lnTo>
                    <a:pt x="18211" y="13723"/>
                  </a:lnTo>
                  <a:lnTo>
                    <a:pt x="13911" y="17561"/>
                  </a:lnTo>
                  <a:lnTo>
                    <a:pt x="12409" y="15862"/>
                  </a:lnTo>
                  <a:lnTo>
                    <a:pt x="11898" y="9265"/>
                  </a:lnTo>
                  <a:lnTo>
                    <a:pt x="7243" y="8564"/>
                  </a:lnTo>
                  <a:lnTo>
                    <a:pt x="7591" y="4734"/>
                  </a:lnTo>
                  <a:lnTo>
                    <a:pt x="8967" y="2390"/>
                  </a:lnTo>
                  <a:lnTo>
                    <a:pt x="12991" y="1639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h5501"/>
            <p:cNvSpPr/>
            <p:nvPr/>
          </p:nvSpPr>
          <p:spPr>
            <a:xfrm>
              <a:off x="5389222" y="1540964"/>
              <a:ext cx="31674" cy="64570"/>
            </a:xfrm>
            <a:custGeom>
              <a:avLst/>
              <a:pathLst>
                <a:path w="31674" h="64570">
                  <a:moveTo>
                    <a:pt x="24446" y="2808"/>
                  </a:moveTo>
                  <a:lnTo>
                    <a:pt x="24652" y="5225"/>
                  </a:lnTo>
                  <a:lnTo>
                    <a:pt x="24768" y="7443"/>
                  </a:lnTo>
                  <a:lnTo>
                    <a:pt x="23984" y="9241"/>
                  </a:lnTo>
                  <a:lnTo>
                    <a:pt x="21302" y="11901"/>
                  </a:lnTo>
                  <a:lnTo>
                    <a:pt x="22331" y="20844"/>
                  </a:lnTo>
                  <a:lnTo>
                    <a:pt x="18179" y="21075"/>
                  </a:lnTo>
                  <a:lnTo>
                    <a:pt x="17714" y="28582"/>
                  </a:lnTo>
                  <a:lnTo>
                    <a:pt x="15903" y="31326"/>
                  </a:lnTo>
                  <a:lnTo>
                    <a:pt x="18333" y="32307"/>
                  </a:lnTo>
                  <a:lnTo>
                    <a:pt x="20604" y="36611"/>
                  </a:lnTo>
                  <a:lnTo>
                    <a:pt x="24920" y="40231"/>
                  </a:lnTo>
                  <a:lnTo>
                    <a:pt x="30206" y="40429"/>
                  </a:lnTo>
                  <a:lnTo>
                    <a:pt x="31674" y="44985"/>
                  </a:lnTo>
                  <a:lnTo>
                    <a:pt x="28552" y="53185"/>
                  </a:lnTo>
                  <a:lnTo>
                    <a:pt x="28537" y="55274"/>
                  </a:lnTo>
                  <a:lnTo>
                    <a:pt x="27303" y="59769"/>
                  </a:lnTo>
                  <a:lnTo>
                    <a:pt x="22528" y="59768"/>
                  </a:lnTo>
                  <a:lnTo>
                    <a:pt x="19762" y="63188"/>
                  </a:lnTo>
                  <a:lnTo>
                    <a:pt x="15139" y="64570"/>
                  </a:lnTo>
                  <a:lnTo>
                    <a:pt x="15864" y="62164"/>
                  </a:lnTo>
                  <a:lnTo>
                    <a:pt x="15332" y="60671"/>
                  </a:lnTo>
                  <a:lnTo>
                    <a:pt x="12405" y="60936"/>
                  </a:lnTo>
                  <a:lnTo>
                    <a:pt x="9531" y="60269"/>
                  </a:lnTo>
                  <a:lnTo>
                    <a:pt x="10872" y="55627"/>
                  </a:lnTo>
                  <a:lnTo>
                    <a:pt x="5438" y="53918"/>
                  </a:lnTo>
                  <a:lnTo>
                    <a:pt x="3248" y="47321"/>
                  </a:lnTo>
                  <a:lnTo>
                    <a:pt x="1446" y="37223"/>
                  </a:lnTo>
                  <a:lnTo>
                    <a:pt x="0" y="34139"/>
                  </a:lnTo>
                  <a:lnTo>
                    <a:pt x="1839" y="22341"/>
                  </a:lnTo>
                  <a:lnTo>
                    <a:pt x="11703" y="20282"/>
                  </a:lnTo>
                  <a:lnTo>
                    <a:pt x="10034" y="7415"/>
                  </a:lnTo>
                  <a:lnTo>
                    <a:pt x="12177" y="4848"/>
                  </a:lnTo>
                  <a:lnTo>
                    <a:pt x="2045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h5502"/>
            <p:cNvSpPr/>
            <p:nvPr/>
          </p:nvSpPr>
          <p:spPr>
            <a:xfrm>
              <a:off x="5556138" y="2009319"/>
              <a:ext cx="47532" cy="47292"/>
            </a:xfrm>
            <a:custGeom>
              <a:avLst/>
              <a:pathLst>
                <a:path w="47532" h="47292">
                  <a:moveTo>
                    <a:pt x="28323" y="69"/>
                  </a:moveTo>
                  <a:lnTo>
                    <a:pt x="30634" y="2009"/>
                  </a:lnTo>
                  <a:lnTo>
                    <a:pt x="35098" y="8720"/>
                  </a:lnTo>
                  <a:lnTo>
                    <a:pt x="36615" y="9645"/>
                  </a:lnTo>
                  <a:lnTo>
                    <a:pt x="39941" y="9755"/>
                  </a:lnTo>
                  <a:lnTo>
                    <a:pt x="39541" y="17285"/>
                  </a:lnTo>
                  <a:lnTo>
                    <a:pt x="42333" y="20195"/>
                  </a:lnTo>
                  <a:lnTo>
                    <a:pt x="43568" y="27447"/>
                  </a:lnTo>
                  <a:lnTo>
                    <a:pt x="43466" y="29636"/>
                  </a:lnTo>
                  <a:lnTo>
                    <a:pt x="41272" y="29530"/>
                  </a:lnTo>
                  <a:lnTo>
                    <a:pt x="41174" y="31307"/>
                  </a:lnTo>
                  <a:lnTo>
                    <a:pt x="42208" y="32841"/>
                  </a:lnTo>
                  <a:lnTo>
                    <a:pt x="45455" y="33012"/>
                  </a:lnTo>
                  <a:lnTo>
                    <a:pt x="47532" y="34210"/>
                  </a:lnTo>
                  <a:lnTo>
                    <a:pt x="47144" y="41303"/>
                  </a:lnTo>
                  <a:lnTo>
                    <a:pt x="43779" y="41327"/>
                  </a:lnTo>
                  <a:lnTo>
                    <a:pt x="43555" y="45938"/>
                  </a:lnTo>
                  <a:lnTo>
                    <a:pt x="37043" y="45067"/>
                  </a:lnTo>
                  <a:lnTo>
                    <a:pt x="36910" y="47292"/>
                  </a:lnTo>
                  <a:lnTo>
                    <a:pt x="32657" y="47059"/>
                  </a:lnTo>
                  <a:lnTo>
                    <a:pt x="27967" y="44574"/>
                  </a:lnTo>
                  <a:lnTo>
                    <a:pt x="25840" y="40465"/>
                  </a:lnTo>
                  <a:lnTo>
                    <a:pt x="21234" y="38589"/>
                  </a:lnTo>
                  <a:lnTo>
                    <a:pt x="7426" y="37956"/>
                  </a:lnTo>
                  <a:lnTo>
                    <a:pt x="5973" y="38756"/>
                  </a:lnTo>
                  <a:lnTo>
                    <a:pt x="4670" y="34944"/>
                  </a:lnTo>
                  <a:lnTo>
                    <a:pt x="208" y="28087"/>
                  </a:lnTo>
                  <a:lnTo>
                    <a:pt x="0" y="26590"/>
                  </a:lnTo>
                  <a:lnTo>
                    <a:pt x="797" y="26087"/>
                  </a:lnTo>
                  <a:lnTo>
                    <a:pt x="4020" y="26449"/>
                  </a:lnTo>
                  <a:lnTo>
                    <a:pt x="5987" y="27497"/>
                  </a:lnTo>
                  <a:lnTo>
                    <a:pt x="4805" y="27954"/>
                  </a:lnTo>
                  <a:lnTo>
                    <a:pt x="4294" y="30895"/>
                  </a:lnTo>
                  <a:lnTo>
                    <a:pt x="7861" y="30574"/>
                  </a:lnTo>
                  <a:lnTo>
                    <a:pt x="10263" y="26879"/>
                  </a:lnTo>
                  <a:lnTo>
                    <a:pt x="10542" y="22507"/>
                  </a:lnTo>
                  <a:lnTo>
                    <a:pt x="14863" y="22762"/>
                  </a:lnTo>
                  <a:lnTo>
                    <a:pt x="15087" y="18435"/>
                  </a:lnTo>
                  <a:lnTo>
                    <a:pt x="21687" y="18562"/>
                  </a:lnTo>
                  <a:lnTo>
                    <a:pt x="23383" y="16694"/>
                  </a:lnTo>
                  <a:lnTo>
                    <a:pt x="23967" y="15631"/>
                  </a:lnTo>
                  <a:lnTo>
                    <a:pt x="24602" y="4334"/>
                  </a:lnTo>
                  <a:lnTo>
                    <a:pt x="18039" y="4005"/>
                  </a:lnTo>
                  <a:lnTo>
                    <a:pt x="15945" y="3237"/>
                  </a:lnTo>
                  <a:lnTo>
                    <a:pt x="14901" y="2066"/>
                  </a:lnTo>
                  <a:lnTo>
                    <a:pt x="14962" y="988"/>
                  </a:lnTo>
                  <a:lnTo>
                    <a:pt x="25553" y="1626"/>
                  </a:lnTo>
                  <a:lnTo>
                    <a:pt x="2702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h5503"/>
            <p:cNvSpPr/>
            <p:nvPr/>
          </p:nvSpPr>
          <p:spPr>
            <a:xfrm>
              <a:off x="5573667" y="1933606"/>
              <a:ext cx="102119" cy="71658"/>
            </a:xfrm>
            <a:custGeom>
              <a:avLst/>
              <a:pathLst>
                <a:path w="102119" h="71658">
                  <a:moveTo>
                    <a:pt x="37899" y="2464"/>
                  </a:moveTo>
                  <a:lnTo>
                    <a:pt x="38352" y="6616"/>
                  </a:lnTo>
                  <a:lnTo>
                    <a:pt x="43184" y="11087"/>
                  </a:lnTo>
                  <a:lnTo>
                    <a:pt x="47635" y="23711"/>
                  </a:lnTo>
                  <a:lnTo>
                    <a:pt x="56915" y="24093"/>
                  </a:lnTo>
                  <a:lnTo>
                    <a:pt x="58158" y="20074"/>
                  </a:lnTo>
                  <a:lnTo>
                    <a:pt x="61035" y="22269"/>
                  </a:lnTo>
                  <a:lnTo>
                    <a:pt x="62397" y="24753"/>
                  </a:lnTo>
                  <a:lnTo>
                    <a:pt x="65902" y="23240"/>
                  </a:lnTo>
                  <a:lnTo>
                    <a:pt x="67348" y="21248"/>
                  </a:lnTo>
                  <a:lnTo>
                    <a:pt x="69108" y="14209"/>
                  </a:lnTo>
                  <a:lnTo>
                    <a:pt x="68324" y="11625"/>
                  </a:lnTo>
                  <a:lnTo>
                    <a:pt x="72165" y="8520"/>
                  </a:lnTo>
                  <a:lnTo>
                    <a:pt x="74644" y="14392"/>
                  </a:lnTo>
                  <a:lnTo>
                    <a:pt x="74681" y="16514"/>
                  </a:lnTo>
                  <a:lnTo>
                    <a:pt x="73936" y="17799"/>
                  </a:lnTo>
                  <a:lnTo>
                    <a:pt x="74754" y="19721"/>
                  </a:lnTo>
                  <a:lnTo>
                    <a:pt x="77307" y="19888"/>
                  </a:lnTo>
                  <a:lnTo>
                    <a:pt x="77656" y="18715"/>
                  </a:lnTo>
                  <a:lnTo>
                    <a:pt x="79940" y="16457"/>
                  </a:lnTo>
                  <a:lnTo>
                    <a:pt x="82671" y="15910"/>
                  </a:lnTo>
                  <a:lnTo>
                    <a:pt x="82972" y="18179"/>
                  </a:lnTo>
                  <a:lnTo>
                    <a:pt x="84616" y="20175"/>
                  </a:lnTo>
                  <a:lnTo>
                    <a:pt x="86874" y="19214"/>
                  </a:lnTo>
                  <a:lnTo>
                    <a:pt x="91406" y="8984"/>
                  </a:lnTo>
                  <a:lnTo>
                    <a:pt x="94208" y="7906"/>
                  </a:lnTo>
                  <a:lnTo>
                    <a:pt x="96775" y="8464"/>
                  </a:lnTo>
                  <a:lnTo>
                    <a:pt x="96941" y="4842"/>
                  </a:lnTo>
                  <a:lnTo>
                    <a:pt x="97361" y="6885"/>
                  </a:lnTo>
                  <a:lnTo>
                    <a:pt x="102119" y="8872"/>
                  </a:lnTo>
                  <a:lnTo>
                    <a:pt x="100178" y="11837"/>
                  </a:lnTo>
                  <a:lnTo>
                    <a:pt x="97569" y="12253"/>
                  </a:lnTo>
                  <a:lnTo>
                    <a:pt x="96383" y="15201"/>
                  </a:lnTo>
                  <a:lnTo>
                    <a:pt x="96881" y="16215"/>
                  </a:lnTo>
                  <a:lnTo>
                    <a:pt x="96313" y="18493"/>
                  </a:lnTo>
                  <a:lnTo>
                    <a:pt x="98242" y="23036"/>
                  </a:lnTo>
                  <a:lnTo>
                    <a:pt x="97913" y="24182"/>
                  </a:lnTo>
                  <a:lnTo>
                    <a:pt x="92887" y="23485"/>
                  </a:lnTo>
                  <a:lnTo>
                    <a:pt x="92277" y="25122"/>
                  </a:lnTo>
                  <a:lnTo>
                    <a:pt x="93307" y="29820"/>
                  </a:lnTo>
                  <a:lnTo>
                    <a:pt x="88706" y="37189"/>
                  </a:lnTo>
                  <a:lnTo>
                    <a:pt x="90211" y="38089"/>
                  </a:lnTo>
                  <a:lnTo>
                    <a:pt x="91665" y="40296"/>
                  </a:lnTo>
                  <a:lnTo>
                    <a:pt x="92106" y="49900"/>
                  </a:lnTo>
                  <a:lnTo>
                    <a:pt x="91230" y="52404"/>
                  </a:lnTo>
                  <a:lnTo>
                    <a:pt x="88863" y="53899"/>
                  </a:lnTo>
                  <a:lnTo>
                    <a:pt x="87504" y="53938"/>
                  </a:lnTo>
                  <a:lnTo>
                    <a:pt x="85650" y="56438"/>
                  </a:lnTo>
                  <a:lnTo>
                    <a:pt x="83127" y="62264"/>
                  </a:lnTo>
                  <a:lnTo>
                    <a:pt x="81900" y="61496"/>
                  </a:lnTo>
                  <a:lnTo>
                    <a:pt x="81014" y="63342"/>
                  </a:lnTo>
                  <a:lnTo>
                    <a:pt x="82172" y="68666"/>
                  </a:lnTo>
                  <a:lnTo>
                    <a:pt x="80670" y="69850"/>
                  </a:lnTo>
                  <a:lnTo>
                    <a:pt x="78748" y="68576"/>
                  </a:lnTo>
                  <a:lnTo>
                    <a:pt x="77702" y="66137"/>
                  </a:lnTo>
                  <a:lnTo>
                    <a:pt x="75656" y="64128"/>
                  </a:lnTo>
                  <a:lnTo>
                    <a:pt x="74300" y="64168"/>
                  </a:lnTo>
                  <a:lnTo>
                    <a:pt x="65575" y="68608"/>
                  </a:lnTo>
                  <a:lnTo>
                    <a:pt x="63533" y="70390"/>
                  </a:lnTo>
                  <a:lnTo>
                    <a:pt x="61933" y="71658"/>
                  </a:lnTo>
                  <a:lnTo>
                    <a:pt x="52742" y="69253"/>
                  </a:lnTo>
                  <a:lnTo>
                    <a:pt x="53121" y="64770"/>
                  </a:lnTo>
                  <a:lnTo>
                    <a:pt x="52324" y="61930"/>
                  </a:lnTo>
                  <a:lnTo>
                    <a:pt x="47981" y="54956"/>
                  </a:lnTo>
                  <a:lnTo>
                    <a:pt x="44968" y="55822"/>
                  </a:lnTo>
                  <a:lnTo>
                    <a:pt x="45651" y="59247"/>
                  </a:lnTo>
                  <a:lnTo>
                    <a:pt x="41271" y="59690"/>
                  </a:lnTo>
                  <a:lnTo>
                    <a:pt x="40313" y="60832"/>
                  </a:lnTo>
                  <a:lnTo>
                    <a:pt x="40191" y="64360"/>
                  </a:lnTo>
                  <a:lnTo>
                    <a:pt x="36092" y="68593"/>
                  </a:lnTo>
                  <a:lnTo>
                    <a:pt x="31302" y="66836"/>
                  </a:lnTo>
                  <a:lnTo>
                    <a:pt x="31003" y="61485"/>
                  </a:lnTo>
                  <a:lnTo>
                    <a:pt x="24891" y="61219"/>
                  </a:lnTo>
                  <a:lnTo>
                    <a:pt x="24773" y="64373"/>
                  </a:lnTo>
                  <a:lnTo>
                    <a:pt x="22827" y="65027"/>
                  </a:lnTo>
                  <a:lnTo>
                    <a:pt x="14336" y="61550"/>
                  </a:lnTo>
                  <a:lnTo>
                    <a:pt x="16393" y="57063"/>
                  </a:lnTo>
                  <a:lnTo>
                    <a:pt x="10618" y="54868"/>
                  </a:lnTo>
                  <a:lnTo>
                    <a:pt x="7434" y="56682"/>
                  </a:lnTo>
                  <a:lnTo>
                    <a:pt x="5743" y="54816"/>
                  </a:lnTo>
                  <a:lnTo>
                    <a:pt x="8753" y="52280"/>
                  </a:lnTo>
                  <a:lnTo>
                    <a:pt x="8830" y="51434"/>
                  </a:lnTo>
                  <a:lnTo>
                    <a:pt x="5397" y="50779"/>
                  </a:lnTo>
                  <a:lnTo>
                    <a:pt x="5280" y="45604"/>
                  </a:lnTo>
                  <a:lnTo>
                    <a:pt x="9211" y="44124"/>
                  </a:lnTo>
                  <a:lnTo>
                    <a:pt x="5637" y="41851"/>
                  </a:lnTo>
                  <a:lnTo>
                    <a:pt x="0" y="41972"/>
                  </a:lnTo>
                  <a:lnTo>
                    <a:pt x="621" y="36703"/>
                  </a:lnTo>
                  <a:lnTo>
                    <a:pt x="8799" y="30080"/>
                  </a:lnTo>
                  <a:lnTo>
                    <a:pt x="8156" y="22798"/>
                  </a:lnTo>
                  <a:lnTo>
                    <a:pt x="6472" y="23135"/>
                  </a:lnTo>
                  <a:lnTo>
                    <a:pt x="4965" y="18095"/>
                  </a:lnTo>
                  <a:lnTo>
                    <a:pt x="6938" y="15473"/>
                  </a:lnTo>
                  <a:lnTo>
                    <a:pt x="9528" y="13851"/>
                  </a:lnTo>
                  <a:lnTo>
                    <a:pt x="13366" y="6326"/>
                  </a:lnTo>
                  <a:lnTo>
                    <a:pt x="16094" y="8415"/>
                  </a:lnTo>
                  <a:lnTo>
                    <a:pt x="18582" y="11542"/>
                  </a:lnTo>
                  <a:lnTo>
                    <a:pt x="18133" y="4367"/>
                  </a:lnTo>
                  <a:lnTo>
                    <a:pt x="24294" y="2980"/>
                  </a:lnTo>
                  <a:lnTo>
                    <a:pt x="28875" y="3694"/>
                  </a:lnTo>
                  <a:lnTo>
                    <a:pt x="30078" y="1453"/>
                  </a:lnTo>
                  <a:lnTo>
                    <a:pt x="29794" y="338"/>
                  </a:lnTo>
                  <a:lnTo>
                    <a:pt x="3660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h5504"/>
            <p:cNvSpPr/>
            <p:nvPr/>
          </p:nvSpPr>
          <p:spPr>
            <a:xfrm>
              <a:off x="5551373" y="2010308"/>
              <a:ext cx="29367" cy="29906"/>
            </a:xfrm>
            <a:custGeom>
              <a:avLst/>
              <a:pathLst>
                <a:path w="29367" h="29906">
                  <a:moveTo>
                    <a:pt x="19727" y="0"/>
                  </a:moveTo>
                  <a:lnTo>
                    <a:pt x="19665" y="1078"/>
                  </a:lnTo>
                  <a:lnTo>
                    <a:pt x="20710" y="2249"/>
                  </a:lnTo>
                  <a:lnTo>
                    <a:pt x="22804" y="3017"/>
                  </a:lnTo>
                  <a:lnTo>
                    <a:pt x="29367" y="3345"/>
                  </a:lnTo>
                  <a:lnTo>
                    <a:pt x="28732" y="14642"/>
                  </a:lnTo>
                  <a:lnTo>
                    <a:pt x="28148" y="15706"/>
                  </a:lnTo>
                  <a:lnTo>
                    <a:pt x="26452" y="17573"/>
                  </a:lnTo>
                  <a:lnTo>
                    <a:pt x="19852" y="17446"/>
                  </a:lnTo>
                  <a:lnTo>
                    <a:pt x="19628" y="21774"/>
                  </a:lnTo>
                  <a:lnTo>
                    <a:pt x="15307" y="21519"/>
                  </a:lnTo>
                  <a:lnTo>
                    <a:pt x="15028" y="25890"/>
                  </a:lnTo>
                  <a:lnTo>
                    <a:pt x="12626" y="29585"/>
                  </a:lnTo>
                  <a:lnTo>
                    <a:pt x="9059" y="29906"/>
                  </a:lnTo>
                  <a:lnTo>
                    <a:pt x="9570" y="26965"/>
                  </a:lnTo>
                  <a:lnTo>
                    <a:pt x="10752" y="26508"/>
                  </a:lnTo>
                  <a:lnTo>
                    <a:pt x="8785" y="25460"/>
                  </a:lnTo>
                  <a:lnTo>
                    <a:pt x="5562" y="25099"/>
                  </a:lnTo>
                  <a:lnTo>
                    <a:pt x="5426" y="24062"/>
                  </a:lnTo>
                  <a:lnTo>
                    <a:pt x="5751" y="23507"/>
                  </a:lnTo>
                  <a:lnTo>
                    <a:pt x="3699" y="19912"/>
                  </a:lnTo>
                  <a:lnTo>
                    <a:pt x="0" y="17101"/>
                  </a:lnTo>
                  <a:lnTo>
                    <a:pt x="6273" y="10162"/>
                  </a:lnTo>
                  <a:lnTo>
                    <a:pt x="9343" y="9135"/>
                  </a:lnTo>
                  <a:lnTo>
                    <a:pt x="12800" y="931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h5505"/>
            <p:cNvSpPr/>
            <p:nvPr/>
          </p:nvSpPr>
          <p:spPr>
            <a:xfrm>
              <a:off x="5343197" y="1465281"/>
              <a:ext cx="69779" cy="137756"/>
            </a:xfrm>
            <a:custGeom>
              <a:avLst/>
              <a:pathLst>
                <a:path w="69779" h="137756">
                  <a:moveTo>
                    <a:pt x="67145" y="20804"/>
                  </a:moveTo>
                  <a:lnTo>
                    <a:pt x="66472" y="30260"/>
                  </a:lnTo>
                  <a:lnTo>
                    <a:pt x="64234" y="29998"/>
                  </a:lnTo>
                  <a:lnTo>
                    <a:pt x="63697" y="42643"/>
                  </a:lnTo>
                  <a:lnTo>
                    <a:pt x="60880" y="50313"/>
                  </a:lnTo>
                  <a:lnTo>
                    <a:pt x="69779" y="49628"/>
                  </a:lnTo>
                  <a:lnTo>
                    <a:pt x="69033" y="52436"/>
                  </a:lnTo>
                  <a:lnTo>
                    <a:pt x="68300" y="54931"/>
                  </a:lnTo>
                  <a:lnTo>
                    <a:pt x="62736" y="53232"/>
                  </a:lnTo>
                  <a:lnTo>
                    <a:pt x="59117" y="63971"/>
                  </a:lnTo>
                  <a:lnTo>
                    <a:pt x="62020" y="63743"/>
                  </a:lnTo>
                  <a:lnTo>
                    <a:pt x="64572" y="65816"/>
                  </a:lnTo>
                  <a:lnTo>
                    <a:pt x="65894" y="68265"/>
                  </a:lnTo>
                  <a:lnTo>
                    <a:pt x="66736" y="72603"/>
                  </a:lnTo>
                  <a:lnTo>
                    <a:pt x="66481" y="75683"/>
                  </a:lnTo>
                  <a:lnTo>
                    <a:pt x="58203" y="80532"/>
                  </a:lnTo>
                  <a:lnTo>
                    <a:pt x="56060" y="83099"/>
                  </a:lnTo>
                  <a:lnTo>
                    <a:pt x="57728" y="95965"/>
                  </a:lnTo>
                  <a:lnTo>
                    <a:pt x="47865" y="98024"/>
                  </a:lnTo>
                  <a:lnTo>
                    <a:pt x="46025" y="109823"/>
                  </a:lnTo>
                  <a:lnTo>
                    <a:pt x="47471" y="112907"/>
                  </a:lnTo>
                  <a:lnTo>
                    <a:pt x="49274" y="123004"/>
                  </a:lnTo>
                  <a:lnTo>
                    <a:pt x="51463" y="129601"/>
                  </a:lnTo>
                  <a:lnTo>
                    <a:pt x="56897" y="131311"/>
                  </a:lnTo>
                  <a:lnTo>
                    <a:pt x="55556" y="135952"/>
                  </a:lnTo>
                  <a:lnTo>
                    <a:pt x="49600" y="137756"/>
                  </a:lnTo>
                  <a:lnTo>
                    <a:pt x="44654" y="137264"/>
                  </a:lnTo>
                  <a:lnTo>
                    <a:pt x="44819" y="136686"/>
                  </a:lnTo>
                  <a:lnTo>
                    <a:pt x="37390" y="133375"/>
                  </a:lnTo>
                  <a:lnTo>
                    <a:pt x="29597" y="125759"/>
                  </a:lnTo>
                  <a:lnTo>
                    <a:pt x="29853" y="124669"/>
                  </a:lnTo>
                  <a:lnTo>
                    <a:pt x="33298" y="122981"/>
                  </a:lnTo>
                  <a:lnTo>
                    <a:pt x="33623" y="119005"/>
                  </a:lnTo>
                  <a:lnTo>
                    <a:pt x="31280" y="119217"/>
                  </a:lnTo>
                  <a:lnTo>
                    <a:pt x="31631" y="116821"/>
                  </a:lnTo>
                  <a:lnTo>
                    <a:pt x="33218" y="113858"/>
                  </a:lnTo>
                  <a:lnTo>
                    <a:pt x="30762" y="110916"/>
                  </a:lnTo>
                  <a:lnTo>
                    <a:pt x="26937" y="111213"/>
                  </a:lnTo>
                  <a:lnTo>
                    <a:pt x="25450" y="109661"/>
                  </a:lnTo>
                  <a:lnTo>
                    <a:pt x="24779" y="107123"/>
                  </a:lnTo>
                  <a:lnTo>
                    <a:pt x="28096" y="104846"/>
                  </a:lnTo>
                  <a:lnTo>
                    <a:pt x="29499" y="102333"/>
                  </a:lnTo>
                  <a:lnTo>
                    <a:pt x="20105" y="98923"/>
                  </a:lnTo>
                  <a:lnTo>
                    <a:pt x="19382" y="92905"/>
                  </a:lnTo>
                  <a:lnTo>
                    <a:pt x="15175" y="91306"/>
                  </a:lnTo>
                  <a:lnTo>
                    <a:pt x="20326" y="83152"/>
                  </a:lnTo>
                  <a:lnTo>
                    <a:pt x="20596" y="79377"/>
                  </a:lnTo>
                  <a:lnTo>
                    <a:pt x="16605" y="74344"/>
                  </a:lnTo>
                  <a:lnTo>
                    <a:pt x="10958" y="71415"/>
                  </a:lnTo>
                  <a:lnTo>
                    <a:pt x="14866" y="64393"/>
                  </a:lnTo>
                  <a:lnTo>
                    <a:pt x="6820" y="60048"/>
                  </a:lnTo>
                  <a:lnTo>
                    <a:pt x="8748" y="55159"/>
                  </a:lnTo>
                  <a:lnTo>
                    <a:pt x="5935" y="52961"/>
                  </a:lnTo>
                  <a:lnTo>
                    <a:pt x="917" y="51305"/>
                  </a:lnTo>
                  <a:lnTo>
                    <a:pt x="2376" y="46199"/>
                  </a:lnTo>
                  <a:lnTo>
                    <a:pt x="8369" y="47682"/>
                  </a:lnTo>
                  <a:lnTo>
                    <a:pt x="7922" y="44564"/>
                  </a:lnTo>
                  <a:lnTo>
                    <a:pt x="5549" y="41547"/>
                  </a:lnTo>
                  <a:lnTo>
                    <a:pt x="2183" y="39786"/>
                  </a:lnTo>
                  <a:lnTo>
                    <a:pt x="0" y="39822"/>
                  </a:lnTo>
                  <a:lnTo>
                    <a:pt x="121" y="36658"/>
                  </a:lnTo>
                  <a:lnTo>
                    <a:pt x="5591" y="36015"/>
                  </a:lnTo>
                  <a:lnTo>
                    <a:pt x="4103" y="27655"/>
                  </a:lnTo>
                  <a:lnTo>
                    <a:pt x="6628" y="26954"/>
                  </a:lnTo>
                  <a:lnTo>
                    <a:pt x="8990" y="24939"/>
                  </a:lnTo>
                  <a:lnTo>
                    <a:pt x="10133" y="20628"/>
                  </a:lnTo>
                  <a:lnTo>
                    <a:pt x="11464" y="27138"/>
                  </a:lnTo>
                  <a:lnTo>
                    <a:pt x="19785" y="20569"/>
                  </a:lnTo>
                  <a:lnTo>
                    <a:pt x="13336" y="13222"/>
                  </a:lnTo>
                  <a:lnTo>
                    <a:pt x="13997" y="9410"/>
                  </a:lnTo>
                  <a:lnTo>
                    <a:pt x="17029" y="8064"/>
                  </a:lnTo>
                  <a:lnTo>
                    <a:pt x="20911" y="7461"/>
                  </a:lnTo>
                  <a:lnTo>
                    <a:pt x="2083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h5506"/>
            <p:cNvSpPr/>
            <p:nvPr/>
          </p:nvSpPr>
          <p:spPr>
            <a:xfrm>
              <a:off x="5594743" y="1722612"/>
              <a:ext cx="41685" cy="40526"/>
            </a:xfrm>
            <a:custGeom>
              <a:avLst/>
              <a:pathLst>
                <a:path w="41685" h="40526">
                  <a:moveTo>
                    <a:pt x="22762" y="5870"/>
                  </a:moveTo>
                  <a:lnTo>
                    <a:pt x="24627" y="11781"/>
                  </a:lnTo>
                  <a:lnTo>
                    <a:pt x="30039" y="10224"/>
                  </a:lnTo>
                  <a:lnTo>
                    <a:pt x="34890" y="10816"/>
                  </a:lnTo>
                  <a:lnTo>
                    <a:pt x="39819" y="16293"/>
                  </a:lnTo>
                  <a:lnTo>
                    <a:pt x="41018" y="17666"/>
                  </a:lnTo>
                  <a:lnTo>
                    <a:pt x="41685" y="24664"/>
                  </a:lnTo>
                  <a:lnTo>
                    <a:pt x="38194" y="29099"/>
                  </a:lnTo>
                  <a:lnTo>
                    <a:pt x="34997" y="31731"/>
                  </a:lnTo>
                  <a:lnTo>
                    <a:pt x="33823" y="30831"/>
                  </a:lnTo>
                  <a:lnTo>
                    <a:pt x="31684" y="32318"/>
                  </a:lnTo>
                  <a:lnTo>
                    <a:pt x="31274" y="37329"/>
                  </a:lnTo>
                  <a:lnTo>
                    <a:pt x="29958" y="37807"/>
                  </a:lnTo>
                  <a:lnTo>
                    <a:pt x="26115" y="37126"/>
                  </a:lnTo>
                  <a:lnTo>
                    <a:pt x="25700" y="40062"/>
                  </a:lnTo>
                  <a:lnTo>
                    <a:pt x="24592" y="40526"/>
                  </a:lnTo>
                  <a:lnTo>
                    <a:pt x="19099" y="38718"/>
                  </a:lnTo>
                  <a:lnTo>
                    <a:pt x="21711" y="35322"/>
                  </a:lnTo>
                  <a:lnTo>
                    <a:pt x="19394" y="34345"/>
                  </a:lnTo>
                  <a:lnTo>
                    <a:pt x="17396" y="33845"/>
                  </a:lnTo>
                  <a:lnTo>
                    <a:pt x="10702" y="35528"/>
                  </a:lnTo>
                  <a:lnTo>
                    <a:pt x="9556" y="31155"/>
                  </a:lnTo>
                  <a:lnTo>
                    <a:pt x="6895" y="26069"/>
                  </a:lnTo>
                  <a:lnTo>
                    <a:pt x="5217" y="24534"/>
                  </a:lnTo>
                  <a:lnTo>
                    <a:pt x="3996" y="24312"/>
                  </a:lnTo>
                  <a:lnTo>
                    <a:pt x="120" y="16165"/>
                  </a:lnTo>
                  <a:lnTo>
                    <a:pt x="0" y="14868"/>
                  </a:lnTo>
                  <a:lnTo>
                    <a:pt x="4576" y="10993"/>
                  </a:lnTo>
                  <a:lnTo>
                    <a:pt x="10328" y="10609"/>
                  </a:lnTo>
                  <a:lnTo>
                    <a:pt x="2868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h5507"/>
            <p:cNvSpPr/>
            <p:nvPr/>
          </p:nvSpPr>
          <p:spPr>
            <a:xfrm>
              <a:off x="5630386" y="1696997"/>
              <a:ext cx="22450" cy="29961"/>
            </a:xfrm>
            <a:custGeom>
              <a:avLst/>
              <a:pathLst>
                <a:path w="22450" h="29961">
                  <a:moveTo>
                    <a:pt x="14170" y="915"/>
                  </a:moveTo>
                  <a:lnTo>
                    <a:pt x="16014" y="1893"/>
                  </a:lnTo>
                  <a:lnTo>
                    <a:pt x="18821" y="7872"/>
                  </a:lnTo>
                  <a:lnTo>
                    <a:pt x="18711" y="9712"/>
                  </a:lnTo>
                  <a:lnTo>
                    <a:pt x="22385" y="12964"/>
                  </a:lnTo>
                  <a:lnTo>
                    <a:pt x="22450" y="13752"/>
                  </a:lnTo>
                  <a:lnTo>
                    <a:pt x="15760" y="15450"/>
                  </a:lnTo>
                  <a:lnTo>
                    <a:pt x="17966" y="23887"/>
                  </a:lnTo>
                  <a:lnTo>
                    <a:pt x="17870" y="28511"/>
                  </a:lnTo>
                  <a:lnTo>
                    <a:pt x="13792" y="29961"/>
                  </a:lnTo>
                  <a:lnTo>
                    <a:pt x="9204" y="25871"/>
                  </a:lnTo>
                  <a:lnTo>
                    <a:pt x="6053" y="25244"/>
                  </a:lnTo>
                  <a:lnTo>
                    <a:pt x="4282" y="20692"/>
                  </a:lnTo>
                  <a:lnTo>
                    <a:pt x="152" y="19580"/>
                  </a:lnTo>
                  <a:lnTo>
                    <a:pt x="1160" y="16114"/>
                  </a:lnTo>
                  <a:lnTo>
                    <a:pt x="0" y="12224"/>
                  </a:lnTo>
                  <a:lnTo>
                    <a:pt x="915" y="7657"/>
                  </a:lnTo>
                  <a:lnTo>
                    <a:pt x="3936" y="4091"/>
                  </a:lnTo>
                  <a:lnTo>
                    <a:pt x="3596" y="1809"/>
                  </a:lnTo>
                  <a:lnTo>
                    <a:pt x="415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h5508"/>
            <p:cNvSpPr/>
            <p:nvPr/>
          </p:nvSpPr>
          <p:spPr>
            <a:xfrm>
              <a:off x="5169208" y="1399920"/>
              <a:ext cx="161821" cy="143368"/>
            </a:xfrm>
            <a:custGeom>
              <a:avLst/>
              <a:pathLst>
                <a:path w="161821" h="143368">
                  <a:moveTo>
                    <a:pt x="63639" y="6405"/>
                  </a:moveTo>
                  <a:lnTo>
                    <a:pt x="54679" y="23469"/>
                  </a:lnTo>
                  <a:lnTo>
                    <a:pt x="61058" y="26859"/>
                  </a:lnTo>
                  <a:lnTo>
                    <a:pt x="63100" y="22845"/>
                  </a:lnTo>
                  <a:lnTo>
                    <a:pt x="68042" y="37347"/>
                  </a:lnTo>
                  <a:lnTo>
                    <a:pt x="76721" y="37628"/>
                  </a:lnTo>
                  <a:lnTo>
                    <a:pt x="75587" y="42941"/>
                  </a:lnTo>
                  <a:lnTo>
                    <a:pt x="82129" y="44333"/>
                  </a:lnTo>
                  <a:lnTo>
                    <a:pt x="81617" y="47182"/>
                  </a:lnTo>
                  <a:lnTo>
                    <a:pt x="92017" y="47541"/>
                  </a:lnTo>
                  <a:lnTo>
                    <a:pt x="94199" y="48299"/>
                  </a:lnTo>
                  <a:lnTo>
                    <a:pt x="93105" y="51968"/>
                  </a:lnTo>
                  <a:lnTo>
                    <a:pt x="94688" y="54731"/>
                  </a:lnTo>
                  <a:lnTo>
                    <a:pt x="96714" y="53994"/>
                  </a:lnTo>
                  <a:lnTo>
                    <a:pt x="100753" y="62970"/>
                  </a:lnTo>
                  <a:lnTo>
                    <a:pt x="96162" y="65036"/>
                  </a:lnTo>
                  <a:lnTo>
                    <a:pt x="98241" y="69637"/>
                  </a:lnTo>
                  <a:lnTo>
                    <a:pt x="95333" y="77935"/>
                  </a:lnTo>
                  <a:lnTo>
                    <a:pt x="102535" y="78724"/>
                  </a:lnTo>
                  <a:lnTo>
                    <a:pt x="101889" y="85366"/>
                  </a:lnTo>
                  <a:lnTo>
                    <a:pt x="104152" y="89685"/>
                  </a:lnTo>
                  <a:lnTo>
                    <a:pt x="111238" y="85807"/>
                  </a:lnTo>
                  <a:lnTo>
                    <a:pt x="108014" y="92979"/>
                  </a:lnTo>
                  <a:lnTo>
                    <a:pt x="108448" y="93315"/>
                  </a:lnTo>
                  <a:lnTo>
                    <a:pt x="116615" y="87339"/>
                  </a:lnTo>
                  <a:lnTo>
                    <a:pt x="115810" y="95710"/>
                  </a:lnTo>
                  <a:lnTo>
                    <a:pt x="119238" y="96673"/>
                  </a:lnTo>
                  <a:lnTo>
                    <a:pt x="118700" y="100743"/>
                  </a:lnTo>
                  <a:lnTo>
                    <a:pt x="122925" y="101662"/>
                  </a:lnTo>
                  <a:lnTo>
                    <a:pt x="123755" y="97833"/>
                  </a:lnTo>
                  <a:lnTo>
                    <a:pt x="131712" y="98439"/>
                  </a:lnTo>
                  <a:lnTo>
                    <a:pt x="131910" y="95005"/>
                  </a:lnTo>
                  <a:lnTo>
                    <a:pt x="133042" y="94229"/>
                  </a:lnTo>
                  <a:lnTo>
                    <a:pt x="136284" y="94423"/>
                  </a:lnTo>
                  <a:lnTo>
                    <a:pt x="136532" y="90503"/>
                  </a:lnTo>
                  <a:lnTo>
                    <a:pt x="135526" y="89279"/>
                  </a:lnTo>
                  <a:lnTo>
                    <a:pt x="133713" y="82931"/>
                  </a:lnTo>
                  <a:lnTo>
                    <a:pt x="138275" y="79859"/>
                  </a:lnTo>
                  <a:lnTo>
                    <a:pt x="138766" y="73926"/>
                  </a:lnTo>
                  <a:lnTo>
                    <a:pt x="146803" y="73947"/>
                  </a:lnTo>
                  <a:lnTo>
                    <a:pt x="151413" y="70203"/>
                  </a:lnTo>
                  <a:lnTo>
                    <a:pt x="154539" y="70434"/>
                  </a:lnTo>
                  <a:lnTo>
                    <a:pt x="154531" y="71976"/>
                  </a:lnTo>
                  <a:lnTo>
                    <a:pt x="155622" y="72084"/>
                  </a:lnTo>
                  <a:lnTo>
                    <a:pt x="157010" y="70620"/>
                  </a:lnTo>
                  <a:lnTo>
                    <a:pt x="156715" y="67313"/>
                  </a:lnTo>
                  <a:lnTo>
                    <a:pt x="161821" y="68252"/>
                  </a:lnTo>
                  <a:lnTo>
                    <a:pt x="160590" y="68877"/>
                  </a:lnTo>
                  <a:lnTo>
                    <a:pt x="158878" y="72377"/>
                  </a:lnTo>
                  <a:lnTo>
                    <a:pt x="158570" y="76260"/>
                  </a:lnTo>
                  <a:lnTo>
                    <a:pt x="155345" y="75938"/>
                  </a:lnTo>
                  <a:lnTo>
                    <a:pt x="154776" y="83629"/>
                  </a:lnTo>
                  <a:lnTo>
                    <a:pt x="152011" y="85481"/>
                  </a:lnTo>
                  <a:lnTo>
                    <a:pt x="150651" y="90848"/>
                  </a:lnTo>
                  <a:lnTo>
                    <a:pt x="152458" y="94205"/>
                  </a:lnTo>
                  <a:lnTo>
                    <a:pt x="153669" y="94488"/>
                  </a:lnTo>
                  <a:lnTo>
                    <a:pt x="156631" y="97178"/>
                  </a:lnTo>
                  <a:lnTo>
                    <a:pt x="152302" y="99561"/>
                  </a:lnTo>
                  <a:lnTo>
                    <a:pt x="150916" y="98401"/>
                  </a:lnTo>
                  <a:lnTo>
                    <a:pt x="143294" y="101697"/>
                  </a:lnTo>
                  <a:lnTo>
                    <a:pt x="139897" y="109014"/>
                  </a:lnTo>
                  <a:lnTo>
                    <a:pt x="132785" y="110250"/>
                  </a:lnTo>
                  <a:lnTo>
                    <a:pt x="130028" y="111550"/>
                  </a:lnTo>
                  <a:lnTo>
                    <a:pt x="126129" y="117469"/>
                  </a:lnTo>
                  <a:lnTo>
                    <a:pt x="124083" y="119403"/>
                  </a:lnTo>
                  <a:lnTo>
                    <a:pt x="121931" y="116173"/>
                  </a:lnTo>
                  <a:lnTo>
                    <a:pt x="117326" y="115445"/>
                  </a:lnTo>
                  <a:lnTo>
                    <a:pt x="112887" y="119521"/>
                  </a:lnTo>
                  <a:lnTo>
                    <a:pt x="98283" y="127545"/>
                  </a:lnTo>
                  <a:lnTo>
                    <a:pt x="102974" y="136582"/>
                  </a:lnTo>
                  <a:lnTo>
                    <a:pt x="106236" y="135125"/>
                  </a:lnTo>
                  <a:lnTo>
                    <a:pt x="107619" y="137794"/>
                  </a:lnTo>
                  <a:lnTo>
                    <a:pt x="102326" y="138420"/>
                  </a:lnTo>
                  <a:lnTo>
                    <a:pt x="97937" y="137743"/>
                  </a:lnTo>
                  <a:lnTo>
                    <a:pt x="98632" y="136000"/>
                  </a:lnTo>
                  <a:lnTo>
                    <a:pt x="95921" y="135192"/>
                  </a:lnTo>
                  <a:lnTo>
                    <a:pt x="95879" y="140807"/>
                  </a:lnTo>
                  <a:lnTo>
                    <a:pt x="91484" y="142731"/>
                  </a:lnTo>
                  <a:lnTo>
                    <a:pt x="87983" y="143368"/>
                  </a:lnTo>
                  <a:lnTo>
                    <a:pt x="88040" y="139199"/>
                  </a:lnTo>
                  <a:lnTo>
                    <a:pt x="85728" y="130239"/>
                  </a:lnTo>
                  <a:lnTo>
                    <a:pt x="86586" y="129609"/>
                  </a:lnTo>
                  <a:lnTo>
                    <a:pt x="86459" y="132321"/>
                  </a:lnTo>
                  <a:lnTo>
                    <a:pt x="88895" y="138147"/>
                  </a:lnTo>
                  <a:lnTo>
                    <a:pt x="92330" y="133818"/>
                  </a:lnTo>
                  <a:lnTo>
                    <a:pt x="93008" y="129185"/>
                  </a:lnTo>
                  <a:lnTo>
                    <a:pt x="91519" y="121259"/>
                  </a:lnTo>
                  <a:lnTo>
                    <a:pt x="88904" y="113541"/>
                  </a:lnTo>
                  <a:lnTo>
                    <a:pt x="88286" y="113255"/>
                  </a:lnTo>
                  <a:lnTo>
                    <a:pt x="87788" y="114411"/>
                  </a:lnTo>
                  <a:lnTo>
                    <a:pt x="81010" y="110138"/>
                  </a:lnTo>
                  <a:lnTo>
                    <a:pt x="64204" y="103668"/>
                  </a:lnTo>
                  <a:lnTo>
                    <a:pt x="45927" y="98526"/>
                  </a:lnTo>
                  <a:lnTo>
                    <a:pt x="43932" y="95744"/>
                  </a:lnTo>
                  <a:lnTo>
                    <a:pt x="37225" y="93968"/>
                  </a:lnTo>
                  <a:lnTo>
                    <a:pt x="35392" y="91982"/>
                  </a:lnTo>
                  <a:lnTo>
                    <a:pt x="38643" y="92231"/>
                  </a:lnTo>
                  <a:lnTo>
                    <a:pt x="39165" y="89771"/>
                  </a:lnTo>
                  <a:lnTo>
                    <a:pt x="37030" y="75489"/>
                  </a:lnTo>
                  <a:lnTo>
                    <a:pt x="33317" y="71124"/>
                  </a:lnTo>
                  <a:lnTo>
                    <a:pt x="11952" y="58266"/>
                  </a:lnTo>
                  <a:lnTo>
                    <a:pt x="10214" y="58408"/>
                  </a:lnTo>
                  <a:lnTo>
                    <a:pt x="9564" y="59100"/>
                  </a:lnTo>
                  <a:lnTo>
                    <a:pt x="6646" y="57440"/>
                  </a:lnTo>
                  <a:lnTo>
                    <a:pt x="5207" y="55106"/>
                  </a:lnTo>
                  <a:lnTo>
                    <a:pt x="3805" y="54622"/>
                  </a:lnTo>
                  <a:lnTo>
                    <a:pt x="3862" y="59757"/>
                  </a:lnTo>
                  <a:lnTo>
                    <a:pt x="5189" y="61545"/>
                  </a:lnTo>
                  <a:lnTo>
                    <a:pt x="4957" y="63264"/>
                  </a:lnTo>
                  <a:lnTo>
                    <a:pt x="2100" y="66720"/>
                  </a:lnTo>
                  <a:lnTo>
                    <a:pt x="0" y="67283"/>
                  </a:lnTo>
                  <a:lnTo>
                    <a:pt x="1643" y="66578"/>
                  </a:lnTo>
                  <a:lnTo>
                    <a:pt x="2689" y="44554"/>
                  </a:lnTo>
                  <a:lnTo>
                    <a:pt x="20745" y="12630"/>
                  </a:lnTo>
                  <a:lnTo>
                    <a:pt x="22354" y="50201"/>
                  </a:lnTo>
                  <a:lnTo>
                    <a:pt x="29342" y="49173"/>
                  </a:lnTo>
                  <a:lnTo>
                    <a:pt x="33569" y="62876"/>
                  </a:lnTo>
                  <a:lnTo>
                    <a:pt x="34931" y="41850"/>
                  </a:lnTo>
                  <a:lnTo>
                    <a:pt x="30389" y="30200"/>
                  </a:lnTo>
                  <a:lnTo>
                    <a:pt x="33083" y="30051"/>
                  </a:lnTo>
                  <a:lnTo>
                    <a:pt x="40644" y="24818"/>
                  </a:lnTo>
                  <a:lnTo>
                    <a:pt x="45283" y="12855"/>
                  </a:lnTo>
                  <a:lnTo>
                    <a:pt x="47598" y="10456"/>
                  </a:lnTo>
                  <a:lnTo>
                    <a:pt x="50842" y="11551"/>
                  </a:lnTo>
                  <a:lnTo>
                    <a:pt x="52521" y="8432"/>
                  </a:lnTo>
                  <a:lnTo>
                    <a:pt x="49513" y="6946"/>
                  </a:lnTo>
                  <a:lnTo>
                    <a:pt x="46151" y="6482"/>
                  </a:lnTo>
                  <a:lnTo>
                    <a:pt x="49801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h5509"/>
            <p:cNvSpPr/>
            <p:nvPr/>
          </p:nvSpPr>
          <p:spPr>
            <a:xfrm>
              <a:off x="5252769" y="1455192"/>
              <a:ext cx="111339" cy="197270"/>
            </a:xfrm>
            <a:custGeom>
              <a:avLst/>
              <a:pathLst>
                <a:path w="111339" h="197270">
                  <a:moveTo>
                    <a:pt x="111261" y="10088"/>
                  </a:moveTo>
                  <a:lnTo>
                    <a:pt x="111339" y="17549"/>
                  </a:lnTo>
                  <a:lnTo>
                    <a:pt x="107457" y="18153"/>
                  </a:lnTo>
                  <a:lnTo>
                    <a:pt x="104425" y="19498"/>
                  </a:lnTo>
                  <a:lnTo>
                    <a:pt x="103764" y="23310"/>
                  </a:lnTo>
                  <a:lnTo>
                    <a:pt x="110213" y="30657"/>
                  </a:lnTo>
                  <a:lnTo>
                    <a:pt x="101892" y="37226"/>
                  </a:lnTo>
                  <a:lnTo>
                    <a:pt x="100561" y="30716"/>
                  </a:lnTo>
                  <a:lnTo>
                    <a:pt x="99418" y="35028"/>
                  </a:lnTo>
                  <a:lnTo>
                    <a:pt x="97056" y="37043"/>
                  </a:lnTo>
                  <a:lnTo>
                    <a:pt x="94531" y="37744"/>
                  </a:lnTo>
                  <a:lnTo>
                    <a:pt x="96019" y="46104"/>
                  </a:lnTo>
                  <a:lnTo>
                    <a:pt x="90549" y="46747"/>
                  </a:lnTo>
                  <a:lnTo>
                    <a:pt x="90428" y="49911"/>
                  </a:lnTo>
                  <a:lnTo>
                    <a:pt x="92611" y="49875"/>
                  </a:lnTo>
                  <a:lnTo>
                    <a:pt x="95977" y="51636"/>
                  </a:lnTo>
                  <a:lnTo>
                    <a:pt x="98351" y="54652"/>
                  </a:lnTo>
                  <a:lnTo>
                    <a:pt x="98797" y="57771"/>
                  </a:lnTo>
                  <a:lnTo>
                    <a:pt x="92804" y="56287"/>
                  </a:lnTo>
                  <a:lnTo>
                    <a:pt x="91345" y="61393"/>
                  </a:lnTo>
                  <a:lnTo>
                    <a:pt x="96363" y="63049"/>
                  </a:lnTo>
                  <a:lnTo>
                    <a:pt x="99176" y="65248"/>
                  </a:lnTo>
                  <a:lnTo>
                    <a:pt x="97248" y="70136"/>
                  </a:lnTo>
                  <a:lnTo>
                    <a:pt x="105294" y="74481"/>
                  </a:lnTo>
                  <a:lnTo>
                    <a:pt x="101386" y="81503"/>
                  </a:lnTo>
                  <a:lnTo>
                    <a:pt x="107034" y="84432"/>
                  </a:lnTo>
                  <a:lnTo>
                    <a:pt x="111024" y="89466"/>
                  </a:lnTo>
                  <a:lnTo>
                    <a:pt x="110754" y="93240"/>
                  </a:lnTo>
                  <a:lnTo>
                    <a:pt x="105603" y="101395"/>
                  </a:lnTo>
                  <a:lnTo>
                    <a:pt x="102883" y="104346"/>
                  </a:lnTo>
                  <a:lnTo>
                    <a:pt x="101488" y="116629"/>
                  </a:lnTo>
                  <a:lnTo>
                    <a:pt x="99599" y="116493"/>
                  </a:lnTo>
                  <a:lnTo>
                    <a:pt x="99594" y="118701"/>
                  </a:lnTo>
                  <a:lnTo>
                    <a:pt x="101831" y="119748"/>
                  </a:lnTo>
                  <a:lnTo>
                    <a:pt x="105458" y="119475"/>
                  </a:lnTo>
                  <a:lnTo>
                    <a:pt x="105700" y="121532"/>
                  </a:lnTo>
                  <a:lnTo>
                    <a:pt x="104250" y="125597"/>
                  </a:lnTo>
                  <a:lnTo>
                    <a:pt x="103608" y="132969"/>
                  </a:lnTo>
                  <a:lnTo>
                    <a:pt x="101214" y="134869"/>
                  </a:lnTo>
                  <a:lnTo>
                    <a:pt x="99402" y="135184"/>
                  </a:lnTo>
                  <a:lnTo>
                    <a:pt x="100004" y="143712"/>
                  </a:lnTo>
                  <a:lnTo>
                    <a:pt x="99427" y="147318"/>
                  </a:lnTo>
                  <a:lnTo>
                    <a:pt x="98450" y="147165"/>
                  </a:lnTo>
                  <a:lnTo>
                    <a:pt x="97880" y="154797"/>
                  </a:lnTo>
                  <a:lnTo>
                    <a:pt x="96225" y="154679"/>
                  </a:lnTo>
                  <a:lnTo>
                    <a:pt x="96303" y="153581"/>
                  </a:lnTo>
                  <a:lnTo>
                    <a:pt x="94150" y="153428"/>
                  </a:lnTo>
                  <a:lnTo>
                    <a:pt x="92447" y="159805"/>
                  </a:lnTo>
                  <a:lnTo>
                    <a:pt x="90119" y="163881"/>
                  </a:lnTo>
                  <a:lnTo>
                    <a:pt x="86441" y="164721"/>
                  </a:lnTo>
                  <a:lnTo>
                    <a:pt x="84602" y="167932"/>
                  </a:lnTo>
                  <a:lnTo>
                    <a:pt x="85905" y="174510"/>
                  </a:lnTo>
                  <a:lnTo>
                    <a:pt x="91048" y="174205"/>
                  </a:lnTo>
                  <a:lnTo>
                    <a:pt x="94239" y="180418"/>
                  </a:lnTo>
                  <a:lnTo>
                    <a:pt x="92129" y="183465"/>
                  </a:lnTo>
                  <a:lnTo>
                    <a:pt x="82157" y="182680"/>
                  </a:lnTo>
                  <a:lnTo>
                    <a:pt x="81865" y="188115"/>
                  </a:lnTo>
                  <a:lnTo>
                    <a:pt x="73618" y="187981"/>
                  </a:lnTo>
                  <a:lnTo>
                    <a:pt x="66751" y="185953"/>
                  </a:lnTo>
                  <a:lnTo>
                    <a:pt x="58929" y="184944"/>
                  </a:lnTo>
                  <a:lnTo>
                    <a:pt x="52685" y="181287"/>
                  </a:lnTo>
                  <a:lnTo>
                    <a:pt x="47910" y="179670"/>
                  </a:lnTo>
                  <a:lnTo>
                    <a:pt x="44852" y="189033"/>
                  </a:lnTo>
                  <a:lnTo>
                    <a:pt x="45791" y="189382"/>
                  </a:lnTo>
                  <a:lnTo>
                    <a:pt x="44781" y="196188"/>
                  </a:lnTo>
                  <a:lnTo>
                    <a:pt x="31054" y="197270"/>
                  </a:lnTo>
                  <a:lnTo>
                    <a:pt x="32364" y="190402"/>
                  </a:lnTo>
                  <a:lnTo>
                    <a:pt x="32716" y="182188"/>
                  </a:lnTo>
                  <a:lnTo>
                    <a:pt x="31198" y="177810"/>
                  </a:lnTo>
                  <a:lnTo>
                    <a:pt x="28034" y="173451"/>
                  </a:lnTo>
                  <a:lnTo>
                    <a:pt x="25228" y="171597"/>
                  </a:lnTo>
                  <a:lnTo>
                    <a:pt x="24357" y="167213"/>
                  </a:lnTo>
                  <a:lnTo>
                    <a:pt x="24493" y="158524"/>
                  </a:lnTo>
                  <a:lnTo>
                    <a:pt x="23355" y="153970"/>
                  </a:lnTo>
                  <a:lnTo>
                    <a:pt x="20530" y="148635"/>
                  </a:lnTo>
                  <a:lnTo>
                    <a:pt x="10874" y="137080"/>
                  </a:lnTo>
                  <a:lnTo>
                    <a:pt x="2865" y="119674"/>
                  </a:lnTo>
                  <a:lnTo>
                    <a:pt x="1836" y="111361"/>
                  </a:lnTo>
                  <a:lnTo>
                    <a:pt x="0" y="104514"/>
                  </a:lnTo>
                  <a:lnTo>
                    <a:pt x="1598" y="101696"/>
                  </a:lnTo>
                  <a:lnTo>
                    <a:pt x="3156" y="96351"/>
                  </a:lnTo>
                  <a:lnTo>
                    <a:pt x="4423" y="88096"/>
                  </a:lnTo>
                  <a:lnTo>
                    <a:pt x="7924" y="87459"/>
                  </a:lnTo>
                  <a:lnTo>
                    <a:pt x="12319" y="85534"/>
                  </a:lnTo>
                  <a:lnTo>
                    <a:pt x="12361" y="79919"/>
                  </a:lnTo>
                  <a:lnTo>
                    <a:pt x="15072" y="80728"/>
                  </a:lnTo>
                  <a:lnTo>
                    <a:pt x="14377" y="82471"/>
                  </a:lnTo>
                  <a:lnTo>
                    <a:pt x="18766" y="83148"/>
                  </a:lnTo>
                  <a:lnTo>
                    <a:pt x="24059" y="82522"/>
                  </a:lnTo>
                  <a:lnTo>
                    <a:pt x="22676" y="79853"/>
                  </a:lnTo>
                  <a:lnTo>
                    <a:pt x="19414" y="81310"/>
                  </a:lnTo>
                  <a:lnTo>
                    <a:pt x="14723" y="72273"/>
                  </a:lnTo>
                  <a:lnTo>
                    <a:pt x="29327" y="64249"/>
                  </a:lnTo>
                  <a:lnTo>
                    <a:pt x="33765" y="60172"/>
                  </a:lnTo>
                  <a:lnTo>
                    <a:pt x="38371" y="60901"/>
                  </a:lnTo>
                  <a:lnTo>
                    <a:pt x="40523" y="64131"/>
                  </a:lnTo>
                  <a:lnTo>
                    <a:pt x="42569" y="62197"/>
                  </a:lnTo>
                  <a:lnTo>
                    <a:pt x="46468" y="56278"/>
                  </a:lnTo>
                  <a:lnTo>
                    <a:pt x="49225" y="54978"/>
                  </a:lnTo>
                  <a:lnTo>
                    <a:pt x="56336" y="53742"/>
                  </a:lnTo>
                  <a:lnTo>
                    <a:pt x="59733" y="46425"/>
                  </a:lnTo>
                  <a:lnTo>
                    <a:pt x="67356" y="43129"/>
                  </a:lnTo>
                  <a:lnTo>
                    <a:pt x="68742" y="44288"/>
                  </a:lnTo>
                  <a:lnTo>
                    <a:pt x="73071" y="41906"/>
                  </a:lnTo>
                  <a:lnTo>
                    <a:pt x="70109" y="39215"/>
                  </a:lnTo>
                  <a:lnTo>
                    <a:pt x="68898" y="38933"/>
                  </a:lnTo>
                  <a:lnTo>
                    <a:pt x="67091" y="35576"/>
                  </a:lnTo>
                  <a:lnTo>
                    <a:pt x="68451" y="30209"/>
                  </a:lnTo>
                  <a:lnTo>
                    <a:pt x="71216" y="28357"/>
                  </a:lnTo>
                  <a:lnTo>
                    <a:pt x="71785" y="20666"/>
                  </a:lnTo>
                  <a:lnTo>
                    <a:pt x="75010" y="20988"/>
                  </a:lnTo>
                  <a:lnTo>
                    <a:pt x="75318" y="17105"/>
                  </a:lnTo>
                  <a:lnTo>
                    <a:pt x="77030" y="13604"/>
                  </a:lnTo>
                  <a:lnTo>
                    <a:pt x="78261" y="12979"/>
                  </a:lnTo>
                  <a:lnTo>
                    <a:pt x="80103" y="12045"/>
                  </a:lnTo>
                  <a:lnTo>
                    <a:pt x="87358" y="14305"/>
                  </a:lnTo>
                  <a:lnTo>
                    <a:pt x="90771" y="14219"/>
                  </a:lnTo>
                  <a:lnTo>
                    <a:pt x="91467" y="12174"/>
                  </a:lnTo>
                  <a:lnTo>
                    <a:pt x="88327" y="11194"/>
                  </a:lnTo>
                  <a:lnTo>
                    <a:pt x="87387" y="8419"/>
                  </a:lnTo>
                  <a:lnTo>
                    <a:pt x="8869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h5510"/>
            <p:cNvSpPr/>
            <p:nvPr/>
          </p:nvSpPr>
          <p:spPr>
            <a:xfrm>
              <a:off x="5525086" y="1889470"/>
              <a:ext cx="28448" cy="133970"/>
            </a:xfrm>
            <a:custGeom>
              <a:avLst/>
              <a:pathLst>
                <a:path w="28448" h="133970">
                  <a:moveTo>
                    <a:pt x="18879" y="11260"/>
                  </a:moveTo>
                  <a:lnTo>
                    <a:pt x="24121" y="14639"/>
                  </a:lnTo>
                  <a:lnTo>
                    <a:pt x="18944" y="21462"/>
                  </a:lnTo>
                  <a:lnTo>
                    <a:pt x="19079" y="23888"/>
                  </a:lnTo>
                  <a:lnTo>
                    <a:pt x="25758" y="34126"/>
                  </a:lnTo>
                  <a:lnTo>
                    <a:pt x="26299" y="36404"/>
                  </a:lnTo>
                  <a:lnTo>
                    <a:pt x="25966" y="37408"/>
                  </a:lnTo>
                  <a:lnTo>
                    <a:pt x="23267" y="39615"/>
                  </a:lnTo>
                  <a:lnTo>
                    <a:pt x="20911" y="44665"/>
                  </a:lnTo>
                  <a:lnTo>
                    <a:pt x="16878" y="61277"/>
                  </a:lnTo>
                  <a:lnTo>
                    <a:pt x="25051" y="60451"/>
                  </a:lnTo>
                  <a:lnTo>
                    <a:pt x="26595" y="61410"/>
                  </a:lnTo>
                  <a:lnTo>
                    <a:pt x="28448" y="64939"/>
                  </a:lnTo>
                  <a:lnTo>
                    <a:pt x="27530" y="71862"/>
                  </a:lnTo>
                  <a:lnTo>
                    <a:pt x="27313" y="84791"/>
                  </a:lnTo>
                  <a:lnTo>
                    <a:pt x="18571" y="84344"/>
                  </a:lnTo>
                  <a:lnTo>
                    <a:pt x="17561" y="86475"/>
                  </a:lnTo>
                  <a:lnTo>
                    <a:pt x="17378" y="90635"/>
                  </a:lnTo>
                  <a:lnTo>
                    <a:pt x="18191" y="90832"/>
                  </a:lnTo>
                  <a:lnTo>
                    <a:pt x="16356" y="123543"/>
                  </a:lnTo>
                  <a:lnTo>
                    <a:pt x="16574" y="133970"/>
                  </a:lnTo>
                  <a:lnTo>
                    <a:pt x="3144" y="129451"/>
                  </a:lnTo>
                  <a:lnTo>
                    <a:pt x="7423" y="128608"/>
                  </a:lnTo>
                  <a:lnTo>
                    <a:pt x="12243" y="118937"/>
                  </a:lnTo>
                  <a:lnTo>
                    <a:pt x="12365" y="116788"/>
                  </a:lnTo>
                  <a:lnTo>
                    <a:pt x="7722" y="114324"/>
                  </a:lnTo>
                  <a:lnTo>
                    <a:pt x="9570" y="83803"/>
                  </a:lnTo>
                  <a:lnTo>
                    <a:pt x="9780" y="80051"/>
                  </a:lnTo>
                  <a:lnTo>
                    <a:pt x="12943" y="78943"/>
                  </a:lnTo>
                  <a:lnTo>
                    <a:pt x="595" y="37358"/>
                  </a:lnTo>
                  <a:lnTo>
                    <a:pt x="2103" y="21146"/>
                  </a:lnTo>
                  <a:lnTo>
                    <a:pt x="0" y="3110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h5511"/>
            <p:cNvSpPr/>
            <p:nvPr/>
          </p:nvSpPr>
          <p:spPr>
            <a:xfrm>
              <a:off x="5595541" y="1851977"/>
              <a:ext cx="34010" cy="27649"/>
            </a:xfrm>
            <a:custGeom>
              <a:avLst/>
              <a:pathLst>
                <a:path w="34010" h="27649">
                  <a:moveTo>
                    <a:pt x="27656" y="6130"/>
                  </a:moveTo>
                  <a:lnTo>
                    <a:pt x="32056" y="7811"/>
                  </a:lnTo>
                  <a:lnTo>
                    <a:pt x="31517" y="10304"/>
                  </a:lnTo>
                  <a:lnTo>
                    <a:pt x="33417" y="11166"/>
                  </a:lnTo>
                  <a:lnTo>
                    <a:pt x="34010" y="19744"/>
                  </a:lnTo>
                  <a:lnTo>
                    <a:pt x="31644" y="22402"/>
                  </a:lnTo>
                  <a:lnTo>
                    <a:pt x="30908" y="22385"/>
                  </a:lnTo>
                  <a:lnTo>
                    <a:pt x="30907" y="27128"/>
                  </a:lnTo>
                  <a:lnTo>
                    <a:pt x="21264" y="27649"/>
                  </a:lnTo>
                  <a:lnTo>
                    <a:pt x="20026" y="22299"/>
                  </a:lnTo>
                  <a:lnTo>
                    <a:pt x="12615" y="19369"/>
                  </a:lnTo>
                  <a:lnTo>
                    <a:pt x="9267" y="21088"/>
                  </a:lnTo>
                  <a:lnTo>
                    <a:pt x="9374" y="23071"/>
                  </a:lnTo>
                  <a:lnTo>
                    <a:pt x="0" y="20670"/>
                  </a:lnTo>
                  <a:lnTo>
                    <a:pt x="4223" y="6447"/>
                  </a:lnTo>
                  <a:lnTo>
                    <a:pt x="6561" y="2256"/>
                  </a:lnTo>
                  <a:lnTo>
                    <a:pt x="20427" y="1844"/>
                  </a:lnTo>
                  <a:lnTo>
                    <a:pt x="2506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h5512"/>
            <p:cNvSpPr/>
            <p:nvPr/>
          </p:nvSpPr>
          <p:spPr>
            <a:xfrm>
              <a:off x="5442941" y="1542947"/>
              <a:ext cx="54649" cy="77681"/>
            </a:xfrm>
            <a:custGeom>
              <a:avLst/>
              <a:pathLst>
                <a:path w="54649" h="77681">
                  <a:moveTo>
                    <a:pt x="18707" y="521"/>
                  </a:moveTo>
                  <a:lnTo>
                    <a:pt x="19394" y="3287"/>
                  </a:lnTo>
                  <a:lnTo>
                    <a:pt x="17407" y="7538"/>
                  </a:lnTo>
                  <a:lnTo>
                    <a:pt x="22161" y="6879"/>
                  </a:lnTo>
                  <a:lnTo>
                    <a:pt x="24593" y="13874"/>
                  </a:lnTo>
                  <a:lnTo>
                    <a:pt x="26194" y="15035"/>
                  </a:lnTo>
                  <a:lnTo>
                    <a:pt x="26144" y="20687"/>
                  </a:lnTo>
                  <a:lnTo>
                    <a:pt x="28923" y="21237"/>
                  </a:lnTo>
                  <a:lnTo>
                    <a:pt x="28648" y="23831"/>
                  </a:lnTo>
                  <a:lnTo>
                    <a:pt x="25123" y="28238"/>
                  </a:lnTo>
                  <a:lnTo>
                    <a:pt x="29729" y="35257"/>
                  </a:lnTo>
                  <a:lnTo>
                    <a:pt x="27549" y="38618"/>
                  </a:lnTo>
                  <a:lnTo>
                    <a:pt x="27968" y="42230"/>
                  </a:lnTo>
                  <a:lnTo>
                    <a:pt x="44716" y="46743"/>
                  </a:lnTo>
                  <a:lnTo>
                    <a:pt x="46811" y="43942"/>
                  </a:lnTo>
                  <a:lnTo>
                    <a:pt x="47785" y="44621"/>
                  </a:lnTo>
                  <a:lnTo>
                    <a:pt x="47499" y="49826"/>
                  </a:lnTo>
                  <a:lnTo>
                    <a:pt x="51208" y="48126"/>
                  </a:lnTo>
                  <a:lnTo>
                    <a:pt x="52535" y="49960"/>
                  </a:lnTo>
                  <a:lnTo>
                    <a:pt x="48884" y="51826"/>
                  </a:lnTo>
                  <a:lnTo>
                    <a:pt x="48088" y="54492"/>
                  </a:lnTo>
                  <a:lnTo>
                    <a:pt x="50936" y="55372"/>
                  </a:lnTo>
                  <a:lnTo>
                    <a:pt x="53237" y="54878"/>
                  </a:lnTo>
                  <a:lnTo>
                    <a:pt x="54649" y="64498"/>
                  </a:lnTo>
                  <a:lnTo>
                    <a:pt x="47916" y="68441"/>
                  </a:lnTo>
                  <a:lnTo>
                    <a:pt x="45845" y="70811"/>
                  </a:lnTo>
                  <a:lnTo>
                    <a:pt x="45257" y="73181"/>
                  </a:lnTo>
                  <a:lnTo>
                    <a:pt x="45697" y="75052"/>
                  </a:lnTo>
                  <a:lnTo>
                    <a:pt x="43956" y="77681"/>
                  </a:lnTo>
                  <a:lnTo>
                    <a:pt x="41215" y="73092"/>
                  </a:lnTo>
                  <a:lnTo>
                    <a:pt x="40703" y="73367"/>
                  </a:lnTo>
                  <a:lnTo>
                    <a:pt x="34329" y="69313"/>
                  </a:lnTo>
                  <a:lnTo>
                    <a:pt x="33788" y="67201"/>
                  </a:lnTo>
                  <a:lnTo>
                    <a:pt x="29711" y="62235"/>
                  </a:lnTo>
                  <a:lnTo>
                    <a:pt x="27351" y="60393"/>
                  </a:lnTo>
                  <a:lnTo>
                    <a:pt x="25109" y="59268"/>
                  </a:lnTo>
                  <a:lnTo>
                    <a:pt x="24288" y="61461"/>
                  </a:lnTo>
                  <a:lnTo>
                    <a:pt x="20354" y="60966"/>
                  </a:lnTo>
                  <a:lnTo>
                    <a:pt x="20527" y="59719"/>
                  </a:lnTo>
                  <a:lnTo>
                    <a:pt x="22708" y="58822"/>
                  </a:lnTo>
                  <a:lnTo>
                    <a:pt x="22444" y="57338"/>
                  </a:lnTo>
                  <a:lnTo>
                    <a:pt x="22042" y="56577"/>
                  </a:lnTo>
                  <a:lnTo>
                    <a:pt x="17811" y="58294"/>
                  </a:lnTo>
                  <a:lnTo>
                    <a:pt x="16898" y="52847"/>
                  </a:lnTo>
                  <a:lnTo>
                    <a:pt x="19956" y="50644"/>
                  </a:lnTo>
                  <a:lnTo>
                    <a:pt x="17585" y="48427"/>
                  </a:lnTo>
                  <a:lnTo>
                    <a:pt x="12108" y="47450"/>
                  </a:lnTo>
                  <a:lnTo>
                    <a:pt x="9554" y="42711"/>
                  </a:lnTo>
                  <a:lnTo>
                    <a:pt x="7246" y="41114"/>
                  </a:lnTo>
                  <a:lnTo>
                    <a:pt x="6681" y="43787"/>
                  </a:lnTo>
                  <a:lnTo>
                    <a:pt x="3816" y="40550"/>
                  </a:lnTo>
                  <a:lnTo>
                    <a:pt x="2563" y="39136"/>
                  </a:lnTo>
                  <a:lnTo>
                    <a:pt x="0" y="33405"/>
                  </a:lnTo>
                  <a:lnTo>
                    <a:pt x="5130" y="30206"/>
                  </a:lnTo>
                  <a:lnTo>
                    <a:pt x="10278" y="28792"/>
                  </a:lnTo>
                  <a:lnTo>
                    <a:pt x="12945" y="31523"/>
                  </a:lnTo>
                  <a:lnTo>
                    <a:pt x="17887" y="31301"/>
                  </a:lnTo>
                  <a:lnTo>
                    <a:pt x="16520" y="25501"/>
                  </a:lnTo>
                  <a:lnTo>
                    <a:pt x="18618" y="24801"/>
                  </a:lnTo>
                  <a:lnTo>
                    <a:pt x="20106" y="20841"/>
                  </a:lnTo>
                  <a:lnTo>
                    <a:pt x="19303" y="18811"/>
                  </a:lnTo>
                  <a:lnTo>
                    <a:pt x="9746" y="11787"/>
                  </a:lnTo>
                  <a:lnTo>
                    <a:pt x="5362" y="13441"/>
                  </a:lnTo>
                  <a:lnTo>
                    <a:pt x="6806" y="2208"/>
                  </a:lnTo>
                  <a:lnTo>
                    <a:pt x="9410" y="1104"/>
                  </a:lnTo>
                  <a:lnTo>
                    <a:pt x="1202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h5513"/>
            <p:cNvSpPr/>
            <p:nvPr/>
          </p:nvSpPr>
          <p:spPr>
            <a:xfrm>
              <a:off x="5514178" y="1653483"/>
              <a:ext cx="55617" cy="31784"/>
            </a:xfrm>
            <a:custGeom>
              <a:avLst/>
              <a:pathLst>
                <a:path w="55617" h="31784">
                  <a:moveTo>
                    <a:pt x="16142" y="5327"/>
                  </a:moveTo>
                  <a:lnTo>
                    <a:pt x="17400" y="8093"/>
                  </a:lnTo>
                  <a:lnTo>
                    <a:pt x="30307" y="10158"/>
                  </a:lnTo>
                  <a:lnTo>
                    <a:pt x="37479" y="9607"/>
                  </a:lnTo>
                  <a:lnTo>
                    <a:pt x="37694" y="6792"/>
                  </a:lnTo>
                  <a:lnTo>
                    <a:pt x="41649" y="3675"/>
                  </a:lnTo>
                  <a:lnTo>
                    <a:pt x="45241" y="2778"/>
                  </a:lnTo>
                  <a:lnTo>
                    <a:pt x="51379" y="7508"/>
                  </a:lnTo>
                  <a:lnTo>
                    <a:pt x="54801" y="8711"/>
                  </a:lnTo>
                  <a:lnTo>
                    <a:pt x="55617" y="12019"/>
                  </a:lnTo>
                  <a:lnTo>
                    <a:pt x="55371" y="15611"/>
                  </a:lnTo>
                  <a:lnTo>
                    <a:pt x="47006" y="13115"/>
                  </a:lnTo>
                  <a:lnTo>
                    <a:pt x="46126" y="13540"/>
                  </a:lnTo>
                  <a:lnTo>
                    <a:pt x="47288" y="20994"/>
                  </a:lnTo>
                  <a:lnTo>
                    <a:pt x="49218" y="25308"/>
                  </a:lnTo>
                  <a:lnTo>
                    <a:pt x="49861" y="30662"/>
                  </a:lnTo>
                  <a:lnTo>
                    <a:pt x="48889" y="31784"/>
                  </a:lnTo>
                  <a:lnTo>
                    <a:pt x="46068" y="30053"/>
                  </a:lnTo>
                  <a:lnTo>
                    <a:pt x="45993" y="28395"/>
                  </a:lnTo>
                  <a:lnTo>
                    <a:pt x="43778" y="27555"/>
                  </a:lnTo>
                  <a:lnTo>
                    <a:pt x="42624" y="27695"/>
                  </a:lnTo>
                  <a:lnTo>
                    <a:pt x="41261" y="29532"/>
                  </a:lnTo>
                  <a:lnTo>
                    <a:pt x="38573" y="30148"/>
                  </a:lnTo>
                  <a:lnTo>
                    <a:pt x="33712" y="29721"/>
                  </a:lnTo>
                  <a:lnTo>
                    <a:pt x="19430" y="24830"/>
                  </a:lnTo>
                  <a:lnTo>
                    <a:pt x="19644" y="21829"/>
                  </a:lnTo>
                  <a:lnTo>
                    <a:pt x="17750" y="18424"/>
                  </a:lnTo>
                  <a:lnTo>
                    <a:pt x="14531" y="19916"/>
                  </a:lnTo>
                  <a:lnTo>
                    <a:pt x="12604" y="19079"/>
                  </a:lnTo>
                  <a:lnTo>
                    <a:pt x="7893" y="20355"/>
                  </a:lnTo>
                  <a:lnTo>
                    <a:pt x="7428" y="22898"/>
                  </a:lnTo>
                  <a:lnTo>
                    <a:pt x="5804" y="23746"/>
                  </a:lnTo>
                  <a:lnTo>
                    <a:pt x="2731" y="25325"/>
                  </a:lnTo>
                  <a:lnTo>
                    <a:pt x="0" y="19522"/>
                  </a:lnTo>
                  <a:lnTo>
                    <a:pt x="30" y="18082"/>
                  </a:lnTo>
                  <a:lnTo>
                    <a:pt x="4450" y="14631"/>
                  </a:lnTo>
                  <a:lnTo>
                    <a:pt x="4593" y="13215"/>
                  </a:lnTo>
                  <a:lnTo>
                    <a:pt x="2959" y="9604"/>
                  </a:lnTo>
                  <a:lnTo>
                    <a:pt x="2886" y="4854"/>
                  </a:lnTo>
                  <a:lnTo>
                    <a:pt x="5558" y="5216"/>
                  </a:lnTo>
                  <a:lnTo>
                    <a:pt x="8089" y="2855"/>
                  </a:lnTo>
                  <a:lnTo>
                    <a:pt x="8449" y="1217"/>
                  </a:lnTo>
                  <a:lnTo>
                    <a:pt x="1085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h5514"/>
            <p:cNvSpPr/>
            <p:nvPr/>
          </p:nvSpPr>
          <p:spPr>
            <a:xfrm>
              <a:off x="5653305" y="1629202"/>
              <a:ext cx="70432" cy="51584"/>
            </a:xfrm>
            <a:custGeom>
              <a:avLst/>
              <a:pathLst>
                <a:path w="70432" h="51584">
                  <a:moveTo>
                    <a:pt x="14819" y="3536"/>
                  </a:moveTo>
                  <a:lnTo>
                    <a:pt x="19411" y="2921"/>
                  </a:lnTo>
                  <a:lnTo>
                    <a:pt x="28213" y="5922"/>
                  </a:lnTo>
                  <a:lnTo>
                    <a:pt x="31066" y="5701"/>
                  </a:lnTo>
                  <a:lnTo>
                    <a:pt x="35110" y="6890"/>
                  </a:lnTo>
                  <a:lnTo>
                    <a:pt x="35977" y="1291"/>
                  </a:lnTo>
                  <a:lnTo>
                    <a:pt x="39530" y="591"/>
                  </a:lnTo>
                  <a:lnTo>
                    <a:pt x="50744" y="964"/>
                  </a:lnTo>
                  <a:lnTo>
                    <a:pt x="56084" y="3164"/>
                  </a:lnTo>
                  <a:lnTo>
                    <a:pt x="58727" y="343"/>
                  </a:lnTo>
                  <a:lnTo>
                    <a:pt x="65030" y="1000"/>
                  </a:lnTo>
                  <a:lnTo>
                    <a:pt x="63860" y="4473"/>
                  </a:lnTo>
                  <a:lnTo>
                    <a:pt x="60114" y="6562"/>
                  </a:lnTo>
                  <a:lnTo>
                    <a:pt x="62871" y="11737"/>
                  </a:lnTo>
                  <a:lnTo>
                    <a:pt x="62450" y="15854"/>
                  </a:lnTo>
                  <a:lnTo>
                    <a:pt x="66801" y="16395"/>
                  </a:lnTo>
                  <a:lnTo>
                    <a:pt x="70432" y="23035"/>
                  </a:lnTo>
                  <a:lnTo>
                    <a:pt x="69472" y="25015"/>
                  </a:lnTo>
                  <a:lnTo>
                    <a:pt x="62408" y="20901"/>
                  </a:lnTo>
                  <a:lnTo>
                    <a:pt x="62339" y="28365"/>
                  </a:lnTo>
                  <a:lnTo>
                    <a:pt x="61995" y="51566"/>
                  </a:lnTo>
                  <a:lnTo>
                    <a:pt x="55006" y="51584"/>
                  </a:lnTo>
                  <a:lnTo>
                    <a:pt x="54101" y="50811"/>
                  </a:lnTo>
                  <a:lnTo>
                    <a:pt x="50345" y="45789"/>
                  </a:lnTo>
                  <a:lnTo>
                    <a:pt x="49667" y="42524"/>
                  </a:lnTo>
                  <a:lnTo>
                    <a:pt x="50262" y="37913"/>
                  </a:lnTo>
                  <a:lnTo>
                    <a:pt x="46384" y="32908"/>
                  </a:lnTo>
                  <a:lnTo>
                    <a:pt x="43059" y="30240"/>
                  </a:lnTo>
                  <a:lnTo>
                    <a:pt x="42799" y="26967"/>
                  </a:lnTo>
                  <a:lnTo>
                    <a:pt x="38857" y="24782"/>
                  </a:lnTo>
                  <a:lnTo>
                    <a:pt x="34931" y="26983"/>
                  </a:lnTo>
                  <a:lnTo>
                    <a:pt x="30977" y="25697"/>
                  </a:lnTo>
                  <a:lnTo>
                    <a:pt x="30870" y="23308"/>
                  </a:lnTo>
                  <a:lnTo>
                    <a:pt x="29398" y="22327"/>
                  </a:lnTo>
                  <a:lnTo>
                    <a:pt x="24517" y="22700"/>
                  </a:lnTo>
                  <a:lnTo>
                    <a:pt x="24140" y="24134"/>
                  </a:lnTo>
                  <a:lnTo>
                    <a:pt x="15418" y="21204"/>
                  </a:lnTo>
                  <a:lnTo>
                    <a:pt x="16134" y="19419"/>
                  </a:lnTo>
                  <a:lnTo>
                    <a:pt x="13274" y="14380"/>
                  </a:lnTo>
                  <a:lnTo>
                    <a:pt x="10871" y="12874"/>
                  </a:lnTo>
                  <a:lnTo>
                    <a:pt x="10053" y="11856"/>
                  </a:lnTo>
                  <a:lnTo>
                    <a:pt x="0" y="7758"/>
                  </a:lnTo>
                  <a:lnTo>
                    <a:pt x="109" y="6374"/>
                  </a:lnTo>
                  <a:lnTo>
                    <a:pt x="2132" y="3971"/>
                  </a:lnTo>
                  <a:lnTo>
                    <a:pt x="5576" y="6552"/>
                  </a:lnTo>
                  <a:lnTo>
                    <a:pt x="6097" y="1025"/>
                  </a:lnTo>
                  <a:lnTo>
                    <a:pt x="772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h5515"/>
            <p:cNvSpPr/>
            <p:nvPr/>
          </p:nvSpPr>
          <p:spPr>
            <a:xfrm>
              <a:off x="5491716" y="1683109"/>
              <a:ext cx="42246" cy="43437"/>
            </a:xfrm>
            <a:custGeom>
              <a:avLst/>
              <a:pathLst>
                <a:path w="42246" h="43437">
                  <a:moveTo>
                    <a:pt x="28112" y="2957"/>
                  </a:moveTo>
                  <a:lnTo>
                    <a:pt x="31160" y="1847"/>
                  </a:lnTo>
                  <a:lnTo>
                    <a:pt x="32490" y="4023"/>
                  </a:lnTo>
                  <a:lnTo>
                    <a:pt x="36485" y="14595"/>
                  </a:lnTo>
                  <a:lnTo>
                    <a:pt x="35993" y="17244"/>
                  </a:lnTo>
                  <a:lnTo>
                    <a:pt x="32316" y="18515"/>
                  </a:lnTo>
                  <a:lnTo>
                    <a:pt x="32751" y="19202"/>
                  </a:lnTo>
                  <a:lnTo>
                    <a:pt x="40002" y="18750"/>
                  </a:lnTo>
                  <a:lnTo>
                    <a:pt x="42246" y="28498"/>
                  </a:lnTo>
                  <a:lnTo>
                    <a:pt x="34560" y="28330"/>
                  </a:lnTo>
                  <a:lnTo>
                    <a:pt x="30196" y="31999"/>
                  </a:lnTo>
                  <a:lnTo>
                    <a:pt x="17460" y="39869"/>
                  </a:lnTo>
                  <a:lnTo>
                    <a:pt x="15354" y="42907"/>
                  </a:lnTo>
                  <a:lnTo>
                    <a:pt x="14064" y="43437"/>
                  </a:lnTo>
                  <a:lnTo>
                    <a:pt x="12002" y="41296"/>
                  </a:lnTo>
                  <a:lnTo>
                    <a:pt x="11706" y="43428"/>
                  </a:lnTo>
                  <a:lnTo>
                    <a:pt x="7319" y="35249"/>
                  </a:lnTo>
                  <a:lnTo>
                    <a:pt x="5140" y="33501"/>
                  </a:lnTo>
                  <a:lnTo>
                    <a:pt x="3571" y="33626"/>
                  </a:lnTo>
                  <a:lnTo>
                    <a:pt x="0" y="31066"/>
                  </a:lnTo>
                  <a:lnTo>
                    <a:pt x="2117" y="29344"/>
                  </a:lnTo>
                  <a:lnTo>
                    <a:pt x="5502" y="21517"/>
                  </a:lnTo>
                  <a:lnTo>
                    <a:pt x="5913" y="18499"/>
                  </a:lnTo>
                  <a:lnTo>
                    <a:pt x="2561" y="16536"/>
                  </a:lnTo>
                  <a:lnTo>
                    <a:pt x="2830" y="13152"/>
                  </a:lnTo>
                  <a:lnTo>
                    <a:pt x="4013" y="10119"/>
                  </a:lnTo>
                  <a:lnTo>
                    <a:pt x="5405" y="8703"/>
                  </a:lnTo>
                  <a:lnTo>
                    <a:pt x="9903" y="6724"/>
                  </a:lnTo>
                  <a:lnTo>
                    <a:pt x="11538" y="9916"/>
                  </a:lnTo>
                  <a:lnTo>
                    <a:pt x="21877" y="6079"/>
                  </a:lnTo>
                  <a:lnTo>
                    <a:pt x="2065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h5516"/>
            <p:cNvSpPr/>
            <p:nvPr/>
          </p:nvSpPr>
          <p:spPr>
            <a:xfrm>
              <a:off x="5490704" y="1971086"/>
              <a:ext cx="46748" cy="47835"/>
            </a:xfrm>
            <a:custGeom>
              <a:avLst/>
              <a:pathLst>
                <a:path w="46748" h="47835">
                  <a:moveTo>
                    <a:pt x="42104" y="32708"/>
                  </a:moveTo>
                  <a:lnTo>
                    <a:pt x="46748" y="35172"/>
                  </a:lnTo>
                  <a:lnTo>
                    <a:pt x="46626" y="37321"/>
                  </a:lnTo>
                  <a:lnTo>
                    <a:pt x="41805" y="46992"/>
                  </a:lnTo>
                  <a:lnTo>
                    <a:pt x="37527" y="47835"/>
                  </a:lnTo>
                  <a:lnTo>
                    <a:pt x="28156" y="44733"/>
                  </a:lnTo>
                  <a:lnTo>
                    <a:pt x="25109" y="42111"/>
                  </a:lnTo>
                  <a:lnTo>
                    <a:pt x="15567" y="30554"/>
                  </a:lnTo>
                  <a:lnTo>
                    <a:pt x="11068" y="28191"/>
                  </a:lnTo>
                  <a:lnTo>
                    <a:pt x="5961" y="26918"/>
                  </a:lnTo>
                  <a:lnTo>
                    <a:pt x="6313" y="26226"/>
                  </a:lnTo>
                  <a:lnTo>
                    <a:pt x="8175" y="26255"/>
                  </a:lnTo>
                  <a:lnTo>
                    <a:pt x="12469" y="27310"/>
                  </a:lnTo>
                  <a:lnTo>
                    <a:pt x="14352" y="26470"/>
                  </a:lnTo>
                  <a:lnTo>
                    <a:pt x="10760" y="23433"/>
                  </a:lnTo>
                  <a:lnTo>
                    <a:pt x="11640" y="20762"/>
                  </a:lnTo>
                  <a:lnTo>
                    <a:pt x="11236" y="17562"/>
                  </a:lnTo>
                  <a:lnTo>
                    <a:pt x="3133" y="12782"/>
                  </a:lnTo>
                  <a:lnTo>
                    <a:pt x="2631" y="7303"/>
                  </a:lnTo>
                  <a:lnTo>
                    <a:pt x="0" y="8884"/>
                  </a:lnTo>
                  <a:lnTo>
                    <a:pt x="816" y="0"/>
                  </a:lnTo>
                  <a:lnTo>
                    <a:pt x="43953" y="218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h5517"/>
            <p:cNvSpPr/>
            <p:nvPr/>
          </p:nvSpPr>
          <p:spPr>
            <a:xfrm>
              <a:off x="5488364" y="1982925"/>
              <a:ext cx="7568" cy="15659"/>
            </a:xfrm>
            <a:custGeom>
              <a:avLst/>
              <a:pathLst>
                <a:path w="7568" h="15659">
                  <a:moveTo>
                    <a:pt x="486" y="6471"/>
                  </a:moveTo>
                  <a:lnTo>
                    <a:pt x="2021" y="11333"/>
                  </a:ln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h5518"/>
            <p:cNvSpPr/>
            <p:nvPr/>
          </p:nvSpPr>
          <p:spPr>
            <a:xfrm>
              <a:off x="5576774" y="1785970"/>
              <a:ext cx="58144" cy="74039"/>
            </a:xfrm>
            <a:custGeom>
              <a:avLst/>
              <a:pathLst>
                <a:path w="58144" h="74039">
                  <a:moveTo>
                    <a:pt x="6395" y="596"/>
                  </a:moveTo>
                  <a:lnTo>
                    <a:pt x="13679" y="7818"/>
                  </a:lnTo>
                  <a:lnTo>
                    <a:pt x="29312" y="13572"/>
                  </a:lnTo>
                  <a:lnTo>
                    <a:pt x="31679" y="14906"/>
                  </a:lnTo>
                  <a:lnTo>
                    <a:pt x="31873" y="15955"/>
                  </a:lnTo>
                  <a:lnTo>
                    <a:pt x="31101" y="21705"/>
                  </a:lnTo>
                  <a:lnTo>
                    <a:pt x="32169" y="24967"/>
                  </a:lnTo>
                  <a:lnTo>
                    <a:pt x="33900" y="26648"/>
                  </a:lnTo>
                  <a:lnTo>
                    <a:pt x="35757" y="26817"/>
                  </a:lnTo>
                  <a:lnTo>
                    <a:pt x="37548" y="29194"/>
                  </a:lnTo>
                  <a:lnTo>
                    <a:pt x="38077" y="34618"/>
                  </a:lnTo>
                  <a:lnTo>
                    <a:pt x="36843" y="36314"/>
                  </a:lnTo>
                  <a:lnTo>
                    <a:pt x="47017" y="38430"/>
                  </a:lnTo>
                  <a:lnTo>
                    <a:pt x="44759" y="42056"/>
                  </a:lnTo>
                  <a:lnTo>
                    <a:pt x="44724" y="44249"/>
                  </a:lnTo>
                  <a:lnTo>
                    <a:pt x="46262" y="47861"/>
                  </a:lnTo>
                  <a:lnTo>
                    <a:pt x="53409" y="47320"/>
                  </a:lnTo>
                  <a:lnTo>
                    <a:pt x="50318" y="57908"/>
                  </a:lnTo>
                  <a:lnTo>
                    <a:pt x="53628" y="60091"/>
                  </a:lnTo>
                  <a:lnTo>
                    <a:pt x="54341" y="64091"/>
                  </a:lnTo>
                  <a:lnTo>
                    <a:pt x="53472" y="64534"/>
                  </a:lnTo>
                  <a:lnTo>
                    <a:pt x="53497" y="70207"/>
                  </a:lnTo>
                  <a:lnTo>
                    <a:pt x="58144" y="69654"/>
                  </a:lnTo>
                  <a:lnTo>
                    <a:pt x="58045" y="73381"/>
                  </a:lnTo>
                  <a:lnTo>
                    <a:pt x="54320" y="74039"/>
                  </a:lnTo>
                  <a:lnTo>
                    <a:pt x="50823" y="73818"/>
                  </a:lnTo>
                  <a:lnTo>
                    <a:pt x="46423" y="72137"/>
                  </a:lnTo>
                  <a:lnTo>
                    <a:pt x="43828" y="66006"/>
                  </a:lnTo>
                  <a:lnTo>
                    <a:pt x="39194" y="67851"/>
                  </a:lnTo>
                  <a:lnTo>
                    <a:pt x="25328" y="68263"/>
                  </a:lnTo>
                  <a:lnTo>
                    <a:pt x="22990" y="72453"/>
                  </a:lnTo>
                  <a:lnTo>
                    <a:pt x="20659" y="70716"/>
                  </a:lnTo>
                  <a:lnTo>
                    <a:pt x="19449" y="70291"/>
                  </a:lnTo>
                  <a:lnTo>
                    <a:pt x="20448" y="66171"/>
                  </a:lnTo>
                  <a:lnTo>
                    <a:pt x="23531" y="65330"/>
                  </a:lnTo>
                  <a:lnTo>
                    <a:pt x="23088" y="63680"/>
                  </a:lnTo>
                  <a:lnTo>
                    <a:pt x="18842" y="57968"/>
                  </a:lnTo>
                  <a:lnTo>
                    <a:pt x="18532" y="55685"/>
                  </a:lnTo>
                  <a:lnTo>
                    <a:pt x="19587" y="51477"/>
                  </a:lnTo>
                  <a:lnTo>
                    <a:pt x="16589" y="46585"/>
                  </a:lnTo>
                  <a:lnTo>
                    <a:pt x="8943" y="43744"/>
                  </a:lnTo>
                  <a:lnTo>
                    <a:pt x="7410" y="41284"/>
                  </a:lnTo>
                  <a:lnTo>
                    <a:pt x="10713" y="40162"/>
                  </a:lnTo>
                  <a:lnTo>
                    <a:pt x="6233" y="38744"/>
                  </a:lnTo>
                  <a:lnTo>
                    <a:pt x="7775" y="33962"/>
                  </a:lnTo>
                  <a:lnTo>
                    <a:pt x="6642" y="30831"/>
                  </a:lnTo>
                  <a:lnTo>
                    <a:pt x="4136" y="31902"/>
                  </a:lnTo>
                  <a:lnTo>
                    <a:pt x="2740" y="27880"/>
                  </a:lnTo>
                  <a:lnTo>
                    <a:pt x="2901" y="12839"/>
                  </a:lnTo>
                  <a:lnTo>
                    <a:pt x="890" y="8034"/>
                  </a:lnTo>
                  <a:lnTo>
                    <a:pt x="0" y="1918"/>
                  </a:lnTo>
                  <a:lnTo>
                    <a:pt x="1704" y="1479"/>
                  </a:lnTo>
                  <a:lnTo>
                    <a:pt x="321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h5519"/>
            <p:cNvSpPr/>
            <p:nvPr/>
          </p:nvSpPr>
          <p:spPr>
            <a:xfrm>
              <a:off x="5549984" y="1571051"/>
              <a:ext cx="50516" cy="52913"/>
            </a:xfrm>
            <a:custGeom>
              <a:avLst/>
              <a:pathLst>
                <a:path w="50516" h="52913">
                  <a:moveTo>
                    <a:pt x="29595" y="3664"/>
                  </a:moveTo>
                  <a:lnTo>
                    <a:pt x="35744" y="6924"/>
                  </a:lnTo>
                  <a:lnTo>
                    <a:pt x="38250" y="7027"/>
                  </a:lnTo>
                  <a:lnTo>
                    <a:pt x="39838" y="10135"/>
                  </a:lnTo>
                  <a:lnTo>
                    <a:pt x="39537" y="16462"/>
                  </a:lnTo>
                  <a:lnTo>
                    <a:pt x="42176" y="18790"/>
                  </a:lnTo>
                  <a:lnTo>
                    <a:pt x="41723" y="23615"/>
                  </a:lnTo>
                  <a:lnTo>
                    <a:pt x="46714" y="32723"/>
                  </a:lnTo>
                  <a:lnTo>
                    <a:pt x="42003" y="33526"/>
                  </a:lnTo>
                  <a:lnTo>
                    <a:pt x="39430" y="33006"/>
                  </a:lnTo>
                  <a:lnTo>
                    <a:pt x="38371" y="35057"/>
                  </a:lnTo>
                  <a:lnTo>
                    <a:pt x="47708" y="39336"/>
                  </a:lnTo>
                  <a:lnTo>
                    <a:pt x="47632" y="42545"/>
                  </a:lnTo>
                  <a:lnTo>
                    <a:pt x="49315" y="44185"/>
                  </a:lnTo>
                  <a:lnTo>
                    <a:pt x="50516" y="52913"/>
                  </a:lnTo>
                  <a:lnTo>
                    <a:pt x="38759" y="52095"/>
                  </a:lnTo>
                  <a:lnTo>
                    <a:pt x="37338" y="46388"/>
                  </a:lnTo>
                  <a:lnTo>
                    <a:pt x="19756" y="45608"/>
                  </a:lnTo>
                  <a:lnTo>
                    <a:pt x="16170" y="43493"/>
                  </a:lnTo>
                  <a:lnTo>
                    <a:pt x="4765" y="28307"/>
                  </a:lnTo>
                  <a:lnTo>
                    <a:pt x="0" y="20363"/>
                  </a:lnTo>
                  <a:lnTo>
                    <a:pt x="5565" y="19473"/>
                  </a:lnTo>
                  <a:lnTo>
                    <a:pt x="7200" y="18415"/>
                  </a:lnTo>
                  <a:lnTo>
                    <a:pt x="8494" y="14898"/>
                  </a:lnTo>
                  <a:lnTo>
                    <a:pt x="11973" y="14587"/>
                  </a:lnTo>
                  <a:lnTo>
                    <a:pt x="11892" y="10754"/>
                  </a:lnTo>
                  <a:lnTo>
                    <a:pt x="28693" y="461"/>
                  </a:lnTo>
                  <a:lnTo>
                    <a:pt x="295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h5520"/>
            <p:cNvSpPr/>
            <p:nvPr/>
          </p:nvSpPr>
          <p:spPr>
            <a:xfrm>
              <a:off x="5541442" y="1870248"/>
              <a:ext cx="64416" cy="164121"/>
            </a:xfrm>
            <a:custGeom>
              <a:avLst/>
              <a:pathLst>
                <a:path w="64416" h="164121">
                  <a:moveTo>
                    <a:pt x="49916" y="102"/>
                  </a:moveTo>
                  <a:lnTo>
                    <a:pt x="50833" y="1289"/>
                  </a:lnTo>
                  <a:lnTo>
                    <a:pt x="54098" y="2399"/>
                  </a:lnTo>
                  <a:lnTo>
                    <a:pt x="63472" y="4800"/>
                  </a:lnTo>
                  <a:lnTo>
                    <a:pt x="62179" y="5551"/>
                  </a:lnTo>
                  <a:lnTo>
                    <a:pt x="59340" y="9305"/>
                  </a:lnTo>
                  <a:lnTo>
                    <a:pt x="59980" y="11482"/>
                  </a:lnTo>
                  <a:lnTo>
                    <a:pt x="58455" y="16961"/>
                  </a:lnTo>
                  <a:lnTo>
                    <a:pt x="56151" y="19341"/>
                  </a:lnTo>
                  <a:lnTo>
                    <a:pt x="54526" y="19417"/>
                  </a:lnTo>
                  <a:lnTo>
                    <a:pt x="52331" y="23871"/>
                  </a:lnTo>
                  <a:lnTo>
                    <a:pt x="52131" y="26219"/>
                  </a:lnTo>
                  <a:lnTo>
                    <a:pt x="56411" y="26533"/>
                  </a:lnTo>
                  <a:lnTo>
                    <a:pt x="57515" y="28415"/>
                  </a:lnTo>
                  <a:lnTo>
                    <a:pt x="56078" y="32936"/>
                  </a:lnTo>
                  <a:lnTo>
                    <a:pt x="49970" y="32628"/>
                  </a:lnTo>
                  <a:lnTo>
                    <a:pt x="49107" y="38552"/>
                  </a:lnTo>
                  <a:lnTo>
                    <a:pt x="50571" y="39797"/>
                  </a:lnTo>
                  <a:lnTo>
                    <a:pt x="51453" y="45438"/>
                  </a:lnTo>
                  <a:lnTo>
                    <a:pt x="53122" y="48647"/>
                  </a:lnTo>
                  <a:lnTo>
                    <a:pt x="55643" y="49355"/>
                  </a:lnTo>
                  <a:lnTo>
                    <a:pt x="58998" y="47937"/>
                  </a:lnTo>
                  <a:lnTo>
                    <a:pt x="61201" y="48516"/>
                  </a:lnTo>
                  <a:lnTo>
                    <a:pt x="62357" y="52238"/>
                  </a:lnTo>
                  <a:lnTo>
                    <a:pt x="61254" y="54795"/>
                  </a:lnTo>
                  <a:lnTo>
                    <a:pt x="63034" y="59373"/>
                  </a:lnTo>
                  <a:lnTo>
                    <a:pt x="64416" y="59254"/>
                  </a:lnTo>
                  <a:lnTo>
                    <a:pt x="62019" y="63696"/>
                  </a:lnTo>
                  <a:lnTo>
                    <a:pt x="62303" y="64810"/>
                  </a:lnTo>
                  <a:lnTo>
                    <a:pt x="61100" y="67052"/>
                  </a:lnTo>
                  <a:lnTo>
                    <a:pt x="56518" y="66338"/>
                  </a:lnTo>
                  <a:lnTo>
                    <a:pt x="50358" y="67724"/>
                  </a:lnTo>
                  <a:lnTo>
                    <a:pt x="50807" y="74899"/>
                  </a:lnTo>
                  <a:lnTo>
                    <a:pt x="48319" y="71773"/>
                  </a:lnTo>
                  <a:lnTo>
                    <a:pt x="45591" y="69684"/>
                  </a:lnTo>
                  <a:lnTo>
                    <a:pt x="41753" y="77208"/>
                  </a:lnTo>
                  <a:lnTo>
                    <a:pt x="39163" y="78830"/>
                  </a:lnTo>
                  <a:lnTo>
                    <a:pt x="37190" y="81453"/>
                  </a:lnTo>
                  <a:lnTo>
                    <a:pt x="38697" y="86493"/>
                  </a:lnTo>
                  <a:lnTo>
                    <a:pt x="40381" y="86156"/>
                  </a:lnTo>
                  <a:lnTo>
                    <a:pt x="41024" y="93438"/>
                  </a:lnTo>
                  <a:lnTo>
                    <a:pt x="32846" y="100060"/>
                  </a:lnTo>
                  <a:lnTo>
                    <a:pt x="32224" y="105330"/>
                  </a:lnTo>
                  <a:lnTo>
                    <a:pt x="37862" y="105208"/>
                  </a:lnTo>
                  <a:lnTo>
                    <a:pt x="41436" y="107482"/>
                  </a:lnTo>
                  <a:lnTo>
                    <a:pt x="37505" y="108962"/>
                  </a:lnTo>
                  <a:lnTo>
                    <a:pt x="37622" y="114137"/>
                  </a:lnTo>
                  <a:lnTo>
                    <a:pt x="41055" y="114791"/>
                  </a:lnTo>
                  <a:lnTo>
                    <a:pt x="40978" y="115638"/>
                  </a:lnTo>
                  <a:lnTo>
                    <a:pt x="37968" y="118174"/>
                  </a:lnTo>
                  <a:lnTo>
                    <a:pt x="39659" y="120039"/>
                  </a:lnTo>
                  <a:lnTo>
                    <a:pt x="41754" y="122790"/>
                  </a:lnTo>
                  <a:lnTo>
                    <a:pt x="40586" y="123112"/>
                  </a:lnTo>
                  <a:lnTo>
                    <a:pt x="36044" y="122204"/>
                  </a:lnTo>
                  <a:lnTo>
                    <a:pt x="35266" y="123991"/>
                  </a:lnTo>
                  <a:lnTo>
                    <a:pt x="30649" y="124939"/>
                  </a:lnTo>
                  <a:lnTo>
                    <a:pt x="30392" y="129452"/>
                  </a:lnTo>
                  <a:lnTo>
                    <a:pt x="33261" y="132599"/>
                  </a:lnTo>
                  <a:lnTo>
                    <a:pt x="32847" y="134473"/>
                  </a:lnTo>
                  <a:lnTo>
                    <a:pt x="31259" y="136591"/>
                  </a:lnTo>
                  <a:lnTo>
                    <a:pt x="29274" y="136501"/>
                  </a:lnTo>
                  <a:lnTo>
                    <a:pt x="29658" y="140059"/>
                  </a:lnTo>
                  <a:lnTo>
                    <a:pt x="22731" y="149372"/>
                  </a:lnTo>
                  <a:lnTo>
                    <a:pt x="19273" y="149195"/>
                  </a:lnTo>
                  <a:lnTo>
                    <a:pt x="16203" y="150222"/>
                  </a:lnTo>
                  <a:lnTo>
                    <a:pt x="9930" y="157160"/>
                  </a:lnTo>
                  <a:lnTo>
                    <a:pt x="13629" y="159972"/>
                  </a:lnTo>
                  <a:lnTo>
                    <a:pt x="15681" y="163567"/>
                  </a:lnTo>
                  <a:lnTo>
                    <a:pt x="15356" y="164121"/>
                  </a:lnTo>
                  <a:lnTo>
                    <a:pt x="14180" y="161295"/>
                  </a:lnTo>
                  <a:lnTo>
                    <a:pt x="12396" y="159289"/>
                  </a:lnTo>
                  <a:lnTo>
                    <a:pt x="6971" y="156408"/>
                  </a:lnTo>
                  <a:lnTo>
                    <a:pt x="4776" y="155606"/>
                  </a:lnTo>
                  <a:lnTo>
                    <a:pt x="3524" y="155959"/>
                  </a:lnTo>
                  <a:lnTo>
                    <a:pt x="218" y="153191"/>
                  </a:lnTo>
                  <a:lnTo>
                    <a:pt x="0" y="142764"/>
                  </a:lnTo>
                  <a:lnTo>
                    <a:pt x="1835" y="110054"/>
                  </a:lnTo>
                  <a:lnTo>
                    <a:pt x="1022" y="109857"/>
                  </a:lnTo>
                  <a:lnTo>
                    <a:pt x="1205" y="105696"/>
                  </a:lnTo>
                  <a:lnTo>
                    <a:pt x="2215" y="103566"/>
                  </a:lnTo>
                  <a:lnTo>
                    <a:pt x="10957" y="104012"/>
                  </a:lnTo>
                  <a:lnTo>
                    <a:pt x="11174" y="91084"/>
                  </a:lnTo>
                  <a:lnTo>
                    <a:pt x="12092" y="84160"/>
                  </a:lnTo>
                  <a:lnTo>
                    <a:pt x="10239" y="80632"/>
                  </a:lnTo>
                  <a:lnTo>
                    <a:pt x="8695" y="79672"/>
                  </a:lnTo>
                  <a:lnTo>
                    <a:pt x="522" y="80499"/>
                  </a:lnTo>
                  <a:lnTo>
                    <a:pt x="4555" y="63886"/>
                  </a:lnTo>
                  <a:lnTo>
                    <a:pt x="6911" y="58837"/>
                  </a:lnTo>
                  <a:lnTo>
                    <a:pt x="9609" y="56629"/>
                  </a:lnTo>
                  <a:lnTo>
                    <a:pt x="9943" y="55626"/>
                  </a:lnTo>
                  <a:lnTo>
                    <a:pt x="9402" y="53348"/>
                  </a:lnTo>
                  <a:lnTo>
                    <a:pt x="2723" y="43109"/>
                  </a:lnTo>
                  <a:lnTo>
                    <a:pt x="2588" y="40683"/>
                  </a:lnTo>
                  <a:lnTo>
                    <a:pt x="7765" y="33860"/>
                  </a:lnTo>
                  <a:lnTo>
                    <a:pt x="2523" y="30481"/>
                  </a:lnTo>
                  <a:lnTo>
                    <a:pt x="3807" y="23115"/>
                  </a:lnTo>
                  <a:lnTo>
                    <a:pt x="2269" y="16022"/>
                  </a:lnTo>
                  <a:lnTo>
                    <a:pt x="7336" y="14793"/>
                  </a:lnTo>
                  <a:lnTo>
                    <a:pt x="7145" y="9436"/>
                  </a:lnTo>
                  <a:lnTo>
                    <a:pt x="12759" y="9851"/>
                  </a:lnTo>
                  <a:lnTo>
                    <a:pt x="18973" y="13207"/>
                  </a:lnTo>
                  <a:lnTo>
                    <a:pt x="22578" y="16649"/>
                  </a:lnTo>
                  <a:lnTo>
                    <a:pt x="22936" y="21169"/>
                  </a:lnTo>
                  <a:lnTo>
                    <a:pt x="27430" y="23574"/>
                  </a:lnTo>
                  <a:lnTo>
                    <a:pt x="28199" y="22728"/>
                  </a:lnTo>
                  <a:lnTo>
                    <a:pt x="27368" y="22002"/>
                  </a:lnTo>
                  <a:lnTo>
                    <a:pt x="26452" y="22297"/>
                  </a:lnTo>
                  <a:lnTo>
                    <a:pt x="26800" y="15966"/>
                  </a:lnTo>
                  <a:lnTo>
                    <a:pt x="34334" y="13919"/>
                  </a:lnTo>
                  <a:lnTo>
                    <a:pt x="40304" y="13334"/>
                  </a:lnTo>
                  <a:lnTo>
                    <a:pt x="41153" y="17713"/>
                  </a:lnTo>
                  <a:lnTo>
                    <a:pt x="49453" y="16299"/>
                  </a:lnTo>
                  <a:lnTo>
                    <a:pt x="49040" y="14937"/>
                  </a:lnTo>
                  <a:lnTo>
                    <a:pt x="44398" y="13282"/>
                  </a:lnTo>
                  <a:lnTo>
                    <a:pt x="43503" y="10254"/>
                  </a:lnTo>
                  <a:lnTo>
                    <a:pt x="4248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h5521"/>
            <p:cNvSpPr/>
            <p:nvPr/>
          </p:nvSpPr>
          <p:spPr>
            <a:xfrm>
              <a:off x="5283823" y="1556587"/>
              <a:ext cx="142633" cy="189897"/>
            </a:xfrm>
            <a:custGeom>
              <a:avLst/>
              <a:pathLst>
                <a:path w="142633" h="189897">
                  <a:moveTo>
                    <a:pt x="78755" y="1598"/>
                  </a:moveTo>
                  <a:lnTo>
                    <a:pt x="79479" y="7617"/>
                  </a:lnTo>
                  <a:lnTo>
                    <a:pt x="88873" y="11026"/>
                  </a:lnTo>
                  <a:lnTo>
                    <a:pt x="87470" y="13539"/>
                  </a:lnTo>
                  <a:lnTo>
                    <a:pt x="84152" y="15816"/>
                  </a:lnTo>
                  <a:lnTo>
                    <a:pt x="84823" y="18355"/>
                  </a:lnTo>
                  <a:lnTo>
                    <a:pt x="86310" y="19906"/>
                  </a:lnTo>
                  <a:lnTo>
                    <a:pt x="90136" y="19609"/>
                  </a:lnTo>
                  <a:lnTo>
                    <a:pt x="92591" y="22551"/>
                  </a:lnTo>
                  <a:lnTo>
                    <a:pt x="91004" y="25514"/>
                  </a:lnTo>
                  <a:lnTo>
                    <a:pt x="90654" y="27910"/>
                  </a:lnTo>
                  <a:lnTo>
                    <a:pt x="92996" y="27698"/>
                  </a:lnTo>
                  <a:lnTo>
                    <a:pt x="92672" y="31674"/>
                  </a:lnTo>
                  <a:lnTo>
                    <a:pt x="89226" y="33362"/>
                  </a:lnTo>
                  <a:lnTo>
                    <a:pt x="88970" y="34452"/>
                  </a:lnTo>
                  <a:lnTo>
                    <a:pt x="96764" y="42068"/>
                  </a:lnTo>
                  <a:lnTo>
                    <a:pt x="104192" y="45379"/>
                  </a:lnTo>
                  <a:lnTo>
                    <a:pt x="104028" y="45957"/>
                  </a:lnTo>
                  <a:lnTo>
                    <a:pt x="104086" y="47293"/>
                  </a:lnTo>
                  <a:lnTo>
                    <a:pt x="99429" y="45971"/>
                  </a:lnTo>
                  <a:lnTo>
                    <a:pt x="97201" y="55235"/>
                  </a:lnTo>
                  <a:lnTo>
                    <a:pt x="96334" y="62827"/>
                  </a:lnTo>
                  <a:lnTo>
                    <a:pt x="92163" y="70643"/>
                  </a:lnTo>
                  <a:lnTo>
                    <a:pt x="91715" y="74584"/>
                  </a:lnTo>
                  <a:lnTo>
                    <a:pt x="97678" y="80684"/>
                  </a:lnTo>
                  <a:lnTo>
                    <a:pt x="97411" y="83340"/>
                  </a:lnTo>
                  <a:lnTo>
                    <a:pt x="95780" y="84284"/>
                  </a:lnTo>
                  <a:lnTo>
                    <a:pt x="95000" y="90546"/>
                  </a:lnTo>
                  <a:lnTo>
                    <a:pt x="97607" y="90735"/>
                  </a:lnTo>
                  <a:lnTo>
                    <a:pt x="100206" y="94204"/>
                  </a:lnTo>
                  <a:lnTo>
                    <a:pt x="98923" y="103168"/>
                  </a:lnTo>
                  <a:lnTo>
                    <a:pt x="101175" y="107409"/>
                  </a:lnTo>
                  <a:lnTo>
                    <a:pt x="105822" y="107351"/>
                  </a:lnTo>
                  <a:lnTo>
                    <a:pt x="110136" y="108851"/>
                  </a:lnTo>
                  <a:lnTo>
                    <a:pt x="113282" y="113164"/>
                  </a:lnTo>
                  <a:lnTo>
                    <a:pt x="116468" y="115481"/>
                  </a:lnTo>
                  <a:lnTo>
                    <a:pt x="117774" y="114093"/>
                  </a:lnTo>
                  <a:lnTo>
                    <a:pt x="115623" y="111062"/>
                  </a:lnTo>
                  <a:lnTo>
                    <a:pt x="124256" y="113324"/>
                  </a:lnTo>
                  <a:lnTo>
                    <a:pt x="133964" y="113979"/>
                  </a:lnTo>
                  <a:lnTo>
                    <a:pt x="131050" y="109259"/>
                  </a:lnTo>
                  <a:lnTo>
                    <a:pt x="130604" y="105752"/>
                  </a:lnTo>
                  <a:lnTo>
                    <a:pt x="136852" y="106192"/>
                  </a:lnTo>
                  <a:lnTo>
                    <a:pt x="141509" y="108797"/>
                  </a:lnTo>
                  <a:lnTo>
                    <a:pt x="142633" y="109430"/>
                  </a:lnTo>
                  <a:lnTo>
                    <a:pt x="142252" y="116287"/>
                  </a:lnTo>
                  <a:lnTo>
                    <a:pt x="139086" y="117699"/>
                  </a:lnTo>
                  <a:lnTo>
                    <a:pt x="139477" y="122987"/>
                  </a:lnTo>
                  <a:lnTo>
                    <a:pt x="134689" y="135183"/>
                  </a:lnTo>
                  <a:lnTo>
                    <a:pt x="136535" y="138330"/>
                  </a:lnTo>
                  <a:lnTo>
                    <a:pt x="139356" y="140217"/>
                  </a:lnTo>
                  <a:lnTo>
                    <a:pt x="138904" y="143475"/>
                  </a:lnTo>
                  <a:lnTo>
                    <a:pt x="137075" y="148035"/>
                  </a:lnTo>
                  <a:lnTo>
                    <a:pt x="137854" y="150694"/>
                  </a:lnTo>
                  <a:lnTo>
                    <a:pt x="126958" y="146565"/>
                  </a:lnTo>
                  <a:lnTo>
                    <a:pt x="123569" y="152500"/>
                  </a:lnTo>
                  <a:lnTo>
                    <a:pt x="117497" y="154940"/>
                  </a:lnTo>
                  <a:lnTo>
                    <a:pt x="110113" y="153842"/>
                  </a:lnTo>
                  <a:lnTo>
                    <a:pt x="109516" y="154606"/>
                  </a:lnTo>
                  <a:lnTo>
                    <a:pt x="109838" y="155300"/>
                  </a:lnTo>
                  <a:lnTo>
                    <a:pt x="111165" y="155505"/>
                  </a:lnTo>
                  <a:lnTo>
                    <a:pt x="113594" y="158553"/>
                  </a:lnTo>
                  <a:lnTo>
                    <a:pt x="110766" y="161290"/>
                  </a:lnTo>
                  <a:lnTo>
                    <a:pt x="108582" y="161435"/>
                  </a:lnTo>
                  <a:lnTo>
                    <a:pt x="107162" y="159735"/>
                  </a:lnTo>
                  <a:lnTo>
                    <a:pt x="100785" y="164323"/>
                  </a:lnTo>
                  <a:lnTo>
                    <a:pt x="100063" y="163403"/>
                  </a:lnTo>
                  <a:lnTo>
                    <a:pt x="106004" y="158506"/>
                  </a:lnTo>
                  <a:lnTo>
                    <a:pt x="101456" y="152500"/>
                  </a:lnTo>
                  <a:lnTo>
                    <a:pt x="98982" y="151884"/>
                  </a:lnTo>
                  <a:lnTo>
                    <a:pt x="93771" y="146509"/>
                  </a:lnTo>
                  <a:lnTo>
                    <a:pt x="90407" y="149095"/>
                  </a:lnTo>
                  <a:lnTo>
                    <a:pt x="88525" y="146826"/>
                  </a:lnTo>
                  <a:lnTo>
                    <a:pt x="79951" y="153957"/>
                  </a:lnTo>
                  <a:lnTo>
                    <a:pt x="83472" y="158065"/>
                  </a:lnTo>
                  <a:lnTo>
                    <a:pt x="82887" y="160354"/>
                  </a:lnTo>
                  <a:lnTo>
                    <a:pt x="73068" y="172184"/>
                  </a:lnTo>
                  <a:lnTo>
                    <a:pt x="69025" y="189897"/>
                  </a:lnTo>
                  <a:lnTo>
                    <a:pt x="53261" y="188256"/>
                  </a:lnTo>
                  <a:lnTo>
                    <a:pt x="51941" y="186901"/>
                  </a:lnTo>
                  <a:lnTo>
                    <a:pt x="47659" y="188591"/>
                  </a:lnTo>
                  <a:lnTo>
                    <a:pt x="44545" y="186648"/>
                  </a:lnTo>
                  <a:lnTo>
                    <a:pt x="40543" y="186721"/>
                  </a:lnTo>
                  <a:lnTo>
                    <a:pt x="37252" y="187667"/>
                  </a:lnTo>
                  <a:lnTo>
                    <a:pt x="31766" y="185535"/>
                  </a:lnTo>
                  <a:lnTo>
                    <a:pt x="30219" y="183918"/>
                  </a:lnTo>
                  <a:lnTo>
                    <a:pt x="29326" y="180148"/>
                  </a:lnTo>
                  <a:lnTo>
                    <a:pt x="34010" y="171774"/>
                  </a:lnTo>
                  <a:lnTo>
                    <a:pt x="34532" y="167255"/>
                  </a:lnTo>
                  <a:lnTo>
                    <a:pt x="33588" y="165496"/>
                  </a:lnTo>
                  <a:lnTo>
                    <a:pt x="31298" y="164610"/>
                  </a:lnTo>
                  <a:lnTo>
                    <a:pt x="29798" y="163019"/>
                  </a:lnTo>
                  <a:lnTo>
                    <a:pt x="30034" y="159786"/>
                  </a:lnTo>
                  <a:lnTo>
                    <a:pt x="29376" y="158125"/>
                  </a:lnTo>
                  <a:lnTo>
                    <a:pt x="22446" y="149102"/>
                  </a:lnTo>
                  <a:lnTo>
                    <a:pt x="19276" y="141791"/>
                  </a:lnTo>
                  <a:lnTo>
                    <a:pt x="15674" y="138907"/>
                  </a:lnTo>
                  <a:lnTo>
                    <a:pt x="13550" y="130607"/>
                  </a:lnTo>
                  <a:lnTo>
                    <a:pt x="9335" y="123678"/>
                  </a:lnTo>
                  <a:lnTo>
                    <a:pt x="9674" y="120349"/>
                  </a:lnTo>
                  <a:lnTo>
                    <a:pt x="8422" y="116809"/>
                  </a:lnTo>
                  <a:lnTo>
                    <a:pt x="6613" y="115090"/>
                  </a:lnTo>
                  <a:lnTo>
                    <a:pt x="4191" y="114159"/>
                  </a:lnTo>
                  <a:lnTo>
                    <a:pt x="1749" y="114900"/>
                  </a:lnTo>
                  <a:lnTo>
                    <a:pt x="252" y="113574"/>
                  </a:lnTo>
                  <a:lnTo>
                    <a:pt x="2360" y="103218"/>
                  </a:lnTo>
                  <a:lnTo>
                    <a:pt x="1495" y="98888"/>
                  </a:lnTo>
                  <a:lnTo>
                    <a:pt x="0" y="95875"/>
                  </a:lnTo>
                  <a:lnTo>
                    <a:pt x="13726" y="94793"/>
                  </a:lnTo>
                  <a:lnTo>
                    <a:pt x="14736" y="87987"/>
                  </a:lnTo>
                  <a:lnTo>
                    <a:pt x="13797" y="87638"/>
                  </a:lnTo>
                  <a:lnTo>
                    <a:pt x="16855" y="78275"/>
                  </a:lnTo>
                  <a:lnTo>
                    <a:pt x="21631" y="79892"/>
                  </a:lnTo>
                  <a:lnTo>
                    <a:pt x="27874" y="83549"/>
                  </a:lnTo>
                  <a:lnTo>
                    <a:pt x="35696" y="84558"/>
                  </a:lnTo>
                  <a:lnTo>
                    <a:pt x="42563" y="86586"/>
                  </a:lnTo>
                  <a:lnTo>
                    <a:pt x="50810" y="86720"/>
                  </a:lnTo>
                  <a:lnTo>
                    <a:pt x="51102" y="81284"/>
                  </a:lnTo>
                  <a:lnTo>
                    <a:pt x="61074" y="82070"/>
                  </a:lnTo>
                  <a:lnTo>
                    <a:pt x="63184" y="79023"/>
                  </a:lnTo>
                  <a:lnTo>
                    <a:pt x="59993" y="72810"/>
                  </a:lnTo>
                  <a:lnTo>
                    <a:pt x="54850" y="73115"/>
                  </a:lnTo>
                  <a:lnTo>
                    <a:pt x="53547" y="66537"/>
                  </a:lnTo>
                  <a:lnTo>
                    <a:pt x="55387" y="63326"/>
                  </a:lnTo>
                  <a:lnTo>
                    <a:pt x="59065" y="62486"/>
                  </a:lnTo>
                  <a:lnTo>
                    <a:pt x="61392" y="58410"/>
                  </a:lnTo>
                  <a:lnTo>
                    <a:pt x="63095" y="52033"/>
                  </a:lnTo>
                  <a:lnTo>
                    <a:pt x="65248" y="52186"/>
                  </a:lnTo>
                  <a:lnTo>
                    <a:pt x="65170" y="53284"/>
                  </a:lnTo>
                  <a:lnTo>
                    <a:pt x="66825" y="53402"/>
                  </a:lnTo>
                  <a:lnTo>
                    <a:pt x="67395" y="45770"/>
                  </a:lnTo>
                  <a:lnTo>
                    <a:pt x="68373" y="45923"/>
                  </a:lnTo>
                  <a:lnTo>
                    <a:pt x="68949" y="42317"/>
                  </a:lnTo>
                  <a:lnTo>
                    <a:pt x="68347" y="33789"/>
                  </a:lnTo>
                  <a:lnTo>
                    <a:pt x="70159" y="33474"/>
                  </a:lnTo>
                  <a:lnTo>
                    <a:pt x="72553" y="31574"/>
                  </a:lnTo>
                  <a:lnTo>
                    <a:pt x="73195" y="24202"/>
                  </a:lnTo>
                  <a:lnTo>
                    <a:pt x="74645" y="20137"/>
                  </a:lnTo>
                  <a:lnTo>
                    <a:pt x="74403" y="18080"/>
                  </a:lnTo>
                  <a:lnTo>
                    <a:pt x="70776" y="18353"/>
                  </a:lnTo>
                  <a:lnTo>
                    <a:pt x="68539" y="17306"/>
                  </a:lnTo>
                  <a:lnTo>
                    <a:pt x="68545" y="15098"/>
                  </a:lnTo>
                  <a:lnTo>
                    <a:pt x="70434" y="15234"/>
                  </a:lnTo>
                  <a:lnTo>
                    <a:pt x="71829" y="2951"/>
                  </a:lnTo>
                  <a:lnTo>
                    <a:pt x="7454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h5522"/>
            <p:cNvSpPr/>
            <p:nvPr/>
          </p:nvSpPr>
          <p:spPr>
            <a:xfrm>
              <a:off x="5519821" y="1526446"/>
              <a:ext cx="71835" cy="64968"/>
            </a:xfrm>
            <a:custGeom>
              <a:avLst/>
              <a:pathLst>
                <a:path w="71835" h="64968">
                  <a:moveTo>
                    <a:pt x="32727" y="4513"/>
                  </a:moveTo>
                  <a:lnTo>
                    <a:pt x="38395" y="6825"/>
                  </a:lnTo>
                  <a:lnTo>
                    <a:pt x="44021" y="7945"/>
                  </a:lnTo>
                  <a:lnTo>
                    <a:pt x="48614" y="7352"/>
                  </a:lnTo>
                  <a:lnTo>
                    <a:pt x="48234" y="14425"/>
                  </a:lnTo>
                  <a:lnTo>
                    <a:pt x="61813" y="13554"/>
                  </a:lnTo>
                  <a:lnTo>
                    <a:pt x="64080" y="14806"/>
                  </a:lnTo>
                  <a:lnTo>
                    <a:pt x="63752" y="20766"/>
                  </a:lnTo>
                  <a:lnTo>
                    <a:pt x="67495" y="19799"/>
                  </a:lnTo>
                  <a:lnTo>
                    <a:pt x="68491" y="20562"/>
                  </a:lnTo>
                  <a:lnTo>
                    <a:pt x="71835" y="28233"/>
                  </a:lnTo>
                  <a:lnTo>
                    <a:pt x="65338" y="32527"/>
                  </a:lnTo>
                  <a:lnTo>
                    <a:pt x="65090" y="35727"/>
                  </a:lnTo>
                  <a:lnTo>
                    <a:pt x="58810" y="37410"/>
                  </a:lnTo>
                  <a:lnTo>
                    <a:pt x="55969" y="37087"/>
                  </a:lnTo>
                  <a:lnTo>
                    <a:pt x="56016" y="43920"/>
                  </a:lnTo>
                  <a:lnTo>
                    <a:pt x="58856" y="45065"/>
                  </a:lnTo>
                  <a:lnTo>
                    <a:pt x="42055" y="55359"/>
                  </a:lnTo>
                  <a:lnTo>
                    <a:pt x="42136" y="59191"/>
                  </a:lnTo>
                  <a:lnTo>
                    <a:pt x="38658" y="59502"/>
                  </a:lnTo>
                  <a:lnTo>
                    <a:pt x="37364" y="63019"/>
                  </a:lnTo>
                  <a:lnTo>
                    <a:pt x="35728" y="64077"/>
                  </a:lnTo>
                  <a:lnTo>
                    <a:pt x="30163" y="64968"/>
                  </a:lnTo>
                  <a:lnTo>
                    <a:pt x="29208" y="63544"/>
                  </a:lnTo>
                  <a:lnTo>
                    <a:pt x="35184" y="61361"/>
                  </a:lnTo>
                  <a:lnTo>
                    <a:pt x="35007" y="59257"/>
                  </a:lnTo>
                  <a:lnTo>
                    <a:pt x="9837" y="57193"/>
                  </a:lnTo>
                  <a:lnTo>
                    <a:pt x="7068" y="52007"/>
                  </a:lnTo>
                  <a:lnTo>
                    <a:pt x="3465" y="53288"/>
                  </a:lnTo>
                  <a:lnTo>
                    <a:pt x="2462" y="55477"/>
                  </a:lnTo>
                  <a:lnTo>
                    <a:pt x="927" y="55830"/>
                  </a:lnTo>
                  <a:lnTo>
                    <a:pt x="0" y="55014"/>
                  </a:lnTo>
                  <a:lnTo>
                    <a:pt x="581" y="49450"/>
                  </a:lnTo>
                  <a:lnTo>
                    <a:pt x="4224" y="39177"/>
                  </a:lnTo>
                  <a:lnTo>
                    <a:pt x="3087" y="38676"/>
                  </a:lnTo>
                  <a:lnTo>
                    <a:pt x="1345" y="32421"/>
                  </a:lnTo>
                  <a:lnTo>
                    <a:pt x="4649" y="30754"/>
                  </a:lnTo>
                  <a:lnTo>
                    <a:pt x="5673" y="32034"/>
                  </a:lnTo>
                  <a:lnTo>
                    <a:pt x="4374" y="25079"/>
                  </a:lnTo>
                  <a:lnTo>
                    <a:pt x="6568" y="21807"/>
                  </a:lnTo>
                  <a:lnTo>
                    <a:pt x="7510" y="21058"/>
                  </a:lnTo>
                  <a:lnTo>
                    <a:pt x="15971" y="19755"/>
                  </a:lnTo>
                  <a:lnTo>
                    <a:pt x="14552" y="16333"/>
                  </a:lnTo>
                  <a:lnTo>
                    <a:pt x="17088" y="7307"/>
                  </a:lnTo>
                  <a:lnTo>
                    <a:pt x="20527" y="5803"/>
                  </a:lnTo>
                  <a:lnTo>
                    <a:pt x="23789" y="1510"/>
                  </a:lnTo>
                  <a:lnTo>
                    <a:pt x="23653" y="0"/>
                  </a:lnTo>
                  <a:lnTo>
                    <a:pt x="28645" y="383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h5523"/>
            <p:cNvSpPr/>
            <p:nvPr/>
          </p:nvSpPr>
          <p:spPr>
            <a:xfrm>
              <a:off x="5418513" y="1666018"/>
              <a:ext cx="83106" cy="72259"/>
            </a:xfrm>
            <a:custGeom>
              <a:avLst/>
              <a:pathLst>
                <a:path w="83106" h="72259">
                  <a:moveTo>
                    <a:pt x="13390" y="3032"/>
                  </a:moveTo>
                  <a:lnTo>
                    <a:pt x="9915" y="15085"/>
                  </a:lnTo>
                  <a:lnTo>
                    <a:pt x="14565" y="19490"/>
                  </a:lnTo>
                  <a:lnTo>
                    <a:pt x="21045" y="14844"/>
                  </a:lnTo>
                  <a:lnTo>
                    <a:pt x="25154" y="15577"/>
                  </a:lnTo>
                  <a:lnTo>
                    <a:pt x="28076" y="16424"/>
                  </a:lnTo>
                  <a:lnTo>
                    <a:pt x="33591" y="27131"/>
                  </a:lnTo>
                  <a:lnTo>
                    <a:pt x="37155" y="26943"/>
                  </a:lnTo>
                  <a:lnTo>
                    <a:pt x="37849" y="23236"/>
                  </a:lnTo>
                  <a:lnTo>
                    <a:pt x="51003" y="21232"/>
                  </a:lnTo>
                  <a:lnTo>
                    <a:pt x="58571" y="20927"/>
                  </a:lnTo>
                  <a:lnTo>
                    <a:pt x="61733" y="20100"/>
                  </a:lnTo>
                  <a:lnTo>
                    <a:pt x="61698" y="19186"/>
                  </a:lnTo>
                  <a:lnTo>
                    <a:pt x="67148" y="17395"/>
                  </a:lnTo>
                  <a:lnTo>
                    <a:pt x="68884" y="17949"/>
                  </a:lnTo>
                  <a:lnTo>
                    <a:pt x="71350" y="21994"/>
                  </a:lnTo>
                  <a:lnTo>
                    <a:pt x="83106" y="23815"/>
                  </a:lnTo>
                  <a:lnTo>
                    <a:pt x="78609" y="25794"/>
                  </a:lnTo>
                  <a:lnTo>
                    <a:pt x="77216" y="27210"/>
                  </a:lnTo>
                  <a:lnTo>
                    <a:pt x="76033" y="30244"/>
                  </a:lnTo>
                  <a:lnTo>
                    <a:pt x="75765" y="33627"/>
                  </a:lnTo>
                  <a:lnTo>
                    <a:pt x="79117" y="35591"/>
                  </a:lnTo>
                  <a:lnTo>
                    <a:pt x="78705" y="38608"/>
                  </a:lnTo>
                  <a:lnTo>
                    <a:pt x="75320" y="46436"/>
                  </a:lnTo>
                  <a:lnTo>
                    <a:pt x="73203" y="48157"/>
                  </a:lnTo>
                  <a:lnTo>
                    <a:pt x="67898" y="50862"/>
                  </a:lnTo>
                  <a:lnTo>
                    <a:pt x="66977" y="49514"/>
                  </a:lnTo>
                  <a:lnTo>
                    <a:pt x="67641" y="50230"/>
                  </a:lnTo>
                  <a:lnTo>
                    <a:pt x="70190" y="48368"/>
                  </a:lnTo>
                  <a:lnTo>
                    <a:pt x="68633" y="46577"/>
                  </a:lnTo>
                  <a:lnTo>
                    <a:pt x="62094" y="47165"/>
                  </a:lnTo>
                  <a:lnTo>
                    <a:pt x="64492" y="53553"/>
                  </a:lnTo>
                  <a:lnTo>
                    <a:pt x="58735" y="58746"/>
                  </a:lnTo>
                  <a:lnTo>
                    <a:pt x="64508" y="61041"/>
                  </a:lnTo>
                  <a:lnTo>
                    <a:pt x="63384" y="64793"/>
                  </a:lnTo>
                  <a:lnTo>
                    <a:pt x="58955" y="63106"/>
                  </a:lnTo>
                  <a:lnTo>
                    <a:pt x="51684" y="63378"/>
                  </a:lnTo>
                  <a:lnTo>
                    <a:pt x="52239" y="67317"/>
                  </a:lnTo>
                  <a:lnTo>
                    <a:pt x="44298" y="69024"/>
                  </a:lnTo>
                  <a:lnTo>
                    <a:pt x="44725" y="72259"/>
                  </a:lnTo>
                  <a:lnTo>
                    <a:pt x="39214" y="70638"/>
                  </a:lnTo>
                  <a:lnTo>
                    <a:pt x="40052" y="67847"/>
                  </a:lnTo>
                  <a:lnTo>
                    <a:pt x="31503" y="65910"/>
                  </a:lnTo>
                  <a:lnTo>
                    <a:pt x="31113" y="67492"/>
                  </a:lnTo>
                  <a:lnTo>
                    <a:pt x="26523" y="66411"/>
                  </a:lnTo>
                  <a:lnTo>
                    <a:pt x="28178" y="60811"/>
                  </a:lnTo>
                  <a:lnTo>
                    <a:pt x="23585" y="58127"/>
                  </a:lnTo>
                  <a:lnTo>
                    <a:pt x="14012" y="57046"/>
                  </a:lnTo>
                  <a:lnTo>
                    <a:pt x="11923" y="49635"/>
                  </a:lnTo>
                  <a:lnTo>
                    <a:pt x="9691" y="55344"/>
                  </a:lnTo>
                  <a:lnTo>
                    <a:pt x="5557" y="53547"/>
                  </a:lnTo>
                  <a:lnTo>
                    <a:pt x="5591" y="45518"/>
                  </a:lnTo>
                  <a:lnTo>
                    <a:pt x="8372" y="44138"/>
                  </a:lnTo>
                  <a:lnTo>
                    <a:pt x="3164" y="41264"/>
                  </a:lnTo>
                  <a:lnTo>
                    <a:pt x="2385" y="38605"/>
                  </a:lnTo>
                  <a:lnTo>
                    <a:pt x="4214" y="34045"/>
                  </a:lnTo>
                  <a:lnTo>
                    <a:pt x="4666" y="30787"/>
                  </a:lnTo>
                  <a:lnTo>
                    <a:pt x="1846" y="28900"/>
                  </a:lnTo>
                  <a:lnTo>
                    <a:pt x="0" y="25753"/>
                  </a:lnTo>
                  <a:lnTo>
                    <a:pt x="4787" y="13556"/>
                  </a:lnTo>
                  <a:lnTo>
                    <a:pt x="4396" y="8269"/>
                  </a:lnTo>
                  <a:lnTo>
                    <a:pt x="7563" y="6857"/>
                  </a:lnTo>
                  <a:lnTo>
                    <a:pt x="794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h5524"/>
            <p:cNvSpPr/>
            <p:nvPr/>
          </p:nvSpPr>
          <p:spPr>
            <a:xfrm>
              <a:off x="5524207" y="1686134"/>
              <a:ext cx="22687" cy="11570"/>
            </a:xfrm>
            <a:custGeom>
              <a:avLst/>
              <a:pathLst>
                <a:path w="22687" h="11570">
                  <a:moveTo>
                    <a:pt x="22156" y="3540"/>
                  </a:moveTo>
                  <a:lnTo>
                    <a:pt x="22687" y="5771"/>
                  </a:lnTo>
                  <a:lnTo>
                    <a:pt x="21627" y="8415"/>
                  </a:lnTo>
                  <a:lnTo>
                    <a:pt x="21045" y="9889"/>
                  </a:lnTo>
                  <a:lnTo>
                    <a:pt x="19330" y="9525"/>
                  </a:lnTo>
                  <a:lnTo>
                    <a:pt x="19279" y="8634"/>
                  </a:lnTo>
                  <a:lnTo>
                    <a:pt x="6161" y="9859"/>
                  </a:lnTo>
                  <a:lnTo>
                    <a:pt x="6438" y="11062"/>
                  </a:lnTo>
                  <a:lnTo>
                    <a:pt x="3995" y="11570"/>
                  </a:lnTo>
                  <a:lnTo>
                    <a:pt x="0" y="998"/>
                  </a:lnTo>
                  <a:lnTo>
                    <a:pt x="1467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h5525"/>
            <p:cNvSpPr/>
            <p:nvPr/>
          </p:nvSpPr>
          <p:spPr>
            <a:xfrm>
              <a:off x="5570717" y="1988474"/>
              <a:ext cx="77729" cy="97013"/>
            </a:xfrm>
            <a:custGeom>
              <a:avLst/>
              <a:pathLst>
                <a:path w="77729" h="97013">
                  <a:moveTo>
                    <a:pt x="19343" y="2195"/>
                  </a:moveTo>
                  <a:lnTo>
                    <a:pt x="17286" y="6682"/>
                  </a:lnTo>
                  <a:lnTo>
                    <a:pt x="25777" y="10159"/>
                  </a:lnTo>
                  <a:lnTo>
                    <a:pt x="27723" y="9505"/>
                  </a:lnTo>
                  <a:lnTo>
                    <a:pt x="27841" y="6351"/>
                  </a:lnTo>
                  <a:lnTo>
                    <a:pt x="33953" y="6617"/>
                  </a:lnTo>
                  <a:lnTo>
                    <a:pt x="34252" y="11968"/>
                  </a:lnTo>
                  <a:lnTo>
                    <a:pt x="39042" y="13725"/>
                  </a:lnTo>
                  <a:lnTo>
                    <a:pt x="43141" y="9492"/>
                  </a:lnTo>
                  <a:lnTo>
                    <a:pt x="43263" y="5964"/>
                  </a:lnTo>
                  <a:lnTo>
                    <a:pt x="44221" y="4822"/>
                  </a:lnTo>
                  <a:lnTo>
                    <a:pt x="48601" y="4379"/>
                  </a:lnTo>
                  <a:lnTo>
                    <a:pt x="47918" y="954"/>
                  </a:lnTo>
                  <a:lnTo>
                    <a:pt x="50931" y="88"/>
                  </a:lnTo>
                  <a:lnTo>
                    <a:pt x="55274" y="7062"/>
                  </a:lnTo>
                  <a:lnTo>
                    <a:pt x="56071" y="9902"/>
                  </a:lnTo>
                  <a:lnTo>
                    <a:pt x="55692" y="14385"/>
                  </a:lnTo>
                  <a:lnTo>
                    <a:pt x="64883" y="16790"/>
                  </a:lnTo>
                  <a:lnTo>
                    <a:pt x="66483" y="15522"/>
                  </a:lnTo>
                  <a:lnTo>
                    <a:pt x="73043" y="27081"/>
                  </a:lnTo>
                  <a:lnTo>
                    <a:pt x="69820" y="27041"/>
                  </a:lnTo>
                  <a:lnTo>
                    <a:pt x="69599" y="31385"/>
                  </a:lnTo>
                  <a:lnTo>
                    <a:pt x="63092" y="31002"/>
                  </a:lnTo>
                  <a:lnTo>
                    <a:pt x="62173" y="28382"/>
                  </a:lnTo>
                  <a:lnTo>
                    <a:pt x="59750" y="30267"/>
                  </a:lnTo>
                  <a:lnTo>
                    <a:pt x="59521" y="34600"/>
                  </a:lnTo>
                  <a:lnTo>
                    <a:pt x="61380" y="45980"/>
                  </a:lnTo>
                  <a:lnTo>
                    <a:pt x="60163" y="50066"/>
                  </a:lnTo>
                  <a:lnTo>
                    <a:pt x="59258" y="62436"/>
                  </a:lnTo>
                  <a:lnTo>
                    <a:pt x="65354" y="64648"/>
                  </a:lnTo>
                  <a:lnTo>
                    <a:pt x="67855" y="66254"/>
                  </a:lnTo>
                  <a:lnTo>
                    <a:pt x="69777" y="68826"/>
                  </a:lnTo>
                  <a:lnTo>
                    <a:pt x="72412" y="68779"/>
                  </a:lnTo>
                  <a:lnTo>
                    <a:pt x="74793" y="67896"/>
                  </a:lnTo>
                  <a:lnTo>
                    <a:pt x="74889" y="69452"/>
                  </a:lnTo>
                  <a:lnTo>
                    <a:pt x="68551" y="73562"/>
                  </a:lnTo>
                  <a:lnTo>
                    <a:pt x="68891" y="75596"/>
                  </a:lnTo>
                  <a:lnTo>
                    <a:pt x="74048" y="76750"/>
                  </a:lnTo>
                  <a:lnTo>
                    <a:pt x="76813" y="80158"/>
                  </a:lnTo>
                  <a:lnTo>
                    <a:pt x="77729" y="84791"/>
                  </a:lnTo>
                  <a:lnTo>
                    <a:pt x="73358" y="92234"/>
                  </a:lnTo>
                  <a:lnTo>
                    <a:pt x="71527" y="91744"/>
                  </a:lnTo>
                  <a:lnTo>
                    <a:pt x="63039" y="97013"/>
                  </a:lnTo>
                  <a:lnTo>
                    <a:pt x="48696" y="76507"/>
                  </a:lnTo>
                  <a:lnTo>
                    <a:pt x="43776" y="71869"/>
                  </a:lnTo>
                  <a:lnTo>
                    <a:pt x="35589" y="71434"/>
                  </a:lnTo>
                  <a:lnTo>
                    <a:pt x="35628" y="69941"/>
                  </a:lnTo>
                  <a:lnTo>
                    <a:pt x="27078" y="69497"/>
                  </a:lnTo>
                  <a:lnTo>
                    <a:pt x="27134" y="68391"/>
                  </a:lnTo>
                  <a:lnTo>
                    <a:pt x="22330" y="68137"/>
                  </a:lnTo>
                  <a:lnTo>
                    <a:pt x="22463" y="65912"/>
                  </a:lnTo>
                  <a:lnTo>
                    <a:pt x="28975" y="66783"/>
                  </a:lnTo>
                  <a:lnTo>
                    <a:pt x="29199" y="62172"/>
                  </a:lnTo>
                  <a:lnTo>
                    <a:pt x="32564" y="62149"/>
                  </a:lnTo>
                  <a:lnTo>
                    <a:pt x="32952" y="55056"/>
                  </a:lnTo>
                  <a:lnTo>
                    <a:pt x="30876" y="53858"/>
                  </a:lnTo>
                  <a:lnTo>
                    <a:pt x="27628" y="53687"/>
                  </a:lnTo>
                  <a:lnTo>
                    <a:pt x="26594" y="52152"/>
                  </a:lnTo>
                  <a:lnTo>
                    <a:pt x="26692" y="50375"/>
                  </a:lnTo>
                  <a:lnTo>
                    <a:pt x="28887" y="50481"/>
                  </a:lnTo>
                  <a:lnTo>
                    <a:pt x="28988" y="48292"/>
                  </a:lnTo>
                  <a:lnTo>
                    <a:pt x="27753" y="41040"/>
                  </a:lnTo>
                  <a:lnTo>
                    <a:pt x="24961" y="38130"/>
                  </a:lnTo>
                  <a:lnTo>
                    <a:pt x="25361" y="30600"/>
                  </a:lnTo>
                  <a:lnTo>
                    <a:pt x="22035" y="30490"/>
                  </a:lnTo>
                  <a:lnTo>
                    <a:pt x="20518" y="29565"/>
                  </a:lnTo>
                  <a:lnTo>
                    <a:pt x="16054" y="22854"/>
                  </a:lnTo>
                  <a:lnTo>
                    <a:pt x="13744" y="20914"/>
                  </a:lnTo>
                  <a:lnTo>
                    <a:pt x="12447" y="20845"/>
                  </a:lnTo>
                  <a:lnTo>
                    <a:pt x="10974" y="22471"/>
                  </a:lnTo>
                  <a:lnTo>
                    <a:pt x="383" y="21833"/>
                  </a:lnTo>
                  <a:lnTo>
                    <a:pt x="0" y="18275"/>
                  </a:lnTo>
                  <a:lnTo>
                    <a:pt x="1984" y="18366"/>
                  </a:lnTo>
                  <a:lnTo>
                    <a:pt x="3572" y="16247"/>
                  </a:lnTo>
                  <a:lnTo>
                    <a:pt x="3987" y="14373"/>
                  </a:lnTo>
                  <a:lnTo>
                    <a:pt x="1117" y="11226"/>
                  </a:lnTo>
                  <a:lnTo>
                    <a:pt x="1374" y="6713"/>
                  </a:lnTo>
                  <a:lnTo>
                    <a:pt x="5991" y="5765"/>
                  </a:lnTo>
                  <a:lnTo>
                    <a:pt x="6769" y="3978"/>
                  </a:lnTo>
                  <a:lnTo>
                    <a:pt x="11311" y="4886"/>
                  </a:lnTo>
                  <a:lnTo>
                    <a:pt x="12479" y="4565"/>
                  </a:lnTo>
                  <a:lnTo>
                    <a:pt x="10384" y="1813"/>
                  </a:lnTo>
                  <a:lnTo>
                    <a:pt x="1356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h5526"/>
            <p:cNvSpPr/>
            <p:nvPr/>
          </p:nvSpPr>
          <p:spPr>
            <a:xfrm>
              <a:off x="5646147" y="1677009"/>
              <a:ext cx="44906" cy="64187"/>
            </a:xfrm>
            <a:custGeom>
              <a:avLst/>
              <a:pathLst>
                <a:path w="44906" h="64187">
                  <a:moveTo>
                    <a:pt x="20726" y="450"/>
                  </a:moveTo>
                  <a:lnTo>
                    <a:pt x="24792" y="3104"/>
                  </a:lnTo>
                  <a:lnTo>
                    <a:pt x="28517" y="4064"/>
                  </a:lnTo>
                  <a:lnTo>
                    <a:pt x="43705" y="2627"/>
                  </a:lnTo>
                  <a:lnTo>
                    <a:pt x="43588" y="9512"/>
                  </a:lnTo>
                  <a:lnTo>
                    <a:pt x="44906" y="13090"/>
                  </a:lnTo>
                  <a:lnTo>
                    <a:pt x="42779" y="12575"/>
                  </a:lnTo>
                  <a:lnTo>
                    <a:pt x="39015" y="14294"/>
                  </a:lnTo>
                  <a:lnTo>
                    <a:pt x="38835" y="16777"/>
                  </a:lnTo>
                  <a:lnTo>
                    <a:pt x="36603" y="19864"/>
                  </a:lnTo>
                  <a:lnTo>
                    <a:pt x="34417" y="20087"/>
                  </a:lnTo>
                  <a:lnTo>
                    <a:pt x="27973" y="23924"/>
                  </a:lnTo>
                  <a:lnTo>
                    <a:pt x="27375" y="26704"/>
                  </a:lnTo>
                  <a:lnTo>
                    <a:pt x="22417" y="33071"/>
                  </a:lnTo>
                  <a:lnTo>
                    <a:pt x="22701" y="35694"/>
                  </a:lnTo>
                  <a:lnTo>
                    <a:pt x="18730" y="46321"/>
                  </a:lnTo>
                  <a:lnTo>
                    <a:pt x="15653" y="46879"/>
                  </a:lnTo>
                  <a:lnTo>
                    <a:pt x="10373" y="46096"/>
                  </a:lnTo>
                  <a:lnTo>
                    <a:pt x="8090" y="39759"/>
                  </a:lnTo>
                  <a:lnTo>
                    <a:pt x="7421" y="47992"/>
                  </a:lnTo>
                  <a:lnTo>
                    <a:pt x="10709" y="55573"/>
                  </a:lnTo>
                  <a:lnTo>
                    <a:pt x="10288" y="59660"/>
                  </a:lnTo>
                  <a:lnTo>
                    <a:pt x="12624" y="61632"/>
                  </a:lnTo>
                  <a:lnTo>
                    <a:pt x="12417" y="63394"/>
                  </a:lnTo>
                  <a:lnTo>
                    <a:pt x="9623" y="64187"/>
                  </a:lnTo>
                  <a:lnTo>
                    <a:pt x="6259" y="60611"/>
                  </a:lnTo>
                  <a:lnTo>
                    <a:pt x="2044" y="62069"/>
                  </a:lnTo>
                  <a:lnTo>
                    <a:pt x="709" y="61818"/>
                  </a:lnTo>
                  <a:lnTo>
                    <a:pt x="2231" y="59111"/>
                  </a:lnTo>
                  <a:lnTo>
                    <a:pt x="1012" y="55695"/>
                  </a:lnTo>
                  <a:lnTo>
                    <a:pt x="1013" y="49484"/>
                  </a:lnTo>
                  <a:lnTo>
                    <a:pt x="2110" y="48499"/>
                  </a:lnTo>
                  <a:lnTo>
                    <a:pt x="2205" y="43875"/>
                  </a:lnTo>
                  <a:lnTo>
                    <a:pt x="0" y="35438"/>
                  </a:lnTo>
                  <a:lnTo>
                    <a:pt x="6689" y="33740"/>
                  </a:lnTo>
                  <a:lnTo>
                    <a:pt x="6624" y="32952"/>
                  </a:lnTo>
                  <a:lnTo>
                    <a:pt x="2951" y="29700"/>
                  </a:lnTo>
                  <a:lnTo>
                    <a:pt x="3061" y="27860"/>
                  </a:lnTo>
                  <a:lnTo>
                    <a:pt x="3309" y="25216"/>
                  </a:lnTo>
                  <a:lnTo>
                    <a:pt x="2567" y="21467"/>
                  </a:lnTo>
                  <a:lnTo>
                    <a:pt x="7233" y="16625"/>
                  </a:lnTo>
                  <a:lnTo>
                    <a:pt x="9576" y="12378"/>
                  </a:lnTo>
                  <a:lnTo>
                    <a:pt x="10046" y="4911"/>
                  </a:lnTo>
                  <a:lnTo>
                    <a:pt x="14044" y="5373"/>
                  </a:lnTo>
                  <a:lnTo>
                    <a:pt x="16463" y="3799"/>
                  </a:lnTo>
                  <a:lnTo>
                    <a:pt x="15581" y="1064"/>
                  </a:lnTo>
                  <a:lnTo>
                    <a:pt x="17351" y="1349"/>
                  </a:lnTo>
                  <a:lnTo>
                    <a:pt x="1856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h5527"/>
            <p:cNvSpPr/>
            <p:nvPr/>
          </p:nvSpPr>
          <p:spPr>
            <a:xfrm>
              <a:off x="5404077" y="1486085"/>
              <a:ext cx="50671" cy="68139"/>
            </a:xfrm>
            <a:custGeom>
              <a:avLst/>
              <a:pathLst>
                <a:path w="50671" h="68139">
                  <a:moveTo>
                    <a:pt x="50671" y="19956"/>
                  </a:moveTo>
                  <a:lnTo>
                    <a:pt x="50250" y="26400"/>
                  </a:lnTo>
                  <a:lnTo>
                    <a:pt x="41879" y="26033"/>
                  </a:lnTo>
                  <a:lnTo>
                    <a:pt x="39934" y="28679"/>
                  </a:lnTo>
                  <a:lnTo>
                    <a:pt x="35208" y="30712"/>
                  </a:lnTo>
                  <a:lnTo>
                    <a:pt x="37330" y="36408"/>
                  </a:lnTo>
                  <a:lnTo>
                    <a:pt x="38451" y="43108"/>
                  </a:lnTo>
                  <a:lnTo>
                    <a:pt x="44230" y="41967"/>
                  </a:lnTo>
                  <a:lnTo>
                    <a:pt x="44874" y="46203"/>
                  </a:lnTo>
                  <a:lnTo>
                    <a:pt x="46973" y="51795"/>
                  </a:lnTo>
                  <a:lnTo>
                    <a:pt x="45516" y="53493"/>
                  </a:lnTo>
                  <a:lnTo>
                    <a:pt x="41555" y="48058"/>
                  </a:lnTo>
                  <a:lnTo>
                    <a:pt x="36882" y="50845"/>
                  </a:lnTo>
                  <a:lnTo>
                    <a:pt x="36056" y="55122"/>
                  </a:lnTo>
                  <a:lnTo>
                    <a:pt x="43147" y="56283"/>
                  </a:lnTo>
                  <a:lnTo>
                    <a:pt x="42123" y="59891"/>
                  </a:lnTo>
                  <a:lnTo>
                    <a:pt x="35840" y="58062"/>
                  </a:lnTo>
                  <a:lnTo>
                    <a:pt x="35304" y="68139"/>
                  </a:lnTo>
                  <a:lnTo>
                    <a:pt x="28301" y="67616"/>
                  </a:lnTo>
                  <a:lnTo>
                    <a:pt x="26463" y="64885"/>
                  </a:lnTo>
                  <a:lnTo>
                    <a:pt x="25207" y="60934"/>
                  </a:lnTo>
                  <a:lnTo>
                    <a:pt x="29411" y="56195"/>
                  </a:lnTo>
                  <a:lnTo>
                    <a:pt x="26922" y="53845"/>
                  </a:lnTo>
                  <a:lnTo>
                    <a:pt x="24062" y="47244"/>
                  </a:lnTo>
                  <a:lnTo>
                    <a:pt x="20846" y="47411"/>
                  </a:lnTo>
                  <a:lnTo>
                    <a:pt x="20245" y="50491"/>
                  </a:lnTo>
                  <a:lnTo>
                    <a:pt x="19274" y="50732"/>
                  </a:lnTo>
                  <a:lnTo>
                    <a:pt x="17005" y="48210"/>
                  </a:lnTo>
                  <a:lnTo>
                    <a:pt x="20957" y="46006"/>
                  </a:lnTo>
                  <a:lnTo>
                    <a:pt x="20360" y="44089"/>
                  </a:lnTo>
                  <a:lnTo>
                    <a:pt x="17557" y="45482"/>
                  </a:lnTo>
                  <a:lnTo>
                    <a:pt x="14982" y="44200"/>
                  </a:lnTo>
                  <a:lnTo>
                    <a:pt x="17590" y="34582"/>
                  </a:lnTo>
                  <a:lnTo>
                    <a:pt x="8152" y="31631"/>
                  </a:lnTo>
                  <a:lnTo>
                    <a:pt x="8898" y="28824"/>
                  </a:lnTo>
                  <a:lnTo>
                    <a:pt x="0" y="29509"/>
                  </a:lnTo>
                  <a:lnTo>
                    <a:pt x="2817" y="21839"/>
                  </a:lnTo>
                  <a:lnTo>
                    <a:pt x="3354" y="9194"/>
                  </a:lnTo>
                  <a:lnTo>
                    <a:pt x="5591" y="9456"/>
                  </a:lnTo>
                  <a:lnTo>
                    <a:pt x="626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h5528"/>
            <p:cNvSpPr/>
            <p:nvPr/>
          </p:nvSpPr>
          <p:spPr>
            <a:xfrm>
              <a:off x="5541784" y="1516803"/>
              <a:ext cx="71051" cy="37876"/>
            </a:xfrm>
            <a:custGeom>
              <a:avLst/>
              <a:pathLst>
                <a:path w="71051" h="37876">
                  <a:moveTo>
                    <a:pt x="63672" y="3334"/>
                  </a:moveTo>
                  <a:lnTo>
                    <a:pt x="65525" y="12708"/>
                  </a:lnTo>
                  <a:lnTo>
                    <a:pt x="68756" y="10631"/>
                  </a:lnTo>
                  <a:lnTo>
                    <a:pt x="71051" y="26825"/>
                  </a:lnTo>
                  <a:lnTo>
                    <a:pt x="67940" y="28218"/>
                  </a:lnTo>
                  <a:lnTo>
                    <a:pt x="68495" y="33167"/>
                  </a:lnTo>
                  <a:lnTo>
                    <a:pt x="52675" y="32299"/>
                  </a:lnTo>
                  <a:lnTo>
                    <a:pt x="52332" y="36258"/>
                  </a:lnTo>
                  <a:lnTo>
                    <a:pt x="49872" y="37876"/>
                  </a:lnTo>
                  <a:lnTo>
                    <a:pt x="46528" y="30205"/>
                  </a:lnTo>
                  <a:lnTo>
                    <a:pt x="45531" y="29442"/>
                  </a:lnTo>
                  <a:lnTo>
                    <a:pt x="41789" y="30409"/>
                  </a:lnTo>
                  <a:lnTo>
                    <a:pt x="42117" y="24449"/>
                  </a:lnTo>
                  <a:lnTo>
                    <a:pt x="39849" y="23197"/>
                  </a:lnTo>
                  <a:lnTo>
                    <a:pt x="26270" y="24068"/>
                  </a:lnTo>
                  <a:lnTo>
                    <a:pt x="26650" y="16995"/>
                  </a:lnTo>
                  <a:lnTo>
                    <a:pt x="22057" y="17588"/>
                  </a:lnTo>
                  <a:lnTo>
                    <a:pt x="16432" y="16468"/>
                  </a:lnTo>
                  <a:lnTo>
                    <a:pt x="10763" y="14156"/>
                  </a:lnTo>
                  <a:lnTo>
                    <a:pt x="6681" y="10026"/>
                  </a:lnTo>
                  <a:lnTo>
                    <a:pt x="1690" y="9642"/>
                  </a:lnTo>
                  <a:lnTo>
                    <a:pt x="248" y="9530"/>
                  </a:lnTo>
                  <a:lnTo>
                    <a:pt x="0" y="8083"/>
                  </a:lnTo>
                  <a:lnTo>
                    <a:pt x="4106" y="5853"/>
                  </a:lnTo>
                  <a:lnTo>
                    <a:pt x="2661" y="3217"/>
                  </a:lnTo>
                  <a:lnTo>
                    <a:pt x="264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h5529"/>
            <p:cNvSpPr/>
            <p:nvPr/>
          </p:nvSpPr>
          <p:spPr>
            <a:xfrm>
              <a:off x="5497599" y="1514604"/>
              <a:ext cx="48291" cy="43877"/>
            </a:xfrm>
            <a:custGeom>
              <a:avLst/>
              <a:pathLst>
                <a:path w="48291" h="43877">
                  <a:moveTo>
                    <a:pt x="46827" y="2199"/>
                  </a:moveTo>
                  <a:lnTo>
                    <a:pt x="46846" y="5417"/>
                  </a:lnTo>
                  <a:lnTo>
                    <a:pt x="48291" y="8053"/>
                  </a:lnTo>
                  <a:lnTo>
                    <a:pt x="44185" y="10283"/>
                  </a:lnTo>
                  <a:lnTo>
                    <a:pt x="44434" y="11730"/>
                  </a:lnTo>
                  <a:lnTo>
                    <a:pt x="45875" y="11842"/>
                  </a:lnTo>
                  <a:lnTo>
                    <a:pt x="46011" y="13353"/>
                  </a:lnTo>
                  <a:lnTo>
                    <a:pt x="42749" y="17646"/>
                  </a:lnTo>
                  <a:lnTo>
                    <a:pt x="39310" y="19150"/>
                  </a:lnTo>
                  <a:lnTo>
                    <a:pt x="36774" y="28176"/>
                  </a:lnTo>
                  <a:lnTo>
                    <a:pt x="38193" y="31598"/>
                  </a:lnTo>
                  <a:lnTo>
                    <a:pt x="29732" y="32900"/>
                  </a:lnTo>
                  <a:lnTo>
                    <a:pt x="28790" y="33649"/>
                  </a:lnTo>
                  <a:lnTo>
                    <a:pt x="26596" y="36921"/>
                  </a:lnTo>
                  <a:lnTo>
                    <a:pt x="27895" y="43877"/>
                  </a:lnTo>
                  <a:lnTo>
                    <a:pt x="26871" y="42597"/>
                  </a:lnTo>
                  <a:lnTo>
                    <a:pt x="21962" y="36463"/>
                  </a:lnTo>
                  <a:lnTo>
                    <a:pt x="17492" y="39310"/>
                  </a:lnTo>
                  <a:lnTo>
                    <a:pt x="10234" y="28243"/>
                  </a:lnTo>
                  <a:lnTo>
                    <a:pt x="3828" y="32659"/>
                  </a:lnTo>
                  <a:lnTo>
                    <a:pt x="0" y="18568"/>
                  </a:lnTo>
                  <a:lnTo>
                    <a:pt x="13870" y="14324"/>
                  </a:lnTo>
                  <a:lnTo>
                    <a:pt x="9541" y="1328"/>
                  </a:lnTo>
                  <a:lnTo>
                    <a:pt x="962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h5530"/>
            <p:cNvSpPr/>
            <p:nvPr/>
          </p:nvSpPr>
          <p:spPr>
            <a:xfrm>
              <a:off x="5653569" y="1689261"/>
              <a:ext cx="68017" cy="83791"/>
            </a:xfrm>
            <a:custGeom>
              <a:avLst/>
              <a:pathLst>
                <a:path w="68017" h="83791">
                  <a:moveTo>
                    <a:pt x="51617" y="2833"/>
                  </a:moveTo>
                  <a:lnTo>
                    <a:pt x="51746" y="2217"/>
                  </a:lnTo>
                  <a:lnTo>
                    <a:pt x="54042" y="1226"/>
                  </a:lnTo>
                  <a:lnTo>
                    <a:pt x="59373" y="2060"/>
                  </a:lnTo>
                  <a:lnTo>
                    <a:pt x="60267" y="4750"/>
                  </a:lnTo>
                  <a:lnTo>
                    <a:pt x="60318" y="10482"/>
                  </a:lnTo>
                  <a:lnTo>
                    <a:pt x="59670" y="11088"/>
                  </a:lnTo>
                  <a:lnTo>
                    <a:pt x="61009" y="14873"/>
                  </a:lnTo>
                  <a:lnTo>
                    <a:pt x="57970" y="16661"/>
                  </a:lnTo>
                  <a:lnTo>
                    <a:pt x="58464" y="19653"/>
                  </a:lnTo>
                  <a:lnTo>
                    <a:pt x="61310" y="20882"/>
                  </a:lnTo>
                  <a:lnTo>
                    <a:pt x="67605" y="21287"/>
                  </a:lnTo>
                  <a:lnTo>
                    <a:pt x="68017" y="26671"/>
                  </a:lnTo>
                  <a:lnTo>
                    <a:pt x="67328" y="28453"/>
                  </a:lnTo>
                  <a:lnTo>
                    <a:pt x="61826" y="30427"/>
                  </a:lnTo>
                  <a:lnTo>
                    <a:pt x="54871" y="30287"/>
                  </a:lnTo>
                  <a:lnTo>
                    <a:pt x="58824" y="37131"/>
                  </a:lnTo>
                  <a:lnTo>
                    <a:pt x="55887" y="40946"/>
                  </a:lnTo>
                  <a:lnTo>
                    <a:pt x="56040" y="45584"/>
                  </a:lnTo>
                  <a:lnTo>
                    <a:pt x="53582" y="50788"/>
                  </a:lnTo>
                  <a:lnTo>
                    <a:pt x="54807" y="55082"/>
                  </a:lnTo>
                  <a:lnTo>
                    <a:pt x="57225" y="56160"/>
                  </a:lnTo>
                  <a:lnTo>
                    <a:pt x="55189" y="57526"/>
                  </a:lnTo>
                  <a:lnTo>
                    <a:pt x="50392" y="57883"/>
                  </a:lnTo>
                  <a:lnTo>
                    <a:pt x="47349" y="59901"/>
                  </a:lnTo>
                  <a:lnTo>
                    <a:pt x="51488" y="79076"/>
                  </a:lnTo>
                  <a:lnTo>
                    <a:pt x="49959" y="83791"/>
                  </a:lnTo>
                  <a:lnTo>
                    <a:pt x="44932" y="83357"/>
                  </a:lnTo>
                  <a:lnTo>
                    <a:pt x="43690" y="78093"/>
                  </a:lnTo>
                  <a:lnTo>
                    <a:pt x="40093" y="79907"/>
                  </a:lnTo>
                  <a:lnTo>
                    <a:pt x="38386" y="79769"/>
                  </a:lnTo>
                  <a:lnTo>
                    <a:pt x="34184" y="77457"/>
                  </a:lnTo>
                  <a:lnTo>
                    <a:pt x="29567" y="70879"/>
                  </a:lnTo>
                  <a:lnTo>
                    <a:pt x="29625" y="69573"/>
                  </a:lnTo>
                  <a:lnTo>
                    <a:pt x="25931" y="67856"/>
                  </a:lnTo>
                  <a:lnTo>
                    <a:pt x="20659" y="70205"/>
                  </a:lnTo>
                  <a:lnTo>
                    <a:pt x="13936" y="68571"/>
                  </a:lnTo>
                  <a:lnTo>
                    <a:pt x="7704" y="62471"/>
                  </a:lnTo>
                  <a:lnTo>
                    <a:pt x="3584" y="57306"/>
                  </a:lnTo>
                  <a:lnTo>
                    <a:pt x="2201" y="51935"/>
                  </a:lnTo>
                  <a:lnTo>
                    <a:pt x="4995" y="51142"/>
                  </a:lnTo>
                  <a:lnTo>
                    <a:pt x="5202" y="49380"/>
                  </a:lnTo>
                  <a:lnTo>
                    <a:pt x="2866" y="47407"/>
                  </a:lnTo>
                  <a:lnTo>
                    <a:pt x="3287" y="43321"/>
                  </a:lnTo>
                  <a:lnTo>
                    <a:pt x="0" y="35739"/>
                  </a:lnTo>
                  <a:lnTo>
                    <a:pt x="669" y="27506"/>
                  </a:lnTo>
                  <a:lnTo>
                    <a:pt x="2951" y="33844"/>
                  </a:lnTo>
                  <a:lnTo>
                    <a:pt x="8232" y="34627"/>
                  </a:lnTo>
                  <a:lnTo>
                    <a:pt x="11308" y="34068"/>
                  </a:lnTo>
                  <a:lnTo>
                    <a:pt x="15280" y="23441"/>
                  </a:lnTo>
                  <a:lnTo>
                    <a:pt x="14995" y="20819"/>
                  </a:lnTo>
                  <a:lnTo>
                    <a:pt x="19953" y="14452"/>
                  </a:lnTo>
                  <a:lnTo>
                    <a:pt x="20551" y="11672"/>
                  </a:lnTo>
                  <a:lnTo>
                    <a:pt x="26996" y="7834"/>
                  </a:lnTo>
                  <a:lnTo>
                    <a:pt x="29181" y="7612"/>
                  </a:lnTo>
                  <a:lnTo>
                    <a:pt x="31413" y="4525"/>
                  </a:lnTo>
                  <a:lnTo>
                    <a:pt x="31593" y="2042"/>
                  </a:lnTo>
                  <a:lnTo>
                    <a:pt x="35357" y="323"/>
                  </a:lnTo>
                  <a:lnTo>
                    <a:pt x="37484" y="838"/>
                  </a:lnTo>
                  <a:lnTo>
                    <a:pt x="4227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h5531"/>
            <p:cNvSpPr/>
            <p:nvPr/>
          </p:nvSpPr>
          <p:spPr>
            <a:xfrm>
              <a:off x="5615104" y="1624443"/>
              <a:ext cx="49772" cy="55121"/>
            </a:xfrm>
            <a:custGeom>
              <a:avLst/>
              <a:pathLst>
                <a:path w="49772" h="55121">
                  <a:moveTo>
                    <a:pt x="23838" y="6109"/>
                  </a:moveTo>
                  <a:lnTo>
                    <a:pt x="23198" y="8722"/>
                  </a:lnTo>
                  <a:lnTo>
                    <a:pt x="26757" y="9225"/>
                  </a:lnTo>
                  <a:lnTo>
                    <a:pt x="34202" y="6190"/>
                  </a:lnTo>
                  <a:lnTo>
                    <a:pt x="38992" y="6287"/>
                  </a:lnTo>
                  <a:lnTo>
                    <a:pt x="38871" y="7959"/>
                  </a:lnTo>
                  <a:lnTo>
                    <a:pt x="40333" y="8729"/>
                  </a:lnTo>
                  <a:lnTo>
                    <a:pt x="38310" y="11133"/>
                  </a:lnTo>
                  <a:lnTo>
                    <a:pt x="38201" y="12517"/>
                  </a:lnTo>
                  <a:lnTo>
                    <a:pt x="48254" y="16615"/>
                  </a:lnTo>
                  <a:lnTo>
                    <a:pt x="49072" y="17633"/>
                  </a:lnTo>
                  <a:lnTo>
                    <a:pt x="47447" y="20207"/>
                  </a:lnTo>
                  <a:lnTo>
                    <a:pt x="48904" y="22989"/>
                  </a:lnTo>
                  <a:lnTo>
                    <a:pt x="44765" y="24548"/>
                  </a:lnTo>
                  <a:lnTo>
                    <a:pt x="43581" y="23575"/>
                  </a:lnTo>
                  <a:lnTo>
                    <a:pt x="41434" y="24482"/>
                  </a:lnTo>
                  <a:lnTo>
                    <a:pt x="44554" y="31148"/>
                  </a:lnTo>
                  <a:lnTo>
                    <a:pt x="43705" y="33166"/>
                  </a:lnTo>
                  <a:lnTo>
                    <a:pt x="46276" y="35988"/>
                  </a:lnTo>
                  <a:lnTo>
                    <a:pt x="49772" y="38389"/>
                  </a:lnTo>
                  <a:lnTo>
                    <a:pt x="47242" y="47185"/>
                  </a:lnTo>
                  <a:lnTo>
                    <a:pt x="42794" y="46497"/>
                  </a:lnTo>
                  <a:lnTo>
                    <a:pt x="41471" y="51910"/>
                  </a:lnTo>
                  <a:lnTo>
                    <a:pt x="38343" y="52983"/>
                  </a:lnTo>
                  <a:lnTo>
                    <a:pt x="35971" y="55121"/>
                  </a:lnTo>
                  <a:lnTo>
                    <a:pt x="29921" y="54358"/>
                  </a:lnTo>
                  <a:lnTo>
                    <a:pt x="29575" y="52337"/>
                  </a:lnTo>
                  <a:lnTo>
                    <a:pt x="21674" y="53091"/>
                  </a:lnTo>
                  <a:lnTo>
                    <a:pt x="20271" y="50231"/>
                  </a:lnTo>
                  <a:lnTo>
                    <a:pt x="15737" y="50522"/>
                  </a:lnTo>
                  <a:lnTo>
                    <a:pt x="16283" y="47401"/>
                  </a:lnTo>
                  <a:lnTo>
                    <a:pt x="11812" y="44785"/>
                  </a:lnTo>
                  <a:lnTo>
                    <a:pt x="9871" y="44666"/>
                  </a:lnTo>
                  <a:lnTo>
                    <a:pt x="8959" y="45413"/>
                  </a:lnTo>
                  <a:lnTo>
                    <a:pt x="7840" y="41593"/>
                  </a:lnTo>
                  <a:lnTo>
                    <a:pt x="3446" y="43598"/>
                  </a:lnTo>
                  <a:lnTo>
                    <a:pt x="380" y="39755"/>
                  </a:lnTo>
                  <a:lnTo>
                    <a:pt x="0" y="36743"/>
                  </a:lnTo>
                  <a:lnTo>
                    <a:pt x="6326" y="36456"/>
                  </a:lnTo>
                  <a:lnTo>
                    <a:pt x="4465" y="32142"/>
                  </a:lnTo>
                  <a:lnTo>
                    <a:pt x="5307" y="29935"/>
                  </a:lnTo>
                  <a:lnTo>
                    <a:pt x="5831" y="20511"/>
                  </a:lnTo>
                  <a:lnTo>
                    <a:pt x="4726" y="20713"/>
                  </a:lnTo>
                  <a:lnTo>
                    <a:pt x="4355" y="21682"/>
                  </a:lnTo>
                  <a:lnTo>
                    <a:pt x="2783" y="21645"/>
                  </a:lnTo>
                  <a:lnTo>
                    <a:pt x="2593" y="18286"/>
                  </a:lnTo>
                  <a:lnTo>
                    <a:pt x="5768" y="15333"/>
                  </a:lnTo>
                  <a:lnTo>
                    <a:pt x="10572" y="15346"/>
                  </a:lnTo>
                  <a:lnTo>
                    <a:pt x="12686" y="14033"/>
                  </a:lnTo>
                  <a:lnTo>
                    <a:pt x="13650" y="6787"/>
                  </a:lnTo>
                  <a:lnTo>
                    <a:pt x="1964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h5532"/>
            <p:cNvSpPr/>
            <p:nvPr/>
          </p:nvSpPr>
          <p:spPr>
            <a:xfrm>
              <a:off x="5402314" y="1517717"/>
              <a:ext cx="60733" cy="78839"/>
            </a:xfrm>
            <a:custGeom>
              <a:avLst/>
              <a:pathLst>
                <a:path w="60733" h="78839">
                  <a:moveTo>
                    <a:pt x="19352" y="2951"/>
                  </a:moveTo>
                  <a:lnTo>
                    <a:pt x="16744" y="12568"/>
                  </a:lnTo>
                  <a:lnTo>
                    <a:pt x="19320" y="13850"/>
                  </a:lnTo>
                  <a:lnTo>
                    <a:pt x="22122" y="12457"/>
                  </a:lnTo>
                  <a:lnTo>
                    <a:pt x="22719" y="14374"/>
                  </a:lnTo>
                  <a:lnTo>
                    <a:pt x="18767" y="16578"/>
                  </a:lnTo>
                  <a:lnTo>
                    <a:pt x="21037" y="19100"/>
                  </a:lnTo>
                  <a:lnTo>
                    <a:pt x="22008" y="18859"/>
                  </a:lnTo>
                  <a:lnTo>
                    <a:pt x="22609" y="15780"/>
                  </a:lnTo>
                  <a:lnTo>
                    <a:pt x="25824" y="15612"/>
                  </a:lnTo>
                  <a:lnTo>
                    <a:pt x="28684" y="22213"/>
                  </a:lnTo>
                  <a:lnTo>
                    <a:pt x="31173" y="24563"/>
                  </a:lnTo>
                  <a:lnTo>
                    <a:pt x="26969" y="29303"/>
                  </a:lnTo>
                  <a:lnTo>
                    <a:pt x="28225" y="33253"/>
                  </a:lnTo>
                  <a:lnTo>
                    <a:pt x="30064" y="35984"/>
                  </a:lnTo>
                  <a:lnTo>
                    <a:pt x="37066" y="36507"/>
                  </a:lnTo>
                  <a:lnTo>
                    <a:pt x="37603" y="26430"/>
                  </a:lnTo>
                  <a:lnTo>
                    <a:pt x="43885" y="28259"/>
                  </a:lnTo>
                  <a:lnTo>
                    <a:pt x="44909" y="24651"/>
                  </a:lnTo>
                  <a:lnTo>
                    <a:pt x="37818" y="23490"/>
                  </a:lnTo>
                  <a:lnTo>
                    <a:pt x="38645" y="19213"/>
                  </a:lnTo>
                  <a:lnTo>
                    <a:pt x="43317" y="16426"/>
                  </a:lnTo>
                  <a:lnTo>
                    <a:pt x="47278" y="21861"/>
                  </a:lnTo>
                  <a:lnTo>
                    <a:pt x="50037" y="26334"/>
                  </a:lnTo>
                  <a:lnTo>
                    <a:pt x="47433" y="27438"/>
                  </a:lnTo>
                  <a:lnTo>
                    <a:pt x="45989" y="38671"/>
                  </a:lnTo>
                  <a:lnTo>
                    <a:pt x="50373" y="37017"/>
                  </a:lnTo>
                  <a:lnTo>
                    <a:pt x="59930" y="44041"/>
                  </a:lnTo>
                  <a:lnTo>
                    <a:pt x="60733" y="46071"/>
                  </a:lnTo>
                  <a:lnTo>
                    <a:pt x="59244" y="50031"/>
                  </a:lnTo>
                  <a:lnTo>
                    <a:pt x="57147" y="50731"/>
                  </a:lnTo>
                  <a:lnTo>
                    <a:pt x="58514" y="56531"/>
                  </a:lnTo>
                  <a:lnTo>
                    <a:pt x="53571" y="56753"/>
                  </a:lnTo>
                  <a:lnTo>
                    <a:pt x="50905" y="54022"/>
                  </a:lnTo>
                  <a:lnTo>
                    <a:pt x="45757" y="55435"/>
                  </a:lnTo>
                  <a:lnTo>
                    <a:pt x="40626" y="58635"/>
                  </a:lnTo>
                  <a:lnTo>
                    <a:pt x="43190" y="64366"/>
                  </a:lnTo>
                  <a:lnTo>
                    <a:pt x="44443" y="65780"/>
                  </a:lnTo>
                  <a:lnTo>
                    <a:pt x="36035" y="78839"/>
                  </a:lnTo>
                  <a:lnTo>
                    <a:pt x="15444" y="78522"/>
                  </a:lnTo>
                  <a:lnTo>
                    <a:pt x="15459" y="76433"/>
                  </a:lnTo>
                  <a:lnTo>
                    <a:pt x="18582" y="68233"/>
                  </a:lnTo>
                  <a:lnTo>
                    <a:pt x="26285" y="63624"/>
                  </a:lnTo>
                  <a:lnTo>
                    <a:pt x="24823" y="59646"/>
                  </a:lnTo>
                  <a:lnTo>
                    <a:pt x="23981" y="60931"/>
                  </a:lnTo>
                  <a:lnTo>
                    <a:pt x="21807" y="58003"/>
                  </a:lnTo>
                  <a:lnTo>
                    <a:pt x="21541" y="52675"/>
                  </a:lnTo>
                  <a:lnTo>
                    <a:pt x="24475" y="50856"/>
                  </a:lnTo>
                  <a:lnTo>
                    <a:pt x="16474" y="50408"/>
                  </a:lnTo>
                  <a:lnTo>
                    <a:pt x="15199" y="40688"/>
                  </a:lnTo>
                  <a:lnTo>
                    <a:pt x="12288" y="36270"/>
                  </a:lnTo>
                  <a:lnTo>
                    <a:pt x="8209" y="35148"/>
                  </a:lnTo>
                  <a:lnTo>
                    <a:pt x="10892" y="32488"/>
                  </a:lnTo>
                  <a:lnTo>
                    <a:pt x="11675" y="30690"/>
                  </a:lnTo>
                  <a:lnTo>
                    <a:pt x="11560" y="28473"/>
                  </a:lnTo>
                  <a:lnTo>
                    <a:pt x="11353" y="26055"/>
                  </a:lnTo>
                  <a:lnTo>
                    <a:pt x="7363" y="23247"/>
                  </a:lnTo>
                  <a:lnTo>
                    <a:pt x="7618" y="20167"/>
                  </a:lnTo>
                  <a:lnTo>
                    <a:pt x="6777" y="15829"/>
                  </a:lnTo>
                  <a:lnTo>
                    <a:pt x="5454" y="13380"/>
                  </a:lnTo>
                  <a:lnTo>
                    <a:pt x="2902" y="11306"/>
                  </a:lnTo>
                  <a:lnTo>
                    <a:pt x="0" y="11535"/>
                  </a:lnTo>
                  <a:lnTo>
                    <a:pt x="3618" y="796"/>
                  </a:lnTo>
                  <a:lnTo>
                    <a:pt x="9182" y="2495"/>
                  </a:lnTo>
                  <a:lnTo>
                    <a:pt x="99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h5533"/>
            <p:cNvSpPr/>
            <p:nvPr/>
          </p:nvSpPr>
          <p:spPr>
            <a:xfrm>
              <a:off x="5405126" y="1552865"/>
              <a:ext cx="23473" cy="33084"/>
            </a:xfrm>
            <a:custGeom>
              <a:avLst/>
              <a:pathLst>
                <a:path w="23473" h="33084">
                  <a:moveTo>
                    <a:pt x="9477" y="1121"/>
                  </a:moveTo>
                  <a:lnTo>
                    <a:pt x="12388" y="5540"/>
                  </a:lnTo>
                  <a:lnTo>
                    <a:pt x="13663" y="15259"/>
                  </a:lnTo>
                  <a:lnTo>
                    <a:pt x="21664" y="15707"/>
                  </a:lnTo>
                  <a:lnTo>
                    <a:pt x="18730" y="17527"/>
                  </a:lnTo>
                  <a:lnTo>
                    <a:pt x="18995" y="22854"/>
                  </a:lnTo>
                  <a:lnTo>
                    <a:pt x="21170" y="25782"/>
                  </a:lnTo>
                  <a:lnTo>
                    <a:pt x="22012" y="24498"/>
                  </a:lnTo>
                  <a:lnTo>
                    <a:pt x="23473" y="28476"/>
                  </a:lnTo>
                  <a:lnTo>
                    <a:pt x="15771" y="33084"/>
                  </a:lnTo>
                  <a:lnTo>
                    <a:pt x="14303" y="28528"/>
                  </a:lnTo>
                  <a:lnTo>
                    <a:pt x="9016" y="28329"/>
                  </a:lnTo>
                  <a:lnTo>
                    <a:pt x="4700" y="24709"/>
                  </a:lnTo>
                  <a:lnTo>
                    <a:pt x="2429" y="20406"/>
                  </a:lnTo>
                  <a:lnTo>
                    <a:pt x="0" y="19425"/>
                  </a:lnTo>
                  <a:lnTo>
                    <a:pt x="1810" y="16681"/>
                  </a:lnTo>
                  <a:lnTo>
                    <a:pt x="2276" y="9174"/>
                  </a:lnTo>
                  <a:lnTo>
                    <a:pt x="6428" y="8943"/>
                  </a:lnTo>
                  <a:lnTo>
                    <a:pt x="539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h5534"/>
            <p:cNvSpPr/>
            <p:nvPr/>
          </p:nvSpPr>
          <p:spPr>
            <a:xfrm>
              <a:off x="5443668" y="1644543"/>
              <a:ext cx="86080" cy="48606"/>
            </a:xfrm>
            <a:custGeom>
              <a:avLst/>
              <a:pathLst>
                <a:path w="86080" h="48606">
                  <a:moveTo>
                    <a:pt x="69930" y="3872"/>
                  </a:moveTo>
                  <a:lnTo>
                    <a:pt x="74986" y="2567"/>
                  </a:lnTo>
                  <a:lnTo>
                    <a:pt x="77550" y="1167"/>
                  </a:lnTo>
                  <a:lnTo>
                    <a:pt x="78457" y="4722"/>
                  </a:lnTo>
                  <a:lnTo>
                    <a:pt x="86080" y="6581"/>
                  </a:lnTo>
                  <a:lnTo>
                    <a:pt x="81368" y="8939"/>
                  </a:lnTo>
                  <a:lnTo>
                    <a:pt x="78959" y="10156"/>
                  </a:lnTo>
                  <a:lnTo>
                    <a:pt x="78599" y="11794"/>
                  </a:lnTo>
                  <a:lnTo>
                    <a:pt x="76067" y="14156"/>
                  </a:lnTo>
                  <a:lnTo>
                    <a:pt x="73395" y="13794"/>
                  </a:lnTo>
                  <a:lnTo>
                    <a:pt x="73468" y="18544"/>
                  </a:lnTo>
                  <a:lnTo>
                    <a:pt x="75103" y="22155"/>
                  </a:lnTo>
                  <a:lnTo>
                    <a:pt x="74959" y="23571"/>
                  </a:lnTo>
                  <a:lnTo>
                    <a:pt x="70539" y="27022"/>
                  </a:lnTo>
                  <a:lnTo>
                    <a:pt x="70509" y="28462"/>
                  </a:lnTo>
                  <a:lnTo>
                    <a:pt x="73241" y="34265"/>
                  </a:lnTo>
                  <a:lnTo>
                    <a:pt x="76314" y="32686"/>
                  </a:lnTo>
                  <a:lnTo>
                    <a:pt x="79208" y="40413"/>
                  </a:lnTo>
                  <a:lnTo>
                    <a:pt x="76160" y="41523"/>
                  </a:lnTo>
                  <a:lnTo>
                    <a:pt x="68700" y="38565"/>
                  </a:lnTo>
                  <a:lnTo>
                    <a:pt x="69925" y="44645"/>
                  </a:lnTo>
                  <a:lnTo>
                    <a:pt x="59586" y="48482"/>
                  </a:lnTo>
                  <a:lnTo>
                    <a:pt x="57951" y="45289"/>
                  </a:lnTo>
                  <a:lnTo>
                    <a:pt x="46195" y="43469"/>
                  </a:lnTo>
                  <a:lnTo>
                    <a:pt x="43729" y="39424"/>
                  </a:lnTo>
                  <a:lnTo>
                    <a:pt x="41993" y="38870"/>
                  </a:lnTo>
                  <a:lnTo>
                    <a:pt x="36543" y="40661"/>
                  </a:lnTo>
                  <a:lnTo>
                    <a:pt x="36578" y="41575"/>
                  </a:lnTo>
                  <a:lnTo>
                    <a:pt x="33416" y="42402"/>
                  </a:lnTo>
                  <a:lnTo>
                    <a:pt x="25848" y="42706"/>
                  </a:lnTo>
                  <a:lnTo>
                    <a:pt x="12694" y="44711"/>
                  </a:lnTo>
                  <a:lnTo>
                    <a:pt x="12000" y="48417"/>
                  </a:lnTo>
                  <a:lnTo>
                    <a:pt x="8436" y="48606"/>
                  </a:lnTo>
                  <a:lnTo>
                    <a:pt x="2921" y="37898"/>
                  </a:lnTo>
                  <a:lnTo>
                    <a:pt x="0" y="37051"/>
                  </a:lnTo>
                  <a:lnTo>
                    <a:pt x="94" y="35765"/>
                  </a:lnTo>
                  <a:lnTo>
                    <a:pt x="4384" y="36038"/>
                  </a:lnTo>
                  <a:lnTo>
                    <a:pt x="4572" y="31067"/>
                  </a:lnTo>
                  <a:lnTo>
                    <a:pt x="414" y="30784"/>
                  </a:lnTo>
                  <a:lnTo>
                    <a:pt x="994" y="21648"/>
                  </a:lnTo>
                  <a:lnTo>
                    <a:pt x="370" y="21414"/>
                  </a:lnTo>
                  <a:lnTo>
                    <a:pt x="1766" y="16848"/>
                  </a:lnTo>
                  <a:lnTo>
                    <a:pt x="7385" y="18462"/>
                  </a:lnTo>
                  <a:lnTo>
                    <a:pt x="10133" y="16404"/>
                  </a:lnTo>
                  <a:lnTo>
                    <a:pt x="13992" y="11304"/>
                  </a:lnTo>
                  <a:lnTo>
                    <a:pt x="17663" y="15768"/>
                  </a:lnTo>
                  <a:lnTo>
                    <a:pt x="20629" y="13337"/>
                  </a:lnTo>
                  <a:lnTo>
                    <a:pt x="18088" y="10516"/>
                  </a:lnTo>
                  <a:lnTo>
                    <a:pt x="19185" y="9411"/>
                  </a:lnTo>
                  <a:lnTo>
                    <a:pt x="22570" y="9290"/>
                  </a:lnTo>
                  <a:lnTo>
                    <a:pt x="32221" y="14769"/>
                  </a:lnTo>
                  <a:lnTo>
                    <a:pt x="33610" y="7438"/>
                  </a:lnTo>
                  <a:lnTo>
                    <a:pt x="31948" y="5473"/>
                  </a:lnTo>
                  <a:lnTo>
                    <a:pt x="29411" y="4183"/>
                  </a:lnTo>
                  <a:lnTo>
                    <a:pt x="29591" y="2492"/>
                  </a:lnTo>
                  <a:lnTo>
                    <a:pt x="33991" y="1355"/>
                  </a:lnTo>
                  <a:lnTo>
                    <a:pt x="37218" y="5791"/>
                  </a:lnTo>
                  <a:lnTo>
                    <a:pt x="41695" y="4143"/>
                  </a:lnTo>
                  <a:lnTo>
                    <a:pt x="42072" y="3243"/>
                  </a:lnTo>
                  <a:lnTo>
                    <a:pt x="46429" y="4403"/>
                  </a:lnTo>
                  <a:lnTo>
                    <a:pt x="46797" y="7658"/>
                  </a:lnTo>
                  <a:lnTo>
                    <a:pt x="62156" y="7243"/>
                  </a:lnTo>
                  <a:lnTo>
                    <a:pt x="65120" y="350"/>
                  </a:lnTo>
                  <a:lnTo>
                    <a:pt x="6621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h5535"/>
            <p:cNvSpPr/>
            <p:nvPr/>
          </p:nvSpPr>
          <p:spPr>
            <a:xfrm>
              <a:off x="5573627" y="1827254"/>
              <a:ext cx="26678" cy="36805"/>
            </a:xfrm>
            <a:custGeom>
              <a:avLst/>
              <a:pathLst>
                <a:path w="26678" h="36805">
                  <a:moveTo>
                    <a:pt x="12090" y="2459"/>
                  </a:moveTo>
                  <a:lnTo>
                    <a:pt x="19735" y="5300"/>
                  </a:lnTo>
                  <a:lnTo>
                    <a:pt x="22734" y="10193"/>
                  </a:lnTo>
                  <a:lnTo>
                    <a:pt x="21679" y="14401"/>
                  </a:lnTo>
                  <a:lnTo>
                    <a:pt x="21989" y="16684"/>
                  </a:lnTo>
                  <a:lnTo>
                    <a:pt x="26234" y="22396"/>
                  </a:lnTo>
                  <a:lnTo>
                    <a:pt x="26678" y="24046"/>
                  </a:lnTo>
                  <a:lnTo>
                    <a:pt x="23594" y="24887"/>
                  </a:lnTo>
                  <a:lnTo>
                    <a:pt x="22595" y="29007"/>
                  </a:lnTo>
                  <a:lnTo>
                    <a:pt x="23806" y="29432"/>
                  </a:lnTo>
                  <a:lnTo>
                    <a:pt x="23151" y="31285"/>
                  </a:lnTo>
                  <a:lnTo>
                    <a:pt x="23841" y="33192"/>
                  </a:lnTo>
                  <a:lnTo>
                    <a:pt x="19788" y="36049"/>
                  </a:lnTo>
                  <a:lnTo>
                    <a:pt x="16214" y="36805"/>
                  </a:lnTo>
                  <a:lnTo>
                    <a:pt x="14745" y="36178"/>
                  </a:lnTo>
                  <a:lnTo>
                    <a:pt x="10103" y="30303"/>
                  </a:lnTo>
                  <a:lnTo>
                    <a:pt x="3859" y="30747"/>
                  </a:lnTo>
                  <a:lnTo>
                    <a:pt x="1901" y="33338"/>
                  </a:lnTo>
                  <a:lnTo>
                    <a:pt x="0" y="33434"/>
                  </a:lnTo>
                  <a:lnTo>
                    <a:pt x="1000" y="29463"/>
                  </a:lnTo>
                  <a:lnTo>
                    <a:pt x="1873" y="29770"/>
                  </a:lnTo>
                  <a:lnTo>
                    <a:pt x="3483" y="23802"/>
                  </a:lnTo>
                  <a:lnTo>
                    <a:pt x="4968" y="12779"/>
                  </a:lnTo>
                  <a:lnTo>
                    <a:pt x="4912" y="9111"/>
                  </a:lnTo>
                  <a:lnTo>
                    <a:pt x="2624" y="10802"/>
                  </a:lnTo>
                  <a:lnTo>
                    <a:pt x="974" y="10056"/>
                  </a:lnTo>
                  <a:lnTo>
                    <a:pt x="880" y="4691"/>
                  </a:lnTo>
                  <a:lnTo>
                    <a:pt x="2575" y="2699"/>
                  </a:lnTo>
                  <a:lnTo>
                    <a:pt x="1055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h5536"/>
            <p:cNvSpPr/>
            <p:nvPr/>
          </p:nvSpPr>
          <p:spPr>
            <a:xfrm>
              <a:off x="5436336" y="1583497"/>
              <a:ext cx="53531" cy="66837"/>
            </a:xfrm>
            <a:custGeom>
              <a:avLst/>
              <a:pathLst>
                <a:path w="53531" h="66837">
                  <a:moveTo>
                    <a:pt x="13286" y="3237"/>
                  </a:moveTo>
                  <a:lnTo>
                    <a:pt x="13851" y="564"/>
                  </a:lnTo>
                  <a:lnTo>
                    <a:pt x="16159" y="2161"/>
                  </a:lnTo>
                  <a:lnTo>
                    <a:pt x="18713" y="6900"/>
                  </a:lnTo>
                  <a:lnTo>
                    <a:pt x="24190" y="7876"/>
                  </a:lnTo>
                  <a:lnTo>
                    <a:pt x="26561" y="10094"/>
                  </a:lnTo>
                  <a:lnTo>
                    <a:pt x="23504" y="12296"/>
                  </a:lnTo>
                  <a:lnTo>
                    <a:pt x="24416" y="17744"/>
                  </a:lnTo>
                  <a:lnTo>
                    <a:pt x="28647" y="16027"/>
                  </a:lnTo>
                  <a:lnTo>
                    <a:pt x="29049" y="16788"/>
                  </a:lnTo>
                  <a:lnTo>
                    <a:pt x="29313" y="18272"/>
                  </a:lnTo>
                  <a:lnTo>
                    <a:pt x="27132" y="19169"/>
                  </a:lnTo>
                  <a:lnTo>
                    <a:pt x="26959" y="20416"/>
                  </a:lnTo>
                  <a:lnTo>
                    <a:pt x="30893" y="20911"/>
                  </a:lnTo>
                  <a:lnTo>
                    <a:pt x="31714" y="18718"/>
                  </a:lnTo>
                  <a:lnTo>
                    <a:pt x="33956" y="19843"/>
                  </a:lnTo>
                  <a:lnTo>
                    <a:pt x="36316" y="21685"/>
                  </a:lnTo>
                  <a:lnTo>
                    <a:pt x="40393" y="26650"/>
                  </a:lnTo>
                  <a:lnTo>
                    <a:pt x="40934" y="28763"/>
                  </a:lnTo>
                  <a:lnTo>
                    <a:pt x="47308" y="32817"/>
                  </a:lnTo>
                  <a:lnTo>
                    <a:pt x="47820" y="32541"/>
                  </a:lnTo>
                  <a:lnTo>
                    <a:pt x="50561" y="37131"/>
                  </a:lnTo>
                  <a:lnTo>
                    <a:pt x="49922" y="38011"/>
                  </a:lnTo>
                  <a:lnTo>
                    <a:pt x="51065" y="46950"/>
                  </a:lnTo>
                  <a:lnTo>
                    <a:pt x="53531" y="55341"/>
                  </a:lnTo>
                  <a:lnTo>
                    <a:pt x="49278" y="58767"/>
                  </a:lnTo>
                  <a:lnTo>
                    <a:pt x="49851" y="62313"/>
                  </a:lnTo>
                  <a:lnTo>
                    <a:pt x="49404" y="64289"/>
                  </a:lnTo>
                  <a:lnTo>
                    <a:pt x="49027" y="65189"/>
                  </a:lnTo>
                  <a:lnTo>
                    <a:pt x="44550" y="66837"/>
                  </a:lnTo>
                  <a:lnTo>
                    <a:pt x="41323" y="62401"/>
                  </a:lnTo>
                  <a:lnTo>
                    <a:pt x="36923" y="63539"/>
                  </a:lnTo>
                  <a:lnTo>
                    <a:pt x="36743" y="65229"/>
                  </a:lnTo>
                  <a:lnTo>
                    <a:pt x="33930" y="63498"/>
                  </a:lnTo>
                  <a:lnTo>
                    <a:pt x="34338" y="59378"/>
                  </a:lnTo>
                  <a:lnTo>
                    <a:pt x="37098" y="55676"/>
                  </a:lnTo>
                  <a:lnTo>
                    <a:pt x="34827" y="53931"/>
                  </a:lnTo>
                  <a:lnTo>
                    <a:pt x="31189" y="57322"/>
                  </a:lnTo>
                  <a:lnTo>
                    <a:pt x="29550" y="56177"/>
                  </a:lnTo>
                  <a:lnTo>
                    <a:pt x="23026" y="50327"/>
                  </a:lnTo>
                  <a:lnTo>
                    <a:pt x="24128" y="47877"/>
                  </a:lnTo>
                  <a:lnTo>
                    <a:pt x="25703" y="47916"/>
                  </a:lnTo>
                  <a:lnTo>
                    <a:pt x="24816" y="46956"/>
                  </a:lnTo>
                  <a:lnTo>
                    <a:pt x="21377" y="46569"/>
                  </a:lnTo>
                  <a:lnTo>
                    <a:pt x="17433" y="49136"/>
                  </a:lnTo>
                  <a:lnTo>
                    <a:pt x="12955" y="48726"/>
                  </a:lnTo>
                  <a:lnTo>
                    <a:pt x="10224" y="46875"/>
                  </a:lnTo>
                  <a:lnTo>
                    <a:pt x="10453" y="43529"/>
                  </a:lnTo>
                  <a:lnTo>
                    <a:pt x="15793" y="43863"/>
                  </a:lnTo>
                  <a:lnTo>
                    <a:pt x="15397" y="41758"/>
                  </a:lnTo>
                  <a:lnTo>
                    <a:pt x="9740" y="35606"/>
                  </a:lnTo>
                  <a:lnTo>
                    <a:pt x="6817" y="37066"/>
                  </a:lnTo>
                  <a:lnTo>
                    <a:pt x="5818" y="36190"/>
                  </a:lnTo>
                  <a:lnTo>
                    <a:pt x="6302" y="35033"/>
                  </a:lnTo>
                  <a:lnTo>
                    <a:pt x="10616" y="32347"/>
                  </a:lnTo>
                  <a:lnTo>
                    <a:pt x="9102" y="30712"/>
                  </a:lnTo>
                  <a:lnTo>
                    <a:pt x="4175" y="29062"/>
                  </a:lnTo>
                  <a:lnTo>
                    <a:pt x="2646" y="26440"/>
                  </a:lnTo>
                  <a:lnTo>
                    <a:pt x="3055" y="24069"/>
                  </a:lnTo>
                  <a:lnTo>
                    <a:pt x="5463" y="19844"/>
                  </a:lnTo>
                  <a:lnTo>
                    <a:pt x="2805" y="17571"/>
                  </a:lnTo>
                  <a:lnTo>
                    <a:pt x="0" y="16297"/>
                  </a:lnTo>
                  <a:lnTo>
                    <a:pt x="2013" y="13059"/>
                  </a:lnTo>
                  <a:lnTo>
                    <a:pt x="1042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h5537"/>
            <p:cNvSpPr/>
            <p:nvPr/>
          </p:nvSpPr>
          <p:spPr>
            <a:xfrm>
              <a:off x="7383281" y="3074185"/>
              <a:ext cx="44764" cy="32282"/>
            </a:xfrm>
            <a:custGeom>
              <a:avLst/>
              <a:pathLst>
                <a:path w="44764" h="32282">
                  <a:moveTo>
                    <a:pt x="9257" y="1118"/>
                  </a:moveTo>
                  <a:lnTo>
                    <a:pt x="10018" y="3363"/>
                  </a:lnTo>
                  <a:lnTo>
                    <a:pt x="19809" y="8189"/>
                  </a:lnTo>
                  <a:lnTo>
                    <a:pt x="21652" y="6021"/>
                  </a:lnTo>
                  <a:lnTo>
                    <a:pt x="23424" y="7707"/>
                  </a:lnTo>
                  <a:lnTo>
                    <a:pt x="26346" y="7929"/>
                  </a:lnTo>
                  <a:lnTo>
                    <a:pt x="28226" y="7266"/>
                  </a:lnTo>
                  <a:lnTo>
                    <a:pt x="30804" y="7833"/>
                  </a:lnTo>
                  <a:lnTo>
                    <a:pt x="32494" y="9085"/>
                  </a:lnTo>
                  <a:lnTo>
                    <a:pt x="32930" y="10155"/>
                  </a:lnTo>
                  <a:lnTo>
                    <a:pt x="32125" y="12263"/>
                  </a:lnTo>
                  <a:lnTo>
                    <a:pt x="33760" y="14815"/>
                  </a:lnTo>
                  <a:lnTo>
                    <a:pt x="44131" y="16653"/>
                  </a:lnTo>
                  <a:lnTo>
                    <a:pt x="44764" y="20682"/>
                  </a:lnTo>
                  <a:lnTo>
                    <a:pt x="40951" y="25995"/>
                  </a:lnTo>
                  <a:lnTo>
                    <a:pt x="36044" y="28986"/>
                  </a:lnTo>
                  <a:lnTo>
                    <a:pt x="28453" y="26690"/>
                  </a:lnTo>
                  <a:lnTo>
                    <a:pt x="26280" y="30231"/>
                  </a:lnTo>
                  <a:lnTo>
                    <a:pt x="23026" y="30401"/>
                  </a:lnTo>
                  <a:lnTo>
                    <a:pt x="21978" y="29467"/>
                  </a:lnTo>
                  <a:lnTo>
                    <a:pt x="19289" y="30160"/>
                  </a:lnTo>
                  <a:lnTo>
                    <a:pt x="20583" y="31537"/>
                  </a:lnTo>
                  <a:lnTo>
                    <a:pt x="23061" y="31329"/>
                  </a:lnTo>
                  <a:lnTo>
                    <a:pt x="21699" y="32282"/>
                  </a:lnTo>
                  <a:lnTo>
                    <a:pt x="20554" y="32192"/>
                  </a:lnTo>
                  <a:lnTo>
                    <a:pt x="16578" y="28587"/>
                  </a:lnTo>
                  <a:lnTo>
                    <a:pt x="15717" y="28732"/>
                  </a:lnTo>
                  <a:lnTo>
                    <a:pt x="14514" y="28365"/>
                  </a:lnTo>
                  <a:lnTo>
                    <a:pt x="12672" y="25509"/>
                  </a:lnTo>
                  <a:lnTo>
                    <a:pt x="10508" y="20514"/>
                  </a:lnTo>
                  <a:lnTo>
                    <a:pt x="10826" y="19004"/>
                  </a:lnTo>
                  <a:lnTo>
                    <a:pt x="10016" y="16775"/>
                  </a:lnTo>
                  <a:lnTo>
                    <a:pt x="8756" y="15285"/>
                  </a:lnTo>
                  <a:lnTo>
                    <a:pt x="4221" y="13214"/>
                  </a:lnTo>
                  <a:lnTo>
                    <a:pt x="0" y="8967"/>
                  </a:lnTo>
                  <a:lnTo>
                    <a:pt x="1308" y="9219"/>
                  </a:lnTo>
                  <a:lnTo>
                    <a:pt x="4629" y="3389"/>
                  </a:lnTo>
                  <a:lnTo>
                    <a:pt x="797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h5538"/>
            <p:cNvSpPr/>
            <p:nvPr/>
          </p:nvSpPr>
          <p:spPr>
            <a:xfrm>
              <a:off x="7579719" y="3068780"/>
              <a:ext cx="85713" cy="83100"/>
            </a:xfrm>
            <a:custGeom>
              <a:avLst/>
              <a:pathLst>
                <a:path w="85713" h="83100">
                  <a:moveTo>
                    <a:pt x="19025" y="0"/>
                  </a:moveTo>
                  <a:lnTo>
                    <a:pt x="19088" y="2922"/>
                  </a:lnTo>
                  <a:lnTo>
                    <a:pt x="20797" y="4424"/>
                  </a:lnTo>
                  <a:lnTo>
                    <a:pt x="22355" y="4207"/>
                  </a:lnTo>
                  <a:lnTo>
                    <a:pt x="27631" y="6531"/>
                  </a:lnTo>
                  <a:lnTo>
                    <a:pt x="28975" y="7985"/>
                  </a:lnTo>
                  <a:lnTo>
                    <a:pt x="35796" y="9262"/>
                  </a:lnTo>
                  <a:lnTo>
                    <a:pt x="41106" y="9393"/>
                  </a:lnTo>
                  <a:lnTo>
                    <a:pt x="50112" y="15124"/>
                  </a:lnTo>
                  <a:lnTo>
                    <a:pt x="51832" y="17662"/>
                  </a:lnTo>
                  <a:lnTo>
                    <a:pt x="54388" y="18763"/>
                  </a:lnTo>
                  <a:lnTo>
                    <a:pt x="62790" y="18252"/>
                  </a:lnTo>
                  <a:lnTo>
                    <a:pt x="65690" y="19442"/>
                  </a:lnTo>
                  <a:lnTo>
                    <a:pt x="80760" y="18389"/>
                  </a:lnTo>
                  <a:lnTo>
                    <a:pt x="82142" y="35890"/>
                  </a:lnTo>
                  <a:lnTo>
                    <a:pt x="85713" y="82611"/>
                  </a:lnTo>
                  <a:lnTo>
                    <a:pt x="80651" y="83100"/>
                  </a:lnTo>
                  <a:lnTo>
                    <a:pt x="80290" y="77732"/>
                  </a:lnTo>
                  <a:lnTo>
                    <a:pt x="77153" y="76086"/>
                  </a:lnTo>
                  <a:lnTo>
                    <a:pt x="67971" y="77408"/>
                  </a:lnTo>
                  <a:lnTo>
                    <a:pt x="63629" y="71727"/>
                  </a:lnTo>
                  <a:lnTo>
                    <a:pt x="63270" y="67776"/>
                  </a:lnTo>
                  <a:lnTo>
                    <a:pt x="59069" y="67487"/>
                  </a:lnTo>
                  <a:lnTo>
                    <a:pt x="55774" y="69120"/>
                  </a:lnTo>
                  <a:lnTo>
                    <a:pt x="53103" y="65995"/>
                  </a:lnTo>
                  <a:lnTo>
                    <a:pt x="47699" y="65928"/>
                  </a:lnTo>
                  <a:lnTo>
                    <a:pt x="45280" y="69536"/>
                  </a:lnTo>
                  <a:lnTo>
                    <a:pt x="42898" y="69543"/>
                  </a:lnTo>
                  <a:lnTo>
                    <a:pt x="41980" y="68174"/>
                  </a:lnTo>
                  <a:lnTo>
                    <a:pt x="42358" y="65014"/>
                  </a:lnTo>
                  <a:lnTo>
                    <a:pt x="41556" y="63867"/>
                  </a:lnTo>
                  <a:lnTo>
                    <a:pt x="37660" y="62043"/>
                  </a:lnTo>
                  <a:lnTo>
                    <a:pt x="35576" y="62088"/>
                  </a:lnTo>
                  <a:lnTo>
                    <a:pt x="34316" y="63330"/>
                  </a:lnTo>
                  <a:lnTo>
                    <a:pt x="32375" y="63238"/>
                  </a:lnTo>
                  <a:lnTo>
                    <a:pt x="27747" y="60695"/>
                  </a:lnTo>
                  <a:lnTo>
                    <a:pt x="29131" y="58801"/>
                  </a:lnTo>
                  <a:lnTo>
                    <a:pt x="28756" y="57918"/>
                  </a:lnTo>
                  <a:lnTo>
                    <a:pt x="23523" y="59272"/>
                  </a:lnTo>
                  <a:lnTo>
                    <a:pt x="21871" y="61226"/>
                  </a:lnTo>
                  <a:lnTo>
                    <a:pt x="20686" y="64338"/>
                  </a:lnTo>
                  <a:lnTo>
                    <a:pt x="19648" y="64743"/>
                  </a:lnTo>
                  <a:lnTo>
                    <a:pt x="19262" y="64176"/>
                  </a:lnTo>
                  <a:lnTo>
                    <a:pt x="17788" y="62927"/>
                  </a:lnTo>
                  <a:lnTo>
                    <a:pt x="16970" y="60671"/>
                  </a:lnTo>
                  <a:lnTo>
                    <a:pt x="17003" y="53079"/>
                  </a:lnTo>
                  <a:lnTo>
                    <a:pt x="16135" y="47257"/>
                  </a:lnTo>
                  <a:lnTo>
                    <a:pt x="6619" y="47989"/>
                  </a:lnTo>
                  <a:lnTo>
                    <a:pt x="6894" y="48818"/>
                  </a:lnTo>
                  <a:lnTo>
                    <a:pt x="10782" y="50312"/>
                  </a:lnTo>
                  <a:lnTo>
                    <a:pt x="10858" y="52043"/>
                  </a:lnTo>
                  <a:lnTo>
                    <a:pt x="8707" y="52025"/>
                  </a:lnTo>
                  <a:lnTo>
                    <a:pt x="4004" y="54429"/>
                  </a:lnTo>
                  <a:lnTo>
                    <a:pt x="748" y="54061"/>
                  </a:lnTo>
                  <a:lnTo>
                    <a:pt x="0" y="45530"/>
                  </a:lnTo>
                  <a:lnTo>
                    <a:pt x="3085" y="38384"/>
                  </a:lnTo>
                  <a:lnTo>
                    <a:pt x="3027" y="37112"/>
                  </a:lnTo>
                  <a:lnTo>
                    <a:pt x="2160" y="36237"/>
                  </a:lnTo>
                  <a:lnTo>
                    <a:pt x="3429" y="32278"/>
                  </a:lnTo>
                  <a:lnTo>
                    <a:pt x="7385" y="34471"/>
                  </a:lnTo>
                  <a:lnTo>
                    <a:pt x="9297" y="30113"/>
                  </a:lnTo>
                  <a:lnTo>
                    <a:pt x="8373" y="17220"/>
                  </a:lnTo>
                  <a:lnTo>
                    <a:pt x="8850" y="8608"/>
                  </a:lnTo>
                  <a:lnTo>
                    <a:pt x="11036" y="3666"/>
                  </a:lnTo>
                  <a:lnTo>
                    <a:pt x="11760" y="55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h5539"/>
            <p:cNvSpPr/>
            <p:nvPr/>
          </p:nvSpPr>
          <p:spPr>
            <a:xfrm>
              <a:off x="7426563" y="3126341"/>
              <a:ext cx="28081" cy="34577"/>
            </a:xfrm>
            <a:custGeom>
              <a:avLst/>
              <a:pathLst>
                <a:path w="28081" h="34577">
                  <a:moveTo>
                    <a:pt x="16533" y="5"/>
                  </a:moveTo>
                  <a:lnTo>
                    <a:pt x="18792" y="41"/>
                  </a:lnTo>
                  <a:lnTo>
                    <a:pt x="18464" y="2516"/>
                  </a:lnTo>
                  <a:lnTo>
                    <a:pt x="16084" y="2497"/>
                  </a:lnTo>
                  <a:lnTo>
                    <a:pt x="18269" y="8687"/>
                  </a:lnTo>
                  <a:lnTo>
                    <a:pt x="16900" y="12165"/>
                  </a:lnTo>
                  <a:lnTo>
                    <a:pt x="17961" y="16565"/>
                  </a:lnTo>
                  <a:lnTo>
                    <a:pt x="20007" y="18392"/>
                  </a:lnTo>
                  <a:lnTo>
                    <a:pt x="21484" y="18351"/>
                  </a:lnTo>
                  <a:lnTo>
                    <a:pt x="23240" y="19917"/>
                  </a:lnTo>
                  <a:lnTo>
                    <a:pt x="23519" y="25948"/>
                  </a:lnTo>
                  <a:lnTo>
                    <a:pt x="27003" y="28314"/>
                  </a:lnTo>
                  <a:lnTo>
                    <a:pt x="28081" y="31771"/>
                  </a:lnTo>
                  <a:lnTo>
                    <a:pt x="27289" y="32900"/>
                  </a:lnTo>
                  <a:lnTo>
                    <a:pt x="27095" y="33737"/>
                  </a:lnTo>
                  <a:lnTo>
                    <a:pt x="25519" y="34577"/>
                  </a:lnTo>
                  <a:lnTo>
                    <a:pt x="24188" y="30999"/>
                  </a:lnTo>
                  <a:lnTo>
                    <a:pt x="23384" y="30483"/>
                  </a:lnTo>
                  <a:lnTo>
                    <a:pt x="20916" y="29905"/>
                  </a:lnTo>
                  <a:lnTo>
                    <a:pt x="18083" y="31552"/>
                  </a:lnTo>
                  <a:lnTo>
                    <a:pt x="17171" y="31075"/>
                  </a:lnTo>
                  <a:lnTo>
                    <a:pt x="15029" y="31250"/>
                  </a:lnTo>
                  <a:lnTo>
                    <a:pt x="11631" y="29595"/>
                  </a:lnTo>
                  <a:lnTo>
                    <a:pt x="10152" y="27515"/>
                  </a:lnTo>
                  <a:lnTo>
                    <a:pt x="7205" y="25418"/>
                  </a:lnTo>
                  <a:lnTo>
                    <a:pt x="6808" y="22396"/>
                  </a:lnTo>
                  <a:lnTo>
                    <a:pt x="5484" y="20988"/>
                  </a:lnTo>
                  <a:lnTo>
                    <a:pt x="3758" y="20350"/>
                  </a:lnTo>
                  <a:lnTo>
                    <a:pt x="2307" y="18313"/>
                  </a:lnTo>
                  <a:lnTo>
                    <a:pt x="1725" y="13329"/>
                  </a:lnTo>
                  <a:lnTo>
                    <a:pt x="2411" y="10398"/>
                  </a:lnTo>
                  <a:lnTo>
                    <a:pt x="1932" y="9939"/>
                  </a:lnTo>
                  <a:lnTo>
                    <a:pt x="2083" y="7603"/>
                  </a:lnTo>
                  <a:lnTo>
                    <a:pt x="1387" y="6871"/>
                  </a:lnTo>
                  <a:lnTo>
                    <a:pt x="378" y="7155"/>
                  </a:lnTo>
                  <a:lnTo>
                    <a:pt x="0" y="6215"/>
                  </a:lnTo>
                  <a:lnTo>
                    <a:pt x="1233" y="283"/>
                  </a:lnTo>
                  <a:lnTo>
                    <a:pt x="2268" y="0"/>
                  </a:lnTo>
                  <a:lnTo>
                    <a:pt x="4142" y="1612"/>
                  </a:lnTo>
                  <a:lnTo>
                    <a:pt x="4880" y="4542"/>
                  </a:lnTo>
                  <a:lnTo>
                    <a:pt x="8096" y="6537"/>
                  </a:lnTo>
                  <a:lnTo>
                    <a:pt x="9141" y="5795"/>
                  </a:lnTo>
                  <a:lnTo>
                    <a:pt x="8217" y="3093"/>
                  </a:lnTo>
                  <a:lnTo>
                    <a:pt x="12069" y="1523"/>
                  </a:lnTo>
                  <a:lnTo>
                    <a:pt x="15004" y="2879"/>
                  </a:lnTo>
                  <a:lnTo>
                    <a:pt x="14558" y="9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h5540"/>
            <p:cNvSpPr/>
            <p:nvPr/>
          </p:nvSpPr>
          <p:spPr>
            <a:xfrm>
              <a:off x="7443463" y="3135029"/>
              <a:ext cx="42634" cy="40152"/>
            </a:xfrm>
            <a:custGeom>
              <a:avLst/>
              <a:pathLst>
                <a:path w="42634" h="40152">
                  <a:moveTo>
                    <a:pt x="4283" y="1733"/>
                  </a:moveTo>
                  <a:lnTo>
                    <a:pt x="4876" y="5836"/>
                  </a:lnTo>
                  <a:lnTo>
                    <a:pt x="8571" y="6060"/>
                  </a:lnTo>
                  <a:lnTo>
                    <a:pt x="14607" y="5030"/>
                  </a:lnTo>
                  <a:lnTo>
                    <a:pt x="17536" y="6521"/>
                  </a:lnTo>
                  <a:lnTo>
                    <a:pt x="22240" y="2964"/>
                  </a:lnTo>
                  <a:lnTo>
                    <a:pt x="25984" y="3168"/>
                  </a:lnTo>
                  <a:lnTo>
                    <a:pt x="29434" y="2106"/>
                  </a:lnTo>
                  <a:lnTo>
                    <a:pt x="31418" y="2784"/>
                  </a:lnTo>
                  <a:lnTo>
                    <a:pt x="34648" y="7068"/>
                  </a:lnTo>
                  <a:lnTo>
                    <a:pt x="36988" y="7703"/>
                  </a:lnTo>
                  <a:lnTo>
                    <a:pt x="42442" y="11645"/>
                  </a:lnTo>
                  <a:lnTo>
                    <a:pt x="42634" y="12198"/>
                  </a:lnTo>
                  <a:lnTo>
                    <a:pt x="40825" y="14612"/>
                  </a:lnTo>
                  <a:lnTo>
                    <a:pt x="39841" y="14214"/>
                  </a:lnTo>
                  <a:lnTo>
                    <a:pt x="37146" y="17892"/>
                  </a:lnTo>
                  <a:lnTo>
                    <a:pt x="37695" y="21136"/>
                  </a:lnTo>
                  <a:lnTo>
                    <a:pt x="36471" y="23081"/>
                  </a:lnTo>
                  <a:lnTo>
                    <a:pt x="34444" y="24592"/>
                  </a:lnTo>
                  <a:lnTo>
                    <a:pt x="31678" y="25391"/>
                  </a:lnTo>
                  <a:lnTo>
                    <a:pt x="30613" y="27386"/>
                  </a:lnTo>
                  <a:lnTo>
                    <a:pt x="29499" y="26013"/>
                  </a:lnTo>
                  <a:lnTo>
                    <a:pt x="29770" y="29675"/>
                  </a:lnTo>
                  <a:lnTo>
                    <a:pt x="28824" y="34620"/>
                  </a:lnTo>
                  <a:lnTo>
                    <a:pt x="22635" y="39574"/>
                  </a:lnTo>
                  <a:lnTo>
                    <a:pt x="20602" y="40152"/>
                  </a:lnTo>
                  <a:lnTo>
                    <a:pt x="18514" y="38252"/>
                  </a:lnTo>
                  <a:lnTo>
                    <a:pt x="18591" y="35242"/>
                  </a:lnTo>
                  <a:lnTo>
                    <a:pt x="15868" y="33085"/>
                  </a:lnTo>
                  <a:lnTo>
                    <a:pt x="14053" y="32534"/>
                  </a:lnTo>
                  <a:lnTo>
                    <a:pt x="11422" y="32938"/>
                  </a:lnTo>
                  <a:lnTo>
                    <a:pt x="12355" y="29987"/>
                  </a:lnTo>
                  <a:lnTo>
                    <a:pt x="10388" y="24213"/>
                  </a:lnTo>
                  <a:lnTo>
                    <a:pt x="11181" y="23083"/>
                  </a:lnTo>
                  <a:lnTo>
                    <a:pt x="10102" y="19627"/>
                  </a:lnTo>
                  <a:lnTo>
                    <a:pt x="6619" y="17261"/>
                  </a:lnTo>
                  <a:lnTo>
                    <a:pt x="6340" y="11230"/>
                  </a:lnTo>
                  <a:lnTo>
                    <a:pt x="4584" y="9664"/>
                  </a:lnTo>
                  <a:lnTo>
                    <a:pt x="3106" y="9705"/>
                  </a:lnTo>
                  <a:lnTo>
                    <a:pt x="1060" y="7878"/>
                  </a:lnTo>
                  <a:lnTo>
                    <a:pt x="0" y="3478"/>
                  </a:lnTo>
                  <a:lnTo>
                    <a:pt x="136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h5541"/>
            <p:cNvSpPr/>
            <p:nvPr/>
          </p:nvSpPr>
          <p:spPr>
            <a:xfrm>
              <a:off x="7368036" y="3046681"/>
              <a:ext cx="60009" cy="20380"/>
            </a:xfrm>
            <a:custGeom>
              <a:avLst/>
              <a:pathLst>
                <a:path w="60009" h="20380">
                  <a:moveTo>
                    <a:pt x="48572" y="0"/>
                  </a:moveTo>
                  <a:lnTo>
                    <a:pt x="52122" y="2032"/>
                  </a:lnTo>
                  <a:lnTo>
                    <a:pt x="57831" y="1879"/>
                  </a:lnTo>
                  <a:lnTo>
                    <a:pt x="59959" y="3092"/>
                  </a:lnTo>
                  <a:lnTo>
                    <a:pt x="60009" y="4091"/>
                  </a:lnTo>
                  <a:lnTo>
                    <a:pt x="52226" y="6805"/>
                  </a:lnTo>
                  <a:lnTo>
                    <a:pt x="50687" y="8037"/>
                  </a:lnTo>
                  <a:lnTo>
                    <a:pt x="49703" y="10741"/>
                  </a:lnTo>
                  <a:lnTo>
                    <a:pt x="50615" y="14411"/>
                  </a:lnTo>
                  <a:lnTo>
                    <a:pt x="48292" y="20135"/>
                  </a:lnTo>
                  <a:lnTo>
                    <a:pt x="45054" y="20380"/>
                  </a:lnTo>
                  <a:lnTo>
                    <a:pt x="43248" y="19241"/>
                  </a:lnTo>
                  <a:lnTo>
                    <a:pt x="42178" y="16346"/>
                  </a:lnTo>
                  <a:lnTo>
                    <a:pt x="39812" y="14837"/>
                  </a:lnTo>
                  <a:lnTo>
                    <a:pt x="35185" y="15080"/>
                  </a:lnTo>
                  <a:lnTo>
                    <a:pt x="31625" y="15841"/>
                  </a:lnTo>
                  <a:lnTo>
                    <a:pt x="30253" y="17377"/>
                  </a:lnTo>
                  <a:lnTo>
                    <a:pt x="26812" y="17608"/>
                  </a:lnTo>
                  <a:lnTo>
                    <a:pt x="25409" y="15679"/>
                  </a:lnTo>
                  <a:lnTo>
                    <a:pt x="26203" y="14605"/>
                  </a:lnTo>
                  <a:lnTo>
                    <a:pt x="27166" y="15746"/>
                  </a:lnTo>
                  <a:lnTo>
                    <a:pt x="28724" y="15780"/>
                  </a:lnTo>
                  <a:lnTo>
                    <a:pt x="27947" y="9992"/>
                  </a:lnTo>
                  <a:lnTo>
                    <a:pt x="26333" y="7840"/>
                  </a:lnTo>
                  <a:lnTo>
                    <a:pt x="22660" y="5302"/>
                  </a:lnTo>
                  <a:lnTo>
                    <a:pt x="19080" y="3922"/>
                  </a:lnTo>
                  <a:lnTo>
                    <a:pt x="10485" y="5155"/>
                  </a:lnTo>
                  <a:lnTo>
                    <a:pt x="10454" y="7835"/>
                  </a:lnTo>
                  <a:lnTo>
                    <a:pt x="7747" y="9704"/>
                  </a:lnTo>
                  <a:lnTo>
                    <a:pt x="6199" y="8651"/>
                  </a:lnTo>
                  <a:lnTo>
                    <a:pt x="2950" y="8791"/>
                  </a:lnTo>
                  <a:lnTo>
                    <a:pt x="1820" y="9769"/>
                  </a:lnTo>
                  <a:lnTo>
                    <a:pt x="0" y="7088"/>
                  </a:lnTo>
                  <a:lnTo>
                    <a:pt x="14397" y="323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h5542"/>
            <p:cNvSpPr/>
            <p:nvPr/>
          </p:nvSpPr>
          <p:spPr>
            <a:xfrm>
              <a:off x="7463722" y="3074840"/>
              <a:ext cx="68427" cy="75096"/>
            </a:xfrm>
            <a:custGeom>
              <a:avLst/>
              <a:pathLst>
                <a:path w="68427" h="75096">
                  <a:moveTo>
                    <a:pt x="22568" y="217"/>
                  </a:moveTo>
                  <a:lnTo>
                    <a:pt x="27559" y="7818"/>
                  </a:lnTo>
                  <a:lnTo>
                    <a:pt x="30143" y="8242"/>
                  </a:lnTo>
                  <a:lnTo>
                    <a:pt x="35868" y="4083"/>
                  </a:lnTo>
                  <a:lnTo>
                    <a:pt x="35132" y="2599"/>
                  </a:lnTo>
                  <a:lnTo>
                    <a:pt x="32769" y="919"/>
                  </a:lnTo>
                  <a:lnTo>
                    <a:pt x="35934" y="255"/>
                  </a:lnTo>
                  <a:lnTo>
                    <a:pt x="40519" y="4363"/>
                  </a:lnTo>
                  <a:lnTo>
                    <a:pt x="43575" y="2130"/>
                  </a:lnTo>
                  <a:lnTo>
                    <a:pt x="46906" y="3137"/>
                  </a:lnTo>
                  <a:lnTo>
                    <a:pt x="47000" y="4933"/>
                  </a:lnTo>
                  <a:lnTo>
                    <a:pt x="45092" y="7809"/>
                  </a:lnTo>
                  <a:lnTo>
                    <a:pt x="43884" y="11597"/>
                  </a:lnTo>
                  <a:lnTo>
                    <a:pt x="45765" y="13273"/>
                  </a:lnTo>
                  <a:lnTo>
                    <a:pt x="46465" y="16594"/>
                  </a:lnTo>
                  <a:lnTo>
                    <a:pt x="45293" y="27002"/>
                  </a:lnTo>
                  <a:lnTo>
                    <a:pt x="48141" y="28853"/>
                  </a:lnTo>
                  <a:lnTo>
                    <a:pt x="57151" y="32006"/>
                  </a:lnTo>
                  <a:lnTo>
                    <a:pt x="58790" y="29379"/>
                  </a:lnTo>
                  <a:lnTo>
                    <a:pt x="62539" y="29281"/>
                  </a:lnTo>
                  <a:lnTo>
                    <a:pt x="61937" y="33647"/>
                  </a:lnTo>
                  <a:lnTo>
                    <a:pt x="65990" y="37329"/>
                  </a:lnTo>
                  <a:lnTo>
                    <a:pt x="66778" y="40087"/>
                  </a:lnTo>
                  <a:lnTo>
                    <a:pt x="65973" y="39557"/>
                  </a:lnTo>
                  <a:lnTo>
                    <a:pt x="68427" y="42832"/>
                  </a:lnTo>
                  <a:lnTo>
                    <a:pt x="68266" y="45108"/>
                  </a:lnTo>
                  <a:lnTo>
                    <a:pt x="65799" y="45566"/>
                  </a:lnTo>
                  <a:lnTo>
                    <a:pt x="65595" y="43845"/>
                  </a:lnTo>
                  <a:lnTo>
                    <a:pt x="63309" y="43104"/>
                  </a:lnTo>
                  <a:lnTo>
                    <a:pt x="60817" y="44463"/>
                  </a:lnTo>
                  <a:lnTo>
                    <a:pt x="57094" y="48434"/>
                  </a:lnTo>
                  <a:lnTo>
                    <a:pt x="52356" y="55138"/>
                  </a:lnTo>
                  <a:lnTo>
                    <a:pt x="45034" y="53260"/>
                  </a:lnTo>
                  <a:lnTo>
                    <a:pt x="43676" y="54465"/>
                  </a:lnTo>
                  <a:lnTo>
                    <a:pt x="44128" y="59987"/>
                  </a:lnTo>
                  <a:lnTo>
                    <a:pt x="43491" y="60310"/>
                  </a:lnTo>
                  <a:lnTo>
                    <a:pt x="43500" y="62561"/>
                  </a:lnTo>
                  <a:lnTo>
                    <a:pt x="44268" y="64581"/>
                  </a:lnTo>
                  <a:lnTo>
                    <a:pt x="37991" y="69468"/>
                  </a:lnTo>
                  <a:lnTo>
                    <a:pt x="34811" y="70941"/>
                  </a:lnTo>
                  <a:lnTo>
                    <a:pt x="29895" y="70691"/>
                  </a:lnTo>
                  <a:lnTo>
                    <a:pt x="25273" y="71361"/>
                  </a:lnTo>
                  <a:lnTo>
                    <a:pt x="24306" y="74044"/>
                  </a:lnTo>
                  <a:lnTo>
                    <a:pt x="21636" y="75096"/>
                  </a:lnTo>
                  <a:lnTo>
                    <a:pt x="20566" y="74801"/>
                  </a:lnTo>
                  <a:lnTo>
                    <a:pt x="22376" y="72387"/>
                  </a:lnTo>
                  <a:lnTo>
                    <a:pt x="22184" y="71834"/>
                  </a:lnTo>
                  <a:lnTo>
                    <a:pt x="16730" y="67892"/>
                  </a:lnTo>
                  <a:lnTo>
                    <a:pt x="14390" y="67257"/>
                  </a:lnTo>
                  <a:lnTo>
                    <a:pt x="11160" y="62973"/>
                  </a:lnTo>
                  <a:lnTo>
                    <a:pt x="9176" y="62295"/>
                  </a:lnTo>
                  <a:lnTo>
                    <a:pt x="5726" y="63356"/>
                  </a:lnTo>
                  <a:lnTo>
                    <a:pt x="4724" y="59828"/>
                  </a:lnTo>
                  <a:lnTo>
                    <a:pt x="5627" y="46556"/>
                  </a:lnTo>
                  <a:lnTo>
                    <a:pt x="4706" y="45245"/>
                  </a:lnTo>
                  <a:lnTo>
                    <a:pt x="4461" y="37470"/>
                  </a:lnTo>
                  <a:lnTo>
                    <a:pt x="1962" y="34308"/>
                  </a:lnTo>
                  <a:lnTo>
                    <a:pt x="1149" y="34307"/>
                  </a:lnTo>
                  <a:lnTo>
                    <a:pt x="0" y="31969"/>
                  </a:lnTo>
                  <a:lnTo>
                    <a:pt x="1469" y="30112"/>
                  </a:lnTo>
                  <a:lnTo>
                    <a:pt x="4496" y="30186"/>
                  </a:lnTo>
                  <a:lnTo>
                    <a:pt x="5540" y="29575"/>
                  </a:lnTo>
                  <a:lnTo>
                    <a:pt x="6372" y="26829"/>
                  </a:lnTo>
                  <a:lnTo>
                    <a:pt x="7983" y="25090"/>
                  </a:lnTo>
                  <a:lnTo>
                    <a:pt x="12029" y="23520"/>
                  </a:lnTo>
                  <a:lnTo>
                    <a:pt x="14075" y="24243"/>
                  </a:lnTo>
                  <a:lnTo>
                    <a:pt x="14651" y="19933"/>
                  </a:lnTo>
                  <a:lnTo>
                    <a:pt x="13154" y="18310"/>
                  </a:lnTo>
                  <a:lnTo>
                    <a:pt x="7265" y="17651"/>
                  </a:lnTo>
                  <a:lnTo>
                    <a:pt x="5352" y="16936"/>
                  </a:lnTo>
                  <a:lnTo>
                    <a:pt x="4442" y="15830"/>
                  </a:lnTo>
                  <a:lnTo>
                    <a:pt x="7596" y="12214"/>
                  </a:lnTo>
                  <a:lnTo>
                    <a:pt x="9886" y="14436"/>
                  </a:lnTo>
                  <a:lnTo>
                    <a:pt x="11082" y="12843"/>
                  </a:lnTo>
                  <a:lnTo>
                    <a:pt x="11283" y="13552"/>
                  </a:lnTo>
                  <a:lnTo>
                    <a:pt x="13857" y="13798"/>
                  </a:lnTo>
                  <a:lnTo>
                    <a:pt x="16179" y="13065"/>
                  </a:lnTo>
                  <a:lnTo>
                    <a:pt x="17875" y="10908"/>
                  </a:lnTo>
                  <a:lnTo>
                    <a:pt x="19095" y="2864"/>
                  </a:lnTo>
                  <a:lnTo>
                    <a:pt x="18805" y="1304"/>
                  </a:lnTo>
                  <a:lnTo>
                    <a:pt x="2082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h5543"/>
            <p:cNvSpPr/>
            <p:nvPr/>
          </p:nvSpPr>
          <p:spPr>
            <a:xfrm>
              <a:off x="7300717" y="3053769"/>
              <a:ext cx="98281" cy="54457"/>
            </a:xfrm>
            <a:custGeom>
              <a:avLst/>
              <a:pathLst>
                <a:path w="98281" h="54457">
                  <a:moveTo>
                    <a:pt x="69139" y="2681"/>
                  </a:moveTo>
                  <a:lnTo>
                    <a:pt x="68434" y="3259"/>
                  </a:lnTo>
                  <a:lnTo>
                    <a:pt x="67725" y="7219"/>
                  </a:lnTo>
                  <a:lnTo>
                    <a:pt x="72960" y="12528"/>
                  </a:lnTo>
                  <a:lnTo>
                    <a:pt x="73794" y="14591"/>
                  </a:lnTo>
                  <a:lnTo>
                    <a:pt x="74143" y="23165"/>
                  </a:lnTo>
                  <a:lnTo>
                    <a:pt x="78754" y="26098"/>
                  </a:lnTo>
                  <a:lnTo>
                    <a:pt x="80865" y="25175"/>
                  </a:lnTo>
                  <a:lnTo>
                    <a:pt x="82563" y="29384"/>
                  </a:lnTo>
                  <a:lnTo>
                    <a:pt x="86784" y="33631"/>
                  </a:lnTo>
                  <a:lnTo>
                    <a:pt x="91320" y="35702"/>
                  </a:lnTo>
                  <a:lnTo>
                    <a:pt x="92579" y="37192"/>
                  </a:lnTo>
                  <a:lnTo>
                    <a:pt x="93390" y="39420"/>
                  </a:lnTo>
                  <a:lnTo>
                    <a:pt x="93071" y="40930"/>
                  </a:lnTo>
                  <a:lnTo>
                    <a:pt x="95235" y="45925"/>
                  </a:lnTo>
                  <a:lnTo>
                    <a:pt x="97078" y="48781"/>
                  </a:lnTo>
                  <a:lnTo>
                    <a:pt x="98281" y="49148"/>
                  </a:lnTo>
                  <a:lnTo>
                    <a:pt x="96601" y="53332"/>
                  </a:lnTo>
                  <a:lnTo>
                    <a:pt x="88605" y="53529"/>
                  </a:lnTo>
                  <a:lnTo>
                    <a:pt x="85837" y="49702"/>
                  </a:lnTo>
                  <a:lnTo>
                    <a:pt x="82894" y="50821"/>
                  </a:lnTo>
                  <a:lnTo>
                    <a:pt x="70644" y="51587"/>
                  </a:lnTo>
                  <a:lnTo>
                    <a:pt x="66410" y="54092"/>
                  </a:lnTo>
                  <a:lnTo>
                    <a:pt x="63431" y="54457"/>
                  </a:lnTo>
                  <a:lnTo>
                    <a:pt x="60950" y="49472"/>
                  </a:lnTo>
                  <a:lnTo>
                    <a:pt x="60602" y="43877"/>
                  </a:lnTo>
                  <a:lnTo>
                    <a:pt x="52003" y="44386"/>
                  </a:lnTo>
                  <a:lnTo>
                    <a:pt x="51351" y="39017"/>
                  </a:lnTo>
                  <a:lnTo>
                    <a:pt x="46295" y="39334"/>
                  </a:lnTo>
                  <a:lnTo>
                    <a:pt x="44974" y="40804"/>
                  </a:lnTo>
                  <a:lnTo>
                    <a:pt x="35655" y="38231"/>
                  </a:lnTo>
                  <a:lnTo>
                    <a:pt x="28495" y="39794"/>
                  </a:lnTo>
                  <a:lnTo>
                    <a:pt x="26557" y="36962"/>
                  </a:lnTo>
                  <a:lnTo>
                    <a:pt x="25381" y="32677"/>
                  </a:lnTo>
                  <a:lnTo>
                    <a:pt x="18196" y="34124"/>
                  </a:lnTo>
                  <a:lnTo>
                    <a:pt x="16179" y="35218"/>
                  </a:lnTo>
                  <a:lnTo>
                    <a:pt x="14492" y="37298"/>
                  </a:lnTo>
                  <a:lnTo>
                    <a:pt x="13262" y="37501"/>
                  </a:lnTo>
                  <a:lnTo>
                    <a:pt x="12544" y="35126"/>
                  </a:lnTo>
                  <a:lnTo>
                    <a:pt x="16241" y="32546"/>
                  </a:lnTo>
                  <a:lnTo>
                    <a:pt x="15373" y="28705"/>
                  </a:lnTo>
                  <a:lnTo>
                    <a:pt x="13130" y="28055"/>
                  </a:lnTo>
                  <a:lnTo>
                    <a:pt x="927" y="29554"/>
                  </a:lnTo>
                  <a:lnTo>
                    <a:pt x="122" y="28865"/>
                  </a:lnTo>
                  <a:lnTo>
                    <a:pt x="0" y="27186"/>
                  </a:lnTo>
                  <a:lnTo>
                    <a:pt x="6731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h5544"/>
            <p:cNvSpPr/>
            <p:nvPr/>
          </p:nvSpPr>
          <p:spPr>
            <a:xfrm>
              <a:off x="7416609" y="3017334"/>
              <a:ext cx="101480" cy="71304"/>
            </a:xfrm>
            <a:custGeom>
              <a:avLst/>
              <a:pathLst>
                <a:path w="101480" h="71304">
                  <a:moveTo>
                    <a:pt x="71990" y="5930"/>
                  </a:moveTo>
                  <a:lnTo>
                    <a:pt x="75273" y="10852"/>
                  </a:lnTo>
                  <a:lnTo>
                    <a:pt x="75585" y="15859"/>
                  </a:lnTo>
                  <a:lnTo>
                    <a:pt x="77353" y="19250"/>
                  </a:lnTo>
                  <a:lnTo>
                    <a:pt x="83629" y="22255"/>
                  </a:lnTo>
                  <a:lnTo>
                    <a:pt x="86791" y="21641"/>
                  </a:lnTo>
                  <a:lnTo>
                    <a:pt x="88128" y="22609"/>
                  </a:lnTo>
                  <a:lnTo>
                    <a:pt x="87832" y="26275"/>
                  </a:lnTo>
                  <a:lnTo>
                    <a:pt x="84905" y="29622"/>
                  </a:lnTo>
                  <a:lnTo>
                    <a:pt x="89503" y="31750"/>
                  </a:lnTo>
                  <a:lnTo>
                    <a:pt x="94595" y="36967"/>
                  </a:lnTo>
                  <a:lnTo>
                    <a:pt x="92032" y="39593"/>
                  </a:lnTo>
                  <a:lnTo>
                    <a:pt x="98767" y="39928"/>
                  </a:lnTo>
                  <a:lnTo>
                    <a:pt x="100523" y="40974"/>
                  </a:lnTo>
                  <a:lnTo>
                    <a:pt x="101480" y="43846"/>
                  </a:lnTo>
                  <a:lnTo>
                    <a:pt x="99307" y="44456"/>
                  </a:lnTo>
                  <a:lnTo>
                    <a:pt x="94019" y="43330"/>
                  </a:lnTo>
                  <a:lnTo>
                    <a:pt x="91217" y="45584"/>
                  </a:lnTo>
                  <a:lnTo>
                    <a:pt x="88752" y="50506"/>
                  </a:lnTo>
                  <a:lnTo>
                    <a:pt x="90778" y="57733"/>
                  </a:lnTo>
                  <a:lnTo>
                    <a:pt x="92862" y="58058"/>
                  </a:lnTo>
                  <a:lnTo>
                    <a:pt x="94695" y="59581"/>
                  </a:lnTo>
                  <a:lnTo>
                    <a:pt x="94019" y="60643"/>
                  </a:lnTo>
                  <a:lnTo>
                    <a:pt x="90687" y="59636"/>
                  </a:lnTo>
                  <a:lnTo>
                    <a:pt x="87632" y="61869"/>
                  </a:lnTo>
                  <a:lnTo>
                    <a:pt x="83047" y="57761"/>
                  </a:lnTo>
                  <a:lnTo>
                    <a:pt x="79882" y="58425"/>
                  </a:lnTo>
                  <a:lnTo>
                    <a:pt x="82245" y="60105"/>
                  </a:lnTo>
                  <a:lnTo>
                    <a:pt x="82981" y="61589"/>
                  </a:lnTo>
                  <a:lnTo>
                    <a:pt x="77256" y="65748"/>
                  </a:lnTo>
                  <a:lnTo>
                    <a:pt x="74672" y="65325"/>
                  </a:lnTo>
                  <a:lnTo>
                    <a:pt x="69681" y="57723"/>
                  </a:lnTo>
                  <a:lnTo>
                    <a:pt x="67934" y="57506"/>
                  </a:lnTo>
                  <a:lnTo>
                    <a:pt x="65917" y="58810"/>
                  </a:lnTo>
                  <a:lnTo>
                    <a:pt x="66208" y="60370"/>
                  </a:lnTo>
                  <a:lnTo>
                    <a:pt x="64987" y="68414"/>
                  </a:lnTo>
                  <a:lnTo>
                    <a:pt x="63292" y="70571"/>
                  </a:lnTo>
                  <a:lnTo>
                    <a:pt x="60969" y="71304"/>
                  </a:lnTo>
                  <a:lnTo>
                    <a:pt x="58396" y="71059"/>
                  </a:lnTo>
                  <a:lnTo>
                    <a:pt x="58194" y="70350"/>
                  </a:lnTo>
                  <a:lnTo>
                    <a:pt x="56524" y="68956"/>
                  </a:lnTo>
                  <a:lnTo>
                    <a:pt x="56756" y="63049"/>
                  </a:lnTo>
                  <a:lnTo>
                    <a:pt x="56166" y="62287"/>
                  </a:lnTo>
                  <a:lnTo>
                    <a:pt x="49592" y="58236"/>
                  </a:lnTo>
                  <a:lnTo>
                    <a:pt x="46594" y="57949"/>
                  </a:lnTo>
                  <a:lnTo>
                    <a:pt x="43438" y="56153"/>
                  </a:lnTo>
                  <a:lnTo>
                    <a:pt x="47378" y="51729"/>
                  </a:lnTo>
                  <a:lnTo>
                    <a:pt x="49064" y="43884"/>
                  </a:lnTo>
                  <a:lnTo>
                    <a:pt x="44171" y="43380"/>
                  </a:lnTo>
                  <a:lnTo>
                    <a:pt x="36099" y="49538"/>
                  </a:lnTo>
                  <a:lnTo>
                    <a:pt x="32058" y="42732"/>
                  </a:lnTo>
                  <a:lnTo>
                    <a:pt x="26653" y="39751"/>
                  </a:lnTo>
                  <a:lnTo>
                    <a:pt x="25160" y="41156"/>
                  </a:lnTo>
                  <a:lnTo>
                    <a:pt x="24833" y="42531"/>
                  </a:lnTo>
                  <a:lnTo>
                    <a:pt x="20424" y="39539"/>
                  </a:lnTo>
                  <a:lnTo>
                    <a:pt x="18453" y="39361"/>
                  </a:lnTo>
                  <a:lnTo>
                    <a:pt x="17852" y="44974"/>
                  </a:lnTo>
                  <a:lnTo>
                    <a:pt x="9779" y="44806"/>
                  </a:lnTo>
                  <a:lnTo>
                    <a:pt x="9960" y="43463"/>
                  </a:lnTo>
                  <a:lnTo>
                    <a:pt x="11436" y="33437"/>
                  </a:lnTo>
                  <a:lnTo>
                    <a:pt x="11386" y="32438"/>
                  </a:lnTo>
                  <a:lnTo>
                    <a:pt x="9258" y="31226"/>
                  </a:lnTo>
                  <a:lnTo>
                    <a:pt x="3549" y="31379"/>
                  </a:lnTo>
                  <a:lnTo>
                    <a:pt x="0" y="29346"/>
                  </a:lnTo>
                  <a:lnTo>
                    <a:pt x="5301" y="30182"/>
                  </a:lnTo>
                  <a:lnTo>
                    <a:pt x="12370" y="29845"/>
                  </a:lnTo>
                  <a:lnTo>
                    <a:pt x="19358" y="28767"/>
                  </a:lnTo>
                  <a:lnTo>
                    <a:pt x="25680" y="26709"/>
                  </a:lnTo>
                  <a:lnTo>
                    <a:pt x="32231" y="23079"/>
                  </a:lnTo>
                  <a:lnTo>
                    <a:pt x="37297" y="18492"/>
                  </a:lnTo>
                  <a:lnTo>
                    <a:pt x="41621" y="12852"/>
                  </a:lnTo>
                  <a:lnTo>
                    <a:pt x="43621" y="9033"/>
                  </a:lnTo>
                  <a:lnTo>
                    <a:pt x="46940" y="6230"/>
                  </a:lnTo>
                  <a:lnTo>
                    <a:pt x="62769" y="2558"/>
                  </a:lnTo>
                  <a:lnTo>
                    <a:pt x="6970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h5545"/>
            <p:cNvSpPr/>
            <p:nvPr/>
          </p:nvSpPr>
          <p:spPr>
            <a:xfrm>
              <a:off x="7402570" y="3057086"/>
              <a:ext cx="75803" cy="75793"/>
            </a:xfrm>
            <a:custGeom>
              <a:avLst/>
              <a:pathLst>
                <a:path w="75803" h="75793">
                  <a:moveTo>
                    <a:pt x="46097" y="2980"/>
                  </a:moveTo>
                  <a:lnTo>
                    <a:pt x="50137" y="9786"/>
                  </a:lnTo>
                  <a:lnTo>
                    <a:pt x="58210" y="3628"/>
                  </a:lnTo>
                  <a:lnTo>
                    <a:pt x="63103" y="4133"/>
                  </a:lnTo>
                  <a:lnTo>
                    <a:pt x="61416" y="11977"/>
                  </a:lnTo>
                  <a:lnTo>
                    <a:pt x="57476" y="16401"/>
                  </a:lnTo>
                  <a:lnTo>
                    <a:pt x="60632" y="18197"/>
                  </a:lnTo>
                  <a:lnTo>
                    <a:pt x="63630" y="18484"/>
                  </a:lnTo>
                  <a:lnTo>
                    <a:pt x="70205" y="22535"/>
                  </a:lnTo>
                  <a:lnTo>
                    <a:pt x="70794" y="23297"/>
                  </a:lnTo>
                  <a:lnTo>
                    <a:pt x="70563" y="29204"/>
                  </a:lnTo>
                  <a:lnTo>
                    <a:pt x="72233" y="30598"/>
                  </a:lnTo>
                  <a:lnTo>
                    <a:pt x="71037" y="32190"/>
                  </a:lnTo>
                  <a:lnTo>
                    <a:pt x="68748" y="29968"/>
                  </a:lnTo>
                  <a:lnTo>
                    <a:pt x="65593" y="33585"/>
                  </a:lnTo>
                  <a:lnTo>
                    <a:pt x="66503" y="34690"/>
                  </a:lnTo>
                  <a:lnTo>
                    <a:pt x="68416" y="35405"/>
                  </a:lnTo>
                  <a:lnTo>
                    <a:pt x="74305" y="36064"/>
                  </a:lnTo>
                  <a:lnTo>
                    <a:pt x="75803" y="37687"/>
                  </a:lnTo>
                  <a:lnTo>
                    <a:pt x="75226" y="41997"/>
                  </a:lnTo>
                  <a:lnTo>
                    <a:pt x="73181" y="41274"/>
                  </a:lnTo>
                  <a:lnTo>
                    <a:pt x="69135" y="42844"/>
                  </a:lnTo>
                  <a:lnTo>
                    <a:pt x="67524" y="44584"/>
                  </a:lnTo>
                  <a:lnTo>
                    <a:pt x="66691" y="47329"/>
                  </a:lnTo>
                  <a:lnTo>
                    <a:pt x="65647" y="47941"/>
                  </a:lnTo>
                  <a:lnTo>
                    <a:pt x="62620" y="47866"/>
                  </a:lnTo>
                  <a:lnTo>
                    <a:pt x="61151" y="49723"/>
                  </a:lnTo>
                  <a:lnTo>
                    <a:pt x="58861" y="50324"/>
                  </a:lnTo>
                  <a:lnTo>
                    <a:pt x="56854" y="53777"/>
                  </a:lnTo>
                  <a:lnTo>
                    <a:pt x="49410" y="52574"/>
                  </a:lnTo>
                  <a:lnTo>
                    <a:pt x="48457" y="53391"/>
                  </a:lnTo>
                  <a:lnTo>
                    <a:pt x="46319" y="57251"/>
                  </a:lnTo>
                  <a:lnTo>
                    <a:pt x="43536" y="65420"/>
                  </a:lnTo>
                  <a:lnTo>
                    <a:pt x="42081" y="66895"/>
                  </a:lnTo>
                  <a:lnTo>
                    <a:pt x="39962" y="64639"/>
                  </a:lnTo>
                  <a:lnTo>
                    <a:pt x="37725" y="65485"/>
                  </a:lnTo>
                  <a:lnTo>
                    <a:pt x="37187" y="67981"/>
                  </a:lnTo>
                  <a:lnTo>
                    <a:pt x="38550" y="70157"/>
                  </a:lnTo>
                  <a:lnTo>
                    <a:pt x="38997" y="72135"/>
                  </a:lnTo>
                  <a:lnTo>
                    <a:pt x="36062" y="70779"/>
                  </a:lnTo>
                  <a:lnTo>
                    <a:pt x="32210" y="72349"/>
                  </a:lnTo>
                  <a:lnTo>
                    <a:pt x="33134" y="75051"/>
                  </a:lnTo>
                  <a:lnTo>
                    <a:pt x="32089" y="75793"/>
                  </a:lnTo>
                  <a:lnTo>
                    <a:pt x="28873" y="73797"/>
                  </a:lnTo>
                  <a:lnTo>
                    <a:pt x="28134" y="70868"/>
                  </a:lnTo>
                  <a:lnTo>
                    <a:pt x="26261" y="69255"/>
                  </a:lnTo>
                  <a:lnTo>
                    <a:pt x="28512" y="65830"/>
                  </a:lnTo>
                  <a:lnTo>
                    <a:pt x="26764" y="62624"/>
                  </a:lnTo>
                  <a:lnTo>
                    <a:pt x="24955" y="60881"/>
                  </a:lnTo>
                  <a:lnTo>
                    <a:pt x="17916" y="60734"/>
                  </a:lnTo>
                  <a:lnTo>
                    <a:pt x="16493" y="63647"/>
                  </a:lnTo>
                  <a:lnTo>
                    <a:pt x="14427" y="60175"/>
                  </a:lnTo>
                  <a:lnTo>
                    <a:pt x="15196" y="57480"/>
                  </a:lnTo>
                  <a:lnTo>
                    <a:pt x="18719" y="55811"/>
                  </a:lnTo>
                  <a:lnTo>
                    <a:pt x="18783" y="54572"/>
                  </a:lnTo>
                  <a:lnTo>
                    <a:pt x="6797" y="48230"/>
                  </a:lnTo>
                  <a:lnTo>
                    <a:pt x="5014" y="47801"/>
                  </a:lnTo>
                  <a:lnTo>
                    <a:pt x="3772" y="48428"/>
                  </a:lnTo>
                  <a:lnTo>
                    <a:pt x="1293" y="48636"/>
                  </a:lnTo>
                  <a:lnTo>
                    <a:pt x="0" y="47260"/>
                  </a:lnTo>
                  <a:lnTo>
                    <a:pt x="2689" y="46566"/>
                  </a:lnTo>
                  <a:lnTo>
                    <a:pt x="3736" y="47500"/>
                  </a:lnTo>
                  <a:lnTo>
                    <a:pt x="6991" y="47330"/>
                  </a:lnTo>
                  <a:lnTo>
                    <a:pt x="9163" y="43790"/>
                  </a:lnTo>
                  <a:lnTo>
                    <a:pt x="16755" y="46085"/>
                  </a:lnTo>
                  <a:lnTo>
                    <a:pt x="21662" y="43095"/>
                  </a:lnTo>
                  <a:lnTo>
                    <a:pt x="25474" y="37781"/>
                  </a:lnTo>
                  <a:lnTo>
                    <a:pt x="25746" y="36036"/>
                  </a:lnTo>
                  <a:lnTo>
                    <a:pt x="28180" y="35833"/>
                  </a:lnTo>
                  <a:lnTo>
                    <a:pt x="29188" y="36390"/>
                  </a:lnTo>
                  <a:lnTo>
                    <a:pt x="28921" y="37484"/>
                  </a:lnTo>
                  <a:lnTo>
                    <a:pt x="29946" y="40236"/>
                  </a:lnTo>
                  <a:lnTo>
                    <a:pt x="31656" y="40510"/>
                  </a:lnTo>
                  <a:lnTo>
                    <a:pt x="36462" y="37654"/>
                  </a:lnTo>
                  <a:lnTo>
                    <a:pt x="39407" y="34590"/>
                  </a:lnTo>
                  <a:lnTo>
                    <a:pt x="39014" y="33680"/>
                  </a:lnTo>
                  <a:lnTo>
                    <a:pt x="41451" y="20730"/>
                  </a:lnTo>
                  <a:lnTo>
                    <a:pt x="45902" y="12147"/>
                  </a:lnTo>
                  <a:lnTo>
                    <a:pt x="43806" y="7975"/>
                  </a:lnTo>
                  <a:lnTo>
                    <a:pt x="38871" y="2780"/>
                  </a:lnTo>
                  <a:lnTo>
                    <a:pt x="39199" y="1404"/>
                  </a:lnTo>
                  <a:lnTo>
                    <a:pt x="4069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h5546"/>
            <p:cNvSpPr/>
            <p:nvPr/>
          </p:nvSpPr>
          <p:spPr>
            <a:xfrm>
              <a:off x="7368443" y="3050603"/>
              <a:ext cx="49646" cy="32802"/>
            </a:xfrm>
            <a:custGeom>
              <a:avLst/>
              <a:pathLst>
                <a:path w="49646" h="32802">
                  <a:moveTo>
                    <a:pt x="22254" y="1379"/>
                  </a:moveTo>
                  <a:lnTo>
                    <a:pt x="25927" y="3917"/>
                  </a:lnTo>
                  <a:lnTo>
                    <a:pt x="27540" y="6070"/>
                  </a:lnTo>
                  <a:lnTo>
                    <a:pt x="28317" y="11857"/>
                  </a:lnTo>
                  <a:lnTo>
                    <a:pt x="26759" y="11823"/>
                  </a:lnTo>
                  <a:lnTo>
                    <a:pt x="25796" y="10682"/>
                  </a:lnTo>
                  <a:lnTo>
                    <a:pt x="25002" y="11757"/>
                  </a:lnTo>
                  <a:lnTo>
                    <a:pt x="26405" y="13685"/>
                  </a:lnTo>
                  <a:lnTo>
                    <a:pt x="29846" y="13455"/>
                  </a:lnTo>
                  <a:lnTo>
                    <a:pt x="31218" y="11918"/>
                  </a:lnTo>
                  <a:lnTo>
                    <a:pt x="34778" y="11157"/>
                  </a:lnTo>
                  <a:lnTo>
                    <a:pt x="39405" y="10915"/>
                  </a:lnTo>
                  <a:lnTo>
                    <a:pt x="41771" y="12423"/>
                  </a:lnTo>
                  <a:lnTo>
                    <a:pt x="42841" y="15318"/>
                  </a:lnTo>
                  <a:lnTo>
                    <a:pt x="44647" y="16457"/>
                  </a:lnTo>
                  <a:lnTo>
                    <a:pt x="47885" y="16212"/>
                  </a:lnTo>
                  <a:lnTo>
                    <a:pt x="49646" y="17670"/>
                  </a:lnTo>
                  <a:lnTo>
                    <a:pt x="48320" y="20861"/>
                  </a:lnTo>
                  <a:lnTo>
                    <a:pt x="46367" y="22875"/>
                  </a:lnTo>
                  <a:lnTo>
                    <a:pt x="42397" y="23130"/>
                  </a:lnTo>
                  <a:lnTo>
                    <a:pt x="42709" y="22339"/>
                  </a:lnTo>
                  <a:lnTo>
                    <a:pt x="41291" y="22460"/>
                  </a:lnTo>
                  <a:lnTo>
                    <a:pt x="36490" y="29603"/>
                  </a:lnTo>
                  <a:lnTo>
                    <a:pt x="34646" y="31771"/>
                  </a:lnTo>
                  <a:lnTo>
                    <a:pt x="24856" y="26945"/>
                  </a:lnTo>
                  <a:lnTo>
                    <a:pt x="24095" y="24700"/>
                  </a:lnTo>
                  <a:lnTo>
                    <a:pt x="22815" y="23582"/>
                  </a:lnTo>
                  <a:lnTo>
                    <a:pt x="19467" y="26971"/>
                  </a:lnTo>
                  <a:lnTo>
                    <a:pt x="16145" y="32802"/>
                  </a:lnTo>
                  <a:lnTo>
                    <a:pt x="14837" y="32549"/>
                  </a:lnTo>
                  <a:lnTo>
                    <a:pt x="13140" y="28341"/>
                  </a:lnTo>
                  <a:lnTo>
                    <a:pt x="11029" y="29263"/>
                  </a:lnTo>
                  <a:lnTo>
                    <a:pt x="6418" y="26330"/>
                  </a:lnTo>
                  <a:lnTo>
                    <a:pt x="6069" y="17756"/>
                  </a:lnTo>
                  <a:lnTo>
                    <a:pt x="5234" y="15694"/>
                  </a:lnTo>
                  <a:lnTo>
                    <a:pt x="0" y="10384"/>
                  </a:lnTo>
                  <a:lnTo>
                    <a:pt x="709" y="6425"/>
                  </a:lnTo>
                  <a:lnTo>
                    <a:pt x="1413" y="5847"/>
                  </a:lnTo>
                  <a:lnTo>
                    <a:pt x="2543" y="4868"/>
                  </a:lnTo>
                  <a:lnTo>
                    <a:pt x="5793" y="4728"/>
                  </a:lnTo>
                  <a:lnTo>
                    <a:pt x="7340" y="5781"/>
                  </a:lnTo>
                  <a:lnTo>
                    <a:pt x="10047" y="3912"/>
                  </a:lnTo>
                  <a:lnTo>
                    <a:pt x="10079" y="1232"/>
                  </a:lnTo>
                  <a:lnTo>
                    <a:pt x="1867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h5547"/>
            <p:cNvSpPr/>
            <p:nvPr/>
          </p:nvSpPr>
          <p:spPr>
            <a:xfrm>
              <a:off x="7566384" y="3095954"/>
              <a:ext cx="32598" cy="60165"/>
            </a:xfrm>
            <a:custGeom>
              <a:avLst/>
              <a:pathLst>
                <a:path w="32598" h="60165">
                  <a:moveTo>
                    <a:pt x="8801" y="709"/>
                  </a:moveTo>
                  <a:lnTo>
                    <a:pt x="16764" y="5105"/>
                  </a:lnTo>
                  <a:lnTo>
                    <a:pt x="15495" y="9064"/>
                  </a:lnTo>
                  <a:lnTo>
                    <a:pt x="16362" y="9939"/>
                  </a:lnTo>
                  <a:lnTo>
                    <a:pt x="16421" y="11211"/>
                  </a:lnTo>
                  <a:lnTo>
                    <a:pt x="13335" y="18357"/>
                  </a:lnTo>
                  <a:lnTo>
                    <a:pt x="14083" y="26888"/>
                  </a:lnTo>
                  <a:lnTo>
                    <a:pt x="17339" y="27256"/>
                  </a:lnTo>
                  <a:lnTo>
                    <a:pt x="22042" y="24852"/>
                  </a:lnTo>
                  <a:lnTo>
                    <a:pt x="24193" y="24869"/>
                  </a:lnTo>
                  <a:lnTo>
                    <a:pt x="24117" y="23139"/>
                  </a:lnTo>
                  <a:lnTo>
                    <a:pt x="20229" y="21645"/>
                  </a:lnTo>
                  <a:lnTo>
                    <a:pt x="19954" y="20815"/>
                  </a:lnTo>
                  <a:lnTo>
                    <a:pt x="29470" y="20084"/>
                  </a:lnTo>
                  <a:lnTo>
                    <a:pt x="30338" y="25905"/>
                  </a:lnTo>
                  <a:lnTo>
                    <a:pt x="30305" y="33498"/>
                  </a:lnTo>
                  <a:lnTo>
                    <a:pt x="31124" y="35754"/>
                  </a:lnTo>
                  <a:lnTo>
                    <a:pt x="32598" y="37003"/>
                  </a:lnTo>
                  <a:lnTo>
                    <a:pt x="31816" y="39805"/>
                  </a:lnTo>
                  <a:lnTo>
                    <a:pt x="30490" y="40007"/>
                  </a:lnTo>
                  <a:lnTo>
                    <a:pt x="29539" y="43247"/>
                  </a:lnTo>
                  <a:lnTo>
                    <a:pt x="32021" y="51272"/>
                  </a:lnTo>
                  <a:lnTo>
                    <a:pt x="29906" y="54291"/>
                  </a:lnTo>
                  <a:lnTo>
                    <a:pt x="29296" y="58754"/>
                  </a:lnTo>
                  <a:lnTo>
                    <a:pt x="28669" y="59503"/>
                  </a:lnTo>
                  <a:lnTo>
                    <a:pt x="26664" y="59820"/>
                  </a:lnTo>
                  <a:lnTo>
                    <a:pt x="24715" y="60165"/>
                  </a:lnTo>
                  <a:lnTo>
                    <a:pt x="21047" y="58958"/>
                  </a:lnTo>
                  <a:lnTo>
                    <a:pt x="17193" y="56180"/>
                  </a:lnTo>
                  <a:lnTo>
                    <a:pt x="18317" y="55225"/>
                  </a:lnTo>
                  <a:lnTo>
                    <a:pt x="19252" y="55825"/>
                  </a:lnTo>
                  <a:lnTo>
                    <a:pt x="22465" y="52242"/>
                  </a:lnTo>
                  <a:lnTo>
                    <a:pt x="23920" y="47253"/>
                  </a:lnTo>
                  <a:lnTo>
                    <a:pt x="23238" y="42128"/>
                  </a:lnTo>
                  <a:lnTo>
                    <a:pt x="22070" y="40452"/>
                  </a:lnTo>
                  <a:lnTo>
                    <a:pt x="20022" y="33094"/>
                  </a:lnTo>
                  <a:lnTo>
                    <a:pt x="20605" y="30982"/>
                  </a:lnTo>
                  <a:lnTo>
                    <a:pt x="16080" y="30249"/>
                  </a:lnTo>
                  <a:lnTo>
                    <a:pt x="1128" y="25719"/>
                  </a:lnTo>
                  <a:lnTo>
                    <a:pt x="0" y="25094"/>
                  </a:lnTo>
                  <a:lnTo>
                    <a:pt x="1800" y="23511"/>
                  </a:lnTo>
                  <a:lnTo>
                    <a:pt x="4551" y="23772"/>
                  </a:lnTo>
                  <a:lnTo>
                    <a:pt x="5133" y="18857"/>
                  </a:lnTo>
                  <a:lnTo>
                    <a:pt x="4254" y="16441"/>
                  </a:lnTo>
                  <a:lnTo>
                    <a:pt x="464" y="5575"/>
                  </a:lnTo>
                  <a:lnTo>
                    <a:pt x="50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h5548"/>
            <p:cNvSpPr/>
            <p:nvPr/>
          </p:nvSpPr>
          <p:spPr>
            <a:xfrm>
              <a:off x="7300840" y="3081824"/>
              <a:ext cx="96832" cy="102777"/>
            </a:xfrm>
            <a:custGeom>
              <a:avLst/>
              <a:pathLst>
                <a:path w="96832" h="102777">
                  <a:moveTo>
                    <a:pt x="13007" y="0"/>
                  </a:moveTo>
                  <a:lnTo>
                    <a:pt x="15250" y="649"/>
                  </a:lnTo>
                  <a:lnTo>
                    <a:pt x="16118" y="4491"/>
                  </a:lnTo>
                  <a:lnTo>
                    <a:pt x="12421" y="7070"/>
                  </a:lnTo>
                  <a:lnTo>
                    <a:pt x="13139" y="9446"/>
                  </a:lnTo>
                  <a:lnTo>
                    <a:pt x="14369" y="9243"/>
                  </a:lnTo>
                  <a:lnTo>
                    <a:pt x="16056" y="7162"/>
                  </a:lnTo>
                  <a:lnTo>
                    <a:pt x="18073" y="6068"/>
                  </a:lnTo>
                  <a:lnTo>
                    <a:pt x="25258" y="4622"/>
                  </a:lnTo>
                  <a:lnTo>
                    <a:pt x="26434" y="8907"/>
                  </a:lnTo>
                  <a:lnTo>
                    <a:pt x="28372" y="11739"/>
                  </a:lnTo>
                  <a:lnTo>
                    <a:pt x="35532" y="10175"/>
                  </a:lnTo>
                  <a:lnTo>
                    <a:pt x="44851" y="12749"/>
                  </a:lnTo>
                  <a:lnTo>
                    <a:pt x="46172" y="11279"/>
                  </a:lnTo>
                  <a:lnTo>
                    <a:pt x="51228" y="10962"/>
                  </a:lnTo>
                  <a:lnTo>
                    <a:pt x="51880" y="16331"/>
                  </a:lnTo>
                  <a:lnTo>
                    <a:pt x="60479" y="15821"/>
                  </a:lnTo>
                  <a:lnTo>
                    <a:pt x="60827" y="21417"/>
                  </a:lnTo>
                  <a:lnTo>
                    <a:pt x="63308" y="26401"/>
                  </a:lnTo>
                  <a:lnTo>
                    <a:pt x="66287" y="26036"/>
                  </a:lnTo>
                  <a:lnTo>
                    <a:pt x="70521" y="23532"/>
                  </a:lnTo>
                  <a:lnTo>
                    <a:pt x="82771" y="22766"/>
                  </a:lnTo>
                  <a:lnTo>
                    <a:pt x="85714" y="21646"/>
                  </a:lnTo>
                  <a:lnTo>
                    <a:pt x="88482" y="25474"/>
                  </a:lnTo>
                  <a:lnTo>
                    <a:pt x="96478" y="25277"/>
                  </a:lnTo>
                  <a:lnTo>
                    <a:pt x="96832" y="25987"/>
                  </a:lnTo>
                  <a:lnTo>
                    <a:pt x="93322" y="27773"/>
                  </a:lnTo>
                  <a:lnTo>
                    <a:pt x="91045" y="33351"/>
                  </a:lnTo>
                  <a:lnTo>
                    <a:pt x="91180" y="35093"/>
                  </a:lnTo>
                  <a:lnTo>
                    <a:pt x="93056" y="36924"/>
                  </a:lnTo>
                  <a:lnTo>
                    <a:pt x="91604" y="41350"/>
                  </a:lnTo>
                  <a:lnTo>
                    <a:pt x="88651" y="43869"/>
                  </a:lnTo>
                  <a:lnTo>
                    <a:pt x="88515" y="45200"/>
                  </a:lnTo>
                  <a:lnTo>
                    <a:pt x="89091" y="45581"/>
                  </a:lnTo>
                  <a:lnTo>
                    <a:pt x="92512" y="44633"/>
                  </a:lnTo>
                  <a:lnTo>
                    <a:pt x="91668" y="47525"/>
                  </a:lnTo>
                  <a:lnTo>
                    <a:pt x="88972" y="47325"/>
                  </a:lnTo>
                  <a:lnTo>
                    <a:pt x="87648" y="46123"/>
                  </a:lnTo>
                  <a:lnTo>
                    <a:pt x="87198" y="46642"/>
                  </a:lnTo>
                  <a:lnTo>
                    <a:pt x="88402" y="49543"/>
                  </a:lnTo>
                  <a:lnTo>
                    <a:pt x="91772" y="53605"/>
                  </a:lnTo>
                  <a:lnTo>
                    <a:pt x="91939" y="57880"/>
                  </a:lnTo>
                  <a:lnTo>
                    <a:pt x="91408" y="59340"/>
                  </a:lnTo>
                  <a:lnTo>
                    <a:pt x="92012" y="61347"/>
                  </a:lnTo>
                  <a:lnTo>
                    <a:pt x="88780" y="61980"/>
                  </a:lnTo>
                  <a:lnTo>
                    <a:pt x="86124" y="65139"/>
                  </a:lnTo>
                  <a:lnTo>
                    <a:pt x="85509" y="67719"/>
                  </a:lnTo>
                  <a:lnTo>
                    <a:pt x="84905" y="68841"/>
                  </a:lnTo>
                  <a:lnTo>
                    <a:pt x="82163" y="69424"/>
                  </a:lnTo>
                  <a:lnTo>
                    <a:pt x="81753" y="74172"/>
                  </a:lnTo>
                  <a:lnTo>
                    <a:pt x="79228" y="73417"/>
                  </a:lnTo>
                  <a:lnTo>
                    <a:pt x="77944" y="74194"/>
                  </a:lnTo>
                  <a:lnTo>
                    <a:pt x="75871" y="80725"/>
                  </a:lnTo>
                  <a:lnTo>
                    <a:pt x="75739" y="86210"/>
                  </a:lnTo>
                  <a:lnTo>
                    <a:pt x="71227" y="93677"/>
                  </a:lnTo>
                  <a:lnTo>
                    <a:pt x="65578" y="102777"/>
                  </a:lnTo>
                  <a:lnTo>
                    <a:pt x="63641" y="101987"/>
                  </a:lnTo>
                  <a:lnTo>
                    <a:pt x="56265" y="96446"/>
                  </a:lnTo>
                  <a:lnTo>
                    <a:pt x="55482" y="94956"/>
                  </a:lnTo>
                  <a:lnTo>
                    <a:pt x="57396" y="90691"/>
                  </a:lnTo>
                  <a:lnTo>
                    <a:pt x="59182" y="90947"/>
                  </a:lnTo>
                  <a:lnTo>
                    <a:pt x="60793" y="88160"/>
                  </a:lnTo>
                  <a:lnTo>
                    <a:pt x="62584" y="74310"/>
                  </a:lnTo>
                  <a:lnTo>
                    <a:pt x="57983" y="74007"/>
                  </a:lnTo>
                  <a:lnTo>
                    <a:pt x="53081" y="69742"/>
                  </a:lnTo>
                  <a:lnTo>
                    <a:pt x="48425" y="63481"/>
                  </a:lnTo>
                  <a:lnTo>
                    <a:pt x="47635" y="60856"/>
                  </a:lnTo>
                  <a:lnTo>
                    <a:pt x="46290" y="59963"/>
                  </a:lnTo>
                  <a:lnTo>
                    <a:pt x="35068" y="56389"/>
                  </a:lnTo>
                  <a:lnTo>
                    <a:pt x="31340" y="54612"/>
                  </a:lnTo>
                  <a:lnTo>
                    <a:pt x="29864" y="52696"/>
                  </a:lnTo>
                  <a:lnTo>
                    <a:pt x="24579" y="52704"/>
                  </a:lnTo>
                  <a:lnTo>
                    <a:pt x="22561" y="49404"/>
                  </a:lnTo>
                  <a:lnTo>
                    <a:pt x="22891" y="47378"/>
                  </a:lnTo>
                  <a:lnTo>
                    <a:pt x="21560" y="43062"/>
                  </a:lnTo>
                  <a:lnTo>
                    <a:pt x="19836" y="41348"/>
                  </a:lnTo>
                  <a:lnTo>
                    <a:pt x="15018" y="42894"/>
                  </a:lnTo>
                  <a:lnTo>
                    <a:pt x="12859" y="40341"/>
                  </a:lnTo>
                  <a:lnTo>
                    <a:pt x="7439" y="39707"/>
                  </a:lnTo>
                  <a:lnTo>
                    <a:pt x="6025" y="28023"/>
                  </a:lnTo>
                  <a:lnTo>
                    <a:pt x="9173" y="25474"/>
                  </a:lnTo>
                  <a:lnTo>
                    <a:pt x="8448" y="22972"/>
                  </a:lnTo>
                  <a:lnTo>
                    <a:pt x="7735" y="22922"/>
                  </a:lnTo>
                  <a:lnTo>
                    <a:pt x="4345" y="10873"/>
                  </a:lnTo>
                  <a:lnTo>
                    <a:pt x="4243" y="5125"/>
                  </a:lnTo>
                  <a:lnTo>
                    <a:pt x="3018" y="3606"/>
                  </a:lnTo>
                  <a:lnTo>
                    <a:pt x="678" y="4602"/>
                  </a:lnTo>
                  <a:lnTo>
                    <a:pt x="0" y="810"/>
                  </a:lnTo>
                  <a:lnTo>
                    <a:pt x="804" y="149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h5549"/>
            <p:cNvSpPr/>
            <p:nvPr/>
          </p:nvSpPr>
          <p:spPr>
            <a:xfrm>
              <a:off x="7439758" y="3106810"/>
              <a:ext cx="29689" cy="34740"/>
            </a:xfrm>
            <a:custGeom>
              <a:avLst/>
              <a:pathLst>
                <a:path w="29689" h="34740">
                  <a:moveTo>
                    <a:pt x="23963" y="0"/>
                  </a:moveTo>
                  <a:lnTo>
                    <a:pt x="25112" y="2337"/>
                  </a:lnTo>
                  <a:lnTo>
                    <a:pt x="25925" y="2339"/>
                  </a:lnTo>
                  <a:lnTo>
                    <a:pt x="28424" y="5501"/>
                  </a:lnTo>
                  <a:lnTo>
                    <a:pt x="28669" y="13275"/>
                  </a:lnTo>
                  <a:lnTo>
                    <a:pt x="29591" y="14586"/>
                  </a:lnTo>
                  <a:lnTo>
                    <a:pt x="28687" y="27858"/>
                  </a:lnTo>
                  <a:lnTo>
                    <a:pt x="29689" y="31387"/>
                  </a:lnTo>
                  <a:lnTo>
                    <a:pt x="25945" y="31183"/>
                  </a:lnTo>
                  <a:lnTo>
                    <a:pt x="21241" y="34740"/>
                  </a:lnTo>
                  <a:lnTo>
                    <a:pt x="18312" y="33249"/>
                  </a:lnTo>
                  <a:lnTo>
                    <a:pt x="12276" y="34279"/>
                  </a:lnTo>
                  <a:lnTo>
                    <a:pt x="8581" y="34055"/>
                  </a:lnTo>
                  <a:lnTo>
                    <a:pt x="7988" y="29952"/>
                  </a:lnTo>
                  <a:lnTo>
                    <a:pt x="5074" y="28219"/>
                  </a:lnTo>
                  <a:lnTo>
                    <a:pt x="2888" y="22028"/>
                  </a:lnTo>
                  <a:lnTo>
                    <a:pt x="5269" y="22047"/>
                  </a:lnTo>
                  <a:lnTo>
                    <a:pt x="5596" y="19573"/>
                  </a:lnTo>
                  <a:lnTo>
                    <a:pt x="3337" y="19536"/>
                  </a:lnTo>
                  <a:lnTo>
                    <a:pt x="1363" y="20433"/>
                  </a:lnTo>
                  <a:lnTo>
                    <a:pt x="0" y="18257"/>
                  </a:lnTo>
                  <a:lnTo>
                    <a:pt x="537" y="15761"/>
                  </a:lnTo>
                  <a:lnTo>
                    <a:pt x="2774" y="14915"/>
                  </a:lnTo>
                  <a:lnTo>
                    <a:pt x="4893" y="17171"/>
                  </a:lnTo>
                  <a:lnTo>
                    <a:pt x="6348" y="15696"/>
                  </a:lnTo>
                  <a:lnTo>
                    <a:pt x="9131" y="7527"/>
                  </a:lnTo>
                  <a:lnTo>
                    <a:pt x="11269" y="3667"/>
                  </a:lnTo>
                  <a:lnTo>
                    <a:pt x="12222" y="2850"/>
                  </a:lnTo>
                  <a:lnTo>
                    <a:pt x="19667" y="4053"/>
                  </a:lnTo>
                  <a:lnTo>
                    <a:pt x="21674" y="60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h5550"/>
            <p:cNvSpPr/>
            <p:nvPr/>
          </p:nvSpPr>
          <p:spPr>
            <a:xfrm>
              <a:off x="7404933" y="3050772"/>
              <a:ext cx="24474" cy="40067"/>
            </a:xfrm>
            <a:custGeom>
              <a:avLst/>
              <a:pathLst>
                <a:path w="24474" h="40067">
                  <a:moveTo>
                    <a:pt x="23112" y="0"/>
                  </a:moveTo>
                  <a:lnTo>
                    <a:pt x="21635" y="10025"/>
                  </a:lnTo>
                  <a:lnTo>
                    <a:pt x="20004" y="10618"/>
                  </a:lnTo>
                  <a:lnTo>
                    <a:pt x="19694" y="15186"/>
                  </a:lnTo>
                  <a:lnTo>
                    <a:pt x="18417" y="19599"/>
                  </a:lnTo>
                  <a:lnTo>
                    <a:pt x="20936" y="29987"/>
                  </a:lnTo>
                  <a:lnTo>
                    <a:pt x="23582" y="32087"/>
                  </a:lnTo>
                  <a:lnTo>
                    <a:pt x="24474" y="35182"/>
                  </a:lnTo>
                  <a:lnTo>
                    <a:pt x="22479" y="40067"/>
                  </a:lnTo>
                  <a:lnTo>
                    <a:pt x="12107" y="38229"/>
                  </a:lnTo>
                  <a:lnTo>
                    <a:pt x="10473" y="35677"/>
                  </a:lnTo>
                  <a:lnTo>
                    <a:pt x="11277" y="33569"/>
                  </a:lnTo>
                  <a:lnTo>
                    <a:pt x="10842" y="32498"/>
                  </a:lnTo>
                  <a:lnTo>
                    <a:pt x="9152" y="31247"/>
                  </a:lnTo>
                  <a:lnTo>
                    <a:pt x="6573" y="30679"/>
                  </a:lnTo>
                  <a:lnTo>
                    <a:pt x="4693" y="31342"/>
                  </a:lnTo>
                  <a:lnTo>
                    <a:pt x="1771" y="31121"/>
                  </a:lnTo>
                  <a:lnTo>
                    <a:pt x="0" y="29434"/>
                  </a:lnTo>
                  <a:lnTo>
                    <a:pt x="4801" y="22291"/>
                  </a:lnTo>
                  <a:lnTo>
                    <a:pt x="6218" y="22170"/>
                  </a:lnTo>
                  <a:lnTo>
                    <a:pt x="5906" y="22961"/>
                  </a:lnTo>
                  <a:lnTo>
                    <a:pt x="9877" y="22707"/>
                  </a:lnTo>
                  <a:lnTo>
                    <a:pt x="11829" y="20692"/>
                  </a:lnTo>
                  <a:lnTo>
                    <a:pt x="13156" y="17502"/>
                  </a:lnTo>
                  <a:lnTo>
                    <a:pt x="11395" y="16044"/>
                  </a:lnTo>
                  <a:lnTo>
                    <a:pt x="13718" y="10320"/>
                  </a:lnTo>
                  <a:lnTo>
                    <a:pt x="12806" y="6650"/>
                  </a:lnTo>
                  <a:lnTo>
                    <a:pt x="13790" y="3946"/>
                  </a:lnTo>
                  <a:lnTo>
                    <a:pt x="15329" y="2714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h5551"/>
            <p:cNvSpPr/>
            <p:nvPr/>
          </p:nvSpPr>
          <p:spPr>
            <a:xfrm>
              <a:off x="7501515" y="3038020"/>
              <a:ext cx="69898" cy="78400"/>
            </a:xfrm>
            <a:custGeom>
              <a:avLst/>
              <a:pathLst>
                <a:path w="69898" h="78400">
                  <a:moveTo>
                    <a:pt x="2966" y="18"/>
                  </a:moveTo>
                  <a:lnTo>
                    <a:pt x="4566" y="1148"/>
                  </a:lnTo>
                  <a:lnTo>
                    <a:pt x="19551" y="0"/>
                  </a:lnTo>
                  <a:lnTo>
                    <a:pt x="20086" y="9808"/>
                  </a:lnTo>
                  <a:lnTo>
                    <a:pt x="21069" y="14156"/>
                  </a:lnTo>
                  <a:lnTo>
                    <a:pt x="20745" y="22582"/>
                  </a:lnTo>
                  <a:lnTo>
                    <a:pt x="24670" y="29280"/>
                  </a:lnTo>
                  <a:lnTo>
                    <a:pt x="23525" y="31958"/>
                  </a:lnTo>
                  <a:lnTo>
                    <a:pt x="23758" y="35918"/>
                  </a:lnTo>
                  <a:lnTo>
                    <a:pt x="27952" y="41222"/>
                  </a:lnTo>
                  <a:lnTo>
                    <a:pt x="30040" y="42783"/>
                  </a:lnTo>
                  <a:lnTo>
                    <a:pt x="33201" y="43607"/>
                  </a:lnTo>
                  <a:lnTo>
                    <a:pt x="35467" y="41958"/>
                  </a:lnTo>
                  <a:lnTo>
                    <a:pt x="37999" y="41807"/>
                  </a:lnTo>
                  <a:lnTo>
                    <a:pt x="41280" y="47002"/>
                  </a:lnTo>
                  <a:lnTo>
                    <a:pt x="47015" y="50983"/>
                  </a:lnTo>
                  <a:lnTo>
                    <a:pt x="50639" y="51421"/>
                  </a:lnTo>
                  <a:lnTo>
                    <a:pt x="54609" y="50908"/>
                  </a:lnTo>
                  <a:lnTo>
                    <a:pt x="58628" y="54080"/>
                  </a:lnTo>
                  <a:lnTo>
                    <a:pt x="65846" y="54849"/>
                  </a:lnTo>
                  <a:lnTo>
                    <a:pt x="69898" y="57933"/>
                  </a:lnTo>
                  <a:lnTo>
                    <a:pt x="65333" y="63508"/>
                  </a:lnTo>
                  <a:lnTo>
                    <a:pt x="61472" y="65892"/>
                  </a:lnTo>
                  <a:lnTo>
                    <a:pt x="55287" y="64753"/>
                  </a:lnTo>
                  <a:lnTo>
                    <a:pt x="53014" y="66547"/>
                  </a:lnTo>
                  <a:lnTo>
                    <a:pt x="52637" y="67957"/>
                  </a:lnTo>
                  <a:lnTo>
                    <a:pt x="50380" y="69015"/>
                  </a:lnTo>
                  <a:lnTo>
                    <a:pt x="49330" y="68211"/>
                  </a:lnTo>
                  <a:lnTo>
                    <a:pt x="49280" y="67103"/>
                  </a:lnTo>
                  <a:lnTo>
                    <a:pt x="51087" y="64441"/>
                  </a:lnTo>
                  <a:lnTo>
                    <a:pt x="50935" y="63698"/>
                  </a:lnTo>
                  <a:lnTo>
                    <a:pt x="45021" y="62653"/>
                  </a:lnTo>
                  <a:lnTo>
                    <a:pt x="38584" y="69505"/>
                  </a:lnTo>
                  <a:lnTo>
                    <a:pt x="32964" y="71715"/>
                  </a:lnTo>
                  <a:lnTo>
                    <a:pt x="32877" y="76261"/>
                  </a:lnTo>
                  <a:lnTo>
                    <a:pt x="31311" y="78400"/>
                  </a:lnTo>
                  <a:lnTo>
                    <a:pt x="28985" y="76907"/>
                  </a:lnTo>
                  <a:lnTo>
                    <a:pt x="28197" y="74149"/>
                  </a:lnTo>
                  <a:lnTo>
                    <a:pt x="24143" y="70466"/>
                  </a:lnTo>
                  <a:lnTo>
                    <a:pt x="24745" y="66100"/>
                  </a:lnTo>
                  <a:lnTo>
                    <a:pt x="20996" y="66198"/>
                  </a:lnTo>
                  <a:lnTo>
                    <a:pt x="19357" y="68826"/>
                  </a:lnTo>
                  <a:lnTo>
                    <a:pt x="10348" y="65673"/>
                  </a:lnTo>
                  <a:lnTo>
                    <a:pt x="7500" y="63821"/>
                  </a:lnTo>
                  <a:lnTo>
                    <a:pt x="8672" y="53414"/>
                  </a:lnTo>
                  <a:lnTo>
                    <a:pt x="7971" y="50092"/>
                  </a:lnTo>
                  <a:lnTo>
                    <a:pt x="6090" y="48417"/>
                  </a:lnTo>
                  <a:lnTo>
                    <a:pt x="7299" y="44629"/>
                  </a:lnTo>
                  <a:lnTo>
                    <a:pt x="9207" y="41752"/>
                  </a:lnTo>
                  <a:lnTo>
                    <a:pt x="9113" y="39956"/>
                  </a:lnTo>
                  <a:lnTo>
                    <a:pt x="9789" y="38895"/>
                  </a:lnTo>
                  <a:lnTo>
                    <a:pt x="7957" y="37372"/>
                  </a:lnTo>
                  <a:lnTo>
                    <a:pt x="5872" y="37047"/>
                  </a:lnTo>
                  <a:lnTo>
                    <a:pt x="3846" y="29819"/>
                  </a:lnTo>
                  <a:lnTo>
                    <a:pt x="6312" y="24897"/>
                  </a:lnTo>
                  <a:lnTo>
                    <a:pt x="9113" y="22644"/>
                  </a:lnTo>
                  <a:lnTo>
                    <a:pt x="14401" y="23769"/>
                  </a:lnTo>
                  <a:lnTo>
                    <a:pt x="16574" y="23159"/>
                  </a:lnTo>
                  <a:lnTo>
                    <a:pt x="15617" y="20288"/>
                  </a:lnTo>
                  <a:lnTo>
                    <a:pt x="13861" y="19242"/>
                  </a:lnTo>
                  <a:lnTo>
                    <a:pt x="7127" y="18906"/>
                  </a:lnTo>
                  <a:lnTo>
                    <a:pt x="9689" y="16281"/>
                  </a:lnTo>
                  <a:lnTo>
                    <a:pt x="4597" y="11064"/>
                  </a:lnTo>
                  <a:lnTo>
                    <a:pt x="0" y="8936"/>
                  </a:lnTo>
                  <a:lnTo>
                    <a:pt x="2926" y="5589"/>
                  </a:lnTo>
                  <a:lnTo>
                    <a:pt x="3222" y="1923"/>
                  </a:lnTo>
                  <a:lnTo>
                    <a:pt x="1886" y="9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h5552"/>
            <p:cNvSpPr/>
            <p:nvPr/>
          </p:nvSpPr>
          <p:spPr>
            <a:xfrm>
              <a:off x="7423351" y="3056696"/>
              <a:ext cx="25121" cy="40901"/>
            </a:xfrm>
            <a:custGeom>
              <a:avLst/>
              <a:pathLst>
                <a:path w="25121" h="40901">
                  <a:moveTo>
                    <a:pt x="13682" y="177"/>
                  </a:moveTo>
                  <a:lnTo>
                    <a:pt x="18091" y="3170"/>
                  </a:lnTo>
                  <a:lnTo>
                    <a:pt x="23026" y="8366"/>
                  </a:lnTo>
                  <a:lnTo>
                    <a:pt x="25121" y="12537"/>
                  </a:lnTo>
                  <a:lnTo>
                    <a:pt x="20671" y="21120"/>
                  </a:lnTo>
                  <a:lnTo>
                    <a:pt x="18233" y="34070"/>
                  </a:lnTo>
                  <a:lnTo>
                    <a:pt x="18626" y="34980"/>
                  </a:lnTo>
                  <a:lnTo>
                    <a:pt x="15681" y="38045"/>
                  </a:lnTo>
                  <a:lnTo>
                    <a:pt x="10875" y="40901"/>
                  </a:lnTo>
                  <a:lnTo>
                    <a:pt x="9166" y="40626"/>
                  </a:lnTo>
                  <a:lnTo>
                    <a:pt x="8141" y="37874"/>
                  </a:lnTo>
                  <a:lnTo>
                    <a:pt x="8408" y="36780"/>
                  </a:lnTo>
                  <a:lnTo>
                    <a:pt x="7400" y="36223"/>
                  </a:lnTo>
                  <a:lnTo>
                    <a:pt x="4965" y="36426"/>
                  </a:lnTo>
                  <a:lnTo>
                    <a:pt x="4693" y="38171"/>
                  </a:lnTo>
                  <a:lnTo>
                    <a:pt x="4061" y="34143"/>
                  </a:lnTo>
                  <a:lnTo>
                    <a:pt x="6056" y="29258"/>
                  </a:lnTo>
                  <a:lnTo>
                    <a:pt x="5164" y="26163"/>
                  </a:lnTo>
                  <a:lnTo>
                    <a:pt x="2518" y="24063"/>
                  </a:lnTo>
                  <a:lnTo>
                    <a:pt x="0" y="13675"/>
                  </a:lnTo>
                  <a:lnTo>
                    <a:pt x="1276" y="9262"/>
                  </a:lnTo>
                  <a:lnTo>
                    <a:pt x="1586" y="4694"/>
                  </a:lnTo>
                  <a:lnTo>
                    <a:pt x="3218" y="4101"/>
                  </a:lnTo>
                  <a:lnTo>
                    <a:pt x="3037" y="5444"/>
                  </a:lnTo>
                  <a:lnTo>
                    <a:pt x="11110" y="5613"/>
                  </a:lnTo>
                  <a:lnTo>
                    <a:pt x="117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h5553"/>
            <p:cNvSpPr/>
            <p:nvPr/>
          </p:nvSpPr>
          <p:spPr>
            <a:xfrm>
              <a:off x="7593048" y="3126699"/>
              <a:ext cx="74005" cy="49095"/>
            </a:xfrm>
            <a:custGeom>
              <a:avLst/>
              <a:pathLst>
                <a:path w="74005" h="49095">
                  <a:moveTo>
                    <a:pt x="15801" y="883"/>
                  </a:moveTo>
                  <a:lnTo>
                    <a:pt x="14418" y="2777"/>
                  </a:lnTo>
                  <a:lnTo>
                    <a:pt x="19046" y="5320"/>
                  </a:lnTo>
                  <a:lnTo>
                    <a:pt x="20987" y="5412"/>
                  </a:lnTo>
                  <a:lnTo>
                    <a:pt x="22247" y="4170"/>
                  </a:lnTo>
                  <a:lnTo>
                    <a:pt x="24331" y="4125"/>
                  </a:lnTo>
                  <a:lnTo>
                    <a:pt x="28227" y="5948"/>
                  </a:lnTo>
                  <a:lnTo>
                    <a:pt x="29029" y="7096"/>
                  </a:lnTo>
                  <a:lnTo>
                    <a:pt x="28650" y="10255"/>
                  </a:lnTo>
                  <a:lnTo>
                    <a:pt x="29569" y="11625"/>
                  </a:lnTo>
                  <a:lnTo>
                    <a:pt x="31951" y="11618"/>
                  </a:lnTo>
                  <a:lnTo>
                    <a:pt x="34370" y="8009"/>
                  </a:lnTo>
                  <a:lnTo>
                    <a:pt x="39774" y="8077"/>
                  </a:lnTo>
                  <a:lnTo>
                    <a:pt x="42445" y="11202"/>
                  </a:lnTo>
                  <a:lnTo>
                    <a:pt x="45739" y="9568"/>
                  </a:lnTo>
                  <a:lnTo>
                    <a:pt x="49941" y="9858"/>
                  </a:lnTo>
                  <a:lnTo>
                    <a:pt x="50299" y="13809"/>
                  </a:lnTo>
                  <a:lnTo>
                    <a:pt x="54642" y="19490"/>
                  </a:lnTo>
                  <a:lnTo>
                    <a:pt x="63823" y="18168"/>
                  </a:lnTo>
                  <a:lnTo>
                    <a:pt x="66961" y="19813"/>
                  </a:lnTo>
                  <a:lnTo>
                    <a:pt x="67322" y="25181"/>
                  </a:lnTo>
                  <a:lnTo>
                    <a:pt x="72383" y="24692"/>
                  </a:lnTo>
                  <a:lnTo>
                    <a:pt x="74005" y="45187"/>
                  </a:lnTo>
                  <a:lnTo>
                    <a:pt x="22227" y="49095"/>
                  </a:lnTo>
                  <a:lnTo>
                    <a:pt x="23398" y="45939"/>
                  </a:lnTo>
                  <a:lnTo>
                    <a:pt x="23437" y="42855"/>
                  </a:lnTo>
                  <a:lnTo>
                    <a:pt x="24832" y="42124"/>
                  </a:lnTo>
                  <a:lnTo>
                    <a:pt x="27454" y="42912"/>
                  </a:lnTo>
                  <a:lnTo>
                    <a:pt x="28111" y="41445"/>
                  </a:lnTo>
                  <a:lnTo>
                    <a:pt x="23417" y="34259"/>
                  </a:lnTo>
                  <a:lnTo>
                    <a:pt x="21101" y="33206"/>
                  </a:lnTo>
                  <a:lnTo>
                    <a:pt x="19208" y="34372"/>
                  </a:lnTo>
                  <a:lnTo>
                    <a:pt x="12951" y="32857"/>
                  </a:lnTo>
                  <a:lnTo>
                    <a:pt x="9740" y="31276"/>
                  </a:lnTo>
                  <a:lnTo>
                    <a:pt x="7289" y="32274"/>
                  </a:lnTo>
                  <a:lnTo>
                    <a:pt x="1645" y="30724"/>
                  </a:lnTo>
                  <a:lnTo>
                    <a:pt x="0" y="29075"/>
                  </a:lnTo>
                  <a:lnTo>
                    <a:pt x="2005" y="28758"/>
                  </a:lnTo>
                  <a:lnTo>
                    <a:pt x="2632" y="28009"/>
                  </a:lnTo>
                  <a:lnTo>
                    <a:pt x="3241" y="23546"/>
                  </a:lnTo>
                  <a:lnTo>
                    <a:pt x="5357" y="20527"/>
                  </a:lnTo>
                  <a:lnTo>
                    <a:pt x="2874" y="12502"/>
                  </a:lnTo>
                  <a:lnTo>
                    <a:pt x="3826" y="9261"/>
                  </a:lnTo>
                  <a:lnTo>
                    <a:pt x="5152" y="9059"/>
                  </a:lnTo>
                  <a:lnTo>
                    <a:pt x="5933" y="6258"/>
                  </a:lnTo>
                  <a:lnTo>
                    <a:pt x="6319" y="6824"/>
                  </a:lnTo>
                  <a:lnTo>
                    <a:pt x="7357" y="6420"/>
                  </a:lnTo>
                  <a:lnTo>
                    <a:pt x="8542" y="3307"/>
                  </a:lnTo>
                  <a:lnTo>
                    <a:pt x="10194" y="1353"/>
                  </a:lnTo>
                  <a:lnTo>
                    <a:pt x="15427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h5554"/>
            <p:cNvSpPr/>
            <p:nvPr/>
          </p:nvSpPr>
          <p:spPr>
            <a:xfrm>
              <a:off x="6807513" y="2553171"/>
              <a:ext cx="58638" cy="56753"/>
            </a:xfrm>
            <a:custGeom>
              <a:avLst/>
              <a:pathLst>
                <a:path w="58638" h="56753">
                  <a:moveTo>
                    <a:pt x="31671" y="432"/>
                  </a:moveTo>
                  <a:lnTo>
                    <a:pt x="30989" y="6134"/>
                  </a:lnTo>
                  <a:lnTo>
                    <a:pt x="33830" y="19217"/>
                  </a:lnTo>
                  <a:lnTo>
                    <a:pt x="36429" y="19874"/>
                  </a:lnTo>
                  <a:lnTo>
                    <a:pt x="37680" y="18011"/>
                  </a:lnTo>
                  <a:lnTo>
                    <a:pt x="37626" y="16809"/>
                  </a:lnTo>
                  <a:lnTo>
                    <a:pt x="39377" y="15759"/>
                  </a:lnTo>
                  <a:lnTo>
                    <a:pt x="46329" y="17546"/>
                  </a:lnTo>
                  <a:lnTo>
                    <a:pt x="47782" y="22201"/>
                  </a:lnTo>
                  <a:lnTo>
                    <a:pt x="47794" y="26235"/>
                  </a:lnTo>
                  <a:lnTo>
                    <a:pt x="53458" y="29644"/>
                  </a:lnTo>
                  <a:lnTo>
                    <a:pt x="54037" y="40865"/>
                  </a:lnTo>
                  <a:lnTo>
                    <a:pt x="58638" y="56042"/>
                  </a:lnTo>
                  <a:lnTo>
                    <a:pt x="54663" y="56619"/>
                  </a:lnTo>
                  <a:lnTo>
                    <a:pt x="49500" y="56217"/>
                  </a:lnTo>
                  <a:lnTo>
                    <a:pt x="44226" y="56753"/>
                  </a:lnTo>
                  <a:lnTo>
                    <a:pt x="41941" y="55674"/>
                  </a:lnTo>
                  <a:lnTo>
                    <a:pt x="35869" y="52997"/>
                  </a:lnTo>
                  <a:lnTo>
                    <a:pt x="32629" y="53240"/>
                  </a:lnTo>
                  <a:lnTo>
                    <a:pt x="32052" y="54346"/>
                  </a:lnTo>
                  <a:lnTo>
                    <a:pt x="30576" y="54293"/>
                  </a:lnTo>
                  <a:lnTo>
                    <a:pt x="25916" y="48695"/>
                  </a:lnTo>
                  <a:lnTo>
                    <a:pt x="21658" y="46712"/>
                  </a:lnTo>
                  <a:lnTo>
                    <a:pt x="20371" y="47098"/>
                  </a:lnTo>
                  <a:lnTo>
                    <a:pt x="17483" y="45349"/>
                  </a:lnTo>
                  <a:lnTo>
                    <a:pt x="16204" y="42565"/>
                  </a:lnTo>
                  <a:lnTo>
                    <a:pt x="16680" y="40112"/>
                  </a:lnTo>
                  <a:lnTo>
                    <a:pt x="11675" y="40225"/>
                  </a:lnTo>
                  <a:lnTo>
                    <a:pt x="9922" y="42211"/>
                  </a:lnTo>
                  <a:lnTo>
                    <a:pt x="8140" y="42984"/>
                  </a:lnTo>
                  <a:lnTo>
                    <a:pt x="6008" y="40601"/>
                  </a:lnTo>
                  <a:lnTo>
                    <a:pt x="1747" y="35357"/>
                  </a:lnTo>
                  <a:lnTo>
                    <a:pt x="2365" y="29768"/>
                  </a:lnTo>
                  <a:lnTo>
                    <a:pt x="0" y="29564"/>
                  </a:lnTo>
                  <a:lnTo>
                    <a:pt x="973" y="18596"/>
                  </a:lnTo>
                  <a:lnTo>
                    <a:pt x="3498" y="18813"/>
                  </a:lnTo>
                  <a:lnTo>
                    <a:pt x="4119" y="6954"/>
                  </a:lnTo>
                  <a:lnTo>
                    <a:pt x="5098" y="7059"/>
                  </a:lnTo>
                  <a:lnTo>
                    <a:pt x="5343" y="4573"/>
                  </a:lnTo>
                  <a:lnTo>
                    <a:pt x="6896" y="6035"/>
                  </a:lnTo>
                  <a:lnTo>
                    <a:pt x="8174" y="9565"/>
                  </a:lnTo>
                  <a:lnTo>
                    <a:pt x="8721" y="15224"/>
                  </a:lnTo>
                  <a:lnTo>
                    <a:pt x="9779" y="16281"/>
                  </a:lnTo>
                  <a:lnTo>
                    <a:pt x="10715" y="16155"/>
                  </a:lnTo>
                  <a:lnTo>
                    <a:pt x="13522" y="15272"/>
                  </a:lnTo>
                  <a:lnTo>
                    <a:pt x="14340" y="7008"/>
                  </a:lnTo>
                  <a:lnTo>
                    <a:pt x="19447" y="7505"/>
                  </a:lnTo>
                  <a:lnTo>
                    <a:pt x="24459" y="5539"/>
                  </a:lnTo>
                  <a:lnTo>
                    <a:pt x="24981" y="877"/>
                  </a:lnTo>
                  <a:lnTo>
                    <a:pt x="2737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h5555"/>
            <p:cNvSpPr/>
            <p:nvPr/>
          </p:nvSpPr>
          <p:spPr>
            <a:xfrm>
              <a:off x="6691003" y="2415986"/>
              <a:ext cx="47717" cy="69571"/>
            </a:xfrm>
            <a:custGeom>
              <a:avLst/>
              <a:pathLst>
                <a:path w="47717" h="69571">
                  <a:moveTo>
                    <a:pt x="19079" y="374"/>
                  </a:moveTo>
                  <a:lnTo>
                    <a:pt x="30211" y="15706"/>
                  </a:lnTo>
                  <a:lnTo>
                    <a:pt x="47717" y="34557"/>
                  </a:lnTo>
                  <a:lnTo>
                    <a:pt x="47223" y="34546"/>
                  </a:lnTo>
                  <a:lnTo>
                    <a:pt x="47556" y="39089"/>
                  </a:lnTo>
                  <a:lnTo>
                    <a:pt x="38357" y="47453"/>
                  </a:lnTo>
                  <a:lnTo>
                    <a:pt x="37028" y="49360"/>
                  </a:lnTo>
                  <a:lnTo>
                    <a:pt x="37637" y="51990"/>
                  </a:lnTo>
                  <a:lnTo>
                    <a:pt x="34743" y="54835"/>
                  </a:lnTo>
                  <a:lnTo>
                    <a:pt x="31252" y="55050"/>
                  </a:lnTo>
                  <a:lnTo>
                    <a:pt x="29229" y="61347"/>
                  </a:lnTo>
                  <a:lnTo>
                    <a:pt x="25557" y="65766"/>
                  </a:lnTo>
                  <a:lnTo>
                    <a:pt x="25619" y="68078"/>
                  </a:lnTo>
                  <a:lnTo>
                    <a:pt x="27611" y="68344"/>
                  </a:lnTo>
                  <a:lnTo>
                    <a:pt x="28058" y="69571"/>
                  </a:lnTo>
                  <a:lnTo>
                    <a:pt x="24819" y="69467"/>
                  </a:lnTo>
                  <a:lnTo>
                    <a:pt x="20818" y="65993"/>
                  </a:lnTo>
                  <a:lnTo>
                    <a:pt x="18058" y="65204"/>
                  </a:lnTo>
                  <a:lnTo>
                    <a:pt x="14558" y="66134"/>
                  </a:lnTo>
                  <a:lnTo>
                    <a:pt x="13378" y="59333"/>
                  </a:lnTo>
                  <a:lnTo>
                    <a:pt x="11076" y="53383"/>
                  </a:lnTo>
                  <a:lnTo>
                    <a:pt x="9956" y="43654"/>
                  </a:lnTo>
                  <a:lnTo>
                    <a:pt x="12826" y="44024"/>
                  </a:lnTo>
                  <a:lnTo>
                    <a:pt x="13528" y="41895"/>
                  </a:lnTo>
                  <a:lnTo>
                    <a:pt x="13042" y="40226"/>
                  </a:lnTo>
                  <a:lnTo>
                    <a:pt x="9880" y="38926"/>
                  </a:lnTo>
                  <a:lnTo>
                    <a:pt x="5390" y="26022"/>
                  </a:lnTo>
                  <a:lnTo>
                    <a:pt x="9957" y="23342"/>
                  </a:lnTo>
                  <a:lnTo>
                    <a:pt x="7480" y="19342"/>
                  </a:lnTo>
                  <a:lnTo>
                    <a:pt x="2611" y="19498"/>
                  </a:lnTo>
                  <a:lnTo>
                    <a:pt x="2338" y="18939"/>
                  </a:lnTo>
                  <a:lnTo>
                    <a:pt x="1614" y="15021"/>
                  </a:lnTo>
                  <a:lnTo>
                    <a:pt x="0" y="12390"/>
                  </a:lnTo>
                  <a:lnTo>
                    <a:pt x="1983" y="11076"/>
                  </a:lnTo>
                  <a:lnTo>
                    <a:pt x="6247" y="10323"/>
                  </a:lnTo>
                  <a:lnTo>
                    <a:pt x="8750" y="9017"/>
                  </a:lnTo>
                  <a:lnTo>
                    <a:pt x="7661" y="8535"/>
                  </a:lnTo>
                  <a:lnTo>
                    <a:pt x="11084" y="3940"/>
                  </a:lnTo>
                  <a:lnTo>
                    <a:pt x="166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h5556"/>
            <p:cNvSpPr/>
            <p:nvPr/>
          </p:nvSpPr>
          <p:spPr>
            <a:xfrm>
              <a:off x="6761893" y="2305291"/>
              <a:ext cx="66235" cy="57380"/>
            </a:xfrm>
            <a:custGeom>
              <a:avLst/>
              <a:pathLst>
                <a:path w="66235" h="57380">
                  <a:moveTo>
                    <a:pt x="31525" y="3123"/>
                  </a:moveTo>
                  <a:lnTo>
                    <a:pt x="34919" y="4636"/>
                  </a:lnTo>
                  <a:lnTo>
                    <a:pt x="39946" y="9610"/>
                  </a:lnTo>
                  <a:lnTo>
                    <a:pt x="45052" y="25773"/>
                  </a:lnTo>
                  <a:lnTo>
                    <a:pt x="41664" y="31262"/>
                  </a:lnTo>
                  <a:lnTo>
                    <a:pt x="46284" y="36327"/>
                  </a:lnTo>
                  <a:lnTo>
                    <a:pt x="49493" y="35038"/>
                  </a:lnTo>
                  <a:lnTo>
                    <a:pt x="51214" y="32730"/>
                  </a:lnTo>
                  <a:lnTo>
                    <a:pt x="52720" y="32021"/>
                  </a:lnTo>
                  <a:lnTo>
                    <a:pt x="57337" y="37018"/>
                  </a:lnTo>
                  <a:lnTo>
                    <a:pt x="60602" y="38835"/>
                  </a:lnTo>
                  <a:lnTo>
                    <a:pt x="61792" y="37782"/>
                  </a:lnTo>
                  <a:lnTo>
                    <a:pt x="66235" y="45937"/>
                  </a:lnTo>
                  <a:lnTo>
                    <a:pt x="61448" y="49841"/>
                  </a:lnTo>
                  <a:lnTo>
                    <a:pt x="57071" y="49081"/>
                  </a:lnTo>
                  <a:lnTo>
                    <a:pt x="57144" y="51113"/>
                  </a:lnTo>
                  <a:lnTo>
                    <a:pt x="51560" y="55959"/>
                  </a:lnTo>
                  <a:lnTo>
                    <a:pt x="51615" y="57380"/>
                  </a:lnTo>
                  <a:lnTo>
                    <a:pt x="47123" y="56730"/>
                  </a:lnTo>
                  <a:lnTo>
                    <a:pt x="31996" y="54452"/>
                  </a:lnTo>
                  <a:lnTo>
                    <a:pt x="32291" y="52450"/>
                  </a:lnTo>
                  <a:lnTo>
                    <a:pt x="21288" y="50943"/>
                  </a:lnTo>
                  <a:lnTo>
                    <a:pt x="21033" y="52818"/>
                  </a:lnTo>
                  <a:lnTo>
                    <a:pt x="13227" y="51647"/>
                  </a:lnTo>
                  <a:lnTo>
                    <a:pt x="6853" y="52143"/>
                  </a:lnTo>
                  <a:lnTo>
                    <a:pt x="5634" y="47669"/>
                  </a:lnTo>
                  <a:lnTo>
                    <a:pt x="6464" y="39947"/>
                  </a:lnTo>
                  <a:lnTo>
                    <a:pt x="1636" y="38609"/>
                  </a:lnTo>
                  <a:lnTo>
                    <a:pt x="1369" y="36013"/>
                  </a:lnTo>
                  <a:lnTo>
                    <a:pt x="1488" y="32098"/>
                  </a:lnTo>
                  <a:lnTo>
                    <a:pt x="4678" y="26845"/>
                  </a:lnTo>
                  <a:lnTo>
                    <a:pt x="4739" y="20329"/>
                  </a:lnTo>
                  <a:lnTo>
                    <a:pt x="3637" y="21624"/>
                  </a:lnTo>
                  <a:lnTo>
                    <a:pt x="0" y="19119"/>
                  </a:lnTo>
                  <a:lnTo>
                    <a:pt x="8146" y="11429"/>
                  </a:lnTo>
                  <a:lnTo>
                    <a:pt x="11413" y="7451"/>
                  </a:lnTo>
                  <a:lnTo>
                    <a:pt x="18099" y="4507"/>
                  </a:lnTo>
                  <a:lnTo>
                    <a:pt x="18511" y="6071"/>
                  </a:lnTo>
                  <a:lnTo>
                    <a:pt x="23230" y="6657"/>
                  </a:lnTo>
                  <a:lnTo>
                    <a:pt x="23216" y="4181"/>
                  </a:lnTo>
                  <a:lnTo>
                    <a:pt x="2949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h5557"/>
            <p:cNvSpPr/>
            <p:nvPr/>
          </p:nvSpPr>
          <p:spPr>
            <a:xfrm>
              <a:off x="6679404" y="2107512"/>
              <a:ext cx="36052" cy="38629"/>
            </a:xfrm>
            <a:custGeom>
              <a:avLst/>
              <a:pathLst>
                <a:path w="36052" h="38629">
                  <a:moveTo>
                    <a:pt x="19076" y="0"/>
                  </a:moveTo>
                  <a:lnTo>
                    <a:pt x="19208" y="1165"/>
                  </a:lnTo>
                  <a:lnTo>
                    <a:pt x="27773" y="1909"/>
                  </a:lnTo>
                  <a:lnTo>
                    <a:pt x="27337" y="3619"/>
                  </a:lnTo>
                  <a:lnTo>
                    <a:pt x="27775" y="4616"/>
                  </a:lnTo>
                  <a:lnTo>
                    <a:pt x="32101" y="5913"/>
                  </a:lnTo>
                  <a:lnTo>
                    <a:pt x="36052" y="11559"/>
                  </a:lnTo>
                  <a:lnTo>
                    <a:pt x="34961" y="15830"/>
                  </a:lnTo>
                  <a:lnTo>
                    <a:pt x="33823" y="16728"/>
                  </a:lnTo>
                  <a:lnTo>
                    <a:pt x="35728" y="19309"/>
                  </a:lnTo>
                  <a:lnTo>
                    <a:pt x="34237" y="19912"/>
                  </a:lnTo>
                  <a:lnTo>
                    <a:pt x="33515" y="23584"/>
                  </a:lnTo>
                  <a:lnTo>
                    <a:pt x="33949" y="37101"/>
                  </a:lnTo>
                  <a:lnTo>
                    <a:pt x="26816" y="37039"/>
                  </a:lnTo>
                  <a:lnTo>
                    <a:pt x="25220" y="37829"/>
                  </a:lnTo>
                  <a:lnTo>
                    <a:pt x="18557" y="38629"/>
                  </a:lnTo>
                  <a:lnTo>
                    <a:pt x="10532" y="32409"/>
                  </a:lnTo>
                  <a:lnTo>
                    <a:pt x="7212" y="29742"/>
                  </a:lnTo>
                  <a:lnTo>
                    <a:pt x="3937" y="32554"/>
                  </a:lnTo>
                  <a:lnTo>
                    <a:pt x="3286" y="32727"/>
                  </a:lnTo>
                  <a:lnTo>
                    <a:pt x="2349" y="31294"/>
                  </a:lnTo>
                  <a:lnTo>
                    <a:pt x="0" y="27249"/>
                  </a:lnTo>
                  <a:lnTo>
                    <a:pt x="1449" y="16878"/>
                  </a:lnTo>
                  <a:lnTo>
                    <a:pt x="2067" y="16311"/>
                  </a:lnTo>
                  <a:lnTo>
                    <a:pt x="2848" y="3524"/>
                  </a:lnTo>
                  <a:lnTo>
                    <a:pt x="9182" y="3612"/>
                  </a:lnTo>
                  <a:lnTo>
                    <a:pt x="9414" y="226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h5558"/>
            <p:cNvSpPr/>
            <p:nvPr/>
          </p:nvSpPr>
          <p:spPr>
            <a:xfrm>
              <a:off x="6751695" y="2143867"/>
              <a:ext cx="25449" cy="28677"/>
            </a:xfrm>
            <a:custGeom>
              <a:avLst/>
              <a:pathLst>
                <a:path w="25449" h="28677">
                  <a:moveTo>
                    <a:pt x="17331" y="131"/>
                  </a:moveTo>
                  <a:lnTo>
                    <a:pt x="23192" y="1736"/>
                  </a:lnTo>
                  <a:lnTo>
                    <a:pt x="25449" y="4414"/>
                  </a:lnTo>
                  <a:lnTo>
                    <a:pt x="23887" y="5792"/>
                  </a:lnTo>
                  <a:lnTo>
                    <a:pt x="22595" y="16790"/>
                  </a:lnTo>
                  <a:lnTo>
                    <a:pt x="21601" y="17549"/>
                  </a:lnTo>
                  <a:lnTo>
                    <a:pt x="21783" y="26120"/>
                  </a:lnTo>
                  <a:lnTo>
                    <a:pt x="19266" y="26177"/>
                  </a:lnTo>
                  <a:lnTo>
                    <a:pt x="19362" y="28677"/>
                  </a:lnTo>
                  <a:lnTo>
                    <a:pt x="3042" y="26813"/>
                  </a:lnTo>
                  <a:lnTo>
                    <a:pt x="3448" y="25368"/>
                  </a:lnTo>
                  <a:lnTo>
                    <a:pt x="2458" y="23168"/>
                  </a:lnTo>
                  <a:lnTo>
                    <a:pt x="1133" y="23174"/>
                  </a:lnTo>
                  <a:lnTo>
                    <a:pt x="30" y="22134"/>
                  </a:lnTo>
                  <a:lnTo>
                    <a:pt x="0" y="20017"/>
                  </a:lnTo>
                  <a:lnTo>
                    <a:pt x="2401" y="18233"/>
                  </a:lnTo>
                  <a:lnTo>
                    <a:pt x="4031" y="18193"/>
                  </a:lnTo>
                  <a:lnTo>
                    <a:pt x="3966" y="15215"/>
                  </a:lnTo>
                  <a:lnTo>
                    <a:pt x="2043" y="10921"/>
                  </a:lnTo>
                  <a:lnTo>
                    <a:pt x="4527" y="7373"/>
                  </a:lnTo>
                  <a:lnTo>
                    <a:pt x="5448" y="7052"/>
                  </a:lnTo>
                  <a:lnTo>
                    <a:pt x="6715" y="965"/>
                  </a:lnTo>
                  <a:lnTo>
                    <a:pt x="7790" y="79"/>
                  </a:lnTo>
                  <a:lnTo>
                    <a:pt x="8571" y="1489"/>
                  </a:lnTo>
                  <a:lnTo>
                    <a:pt x="9401" y="2724"/>
                  </a:lnTo>
                  <a:lnTo>
                    <a:pt x="11088" y="2941"/>
                  </a:lnTo>
                  <a:lnTo>
                    <a:pt x="13487" y="2044"/>
                  </a:lnTo>
                  <a:lnTo>
                    <a:pt x="1446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h5559"/>
            <p:cNvSpPr/>
            <p:nvPr/>
          </p:nvSpPr>
          <p:spPr>
            <a:xfrm>
              <a:off x="6704625" y="2126535"/>
              <a:ext cx="27373" cy="43138"/>
            </a:xfrm>
            <a:custGeom>
              <a:avLst/>
              <a:pathLst>
                <a:path w="27373" h="43138">
                  <a:moveTo>
                    <a:pt x="26536" y="4898"/>
                  </a:moveTo>
                  <a:lnTo>
                    <a:pt x="27373" y="13519"/>
                  </a:lnTo>
                  <a:lnTo>
                    <a:pt x="19047" y="36804"/>
                  </a:lnTo>
                  <a:lnTo>
                    <a:pt x="17636" y="38099"/>
                  </a:lnTo>
                  <a:lnTo>
                    <a:pt x="14925" y="38482"/>
                  </a:lnTo>
                  <a:lnTo>
                    <a:pt x="11645" y="40007"/>
                  </a:lnTo>
                  <a:lnTo>
                    <a:pt x="8009" y="43037"/>
                  </a:lnTo>
                  <a:lnTo>
                    <a:pt x="6567" y="43138"/>
                  </a:lnTo>
                  <a:lnTo>
                    <a:pt x="3733" y="40523"/>
                  </a:lnTo>
                  <a:lnTo>
                    <a:pt x="0" y="18806"/>
                  </a:lnTo>
                  <a:lnTo>
                    <a:pt x="1596" y="18015"/>
                  </a:lnTo>
                  <a:lnTo>
                    <a:pt x="8729" y="18077"/>
                  </a:lnTo>
                  <a:lnTo>
                    <a:pt x="8295" y="4561"/>
                  </a:lnTo>
                  <a:lnTo>
                    <a:pt x="9017" y="889"/>
                  </a:lnTo>
                  <a:lnTo>
                    <a:pt x="10507" y="286"/>
                  </a:lnTo>
                  <a:lnTo>
                    <a:pt x="12144" y="2121"/>
                  </a:lnTo>
                  <a:lnTo>
                    <a:pt x="14254" y="1947"/>
                  </a:lnTo>
                  <a:lnTo>
                    <a:pt x="1684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h5560"/>
            <p:cNvSpPr/>
            <p:nvPr/>
          </p:nvSpPr>
          <p:spPr>
            <a:xfrm>
              <a:off x="6839054" y="2165504"/>
              <a:ext cx="25042" cy="66122"/>
            </a:xfrm>
            <a:custGeom>
              <a:avLst/>
              <a:pathLst>
                <a:path w="25042" h="66122">
                  <a:moveTo>
                    <a:pt x="4763" y="4093"/>
                  </a:moveTo>
                  <a:lnTo>
                    <a:pt x="5135" y="11562"/>
                  </a:lnTo>
                  <a:lnTo>
                    <a:pt x="4045" y="11602"/>
                  </a:lnTo>
                  <a:lnTo>
                    <a:pt x="4182" y="15148"/>
                  </a:lnTo>
                  <a:lnTo>
                    <a:pt x="10196" y="16951"/>
                  </a:lnTo>
                  <a:lnTo>
                    <a:pt x="16360" y="19777"/>
                  </a:lnTo>
                  <a:lnTo>
                    <a:pt x="24039" y="29011"/>
                  </a:lnTo>
                  <a:lnTo>
                    <a:pt x="25042" y="65727"/>
                  </a:lnTo>
                  <a:lnTo>
                    <a:pt x="10756" y="66122"/>
                  </a:lnTo>
                  <a:lnTo>
                    <a:pt x="3130" y="65945"/>
                  </a:lnTo>
                  <a:lnTo>
                    <a:pt x="2770" y="53073"/>
                  </a:lnTo>
                  <a:lnTo>
                    <a:pt x="629" y="53138"/>
                  </a:lnTo>
                  <a:lnTo>
                    <a:pt x="364" y="50739"/>
                  </a:lnTo>
                  <a:lnTo>
                    <a:pt x="0" y="40909"/>
                  </a:lnTo>
                  <a:lnTo>
                    <a:pt x="1225" y="36239"/>
                  </a:lnTo>
                  <a:lnTo>
                    <a:pt x="2878" y="36202"/>
                  </a:lnTo>
                  <a:lnTo>
                    <a:pt x="4283" y="30437"/>
                  </a:lnTo>
                  <a:lnTo>
                    <a:pt x="4139" y="23826"/>
                  </a:lnTo>
                  <a:lnTo>
                    <a:pt x="2955" y="21041"/>
                  </a:lnTo>
                  <a:lnTo>
                    <a:pt x="2780" y="15483"/>
                  </a:lnTo>
                  <a:lnTo>
                    <a:pt x="4398" y="8338"/>
                  </a:lnTo>
                  <a:lnTo>
                    <a:pt x="4148" y="944"/>
                  </a:lnTo>
                  <a:lnTo>
                    <a:pt x="4633" y="426"/>
                  </a:lnTo>
                  <a:lnTo>
                    <a:pt x="528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h5561"/>
            <p:cNvSpPr/>
            <p:nvPr/>
          </p:nvSpPr>
          <p:spPr>
            <a:xfrm>
              <a:off x="6743409" y="2232770"/>
              <a:ext cx="86448" cy="70920"/>
            </a:xfrm>
            <a:custGeom>
              <a:avLst/>
              <a:pathLst>
                <a:path w="86448" h="70920">
                  <a:moveTo>
                    <a:pt x="66621" y="3372"/>
                  </a:moveTo>
                  <a:lnTo>
                    <a:pt x="66596" y="6881"/>
                  </a:lnTo>
                  <a:lnTo>
                    <a:pt x="76070" y="6612"/>
                  </a:lnTo>
                  <a:lnTo>
                    <a:pt x="86113" y="6300"/>
                  </a:lnTo>
                  <a:lnTo>
                    <a:pt x="86183" y="8739"/>
                  </a:lnTo>
                  <a:lnTo>
                    <a:pt x="86448" y="18402"/>
                  </a:lnTo>
                  <a:lnTo>
                    <a:pt x="84417" y="23368"/>
                  </a:lnTo>
                  <a:lnTo>
                    <a:pt x="81176" y="22842"/>
                  </a:lnTo>
                  <a:lnTo>
                    <a:pt x="81353" y="29283"/>
                  </a:lnTo>
                  <a:lnTo>
                    <a:pt x="74194" y="28844"/>
                  </a:lnTo>
                  <a:lnTo>
                    <a:pt x="73908" y="33516"/>
                  </a:lnTo>
                  <a:lnTo>
                    <a:pt x="70693" y="33314"/>
                  </a:lnTo>
                  <a:lnTo>
                    <a:pt x="69557" y="34320"/>
                  </a:lnTo>
                  <a:lnTo>
                    <a:pt x="67272" y="37610"/>
                  </a:lnTo>
                  <a:lnTo>
                    <a:pt x="66292" y="41311"/>
                  </a:lnTo>
                  <a:lnTo>
                    <a:pt x="59245" y="41348"/>
                  </a:lnTo>
                  <a:lnTo>
                    <a:pt x="58517" y="47748"/>
                  </a:lnTo>
                  <a:lnTo>
                    <a:pt x="56012" y="50645"/>
                  </a:lnTo>
                  <a:lnTo>
                    <a:pt x="52195" y="51556"/>
                  </a:lnTo>
                  <a:lnTo>
                    <a:pt x="49671" y="63384"/>
                  </a:lnTo>
                  <a:lnTo>
                    <a:pt x="47677" y="67842"/>
                  </a:lnTo>
                  <a:lnTo>
                    <a:pt x="47388" y="68664"/>
                  </a:lnTo>
                  <a:lnTo>
                    <a:pt x="33847" y="70920"/>
                  </a:lnTo>
                  <a:lnTo>
                    <a:pt x="33223" y="66580"/>
                  </a:lnTo>
                  <a:lnTo>
                    <a:pt x="29327" y="64230"/>
                  </a:lnTo>
                  <a:lnTo>
                    <a:pt x="29833" y="57076"/>
                  </a:lnTo>
                  <a:lnTo>
                    <a:pt x="21054" y="55791"/>
                  </a:lnTo>
                  <a:lnTo>
                    <a:pt x="16107" y="59444"/>
                  </a:lnTo>
                  <a:lnTo>
                    <a:pt x="11371" y="58038"/>
                  </a:lnTo>
                  <a:lnTo>
                    <a:pt x="12174" y="54493"/>
                  </a:lnTo>
                  <a:lnTo>
                    <a:pt x="13552" y="55251"/>
                  </a:lnTo>
                  <a:lnTo>
                    <a:pt x="13672" y="51781"/>
                  </a:lnTo>
                  <a:lnTo>
                    <a:pt x="122" y="49694"/>
                  </a:lnTo>
                  <a:lnTo>
                    <a:pt x="0" y="46421"/>
                  </a:lnTo>
                  <a:lnTo>
                    <a:pt x="46757" y="7206"/>
                  </a:lnTo>
                  <a:lnTo>
                    <a:pt x="46801" y="2223"/>
                  </a:lnTo>
                  <a:lnTo>
                    <a:pt x="45532" y="2250"/>
                  </a:lnTo>
                  <a:lnTo>
                    <a:pt x="45627" y="1368"/>
                  </a:lnTo>
                  <a:lnTo>
                    <a:pt x="51552" y="2053"/>
                  </a:lnTo>
                  <a:lnTo>
                    <a:pt x="51963" y="5768"/>
                  </a:lnTo>
                  <a:lnTo>
                    <a:pt x="56988" y="5425"/>
                  </a:lnTo>
                  <a:lnTo>
                    <a:pt x="60237" y="4604"/>
                  </a:lnTo>
                  <a:lnTo>
                    <a:pt x="60406" y="3069"/>
                  </a:lnTo>
                  <a:lnTo>
                    <a:pt x="6391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h5562"/>
            <p:cNvSpPr/>
            <p:nvPr/>
          </p:nvSpPr>
          <p:spPr>
            <a:xfrm>
              <a:off x="6661315" y="2479304"/>
              <a:ext cx="20471" cy="44750"/>
            </a:xfrm>
            <a:custGeom>
              <a:avLst/>
              <a:pathLst>
                <a:path w="20471" h="44750">
                  <a:moveTo>
                    <a:pt x="16609" y="4672"/>
                  </a:moveTo>
                  <a:lnTo>
                    <a:pt x="16867" y="11703"/>
                  </a:lnTo>
                  <a:lnTo>
                    <a:pt x="15372" y="11457"/>
                  </a:lnTo>
                  <a:lnTo>
                    <a:pt x="15090" y="12546"/>
                  </a:lnTo>
                  <a:lnTo>
                    <a:pt x="17974" y="22287"/>
                  </a:lnTo>
                  <a:lnTo>
                    <a:pt x="17456" y="23115"/>
                  </a:lnTo>
                  <a:lnTo>
                    <a:pt x="13126" y="21706"/>
                  </a:lnTo>
                  <a:lnTo>
                    <a:pt x="13294" y="24612"/>
                  </a:lnTo>
                  <a:lnTo>
                    <a:pt x="17047" y="24537"/>
                  </a:lnTo>
                  <a:lnTo>
                    <a:pt x="18221" y="40032"/>
                  </a:lnTo>
                  <a:lnTo>
                    <a:pt x="20325" y="42327"/>
                  </a:lnTo>
                  <a:lnTo>
                    <a:pt x="20471" y="44750"/>
                  </a:lnTo>
                  <a:lnTo>
                    <a:pt x="17513" y="43935"/>
                  </a:lnTo>
                  <a:lnTo>
                    <a:pt x="12809" y="40547"/>
                  </a:lnTo>
                  <a:lnTo>
                    <a:pt x="6697" y="40776"/>
                  </a:lnTo>
                  <a:lnTo>
                    <a:pt x="6418" y="34010"/>
                  </a:lnTo>
                  <a:lnTo>
                    <a:pt x="2712" y="34257"/>
                  </a:lnTo>
                  <a:lnTo>
                    <a:pt x="1032" y="28205"/>
                  </a:lnTo>
                  <a:lnTo>
                    <a:pt x="4330" y="27315"/>
                  </a:lnTo>
                  <a:lnTo>
                    <a:pt x="3882" y="25453"/>
                  </a:lnTo>
                  <a:lnTo>
                    <a:pt x="676" y="21421"/>
                  </a:lnTo>
                  <a:lnTo>
                    <a:pt x="0" y="18307"/>
                  </a:lnTo>
                  <a:lnTo>
                    <a:pt x="281" y="12006"/>
                  </a:lnTo>
                  <a:lnTo>
                    <a:pt x="1361" y="11899"/>
                  </a:lnTo>
                  <a:lnTo>
                    <a:pt x="2326" y="7027"/>
                  </a:lnTo>
                  <a:lnTo>
                    <a:pt x="3675" y="3551"/>
                  </a:lnTo>
                  <a:lnTo>
                    <a:pt x="7826" y="3874"/>
                  </a:lnTo>
                  <a:lnTo>
                    <a:pt x="11096" y="3828"/>
                  </a:lnTo>
                  <a:lnTo>
                    <a:pt x="10864" y="15"/>
                  </a:lnTo>
                  <a:lnTo>
                    <a:pt x="1201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h5563"/>
            <p:cNvSpPr/>
            <p:nvPr/>
          </p:nvSpPr>
          <p:spPr>
            <a:xfrm>
              <a:off x="6611771" y="2500725"/>
              <a:ext cx="70077" cy="78772"/>
            </a:xfrm>
            <a:custGeom>
              <a:avLst/>
              <a:pathLst>
                <a:path w="70077" h="78772">
                  <a:moveTo>
                    <a:pt x="50220" y="0"/>
                  </a:moveTo>
                  <a:lnTo>
                    <a:pt x="53427" y="4032"/>
                  </a:lnTo>
                  <a:lnTo>
                    <a:pt x="53875" y="5894"/>
                  </a:lnTo>
                  <a:lnTo>
                    <a:pt x="50577" y="6784"/>
                  </a:lnTo>
                  <a:lnTo>
                    <a:pt x="52257" y="12836"/>
                  </a:lnTo>
                  <a:lnTo>
                    <a:pt x="55962" y="12588"/>
                  </a:lnTo>
                  <a:lnTo>
                    <a:pt x="56242" y="19355"/>
                  </a:lnTo>
                  <a:lnTo>
                    <a:pt x="62354" y="19125"/>
                  </a:lnTo>
                  <a:lnTo>
                    <a:pt x="67058" y="22514"/>
                  </a:lnTo>
                  <a:lnTo>
                    <a:pt x="66317" y="25572"/>
                  </a:lnTo>
                  <a:lnTo>
                    <a:pt x="69422" y="31236"/>
                  </a:lnTo>
                  <a:lnTo>
                    <a:pt x="70077" y="36177"/>
                  </a:lnTo>
                  <a:lnTo>
                    <a:pt x="63858" y="42263"/>
                  </a:lnTo>
                  <a:lnTo>
                    <a:pt x="66041" y="45537"/>
                  </a:lnTo>
                  <a:lnTo>
                    <a:pt x="65401" y="55362"/>
                  </a:lnTo>
                  <a:lnTo>
                    <a:pt x="60612" y="62738"/>
                  </a:lnTo>
                  <a:lnTo>
                    <a:pt x="63409" y="64949"/>
                  </a:lnTo>
                  <a:lnTo>
                    <a:pt x="68563" y="77732"/>
                  </a:lnTo>
                  <a:lnTo>
                    <a:pt x="66466" y="78459"/>
                  </a:lnTo>
                  <a:lnTo>
                    <a:pt x="64149" y="78772"/>
                  </a:lnTo>
                  <a:lnTo>
                    <a:pt x="61228" y="75439"/>
                  </a:lnTo>
                  <a:lnTo>
                    <a:pt x="47703" y="70919"/>
                  </a:lnTo>
                  <a:lnTo>
                    <a:pt x="43161" y="73550"/>
                  </a:lnTo>
                  <a:lnTo>
                    <a:pt x="33236" y="73566"/>
                  </a:lnTo>
                  <a:lnTo>
                    <a:pt x="29466" y="71523"/>
                  </a:lnTo>
                  <a:lnTo>
                    <a:pt x="29936" y="65319"/>
                  </a:lnTo>
                  <a:lnTo>
                    <a:pt x="25538" y="63090"/>
                  </a:lnTo>
                  <a:lnTo>
                    <a:pt x="17315" y="62994"/>
                  </a:lnTo>
                  <a:lnTo>
                    <a:pt x="10149" y="66155"/>
                  </a:lnTo>
                  <a:lnTo>
                    <a:pt x="2202" y="63250"/>
                  </a:lnTo>
                  <a:lnTo>
                    <a:pt x="1317" y="61891"/>
                  </a:lnTo>
                  <a:lnTo>
                    <a:pt x="9212" y="54462"/>
                  </a:lnTo>
                  <a:lnTo>
                    <a:pt x="7424" y="43371"/>
                  </a:lnTo>
                  <a:lnTo>
                    <a:pt x="143" y="43608"/>
                  </a:lnTo>
                  <a:lnTo>
                    <a:pt x="0" y="36596"/>
                  </a:lnTo>
                  <a:lnTo>
                    <a:pt x="1414" y="32134"/>
                  </a:lnTo>
                  <a:lnTo>
                    <a:pt x="2535" y="32372"/>
                  </a:lnTo>
                  <a:lnTo>
                    <a:pt x="10799" y="26049"/>
                  </a:lnTo>
                  <a:lnTo>
                    <a:pt x="4369" y="22137"/>
                  </a:lnTo>
                  <a:lnTo>
                    <a:pt x="10168" y="20642"/>
                  </a:lnTo>
                  <a:lnTo>
                    <a:pt x="11428" y="18847"/>
                  </a:lnTo>
                  <a:lnTo>
                    <a:pt x="13131" y="13664"/>
                  </a:lnTo>
                  <a:lnTo>
                    <a:pt x="11593" y="11351"/>
                  </a:lnTo>
                  <a:lnTo>
                    <a:pt x="9829" y="11737"/>
                  </a:lnTo>
                  <a:lnTo>
                    <a:pt x="9571" y="8889"/>
                  </a:lnTo>
                  <a:lnTo>
                    <a:pt x="15629" y="8326"/>
                  </a:lnTo>
                  <a:lnTo>
                    <a:pt x="15518" y="4613"/>
                  </a:lnTo>
                  <a:lnTo>
                    <a:pt x="17536" y="4768"/>
                  </a:lnTo>
                  <a:lnTo>
                    <a:pt x="20752" y="9694"/>
                  </a:lnTo>
                  <a:lnTo>
                    <a:pt x="23242" y="16544"/>
                  </a:lnTo>
                  <a:lnTo>
                    <a:pt x="27598" y="13467"/>
                  </a:lnTo>
                  <a:lnTo>
                    <a:pt x="26584" y="7520"/>
                  </a:lnTo>
                  <a:lnTo>
                    <a:pt x="33718" y="6403"/>
                  </a:lnTo>
                  <a:lnTo>
                    <a:pt x="33661" y="11868"/>
                  </a:lnTo>
                  <a:lnTo>
                    <a:pt x="39418" y="12855"/>
                  </a:lnTo>
                  <a:lnTo>
                    <a:pt x="41548" y="11977"/>
                  </a:lnTo>
                  <a:lnTo>
                    <a:pt x="43095" y="13952"/>
                  </a:lnTo>
                  <a:lnTo>
                    <a:pt x="43649" y="7860"/>
                  </a:lnTo>
                  <a:lnTo>
                    <a:pt x="45428" y="84"/>
                  </a:lnTo>
                  <a:lnTo>
                    <a:pt x="49511" y="51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h5564"/>
            <p:cNvSpPr/>
            <p:nvPr/>
          </p:nvSpPr>
          <p:spPr>
            <a:xfrm>
              <a:off x="6848195" y="2608845"/>
              <a:ext cx="16430" cy="14568"/>
            </a:xfrm>
            <a:custGeom>
              <a:avLst/>
              <a:pathLst>
                <a:path w="16430" h="14568">
                  <a:moveTo>
                    <a:pt x="3544" y="1078"/>
                  </a:moveTo>
                  <a:lnTo>
                    <a:pt x="8818" y="542"/>
                  </a:lnTo>
                  <a:lnTo>
                    <a:pt x="13981" y="944"/>
                  </a:lnTo>
                  <a:lnTo>
                    <a:pt x="14806" y="2780"/>
                  </a:lnTo>
                  <a:lnTo>
                    <a:pt x="14033" y="9911"/>
                  </a:lnTo>
                  <a:lnTo>
                    <a:pt x="16430" y="11787"/>
                  </a:lnTo>
                  <a:lnTo>
                    <a:pt x="16346" y="13896"/>
                  </a:lnTo>
                  <a:lnTo>
                    <a:pt x="15569" y="14568"/>
                  </a:lnTo>
                  <a:lnTo>
                    <a:pt x="9975" y="12896"/>
                  </a:lnTo>
                  <a:lnTo>
                    <a:pt x="5751" y="7229"/>
                  </a:lnTo>
                  <a:lnTo>
                    <a:pt x="2483" y="4595"/>
                  </a:lnTo>
                  <a:lnTo>
                    <a:pt x="0" y="3637"/>
                  </a:lnTo>
                  <a:lnTo>
                    <a:pt x="12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h5565"/>
            <p:cNvSpPr/>
            <p:nvPr/>
          </p:nvSpPr>
          <p:spPr>
            <a:xfrm>
              <a:off x="6785768" y="2352929"/>
              <a:ext cx="88031" cy="144258"/>
            </a:xfrm>
            <a:custGeom>
              <a:avLst/>
              <a:pathLst>
                <a:path w="88031" h="144258">
                  <a:moveTo>
                    <a:pt x="85791" y="19298"/>
                  </a:moveTo>
                  <a:lnTo>
                    <a:pt x="83803" y="59646"/>
                  </a:lnTo>
                  <a:lnTo>
                    <a:pt x="84445" y="81293"/>
                  </a:lnTo>
                  <a:lnTo>
                    <a:pt x="84207" y="97245"/>
                  </a:lnTo>
                  <a:lnTo>
                    <a:pt x="82340" y="131129"/>
                  </a:lnTo>
                  <a:lnTo>
                    <a:pt x="82662" y="143651"/>
                  </a:lnTo>
                  <a:lnTo>
                    <a:pt x="78537" y="141421"/>
                  </a:lnTo>
                  <a:lnTo>
                    <a:pt x="77832" y="139153"/>
                  </a:lnTo>
                  <a:lnTo>
                    <a:pt x="78137" y="136760"/>
                  </a:lnTo>
                  <a:lnTo>
                    <a:pt x="77151" y="135976"/>
                  </a:lnTo>
                  <a:lnTo>
                    <a:pt x="72943" y="137315"/>
                  </a:lnTo>
                  <a:lnTo>
                    <a:pt x="72294" y="140930"/>
                  </a:lnTo>
                  <a:lnTo>
                    <a:pt x="69261" y="140749"/>
                  </a:lnTo>
                  <a:lnTo>
                    <a:pt x="68465" y="139236"/>
                  </a:lnTo>
                  <a:lnTo>
                    <a:pt x="66748" y="139033"/>
                  </a:lnTo>
                  <a:lnTo>
                    <a:pt x="64838" y="139900"/>
                  </a:lnTo>
                  <a:lnTo>
                    <a:pt x="63182" y="142289"/>
                  </a:lnTo>
                  <a:lnTo>
                    <a:pt x="61474" y="142201"/>
                  </a:lnTo>
                  <a:lnTo>
                    <a:pt x="58623" y="140765"/>
                  </a:lnTo>
                  <a:lnTo>
                    <a:pt x="56366" y="136105"/>
                  </a:lnTo>
                  <a:lnTo>
                    <a:pt x="54462" y="136126"/>
                  </a:lnTo>
                  <a:lnTo>
                    <a:pt x="53393" y="137268"/>
                  </a:lnTo>
                  <a:lnTo>
                    <a:pt x="51760" y="137251"/>
                  </a:lnTo>
                  <a:lnTo>
                    <a:pt x="48308" y="135951"/>
                  </a:lnTo>
                  <a:lnTo>
                    <a:pt x="46208" y="133546"/>
                  </a:lnTo>
                  <a:lnTo>
                    <a:pt x="43766" y="133118"/>
                  </a:lnTo>
                  <a:lnTo>
                    <a:pt x="43111" y="133527"/>
                  </a:lnTo>
                  <a:lnTo>
                    <a:pt x="42809" y="135599"/>
                  </a:lnTo>
                  <a:lnTo>
                    <a:pt x="36976" y="134764"/>
                  </a:lnTo>
                  <a:lnTo>
                    <a:pt x="33913" y="136087"/>
                  </a:lnTo>
                  <a:lnTo>
                    <a:pt x="34539" y="138995"/>
                  </a:lnTo>
                  <a:lnTo>
                    <a:pt x="33876" y="142552"/>
                  </a:lnTo>
                  <a:lnTo>
                    <a:pt x="30869" y="143788"/>
                  </a:lnTo>
                  <a:lnTo>
                    <a:pt x="30754" y="142740"/>
                  </a:lnTo>
                  <a:lnTo>
                    <a:pt x="29576" y="142162"/>
                  </a:lnTo>
                  <a:lnTo>
                    <a:pt x="24447" y="144258"/>
                  </a:lnTo>
                  <a:lnTo>
                    <a:pt x="17067" y="137959"/>
                  </a:lnTo>
                  <a:lnTo>
                    <a:pt x="17987" y="132384"/>
                  </a:lnTo>
                  <a:lnTo>
                    <a:pt x="16610" y="129081"/>
                  </a:lnTo>
                  <a:lnTo>
                    <a:pt x="12407" y="128592"/>
                  </a:lnTo>
                  <a:lnTo>
                    <a:pt x="12279" y="129414"/>
                  </a:lnTo>
                  <a:lnTo>
                    <a:pt x="7780" y="128875"/>
                  </a:lnTo>
                  <a:lnTo>
                    <a:pt x="9018" y="124645"/>
                  </a:lnTo>
                  <a:lnTo>
                    <a:pt x="11120" y="121258"/>
                  </a:lnTo>
                  <a:lnTo>
                    <a:pt x="10329" y="117742"/>
                  </a:lnTo>
                  <a:lnTo>
                    <a:pt x="4971" y="110915"/>
                  </a:lnTo>
                  <a:lnTo>
                    <a:pt x="0" y="105945"/>
                  </a:lnTo>
                  <a:lnTo>
                    <a:pt x="1593" y="92039"/>
                  </a:lnTo>
                  <a:lnTo>
                    <a:pt x="5166" y="92383"/>
                  </a:lnTo>
                  <a:lnTo>
                    <a:pt x="5658" y="86156"/>
                  </a:lnTo>
                  <a:lnTo>
                    <a:pt x="2826" y="81039"/>
                  </a:lnTo>
                  <a:lnTo>
                    <a:pt x="26360" y="67532"/>
                  </a:lnTo>
                  <a:lnTo>
                    <a:pt x="31321" y="62624"/>
                  </a:lnTo>
                  <a:lnTo>
                    <a:pt x="29612" y="62739"/>
                  </a:lnTo>
                  <a:lnTo>
                    <a:pt x="29016" y="61731"/>
                  </a:lnTo>
                  <a:lnTo>
                    <a:pt x="30184" y="58796"/>
                  </a:lnTo>
                  <a:lnTo>
                    <a:pt x="31843" y="57637"/>
                  </a:lnTo>
                  <a:lnTo>
                    <a:pt x="33539" y="57535"/>
                  </a:lnTo>
                  <a:lnTo>
                    <a:pt x="34227" y="54115"/>
                  </a:lnTo>
                  <a:lnTo>
                    <a:pt x="32827" y="51791"/>
                  </a:lnTo>
                  <a:lnTo>
                    <a:pt x="39424" y="51568"/>
                  </a:lnTo>
                  <a:lnTo>
                    <a:pt x="40007" y="44632"/>
                  </a:lnTo>
                  <a:lnTo>
                    <a:pt x="49162" y="44422"/>
                  </a:lnTo>
                  <a:lnTo>
                    <a:pt x="54371" y="43350"/>
                  </a:lnTo>
                  <a:lnTo>
                    <a:pt x="46181" y="37915"/>
                  </a:lnTo>
                  <a:lnTo>
                    <a:pt x="51899" y="26716"/>
                  </a:lnTo>
                  <a:lnTo>
                    <a:pt x="51689" y="19671"/>
                  </a:lnTo>
                  <a:lnTo>
                    <a:pt x="70432" y="5850"/>
                  </a:lnTo>
                  <a:lnTo>
                    <a:pt x="71870" y="7887"/>
                  </a:lnTo>
                  <a:lnTo>
                    <a:pt x="75333" y="8062"/>
                  </a:lnTo>
                  <a:lnTo>
                    <a:pt x="78019" y="6742"/>
                  </a:lnTo>
                  <a:lnTo>
                    <a:pt x="80816" y="3512"/>
                  </a:lnTo>
                  <a:lnTo>
                    <a:pt x="81250" y="253"/>
                  </a:lnTo>
                  <a:lnTo>
                    <a:pt x="8803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h5566"/>
            <p:cNvSpPr/>
            <p:nvPr/>
          </p:nvSpPr>
          <p:spPr>
            <a:xfrm>
              <a:off x="6723672" y="2130412"/>
              <a:ext cx="36594" cy="48804"/>
            </a:xfrm>
            <a:custGeom>
              <a:avLst/>
              <a:pathLst>
                <a:path w="36594" h="48804">
                  <a:moveTo>
                    <a:pt x="10219" y="0"/>
                  </a:moveTo>
                  <a:lnTo>
                    <a:pt x="13803" y="2515"/>
                  </a:lnTo>
                  <a:lnTo>
                    <a:pt x="20749" y="715"/>
                  </a:lnTo>
                  <a:lnTo>
                    <a:pt x="22861" y="1056"/>
                  </a:lnTo>
                  <a:lnTo>
                    <a:pt x="26835" y="6041"/>
                  </a:lnTo>
                  <a:lnTo>
                    <a:pt x="33192" y="11370"/>
                  </a:lnTo>
                  <a:lnTo>
                    <a:pt x="36389" y="13216"/>
                  </a:lnTo>
                  <a:lnTo>
                    <a:pt x="36594" y="14943"/>
                  </a:lnTo>
                  <a:lnTo>
                    <a:pt x="35813" y="13534"/>
                  </a:lnTo>
                  <a:lnTo>
                    <a:pt x="34738" y="14419"/>
                  </a:lnTo>
                  <a:lnTo>
                    <a:pt x="33471" y="20506"/>
                  </a:lnTo>
                  <a:lnTo>
                    <a:pt x="32550" y="20827"/>
                  </a:lnTo>
                  <a:lnTo>
                    <a:pt x="30066" y="24376"/>
                  </a:lnTo>
                  <a:lnTo>
                    <a:pt x="31989" y="28669"/>
                  </a:lnTo>
                  <a:lnTo>
                    <a:pt x="32054" y="31647"/>
                  </a:lnTo>
                  <a:lnTo>
                    <a:pt x="30424" y="31687"/>
                  </a:lnTo>
                  <a:lnTo>
                    <a:pt x="28023" y="33472"/>
                  </a:lnTo>
                  <a:lnTo>
                    <a:pt x="28053" y="35588"/>
                  </a:lnTo>
                  <a:lnTo>
                    <a:pt x="29156" y="36629"/>
                  </a:lnTo>
                  <a:lnTo>
                    <a:pt x="30481" y="36622"/>
                  </a:lnTo>
                  <a:lnTo>
                    <a:pt x="31472" y="38822"/>
                  </a:lnTo>
                  <a:lnTo>
                    <a:pt x="31065" y="40268"/>
                  </a:lnTo>
                  <a:lnTo>
                    <a:pt x="21707" y="39182"/>
                  </a:lnTo>
                  <a:lnTo>
                    <a:pt x="19329" y="41987"/>
                  </a:lnTo>
                  <a:lnTo>
                    <a:pt x="13578" y="48804"/>
                  </a:lnTo>
                  <a:lnTo>
                    <a:pt x="0" y="32927"/>
                  </a:lnTo>
                  <a:lnTo>
                    <a:pt x="8325" y="9642"/>
                  </a:lnTo>
                  <a:lnTo>
                    <a:pt x="7488" y="102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h5567"/>
            <p:cNvSpPr/>
            <p:nvPr/>
          </p:nvSpPr>
          <p:spPr>
            <a:xfrm>
              <a:off x="6707091" y="2279191"/>
              <a:ext cx="85740" cy="47500"/>
            </a:xfrm>
            <a:custGeom>
              <a:avLst/>
              <a:pathLst>
                <a:path w="85740" h="47500">
                  <a:moveTo>
                    <a:pt x="36441" y="3273"/>
                  </a:moveTo>
                  <a:lnTo>
                    <a:pt x="49990" y="5360"/>
                  </a:lnTo>
                  <a:lnTo>
                    <a:pt x="49870" y="8830"/>
                  </a:lnTo>
                  <a:lnTo>
                    <a:pt x="48492" y="8071"/>
                  </a:lnTo>
                  <a:lnTo>
                    <a:pt x="47689" y="11616"/>
                  </a:lnTo>
                  <a:lnTo>
                    <a:pt x="52425" y="13023"/>
                  </a:lnTo>
                  <a:lnTo>
                    <a:pt x="57372" y="9370"/>
                  </a:lnTo>
                  <a:lnTo>
                    <a:pt x="66151" y="10655"/>
                  </a:lnTo>
                  <a:lnTo>
                    <a:pt x="65645" y="17809"/>
                  </a:lnTo>
                  <a:lnTo>
                    <a:pt x="69541" y="20159"/>
                  </a:lnTo>
                  <a:lnTo>
                    <a:pt x="70165" y="24499"/>
                  </a:lnTo>
                  <a:lnTo>
                    <a:pt x="83706" y="22243"/>
                  </a:lnTo>
                  <a:lnTo>
                    <a:pt x="83995" y="21421"/>
                  </a:lnTo>
                  <a:lnTo>
                    <a:pt x="85740" y="23615"/>
                  </a:lnTo>
                  <a:lnTo>
                    <a:pt x="83896" y="25368"/>
                  </a:lnTo>
                  <a:lnTo>
                    <a:pt x="84294" y="26099"/>
                  </a:lnTo>
                  <a:lnTo>
                    <a:pt x="78018" y="30281"/>
                  </a:lnTo>
                  <a:lnTo>
                    <a:pt x="78033" y="32756"/>
                  </a:lnTo>
                  <a:lnTo>
                    <a:pt x="73313" y="32170"/>
                  </a:lnTo>
                  <a:lnTo>
                    <a:pt x="72902" y="30607"/>
                  </a:lnTo>
                  <a:lnTo>
                    <a:pt x="66216" y="33550"/>
                  </a:lnTo>
                  <a:lnTo>
                    <a:pt x="62949" y="37529"/>
                  </a:lnTo>
                  <a:lnTo>
                    <a:pt x="54802" y="45218"/>
                  </a:lnTo>
                  <a:lnTo>
                    <a:pt x="54351" y="47500"/>
                  </a:lnTo>
                  <a:lnTo>
                    <a:pt x="43954" y="45483"/>
                  </a:lnTo>
                  <a:lnTo>
                    <a:pt x="39637" y="45914"/>
                  </a:lnTo>
                  <a:lnTo>
                    <a:pt x="40003" y="42626"/>
                  </a:lnTo>
                  <a:lnTo>
                    <a:pt x="30615" y="41370"/>
                  </a:lnTo>
                  <a:lnTo>
                    <a:pt x="30636" y="42658"/>
                  </a:lnTo>
                  <a:lnTo>
                    <a:pt x="27344" y="41830"/>
                  </a:lnTo>
                  <a:lnTo>
                    <a:pt x="27103" y="32759"/>
                  </a:lnTo>
                  <a:lnTo>
                    <a:pt x="22181" y="29743"/>
                  </a:lnTo>
                  <a:lnTo>
                    <a:pt x="22376" y="33679"/>
                  </a:lnTo>
                  <a:lnTo>
                    <a:pt x="20036" y="34293"/>
                  </a:lnTo>
                  <a:lnTo>
                    <a:pt x="19060" y="32883"/>
                  </a:lnTo>
                  <a:lnTo>
                    <a:pt x="14440" y="32332"/>
                  </a:lnTo>
                  <a:lnTo>
                    <a:pt x="9966" y="34667"/>
                  </a:lnTo>
                  <a:lnTo>
                    <a:pt x="5117" y="34176"/>
                  </a:lnTo>
                  <a:lnTo>
                    <a:pt x="4900" y="33358"/>
                  </a:lnTo>
                  <a:lnTo>
                    <a:pt x="0" y="32029"/>
                  </a:lnTo>
                  <a:lnTo>
                    <a:pt x="4868" y="25772"/>
                  </a:lnTo>
                  <a:lnTo>
                    <a:pt x="2258" y="14457"/>
                  </a:lnTo>
                  <a:lnTo>
                    <a:pt x="4573" y="12016"/>
                  </a:lnTo>
                  <a:lnTo>
                    <a:pt x="3698" y="10261"/>
                  </a:lnTo>
                  <a:lnTo>
                    <a:pt x="11164" y="8143"/>
                  </a:lnTo>
                  <a:lnTo>
                    <a:pt x="13171" y="6194"/>
                  </a:lnTo>
                  <a:lnTo>
                    <a:pt x="14463" y="1666"/>
                  </a:lnTo>
                  <a:lnTo>
                    <a:pt x="15464" y="1010"/>
                  </a:lnTo>
                  <a:lnTo>
                    <a:pt x="17692" y="1206"/>
                  </a:lnTo>
                  <a:lnTo>
                    <a:pt x="19346" y="6934"/>
                  </a:lnTo>
                  <a:lnTo>
                    <a:pt x="21199" y="7460"/>
                  </a:lnTo>
                  <a:lnTo>
                    <a:pt x="28843" y="6629"/>
                  </a:lnTo>
                  <a:lnTo>
                    <a:pt x="3631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h5568"/>
            <p:cNvSpPr/>
            <p:nvPr/>
          </p:nvSpPr>
          <p:spPr>
            <a:xfrm>
              <a:off x="6770962" y="2148001"/>
              <a:ext cx="48517" cy="91650"/>
            </a:xfrm>
            <a:custGeom>
              <a:avLst/>
              <a:pathLst>
                <a:path w="48517" h="91650">
                  <a:moveTo>
                    <a:pt x="15280" y="1071"/>
                  </a:moveTo>
                  <a:lnTo>
                    <a:pt x="18759" y="4409"/>
                  </a:lnTo>
                  <a:lnTo>
                    <a:pt x="34332" y="15644"/>
                  </a:lnTo>
                  <a:lnTo>
                    <a:pt x="36973" y="16812"/>
                  </a:lnTo>
                  <a:lnTo>
                    <a:pt x="46137" y="18818"/>
                  </a:lnTo>
                  <a:lnTo>
                    <a:pt x="45934" y="21450"/>
                  </a:lnTo>
                  <a:lnTo>
                    <a:pt x="47744" y="21983"/>
                  </a:lnTo>
                  <a:lnTo>
                    <a:pt x="46076" y="28277"/>
                  </a:lnTo>
                  <a:lnTo>
                    <a:pt x="48517" y="91381"/>
                  </a:lnTo>
                  <a:lnTo>
                    <a:pt x="39043" y="91650"/>
                  </a:lnTo>
                  <a:lnTo>
                    <a:pt x="39068" y="88142"/>
                  </a:lnTo>
                  <a:lnTo>
                    <a:pt x="36359" y="84769"/>
                  </a:lnTo>
                  <a:lnTo>
                    <a:pt x="32853" y="87838"/>
                  </a:lnTo>
                  <a:lnTo>
                    <a:pt x="32684" y="89373"/>
                  </a:lnTo>
                  <a:lnTo>
                    <a:pt x="29435" y="90194"/>
                  </a:lnTo>
                  <a:lnTo>
                    <a:pt x="24411" y="90537"/>
                  </a:lnTo>
                  <a:lnTo>
                    <a:pt x="23999" y="86822"/>
                  </a:lnTo>
                  <a:lnTo>
                    <a:pt x="18074" y="86137"/>
                  </a:lnTo>
                  <a:lnTo>
                    <a:pt x="17980" y="87019"/>
                  </a:lnTo>
                  <a:lnTo>
                    <a:pt x="1957" y="87413"/>
                  </a:lnTo>
                  <a:lnTo>
                    <a:pt x="1386" y="61649"/>
                  </a:lnTo>
                  <a:lnTo>
                    <a:pt x="96" y="24543"/>
                  </a:lnTo>
                  <a:lnTo>
                    <a:pt x="0" y="22043"/>
                  </a:lnTo>
                  <a:lnTo>
                    <a:pt x="2517" y="21986"/>
                  </a:lnTo>
                  <a:lnTo>
                    <a:pt x="2335" y="13415"/>
                  </a:lnTo>
                  <a:lnTo>
                    <a:pt x="3328" y="12656"/>
                  </a:lnTo>
                  <a:lnTo>
                    <a:pt x="4621" y="1658"/>
                  </a:lnTo>
                  <a:lnTo>
                    <a:pt x="6183" y="280"/>
                  </a:lnTo>
                  <a:lnTo>
                    <a:pt x="85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h5569"/>
            <p:cNvSpPr/>
            <p:nvPr/>
          </p:nvSpPr>
          <p:spPr>
            <a:xfrm>
              <a:off x="6816896" y="2165164"/>
              <a:ext cx="35026" cy="81320"/>
            </a:xfrm>
            <a:custGeom>
              <a:avLst/>
              <a:pathLst>
                <a:path w="35026" h="81320">
                  <a:moveTo>
                    <a:pt x="3819" y="652"/>
                  </a:moveTo>
                  <a:lnTo>
                    <a:pt x="6408" y="1004"/>
                  </a:lnTo>
                  <a:lnTo>
                    <a:pt x="9961" y="2741"/>
                  </a:lnTo>
                  <a:lnTo>
                    <a:pt x="12046" y="2752"/>
                  </a:lnTo>
                  <a:lnTo>
                    <a:pt x="13902" y="0"/>
                  </a:lnTo>
                  <a:lnTo>
                    <a:pt x="19094" y="353"/>
                  </a:lnTo>
                  <a:lnTo>
                    <a:pt x="20556" y="1635"/>
                  </a:lnTo>
                  <a:lnTo>
                    <a:pt x="26791" y="766"/>
                  </a:lnTo>
                  <a:lnTo>
                    <a:pt x="26306" y="1285"/>
                  </a:lnTo>
                  <a:lnTo>
                    <a:pt x="26556" y="8679"/>
                  </a:lnTo>
                  <a:lnTo>
                    <a:pt x="24938" y="15823"/>
                  </a:lnTo>
                  <a:lnTo>
                    <a:pt x="25113" y="21381"/>
                  </a:lnTo>
                  <a:lnTo>
                    <a:pt x="26297" y="24166"/>
                  </a:lnTo>
                  <a:lnTo>
                    <a:pt x="26441" y="30777"/>
                  </a:lnTo>
                  <a:lnTo>
                    <a:pt x="25035" y="36543"/>
                  </a:lnTo>
                  <a:lnTo>
                    <a:pt x="23383" y="36579"/>
                  </a:lnTo>
                  <a:lnTo>
                    <a:pt x="22157" y="41250"/>
                  </a:lnTo>
                  <a:lnTo>
                    <a:pt x="22522" y="51080"/>
                  </a:lnTo>
                  <a:lnTo>
                    <a:pt x="22787" y="53478"/>
                  </a:lnTo>
                  <a:lnTo>
                    <a:pt x="24928" y="53414"/>
                  </a:lnTo>
                  <a:lnTo>
                    <a:pt x="25288" y="66286"/>
                  </a:lnTo>
                  <a:lnTo>
                    <a:pt x="32914" y="66462"/>
                  </a:lnTo>
                  <a:lnTo>
                    <a:pt x="34987" y="67481"/>
                  </a:lnTo>
                  <a:lnTo>
                    <a:pt x="35026" y="69266"/>
                  </a:lnTo>
                  <a:lnTo>
                    <a:pt x="34021" y="71438"/>
                  </a:lnTo>
                  <a:lnTo>
                    <a:pt x="25364" y="80829"/>
                  </a:lnTo>
                  <a:lnTo>
                    <a:pt x="25538" y="81294"/>
                  </a:lnTo>
                  <a:lnTo>
                    <a:pt x="24646" y="81320"/>
                  </a:lnTo>
                  <a:lnTo>
                    <a:pt x="24488" y="76009"/>
                  </a:lnTo>
                  <a:lnTo>
                    <a:pt x="21209" y="73950"/>
                  </a:lnTo>
                  <a:lnTo>
                    <a:pt x="15838" y="74112"/>
                  </a:lnTo>
                  <a:lnTo>
                    <a:pt x="15905" y="76264"/>
                  </a:lnTo>
                  <a:lnTo>
                    <a:pt x="12695" y="76345"/>
                  </a:lnTo>
                  <a:lnTo>
                    <a:pt x="12625" y="73906"/>
                  </a:lnTo>
                  <a:lnTo>
                    <a:pt x="2583" y="74218"/>
                  </a:lnTo>
                  <a:lnTo>
                    <a:pt x="141" y="11114"/>
                  </a:lnTo>
                  <a:lnTo>
                    <a:pt x="1810" y="4820"/>
                  </a:lnTo>
                  <a:lnTo>
                    <a:pt x="0" y="4287"/>
                  </a:lnTo>
                  <a:lnTo>
                    <a:pt x="203" y="1655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h5570"/>
            <p:cNvSpPr/>
            <p:nvPr/>
          </p:nvSpPr>
          <p:spPr>
            <a:xfrm>
              <a:off x="6672383" y="2521447"/>
              <a:ext cx="51663" cy="60466"/>
            </a:xfrm>
            <a:custGeom>
              <a:avLst/>
              <a:pathLst>
                <a:path w="51663" h="60466">
                  <a:moveTo>
                    <a:pt x="14971" y="898"/>
                  </a:moveTo>
                  <a:lnTo>
                    <a:pt x="16237" y="4566"/>
                  </a:lnTo>
                  <a:lnTo>
                    <a:pt x="21995" y="4500"/>
                  </a:lnTo>
                  <a:lnTo>
                    <a:pt x="22139" y="9736"/>
                  </a:lnTo>
                  <a:lnTo>
                    <a:pt x="25326" y="14144"/>
                  </a:lnTo>
                  <a:lnTo>
                    <a:pt x="39092" y="18220"/>
                  </a:lnTo>
                  <a:lnTo>
                    <a:pt x="43755" y="17334"/>
                  </a:lnTo>
                  <a:lnTo>
                    <a:pt x="46273" y="21583"/>
                  </a:lnTo>
                  <a:lnTo>
                    <a:pt x="47686" y="27162"/>
                  </a:lnTo>
                  <a:lnTo>
                    <a:pt x="46186" y="28649"/>
                  </a:lnTo>
                  <a:lnTo>
                    <a:pt x="46197" y="29957"/>
                  </a:lnTo>
                  <a:lnTo>
                    <a:pt x="48953" y="30324"/>
                  </a:lnTo>
                  <a:lnTo>
                    <a:pt x="51663" y="37799"/>
                  </a:lnTo>
                  <a:lnTo>
                    <a:pt x="48510" y="37149"/>
                  </a:lnTo>
                  <a:lnTo>
                    <a:pt x="48326" y="38975"/>
                  </a:lnTo>
                  <a:lnTo>
                    <a:pt x="46814" y="38895"/>
                  </a:lnTo>
                  <a:lnTo>
                    <a:pt x="43864" y="45245"/>
                  </a:lnTo>
                  <a:lnTo>
                    <a:pt x="42248" y="45932"/>
                  </a:lnTo>
                  <a:lnTo>
                    <a:pt x="40964" y="48505"/>
                  </a:lnTo>
                  <a:lnTo>
                    <a:pt x="39415" y="56029"/>
                  </a:lnTo>
                  <a:lnTo>
                    <a:pt x="28886" y="60466"/>
                  </a:lnTo>
                  <a:lnTo>
                    <a:pt x="26117" y="55015"/>
                  </a:lnTo>
                  <a:lnTo>
                    <a:pt x="21321" y="55795"/>
                  </a:lnTo>
                  <a:lnTo>
                    <a:pt x="19707" y="50953"/>
                  </a:lnTo>
                  <a:lnTo>
                    <a:pt x="16097" y="51971"/>
                  </a:lnTo>
                  <a:lnTo>
                    <a:pt x="13651" y="51827"/>
                  </a:lnTo>
                  <a:lnTo>
                    <a:pt x="9387" y="42577"/>
                  </a:lnTo>
                  <a:lnTo>
                    <a:pt x="7437" y="41845"/>
                  </a:lnTo>
                  <a:lnTo>
                    <a:pt x="2206" y="42453"/>
                  </a:lnTo>
                  <a:lnTo>
                    <a:pt x="2796" y="44227"/>
                  </a:lnTo>
                  <a:lnTo>
                    <a:pt x="0" y="42016"/>
                  </a:lnTo>
                  <a:lnTo>
                    <a:pt x="4788" y="34640"/>
                  </a:lnTo>
                  <a:lnTo>
                    <a:pt x="5428" y="24815"/>
                  </a:lnTo>
                  <a:lnTo>
                    <a:pt x="3245" y="21541"/>
                  </a:lnTo>
                  <a:lnTo>
                    <a:pt x="9465" y="15455"/>
                  </a:lnTo>
                  <a:lnTo>
                    <a:pt x="8809" y="10514"/>
                  </a:lnTo>
                  <a:lnTo>
                    <a:pt x="5704" y="4850"/>
                  </a:lnTo>
                  <a:lnTo>
                    <a:pt x="6446" y="1792"/>
                  </a:lnTo>
                  <a:lnTo>
                    <a:pt x="9403" y="2607"/>
                  </a:lnTo>
                  <a:lnTo>
                    <a:pt x="10605" y="3251"/>
                  </a:lnTo>
                  <a:lnTo>
                    <a:pt x="10748" y="176"/>
                  </a:lnTo>
                  <a:lnTo>
                    <a:pt x="127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h5571"/>
            <p:cNvSpPr/>
            <p:nvPr/>
          </p:nvSpPr>
          <p:spPr>
            <a:xfrm>
              <a:off x="6715211" y="2390035"/>
              <a:ext cx="59514" cy="51070"/>
            </a:xfrm>
            <a:custGeom>
              <a:avLst/>
              <a:pathLst>
                <a:path w="59514" h="51070">
                  <a:moveTo>
                    <a:pt x="49712" y="3840"/>
                  </a:moveTo>
                  <a:lnTo>
                    <a:pt x="53534" y="10956"/>
                  </a:lnTo>
                  <a:lnTo>
                    <a:pt x="59514" y="9089"/>
                  </a:lnTo>
                  <a:lnTo>
                    <a:pt x="53041" y="14649"/>
                  </a:lnTo>
                  <a:lnTo>
                    <a:pt x="56131" y="17652"/>
                  </a:lnTo>
                  <a:lnTo>
                    <a:pt x="58061" y="24971"/>
                  </a:lnTo>
                  <a:lnTo>
                    <a:pt x="58327" y="25950"/>
                  </a:lnTo>
                  <a:lnTo>
                    <a:pt x="57684" y="26458"/>
                  </a:lnTo>
                  <a:lnTo>
                    <a:pt x="51765" y="27495"/>
                  </a:lnTo>
                  <a:lnTo>
                    <a:pt x="48304" y="36419"/>
                  </a:lnTo>
                  <a:lnTo>
                    <a:pt x="48258" y="40058"/>
                  </a:lnTo>
                  <a:lnTo>
                    <a:pt x="49266" y="43483"/>
                  </a:lnTo>
                  <a:lnTo>
                    <a:pt x="47040" y="40867"/>
                  </a:lnTo>
                  <a:lnTo>
                    <a:pt x="45649" y="42176"/>
                  </a:lnTo>
                  <a:lnTo>
                    <a:pt x="46855" y="46400"/>
                  </a:lnTo>
                  <a:lnTo>
                    <a:pt x="49445" y="47721"/>
                  </a:lnTo>
                  <a:lnTo>
                    <a:pt x="49948" y="48729"/>
                  </a:lnTo>
                  <a:lnTo>
                    <a:pt x="48283" y="51070"/>
                  </a:lnTo>
                  <a:lnTo>
                    <a:pt x="45669" y="50677"/>
                  </a:lnTo>
                  <a:lnTo>
                    <a:pt x="45367" y="49184"/>
                  </a:lnTo>
                  <a:lnTo>
                    <a:pt x="40504" y="47946"/>
                  </a:lnTo>
                  <a:lnTo>
                    <a:pt x="39188" y="49149"/>
                  </a:lnTo>
                  <a:lnTo>
                    <a:pt x="38520" y="48623"/>
                  </a:lnTo>
                  <a:lnTo>
                    <a:pt x="34406" y="44027"/>
                  </a:lnTo>
                  <a:lnTo>
                    <a:pt x="34403" y="43435"/>
                  </a:lnTo>
                  <a:lnTo>
                    <a:pt x="35261" y="43513"/>
                  </a:lnTo>
                  <a:lnTo>
                    <a:pt x="25237" y="30773"/>
                  </a:lnTo>
                  <a:lnTo>
                    <a:pt x="7922" y="21351"/>
                  </a:lnTo>
                  <a:lnTo>
                    <a:pt x="6664" y="15164"/>
                  </a:lnTo>
                  <a:lnTo>
                    <a:pt x="3906" y="14000"/>
                  </a:lnTo>
                  <a:lnTo>
                    <a:pt x="1812" y="14155"/>
                  </a:lnTo>
                  <a:lnTo>
                    <a:pt x="0" y="13457"/>
                  </a:lnTo>
                  <a:lnTo>
                    <a:pt x="703" y="13546"/>
                  </a:lnTo>
                  <a:lnTo>
                    <a:pt x="2678" y="2451"/>
                  </a:lnTo>
                  <a:lnTo>
                    <a:pt x="21375" y="9573"/>
                  </a:lnTo>
                  <a:lnTo>
                    <a:pt x="22053" y="4174"/>
                  </a:lnTo>
                  <a:lnTo>
                    <a:pt x="19895" y="1728"/>
                  </a:lnTo>
                  <a:lnTo>
                    <a:pt x="25592" y="223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h5572"/>
            <p:cNvSpPr/>
            <p:nvPr/>
          </p:nvSpPr>
          <p:spPr>
            <a:xfrm>
              <a:off x="6703743" y="2308934"/>
              <a:ext cx="65003" cy="90674"/>
            </a:xfrm>
            <a:custGeom>
              <a:avLst/>
              <a:pathLst>
                <a:path w="65003" h="90674">
                  <a:moveTo>
                    <a:pt x="30451" y="3016"/>
                  </a:moveTo>
                  <a:lnTo>
                    <a:pt x="30691" y="12087"/>
                  </a:lnTo>
                  <a:lnTo>
                    <a:pt x="33984" y="12915"/>
                  </a:lnTo>
                  <a:lnTo>
                    <a:pt x="36345" y="12933"/>
                  </a:lnTo>
                  <a:lnTo>
                    <a:pt x="35333" y="19126"/>
                  </a:lnTo>
                  <a:lnTo>
                    <a:pt x="39641" y="25006"/>
                  </a:lnTo>
                  <a:lnTo>
                    <a:pt x="38480" y="25548"/>
                  </a:lnTo>
                  <a:lnTo>
                    <a:pt x="42595" y="30957"/>
                  </a:lnTo>
                  <a:lnTo>
                    <a:pt x="44730" y="36460"/>
                  </a:lnTo>
                  <a:lnTo>
                    <a:pt x="46271" y="45073"/>
                  </a:lnTo>
                  <a:lnTo>
                    <a:pt x="56310" y="41984"/>
                  </a:lnTo>
                  <a:lnTo>
                    <a:pt x="56714" y="45744"/>
                  </a:lnTo>
                  <a:lnTo>
                    <a:pt x="63601" y="48561"/>
                  </a:lnTo>
                  <a:lnTo>
                    <a:pt x="65003" y="48499"/>
                  </a:lnTo>
                  <a:lnTo>
                    <a:pt x="61703" y="55170"/>
                  </a:lnTo>
                  <a:lnTo>
                    <a:pt x="57292" y="54617"/>
                  </a:lnTo>
                  <a:lnTo>
                    <a:pt x="57106" y="55207"/>
                  </a:lnTo>
                  <a:lnTo>
                    <a:pt x="56668" y="62411"/>
                  </a:lnTo>
                  <a:lnTo>
                    <a:pt x="61180" y="84941"/>
                  </a:lnTo>
                  <a:lnTo>
                    <a:pt x="36227" y="81100"/>
                  </a:lnTo>
                  <a:lnTo>
                    <a:pt x="37060" y="83340"/>
                  </a:lnTo>
                  <a:lnTo>
                    <a:pt x="31363" y="82828"/>
                  </a:lnTo>
                  <a:lnTo>
                    <a:pt x="33521" y="85275"/>
                  </a:lnTo>
                  <a:lnTo>
                    <a:pt x="32843" y="90674"/>
                  </a:lnTo>
                  <a:lnTo>
                    <a:pt x="14146" y="83552"/>
                  </a:lnTo>
                  <a:lnTo>
                    <a:pt x="12601" y="82971"/>
                  </a:lnTo>
                  <a:lnTo>
                    <a:pt x="13305" y="79191"/>
                  </a:lnTo>
                  <a:lnTo>
                    <a:pt x="22365" y="79250"/>
                  </a:lnTo>
                  <a:lnTo>
                    <a:pt x="17599" y="74396"/>
                  </a:lnTo>
                  <a:lnTo>
                    <a:pt x="17576" y="72726"/>
                  </a:lnTo>
                  <a:lnTo>
                    <a:pt x="8012" y="63917"/>
                  </a:lnTo>
                  <a:lnTo>
                    <a:pt x="5140" y="59289"/>
                  </a:lnTo>
                  <a:lnTo>
                    <a:pt x="2266" y="56806"/>
                  </a:lnTo>
                  <a:lnTo>
                    <a:pt x="0" y="56439"/>
                  </a:lnTo>
                  <a:lnTo>
                    <a:pt x="4192" y="49389"/>
                  </a:lnTo>
                  <a:lnTo>
                    <a:pt x="5136" y="49328"/>
                  </a:lnTo>
                  <a:lnTo>
                    <a:pt x="5404" y="39590"/>
                  </a:lnTo>
                  <a:lnTo>
                    <a:pt x="10218" y="33632"/>
                  </a:lnTo>
                  <a:lnTo>
                    <a:pt x="4766" y="33569"/>
                  </a:lnTo>
                  <a:lnTo>
                    <a:pt x="4968" y="30623"/>
                  </a:lnTo>
                  <a:lnTo>
                    <a:pt x="5523" y="30152"/>
                  </a:lnTo>
                  <a:lnTo>
                    <a:pt x="6098" y="17316"/>
                  </a:lnTo>
                  <a:lnTo>
                    <a:pt x="4443" y="18029"/>
                  </a:lnTo>
                  <a:lnTo>
                    <a:pt x="2700" y="13303"/>
                  </a:lnTo>
                  <a:lnTo>
                    <a:pt x="5309" y="12181"/>
                  </a:lnTo>
                  <a:lnTo>
                    <a:pt x="6045" y="12718"/>
                  </a:lnTo>
                  <a:lnTo>
                    <a:pt x="3347" y="2285"/>
                  </a:lnTo>
                  <a:lnTo>
                    <a:pt x="8247" y="3615"/>
                  </a:lnTo>
                  <a:lnTo>
                    <a:pt x="8465" y="4432"/>
                  </a:lnTo>
                  <a:lnTo>
                    <a:pt x="13314" y="4924"/>
                  </a:lnTo>
                  <a:lnTo>
                    <a:pt x="17787" y="2589"/>
                  </a:lnTo>
                  <a:lnTo>
                    <a:pt x="22407" y="3140"/>
                  </a:lnTo>
                  <a:lnTo>
                    <a:pt x="23383" y="4550"/>
                  </a:lnTo>
                  <a:lnTo>
                    <a:pt x="25723" y="3935"/>
                  </a:lnTo>
                  <a:lnTo>
                    <a:pt x="2552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h5573"/>
            <p:cNvSpPr/>
            <p:nvPr/>
          </p:nvSpPr>
          <p:spPr>
            <a:xfrm>
              <a:off x="6790987" y="2239114"/>
              <a:ext cx="98531" cy="136169"/>
            </a:xfrm>
            <a:custGeom>
              <a:avLst/>
              <a:pathLst>
                <a:path w="98531" h="136169">
                  <a:moveTo>
                    <a:pt x="50397" y="2059"/>
                  </a:moveTo>
                  <a:lnTo>
                    <a:pt x="50555" y="7370"/>
                  </a:lnTo>
                  <a:lnTo>
                    <a:pt x="51447" y="7344"/>
                  </a:lnTo>
                  <a:lnTo>
                    <a:pt x="55916" y="7274"/>
                  </a:lnTo>
                  <a:lnTo>
                    <a:pt x="58217" y="5369"/>
                  </a:lnTo>
                  <a:lnTo>
                    <a:pt x="60272" y="6554"/>
                  </a:lnTo>
                  <a:lnTo>
                    <a:pt x="75912" y="20882"/>
                  </a:lnTo>
                  <a:lnTo>
                    <a:pt x="75873" y="19660"/>
                  </a:lnTo>
                  <a:lnTo>
                    <a:pt x="81279" y="25133"/>
                  </a:lnTo>
                  <a:lnTo>
                    <a:pt x="98531" y="46448"/>
                  </a:lnTo>
                  <a:lnTo>
                    <a:pt x="91285" y="72416"/>
                  </a:lnTo>
                  <a:lnTo>
                    <a:pt x="85860" y="96494"/>
                  </a:lnTo>
                  <a:lnTo>
                    <a:pt x="82811" y="113815"/>
                  </a:lnTo>
                  <a:lnTo>
                    <a:pt x="76030" y="114068"/>
                  </a:lnTo>
                  <a:lnTo>
                    <a:pt x="75596" y="117327"/>
                  </a:lnTo>
                  <a:lnTo>
                    <a:pt x="72799" y="120557"/>
                  </a:lnTo>
                  <a:lnTo>
                    <a:pt x="70114" y="121877"/>
                  </a:lnTo>
                  <a:lnTo>
                    <a:pt x="66650" y="121702"/>
                  </a:lnTo>
                  <a:lnTo>
                    <a:pt x="65212" y="119666"/>
                  </a:lnTo>
                  <a:lnTo>
                    <a:pt x="46470" y="133486"/>
                  </a:lnTo>
                  <a:lnTo>
                    <a:pt x="42827" y="136169"/>
                  </a:lnTo>
                  <a:lnTo>
                    <a:pt x="41118" y="133357"/>
                  </a:lnTo>
                  <a:lnTo>
                    <a:pt x="47182" y="128422"/>
                  </a:lnTo>
                  <a:lnTo>
                    <a:pt x="46234" y="123748"/>
                  </a:lnTo>
                  <a:lnTo>
                    <a:pt x="36256" y="124225"/>
                  </a:lnTo>
                  <a:lnTo>
                    <a:pt x="36148" y="122345"/>
                  </a:lnTo>
                  <a:lnTo>
                    <a:pt x="28191" y="122017"/>
                  </a:lnTo>
                  <a:lnTo>
                    <a:pt x="28050" y="117290"/>
                  </a:lnTo>
                  <a:lnTo>
                    <a:pt x="27977" y="115257"/>
                  </a:lnTo>
                  <a:lnTo>
                    <a:pt x="32354" y="116018"/>
                  </a:lnTo>
                  <a:lnTo>
                    <a:pt x="37141" y="112114"/>
                  </a:lnTo>
                  <a:lnTo>
                    <a:pt x="32698" y="103959"/>
                  </a:lnTo>
                  <a:lnTo>
                    <a:pt x="31508" y="105012"/>
                  </a:lnTo>
                  <a:lnTo>
                    <a:pt x="28243" y="103195"/>
                  </a:lnTo>
                  <a:lnTo>
                    <a:pt x="23626" y="98198"/>
                  </a:lnTo>
                  <a:lnTo>
                    <a:pt x="22120" y="98907"/>
                  </a:lnTo>
                  <a:lnTo>
                    <a:pt x="20399" y="101215"/>
                  </a:lnTo>
                  <a:lnTo>
                    <a:pt x="17190" y="102504"/>
                  </a:lnTo>
                  <a:lnTo>
                    <a:pt x="12570" y="97439"/>
                  </a:lnTo>
                  <a:lnTo>
                    <a:pt x="15958" y="91950"/>
                  </a:lnTo>
                  <a:lnTo>
                    <a:pt x="10852" y="75787"/>
                  </a:lnTo>
                  <a:lnTo>
                    <a:pt x="5825" y="70812"/>
                  </a:lnTo>
                  <a:lnTo>
                    <a:pt x="2431" y="69300"/>
                  </a:lnTo>
                  <a:lnTo>
                    <a:pt x="398" y="66176"/>
                  </a:lnTo>
                  <a:lnTo>
                    <a:pt x="0" y="65446"/>
                  </a:lnTo>
                  <a:lnTo>
                    <a:pt x="1844" y="63692"/>
                  </a:lnTo>
                  <a:lnTo>
                    <a:pt x="98" y="61498"/>
                  </a:lnTo>
                  <a:lnTo>
                    <a:pt x="2092" y="57040"/>
                  </a:lnTo>
                  <a:lnTo>
                    <a:pt x="4617" y="45212"/>
                  </a:lnTo>
                  <a:lnTo>
                    <a:pt x="8433" y="44301"/>
                  </a:lnTo>
                  <a:lnTo>
                    <a:pt x="10939" y="41404"/>
                  </a:lnTo>
                  <a:lnTo>
                    <a:pt x="11666" y="35004"/>
                  </a:lnTo>
                  <a:lnTo>
                    <a:pt x="18714" y="34967"/>
                  </a:lnTo>
                  <a:lnTo>
                    <a:pt x="19693" y="31266"/>
                  </a:lnTo>
                  <a:lnTo>
                    <a:pt x="21978" y="27976"/>
                  </a:lnTo>
                  <a:lnTo>
                    <a:pt x="23114" y="26970"/>
                  </a:lnTo>
                  <a:lnTo>
                    <a:pt x="26330" y="27172"/>
                  </a:lnTo>
                  <a:lnTo>
                    <a:pt x="26616" y="22500"/>
                  </a:lnTo>
                  <a:lnTo>
                    <a:pt x="33775" y="22938"/>
                  </a:lnTo>
                  <a:lnTo>
                    <a:pt x="33597" y="16498"/>
                  </a:lnTo>
                  <a:lnTo>
                    <a:pt x="36838" y="17024"/>
                  </a:lnTo>
                  <a:lnTo>
                    <a:pt x="38870" y="12058"/>
                  </a:lnTo>
                  <a:lnTo>
                    <a:pt x="38604" y="2395"/>
                  </a:lnTo>
                  <a:lnTo>
                    <a:pt x="41814" y="2314"/>
                  </a:lnTo>
                  <a:lnTo>
                    <a:pt x="41747" y="162"/>
                  </a:lnTo>
                  <a:lnTo>
                    <a:pt x="4711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h5574"/>
            <p:cNvSpPr/>
            <p:nvPr/>
          </p:nvSpPr>
          <p:spPr>
            <a:xfrm>
              <a:off x="6842261" y="2165504"/>
              <a:ext cx="84140" cy="120058"/>
            </a:xfrm>
            <a:custGeom>
              <a:avLst/>
              <a:pathLst>
                <a:path w="84140" h="120058">
                  <a:moveTo>
                    <a:pt x="18658" y="3161"/>
                  </a:moveTo>
                  <a:lnTo>
                    <a:pt x="26539" y="3461"/>
                  </a:lnTo>
                  <a:lnTo>
                    <a:pt x="30655" y="4773"/>
                  </a:lnTo>
                  <a:lnTo>
                    <a:pt x="34696" y="11366"/>
                  </a:lnTo>
                  <a:lnTo>
                    <a:pt x="40795" y="13932"/>
                  </a:lnTo>
                  <a:lnTo>
                    <a:pt x="42282" y="15507"/>
                  </a:lnTo>
                  <a:lnTo>
                    <a:pt x="43652" y="19546"/>
                  </a:lnTo>
                  <a:lnTo>
                    <a:pt x="47642" y="20314"/>
                  </a:lnTo>
                  <a:lnTo>
                    <a:pt x="49350" y="19648"/>
                  </a:lnTo>
                  <a:lnTo>
                    <a:pt x="50825" y="20256"/>
                  </a:lnTo>
                  <a:lnTo>
                    <a:pt x="52104" y="23770"/>
                  </a:lnTo>
                  <a:lnTo>
                    <a:pt x="56290" y="24943"/>
                  </a:lnTo>
                  <a:lnTo>
                    <a:pt x="59924" y="24316"/>
                  </a:lnTo>
                  <a:lnTo>
                    <a:pt x="60913" y="21003"/>
                  </a:lnTo>
                  <a:lnTo>
                    <a:pt x="59284" y="16500"/>
                  </a:lnTo>
                  <a:lnTo>
                    <a:pt x="61879" y="14398"/>
                  </a:lnTo>
                  <a:lnTo>
                    <a:pt x="65821" y="13516"/>
                  </a:lnTo>
                  <a:lnTo>
                    <a:pt x="69738" y="10869"/>
                  </a:lnTo>
                  <a:lnTo>
                    <a:pt x="80333" y="9373"/>
                  </a:lnTo>
                  <a:lnTo>
                    <a:pt x="82377" y="9306"/>
                  </a:lnTo>
                  <a:lnTo>
                    <a:pt x="83713" y="10078"/>
                  </a:lnTo>
                  <a:lnTo>
                    <a:pt x="84140" y="17481"/>
                  </a:lnTo>
                  <a:lnTo>
                    <a:pt x="83352" y="28723"/>
                  </a:lnTo>
                  <a:lnTo>
                    <a:pt x="82217" y="37735"/>
                  </a:lnTo>
                  <a:lnTo>
                    <a:pt x="79844" y="46499"/>
                  </a:lnTo>
                  <a:lnTo>
                    <a:pt x="54733" y="99736"/>
                  </a:lnTo>
                  <a:lnTo>
                    <a:pt x="47258" y="120058"/>
                  </a:lnTo>
                  <a:lnTo>
                    <a:pt x="30005" y="98743"/>
                  </a:lnTo>
                  <a:lnTo>
                    <a:pt x="24599" y="93269"/>
                  </a:lnTo>
                  <a:lnTo>
                    <a:pt x="24638" y="94492"/>
                  </a:lnTo>
                  <a:lnTo>
                    <a:pt x="8999" y="80164"/>
                  </a:lnTo>
                  <a:lnTo>
                    <a:pt x="6943" y="78979"/>
                  </a:lnTo>
                  <a:lnTo>
                    <a:pt x="4643" y="80884"/>
                  </a:lnTo>
                  <a:lnTo>
                    <a:pt x="173" y="80954"/>
                  </a:lnTo>
                  <a:lnTo>
                    <a:pt x="0" y="80489"/>
                  </a:lnTo>
                  <a:lnTo>
                    <a:pt x="8656" y="71098"/>
                  </a:lnTo>
                  <a:lnTo>
                    <a:pt x="9661" y="68925"/>
                  </a:lnTo>
                  <a:lnTo>
                    <a:pt x="9622" y="67141"/>
                  </a:lnTo>
                  <a:lnTo>
                    <a:pt x="7549" y="66122"/>
                  </a:lnTo>
                  <a:lnTo>
                    <a:pt x="21835" y="65727"/>
                  </a:lnTo>
                  <a:lnTo>
                    <a:pt x="20832" y="29011"/>
                  </a:lnTo>
                  <a:lnTo>
                    <a:pt x="13153" y="19777"/>
                  </a:lnTo>
                  <a:lnTo>
                    <a:pt x="6990" y="16951"/>
                  </a:lnTo>
                  <a:lnTo>
                    <a:pt x="975" y="15148"/>
                  </a:lnTo>
                  <a:lnTo>
                    <a:pt x="838" y="11602"/>
                  </a:lnTo>
                  <a:lnTo>
                    <a:pt x="1928" y="11562"/>
                  </a:lnTo>
                  <a:lnTo>
                    <a:pt x="1556" y="4093"/>
                  </a:lnTo>
                  <a:lnTo>
                    <a:pt x="2073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h5575"/>
            <p:cNvSpPr/>
            <p:nvPr/>
          </p:nvSpPr>
          <p:spPr>
            <a:xfrm>
              <a:off x="6737706" y="2320562"/>
              <a:ext cx="31040" cy="36934"/>
            </a:xfrm>
            <a:custGeom>
              <a:avLst/>
              <a:pathLst>
                <a:path w="31040" h="36934">
                  <a:moveTo>
                    <a:pt x="9387" y="1255"/>
                  </a:moveTo>
                  <a:lnTo>
                    <a:pt x="9021" y="4543"/>
                  </a:lnTo>
                  <a:lnTo>
                    <a:pt x="13338" y="4112"/>
                  </a:lnTo>
                  <a:lnTo>
                    <a:pt x="23735" y="6130"/>
                  </a:lnTo>
                  <a:lnTo>
                    <a:pt x="24186" y="3848"/>
                  </a:lnTo>
                  <a:lnTo>
                    <a:pt x="27823" y="6353"/>
                  </a:lnTo>
                  <a:lnTo>
                    <a:pt x="28926" y="5058"/>
                  </a:lnTo>
                  <a:lnTo>
                    <a:pt x="28865" y="11574"/>
                  </a:lnTo>
                  <a:lnTo>
                    <a:pt x="25675" y="16827"/>
                  </a:lnTo>
                  <a:lnTo>
                    <a:pt x="25556" y="20742"/>
                  </a:lnTo>
                  <a:lnTo>
                    <a:pt x="25823" y="23338"/>
                  </a:lnTo>
                  <a:lnTo>
                    <a:pt x="30651" y="24676"/>
                  </a:lnTo>
                  <a:lnTo>
                    <a:pt x="29821" y="32398"/>
                  </a:lnTo>
                  <a:lnTo>
                    <a:pt x="31040" y="36872"/>
                  </a:lnTo>
                  <a:lnTo>
                    <a:pt x="29638" y="36934"/>
                  </a:lnTo>
                  <a:lnTo>
                    <a:pt x="22751" y="34117"/>
                  </a:lnTo>
                  <a:lnTo>
                    <a:pt x="22346" y="30357"/>
                  </a:lnTo>
                  <a:lnTo>
                    <a:pt x="12308" y="33446"/>
                  </a:lnTo>
                  <a:lnTo>
                    <a:pt x="10767" y="24832"/>
                  </a:lnTo>
                  <a:lnTo>
                    <a:pt x="8631" y="19329"/>
                  </a:lnTo>
                  <a:lnTo>
                    <a:pt x="4517" y="13921"/>
                  </a:lnTo>
                  <a:lnTo>
                    <a:pt x="5678" y="13378"/>
                  </a:lnTo>
                  <a:lnTo>
                    <a:pt x="1370" y="7498"/>
                  </a:lnTo>
                  <a:lnTo>
                    <a:pt x="2382" y="1306"/>
                  </a:lnTo>
                  <a:lnTo>
                    <a:pt x="20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h5576"/>
            <p:cNvSpPr/>
            <p:nvPr/>
          </p:nvSpPr>
          <p:spPr>
            <a:xfrm>
              <a:off x="6701270" y="2577476"/>
              <a:ext cx="21933" cy="25644"/>
            </a:xfrm>
            <a:custGeom>
              <a:avLst/>
              <a:pathLst>
                <a:path w="21933" h="25644">
                  <a:moveTo>
                    <a:pt x="17506" y="9605"/>
                  </a:moveTo>
                  <a:lnTo>
                    <a:pt x="19739" y="14290"/>
                  </a:lnTo>
                  <a:lnTo>
                    <a:pt x="21933" y="21440"/>
                  </a:lnTo>
                  <a:lnTo>
                    <a:pt x="21495" y="25644"/>
                  </a:lnTo>
                  <a:lnTo>
                    <a:pt x="8480" y="25200"/>
                  </a:lnTo>
                  <a:lnTo>
                    <a:pt x="7975" y="25181"/>
                  </a:lnTo>
                  <a:lnTo>
                    <a:pt x="4938" y="18471"/>
                  </a:lnTo>
                  <a:lnTo>
                    <a:pt x="3815" y="13323"/>
                  </a:lnTo>
                  <a:lnTo>
                    <a:pt x="0" y="4437"/>
                  </a:lnTo>
                  <a:lnTo>
                    <a:pt x="1052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h5577"/>
            <p:cNvSpPr/>
            <p:nvPr/>
          </p:nvSpPr>
          <p:spPr>
            <a:xfrm>
              <a:off x="6720710" y="2549203"/>
              <a:ext cx="70952" cy="58971"/>
            </a:xfrm>
            <a:custGeom>
              <a:avLst/>
              <a:pathLst>
                <a:path w="70952" h="58971">
                  <a:moveTo>
                    <a:pt x="3675" y="755"/>
                  </a:moveTo>
                  <a:lnTo>
                    <a:pt x="5861" y="3048"/>
                  </a:lnTo>
                  <a:lnTo>
                    <a:pt x="10076" y="2483"/>
                  </a:lnTo>
                  <a:lnTo>
                    <a:pt x="11875" y="2944"/>
                  </a:lnTo>
                  <a:lnTo>
                    <a:pt x="16877" y="4371"/>
                  </a:lnTo>
                  <a:lnTo>
                    <a:pt x="19500" y="6264"/>
                  </a:lnTo>
                  <a:lnTo>
                    <a:pt x="24209" y="6167"/>
                  </a:lnTo>
                  <a:lnTo>
                    <a:pt x="24044" y="7562"/>
                  </a:lnTo>
                  <a:lnTo>
                    <a:pt x="25928" y="8888"/>
                  </a:lnTo>
                  <a:lnTo>
                    <a:pt x="28173" y="8463"/>
                  </a:lnTo>
                  <a:lnTo>
                    <a:pt x="27874" y="7185"/>
                  </a:lnTo>
                  <a:lnTo>
                    <a:pt x="28788" y="6684"/>
                  </a:lnTo>
                  <a:lnTo>
                    <a:pt x="30615" y="8260"/>
                  </a:lnTo>
                  <a:lnTo>
                    <a:pt x="30909" y="16785"/>
                  </a:lnTo>
                  <a:lnTo>
                    <a:pt x="29793" y="16595"/>
                  </a:lnTo>
                  <a:lnTo>
                    <a:pt x="28157" y="29071"/>
                  </a:lnTo>
                  <a:lnTo>
                    <a:pt x="33234" y="32346"/>
                  </a:lnTo>
                  <a:lnTo>
                    <a:pt x="34787" y="32038"/>
                  </a:lnTo>
                  <a:lnTo>
                    <a:pt x="38619" y="28840"/>
                  </a:lnTo>
                  <a:lnTo>
                    <a:pt x="40494" y="29841"/>
                  </a:lnTo>
                  <a:lnTo>
                    <a:pt x="48836" y="30025"/>
                  </a:lnTo>
                  <a:lnTo>
                    <a:pt x="49259" y="26837"/>
                  </a:lnTo>
                  <a:lnTo>
                    <a:pt x="54999" y="29904"/>
                  </a:lnTo>
                  <a:lnTo>
                    <a:pt x="64951" y="31856"/>
                  </a:lnTo>
                  <a:lnTo>
                    <a:pt x="65968" y="33579"/>
                  </a:lnTo>
                  <a:lnTo>
                    <a:pt x="65397" y="38934"/>
                  </a:lnTo>
                  <a:lnTo>
                    <a:pt x="64529" y="39683"/>
                  </a:lnTo>
                  <a:lnTo>
                    <a:pt x="65577" y="45667"/>
                  </a:lnTo>
                  <a:lnTo>
                    <a:pt x="67804" y="47139"/>
                  </a:lnTo>
                  <a:lnTo>
                    <a:pt x="68991" y="46832"/>
                  </a:lnTo>
                  <a:lnTo>
                    <a:pt x="70952" y="49914"/>
                  </a:lnTo>
                  <a:lnTo>
                    <a:pt x="67346" y="52325"/>
                  </a:lnTo>
                  <a:lnTo>
                    <a:pt x="61321" y="54037"/>
                  </a:lnTo>
                  <a:lnTo>
                    <a:pt x="51097" y="52980"/>
                  </a:lnTo>
                  <a:lnTo>
                    <a:pt x="47797" y="53425"/>
                  </a:lnTo>
                  <a:lnTo>
                    <a:pt x="41669" y="57816"/>
                  </a:lnTo>
                  <a:lnTo>
                    <a:pt x="35351" y="58971"/>
                  </a:lnTo>
                  <a:lnTo>
                    <a:pt x="26023" y="58328"/>
                  </a:lnTo>
                  <a:lnTo>
                    <a:pt x="24757" y="57608"/>
                  </a:lnTo>
                  <a:lnTo>
                    <a:pt x="23060" y="57502"/>
                  </a:lnTo>
                  <a:lnTo>
                    <a:pt x="21367" y="47681"/>
                  </a:lnTo>
                  <a:lnTo>
                    <a:pt x="19120" y="47625"/>
                  </a:lnTo>
                  <a:lnTo>
                    <a:pt x="17937" y="42154"/>
                  </a:lnTo>
                  <a:lnTo>
                    <a:pt x="11478" y="30936"/>
                  </a:lnTo>
                  <a:lnTo>
                    <a:pt x="12923" y="30220"/>
                  </a:lnTo>
                  <a:lnTo>
                    <a:pt x="12632" y="29524"/>
                  </a:lnTo>
                  <a:lnTo>
                    <a:pt x="10147" y="26479"/>
                  </a:lnTo>
                  <a:lnTo>
                    <a:pt x="8462" y="26498"/>
                  </a:lnTo>
                  <a:lnTo>
                    <a:pt x="7124" y="27428"/>
                  </a:lnTo>
                  <a:lnTo>
                    <a:pt x="4984" y="16942"/>
                  </a:lnTo>
                  <a:lnTo>
                    <a:pt x="5623" y="16903"/>
                  </a:lnTo>
                  <a:lnTo>
                    <a:pt x="4342" y="13422"/>
                  </a:lnTo>
                  <a:lnTo>
                    <a:pt x="950" y="12194"/>
                  </a:lnTo>
                  <a:lnTo>
                    <a:pt x="0" y="11219"/>
                  </a:lnTo>
                  <a:lnTo>
                    <a:pt x="184" y="9393"/>
                  </a:lnTo>
                  <a:lnTo>
                    <a:pt x="3337" y="10043"/>
                  </a:lnTo>
                  <a:lnTo>
                    <a:pt x="627" y="2568"/>
                  </a:lnTo>
                  <a:lnTo>
                    <a:pt x="256" y="799"/>
                  </a:lnTo>
                  <a:lnTo>
                    <a:pt x="1778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h5578"/>
            <p:cNvSpPr/>
            <p:nvPr/>
          </p:nvSpPr>
          <p:spPr>
            <a:xfrm>
              <a:off x="6694379" y="2514848"/>
              <a:ext cx="40305" cy="37403"/>
            </a:xfrm>
            <a:custGeom>
              <a:avLst/>
              <a:pathLst>
                <a:path w="40305" h="37403">
                  <a:moveTo>
                    <a:pt x="23478" y="2271"/>
                  </a:moveTo>
                  <a:lnTo>
                    <a:pt x="23022" y="2681"/>
                  </a:lnTo>
                  <a:lnTo>
                    <a:pt x="24027" y="6271"/>
                  </a:lnTo>
                  <a:lnTo>
                    <a:pt x="27741" y="12098"/>
                  </a:lnTo>
                  <a:lnTo>
                    <a:pt x="31875" y="16244"/>
                  </a:lnTo>
                  <a:lnTo>
                    <a:pt x="35752" y="17490"/>
                  </a:lnTo>
                  <a:lnTo>
                    <a:pt x="38200" y="17433"/>
                  </a:lnTo>
                  <a:lnTo>
                    <a:pt x="40169" y="19128"/>
                  </a:lnTo>
                  <a:lnTo>
                    <a:pt x="40305" y="24332"/>
                  </a:lnTo>
                  <a:lnTo>
                    <a:pt x="38974" y="27141"/>
                  </a:lnTo>
                  <a:lnTo>
                    <a:pt x="37589" y="36133"/>
                  </a:lnTo>
                  <a:lnTo>
                    <a:pt x="38206" y="37299"/>
                  </a:lnTo>
                  <a:lnTo>
                    <a:pt x="36406" y="36838"/>
                  </a:lnTo>
                  <a:lnTo>
                    <a:pt x="32192" y="37403"/>
                  </a:lnTo>
                  <a:lnTo>
                    <a:pt x="30006" y="35110"/>
                  </a:lnTo>
                  <a:lnTo>
                    <a:pt x="28109" y="34355"/>
                  </a:lnTo>
                  <a:lnTo>
                    <a:pt x="26587" y="35154"/>
                  </a:lnTo>
                  <a:lnTo>
                    <a:pt x="26958" y="36923"/>
                  </a:lnTo>
                  <a:lnTo>
                    <a:pt x="24201" y="36555"/>
                  </a:lnTo>
                  <a:lnTo>
                    <a:pt x="24190" y="35247"/>
                  </a:lnTo>
                  <a:lnTo>
                    <a:pt x="25690" y="33760"/>
                  </a:lnTo>
                  <a:lnTo>
                    <a:pt x="24278" y="28181"/>
                  </a:lnTo>
                  <a:lnTo>
                    <a:pt x="21759" y="23932"/>
                  </a:lnTo>
                  <a:lnTo>
                    <a:pt x="17097" y="24819"/>
                  </a:lnTo>
                  <a:lnTo>
                    <a:pt x="3331" y="20742"/>
                  </a:lnTo>
                  <a:lnTo>
                    <a:pt x="143" y="16334"/>
                  </a:lnTo>
                  <a:lnTo>
                    <a:pt x="0" y="11099"/>
                  </a:lnTo>
                  <a:lnTo>
                    <a:pt x="1149" y="1130"/>
                  </a:lnTo>
                  <a:lnTo>
                    <a:pt x="5324" y="594"/>
                  </a:lnTo>
                  <a:lnTo>
                    <a:pt x="9704" y="2461"/>
                  </a:lnTo>
                  <a:lnTo>
                    <a:pt x="9860" y="1061"/>
                  </a:lnTo>
                  <a:lnTo>
                    <a:pt x="1877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h5579"/>
            <p:cNvSpPr/>
            <p:nvPr/>
          </p:nvSpPr>
          <p:spPr>
            <a:xfrm>
              <a:off x="6744754" y="2507960"/>
              <a:ext cx="68767" cy="95337"/>
            </a:xfrm>
            <a:custGeom>
              <a:avLst/>
              <a:pathLst>
                <a:path w="68767" h="95337">
                  <a:moveTo>
                    <a:pt x="58129" y="3477"/>
                  </a:moveTo>
                  <a:lnTo>
                    <a:pt x="56096" y="11243"/>
                  </a:lnTo>
                  <a:lnTo>
                    <a:pt x="58609" y="12039"/>
                  </a:lnTo>
                  <a:lnTo>
                    <a:pt x="59518" y="8486"/>
                  </a:lnTo>
                  <a:lnTo>
                    <a:pt x="61717" y="8808"/>
                  </a:lnTo>
                  <a:lnTo>
                    <a:pt x="62486" y="9791"/>
                  </a:lnTo>
                  <a:lnTo>
                    <a:pt x="62615" y="12485"/>
                  </a:lnTo>
                  <a:lnTo>
                    <a:pt x="58579" y="15388"/>
                  </a:lnTo>
                  <a:lnTo>
                    <a:pt x="61059" y="17224"/>
                  </a:lnTo>
                  <a:lnTo>
                    <a:pt x="63109" y="19911"/>
                  </a:lnTo>
                  <a:lnTo>
                    <a:pt x="61873" y="32498"/>
                  </a:lnTo>
                  <a:lnTo>
                    <a:pt x="63553" y="36099"/>
                  </a:lnTo>
                  <a:lnTo>
                    <a:pt x="62441" y="41392"/>
                  </a:lnTo>
                  <a:lnTo>
                    <a:pt x="64570" y="46463"/>
                  </a:lnTo>
                  <a:lnTo>
                    <a:pt x="68102" y="49784"/>
                  </a:lnTo>
                  <a:lnTo>
                    <a:pt x="67857" y="52270"/>
                  </a:lnTo>
                  <a:lnTo>
                    <a:pt x="66877" y="52165"/>
                  </a:lnTo>
                  <a:lnTo>
                    <a:pt x="66257" y="64024"/>
                  </a:lnTo>
                  <a:lnTo>
                    <a:pt x="63732" y="63806"/>
                  </a:lnTo>
                  <a:lnTo>
                    <a:pt x="62758" y="74775"/>
                  </a:lnTo>
                  <a:lnTo>
                    <a:pt x="65124" y="74978"/>
                  </a:lnTo>
                  <a:lnTo>
                    <a:pt x="64505" y="80567"/>
                  </a:lnTo>
                  <a:lnTo>
                    <a:pt x="68767" y="85811"/>
                  </a:lnTo>
                  <a:lnTo>
                    <a:pt x="66379" y="87254"/>
                  </a:lnTo>
                  <a:lnTo>
                    <a:pt x="64950" y="90824"/>
                  </a:lnTo>
                  <a:lnTo>
                    <a:pt x="66606" y="92232"/>
                  </a:lnTo>
                  <a:lnTo>
                    <a:pt x="66139" y="95015"/>
                  </a:lnTo>
                  <a:lnTo>
                    <a:pt x="59844" y="95337"/>
                  </a:lnTo>
                  <a:lnTo>
                    <a:pt x="53494" y="91266"/>
                  </a:lnTo>
                  <a:lnTo>
                    <a:pt x="46907" y="91157"/>
                  </a:lnTo>
                  <a:lnTo>
                    <a:pt x="44946" y="88075"/>
                  </a:lnTo>
                  <a:lnTo>
                    <a:pt x="43759" y="88382"/>
                  </a:lnTo>
                  <a:lnTo>
                    <a:pt x="41532" y="86910"/>
                  </a:lnTo>
                  <a:lnTo>
                    <a:pt x="40484" y="80926"/>
                  </a:lnTo>
                  <a:lnTo>
                    <a:pt x="41352" y="80177"/>
                  </a:lnTo>
                  <a:lnTo>
                    <a:pt x="41923" y="74822"/>
                  </a:lnTo>
                  <a:lnTo>
                    <a:pt x="40906" y="73099"/>
                  </a:lnTo>
                  <a:lnTo>
                    <a:pt x="30954" y="71147"/>
                  </a:lnTo>
                  <a:lnTo>
                    <a:pt x="25214" y="68080"/>
                  </a:lnTo>
                  <a:lnTo>
                    <a:pt x="24791" y="71268"/>
                  </a:lnTo>
                  <a:lnTo>
                    <a:pt x="16450" y="71084"/>
                  </a:lnTo>
                  <a:lnTo>
                    <a:pt x="14574" y="70083"/>
                  </a:lnTo>
                  <a:lnTo>
                    <a:pt x="10742" y="73281"/>
                  </a:lnTo>
                  <a:lnTo>
                    <a:pt x="9190" y="73589"/>
                  </a:lnTo>
                  <a:lnTo>
                    <a:pt x="4112" y="70314"/>
                  </a:lnTo>
                  <a:lnTo>
                    <a:pt x="5748" y="57838"/>
                  </a:lnTo>
                  <a:lnTo>
                    <a:pt x="6864" y="58028"/>
                  </a:lnTo>
                  <a:lnTo>
                    <a:pt x="6570" y="49503"/>
                  </a:lnTo>
                  <a:lnTo>
                    <a:pt x="4743" y="47927"/>
                  </a:lnTo>
                  <a:lnTo>
                    <a:pt x="3829" y="48428"/>
                  </a:lnTo>
                  <a:lnTo>
                    <a:pt x="4128" y="49706"/>
                  </a:lnTo>
                  <a:lnTo>
                    <a:pt x="1883" y="50131"/>
                  </a:lnTo>
                  <a:lnTo>
                    <a:pt x="0" y="48805"/>
                  </a:lnTo>
                  <a:lnTo>
                    <a:pt x="164" y="47410"/>
                  </a:lnTo>
                  <a:lnTo>
                    <a:pt x="3515" y="46331"/>
                  </a:lnTo>
                  <a:lnTo>
                    <a:pt x="3997" y="42591"/>
                  </a:lnTo>
                  <a:lnTo>
                    <a:pt x="1755" y="41551"/>
                  </a:lnTo>
                  <a:lnTo>
                    <a:pt x="1446" y="43963"/>
                  </a:lnTo>
                  <a:lnTo>
                    <a:pt x="785" y="43875"/>
                  </a:lnTo>
                  <a:lnTo>
                    <a:pt x="1806" y="37572"/>
                  </a:lnTo>
                  <a:lnTo>
                    <a:pt x="6483" y="33635"/>
                  </a:lnTo>
                  <a:lnTo>
                    <a:pt x="12665" y="34527"/>
                  </a:lnTo>
                  <a:lnTo>
                    <a:pt x="15161" y="19352"/>
                  </a:lnTo>
                  <a:lnTo>
                    <a:pt x="13343" y="19438"/>
                  </a:lnTo>
                  <a:lnTo>
                    <a:pt x="14931" y="12621"/>
                  </a:lnTo>
                  <a:lnTo>
                    <a:pt x="15976" y="16814"/>
                  </a:lnTo>
                  <a:lnTo>
                    <a:pt x="19125" y="17023"/>
                  </a:lnTo>
                  <a:lnTo>
                    <a:pt x="18935" y="15968"/>
                  </a:lnTo>
                  <a:lnTo>
                    <a:pt x="23171" y="16053"/>
                  </a:lnTo>
                  <a:lnTo>
                    <a:pt x="22754" y="19100"/>
                  </a:lnTo>
                  <a:lnTo>
                    <a:pt x="25816" y="20577"/>
                  </a:lnTo>
                  <a:lnTo>
                    <a:pt x="30199" y="21084"/>
                  </a:lnTo>
                  <a:lnTo>
                    <a:pt x="30577" y="17856"/>
                  </a:lnTo>
                  <a:lnTo>
                    <a:pt x="38068" y="17545"/>
                  </a:lnTo>
                  <a:lnTo>
                    <a:pt x="38681" y="11970"/>
                  </a:lnTo>
                  <a:lnTo>
                    <a:pt x="44186" y="11478"/>
                  </a:lnTo>
                  <a:lnTo>
                    <a:pt x="48651" y="12708"/>
                  </a:lnTo>
                  <a:lnTo>
                    <a:pt x="53077" y="2632"/>
                  </a:lnTo>
                  <a:lnTo>
                    <a:pt x="52801" y="517"/>
                  </a:lnTo>
                  <a:lnTo>
                    <a:pt x="5420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h5580"/>
            <p:cNvSpPr/>
            <p:nvPr/>
          </p:nvSpPr>
          <p:spPr>
            <a:xfrm>
              <a:off x="6624201" y="1977108"/>
              <a:ext cx="47712" cy="48200"/>
            </a:xfrm>
            <a:custGeom>
              <a:avLst/>
              <a:pathLst>
                <a:path w="47712" h="48200">
                  <a:moveTo>
                    <a:pt x="21434" y="1389"/>
                  </a:moveTo>
                  <a:lnTo>
                    <a:pt x="23272" y="2808"/>
                  </a:lnTo>
                  <a:lnTo>
                    <a:pt x="31598" y="4574"/>
                  </a:lnTo>
                  <a:lnTo>
                    <a:pt x="39351" y="7413"/>
                  </a:lnTo>
                  <a:lnTo>
                    <a:pt x="40920" y="8585"/>
                  </a:lnTo>
                  <a:lnTo>
                    <a:pt x="43315" y="14654"/>
                  </a:lnTo>
                  <a:lnTo>
                    <a:pt x="42420" y="21224"/>
                  </a:lnTo>
                  <a:lnTo>
                    <a:pt x="46116" y="21222"/>
                  </a:lnTo>
                  <a:lnTo>
                    <a:pt x="47418" y="22217"/>
                  </a:lnTo>
                  <a:lnTo>
                    <a:pt x="47712" y="23355"/>
                  </a:lnTo>
                  <a:lnTo>
                    <a:pt x="46019" y="27311"/>
                  </a:lnTo>
                  <a:lnTo>
                    <a:pt x="46914" y="31532"/>
                  </a:lnTo>
                  <a:lnTo>
                    <a:pt x="46520" y="34790"/>
                  </a:lnTo>
                  <a:lnTo>
                    <a:pt x="45268" y="40176"/>
                  </a:lnTo>
                  <a:lnTo>
                    <a:pt x="43471" y="41893"/>
                  </a:lnTo>
                  <a:lnTo>
                    <a:pt x="46394" y="44331"/>
                  </a:lnTo>
                  <a:lnTo>
                    <a:pt x="47182" y="45864"/>
                  </a:lnTo>
                  <a:lnTo>
                    <a:pt x="46264" y="48200"/>
                  </a:lnTo>
                  <a:lnTo>
                    <a:pt x="33910" y="47579"/>
                  </a:lnTo>
                  <a:lnTo>
                    <a:pt x="31125" y="46481"/>
                  </a:lnTo>
                  <a:lnTo>
                    <a:pt x="21171" y="45861"/>
                  </a:lnTo>
                  <a:lnTo>
                    <a:pt x="19359" y="46539"/>
                  </a:lnTo>
                  <a:lnTo>
                    <a:pt x="17852" y="28924"/>
                  </a:lnTo>
                  <a:lnTo>
                    <a:pt x="871" y="22675"/>
                  </a:lnTo>
                  <a:lnTo>
                    <a:pt x="0" y="15814"/>
                  </a:lnTo>
                  <a:lnTo>
                    <a:pt x="20822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h5581"/>
            <p:cNvSpPr/>
            <p:nvPr/>
          </p:nvSpPr>
          <p:spPr>
            <a:xfrm>
              <a:off x="6678382" y="2402380"/>
              <a:ext cx="82498" cy="49259"/>
            </a:xfrm>
            <a:custGeom>
              <a:avLst/>
              <a:pathLst>
                <a:path w="82498" h="49259">
                  <a:moveTo>
                    <a:pt x="36828" y="1113"/>
                  </a:moveTo>
                  <a:lnTo>
                    <a:pt x="38640" y="1810"/>
                  </a:lnTo>
                  <a:lnTo>
                    <a:pt x="40734" y="1655"/>
                  </a:lnTo>
                  <a:lnTo>
                    <a:pt x="43493" y="2819"/>
                  </a:lnTo>
                  <a:lnTo>
                    <a:pt x="44751" y="9006"/>
                  </a:lnTo>
                  <a:lnTo>
                    <a:pt x="62066" y="18428"/>
                  </a:lnTo>
                  <a:lnTo>
                    <a:pt x="72090" y="31168"/>
                  </a:lnTo>
                  <a:lnTo>
                    <a:pt x="71232" y="31090"/>
                  </a:lnTo>
                  <a:lnTo>
                    <a:pt x="71235" y="31683"/>
                  </a:lnTo>
                  <a:lnTo>
                    <a:pt x="75349" y="36278"/>
                  </a:lnTo>
                  <a:lnTo>
                    <a:pt x="76017" y="36804"/>
                  </a:lnTo>
                  <a:lnTo>
                    <a:pt x="77333" y="35602"/>
                  </a:lnTo>
                  <a:lnTo>
                    <a:pt x="82196" y="36839"/>
                  </a:lnTo>
                  <a:lnTo>
                    <a:pt x="82498" y="38332"/>
                  </a:lnTo>
                  <a:lnTo>
                    <a:pt x="82324" y="39804"/>
                  </a:lnTo>
                  <a:lnTo>
                    <a:pt x="78199" y="41052"/>
                  </a:lnTo>
                  <a:lnTo>
                    <a:pt x="65866" y="49034"/>
                  </a:lnTo>
                  <a:lnTo>
                    <a:pt x="63547" y="49259"/>
                  </a:lnTo>
                  <a:lnTo>
                    <a:pt x="60339" y="48163"/>
                  </a:lnTo>
                  <a:lnTo>
                    <a:pt x="42832" y="29312"/>
                  </a:lnTo>
                  <a:lnTo>
                    <a:pt x="31701" y="13981"/>
                  </a:lnTo>
                  <a:lnTo>
                    <a:pt x="29249" y="13606"/>
                  </a:lnTo>
                  <a:lnTo>
                    <a:pt x="23706" y="17546"/>
                  </a:lnTo>
                  <a:lnTo>
                    <a:pt x="20283" y="22141"/>
                  </a:lnTo>
                  <a:lnTo>
                    <a:pt x="21371" y="22623"/>
                  </a:lnTo>
                  <a:lnTo>
                    <a:pt x="18868" y="23929"/>
                  </a:lnTo>
                  <a:lnTo>
                    <a:pt x="14605" y="24682"/>
                  </a:lnTo>
                  <a:lnTo>
                    <a:pt x="12621" y="25996"/>
                  </a:lnTo>
                  <a:lnTo>
                    <a:pt x="14235" y="28627"/>
                  </a:lnTo>
                  <a:lnTo>
                    <a:pt x="14959" y="32545"/>
                  </a:lnTo>
                  <a:lnTo>
                    <a:pt x="12394" y="33885"/>
                  </a:lnTo>
                  <a:lnTo>
                    <a:pt x="4336" y="33897"/>
                  </a:lnTo>
                  <a:lnTo>
                    <a:pt x="2323" y="27618"/>
                  </a:lnTo>
                  <a:lnTo>
                    <a:pt x="3483" y="28007"/>
                  </a:lnTo>
                  <a:lnTo>
                    <a:pt x="0" y="16840"/>
                  </a:lnTo>
                  <a:lnTo>
                    <a:pt x="4531" y="18682"/>
                  </a:lnTo>
                  <a:lnTo>
                    <a:pt x="15646" y="11102"/>
                  </a:lnTo>
                  <a:lnTo>
                    <a:pt x="24121" y="9210"/>
                  </a:lnTo>
                  <a:lnTo>
                    <a:pt x="29286" y="9076"/>
                  </a:lnTo>
                  <a:lnTo>
                    <a:pt x="30175" y="10057"/>
                  </a:lnTo>
                  <a:lnTo>
                    <a:pt x="33195" y="10064"/>
                  </a:lnTo>
                  <a:lnTo>
                    <a:pt x="33389" y="5895"/>
                  </a:lnTo>
                  <a:lnTo>
                    <a:pt x="31408" y="5640"/>
                  </a:lnTo>
                  <a:lnTo>
                    <a:pt x="31573" y="2321"/>
                  </a:lnTo>
                  <a:lnTo>
                    <a:pt x="3326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h5582"/>
            <p:cNvSpPr/>
            <p:nvPr/>
          </p:nvSpPr>
          <p:spPr>
            <a:xfrm>
              <a:off x="6711799" y="2560343"/>
              <a:ext cx="33667" cy="46524"/>
            </a:xfrm>
            <a:custGeom>
              <a:avLst/>
              <a:pathLst>
                <a:path w="33667" h="46524">
                  <a:moveTo>
                    <a:pt x="8910" y="79"/>
                  </a:moveTo>
                  <a:lnTo>
                    <a:pt x="9860" y="1054"/>
                  </a:lnTo>
                  <a:lnTo>
                    <a:pt x="13252" y="2283"/>
                  </a:lnTo>
                  <a:lnTo>
                    <a:pt x="14534" y="5763"/>
                  </a:lnTo>
                  <a:lnTo>
                    <a:pt x="13894" y="5803"/>
                  </a:lnTo>
                  <a:lnTo>
                    <a:pt x="16035" y="16288"/>
                  </a:lnTo>
                  <a:lnTo>
                    <a:pt x="17373" y="15358"/>
                  </a:lnTo>
                  <a:lnTo>
                    <a:pt x="19058" y="15340"/>
                  </a:lnTo>
                  <a:lnTo>
                    <a:pt x="21543" y="18384"/>
                  </a:lnTo>
                  <a:lnTo>
                    <a:pt x="21834" y="19080"/>
                  </a:lnTo>
                  <a:lnTo>
                    <a:pt x="20389" y="19797"/>
                  </a:lnTo>
                  <a:lnTo>
                    <a:pt x="26848" y="31015"/>
                  </a:lnTo>
                  <a:lnTo>
                    <a:pt x="28030" y="36486"/>
                  </a:lnTo>
                  <a:lnTo>
                    <a:pt x="30278" y="36542"/>
                  </a:lnTo>
                  <a:lnTo>
                    <a:pt x="31970" y="46363"/>
                  </a:lnTo>
                  <a:lnTo>
                    <a:pt x="33667" y="46469"/>
                  </a:lnTo>
                  <a:lnTo>
                    <a:pt x="32696" y="46524"/>
                  </a:lnTo>
                  <a:lnTo>
                    <a:pt x="31951" y="46501"/>
                  </a:lnTo>
                  <a:lnTo>
                    <a:pt x="31187" y="44017"/>
                  </a:lnTo>
                  <a:lnTo>
                    <a:pt x="16938" y="41641"/>
                  </a:lnTo>
                  <a:lnTo>
                    <a:pt x="10966" y="42777"/>
                  </a:lnTo>
                  <a:lnTo>
                    <a:pt x="11404" y="38574"/>
                  </a:lnTo>
                  <a:lnTo>
                    <a:pt x="9210" y="31423"/>
                  </a:lnTo>
                  <a:lnTo>
                    <a:pt x="6978" y="26738"/>
                  </a:lnTo>
                  <a:lnTo>
                    <a:pt x="0" y="17133"/>
                  </a:lnTo>
                  <a:lnTo>
                    <a:pt x="1549" y="9609"/>
                  </a:lnTo>
                  <a:lnTo>
                    <a:pt x="2832" y="7036"/>
                  </a:lnTo>
                  <a:lnTo>
                    <a:pt x="4448" y="6350"/>
                  </a:lnTo>
                  <a:lnTo>
                    <a:pt x="739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h5583"/>
            <p:cNvSpPr/>
            <p:nvPr/>
          </p:nvSpPr>
          <p:spPr>
            <a:xfrm>
              <a:off x="6607458" y="2468574"/>
              <a:ext cx="56183" cy="54288"/>
            </a:xfrm>
            <a:custGeom>
              <a:avLst/>
              <a:pathLst>
                <a:path w="56183" h="54288">
                  <a:moveTo>
                    <a:pt x="28619" y="5026"/>
                  </a:moveTo>
                  <a:lnTo>
                    <a:pt x="32400" y="6487"/>
                  </a:lnTo>
                  <a:lnTo>
                    <a:pt x="35658" y="2922"/>
                  </a:lnTo>
                  <a:lnTo>
                    <a:pt x="38100" y="7658"/>
                  </a:lnTo>
                  <a:lnTo>
                    <a:pt x="41006" y="7939"/>
                  </a:lnTo>
                  <a:lnTo>
                    <a:pt x="41142" y="4586"/>
                  </a:lnTo>
                  <a:lnTo>
                    <a:pt x="47076" y="1352"/>
                  </a:lnTo>
                  <a:lnTo>
                    <a:pt x="50767" y="4728"/>
                  </a:lnTo>
                  <a:lnTo>
                    <a:pt x="52852" y="8162"/>
                  </a:lnTo>
                  <a:lnTo>
                    <a:pt x="55025" y="17827"/>
                  </a:lnTo>
                  <a:lnTo>
                    <a:pt x="56183" y="17757"/>
                  </a:lnTo>
                  <a:lnTo>
                    <a:pt x="55218" y="22628"/>
                  </a:lnTo>
                  <a:lnTo>
                    <a:pt x="54138" y="22736"/>
                  </a:lnTo>
                  <a:lnTo>
                    <a:pt x="53857" y="29037"/>
                  </a:lnTo>
                  <a:lnTo>
                    <a:pt x="54533" y="32151"/>
                  </a:lnTo>
                  <a:lnTo>
                    <a:pt x="53824" y="32662"/>
                  </a:lnTo>
                  <a:lnTo>
                    <a:pt x="49741" y="32235"/>
                  </a:lnTo>
                  <a:lnTo>
                    <a:pt x="47962" y="40011"/>
                  </a:lnTo>
                  <a:lnTo>
                    <a:pt x="47407" y="46103"/>
                  </a:lnTo>
                  <a:lnTo>
                    <a:pt x="45861" y="44128"/>
                  </a:lnTo>
                  <a:lnTo>
                    <a:pt x="43731" y="45006"/>
                  </a:lnTo>
                  <a:lnTo>
                    <a:pt x="37974" y="44019"/>
                  </a:lnTo>
                  <a:lnTo>
                    <a:pt x="38031" y="38554"/>
                  </a:lnTo>
                  <a:lnTo>
                    <a:pt x="30896" y="39671"/>
                  </a:lnTo>
                  <a:lnTo>
                    <a:pt x="31911" y="45618"/>
                  </a:lnTo>
                  <a:lnTo>
                    <a:pt x="27554" y="48695"/>
                  </a:lnTo>
                  <a:lnTo>
                    <a:pt x="25065" y="41845"/>
                  </a:lnTo>
                  <a:lnTo>
                    <a:pt x="21848" y="36919"/>
                  </a:lnTo>
                  <a:lnTo>
                    <a:pt x="19830" y="36764"/>
                  </a:lnTo>
                  <a:lnTo>
                    <a:pt x="19942" y="40477"/>
                  </a:lnTo>
                  <a:lnTo>
                    <a:pt x="13883" y="41040"/>
                  </a:lnTo>
                  <a:lnTo>
                    <a:pt x="14141" y="43888"/>
                  </a:lnTo>
                  <a:lnTo>
                    <a:pt x="15905" y="43502"/>
                  </a:lnTo>
                  <a:lnTo>
                    <a:pt x="17444" y="45815"/>
                  </a:lnTo>
                  <a:lnTo>
                    <a:pt x="15741" y="50998"/>
                  </a:lnTo>
                  <a:lnTo>
                    <a:pt x="14481" y="52793"/>
                  </a:lnTo>
                  <a:lnTo>
                    <a:pt x="8682" y="54288"/>
                  </a:lnTo>
                  <a:lnTo>
                    <a:pt x="8713" y="51399"/>
                  </a:lnTo>
                  <a:lnTo>
                    <a:pt x="3555" y="50893"/>
                  </a:lnTo>
                  <a:lnTo>
                    <a:pt x="3143" y="42035"/>
                  </a:lnTo>
                  <a:lnTo>
                    <a:pt x="4083" y="42121"/>
                  </a:lnTo>
                  <a:lnTo>
                    <a:pt x="4684" y="38330"/>
                  </a:lnTo>
                  <a:lnTo>
                    <a:pt x="7397" y="29444"/>
                  </a:lnTo>
                  <a:lnTo>
                    <a:pt x="0" y="25555"/>
                  </a:lnTo>
                  <a:lnTo>
                    <a:pt x="7010" y="18778"/>
                  </a:lnTo>
                  <a:lnTo>
                    <a:pt x="17740" y="19032"/>
                  </a:lnTo>
                  <a:lnTo>
                    <a:pt x="24483" y="20502"/>
                  </a:lnTo>
                  <a:lnTo>
                    <a:pt x="21381" y="6521"/>
                  </a:lnTo>
                  <a:lnTo>
                    <a:pt x="23903" y="7092"/>
                  </a:lnTo>
                  <a:lnTo>
                    <a:pt x="25603" y="2534"/>
                  </a:lnTo>
                  <a:lnTo>
                    <a:pt x="2969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h5584"/>
            <p:cNvSpPr/>
            <p:nvPr/>
          </p:nvSpPr>
          <p:spPr>
            <a:xfrm>
              <a:off x="6659491" y="2365374"/>
              <a:ext cx="66616" cy="55688"/>
            </a:xfrm>
            <a:custGeom>
              <a:avLst/>
              <a:pathLst>
                <a:path w="66616" h="55688">
                  <a:moveTo>
                    <a:pt x="46518" y="366"/>
                  </a:moveTo>
                  <a:lnTo>
                    <a:pt x="49392" y="2850"/>
                  </a:lnTo>
                  <a:lnTo>
                    <a:pt x="52264" y="7478"/>
                  </a:lnTo>
                  <a:lnTo>
                    <a:pt x="61828" y="16287"/>
                  </a:lnTo>
                  <a:lnTo>
                    <a:pt x="61851" y="17957"/>
                  </a:lnTo>
                  <a:lnTo>
                    <a:pt x="66616" y="22811"/>
                  </a:lnTo>
                  <a:lnTo>
                    <a:pt x="57557" y="22752"/>
                  </a:lnTo>
                  <a:lnTo>
                    <a:pt x="56852" y="26531"/>
                  </a:lnTo>
                  <a:lnTo>
                    <a:pt x="58398" y="27113"/>
                  </a:lnTo>
                  <a:lnTo>
                    <a:pt x="56423" y="38208"/>
                  </a:lnTo>
                  <a:lnTo>
                    <a:pt x="55719" y="38119"/>
                  </a:lnTo>
                  <a:lnTo>
                    <a:pt x="52157" y="37006"/>
                  </a:lnTo>
                  <a:lnTo>
                    <a:pt x="50464" y="39328"/>
                  </a:lnTo>
                  <a:lnTo>
                    <a:pt x="50299" y="42647"/>
                  </a:lnTo>
                  <a:lnTo>
                    <a:pt x="52280" y="42902"/>
                  </a:lnTo>
                  <a:lnTo>
                    <a:pt x="52087" y="47070"/>
                  </a:lnTo>
                  <a:lnTo>
                    <a:pt x="49066" y="47063"/>
                  </a:lnTo>
                  <a:lnTo>
                    <a:pt x="48177" y="46082"/>
                  </a:lnTo>
                  <a:lnTo>
                    <a:pt x="43012" y="46216"/>
                  </a:lnTo>
                  <a:lnTo>
                    <a:pt x="34537" y="48108"/>
                  </a:lnTo>
                  <a:lnTo>
                    <a:pt x="23422" y="55688"/>
                  </a:lnTo>
                  <a:lnTo>
                    <a:pt x="18891" y="53846"/>
                  </a:lnTo>
                  <a:lnTo>
                    <a:pt x="15215" y="50334"/>
                  </a:lnTo>
                  <a:lnTo>
                    <a:pt x="12739" y="45256"/>
                  </a:lnTo>
                  <a:lnTo>
                    <a:pt x="9560" y="44630"/>
                  </a:lnTo>
                  <a:lnTo>
                    <a:pt x="0" y="35440"/>
                  </a:lnTo>
                  <a:lnTo>
                    <a:pt x="815" y="23524"/>
                  </a:lnTo>
                  <a:lnTo>
                    <a:pt x="6426" y="10016"/>
                  </a:lnTo>
                  <a:lnTo>
                    <a:pt x="6770" y="2253"/>
                  </a:lnTo>
                  <a:lnTo>
                    <a:pt x="24049" y="3800"/>
                  </a:lnTo>
                  <a:lnTo>
                    <a:pt x="26532" y="796"/>
                  </a:lnTo>
                  <a:lnTo>
                    <a:pt x="34500" y="1259"/>
                  </a:lnTo>
                  <a:lnTo>
                    <a:pt x="44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h5585"/>
            <p:cNvSpPr/>
            <p:nvPr/>
          </p:nvSpPr>
          <p:spPr>
            <a:xfrm>
              <a:off x="6704239" y="2465713"/>
              <a:ext cx="94247" cy="63331"/>
            </a:xfrm>
            <a:custGeom>
              <a:avLst/>
              <a:pathLst>
                <a:path w="94247" h="63331">
                  <a:moveTo>
                    <a:pt x="36529" y="0"/>
                  </a:moveTo>
                  <a:lnTo>
                    <a:pt x="41361" y="433"/>
                  </a:lnTo>
                  <a:lnTo>
                    <a:pt x="42525" y="3614"/>
                  </a:lnTo>
                  <a:lnTo>
                    <a:pt x="47136" y="6227"/>
                  </a:lnTo>
                  <a:lnTo>
                    <a:pt x="45621" y="19616"/>
                  </a:lnTo>
                  <a:lnTo>
                    <a:pt x="55965" y="19015"/>
                  </a:lnTo>
                  <a:lnTo>
                    <a:pt x="58242" y="20046"/>
                  </a:lnTo>
                  <a:lnTo>
                    <a:pt x="58949" y="32021"/>
                  </a:lnTo>
                  <a:lnTo>
                    <a:pt x="56743" y="32152"/>
                  </a:lnTo>
                  <a:lnTo>
                    <a:pt x="57004" y="36710"/>
                  </a:lnTo>
                  <a:lnTo>
                    <a:pt x="59207" y="36554"/>
                  </a:lnTo>
                  <a:lnTo>
                    <a:pt x="59516" y="44105"/>
                  </a:lnTo>
                  <a:lnTo>
                    <a:pt x="61696" y="44411"/>
                  </a:lnTo>
                  <a:lnTo>
                    <a:pt x="65272" y="41120"/>
                  </a:lnTo>
                  <a:lnTo>
                    <a:pt x="66711" y="32459"/>
                  </a:lnTo>
                  <a:lnTo>
                    <a:pt x="71896" y="30138"/>
                  </a:lnTo>
                  <a:lnTo>
                    <a:pt x="72533" y="31504"/>
                  </a:lnTo>
                  <a:lnTo>
                    <a:pt x="75611" y="29780"/>
                  </a:lnTo>
                  <a:lnTo>
                    <a:pt x="76944" y="26800"/>
                  </a:lnTo>
                  <a:lnTo>
                    <a:pt x="83250" y="25823"/>
                  </a:lnTo>
                  <a:lnTo>
                    <a:pt x="82142" y="29914"/>
                  </a:lnTo>
                  <a:lnTo>
                    <a:pt x="87276" y="31352"/>
                  </a:lnTo>
                  <a:lnTo>
                    <a:pt x="87930" y="37209"/>
                  </a:lnTo>
                  <a:lnTo>
                    <a:pt x="94247" y="40653"/>
                  </a:lnTo>
                  <a:lnTo>
                    <a:pt x="93317" y="42764"/>
                  </a:lnTo>
                  <a:lnTo>
                    <a:pt x="93593" y="44879"/>
                  </a:lnTo>
                  <a:lnTo>
                    <a:pt x="89167" y="54955"/>
                  </a:lnTo>
                  <a:lnTo>
                    <a:pt x="84702" y="53725"/>
                  </a:lnTo>
                  <a:lnTo>
                    <a:pt x="79196" y="54217"/>
                  </a:lnTo>
                  <a:lnTo>
                    <a:pt x="78583" y="59792"/>
                  </a:lnTo>
                  <a:lnTo>
                    <a:pt x="71093" y="60103"/>
                  </a:lnTo>
                  <a:lnTo>
                    <a:pt x="70714" y="63331"/>
                  </a:lnTo>
                  <a:lnTo>
                    <a:pt x="66332" y="62824"/>
                  </a:lnTo>
                  <a:lnTo>
                    <a:pt x="63269" y="61347"/>
                  </a:lnTo>
                  <a:lnTo>
                    <a:pt x="63687" y="58300"/>
                  </a:lnTo>
                  <a:lnTo>
                    <a:pt x="59450" y="58215"/>
                  </a:lnTo>
                  <a:lnTo>
                    <a:pt x="59641" y="59270"/>
                  </a:lnTo>
                  <a:lnTo>
                    <a:pt x="56491" y="59061"/>
                  </a:lnTo>
                  <a:lnTo>
                    <a:pt x="55446" y="54868"/>
                  </a:lnTo>
                  <a:lnTo>
                    <a:pt x="55343" y="53308"/>
                  </a:lnTo>
                  <a:lnTo>
                    <a:pt x="38697" y="50839"/>
                  </a:lnTo>
                  <a:lnTo>
                    <a:pt x="32001" y="48244"/>
                  </a:lnTo>
                  <a:lnTo>
                    <a:pt x="29945" y="48555"/>
                  </a:lnTo>
                  <a:lnTo>
                    <a:pt x="29126" y="50067"/>
                  </a:lnTo>
                  <a:lnTo>
                    <a:pt x="25026" y="52737"/>
                  </a:lnTo>
                  <a:lnTo>
                    <a:pt x="20019" y="51494"/>
                  </a:lnTo>
                  <a:lnTo>
                    <a:pt x="13162" y="51816"/>
                  </a:lnTo>
                  <a:lnTo>
                    <a:pt x="13618" y="51406"/>
                  </a:lnTo>
                  <a:lnTo>
                    <a:pt x="8914" y="49134"/>
                  </a:lnTo>
                  <a:lnTo>
                    <a:pt x="0" y="50196"/>
                  </a:lnTo>
                  <a:lnTo>
                    <a:pt x="6276" y="47327"/>
                  </a:lnTo>
                  <a:lnTo>
                    <a:pt x="8741" y="38770"/>
                  </a:lnTo>
                  <a:lnTo>
                    <a:pt x="11778" y="35798"/>
                  </a:lnTo>
                  <a:lnTo>
                    <a:pt x="13178" y="35333"/>
                  </a:lnTo>
                  <a:lnTo>
                    <a:pt x="8414" y="29923"/>
                  </a:lnTo>
                  <a:lnTo>
                    <a:pt x="7320" y="22813"/>
                  </a:lnTo>
                  <a:lnTo>
                    <a:pt x="7636" y="19595"/>
                  </a:lnTo>
                  <a:lnTo>
                    <a:pt x="11584" y="19740"/>
                  </a:lnTo>
                  <a:lnTo>
                    <a:pt x="14823" y="19844"/>
                  </a:lnTo>
                  <a:lnTo>
                    <a:pt x="14375" y="18617"/>
                  </a:lnTo>
                  <a:lnTo>
                    <a:pt x="12384" y="18351"/>
                  </a:lnTo>
                  <a:lnTo>
                    <a:pt x="12322" y="16039"/>
                  </a:lnTo>
                  <a:lnTo>
                    <a:pt x="15993" y="11620"/>
                  </a:lnTo>
                  <a:lnTo>
                    <a:pt x="18016" y="5323"/>
                  </a:lnTo>
                  <a:lnTo>
                    <a:pt x="21507" y="5108"/>
                  </a:lnTo>
                  <a:lnTo>
                    <a:pt x="24402" y="2263"/>
                  </a:lnTo>
                  <a:lnTo>
                    <a:pt x="26271" y="427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h5586"/>
            <p:cNvSpPr/>
            <p:nvPr/>
          </p:nvSpPr>
          <p:spPr>
            <a:xfrm>
              <a:off x="6657814" y="2428958"/>
              <a:ext cx="59603" cy="97055"/>
            </a:xfrm>
            <a:custGeom>
              <a:avLst/>
              <a:pathLst>
                <a:path w="59603" h="97055">
                  <a:moveTo>
                    <a:pt x="22892" y="1040"/>
                  </a:moveTo>
                  <a:lnTo>
                    <a:pt x="24904" y="7319"/>
                  </a:lnTo>
                  <a:lnTo>
                    <a:pt x="32962" y="7307"/>
                  </a:lnTo>
                  <a:lnTo>
                    <a:pt x="35528" y="5968"/>
                  </a:lnTo>
                  <a:lnTo>
                    <a:pt x="35801" y="6527"/>
                  </a:lnTo>
                  <a:lnTo>
                    <a:pt x="40670" y="6370"/>
                  </a:lnTo>
                  <a:lnTo>
                    <a:pt x="43147" y="10371"/>
                  </a:lnTo>
                  <a:lnTo>
                    <a:pt x="38580" y="13050"/>
                  </a:lnTo>
                  <a:lnTo>
                    <a:pt x="43070" y="25955"/>
                  </a:lnTo>
                  <a:lnTo>
                    <a:pt x="46232" y="27255"/>
                  </a:lnTo>
                  <a:lnTo>
                    <a:pt x="46718" y="28924"/>
                  </a:lnTo>
                  <a:lnTo>
                    <a:pt x="46016" y="31053"/>
                  </a:lnTo>
                  <a:lnTo>
                    <a:pt x="43145" y="30683"/>
                  </a:lnTo>
                  <a:lnTo>
                    <a:pt x="44266" y="40412"/>
                  </a:lnTo>
                  <a:lnTo>
                    <a:pt x="46568" y="46361"/>
                  </a:lnTo>
                  <a:lnTo>
                    <a:pt x="47748" y="53163"/>
                  </a:lnTo>
                  <a:lnTo>
                    <a:pt x="51248" y="52233"/>
                  </a:lnTo>
                  <a:lnTo>
                    <a:pt x="54008" y="53021"/>
                  </a:lnTo>
                  <a:lnTo>
                    <a:pt x="58009" y="56496"/>
                  </a:lnTo>
                  <a:lnTo>
                    <a:pt x="54062" y="56350"/>
                  </a:lnTo>
                  <a:lnTo>
                    <a:pt x="53745" y="59568"/>
                  </a:lnTo>
                  <a:lnTo>
                    <a:pt x="54839" y="66678"/>
                  </a:lnTo>
                  <a:lnTo>
                    <a:pt x="59603" y="72089"/>
                  </a:lnTo>
                  <a:lnTo>
                    <a:pt x="58204" y="72553"/>
                  </a:lnTo>
                  <a:lnTo>
                    <a:pt x="55166" y="75526"/>
                  </a:lnTo>
                  <a:lnTo>
                    <a:pt x="52702" y="84082"/>
                  </a:lnTo>
                  <a:lnTo>
                    <a:pt x="46425" y="86951"/>
                  </a:lnTo>
                  <a:lnTo>
                    <a:pt x="46270" y="88351"/>
                  </a:lnTo>
                  <a:lnTo>
                    <a:pt x="41890" y="86485"/>
                  </a:lnTo>
                  <a:lnTo>
                    <a:pt x="37714" y="87021"/>
                  </a:lnTo>
                  <a:lnTo>
                    <a:pt x="36565" y="96990"/>
                  </a:lnTo>
                  <a:lnTo>
                    <a:pt x="30807" y="97055"/>
                  </a:lnTo>
                  <a:lnTo>
                    <a:pt x="29541" y="93388"/>
                  </a:lnTo>
                  <a:lnTo>
                    <a:pt x="27337" y="92489"/>
                  </a:lnTo>
                  <a:lnTo>
                    <a:pt x="25318" y="92665"/>
                  </a:lnTo>
                  <a:lnTo>
                    <a:pt x="25175" y="95740"/>
                  </a:lnTo>
                  <a:lnTo>
                    <a:pt x="23973" y="95096"/>
                  </a:lnTo>
                  <a:lnTo>
                    <a:pt x="23826" y="92673"/>
                  </a:lnTo>
                  <a:lnTo>
                    <a:pt x="21722" y="90378"/>
                  </a:lnTo>
                  <a:lnTo>
                    <a:pt x="20548" y="74883"/>
                  </a:lnTo>
                  <a:lnTo>
                    <a:pt x="16795" y="74958"/>
                  </a:lnTo>
                  <a:lnTo>
                    <a:pt x="16628" y="72052"/>
                  </a:lnTo>
                  <a:lnTo>
                    <a:pt x="20957" y="73461"/>
                  </a:lnTo>
                  <a:lnTo>
                    <a:pt x="21476" y="72633"/>
                  </a:lnTo>
                  <a:lnTo>
                    <a:pt x="18592" y="62892"/>
                  </a:lnTo>
                  <a:lnTo>
                    <a:pt x="18874" y="61803"/>
                  </a:lnTo>
                  <a:lnTo>
                    <a:pt x="20369" y="62049"/>
                  </a:lnTo>
                  <a:lnTo>
                    <a:pt x="20111" y="55018"/>
                  </a:lnTo>
                  <a:lnTo>
                    <a:pt x="15514" y="50346"/>
                  </a:lnTo>
                  <a:lnTo>
                    <a:pt x="14366" y="50361"/>
                  </a:lnTo>
                  <a:lnTo>
                    <a:pt x="14598" y="54174"/>
                  </a:lnTo>
                  <a:lnTo>
                    <a:pt x="11328" y="54221"/>
                  </a:lnTo>
                  <a:lnTo>
                    <a:pt x="4321" y="33631"/>
                  </a:lnTo>
                  <a:lnTo>
                    <a:pt x="0" y="24551"/>
                  </a:lnTo>
                  <a:lnTo>
                    <a:pt x="2471" y="24199"/>
                  </a:lnTo>
                  <a:lnTo>
                    <a:pt x="3776" y="21552"/>
                  </a:lnTo>
                  <a:lnTo>
                    <a:pt x="1405" y="15660"/>
                  </a:lnTo>
                  <a:lnTo>
                    <a:pt x="2038" y="13142"/>
                  </a:lnTo>
                  <a:lnTo>
                    <a:pt x="6486" y="14382"/>
                  </a:lnTo>
                  <a:lnTo>
                    <a:pt x="11137" y="12425"/>
                  </a:lnTo>
                  <a:lnTo>
                    <a:pt x="1999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h5587"/>
            <p:cNvSpPr/>
            <p:nvPr/>
          </p:nvSpPr>
          <p:spPr>
            <a:xfrm>
              <a:off x="6650391" y="2326979"/>
              <a:ext cx="35285" cy="32631"/>
            </a:xfrm>
            <a:custGeom>
              <a:avLst/>
              <a:pathLst>
                <a:path w="35285" h="32631">
                  <a:moveTo>
                    <a:pt x="35285" y="0"/>
                  </a:moveTo>
                  <a:lnTo>
                    <a:pt x="30137" y="18553"/>
                  </a:lnTo>
                  <a:lnTo>
                    <a:pt x="30072" y="24117"/>
                  </a:lnTo>
                  <a:lnTo>
                    <a:pt x="28648" y="24768"/>
                  </a:lnTo>
                  <a:lnTo>
                    <a:pt x="27870" y="24399"/>
                  </a:lnTo>
                  <a:lnTo>
                    <a:pt x="25425" y="21709"/>
                  </a:lnTo>
                  <a:lnTo>
                    <a:pt x="17802" y="24223"/>
                  </a:lnTo>
                  <a:lnTo>
                    <a:pt x="13667" y="26625"/>
                  </a:lnTo>
                  <a:lnTo>
                    <a:pt x="12758" y="32631"/>
                  </a:lnTo>
                  <a:lnTo>
                    <a:pt x="10597" y="27592"/>
                  </a:lnTo>
                  <a:lnTo>
                    <a:pt x="1565" y="30468"/>
                  </a:lnTo>
                  <a:lnTo>
                    <a:pt x="0" y="22135"/>
                  </a:lnTo>
                  <a:lnTo>
                    <a:pt x="3034" y="19485"/>
                  </a:lnTo>
                  <a:lnTo>
                    <a:pt x="13297" y="13773"/>
                  </a:lnTo>
                  <a:lnTo>
                    <a:pt x="16984" y="13767"/>
                  </a:lnTo>
                  <a:lnTo>
                    <a:pt x="19300" y="15157"/>
                  </a:lnTo>
                  <a:lnTo>
                    <a:pt x="20188" y="14777"/>
                  </a:lnTo>
                  <a:lnTo>
                    <a:pt x="25213" y="11338"/>
                  </a:lnTo>
                  <a:lnTo>
                    <a:pt x="25026" y="6811"/>
                  </a:lnTo>
                  <a:lnTo>
                    <a:pt x="26923" y="3418"/>
                  </a:lnTo>
                  <a:lnTo>
                    <a:pt x="30712" y="62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h5588"/>
            <p:cNvSpPr/>
            <p:nvPr/>
          </p:nvSpPr>
          <p:spPr>
            <a:xfrm>
              <a:off x="6728032" y="2413007"/>
              <a:ext cx="92059" cy="106992"/>
            </a:xfrm>
            <a:custGeom>
              <a:avLst/>
              <a:pathLst>
                <a:path w="92059" h="106992">
                  <a:moveTo>
                    <a:pt x="46693" y="0"/>
                  </a:moveTo>
                  <a:lnTo>
                    <a:pt x="46954" y="2996"/>
                  </a:lnTo>
                  <a:lnTo>
                    <a:pt x="48740" y="5809"/>
                  </a:lnTo>
                  <a:lnTo>
                    <a:pt x="52508" y="6221"/>
                  </a:lnTo>
                  <a:lnTo>
                    <a:pt x="54677" y="2115"/>
                  </a:lnTo>
                  <a:lnTo>
                    <a:pt x="55930" y="4578"/>
                  </a:lnTo>
                  <a:lnTo>
                    <a:pt x="56392" y="6133"/>
                  </a:lnTo>
                  <a:lnTo>
                    <a:pt x="58595" y="7468"/>
                  </a:lnTo>
                  <a:lnTo>
                    <a:pt x="59860" y="9442"/>
                  </a:lnTo>
                  <a:lnTo>
                    <a:pt x="59713" y="10341"/>
                  </a:lnTo>
                  <a:lnTo>
                    <a:pt x="53977" y="13911"/>
                  </a:lnTo>
                  <a:lnTo>
                    <a:pt x="54102" y="20572"/>
                  </a:lnTo>
                  <a:lnTo>
                    <a:pt x="55643" y="23867"/>
                  </a:lnTo>
                  <a:lnTo>
                    <a:pt x="60562" y="20961"/>
                  </a:lnTo>
                  <a:lnTo>
                    <a:pt x="63394" y="26078"/>
                  </a:lnTo>
                  <a:lnTo>
                    <a:pt x="62901" y="32305"/>
                  </a:lnTo>
                  <a:lnTo>
                    <a:pt x="59329" y="31961"/>
                  </a:lnTo>
                  <a:lnTo>
                    <a:pt x="57735" y="45867"/>
                  </a:lnTo>
                  <a:lnTo>
                    <a:pt x="62707" y="50837"/>
                  </a:lnTo>
                  <a:lnTo>
                    <a:pt x="68064" y="57664"/>
                  </a:lnTo>
                  <a:lnTo>
                    <a:pt x="68856" y="61180"/>
                  </a:lnTo>
                  <a:lnTo>
                    <a:pt x="66754" y="64567"/>
                  </a:lnTo>
                  <a:lnTo>
                    <a:pt x="65516" y="68797"/>
                  </a:lnTo>
                  <a:lnTo>
                    <a:pt x="70015" y="69336"/>
                  </a:lnTo>
                  <a:lnTo>
                    <a:pt x="70143" y="68514"/>
                  </a:lnTo>
                  <a:lnTo>
                    <a:pt x="74345" y="69003"/>
                  </a:lnTo>
                  <a:lnTo>
                    <a:pt x="75722" y="72306"/>
                  </a:lnTo>
                  <a:lnTo>
                    <a:pt x="74803" y="77881"/>
                  </a:lnTo>
                  <a:lnTo>
                    <a:pt x="82183" y="84180"/>
                  </a:lnTo>
                  <a:lnTo>
                    <a:pt x="87312" y="82084"/>
                  </a:lnTo>
                  <a:lnTo>
                    <a:pt x="88490" y="82662"/>
                  </a:lnTo>
                  <a:lnTo>
                    <a:pt x="88605" y="83710"/>
                  </a:lnTo>
                  <a:lnTo>
                    <a:pt x="91612" y="82474"/>
                  </a:lnTo>
                  <a:lnTo>
                    <a:pt x="92059" y="87192"/>
                  </a:lnTo>
                  <a:lnTo>
                    <a:pt x="89678" y="90463"/>
                  </a:lnTo>
                  <a:lnTo>
                    <a:pt x="86492" y="89521"/>
                  </a:lnTo>
                  <a:lnTo>
                    <a:pt x="82050" y="100190"/>
                  </a:lnTo>
                  <a:lnTo>
                    <a:pt x="79297" y="97890"/>
                  </a:lnTo>
                  <a:lnTo>
                    <a:pt x="78142" y="100429"/>
                  </a:lnTo>
                  <a:lnTo>
                    <a:pt x="81185" y="102759"/>
                  </a:lnTo>
                  <a:lnTo>
                    <a:pt x="80684" y="104166"/>
                  </a:lnTo>
                  <a:lnTo>
                    <a:pt x="79208" y="104744"/>
                  </a:lnTo>
                  <a:lnTo>
                    <a:pt x="78439" y="103761"/>
                  </a:lnTo>
                  <a:lnTo>
                    <a:pt x="76241" y="103439"/>
                  </a:lnTo>
                  <a:lnTo>
                    <a:pt x="75331" y="106992"/>
                  </a:lnTo>
                  <a:lnTo>
                    <a:pt x="72818" y="106196"/>
                  </a:lnTo>
                  <a:lnTo>
                    <a:pt x="74852" y="98430"/>
                  </a:lnTo>
                  <a:lnTo>
                    <a:pt x="70931" y="94952"/>
                  </a:lnTo>
                  <a:lnTo>
                    <a:pt x="69523" y="95470"/>
                  </a:lnTo>
                  <a:lnTo>
                    <a:pt x="70454" y="93359"/>
                  </a:lnTo>
                  <a:lnTo>
                    <a:pt x="64137" y="89915"/>
                  </a:lnTo>
                  <a:lnTo>
                    <a:pt x="63483" y="84058"/>
                  </a:lnTo>
                  <a:lnTo>
                    <a:pt x="58349" y="82620"/>
                  </a:lnTo>
                  <a:lnTo>
                    <a:pt x="59457" y="78529"/>
                  </a:lnTo>
                  <a:lnTo>
                    <a:pt x="53151" y="79506"/>
                  </a:lnTo>
                  <a:lnTo>
                    <a:pt x="51818" y="82486"/>
                  </a:lnTo>
                  <a:lnTo>
                    <a:pt x="48740" y="84210"/>
                  </a:lnTo>
                  <a:lnTo>
                    <a:pt x="48103" y="82844"/>
                  </a:lnTo>
                  <a:lnTo>
                    <a:pt x="42918" y="85165"/>
                  </a:lnTo>
                  <a:lnTo>
                    <a:pt x="41479" y="93826"/>
                  </a:lnTo>
                  <a:lnTo>
                    <a:pt x="37903" y="97117"/>
                  </a:lnTo>
                  <a:lnTo>
                    <a:pt x="35722" y="96811"/>
                  </a:lnTo>
                  <a:lnTo>
                    <a:pt x="35414" y="89260"/>
                  </a:lnTo>
                  <a:lnTo>
                    <a:pt x="33211" y="89416"/>
                  </a:lnTo>
                  <a:lnTo>
                    <a:pt x="32950" y="84858"/>
                  </a:lnTo>
                  <a:lnTo>
                    <a:pt x="35156" y="84727"/>
                  </a:lnTo>
                  <a:lnTo>
                    <a:pt x="34449" y="72752"/>
                  </a:lnTo>
                  <a:lnTo>
                    <a:pt x="32172" y="71721"/>
                  </a:lnTo>
                  <a:lnTo>
                    <a:pt x="21828" y="72322"/>
                  </a:lnTo>
                  <a:lnTo>
                    <a:pt x="23342" y="58933"/>
                  </a:lnTo>
                  <a:lnTo>
                    <a:pt x="18732" y="56320"/>
                  </a:lnTo>
                  <a:lnTo>
                    <a:pt x="17568" y="53139"/>
                  </a:lnTo>
                  <a:lnTo>
                    <a:pt x="12736" y="52705"/>
                  </a:lnTo>
                  <a:lnTo>
                    <a:pt x="2477" y="53133"/>
                  </a:lnTo>
                  <a:lnTo>
                    <a:pt x="609" y="54969"/>
                  </a:lnTo>
                  <a:lnTo>
                    <a:pt x="0" y="52339"/>
                  </a:lnTo>
                  <a:lnTo>
                    <a:pt x="1328" y="50432"/>
                  </a:lnTo>
                  <a:lnTo>
                    <a:pt x="10527" y="42068"/>
                  </a:lnTo>
                  <a:lnTo>
                    <a:pt x="10194" y="37525"/>
                  </a:lnTo>
                  <a:lnTo>
                    <a:pt x="10689" y="37536"/>
                  </a:lnTo>
                  <a:lnTo>
                    <a:pt x="13897" y="38631"/>
                  </a:lnTo>
                  <a:lnTo>
                    <a:pt x="16216" y="38407"/>
                  </a:lnTo>
                  <a:lnTo>
                    <a:pt x="28548" y="30425"/>
                  </a:lnTo>
                  <a:lnTo>
                    <a:pt x="32674" y="29176"/>
                  </a:lnTo>
                  <a:lnTo>
                    <a:pt x="32848" y="27705"/>
                  </a:lnTo>
                  <a:lnTo>
                    <a:pt x="35461" y="28097"/>
                  </a:lnTo>
                  <a:lnTo>
                    <a:pt x="37127" y="25757"/>
                  </a:lnTo>
                  <a:lnTo>
                    <a:pt x="36624" y="24749"/>
                  </a:lnTo>
                  <a:lnTo>
                    <a:pt x="34034" y="23428"/>
                  </a:lnTo>
                  <a:lnTo>
                    <a:pt x="32828" y="19204"/>
                  </a:lnTo>
                  <a:lnTo>
                    <a:pt x="34219" y="17895"/>
                  </a:lnTo>
                  <a:lnTo>
                    <a:pt x="36444" y="20511"/>
                  </a:lnTo>
                  <a:lnTo>
                    <a:pt x="35437" y="17086"/>
                  </a:lnTo>
                  <a:lnTo>
                    <a:pt x="35482" y="13446"/>
                  </a:lnTo>
                  <a:lnTo>
                    <a:pt x="38944" y="4523"/>
                  </a:lnTo>
                  <a:lnTo>
                    <a:pt x="44862" y="3486"/>
                  </a:lnTo>
                  <a:lnTo>
                    <a:pt x="45506" y="2978"/>
                  </a:lnTo>
                  <a:lnTo>
                    <a:pt x="45240" y="1999"/>
                  </a:lnTo>
                  <a:lnTo>
                    <a:pt x="45561" y="43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h5589"/>
            <p:cNvSpPr/>
            <p:nvPr/>
          </p:nvSpPr>
          <p:spPr>
            <a:xfrm>
              <a:off x="6717401" y="2513957"/>
              <a:ext cx="42514" cy="41509"/>
            </a:xfrm>
            <a:custGeom>
              <a:avLst/>
              <a:pathLst>
                <a:path w="42514" h="41509">
                  <a:moveTo>
                    <a:pt x="18839" y="0"/>
                  </a:moveTo>
                  <a:lnTo>
                    <a:pt x="25535" y="2595"/>
                  </a:lnTo>
                  <a:lnTo>
                    <a:pt x="42180" y="5064"/>
                  </a:lnTo>
                  <a:lnTo>
                    <a:pt x="42284" y="6624"/>
                  </a:lnTo>
                  <a:lnTo>
                    <a:pt x="40696" y="13441"/>
                  </a:lnTo>
                  <a:lnTo>
                    <a:pt x="42514" y="13355"/>
                  </a:lnTo>
                  <a:lnTo>
                    <a:pt x="40018" y="28530"/>
                  </a:lnTo>
                  <a:lnTo>
                    <a:pt x="33836" y="27638"/>
                  </a:lnTo>
                  <a:lnTo>
                    <a:pt x="29159" y="31575"/>
                  </a:lnTo>
                  <a:lnTo>
                    <a:pt x="28139" y="37878"/>
                  </a:lnTo>
                  <a:lnTo>
                    <a:pt x="28800" y="37965"/>
                  </a:lnTo>
                  <a:lnTo>
                    <a:pt x="29108" y="35554"/>
                  </a:lnTo>
                  <a:lnTo>
                    <a:pt x="31350" y="36594"/>
                  </a:lnTo>
                  <a:lnTo>
                    <a:pt x="30868" y="40334"/>
                  </a:lnTo>
                  <a:lnTo>
                    <a:pt x="27518" y="41413"/>
                  </a:lnTo>
                  <a:lnTo>
                    <a:pt x="22808" y="41509"/>
                  </a:lnTo>
                  <a:lnTo>
                    <a:pt x="20185" y="39617"/>
                  </a:lnTo>
                  <a:lnTo>
                    <a:pt x="15184" y="38190"/>
                  </a:lnTo>
                  <a:lnTo>
                    <a:pt x="14567" y="37024"/>
                  </a:lnTo>
                  <a:lnTo>
                    <a:pt x="15952" y="28032"/>
                  </a:lnTo>
                  <a:lnTo>
                    <a:pt x="17282" y="25223"/>
                  </a:lnTo>
                  <a:lnTo>
                    <a:pt x="17147" y="20019"/>
                  </a:lnTo>
                  <a:lnTo>
                    <a:pt x="15178" y="18324"/>
                  </a:lnTo>
                  <a:lnTo>
                    <a:pt x="12729" y="18380"/>
                  </a:lnTo>
                  <a:lnTo>
                    <a:pt x="8853" y="17135"/>
                  </a:lnTo>
                  <a:lnTo>
                    <a:pt x="4719" y="12989"/>
                  </a:lnTo>
                  <a:lnTo>
                    <a:pt x="1005" y="7162"/>
                  </a:lnTo>
                  <a:lnTo>
                    <a:pt x="0" y="3572"/>
                  </a:lnTo>
                  <a:lnTo>
                    <a:pt x="6856" y="3250"/>
                  </a:lnTo>
                  <a:lnTo>
                    <a:pt x="11864" y="4493"/>
                  </a:lnTo>
                  <a:lnTo>
                    <a:pt x="15963" y="1823"/>
                  </a:lnTo>
                  <a:lnTo>
                    <a:pt x="16783" y="31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h5590"/>
            <p:cNvSpPr/>
            <p:nvPr/>
          </p:nvSpPr>
          <p:spPr>
            <a:xfrm>
              <a:off x="6663149" y="2318548"/>
              <a:ext cx="50811" cy="50626"/>
            </a:xfrm>
            <a:custGeom>
              <a:avLst/>
              <a:pathLst>
                <a:path w="50811" h="50626">
                  <a:moveTo>
                    <a:pt x="43293" y="3689"/>
                  </a:moveTo>
                  <a:lnTo>
                    <a:pt x="45037" y="8416"/>
                  </a:lnTo>
                  <a:lnTo>
                    <a:pt x="46692" y="7703"/>
                  </a:lnTo>
                  <a:lnTo>
                    <a:pt x="46117" y="20538"/>
                  </a:lnTo>
                  <a:lnTo>
                    <a:pt x="45561" y="21010"/>
                  </a:lnTo>
                  <a:lnTo>
                    <a:pt x="45359" y="23955"/>
                  </a:lnTo>
                  <a:lnTo>
                    <a:pt x="50811" y="24019"/>
                  </a:lnTo>
                  <a:lnTo>
                    <a:pt x="45997" y="29977"/>
                  </a:lnTo>
                  <a:lnTo>
                    <a:pt x="45730" y="39714"/>
                  </a:lnTo>
                  <a:lnTo>
                    <a:pt x="44785" y="39776"/>
                  </a:lnTo>
                  <a:lnTo>
                    <a:pt x="40593" y="46826"/>
                  </a:lnTo>
                  <a:lnTo>
                    <a:pt x="30842" y="48085"/>
                  </a:lnTo>
                  <a:lnTo>
                    <a:pt x="22874" y="47622"/>
                  </a:lnTo>
                  <a:lnTo>
                    <a:pt x="20391" y="50626"/>
                  </a:lnTo>
                  <a:lnTo>
                    <a:pt x="3112" y="49079"/>
                  </a:lnTo>
                  <a:lnTo>
                    <a:pt x="0" y="41062"/>
                  </a:lnTo>
                  <a:lnTo>
                    <a:pt x="909" y="35056"/>
                  </a:lnTo>
                  <a:lnTo>
                    <a:pt x="5044" y="32654"/>
                  </a:lnTo>
                  <a:lnTo>
                    <a:pt x="12666" y="30140"/>
                  </a:lnTo>
                  <a:lnTo>
                    <a:pt x="15112" y="32830"/>
                  </a:lnTo>
                  <a:lnTo>
                    <a:pt x="15890" y="33199"/>
                  </a:lnTo>
                  <a:lnTo>
                    <a:pt x="17314" y="32548"/>
                  </a:lnTo>
                  <a:lnTo>
                    <a:pt x="17379" y="26985"/>
                  </a:lnTo>
                  <a:lnTo>
                    <a:pt x="22527" y="8431"/>
                  </a:lnTo>
                  <a:lnTo>
                    <a:pt x="26848" y="3991"/>
                  </a:lnTo>
                  <a:lnTo>
                    <a:pt x="31119" y="2370"/>
                  </a:lnTo>
                  <a:lnTo>
                    <a:pt x="3431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h5591"/>
            <p:cNvSpPr/>
            <p:nvPr/>
          </p:nvSpPr>
          <p:spPr>
            <a:xfrm>
              <a:off x="6641958" y="2022970"/>
              <a:ext cx="65219" cy="88154"/>
            </a:xfrm>
            <a:custGeom>
              <a:avLst/>
              <a:pathLst>
                <a:path w="65219" h="88154">
                  <a:moveTo>
                    <a:pt x="13368" y="619"/>
                  </a:moveTo>
                  <a:lnTo>
                    <a:pt x="16153" y="1717"/>
                  </a:lnTo>
                  <a:lnTo>
                    <a:pt x="28507" y="2338"/>
                  </a:lnTo>
                  <a:lnTo>
                    <a:pt x="29784" y="3736"/>
                  </a:lnTo>
                  <a:lnTo>
                    <a:pt x="31916" y="2643"/>
                  </a:lnTo>
                  <a:lnTo>
                    <a:pt x="33149" y="3074"/>
                  </a:lnTo>
                  <a:lnTo>
                    <a:pt x="34395" y="4778"/>
                  </a:lnTo>
                  <a:lnTo>
                    <a:pt x="35437" y="9535"/>
                  </a:lnTo>
                  <a:lnTo>
                    <a:pt x="36190" y="13550"/>
                  </a:lnTo>
                  <a:lnTo>
                    <a:pt x="36115" y="23551"/>
                  </a:lnTo>
                  <a:lnTo>
                    <a:pt x="33605" y="26952"/>
                  </a:lnTo>
                  <a:lnTo>
                    <a:pt x="34510" y="32155"/>
                  </a:lnTo>
                  <a:lnTo>
                    <a:pt x="36157" y="33287"/>
                  </a:lnTo>
                  <a:lnTo>
                    <a:pt x="37683" y="32443"/>
                  </a:lnTo>
                  <a:lnTo>
                    <a:pt x="40776" y="36596"/>
                  </a:lnTo>
                  <a:lnTo>
                    <a:pt x="40117" y="39209"/>
                  </a:lnTo>
                  <a:lnTo>
                    <a:pt x="41094" y="41649"/>
                  </a:lnTo>
                  <a:lnTo>
                    <a:pt x="47638" y="44347"/>
                  </a:lnTo>
                  <a:lnTo>
                    <a:pt x="47320" y="48900"/>
                  </a:lnTo>
                  <a:lnTo>
                    <a:pt x="48506" y="50346"/>
                  </a:lnTo>
                  <a:lnTo>
                    <a:pt x="50918" y="50358"/>
                  </a:lnTo>
                  <a:lnTo>
                    <a:pt x="52437" y="51150"/>
                  </a:lnTo>
                  <a:lnTo>
                    <a:pt x="53805" y="52966"/>
                  </a:lnTo>
                  <a:lnTo>
                    <a:pt x="56659" y="59502"/>
                  </a:lnTo>
                  <a:lnTo>
                    <a:pt x="57063" y="64504"/>
                  </a:lnTo>
                  <a:lnTo>
                    <a:pt x="60427" y="66918"/>
                  </a:lnTo>
                  <a:lnTo>
                    <a:pt x="60389" y="70595"/>
                  </a:lnTo>
                  <a:lnTo>
                    <a:pt x="61509" y="75076"/>
                  </a:lnTo>
                  <a:lnTo>
                    <a:pt x="63925" y="79186"/>
                  </a:lnTo>
                  <a:lnTo>
                    <a:pt x="65219" y="86451"/>
                  </a:lnTo>
                  <a:lnTo>
                    <a:pt x="56655" y="85707"/>
                  </a:lnTo>
                  <a:lnTo>
                    <a:pt x="56523" y="84542"/>
                  </a:lnTo>
                  <a:lnTo>
                    <a:pt x="46861" y="86804"/>
                  </a:lnTo>
                  <a:lnTo>
                    <a:pt x="46629" y="88154"/>
                  </a:lnTo>
                  <a:lnTo>
                    <a:pt x="40295" y="88067"/>
                  </a:lnTo>
                  <a:lnTo>
                    <a:pt x="40576" y="82525"/>
                  </a:lnTo>
                  <a:lnTo>
                    <a:pt x="25288" y="74692"/>
                  </a:lnTo>
                  <a:lnTo>
                    <a:pt x="12350" y="74221"/>
                  </a:lnTo>
                  <a:lnTo>
                    <a:pt x="11894" y="72734"/>
                  </a:lnTo>
                  <a:lnTo>
                    <a:pt x="12512" y="71270"/>
                  </a:lnTo>
                  <a:lnTo>
                    <a:pt x="16580" y="67468"/>
                  </a:lnTo>
                  <a:lnTo>
                    <a:pt x="17064" y="59698"/>
                  </a:lnTo>
                  <a:lnTo>
                    <a:pt x="20381" y="54990"/>
                  </a:lnTo>
                  <a:lnTo>
                    <a:pt x="19164" y="51150"/>
                  </a:lnTo>
                  <a:lnTo>
                    <a:pt x="11618" y="46765"/>
                  </a:lnTo>
                  <a:lnTo>
                    <a:pt x="9808" y="47408"/>
                  </a:lnTo>
                  <a:lnTo>
                    <a:pt x="6106" y="46564"/>
                  </a:lnTo>
                  <a:lnTo>
                    <a:pt x="1975" y="47025"/>
                  </a:lnTo>
                  <a:lnTo>
                    <a:pt x="441" y="48265"/>
                  </a:lnTo>
                  <a:lnTo>
                    <a:pt x="0" y="43675"/>
                  </a:lnTo>
                  <a:lnTo>
                    <a:pt x="3854" y="44545"/>
                  </a:lnTo>
                  <a:lnTo>
                    <a:pt x="12552" y="27098"/>
                  </a:lnTo>
                  <a:lnTo>
                    <a:pt x="11564" y="24452"/>
                  </a:lnTo>
                  <a:lnTo>
                    <a:pt x="9403" y="22788"/>
                  </a:lnTo>
                  <a:lnTo>
                    <a:pt x="1602" y="677"/>
                  </a:lnTo>
                  <a:lnTo>
                    <a:pt x="341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h5592"/>
            <p:cNvSpPr/>
            <p:nvPr/>
          </p:nvSpPr>
          <p:spPr>
            <a:xfrm>
              <a:off x="6862176" y="2609213"/>
              <a:ext cx="8065" cy="11420"/>
            </a:xfrm>
            <a:custGeom>
              <a:avLst/>
              <a:pathLst>
                <a:path w="8065" h="11420">
                  <a:moveTo>
                    <a:pt x="8065" y="7424"/>
                  </a:moveTo>
                  <a:lnTo>
                    <a:pt x="3680" y="9718"/>
                  </a:lnTo>
                  <a:lnTo>
                    <a:pt x="2449" y="11420"/>
                  </a:lnTo>
                  <a:lnTo>
                    <a:pt x="52" y="9543"/>
                  </a:lnTo>
                  <a:lnTo>
                    <a:pt x="824" y="2413"/>
                  </a:lnTo>
                  <a:lnTo>
                    <a:pt x="0" y="577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h5593"/>
            <p:cNvSpPr/>
            <p:nvPr/>
          </p:nvSpPr>
          <p:spPr>
            <a:xfrm>
              <a:off x="6627259" y="2440652"/>
              <a:ext cx="41882" cy="45748"/>
            </a:xfrm>
            <a:custGeom>
              <a:avLst/>
              <a:pathLst>
                <a:path w="41882" h="45748">
                  <a:moveTo>
                    <a:pt x="32593" y="1447"/>
                  </a:moveTo>
                  <a:lnTo>
                    <a:pt x="31959" y="3965"/>
                  </a:lnTo>
                  <a:lnTo>
                    <a:pt x="34330" y="9858"/>
                  </a:lnTo>
                  <a:lnTo>
                    <a:pt x="33025" y="12505"/>
                  </a:lnTo>
                  <a:lnTo>
                    <a:pt x="30554" y="12857"/>
                  </a:lnTo>
                  <a:lnTo>
                    <a:pt x="34875" y="21936"/>
                  </a:lnTo>
                  <a:lnTo>
                    <a:pt x="41882" y="42526"/>
                  </a:lnTo>
                  <a:lnTo>
                    <a:pt x="37731" y="42203"/>
                  </a:lnTo>
                  <a:lnTo>
                    <a:pt x="36382" y="45679"/>
                  </a:lnTo>
                  <a:lnTo>
                    <a:pt x="35224" y="45748"/>
                  </a:lnTo>
                  <a:lnTo>
                    <a:pt x="33050" y="36084"/>
                  </a:lnTo>
                  <a:lnTo>
                    <a:pt x="30966" y="32650"/>
                  </a:lnTo>
                  <a:lnTo>
                    <a:pt x="27275" y="29273"/>
                  </a:lnTo>
                  <a:lnTo>
                    <a:pt x="21341" y="32508"/>
                  </a:lnTo>
                  <a:lnTo>
                    <a:pt x="21204" y="35860"/>
                  </a:lnTo>
                  <a:lnTo>
                    <a:pt x="18298" y="35579"/>
                  </a:lnTo>
                  <a:lnTo>
                    <a:pt x="15857" y="30844"/>
                  </a:lnTo>
                  <a:lnTo>
                    <a:pt x="12599" y="34408"/>
                  </a:lnTo>
                  <a:lnTo>
                    <a:pt x="8818" y="32947"/>
                  </a:lnTo>
                  <a:lnTo>
                    <a:pt x="9893" y="27921"/>
                  </a:lnTo>
                  <a:lnTo>
                    <a:pt x="5802" y="30455"/>
                  </a:lnTo>
                  <a:lnTo>
                    <a:pt x="4101" y="35014"/>
                  </a:lnTo>
                  <a:lnTo>
                    <a:pt x="1579" y="34443"/>
                  </a:lnTo>
                  <a:lnTo>
                    <a:pt x="0" y="27366"/>
                  </a:lnTo>
                  <a:lnTo>
                    <a:pt x="4786" y="14435"/>
                  </a:lnTo>
                  <a:lnTo>
                    <a:pt x="8291" y="7428"/>
                  </a:lnTo>
                  <a:lnTo>
                    <a:pt x="10629" y="1344"/>
                  </a:lnTo>
                  <a:lnTo>
                    <a:pt x="16643" y="84"/>
                  </a:lnTo>
                  <a:lnTo>
                    <a:pt x="2063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h5594"/>
            <p:cNvSpPr/>
            <p:nvPr/>
          </p:nvSpPr>
          <p:spPr>
            <a:xfrm>
              <a:off x="6782010" y="2356405"/>
              <a:ext cx="58129" cy="80470"/>
            </a:xfrm>
            <a:custGeom>
              <a:avLst/>
              <a:pathLst>
                <a:path w="58129" h="80470">
                  <a:moveTo>
                    <a:pt x="37168" y="4727"/>
                  </a:moveTo>
                  <a:lnTo>
                    <a:pt x="45126" y="5054"/>
                  </a:lnTo>
                  <a:lnTo>
                    <a:pt x="45233" y="6934"/>
                  </a:lnTo>
                  <a:lnTo>
                    <a:pt x="55212" y="6457"/>
                  </a:lnTo>
                  <a:lnTo>
                    <a:pt x="56160" y="11132"/>
                  </a:lnTo>
                  <a:lnTo>
                    <a:pt x="50096" y="16067"/>
                  </a:lnTo>
                  <a:lnTo>
                    <a:pt x="51805" y="18878"/>
                  </a:lnTo>
                  <a:lnTo>
                    <a:pt x="55447" y="16195"/>
                  </a:lnTo>
                  <a:lnTo>
                    <a:pt x="55657" y="23240"/>
                  </a:lnTo>
                  <a:lnTo>
                    <a:pt x="49939" y="34439"/>
                  </a:lnTo>
                  <a:lnTo>
                    <a:pt x="58129" y="39874"/>
                  </a:lnTo>
                  <a:lnTo>
                    <a:pt x="52920" y="40947"/>
                  </a:lnTo>
                  <a:lnTo>
                    <a:pt x="43765" y="41157"/>
                  </a:lnTo>
                  <a:lnTo>
                    <a:pt x="43182" y="48093"/>
                  </a:lnTo>
                  <a:lnTo>
                    <a:pt x="36585" y="48316"/>
                  </a:lnTo>
                  <a:lnTo>
                    <a:pt x="37985" y="50639"/>
                  </a:lnTo>
                  <a:lnTo>
                    <a:pt x="37297" y="54060"/>
                  </a:lnTo>
                  <a:lnTo>
                    <a:pt x="35601" y="54161"/>
                  </a:lnTo>
                  <a:lnTo>
                    <a:pt x="33942" y="55321"/>
                  </a:lnTo>
                  <a:lnTo>
                    <a:pt x="32774" y="58255"/>
                  </a:lnTo>
                  <a:lnTo>
                    <a:pt x="33370" y="59264"/>
                  </a:lnTo>
                  <a:lnTo>
                    <a:pt x="35079" y="59149"/>
                  </a:lnTo>
                  <a:lnTo>
                    <a:pt x="30118" y="64057"/>
                  </a:lnTo>
                  <a:lnTo>
                    <a:pt x="6584" y="77564"/>
                  </a:lnTo>
                  <a:lnTo>
                    <a:pt x="1665" y="80470"/>
                  </a:lnTo>
                  <a:lnTo>
                    <a:pt x="124" y="77174"/>
                  </a:lnTo>
                  <a:lnTo>
                    <a:pt x="0" y="70514"/>
                  </a:lnTo>
                  <a:lnTo>
                    <a:pt x="5736" y="66944"/>
                  </a:lnTo>
                  <a:lnTo>
                    <a:pt x="5882" y="66044"/>
                  </a:lnTo>
                  <a:lnTo>
                    <a:pt x="4617" y="64071"/>
                  </a:lnTo>
                  <a:lnTo>
                    <a:pt x="2415" y="62735"/>
                  </a:lnTo>
                  <a:lnTo>
                    <a:pt x="1952" y="61181"/>
                  </a:lnTo>
                  <a:lnTo>
                    <a:pt x="3537" y="47772"/>
                  </a:lnTo>
                  <a:lnTo>
                    <a:pt x="4692" y="45205"/>
                  </a:lnTo>
                  <a:lnTo>
                    <a:pt x="10178" y="39261"/>
                  </a:lnTo>
                  <a:lnTo>
                    <a:pt x="16927" y="35643"/>
                  </a:lnTo>
                  <a:lnTo>
                    <a:pt x="19981" y="36240"/>
                  </a:lnTo>
                  <a:lnTo>
                    <a:pt x="23197" y="27874"/>
                  </a:lnTo>
                  <a:lnTo>
                    <a:pt x="26542" y="15686"/>
                  </a:lnTo>
                  <a:lnTo>
                    <a:pt x="25924" y="14421"/>
                  </a:lnTo>
                  <a:lnTo>
                    <a:pt x="27007" y="5617"/>
                  </a:lnTo>
                  <a:lnTo>
                    <a:pt x="31499" y="6266"/>
                  </a:lnTo>
                  <a:lnTo>
                    <a:pt x="31444" y="4845"/>
                  </a:lnTo>
                  <a:lnTo>
                    <a:pt x="3702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h5595"/>
            <p:cNvSpPr/>
            <p:nvPr/>
          </p:nvSpPr>
          <p:spPr>
            <a:xfrm>
              <a:off x="6803334" y="2486048"/>
              <a:ext cx="66898" cy="96767"/>
            </a:xfrm>
            <a:custGeom>
              <a:avLst/>
              <a:pathLst>
                <a:path w="66898" h="96767">
                  <a:moveTo>
                    <a:pt x="28642" y="428"/>
                  </a:moveTo>
                  <a:lnTo>
                    <a:pt x="30741" y="2832"/>
                  </a:lnTo>
                  <a:lnTo>
                    <a:pt x="34194" y="4133"/>
                  </a:lnTo>
                  <a:lnTo>
                    <a:pt x="35827" y="4149"/>
                  </a:lnTo>
                  <a:lnTo>
                    <a:pt x="36895" y="3007"/>
                  </a:lnTo>
                  <a:lnTo>
                    <a:pt x="38799" y="2986"/>
                  </a:lnTo>
                  <a:lnTo>
                    <a:pt x="41056" y="7646"/>
                  </a:lnTo>
                  <a:lnTo>
                    <a:pt x="43908" y="9083"/>
                  </a:lnTo>
                  <a:lnTo>
                    <a:pt x="45616" y="9171"/>
                  </a:lnTo>
                  <a:lnTo>
                    <a:pt x="47271" y="6782"/>
                  </a:lnTo>
                  <a:lnTo>
                    <a:pt x="49181" y="5915"/>
                  </a:lnTo>
                  <a:lnTo>
                    <a:pt x="50899" y="6118"/>
                  </a:lnTo>
                  <a:lnTo>
                    <a:pt x="51694" y="7631"/>
                  </a:lnTo>
                  <a:lnTo>
                    <a:pt x="54727" y="7812"/>
                  </a:lnTo>
                  <a:lnTo>
                    <a:pt x="55377" y="4197"/>
                  </a:lnTo>
                  <a:lnTo>
                    <a:pt x="59584" y="2858"/>
                  </a:lnTo>
                  <a:lnTo>
                    <a:pt x="60571" y="3642"/>
                  </a:lnTo>
                  <a:lnTo>
                    <a:pt x="60265" y="6034"/>
                  </a:lnTo>
                  <a:lnTo>
                    <a:pt x="60970" y="8302"/>
                  </a:lnTo>
                  <a:lnTo>
                    <a:pt x="65096" y="10533"/>
                  </a:lnTo>
                  <a:lnTo>
                    <a:pt x="66898" y="40414"/>
                  </a:lnTo>
                  <a:lnTo>
                    <a:pt x="66743" y="55634"/>
                  </a:lnTo>
                  <a:lnTo>
                    <a:pt x="64593" y="67833"/>
                  </a:lnTo>
                  <a:lnTo>
                    <a:pt x="58859" y="83502"/>
                  </a:lnTo>
                  <a:lnTo>
                    <a:pt x="57637" y="96767"/>
                  </a:lnTo>
                  <a:lnTo>
                    <a:pt x="51972" y="93358"/>
                  </a:lnTo>
                  <a:lnTo>
                    <a:pt x="51961" y="89324"/>
                  </a:lnTo>
                  <a:lnTo>
                    <a:pt x="50508" y="84669"/>
                  </a:lnTo>
                  <a:lnTo>
                    <a:pt x="43555" y="82882"/>
                  </a:lnTo>
                  <a:lnTo>
                    <a:pt x="41804" y="83932"/>
                  </a:lnTo>
                  <a:lnTo>
                    <a:pt x="41859" y="85134"/>
                  </a:lnTo>
                  <a:lnTo>
                    <a:pt x="40608" y="86998"/>
                  </a:lnTo>
                  <a:lnTo>
                    <a:pt x="38009" y="86340"/>
                  </a:lnTo>
                  <a:lnTo>
                    <a:pt x="35167" y="73257"/>
                  </a:lnTo>
                  <a:lnTo>
                    <a:pt x="35850" y="67555"/>
                  </a:lnTo>
                  <a:lnTo>
                    <a:pt x="31553" y="67123"/>
                  </a:lnTo>
                  <a:lnTo>
                    <a:pt x="29160" y="68001"/>
                  </a:lnTo>
                  <a:lnTo>
                    <a:pt x="28638" y="72662"/>
                  </a:lnTo>
                  <a:lnTo>
                    <a:pt x="23626" y="74628"/>
                  </a:lnTo>
                  <a:lnTo>
                    <a:pt x="18519" y="74131"/>
                  </a:lnTo>
                  <a:lnTo>
                    <a:pt x="17701" y="82395"/>
                  </a:lnTo>
                  <a:lnTo>
                    <a:pt x="14894" y="83278"/>
                  </a:lnTo>
                  <a:lnTo>
                    <a:pt x="13958" y="83404"/>
                  </a:lnTo>
                  <a:lnTo>
                    <a:pt x="12900" y="82347"/>
                  </a:lnTo>
                  <a:lnTo>
                    <a:pt x="12353" y="76689"/>
                  </a:lnTo>
                  <a:lnTo>
                    <a:pt x="11075" y="73158"/>
                  </a:lnTo>
                  <a:lnTo>
                    <a:pt x="9522" y="71696"/>
                  </a:lnTo>
                  <a:lnTo>
                    <a:pt x="5990" y="68375"/>
                  </a:lnTo>
                  <a:lnTo>
                    <a:pt x="3861" y="63304"/>
                  </a:lnTo>
                  <a:lnTo>
                    <a:pt x="4973" y="58011"/>
                  </a:lnTo>
                  <a:lnTo>
                    <a:pt x="3294" y="54410"/>
                  </a:lnTo>
                  <a:lnTo>
                    <a:pt x="4529" y="41823"/>
                  </a:lnTo>
                  <a:lnTo>
                    <a:pt x="2479" y="39137"/>
                  </a:lnTo>
                  <a:lnTo>
                    <a:pt x="0" y="37301"/>
                  </a:lnTo>
                  <a:lnTo>
                    <a:pt x="4035" y="34397"/>
                  </a:lnTo>
                  <a:lnTo>
                    <a:pt x="3906" y="31704"/>
                  </a:lnTo>
                  <a:lnTo>
                    <a:pt x="5382" y="31126"/>
                  </a:lnTo>
                  <a:lnTo>
                    <a:pt x="5883" y="29719"/>
                  </a:lnTo>
                  <a:lnTo>
                    <a:pt x="2840" y="27389"/>
                  </a:lnTo>
                  <a:lnTo>
                    <a:pt x="3995" y="24850"/>
                  </a:lnTo>
                  <a:lnTo>
                    <a:pt x="6748" y="27150"/>
                  </a:lnTo>
                  <a:lnTo>
                    <a:pt x="11190" y="16481"/>
                  </a:lnTo>
                  <a:lnTo>
                    <a:pt x="14376" y="17422"/>
                  </a:lnTo>
                  <a:lnTo>
                    <a:pt x="16757" y="14152"/>
                  </a:lnTo>
                  <a:lnTo>
                    <a:pt x="16310" y="9433"/>
                  </a:lnTo>
                  <a:lnTo>
                    <a:pt x="16972" y="5876"/>
                  </a:lnTo>
                  <a:lnTo>
                    <a:pt x="16347" y="2968"/>
                  </a:lnTo>
                  <a:lnTo>
                    <a:pt x="19410" y="1645"/>
                  </a:lnTo>
                  <a:lnTo>
                    <a:pt x="25243" y="2481"/>
                  </a:lnTo>
                  <a:lnTo>
                    <a:pt x="25544" y="409"/>
                  </a:lnTo>
                  <a:lnTo>
                    <a:pt x="2620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h5596"/>
            <p:cNvSpPr/>
            <p:nvPr/>
          </p:nvSpPr>
          <p:spPr>
            <a:xfrm>
              <a:off x="6760411" y="2356234"/>
              <a:ext cx="48606" cy="62994"/>
            </a:xfrm>
            <a:custGeom>
              <a:avLst/>
              <a:pathLst>
                <a:path w="48606" h="62994">
                  <a:moveTo>
                    <a:pt x="33773" y="1506"/>
                  </a:moveTo>
                  <a:lnTo>
                    <a:pt x="33478" y="3509"/>
                  </a:lnTo>
                  <a:lnTo>
                    <a:pt x="48606" y="5787"/>
                  </a:lnTo>
                  <a:lnTo>
                    <a:pt x="47523" y="14592"/>
                  </a:lnTo>
                  <a:lnTo>
                    <a:pt x="48141" y="15856"/>
                  </a:lnTo>
                  <a:lnTo>
                    <a:pt x="44795" y="28045"/>
                  </a:lnTo>
                  <a:lnTo>
                    <a:pt x="41580" y="36410"/>
                  </a:lnTo>
                  <a:lnTo>
                    <a:pt x="38525" y="35814"/>
                  </a:lnTo>
                  <a:lnTo>
                    <a:pt x="31777" y="39431"/>
                  </a:lnTo>
                  <a:lnTo>
                    <a:pt x="26290" y="45375"/>
                  </a:lnTo>
                  <a:lnTo>
                    <a:pt x="25136" y="47942"/>
                  </a:lnTo>
                  <a:lnTo>
                    <a:pt x="23551" y="61351"/>
                  </a:lnTo>
                  <a:lnTo>
                    <a:pt x="22298" y="58888"/>
                  </a:lnTo>
                  <a:lnTo>
                    <a:pt x="20129" y="62994"/>
                  </a:lnTo>
                  <a:lnTo>
                    <a:pt x="16361" y="62582"/>
                  </a:lnTo>
                  <a:lnTo>
                    <a:pt x="14575" y="59769"/>
                  </a:lnTo>
                  <a:lnTo>
                    <a:pt x="14314" y="56773"/>
                  </a:lnTo>
                  <a:lnTo>
                    <a:pt x="13182" y="57204"/>
                  </a:lnTo>
                  <a:lnTo>
                    <a:pt x="12861" y="58772"/>
                  </a:lnTo>
                  <a:lnTo>
                    <a:pt x="10931" y="51453"/>
                  </a:lnTo>
                  <a:lnTo>
                    <a:pt x="7841" y="48450"/>
                  </a:lnTo>
                  <a:lnTo>
                    <a:pt x="14314" y="42890"/>
                  </a:lnTo>
                  <a:lnTo>
                    <a:pt x="8333" y="44757"/>
                  </a:lnTo>
                  <a:lnTo>
                    <a:pt x="4511" y="37641"/>
                  </a:lnTo>
                  <a:lnTo>
                    <a:pt x="0" y="15111"/>
                  </a:lnTo>
                  <a:lnTo>
                    <a:pt x="437" y="7908"/>
                  </a:lnTo>
                  <a:lnTo>
                    <a:pt x="624" y="7317"/>
                  </a:lnTo>
                  <a:lnTo>
                    <a:pt x="5035" y="7870"/>
                  </a:lnTo>
                  <a:lnTo>
                    <a:pt x="8335" y="1200"/>
                  </a:lnTo>
                  <a:lnTo>
                    <a:pt x="14710" y="704"/>
                  </a:lnTo>
                  <a:lnTo>
                    <a:pt x="22516" y="1875"/>
                  </a:lnTo>
                  <a:lnTo>
                    <a:pt x="2277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h5597"/>
            <p:cNvSpPr/>
            <p:nvPr/>
          </p:nvSpPr>
          <p:spPr>
            <a:xfrm>
              <a:off x="6809900" y="2968976"/>
              <a:ext cx="6888" cy="7222"/>
            </a:xfrm>
            <a:custGeom>
              <a:avLst/>
              <a:pathLst>
                <a:path w="6888" h="7222">
                  <a:moveTo>
                    <a:pt x="6575" y="3484"/>
                  </a:moveTo>
                  <a:lnTo>
                    <a:pt x="6888" y="5279"/>
                  </a:lnTo>
                  <a:lnTo>
                    <a:pt x="3735" y="7222"/>
                  </a:lnTo>
                  <a:lnTo>
                    <a:pt x="0" y="2935"/>
                  </a:lnTo>
                  <a:lnTo>
                    <a:pt x="194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h5598"/>
            <p:cNvSpPr/>
            <p:nvPr/>
          </p:nvSpPr>
          <p:spPr>
            <a:xfrm>
              <a:off x="6803490" y="2933169"/>
              <a:ext cx="9843" cy="4777"/>
            </a:xfrm>
            <a:custGeom>
              <a:avLst/>
              <a:pathLst>
                <a:path w="9843" h="4777">
                  <a:moveTo>
                    <a:pt x="8665" y="793"/>
                  </a:moveTo>
                  <a:lnTo>
                    <a:pt x="9843" y="4260"/>
                  </a:lnTo>
                  <a:lnTo>
                    <a:pt x="8377" y="4777"/>
                  </a:lnTo>
                  <a:lnTo>
                    <a:pt x="5018" y="4352"/>
                  </a:lnTo>
                  <a:lnTo>
                    <a:pt x="0" y="2506"/>
                  </a:lnTo>
                  <a:lnTo>
                    <a:pt x="1296" y="780"/>
                  </a:lnTo>
                  <a:lnTo>
                    <a:pt x="5286" y="1417"/>
                  </a:lnTo>
                  <a:lnTo>
                    <a:pt x="549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h5599"/>
            <p:cNvSpPr/>
            <p:nvPr/>
          </p:nvSpPr>
          <p:spPr>
            <a:xfrm>
              <a:off x="6852405" y="2937209"/>
              <a:ext cx="8846" cy="8379"/>
            </a:xfrm>
            <a:custGeom>
              <a:avLst/>
              <a:pathLst>
                <a:path w="8846" h="8379">
                  <a:moveTo>
                    <a:pt x="8846" y="3426"/>
                  </a:moveTo>
                  <a:lnTo>
                    <a:pt x="6231" y="3532"/>
                  </a:lnTo>
                  <a:lnTo>
                    <a:pt x="5194" y="5972"/>
                  </a:lnTo>
                  <a:lnTo>
                    <a:pt x="5283" y="7756"/>
                  </a:lnTo>
                  <a:lnTo>
                    <a:pt x="4500" y="8379"/>
                  </a:lnTo>
                  <a:lnTo>
                    <a:pt x="1114" y="7994"/>
                  </a:lnTo>
                  <a:lnTo>
                    <a:pt x="0" y="7455"/>
                  </a:lnTo>
                  <a:lnTo>
                    <a:pt x="607" y="6968"/>
                  </a:lnTo>
                  <a:lnTo>
                    <a:pt x="2438" y="3880"/>
                  </a:lnTo>
                  <a:lnTo>
                    <a:pt x="481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h5600"/>
            <p:cNvSpPr/>
            <p:nvPr/>
          </p:nvSpPr>
          <p:spPr>
            <a:xfrm>
              <a:off x="6822983" y="2961916"/>
              <a:ext cx="11242" cy="13115"/>
            </a:xfrm>
            <a:custGeom>
              <a:avLst/>
              <a:pathLst>
                <a:path w="11242" h="13115">
                  <a:moveTo>
                    <a:pt x="8322" y="5"/>
                  </a:moveTo>
                  <a:lnTo>
                    <a:pt x="11242" y="5289"/>
                  </a:lnTo>
                  <a:lnTo>
                    <a:pt x="9563" y="9659"/>
                  </a:lnTo>
                  <a:lnTo>
                    <a:pt x="8991" y="10974"/>
                  </a:lnTo>
                  <a:lnTo>
                    <a:pt x="8204" y="11119"/>
                  </a:lnTo>
                  <a:lnTo>
                    <a:pt x="4723" y="13115"/>
                  </a:lnTo>
                  <a:lnTo>
                    <a:pt x="4274" y="12851"/>
                  </a:lnTo>
                  <a:lnTo>
                    <a:pt x="2337" y="11080"/>
                  </a:lnTo>
                  <a:lnTo>
                    <a:pt x="0" y="9865"/>
                  </a:lnTo>
                  <a:lnTo>
                    <a:pt x="4074" y="6548"/>
                  </a:lnTo>
                  <a:lnTo>
                    <a:pt x="7921" y="4644"/>
                  </a:lnTo>
                  <a:lnTo>
                    <a:pt x="6296" y="1689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h5601"/>
            <p:cNvSpPr/>
            <p:nvPr/>
          </p:nvSpPr>
          <p:spPr>
            <a:xfrm>
              <a:off x="6830297" y="2979749"/>
              <a:ext cx="6744" cy="1938"/>
            </a:xfrm>
            <a:custGeom>
              <a:avLst/>
              <a:pathLst>
                <a:path w="6744" h="1938">
                  <a:moveTo>
                    <a:pt x="2103" y="507"/>
                  </a:moveTo>
                  <a:lnTo>
                    <a:pt x="6744" y="697"/>
                  </a:lnTo>
                  <a:lnTo>
                    <a:pt x="6405" y="1938"/>
                  </a:lnTo>
                  <a:lnTo>
                    <a:pt x="4151" y="1891"/>
                  </a:lnTo>
                  <a:lnTo>
                    <a:pt x="165" y="1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h5602"/>
            <p:cNvSpPr/>
            <p:nvPr/>
          </p:nvSpPr>
          <p:spPr>
            <a:xfrm>
              <a:off x="6868313" y="2945368"/>
              <a:ext cx="21072" cy="20294"/>
            </a:xfrm>
            <a:custGeom>
              <a:avLst/>
              <a:pathLst>
                <a:path w="21072" h="20294">
                  <a:moveTo>
                    <a:pt x="10299" y="3095"/>
                  </a:moveTo>
                  <a:lnTo>
                    <a:pt x="15100" y="4729"/>
                  </a:lnTo>
                  <a:lnTo>
                    <a:pt x="21072" y="12247"/>
                  </a:lnTo>
                  <a:lnTo>
                    <a:pt x="20493" y="15202"/>
                  </a:lnTo>
                  <a:lnTo>
                    <a:pt x="17496" y="16734"/>
                  </a:lnTo>
                  <a:lnTo>
                    <a:pt x="19156" y="18574"/>
                  </a:lnTo>
                  <a:lnTo>
                    <a:pt x="18470" y="20294"/>
                  </a:lnTo>
                  <a:lnTo>
                    <a:pt x="15333" y="19375"/>
                  </a:lnTo>
                  <a:lnTo>
                    <a:pt x="15208" y="16745"/>
                  </a:lnTo>
                  <a:lnTo>
                    <a:pt x="10701" y="17350"/>
                  </a:lnTo>
                  <a:lnTo>
                    <a:pt x="9062" y="16778"/>
                  </a:lnTo>
                  <a:lnTo>
                    <a:pt x="4026" y="12597"/>
                  </a:lnTo>
                  <a:lnTo>
                    <a:pt x="2758" y="14583"/>
                  </a:lnTo>
                  <a:lnTo>
                    <a:pt x="1098" y="6642"/>
                  </a:lnTo>
                  <a:lnTo>
                    <a:pt x="0" y="6166"/>
                  </a:lnTo>
                  <a:lnTo>
                    <a:pt x="2968" y="5246"/>
                  </a:lnTo>
                  <a:lnTo>
                    <a:pt x="104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h5603"/>
            <p:cNvSpPr/>
            <p:nvPr/>
          </p:nvSpPr>
          <p:spPr>
            <a:xfrm>
              <a:off x="6825585" y="2978588"/>
              <a:ext cx="3467" cy="2422"/>
            </a:xfrm>
            <a:custGeom>
              <a:avLst/>
              <a:pathLst>
                <a:path w="3467" h="2422">
                  <a:moveTo>
                    <a:pt x="0" y="2422"/>
                  </a:moveTo>
                  <a:lnTo>
                    <a:pt x="245" y="936"/>
                  </a:lnTo>
                  <a:lnTo>
                    <a:pt x="346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h5604"/>
            <p:cNvSpPr/>
            <p:nvPr/>
          </p:nvSpPr>
          <p:spPr>
            <a:xfrm>
              <a:off x="6827028" y="2983865"/>
              <a:ext cx="4048" cy="3514"/>
            </a:xfrm>
            <a:custGeom>
              <a:avLst/>
              <a:pathLst>
                <a:path w="4048" h="3514">
                  <a:moveTo>
                    <a:pt x="3501" y="0"/>
                  </a:moveTo>
                  <a:lnTo>
                    <a:pt x="4048" y="1416"/>
                  </a:lnTo>
                  <a:lnTo>
                    <a:pt x="2897" y="3514"/>
                  </a:lnTo>
                  <a:lnTo>
                    <a:pt x="0" y="317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h5605"/>
            <p:cNvSpPr/>
            <p:nvPr/>
          </p:nvSpPr>
          <p:spPr>
            <a:xfrm>
              <a:off x="6821951" y="2978403"/>
              <a:ext cx="8577" cy="8634"/>
            </a:xfrm>
            <a:custGeom>
              <a:avLst/>
              <a:pathLst>
                <a:path w="8577" h="8634">
                  <a:moveTo>
                    <a:pt x="8345" y="1345"/>
                  </a:moveTo>
                  <a:lnTo>
                    <a:pt x="8511" y="2989"/>
                  </a:lnTo>
                  <a:lnTo>
                    <a:pt x="8577" y="5461"/>
                  </a:lnTo>
                  <a:lnTo>
                    <a:pt x="5076" y="8634"/>
                  </a:lnTo>
                  <a:lnTo>
                    <a:pt x="2131" y="7120"/>
                  </a:lnTo>
                  <a:lnTo>
                    <a:pt x="0" y="5428"/>
                  </a:lnTo>
                  <a:lnTo>
                    <a:pt x="3633" y="2606"/>
                  </a:lnTo>
                  <a:lnTo>
                    <a:pt x="7101" y="184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h5606"/>
            <p:cNvSpPr/>
            <p:nvPr/>
          </p:nvSpPr>
          <p:spPr>
            <a:xfrm>
              <a:off x="6825830" y="2976063"/>
              <a:ext cx="3395" cy="3461"/>
            </a:xfrm>
            <a:custGeom>
              <a:avLst/>
              <a:pathLst>
                <a:path w="3395" h="3461">
                  <a:moveTo>
                    <a:pt x="3395" y="2340"/>
                  </a:moveTo>
                  <a:lnTo>
                    <a:pt x="3222" y="2525"/>
                  </a:lnTo>
                  <a:lnTo>
                    <a:pt x="0" y="3461"/>
                  </a:lnTo>
                  <a:lnTo>
                    <a:pt x="140" y="3120"/>
                  </a:lnTo>
                  <a:lnTo>
                    <a:pt x="1835" y="1141"/>
                  </a:lnTo>
                  <a:lnTo>
                    <a:pt x="2017" y="1056"/>
                  </a:lnTo>
                  <a:lnTo>
                    <a:pt x="24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h5607"/>
            <p:cNvSpPr/>
            <p:nvPr/>
          </p:nvSpPr>
          <p:spPr>
            <a:xfrm>
              <a:off x="6871072" y="2957965"/>
              <a:ext cx="19797" cy="12489"/>
            </a:xfrm>
            <a:custGeom>
              <a:avLst/>
              <a:pathLst>
                <a:path w="19797" h="12489">
                  <a:moveTo>
                    <a:pt x="6303" y="4180"/>
                  </a:moveTo>
                  <a:lnTo>
                    <a:pt x="7942" y="4753"/>
                  </a:lnTo>
                  <a:lnTo>
                    <a:pt x="12449" y="4148"/>
                  </a:lnTo>
                  <a:lnTo>
                    <a:pt x="12575" y="6777"/>
                  </a:lnTo>
                  <a:lnTo>
                    <a:pt x="15711" y="7697"/>
                  </a:lnTo>
                  <a:lnTo>
                    <a:pt x="16398" y="5977"/>
                  </a:lnTo>
                  <a:lnTo>
                    <a:pt x="14737" y="4137"/>
                  </a:lnTo>
                  <a:lnTo>
                    <a:pt x="17734" y="2604"/>
                  </a:lnTo>
                  <a:lnTo>
                    <a:pt x="19797" y="3539"/>
                  </a:lnTo>
                  <a:lnTo>
                    <a:pt x="19466" y="8534"/>
                  </a:lnTo>
                  <a:lnTo>
                    <a:pt x="16855" y="10206"/>
                  </a:lnTo>
                  <a:lnTo>
                    <a:pt x="14805" y="12371"/>
                  </a:lnTo>
                  <a:lnTo>
                    <a:pt x="11781" y="12489"/>
                  </a:lnTo>
                  <a:lnTo>
                    <a:pt x="5412" y="10546"/>
                  </a:lnTo>
                  <a:lnTo>
                    <a:pt x="7461" y="5777"/>
                  </a:lnTo>
                  <a:lnTo>
                    <a:pt x="4897" y="3433"/>
                  </a:lnTo>
                  <a:lnTo>
                    <a:pt x="2248" y="3406"/>
                  </a:lnTo>
                  <a:lnTo>
                    <a:pt x="0" y="1986"/>
                  </a:lnTo>
                  <a:lnTo>
                    <a:pt x="126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h5608"/>
            <p:cNvSpPr/>
            <p:nvPr/>
          </p:nvSpPr>
          <p:spPr>
            <a:xfrm>
              <a:off x="6827706" y="2973036"/>
              <a:ext cx="5315" cy="7220"/>
            </a:xfrm>
            <a:custGeom>
              <a:avLst/>
              <a:pathLst>
                <a:path w="5315" h="7220">
                  <a:moveTo>
                    <a:pt x="5315" y="3315"/>
                  </a:moveTo>
                  <a:lnTo>
                    <a:pt x="4869" y="6111"/>
                  </a:lnTo>
                  <a:lnTo>
                    <a:pt x="4694" y="7220"/>
                  </a:lnTo>
                  <a:lnTo>
                    <a:pt x="2590" y="6713"/>
                  </a:lnTo>
                  <a:lnTo>
                    <a:pt x="1519" y="5367"/>
                  </a:lnTo>
                  <a:lnTo>
                    <a:pt x="612" y="3027"/>
                  </a:lnTo>
                  <a:lnTo>
                    <a:pt x="0" y="1996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h5609"/>
            <p:cNvSpPr/>
            <p:nvPr/>
          </p:nvSpPr>
          <p:spPr>
            <a:xfrm>
              <a:off x="6857223" y="2933417"/>
              <a:ext cx="12948" cy="8066"/>
            </a:xfrm>
            <a:custGeom>
              <a:avLst/>
              <a:pathLst>
                <a:path w="12948" h="8066">
                  <a:moveTo>
                    <a:pt x="4112" y="2068"/>
                  </a:moveTo>
                  <a:lnTo>
                    <a:pt x="6561" y="1512"/>
                  </a:lnTo>
                  <a:lnTo>
                    <a:pt x="11508" y="3516"/>
                  </a:lnTo>
                  <a:lnTo>
                    <a:pt x="12914" y="5084"/>
                  </a:lnTo>
                  <a:lnTo>
                    <a:pt x="12948" y="6961"/>
                  </a:lnTo>
                  <a:lnTo>
                    <a:pt x="7687" y="7163"/>
                  </a:lnTo>
                  <a:lnTo>
                    <a:pt x="6976" y="8066"/>
                  </a:lnTo>
                  <a:lnTo>
                    <a:pt x="4027" y="7218"/>
                  </a:lnTo>
                  <a:lnTo>
                    <a:pt x="0" y="3791"/>
                  </a:lnTo>
                  <a:lnTo>
                    <a:pt x="302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h5610"/>
            <p:cNvSpPr/>
            <p:nvPr/>
          </p:nvSpPr>
          <p:spPr>
            <a:xfrm>
              <a:off x="6834499" y="2979971"/>
              <a:ext cx="10845" cy="13363"/>
            </a:xfrm>
            <a:custGeom>
              <a:avLst/>
              <a:pathLst>
                <a:path w="10845" h="13363">
                  <a:moveTo>
                    <a:pt x="9550" y="0"/>
                  </a:moveTo>
                  <a:lnTo>
                    <a:pt x="10845" y="6267"/>
                  </a:lnTo>
                  <a:lnTo>
                    <a:pt x="9797" y="8698"/>
                  </a:lnTo>
                  <a:lnTo>
                    <a:pt x="3738" y="13363"/>
                  </a:lnTo>
                  <a:lnTo>
                    <a:pt x="274" y="12121"/>
                  </a:lnTo>
                  <a:lnTo>
                    <a:pt x="0" y="10834"/>
                  </a:lnTo>
                  <a:lnTo>
                    <a:pt x="988" y="9852"/>
                  </a:lnTo>
                  <a:lnTo>
                    <a:pt x="4648" y="5871"/>
                  </a:lnTo>
                  <a:lnTo>
                    <a:pt x="5916" y="3513"/>
                  </a:lnTo>
                  <a:lnTo>
                    <a:pt x="7468" y="605"/>
                  </a:lnTo>
                  <a:lnTo>
                    <a:pt x="7660" y="23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h5611"/>
            <p:cNvSpPr/>
            <p:nvPr/>
          </p:nvSpPr>
          <p:spPr>
            <a:xfrm>
              <a:off x="6830462" y="2981393"/>
              <a:ext cx="3986" cy="3887"/>
            </a:xfrm>
            <a:custGeom>
              <a:avLst/>
              <a:pathLst>
                <a:path w="3986" h="3887">
                  <a:moveTo>
                    <a:pt x="3986" y="247"/>
                  </a:moveTo>
                  <a:lnTo>
                    <a:pt x="3400" y="2620"/>
                  </a:lnTo>
                  <a:lnTo>
                    <a:pt x="1846" y="3880"/>
                  </a:lnTo>
                  <a:lnTo>
                    <a:pt x="613" y="3887"/>
                  </a:lnTo>
                  <a:lnTo>
                    <a:pt x="66" y="2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h5612"/>
            <p:cNvSpPr/>
            <p:nvPr/>
          </p:nvSpPr>
          <p:spPr>
            <a:xfrm>
              <a:off x="6808095" y="2937429"/>
              <a:ext cx="15613" cy="23903"/>
            </a:xfrm>
            <a:custGeom>
              <a:avLst/>
              <a:pathLst>
                <a:path w="15613" h="23903">
                  <a:moveTo>
                    <a:pt x="5238" y="0"/>
                  </a:moveTo>
                  <a:lnTo>
                    <a:pt x="5684" y="768"/>
                  </a:lnTo>
                  <a:lnTo>
                    <a:pt x="10896" y="1442"/>
                  </a:lnTo>
                  <a:lnTo>
                    <a:pt x="10929" y="4269"/>
                  </a:lnTo>
                  <a:lnTo>
                    <a:pt x="13649" y="4813"/>
                  </a:lnTo>
                  <a:lnTo>
                    <a:pt x="12985" y="7955"/>
                  </a:lnTo>
                  <a:lnTo>
                    <a:pt x="13622" y="8406"/>
                  </a:lnTo>
                  <a:lnTo>
                    <a:pt x="15111" y="7796"/>
                  </a:lnTo>
                  <a:lnTo>
                    <a:pt x="15120" y="11278"/>
                  </a:lnTo>
                  <a:lnTo>
                    <a:pt x="15613" y="12652"/>
                  </a:lnTo>
                  <a:lnTo>
                    <a:pt x="14673" y="14254"/>
                  </a:lnTo>
                  <a:lnTo>
                    <a:pt x="13880" y="18968"/>
                  </a:lnTo>
                  <a:lnTo>
                    <a:pt x="14421" y="20806"/>
                  </a:lnTo>
                  <a:lnTo>
                    <a:pt x="12880" y="22733"/>
                  </a:lnTo>
                  <a:lnTo>
                    <a:pt x="9198" y="23903"/>
                  </a:lnTo>
                  <a:lnTo>
                    <a:pt x="6354" y="20249"/>
                  </a:lnTo>
                  <a:lnTo>
                    <a:pt x="6461" y="18627"/>
                  </a:lnTo>
                  <a:lnTo>
                    <a:pt x="8214" y="17604"/>
                  </a:lnTo>
                  <a:lnTo>
                    <a:pt x="8254" y="15736"/>
                  </a:lnTo>
                  <a:lnTo>
                    <a:pt x="4718" y="11878"/>
                  </a:lnTo>
                  <a:lnTo>
                    <a:pt x="2832" y="10823"/>
                  </a:lnTo>
                  <a:lnTo>
                    <a:pt x="3051" y="9199"/>
                  </a:lnTo>
                  <a:lnTo>
                    <a:pt x="1168" y="9065"/>
                  </a:lnTo>
                  <a:lnTo>
                    <a:pt x="0" y="6148"/>
                  </a:lnTo>
                  <a:lnTo>
                    <a:pt x="3772" y="5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h5613"/>
            <p:cNvSpPr/>
            <p:nvPr/>
          </p:nvSpPr>
          <p:spPr>
            <a:xfrm>
              <a:off x="6832576" y="2975229"/>
              <a:ext cx="20314" cy="11009"/>
            </a:xfrm>
            <a:custGeom>
              <a:avLst/>
              <a:pathLst>
                <a:path w="20314" h="11009">
                  <a:moveTo>
                    <a:pt x="20067" y="2660"/>
                  </a:moveTo>
                  <a:lnTo>
                    <a:pt x="20314" y="2747"/>
                  </a:lnTo>
                  <a:lnTo>
                    <a:pt x="19268" y="5244"/>
                  </a:lnTo>
                  <a:lnTo>
                    <a:pt x="12768" y="11009"/>
                  </a:lnTo>
                  <a:lnTo>
                    <a:pt x="11473" y="4741"/>
                  </a:lnTo>
                  <a:lnTo>
                    <a:pt x="9583" y="4980"/>
                  </a:lnTo>
                  <a:lnTo>
                    <a:pt x="4045" y="3179"/>
                  </a:lnTo>
                  <a:lnTo>
                    <a:pt x="0" y="3917"/>
                  </a:lnTo>
                  <a:lnTo>
                    <a:pt x="445" y="1121"/>
                  </a:lnTo>
                  <a:lnTo>
                    <a:pt x="2448" y="0"/>
                  </a:lnTo>
                  <a:lnTo>
                    <a:pt x="3011" y="2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h5614"/>
            <p:cNvSpPr/>
            <p:nvPr/>
          </p:nvSpPr>
          <p:spPr>
            <a:xfrm>
              <a:off x="6821976" y="2948465"/>
              <a:ext cx="13685" cy="15214"/>
            </a:xfrm>
            <a:custGeom>
              <a:avLst/>
              <a:pathLst>
                <a:path w="13685" h="15214">
                  <a:moveTo>
                    <a:pt x="13580" y="2235"/>
                  </a:moveTo>
                  <a:lnTo>
                    <a:pt x="13685" y="5585"/>
                  </a:lnTo>
                  <a:lnTo>
                    <a:pt x="10398" y="8354"/>
                  </a:lnTo>
                  <a:lnTo>
                    <a:pt x="9980" y="10134"/>
                  </a:lnTo>
                  <a:lnTo>
                    <a:pt x="11165" y="12695"/>
                  </a:lnTo>
                  <a:lnTo>
                    <a:pt x="8015" y="13451"/>
                  </a:lnTo>
                  <a:lnTo>
                    <a:pt x="7303" y="15140"/>
                  </a:lnTo>
                  <a:lnTo>
                    <a:pt x="5520" y="15214"/>
                  </a:lnTo>
                  <a:lnTo>
                    <a:pt x="5861" y="12357"/>
                  </a:lnTo>
                  <a:lnTo>
                    <a:pt x="5205" y="11261"/>
                  </a:lnTo>
                  <a:lnTo>
                    <a:pt x="1992" y="8427"/>
                  </a:lnTo>
                  <a:lnTo>
                    <a:pt x="540" y="9770"/>
                  </a:lnTo>
                  <a:lnTo>
                    <a:pt x="0" y="7932"/>
                  </a:lnTo>
                  <a:lnTo>
                    <a:pt x="792" y="3218"/>
                  </a:lnTo>
                  <a:lnTo>
                    <a:pt x="1732" y="1616"/>
                  </a:lnTo>
                  <a:lnTo>
                    <a:pt x="1239" y="242"/>
                  </a:lnTo>
                  <a:lnTo>
                    <a:pt x="3280" y="941"/>
                  </a:lnTo>
                  <a:lnTo>
                    <a:pt x="6068" y="3930"/>
                  </a:lnTo>
                  <a:lnTo>
                    <a:pt x="903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h5615"/>
            <p:cNvSpPr/>
            <p:nvPr/>
          </p:nvSpPr>
          <p:spPr>
            <a:xfrm>
              <a:off x="6831188" y="2972891"/>
              <a:ext cx="3836" cy="3459"/>
            </a:xfrm>
            <a:custGeom>
              <a:avLst/>
              <a:pathLst>
                <a:path w="3836" h="3459">
                  <a:moveTo>
                    <a:pt x="786" y="0"/>
                  </a:moveTo>
                  <a:lnTo>
                    <a:pt x="3836" y="2338"/>
                  </a:lnTo>
                  <a:lnTo>
                    <a:pt x="1834" y="3459"/>
                  </a:lnTo>
                  <a:lnTo>
                    <a:pt x="0" y="14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h5616"/>
            <p:cNvSpPr/>
            <p:nvPr/>
          </p:nvSpPr>
          <p:spPr>
            <a:xfrm>
              <a:off x="6800886" y="2956056"/>
              <a:ext cx="21075" cy="18199"/>
            </a:xfrm>
            <a:custGeom>
              <a:avLst/>
              <a:pathLst>
                <a:path w="21075" h="18199">
                  <a:moveTo>
                    <a:pt x="13563" y="1622"/>
                  </a:moveTo>
                  <a:lnTo>
                    <a:pt x="16407" y="5276"/>
                  </a:lnTo>
                  <a:lnTo>
                    <a:pt x="20089" y="4106"/>
                  </a:lnTo>
                  <a:lnTo>
                    <a:pt x="21075" y="9530"/>
                  </a:lnTo>
                  <a:lnTo>
                    <a:pt x="19061" y="12552"/>
                  </a:lnTo>
                  <a:lnTo>
                    <a:pt x="15059" y="14271"/>
                  </a:lnTo>
                  <a:lnTo>
                    <a:pt x="16443" y="14225"/>
                  </a:lnTo>
                  <a:lnTo>
                    <a:pt x="17402" y="15674"/>
                  </a:lnTo>
                  <a:lnTo>
                    <a:pt x="17467" y="16491"/>
                  </a:lnTo>
                  <a:lnTo>
                    <a:pt x="15903" y="18199"/>
                  </a:lnTo>
                  <a:lnTo>
                    <a:pt x="15589" y="16404"/>
                  </a:lnTo>
                  <a:lnTo>
                    <a:pt x="9209" y="12919"/>
                  </a:lnTo>
                  <a:lnTo>
                    <a:pt x="5287" y="11627"/>
                  </a:lnTo>
                  <a:lnTo>
                    <a:pt x="3785" y="9531"/>
                  </a:lnTo>
                  <a:lnTo>
                    <a:pt x="35" y="4364"/>
                  </a:lnTo>
                  <a:lnTo>
                    <a:pt x="0" y="4055"/>
                  </a:lnTo>
                  <a:lnTo>
                    <a:pt x="2335" y="5194"/>
                  </a:lnTo>
                  <a:lnTo>
                    <a:pt x="5808" y="4796"/>
                  </a:lnTo>
                  <a:lnTo>
                    <a:pt x="10023" y="1158"/>
                  </a:lnTo>
                  <a:lnTo>
                    <a:pt x="12501" y="1169"/>
                  </a:lnTo>
                  <a:lnTo>
                    <a:pt x="136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h5617"/>
            <p:cNvSpPr/>
            <p:nvPr/>
          </p:nvSpPr>
          <p:spPr>
            <a:xfrm>
              <a:off x="6818786" y="2974964"/>
              <a:ext cx="3922" cy="5053"/>
            </a:xfrm>
            <a:custGeom>
              <a:avLst/>
              <a:pathLst>
                <a:path w="3922" h="5053">
                  <a:moveTo>
                    <a:pt x="3397" y="0"/>
                  </a:moveTo>
                  <a:lnTo>
                    <a:pt x="3067" y="1354"/>
                  </a:lnTo>
                  <a:lnTo>
                    <a:pt x="3922" y="5053"/>
                  </a:lnTo>
                  <a:lnTo>
                    <a:pt x="0" y="228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h5618"/>
            <p:cNvSpPr/>
            <p:nvPr/>
          </p:nvSpPr>
          <p:spPr>
            <a:xfrm>
              <a:off x="6815946" y="2968609"/>
              <a:ext cx="4053" cy="5576"/>
            </a:xfrm>
            <a:custGeom>
              <a:avLst/>
              <a:pathLst>
                <a:path w="4053" h="5576">
                  <a:moveTo>
                    <a:pt x="4047" y="1957"/>
                  </a:moveTo>
                  <a:lnTo>
                    <a:pt x="4053" y="2915"/>
                  </a:lnTo>
                  <a:lnTo>
                    <a:pt x="924" y="5576"/>
                  </a:lnTo>
                  <a:lnTo>
                    <a:pt x="2407" y="3938"/>
                  </a:lnTo>
                  <a:lnTo>
                    <a:pt x="2343" y="3122"/>
                  </a:lnTo>
                  <a:lnTo>
                    <a:pt x="1383" y="1672"/>
                  </a:lnTo>
                  <a:lnTo>
                    <a:pt x="0" y="1718"/>
                  </a:lnTo>
                  <a:lnTo>
                    <a:pt x="400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h5619"/>
            <p:cNvSpPr/>
            <p:nvPr/>
          </p:nvSpPr>
          <p:spPr>
            <a:xfrm>
              <a:off x="6825970" y="2974768"/>
              <a:ext cx="2348" cy="4415"/>
            </a:xfrm>
            <a:custGeom>
              <a:avLst/>
              <a:pathLst>
                <a:path w="2348" h="4415">
                  <a:moveTo>
                    <a:pt x="1286" y="0"/>
                  </a:moveTo>
                  <a:lnTo>
                    <a:pt x="1736" y="264"/>
                  </a:lnTo>
                  <a:lnTo>
                    <a:pt x="2348" y="1295"/>
                  </a:lnTo>
                  <a:lnTo>
                    <a:pt x="1877" y="2352"/>
                  </a:lnTo>
                  <a:lnTo>
                    <a:pt x="1590" y="2448"/>
                  </a:lnTo>
                  <a:lnTo>
                    <a:pt x="1449" y="2537"/>
                  </a:lnTo>
                  <a:lnTo>
                    <a:pt x="0" y="441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h5620"/>
            <p:cNvSpPr/>
            <p:nvPr/>
          </p:nvSpPr>
          <p:spPr>
            <a:xfrm>
              <a:off x="6829926" y="2981641"/>
              <a:ext cx="10490" cy="7988"/>
            </a:xfrm>
            <a:custGeom>
              <a:avLst/>
              <a:pathLst>
                <a:path w="10490" h="7988">
                  <a:moveTo>
                    <a:pt x="4523" y="0"/>
                  </a:moveTo>
                  <a:lnTo>
                    <a:pt x="6776" y="46"/>
                  </a:lnTo>
                  <a:lnTo>
                    <a:pt x="6729" y="258"/>
                  </a:lnTo>
                  <a:lnTo>
                    <a:pt x="5012" y="1352"/>
                  </a:lnTo>
                  <a:lnTo>
                    <a:pt x="4682" y="2942"/>
                  </a:lnTo>
                  <a:lnTo>
                    <a:pt x="5378" y="3611"/>
                  </a:lnTo>
                  <a:lnTo>
                    <a:pt x="10490" y="1843"/>
                  </a:lnTo>
                  <a:lnTo>
                    <a:pt x="9221" y="4201"/>
                  </a:lnTo>
                  <a:lnTo>
                    <a:pt x="3293" y="6249"/>
                  </a:lnTo>
                  <a:lnTo>
                    <a:pt x="1435" y="7988"/>
                  </a:lnTo>
                  <a:lnTo>
                    <a:pt x="0" y="5738"/>
                  </a:lnTo>
                  <a:lnTo>
                    <a:pt x="1150" y="3640"/>
                  </a:lnTo>
                  <a:lnTo>
                    <a:pt x="2383" y="3633"/>
                  </a:lnTo>
                  <a:lnTo>
                    <a:pt x="3937" y="237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h5621"/>
            <p:cNvSpPr/>
            <p:nvPr/>
          </p:nvSpPr>
          <p:spPr>
            <a:xfrm>
              <a:off x="6841418" y="2957533"/>
              <a:ext cx="11400" cy="5617"/>
            </a:xfrm>
            <a:custGeom>
              <a:avLst/>
              <a:pathLst>
                <a:path w="11400" h="5617">
                  <a:moveTo>
                    <a:pt x="5038" y="0"/>
                  </a:moveTo>
                  <a:lnTo>
                    <a:pt x="10559" y="3066"/>
                  </a:lnTo>
                  <a:lnTo>
                    <a:pt x="11400" y="3675"/>
                  </a:lnTo>
                  <a:lnTo>
                    <a:pt x="10835" y="5617"/>
                  </a:lnTo>
                  <a:lnTo>
                    <a:pt x="7664" y="5234"/>
                  </a:lnTo>
                  <a:lnTo>
                    <a:pt x="774" y="4983"/>
                  </a:lnTo>
                  <a:lnTo>
                    <a:pt x="0" y="3839"/>
                  </a:lnTo>
                  <a:lnTo>
                    <a:pt x="772" y="1047"/>
                  </a:lnTo>
                  <a:lnTo>
                    <a:pt x="382" y="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h5622"/>
            <p:cNvSpPr/>
            <p:nvPr/>
          </p:nvSpPr>
          <p:spPr>
            <a:xfrm>
              <a:off x="6813636" y="2971525"/>
              <a:ext cx="9071" cy="14732"/>
            </a:xfrm>
            <a:custGeom>
              <a:avLst/>
              <a:pathLst>
                <a:path w="9071" h="14732">
                  <a:moveTo>
                    <a:pt x="8547" y="3438"/>
                  </a:moveTo>
                  <a:lnTo>
                    <a:pt x="5149" y="5722"/>
                  </a:lnTo>
                  <a:lnTo>
                    <a:pt x="9071" y="8492"/>
                  </a:lnTo>
                  <a:lnTo>
                    <a:pt x="7647" y="12128"/>
                  </a:lnTo>
                  <a:lnTo>
                    <a:pt x="6397" y="14732"/>
                  </a:lnTo>
                  <a:lnTo>
                    <a:pt x="4528" y="12718"/>
                  </a:lnTo>
                  <a:lnTo>
                    <a:pt x="1117" y="8037"/>
                  </a:lnTo>
                  <a:lnTo>
                    <a:pt x="0" y="4673"/>
                  </a:lnTo>
                  <a:lnTo>
                    <a:pt x="3234" y="2660"/>
                  </a:lnTo>
                  <a:lnTo>
                    <a:pt x="636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h5623"/>
            <p:cNvSpPr/>
            <p:nvPr/>
          </p:nvSpPr>
          <p:spPr>
            <a:xfrm>
              <a:off x="6794553" y="2948009"/>
              <a:ext cx="5565" cy="8032"/>
            </a:xfrm>
            <a:custGeom>
              <a:avLst/>
              <a:pathLst>
                <a:path w="5565" h="8032">
                  <a:moveTo>
                    <a:pt x="5565" y="7511"/>
                  </a:moveTo>
                  <a:lnTo>
                    <a:pt x="3852" y="8032"/>
                  </a:lnTo>
                  <a:lnTo>
                    <a:pt x="2067" y="4028"/>
                  </a:lnTo>
                  <a:lnTo>
                    <a:pt x="0" y="4084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h5624"/>
            <p:cNvSpPr/>
            <p:nvPr/>
          </p:nvSpPr>
          <p:spPr>
            <a:xfrm>
              <a:off x="6798804" y="2933169"/>
              <a:ext cx="13063" cy="15918"/>
            </a:xfrm>
            <a:custGeom>
              <a:avLst/>
              <a:pathLst>
                <a:path w="13063" h="15918">
                  <a:moveTo>
                    <a:pt x="9972" y="1417"/>
                  </a:moveTo>
                  <a:lnTo>
                    <a:pt x="5982" y="780"/>
                  </a:lnTo>
                  <a:lnTo>
                    <a:pt x="4686" y="2506"/>
                  </a:lnTo>
                  <a:lnTo>
                    <a:pt x="9704" y="4352"/>
                  </a:lnTo>
                  <a:lnTo>
                    <a:pt x="13063" y="4777"/>
                  </a:lnTo>
                  <a:lnTo>
                    <a:pt x="9291" y="10409"/>
                  </a:lnTo>
                  <a:lnTo>
                    <a:pt x="10459" y="13326"/>
                  </a:lnTo>
                  <a:lnTo>
                    <a:pt x="12342" y="13459"/>
                  </a:lnTo>
                  <a:lnTo>
                    <a:pt x="12123" y="15084"/>
                  </a:lnTo>
                  <a:lnTo>
                    <a:pt x="3646" y="15918"/>
                  </a:lnTo>
                  <a:lnTo>
                    <a:pt x="2001" y="14360"/>
                  </a:lnTo>
                  <a:lnTo>
                    <a:pt x="0" y="14179"/>
                  </a:lnTo>
                  <a:lnTo>
                    <a:pt x="6062" y="9331"/>
                  </a:lnTo>
                  <a:lnTo>
                    <a:pt x="7130" y="9370"/>
                  </a:lnTo>
                  <a:lnTo>
                    <a:pt x="7358" y="5957"/>
                  </a:lnTo>
                  <a:lnTo>
                    <a:pt x="3145" y="5117"/>
                  </a:lnTo>
                  <a:lnTo>
                    <a:pt x="956" y="1338"/>
                  </a:lnTo>
                  <a:lnTo>
                    <a:pt x="1088" y="125"/>
                  </a:lnTo>
                  <a:lnTo>
                    <a:pt x="1018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h5625"/>
            <p:cNvSpPr/>
            <p:nvPr/>
          </p:nvSpPr>
          <p:spPr>
            <a:xfrm>
              <a:off x="6834608" y="2980576"/>
              <a:ext cx="7359" cy="4675"/>
            </a:xfrm>
            <a:custGeom>
              <a:avLst/>
              <a:pathLst>
                <a:path w="7359" h="4675">
                  <a:moveTo>
                    <a:pt x="7359" y="0"/>
                  </a:moveTo>
                  <a:lnTo>
                    <a:pt x="5807" y="2908"/>
                  </a:lnTo>
                  <a:lnTo>
                    <a:pt x="695" y="4675"/>
                  </a:lnTo>
                  <a:lnTo>
                    <a:pt x="0" y="4006"/>
                  </a:lnTo>
                  <a:lnTo>
                    <a:pt x="329" y="2417"/>
                  </a:lnTo>
                  <a:lnTo>
                    <a:pt x="2046" y="132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h5626"/>
            <p:cNvSpPr/>
            <p:nvPr/>
          </p:nvSpPr>
          <p:spPr>
            <a:xfrm>
              <a:off x="6832401" y="2978408"/>
              <a:ext cx="9759" cy="3490"/>
            </a:xfrm>
            <a:custGeom>
              <a:avLst/>
              <a:pathLst>
                <a:path w="9759" h="3490">
                  <a:moveTo>
                    <a:pt x="9759" y="1801"/>
                  </a:moveTo>
                  <a:lnTo>
                    <a:pt x="9567" y="2167"/>
                  </a:lnTo>
                  <a:lnTo>
                    <a:pt x="4254" y="3490"/>
                  </a:lnTo>
                  <a:lnTo>
                    <a:pt x="4301" y="3278"/>
                  </a:lnTo>
                  <a:lnTo>
                    <a:pt x="4640" y="2038"/>
                  </a:lnTo>
                  <a:lnTo>
                    <a:pt x="0" y="1847"/>
                  </a:lnTo>
                  <a:lnTo>
                    <a:pt x="175" y="738"/>
                  </a:lnTo>
                  <a:lnTo>
                    <a:pt x="422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h5627"/>
            <p:cNvSpPr/>
            <p:nvPr/>
          </p:nvSpPr>
          <p:spPr>
            <a:xfrm>
              <a:off x="6835242" y="2961305"/>
              <a:ext cx="3866" cy="4244"/>
            </a:xfrm>
            <a:custGeom>
              <a:avLst/>
              <a:pathLst>
                <a:path w="3866" h="4244">
                  <a:moveTo>
                    <a:pt x="726" y="3753"/>
                  </a:moveTo>
                  <a:lnTo>
                    <a:pt x="0" y="1213"/>
                  </a:lnTo>
                  <a:lnTo>
                    <a:pt x="3679" y="0"/>
                  </a:lnTo>
                  <a:lnTo>
                    <a:pt x="3866" y="165"/>
                  </a:lnTo>
                  <a:lnTo>
                    <a:pt x="3531" y="4244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h5628"/>
            <p:cNvSpPr/>
            <p:nvPr/>
          </p:nvSpPr>
          <p:spPr>
            <a:xfrm>
              <a:off x="6829991" y="2961160"/>
              <a:ext cx="3150" cy="761"/>
            </a:xfrm>
            <a:custGeom>
              <a:avLst/>
              <a:pathLst>
                <a:path w="3150" h="761">
                  <a:moveTo>
                    <a:pt x="1314" y="761"/>
                  </a:moveTo>
                  <a:lnTo>
                    <a:pt x="0" y="756"/>
                  </a:lnTo>
                  <a:lnTo>
                    <a:pt x="315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h5629"/>
            <p:cNvSpPr/>
            <p:nvPr/>
          </p:nvSpPr>
          <p:spPr>
            <a:xfrm>
              <a:off x="6775465" y="2931099"/>
              <a:ext cx="30698" cy="20678"/>
            </a:xfrm>
            <a:custGeom>
              <a:avLst/>
              <a:pathLst>
                <a:path w="30698" h="20678">
                  <a:moveTo>
                    <a:pt x="16339" y="0"/>
                  </a:moveTo>
                  <a:lnTo>
                    <a:pt x="17631" y="2234"/>
                  </a:lnTo>
                  <a:lnTo>
                    <a:pt x="19258" y="308"/>
                  </a:lnTo>
                  <a:lnTo>
                    <a:pt x="21193" y="4075"/>
                  </a:lnTo>
                  <a:lnTo>
                    <a:pt x="24295" y="3408"/>
                  </a:lnTo>
                  <a:lnTo>
                    <a:pt x="26484" y="7187"/>
                  </a:lnTo>
                  <a:lnTo>
                    <a:pt x="30698" y="8026"/>
                  </a:lnTo>
                  <a:lnTo>
                    <a:pt x="30469" y="11440"/>
                  </a:lnTo>
                  <a:lnTo>
                    <a:pt x="29402" y="11401"/>
                  </a:lnTo>
                  <a:lnTo>
                    <a:pt x="23224" y="10907"/>
                  </a:lnTo>
                  <a:lnTo>
                    <a:pt x="21591" y="10104"/>
                  </a:lnTo>
                  <a:lnTo>
                    <a:pt x="15132" y="14297"/>
                  </a:lnTo>
                  <a:lnTo>
                    <a:pt x="11118" y="14663"/>
                  </a:lnTo>
                  <a:lnTo>
                    <a:pt x="8304" y="17750"/>
                  </a:lnTo>
                  <a:lnTo>
                    <a:pt x="8607" y="20406"/>
                  </a:lnTo>
                  <a:lnTo>
                    <a:pt x="6454" y="20678"/>
                  </a:lnTo>
                  <a:lnTo>
                    <a:pt x="3071" y="14558"/>
                  </a:lnTo>
                  <a:lnTo>
                    <a:pt x="990" y="13022"/>
                  </a:lnTo>
                  <a:lnTo>
                    <a:pt x="0" y="11104"/>
                  </a:lnTo>
                  <a:lnTo>
                    <a:pt x="2910" y="4999"/>
                  </a:lnTo>
                  <a:lnTo>
                    <a:pt x="4671" y="4021"/>
                  </a:lnTo>
                  <a:lnTo>
                    <a:pt x="6886" y="3805"/>
                  </a:lnTo>
                  <a:lnTo>
                    <a:pt x="8180" y="4939"/>
                  </a:lnTo>
                  <a:lnTo>
                    <a:pt x="10576" y="4488"/>
                  </a:lnTo>
                  <a:lnTo>
                    <a:pt x="13122" y="2248"/>
                  </a:lnTo>
                  <a:lnTo>
                    <a:pt x="14289" y="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h5630"/>
            <p:cNvSpPr/>
            <p:nvPr/>
          </p:nvSpPr>
          <p:spPr>
            <a:xfrm>
              <a:off x="6858152" y="2970309"/>
              <a:ext cx="13500" cy="7688"/>
            </a:xfrm>
            <a:custGeom>
              <a:avLst/>
              <a:pathLst>
                <a:path w="13500" h="7688">
                  <a:moveTo>
                    <a:pt x="12861" y="2431"/>
                  </a:moveTo>
                  <a:lnTo>
                    <a:pt x="13500" y="4395"/>
                  </a:lnTo>
                  <a:lnTo>
                    <a:pt x="12109" y="5914"/>
                  </a:lnTo>
                  <a:lnTo>
                    <a:pt x="8359" y="7688"/>
                  </a:lnTo>
                  <a:lnTo>
                    <a:pt x="6621" y="6166"/>
                  </a:lnTo>
                  <a:lnTo>
                    <a:pt x="1195" y="6580"/>
                  </a:lnTo>
                  <a:lnTo>
                    <a:pt x="0" y="6087"/>
                  </a:lnTo>
                  <a:lnTo>
                    <a:pt x="1917" y="5483"/>
                  </a:lnTo>
                  <a:lnTo>
                    <a:pt x="978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h5631"/>
            <p:cNvSpPr/>
            <p:nvPr/>
          </p:nvSpPr>
          <p:spPr>
            <a:xfrm>
              <a:off x="6819993" y="2970567"/>
              <a:ext cx="5326" cy="4396"/>
            </a:xfrm>
            <a:custGeom>
              <a:avLst/>
              <a:pathLst>
                <a:path w="5326" h="4396">
                  <a:moveTo>
                    <a:pt x="2989" y="1215"/>
                  </a:moveTo>
                  <a:lnTo>
                    <a:pt x="5326" y="2430"/>
                  </a:lnTo>
                  <a:lnTo>
                    <a:pt x="2190" y="4396"/>
                  </a:lnTo>
                  <a:lnTo>
                    <a:pt x="6" y="9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h5632"/>
            <p:cNvSpPr/>
            <p:nvPr/>
          </p:nvSpPr>
          <p:spPr>
            <a:xfrm>
              <a:off x="6831957" y="2952997"/>
              <a:ext cx="7151" cy="9521"/>
            </a:xfrm>
            <a:custGeom>
              <a:avLst/>
              <a:pathLst>
                <a:path w="7151" h="9521">
                  <a:moveTo>
                    <a:pt x="7151" y="1246"/>
                  </a:moveTo>
                  <a:lnTo>
                    <a:pt x="5842" y="5821"/>
                  </a:lnTo>
                  <a:lnTo>
                    <a:pt x="6965" y="8308"/>
                  </a:lnTo>
                  <a:lnTo>
                    <a:pt x="3285" y="9521"/>
                  </a:lnTo>
                  <a:lnTo>
                    <a:pt x="1184" y="8163"/>
                  </a:lnTo>
                  <a:lnTo>
                    <a:pt x="0" y="5603"/>
                  </a:lnTo>
                  <a:lnTo>
                    <a:pt x="417" y="3822"/>
                  </a:lnTo>
                  <a:lnTo>
                    <a:pt x="3704" y="1054"/>
                  </a:lnTo>
                  <a:lnTo>
                    <a:pt x="4214" y="250"/>
                  </a:lnTo>
                  <a:lnTo>
                    <a:pt x="5506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h5633"/>
            <p:cNvSpPr/>
            <p:nvPr/>
          </p:nvSpPr>
          <p:spPr>
            <a:xfrm>
              <a:off x="6851824" y="2951535"/>
              <a:ext cx="26709" cy="30846"/>
            </a:xfrm>
            <a:custGeom>
              <a:avLst/>
              <a:pathLst>
                <a:path w="26709" h="30846">
                  <a:moveTo>
                    <a:pt x="16489" y="0"/>
                  </a:moveTo>
                  <a:lnTo>
                    <a:pt x="17588" y="475"/>
                  </a:lnTo>
                  <a:lnTo>
                    <a:pt x="19248" y="8416"/>
                  </a:lnTo>
                  <a:lnTo>
                    <a:pt x="21497" y="9836"/>
                  </a:lnTo>
                  <a:lnTo>
                    <a:pt x="24145" y="9864"/>
                  </a:lnTo>
                  <a:lnTo>
                    <a:pt x="26709" y="12208"/>
                  </a:lnTo>
                  <a:lnTo>
                    <a:pt x="24660" y="16977"/>
                  </a:lnTo>
                  <a:lnTo>
                    <a:pt x="22734" y="19115"/>
                  </a:lnTo>
                  <a:lnTo>
                    <a:pt x="19189" y="21205"/>
                  </a:lnTo>
                  <a:lnTo>
                    <a:pt x="16113" y="18774"/>
                  </a:lnTo>
                  <a:lnTo>
                    <a:pt x="8245" y="24257"/>
                  </a:lnTo>
                  <a:lnTo>
                    <a:pt x="6328" y="24861"/>
                  </a:lnTo>
                  <a:lnTo>
                    <a:pt x="4893" y="26188"/>
                  </a:lnTo>
                  <a:lnTo>
                    <a:pt x="6277" y="26674"/>
                  </a:lnTo>
                  <a:lnTo>
                    <a:pt x="7160" y="30846"/>
                  </a:lnTo>
                  <a:lnTo>
                    <a:pt x="5669" y="30499"/>
                  </a:lnTo>
                  <a:lnTo>
                    <a:pt x="1066" y="26442"/>
                  </a:lnTo>
                  <a:lnTo>
                    <a:pt x="819" y="26355"/>
                  </a:lnTo>
                  <a:lnTo>
                    <a:pt x="0" y="19907"/>
                  </a:lnTo>
                  <a:lnTo>
                    <a:pt x="2784" y="19078"/>
                  </a:lnTo>
                  <a:lnTo>
                    <a:pt x="3479" y="15914"/>
                  </a:lnTo>
                  <a:lnTo>
                    <a:pt x="2738" y="14339"/>
                  </a:lnTo>
                  <a:lnTo>
                    <a:pt x="2625" y="14837"/>
                  </a:lnTo>
                  <a:lnTo>
                    <a:pt x="355" y="14550"/>
                  </a:lnTo>
                  <a:lnTo>
                    <a:pt x="429" y="11616"/>
                  </a:lnTo>
                  <a:lnTo>
                    <a:pt x="994" y="9674"/>
                  </a:lnTo>
                  <a:lnTo>
                    <a:pt x="4749" y="6364"/>
                  </a:lnTo>
                  <a:lnTo>
                    <a:pt x="7336" y="433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h5634"/>
            <p:cNvSpPr/>
            <p:nvPr/>
          </p:nvSpPr>
          <p:spPr>
            <a:xfrm>
              <a:off x="6831305" y="2961160"/>
              <a:ext cx="4663" cy="6045"/>
            </a:xfrm>
            <a:custGeom>
              <a:avLst/>
              <a:pathLst>
                <a:path w="4663" h="6045">
                  <a:moveTo>
                    <a:pt x="3937" y="1357"/>
                  </a:moveTo>
                  <a:lnTo>
                    <a:pt x="4663" y="3898"/>
                  </a:lnTo>
                  <a:lnTo>
                    <a:pt x="3795" y="5598"/>
                  </a:lnTo>
                  <a:lnTo>
                    <a:pt x="2920" y="6045"/>
                  </a:lnTo>
                  <a:lnTo>
                    <a:pt x="0" y="761"/>
                  </a:lnTo>
                  <a:lnTo>
                    <a:pt x="1836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h5635"/>
            <p:cNvSpPr/>
            <p:nvPr/>
          </p:nvSpPr>
          <p:spPr>
            <a:xfrm>
              <a:off x="6835434" y="2949449"/>
              <a:ext cx="13684" cy="12021"/>
            </a:xfrm>
            <a:custGeom>
              <a:avLst/>
              <a:pathLst>
                <a:path w="13684" h="12021">
                  <a:moveTo>
                    <a:pt x="2418" y="307"/>
                  </a:moveTo>
                  <a:lnTo>
                    <a:pt x="3644" y="1918"/>
                  </a:lnTo>
                  <a:lnTo>
                    <a:pt x="3946" y="5225"/>
                  </a:lnTo>
                  <a:lnTo>
                    <a:pt x="4775" y="5799"/>
                  </a:lnTo>
                  <a:lnTo>
                    <a:pt x="10068" y="5093"/>
                  </a:lnTo>
                  <a:lnTo>
                    <a:pt x="11629" y="3638"/>
                  </a:lnTo>
                  <a:lnTo>
                    <a:pt x="13684" y="3873"/>
                  </a:lnTo>
                  <a:lnTo>
                    <a:pt x="11022" y="8083"/>
                  </a:lnTo>
                  <a:lnTo>
                    <a:pt x="6366" y="8153"/>
                  </a:lnTo>
                  <a:lnTo>
                    <a:pt x="3675" y="12021"/>
                  </a:lnTo>
                  <a:lnTo>
                    <a:pt x="3488" y="11856"/>
                  </a:lnTo>
                  <a:lnTo>
                    <a:pt x="2365" y="9368"/>
                  </a:lnTo>
                  <a:lnTo>
                    <a:pt x="3674" y="4794"/>
                  </a:lnTo>
                  <a:lnTo>
                    <a:pt x="2029" y="3547"/>
                  </a:lnTo>
                  <a:lnTo>
                    <a:pt x="737" y="3798"/>
                  </a:lnTo>
                  <a:lnTo>
                    <a:pt x="227" y="4601"/>
                  </a:lnTo>
                  <a:lnTo>
                    <a:pt x="122" y="1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h5636"/>
            <p:cNvSpPr/>
            <p:nvPr/>
          </p:nvSpPr>
          <p:spPr>
            <a:xfrm>
              <a:off x="6835100" y="2965059"/>
              <a:ext cx="12928" cy="5325"/>
            </a:xfrm>
            <a:custGeom>
              <a:avLst/>
              <a:pathLst>
                <a:path w="12928" h="5325">
                  <a:moveTo>
                    <a:pt x="3673" y="491"/>
                  </a:moveTo>
                  <a:lnTo>
                    <a:pt x="8018" y="2839"/>
                  </a:lnTo>
                  <a:lnTo>
                    <a:pt x="10611" y="2055"/>
                  </a:lnTo>
                  <a:lnTo>
                    <a:pt x="11424" y="2608"/>
                  </a:lnTo>
                  <a:lnTo>
                    <a:pt x="12120" y="3339"/>
                  </a:lnTo>
                  <a:lnTo>
                    <a:pt x="12928" y="4440"/>
                  </a:lnTo>
                  <a:lnTo>
                    <a:pt x="12514" y="5325"/>
                  </a:lnTo>
                  <a:lnTo>
                    <a:pt x="9137" y="5249"/>
                  </a:lnTo>
                  <a:lnTo>
                    <a:pt x="0" y="1700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h5637"/>
            <p:cNvSpPr/>
            <p:nvPr/>
          </p:nvSpPr>
          <p:spPr>
            <a:xfrm>
              <a:off x="6827343" y="2934414"/>
              <a:ext cx="16732" cy="13245"/>
            </a:xfrm>
            <a:custGeom>
              <a:avLst/>
              <a:pathLst>
                <a:path w="16732" h="13245">
                  <a:moveTo>
                    <a:pt x="7886" y="0"/>
                  </a:moveTo>
                  <a:lnTo>
                    <a:pt x="10179" y="1537"/>
                  </a:lnTo>
                  <a:lnTo>
                    <a:pt x="9381" y="3613"/>
                  </a:lnTo>
                  <a:lnTo>
                    <a:pt x="9756" y="4634"/>
                  </a:lnTo>
                  <a:lnTo>
                    <a:pt x="15002" y="7536"/>
                  </a:lnTo>
                  <a:lnTo>
                    <a:pt x="16732" y="9362"/>
                  </a:lnTo>
                  <a:lnTo>
                    <a:pt x="7785" y="13245"/>
                  </a:lnTo>
                  <a:lnTo>
                    <a:pt x="7241" y="11460"/>
                  </a:lnTo>
                  <a:lnTo>
                    <a:pt x="5347" y="11370"/>
                  </a:lnTo>
                  <a:lnTo>
                    <a:pt x="826" y="7594"/>
                  </a:lnTo>
                  <a:lnTo>
                    <a:pt x="0" y="2503"/>
                  </a:lnTo>
                  <a:lnTo>
                    <a:pt x="608" y="1522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h5638"/>
            <p:cNvSpPr/>
            <p:nvPr/>
          </p:nvSpPr>
          <p:spPr>
            <a:xfrm>
              <a:off x="6821081" y="2942009"/>
              <a:ext cx="14475" cy="8691"/>
            </a:xfrm>
            <a:custGeom>
              <a:avLst/>
              <a:pathLst>
                <a:path w="14475" h="8691">
                  <a:moveTo>
                    <a:pt x="11610" y="3775"/>
                  </a:moveTo>
                  <a:lnTo>
                    <a:pt x="13503" y="3866"/>
                  </a:lnTo>
                  <a:lnTo>
                    <a:pt x="14048" y="5650"/>
                  </a:lnTo>
                  <a:lnTo>
                    <a:pt x="14352" y="7440"/>
                  </a:lnTo>
                  <a:lnTo>
                    <a:pt x="14475" y="8691"/>
                  </a:lnTo>
                  <a:lnTo>
                    <a:pt x="9929" y="6456"/>
                  </a:lnTo>
                  <a:lnTo>
                    <a:pt x="6064" y="3013"/>
                  </a:lnTo>
                  <a:lnTo>
                    <a:pt x="2183" y="1822"/>
                  </a:lnTo>
                  <a:lnTo>
                    <a:pt x="1571" y="2989"/>
                  </a:lnTo>
                  <a:lnTo>
                    <a:pt x="2125" y="3217"/>
                  </a:lnTo>
                  <a:lnTo>
                    <a:pt x="636" y="3826"/>
                  </a:lnTo>
                  <a:lnTo>
                    <a:pt x="0" y="3375"/>
                  </a:lnTo>
                  <a:lnTo>
                    <a:pt x="663" y="233"/>
                  </a:lnTo>
                  <a:lnTo>
                    <a:pt x="708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h5639"/>
            <p:cNvSpPr/>
            <p:nvPr/>
          </p:nvSpPr>
          <p:spPr>
            <a:xfrm>
              <a:off x="6842192" y="2962516"/>
              <a:ext cx="7561" cy="5140"/>
            </a:xfrm>
            <a:custGeom>
              <a:avLst/>
              <a:pathLst>
                <a:path w="7561" h="5140">
                  <a:moveTo>
                    <a:pt x="6890" y="251"/>
                  </a:moveTo>
                  <a:lnTo>
                    <a:pt x="7561" y="2033"/>
                  </a:lnTo>
                  <a:lnTo>
                    <a:pt x="7044" y="2458"/>
                  </a:lnTo>
                  <a:lnTo>
                    <a:pt x="5263" y="1281"/>
                  </a:lnTo>
                  <a:lnTo>
                    <a:pt x="4773" y="1608"/>
                  </a:lnTo>
                  <a:lnTo>
                    <a:pt x="4117" y="3059"/>
                  </a:lnTo>
                  <a:lnTo>
                    <a:pt x="4313" y="5140"/>
                  </a:lnTo>
                  <a:lnTo>
                    <a:pt x="3519" y="4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h5640"/>
            <p:cNvSpPr/>
            <p:nvPr/>
          </p:nvSpPr>
          <p:spPr>
            <a:xfrm>
              <a:off x="6832546" y="2966759"/>
              <a:ext cx="18702" cy="9176"/>
            </a:xfrm>
            <a:custGeom>
              <a:avLst/>
              <a:pathLst>
                <a:path w="18702" h="9176">
                  <a:moveTo>
                    <a:pt x="11691" y="3549"/>
                  </a:moveTo>
                  <a:lnTo>
                    <a:pt x="15068" y="3625"/>
                  </a:lnTo>
                  <a:lnTo>
                    <a:pt x="15482" y="2740"/>
                  </a:lnTo>
                  <a:lnTo>
                    <a:pt x="14674" y="1638"/>
                  </a:lnTo>
                  <a:lnTo>
                    <a:pt x="18702" y="4178"/>
                  </a:lnTo>
                  <a:lnTo>
                    <a:pt x="15516" y="5635"/>
                  </a:lnTo>
                  <a:lnTo>
                    <a:pt x="13305" y="9176"/>
                  </a:lnTo>
                  <a:lnTo>
                    <a:pt x="5472" y="7109"/>
                  </a:lnTo>
                  <a:lnTo>
                    <a:pt x="5544" y="6554"/>
                  </a:lnTo>
                  <a:lnTo>
                    <a:pt x="0" y="4816"/>
                  </a:lnTo>
                  <a:lnTo>
                    <a:pt x="1679" y="447"/>
                  </a:lnTo>
                  <a:lnTo>
                    <a:pt x="2554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h5641"/>
            <p:cNvSpPr/>
            <p:nvPr/>
          </p:nvSpPr>
          <p:spPr>
            <a:xfrm>
              <a:off x="6887928" y="2957280"/>
              <a:ext cx="10562" cy="13041"/>
            </a:xfrm>
            <a:custGeom>
              <a:avLst/>
              <a:pathLst>
                <a:path w="10562" h="13041">
                  <a:moveTo>
                    <a:pt x="4035" y="813"/>
                  </a:moveTo>
                  <a:lnTo>
                    <a:pt x="4829" y="3117"/>
                  </a:lnTo>
                  <a:lnTo>
                    <a:pt x="6049" y="3516"/>
                  </a:lnTo>
                  <a:lnTo>
                    <a:pt x="9787" y="4560"/>
                  </a:lnTo>
                  <a:lnTo>
                    <a:pt x="10562" y="7995"/>
                  </a:lnTo>
                  <a:lnTo>
                    <a:pt x="8309" y="10444"/>
                  </a:lnTo>
                  <a:lnTo>
                    <a:pt x="6942" y="9978"/>
                  </a:lnTo>
                  <a:lnTo>
                    <a:pt x="5712" y="12224"/>
                  </a:lnTo>
                  <a:lnTo>
                    <a:pt x="3313" y="13041"/>
                  </a:lnTo>
                  <a:lnTo>
                    <a:pt x="0" y="10891"/>
                  </a:lnTo>
                  <a:lnTo>
                    <a:pt x="2610" y="9219"/>
                  </a:lnTo>
                  <a:lnTo>
                    <a:pt x="2941" y="4224"/>
                  </a:lnTo>
                  <a:lnTo>
                    <a:pt x="878" y="3290"/>
                  </a:lnTo>
                  <a:lnTo>
                    <a:pt x="1457" y="335"/>
                  </a:lnTo>
                  <a:lnTo>
                    <a:pt x="2102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h5642"/>
            <p:cNvSpPr/>
            <p:nvPr/>
          </p:nvSpPr>
          <p:spPr>
            <a:xfrm>
              <a:off x="6783769" y="2941204"/>
              <a:ext cx="21097" cy="12406"/>
            </a:xfrm>
            <a:custGeom>
              <a:avLst/>
              <a:pathLst>
                <a:path w="21097" h="12406">
                  <a:moveTo>
                    <a:pt x="14919" y="802"/>
                  </a:moveTo>
                  <a:lnTo>
                    <a:pt x="21097" y="1296"/>
                  </a:lnTo>
                  <a:lnTo>
                    <a:pt x="15034" y="6144"/>
                  </a:lnTo>
                  <a:lnTo>
                    <a:pt x="14824" y="6805"/>
                  </a:lnTo>
                  <a:lnTo>
                    <a:pt x="10783" y="10889"/>
                  </a:lnTo>
                  <a:lnTo>
                    <a:pt x="7516" y="10259"/>
                  </a:lnTo>
                  <a:lnTo>
                    <a:pt x="5194" y="12406"/>
                  </a:lnTo>
                  <a:lnTo>
                    <a:pt x="865" y="11579"/>
                  </a:lnTo>
                  <a:lnTo>
                    <a:pt x="303" y="10301"/>
                  </a:lnTo>
                  <a:lnTo>
                    <a:pt x="0" y="7646"/>
                  </a:lnTo>
                  <a:lnTo>
                    <a:pt x="2813" y="4559"/>
                  </a:lnTo>
                  <a:lnTo>
                    <a:pt x="6828" y="4193"/>
                  </a:lnTo>
                  <a:lnTo>
                    <a:pt x="1328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h5643"/>
            <p:cNvSpPr/>
            <p:nvPr/>
          </p:nvSpPr>
          <p:spPr>
            <a:xfrm>
              <a:off x="6798405" y="2947348"/>
              <a:ext cx="17943" cy="13902"/>
            </a:xfrm>
            <a:custGeom>
              <a:avLst/>
              <a:pathLst>
                <a:path w="17943" h="13902">
                  <a:moveTo>
                    <a:pt x="12521" y="904"/>
                  </a:moveTo>
                  <a:lnTo>
                    <a:pt x="14408" y="1959"/>
                  </a:lnTo>
                  <a:lnTo>
                    <a:pt x="17943" y="5817"/>
                  </a:lnTo>
                  <a:lnTo>
                    <a:pt x="17904" y="7685"/>
                  </a:lnTo>
                  <a:lnTo>
                    <a:pt x="16151" y="8708"/>
                  </a:lnTo>
                  <a:lnTo>
                    <a:pt x="14982" y="9878"/>
                  </a:lnTo>
                  <a:lnTo>
                    <a:pt x="12504" y="9866"/>
                  </a:lnTo>
                  <a:lnTo>
                    <a:pt x="8288" y="13504"/>
                  </a:lnTo>
                  <a:lnTo>
                    <a:pt x="4815" y="13902"/>
                  </a:lnTo>
                  <a:lnTo>
                    <a:pt x="2480" y="12764"/>
                  </a:lnTo>
                  <a:lnTo>
                    <a:pt x="0" y="8693"/>
                  </a:lnTo>
                  <a:lnTo>
                    <a:pt x="1713" y="8172"/>
                  </a:lnTo>
                  <a:lnTo>
                    <a:pt x="187" y="660"/>
                  </a:lnTo>
                  <a:lnTo>
                    <a:pt x="398" y="0"/>
                  </a:lnTo>
                  <a:lnTo>
                    <a:pt x="2399" y="180"/>
                  </a:lnTo>
                  <a:lnTo>
                    <a:pt x="4045" y="173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h5644"/>
            <p:cNvSpPr/>
            <p:nvPr/>
          </p:nvSpPr>
          <p:spPr>
            <a:xfrm>
              <a:off x="6835129" y="2937447"/>
              <a:ext cx="22478" cy="17802"/>
            </a:xfrm>
            <a:custGeom>
              <a:avLst/>
              <a:pathLst>
                <a:path w="22478" h="17802">
                  <a:moveTo>
                    <a:pt x="17557" y="2970"/>
                  </a:moveTo>
                  <a:lnTo>
                    <a:pt x="19714" y="3642"/>
                  </a:lnTo>
                  <a:lnTo>
                    <a:pt x="17883" y="6730"/>
                  </a:lnTo>
                  <a:lnTo>
                    <a:pt x="16070" y="7776"/>
                  </a:lnTo>
                  <a:lnTo>
                    <a:pt x="16490" y="8610"/>
                  </a:lnTo>
                  <a:lnTo>
                    <a:pt x="22478" y="10672"/>
                  </a:lnTo>
                  <a:lnTo>
                    <a:pt x="21935" y="13316"/>
                  </a:lnTo>
                  <a:lnTo>
                    <a:pt x="19850" y="15800"/>
                  </a:lnTo>
                  <a:lnTo>
                    <a:pt x="13989" y="15875"/>
                  </a:lnTo>
                  <a:lnTo>
                    <a:pt x="11934" y="15641"/>
                  </a:lnTo>
                  <a:lnTo>
                    <a:pt x="10373" y="17095"/>
                  </a:lnTo>
                  <a:lnTo>
                    <a:pt x="5080" y="17802"/>
                  </a:lnTo>
                  <a:lnTo>
                    <a:pt x="4251" y="17228"/>
                  </a:lnTo>
                  <a:lnTo>
                    <a:pt x="3949" y="13921"/>
                  </a:lnTo>
                  <a:lnTo>
                    <a:pt x="2723" y="12309"/>
                  </a:lnTo>
                  <a:lnTo>
                    <a:pt x="304" y="12002"/>
                  </a:lnTo>
                  <a:lnTo>
                    <a:pt x="0" y="10212"/>
                  </a:lnTo>
                  <a:lnTo>
                    <a:pt x="8946" y="6330"/>
                  </a:lnTo>
                  <a:lnTo>
                    <a:pt x="10964" y="5743"/>
                  </a:lnTo>
                  <a:lnTo>
                    <a:pt x="12381" y="7275"/>
                  </a:lnTo>
                  <a:lnTo>
                    <a:pt x="13755" y="807"/>
                  </a:lnTo>
                  <a:lnTo>
                    <a:pt x="1453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h5645"/>
            <p:cNvSpPr/>
            <p:nvPr/>
          </p:nvSpPr>
          <p:spPr>
            <a:xfrm>
              <a:off x="6821283" y="2972997"/>
              <a:ext cx="5974" cy="10834"/>
            </a:xfrm>
            <a:custGeom>
              <a:avLst/>
              <a:pathLst>
                <a:path w="5974" h="10834">
                  <a:moveTo>
                    <a:pt x="5974" y="1770"/>
                  </a:moveTo>
                  <a:lnTo>
                    <a:pt x="4687" y="6186"/>
                  </a:lnTo>
                  <a:lnTo>
                    <a:pt x="4547" y="6526"/>
                  </a:lnTo>
                  <a:lnTo>
                    <a:pt x="4302" y="8012"/>
                  </a:lnTo>
                  <a:lnTo>
                    <a:pt x="668" y="10834"/>
                  </a:lnTo>
                  <a:lnTo>
                    <a:pt x="0" y="10655"/>
                  </a:lnTo>
                  <a:lnTo>
                    <a:pt x="1424" y="7020"/>
                  </a:lnTo>
                  <a:lnTo>
                    <a:pt x="570" y="3321"/>
                  </a:lnTo>
                  <a:lnTo>
                    <a:pt x="900" y="1966"/>
                  </a:lnTo>
                  <a:lnTo>
                    <a:pt x="40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h5646"/>
            <p:cNvSpPr/>
            <p:nvPr/>
          </p:nvSpPr>
          <p:spPr>
            <a:xfrm>
              <a:off x="6812156" y="2919668"/>
              <a:ext cx="48094" cy="25054"/>
            </a:xfrm>
            <a:custGeom>
              <a:avLst/>
              <a:pathLst>
                <a:path w="48094" h="25054">
                  <a:moveTo>
                    <a:pt x="38245" y="2534"/>
                  </a:moveTo>
                  <a:lnTo>
                    <a:pt x="38659" y="8612"/>
                  </a:lnTo>
                  <a:lnTo>
                    <a:pt x="45167" y="10801"/>
                  </a:lnTo>
                  <a:lnTo>
                    <a:pt x="48094" y="13749"/>
                  </a:lnTo>
                  <a:lnTo>
                    <a:pt x="45066" y="17540"/>
                  </a:lnTo>
                  <a:lnTo>
                    <a:pt x="42687" y="21420"/>
                  </a:lnTo>
                  <a:lnTo>
                    <a:pt x="40530" y="20749"/>
                  </a:lnTo>
                  <a:lnTo>
                    <a:pt x="37510" y="17778"/>
                  </a:lnTo>
                  <a:lnTo>
                    <a:pt x="36727" y="18586"/>
                  </a:lnTo>
                  <a:lnTo>
                    <a:pt x="35354" y="25054"/>
                  </a:lnTo>
                  <a:lnTo>
                    <a:pt x="33937" y="23522"/>
                  </a:lnTo>
                  <a:lnTo>
                    <a:pt x="31919" y="24108"/>
                  </a:lnTo>
                  <a:lnTo>
                    <a:pt x="30190" y="22282"/>
                  </a:lnTo>
                  <a:lnTo>
                    <a:pt x="24943" y="19380"/>
                  </a:lnTo>
                  <a:lnTo>
                    <a:pt x="24568" y="18359"/>
                  </a:lnTo>
                  <a:lnTo>
                    <a:pt x="25366" y="16283"/>
                  </a:lnTo>
                  <a:lnTo>
                    <a:pt x="23073" y="14746"/>
                  </a:lnTo>
                  <a:lnTo>
                    <a:pt x="15796" y="16268"/>
                  </a:lnTo>
                  <a:lnTo>
                    <a:pt x="15187" y="17249"/>
                  </a:lnTo>
                  <a:lnTo>
                    <a:pt x="16013" y="22340"/>
                  </a:lnTo>
                  <a:lnTo>
                    <a:pt x="9588" y="22574"/>
                  </a:lnTo>
                  <a:lnTo>
                    <a:pt x="6868" y="22030"/>
                  </a:lnTo>
                  <a:lnTo>
                    <a:pt x="6836" y="19203"/>
                  </a:lnTo>
                  <a:lnTo>
                    <a:pt x="1623" y="18529"/>
                  </a:lnTo>
                  <a:lnTo>
                    <a:pt x="1177" y="17761"/>
                  </a:lnTo>
                  <a:lnTo>
                    <a:pt x="0" y="14293"/>
                  </a:lnTo>
                  <a:lnTo>
                    <a:pt x="1600" y="12008"/>
                  </a:lnTo>
                  <a:lnTo>
                    <a:pt x="6299" y="5087"/>
                  </a:lnTo>
                  <a:lnTo>
                    <a:pt x="6573" y="3208"/>
                  </a:lnTo>
                  <a:lnTo>
                    <a:pt x="5549" y="3191"/>
                  </a:lnTo>
                  <a:lnTo>
                    <a:pt x="5300" y="703"/>
                  </a:lnTo>
                  <a:lnTo>
                    <a:pt x="7603" y="0"/>
                  </a:lnTo>
                  <a:lnTo>
                    <a:pt x="13917" y="896"/>
                  </a:lnTo>
                  <a:lnTo>
                    <a:pt x="14325" y="3947"/>
                  </a:lnTo>
                  <a:lnTo>
                    <a:pt x="15658" y="5972"/>
                  </a:lnTo>
                  <a:lnTo>
                    <a:pt x="24316" y="6620"/>
                  </a:lnTo>
                  <a:lnTo>
                    <a:pt x="32598" y="3896"/>
                  </a:lnTo>
                  <a:lnTo>
                    <a:pt x="35118" y="28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h5647"/>
            <p:cNvSpPr/>
            <p:nvPr/>
          </p:nvSpPr>
          <p:spPr>
            <a:xfrm>
              <a:off x="6851173" y="2956760"/>
              <a:ext cx="5399" cy="4448"/>
            </a:xfrm>
            <a:custGeom>
              <a:avLst/>
              <a:pathLst>
                <a:path w="5399" h="4448">
                  <a:moveTo>
                    <a:pt x="5399" y="1139"/>
                  </a:moveTo>
                  <a:lnTo>
                    <a:pt x="1645" y="4448"/>
                  </a:lnTo>
                  <a:lnTo>
                    <a:pt x="804" y="3839"/>
                  </a:lnTo>
                  <a:lnTo>
                    <a:pt x="0" y="2265"/>
                  </a:lnTo>
                  <a:lnTo>
                    <a:pt x="2877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h5648"/>
            <p:cNvSpPr/>
            <p:nvPr/>
          </p:nvSpPr>
          <p:spPr>
            <a:xfrm>
              <a:off x="6851199" y="2940379"/>
              <a:ext cx="21705" cy="15488"/>
            </a:xfrm>
            <a:custGeom>
              <a:avLst/>
              <a:pathLst>
                <a:path w="21705" h="15488">
                  <a:moveTo>
                    <a:pt x="10051" y="256"/>
                  </a:moveTo>
                  <a:lnTo>
                    <a:pt x="12999" y="1104"/>
                  </a:lnTo>
                  <a:lnTo>
                    <a:pt x="13710" y="201"/>
                  </a:lnTo>
                  <a:lnTo>
                    <a:pt x="18971" y="0"/>
                  </a:lnTo>
                  <a:lnTo>
                    <a:pt x="18599" y="4707"/>
                  </a:lnTo>
                  <a:lnTo>
                    <a:pt x="21519" y="7023"/>
                  </a:lnTo>
                  <a:lnTo>
                    <a:pt x="21705" y="8064"/>
                  </a:lnTo>
                  <a:lnTo>
                    <a:pt x="20082" y="10235"/>
                  </a:lnTo>
                  <a:lnTo>
                    <a:pt x="17114" y="11155"/>
                  </a:lnTo>
                  <a:lnTo>
                    <a:pt x="7961" y="15488"/>
                  </a:lnTo>
                  <a:lnTo>
                    <a:pt x="3780" y="12868"/>
                  </a:lnTo>
                  <a:lnTo>
                    <a:pt x="5864" y="10384"/>
                  </a:lnTo>
                  <a:lnTo>
                    <a:pt x="6407" y="7740"/>
                  </a:lnTo>
                  <a:lnTo>
                    <a:pt x="419" y="5678"/>
                  </a:lnTo>
                  <a:lnTo>
                    <a:pt x="0" y="4844"/>
                  </a:lnTo>
                  <a:lnTo>
                    <a:pt x="1812" y="3798"/>
                  </a:lnTo>
                  <a:lnTo>
                    <a:pt x="1205" y="4285"/>
                  </a:lnTo>
                  <a:lnTo>
                    <a:pt x="2320" y="4824"/>
                  </a:lnTo>
                  <a:lnTo>
                    <a:pt x="5705" y="5209"/>
                  </a:lnTo>
                  <a:lnTo>
                    <a:pt x="6488" y="4586"/>
                  </a:lnTo>
                  <a:lnTo>
                    <a:pt x="6399" y="2802"/>
                  </a:lnTo>
                  <a:lnTo>
                    <a:pt x="7437" y="36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h5649"/>
            <p:cNvSpPr/>
            <p:nvPr/>
          </p:nvSpPr>
          <p:spPr>
            <a:xfrm>
              <a:off x="6838774" y="2957602"/>
              <a:ext cx="6937" cy="10295"/>
            </a:xfrm>
            <a:custGeom>
              <a:avLst/>
              <a:pathLst>
                <a:path w="6937" h="10295">
                  <a:moveTo>
                    <a:pt x="3416" y="977"/>
                  </a:moveTo>
                  <a:lnTo>
                    <a:pt x="2643" y="3770"/>
                  </a:lnTo>
                  <a:lnTo>
                    <a:pt x="3418" y="4913"/>
                  </a:lnTo>
                  <a:lnTo>
                    <a:pt x="6937" y="9512"/>
                  </a:lnTo>
                  <a:lnTo>
                    <a:pt x="4344" y="10295"/>
                  </a:lnTo>
                  <a:lnTo>
                    <a:pt x="0" y="7947"/>
                  </a:lnTo>
                  <a:lnTo>
                    <a:pt x="334" y="3868"/>
                  </a:lnTo>
                  <a:lnTo>
                    <a:pt x="302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h5650"/>
            <p:cNvSpPr/>
            <p:nvPr/>
          </p:nvSpPr>
          <p:spPr>
            <a:xfrm>
              <a:off x="6835588" y="2970938"/>
              <a:ext cx="17056" cy="6952"/>
            </a:xfrm>
            <a:custGeom>
              <a:avLst/>
              <a:pathLst>
                <a:path w="17056" h="6952">
                  <a:moveTo>
                    <a:pt x="16236" y="504"/>
                  </a:moveTo>
                  <a:lnTo>
                    <a:pt x="17056" y="6952"/>
                  </a:lnTo>
                  <a:lnTo>
                    <a:pt x="0" y="4317"/>
                  </a:lnTo>
                  <a:lnTo>
                    <a:pt x="2502" y="2375"/>
                  </a:lnTo>
                  <a:lnTo>
                    <a:pt x="2430" y="2930"/>
                  </a:lnTo>
                  <a:lnTo>
                    <a:pt x="10263" y="4997"/>
                  </a:lnTo>
                  <a:lnTo>
                    <a:pt x="12474" y="1456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h5651"/>
            <p:cNvSpPr/>
            <p:nvPr/>
          </p:nvSpPr>
          <p:spPr>
            <a:xfrm>
              <a:off x="6846310" y="2962768"/>
              <a:ext cx="8993" cy="8674"/>
            </a:xfrm>
            <a:custGeom>
              <a:avLst/>
              <a:pathLst>
                <a:path w="8993" h="8674">
                  <a:moveTo>
                    <a:pt x="5943" y="383"/>
                  </a:moveTo>
                  <a:lnTo>
                    <a:pt x="5869" y="3317"/>
                  </a:lnTo>
                  <a:lnTo>
                    <a:pt x="8139" y="3604"/>
                  </a:lnTo>
                  <a:lnTo>
                    <a:pt x="8252" y="3106"/>
                  </a:lnTo>
                  <a:lnTo>
                    <a:pt x="8993" y="4681"/>
                  </a:lnTo>
                  <a:lnTo>
                    <a:pt x="8299" y="7845"/>
                  </a:lnTo>
                  <a:lnTo>
                    <a:pt x="5514" y="8674"/>
                  </a:lnTo>
                  <a:lnTo>
                    <a:pt x="4938" y="8170"/>
                  </a:lnTo>
                  <a:lnTo>
                    <a:pt x="910" y="5630"/>
                  </a:lnTo>
                  <a:lnTo>
                    <a:pt x="209" y="4896"/>
                  </a:lnTo>
                  <a:lnTo>
                    <a:pt x="0" y="2807"/>
                  </a:lnTo>
                  <a:lnTo>
                    <a:pt x="655" y="1357"/>
                  </a:lnTo>
                  <a:lnTo>
                    <a:pt x="1146" y="1030"/>
                  </a:lnTo>
                  <a:lnTo>
                    <a:pt x="2927" y="2207"/>
                  </a:lnTo>
                  <a:lnTo>
                    <a:pt x="3444" y="1782"/>
                  </a:lnTo>
                  <a:lnTo>
                    <a:pt x="277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h5652"/>
            <p:cNvSpPr/>
            <p:nvPr/>
          </p:nvSpPr>
          <p:spPr>
            <a:xfrm>
              <a:off x="6831361" y="2985842"/>
              <a:ext cx="7785" cy="3980"/>
            </a:xfrm>
            <a:custGeom>
              <a:avLst/>
              <a:pathLst>
                <a:path w="7785" h="3980">
                  <a:moveTo>
                    <a:pt x="4126" y="3980"/>
                  </a:moveTo>
                  <a:lnTo>
                    <a:pt x="0" y="3786"/>
                  </a:lnTo>
                  <a:lnTo>
                    <a:pt x="1857" y="2048"/>
                  </a:lnTo>
                  <a:lnTo>
                    <a:pt x="7785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h5653"/>
            <p:cNvSpPr/>
            <p:nvPr/>
          </p:nvSpPr>
          <p:spPr>
            <a:xfrm>
              <a:off x="6822652" y="2943831"/>
              <a:ext cx="8358" cy="8564"/>
            </a:xfrm>
            <a:custGeom>
              <a:avLst/>
              <a:pathLst>
                <a:path w="8358" h="8564">
                  <a:moveTo>
                    <a:pt x="4493" y="1191"/>
                  </a:moveTo>
                  <a:lnTo>
                    <a:pt x="8358" y="4634"/>
                  </a:lnTo>
                  <a:lnTo>
                    <a:pt x="5392" y="8564"/>
                  </a:lnTo>
                  <a:lnTo>
                    <a:pt x="2604" y="5575"/>
                  </a:lnTo>
                  <a:lnTo>
                    <a:pt x="563" y="4876"/>
                  </a:lnTo>
                  <a:lnTo>
                    <a:pt x="554" y="1395"/>
                  </a:lnTo>
                  <a:lnTo>
                    <a:pt x="0" y="1166"/>
                  </a:lnTo>
                  <a:lnTo>
                    <a:pt x="61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h5654"/>
            <p:cNvSpPr/>
            <p:nvPr/>
          </p:nvSpPr>
          <p:spPr>
            <a:xfrm>
              <a:off x="6819947" y="2956893"/>
              <a:ext cx="7890" cy="14889"/>
            </a:xfrm>
            <a:custGeom>
              <a:avLst/>
              <a:pathLst>
                <a:path w="7890" h="14889">
                  <a:moveTo>
                    <a:pt x="4021" y="0"/>
                  </a:moveTo>
                  <a:lnTo>
                    <a:pt x="7234" y="2833"/>
                  </a:lnTo>
                  <a:lnTo>
                    <a:pt x="7890" y="3930"/>
                  </a:lnTo>
                  <a:lnTo>
                    <a:pt x="7548" y="6786"/>
                  </a:lnTo>
                  <a:lnTo>
                    <a:pt x="7824" y="8099"/>
                  </a:lnTo>
                  <a:lnTo>
                    <a:pt x="6516" y="10003"/>
                  </a:lnTo>
                  <a:lnTo>
                    <a:pt x="4959" y="10899"/>
                  </a:lnTo>
                  <a:lnTo>
                    <a:pt x="3472" y="10689"/>
                  </a:lnTo>
                  <a:lnTo>
                    <a:pt x="3481" y="11181"/>
                  </a:lnTo>
                  <a:lnTo>
                    <a:pt x="7110" y="11572"/>
                  </a:lnTo>
                  <a:lnTo>
                    <a:pt x="3035" y="14889"/>
                  </a:lnTo>
                  <a:lnTo>
                    <a:pt x="45" y="13673"/>
                  </a:lnTo>
                  <a:lnTo>
                    <a:pt x="0" y="11716"/>
                  </a:lnTo>
                  <a:lnTo>
                    <a:pt x="2014" y="8693"/>
                  </a:lnTo>
                  <a:lnTo>
                    <a:pt x="1028" y="3269"/>
                  </a:lnTo>
                  <a:lnTo>
                    <a:pt x="2569" y="134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h5655"/>
            <p:cNvSpPr/>
            <p:nvPr/>
          </p:nvSpPr>
          <p:spPr>
            <a:xfrm>
              <a:off x="6856717" y="2974704"/>
              <a:ext cx="16642" cy="10643"/>
            </a:xfrm>
            <a:custGeom>
              <a:avLst/>
              <a:pathLst>
                <a:path w="16642" h="10643">
                  <a:moveTo>
                    <a:pt x="16642" y="3647"/>
                  </a:moveTo>
                  <a:lnTo>
                    <a:pt x="11684" y="6819"/>
                  </a:lnTo>
                  <a:lnTo>
                    <a:pt x="9561" y="9762"/>
                  </a:lnTo>
                  <a:lnTo>
                    <a:pt x="8258" y="10643"/>
                  </a:lnTo>
                  <a:lnTo>
                    <a:pt x="2267" y="7676"/>
                  </a:lnTo>
                  <a:lnTo>
                    <a:pt x="1384" y="3504"/>
                  </a:lnTo>
                  <a:lnTo>
                    <a:pt x="0" y="3018"/>
                  </a:lnTo>
                  <a:lnTo>
                    <a:pt x="1434" y="1691"/>
                  </a:lnTo>
                  <a:lnTo>
                    <a:pt x="2630" y="2184"/>
                  </a:lnTo>
                  <a:lnTo>
                    <a:pt x="8056" y="1770"/>
                  </a:lnTo>
                  <a:lnTo>
                    <a:pt x="9793" y="3292"/>
                  </a:lnTo>
                  <a:lnTo>
                    <a:pt x="13544" y="1518"/>
                  </a:lnTo>
                  <a:lnTo>
                    <a:pt x="1493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h5656"/>
            <p:cNvSpPr/>
            <p:nvPr/>
          </p:nvSpPr>
          <p:spPr>
            <a:xfrm>
              <a:off x="6831974" y="2971576"/>
              <a:ext cx="6116" cy="3679"/>
            </a:xfrm>
            <a:custGeom>
              <a:avLst/>
              <a:pathLst>
                <a:path w="6116" h="3679">
                  <a:moveTo>
                    <a:pt x="6116" y="1737"/>
                  </a:moveTo>
                  <a:lnTo>
                    <a:pt x="3613" y="3679"/>
                  </a:lnTo>
                  <a:lnTo>
                    <a:pt x="3050" y="3653"/>
                  </a:lnTo>
                  <a:lnTo>
                    <a:pt x="0" y="1315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h5657"/>
            <p:cNvSpPr/>
            <p:nvPr/>
          </p:nvSpPr>
          <p:spPr>
            <a:xfrm>
              <a:off x="6846456" y="2953248"/>
              <a:ext cx="12704" cy="7351"/>
            </a:xfrm>
            <a:custGeom>
              <a:avLst/>
              <a:pathLst>
                <a:path w="12704" h="7351">
                  <a:moveTo>
                    <a:pt x="8523" y="0"/>
                  </a:moveTo>
                  <a:lnTo>
                    <a:pt x="12704" y="2619"/>
                  </a:lnTo>
                  <a:lnTo>
                    <a:pt x="10116" y="4651"/>
                  </a:lnTo>
                  <a:lnTo>
                    <a:pt x="7593" y="3512"/>
                  </a:lnTo>
                  <a:lnTo>
                    <a:pt x="4716" y="5777"/>
                  </a:lnTo>
                  <a:lnTo>
                    <a:pt x="5521" y="7351"/>
                  </a:lnTo>
                  <a:lnTo>
                    <a:pt x="0" y="4285"/>
                  </a:lnTo>
                  <a:lnTo>
                    <a:pt x="2662" y="7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h5658"/>
            <p:cNvSpPr/>
            <p:nvPr/>
          </p:nvSpPr>
          <p:spPr>
            <a:xfrm>
              <a:off x="6823420" y="2963606"/>
              <a:ext cx="7484" cy="4859"/>
            </a:xfrm>
            <a:custGeom>
              <a:avLst/>
              <a:pathLst>
                <a:path w="7484" h="4859">
                  <a:moveTo>
                    <a:pt x="5859" y="0"/>
                  </a:moveTo>
                  <a:lnTo>
                    <a:pt x="7484" y="2954"/>
                  </a:lnTo>
                  <a:lnTo>
                    <a:pt x="3637" y="4859"/>
                  </a:lnTo>
                  <a:lnTo>
                    <a:pt x="8" y="4468"/>
                  </a:lnTo>
                  <a:lnTo>
                    <a:pt x="0" y="3976"/>
                  </a:lnTo>
                  <a:lnTo>
                    <a:pt x="1487" y="4186"/>
                  </a:lnTo>
                  <a:lnTo>
                    <a:pt x="3043" y="3289"/>
                  </a:lnTo>
                  <a:lnTo>
                    <a:pt x="4351" y="1386"/>
                  </a:lnTo>
                  <a:lnTo>
                    <a:pt x="4076" y="7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h5659"/>
            <p:cNvSpPr/>
            <p:nvPr/>
          </p:nvSpPr>
          <p:spPr>
            <a:xfrm>
              <a:off x="6978978" y="2965439"/>
              <a:ext cx="18255" cy="9953"/>
            </a:xfrm>
            <a:custGeom>
              <a:avLst/>
              <a:pathLst>
                <a:path w="18255" h="9953">
                  <a:moveTo>
                    <a:pt x="10403" y="0"/>
                  </a:moveTo>
                  <a:lnTo>
                    <a:pt x="16377" y="1174"/>
                  </a:lnTo>
                  <a:lnTo>
                    <a:pt x="18255" y="2847"/>
                  </a:lnTo>
                  <a:lnTo>
                    <a:pt x="15494" y="3464"/>
                  </a:lnTo>
                  <a:lnTo>
                    <a:pt x="10248" y="6311"/>
                  </a:lnTo>
                  <a:lnTo>
                    <a:pt x="4140" y="9953"/>
                  </a:lnTo>
                  <a:lnTo>
                    <a:pt x="0" y="8760"/>
                  </a:lnTo>
                  <a:lnTo>
                    <a:pt x="6945" y="145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h5660"/>
            <p:cNvSpPr/>
            <p:nvPr/>
          </p:nvSpPr>
          <p:spPr>
            <a:xfrm>
              <a:off x="7108455" y="3072388"/>
              <a:ext cx="29202" cy="52427"/>
            </a:xfrm>
            <a:custGeom>
              <a:avLst/>
              <a:pathLst>
                <a:path w="29202" h="52427">
                  <a:moveTo>
                    <a:pt x="24786" y="0"/>
                  </a:moveTo>
                  <a:lnTo>
                    <a:pt x="24635" y="5219"/>
                  </a:lnTo>
                  <a:lnTo>
                    <a:pt x="26888" y="7489"/>
                  </a:lnTo>
                  <a:lnTo>
                    <a:pt x="28755" y="8259"/>
                  </a:lnTo>
                  <a:lnTo>
                    <a:pt x="29202" y="9567"/>
                  </a:lnTo>
                  <a:lnTo>
                    <a:pt x="23798" y="15895"/>
                  </a:lnTo>
                  <a:lnTo>
                    <a:pt x="21065" y="16259"/>
                  </a:lnTo>
                  <a:lnTo>
                    <a:pt x="19631" y="19371"/>
                  </a:lnTo>
                  <a:lnTo>
                    <a:pt x="19743" y="27031"/>
                  </a:lnTo>
                  <a:lnTo>
                    <a:pt x="18942" y="28216"/>
                  </a:lnTo>
                  <a:lnTo>
                    <a:pt x="20715" y="31572"/>
                  </a:lnTo>
                  <a:lnTo>
                    <a:pt x="22642" y="32206"/>
                  </a:lnTo>
                  <a:lnTo>
                    <a:pt x="19170" y="43496"/>
                  </a:lnTo>
                  <a:lnTo>
                    <a:pt x="16400" y="43153"/>
                  </a:lnTo>
                  <a:lnTo>
                    <a:pt x="15480" y="43665"/>
                  </a:lnTo>
                  <a:lnTo>
                    <a:pt x="11705" y="52427"/>
                  </a:lnTo>
                  <a:lnTo>
                    <a:pt x="4068" y="51917"/>
                  </a:lnTo>
                  <a:lnTo>
                    <a:pt x="3438" y="49260"/>
                  </a:lnTo>
                  <a:lnTo>
                    <a:pt x="0" y="33739"/>
                  </a:lnTo>
                  <a:lnTo>
                    <a:pt x="4880" y="32094"/>
                  </a:lnTo>
                  <a:lnTo>
                    <a:pt x="5463" y="30921"/>
                  </a:lnTo>
                  <a:lnTo>
                    <a:pt x="5162" y="27916"/>
                  </a:lnTo>
                  <a:lnTo>
                    <a:pt x="6344" y="25146"/>
                  </a:lnTo>
                  <a:lnTo>
                    <a:pt x="10471" y="23370"/>
                  </a:lnTo>
                  <a:lnTo>
                    <a:pt x="11645" y="18480"/>
                  </a:lnTo>
                  <a:lnTo>
                    <a:pt x="11375" y="17267"/>
                  </a:lnTo>
                  <a:lnTo>
                    <a:pt x="18460" y="11315"/>
                  </a:lnTo>
                  <a:lnTo>
                    <a:pt x="19423" y="9130"/>
                  </a:lnTo>
                  <a:lnTo>
                    <a:pt x="19558" y="6198"/>
                  </a:lnTo>
                  <a:lnTo>
                    <a:pt x="17356" y="5819"/>
                  </a:lnTo>
                  <a:lnTo>
                    <a:pt x="17088" y="4955"/>
                  </a:lnTo>
                  <a:lnTo>
                    <a:pt x="17984" y="699"/>
                  </a:lnTo>
                  <a:lnTo>
                    <a:pt x="19584" y="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h5661"/>
            <p:cNvSpPr/>
            <p:nvPr/>
          </p:nvSpPr>
          <p:spPr>
            <a:xfrm>
              <a:off x="6958824" y="3024571"/>
              <a:ext cx="7922" cy="4050"/>
            </a:xfrm>
            <a:custGeom>
              <a:avLst/>
              <a:pathLst>
                <a:path w="7922" h="4050">
                  <a:moveTo>
                    <a:pt x="4030" y="342"/>
                  </a:moveTo>
                  <a:lnTo>
                    <a:pt x="5335" y="2766"/>
                  </a:lnTo>
                  <a:lnTo>
                    <a:pt x="7279" y="1437"/>
                  </a:lnTo>
                  <a:lnTo>
                    <a:pt x="7922" y="2464"/>
                  </a:lnTo>
                  <a:lnTo>
                    <a:pt x="4647" y="4050"/>
                  </a:lnTo>
                  <a:lnTo>
                    <a:pt x="0" y="2619"/>
                  </a:lnTo>
                  <a:lnTo>
                    <a:pt x="60" y="1409"/>
                  </a:lnTo>
                  <a:lnTo>
                    <a:pt x="16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h5662"/>
            <p:cNvSpPr/>
            <p:nvPr/>
          </p:nvSpPr>
          <p:spPr>
            <a:xfrm>
              <a:off x="6971235" y="2908748"/>
              <a:ext cx="10278" cy="13777"/>
            </a:xfrm>
            <a:custGeom>
              <a:avLst/>
              <a:pathLst>
                <a:path w="10278" h="13777">
                  <a:moveTo>
                    <a:pt x="10051" y="853"/>
                  </a:moveTo>
                  <a:lnTo>
                    <a:pt x="9382" y="702"/>
                  </a:lnTo>
                  <a:lnTo>
                    <a:pt x="5854" y="6940"/>
                  </a:lnTo>
                  <a:lnTo>
                    <a:pt x="6002" y="9231"/>
                  </a:lnTo>
                  <a:lnTo>
                    <a:pt x="6574" y="8466"/>
                  </a:lnTo>
                  <a:lnTo>
                    <a:pt x="8668" y="13181"/>
                  </a:lnTo>
                  <a:lnTo>
                    <a:pt x="6249" y="13777"/>
                  </a:lnTo>
                  <a:lnTo>
                    <a:pt x="2834" y="8303"/>
                  </a:lnTo>
                  <a:lnTo>
                    <a:pt x="867" y="6915"/>
                  </a:lnTo>
                  <a:lnTo>
                    <a:pt x="0" y="5843"/>
                  </a:lnTo>
                  <a:lnTo>
                    <a:pt x="205" y="4117"/>
                  </a:lnTo>
                  <a:lnTo>
                    <a:pt x="1991" y="4360"/>
                  </a:lnTo>
                  <a:lnTo>
                    <a:pt x="3809" y="2910"/>
                  </a:lnTo>
                  <a:lnTo>
                    <a:pt x="7889" y="1286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h5663"/>
            <p:cNvSpPr/>
            <p:nvPr/>
          </p:nvSpPr>
          <p:spPr>
            <a:xfrm>
              <a:off x="6972828" y="2966879"/>
              <a:ext cx="18605" cy="13481"/>
            </a:xfrm>
            <a:custGeom>
              <a:avLst/>
              <a:pathLst>
                <a:path w="18605" h="13481">
                  <a:moveTo>
                    <a:pt x="13095" y="17"/>
                  </a:moveTo>
                  <a:lnTo>
                    <a:pt x="6150" y="7321"/>
                  </a:lnTo>
                  <a:lnTo>
                    <a:pt x="10291" y="8514"/>
                  </a:lnTo>
                  <a:lnTo>
                    <a:pt x="16399" y="4871"/>
                  </a:lnTo>
                  <a:lnTo>
                    <a:pt x="15894" y="6064"/>
                  </a:lnTo>
                  <a:lnTo>
                    <a:pt x="18605" y="8027"/>
                  </a:lnTo>
                  <a:lnTo>
                    <a:pt x="17364" y="10076"/>
                  </a:lnTo>
                  <a:lnTo>
                    <a:pt x="14185" y="10354"/>
                  </a:lnTo>
                  <a:lnTo>
                    <a:pt x="12417" y="11239"/>
                  </a:lnTo>
                  <a:lnTo>
                    <a:pt x="12784" y="13481"/>
                  </a:lnTo>
                  <a:lnTo>
                    <a:pt x="10767" y="13095"/>
                  </a:lnTo>
                  <a:lnTo>
                    <a:pt x="6663" y="10829"/>
                  </a:lnTo>
                  <a:lnTo>
                    <a:pt x="5547" y="11616"/>
                  </a:lnTo>
                  <a:lnTo>
                    <a:pt x="1565" y="12719"/>
                  </a:lnTo>
                  <a:lnTo>
                    <a:pt x="664" y="11514"/>
                  </a:lnTo>
                  <a:lnTo>
                    <a:pt x="0" y="8286"/>
                  </a:lnTo>
                  <a:lnTo>
                    <a:pt x="6326" y="1585"/>
                  </a:lnTo>
                  <a:lnTo>
                    <a:pt x="1079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h5664"/>
            <p:cNvSpPr/>
            <p:nvPr/>
          </p:nvSpPr>
          <p:spPr>
            <a:xfrm>
              <a:off x="6895305" y="2749029"/>
              <a:ext cx="43408" cy="48705"/>
            </a:xfrm>
            <a:custGeom>
              <a:avLst/>
              <a:pathLst>
                <a:path w="43408" h="48705">
                  <a:moveTo>
                    <a:pt x="16060" y="280"/>
                  </a:moveTo>
                  <a:lnTo>
                    <a:pt x="18208" y="2675"/>
                  </a:lnTo>
                  <a:lnTo>
                    <a:pt x="20802" y="2922"/>
                  </a:lnTo>
                  <a:lnTo>
                    <a:pt x="21570" y="1720"/>
                  </a:lnTo>
                  <a:lnTo>
                    <a:pt x="23764" y="2400"/>
                  </a:lnTo>
                  <a:lnTo>
                    <a:pt x="25819" y="4601"/>
                  </a:lnTo>
                  <a:lnTo>
                    <a:pt x="35930" y="26138"/>
                  </a:lnTo>
                  <a:lnTo>
                    <a:pt x="42121" y="35886"/>
                  </a:lnTo>
                  <a:lnTo>
                    <a:pt x="43408" y="39933"/>
                  </a:lnTo>
                  <a:lnTo>
                    <a:pt x="41509" y="41930"/>
                  </a:lnTo>
                  <a:lnTo>
                    <a:pt x="39218" y="42207"/>
                  </a:lnTo>
                  <a:lnTo>
                    <a:pt x="37589" y="39769"/>
                  </a:lnTo>
                  <a:lnTo>
                    <a:pt x="33704" y="39629"/>
                  </a:lnTo>
                  <a:lnTo>
                    <a:pt x="32331" y="40769"/>
                  </a:lnTo>
                  <a:lnTo>
                    <a:pt x="31745" y="43019"/>
                  </a:lnTo>
                  <a:lnTo>
                    <a:pt x="29367" y="46740"/>
                  </a:lnTo>
                  <a:lnTo>
                    <a:pt x="27172" y="47780"/>
                  </a:lnTo>
                  <a:lnTo>
                    <a:pt x="24365" y="47484"/>
                  </a:lnTo>
                  <a:lnTo>
                    <a:pt x="22665" y="48705"/>
                  </a:lnTo>
                  <a:lnTo>
                    <a:pt x="22320" y="47370"/>
                  </a:lnTo>
                  <a:lnTo>
                    <a:pt x="18515" y="46777"/>
                  </a:lnTo>
                  <a:lnTo>
                    <a:pt x="16621" y="45094"/>
                  </a:lnTo>
                  <a:lnTo>
                    <a:pt x="12065" y="38127"/>
                  </a:lnTo>
                  <a:lnTo>
                    <a:pt x="12301" y="36661"/>
                  </a:lnTo>
                  <a:lnTo>
                    <a:pt x="14095" y="35538"/>
                  </a:lnTo>
                  <a:lnTo>
                    <a:pt x="16116" y="36862"/>
                  </a:lnTo>
                  <a:lnTo>
                    <a:pt x="16399" y="34443"/>
                  </a:lnTo>
                  <a:lnTo>
                    <a:pt x="14995" y="32912"/>
                  </a:lnTo>
                  <a:lnTo>
                    <a:pt x="12793" y="32403"/>
                  </a:lnTo>
                  <a:lnTo>
                    <a:pt x="12376" y="35525"/>
                  </a:lnTo>
                  <a:lnTo>
                    <a:pt x="10834" y="34365"/>
                  </a:lnTo>
                  <a:lnTo>
                    <a:pt x="11399" y="24652"/>
                  </a:lnTo>
                  <a:lnTo>
                    <a:pt x="8087" y="22197"/>
                  </a:lnTo>
                  <a:lnTo>
                    <a:pt x="3308" y="22868"/>
                  </a:lnTo>
                  <a:lnTo>
                    <a:pt x="883" y="20369"/>
                  </a:lnTo>
                  <a:lnTo>
                    <a:pt x="0" y="17586"/>
                  </a:lnTo>
                  <a:lnTo>
                    <a:pt x="5967" y="10588"/>
                  </a:lnTo>
                  <a:lnTo>
                    <a:pt x="6565" y="8496"/>
                  </a:lnTo>
                  <a:lnTo>
                    <a:pt x="10056" y="7907"/>
                  </a:lnTo>
                  <a:lnTo>
                    <a:pt x="9232" y="4562"/>
                  </a:lnTo>
                  <a:lnTo>
                    <a:pt x="8305" y="3847"/>
                  </a:lnTo>
                  <a:lnTo>
                    <a:pt x="7181" y="4506"/>
                  </a:lnTo>
                  <a:lnTo>
                    <a:pt x="4415" y="4356"/>
                  </a:lnTo>
                  <a:lnTo>
                    <a:pt x="4603" y="3423"/>
                  </a:lnTo>
                  <a:lnTo>
                    <a:pt x="6350" y="2175"/>
                  </a:lnTo>
                  <a:lnTo>
                    <a:pt x="1418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h5665"/>
            <p:cNvSpPr/>
            <p:nvPr/>
          </p:nvSpPr>
          <p:spPr>
            <a:xfrm>
              <a:off x="7096728" y="3086219"/>
              <a:ext cx="9251" cy="14107"/>
            </a:xfrm>
            <a:custGeom>
              <a:avLst/>
              <a:pathLst>
                <a:path w="9251" h="14107">
                  <a:moveTo>
                    <a:pt x="3545" y="0"/>
                  </a:moveTo>
                  <a:lnTo>
                    <a:pt x="8782" y="5217"/>
                  </a:lnTo>
                  <a:lnTo>
                    <a:pt x="9251" y="7807"/>
                  </a:lnTo>
                  <a:lnTo>
                    <a:pt x="6944" y="8604"/>
                  </a:lnTo>
                  <a:lnTo>
                    <a:pt x="8502" y="12863"/>
                  </a:lnTo>
                  <a:lnTo>
                    <a:pt x="8360" y="14107"/>
                  </a:lnTo>
                  <a:lnTo>
                    <a:pt x="2499" y="13772"/>
                  </a:lnTo>
                  <a:lnTo>
                    <a:pt x="1074" y="9610"/>
                  </a:lnTo>
                  <a:lnTo>
                    <a:pt x="1329" y="7939"/>
                  </a:lnTo>
                  <a:lnTo>
                    <a:pt x="3684" y="7432"/>
                  </a:lnTo>
                  <a:lnTo>
                    <a:pt x="4903" y="6256"/>
                  </a:lnTo>
                  <a:lnTo>
                    <a:pt x="3068" y="3245"/>
                  </a:lnTo>
                  <a:lnTo>
                    <a:pt x="0" y="612"/>
                  </a:lnTo>
                  <a:lnTo>
                    <a:pt x="861" y="120"/>
                  </a:lnTo>
                  <a:lnTo>
                    <a:pt x="2109" y="137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h5666"/>
            <p:cNvSpPr/>
            <p:nvPr/>
          </p:nvSpPr>
          <p:spPr>
            <a:xfrm>
              <a:off x="6836810" y="2726053"/>
              <a:ext cx="20994" cy="23636"/>
            </a:xfrm>
            <a:custGeom>
              <a:avLst/>
              <a:pathLst>
                <a:path w="20994" h="23636">
                  <a:moveTo>
                    <a:pt x="5543" y="0"/>
                  </a:moveTo>
                  <a:lnTo>
                    <a:pt x="7456" y="1098"/>
                  </a:lnTo>
                  <a:lnTo>
                    <a:pt x="8158" y="2708"/>
                  </a:lnTo>
                  <a:lnTo>
                    <a:pt x="10090" y="2188"/>
                  </a:lnTo>
                  <a:lnTo>
                    <a:pt x="11670" y="3601"/>
                  </a:lnTo>
                  <a:lnTo>
                    <a:pt x="13037" y="11756"/>
                  </a:lnTo>
                  <a:lnTo>
                    <a:pt x="16054" y="11888"/>
                  </a:lnTo>
                  <a:lnTo>
                    <a:pt x="20013" y="13379"/>
                  </a:lnTo>
                  <a:lnTo>
                    <a:pt x="20994" y="15321"/>
                  </a:lnTo>
                  <a:lnTo>
                    <a:pt x="20798" y="16417"/>
                  </a:lnTo>
                  <a:lnTo>
                    <a:pt x="19878" y="16888"/>
                  </a:lnTo>
                  <a:lnTo>
                    <a:pt x="17414" y="16110"/>
                  </a:lnTo>
                  <a:lnTo>
                    <a:pt x="17498" y="19031"/>
                  </a:lnTo>
                  <a:lnTo>
                    <a:pt x="17219" y="19700"/>
                  </a:lnTo>
                  <a:lnTo>
                    <a:pt x="17074" y="20905"/>
                  </a:lnTo>
                  <a:lnTo>
                    <a:pt x="11945" y="23636"/>
                  </a:lnTo>
                  <a:lnTo>
                    <a:pt x="8428" y="22720"/>
                  </a:lnTo>
                  <a:lnTo>
                    <a:pt x="9270" y="21041"/>
                  </a:lnTo>
                  <a:lnTo>
                    <a:pt x="9099" y="19837"/>
                  </a:lnTo>
                  <a:lnTo>
                    <a:pt x="4157" y="13131"/>
                  </a:lnTo>
                  <a:lnTo>
                    <a:pt x="0" y="12491"/>
                  </a:lnTo>
                  <a:lnTo>
                    <a:pt x="2734" y="9027"/>
                  </a:lnTo>
                  <a:lnTo>
                    <a:pt x="5424" y="8852"/>
                  </a:lnTo>
                  <a:lnTo>
                    <a:pt x="5757" y="6978"/>
                  </a:lnTo>
                  <a:lnTo>
                    <a:pt x="4769" y="133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h5667"/>
            <p:cNvSpPr/>
            <p:nvPr/>
          </p:nvSpPr>
          <p:spPr>
            <a:xfrm>
              <a:off x="7027364" y="2939773"/>
              <a:ext cx="19317" cy="12635"/>
            </a:xfrm>
            <a:custGeom>
              <a:avLst/>
              <a:pathLst>
                <a:path w="19317" h="12635">
                  <a:moveTo>
                    <a:pt x="18702" y="1904"/>
                  </a:moveTo>
                  <a:lnTo>
                    <a:pt x="19317" y="4041"/>
                  </a:lnTo>
                  <a:lnTo>
                    <a:pt x="18157" y="5278"/>
                  </a:lnTo>
                  <a:lnTo>
                    <a:pt x="18069" y="9865"/>
                  </a:lnTo>
                  <a:lnTo>
                    <a:pt x="16948" y="11799"/>
                  </a:lnTo>
                  <a:lnTo>
                    <a:pt x="14588" y="12250"/>
                  </a:lnTo>
                  <a:lnTo>
                    <a:pt x="11881" y="11734"/>
                  </a:lnTo>
                  <a:lnTo>
                    <a:pt x="2065" y="12635"/>
                  </a:lnTo>
                  <a:lnTo>
                    <a:pt x="0" y="7718"/>
                  </a:lnTo>
                  <a:lnTo>
                    <a:pt x="2197" y="5327"/>
                  </a:lnTo>
                  <a:lnTo>
                    <a:pt x="10817" y="3645"/>
                  </a:lnTo>
                  <a:lnTo>
                    <a:pt x="1673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h5668"/>
            <p:cNvSpPr/>
            <p:nvPr/>
          </p:nvSpPr>
          <p:spPr>
            <a:xfrm>
              <a:off x="6949034" y="2947047"/>
              <a:ext cx="23540" cy="21376"/>
            </a:xfrm>
            <a:custGeom>
              <a:avLst/>
              <a:pathLst>
                <a:path w="23540" h="21376">
                  <a:moveTo>
                    <a:pt x="2962" y="2028"/>
                  </a:moveTo>
                  <a:lnTo>
                    <a:pt x="4612" y="5007"/>
                  </a:lnTo>
                  <a:lnTo>
                    <a:pt x="9149" y="4790"/>
                  </a:lnTo>
                  <a:lnTo>
                    <a:pt x="13398" y="7982"/>
                  </a:lnTo>
                  <a:lnTo>
                    <a:pt x="16434" y="8271"/>
                  </a:lnTo>
                  <a:lnTo>
                    <a:pt x="16776" y="8959"/>
                  </a:lnTo>
                  <a:lnTo>
                    <a:pt x="16045" y="12912"/>
                  </a:lnTo>
                  <a:lnTo>
                    <a:pt x="16220" y="14892"/>
                  </a:lnTo>
                  <a:lnTo>
                    <a:pt x="17457" y="16906"/>
                  </a:lnTo>
                  <a:lnTo>
                    <a:pt x="23540" y="20157"/>
                  </a:lnTo>
                  <a:lnTo>
                    <a:pt x="21969" y="21376"/>
                  </a:lnTo>
                  <a:lnTo>
                    <a:pt x="21301" y="20715"/>
                  </a:lnTo>
                  <a:lnTo>
                    <a:pt x="18510" y="19915"/>
                  </a:lnTo>
                  <a:lnTo>
                    <a:pt x="15038" y="16701"/>
                  </a:lnTo>
                  <a:lnTo>
                    <a:pt x="11996" y="17191"/>
                  </a:lnTo>
                  <a:lnTo>
                    <a:pt x="8586" y="18954"/>
                  </a:lnTo>
                  <a:lnTo>
                    <a:pt x="5611" y="18501"/>
                  </a:lnTo>
                  <a:lnTo>
                    <a:pt x="4719" y="16885"/>
                  </a:lnTo>
                  <a:lnTo>
                    <a:pt x="3406" y="17222"/>
                  </a:lnTo>
                  <a:lnTo>
                    <a:pt x="5678" y="10548"/>
                  </a:lnTo>
                  <a:lnTo>
                    <a:pt x="2910" y="7646"/>
                  </a:lnTo>
                  <a:lnTo>
                    <a:pt x="923" y="7288"/>
                  </a:lnTo>
                  <a:lnTo>
                    <a:pt x="0" y="5041"/>
                  </a:lnTo>
                  <a:lnTo>
                    <a:pt x="973" y="845"/>
                  </a:lnTo>
                  <a:lnTo>
                    <a:pt x="215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h5669"/>
            <p:cNvSpPr/>
            <p:nvPr/>
          </p:nvSpPr>
          <p:spPr>
            <a:xfrm>
              <a:off x="6991663" y="2862933"/>
              <a:ext cx="28350" cy="38458"/>
            </a:xfrm>
            <a:custGeom>
              <a:avLst/>
              <a:pathLst>
                <a:path w="28350" h="38458">
                  <a:moveTo>
                    <a:pt x="22622" y="17648"/>
                  </a:moveTo>
                  <a:lnTo>
                    <a:pt x="23882" y="21457"/>
                  </a:lnTo>
                  <a:lnTo>
                    <a:pt x="28350" y="26862"/>
                  </a:lnTo>
                  <a:lnTo>
                    <a:pt x="27460" y="33881"/>
                  </a:lnTo>
                  <a:lnTo>
                    <a:pt x="25241" y="38458"/>
                  </a:lnTo>
                  <a:lnTo>
                    <a:pt x="17665" y="34498"/>
                  </a:lnTo>
                  <a:lnTo>
                    <a:pt x="14584" y="31242"/>
                  </a:lnTo>
                  <a:lnTo>
                    <a:pt x="14491" y="30016"/>
                  </a:lnTo>
                  <a:lnTo>
                    <a:pt x="15748" y="25296"/>
                  </a:lnTo>
                  <a:lnTo>
                    <a:pt x="14690" y="19515"/>
                  </a:lnTo>
                  <a:lnTo>
                    <a:pt x="12768" y="18699"/>
                  </a:lnTo>
                  <a:lnTo>
                    <a:pt x="8422" y="22212"/>
                  </a:lnTo>
                  <a:lnTo>
                    <a:pt x="5773" y="21692"/>
                  </a:lnTo>
                  <a:lnTo>
                    <a:pt x="5263" y="21029"/>
                  </a:lnTo>
                  <a:lnTo>
                    <a:pt x="2952" y="22822"/>
                  </a:lnTo>
                  <a:lnTo>
                    <a:pt x="0" y="20891"/>
                  </a:lnTo>
                  <a:lnTo>
                    <a:pt x="1466" y="18972"/>
                  </a:lnTo>
                  <a:lnTo>
                    <a:pt x="1724" y="17454"/>
                  </a:lnTo>
                  <a:lnTo>
                    <a:pt x="1193" y="16682"/>
                  </a:lnTo>
                  <a:lnTo>
                    <a:pt x="4210" y="15918"/>
                  </a:lnTo>
                  <a:lnTo>
                    <a:pt x="10277" y="8769"/>
                  </a:lnTo>
                  <a:lnTo>
                    <a:pt x="6061" y="1025"/>
                  </a:lnTo>
                  <a:lnTo>
                    <a:pt x="7163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h5670"/>
            <p:cNvSpPr/>
            <p:nvPr/>
          </p:nvSpPr>
          <p:spPr>
            <a:xfrm>
              <a:off x="6938513" y="2920887"/>
              <a:ext cx="12329" cy="8255"/>
            </a:xfrm>
            <a:custGeom>
              <a:avLst/>
              <a:pathLst>
                <a:path w="12329" h="8255">
                  <a:moveTo>
                    <a:pt x="7153" y="940"/>
                  </a:moveTo>
                  <a:lnTo>
                    <a:pt x="12329" y="4575"/>
                  </a:lnTo>
                  <a:lnTo>
                    <a:pt x="10637" y="8255"/>
                  </a:lnTo>
                  <a:lnTo>
                    <a:pt x="10210" y="6328"/>
                  </a:lnTo>
                  <a:lnTo>
                    <a:pt x="8942" y="6717"/>
                  </a:lnTo>
                  <a:lnTo>
                    <a:pt x="2549" y="6039"/>
                  </a:lnTo>
                  <a:lnTo>
                    <a:pt x="2658" y="3626"/>
                  </a:lnTo>
                  <a:lnTo>
                    <a:pt x="1371" y="3005"/>
                  </a:lnTo>
                  <a:lnTo>
                    <a:pt x="0" y="961"/>
                  </a:lnTo>
                  <a:lnTo>
                    <a:pt x="29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h5671"/>
            <p:cNvSpPr/>
            <p:nvPr/>
          </p:nvSpPr>
          <p:spPr>
            <a:xfrm>
              <a:off x="7006431" y="3013665"/>
              <a:ext cx="25749" cy="15408"/>
            </a:xfrm>
            <a:custGeom>
              <a:avLst/>
              <a:pathLst>
                <a:path w="25749" h="15408">
                  <a:moveTo>
                    <a:pt x="15264" y="424"/>
                  </a:moveTo>
                  <a:lnTo>
                    <a:pt x="18194" y="2340"/>
                  </a:lnTo>
                  <a:lnTo>
                    <a:pt x="22922" y="5441"/>
                  </a:lnTo>
                  <a:lnTo>
                    <a:pt x="24685" y="7751"/>
                  </a:lnTo>
                  <a:lnTo>
                    <a:pt x="25749" y="10827"/>
                  </a:lnTo>
                  <a:lnTo>
                    <a:pt x="24754" y="12521"/>
                  </a:lnTo>
                  <a:lnTo>
                    <a:pt x="21975" y="12908"/>
                  </a:lnTo>
                  <a:lnTo>
                    <a:pt x="21255" y="14233"/>
                  </a:lnTo>
                  <a:lnTo>
                    <a:pt x="19058" y="15408"/>
                  </a:lnTo>
                  <a:lnTo>
                    <a:pt x="3996" y="14361"/>
                  </a:lnTo>
                  <a:lnTo>
                    <a:pt x="978" y="13352"/>
                  </a:lnTo>
                  <a:lnTo>
                    <a:pt x="0" y="4360"/>
                  </a:lnTo>
                  <a:lnTo>
                    <a:pt x="5318" y="4729"/>
                  </a:lnTo>
                  <a:lnTo>
                    <a:pt x="5575" y="2672"/>
                  </a:lnTo>
                  <a:lnTo>
                    <a:pt x="4938" y="1732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h5672"/>
            <p:cNvSpPr/>
            <p:nvPr/>
          </p:nvSpPr>
          <p:spPr>
            <a:xfrm>
              <a:off x="6946313" y="3042450"/>
              <a:ext cx="11362" cy="8383"/>
            </a:xfrm>
            <a:custGeom>
              <a:avLst/>
              <a:pathLst>
                <a:path w="11362" h="8383">
                  <a:moveTo>
                    <a:pt x="10457" y="1827"/>
                  </a:moveTo>
                  <a:lnTo>
                    <a:pt x="11362" y="3475"/>
                  </a:lnTo>
                  <a:lnTo>
                    <a:pt x="9746" y="8383"/>
                  </a:lnTo>
                  <a:lnTo>
                    <a:pt x="6002" y="6133"/>
                  </a:lnTo>
                  <a:lnTo>
                    <a:pt x="1340" y="4823"/>
                  </a:lnTo>
                  <a:lnTo>
                    <a:pt x="0" y="3283"/>
                  </a:lnTo>
                  <a:lnTo>
                    <a:pt x="2046" y="3812"/>
                  </a:lnTo>
                  <a:lnTo>
                    <a:pt x="6981" y="1261"/>
                  </a:lnTo>
                  <a:lnTo>
                    <a:pt x="7947" y="333"/>
                  </a:lnTo>
                  <a:lnTo>
                    <a:pt x="758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h5673"/>
            <p:cNvSpPr/>
            <p:nvPr/>
          </p:nvSpPr>
          <p:spPr>
            <a:xfrm>
              <a:off x="7240043" y="3112865"/>
              <a:ext cx="8028" cy="5573"/>
            </a:xfrm>
            <a:custGeom>
              <a:avLst/>
              <a:pathLst>
                <a:path w="8028" h="5573">
                  <a:moveTo>
                    <a:pt x="6413" y="506"/>
                  </a:moveTo>
                  <a:lnTo>
                    <a:pt x="6559" y="526"/>
                  </a:lnTo>
                  <a:lnTo>
                    <a:pt x="6702" y="545"/>
                  </a:lnTo>
                  <a:lnTo>
                    <a:pt x="7276" y="2784"/>
                  </a:lnTo>
                  <a:lnTo>
                    <a:pt x="8028" y="3748"/>
                  </a:lnTo>
                  <a:lnTo>
                    <a:pt x="6419" y="5573"/>
                  </a:lnTo>
                  <a:lnTo>
                    <a:pt x="598" y="2010"/>
                  </a:lnTo>
                  <a:lnTo>
                    <a:pt x="0" y="1250"/>
                  </a:lnTo>
                  <a:lnTo>
                    <a:pt x="245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h5674"/>
            <p:cNvSpPr/>
            <p:nvPr/>
          </p:nvSpPr>
          <p:spPr>
            <a:xfrm>
              <a:off x="7267962" y="3096440"/>
              <a:ext cx="9301" cy="7606"/>
            </a:xfrm>
            <a:custGeom>
              <a:avLst/>
              <a:pathLst>
                <a:path w="9301" h="7606">
                  <a:moveTo>
                    <a:pt x="6746" y="1527"/>
                  </a:moveTo>
                  <a:lnTo>
                    <a:pt x="9301" y="3934"/>
                  </a:lnTo>
                  <a:lnTo>
                    <a:pt x="2066" y="7606"/>
                  </a:lnTo>
                  <a:lnTo>
                    <a:pt x="508" y="5421"/>
                  </a:lnTo>
                  <a:lnTo>
                    <a:pt x="1302" y="37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h5675"/>
            <p:cNvSpPr/>
            <p:nvPr/>
          </p:nvSpPr>
          <p:spPr>
            <a:xfrm>
              <a:off x="7235349" y="3171803"/>
              <a:ext cx="94899" cy="35671"/>
            </a:xfrm>
            <a:custGeom>
              <a:avLst/>
              <a:pathLst>
                <a:path w="94899" h="35671">
                  <a:moveTo>
                    <a:pt x="22089" y="984"/>
                  </a:moveTo>
                  <a:lnTo>
                    <a:pt x="35784" y="1712"/>
                  </a:lnTo>
                  <a:lnTo>
                    <a:pt x="35702" y="4762"/>
                  </a:lnTo>
                  <a:lnTo>
                    <a:pt x="44426" y="1329"/>
                  </a:lnTo>
                  <a:lnTo>
                    <a:pt x="45172" y="3064"/>
                  </a:lnTo>
                  <a:lnTo>
                    <a:pt x="42690" y="4450"/>
                  </a:lnTo>
                  <a:lnTo>
                    <a:pt x="44332" y="7081"/>
                  </a:lnTo>
                  <a:lnTo>
                    <a:pt x="45576" y="7727"/>
                  </a:lnTo>
                  <a:lnTo>
                    <a:pt x="56293" y="6687"/>
                  </a:lnTo>
                  <a:lnTo>
                    <a:pt x="61351" y="16508"/>
                  </a:lnTo>
                  <a:lnTo>
                    <a:pt x="62228" y="15618"/>
                  </a:lnTo>
                  <a:lnTo>
                    <a:pt x="65556" y="13559"/>
                  </a:lnTo>
                  <a:lnTo>
                    <a:pt x="71288" y="12482"/>
                  </a:lnTo>
                  <a:lnTo>
                    <a:pt x="80883" y="12570"/>
                  </a:lnTo>
                  <a:lnTo>
                    <a:pt x="82159" y="14386"/>
                  </a:lnTo>
                  <a:lnTo>
                    <a:pt x="88626" y="14049"/>
                  </a:lnTo>
                  <a:lnTo>
                    <a:pt x="94899" y="16583"/>
                  </a:lnTo>
                  <a:lnTo>
                    <a:pt x="94278" y="18907"/>
                  </a:lnTo>
                  <a:lnTo>
                    <a:pt x="94741" y="28626"/>
                  </a:lnTo>
                  <a:lnTo>
                    <a:pt x="86699" y="29135"/>
                  </a:lnTo>
                  <a:lnTo>
                    <a:pt x="86832" y="30984"/>
                  </a:lnTo>
                  <a:lnTo>
                    <a:pt x="76684" y="31495"/>
                  </a:lnTo>
                  <a:lnTo>
                    <a:pt x="77234" y="32133"/>
                  </a:lnTo>
                  <a:lnTo>
                    <a:pt x="77211" y="35671"/>
                  </a:lnTo>
                  <a:lnTo>
                    <a:pt x="1717" y="35451"/>
                  </a:lnTo>
                  <a:lnTo>
                    <a:pt x="179" y="32571"/>
                  </a:lnTo>
                  <a:lnTo>
                    <a:pt x="0" y="24104"/>
                  </a:lnTo>
                  <a:lnTo>
                    <a:pt x="2938" y="22464"/>
                  </a:lnTo>
                  <a:lnTo>
                    <a:pt x="6077" y="22045"/>
                  </a:lnTo>
                  <a:lnTo>
                    <a:pt x="6207" y="17100"/>
                  </a:lnTo>
                  <a:lnTo>
                    <a:pt x="11076" y="17386"/>
                  </a:lnTo>
                  <a:lnTo>
                    <a:pt x="12866" y="18690"/>
                  </a:lnTo>
                  <a:lnTo>
                    <a:pt x="12795" y="11715"/>
                  </a:lnTo>
                  <a:lnTo>
                    <a:pt x="16122" y="12507"/>
                  </a:lnTo>
                  <a:lnTo>
                    <a:pt x="18250" y="3093"/>
                  </a:lnTo>
                  <a:lnTo>
                    <a:pt x="1987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h5676"/>
            <p:cNvSpPr/>
            <p:nvPr/>
          </p:nvSpPr>
          <p:spPr>
            <a:xfrm>
              <a:off x="6963322" y="2847749"/>
              <a:ext cx="27273" cy="19214"/>
            </a:xfrm>
            <a:custGeom>
              <a:avLst/>
              <a:pathLst>
                <a:path w="27273" h="19214">
                  <a:moveTo>
                    <a:pt x="12491" y="327"/>
                  </a:moveTo>
                  <a:lnTo>
                    <a:pt x="16198" y="1230"/>
                  </a:lnTo>
                  <a:lnTo>
                    <a:pt x="23131" y="5337"/>
                  </a:lnTo>
                  <a:lnTo>
                    <a:pt x="26169" y="5418"/>
                  </a:lnTo>
                  <a:lnTo>
                    <a:pt x="27273" y="7657"/>
                  </a:lnTo>
                  <a:lnTo>
                    <a:pt x="26540" y="9526"/>
                  </a:lnTo>
                  <a:lnTo>
                    <a:pt x="19192" y="13456"/>
                  </a:lnTo>
                  <a:lnTo>
                    <a:pt x="15569" y="18460"/>
                  </a:lnTo>
                  <a:lnTo>
                    <a:pt x="15576" y="17761"/>
                  </a:lnTo>
                  <a:lnTo>
                    <a:pt x="14071" y="16605"/>
                  </a:lnTo>
                  <a:lnTo>
                    <a:pt x="11469" y="17373"/>
                  </a:lnTo>
                  <a:lnTo>
                    <a:pt x="10076" y="19214"/>
                  </a:lnTo>
                  <a:lnTo>
                    <a:pt x="8910" y="18770"/>
                  </a:lnTo>
                  <a:lnTo>
                    <a:pt x="8489" y="17592"/>
                  </a:lnTo>
                  <a:lnTo>
                    <a:pt x="7369" y="17143"/>
                  </a:lnTo>
                  <a:lnTo>
                    <a:pt x="4072" y="17597"/>
                  </a:lnTo>
                  <a:lnTo>
                    <a:pt x="662" y="12859"/>
                  </a:lnTo>
                  <a:lnTo>
                    <a:pt x="0" y="9469"/>
                  </a:lnTo>
                  <a:lnTo>
                    <a:pt x="1940" y="5232"/>
                  </a:lnTo>
                  <a:lnTo>
                    <a:pt x="817" y="2318"/>
                  </a:lnTo>
                  <a:lnTo>
                    <a:pt x="919" y="627"/>
                  </a:lnTo>
                  <a:lnTo>
                    <a:pt x="2063" y="0"/>
                  </a:lnTo>
                  <a:lnTo>
                    <a:pt x="4500" y="114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h5677"/>
            <p:cNvSpPr/>
            <p:nvPr/>
          </p:nvSpPr>
          <p:spPr>
            <a:xfrm>
              <a:off x="7115773" y="3144839"/>
              <a:ext cx="30819" cy="26844"/>
            </a:xfrm>
            <a:custGeom>
              <a:avLst/>
              <a:pathLst>
                <a:path w="30819" h="26844">
                  <a:moveTo>
                    <a:pt x="17344" y="7662"/>
                  </a:moveTo>
                  <a:lnTo>
                    <a:pt x="23372" y="11483"/>
                  </a:lnTo>
                  <a:lnTo>
                    <a:pt x="26704" y="12151"/>
                  </a:lnTo>
                  <a:lnTo>
                    <a:pt x="29321" y="11408"/>
                  </a:lnTo>
                  <a:lnTo>
                    <a:pt x="30819" y="13693"/>
                  </a:lnTo>
                  <a:lnTo>
                    <a:pt x="24637" y="17666"/>
                  </a:lnTo>
                  <a:lnTo>
                    <a:pt x="26264" y="21212"/>
                  </a:lnTo>
                  <a:lnTo>
                    <a:pt x="28967" y="20631"/>
                  </a:lnTo>
                  <a:lnTo>
                    <a:pt x="24216" y="23517"/>
                  </a:lnTo>
                  <a:lnTo>
                    <a:pt x="22680" y="25229"/>
                  </a:lnTo>
                  <a:lnTo>
                    <a:pt x="16831" y="23823"/>
                  </a:lnTo>
                  <a:lnTo>
                    <a:pt x="15583" y="24948"/>
                  </a:lnTo>
                  <a:lnTo>
                    <a:pt x="9018" y="26844"/>
                  </a:lnTo>
                  <a:lnTo>
                    <a:pt x="7196" y="25347"/>
                  </a:lnTo>
                  <a:lnTo>
                    <a:pt x="6712" y="22596"/>
                  </a:lnTo>
                  <a:lnTo>
                    <a:pt x="5174" y="20557"/>
                  </a:lnTo>
                  <a:lnTo>
                    <a:pt x="0" y="18083"/>
                  </a:lnTo>
                  <a:lnTo>
                    <a:pt x="851" y="15560"/>
                  </a:lnTo>
                  <a:lnTo>
                    <a:pt x="1391" y="9655"/>
                  </a:lnTo>
                  <a:lnTo>
                    <a:pt x="2898" y="6732"/>
                  </a:lnTo>
                  <a:lnTo>
                    <a:pt x="4716" y="4228"/>
                  </a:lnTo>
                  <a:lnTo>
                    <a:pt x="1011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h5678"/>
            <p:cNvSpPr/>
            <p:nvPr/>
          </p:nvSpPr>
          <p:spPr>
            <a:xfrm>
              <a:off x="6886812" y="2856270"/>
              <a:ext cx="11068" cy="8058"/>
            </a:xfrm>
            <a:custGeom>
              <a:avLst/>
              <a:pathLst>
                <a:path w="11068" h="8058">
                  <a:moveTo>
                    <a:pt x="7366" y="3990"/>
                  </a:moveTo>
                  <a:lnTo>
                    <a:pt x="8647" y="3950"/>
                  </a:lnTo>
                  <a:lnTo>
                    <a:pt x="10008" y="2560"/>
                  </a:lnTo>
                  <a:lnTo>
                    <a:pt x="11068" y="5573"/>
                  </a:lnTo>
                  <a:lnTo>
                    <a:pt x="8999" y="8058"/>
                  </a:lnTo>
                  <a:lnTo>
                    <a:pt x="7457" y="7137"/>
                  </a:lnTo>
                  <a:lnTo>
                    <a:pt x="3822" y="7347"/>
                  </a:lnTo>
                  <a:lnTo>
                    <a:pt x="1984" y="6242"/>
                  </a:lnTo>
                  <a:lnTo>
                    <a:pt x="521" y="4061"/>
                  </a:lnTo>
                  <a:lnTo>
                    <a:pt x="0" y="2794"/>
                  </a:lnTo>
                  <a:lnTo>
                    <a:pt x="3232" y="492"/>
                  </a:lnTo>
                  <a:lnTo>
                    <a:pt x="3086" y="0"/>
                  </a:lnTo>
                  <a:lnTo>
                    <a:pt x="5088" y="20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h5679"/>
            <p:cNvSpPr/>
            <p:nvPr/>
          </p:nvSpPr>
          <p:spPr>
            <a:xfrm>
              <a:off x="7150841" y="3027809"/>
              <a:ext cx="42946" cy="59907"/>
            </a:xfrm>
            <a:custGeom>
              <a:avLst/>
              <a:pathLst>
                <a:path w="42946" h="59907">
                  <a:moveTo>
                    <a:pt x="19608" y="1156"/>
                  </a:moveTo>
                  <a:lnTo>
                    <a:pt x="27143" y="972"/>
                  </a:lnTo>
                  <a:lnTo>
                    <a:pt x="31477" y="3346"/>
                  </a:lnTo>
                  <a:lnTo>
                    <a:pt x="42946" y="12468"/>
                  </a:lnTo>
                  <a:lnTo>
                    <a:pt x="33848" y="19863"/>
                  </a:lnTo>
                  <a:lnTo>
                    <a:pt x="34047" y="20955"/>
                  </a:lnTo>
                  <a:lnTo>
                    <a:pt x="37044" y="20599"/>
                  </a:lnTo>
                  <a:lnTo>
                    <a:pt x="38981" y="21218"/>
                  </a:lnTo>
                  <a:lnTo>
                    <a:pt x="40606" y="23617"/>
                  </a:lnTo>
                  <a:lnTo>
                    <a:pt x="40089" y="25017"/>
                  </a:lnTo>
                  <a:lnTo>
                    <a:pt x="37586" y="25956"/>
                  </a:lnTo>
                  <a:lnTo>
                    <a:pt x="35420" y="25247"/>
                  </a:lnTo>
                  <a:lnTo>
                    <a:pt x="31987" y="25871"/>
                  </a:lnTo>
                  <a:lnTo>
                    <a:pt x="32321" y="27353"/>
                  </a:lnTo>
                  <a:lnTo>
                    <a:pt x="33725" y="28301"/>
                  </a:lnTo>
                  <a:lnTo>
                    <a:pt x="34679" y="31197"/>
                  </a:lnTo>
                  <a:lnTo>
                    <a:pt x="32279" y="38220"/>
                  </a:lnTo>
                  <a:lnTo>
                    <a:pt x="33269" y="46506"/>
                  </a:lnTo>
                  <a:lnTo>
                    <a:pt x="31916" y="48329"/>
                  </a:lnTo>
                  <a:lnTo>
                    <a:pt x="25174" y="54053"/>
                  </a:lnTo>
                  <a:lnTo>
                    <a:pt x="26985" y="54793"/>
                  </a:lnTo>
                  <a:lnTo>
                    <a:pt x="26149" y="56445"/>
                  </a:lnTo>
                  <a:lnTo>
                    <a:pt x="24365" y="57560"/>
                  </a:lnTo>
                  <a:lnTo>
                    <a:pt x="20695" y="56174"/>
                  </a:lnTo>
                  <a:lnTo>
                    <a:pt x="17523" y="56067"/>
                  </a:lnTo>
                  <a:lnTo>
                    <a:pt x="18462" y="59330"/>
                  </a:lnTo>
                  <a:lnTo>
                    <a:pt x="17902" y="59907"/>
                  </a:lnTo>
                  <a:lnTo>
                    <a:pt x="14365" y="59271"/>
                  </a:lnTo>
                  <a:lnTo>
                    <a:pt x="14901" y="57912"/>
                  </a:lnTo>
                  <a:lnTo>
                    <a:pt x="13020" y="57007"/>
                  </a:lnTo>
                  <a:lnTo>
                    <a:pt x="10777" y="56877"/>
                  </a:lnTo>
                  <a:lnTo>
                    <a:pt x="9701" y="58141"/>
                  </a:lnTo>
                  <a:lnTo>
                    <a:pt x="7267" y="58733"/>
                  </a:lnTo>
                  <a:lnTo>
                    <a:pt x="308" y="59762"/>
                  </a:lnTo>
                  <a:lnTo>
                    <a:pt x="0" y="57262"/>
                  </a:lnTo>
                  <a:lnTo>
                    <a:pt x="1181" y="56808"/>
                  </a:lnTo>
                  <a:lnTo>
                    <a:pt x="1708" y="55263"/>
                  </a:lnTo>
                  <a:lnTo>
                    <a:pt x="5551" y="55255"/>
                  </a:lnTo>
                  <a:lnTo>
                    <a:pt x="9924" y="52462"/>
                  </a:lnTo>
                  <a:lnTo>
                    <a:pt x="11408" y="49614"/>
                  </a:lnTo>
                  <a:lnTo>
                    <a:pt x="11946" y="39571"/>
                  </a:lnTo>
                  <a:lnTo>
                    <a:pt x="17709" y="36698"/>
                  </a:lnTo>
                  <a:lnTo>
                    <a:pt x="18450" y="35732"/>
                  </a:lnTo>
                  <a:lnTo>
                    <a:pt x="19122" y="26953"/>
                  </a:lnTo>
                  <a:lnTo>
                    <a:pt x="22669" y="24629"/>
                  </a:lnTo>
                  <a:lnTo>
                    <a:pt x="22407" y="23268"/>
                  </a:lnTo>
                  <a:lnTo>
                    <a:pt x="17494" y="20892"/>
                  </a:lnTo>
                  <a:lnTo>
                    <a:pt x="14466" y="17631"/>
                  </a:lnTo>
                  <a:lnTo>
                    <a:pt x="11883" y="17142"/>
                  </a:lnTo>
                  <a:lnTo>
                    <a:pt x="12077" y="15847"/>
                  </a:lnTo>
                  <a:lnTo>
                    <a:pt x="13716" y="14248"/>
                  </a:lnTo>
                  <a:lnTo>
                    <a:pt x="16047" y="13130"/>
                  </a:lnTo>
                  <a:lnTo>
                    <a:pt x="14836" y="5346"/>
                  </a:lnTo>
                  <a:lnTo>
                    <a:pt x="13710" y="2884"/>
                  </a:lnTo>
                  <a:lnTo>
                    <a:pt x="15291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h5680"/>
            <p:cNvSpPr/>
            <p:nvPr/>
          </p:nvSpPr>
          <p:spPr>
            <a:xfrm>
              <a:off x="6958824" y="3027190"/>
              <a:ext cx="5157" cy="4032"/>
            </a:xfrm>
            <a:custGeom>
              <a:avLst/>
              <a:pathLst>
                <a:path w="5157" h="4032">
                  <a:moveTo>
                    <a:pt x="4647" y="1431"/>
                  </a:moveTo>
                  <a:lnTo>
                    <a:pt x="5157" y="3594"/>
                  </a:lnTo>
                  <a:lnTo>
                    <a:pt x="66" y="40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h5681"/>
            <p:cNvSpPr/>
            <p:nvPr/>
          </p:nvSpPr>
          <p:spPr>
            <a:xfrm>
              <a:off x="6950669" y="3018452"/>
              <a:ext cx="8080" cy="4759"/>
            </a:xfrm>
            <a:custGeom>
              <a:avLst/>
              <a:pathLst>
                <a:path w="8080" h="4759">
                  <a:moveTo>
                    <a:pt x="3470" y="1193"/>
                  </a:moveTo>
                  <a:lnTo>
                    <a:pt x="5537" y="1323"/>
                  </a:lnTo>
                  <a:lnTo>
                    <a:pt x="8080" y="3818"/>
                  </a:lnTo>
                  <a:lnTo>
                    <a:pt x="3271" y="4759"/>
                  </a:lnTo>
                  <a:lnTo>
                    <a:pt x="0" y="1125"/>
                  </a:lnTo>
                  <a:lnTo>
                    <a:pt x="256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h5682"/>
            <p:cNvSpPr/>
            <p:nvPr/>
          </p:nvSpPr>
          <p:spPr>
            <a:xfrm>
              <a:off x="6967701" y="2927882"/>
              <a:ext cx="3934" cy="5075"/>
            </a:xfrm>
            <a:custGeom>
              <a:avLst/>
              <a:pathLst>
                <a:path w="3934" h="5075">
                  <a:moveTo>
                    <a:pt x="3934" y="2780"/>
                  </a:moveTo>
                  <a:lnTo>
                    <a:pt x="1710" y="4957"/>
                  </a:lnTo>
                  <a:lnTo>
                    <a:pt x="898" y="5075"/>
                  </a:lnTo>
                  <a:lnTo>
                    <a:pt x="0" y="494"/>
                  </a:lnTo>
                  <a:lnTo>
                    <a:pt x="167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h5683"/>
            <p:cNvSpPr/>
            <p:nvPr/>
          </p:nvSpPr>
          <p:spPr>
            <a:xfrm>
              <a:off x="6909599" y="2814244"/>
              <a:ext cx="9899" cy="12056"/>
            </a:xfrm>
            <a:custGeom>
              <a:avLst/>
              <a:pathLst>
                <a:path w="9899" h="12056">
                  <a:moveTo>
                    <a:pt x="6812" y="717"/>
                  </a:moveTo>
                  <a:lnTo>
                    <a:pt x="8148" y="2648"/>
                  </a:lnTo>
                  <a:lnTo>
                    <a:pt x="9899" y="10061"/>
                  </a:lnTo>
                  <a:lnTo>
                    <a:pt x="9498" y="12056"/>
                  </a:lnTo>
                  <a:lnTo>
                    <a:pt x="4516" y="11793"/>
                  </a:lnTo>
                  <a:lnTo>
                    <a:pt x="0" y="9992"/>
                  </a:lnTo>
                  <a:lnTo>
                    <a:pt x="551" y="6361"/>
                  </a:lnTo>
                  <a:lnTo>
                    <a:pt x="4212" y="3595"/>
                  </a:lnTo>
                  <a:lnTo>
                    <a:pt x="5216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h5684"/>
            <p:cNvSpPr/>
            <p:nvPr/>
          </p:nvSpPr>
          <p:spPr>
            <a:xfrm>
              <a:off x="7209257" y="3115999"/>
              <a:ext cx="11599" cy="14312"/>
            </a:xfrm>
            <a:custGeom>
              <a:avLst/>
              <a:pathLst>
                <a:path w="11599" h="14312">
                  <a:moveTo>
                    <a:pt x="11599" y="3604"/>
                  </a:moveTo>
                  <a:lnTo>
                    <a:pt x="11146" y="9225"/>
                  </a:lnTo>
                  <a:lnTo>
                    <a:pt x="9776" y="10650"/>
                  </a:lnTo>
                  <a:lnTo>
                    <a:pt x="6557" y="11770"/>
                  </a:lnTo>
                  <a:lnTo>
                    <a:pt x="6778" y="14312"/>
                  </a:lnTo>
                  <a:lnTo>
                    <a:pt x="6455" y="13063"/>
                  </a:lnTo>
                  <a:lnTo>
                    <a:pt x="2420" y="10550"/>
                  </a:lnTo>
                  <a:lnTo>
                    <a:pt x="0" y="7526"/>
                  </a:lnTo>
                  <a:lnTo>
                    <a:pt x="2051" y="4438"/>
                  </a:lnTo>
                  <a:lnTo>
                    <a:pt x="6406" y="514"/>
                  </a:lnTo>
                  <a:lnTo>
                    <a:pt x="1026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h5685"/>
            <p:cNvSpPr/>
            <p:nvPr/>
          </p:nvSpPr>
          <p:spPr>
            <a:xfrm>
              <a:off x="6967418" y="2864355"/>
              <a:ext cx="27197" cy="45680"/>
            </a:xfrm>
            <a:custGeom>
              <a:avLst/>
              <a:pathLst>
                <a:path w="27197" h="45680">
                  <a:moveTo>
                    <a:pt x="11479" y="1155"/>
                  </a:moveTo>
                  <a:lnTo>
                    <a:pt x="11472" y="1855"/>
                  </a:lnTo>
                  <a:lnTo>
                    <a:pt x="9046" y="3823"/>
                  </a:lnTo>
                  <a:lnTo>
                    <a:pt x="8307" y="6170"/>
                  </a:lnTo>
                  <a:lnTo>
                    <a:pt x="11946" y="8712"/>
                  </a:lnTo>
                  <a:lnTo>
                    <a:pt x="14076" y="14382"/>
                  </a:lnTo>
                  <a:lnTo>
                    <a:pt x="19342" y="17439"/>
                  </a:lnTo>
                  <a:lnTo>
                    <a:pt x="25117" y="16146"/>
                  </a:lnTo>
                  <a:lnTo>
                    <a:pt x="25439" y="15261"/>
                  </a:lnTo>
                  <a:lnTo>
                    <a:pt x="25969" y="16033"/>
                  </a:lnTo>
                  <a:lnTo>
                    <a:pt x="25711" y="17551"/>
                  </a:lnTo>
                  <a:lnTo>
                    <a:pt x="24245" y="19469"/>
                  </a:lnTo>
                  <a:lnTo>
                    <a:pt x="27197" y="21400"/>
                  </a:lnTo>
                  <a:lnTo>
                    <a:pt x="24548" y="24850"/>
                  </a:lnTo>
                  <a:lnTo>
                    <a:pt x="22439" y="24545"/>
                  </a:lnTo>
                  <a:lnTo>
                    <a:pt x="22450" y="25777"/>
                  </a:lnTo>
                  <a:lnTo>
                    <a:pt x="25153" y="28846"/>
                  </a:lnTo>
                  <a:lnTo>
                    <a:pt x="22118" y="30303"/>
                  </a:lnTo>
                  <a:lnTo>
                    <a:pt x="18140" y="37620"/>
                  </a:lnTo>
                  <a:lnTo>
                    <a:pt x="18203" y="39463"/>
                  </a:lnTo>
                  <a:lnTo>
                    <a:pt x="16733" y="39537"/>
                  </a:lnTo>
                  <a:lnTo>
                    <a:pt x="18157" y="43010"/>
                  </a:lnTo>
                  <a:lnTo>
                    <a:pt x="17937" y="44266"/>
                  </a:lnTo>
                  <a:lnTo>
                    <a:pt x="15562" y="44421"/>
                  </a:lnTo>
                  <a:lnTo>
                    <a:pt x="14319" y="45365"/>
                  </a:lnTo>
                  <a:lnTo>
                    <a:pt x="13868" y="45246"/>
                  </a:lnTo>
                  <a:lnTo>
                    <a:pt x="14095" y="44393"/>
                  </a:lnTo>
                  <a:lnTo>
                    <a:pt x="11706" y="45680"/>
                  </a:lnTo>
                  <a:lnTo>
                    <a:pt x="11024" y="44032"/>
                  </a:lnTo>
                  <a:lnTo>
                    <a:pt x="11567" y="41686"/>
                  </a:lnTo>
                  <a:lnTo>
                    <a:pt x="9511" y="36178"/>
                  </a:lnTo>
                  <a:lnTo>
                    <a:pt x="7297" y="32863"/>
                  </a:lnTo>
                  <a:lnTo>
                    <a:pt x="5118" y="30725"/>
                  </a:lnTo>
                  <a:lnTo>
                    <a:pt x="4333" y="30733"/>
                  </a:lnTo>
                  <a:lnTo>
                    <a:pt x="3744" y="23431"/>
                  </a:lnTo>
                  <a:lnTo>
                    <a:pt x="2991" y="21801"/>
                  </a:lnTo>
                  <a:lnTo>
                    <a:pt x="414" y="20621"/>
                  </a:lnTo>
                  <a:lnTo>
                    <a:pt x="1198" y="19407"/>
                  </a:lnTo>
                  <a:lnTo>
                    <a:pt x="0" y="8155"/>
                  </a:lnTo>
                  <a:lnTo>
                    <a:pt x="1278" y="3494"/>
                  </a:lnTo>
                  <a:lnTo>
                    <a:pt x="4813" y="2164"/>
                  </a:lnTo>
                  <a:lnTo>
                    <a:pt x="5979" y="2608"/>
                  </a:lnTo>
                  <a:lnTo>
                    <a:pt x="7372" y="768"/>
                  </a:lnTo>
                  <a:lnTo>
                    <a:pt x="997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h5686"/>
            <p:cNvSpPr/>
            <p:nvPr/>
          </p:nvSpPr>
          <p:spPr>
            <a:xfrm>
              <a:off x="6945667" y="2911813"/>
              <a:ext cx="10283" cy="13649"/>
            </a:xfrm>
            <a:custGeom>
              <a:avLst/>
              <a:pathLst>
                <a:path w="10283" h="13649">
                  <a:moveTo>
                    <a:pt x="9269" y="2338"/>
                  </a:moveTo>
                  <a:lnTo>
                    <a:pt x="10283" y="3968"/>
                  </a:lnTo>
                  <a:lnTo>
                    <a:pt x="7145" y="6734"/>
                  </a:lnTo>
                  <a:lnTo>
                    <a:pt x="5176" y="13649"/>
                  </a:lnTo>
                  <a:lnTo>
                    <a:pt x="0" y="10014"/>
                  </a:lnTo>
                  <a:lnTo>
                    <a:pt x="685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h5687"/>
            <p:cNvSpPr/>
            <p:nvPr/>
          </p:nvSpPr>
          <p:spPr>
            <a:xfrm>
              <a:off x="6897782" y="2864476"/>
              <a:ext cx="12420" cy="11041"/>
            </a:xfrm>
            <a:custGeom>
              <a:avLst/>
              <a:pathLst>
                <a:path w="12420" h="11041">
                  <a:moveTo>
                    <a:pt x="10106" y="0"/>
                  </a:moveTo>
                  <a:lnTo>
                    <a:pt x="11433" y="2507"/>
                  </a:lnTo>
                  <a:lnTo>
                    <a:pt x="12420" y="2767"/>
                  </a:lnTo>
                  <a:lnTo>
                    <a:pt x="12071" y="4290"/>
                  </a:lnTo>
                  <a:lnTo>
                    <a:pt x="7951" y="6408"/>
                  </a:lnTo>
                  <a:lnTo>
                    <a:pt x="5169" y="10159"/>
                  </a:lnTo>
                  <a:lnTo>
                    <a:pt x="2414" y="11041"/>
                  </a:lnTo>
                  <a:lnTo>
                    <a:pt x="1261" y="8985"/>
                  </a:lnTo>
                  <a:lnTo>
                    <a:pt x="2559" y="9199"/>
                  </a:lnTo>
                  <a:lnTo>
                    <a:pt x="3158" y="8256"/>
                  </a:lnTo>
                  <a:lnTo>
                    <a:pt x="390" y="6341"/>
                  </a:lnTo>
                  <a:lnTo>
                    <a:pt x="0" y="1769"/>
                  </a:lnTo>
                  <a:lnTo>
                    <a:pt x="2210" y="87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h5688"/>
            <p:cNvSpPr/>
            <p:nvPr/>
          </p:nvSpPr>
          <p:spPr>
            <a:xfrm>
              <a:off x="6786192" y="2662767"/>
              <a:ext cx="27783" cy="29562"/>
            </a:xfrm>
            <a:custGeom>
              <a:avLst/>
              <a:pathLst>
                <a:path w="27783" h="29562">
                  <a:moveTo>
                    <a:pt x="16116" y="1589"/>
                  </a:moveTo>
                  <a:lnTo>
                    <a:pt x="16595" y="5797"/>
                  </a:lnTo>
                  <a:lnTo>
                    <a:pt x="18329" y="8335"/>
                  </a:lnTo>
                  <a:lnTo>
                    <a:pt x="27783" y="7431"/>
                  </a:lnTo>
                  <a:lnTo>
                    <a:pt x="26326" y="21368"/>
                  </a:lnTo>
                  <a:lnTo>
                    <a:pt x="27570" y="21558"/>
                  </a:lnTo>
                  <a:lnTo>
                    <a:pt x="27354" y="23579"/>
                  </a:lnTo>
                  <a:lnTo>
                    <a:pt x="25990" y="25695"/>
                  </a:lnTo>
                  <a:lnTo>
                    <a:pt x="15232" y="27827"/>
                  </a:lnTo>
                  <a:lnTo>
                    <a:pt x="15299" y="26918"/>
                  </a:lnTo>
                  <a:lnTo>
                    <a:pt x="12168" y="25396"/>
                  </a:lnTo>
                  <a:lnTo>
                    <a:pt x="8745" y="26356"/>
                  </a:lnTo>
                  <a:lnTo>
                    <a:pt x="7848" y="27729"/>
                  </a:lnTo>
                  <a:lnTo>
                    <a:pt x="4914" y="29562"/>
                  </a:lnTo>
                  <a:lnTo>
                    <a:pt x="2647" y="29319"/>
                  </a:lnTo>
                  <a:lnTo>
                    <a:pt x="976" y="24037"/>
                  </a:lnTo>
                  <a:lnTo>
                    <a:pt x="109" y="24463"/>
                  </a:lnTo>
                  <a:lnTo>
                    <a:pt x="0" y="22578"/>
                  </a:lnTo>
                  <a:lnTo>
                    <a:pt x="4184" y="20999"/>
                  </a:lnTo>
                  <a:lnTo>
                    <a:pt x="8977" y="17402"/>
                  </a:lnTo>
                  <a:lnTo>
                    <a:pt x="11187" y="14395"/>
                  </a:lnTo>
                  <a:lnTo>
                    <a:pt x="10203" y="11566"/>
                  </a:lnTo>
                  <a:lnTo>
                    <a:pt x="6979" y="9278"/>
                  </a:lnTo>
                  <a:lnTo>
                    <a:pt x="7455" y="6456"/>
                  </a:lnTo>
                  <a:lnTo>
                    <a:pt x="8397" y="4146"/>
                  </a:lnTo>
                  <a:lnTo>
                    <a:pt x="1363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h5689"/>
            <p:cNvSpPr/>
            <p:nvPr/>
          </p:nvSpPr>
          <p:spPr>
            <a:xfrm>
              <a:off x="6963377" y="2975982"/>
              <a:ext cx="42582" cy="15957"/>
            </a:xfrm>
            <a:custGeom>
              <a:avLst/>
              <a:pathLst>
                <a:path w="42582" h="15957">
                  <a:moveTo>
                    <a:pt x="2924" y="0"/>
                  </a:moveTo>
                  <a:lnTo>
                    <a:pt x="3326" y="1403"/>
                  </a:lnTo>
                  <a:lnTo>
                    <a:pt x="10115" y="2411"/>
                  </a:lnTo>
                  <a:lnTo>
                    <a:pt x="11016" y="3616"/>
                  </a:lnTo>
                  <a:lnTo>
                    <a:pt x="12493" y="3688"/>
                  </a:lnTo>
                  <a:lnTo>
                    <a:pt x="14903" y="6572"/>
                  </a:lnTo>
                  <a:lnTo>
                    <a:pt x="19399" y="8754"/>
                  </a:lnTo>
                  <a:lnTo>
                    <a:pt x="19415" y="6554"/>
                  </a:lnTo>
                  <a:lnTo>
                    <a:pt x="26607" y="8423"/>
                  </a:lnTo>
                  <a:lnTo>
                    <a:pt x="29072" y="11240"/>
                  </a:lnTo>
                  <a:lnTo>
                    <a:pt x="33225" y="13250"/>
                  </a:lnTo>
                  <a:lnTo>
                    <a:pt x="42298" y="14497"/>
                  </a:lnTo>
                  <a:lnTo>
                    <a:pt x="42582" y="15278"/>
                  </a:lnTo>
                  <a:lnTo>
                    <a:pt x="41758" y="15957"/>
                  </a:lnTo>
                  <a:lnTo>
                    <a:pt x="38208" y="15819"/>
                  </a:lnTo>
                  <a:lnTo>
                    <a:pt x="33837" y="14925"/>
                  </a:lnTo>
                  <a:lnTo>
                    <a:pt x="25259" y="10229"/>
                  </a:lnTo>
                  <a:lnTo>
                    <a:pt x="21773" y="9207"/>
                  </a:lnTo>
                  <a:lnTo>
                    <a:pt x="19758" y="10494"/>
                  </a:lnTo>
                  <a:lnTo>
                    <a:pt x="21343" y="13591"/>
                  </a:lnTo>
                  <a:lnTo>
                    <a:pt x="24332" y="15848"/>
                  </a:lnTo>
                  <a:lnTo>
                    <a:pt x="19282" y="14560"/>
                  </a:lnTo>
                  <a:lnTo>
                    <a:pt x="18026" y="14052"/>
                  </a:lnTo>
                  <a:lnTo>
                    <a:pt x="15817" y="15179"/>
                  </a:lnTo>
                  <a:lnTo>
                    <a:pt x="10807" y="15666"/>
                  </a:lnTo>
                  <a:lnTo>
                    <a:pt x="8771" y="14348"/>
                  </a:lnTo>
                  <a:lnTo>
                    <a:pt x="6847" y="15594"/>
                  </a:lnTo>
                  <a:lnTo>
                    <a:pt x="2300" y="10007"/>
                  </a:lnTo>
                  <a:lnTo>
                    <a:pt x="2702" y="9587"/>
                  </a:lnTo>
                  <a:lnTo>
                    <a:pt x="1766" y="5238"/>
                  </a:lnTo>
                  <a:lnTo>
                    <a:pt x="0" y="2527"/>
                  </a:lnTo>
                  <a:lnTo>
                    <a:pt x="482" y="142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h5690"/>
            <p:cNvSpPr/>
            <p:nvPr/>
          </p:nvSpPr>
          <p:spPr>
            <a:xfrm>
              <a:off x="6943086" y="2820072"/>
              <a:ext cx="19838" cy="18523"/>
            </a:xfrm>
            <a:custGeom>
              <a:avLst/>
              <a:pathLst>
                <a:path w="19838" h="18523">
                  <a:moveTo>
                    <a:pt x="14101" y="4294"/>
                  </a:moveTo>
                  <a:lnTo>
                    <a:pt x="12190" y="5604"/>
                  </a:lnTo>
                  <a:lnTo>
                    <a:pt x="15460" y="7333"/>
                  </a:lnTo>
                  <a:lnTo>
                    <a:pt x="19838" y="6604"/>
                  </a:lnTo>
                  <a:lnTo>
                    <a:pt x="18132" y="8134"/>
                  </a:lnTo>
                  <a:lnTo>
                    <a:pt x="18024" y="9329"/>
                  </a:lnTo>
                  <a:lnTo>
                    <a:pt x="18955" y="10347"/>
                  </a:lnTo>
                  <a:lnTo>
                    <a:pt x="17552" y="13780"/>
                  </a:lnTo>
                  <a:lnTo>
                    <a:pt x="9941" y="17816"/>
                  </a:lnTo>
                  <a:lnTo>
                    <a:pt x="5856" y="18523"/>
                  </a:lnTo>
                  <a:lnTo>
                    <a:pt x="684" y="14104"/>
                  </a:lnTo>
                  <a:lnTo>
                    <a:pt x="0" y="10477"/>
                  </a:lnTo>
                  <a:lnTo>
                    <a:pt x="3491" y="7789"/>
                  </a:lnTo>
                  <a:lnTo>
                    <a:pt x="4936" y="4222"/>
                  </a:lnTo>
                  <a:lnTo>
                    <a:pt x="4252" y="3000"/>
                  </a:lnTo>
                  <a:lnTo>
                    <a:pt x="6143" y="2386"/>
                  </a:lnTo>
                  <a:lnTo>
                    <a:pt x="7328" y="667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h5691"/>
            <p:cNvSpPr/>
            <p:nvPr/>
          </p:nvSpPr>
          <p:spPr>
            <a:xfrm>
              <a:off x="6963472" y="3027035"/>
              <a:ext cx="5557" cy="3749"/>
            </a:xfrm>
            <a:custGeom>
              <a:avLst/>
              <a:pathLst>
                <a:path w="5557" h="3749">
                  <a:moveTo>
                    <a:pt x="5557" y="3158"/>
                  </a:moveTo>
                  <a:lnTo>
                    <a:pt x="509" y="3749"/>
                  </a:lnTo>
                  <a:lnTo>
                    <a:pt x="0" y="1586"/>
                  </a:lnTo>
                  <a:lnTo>
                    <a:pt x="327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h5692"/>
            <p:cNvSpPr/>
            <p:nvPr/>
          </p:nvSpPr>
          <p:spPr>
            <a:xfrm>
              <a:off x="7080021" y="3021665"/>
              <a:ext cx="18711" cy="33160"/>
            </a:xfrm>
            <a:custGeom>
              <a:avLst/>
              <a:pathLst>
                <a:path w="18711" h="33160">
                  <a:moveTo>
                    <a:pt x="11960" y="0"/>
                  </a:moveTo>
                  <a:lnTo>
                    <a:pt x="18711" y="4039"/>
                  </a:lnTo>
                  <a:lnTo>
                    <a:pt x="17832" y="20283"/>
                  </a:lnTo>
                  <a:lnTo>
                    <a:pt x="17049" y="23747"/>
                  </a:lnTo>
                  <a:lnTo>
                    <a:pt x="17549" y="25705"/>
                  </a:lnTo>
                  <a:lnTo>
                    <a:pt x="8850" y="33160"/>
                  </a:lnTo>
                  <a:lnTo>
                    <a:pt x="1626" y="26002"/>
                  </a:lnTo>
                  <a:lnTo>
                    <a:pt x="1740" y="24184"/>
                  </a:lnTo>
                  <a:lnTo>
                    <a:pt x="2379" y="21688"/>
                  </a:lnTo>
                  <a:lnTo>
                    <a:pt x="767" y="19002"/>
                  </a:lnTo>
                  <a:lnTo>
                    <a:pt x="0" y="15033"/>
                  </a:lnTo>
                  <a:lnTo>
                    <a:pt x="945" y="7141"/>
                  </a:lnTo>
                  <a:lnTo>
                    <a:pt x="1848" y="5328"/>
                  </a:lnTo>
                  <a:lnTo>
                    <a:pt x="7481" y="34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h5693"/>
            <p:cNvSpPr/>
            <p:nvPr/>
          </p:nvSpPr>
          <p:spPr>
            <a:xfrm>
              <a:off x="6952434" y="3022102"/>
              <a:ext cx="7822" cy="4492"/>
            </a:xfrm>
            <a:custGeom>
              <a:avLst/>
              <a:pathLst>
                <a:path w="7822" h="4492">
                  <a:moveTo>
                    <a:pt x="6316" y="168"/>
                  </a:moveTo>
                  <a:lnTo>
                    <a:pt x="7640" y="0"/>
                  </a:lnTo>
                  <a:lnTo>
                    <a:pt x="7822" y="1218"/>
                  </a:lnTo>
                  <a:lnTo>
                    <a:pt x="4011" y="4492"/>
                  </a:lnTo>
                  <a:lnTo>
                    <a:pt x="0" y="3052"/>
                  </a:lnTo>
                  <a:lnTo>
                    <a:pt x="1506" y="111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h5694"/>
            <p:cNvSpPr/>
            <p:nvPr/>
          </p:nvSpPr>
          <p:spPr>
            <a:xfrm>
              <a:off x="7154763" y="3072509"/>
              <a:ext cx="51574" cy="31471"/>
            </a:xfrm>
            <a:custGeom>
              <a:avLst/>
              <a:pathLst>
                <a:path w="51574" h="31471">
                  <a:moveTo>
                    <a:pt x="47774" y="1753"/>
                  </a:moveTo>
                  <a:lnTo>
                    <a:pt x="46670" y="3886"/>
                  </a:lnTo>
                  <a:lnTo>
                    <a:pt x="47212" y="6319"/>
                  </a:lnTo>
                  <a:lnTo>
                    <a:pt x="48848" y="11204"/>
                  </a:lnTo>
                  <a:lnTo>
                    <a:pt x="49516" y="11919"/>
                  </a:lnTo>
                  <a:lnTo>
                    <a:pt x="51064" y="11730"/>
                  </a:lnTo>
                  <a:lnTo>
                    <a:pt x="51574" y="19740"/>
                  </a:lnTo>
                  <a:lnTo>
                    <a:pt x="48316" y="23724"/>
                  </a:lnTo>
                  <a:lnTo>
                    <a:pt x="44909" y="23950"/>
                  </a:lnTo>
                  <a:lnTo>
                    <a:pt x="40218" y="22217"/>
                  </a:lnTo>
                  <a:lnTo>
                    <a:pt x="33631" y="23721"/>
                  </a:lnTo>
                  <a:lnTo>
                    <a:pt x="29204" y="30437"/>
                  </a:lnTo>
                  <a:lnTo>
                    <a:pt x="25717" y="31471"/>
                  </a:lnTo>
                  <a:lnTo>
                    <a:pt x="20940" y="26779"/>
                  </a:lnTo>
                  <a:lnTo>
                    <a:pt x="17793" y="25656"/>
                  </a:lnTo>
                  <a:lnTo>
                    <a:pt x="15099" y="26535"/>
                  </a:lnTo>
                  <a:lnTo>
                    <a:pt x="12040" y="25600"/>
                  </a:lnTo>
                  <a:lnTo>
                    <a:pt x="6415" y="20621"/>
                  </a:lnTo>
                  <a:lnTo>
                    <a:pt x="2813" y="19858"/>
                  </a:lnTo>
                  <a:lnTo>
                    <a:pt x="1181" y="19349"/>
                  </a:lnTo>
                  <a:lnTo>
                    <a:pt x="0" y="17514"/>
                  </a:lnTo>
                  <a:lnTo>
                    <a:pt x="662" y="15852"/>
                  </a:lnTo>
                  <a:lnTo>
                    <a:pt x="2692" y="15610"/>
                  </a:lnTo>
                  <a:lnTo>
                    <a:pt x="3346" y="14033"/>
                  </a:lnTo>
                  <a:lnTo>
                    <a:pt x="5780" y="13441"/>
                  </a:lnTo>
                  <a:lnTo>
                    <a:pt x="6855" y="12177"/>
                  </a:lnTo>
                  <a:lnTo>
                    <a:pt x="9099" y="12307"/>
                  </a:lnTo>
                  <a:lnTo>
                    <a:pt x="10979" y="13212"/>
                  </a:lnTo>
                  <a:lnTo>
                    <a:pt x="10444" y="14571"/>
                  </a:lnTo>
                  <a:lnTo>
                    <a:pt x="13980" y="15207"/>
                  </a:lnTo>
                  <a:lnTo>
                    <a:pt x="14541" y="14630"/>
                  </a:lnTo>
                  <a:lnTo>
                    <a:pt x="13601" y="11367"/>
                  </a:lnTo>
                  <a:lnTo>
                    <a:pt x="16774" y="11474"/>
                  </a:lnTo>
                  <a:lnTo>
                    <a:pt x="20443" y="12860"/>
                  </a:lnTo>
                  <a:lnTo>
                    <a:pt x="22228" y="11744"/>
                  </a:lnTo>
                  <a:lnTo>
                    <a:pt x="23064" y="10092"/>
                  </a:lnTo>
                  <a:lnTo>
                    <a:pt x="21253" y="9353"/>
                  </a:lnTo>
                  <a:lnTo>
                    <a:pt x="27995" y="3629"/>
                  </a:lnTo>
                  <a:lnTo>
                    <a:pt x="29586" y="4546"/>
                  </a:lnTo>
                  <a:lnTo>
                    <a:pt x="37378" y="2515"/>
                  </a:lnTo>
                  <a:lnTo>
                    <a:pt x="39328" y="6295"/>
                  </a:lnTo>
                  <a:lnTo>
                    <a:pt x="41868" y="6869"/>
                  </a:lnTo>
                  <a:lnTo>
                    <a:pt x="44083" y="5179"/>
                  </a:lnTo>
                  <a:lnTo>
                    <a:pt x="42845" y="2521"/>
                  </a:lnTo>
                  <a:lnTo>
                    <a:pt x="44237" y="923"/>
                  </a:lnTo>
                  <a:lnTo>
                    <a:pt x="4649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h5695"/>
            <p:cNvSpPr/>
            <p:nvPr/>
          </p:nvSpPr>
          <p:spPr>
            <a:xfrm>
              <a:off x="6785329" y="2802364"/>
              <a:ext cx="28717" cy="45613"/>
            </a:xfrm>
            <a:custGeom>
              <a:avLst/>
              <a:pathLst>
                <a:path w="28717" h="45613">
                  <a:moveTo>
                    <a:pt x="25192" y="3369"/>
                  </a:moveTo>
                  <a:lnTo>
                    <a:pt x="28717" y="3473"/>
                  </a:lnTo>
                  <a:lnTo>
                    <a:pt x="26646" y="5556"/>
                  </a:lnTo>
                  <a:lnTo>
                    <a:pt x="27030" y="8156"/>
                  </a:lnTo>
                  <a:lnTo>
                    <a:pt x="22673" y="12997"/>
                  </a:lnTo>
                  <a:lnTo>
                    <a:pt x="21037" y="18574"/>
                  </a:lnTo>
                  <a:lnTo>
                    <a:pt x="21384" y="20385"/>
                  </a:lnTo>
                  <a:lnTo>
                    <a:pt x="22127" y="20693"/>
                  </a:lnTo>
                  <a:lnTo>
                    <a:pt x="19292" y="21460"/>
                  </a:lnTo>
                  <a:lnTo>
                    <a:pt x="18683" y="22927"/>
                  </a:lnTo>
                  <a:lnTo>
                    <a:pt x="18642" y="24179"/>
                  </a:lnTo>
                  <a:lnTo>
                    <a:pt x="21728" y="27783"/>
                  </a:lnTo>
                  <a:lnTo>
                    <a:pt x="20911" y="30217"/>
                  </a:lnTo>
                  <a:lnTo>
                    <a:pt x="17632" y="34173"/>
                  </a:lnTo>
                  <a:lnTo>
                    <a:pt x="17400" y="37701"/>
                  </a:lnTo>
                  <a:lnTo>
                    <a:pt x="18608" y="37899"/>
                  </a:lnTo>
                  <a:lnTo>
                    <a:pt x="22462" y="36321"/>
                  </a:lnTo>
                  <a:lnTo>
                    <a:pt x="23937" y="37199"/>
                  </a:lnTo>
                  <a:lnTo>
                    <a:pt x="20406" y="39981"/>
                  </a:lnTo>
                  <a:lnTo>
                    <a:pt x="16027" y="45613"/>
                  </a:lnTo>
                  <a:lnTo>
                    <a:pt x="14783" y="45475"/>
                  </a:lnTo>
                  <a:lnTo>
                    <a:pt x="7466" y="44230"/>
                  </a:lnTo>
                  <a:lnTo>
                    <a:pt x="5566" y="38481"/>
                  </a:lnTo>
                  <a:lnTo>
                    <a:pt x="5431" y="34101"/>
                  </a:lnTo>
                  <a:lnTo>
                    <a:pt x="4954" y="32385"/>
                  </a:lnTo>
                  <a:lnTo>
                    <a:pt x="0" y="26703"/>
                  </a:lnTo>
                  <a:lnTo>
                    <a:pt x="4174" y="24973"/>
                  </a:lnTo>
                  <a:lnTo>
                    <a:pt x="6706" y="22657"/>
                  </a:lnTo>
                  <a:lnTo>
                    <a:pt x="7979" y="20209"/>
                  </a:lnTo>
                  <a:lnTo>
                    <a:pt x="8090" y="16243"/>
                  </a:lnTo>
                  <a:lnTo>
                    <a:pt x="9956" y="14505"/>
                  </a:lnTo>
                  <a:lnTo>
                    <a:pt x="12854" y="15296"/>
                  </a:lnTo>
                  <a:lnTo>
                    <a:pt x="11050" y="8753"/>
                  </a:lnTo>
                  <a:lnTo>
                    <a:pt x="1818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h5696"/>
            <p:cNvSpPr/>
            <p:nvPr/>
          </p:nvSpPr>
          <p:spPr>
            <a:xfrm>
              <a:off x="7197392" y="3062471"/>
              <a:ext cx="27990" cy="41940"/>
            </a:xfrm>
            <a:custGeom>
              <a:avLst/>
              <a:pathLst>
                <a:path w="27990" h="41940">
                  <a:moveTo>
                    <a:pt x="22704" y="1462"/>
                  </a:moveTo>
                  <a:lnTo>
                    <a:pt x="23565" y="4254"/>
                  </a:lnTo>
                  <a:lnTo>
                    <a:pt x="22371" y="6416"/>
                  </a:lnTo>
                  <a:lnTo>
                    <a:pt x="22383" y="9430"/>
                  </a:lnTo>
                  <a:lnTo>
                    <a:pt x="22509" y="11468"/>
                  </a:lnTo>
                  <a:lnTo>
                    <a:pt x="24736" y="15519"/>
                  </a:lnTo>
                  <a:lnTo>
                    <a:pt x="24521" y="16401"/>
                  </a:lnTo>
                  <a:lnTo>
                    <a:pt x="21776" y="16829"/>
                  </a:lnTo>
                  <a:lnTo>
                    <a:pt x="20644" y="17737"/>
                  </a:lnTo>
                  <a:lnTo>
                    <a:pt x="20610" y="22870"/>
                  </a:lnTo>
                  <a:lnTo>
                    <a:pt x="22429" y="29100"/>
                  </a:lnTo>
                  <a:lnTo>
                    <a:pt x="27200" y="29443"/>
                  </a:lnTo>
                  <a:lnTo>
                    <a:pt x="27840" y="30164"/>
                  </a:lnTo>
                  <a:lnTo>
                    <a:pt x="27990" y="32746"/>
                  </a:lnTo>
                  <a:lnTo>
                    <a:pt x="25792" y="32551"/>
                  </a:lnTo>
                  <a:lnTo>
                    <a:pt x="23788" y="33278"/>
                  </a:lnTo>
                  <a:lnTo>
                    <a:pt x="21445" y="37091"/>
                  </a:lnTo>
                  <a:lnTo>
                    <a:pt x="22370" y="37958"/>
                  </a:lnTo>
                  <a:lnTo>
                    <a:pt x="27320" y="37576"/>
                  </a:lnTo>
                  <a:lnTo>
                    <a:pt x="27797" y="38085"/>
                  </a:lnTo>
                  <a:lnTo>
                    <a:pt x="26618" y="41868"/>
                  </a:lnTo>
                  <a:lnTo>
                    <a:pt x="21178" y="41940"/>
                  </a:lnTo>
                  <a:lnTo>
                    <a:pt x="19450" y="40485"/>
                  </a:lnTo>
                  <a:lnTo>
                    <a:pt x="16379" y="34822"/>
                  </a:lnTo>
                  <a:lnTo>
                    <a:pt x="13494" y="32512"/>
                  </a:lnTo>
                  <a:lnTo>
                    <a:pt x="11793" y="31826"/>
                  </a:lnTo>
                  <a:lnTo>
                    <a:pt x="6076" y="36252"/>
                  </a:lnTo>
                  <a:lnTo>
                    <a:pt x="5687" y="33761"/>
                  </a:lnTo>
                  <a:lnTo>
                    <a:pt x="8945" y="29778"/>
                  </a:lnTo>
                  <a:lnTo>
                    <a:pt x="8435" y="21768"/>
                  </a:lnTo>
                  <a:lnTo>
                    <a:pt x="6887" y="21957"/>
                  </a:lnTo>
                  <a:lnTo>
                    <a:pt x="6219" y="21241"/>
                  </a:lnTo>
                  <a:lnTo>
                    <a:pt x="4583" y="16357"/>
                  </a:lnTo>
                  <a:lnTo>
                    <a:pt x="4041" y="13924"/>
                  </a:lnTo>
                  <a:lnTo>
                    <a:pt x="5145" y="11790"/>
                  </a:lnTo>
                  <a:lnTo>
                    <a:pt x="3868" y="10037"/>
                  </a:lnTo>
                  <a:lnTo>
                    <a:pt x="1608" y="10961"/>
                  </a:lnTo>
                  <a:lnTo>
                    <a:pt x="0" y="10252"/>
                  </a:lnTo>
                  <a:lnTo>
                    <a:pt x="587" y="8914"/>
                  </a:lnTo>
                  <a:lnTo>
                    <a:pt x="6457" y="5479"/>
                  </a:lnTo>
                  <a:lnTo>
                    <a:pt x="12956" y="6336"/>
                  </a:lnTo>
                  <a:lnTo>
                    <a:pt x="15008" y="5401"/>
                  </a:lnTo>
                  <a:lnTo>
                    <a:pt x="18125" y="1819"/>
                  </a:lnTo>
                  <a:lnTo>
                    <a:pt x="2135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h5697"/>
            <p:cNvSpPr/>
            <p:nvPr/>
          </p:nvSpPr>
          <p:spPr>
            <a:xfrm>
              <a:off x="6869400" y="2723096"/>
              <a:ext cx="5093" cy="5562"/>
            </a:xfrm>
            <a:custGeom>
              <a:avLst/>
              <a:pathLst>
                <a:path w="5093" h="5562">
                  <a:moveTo>
                    <a:pt x="1474" y="5562"/>
                  </a:moveTo>
                  <a:lnTo>
                    <a:pt x="26" y="5003"/>
                  </a:lnTo>
                  <a:lnTo>
                    <a:pt x="0" y="2290"/>
                  </a:lnTo>
                  <a:lnTo>
                    <a:pt x="2708" y="0"/>
                  </a:lnTo>
                  <a:lnTo>
                    <a:pt x="5093" y="493"/>
                  </a:lnTo>
                  <a:lnTo>
                    <a:pt x="3489" y="410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h5698"/>
            <p:cNvSpPr/>
            <p:nvPr/>
          </p:nvSpPr>
          <p:spPr>
            <a:xfrm>
              <a:off x="6871240" y="2714370"/>
              <a:ext cx="5588" cy="3917"/>
            </a:xfrm>
            <a:custGeom>
              <a:avLst/>
              <a:pathLst>
                <a:path w="5588" h="3917">
                  <a:moveTo>
                    <a:pt x="4494" y="3917"/>
                  </a:moveTo>
                  <a:lnTo>
                    <a:pt x="0" y="2599"/>
                  </a:lnTo>
                  <a:lnTo>
                    <a:pt x="906" y="1302"/>
                  </a:lnTo>
                  <a:lnTo>
                    <a:pt x="3248" y="0"/>
                  </a:lnTo>
                  <a:lnTo>
                    <a:pt x="5149" y="188"/>
                  </a:lnTo>
                  <a:lnTo>
                    <a:pt x="5588" y="2897"/>
                  </a:lnTo>
                  <a:lnTo>
                    <a:pt x="5308" y="325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h5699"/>
            <p:cNvSpPr/>
            <p:nvPr/>
          </p:nvSpPr>
          <p:spPr>
            <a:xfrm>
              <a:off x="6875900" y="2691608"/>
              <a:ext cx="27193" cy="28692"/>
            </a:xfrm>
            <a:custGeom>
              <a:avLst/>
              <a:pathLst>
                <a:path w="27193" h="28692">
                  <a:moveTo>
                    <a:pt x="25713" y="24336"/>
                  </a:moveTo>
                  <a:lnTo>
                    <a:pt x="23301" y="26791"/>
                  </a:lnTo>
                  <a:lnTo>
                    <a:pt x="22409" y="28692"/>
                  </a:lnTo>
                  <a:lnTo>
                    <a:pt x="18289" y="25327"/>
                  </a:lnTo>
                  <a:lnTo>
                    <a:pt x="20001" y="26296"/>
                  </a:lnTo>
                  <a:lnTo>
                    <a:pt x="22076" y="25241"/>
                  </a:lnTo>
                  <a:lnTo>
                    <a:pt x="21727" y="21701"/>
                  </a:lnTo>
                  <a:lnTo>
                    <a:pt x="19321" y="16974"/>
                  </a:lnTo>
                  <a:lnTo>
                    <a:pt x="16831" y="15129"/>
                  </a:lnTo>
                  <a:lnTo>
                    <a:pt x="11852" y="17754"/>
                  </a:lnTo>
                  <a:lnTo>
                    <a:pt x="2038" y="21512"/>
                  </a:lnTo>
                  <a:lnTo>
                    <a:pt x="0" y="21636"/>
                  </a:lnTo>
                  <a:lnTo>
                    <a:pt x="338" y="15496"/>
                  </a:lnTo>
                  <a:lnTo>
                    <a:pt x="1335" y="14648"/>
                  </a:lnTo>
                  <a:lnTo>
                    <a:pt x="722" y="12090"/>
                  </a:lnTo>
                  <a:lnTo>
                    <a:pt x="1022" y="11000"/>
                  </a:lnTo>
                  <a:lnTo>
                    <a:pt x="3361" y="9684"/>
                  </a:lnTo>
                  <a:lnTo>
                    <a:pt x="4721" y="7620"/>
                  </a:lnTo>
                  <a:lnTo>
                    <a:pt x="3252" y="6233"/>
                  </a:lnTo>
                  <a:lnTo>
                    <a:pt x="3763" y="2926"/>
                  </a:lnTo>
                  <a:lnTo>
                    <a:pt x="6755" y="1365"/>
                  </a:lnTo>
                  <a:lnTo>
                    <a:pt x="12047" y="0"/>
                  </a:lnTo>
                  <a:lnTo>
                    <a:pt x="24969" y="5167"/>
                  </a:lnTo>
                  <a:lnTo>
                    <a:pt x="27193" y="1904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h5700"/>
            <p:cNvSpPr/>
            <p:nvPr/>
          </p:nvSpPr>
          <p:spPr>
            <a:xfrm>
              <a:off x="7017327" y="2977332"/>
              <a:ext cx="30994" cy="29968"/>
            </a:xfrm>
            <a:custGeom>
              <a:avLst/>
              <a:pathLst>
                <a:path w="30994" h="29968">
                  <a:moveTo>
                    <a:pt x="15292" y="0"/>
                  </a:moveTo>
                  <a:lnTo>
                    <a:pt x="14938" y="1737"/>
                  </a:lnTo>
                  <a:lnTo>
                    <a:pt x="17409" y="2062"/>
                  </a:lnTo>
                  <a:lnTo>
                    <a:pt x="18954" y="3399"/>
                  </a:lnTo>
                  <a:lnTo>
                    <a:pt x="23123" y="11059"/>
                  </a:lnTo>
                  <a:lnTo>
                    <a:pt x="23441" y="13409"/>
                  </a:lnTo>
                  <a:lnTo>
                    <a:pt x="22032" y="16258"/>
                  </a:lnTo>
                  <a:lnTo>
                    <a:pt x="19758" y="17300"/>
                  </a:lnTo>
                  <a:lnTo>
                    <a:pt x="22227" y="18953"/>
                  </a:lnTo>
                  <a:lnTo>
                    <a:pt x="27721" y="19739"/>
                  </a:lnTo>
                  <a:lnTo>
                    <a:pt x="30272" y="21698"/>
                  </a:lnTo>
                  <a:lnTo>
                    <a:pt x="29841" y="24265"/>
                  </a:lnTo>
                  <a:lnTo>
                    <a:pt x="30994" y="24199"/>
                  </a:lnTo>
                  <a:lnTo>
                    <a:pt x="29738" y="25765"/>
                  </a:lnTo>
                  <a:lnTo>
                    <a:pt x="21941" y="29623"/>
                  </a:lnTo>
                  <a:lnTo>
                    <a:pt x="17354" y="29194"/>
                  </a:lnTo>
                  <a:lnTo>
                    <a:pt x="15762" y="28244"/>
                  </a:lnTo>
                  <a:lnTo>
                    <a:pt x="13926" y="29478"/>
                  </a:lnTo>
                  <a:lnTo>
                    <a:pt x="10788" y="29968"/>
                  </a:lnTo>
                  <a:lnTo>
                    <a:pt x="5535" y="27617"/>
                  </a:lnTo>
                  <a:lnTo>
                    <a:pt x="3435" y="26625"/>
                  </a:lnTo>
                  <a:lnTo>
                    <a:pt x="3292" y="25491"/>
                  </a:lnTo>
                  <a:lnTo>
                    <a:pt x="9100" y="22863"/>
                  </a:lnTo>
                  <a:lnTo>
                    <a:pt x="11097" y="23722"/>
                  </a:lnTo>
                  <a:lnTo>
                    <a:pt x="11711" y="18804"/>
                  </a:lnTo>
                  <a:lnTo>
                    <a:pt x="11096" y="16639"/>
                  </a:lnTo>
                  <a:lnTo>
                    <a:pt x="6341" y="17333"/>
                  </a:lnTo>
                  <a:lnTo>
                    <a:pt x="0" y="14262"/>
                  </a:lnTo>
                  <a:lnTo>
                    <a:pt x="1574" y="14463"/>
                  </a:lnTo>
                  <a:lnTo>
                    <a:pt x="2360" y="13908"/>
                  </a:lnTo>
                  <a:lnTo>
                    <a:pt x="2982" y="13366"/>
                  </a:lnTo>
                  <a:lnTo>
                    <a:pt x="2077" y="12650"/>
                  </a:lnTo>
                  <a:lnTo>
                    <a:pt x="1369" y="8565"/>
                  </a:lnTo>
                  <a:lnTo>
                    <a:pt x="4237" y="7069"/>
                  </a:lnTo>
                  <a:lnTo>
                    <a:pt x="9872" y="6125"/>
                  </a:lnTo>
                  <a:lnTo>
                    <a:pt x="9942" y="5116"/>
                  </a:lnTo>
                  <a:lnTo>
                    <a:pt x="9147" y="4481"/>
                  </a:lnTo>
                  <a:lnTo>
                    <a:pt x="10295" y="110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h5701"/>
            <p:cNvSpPr/>
            <p:nvPr/>
          </p:nvSpPr>
          <p:spPr>
            <a:xfrm>
              <a:off x="6944411" y="3028784"/>
              <a:ext cx="12274" cy="17477"/>
            </a:xfrm>
            <a:custGeom>
              <a:avLst/>
              <a:pathLst>
                <a:path w="12274" h="17477">
                  <a:moveTo>
                    <a:pt x="5009" y="1067"/>
                  </a:moveTo>
                  <a:lnTo>
                    <a:pt x="4939" y="2559"/>
                  </a:lnTo>
                  <a:lnTo>
                    <a:pt x="8765" y="1823"/>
                  </a:lnTo>
                  <a:lnTo>
                    <a:pt x="11162" y="1313"/>
                  </a:lnTo>
                  <a:lnTo>
                    <a:pt x="12274" y="1400"/>
                  </a:lnTo>
                  <a:lnTo>
                    <a:pt x="12249" y="5687"/>
                  </a:lnTo>
                  <a:lnTo>
                    <a:pt x="11740" y="9417"/>
                  </a:lnTo>
                  <a:lnTo>
                    <a:pt x="6421" y="12864"/>
                  </a:lnTo>
                  <a:lnTo>
                    <a:pt x="7288" y="14262"/>
                  </a:lnTo>
                  <a:lnTo>
                    <a:pt x="9490" y="13665"/>
                  </a:lnTo>
                  <a:lnTo>
                    <a:pt x="9849" y="13998"/>
                  </a:lnTo>
                  <a:lnTo>
                    <a:pt x="8883" y="14927"/>
                  </a:lnTo>
                  <a:lnTo>
                    <a:pt x="3948" y="17477"/>
                  </a:lnTo>
                  <a:lnTo>
                    <a:pt x="1901" y="16948"/>
                  </a:lnTo>
                  <a:lnTo>
                    <a:pt x="877" y="16418"/>
                  </a:lnTo>
                  <a:lnTo>
                    <a:pt x="0" y="15791"/>
                  </a:lnTo>
                  <a:lnTo>
                    <a:pt x="235" y="13732"/>
                  </a:lnTo>
                  <a:lnTo>
                    <a:pt x="2805" y="7197"/>
                  </a:lnTo>
                  <a:lnTo>
                    <a:pt x="2383" y="3507"/>
                  </a:lnTo>
                  <a:lnTo>
                    <a:pt x="1567" y="2710"/>
                  </a:lnTo>
                  <a:lnTo>
                    <a:pt x="361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h5702"/>
            <p:cNvSpPr/>
            <p:nvPr/>
          </p:nvSpPr>
          <p:spPr>
            <a:xfrm>
              <a:off x="6974393" y="2978496"/>
              <a:ext cx="8399" cy="6240"/>
            </a:xfrm>
            <a:custGeom>
              <a:avLst/>
              <a:pathLst>
                <a:path w="8399" h="6240">
                  <a:moveTo>
                    <a:pt x="3982" y="0"/>
                  </a:moveTo>
                  <a:lnTo>
                    <a:pt x="8399" y="4040"/>
                  </a:lnTo>
                  <a:lnTo>
                    <a:pt x="8383" y="6240"/>
                  </a:lnTo>
                  <a:lnTo>
                    <a:pt x="3887" y="4058"/>
                  </a:lnTo>
                  <a:lnTo>
                    <a:pt x="1477" y="1174"/>
                  </a:lnTo>
                  <a:lnTo>
                    <a:pt x="0" y="110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h5703"/>
            <p:cNvSpPr/>
            <p:nvPr/>
          </p:nvSpPr>
          <p:spPr>
            <a:xfrm>
              <a:off x="7213117" y="3104340"/>
              <a:ext cx="16884" cy="12174"/>
            </a:xfrm>
            <a:custGeom>
              <a:avLst/>
              <a:pathLst>
                <a:path w="16884" h="12174">
                  <a:moveTo>
                    <a:pt x="10893" y="0"/>
                  </a:moveTo>
                  <a:lnTo>
                    <a:pt x="15905" y="2664"/>
                  </a:lnTo>
                  <a:lnTo>
                    <a:pt x="16884" y="5922"/>
                  </a:lnTo>
                  <a:lnTo>
                    <a:pt x="13696" y="8317"/>
                  </a:lnTo>
                  <a:lnTo>
                    <a:pt x="10331" y="9301"/>
                  </a:lnTo>
                  <a:lnTo>
                    <a:pt x="6407" y="11659"/>
                  </a:lnTo>
                  <a:lnTo>
                    <a:pt x="2545" y="12174"/>
                  </a:lnTo>
                  <a:lnTo>
                    <a:pt x="671" y="11440"/>
                  </a:lnTo>
                  <a:lnTo>
                    <a:pt x="0" y="10052"/>
                  </a:lnTo>
                  <a:lnTo>
                    <a:pt x="1794" y="7184"/>
                  </a:lnTo>
                  <a:lnTo>
                    <a:pt x="6934" y="7027"/>
                  </a:lnTo>
                  <a:lnTo>
                    <a:pt x="4167" y="2232"/>
                  </a:lnTo>
                  <a:lnTo>
                    <a:pt x="5452" y="7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h5704"/>
            <p:cNvSpPr/>
            <p:nvPr/>
          </p:nvSpPr>
          <p:spPr>
            <a:xfrm>
              <a:off x="6991530" y="2912970"/>
              <a:ext cx="52572" cy="39627"/>
            </a:xfrm>
            <a:custGeom>
              <a:avLst/>
              <a:pathLst>
                <a:path w="52572" h="39627">
                  <a:moveTo>
                    <a:pt x="42933" y="2437"/>
                  </a:moveTo>
                  <a:lnTo>
                    <a:pt x="47108" y="18805"/>
                  </a:lnTo>
                  <a:lnTo>
                    <a:pt x="48939" y="22257"/>
                  </a:lnTo>
                  <a:lnTo>
                    <a:pt x="52572" y="26802"/>
                  </a:lnTo>
                  <a:lnTo>
                    <a:pt x="46652" y="30447"/>
                  </a:lnTo>
                  <a:lnTo>
                    <a:pt x="38031" y="32129"/>
                  </a:lnTo>
                  <a:lnTo>
                    <a:pt x="35834" y="34521"/>
                  </a:lnTo>
                  <a:lnTo>
                    <a:pt x="34275" y="36918"/>
                  </a:lnTo>
                  <a:lnTo>
                    <a:pt x="29255" y="39627"/>
                  </a:lnTo>
                  <a:lnTo>
                    <a:pt x="26257" y="37580"/>
                  </a:lnTo>
                  <a:lnTo>
                    <a:pt x="21348" y="37066"/>
                  </a:lnTo>
                  <a:lnTo>
                    <a:pt x="17055" y="35227"/>
                  </a:lnTo>
                  <a:lnTo>
                    <a:pt x="9818" y="30636"/>
                  </a:lnTo>
                  <a:lnTo>
                    <a:pt x="7422" y="26248"/>
                  </a:lnTo>
                  <a:lnTo>
                    <a:pt x="4785" y="25781"/>
                  </a:lnTo>
                  <a:lnTo>
                    <a:pt x="0" y="23086"/>
                  </a:lnTo>
                  <a:lnTo>
                    <a:pt x="383" y="22070"/>
                  </a:lnTo>
                  <a:lnTo>
                    <a:pt x="2870" y="20616"/>
                  </a:lnTo>
                  <a:lnTo>
                    <a:pt x="3956" y="19383"/>
                  </a:lnTo>
                  <a:lnTo>
                    <a:pt x="9795" y="20441"/>
                  </a:lnTo>
                  <a:lnTo>
                    <a:pt x="11152" y="22452"/>
                  </a:lnTo>
                  <a:lnTo>
                    <a:pt x="13339" y="24070"/>
                  </a:lnTo>
                  <a:lnTo>
                    <a:pt x="14558" y="23371"/>
                  </a:lnTo>
                  <a:lnTo>
                    <a:pt x="12269" y="20946"/>
                  </a:lnTo>
                  <a:lnTo>
                    <a:pt x="12643" y="18503"/>
                  </a:lnTo>
                  <a:lnTo>
                    <a:pt x="14953" y="17278"/>
                  </a:lnTo>
                  <a:lnTo>
                    <a:pt x="16782" y="17914"/>
                  </a:lnTo>
                  <a:lnTo>
                    <a:pt x="19090" y="15795"/>
                  </a:lnTo>
                  <a:lnTo>
                    <a:pt x="19409" y="13587"/>
                  </a:lnTo>
                  <a:lnTo>
                    <a:pt x="26120" y="13328"/>
                  </a:lnTo>
                  <a:lnTo>
                    <a:pt x="29619" y="8087"/>
                  </a:lnTo>
                  <a:lnTo>
                    <a:pt x="32023" y="2786"/>
                  </a:lnTo>
                  <a:lnTo>
                    <a:pt x="3795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h5705"/>
            <p:cNvSpPr/>
            <p:nvPr/>
          </p:nvSpPr>
          <p:spPr>
            <a:xfrm>
              <a:off x="7222909" y="3127969"/>
              <a:ext cx="48225" cy="62524"/>
            </a:xfrm>
            <a:custGeom>
              <a:avLst/>
              <a:pathLst>
                <a:path w="48225" h="62524">
                  <a:moveTo>
                    <a:pt x="29547" y="4421"/>
                  </a:moveTo>
                  <a:lnTo>
                    <a:pt x="26109" y="10547"/>
                  </a:lnTo>
                  <a:lnTo>
                    <a:pt x="28484" y="15581"/>
                  </a:lnTo>
                  <a:lnTo>
                    <a:pt x="30349" y="23106"/>
                  </a:lnTo>
                  <a:lnTo>
                    <a:pt x="40660" y="21855"/>
                  </a:lnTo>
                  <a:lnTo>
                    <a:pt x="45763" y="25054"/>
                  </a:lnTo>
                  <a:lnTo>
                    <a:pt x="46926" y="28956"/>
                  </a:lnTo>
                  <a:lnTo>
                    <a:pt x="43953" y="31990"/>
                  </a:lnTo>
                  <a:lnTo>
                    <a:pt x="42439" y="34644"/>
                  </a:lnTo>
                  <a:lnTo>
                    <a:pt x="42614" y="36901"/>
                  </a:lnTo>
                  <a:lnTo>
                    <a:pt x="44351" y="41231"/>
                  </a:lnTo>
                  <a:lnTo>
                    <a:pt x="44980" y="42169"/>
                  </a:lnTo>
                  <a:lnTo>
                    <a:pt x="46741" y="42711"/>
                  </a:lnTo>
                  <a:lnTo>
                    <a:pt x="48225" y="45546"/>
                  </a:lnTo>
                  <a:lnTo>
                    <a:pt x="34530" y="44818"/>
                  </a:lnTo>
                  <a:lnTo>
                    <a:pt x="32317" y="43833"/>
                  </a:lnTo>
                  <a:lnTo>
                    <a:pt x="30691" y="46927"/>
                  </a:lnTo>
                  <a:lnTo>
                    <a:pt x="28563" y="56341"/>
                  </a:lnTo>
                  <a:lnTo>
                    <a:pt x="25236" y="55549"/>
                  </a:lnTo>
                  <a:lnTo>
                    <a:pt x="25307" y="62524"/>
                  </a:lnTo>
                  <a:lnTo>
                    <a:pt x="23516" y="61220"/>
                  </a:lnTo>
                  <a:lnTo>
                    <a:pt x="21578" y="57248"/>
                  </a:lnTo>
                  <a:lnTo>
                    <a:pt x="23145" y="57271"/>
                  </a:lnTo>
                  <a:lnTo>
                    <a:pt x="24089" y="58155"/>
                  </a:lnTo>
                  <a:lnTo>
                    <a:pt x="23472" y="55459"/>
                  </a:lnTo>
                  <a:lnTo>
                    <a:pt x="19173" y="55097"/>
                  </a:lnTo>
                  <a:lnTo>
                    <a:pt x="15365" y="57296"/>
                  </a:lnTo>
                  <a:lnTo>
                    <a:pt x="14019" y="56291"/>
                  </a:lnTo>
                  <a:lnTo>
                    <a:pt x="14416" y="50150"/>
                  </a:lnTo>
                  <a:lnTo>
                    <a:pt x="12491" y="47389"/>
                  </a:lnTo>
                  <a:lnTo>
                    <a:pt x="8014" y="47745"/>
                  </a:lnTo>
                  <a:lnTo>
                    <a:pt x="5077" y="50406"/>
                  </a:lnTo>
                  <a:lnTo>
                    <a:pt x="0" y="46514"/>
                  </a:lnTo>
                  <a:lnTo>
                    <a:pt x="71" y="43611"/>
                  </a:lnTo>
                  <a:lnTo>
                    <a:pt x="1751" y="41895"/>
                  </a:lnTo>
                  <a:lnTo>
                    <a:pt x="2848" y="41849"/>
                  </a:lnTo>
                  <a:lnTo>
                    <a:pt x="4445" y="43700"/>
                  </a:lnTo>
                  <a:lnTo>
                    <a:pt x="6537" y="44483"/>
                  </a:lnTo>
                  <a:lnTo>
                    <a:pt x="11308" y="43640"/>
                  </a:lnTo>
                  <a:lnTo>
                    <a:pt x="14278" y="41217"/>
                  </a:lnTo>
                  <a:lnTo>
                    <a:pt x="15824" y="36884"/>
                  </a:lnTo>
                  <a:lnTo>
                    <a:pt x="14531" y="35417"/>
                  </a:lnTo>
                  <a:lnTo>
                    <a:pt x="10848" y="33407"/>
                  </a:lnTo>
                  <a:lnTo>
                    <a:pt x="9749" y="31700"/>
                  </a:lnTo>
                  <a:lnTo>
                    <a:pt x="10230" y="30186"/>
                  </a:lnTo>
                  <a:lnTo>
                    <a:pt x="13486" y="28726"/>
                  </a:lnTo>
                  <a:lnTo>
                    <a:pt x="10588" y="25512"/>
                  </a:lnTo>
                  <a:lnTo>
                    <a:pt x="16116" y="16886"/>
                  </a:lnTo>
                  <a:lnTo>
                    <a:pt x="15505" y="15709"/>
                  </a:lnTo>
                  <a:lnTo>
                    <a:pt x="15137" y="14661"/>
                  </a:lnTo>
                  <a:lnTo>
                    <a:pt x="15885" y="14188"/>
                  </a:lnTo>
                  <a:lnTo>
                    <a:pt x="17717" y="15842"/>
                  </a:lnTo>
                  <a:lnTo>
                    <a:pt x="17119" y="17594"/>
                  </a:lnTo>
                  <a:lnTo>
                    <a:pt x="18495" y="17316"/>
                  </a:lnTo>
                  <a:lnTo>
                    <a:pt x="18310" y="9944"/>
                  </a:lnTo>
                  <a:lnTo>
                    <a:pt x="23729" y="2817"/>
                  </a:lnTo>
                  <a:lnTo>
                    <a:pt x="2271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h5706"/>
            <p:cNvSpPr/>
            <p:nvPr/>
          </p:nvSpPr>
          <p:spPr>
            <a:xfrm>
              <a:off x="6966968" y="3004288"/>
              <a:ext cx="12756" cy="20807"/>
            </a:xfrm>
            <a:custGeom>
              <a:avLst/>
              <a:pathLst>
                <a:path w="12756" h="20807">
                  <a:moveTo>
                    <a:pt x="4660" y="0"/>
                  </a:moveTo>
                  <a:lnTo>
                    <a:pt x="4337" y="1659"/>
                  </a:lnTo>
                  <a:lnTo>
                    <a:pt x="6805" y="6164"/>
                  </a:lnTo>
                  <a:lnTo>
                    <a:pt x="5868" y="9056"/>
                  </a:lnTo>
                  <a:lnTo>
                    <a:pt x="6145" y="11411"/>
                  </a:lnTo>
                  <a:lnTo>
                    <a:pt x="7662" y="16203"/>
                  </a:lnTo>
                  <a:lnTo>
                    <a:pt x="9174" y="16628"/>
                  </a:lnTo>
                  <a:lnTo>
                    <a:pt x="9201" y="18206"/>
                  </a:lnTo>
                  <a:lnTo>
                    <a:pt x="11813" y="19134"/>
                  </a:lnTo>
                  <a:lnTo>
                    <a:pt x="12756" y="20807"/>
                  </a:lnTo>
                  <a:lnTo>
                    <a:pt x="7524" y="18223"/>
                  </a:lnTo>
                  <a:lnTo>
                    <a:pt x="4618" y="13840"/>
                  </a:lnTo>
                  <a:lnTo>
                    <a:pt x="1382" y="5717"/>
                  </a:lnTo>
                  <a:lnTo>
                    <a:pt x="0" y="198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h5707"/>
            <p:cNvSpPr/>
            <p:nvPr/>
          </p:nvSpPr>
          <p:spPr>
            <a:xfrm>
              <a:off x="6882696" y="2853995"/>
              <a:ext cx="11573" cy="11146"/>
            </a:xfrm>
            <a:custGeom>
              <a:avLst/>
              <a:pathLst>
                <a:path w="11573" h="11146">
                  <a:moveTo>
                    <a:pt x="7201" y="2275"/>
                  </a:moveTo>
                  <a:lnTo>
                    <a:pt x="7348" y="2768"/>
                  </a:lnTo>
                  <a:lnTo>
                    <a:pt x="4115" y="5070"/>
                  </a:lnTo>
                  <a:lnTo>
                    <a:pt x="4636" y="6337"/>
                  </a:lnTo>
                  <a:lnTo>
                    <a:pt x="6100" y="8518"/>
                  </a:lnTo>
                  <a:lnTo>
                    <a:pt x="7937" y="9622"/>
                  </a:lnTo>
                  <a:lnTo>
                    <a:pt x="11573" y="9413"/>
                  </a:lnTo>
                  <a:lnTo>
                    <a:pt x="9004" y="11146"/>
                  </a:lnTo>
                  <a:lnTo>
                    <a:pt x="5045" y="10598"/>
                  </a:lnTo>
                  <a:lnTo>
                    <a:pt x="1502" y="8945"/>
                  </a:lnTo>
                  <a:lnTo>
                    <a:pt x="0" y="2433"/>
                  </a:lnTo>
                  <a:lnTo>
                    <a:pt x="4355" y="2422"/>
                  </a:lnTo>
                  <a:lnTo>
                    <a:pt x="630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h5708"/>
            <p:cNvSpPr/>
            <p:nvPr/>
          </p:nvSpPr>
          <p:spPr>
            <a:xfrm>
              <a:off x="6896915" y="2841043"/>
              <a:ext cx="25868" cy="25939"/>
            </a:xfrm>
            <a:custGeom>
              <a:avLst/>
              <a:pathLst>
                <a:path w="25868" h="25939">
                  <a:moveTo>
                    <a:pt x="9730" y="0"/>
                  </a:moveTo>
                  <a:lnTo>
                    <a:pt x="10198" y="3280"/>
                  </a:lnTo>
                  <a:lnTo>
                    <a:pt x="14112" y="4334"/>
                  </a:lnTo>
                  <a:lnTo>
                    <a:pt x="18139" y="4439"/>
                  </a:lnTo>
                  <a:lnTo>
                    <a:pt x="21723" y="6555"/>
                  </a:lnTo>
                  <a:lnTo>
                    <a:pt x="24112" y="11463"/>
                  </a:lnTo>
                  <a:lnTo>
                    <a:pt x="25868" y="13488"/>
                  </a:lnTo>
                  <a:lnTo>
                    <a:pt x="18145" y="14703"/>
                  </a:lnTo>
                  <a:lnTo>
                    <a:pt x="16917" y="15735"/>
                  </a:lnTo>
                  <a:lnTo>
                    <a:pt x="16365" y="17438"/>
                  </a:lnTo>
                  <a:lnTo>
                    <a:pt x="16735" y="21602"/>
                  </a:lnTo>
                  <a:lnTo>
                    <a:pt x="14051" y="23882"/>
                  </a:lnTo>
                  <a:lnTo>
                    <a:pt x="12300" y="25939"/>
                  </a:lnTo>
                  <a:lnTo>
                    <a:pt x="10973" y="23432"/>
                  </a:lnTo>
                  <a:lnTo>
                    <a:pt x="11973" y="22328"/>
                  </a:lnTo>
                  <a:lnTo>
                    <a:pt x="11391" y="19057"/>
                  </a:lnTo>
                  <a:lnTo>
                    <a:pt x="10402" y="18809"/>
                  </a:lnTo>
                  <a:lnTo>
                    <a:pt x="8950" y="20270"/>
                  </a:lnTo>
                  <a:lnTo>
                    <a:pt x="7068" y="20655"/>
                  </a:lnTo>
                  <a:lnTo>
                    <a:pt x="6662" y="19361"/>
                  </a:lnTo>
                  <a:lnTo>
                    <a:pt x="10350" y="15514"/>
                  </a:lnTo>
                  <a:lnTo>
                    <a:pt x="13477" y="14344"/>
                  </a:lnTo>
                  <a:lnTo>
                    <a:pt x="14209" y="12717"/>
                  </a:lnTo>
                  <a:lnTo>
                    <a:pt x="7431" y="11222"/>
                  </a:lnTo>
                  <a:lnTo>
                    <a:pt x="3057" y="12144"/>
                  </a:lnTo>
                  <a:lnTo>
                    <a:pt x="2373" y="12718"/>
                  </a:lnTo>
                  <a:lnTo>
                    <a:pt x="886" y="12472"/>
                  </a:lnTo>
                  <a:lnTo>
                    <a:pt x="0" y="11319"/>
                  </a:lnTo>
                  <a:lnTo>
                    <a:pt x="656" y="7481"/>
                  </a:lnTo>
                  <a:lnTo>
                    <a:pt x="3625" y="220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h5709"/>
            <p:cNvSpPr/>
            <p:nvPr/>
          </p:nvSpPr>
          <p:spPr>
            <a:xfrm>
              <a:off x="6979537" y="2932507"/>
              <a:ext cx="41248" cy="26806"/>
            </a:xfrm>
            <a:custGeom>
              <a:avLst/>
              <a:pathLst>
                <a:path w="41248" h="26806">
                  <a:moveTo>
                    <a:pt x="14863" y="1079"/>
                  </a:moveTo>
                  <a:lnTo>
                    <a:pt x="12376" y="2532"/>
                  </a:lnTo>
                  <a:lnTo>
                    <a:pt x="11993" y="3549"/>
                  </a:lnTo>
                  <a:lnTo>
                    <a:pt x="16778" y="6244"/>
                  </a:lnTo>
                  <a:lnTo>
                    <a:pt x="19415" y="6710"/>
                  </a:lnTo>
                  <a:lnTo>
                    <a:pt x="21811" y="11098"/>
                  </a:lnTo>
                  <a:lnTo>
                    <a:pt x="29048" y="15690"/>
                  </a:lnTo>
                  <a:lnTo>
                    <a:pt x="33341" y="17529"/>
                  </a:lnTo>
                  <a:lnTo>
                    <a:pt x="38250" y="18042"/>
                  </a:lnTo>
                  <a:lnTo>
                    <a:pt x="41248" y="20089"/>
                  </a:lnTo>
                  <a:lnTo>
                    <a:pt x="39039" y="26806"/>
                  </a:lnTo>
                  <a:lnTo>
                    <a:pt x="30102" y="26747"/>
                  </a:lnTo>
                  <a:lnTo>
                    <a:pt x="28103" y="26140"/>
                  </a:lnTo>
                  <a:lnTo>
                    <a:pt x="25467" y="23183"/>
                  </a:lnTo>
                  <a:lnTo>
                    <a:pt x="23131" y="24502"/>
                  </a:lnTo>
                  <a:lnTo>
                    <a:pt x="22607" y="25543"/>
                  </a:lnTo>
                  <a:lnTo>
                    <a:pt x="19167" y="23916"/>
                  </a:lnTo>
                  <a:lnTo>
                    <a:pt x="16743" y="21264"/>
                  </a:lnTo>
                  <a:lnTo>
                    <a:pt x="14043" y="21666"/>
                  </a:lnTo>
                  <a:lnTo>
                    <a:pt x="14395" y="24116"/>
                  </a:lnTo>
                  <a:lnTo>
                    <a:pt x="10100" y="21510"/>
                  </a:lnTo>
                  <a:lnTo>
                    <a:pt x="11995" y="19042"/>
                  </a:lnTo>
                  <a:lnTo>
                    <a:pt x="9532" y="17548"/>
                  </a:lnTo>
                  <a:lnTo>
                    <a:pt x="1960" y="15785"/>
                  </a:lnTo>
                  <a:lnTo>
                    <a:pt x="0" y="13783"/>
                  </a:lnTo>
                  <a:lnTo>
                    <a:pt x="292" y="11115"/>
                  </a:lnTo>
                  <a:lnTo>
                    <a:pt x="4945" y="7957"/>
                  </a:lnTo>
                  <a:lnTo>
                    <a:pt x="8735" y="7573"/>
                  </a:lnTo>
                  <a:lnTo>
                    <a:pt x="6593" y="2659"/>
                  </a:lnTo>
                  <a:lnTo>
                    <a:pt x="7776" y="1569"/>
                  </a:lnTo>
                  <a:lnTo>
                    <a:pt x="10128" y="1963"/>
                  </a:lnTo>
                  <a:lnTo>
                    <a:pt x="11332" y="938"/>
                  </a:lnTo>
                  <a:lnTo>
                    <a:pt x="1098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h5710"/>
            <p:cNvSpPr/>
            <p:nvPr/>
          </p:nvSpPr>
          <p:spPr>
            <a:xfrm>
              <a:off x="6896820" y="2855961"/>
              <a:ext cx="5993" cy="5883"/>
            </a:xfrm>
            <a:custGeom>
              <a:avLst/>
              <a:pathLst>
                <a:path w="5993" h="5883">
                  <a:moveTo>
                    <a:pt x="5993" y="673"/>
                  </a:moveTo>
                  <a:lnTo>
                    <a:pt x="4940" y="4279"/>
                  </a:lnTo>
                  <a:lnTo>
                    <a:pt x="3688" y="5438"/>
                  </a:lnTo>
                  <a:lnTo>
                    <a:pt x="1060" y="5883"/>
                  </a:lnTo>
                  <a:lnTo>
                    <a:pt x="0" y="2869"/>
                  </a:lnTo>
                  <a:lnTo>
                    <a:pt x="399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h5711"/>
            <p:cNvSpPr/>
            <p:nvPr/>
          </p:nvSpPr>
          <p:spPr>
            <a:xfrm>
              <a:off x="6984675" y="3030817"/>
              <a:ext cx="24841" cy="45450"/>
            </a:xfrm>
            <a:custGeom>
              <a:avLst/>
              <a:pathLst>
                <a:path w="24841" h="45450">
                  <a:moveTo>
                    <a:pt x="5398" y="226"/>
                  </a:moveTo>
                  <a:lnTo>
                    <a:pt x="8352" y="1300"/>
                  </a:lnTo>
                  <a:lnTo>
                    <a:pt x="13003" y="6550"/>
                  </a:lnTo>
                  <a:lnTo>
                    <a:pt x="15023" y="6260"/>
                  </a:lnTo>
                  <a:lnTo>
                    <a:pt x="17302" y="7103"/>
                  </a:lnTo>
                  <a:lnTo>
                    <a:pt x="20584" y="10644"/>
                  </a:lnTo>
                  <a:lnTo>
                    <a:pt x="23230" y="12101"/>
                  </a:lnTo>
                  <a:lnTo>
                    <a:pt x="22737" y="12772"/>
                  </a:lnTo>
                  <a:lnTo>
                    <a:pt x="23974" y="16426"/>
                  </a:lnTo>
                  <a:lnTo>
                    <a:pt x="22795" y="21220"/>
                  </a:lnTo>
                  <a:lnTo>
                    <a:pt x="21872" y="23000"/>
                  </a:lnTo>
                  <a:lnTo>
                    <a:pt x="19969" y="20696"/>
                  </a:lnTo>
                  <a:lnTo>
                    <a:pt x="19052" y="22430"/>
                  </a:lnTo>
                  <a:lnTo>
                    <a:pt x="20335" y="26134"/>
                  </a:lnTo>
                  <a:lnTo>
                    <a:pt x="24072" y="29324"/>
                  </a:lnTo>
                  <a:lnTo>
                    <a:pt x="23988" y="31106"/>
                  </a:lnTo>
                  <a:lnTo>
                    <a:pt x="21861" y="34694"/>
                  </a:lnTo>
                  <a:lnTo>
                    <a:pt x="21269" y="37747"/>
                  </a:lnTo>
                  <a:lnTo>
                    <a:pt x="21732" y="38573"/>
                  </a:lnTo>
                  <a:lnTo>
                    <a:pt x="24609" y="39742"/>
                  </a:lnTo>
                  <a:lnTo>
                    <a:pt x="24841" y="43217"/>
                  </a:lnTo>
                  <a:lnTo>
                    <a:pt x="23080" y="45450"/>
                  </a:lnTo>
                  <a:lnTo>
                    <a:pt x="22560" y="43312"/>
                  </a:lnTo>
                  <a:lnTo>
                    <a:pt x="18857" y="44500"/>
                  </a:lnTo>
                  <a:lnTo>
                    <a:pt x="17854" y="43375"/>
                  </a:lnTo>
                  <a:lnTo>
                    <a:pt x="19264" y="41905"/>
                  </a:lnTo>
                  <a:lnTo>
                    <a:pt x="19634" y="40407"/>
                  </a:lnTo>
                  <a:lnTo>
                    <a:pt x="15664" y="40362"/>
                  </a:lnTo>
                  <a:lnTo>
                    <a:pt x="13123" y="37976"/>
                  </a:lnTo>
                  <a:lnTo>
                    <a:pt x="11459" y="30506"/>
                  </a:lnTo>
                  <a:lnTo>
                    <a:pt x="7849" y="30103"/>
                  </a:lnTo>
                  <a:lnTo>
                    <a:pt x="5907" y="30737"/>
                  </a:lnTo>
                  <a:lnTo>
                    <a:pt x="5404" y="29324"/>
                  </a:lnTo>
                  <a:lnTo>
                    <a:pt x="2980" y="28311"/>
                  </a:lnTo>
                  <a:lnTo>
                    <a:pt x="3047" y="26964"/>
                  </a:lnTo>
                  <a:lnTo>
                    <a:pt x="5878" y="22840"/>
                  </a:lnTo>
                  <a:lnTo>
                    <a:pt x="6480" y="19427"/>
                  </a:lnTo>
                  <a:lnTo>
                    <a:pt x="1034" y="15186"/>
                  </a:lnTo>
                  <a:lnTo>
                    <a:pt x="836" y="13379"/>
                  </a:lnTo>
                  <a:lnTo>
                    <a:pt x="1942" y="12020"/>
                  </a:lnTo>
                  <a:lnTo>
                    <a:pt x="0" y="934"/>
                  </a:lnTo>
                  <a:lnTo>
                    <a:pt x="145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h5712"/>
            <p:cNvSpPr/>
            <p:nvPr/>
          </p:nvSpPr>
          <p:spPr>
            <a:xfrm>
              <a:off x="7212648" y="3049774"/>
              <a:ext cx="24242" cy="37816"/>
            </a:xfrm>
            <a:custGeom>
              <a:avLst/>
              <a:pathLst>
                <a:path w="24242" h="37816">
                  <a:moveTo>
                    <a:pt x="11258" y="0"/>
                  </a:moveTo>
                  <a:lnTo>
                    <a:pt x="13360" y="6883"/>
                  </a:lnTo>
                  <a:lnTo>
                    <a:pt x="17800" y="13112"/>
                  </a:lnTo>
                  <a:lnTo>
                    <a:pt x="24242" y="18047"/>
                  </a:lnTo>
                  <a:lnTo>
                    <a:pt x="18726" y="24230"/>
                  </a:lnTo>
                  <a:lnTo>
                    <a:pt x="18451" y="27913"/>
                  </a:lnTo>
                  <a:lnTo>
                    <a:pt x="20007" y="31313"/>
                  </a:lnTo>
                  <a:lnTo>
                    <a:pt x="16097" y="32469"/>
                  </a:lnTo>
                  <a:lnTo>
                    <a:pt x="15454" y="34321"/>
                  </a:lnTo>
                  <a:lnTo>
                    <a:pt x="15573" y="37688"/>
                  </a:lnTo>
                  <a:lnTo>
                    <a:pt x="13762" y="37816"/>
                  </a:lnTo>
                  <a:lnTo>
                    <a:pt x="13669" y="31642"/>
                  </a:lnTo>
                  <a:lnTo>
                    <a:pt x="14587" y="30446"/>
                  </a:lnTo>
                  <a:lnTo>
                    <a:pt x="10605" y="25158"/>
                  </a:lnTo>
                  <a:lnTo>
                    <a:pt x="8152" y="23668"/>
                  </a:lnTo>
                  <a:lnTo>
                    <a:pt x="7126" y="22127"/>
                  </a:lnTo>
                  <a:lnTo>
                    <a:pt x="7114" y="19113"/>
                  </a:lnTo>
                  <a:lnTo>
                    <a:pt x="8308" y="16951"/>
                  </a:lnTo>
                  <a:lnTo>
                    <a:pt x="7447" y="14158"/>
                  </a:lnTo>
                  <a:lnTo>
                    <a:pt x="6099" y="12696"/>
                  </a:lnTo>
                  <a:lnTo>
                    <a:pt x="2868" y="14515"/>
                  </a:lnTo>
                  <a:lnTo>
                    <a:pt x="255" y="12493"/>
                  </a:lnTo>
                  <a:lnTo>
                    <a:pt x="0" y="11551"/>
                  </a:lnTo>
                  <a:lnTo>
                    <a:pt x="1042" y="8127"/>
                  </a:lnTo>
                  <a:lnTo>
                    <a:pt x="3062" y="701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h5713"/>
            <p:cNvSpPr/>
            <p:nvPr/>
          </p:nvSpPr>
          <p:spPr>
            <a:xfrm>
              <a:off x="7182758" y="3040277"/>
              <a:ext cx="32952" cy="39101"/>
            </a:xfrm>
            <a:custGeom>
              <a:avLst/>
              <a:pathLst>
                <a:path w="32952" h="39101">
                  <a:moveTo>
                    <a:pt x="11141" y="2098"/>
                  </a:moveTo>
                  <a:lnTo>
                    <a:pt x="15583" y="4096"/>
                  </a:lnTo>
                  <a:lnTo>
                    <a:pt x="22486" y="5315"/>
                  </a:lnTo>
                  <a:lnTo>
                    <a:pt x="28461" y="5227"/>
                  </a:lnTo>
                  <a:lnTo>
                    <a:pt x="27234" y="13862"/>
                  </a:lnTo>
                  <a:lnTo>
                    <a:pt x="28096" y="16807"/>
                  </a:lnTo>
                  <a:lnTo>
                    <a:pt x="28447" y="17372"/>
                  </a:lnTo>
                  <a:lnTo>
                    <a:pt x="32952" y="16517"/>
                  </a:lnTo>
                  <a:lnTo>
                    <a:pt x="30932" y="17625"/>
                  </a:lnTo>
                  <a:lnTo>
                    <a:pt x="29890" y="21049"/>
                  </a:lnTo>
                  <a:lnTo>
                    <a:pt x="30146" y="21991"/>
                  </a:lnTo>
                  <a:lnTo>
                    <a:pt x="32758" y="24013"/>
                  </a:lnTo>
                  <a:lnTo>
                    <a:pt x="29641" y="27596"/>
                  </a:lnTo>
                  <a:lnTo>
                    <a:pt x="27589" y="28530"/>
                  </a:lnTo>
                  <a:lnTo>
                    <a:pt x="21091" y="27674"/>
                  </a:lnTo>
                  <a:lnTo>
                    <a:pt x="15220" y="31109"/>
                  </a:lnTo>
                  <a:lnTo>
                    <a:pt x="14633" y="32447"/>
                  </a:lnTo>
                  <a:lnTo>
                    <a:pt x="16242" y="33155"/>
                  </a:lnTo>
                  <a:lnTo>
                    <a:pt x="14850" y="34753"/>
                  </a:lnTo>
                  <a:lnTo>
                    <a:pt x="16088" y="37411"/>
                  </a:lnTo>
                  <a:lnTo>
                    <a:pt x="13873" y="39101"/>
                  </a:lnTo>
                  <a:lnTo>
                    <a:pt x="11333" y="38528"/>
                  </a:lnTo>
                  <a:lnTo>
                    <a:pt x="9383" y="34747"/>
                  </a:lnTo>
                  <a:lnTo>
                    <a:pt x="1590" y="36778"/>
                  </a:lnTo>
                  <a:lnTo>
                    <a:pt x="0" y="35861"/>
                  </a:lnTo>
                  <a:lnTo>
                    <a:pt x="1352" y="34038"/>
                  </a:lnTo>
                  <a:lnTo>
                    <a:pt x="363" y="25752"/>
                  </a:lnTo>
                  <a:lnTo>
                    <a:pt x="2762" y="18729"/>
                  </a:lnTo>
                  <a:lnTo>
                    <a:pt x="1808" y="15833"/>
                  </a:lnTo>
                  <a:lnTo>
                    <a:pt x="404" y="14885"/>
                  </a:lnTo>
                  <a:lnTo>
                    <a:pt x="70" y="13403"/>
                  </a:lnTo>
                  <a:lnTo>
                    <a:pt x="3503" y="12779"/>
                  </a:lnTo>
                  <a:lnTo>
                    <a:pt x="5669" y="13488"/>
                  </a:lnTo>
                  <a:lnTo>
                    <a:pt x="8172" y="12549"/>
                  </a:lnTo>
                  <a:lnTo>
                    <a:pt x="8690" y="11149"/>
                  </a:lnTo>
                  <a:lnTo>
                    <a:pt x="7064" y="8750"/>
                  </a:lnTo>
                  <a:lnTo>
                    <a:pt x="5127" y="8131"/>
                  </a:lnTo>
                  <a:lnTo>
                    <a:pt x="2130" y="8487"/>
                  </a:lnTo>
                  <a:lnTo>
                    <a:pt x="1931" y="7395"/>
                  </a:lnTo>
                  <a:lnTo>
                    <a:pt x="1103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h5714"/>
            <p:cNvSpPr/>
            <p:nvPr/>
          </p:nvSpPr>
          <p:spPr>
            <a:xfrm>
              <a:off x="6891336" y="2824236"/>
              <a:ext cx="28650" cy="19446"/>
            </a:xfrm>
            <a:custGeom>
              <a:avLst/>
              <a:pathLst>
                <a:path w="28650" h="19446">
                  <a:moveTo>
                    <a:pt x="22780" y="1800"/>
                  </a:moveTo>
                  <a:lnTo>
                    <a:pt x="27761" y="2063"/>
                  </a:lnTo>
                  <a:lnTo>
                    <a:pt x="28650" y="2967"/>
                  </a:lnTo>
                  <a:lnTo>
                    <a:pt x="28366" y="4191"/>
                  </a:lnTo>
                  <a:lnTo>
                    <a:pt x="22598" y="8206"/>
                  </a:lnTo>
                  <a:lnTo>
                    <a:pt x="20682" y="12181"/>
                  </a:lnTo>
                  <a:lnTo>
                    <a:pt x="20571" y="18136"/>
                  </a:lnTo>
                  <a:lnTo>
                    <a:pt x="17388" y="16339"/>
                  </a:lnTo>
                  <a:lnTo>
                    <a:pt x="15310" y="16807"/>
                  </a:lnTo>
                  <a:lnTo>
                    <a:pt x="9204" y="19007"/>
                  </a:lnTo>
                  <a:lnTo>
                    <a:pt x="6901" y="18639"/>
                  </a:lnTo>
                  <a:lnTo>
                    <a:pt x="5127" y="19446"/>
                  </a:lnTo>
                  <a:lnTo>
                    <a:pt x="3443" y="18658"/>
                  </a:lnTo>
                  <a:lnTo>
                    <a:pt x="0" y="14790"/>
                  </a:lnTo>
                  <a:lnTo>
                    <a:pt x="862" y="12306"/>
                  </a:lnTo>
                  <a:lnTo>
                    <a:pt x="2024" y="9453"/>
                  </a:lnTo>
                  <a:lnTo>
                    <a:pt x="7393" y="4508"/>
                  </a:lnTo>
                  <a:lnTo>
                    <a:pt x="8471" y="2285"/>
                  </a:lnTo>
                  <a:lnTo>
                    <a:pt x="12318" y="2450"/>
                  </a:lnTo>
                  <a:lnTo>
                    <a:pt x="1826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h5715"/>
            <p:cNvSpPr/>
            <p:nvPr/>
          </p:nvSpPr>
          <p:spPr>
            <a:xfrm>
              <a:off x="7243006" y="3084118"/>
              <a:ext cx="47572" cy="16255"/>
            </a:xfrm>
            <a:custGeom>
              <a:avLst/>
              <a:pathLst>
                <a:path w="47572" h="16255">
                  <a:moveTo>
                    <a:pt x="2480" y="0"/>
                  </a:moveTo>
                  <a:lnTo>
                    <a:pt x="4636" y="1981"/>
                  </a:lnTo>
                  <a:lnTo>
                    <a:pt x="11431" y="5495"/>
                  </a:lnTo>
                  <a:lnTo>
                    <a:pt x="18887" y="6346"/>
                  </a:lnTo>
                  <a:lnTo>
                    <a:pt x="32405" y="4047"/>
                  </a:lnTo>
                  <a:lnTo>
                    <a:pt x="45340" y="481"/>
                  </a:lnTo>
                  <a:lnTo>
                    <a:pt x="45346" y="1939"/>
                  </a:lnTo>
                  <a:lnTo>
                    <a:pt x="47572" y="6598"/>
                  </a:lnTo>
                  <a:lnTo>
                    <a:pt x="45983" y="12530"/>
                  </a:lnTo>
                  <a:lnTo>
                    <a:pt x="44136" y="14674"/>
                  </a:lnTo>
                  <a:lnTo>
                    <a:pt x="37868" y="11726"/>
                  </a:lnTo>
                  <a:lnTo>
                    <a:pt x="36762" y="14153"/>
                  </a:lnTo>
                  <a:lnTo>
                    <a:pt x="35043" y="15735"/>
                  </a:lnTo>
                  <a:lnTo>
                    <a:pt x="34257" y="16255"/>
                  </a:lnTo>
                  <a:lnTo>
                    <a:pt x="31702" y="13848"/>
                  </a:lnTo>
                  <a:lnTo>
                    <a:pt x="24955" y="12321"/>
                  </a:lnTo>
                  <a:lnTo>
                    <a:pt x="23739" y="13003"/>
                  </a:lnTo>
                  <a:lnTo>
                    <a:pt x="22649" y="11295"/>
                  </a:lnTo>
                  <a:lnTo>
                    <a:pt x="19625" y="10946"/>
                  </a:lnTo>
                  <a:lnTo>
                    <a:pt x="16820" y="11621"/>
                  </a:lnTo>
                  <a:lnTo>
                    <a:pt x="14408" y="11145"/>
                  </a:lnTo>
                  <a:lnTo>
                    <a:pt x="14224" y="9161"/>
                  </a:lnTo>
                  <a:lnTo>
                    <a:pt x="12559" y="8582"/>
                  </a:lnTo>
                  <a:lnTo>
                    <a:pt x="6485" y="10473"/>
                  </a:lnTo>
                  <a:lnTo>
                    <a:pt x="820" y="6289"/>
                  </a:lnTo>
                  <a:lnTo>
                    <a:pt x="0" y="4649"/>
                  </a:lnTo>
                  <a:lnTo>
                    <a:pt x="1229" y="25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h5716"/>
            <p:cNvSpPr/>
            <p:nvPr/>
          </p:nvSpPr>
          <p:spPr>
            <a:xfrm>
              <a:off x="6956436" y="2938857"/>
              <a:ext cx="35531" cy="19627"/>
            </a:xfrm>
            <a:custGeom>
              <a:avLst/>
              <a:pathLst>
                <a:path w="35531" h="19627">
                  <a:moveTo>
                    <a:pt x="1468" y="0"/>
                  </a:moveTo>
                  <a:lnTo>
                    <a:pt x="4302" y="1812"/>
                  </a:lnTo>
                  <a:lnTo>
                    <a:pt x="8380" y="2620"/>
                  </a:lnTo>
                  <a:lnTo>
                    <a:pt x="10345" y="893"/>
                  </a:lnTo>
                  <a:lnTo>
                    <a:pt x="12396" y="2175"/>
                  </a:lnTo>
                  <a:lnTo>
                    <a:pt x="15963" y="2542"/>
                  </a:lnTo>
                  <a:lnTo>
                    <a:pt x="17885" y="1542"/>
                  </a:lnTo>
                  <a:lnTo>
                    <a:pt x="23393" y="4765"/>
                  </a:lnTo>
                  <a:lnTo>
                    <a:pt x="23100" y="7433"/>
                  </a:lnTo>
                  <a:lnTo>
                    <a:pt x="25061" y="9434"/>
                  </a:lnTo>
                  <a:lnTo>
                    <a:pt x="32633" y="11198"/>
                  </a:lnTo>
                  <a:lnTo>
                    <a:pt x="35096" y="12691"/>
                  </a:lnTo>
                  <a:lnTo>
                    <a:pt x="33201" y="15160"/>
                  </a:lnTo>
                  <a:lnTo>
                    <a:pt x="32997" y="16501"/>
                  </a:lnTo>
                  <a:lnTo>
                    <a:pt x="35531" y="18694"/>
                  </a:lnTo>
                  <a:lnTo>
                    <a:pt x="35143" y="19627"/>
                  </a:lnTo>
                  <a:lnTo>
                    <a:pt x="34716" y="19422"/>
                  </a:lnTo>
                  <a:lnTo>
                    <a:pt x="30257" y="18117"/>
                  </a:lnTo>
                  <a:lnTo>
                    <a:pt x="24368" y="17825"/>
                  </a:lnTo>
                  <a:lnTo>
                    <a:pt x="22956" y="17513"/>
                  </a:lnTo>
                  <a:lnTo>
                    <a:pt x="18008" y="12468"/>
                  </a:lnTo>
                  <a:lnTo>
                    <a:pt x="12438" y="9417"/>
                  </a:lnTo>
                  <a:lnTo>
                    <a:pt x="5585" y="4030"/>
                  </a:lnTo>
                  <a:lnTo>
                    <a:pt x="2462" y="1933"/>
                  </a:lnTo>
                  <a:lnTo>
                    <a:pt x="0" y="1293"/>
                  </a:lnTo>
                  <a:lnTo>
                    <a:pt x="124" y="23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h5717"/>
            <p:cNvSpPr/>
            <p:nvPr/>
          </p:nvSpPr>
          <p:spPr>
            <a:xfrm>
              <a:off x="6880249" y="2848756"/>
              <a:ext cx="8923" cy="7672"/>
            </a:xfrm>
            <a:custGeom>
              <a:avLst/>
              <a:pathLst>
                <a:path w="8923" h="7672">
                  <a:moveTo>
                    <a:pt x="8755" y="5238"/>
                  </a:moveTo>
                  <a:lnTo>
                    <a:pt x="6802" y="7661"/>
                  </a:lnTo>
                  <a:lnTo>
                    <a:pt x="2446" y="7672"/>
                  </a:lnTo>
                  <a:lnTo>
                    <a:pt x="0" y="3558"/>
                  </a:lnTo>
                  <a:lnTo>
                    <a:pt x="5456" y="2674"/>
                  </a:lnTo>
                  <a:lnTo>
                    <a:pt x="892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h5718"/>
            <p:cNvSpPr/>
            <p:nvPr/>
          </p:nvSpPr>
          <p:spPr>
            <a:xfrm>
              <a:off x="6969385" y="2915663"/>
              <a:ext cx="8099" cy="10218"/>
            </a:xfrm>
            <a:custGeom>
              <a:avLst/>
              <a:pathLst>
                <a:path w="8099" h="10218">
                  <a:moveTo>
                    <a:pt x="2717" y="0"/>
                  </a:moveTo>
                  <a:lnTo>
                    <a:pt x="4684" y="1388"/>
                  </a:lnTo>
                  <a:lnTo>
                    <a:pt x="8099" y="6862"/>
                  </a:lnTo>
                  <a:lnTo>
                    <a:pt x="7874" y="10218"/>
                  </a:lnTo>
                  <a:lnTo>
                    <a:pt x="2039" y="9407"/>
                  </a:lnTo>
                  <a:lnTo>
                    <a:pt x="0" y="62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h5719"/>
            <p:cNvSpPr/>
            <p:nvPr/>
          </p:nvSpPr>
          <p:spPr>
            <a:xfrm>
              <a:off x="6854431" y="2716322"/>
              <a:ext cx="12578" cy="21381"/>
            </a:xfrm>
            <a:custGeom>
              <a:avLst/>
              <a:pathLst>
                <a:path w="12578" h="21381">
                  <a:moveTo>
                    <a:pt x="2659" y="1414"/>
                  </a:moveTo>
                  <a:lnTo>
                    <a:pt x="6211" y="5903"/>
                  </a:lnTo>
                  <a:lnTo>
                    <a:pt x="7231" y="4908"/>
                  </a:lnTo>
                  <a:lnTo>
                    <a:pt x="7045" y="2214"/>
                  </a:lnTo>
                  <a:lnTo>
                    <a:pt x="11413" y="5692"/>
                  </a:lnTo>
                  <a:lnTo>
                    <a:pt x="10139" y="9213"/>
                  </a:lnTo>
                  <a:lnTo>
                    <a:pt x="10936" y="12771"/>
                  </a:lnTo>
                  <a:lnTo>
                    <a:pt x="12578" y="13849"/>
                  </a:lnTo>
                  <a:lnTo>
                    <a:pt x="12531" y="15184"/>
                  </a:lnTo>
                  <a:lnTo>
                    <a:pt x="9620" y="21381"/>
                  </a:lnTo>
                  <a:lnTo>
                    <a:pt x="8813" y="20947"/>
                  </a:lnTo>
                  <a:lnTo>
                    <a:pt x="5561" y="13924"/>
                  </a:lnTo>
                  <a:lnTo>
                    <a:pt x="5631" y="6528"/>
                  </a:lnTo>
                  <a:lnTo>
                    <a:pt x="2080" y="5135"/>
                  </a:lnTo>
                  <a:lnTo>
                    <a:pt x="0" y="3106"/>
                  </a:lnTo>
                  <a:lnTo>
                    <a:pt x="23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h5720"/>
            <p:cNvSpPr/>
            <p:nvPr/>
          </p:nvSpPr>
          <p:spPr>
            <a:xfrm>
              <a:off x="6867390" y="2738219"/>
              <a:ext cx="15420" cy="12726"/>
            </a:xfrm>
            <a:custGeom>
              <a:avLst/>
              <a:pathLst>
                <a:path w="15420" h="12726">
                  <a:moveTo>
                    <a:pt x="10679" y="3485"/>
                  </a:moveTo>
                  <a:lnTo>
                    <a:pt x="14295" y="4552"/>
                  </a:lnTo>
                  <a:lnTo>
                    <a:pt x="14535" y="3984"/>
                  </a:lnTo>
                  <a:lnTo>
                    <a:pt x="15420" y="5438"/>
                  </a:lnTo>
                  <a:lnTo>
                    <a:pt x="15185" y="8693"/>
                  </a:lnTo>
                  <a:lnTo>
                    <a:pt x="13204" y="12726"/>
                  </a:lnTo>
                  <a:lnTo>
                    <a:pt x="10912" y="12649"/>
                  </a:lnTo>
                  <a:lnTo>
                    <a:pt x="10050" y="11788"/>
                  </a:lnTo>
                  <a:lnTo>
                    <a:pt x="7728" y="11380"/>
                  </a:lnTo>
                  <a:lnTo>
                    <a:pt x="7284" y="8922"/>
                  </a:lnTo>
                  <a:lnTo>
                    <a:pt x="4131" y="6532"/>
                  </a:lnTo>
                  <a:lnTo>
                    <a:pt x="1272" y="7196"/>
                  </a:lnTo>
                  <a:lnTo>
                    <a:pt x="0" y="6701"/>
                  </a:lnTo>
                  <a:lnTo>
                    <a:pt x="1510" y="2063"/>
                  </a:lnTo>
                  <a:lnTo>
                    <a:pt x="2515" y="2332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h5721"/>
            <p:cNvSpPr/>
            <p:nvPr/>
          </p:nvSpPr>
          <p:spPr>
            <a:xfrm>
              <a:off x="6917970" y="2788659"/>
              <a:ext cx="25428" cy="20085"/>
            </a:xfrm>
            <a:custGeom>
              <a:avLst/>
              <a:pathLst>
                <a:path w="25428" h="20085">
                  <a:moveTo>
                    <a:pt x="14923" y="139"/>
                  </a:moveTo>
                  <a:lnTo>
                    <a:pt x="16552" y="2578"/>
                  </a:lnTo>
                  <a:lnTo>
                    <a:pt x="18844" y="2301"/>
                  </a:lnTo>
                  <a:lnTo>
                    <a:pt x="20742" y="303"/>
                  </a:lnTo>
                  <a:lnTo>
                    <a:pt x="22265" y="2608"/>
                  </a:lnTo>
                  <a:lnTo>
                    <a:pt x="23550" y="7409"/>
                  </a:lnTo>
                  <a:lnTo>
                    <a:pt x="23785" y="11538"/>
                  </a:lnTo>
                  <a:lnTo>
                    <a:pt x="25428" y="15051"/>
                  </a:lnTo>
                  <a:lnTo>
                    <a:pt x="23185" y="14837"/>
                  </a:lnTo>
                  <a:lnTo>
                    <a:pt x="14515" y="20085"/>
                  </a:lnTo>
                  <a:lnTo>
                    <a:pt x="9392" y="17615"/>
                  </a:lnTo>
                  <a:lnTo>
                    <a:pt x="6445" y="18237"/>
                  </a:lnTo>
                  <a:lnTo>
                    <a:pt x="3223" y="17671"/>
                  </a:lnTo>
                  <a:lnTo>
                    <a:pt x="4619" y="14364"/>
                  </a:lnTo>
                  <a:lnTo>
                    <a:pt x="2897" y="12379"/>
                  </a:lnTo>
                  <a:lnTo>
                    <a:pt x="2510" y="13532"/>
                  </a:lnTo>
                  <a:lnTo>
                    <a:pt x="30" y="11154"/>
                  </a:lnTo>
                  <a:lnTo>
                    <a:pt x="0" y="9075"/>
                  </a:lnTo>
                  <a:lnTo>
                    <a:pt x="1700" y="7854"/>
                  </a:lnTo>
                  <a:lnTo>
                    <a:pt x="4507" y="8150"/>
                  </a:lnTo>
                  <a:lnTo>
                    <a:pt x="6702" y="7110"/>
                  </a:lnTo>
                  <a:lnTo>
                    <a:pt x="9080" y="3389"/>
                  </a:lnTo>
                  <a:lnTo>
                    <a:pt x="9666" y="1139"/>
                  </a:lnTo>
                  <a:lnTo>
                    <a:pt x="11038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h5722"/>
            <p:cNvSpPr/>
            <p:nvPr/>
          </p:nvSpPr>
          <p:spPr>
            <a:xfrm>
              <a:off x="6948633" y="3024585"/>
              <a:ext cx="7812" cy="6022"/>
            </a:xfrm>
            <a:custGeom>
              <a:avLst/>
              <a:pathLst>
                <a:path w="7812" h="6022">
                  <a:moveTo>
                    <a:pt x="1594" y="0"/>
                  </a:moveTo>
                  <a:lnTo>
                    <a:pt x="3800" y="570"/>
                  </a:lnTo>
                  <a:lnTo>
                    <a:pt x="7812" y="2009"/>
                  </a:lnTo>
                  <a:lnTo>
                    <a:pt x="6939" y="5513"/>
                  </a:lnTo>
                  <a:lnTo>
                    <a:pt x="4542" y="6022"/>
                  </a:lnTo>
                  <a:lnTo>
                    <a:pt x="4638" y="4271"/>
                  </a:lnTo>
                  <a:lnTo>
                    <a:pt x="334" y="2581"/>
                  </a:lnTo>
                  <a:lnTo>
                    <a:pt x="0" y="118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h5723"/>
            <p:cNvSpPr/>
            <p:nvPr/>
          </p:nvSpPr>
          <p:spPr>
            <a:xfrm>
              <a:off x="6939751" y="2982121"/>
              <a:ext cx="24264" cy="17123"/>
            </a:xfrm>
            <a:custGeom>
              <a:avLst/>
              <a:pathLst>
                <a:path w="24264" h="17123">
                  <a:moveTo>
                    <a:pt x="9258" y="1031"/>
                  </a:moveTo>
                  <a:lnTo>
                    <a:pt x="13801" y="748"/>
                  </a:lnTo>
                  <a:lnTo>
                    <a:pt x="17773" y="159"/>
                  </a:lnTo>
                  <a:lnTo>
                    <a:pt x="21644" y="1200"/>
                  </a:lnTo>
                  <a:lnTo>
                    <a:pt x="24264" y="4161"/>
                  </a:lnTo>
                  <a:lnTo>
                    <a:pt x="22806" y="6524"/>
                  </a:lnTo>
                  <a:lnTo>
                    <a:pt x="16882" y="3901"/>
                  </a:lnTo>
                  <a:lnTo>
                    <a:pt x="14186" y="5008"/>
                  </a:lnTo>
                  <a:lnTo>
                    <a:pt x="7569" y="8625"/>
                  </a:lnTo>
                  <a:lnTo>
                    <a:pt x="8164" y="11304"/>
                  </a:lnTo>
                  <a:lnTo>
                    <a:pt x="10767" y="12544"/>
                  </a:lnTo>
                  <a:lnTo>
                    <a:pt x="8513" y="14045"/>
                  </a:lnTo>
                  <a:lnTo>
                    <a:pt x="6341" y="15066"/>
                  </a:lnTo>
                  <a:lnTo>
                    <a:pt x="3320" y="15253"/>
                  </a:lnTo>
                  <a:lnTo>
                    <a:pt x="471" y="17123"/>
                  </a:lnTo>
                  <a:lnTo>
                    <a:pt x="0" y="13233"/>
                  </a:lnTo>
                  <a:lnTo>
                    <a:pt x="821" y="9177"/>
                  </a:lnTo>
                  <a:lnTo>
                    <a:pt x="3865" y="7167"/>
                  </a:lnTo>
                  <a:lnTo>
                    <a:pt x="7402" y="3565"/>
                  </a:lnTo>
                  <a:lnTo>
                    <a:pt x="7128" y="1264"/>
                  </a:lnTo>
                  <a:lnTo>
                    <a:pt x="806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h5724"/>
            <p:cNvSpPr/>
            <p:nvPr/>
          </p:nvSpPr>
          <p:spPr>
            <a:xfrm>
              <a:off x="7066347" y="2977594"/>
              <a:ext cx="6238" cy="13806"/>
            </a:xfrm>
            <a:custGeom>
              <a:avLst/>
              <a:pathLst>
                <a:path w="6238" h="13806">
                  <a:moveTo>
                    <a:pt x="6238" y="2283"/>
                  </a:moveTo>
                  <a:lnTo>
                    <a:pt x="4945" y="5176"/>
                  </a:lnTo>
                  <a:lnTo>
                    <a:pt x="5829" y="8171"/>
                  </a:lnTo>
                  <a:lnTo>
                    <a:pt x="3935" y="13806"/>
                  </a:lnTo>
                  <a:lnTo>
                    <a:pt x="1036" y="13679"/>
                  </a:lnTo>
                  <a:lnTo>
                    <a:pt x="707" y="10694"/>
                  </a:lnTo>
                  <a:lnTo>
                    <a:pt x="1123" y="9267"/>
                  </a:lnTo>
                  <a:lnTo>
                    <a:pt x="3695" y="9474"/>
                  </a:lnTo>
                  <a:lnTo>
                    <a:pt x="4452" y="8613"/>
                  </a:lnTo>
                  <a:lnTo>
                    <a:pt x="4131" y="7634"/>
                  </a:lnTo>
                  <a:lnTo>
                    <a:pt x="1799" y="6471"/>
                  </a:lnTo>
                  <a:lnTo>
                    <a:pt x="0" y="7550"/>
                  </a:lnTo>
                  <a:lnTo>
                    <a:pt x="1781" y="839"/>
                  </a:lnTo>
                  <a:lnTo>
                    <a:pt x="3243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h5725"/>
            <p:cNvSpPr/>
            <p:nvPr/>
          </p:nvSpPr>
          <p:spPr>
            <a:xfrm>
              <a:off x="6821936" y="2779157"/>
              <a:ext cx="19692" cy="20866"/>
            </a:xfrm>
            <a:custGeom>
              <a:avLst/>
              <a:pathLst>
                <a:path w="19692" h="20866">
                  <a:moveTo>
                    <a:pt x="6861" y="2420"/>
                  </a:moveTo>
                  <a:lnTo>
                    <a:pt x="7346" y="1750"/>
                  </a:lnTo>
                  <a:lnTo>
                    <a:pt x="10396" y="1260"/>
                  </a:lnTo>
                  <a:lnTo>
                    <a:pt x="14163" y="1407"/>
                  </a:lnTo>
                  <a:lnTo>
                    <a:pt x="15816" y="2750"/>
                  </a:lnTo>
                  <a:lnTo>
                    <a:pt x="16859" y="4822"/>
                  </a:lnTo>
                  <a:lnTo>
                    <a:pt x="15549" y="8854"/>
                  </a:lnTo>
                  <a:lnTo>
                    <a:pt x="19692" y="15619"/>
                  </a:lnTo>
                  <a:lnTo>
                    <a:pt x="17662" y="20656"/>
                  </a:lnTo>
                  <a:lnTo>
                    <a:pt x="15058" y="20866"/>
                  </a:lnTo>
                  <a:lnTo>
                    <a:pt x="8854" y="19788"/>
                  </a:lnTo>
                  <a:lnTo>
                    <a:pt x="7084" y="19585"/>
                  </a:lnTo>
                  <a:lnTo>
                    <a:pt x="4909" y="17983"/>
                  </a:lnTo>
                  <a:lnTo>
                    <a:pt x="3515" y="16598"/>
                  </a:lnTo>
                  <a:lnTo>
                    <a:pt x="3315" y="14671"/>
                  </a:lnTo>
                  <a:lnTo>
                    <a:pt x="2246" y="13651"/>
                  </a:lnTo>
                  <a:lnTo>
                    <a:pt x="1632" y="14008"/>
                  </a:lnTo>
                  <a:lnTo>
                    <a:pt x="3208" y="12996"/>
                  </a:lnTo>
                  <a:lnTo>
                    <a:pt x="3970" y="10560"/>
                  </a:lnTo>
                  <a:lnTo>
                    <a:pt x="884" y="10208"/>
                  </a:lnTo>
                  <a:lnTo>
                    <a:pt x="0" y="7587"/>
                  </a:lnTo>
                  <a:lnTo>
                    <a:pt x="135" y="3869"/>
                  </a:lnTo>
                  <a:lnTo>
                    <a:pt x="962" y="1184"/>
                  </a:lnTo>
                  <a:lnTo>
                    <a:pt x="384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h5726"/>
            <p:cNvSpPr/>
            <p:nvPr/>
          </p:nvSpPr>
          <p:spPr>
            <a:xfrm>
              <a:off x="6969412" y="2930662"/>
              <a:ext cx="10323" cy="3445"/>
            </a:xfrm>
            <a:custGeom>
              <a:avLst/>
              <a:pathLst>
                <a:path w="10323" h="3445">
                  <a:moveTo>
                    <a:pt x="7546" y="208"/>
                  </a:moveTo>
                  <a:lnTo>
                    <a:pt x="10323" y="1585"/>
                  </a:lnTo>
                  <a:lnTo>
                    <a:pt x="3885" y="3445"/>
                  </a:lnTo>
                  <a:lnTo>
                    <a:pt x="0" y="2177"/>
                  </a:lnTo>
                  <a:lnTo>
                    <a:pt x="2223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h5727"/>
            <p:cNvSpPr/>
            <p:nvPr/>
          </p:nvSpPr>
          <p:spPr>
            <a:xfrm>
              <a:off x="6965079" y="2956007"/>
              <a:ext cx="2259" cy="3953"/>
            </a:xfrm>
            <a:custGeom>
              <a:avLst/>
              <a:pathLst>
                <a:path w="2259" h="3953">
                  <a:moveTo>
                    <a:pt x="0" y="3953"/>
                  </a:moveTo>
                  <a:lnTo>
                    <a:pt x="730" y="0"/>
                  </a:lnTo>
                  <a:lnTo>
                    <a:pt x="2259" y="3143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h5728"/>
            <p:cNvSpPr/>
            <p:nvPr/>
          </p:nvSpPr>
          <p:spPr>
            <a:xfrm>
              <a:off x="6937667" y="2944309"/>
              <a:ext cx="17045" cy="21478"/>
            </a:xfrm>
            <a:custGeom>
              <a:avLst/>
              <a:pathLst>
                <a:path w="17045" h="21478">
                  <a:moveTo>
                    <a:pt x="14697" y="3374"/>
                  </a:moveTo>
                  <a:lnTo>
                    <a:pt x="14328" y="4767"/>
                  </a:lnTo>
                  <a:lnTo>
                    <a:pt x="13522" y="2738"/>
                  </a:lnTo>
                  <a:lnTo>
                    <a:pt x="12340" y="3583"/>
                  </a:lnTo>
                  <a:lnTo>
                    <a:pt x="11366" y="7779"/>
                  </a:lnTo>
                  <a:lnTo>
                    <a:pt x="12289" y="10026"/>
                  </a:lnTo>
                  <a:lnTo>
                    <a:pt x="14277" y="10385"/>
                  </a:lnTo>
                  <a:lnTo>
                    <a:pt x="17045" y="13286"/>
                  </a:lnTo>
                  <a:lnTo>
                    <a:pt x="14773" y="19960"/>
                  </a:lnTo>
                  <a:lnTo>
                    <a:pt x="11693" y="19149"/>
                  </a:lnTo>
                  <a:lnTo>
                    <a:pt x="9104" y="21478"/>
                  </a:lnTo>
                  <a:lnTo>
                    <a:pt x="7175" y="19870"/>
                  </a:lnTo>
                  <a:lnTo>
                    <a:pt x="7955" y="19280"/>
                  </a:lnTo>
                  <a:lnTo>
                    <a:pt x="7645" y="15660"/>
                  </a:lnTo>
                  <a:lnTo>
                    <a:pt x="3288" y="13380"/>
                  </a:lnTo>
                  <a:lnTo>
                    <a:pt x="1161" y="12997"/>
                  </a:lnTo>
                  <a:lnTo>
                    <a:pt x="5554" y="12664"/>
                  </a:lnTo>
                  <a:lnTo>
                    <a:pt x="2945" y="7450"/>
                  </a:lnTo>
                  <a:lnTo>
                    <a:pt x="0" y="4671"/>
                  </a:lnTo>
                  <a:lnTo>
                    <a:pt x="1623" y="2422"/>
                  </a:lnTo>
                  <a:lnTo>
                    <a:pt x="8609" y="1491"/>
                  </a:lnTo>
                  <a:lnTo>
                    <a:pt x="13943" y="0"/>
                  </a:lnTo>
                  <a:lnTo>
                    <a:pt x="13779" y="1291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h5729"/>
            <p:cNvSpPr/>
            <p:nvPr/>
          </p:nvSpPr>
          <p:spPr>
            <a:xfrm>
              <a:off x="6966301" y="2956975"/>
              <a:ext cx="48396" cy="21418"/>
            </a:xfrm>
            <a:custGeom>
              <a:avLst/>
              <a:pathLst>
                <a:path w="48396" h="21418">
                  <a:moveTo>
                    <a:pt x="20392" y="0"/>
                  </a:moveTo>
                  <a:lnTo>
                    <a:pt x="24852" y="1304"/>
                  </a:lnTo>
                  <a:lnTo>
                    <a:pt x="25819" y="4160"/>
                  </a:lnTo>
                  <a:lnTo>
                    <a:pt x="30088" y="6760"/>
                  </a:lnTo>
                  <a:lnTo>
                    <a:pt x="31792" y="6484"/>
                  </a:lnTo>
                  <a:lnTo>
                    <a:pt x="34320" y="11823"/>
                  </a:lnTo>
                  <a:lnTo>
                    <a:pt x="37250" y="11255"/>
                  </a:lnTo>
                  <a:lnTo>
                    <a:pt x="36534" y="6522"/>
                  </a:lnTo>
                  <a:lnTo>
                    <a:pt x="39607" y="7375"/>
                  </a:lnTo>
                  <a:lnTo>
                    <a:pt x="44895" y="5165"/>
                  </a:lnTo>
                  <a:lnTo>
                    <a:pt x="46733" y="3186"/>
                  </a:lnTo>
                  <a:lnTo>
                    <a:pt x="47794" y="3582"/>
                  </a:lnTo>
                  <a:lnTo>
                    <a:pt x="48396" y="4971"/>
                  </a:lnTo>
                  <a:lnTo>
                    <a:pt x="46609" y="8439"/>
                  </a:lnTo>
                  <a:lnTo>
                    <a:pt x="44334" y="10300"/>
                  </a:lnTo>
                  <a:lnTo>
                    <a:pt x="25131" y="17931"/>
                  </a:lnTo>
                  <a:lnTo>
                    <a:pt x="22420" y="15968"/>
                  </a:lnTo>
                  <a:lnTo>
                    <a:pt x="22926" y="14775"/>
                  </a:lnTo>
                  <a:lnTo>
                    <a:pt x="28172" y="11929"/>
                  </a:lnTo>
                  <a:lnTo>
                    <a:pt x="30932" y="11312"/>
                  </a:lnTo>
                  <a:lnTo>
                    <a:pt x="29054" y="9639"/>
                  </a:lnTo>
                  <a:lnTo>
                    <a:pt x="23081" y="8464"/>
                  </a:lnTo>
                  <a:lnTo>
                    <a:pt x="19622" y="9921"/>
                  </a:lnTo>
                  <a:lnTo>
                    <a:pt x="17325" y="9903"/>
                  </a:lnTo>
                  <a:lnTo>
                    <a:pt x="12853" y="11489"/>
                  </a:lnTo>
                  <a:lnTo>
                    <a:pt x="6526" y="18190"/>
                  </a:lnTo>
                  <a:lnTo>
                    <a:pt x="7191" y="21418"/>
                  </a:lnTo>
                  <a:lnTo>
                    <a:pt x="402" y="20410"/>
                  </a:lnTo>
                  <a:lnTo>
                    <a:pt x="0" y="19006"/>
                  </a:lnTo>
                  <a:lnTo>
                    <a:pt x="3127" y="16689"/>
                  </a:lnTo>
                  <a:lnTo>
                    <a:pt x="2710" y="14405"/>
                  </a:lnTo>
                  <a:lnTo>
                    <a:pt x="4701" y="11448"/>
                  </a:lnTo>
                  <a:lnTo>
                    <a:pt x="6272" y="10230"/>
                  </a:lnTo>
                  <a:lnTo>
                    <a:pt x="9059" y="9179"/>
                  </a:lnTo>
                  <a:lnTo>
                    <a:pt x="14640" y="4428"/>
                  </a:lnTo>
                  <a:lnTo>
                    <a:pt x="14694" y="3452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h5730"/>
            <p:cNvSpPr/>
            <p:nvPr/>
          </p:nvSpPr>
          <p:spPr>
            <a:xfrm>
              <a:off x="6937947" y="2876971"/>
              <a:ext cx="33814" cy="33516"/>
            </a:xfrm>
            <a:custGeom>
              <a:avLst/>
              <a:pathLst>
                <a:path w="33814" h="33516">
                  <a:moveTo>
                    <a:pt x="23610" y="254"/>
                  </a:moveTo>
                  <a:lnTo>
                    <a:pt x="23779" y="1968"/>
                  </a:lnTo>
                  <a:lnTo>
                    <a:pt x="22679" y="2336"/>
                  </a:lnTo>
                  <a:lnTo>
                    <a:pt x="22032" y="860"/>
                  </a:lnTo>
                  <a:lnTo>
                    <a:pt x="21365" y="2072"/>
                  </a:lnTo>
                  <a:lnTo>
                    <a:pt x="22542" y="7100"/>
                  </a:lnTo>
                  <a:lnTo>
                    <a:pt x="28472" y="10728"/>
                  </a:lnTo>
                  <a:lnTo>
                    <a:pt x="29345" y="10399"/>
                  </a:lnTo>
                  <a:lnTo>
                    <a:pt x="29886" y="8004"/>
                  </a:lnTo>
                  <a:lnTo>
                    <a:pt x="32462" y="9185"/>
                  </a:lnTo>
                  <a:lnTo>
                    <a:pt x="33215" y="10815"/>
                  </a:lnTo>
                  <a:lnTo>
                    <a:pt x="33805" y="18117"/>
                  </a:lnTo>
                  <a:lnTo>
                    <a:pt x="33814" y="18380"/>
                  </a:lnTo>
                  <a:lnTo>
                    <a:pt x="27891" y="21641"/>
                  </a:lnTo>
                  <a:lnTo>
                    <a:pt x="16141" y="24698"/>
                  </a:lnTo>
                  <a:lnTo>
                    <a:pt x="13661" y="28423"/>
                  </a:lnTo>
                  <a:lnTo>
                    <a:pt x="8889" y="32796"/>
                  </a:lnTo>
                  <a:lnTo>
                    <a:pt x="6305" y="33516"/>
                  </a:lnTo>
                  <a:lnTo>
                    <a:pt x="1173" y="33111"/>
                  </a:lnTo>
                  <a:lnTo>
                    <a:pt x="0" y="31908"/>
                  </a:lnTo>
                  <a:lnTo>
                    <a:pt x="2371" y="27998"/>
                  </a:lnTo>
                  <a:lnTo>
                    <a:pt x="1079" y="24679"/>
                  </a:lnTo>
                  <a:lnTo>
                    <a:pt x="561" y="20557"/>
                  </a:lnTo>
                  <a:lnTo>
                    <a:pt x="3702" y="15882"/>
                  </a:lnTo>
                  <a:lnTo>
                    <a:pt x="5388" y="14277"/>
                  </a:lnTo>
                  <a:lnTo>
                    <a:pt x="9204" y="8162"/>
                  </a:lnTo>
                  <a:lnTo>
                    <a:pt x="13071" y="4161"/>
                  </a:lnTo>
                  <a:lnTo>
                    <a:pt x="1890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h5731"/>
            <p:cNvSpPr/>
            <p:nvPr/>
          </p:nvSpPr>
          <p:spPr>
            <a:xfrm>
              <a:off x="6956201" y="3003029"/>
              <a:ext cx="12149" cy="13363"/>
            </a:xfrm>
            <a:custGeom>
              <a:avLst/>
              <a:pathLst>
                <a:path w="12149" h="13363">
                  <a:moveTo>
                    <a:pt x="9145" y="0"/>
                  </a:moveTo>
                  <a:lnTo>
                    <a:pt x="10766" y="3247"/>
                  </a:lnTo>
                  <a:lnTo>
                    <a:pt x="12149" y="6976"/>
                  </a:lnTo>
                  <a:lnTo>
                    <a:pt x="9500" y="5494"/>
                  </a:lnTo>
                  <a:lnTo>
                    <a:pt x="7802" y="5504"/>
                  </a:lnTo>
                  <a:lnTo>
                    <a:pt x="5272" y="13363"/>
                  </a:lnTo>
                  <a:lnTo>
                    <a:pt x="2832" y="12773"/>
                  </a:lnTo>
                  <a:lnTo>
                    <a:pt x="2669" y="9843"/>
                  </a:lnTo>
                  <a:lnTo>
                    <a:pt x="4740" y="8784"/>
                  </a:lnTo>
                  <a:lnTo>
                    <a:pt x="4686" y="8249"/>
                  </a:lnTo>
                  <a:lnTo>
                    <a:pt x="3927" y="6675"/>
                  </a:lnTo>
                  <a:lnTo>
                    <a:pt x="818" y="5349"/>
                  </a:lnTo>
                  <a:lnTo>
                    <a:pt x="0" y="2770"/>
                  </a:lnTo>
                  <a:lnTo>
                    <a:pt x="2626" y="414"/>
                  </a:lnTo>
                  <a:lnTo>
                    <a:pt x="3994" y="1085"/>
                  </a:lnTo>
                  <a:lnTo>
                    <a:pt x="4891" y="2068"/>
                  </a:lnTo>
                  <a:lnTo>
                    <a:pt x="6283" y="204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h5732"/>
            <p:cNvSpPr/>
            <p:nvPr/>
          </p:nvSpPr>
          <p:spPr>
            <a:xfrm>
              <a:off x="6956661" y="3025697"/>
              <a:ext cx="20256" cy="11762"/>
            </a:xfrm>
            <a:custGeom>
              <a:avLst/>
              <a:pathLst>
                <a:path w="20256" h="11762">
                  <a:moveTo>
                    <a:pt x="19063" y="3301"/>
                  </a:moveTo>
                  <a:lnTo>
                    <a:pt x="20256" y="5414"/>
                  </a:lnTo>
                  <a:lnTo>
                    <a:pt x="15901" y="11377"/>
                  </a:lnTo>
                  <a:lnTo>
                    <a:pt x="13542" y="11542"/>
                  </a:lnTo>
                  <a:lnTo>
                    <a:pt x="7214" y="11762"/>
                  </a:lnTo>
                  <a:lnTo>
                    <a:pt x="6556" y="11136"/>
                  </a:lnTo>
                  <a:lnTo>
                    <a:pt x="1103" y="11250"/>
                  </a:lnTo>
                  <a:lnTo>
                    <a:pt x="0" y="8775"/>
                  </a:lnTo>
                  <a:lnTo>
                    <a:pt x="24" y="4487"/>
                  </a:lnTo>
                  <a:lnTo>
                    <a:pt x="2230" y="5525"/>
                  </a:lnTo>
                  <a:lnTo>
                    <a:pt x="7321" y="5087"/>
                  </a:lnTo>
                  <a:lnTo>
                    <a:pt x="12368" y="4496"/>
                  </a:lnTo>
                  <a:lnTo>
                    <a:pt x="13468" y="5198"/>
                  </a:lnTo>
                  <a:lnTo>
                    <a:pt x="16617" y="2431"/>
                  </a:lnTo>
                  <a:lnTo>
                    <a:pt x="16156" y="613"/>
                  </a:lnTo>
                  <a:lnTo>
                    <a:pt x="1759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h5733"/>
            <p:cNvSpPr/>
            <p:nvPr/>
          </p:nvSpPr>
          <p:spPr>
            <a:xfrm>
              <a:off x="6986810" y="2915067"/>
              <a:ext cx="12918" cy="14167"/>
            </a:xfrm>
            <a:custGeom>
              <a:avLst/>
              <a:pathLst>
                <a:path w="12918" h="14167">
                  <a:moveTo>
                    <a:pt x="8967" y="621"/>
                  </a:moveTo>
                  <a:lnTo>
                    <a:pt x="11184" y="70"/>
                  </a:lnTo>
                  <a:lnTo>
                    <a:pt x="12918" y="2870"/>
                  </a:lnTo>
                  <a:lnTo>
                    <a:pt x="10602" y="6748"/>
                  </a:lnTo>
                  <a:lnTo>
                    <a:pt x="8295" y="12980"/>
                  </a:lnTo>
                  <a:lnTo>
                    <a:pt x="6690" y="14167"/>
                  </a:lnTo>
                  <a:lnTo>
                    <a:pt x="4078" y="12045"/>
                  </a:lnTo>
                  <a:lnTo>
                    <a:pt x="3848" y="9172"/>
                  </a:lnTo>
                  <a:lnTo>
                    <a:pt x="0" y="5969"/>
                  </a:lnTo>
                  <a:lnTo>
                    <a:pt x="1852" y="2808"/>
                  </a:lnTo>
                  <a:lnTo>
                    <a:pt x="3934" y="2623"/>
                  </a:lnTo>
                  <a:lnTo>
                    <a:pt x="541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h5734"/>
            <p:cNvSpPr/>
            <p:nvPr/>
          </p:nvSpPr>
          <p:spPr>
            <a:xfrm>
              <a:off x="6981895" y="2990542"/>
              <a:ext cx="10703" cy="9536"/>
            </a:xfrm>
            <a:custGeom>
              <a:avLst/>
              <a:pathLst>
                <a:path w="10703" h="9536">
                  <a:moveTo>
                    <a:pt x="5813" y="1287"/>
                  </a:moveTo>
                  <a:lnTo>
                    <a:pt x="10703" y="7241"/>
                  </a:lnTo>
                  <a:lnTo>
                    <a:pt x="9588" y="9483"/>
                  </a:lnTo>
                  <a:lnTo>
                    <a:pt x="4696" y="9432"/>
                  </a:lnTo>
                  <a:lnTo>
                    <a:pt x="3073" y="9536"/>
                  </a:lnTo>
                  <a:lnTo>
                    <a:pt x="2224" y="8829"/>
                  </a:lnTo>
                  <a:lnTo>
                    <a:pt x="215" y="2644"/>
                  </a:lnTo>
                  <a:lnTo>
                    <a:pt x="0" y="549"/>
                  </a:lnTo>
                  <a:lnTo>
                    <a:pt x="76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h5735"/>
            <p:cNvSpPr/>
            <p:nvPr/>
          </p:nvSpPr>
          <p:spPr>
            <a:xfrm>
              <a:off x="6965468" y="2953810"/>
              <a:ext cx="21226" cy="6616"/>
            </a:xfrm>
            <a:custGeom>
              <a:avLst/>
              <a:pathLst>
                <a:path w="21226" h="6616">
                  <a:moveTo>
                    <a:pt x="4874" y="0"/>
                  </a:moveTo>
                  <a:lnTo>
                    <a:pt x="11443" y="1432"/>
                  </a:lnTo>
                  <a:lnTo>
                    <a:pt x="14107" y="3073"/>
                  </a:lnTo>
                  <a:lnTo>
                    <a:pt x="15337" y="2872"/>
                  </a:lnTo>
                  <a:lnTo>
                    <a:pt x="21226" y="3164"/>
                  </a:lnTo>
                  <a:lnTo>
                    <a:pt x="15527" y="6616"/>
                  </a:lnTo>
                  <a:lnTo>
                    <a:pt x="12928" y="6007"/>
                  </a:lnTo>
                  <a:lnTo>
                    <a:pt x="11275" y="3701"/>
                  </a:lnTo>
                  <a:lnTo>
                    <a:pt x="6830" y="5521"/>
                  </a:lnTo>
                  <a:lnTo>
                    <a:pt x="2319" y="5820"/>
                  </a:lnTo>
                  <a:lnTo>
                    <a:pt x="1871" y="5340"/>
                  </a:lnTo>
                  <a:lnTo>
                    <a:pt x="342" y="2196"/>
                  </a:lnTo>
                  <a:lnTo>
                    <a:pt x="0" y="150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h5736"/>
            <p:cNvSpPr/>
            <p:nvPr/>
          </p:nvSpPr>
          <p:spPr>
            <a:xfrm>
              <a:off x="7012218" y="2955729"/>
              <a:ext cx="33401" cy="26084"/>
            </a:xfrm>
            <a:custGeom>
              <a:avLst/>
              <a:pathLst>
                <a:path w="33401" h="26084">
                  <a:moveTo>
                    <a:pt x="27828" y="355"/>
                  </a:moveTo>
                  <a:lnTo>
                    <a:pt x="33401" y="7970"/>
                  </a:lnTo>
                  <a:lnTo>
                    <a:pt x="32033" y="14521"/>
                  </a:lnTo>
                  <a:lnTo>
                    <a:pt x="33035" y="19617"/>
                  </a:lnTo>
                  <a:lnTo>
                    <a:pt x="30001" y="20920"/>
                  </a:lnTo>
                  <a:lnTo>
                    <a:pt x="20402" y="21603"/>
                  </a:lnTo>
                  <a:lnTo>
                    <a:pt x="15405" y="22704"/>
                  </a:lnTo>
                  <a:lnTo>
                    <a:pt x="14257" y="26084"/>
                  </a:lnTo>
                  <a:lnTo>
                    <a:pt x="8885" y="25110"/>
                  </a:lnTo>
                  <a:lnTo>
                    <a:pt x="3475" y="22738"/>
                  </a:lnTo>
                  <a:lnTo>
                    <a:pt x="0" y="20282"/>
                  </a:lnTo>
                  <a:lnTo>
                    <a:pt x="14531" y="9613"/>
                  </a:lnTo>
                  <a:lnTo>
                    <a:pt x="19000" y="5883"/>
                  </a:lnTo>
                  <a:lnTo>
                    <a:pt x="21834" y="2401"/>
                  </a:lnTo>
                  <a:lnTo>
                    <a:pt x="26345" y="589"/>
                  </a:lnTo>
                  <a:lnTo>
                    <a:pt x="2709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h5737"/>
            <p:cNvSpPr/>
            <p:nvPr/>
          </p:nvSpPr>
          <p:spPr>
            <a:xfrm>
              <a:off x="6895812" y="2852266"/>
              <a:ext cx="15312" cy="13979"/>
            </a:xfrm>
            <a:custGeom>
              <a:avLst/>
              <a:pathLst>
                <a:path w="15312" h="13979">
                  <a:moveTo>
                    <a:pt x="15312" y="1495"/>
                  </a:moveTo>
                  <a:lnTo>
                    <a:pt x="14580" y="3122"/>
                  </a:lnTo>
                  <a:lnTo>
                    <a:pt x="11454" y="4292"/>
                  </a:lnTo>
                  <a:lnTo>
                    <a:pt x="7765" y="8139"/>
                  </a:lnTo>
                  <a:lnTo>
                    <a:pt x="8172" y="9433"/>
                  </a:lnTo>
                  <a:lnTo>
                    <a:pt x="10053" y="9048"/>
                  </a:lnTo>
                  <a:lnTo>
                    <a:pt x="11505" y="7587"/>
                  </a:lnTo>
                  <a:lnTo>
                    <a:pt x="12494" y="7835"/>
                  </a:lnTo>
                  <a:lnTo>
                    <a:pt x="13077" y="11106"/>
                  </a:lnTo>
                  <a:lnTo>
                    <a:pt x="12076" y="12210"/>
                  </a:lnTo>
                  <a:lnTo>
                    <a:pt x="4180" y="13082"/>
                  </a:lnTo>
                  <a:lnTo>
                    <a:pt x="1970" y="13979"/>
                  </a:lnTo>
                  <a:lnTo>
                    <a:pt x="85" y="12331"/>
                  </a:lnTo>
                  <a:lnTo>
                    <a:pt x="0" y="12063"/>
                  </a:lnTo>
                  <a:lnTo>
                    <a:pt x="2068" y="9578"/>
                  </a:lnTo>
                  <a:lnTo>
                    <a:pt x="4696" y="9133"/>
                  </a:lnTo>
                  <a:lnTo>
                    <a:pt x="5948" y="7975"/>
                  </a:lnTo>
                  <a:lnTo>
                    <a:pt x="7001" y="4369"/>
                  </a:lnTo>
                  <a:lnTo>
                    <a:pt x="5008" y="3695"/>
                  </a:lnTo>
                  <a:lnTo>
                    <a:pt x="4161" y="922"/>
                  </a:lnTo>
                  <a:lnTo>
                    <a:pt x="853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h5738"/>
            <p:cNvSpPr/>
            <p:nvPr/>
          </p:nvSpPr>
          <p:spPr>
            <a:xfrm>
              <a:off x="6965079" y="2957511"/>
              <a:ext cx="15915" cy="9693"/>
            </a:xfrm>
            <a:custGeom>
              <a:avLst/>
              <a:pathLst>
                <a:path w="15915" h="9693">
                  <a:moveTo>
                    <a:pt x="13316" y="2306"/>
                  </a:moveTo>
                  <a:lnTo>
                    <a:pt x="15915" y="2915"/>
                  </a:lnTo>
                  <a:lnTo>
                    <a:pt x="15862" y="3892"/>
                  </a:lnTo>
                  <a:lnTo>
                    <a:pt x="10281" y="8642"/>
                  </a:lnTo>
                  <a:lnTo>
                    <a:pt x="7494" y="9693"/>
                  </a:lnTo>
                  <a:lnTo>
                    <a:pt x="1411" y="6442"/>
                  </a:lnTo>
                  <a:lnTo>
                    <a:pt x="174" y="4429"/>
                  </a:lnTo>
                  <a:lnTo>
                    <a:pt x="0" y="2448"/>
                  </a:lnTo>
                  <a:lnTo>
                    <a:pt x="2259" y="1638"/>
                  </a:lnTo>
                  <a:lnTo>
                    <a:pt x="2707" y="2118"/>
                  </a:lnTo>
                  <a:lnTo>
                    <a:pt x="7218" y="1819"/>
                  </a:lnTo>
                  <a:lnTo>
                    <a:pt x="1166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h5739"/>
            <p:cNvSpPr/>
            <p:nvPr/>
          </p:nvSpPr>
          <p:spPr>
            <a:xfrm>
              <a:off x="6986592" y="2999974"/>
              <a:ext cx="17290" cy="19216"/>
            </a:xfrm>
            <a:custGeom>
              <a:avLst/>
              <a:pathLst>
                <a:path w="17290" h="19216">
                  <a:moveTo>
                    <a:pt x="4891" y="51"/>
                  </a:moveTo>
                  <a:lnTo>
                    <a:pt x="8808" y="5541"/>
                  </a:lnTo>
                  <a:lnTo>
                    <a:pt x="14483" y="16054"/>
                  </a:lnTo>
                  <a:lnTo>
                    <a:pt x="17290" y="18731"/>
                  </a:lnTo>
                  <a:lnTo>
                    <a:pt x="13216" y="19216"/>
                  </a:lnTo>
                  <a:lnTo>
                    <a:pt x="9332" y="15995"/>
                  </a:lnTo>
                  <a:lnTo>
                    <a:pt x="4318" y="15179"/>
                  </a:lnTo>
                  <a:lnTo>
                    <a:pt x="3497" y="8023"/>
                  </a:lnTo>
                  <a:lnTo>
                    <a:pt x="701" y="59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h5740"/>
            <p:cNvSpPr/>
            <p:nvPr/>
          </p:nvSpPr>
          <p:spPr>
            <a:xfrm>
              <a:off x="6919245" y="2926893"/>
              <a:ext cx="37699" cy="31529"/>
            </a:xfrm>
            <a:custGeom>
              <a:avLst/>
              <a:pathLst>
                <a:path w="37699" h="31529">
                  <a:moveTo>
                    <a:pt x="21817" y="32"/>
                  </a:moveTo>
                  <a:lnTo>
                    <a:pt x="28210" y="711"/>
                  </a:lnTo>
                  <a:lnTo>
                    <a:pt x="29479" y="321"/>
                  </a:lnTo>
                  <a:lnTo>
                    <a:pt x="29906" y="2249"/>
                  </a:lnTo>
                  <a:lnTo>
                    <a:pt x="32457" y="4094"/>
                  </a:lnTo>
                  <a:lnTo>
                    <a:pt x="37699" y="10093"/>
                  </a:lnTo>
                  <a:lnTo>
                    <a:pt x="37315" y="12200"/>
                  </a:lnTo>
                  <a:lnTo>
                    <a:pt x="37191" y="13257"/>
                  </a:lnTo>
                  <a:lnTo>
                    <a:pt x="32365" y="17415"/>
                  </a:lnTo>
                  <a:lnTo>
                    <a:pt x="27031" y="18907"/>
                  </a:lnTo>
                  <a:lnTo>
                    <a:pt x="20045" y="19837"/>
                  </a:lnTo>
                  <a:lnTo>
                    <a:pt x="18422" y="22087"/>
                  </a:lnTo>
                  <a:lnTo>
                    <a:pt x="21367" y="24866"/>
                  </a:lnTo>
                  <a:lnTo>
                    <a:pt x="23976" y="30080"/>
                  </a:lnTo>
                  <a:lnTo>
                    <a:pt x="19584" y="30413"/>
                  </a:lnTo>
                  <a:lnTo>
                    <a:pt x="17862" y="29891"/>
                  </a:lnTo>
                  <a:lnTo>
                    <a:pt x="11518" y="29480"/>
                  </a:lnTo>
                  <a:lnTo>
                    <a:pt x="10344" y="31191"/>
                  </a:lnTo>
                  <a:lnTo>
                    <a:pt x="9028" y="31529"/>
                  </a:lnTo>
                  <a:lnTo>
                    <a:pt x="7642" y="28351"/>
                  </a:lnTo>
                  <a:lnTo>
                    <a:pt x="5095" y="27928"/>
                  </a:lnTo>
                  <a:lnTo>
                    <a:pt x="4951" y="26903"/>
                  </a:lnTo>
                  <a:lnTo>
                    <a:pt x="5483" y="25338"/>
                  </a:lnTo>
                  <a:lnTo>
                    <a:pt x="9159" y="24808"/>
                  </a:lnTo>
                  <a:lnTo>
                    <a:pt x="10259" y="22553"/>
                  </a:lnTo>
                  <a:lnTo>
                    <a:pt x="9975" y="18554"/>
                  </a:lnTo>
                  <a:lnTo>
                    <a:pt x="9100" y="17596"/>
                  </a:lnTo>
                  <a:lnTo>
                    <a:pt x="3411" y="16837"/>
                  </a:lnTo>
                  <a:lnTo>
                    <a:pt x="908" y="12048"/>
                  </a:lnTo>
                  <a:lnTo>
                    <a:pt x="0" y="6126"/>
                  </a:lnTo>
                  <a:lnTo>
                    <a:pt x="1353" y="2217"/>
                  </a:lnTo>
                  <a:lnTo>
                    <a:pt x="5771" y="892"/>
                  </a:lnTo>
                  <a:lnTo>
                    <a:pt x="9462" y="3323"/>
                  </a:lnTo>
                  <a:lnTo>
                    <a:pt x="13626" y="739"/>
                  </a:lnTo>
                  <a:lnTo>
                    <a:pt x="14295" y="1844"/>
                  </a:lnTo>
                  <a:lnTo>
                    <a:pt x="13858" y="3536"/>
                  </a:lnTo>
                  <a:lnTo>
                    <a:pt x="16587" y="2610"/>
                  </a:lnTo>
                  <a:lnTo>
                    <a:pt x="1845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h5741"/>
            <p:cNvSpPr/>
            <p:nvPr/>
          </p:nvSpPr>
          <p:spPr>
            <a:xfrm>
              <a:off x="6950832" y="3034472"/>
              <a:ext cx="14731" cy="10432"/>
            </a:xfrm>
            <a:custGeom>
              <a:avLst/>
              <a:pathLst>
                <a:path w="14731" h="10432">
                  <a:moveTo>
                    <a:pt x="6931" y="2475"/>
                  </a:moveTo>
                  <a:lnTo>
                    <a:pt x="12384" y="2361"/>
                  </a:lnTo>
                  <a:lnTo>
                    <a:pt x="13043" y="2987"/>
                  </a:lnTo>
                  <a:lnTo>
                    <a:pt x="14731" y="5055"/>
                  </a:lnTo>
                  <a:lnTo>
                    <a:pt x="14654" y="7493"/>
                  </a:lnTo>
                  <a:lnTo>
                    <a:pt x="12293" y="10390"/>
                  </a:lnTo>
                  <a:lnTo>
                    <a:pt x="11586" y="10432"/>
                  </a:lnTo>
                  <a:lnTo>
                    <a:pt x="5938" y="9805"/>
                  </a:lnTo>
                  <a:lnTo>
                    <a:pt x="3068" y="7977"/>
                  </a:lnTo>
                  <a:lnTo>
                    <a:pt x="867" y="8574"/>
                  </a:lnTo>
                  <a:lnTo>
                    <a:pt x="0" y="7176"/>
                  </a:lnTo>
                  <a:lnTo>
                    <a:pt x="5318" y="3729"/>
                  </a:lnTo>
                  <a:lnTo>
                    <a:pt x="582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h5742"/>
            <p:cNvSpPr/>
            <p:nvPr/>
          </p:nvSpPr>
          <p:spPr>
            <a:xfrm>
              <a:off x="6941885" y="3006569"/>
              <a:ext cx="17147" cy="11018"/>
            </a:xfrm>
            <a:custGeom>
              <a:avLst/>
              <a:pathLst>
                <a:path w="17147" h="11018">
                  <a:moveTo>
                    <a:pt x="5130" y="0"/>
                  </a:moveTo>
                  <a:lnTo>
                    <a:pt x="9421" y="1118"/>
                  </a:lnTo>
                  <a:lnTo>
                    <a:pt x="15960" y="4024"/>
                  </a:lnTo>
                  <a:lnTo>
                    <a:pt x="16984" y="6303"/>
                  </a:lnTo>
                  <a:lnTo>
                    <a:pt x="17147" y="9233"/>
                  </a:lnTo>
                  <a:lnTo>
                    <a:pt x="16638" y="11018"/>
                  </a:lnTo>
                  <a:lnTo>
                    <a:pt x="14133" y="7005"/>
                  </a:lnTo>
                  <a:lnTo>
                    <a:pt x="9080" y="5090"/>
                  </a:lnTo>
                  <a:lnTo>
                    <a:pt x="4282" y="6702"/>
                  </a:lnTo>
                  <a:lnTo>
                    <a:pt x="975" y="5870"/>
                  </a:lnTo>
                  <a:lnTo>
                    <a:pt x="0" y="293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h5743"/>
            <p:cNvSpPr/>
            <p:nvPr/>
          </p:nvSpPr>
          <p:spPr>
            <a:xfrm>
              <a:off x="6931902" y="3025353"/>
              <a:ext cx="6378" cy="5865"/>
            </a:xfrm>
            <a:custGeom>
              <a:avLst/>
              <a:pathLst>
                <a:path w="6378" h="5865">
                  <a:moveTo>
                    <a:pt x="4039" y="224"/>
                  </a:moveTo>
                  <a:lnTo>
                    <a:pt x="6378" y="3043"/>
                  </a:lnTo>
                  <a:lnTo>
                    <a:pt x="5533" y="4307"/>
                  </a:lnTo>
                  <a:lnTo>
                    <a:pt x="2690" y="5535"/>
                  </a:lnTo>
                  <a:lnTo>
                    <a:pt x="2086" y="5865"/>
                  </a:lnTo>
                  <a:lnTo>
                    <a:pt x="0" y="4295"/>
                  </a:lnTo>
                  <a:lnTo>
                    <a:pt x="2406" y="172"/>
                  </a:lnTo>
                  <a:lnTo>
                    <a:pt x="246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h5744"/>
            <p:cNvSpPr/>
            <p:nvPr/>
          </p:nvSpPr>
          <p:spPr>
            <a:xfrm>
              <a:off x="6995106" y="2889796"/>
              <a:ext cx="39523" cy="47244"/>
            </a:xfrm>
            <a:custGeom>
              <a:avLst/>
              <a:pathLst>
                <a:path w="39523" h="47244">
                  <a:moveTo>
                    <a:pt x="34259" y="10906"/>
                  </a:moveTo>
                  <a:lnTo>
                    <a:pt x="38757" y="20394"/>
                  </a:lnTo>
                  <a:lnTo>
                    <a:pt x="39523" y="22857"/>
                  </a:lnTo>
                  <a:lnTo>
                    <a:pt x="39357" y="25611"/>
                  </a:lnTo>
                  <a:lnTo>
                    <a:pt x="34379" y="23174"/>
                  </a:lnTo>
                  <a:lnTo>
                    <a:pt x="28447" y="25960"/>
                  </a:lnTo>
                  <a:lnTo>
                    <a:pt x="26043" y="31262"/>
                  </a:lnTo>
                  <a:lnTo>
                    <a:pt x="22544" y="36502"/>
                  </a:lnTo>
                  <a:lnTo>
                    <a:pt x="15833" y="36761"/>
                  </a:lnTo>
                  <a:lnTo>
                    <a:pt x="15514" y="38969"/>
                  </a:lnTo>
                  <a:lnTo>
                    <a:pt x="13206" y="41088"/>
                  </a:lnTo>
                  <a:lnTo>
                    <a:pt x="11377" y="40452"/>
                  </a:lnTo>
                  <a:lnTo>
                    <a:pt x="9067" y="41677"/>
                  </a:lnTo>
                  <a:lnTo>
                    <a:pt x="8693" y="44120"/>
                  </a:lnTo>
                  <a:lnTo>
                    <a:pt x="10982" y="46545"/>
                  </a:lnTo>
                  <a:lnTo>
                    <a:pt x="9763" y="47244"/>
                  </a:lnTo>
                  <a:lnTo>
                    <a:pt x="7576" y="45626"/>
                  </a:lnTo>
                  <a:lnTo>
                    <a:pt x="6219" y="43615"/>
                  </a:lnTo>
                  <a:lnTo>
                    <a:pt x="380" y="42557"/>
                  </a:lnTo>
                  <a:lnTo>
                    <a:pt x="0" y="38251"/>
                  </a:lnTo>
                  <a:lnTo>
                    <a:pt x="2307" y="32019"/>
                  </a:lnTo>
                  <a:lnTo>
                    <a:pt x="4623" y="28141"/>
                  </a:lnTo>
                  <a:lnTo>
                    <a:pt x="2888" y="25341"/>
                  </a:lnTo>
                  <a:lnTo>
                    <a:pt x="4361" y="25372"/>
                  </a:lnTo>
                  <a:lnTo>
                    <a:pt x="9427" y="23185"/>
                  </a:lnTo>
                  <a:lnTo>
                    <a:pt x="9671" y="22593"/>
                  </a:lnTo>
                  <a:lnTo>
                    <a:pt x="8886" y="21748"/>
                  </a:lnTo>
                  <a:lnTo>
                    <a:pt x="11650" y="20879"/>
                  </a:lnTo>
                  <a:lnTo>
                    <a:pt x="15532" y="17455"/>
                  </a:lnTo>
                  <a:lnTo>
                    <a:pt x="19209" y="16043"/>
                  </a:lnTo>
                  <a:lnTo>
                    <a:pt x="21799" y="11596"/>
                  </a:lnTo>
                  <a:lnTo>
                    <a:pt x="24018" y="7019"/>
                  </a:lnTo>
                  <a:lnTo>
                    <a:pt x="2490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h5745"/>
            <p:cNvSpPr/>
            <p:nvPr/>
          </p:nvSpPr>
          <p:spPr>
            <a:xfrm>
              <a:off x="6977260" y="2917214"/>
              <a:ext cx="18226" cy="16372"/>
            </a:xfrm>
            <a:custGeom>
              <a:avLst/>
              <a:pathLst>
                <a:path w="18226" h="16372">
                  <a:moveTo>
                    <a:pt x="5709" y="1922"/>
                  </a:moveTo>
                  <a:lnTo>
                    <a:pt x="9550" y="3821"/>
                  </a:lnTo>
                  <a:lnTo>
                    <a:pt x="13399" y="7025"/>
                  </a:lnTo>
                  <a:lnTo>
                    <a:pt x="13628" y="9898"/>
                  </a:lnTo>
                  <a:lnTo>
                    <a:pt x="16241" y="12019"/>
                  </a:lnTo>
                  <a:lnTo>
                    <a:pt x="17846" y="10832"/>
                  </a:lnTo>
                  <a:lnTo>
                    <a:pt x="18226" y="15138"/>
                  </a:lnTo>
                  <a:lnTo>
                    <a:pt x="17140" y="16372"/>
                  </a:lnTo>
                  <a:lnTo>
                    <a:pt x="13258" y="15292"/>
                  </a:lnTo>
                  <a:lnTo>
                    <a:pt x="8526" y="12613"/>
                  </a:lnTo>
                  <a:lnTo>
                    <a:pt x="8313" y="11807"/>
                  </a:lnTo>
                  <a:lnTo>
                    <a:pt x="0" y="8667"/>
                  </a:lnTo>
                  <a:lnTo>
                    <a:pt x="224" y="5311"/>
                  </a:lnTo>
                  <a:lnTo>
                    <a:pt x="2643" y="4714"/>
                  </a:lnTo>
                  <a:lnTo>
                    <a:pt x="54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h5746"/>
            <p:cNvSpPr/>
            <p:nvPr/>
          </p:nvSpPr>
          <p:spPr>
            <a:xfrm>
              <a:off x="6947320" y="2986023"/>
              <a:ext cx="15237" cy="8642"/>
            </a:xfrm>
            <a:custGeom>
              <a:avLst/>
              <a:pathLst>
                <a:path w="15237" h="8642">
                  <a:moveTo>
                    <a:pt x="9313" y="0"/>
                  </a:moveTo>
                  <a:lnTo>
                    <a:pt x="15237" y="2622"/>
                  </a:lnTo>
                  <a:lnTo>
                    <a:pt x="14079" y="4793"/>
                  </a:lnTo>
                  <a:lnTo>
                    <a:pt x="9978" y="7167"/>
                  </a:lnTo>
                  <a:lnTo>
                    <a:pt x="9917" y="8150"/>
                  </a:lnTo>
                  <a:lnTo>
                    <a:pt x="3198" y="8642"/>
                  </a:lnTo>
                  <a:lnTo>
                    <a:pt x="595" y="7402"/>
                  </a:lnTo>
                  <a:lnTo>
                    <a:pt x="0" y="4723"/>
                  </a:lnTo>
                  <a:lnTo>
                    <a:pt x="6617" y="110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h5747"/>
            <p:cNvSpPr/>
            <p:nvPr/>
          </p:nvSpPr>
          <p:spPr>
            <a:xfrm>
              <a:off x="7010483" y="2993727"/>
              <a:ext cx="18555" cy="12429"/>
            </a:xfrm>
            <a:custGeom>
              <a:avLst/>
              <a:pathLst>
                <a:path w="18555" h="12429">
                  <a:moveTo>
                    <a:pt x="10371" y="163"/>
                  </a:moveTo>
                  <a:lnTo>
                    <a:pt x="11737" y="1557"/>
                  </a:lnTo>
                  <a:lnTo>
                    <a:pt x="13186" y="938"/>
                  </a:lnTo>
                  <a:lnTo>
                    <a:pt x="17940" y="243"/>
                  </a:lnTo>
                  <a:lnTo>
                    <a:pt x="18555" y="2408"/>
                  </a:lnTo>
                  <a:lnTo>
                    <a:pt x="17941" y="7327"/>
                  </a:lnTo>
                  <a:lnTo>
                    <a:pt x="15944" y="6468"/>
                  </a:lnTo>
                  <a:lnTo>
                    <a:pt x="10136" y="9095"/>
                  </a:lnTo>
                  <a:lnTo>
                    <a:pt x="10279" y="10230"/>
                  </a:lnTo>
                  <a:lnTo>
                    <a:pt x="12379" y="11222"/>
                  </a:lnTo>
                  <a:lnTo>
                    <a:pt x="4094" y="12429"/>
                  </a:lnTo>
                  <a:lnTo>
                    <a:pt x="3579" y="9132"/>
                  </a:lnTo>
                  <a:lnTo>
                    <a:pt x="4261" y="7979"/>
                  </a:lnTo>
                  <a:lnTo>
                    <a:pt x="3947" y="4572"/>
                  </a:lnTo>
                  <a:lnTo>
                    <a:pt x="3033" y="3933"/>
                  </a:lnTo>
                  <a:lnTo>
                    <a:pt x="1257" y="4357"/>
                  </a:lnTo>
                  <a:lnTo>
                    <a:pt x="0" y="2220"/>
                  </a:lnTo>
                  <a:lnTo>
                    <a:pt x="298" y="931"/>
                  </a:lnTo>
                  <a:lnTo>
                    <a:pt x="852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h5748"/>
            <p:cNvSpPr/>
            <p:nvPr/>
          </p:nvSpPr>
          <p:spPr>
            <a:xfrm>
              <a:off x="6932105" y="3027515"/>
              <a:ext cx="15922" cy="19078"/>
            </a:xfrm>
            <a:custGeom>
              <a:avLst/>
              <a:pathLst>
                <a:path w="15922" h="19078">
                  <a:moveTo>
                    <a:pt x="15922" y="1269"/>
                  </a:moveTo>
                  <a:lnTo>
                    <a:pt x="13873" y="3980"/>
                  </a:lnTo>
                  <a:lnTo>
                    <a:pt x="14689" y="4776"/>
                  </a:lnTo>
                  <a:lnTo>
                    <a:pt x="15111" y="8466"/>
                  </a:lnTo>
                  <a:lnTo>
                    <a:pt x="12541" y="15001"/>
                  </a:lnTo>
                  <a:lnTo>
                    <a:pt x="12306" y="17060"/>
                  </a:lnTo>
                  <a:lnTo>
                    <a:pt x="13183" y="17687"/>
                  </a:lnTo>
                  <a:lnTo>
                    <a:pt x="8883" y="19078"/>
                  </a:lnTo>
                  <a:lnTo>
                    <a:pt x="7849" y="16829"/>
                  </a:lnTo>
                  <a:lnTo>
                    <a:pt x="5364" y="14281"/>
                  </a:lnTo>
                  <a:lnTo>
                    <a:pt x="2279" y="14518"/>
                  </a:lnTo>
                  <a:lnTo>
                    <a:pt x="689" y="13065"/>
                  </a:lnTo>
                  <a:lnTo>
                    <a:pt x="0" y="9464"/>
                  </a:lnTo>
                  <a:lnTo>
                    <a:pt x="1883" y="3703"/>
                  </a:lnTo>
                  <a:lnTo>
                    <a:pt x="2487" y="3373"/>
                  </a:lnTo>
                  <a:lnTo>
                    <a:pt x="8304" y="2280"/>
                  </a:lnTo>
                  <a:lnTo>
                    <a:pt x="1383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h5749"/>
            <p:cNvSpPr/>
            <p:nvPr/>
          </p:nvSpPr>
          <p:spPr>
            <a:xfrm>
              <a:off x="7274489" y="3095845"/>
              <a:ext cx="20015" cy="24693"/>
            </a:xfrm>
            <a:custGeom>
              <a:avLst/>
              <a:pathLst>
                <a:path w="20015" h="24693">
                  <a:moveTo>
                    <a:pt x="12653" y="2947"/>
                  </a:moveTo>
                  <a:lnTo>
                    <a:pt x="9845" y="4030"/>
                  </a:lnTo>
                  <a:lnTo>
                    <a:pt x="11109" y="5467"/>
                  </a:lnTo>
                  <a:lnTo>
                    <a:pt x="14507" y="4979"/>
                  </a:lnTo>
                  <a:lnTo>
                    <a:pt x="17339" y="6202"/>
                  </a:lnTo>
                  <a:lnTo>
                    <a:pt x="17306" y="10626"/>
                  </a:lnTo>
                  <a:lnTo>
                    <a:pt x="20015" y="12119"/>
                  </a:lnTo>
                  <a:lnTo>
                    <a:pt x="17825" y="17883"/>
                  </a:lnTo>
                  <a:lnTo>
                    <a:pt x="14517" y="23440"/>
                  </a:lnTo>
                  <a:lnTo>
                    <a:pt x="12697" y="24693"/>
                  </a:lnTo>
                  <a:lnTo>
                    <a:pt x="2791" y="22173"/>
                  </a:lnTo>
                  <a:lnTo>
                    <a:pt x="2961" y="20523"/>
                  </a:lnTo>
                  <a:lnTo>
                    <a:pt x="0" y="13634"/>
                  </a:lnTo>
                  <a:lnTo>
                    <a:pt x="3567" y="10638"/>
                  </a:lnTo>
                  <a:lnTo>
                    <a:pt x="5742" y="5617"/>
                  </a:lnTo>
                  <a:lnTo>
                    <a:pt x="5768" y="4776"/>
                  </a:lnTo>
                  <a:lnTo>
                    <a:pt x="3560" y="4009"/>
                  </a:lnTo>
                  <a:lnTo>
                    <a:pt x="5279" y="2427"/>
                  </a:lnTo>
                  <a:lnTo>
                    <a:pt x="638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h5750"/>
            <p:cNvSpPr/>
            <p:nvPr/>
          </p:nvSpPr>
          <p:spPr>
            <a:xfrm>
              <a:off x="6967554" y="3043374"/>
              <a:ext cx="12453" cy="11555"/>
            </a:xfrm>
            <a:custGeom>
              <a:avLst/>
              <a:pathLst>
                <a:path w="12453" h="11555">
                  <a:moveTo>
                    <a:pt x="10228" y="368"/>
                  </a:moveTo>
                  <a:lnTo>
                    <a:pt x="11793" y="4353"/>
                  </a:lnTo>
                  <a:lnTo>
                    <a:pt x="12453" y="8938"/>
                  </a:lnTo>
                  <a:lnTo>
                    <a:pt x="11754" y="10361"/>
                  </a:lnTo>
                  <a:lnTo>
                    <a:pt x="7758" y="11555"/>
                  </a:lnTo>
                  <a:lnTo>
                    <a:pt x="2113" y="9983"/>
                  </a:lnTo>
                  <a:lnTo>
                    <a:pt x="0" y="7999"/>
                  </a:lnTo>
                  <a:lnTo>
                    <a:pt x="5755" y="4493"/>
                  </a:lnTo>
                  <a:lnTo>
                    <a:pt x="7517" y="2523"/>
                  </a:lnTo>
                  <a:lnTo>
                    <a:pt x="9529" y="2068"/>
                  </a:lnTo>
                  <a:lnTo>
                    <a:pt x="7099" y="668"/>
                  </a:lnTo>
                  <a:lnTo>
                    <a:pt x="915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h5751"/>
            <p:cNvSpPr/>
            <p:nvPr/>
          </p:nvSpPr>
          <p:spPr>
            <a:xfrm>
              <a:off x="7098403" y="3037357"/>
              <a:ext cx="21537" cy="22565"/>
            </a:xfrm>
            <a:custGeom>
              <a:avLst/>
              <a:pathLst>
                <a:path w="21537" h="22565">
                  <a:moveTo>
                    <a:pt x="6478" y="0"/>
                  </a:moveTo>
                  <a:lnTo>
                    <a:pt x="7136" y="281"/>
                  </a:lnTo>
                  <a:lnTo>
                    <a:pt x="9649" y="2094"/>
                  </a:lnTo>
                  <a:lnTo>
                    <a:pt x="11805" y="8903"/>
                  </a:lnTo>
                  <a:lnTo>
                    <a:pt x="15115" y="11951"/>
                  </a:lnTo>
                  <a:lnTo>
                    <a:pt x="14331" y="13034"/>
                  </a:lnTo>
                  <a:lnTo>
                    <a:pt x="15199" y="14110"/>
                  </a:lnTo>
                  <a:lnTo>
                    <a:pt x="19034" y="14258"/>
                  </a:lnTo>
                  <a:lnTo>
                    <a:pt x="20008" y="15488"/>
                  </a:lnTo>
                  <a:lnTo>
                    <a:pt x="21537" y="18082"/>
                  </a:lnTo>
                  <a:lnTo>
                    <a:pt x="20949" y="19518"/>
                  </a:lnTo>
                  <a:lnTo>
                    <a:pt x="19764" y="20543"/>
                  </a:lnTo>
                  <a:lnTo>
                    <a:pt x="16851" y="20048"/>
                  </a:lnTo>
                  <a:lnTo>
                    <a:pt x="13305" y="22565"/>
                  </a:lnTo>
                  <a:lnTo>
                    <a:pt x="10876" y="22521"/>
                  </a:lnTo>
                  <a:lnTo>
                    <a:pt x="7672" y="20751"/>
                  </a:lnTo>
                  <a:lnTo>
                    <a:pt x="6841" y="18432"/>
                  </a:lnTo>
                  <a:lnTo>
                    <a:pt x="7479" y="14341"/>
                  </a:lnTo>
                  <a:lnTo>
                    <a:pt x="0" y="6842"/>
                  </a:lnTo>
                  <a:lnTo>
                    <a:pt x="1053" y="3670"/>
                  </a:lnTo>
                  <a:lnTo>
                    <a:pt x="2469" y="179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h5752"/>
            <p:cNvSpPr/>
            <p:nvPr/>
          </p:nvSpPr>
          <p:spPr>
            <a:xfrm>
              <a:off x="6878971" y="2830917"/>
              <a:ext cx="21849" cy="29343"/>
            </a:xfrm>
            <a:custGeom>
              <a:avLst/>
              <a:pathLst>
                <a:path w="21849" h="29343">
                  <a:moveTo>
                    <a:pt x="6190" y="530"/>
                  </a:moveTo>
                  <a:lnTo>
                    <a:pt x="7408" y="2964"/>
                  </a:lnTo>
                  <a:lnTo>
                    <a:pt x="13227" y="5625"/>
                  </a:lnTo>
                  <a:lnTo>
                    <a:pt x="12364" y="8109"/>
                  </a:lnTo>
                  <a:lnTo>
                    <a:pt x="15808" y="11977"/>
                  </a:lnTo>
                  <a:lnTo>
                    <a:pt x="17492" y="12765"/>
                  </a:lnTo>
                  <a:lnTo>
                    <a:pt x="19266" y="11958"/>
                  </a:lnTo>
                  <a:lnTo>
                    <a:pt x="21569" y="12326"/>
                  </a:lnTo>
                  <a:lnTo>
                    <a:pt x="18600" y="17607"/>
                  </a:lnTo>
                  <a:lnTo>
                    <a:pt x="17944" y="21445"/>
                  </a:lnTo>
                  <a:lnTo>
                    <a:pt x="18830" y="22598"/>
                  </a:lnTo>
                  <a:lnTo>
                    <a:pt x="20317" y="22844"/>
                  </a:lnTo>
                  <a:lnTo>
                    <a:pt x="21002" y="22270"/>
                  </a:lnTo>
                  <a:lnTo>
                    <a:pt x="21849" y="25043"/>
                  </a:lnTo>
                  <a:lnTo>
                    <a:pt x="17849" y="27913"/>
                  </a:lnTo>
                  <a:lnTo>
                    <a:pt x="16488" y="29303"/>
                  </a:lnTo>
                  <a:lnTo>
                    <a:pt x="15207" y="29343"/>
                  </a:lnTo>
                  <a:lnTo>
                    <a:pt x="12929" y="25559"/>
                  </a:lnTo>
                  <a:lnTo>
                    <a:pt x="10927" y="25352"/>
                  </a:lnTo>
                  <a:lnTo>
                    <a:pt x="10034" y="23077"/>
                  </a:lnTo>
                  <a:lnTo>
                    <a:pt x="10202" y="17838"/>
                  </a:lnTo>
                  <a:lnTo>
                    <a:pt x="9369" y="15872"/>
                  </a:lnTo>
                  <a:lnTo>
                    <a:pt x="6092" y="15333"/>
                  </a:lnTo>
                  <a:lnTo>
                    <a:pt x="2589" y="12004"/>
                  </a:lnTo>
                  <a:lnTo>
                    <a:pt x="2187" y="9510"/>
                  </a:lnTo>
                  <a:lnTo>
                    <a:pt x="0" y="9310"/>
                  </a:lnTo>
                  <a:lnTo>
                    <a:pt x="1753" y="4421"/>
                  </a:lnTo>
                  <a:lnTo>
                    <a:pt x="3298" y="756"/>
                  </a:lnTo>
                  <a:lnTo>
                    <a:pt x="416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h5753"/>
            <p:cNvSpPr/>
            <p:nvPr/>
          </p:nvSpPr>
          <p:spPr>
            <a:xfrm>
              <a:off x="7066604" y="3064850"/>
              <a:ext cx="47224" cy="36728"/>
            </a:xfrm>
            <a:custGeom>
              <a:avLst/>
              <a:pathLst>
                <a:path w="47224" h="36728">
                  <a:moveTo>
                    <a:pt x="30737" y="358"/>
                  </a:moveTo>
                  <a:lnTo>
                    <a:pt x="32853" y="2731"/>
                  </a:lnTo>
                  <a:lnTo>
                    <a:pt x="31745" y="6333"/>
                  </a:lnTo>
                  <a:lnTo>
                    <a:pt x="33609" y="6696"/>
                  </a:lnTo>
                  <a:lnTo>
                    <a:pt x="36783" y="6896"/>
                  </a:lnTo>
                  <a:lnTo>
                    <a:pt x="44338" y="5033"/>
                  </a:lnTo>
                  <a:lnTo>
                    <a:pt x="45410" y="3045"/>
                  </a:lnTo>
                  <a:lnTo>
                    <a:pt x="45613" y="9974"/>
                  </a:lnTo>
                  <a:lnTo>
                    <a:pt x="47224" y="13131"/>
                  </a:lnTo>
                  <a:lnTo>
                    <a:pt x="44943" y="11579"/>
                  </a:lnTo>
                  <a:lnTo>
                    <a:pt x="38807" y="11291"/>
                  </a:lnTo>
                  <a:lnTo>
                    <a:pt x="37641" y="12968"/>
                  </a:lnTo>
                  <a:lnTo>
                    <a:pt x="38340" y="15401"/>
                  </a:lnTo>
                  <a:lnTo>
                    <a:pt x="37943" y="16803"/>
                  </a:lnTo>
                  <a:lnTo>
                    <a:pt x="34386" y="18423"/>
                  </a:lnTo>
                  <a:lnTo>
                    <a:pt x="31928" y="18264"/>
                  </a:lnTo>
                  <a:lnTo>
                    <a:pt x="30718" y="18889"/>
                  </a:lnTo>
                  <a:lnTo>
                    <a:pt x="30270" y="19645"/>
                  </a:lnTo>
                  <a:lnTo>
                    <a:pt x="30984" y="21489"/>
                  </a:lnTo>
                  <a:lnTo>
                    <a:pt x="30123" y="21981"/>
                  </a:lnTo>
                  <a:lnTo>
                    <a:pt x="26923" y="21548"/>
                  </a:lnTo>
                  <a:lnTo>
                    <a:pt x="25855" y="22659"/>
                  </a:lnTo>
                  <a:lnTo>
                    <a:pt x="22133" y="21731"/>
                  </a:lnTo>
                  <a:lnTo>
                    <a:pt x="21803" y="23254"/>
                  </a:lnTo>
                  <a:lnTo>
                    <a:pt x="23492" y="28096"/>
                  </a:lnTo>
                  <a:lnTo>
                    <a:pt x="23260" y="29131"/>
                  </a:lnTo>
                  <a:lnTo>
                    <a:pt x="20499" y="29793"/>
                  </a:lnTo>
                  <a:lnTo>
                    <a:pt x="19874" y="26818"/>
                  </a:lnTo>
                  <a:lnTo>
                    <a:pt x="18515" y="26008"/>
                  </a:lnTo>
                  <a:lnTo>
                    <a:pt x="17148" y="26165"/>
                  </a:lnTo>
                  <a:lnTo>
                    <a:pt x="16202" y="27482"/>
                  </a:lnTo>
                  <a:lnTo>
                    <a:pt x="16085" y="30931"/>
                  </a:lnTo>
                  <a:lnTo>
                    <a:pt x="11843" y="32897"/>
                  </a:lnTo>
                  <a:lnTo>
                    <a:pt x="8616" y="32552"/>
                  </a:lnTo>
                  <a:lnTo>
                    <a:pt x="7573" y="33888"/>
                  </a:lnTo>
                  <a:lnTo>
                    <a:pt x="7365" y="35636"/>
                  </a:lnTo>
                  <a:lnTo>
                    <a:pt x="3583" y="36728"/>
                  </a:lnTo>
                  <a:lnTo>
                    <a:pt x="1033" y="35872"/>
                  </a:lnTo>
                  <a:lnTo>
                    <a:pt x="0" y="34632"/>
                  </a:lnTo>
                  <a:lnTo>
                    <a:pt x="49" y="32785"/>
                  </a:lnTo>
                  <a:lnTo>
                    <a:pt x="1967" y="32343"/>
                  </a:lnTo>
                  <a:lnTo>
                    <a:pt x="1754" y="30368"/>
                  </a:lnTo>
                  <a:lnTo>
                    <a:pt x="1513" y="29899"/>
                  </a:lnTo>
                  <a:lnTo>
                    <a:pt x="3768" y="29437"/>
                  </a:lnTo>
                  <a:lnTo>
                    <a:pt x="5524" y="30411"/>
                  </a:lnTo>
                  <a:lnTo>
                    <a:pt x="11019" y="28969"/>
                  </a:lnTo>
                  <a:lnTo>
                    <a:pt x="13278" y="26584"/>
                  </a:lnTo>
                  <a:lnTo>
                    <a:pt x="14608" y="21685"/>
                  </a:lnTo>
                  <a:lnTo>
                    <a:pt x="10331" y="13258"/>
                  </a:lnTo>
                  <a:lnTo>
                    <a:pt x="16144" y="7345"/>
                  </a:lnTo>
                  <a:lnTo>
                    <a:pt x="18452" y="7114"/>
                  </a:lnTo>
                  <a:lnTo>
                    <a:pt x="18470" y="5619"/>
                  </a:lnTo>
                  <a:lnTo>
                    <a:pt x="21779" y="831"/>
                  </a:lnTo>
                  <a:lnTo>
                    <a:pt x="27470" y="570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h5754"/>
            <p:cNvSpPr/>
            <p:nvPr/>
          </p:nvSpPr>
          <p:spPr>
            <a:xfrm>
              <a:off x="6872889" y="2723306"/>
              <a:ext cx="22842" cy="13056"/>
            </a:xfrm>
            <a:custGeom>
              <a:avLst/>
              <a:pathLst>
                <a:path w="22842" h="13056">
                  <a:moveTo>
                    <a:pt x="20820" y="3880"/>
                  </a:moveTo>
                  <a:lnTo>
                    <a:pt x="22704" y="895"/>
                  </a:lnTo>
                  <a:lnTo>
                    <a:pt x="22842" y="7590"/>
                  </a:lnTo>
                  <a:lnTo>
                    <a:pt x="19556" y="9159"/>
                  </a:lnTo>
                  <a:lnTo>
                    <a:pt x="16307" y="8870"/>
                  </a:lnTo>
                  <a:lnTo>
                    <a:pt x="14714" y="9667"/>
                  </a:lnTo>
                  <a:lnTo>
                    <a:pt x="13369" y="6619"/>
                  </a:lnTo>
                  <a:lnTo>
                    <a:pt x="11850" y="8325"/>
                  </a:lnTo>
                  <a:lnTo>
                    <a:pt x="13254" y="9219"/>
                  </a:lnTo>
                  <a:lnTo>
                    <a:pt x="12804" y="11161"/>
                  </a:lnTo>
                  <a:lnTo>
                    <a:pt x="8543" y="13056"/>
                  </a:lnTo>
                  <a:lnTo>
                    <a:pt x="5068" y="9879"/>
                  </a:lnTo>
                  <a:lnTo>
                    <a:pt x="1738" y="3989"/>
                  </a:lnTo>
                  <a:lnTo>
                    <a:pt x="0" y="3894"/>
                  </a:lnTo>
                  <a:lnTo>
                    <a:pt x="1604" y="283"/>
                  </a:lnTo>
                  <a:lnTo>
                    <a:pt x="2412" y="2044"/>
                  </a:lnTo>
                  <a:lnTo>
                    <a:pt x="6643" y="3266"/>
                  </a:lnTo>
                  <a:lnTo>
                    <a:pt x="10180" y="2235"/>
                  </a:lnTo>
                  <a:lnTo>
                    <a:pt x="10226" y="591"/>
                  </a:lnTo>
                  <a:lnTo>
                    <a:pt x="1160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h5755"/>
            <p:cNvSpPr/>
            <p:nvPr/>
          </p:nvSpPr>
          <p:spPr>
            <a:xfrm>
              <a:off x="6976142" y="3005940"/>
              <a:ext cx="15532" cy="20988"/>
            </a:xfrm>
            <a:custGeom>
              <a:avLst/>
              <a:pathLst>
                <a:path w="15532" h="20988">
                  <a:moveTo>
                    <a:pt x="11150" y="0"/>
                  </a:moveTo>
                  <a:lnTo>
                    <a:pt x="13947" y="2057"/>
                  </a:lnTo>
                  <a:lnTo>
                    <a:pt x="14768" y="9213"/>
                  </a:lnTo>
                  <a:lnTo>
                    <a:pt x="11648" y="11227"/>
                  </a:lnTo>
                  <a:lnTo>
                    <a:pt x="15259" y="13950"/>
                  </a:lnTo>
                  <a:lnTo>
                    <a:pt x="15532" y="16882"/>
                  </a:lnTo>
                  <a:lnTo>
                    <a:pt x="14224" y="16131"/>
                  </a:lnTo>
                  <a:lnTo>
                    <a:pt x="12362" y="18192"/>
                  </a:lnTo>
                  <a:lnTo>
                    <a:pt x="13715" y="20741"/>
                  </a:lnTo>
                  <a:lnTo>
                    <a:pt x="11091" y="20760"/>
                  </a:lnTo>
                  <a:lnTo>
                    <a:pt x="7869" y="19176"/>
                  </a:lnTo>
                  <a:lnTo>
                    <a:pt x="6153" y="20988"/>
                  </a:lnTo>
                  <a:lnTo>
                    <a:pt x="3864" y="20020"/>
                  </a:lnTo>
                  <a:lnTo>
                    <a:pt x="3582" y="19155"/>
                  </a:lnTo>
                  <a:lnTo>
                    <a:pt x="2639" y="17482"/>
                  </a:lnTo>
                  <a:lnTo>
                    <a:pt x="26" y="16554"/>
                  </a:lnTo>
                  <a:lnTo>
                    <a:pt x="0" y="14976"/>
                  </a:lnTo>
                  <a:lnTo>
                    <a:pt x="1221" y="12978"/>
                  </a:lnTo>
                  <a:lnTo>
                    <a:pt x="7924" y="10302"/>
                  </a:lnTo>
                  <a:lnTo>
                    <a:pt x="8319" y="9029"/>
                  </a:lnTo>
                  <a:lnTo>
                    <a:pt x="5860" y="6141"/>
                  </a:lnTo>
                  <a:lnTo>
                    <a:pt x="8938" y="46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h5756"/>
            <p:cNvSpPr/>
            <p:nvPr/>
          </p:nvSpPr>
          <p:spPr>
            <a:xfrm>
              <a:off x="6982970" y="2916094"/>
              <a:ext cx="5692" cy="4941"/>
            </a:xfrm>
            <a:custGeom>
              <a:avLst/>
              <a:pathLst>
                <a:path w="5692" h="4941">
                  <a:moveTo>
                    <a:pt x="3266" y="0"/>
                  </a:moveTo>
                  <a:lnTo>
                    <a:pt x="5692" y="1781"/>
                  </a:lnTo>
                  <a:lnTo>
                    <a:pt x="3840" y="4941"/>
                  </a:lnTo>
                  <a:lnTo>
                    <a:pt x="0" y="3041"/>
                  </a:lnTo>
                  <a:lnTo>
                    <a:pt x="892" y="77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h5757"/>
            <p:cNvSpPr/>
            <p:nvPr/>
          </p:nvSpPr>
          <p:spPr>
            <a:xfrm>
              <a:off x="6956560" y="2927485"/>
              <a:ext cx="12039" cy="13992"/>
            </a:xfrm>
            <a:custGeom>
              <a:avLst/>
              <a:pathLst>
                <a:path w="12039" h="13992">
                  <a:moveTo>
                    <a:pt x="7529" y="0"/>
                  </a:moveTo>
                  <a:lnTo>
                    <a:pt x="11141" y="891"/>
                  </a:lnTo>
                  <a:lnTo>
                    <a:pt x="12039" y="5472"/>
                  </a:lnTo>
                  <a:lnTo>
                    <a:pt x="10221" y="12265"/>
                  </a:lnTo>
                  <a:lnTo>
                    <a:pt x="8256" y="13992"/>
                  </a:lnTo>
                  <a:lnTo>
                    <a:pt x="4178" y="13184"/>
                  </a:lnTo>
                  <a:lnTo>
                    <a:pt x="1344" y="11372"/>
                  </a:lnTo>
                  <a:lnTo>
                    <a:pt x="0" y="11609"/>
                  </a:lnTo>
                  <a:lnTo>
                    <a:pt x="384" y="9501"/>
                  </a:lnTo>
                  <a:lnTo>
                    <a:pt x="1405" y="9004"/>
                  </a:lnTo>
                  <a:lnTo>
                    <a:pt x="1299" y="504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h5758"/>
            <p:cNvSpPr/>
            <p:nvPr/>
          </p:nvSpPr>
          <p:spPr>
            <a:xfrm>
              <a:off x="7172556" y="3094297"/>
              <a:ext cx="47495" cy="26139"/>
            </a:xfrm>
            <a:custGeom>
              <a:avLst/>
              <a:pathLst>
                <a:path w="47495" h="26139">
                  <a:moveTo>
                    <a:pt x="30522" y="1935"/>
                  </a:moveTo>
                  <a:lnTo>
                    <a:pt x="30911" y="4425"/>
                  </a:lnTo>
                  <a:lnTo>
                    <a:pt x="36628" y="0"/>
                  </a:lnTo>
                  <a:lnTo>
                    <a:pt x="38329" y="686"/>
                  </a:lnTo>
                  <a:lnTo>
                    <a:pt x="41214" y="2996"/>
                  </a:lnTo>
                  <a:lnTo>
                    <a:pt x="44285" y="8658"/>
                  </a:lnTo>
                  <a:lnTo>
                    <a:pt x="46013" y="10113"/>
                  </a:lnTo>
                  <a:lnTo>
                    <a:pt x="44728" y="12274"/>
                  </a:lnTo>
                  <a:lnTo>
                    <a:pt x="47495" y="17069"/>
                  </a:lnTo>
                  <a:lnTo>
                    <a:pt x="42355" y="17226"/>
                  </a:lnTo>
                  <a:lnTo>
                    <a:pt x="40560" y="20095"/>
                  </a:lnTo>
                  <a:lnTo>
                    <a:pt x="41232" y="21483"/>
                  </a:lnTo>
                  <a:lnTo>
                    <a:pt x="43106" y="22216"/>
                  </a:lnTo>
                  <a:lnTo>
                    <a:pt x="38751" y="26139"/>
                  </a:lnTo>
                  <a:lnTo>
                    <a:pt x="29891" y="25562"/>
                  </a:lnTo>
                  <a:lnTo>
                    <a:pt x="29492" y="23855"/>
                  </a:lnTo>
                  <a:lnTo>
                    <a:pt x="23842" y="20550"/>
                  </a:lnTo>
                  <a:lnTo>
                    <a:pt x="19436" y="20950"/>
                  </a:lnTo>
                  <a:lnTo>
                    <a:pt x="17525" y="22822"/>
                  </a:lnTo>
                  <a:lnTo>
                    <a:pt x="14079" y="24697"/>
                  </a:lnTo>
                  <a:lnTo>
                    <a:pt x="11366" y="23079"/>
                  </a:lnTo>
                  <a:lnTo>
                    <a:pt x="11242" y="20324"/>
                  </a:lnTo>
                  <a:lnTo>
                    <a:pt x="8077" y="19985"/>
                  </a:lnTo>
                  <a:lnTo>
                    <a:pt x="0" y="3867"/>
                  </a:lnTo>
                  <a:lnTo>
                    <a:pt x="3146" y="4991"/>
                  </a:lnTo>
                  <a:lnTo>
                    <a:pt x="7924" y="9683"/>
                  </a:lnTo>
                  <a:lnTo>
                    <a:pt x="11410" y="8648"/>
                  </a:lnTo>
                  <a:lnTo>
                    <a:pt x="15837" y="1932"/>
                  </a:lnTo>
                  <a:lnTo>
                    <a:pt x="22425" y="429"/>
                  </a:lnTo>
                  <a:lnTo>
                    <a:pt x="27115" y="216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h5759"/>
            <p:cNvSpPr/>
            <p:nvPr/>
          </p:nvSpPr>
          <p:spPr>
            <a:xfrm>
              <a:off x="7237892" y="3107384"/>
              <a:ext cx="4704" cy="6731"/>
            </a:xfrm>
            <a:custGeom>
              <a:avLst/>
              <a:pathLst>
                <a:path w="4704" h="6731">
                  <a:moveTo>
                    <a:pt x="4605" y="5480"/>
                  </a:moveTo>
                  <a:lnTo>
                    <a:pt x="2151" y="6731"/>
                  </a:lnTo>
                  <a:lnTo>
                    <a:pt x="246" y="4376"/>
                  </a:lnTo>
                  <a:lnTo>
                    <a:pt x="0" y="2008"/>
                  </a:lnTo>
                  <a:lnTo>
                    <a:pt x="54" y="1732"/>
                  </a:lnTo>
                  <a:lnTo>
                    <a:pt x="66" y="1547"/>
                  </a:lnTo>
                  <a:lnTo>
                    <a:pt x="470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h5760"/>
            <p:cNvSpPr/>
            <p:nvPr/>
          </p:nvSpPr>
          <p:spPr>
            <a:xfrm>
              <a:off x="6938962" y="2996167"/>
              <a:ext cx="21979" cy="16706"/>
            </a:xfrm>
            <a:custGeom>
              <a:avLst/>
              <a:pathLst>
                <a:path w="21979" h="16706">
                  <a:moveTo>
                    <a:pt x="13049" y="4947"/>
                  </a:moveTo>
                  <a:lnTo>
                    <a:pt x="19865" y="7276"/>
                  </a:lnTo>
                  <a:lnTo>
                    <a:pt x="17239" y="9633"/>
                  </a:lnTo>
                  <a:lnTo>
                    <a:pt x="18057" y="12211"/>
                  </a:lnTo>
                  <a:lnTo>
                    <a:pt x="21167" y="13538"/>
                  </a:lnTo>
                  <a:lnTo>
                    <a:pt x="21925" y="15111"/>
                  </a:lnTo>
                  <a:lnTo>
                    <a:pt x="21979" y="15646"/>
                  </a:lnTo>
                  <a:lnTo>
                    <a:pt x="19908" y="16706"/>
                  </a:lnTo>
                  <a:lnTo>
                    <a:pt x="18884" y="14427"/>
                  </a:lnTo>
                  <a:lnTo>
                    <a:pt x="12345" y="11520"/>
                  </a:lnTo>
                  <a:lnTo>
                    <a:pt x="8053" y="10402"/>
                  </a:lnTo>
                  <a:lnTo>
                    <a:pt x="2923" y="13338"/>
                  </a:lnTo>
                  <a:lnTo>
                    <a:pt x="0" y="7121"/>
                  </a:lnTo>
                  <a:lnTo>
                    <a:pt x="1012" y="3329"/>
                  </a:lnTo>
                  <a:lnTo>
                    <a:pt x="1199" y="3139"/>
                  </a:lnTo>
                  <a:lnTo>
                    <a:pt x="4110" y="1207"/>
                  </a:lnTo>
                  <a:lnTo>
                    <a:pt x="7131" y="1021"/>
                  </a:lnTo>
                  <a:lnTo>
                    <a:pt x="930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h5761"/>
            <p:cNvSpPr/>
            <p:nvPr/>
          </p:nvSpPr>
          <p:spPr>
            <a:xfrm>
              <a:off x="7238769" y="3092812"/>
              <a:ext cx="30410" cy="32138"/>
            </a:xfrm>
            <a:custGeom>
              <a:avLst/>
              <a:pathLst>
                <a:path w="30410" h="32138">
                  <a:moveTo>
                    <a:pt x="17025" y="0"/>
                  </a:moveTo>
                  <a:lnTo>
                    <a:pt x="18461" y="467"/>
                  </a:lnTo>
                  <a:lnTo>
                    <a:pt x="18644" y="2451"/>
                  </a:lnTo>
                  <a:lnTo>
                    <a:pt x="21056" y="2927"/>
                  </a:lnTo>
                  <a:lnTo>
                    <a:pt x="23862" y="2252"/>
                  </a:lnTo>
                  <a:lnTo>
                    <a:pt x="26886" y="2601"/>
                  </a:lnTo>
                  <a:lnTo>
                    <a:pt x="27976" y="4309"/>
                  </a:lnTo>
                  <a:lnTo>
                    <a:pt x="29192" y="3627"/>
                  </a:lnTo>
                  <a:lnTo>
                    <a:pt x="30410" y="7460"/>
                  </a:lnTo>
                  <a:lnTo>
                    <a:pt x="29701" y="9048"/>
                  </a:lnTo>
                  <a:lnTo>
                    <a:pt x="25523" y="12134"/>
                  </a:lnTo>
                  <a:lnTo>
                    <a:pt x="22605" y="13280"/>
                  </a:lnTo>
                  <a:lnTo>
                    <a:pt x="21256" y="12678"/>
                  </a:lnTo>
                  <a:lnTo>
                    <a:pt x="20557" y="10837"/>
                  </a:lnTo>
                  <a:lnTo>
                    <a:pt x="21345" y="9414"/>
                  </a:lnTo>
                  <a:lnTo>
                    <a:pt x="18899" y="7670"/>
                  </a:lnTo>
                  <a:lnTo>
                    <a:pt x="14895" y="7637"/>
                  </a:lnTo>
                  <a:lnTo>
                    <a:pt x="12633" y="4959"/>
                  </a:lnTo>
                  <a:lnTo>
                    <a:pt x="11537" y="6590"/>
                  </a:lnTo>
                  <a:lnTo>
                    <a:pt x="12671" y="9839"/>
                  </a:lnTo>
                  <a:lnTo>
                    <a:pt x="12432" y="10042"/>
                  </a:lnTo>
                  <a:lnTo>
                    <a:pt x="12906" y="12108"/>
                  </a:lnTo>
                  <a:lnTo>
                    <a:pt x="15583" y="12937"/>
                  </a:lnTo>
                  <a:lnTo>
                    <a:pt x="11448" y="15370"/>
                  </a:lnTo>
                  <a:lnTo>
                    <a:pt x="10159" y="18383"/>
                  </a:lnTo>
                  <a:lnTo>
                    <a:pt x="12307" y="20269"/>
                  </a:lnTo>
                  <a:lnTo>
                    <a:pt x="14058" y="20804"/>
                  </a:lnTo>
                  <a:lnTo>
                    <a:pt x="14035" y="23155"/>
                  </a:lnTo>
                  <a:lnTo>
                    <a:pt x="12002" y="28414"/>
                  </a:lnTo>
                  <a:lnTo>
                    <a:pt x="7814" y="29656"/>
                  </a:lnTo>
                  <a:lnTo>
                    <a:pt x="5224" y="32138"/>
                  </a:lnTo>
                  <a:lnTo>
                    <a:pt x="2495" y="31891"/>
                  </a:lnTo>
                  <a:lnTo>
                    <a:pt x="194" y="30362"/>
                  </a:lnTo>
                  <a:lnTo>
                    <a:pt x="0" y="26642"/>
                  </a:lnTo>
                  <a:lnTo>
                    <a:pt x="1872" y="22063"/>
                  </a:lnTo>
                  <a:lnTo>
                    <a:pt x="7693" y="25626"/>
                  </a:lnTo>
                  <a:lnTo>
                    <a:pt x="9302" y="23801"/>
                  </a:lnTo>
                  <a:lnTo>
                    <a:pt x="8464" y="22674"/>
                  </a:lnTo>
                  <a:lnTo>
                    <a:pt x="7968" y="20597"/>
                  </a:lnTo>
                  <a:lnTo>
                    <a:pt x="7833" y="20579"/>
                  </a:lnTo>
                  <a:lnTo>
                    <a:pt x="7674" y="20557"/>
                  </a:lnTo>
                  <a:lnTo>
                    <a:pt x="3727" y="20052"/>
                  </a:lnTo>
                  <a:lnTo>
                    <a:pt x="3827" y="14572"/>
                  </a:lnTo>
                  <a:lnTo>
                    <a:pt x="7350" y="11861"/>
                  </a:lnTo>
                  <a:lnTo>
                    <a:pt x="10323" y="6342"/>
                  </a:lnTo>
                  <a:lnTo>
                    <a:pt x="10572" y="5476"/>
                  </a:lnTo>
                  <a:lnTo>
                    <a:pt x="9820" y="4843"/>
                  </a:lnTo>
                  <a:lnTo>
                    <a:pt x="10721" y="1779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h5762"/>
            <p:cNvSpPr/>
            <p:nvPr/>
          </p:nvSpPr>
          <p:spPr>
            <a:xfrm>
              <a:off x="7224010" y="3095858"/>
              <a:ext cx="25331" cy="13073"/>
            </a:xfrm>
            <a:custGeom>
              <a:avLst/>
              <a:pathLst>
                <a:path w="25331" h="13073">
                  <a:moveTo>
                    <a:pt x="15234" y="2585"/>
                  </a:moveTo>
                  <a:lnTo>
                    <a:pt x="19840" y="2428"/>
                  </a:lnTo>
                  <a:lnTo>
                    <a:pt x="22740" y="803"/>
                  </a:lnTo>
                  <a:lnTo>
                    <a:pt x="24579" y="1796"/>
                  </a:lnTo>
                  <a:lnTo>
                    <a:pt x="25331" y="2430"/>
                  </a:lnTo>
                  <a:lnTo>
                    <a:pt x="25082" y="3296"/>
                  </a:lnTo>
                  <a:lnTo>
                    <a:pt x="22109" y="8814"/>
                  </a:lnTo>
                  <a:lnTo>
                    <a:pt x="18586" y="11525"/>
                  </a:lnTo>
                  <a:lnTo>
                    <a:pt x="13948" y="13073"/>
                  </a:lnTo>
                  <a:lnTo>
                    <a:pt x="12394" y="11905"/>
                  </a:lnTo>
                  <a:lnTo>
                    <a:pt x="5012" y="11146"/>
                  </a:lnTo>
                  <a:lnTo>
                    <a:pt x="0" y="8481"/>
                  </a:lnTo>
                  <a:lnTo>
                    <a:pt x="1178" y="4698"/>
                  </a:lnTo>
                  <a:lnTo>
                    <a:pt x="1153" y="4157"/>
                  </a:lnTo>
                  <a:lnTo>
                    <a:pt x="2674" y="3890"/>
                  </a:lnTo>
                  <a:lnTo>
                    <a:pt x="7472" y="4303"/>
                  </a:lnTo>
                  <a:lnTo>
                    <a:pt x="8038" y="2728"/>
                  </a:lnTo>
                  <a:lnTo>
                    <a:pt x="782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h5763"/>
            <p:cNvSpPr/>
            <p:nvPr/>
          </p:nvSpPr>
          <p:spPr>
            <a:xfrm>
              <a:off x="7032266" y="2975297"/>
              <a:ext cx="21313" cy="26680"/>
            </a:xfrm>
            <a:custGeom>
              <a:avLst/>
              <a:pathLst>
                <a:path w="21313" h="26680">
                  <a:moveTo>
                    <a:pt x="16405" y="1390"/>
                  </a:moveTo>
                  <a:lnTo>
                    <a:pt x="17122" y="4617"/>
                  </a:lnTo>
                  <a:lnTo>
                    <a:pt x="21077" y="7538"/>
                  </a:lnTo>
                  <a:lnTo>
                    <a:pt x="21313" y="15772"/>
                  </a:lnTo>
                  <a:lnTo>
                    <a:pt x="19246" y="16258"/>
                  </a:lnTo>
                  <a:lnTo>
                    <a:pt x="17035" y="20154"/>
                  </a:lnTo>
                  <a:lnTo>
                    <a:pt x="17119" y="26680"/>
                  </a:lnTo>
                  <a:lnTo>
                    <a:pt x="16056" y="26233"/>
                  </a:lnTo>
                  <a:lnTo>
                    <a:pt x="14903" y="26300"/>
                  </a:lnTo>
                  <a:lnTo>
                    <a:pt x="15334" y="23733"/>
                  </a:lnTo>
                  <a:lnTo>
                    <a:pt x="12782" y="21774"/>
                  </a:lnTo>
                  <a:lnTo>
                    <a:pt x="7288" y="20988"/>
                  </a:lnTo>
                  <a:lnTo>
                    <a:pt x="4820" y="19335"/>
                  </a:lnTo>
                  <a:lnTo>
                    <a:pt x="7094" y="18293"/>
                  </a:lnTo>
                  <a:lnTo>
                    <a:pt x="8503" y="15443"/>
                  </a:lnTo>
                  <a:lnTo>
                    <a:pt x="8185" y="13093"/>
                  </a:lnTo>
                  <a:lnTo>
                    <a:pt x="4016" y="5434"/>
                  </a:lnTo>
                  <a:lnTo>
                    <a:pt x="2470" y="4097"/>
                  </a:lnTo>
                  <a:lnTo>
                    <a:pt x="0" y="3772"/>
                  </a:lnTo>
                  <a:lnTo>
                    <a:pt x="354" y="2034"/>
                  </a:lnTo>
                  <a:lnTo>
                    <a:pt x="9952" y="1352"/>
                  </a:lnTo>
                  <a:lnTo>
                    <a:pt x="12987" y="48"/>
                  </a:lnTo>
                  <a:lnTo>
                    <a:pt x="1441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h5764"/>
            <p:cNvSpPr/>
            <p:nvPr/>
          </p:nvSpPr>
          <p:spPr>
            <a:xfrm>
              <a:off x="6973106" y="2929827"/>
              <a:ext cx="17763" cy="13795"/>
            </a:xfrm>
            <a:custGeom>
              <a:avLst/>
              <a:pathLst>
                <a:path w="17763" h="13795">
                  <a:moveTo>
                    <a:pt x="17412" y="2679"/>
                  </a:moveTo>
                  <a:lnTo>
                    <a:pt x="17763" y="3618"/>
                  </a:lnTo>
                  <a:lnTo>
                    <a:pt x="16559" y="4643"/>
                  </a:lnTo>
                  <a:lnTo>
                    <a:pt x="14208" y="4249"/>
                  </a:lnTo>
                  <a:lnTo>
                    <a:pt x="13024" y="5339"/>
                  </a:lnTo>
                  <a:lnTo>
                    <a:pt x="15166" y="10253"/>
                  </a:lnTo>
                  <a:lnTo>
                    <a:pt x="11376" y="10636"/>
                  </a:lnTo>
                  <a:lnTo>
                    <a:pt x="6724" y="13795"/>
                  </a:lnTo>
                  <a:lnTo>
                    <a:pt x="1216" y="10572"/>
                  </a:lnTo>
                  <a:lnTo>
                    <a:pt x="0" y="8317"/>
                  </a:lnTo>
                  <a:lnTo>
                    <a:pt x="191" y="4281"/>
                  </a:lnTo>
                  <a:lnTo>
                    <a:pt x="6629" y="2420"/>
                  </a:lnTo>
                  <a:lnTo>
                    <a:pt x="1268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h5765"/>
            <p:cNvSpPr/>
            <p:nvPr/>
          </p:nvSpPr>
          <p:spPr>
            <a:xfrm>
              <a:off x="7136586" y="3029102"/>
              <a:ext cx="12577" cy="12920"/>
            </a:xfrm>
            <a:custGeom>
              <a:avLst/>
              <a:pathLst>
                <a:path w="12577" h="12920">
                  <a:moveTo>
                    <a:pt x="12577" y="14"/>
                  </a:moveTo>
                  <a:lnTo>
                    <a:pt x="8392" y="3458"/>
                  </a:lnTo>
                  <a:lnTo>
                    <a:pt x="9635" y="12920"/>
                  </a:lnTo>
                  <a:lnTo>
                    <a:pt x="6784" y="12162"/>
                  </a:lnTo>
                  <a:lnTo>
                    <a:pt x="907" y="12772"/>
                  </a:lnTo>
                  <a:lnTo>
                    <a:pt x="108" y="11257"/>
                  </a:lnTo>
                  <a:lnTo>
                    <a:pt x="0" y="7496"/>
                  </a:lnTo>
                  <a:lnTo>
                    <a:pt x="4334" y="5881"/>
                  </a:lnTo>
                  <a:lnTo>
                    <a:pt x="4425" y="3000"/>
                  </a:lnTo>
                  <a:lnTo>
                    <a:pt x="254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h5766"/>
            <p:cNvSpPr/>
            <p:nvPr/>
          </p:nvSpPr>
          <p:spPr>
            <a:xfrm>
              <a:off x="6935643" y="2895351"/>
              <a:ext cx="36958" cy="31574"/>
            </a:xfrm>
            <a:custGeom>
              <a:avLst/>
              <a:pathLst>
                <a:path w="36958" h="31574">
                  <a:moveTo>
                    <a:pt x="36958" y="3263"/>
                  </a:moveTo>
                  <a:lnTo>
                    <a:pt x="32312" y="13000"/>
                  </a:lnTo>
                  <a:lnTo>
                    <a:pt x="28746" y="13721"/>
                  </a:lnTo>
                  <a:lnTo>
                    <a:pt x="27545" y="13616"/>
                  </a:lnTo>
                  <a:lnTo>
                    <a:pt x="23713" y="15544"/>
                  </a:lnTo>
                  <a:lnTo>
                    <a:pt x="22826" y="16778"/>
                  </a:lnTo>
                  <a:lnTo>
                    <a:pt x="23036" y="17940"/>
                  </a:lnTo>
                  <a:lnTo>
                    <a:pt x="19293" y="18799"/>
                  </a:lnTo>
                  <a:lnTo>
                    <a:pt x="16882" y="16461"/>
                  </a:lnTo>
                  <a:lnTo>
                    <a:pt x="10024" y="26476"/>
                  </a:lnTo>
                  <a:lnTo>
                    <a:pt x="3170" y="25535"/>
                  </a:lnTo>
                  <a:lnTo>
                    <a:pt x="2870" y="26497"/>
                  </a:lnTo>
                  <a:lnTo>
                    <a:pt x="4242" y="28540"/>
                  </a:lnTo>
                  <a:lnTo>
                    <a:pt x="5528" y="29161"/>
                  </a:lnTo>
                  <a:lnTo>
                    <a:pt x="5419" y="31574"/>
                  </a:lnTo>
                  <a:lnTo>
                    <a:pt x="2052" y="31541"/>
                  </a:lnTo>
                  <a:lnTo>
                    <a:pt x="387" y="25866"/>
                  </a:lnTo>
                  <a:lnTo>
                    <a:pt x="0" y="19604"/>
                  </a:lnTo>
                  <a:lnTo>
                    <a:pt x="186" y="17869"/>
                  </a:lnTo>
                  <a:lnTo>
                    <a:pt x="2304" y="13527"/>
                  </a:lnTo>
                  <a:lnTo>
                    <a:pt x="3477" y="14730"/>
                  </a:lnTo>
                  <a:lnTo>
                    <a:pt x="8609" y="15136"/>
                  </a:lnTo>
                  <a:lnTo>
                    <a:pt x="11193" y="14416"/>
                  </a:lnTo>
                  <a:lnTo>
                    <a:pt x="15966" y="10043"/>
                  </a:lnTo>
                  <a:lnTo>
                    <a:pt x="18445" y="6318"/>
                  </a:lnTo>
                  <a:lnTo>
                    <a:pt x="30196" y="3260"/>
                  </a:lnTo>
                  <a:lnTo>
                    <a:pt x="3611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h5767"/>
            <p:cNvSpPr/>
            <p:nvPr/>
          </p:nvSpPr>
          <p:spPr>
            <a:xfrm>
              <a:off x="7243993" y="3097771"/>
              <a:ext cx="61636" cy="90539"/>
            </a:xfrm>
            <a:custGeom>
              <a:avLst/>
              <a:pathLst>
                <a:path w="61636" h="90539">
                  <a:moveTo>
                    <a:pt x="9671" y="2678"/>
                  </a:moveTo>
                  <a:lnTo>
                    <a:pt x="13675" y="2711"/>
                  </a:lnTo>
                  <a:lnTo>
                    <a:pt x="16121" y="4455"/>
                  </a:lnTo>
                  <a:lnTo>
                    <a:pt x="15333" y="5877"/>
                  </a:lnTo>
                  <a:lnTo>
                    <a:pt x="16032" y="7719"/>
                  </a:lnTo>
                  <a:lnTo>
                    <a:pt x="17381" y="8320"/>
                  </a:lnTo>
                  <a:lnTo>
                    <a:pt x="20299" y="7175"/>
                  </a:lnTo>
                  <a:lnTo>
                    <a:pt x="24340" y="12294"/>
                  </a:lnTo>
                  <a:lnTo>
                    <a:pt x="21955" y="16316"/>
                  </a:lnTo>
                  <a:lnTo>
                    <a:pt x="23667" y="21099"/>
                  </a:lnTo>
                  <a:lnTo>
                    <a:pt x="31843" y="21398"/>
                  </a:lnTo>
                  <a:lnTo>
                    <a:pt x="33287" y="20247"/>
                  </a:lnTo>
                  <a:lnTo>
                    <a:pt x="43192" y="22766"/>
                  </a:lnTo>
                  <a:lnTo>
                    <a:pt x="42725" y="25819"/>
                  </a:lnTo>
                  <a:lnTo>
                    <a:pt x="40767" y="26715"/>
                  </a:lnTo>
                  <a:lnTo>
                    <a:pt x="40206" y="25793"/>
                  </a:lnTo>
                  <a:lnTo>
                    <a:pt x="41441" y="25395"/>
                  </a:lnTo>
                  <a:lnTo>
                    <a:pt x="40415" y="24908"/>
                  </a:lnTo>
                  <a:lnTo>
                    <a:pt x="38023" y="28789"/>
                  </a:lnTo>
                  <a:lnTo>
                    <a:pt x="46204" y="28232"/>
                  </a:lnTo>
                  <a:lnTo>
                    <a:pt x="49560" y="25904"/>
                  </a:lnTo>
                  <a:lnTo>
                    <a:pt x="50881" y="26258"/>
                  </a:lnTo>
                  <a:lnTo>
                    <a:pt x="51191" y="27819"/>
                  </a:lnTo>
                  <a:lnTo>
                    <a:pt x="48775" y="37548"/>
                  </a:lnTo>
                  <a:lnTo>
                    <a:pt x="49536" y="40080"/>
                  </a:lnTo>
                  <a:lnTo>
                    <a:pt x="54123" y="43306"/>
                  </a:lnTo>
                  <a:lnTo>
                    <a:pt x="53787" y="47911"/>
                  </a:lnTo>
                  <a:lnTo>
                    <a:pt x="57513" y="53019"/>
                  </a:lnTo>
                  <a:lnTo>
                    <a:pt x="58339" y="55547"/>
                  </a:lnTo>
                  <a:lnTo>
                    <a:pt x="61636" y="57288"/>
                  </a:lnTo>
                  <a:lnTo>
                    <a:pt x="59346" y="59315"/>
                  </a:lnTo>
                  <a:lnTo>
                    <a:pt x="55187" y="59985"/>
                  </a:lnTo>
                  <a:lnTo>
                    <a:pt x="53175" y="58293"/>
                  </a:lnTo>
                  <a:lnTo>
                    <a:pt x="50692" y="58913"/>
                  </a:lnTo>
                  <a:lnTo>
                    <a:pt x="50110" y="62040"/>
                  </a:lnTo>
                  <a:lnTo>
                    <a:pt x="48710" y="64349"/>
                  </a:lnTo>
                  <a:lnTo>
                    <a:pt x="50178" y="67696"/>
                  </a:lnTo>
                  <a:lnTo>
                    <a:pt x="51398" y="67628"/>
                  </a:lnTo>
                  <a:lnTo>
                    <a:pt x="51428" y="68891"/>
                  </a:lnTo>
                  <a:lnTo>
                    <a:pt x="50226" y="69844"/>
                  </a:lnTo>
                  <a:lnTo>
                    <a:pt x="49993" y="72318"/>
                  </a:lnTo>
                  <a:lnTo>
                    <a:pt x="50806" y="74917"/>
                  </a:lnTo>
                  <a:lnTo>
                    <a:pt x="54158" y="79330"/>
                  </a:lnTo>
                  <a:lnTo>
                    <a:pt x="54400" y="82803"/>
                  </a:lnTo>
                  <a:lnTo>
                    <a:pt x="52455" y="85837"/>
                  </a:lnTo>
                  <a:lnTo>
                    <a:pt x="53584" y="89650"/>
                  </a:lnTo>
                  <a:lnTo>
                    <a:pt x="52707" y="90539"/>
                  </a:lnTo>
                  <a:lnTo>
                    <a:pt x="47649" y="80719"/>
                  </a:lnTo>
                  <a:lnTo>
                    <a:pt x="36932" y="81759"/>
                  </a:lnTo>
                  <a:lnTo>
                    <a:pt x="35688" y="81113"/>
                  </a:lnTo>
                  <a:lnTo>
                    <a:pt x="34046" y="78482"/>
                  </a:lnTo>
                  <a:lnTo>
                    <a:pt x="36528" y="77096"/>
                  </a:lnTo>
                  <a:lnTo>
                    <a:pt x="35782" y="75361"/>
                  </a:lnTo>
                  <a:lnTo>
                    <a:pt x="27057" y="78793"/>
                  </a:lnTo>
                  <a:lnTo>
                    <a:pt x="27140" y="75744"/>
                  </a:lnTo>
                  <a:lnTo>
                    <a:pt x="25657" y="72909"/>
                  </a:lnTo>
                  <a:lnTo>
                    <a:pt x="23896" y="72367"/>
                  </a:lnTo>
                  <a:lnTo>
                    <a:pt x="23266" y="71429"/>
                  </a:lnTo>
                  <a:lnTo>
                    <a:pt x="21530" y="67098"/>
                  </a:lnTo>
                  <a:lnTo>
                    <a:pt x="21354" y="64841"/>
                  </a:lnTo>
                  <a:lnTo>
                    <a:pt x="22868" y="62188"/>
                  </a:lnTo>
                  <a:lnTo>
                    <a:pt x="25841" y="59153"/>
                  </a:lnTo>
                  <a:lnTo>
                    <a:pt x="24678" y="55252"/>
                  </a:lnTo>
                  <a:lnTo>
                    <a:pt x="19575" y="52053"/>
                  </a:lnTo>
                  <a:lnTo>
                    <a:pt x="9265" y="53304"/>
                  </a:lnTo>
                  <a:lnTo>
                    <a:pt x="7399" y="45779"/>
                  </a:lnTo>
                  <a:lnTo>
                    <a:pt x="5024" y="40744"/>
                  </a:lnTo>
                  <a:lnTo>
                    <a:pt x="8462" y="34619"/>
                  </a:lnTo>
                  <a:lnTo>
                    <a:pt x="1634" y="30197"/>
                  </a:lnTo>
                  <a:lnTo>
                    <a:pt x="0" y="27179"/>
                  </a:lnTo>
                  <a:lnTo>
                    <a:pt x="2589" y="24696"/>
                  </a:lnTo>
                  <a:lnTo>
                    <a:pt x="6778" y="23455"/>
                  </a:lnTo>
                  <a:lnTo>
                    <a:pt x="8811" y="18196"/>
                  </a:lnTo>
                  <a:lnTo>
                    <a:pt x="8834" y="15844"/>
                  </a:lnTo>
                  <a:lnTo>
                    <a:pt x="7083" y="15310"/>
                  </a:lnTo>
                  <a:lnTo>
                    <a:pt x="4935" y="13424"/>
                  </a:lnTo>
                  <a:lnTo>
                    <a:pt x="6224" y="10411"/>
                  </a:lnTo>
                  <a:lnTo>
                    <a:pt x="10359" y="7978"/>
                  </a:lnTo>
                  <a:lnTo>
                    <a:pt x="7682" y="7149"/>
                  </a:lnTo>
                  <a:lnTo>
                    <a:pt x="7208" y="5083"/>
                  </a:lnTo>
                  <a:lnTo>
                    <a:pt x="7447" y="4880"/>
                  </a:lnTo>
                  <a:lnTo>
                    <a:pt x="6313" y="1631"/>
                  </a:lnTo>
                  <a:lnTo>
                    <a:pt x="740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h5768"/>
            <p:cNvSpPr/>
            <p:nvPr/>
          </p:nvSpPr>
          <p:spPr>
            <a:xfrm>
              <a:off x="7070283" y="2985765"/>
              <a:ext cx="70728" cy="63544"/>
            </a:xfrm>
            <a:custGeom>
              <a:avLst/>
              <a:pathLst>
                <a:path w="70728" h="63544">
                  <a:moveTo>
                    <a:pt x="3142" y="2269"/>
                  </a:moveTo>
                  <a:lnTo>
                    <a:pt x="6978" y="4530"/>
                  </a:lnTo>
                  <a:lnTo>
                    <a:pt x="11338" y="5114"/>
                  </a:lnTo>
                  <a:lnTo>
                    <a:pt x="15201" y="4017"/>
                  </a:lnTo>
                  <a:lnTo>
                    <a:pt x="16444" y="4953"/>
                  </a:lnTo>
                  <a:lnTo>
                    <a:pt x="18275" y="15954"/>
                  </a:lnTo>
                  <a:lnTo>
                    <a:pt x="20734" y="22736"/>
                  </a:lnTo>
                  <a:lnTo>
                    <a:pt x="24314" y="26884"/>
                  </a:lnTo>
                  <a:lnTo>
                    <a:pt x="28799" y="30290"/>
                  </a:lnTo>
                  <a:lnTo>
                    <a:pt x="36553" y="33641"/>
                  </a:lnTo>
                  <a:lnTo>
                    <a:pt x="43796" y="35634"/>
                  </a:lnTo>
                  <a:lnTo>
                    <a:pt x="46438" y="37888"/>
                  </a:lnTo>
                  <a:lnTo>
                    <a:pt x="52523" y="40629"/>
                  </a:lnTo>
                  <a:lnTo>
                    <a:pt x="60036" y="42529"/>
                  </a:lnTo>
                  <a:lnTo>
                    <a:pt x="68844" y="43337"/>
                  </a:lnTo>
                  <a:lnTo>
                    <a:pt x="70728" y="46337"/>
                  </a:lnTo>
                  <a:lnTo>
                    <a:pt x="70637" y="49218"/>
                  </a:lnTo>
                  <a:lnTo>
                    <a:pt x="66302" y="50833"/>
                  </a:lnTo>
                  <a:lnTo>
                    <a:pt x="61133" y="46401"/>
                  </a:lnTo>
                  <a:lnTo>
                    <a:pt x="59240" y="46026"/>
                  </a:lnTo>
                  <a:lnTo>
                    <a:pt x="55146" y="46208"/>
                  </a:lnTo>
                  <a:lnTo>
                    <a:pt x="54137" y="47324"/>
                  </a:lnTo>
                  <a:lnTo>
                    <a:pt x="49683" y="49055"/>
                  </a:lnTo>
                  <a:lnTo>
                    <a:pt x="47507" y="48945"/>
                  </a:lnTo>
                  <a:lnTo>
                    <a:pt x="46301" y="50224"/>
                  </a:lnTo>
                  <a:lnTo>
                    <a:pt x="46560" y="53623"/>
                  </a:lnTo>
                  <a:lnTo>
                    <a:pt x="44158" y="59365"/>
                  </a:lnTo>
                  <a:lnTo>
                    <a:pt x="43235" y="63544"/>
                  </a:lnTo>
                  <a:lnTo>
                    <a:pt x="39925" y="60495"/>
                  </a:lnTo>
                  <a:lnTo>
                    <a:pt x="37769" y="53686"/>
                  </a:lnTo>
                  <a:lnTo>
                    <a:pt x="35255" y="51873"/>
                  </a:lnTo>
                  <a:lnTo>
                    <a:pt x="34598" y="51592"/>
                  </a:lnTo>
                  <a:lnTo>
                    <a:pt x="30588" y="53384"/>
                  </a:lnTo>
                  <a:lnTo>
                    <a:pt x="29172" y="55263"/>
                  </a:lnTo>
                  <a:lnTo>
                    <a:pt x="27570" y="56182"/>
                  </a:lnTo>
                  <a:lnTo>
                    <a:pt x="28450" y="39938"/>
                  </a:lnTo>
                  <a:lnTo>
                    <a:pt x="21698" y="35899"/>
                  </a:lnTo>
                  <a:lnTo>
                    <a:pt x="17219" y="36248"/>
                  </a:lnTo>
                  <a:lnTo>
                    <a:pt x="17272" y="35285"/>
                  </a:lnTo>
                  <a:lnTo>
                    <a:pt x="14982" y="35238"/>
                  </a:lnTo>
                  <a:lnTo>
                    <a:pt x="14584" y="32330"/>
                  </a:lnTo>
                  <a:lnTo>
                    <a:pt x="16062" y="31122"/>
                  </a:lnTo>
                  <a:lnTo>
                    <a:pt x="16340" y="28691"/>
                  </a:lnTo>
                  <a:lnTo>
                    <a:pt x="15676" y="25336"/>
                  </a:lnTo>
                  <a:lnTo>
                    <a:pt x="11560" y="25448"/>
                  </a:lnTo>
                  <a:lnTo>
                    <a:pt x="10315" y="23779"/>
                  </a:lnTo>
                  <a:lnTo>
                    <a:pt x="11353" y="18899"/>
                  </a:lnTo>
                  <a:lnTo>
                    <a:pt x="8642" y="13518"/>
                  </a:lnTo>
                  <a:lnTo>
                    <a:pt x="3683" y="12190"/>
                  </a:lnTo>
                  <a:lnTo>
                    <a:pt x="1988" y="8698"/>
                  </a:lnTo>
                  <a:lnTo>
                    <a:pt x="2543" y="7868"/>
                  </a:lnTo>
                  <a:lnTo>
                    <a:pt x="2158" y="6672"/>
                  </a:lnTo>
                  <a:lnTo>
                    <a:pt x="826" y="5327"/>
                  </a:lnTo>
                  <a:lnTo>
                    <a:pt x="0" y="5635"/>
                  </a:lnTo>
                  <a:lnTo>
                    <a:pt x="189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h5769"/>
            <p:cNvSpPr/>
            <p:nvPr/>
          </p:nvSpPr>
          <p:spPr>
            <a:xfrm>
              <a:off x="7111708" y="3052846"/>
              <a:ext cx="21539" cy="19544"/>
            </a:xfrm>
            <a:custGeom>
              <a:avLst/>
              <a:pathLst>
                <a:path w="21539" h="19544">
                  <a:moveTo>
                    <a:pt x="10668" y="3212"/>
                  </a:moveTo>
                  <a:lnTo>
                    <a:pt x="15919" y="9818"/>
                  </a:lnTo>
                  <a:lnTo>
                    <a:pt x="17524" y="13322"/>
                  </a:lnTo>
                  <a:lnTo>
                    <a:pt x="17018" y="16326"/>
                  </a:lnTo>
                  <a:lnTo>
                    <a:pt x="21539" y="19479"/>
                  </a:lnTo>
                  <a:lnTo>
                    <a:pt x="16332" y="19544"/>
                  </a:lnTo>
                  <a:lnTo>
                    <a:pt x="13905" y="17168"/>
                  </a:lnTo>
                  <a:lnTo>
                    <a:pt x="4524" y="12547"/>
                  </a:lnTo>
                  <a:lnTo>
                    <a:pt x="4223" y="11553"/>
                  </a:lnTo>
                  <a:lnTo>
                    <a:pt x="2536" y="10310"/>
                  </a:lnTo>
                  <a:lnTo>
                    <a:pt x="1162" y="10352"/>
                  </a:lnTo>
                  <a:lnTo>
                    <a:pt x="0" y="7077"/>
                  </a:lnTo>
                  <a:lnTo>
                    <a:pt x="3546" y="4559"/>
                  </a:lnTo>
                  <a:lnTo>
                    <a:pt x="6459" y="5054"/>
                  </a:lnTo>
                  <a:lnTo>
                    <a:pt x="7644" y="4029"/>
                  </a:lnTo>
                  <a:lnTo>
                    <a:pt x="8232" y="2593"/>
                  </a:lnTo>
                  <a:lnTo>
                    <a:pt x="670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h5770"/>
            <p:cNvSpPr/>
            <p:nvPr/>
          </p:nvSpPr>
          <p:spPr>
            <a:xfrm>
              <a:off x="7142930" y="3027809"/>
              <a:ext cx="23958" cy="30287"/>
            </a:xfrm>
            <a:custGeom>
              <a:avLst/>
              <a:pathLst>
                <a:path w="23958" h="30287">
                  <a:moveTo>
                    <a:pt x="23203" y="0"/>
                  </a:moveTo>
                  <a:lnTo>
                    <a:pt x="21621" y="2884"/>
                  </a:lnTo>
                  <a:lnTo>
                    <a:pt x="22748" y="5346"/>
                  </a:lnTo>
                  <a:lnTo>
                    <a:pt x="23958" y="13130"/>
                  </a:lnTo>
                  <a:lnTo>
                    <a:pt x="21627" y="14248"/>
                  </a:lnTo>
                  <a:lnTo>
                    <a:pt x="19988" y="15847"/>
                  </a:lnTo>
                  <a:lnTo>
                    <a:pt x="19794" y="17142"/>
                  </a:lnTo>
                  <a:lnTo>
                    <a:pt x="21105" y="19324"/>
                  </a:lnTo>
                  <a:lnTo>
                    <a:pt x="19478" y="22843"/>
                  </a:lnTo>
                  <a:lnTo>
                    <a:pt x="12916" y="27348"/>
                  </a:lnTo>
                  <a:lnTo>
                    <a:pt x="6471" y="27645"/>
                  </a:lnTo>
                  <a:lnTo>
                    <a:pt x="3215" y="30287"/>
                  </a:lnTo>
                  <a:lnTo>
                    <a:pt x="0" y="29579"/>
                  </a:lnTo>
                  <a:lnTo>
                    <a:pt x="463" y="22145"/>
                  </a:lnTo>
                  <a:lnTo>
                    <a:pt x="1427" y="20407"/>
                  </a:lnTo>
                  <a:lnTo>
                    <a:pt x="3380" y="20219"/>
                  </a:lnTo>
                  <a:lnTo>
                    <a:pt x="4150" y="17473"/>
                  </a:lnTo>
                  <a:lnTo>
                    <a:pt x="3291" y="14214"/>
                  </a:lnTo>
                  <a:lnTo>
                    <a:pt x="2048" y="4752"/>
                  </a:lnTo>
                  <a:lnTo>
                    <a:pt x="6233" y="130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h5771"/>
            <p:cNvSpPr/>
            <p:nvPr/>
          </p:nvSpPr>
          <p:spPr>
            <a:xfrm>
              <a:off x="7038563" y="2949638"/>
              <a:ext cx="18898" cy="22606"/>
            </a:xfrm>
            <a:custGeom>
              <a:avLst/>
              <a:pathLst>
                <a:path w="18898" h="22606">
                  <a:moveTo>
                    <a:pt x="8772" y="4838"/>
                  </a:moveTo>
                  <a:lnTo>
                    <a:pt x="8381" y="6804"/>
                  </a:lnTo>
                  <a:lnTo>
                    <a:pt x="9677" y="9838"/>
                  </a:lnTo>
                  <a:lnTo>
                    <a:pt x="13986" y="14394"/>
                  </a:lnTo>
                  <a:lnTo>
                    <a:pt x="18898" y="17279"/>
                  </a:lnTo>
                  <a:lnTo>
                    <a:pt x="18560" y="22606"/>
                  </a:lnTo>
                  <a:lnTo>
                    <a:pt x="16843" y="22117"/>
                  </a:lnTo>
                  <a:lnTo>
                    <a:pt x="13086" y="17581"/>
                  </a:lnTo>
                  <a:lnTo>
                    <a:pt x="11545" y="18228"/>
                  </a:lnTo>
                  <a:lnTo>
                    <a:pt x="11138" y="20199"/>
                  </a:lnTo>
                  <a:lnTo>
                    <a:pt x="9100" y="21570"/>
                  </a:lnTo>
                  <a:lnTo>
                    <a:pt x="5687" y="20612"/>
                  </a:lnTo>
                  <a:lnTo>
                    <a:pt x="7055" y="14061"/>
                  </a:lnTo>
                  <a:lnTo>
                    <a:pt x="1482" y="6446"/>
                  </a:lnTo>
                  <a:lnTo>
                    <a:pt x="751" y="6090"/>
                  </a:lnTo>
                  <a:lnTo>
                    <a:pt x="0" y="6679"/>
                  </a:lnTo>
                  <a:lnTo>
                    <a:pt x="682" y="1868"/>
                  </a:lnTo>
                  <a:lnTo>
                    <a:pt x="3389" y="2385"/>
                  </a:lnTo>
                  <a:lnTo>
                    <a:pt x="5749" y="1934"/>
                  </a:lnTo>
                  <a:lnTo>
                    <a:pt x="687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h5772"/>
            <p:cNvSpPr/>
            <p:nvPr/>
          </p:nvSpPr>
          <p:spPr>
            <a:xfrm>
              <a:off x="6998704" y="2955691"/>
              <a:ext cx="19872" cy="8659"/>
            </a:xfrm>
            <a:custGeom>
              <a:avLst/>
              <a:pathLst>
                <a:path w="19872" h="8659">
                  <a:moveTo>
                    <a:pt x="8936" y="2956"/>
                  </a:moveTo>
                  <a:lnTo>
                    <a:pt x="10935" y="3563"/>
                  </a:lnTo>
                  <a:lnTo>
                    <a:pt x="19872" y="3622"/>
                  </a:lnTo>
                  <a:lnTo>
                    <a:pt x="15993" y="6255"/>
                  </a:lnTo>
                  <a:lnTo>
                    <a:pt x="15391" y="4866"/>
                  </a:lnTo>
                  <a:lnTo>
                    <a:pt x="14330" y="4470"/>
                  </a:lnTo>
                  <a:lnTo>
                    <a:pt x="12491" y="6449"/>
                  </a:lnTo>
                  <a:lnTo>
                    <a:pt x="7204" y="8659"/>
                  </a:lnTo>
                  <a:lnTo>
                    <a:pt x="4131" y="7806"/>
                  </a:lnTo>
                  <a:lnTo>
                    <a:pt x="2577" y="7421"/>
                  </a:lnTo>
                  <a:lnTo>
                    <a:pt x="1349" y="6071"/>
                  </a:lnTo>
                  <a:lnTo>
                    <a:pt x="0" y="732"/>
                  </a:lnTo>
                  <a:lnTo>
                    <a:pt x="3440" y="2360"/>
                  </a:lnTo>
                  <a:lnTo>
                    <a:pt x="3964" y="1319"/>
                  </a:lnTo>
                  <a:lnTo>
                    <a:pt x="630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h5773"/>
            <p:cNvSpPr/>
            <p:nvPr/>
          </p:nvSpPr>
          <p:spPr>
            <a:xfrm>
              <a:off x="6981151" y="3026928"/>
              <a:ext cx="38519" cy="17222"/>
            </a:xfrm>
            <a:custGeom>
              <a:avLst/>
              <a:pathLst>
                <a:path w="38519" h="17222">
                  <a:moveTo>
                    <a:pt x="13198" y="3804"/>
                  </a:moveTo>
                  <a:lnTo>
                    <a:pt x="20744" y="4844"/>
                  </a:lnTo>
                  <a:lnTo>
                    <a:pt x="21530" y="4255"/>
                  </a:lnTo>
                  <a:lnTo>
                    <a:pt x="28429" y="3387"/>
                  </a:lnTo>
                  <a:lnTo>
                    <a:pt x="38519" y="4267"/>
                  </a:lnTo>
                  <a:lnTo>
                    <a:pt x="37404" y="4516"/>
                  </a:lnTo>
                  <a:lnTo>
                    <a:pt x="38081" y="8485"/>
                  </a:lnTo>
                  <a:lnTo>
                    <a:pt x="36607" y="10111"/>
                  </a:lnTo>
                  <a:lnTo>
                    <a:pt x="33162" y="17222"/>
                  </a:lnTo>
                  <a:lnTo>
                    <a:pt x="26769" y="12956"/>
                  </a:lnTo>
                  <a:lnTo>
                    <a:pt x="26754" y="15990"/>
                  </a:lnTo>
                  <a:lnTo>
                    <a:pt x="24107" y="14533"/>
                  </a:lnTo>
                  <a:lnTo>
                    <a:pt x="20825" y="10992"/>
                  </a:lnTo>
                  <a:lnTo>
                    <a:pt x="18546" y="10149"/>
                  </a:lnTo>
                  <a:lnTo>
                    <a:pt x="16527" y="10439"/>
                  </a:lnTo>
                  <a:lnTo>
                    <a:pt x="11875" y="5189"/>
                  </a:lnTo>
                  <a:lnTo>
                    <a:pt x="8921" y="4115"/>
                  </a:lnTo>
                  <a:lnTo>
                    <a:pt x="4977" y="3888"/>
                  </a:lnTo>
                  <a:lnTo>
                    <a:pt x="3523" y="4823"/>
                  </a:lnTo>
                  <a:lnTo>
                    <a:pt x="0" y="3037"/>
                  </a:lnTo>
                  <a:lnTo>
                    <a:pt x="11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h5774"/>
            <p:cNvSpPr/>
            <p:nvPr/>
          </p:nvSpPr>
          <p:spPr>
            <a:xfrm>
              <a:off x="6974251" y="3022512"/>
              <a:ext cx="5755" cy="6486"/>
            </a:xfrm>
            <a:custGeom>
              <a:avLst/>
              <a:pathLst>
                <a:path w="5755" h="6486">
                  <a:moveTo>
                    <a:pt x="5473" y="2584"/>
                  </a:moveTo>
                  <a:lnTo>
                    <a:pt x="5755" y="3449"/>
                  </a:lnTo>
                  <a:lnTo>
                    <a:pt x="4354" y="5084"/>
                  </a:lnTo>
                  <a:lnTo>
                    <a:pt x="1473" y="6486"/>
                  </a:lnTo>
                  <a:lnTo>
                    <a:pt x="0" y="3184"/>
                  </a:lnTo>
                  <a:lnTo>
                    <a:pt x="24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h5775"/>
            <p:cNvSpPr/>
            <p:nvPr/>
          </p:nvSpPr>
          <p:spPr>
            <a:xfrm>
              <a:off x="6975725" y="2852963"/>
              <a:ext cx="26215" cy="28830"/>
            </a:xfrm>
            <a:custGeom>
              <a:avLst/>
              <a:pathLst>
                <a:path w="26215" h="28830">
                  <a:moveTo>
                    <a:pt x="23101" y="9970"/>
                  </a:moveTo>
                  <a:lnTo>
                    <a:pt x="21999" y="10995"/>
                  </a:lnTo>
                  <a:lnTo>
                    <a:pt x="26215" y="18740"/>
                  </a:lnTo>
                  <a:lnTo>
                    <a:pt x="20148" y="25889"/>
                  </a:lnTo>
                  <a:lnTo>
                    <a:pt x="17131" y="26653"/>
                  </a:lnTo>
                  <a:lnTo>
                    <a:pt x="16810" y="27538"/>
                  </a:lnTo>
                  <a:lnTo>
                    <a:pt x="11035" y="28830"/>
                  </a:lnTo>
                  <a:lnTo>
                    <a:pt x="5769" y="25774"/>
                  </a:lnTo>
                  <a:lnTo>
                    <a:pt x="3639" y="20104"/>
                  </a:lnTo>
                  <a:lnTo>
                    <a:pt x="0" y="17562"/>
                  </a:lnTo>
                  <a:lnTo>
                    <a:pt x="739" y="15214"/>
                  </a:lnTo>
                  <a:lnTo>
                    <a:pt x="3165" y="13247"/>
                  </a:lnTo>
                  <a:lnTo>
                    <a:pt x="6788" y="8242"/>
                  </a:lnTo>
                  <a:lnTo>
                    <a:pt x="14136" y="4312"/>
                  </a:lnTo>
                  <a:lnTo>
                    <a:pt x="14870" y="2443"/>
                  </a:lnTo>
                  <a:lnTo>
                    <a:pt x="13765" y="204"/>
                  </a:lnTo>
                  <a:lnTo>
                    <a:pt x="1385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h5776"/>
            <p:cNvSpPr/>
            <p:nvPr/>
          </p:nvSpPr>
          <p:spPr>
            <a:xfrm>
              <a:off x="6944442" y="3013266"/>
              <a:ext cx="9498" cy="18078"/>
            </a:xfrm>
            <a:custGeom>
              <a:avLst/>
              <a:pathLst>
                <a:path w="9498" h="18078">
                  <a:moveTo>
                    <a:pt x="1768" y="0"/>
                  </a:moveTo>
                  <a:lnTo>
                    <a:pt x="3614" y="4041"/>
                  </a:lnTo>
                  <a:lnTo>
                    <a:pt x="6226" y="6312"/>
                  </a:lnTo>
                  <a:lnTo>
                    <a:pt x="9498" y="9946"/>
                  </a:lnTo>
                  <a:lnTo>
                    <a:pt x="7991" y="11889"/>
                  </a:lnTo>
                  <a:lnTo>
                    <a:pt x="5785" y="11319"/>
                  </a:lnTo>
                  <a:lnTo>
                    <a:pt x="4190" y="12503"/>
                  </a:lnTo>
                  <a:lnTo>
                    <a:pt x="4525" y="13900"/>
                  </a:lnTo>
                  <a:lnTo>
                    <a:pt x="8829" y="15591"/>
                  </a:lnTo>
                  <a:lnTo>
                    <a:pt x="8733" y="17342"/>
                  </a:lnTo>
                  <a:lnTo>
                    <a:pt x="4907" y="18078"/>
                  </a:lnTo>
                  <a:lnTo>
                    <a:pt x="4977" y="16586"/>
                  </a:lnTo>
                  <a:lnTo>
                    <a:pt x="3584" y="15518"/>
                  </a:lnTo>
                  <a:lnTo>
                    <a:pt x="1501" y="14249"/>
                  </a:lnTo>
                  <a:lnTo>
                    <a:pt x="0" y="10904"/>
                  </a:lnTo>
                  <a:lnTo>
                    <a:pt x="1248" y="2726"/>
                  </a:lnTo>
                  <a:lnTo>
                    <a:pt x="188" y="94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h5777"/>
            <p:cNvSpPr/>
            <p:nvPr/>
          </p:nvSpPr>
          <p:spPr>
            <a:xfrm>
              <a:off x="6967955" y="2895080"/>
              <a:ext cx="11169" cy="16577"/>
            </a:xfrm>
            <a:custGeom>
              <a:avLst/>
              <a:pathLst>
                <a:path w="11169" h="16577">
                  <a:moveTo>
                    <a:pt x="6760" y="2137"/>
                  </a:moveTo>
                  <a:lnTo>
                    <a:pt x="8974" y="5453"/>
                  </a:lnTo>
                  <a:lnTo>
                    <a:pt x="11030" y="10960"/>
                  </a:lnTo>
                  <a:lnTo>
                    <a:pt x="10487" y="13306"/>
                  </a:lnTo>
                  <a:lnTo>
                    <a:pt x="11169" y="14954"/>
                  </a:lnTo>
                  <a:lnTo>
                    <a:pt x="7088" y="16577"/>
                  </a:lnTo>
                  <a:lnTo>
                    <a:pt x="0" y="13271"/>
                  </a:lnTo>
                  <a:lnTo>
                    <a:pt x="4646" y="3534"/>
                  </a:lnTo>
                  <a:lnTo>
                    <a:pt x="3806" y="270"/>
                  </a:lnTo>
                  <a:lnTo>
                    <a:pt x="3796" y="7"/>
                  </a:lnTo>
                  <a:lnTo>
                    <a:pt x="458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h5778"/>
            <p:cNvSpPr/>
            <p:nvPr/>
          </p:nvSpPr>
          <p:spPr>
            <a:xfrm>
              <a:off x="6955903" y="3051060"/>
              <a:ext cx="10923" cy="8243"/>
            </a:xfrm>
            <a:custGeom>
              <a:avLst/>
              <a:pathLst>
                <a:path w="10923" h="8243">
                  <a:moveTo>
                    <a:pt x="10923" y="825"/>
                  </a:moveTo>
                  <a:lnTo>
                    <a:pt x="7603" y="3626"/>
                  </a:lnTo>
                  <a:lnTo>
                    <a:pt x="3823" y="8243"/>
                  </a:lnTo>
                  <a:lnTo>
                    <a:pt x="0" y="2453"/>
                  </a:lnTo>
                  <a:lnTo>
                    <a:pt x="1080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h5779"/>
            <p:cNvSpPr/>
            <p:nvPr/>
          </p:nvSpPr>
          <p:spPr>
            <a:xfrm>
              <a:off x="6989858" y="2881633"/>
              <a:ext cx="17554" cy="15072"/>
            </a:xfrm>
            <a:custGeom>
              <a:avLst/>
              <a:pathLst>
                <a:path w="17554" h="15072">
                  <a:moveTo>
                    <a:pt x="14573" y="0"/>
                  </a:moveTo>
                  <a:lnTo>
                    <a:pt x="16496" y="815"/>
                  </a:lnTo>
                  <a:lnTo>
                    <a:pt x="17554" y="6596"/>
                  </a:lnTo>
                  <a:lnTo>
                    <a:pt x="16296" y="11316"/>
                  </a:lnTo>
                  <a:lnTo>
                    <a:pt x="13736" y="15058"/>
                  </a:lnTo>
                  <a:lnTo>
                    <a:pt x="11442" y="15072"/>
                  </a:lnTo>
                  <a:lnTo>
                    <a:pt x="10560" y="13747"/>
                  </a:lnTo>
                  <a:lnTo>
                    <a:pt x="9085" y="14528"/>
                  </a:lnTo>
                  <a:lnTo>
                    <a:pt x="8725" y="13533"/>
                  </a:lnTo>
                  <a:lnTo>
                    <a:pt x="9716" y="12837"/>
                  </a:lnTo>
                  <a:lnTo>
                    <a:pt x="8279" y="11292"/>
                  </a:lnTo>
                  <a:lnTo>
                    <a:pt x="6236" y="11006"/>
                  </a:lnTo>
                  <a:lnTo>
                    <a:pt x="4500" y="13391"/>
                  </a:lnTo>
                  <a:lnTo>
                    <a:pt x="2713" y="11568"/>
                  </a:lnTo>
                  <a:lnTo>
                    <a:pt x="11" y="8498"/>
                  </a:lnTo>
                  <a:lnTo>
                    <a:pt x="0" y="7267"/>
                  </a:lnTo>
                  <a:lnTo>
                    <a:pt x="2108" y="7572"/>
                  </a:lnTo>
                  <a:lnTo>
                    <a:pt x="4758" y="4122"/>
                  </a:lnTo>
                  <a:lnTo>
                    <a:pt x="7069" y="2329"/>
                  </a:lnTo>
                  <a:lnTo>
                    <a:pt x="7578" y="2992"/>
                  </a:lnTo>
                  <a:lnTo>
                    <a:pt x="10228" y="351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h5780"/>
            <p:cNvSpPr/>
            <p:nvPr/>
          </p:nvSpPr>
          <p:spPr>
            <a:xfrm>
              <a:off x="6978375" y="2975699"/>
              <a:ext cx="48894" cy="15867"/>
            </a:xfrm>
            <a:custGeom>
              <a:avLst/>
              <a:pathLst>
                <a:path w="48894" h="15867">
                  <a:moveTo>
                    <a:pt x="30916" y="1096"/>
                  </a:moveTo>
                  <a:lnTo>
                    <a:pt x="33842" y="312"/>
                  </a:lnTo>
                  <a:lnTo>
                    <a:pt x="37318" y="2767"/>
                  </a:lnTo>
                  <a:lnTo>
                    <a:pt x="42728" y="5140"/>
                  </a:lnTo>
                  <a:lnTo>
                    <a:pt x="48099" y="6114"/>
                  </a:lnTo>
                  <a:lnTo>
                    <a:pt x="48894" y="6748"/>
                  </a:lnTo>
                  <a:lnTo>
                    <a:pt x="48824" y="7758"/>
                  </a:lnTo>
                  <a:lnTo>
                    <a:pt x="43190" y="8702"/>
                  </a:lnTo>
                  <a:lnTo>
                    <a:pt x="40321" y="10198"/>
                  </a:lnTo>
                  <a:lnTo>
                    <a:pt x="41029" y="14283"/>
                  </a:lnTo>
                  <a:lnTo>
                    <a:pt x="33921" y="14665"/>
                  </a:lnTo>
                  <a:lnTo>
                    <a:pt x="31628" y="15867"/>
                  </a:lnTo>
                  <a:lnTo>
                    <a:pt x="27584" y="15560"/>
                  </a:lnTo>
                  <a:lnTo>
                    <a:pt x="27299" y="14779"/>
                  </a:lnTo>
                  <a:lnTo>
                    <a:pt x="18226" y="13532"/>
                  </a:lnTo>
                  <a:lnTo>
                    <a:pt x="14073" y="11522"/>
                  </a:lnTo>
                  <a:lnTo>
                    <a:pt x="11609" y="8705"/>
                  </a:lnTo>
                  <a:lnTo>
                    <a:pt x="4416" y="6836"/>
                  </a:lnTo>
                  <a:lnTo>
                    <a:pt x="0" y="2796"/>
                  </a:lnTo>
                  <a:lnTo>
                    <a:pt x="1116" y="2009"/>
                  </a:lnTo>
                  <a:lnTo>
                    <a:pt x="5220" y="4275"/>
                  </a:lnTo>
                  <a:lnTo>
                    <a:pt x="7237" y="4661"/>
                  </a:lnTo>
                  <a:lnTo>
                    <a:pt x="7662" y="5336"/>
                  </a:lnTo>
                  <a:lnTo>
                    <a:pt x="11987" y="6304"/>
                  </a:lnTo>
                  <a:lnTo>
                    <a:pt x="22047" y="5449"/>
                  </a:lnTo>
                  <a:lnTo>
                    <a:pt x="23942" y="4710"/>
                  </a:lnTo>
                  <a:lnTo>
                    <a:pt x="26998" y="1836"/>
                  </a:lnTo>
                  <a:lnTo>
                    <a:pt x="3031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h5781"/>
            <p:cNvSpPr/>
            <p:nvPr/>
          </p:nvSpPr>
          <p:spPr>
            <a:xfrm>
              <a:off x="6971305" y="3000651"/>
              <a:ext cx="13775" cy="20265"/>
            </a:xfrm>
            <a:custGeom>
              <a:avLst/>
              <a:pathLst>
                <a:path w="13775" h="20265">
                  <a:moveTo>
                    <a:pt x="8991" y="46"/>
                  </a:moveTo>
                  <a:lnTo>
                    <a:pt x="10785" y="1722"/>
                  </a:lnTo>
                  <a:lnTo>
                    <a:pt x="10226" y="5111"/>
                  </a:lnTo>
                  <a:lnTo>
                    <a:pt x="13775" y="5752"/>
                  </a:lnTo>
                  <a:lnTo>
                    <a:pt x="10697" y="11430"/>
                  </a:lnTo>
                  <a:lnTo>
                    <a:pt x="13156" y="14319"/>
                  </a:lnTo>
                  <a:lnTo>
                    <a:pt x="12761" y="15591"/>
                  </a:lnTo>
                  <a:lnTo>
                    <a:pt x="6058" y="18268"/>
                  </a:lnTo>
                  <a:lnTo>
                    <a:pt x="4836" y="20265"/>
                  </a:lnTo>
                  <a:lnTo>
                    <a:pt x="3324" y="19840"/>
                  </a:lnTo>
                  <a:lnTo>
                    <a:pt x="1808" y="15048"/>
                  </a:lnTo>
                  <a:lnTo>
                    <a:pt x="1531" y="12693"/>
                  </a:lnTo>
                  <a:lnTo>
                    <a:pt x="2468" y="9801"/>
                  </a:lnTo>
                  <a:lnTo>
                    <a:pt x="0" y="5296"/>
                  </a:lnTo>
                  <a:lnTo>
                    <a:pt x="323" y="3637"/>
                  </a:lnTo>
                  <a:lnTo>
                    <a:pt x="485" y="2265"/>
                  </a:lnTo>
                  <a:lnTo>
                    <a:pt x="3258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h5782"/>
            <p:cNvSpPr/>
            <p:nvPr/>
          </p:nvSpPr>
          <p:spPr>
            <a:xfrm>
              <a:off x="6948265" y="2985989"/>
              <a:ext cx="21958" cy="18125"/>
            </a:xfrm>
            <a:custGeom>
              <a:avLst/>
              <a:pathLst>
                <a:path w="21958" h="18125">
                  <a:moveTo>
                    <a:pt x="21958" y="5586"/>
                  </a:moveTo>
                  <a:lnTo>
                    <a:pt x="21395" y="9755"/>
                  </a:lnTo>
                  <a:lnTo>
                    <a:pt x="19006" y="11960"/>
                  </a:lnTo>
                  <a:lnTo>
                    <a:pt x="18507" y="11554"/>
                  </a:lnTo>
                  <a:lnTo>
                    <a:pt x="14640" y="12801"/>
                  </a:lnTo>
                  <a:lnTo>
                    <a:pt x="11930" y="18125"/>
                  </a:lnTo>
                  <a:lnTo>
                    <a:pt x="10562" y="17454"/>
                  </a:lnTo>
                  <a:lnTo>
                    <a:pt x="3746" y="15124"/>
                  </a:lnTo>
                  <a:lnTo>
                    <a:pt x="0" y="10177"/>
                  </a:lnTo>
                  <a:lnTo>
                    <a:pt x="2253" y="8675"/>
                  </a:lnTo>
                  <a:lnTo>
                    <a:pt x="8973" y="8184"/>
                  </a:lnTo>
                  <a:lnTo>
                    <a:pt x="9033" y="7201"/>
                  </a:lnTo>
                  <a:lnTo>
                    <a:pt x="13134" y="4827"/>
                  </a:lnTo>
                  <a:lnTo>
                    <a:pt x="14292" y="2655"/>
                  </a:lnTo>
                  <a:lnTo>
                    <a:pt x="15750" y="292"/>
                  </a:lnTo>
                  <a:lnTo>
                    <a:pt x="1741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h5783"/>
            <p:cNvSpPr/>
            <p:nvPr/>
          </p:nvSpPr>
          <p:spPr>
            <a:xfrm>
              <a:off x="7024563" y="3001531"/>
              <a:ext cx="39197" cy="29511"/>
            </a:xfrm>
            <a:custGeom>
              <a:avLst/>
              <a:pathLst>
                <a:path w="39197" h="29511">
                  <a:moveTo>
                    <a:pt x="24821" y="447"/>
                  </a:moveTo>
                  <a:lnTo>
                    <a:pt x="27132" y="3909"/>
                  </a:lnTo>
                  <a:lnTo>
                    <a:pt x="28013" y="6866"/>
                  </a:lnTo>
                  <a:lnTo>
                    <a:pt x="29817" y="7021"/>
                  </a:lnTo>
                  <a:lnTo>
                    <a:pt x="30681" y="8754"/>
                  </a:lnTo>
                  <a:lnTo>
                    <a:pt x="35536" y="7020"/>
                  </a:lnTo>
                  <a:lnTo>
                    <a:pt x="37830" y="8483"/>
                  </a:lnTo>
                  <a:lnTo>
                    <a:pt x="39197" y="15570"/>
                  </a:lnTo>
                  <a:lnTo>
                    <a:pt x="32508" y="17641"/>
                  </a:lnTo>
                  <a:lnTo>
                    <a:pt x="29633" y="19851"/>
                  </a:lnTo>
                  <a:lnTo>
                    <a:pt x="29932" y="21439"/>
                  </a:lnTo>
                  <a:lnTo>
                    <a:pt x="28694" y="23154"/>
                  </a:lnTo>
                  <a:lnTo>
                    <a:pt x="21831" y="21807"/>
                  </a:lnTo>
                  <a:lnTo>
                    <a:pt x="15257" y="23711"/>
                  </a:lnTo>
                  <a:lnTo>
                    <a:pt x="12548" y="25181"/>
                  </a:lnTo>
                  <a:lnTo>
                    <a:pt x="14488" y="28058"/>
                  </a:lnTo>
                  <a:lnTo>
                    <a:pt x="12893" y="29263"/>
                  </a:lnTo>
                  <a:lnTo>
                    <a:pt x="11236" y="29294"/>
                  </a:lnTo>
                  <a:lnTo>
                    <a:pt x="6620" y="29511"/>
                  </a:lnTo>
                  <a:lnTo>
                    <a:pt x="6622" y="24656"/>
                  </a:lnTo>
                  <a:lnTo>
                    <a:pt x="7617" y="22961"/>
                  </a:lnTo>
                  <a:lnTo>
                    <a:pt x="6554" y="19886"/>
                  </a:lnTo>
                  <a:lnTo>
                    <a:pt x="4790" y="17575"/>
                  </a:lnTo>
                  <a:lnTo>
                    <a:pt x="63" y="14475"/>
                  </a:lnTo>
                  <a:lnTo>
                    <a:pt x="1628" y="13036"/>
                  </a:lnTo>
                  <a:lnTo>
                    <a:pt x="0" y="9372"/>
                  </a:lnTo>
                  <a:lnTo>
                    <a:pt x="6609" y="6423"/>
                  </a:lnTo>
                  <a:lnTo>
                    <a:pt x="6690" y="5279"/>
                  </a:lnTo>
                  <a:lnTo>
                    <a:pt x="8527" y="4045"/>
                  </a:lnTo>
                  <a:lnTo>
                    <a:pt x="10119" y="4995"/>
                  </a:lnTo>
                  <a:lnTo>
                    <a:pt x="14705" y="5424"/>
                  </a:lnTo>
                  <a:lnTo>
                    <a:pt x="22502" y="1566"/>
                  </a:lnTo>
                  <a:lnTo>
                    <a:pt x="2375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h5784"/>
            <p:cNvSpPr/>
            <p:nvPr/>
          </p:nvSpPr>
          <p:spPr>
            <a:xfrm>
              <a:off x="6982295" y="3025117"/>
              <a:ext cx="20386" cy="6656"/>
            </a:xfrm>
            <a:custGeom>
              <a:avLst/>
              <a:pathLst>
                <a:path w="20386" h="6656">
                  <a:moveTo>
                    <a:pt x="4937" y="1584"/>
                  </a:moveTo>
                  <a:lnTo>
                    <a:pt x="7562" y="1565"/>
                  </a:lnTo>
                  <a:lnTo>
                    <a:pt x="14477" y="3371"/>
                  </a:lnTo>
                  <a:lnTo>
                    <a:pt x="20386" y="6066"/>
                  </a:lnTo>
                  <a:lnTo>
                    <a:pt x="19600" y="6656"/>
                  </a:lnTo>
                  <a:lnTo>
                    <a:pt x="12054" y="5616"/>
                  </a:lnTo>
                  <a:lnTo>
                    <a:pt x="0" y="1811"/>
                  </a:lnTo>
                  <a:lnTo>
                    <a:pt x="171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h5785"/>
            <p:cNvSpPr/>
            <p:nvPr/>
          </p:nvSpPr>
          <p:spPr>
            <a:xfrm>
              <a:off x="6934367" y="3012440"/>
              <a:ext cx="11800" cy="18448"/>
            </a:xfrm>
            <a:custGeom>
              <a:avLst/>
              <a:pathLst>
                <a:path w="11800" h="18448">
                  <a:moveTo>
                    <a:pt x="11800" y="832"/>
                  </a:moveTo>
                  <a:lnTo>
                    <a:pt x="10263" y="1769"/>
                  </a:lnTo>
                  <a:lnTo>
                    <a:pt x="11323" y="3552"/>
                  </a:lnTo>
                  <a:lnTo>
                    <a:pt x="10075" y="11730"/>
                  </a:lnTo>
                  <a:lnTo>
                    <a:pt x="11576" y="15075"/>
                  </a:lnTo>
                  <a:lnTo>
                    <a:pt x="6042" y="17355"/>
                  </a:lnTo>
                  <a:lnTo>
                    <a:pt x="224" y="18448"/>
                  </a:lnTo>
                  <a:lnTo>
                    <a:pt x="3068" y="17221"/>
                  </a:lnTo>
                  <a:lnTo>
                    <a:pt x="3913" y="15957"/>
                  </a:lnTo>
                  <a:lnTo>
                    <a:pt x="1573" y="13137"/>
                  </a:lnTo>
                  <a:lnTo>
                    <a:pt x="0" y="12913"/>
                  </a:lnTo>
                  <a:lnTo>
                    <a:pt x="266" y="10271"/>
                  </a:lnTo>
                  <a:lnTo>
                    <a:pt x="2010" y="9035"/>
                  </a:lnTo>
                  <a:lnTo>
                    <a:pt x="2920" y="7153"/>
                  </a:lnTo>
                  <a:lnTo>
                    <a:pt x="3016" y="6336"/>
                  </a:lnTo>
                  <a:lnTo>
                    <a:pt x="5865" y="3439"/>
                  </a:lnTo>
                  <a:lnTo>
                    <a:pt x="8831" y="2954"/>
                  </a:lnTo>
                  <a:lnTo>
                    <a:pt x="9065" y="1085"/>
                  </a:lnTo>
                  <a:lnTo>
                    <a:pt x="849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h5786"/>
            <p:cNvSpPr/>
            <p:nvPr/>
          </p:nvSpPr>
          <p:spPr>
            <a:xfrm>
              <a:off x="7053343" y="2981362"/>
              <a:ext cx="28294" cy="35953"/>
            </a:xfrm>
            <a:custGeom>
              <a:avLst/>
              <a:pathLst>
                <a:path w="28294" h="35953">
                  <a:moveTo>
                    <a:pt x="6649" y="4284"/>
                  </a:moveTo>
                  <a:lnTo>
                    <a:pt x="8480" y="4672"/>
                  </a:lnTo>
                  <a:lnTo>
                    <a:pt x="13004" y="3782"/>
                  </a:lnTo>
                  <a:lnTo>
                    <a:pt x="14804" y="2703"/>
                  </a:lnTo>
                  <a:lnTo>
                    <a:pt x="17136" y="3865"/>
                  </a:lnTo>
                  <a:lnTo>
                    <a:pt x="17457" y="4845"/>
                  </a:lnTo>
                  <a:lnTo>
                    <a:pt x="16699" y="5705"/>
                  </a:lnTo>
                  <a:lnTo>
                    <a:pt x="14127" y="5499"/>
                  </a:lnTo>
                  <a:lnTo>
                    <a:pt x="13711" y="6925"/>
                  </a:lnTo>
                  <a:lnTo>
                    <a:pt x="14040" y="9911"/>
                  </a:lnTo>
                  <a:lnTo>
                    <a:pt x="16940" y="10038"/>
                  </a:lnTo>
                  <a:lnTo>
                    <a:pt x="17766" y="9730"/>
                  </a:lnTo>
                  <a:lnTo>
                    <a:pt x="19098" y="11075"/>
                  </a:lnTo>
                  <a:lnTo>
                    <a:pt x="19483" y="12271"/>
                  </a:lnTo>
                  <a:lnTo>
                    <a:pt x="18928" y="13101"/>
                  </a:lnTo>
                  <a:lnTo>
                    <a:pt x="20623" y="16593"/>
                  </a:lnTo>
                  <a:lnTo>
                    <a:pt x="25582" y="17921"/>
                  </a:lnTo>
                  <a:lnTo>
                    <a:pt x="28294" y="23302"/>
                  </a:lnTo>
                  <a:lnTo>
                    <a:pt x="24650" y="23567"/>
                  </a:lnTo>
                  <a:lnTo>
                    <a:pt x="21066" y="24826"/>
                  </a:lnTo>
                  <a:lnTo>
                    <a:pt x="17358" y="28952"/>
                  </a:lnTo>
                  <a:lnTo>
                    <a:pt x="16180" y="33468"/>
                  </a:lnTo>
                  <a:lnTo>
                    <a:pt x="14696" y="35641"/>
                  </a:lnTo>
                  <a:lnTo>
                    <a:pt x="13513" y="35953"/>
                  </a:lnTo>
                  <a:lnTo>
                    <a:pt x="11785" y="35119"/>
                  </a:lnTo>
                  <a:lnTo>
                    <a:pt x="10417" y="35739"/>
                  </a:lnTo>
                  <a:lnTo>
                    <a:pt x="9050" y="28652"/>
                  </a:lnTo>
                  <a:lnTo>
                    <a:pt x="6756" y="27190"/>
                  </a:lnTo>
                  <a:lnTo>
                    <a:pt x="1901" y="28923"/>
                  </a:lnTo>
                  <a:lnTo>
                    <a:pt x="1037" y="27190"/>
                  </a:lnTo>
                  <a:lnTo>
                    <a:pt x="2842" y="23660"/>
                  </a:lnTo>
                  <a:lnTo>
                    <a:pt x="9227" y="16587"/>
                  </a:lnTo>
                  <a:lnTo>
                    <a:pt x="10608" y="11907"/>
                  </a:lnTo>
                  <a:lnTo>
                    <a:pt x="9473" y="10844"/>
                  </a:lnTo>
                  <a:lnTo>
                    <a:pt x="6569" y="11331"/>
                  </a:lnTo>
                  <a:lnTo>
                    <a:pt x="5671" y="12277"/>
                  </a:lnTo>
                  <a:lnTo>
                    <a:pt x="2008" y="11751"/>
                  </a:lnTo>
                  <a:lnTo>
                    <a:pt x="236" y="9707"/>
                  </a:lnTo>
                  <a:lnTo>
                    <a:pt x="0" y="1474"/>
                  </a:lnTo>
                  <a:lnTo>
                    <a:pt x="2158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h5787"/>
            <p:cNvSpPr/>
            <p:nvPr/>
          </p:nvSpPr>
          <p:spPr>
            <a:xfrm>
              <a:off x="6955903" y="3044277"/>
              <a:ext cx="10804" cy="9236"/>
            </a:xfrm>
            <a:custGeom>
              <a:avLst/>
              <a:pathLst>
                <a:path w="10804" h="9236">
                  <a:moveTo>
                    <a:pt x="6515" y="627"/>
                  </a:moveTo>
                  <a:lnTo>
                    <a:pt x="7285" y="2014"/>
                  </a:lnTo>
                  <a:lnTo>
                    <a:pt x="10804" y="6782"/>
                  </a:lnTo>
                  <a:lnTo>
                    <a:pt x="0" y="9236"/>
                  </a:lnTo>
                  <a:lnTo>
                    <a:pt x="155" y="6556"/>
                  </a:lnTo>
                  <a:lnTo>
                    <a:pt x="1771" y="1648"/>
                  </a:lnTo>
                  <a:lnTo>
                    <a:pt x="8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h5788"/>
            <p:cNvSpPr/>
            <p:nvPr/>
          </p:nvSpPr>
          <p:spPr>
            <a:xfrm>
              <a:off x="6883903" y="2781432"/>
              <a:ext cx="38686" cy="45255"/>
            </a:xfrm>
            <a:custGeom>
              <a:avLst/>
              <a:pathLst>
                <a:path w="38686" h="45255">
                  <a:moveTo>
                    <a:pt x="26396" y="509"/>
                  </a:moveTo>
                  <a:lnTo>
                    <a:pt x="27800" y="2040"/>
                  </a:lnTo>
                  <a:lnTo>
                    <a:pt x="27518" y="4458"/>
                  </a:lnTo>
                  <a:lnTo>
                    <a:pt x="25496" y="3135"/>
                  </a:lnTo>
                  <a:lnTo>
                    <a:pt x="23702" y="4257"/>
                  </a:lnTo>
                  <a:lnTo>
                    <a:pt x="23466" y="5724"/>
                  </a:lnTo>
                  <a:lnTo>
                    <a:pt x="28022" y="12691"/>
                  </a:lnTo>
                  <a:lnTo>
                    <a:pt x="29916" y="14373"/>
                  </a:lnTo>
                  <a:lnTo>
                    <a:pt x="33722" y="14967"/>
                  </a:lnTo>
                  <a:lnTo>
                    <a:pt x="34066" y="16302"/>
                  </a:lnTo>
                  <a:lnTo>
                    <a:pt x="34097" y="18381"/>
                  </a:lnTo>
                  <a:lnTo>
                    <a:pt x="36577" y="20759"/>
                  </a:lnTo>
                  <a:lnTo>
                    <a:pt x="36963" y="19606"/>
                  </a:lnTo>
                  <a:lnTo>
                    <a:pt x="38686" y="21590"/>
                  </a:lnTo>
                  <a:lnTo>
                    <a:pt x="37290" y="24897"/>
                  </a:lnTo>
                  <a:lnTo>
                    <a:pt x="30990" y="31543"/>
                  </a:lnTo>
                  <a:lnTo>
                    <a:pt x="30912" y="32811"/>
                  </a:lnTo>
                  <a:lnTo>
                    <a:pt x="29907" y="36407"/>
                  </a:lnTo>
                  <a:lnTo>
                    <a:pt x="26246" y="39173"/>
                  </a:lnTo>
                  <a:lnTo>
                    <a:pt x="25695" y="42804"/>
                  </a:lnTo>
                  <a:lnTo>
                    <a:pt x="19750" y="45255"/>
                  </a:lnTo>
                  <a:lnTo>
                    <a:pt x="14106" y="37377"/>
                  </a:lnTo>
                  <a:lnTo>
                    <a:pt x="11824" y="36524"/>
                  </a:lnTo>
                  <a:lnTo>
                    <a:pt x="7812" y="36646"/>
                  </a:lnTo>
                  <a:lnTo>
                    <a:pt x="6415" y="38925"/>
                  </a:lnTo>
                  <a:lnTo>
                    <a:pt x="1579" y="35606"/>
                  </a:lnTo>
                  <a:lnTo>
                    <a:pt x="1963" y="32932"/>
                  </a:lnTo>
                  <a:lnTo>
                    <a:pt x="0" y="31160"/>
                  </a:lnTo>
                  <a:lnTo>
                    <a:pt x="976" y="29035"/>
                  </a:lnTo>
                  <a:lnTo>
                    <a:pt x="1218" y="27654"/>
                  </a:lnTo>
                  <a:lnTo>
                    <a:pt x="5361" y="27501"/>
                  </a:lnTo>
                  <a:lnTo>
                    <a:pt x="10734" y="24283"/>
                  </a:lnTo>
                  <a:lnTo>
                    <a:pt x="12177" y="19173"/>
                  </a:lnTo>
                  <a:lnTo>
                    <a:pt x="12266" y="16013"/>
                  </a:lnTo>
                  <a:lnTo>
                    <a:pt x="14406" y="9654"/>
                  </a:lnTo>
                  <a:lnTo>
                    <a:pt x="13423" y="6946"/>
                  </a:lnTo>
                  <a:lnTo>
                    <a:pt x="17022" y="5830"/>
                  </a:lnTo>
                  <a:lnTo>
                    <a:pt x="19800" y="2632"/>
                  </a:lnTo>
                  <a:lnTo>
                    <a:pt x="19883" y="1309"/>
                  </a:lnTo>
                  <a:lnTo>
                    <a:pt x="21508" y="1056"/>
                  </a:lnTo>
                  <a:lnTo>
                    <a:pt x="22236" y="1961"/>
                  </a:lnTo>
                  <a:lnTo>
                    <a:pt x="23777" y="3122"/>
                  </a:lnTo>
                  <a:lnTo>
                    <a:pt x="241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h5789"/>
            <p:cNvSpPr/>
            <p:nvPr/>
          </p:nvSpPr>
          <p:spPr>
            <a:xfrm>
              <a:off x="7112734" y="3031791"/>
              <a:ext cx="29654" cy="42453"/>
            </a:xfrm>
            <a:custGeom>
              <a:avLst/>
              <a:pathLst>
                <a:path w="29654" h="42453">
                  <a:moveTo>
                    <a:pt x="16789" y="0"/>
                  </a:moveTo>
                  <a:lnTo>
                    <a:pt x="18682" y="375"/>
                  </a:lnTo>
                  <a:lnTo>
                    <a:pt x="23851" y="4807"/>
                  </a:lnTo>
                  <a:lnTo>
                    <a:pt x="23959" y="8568"/>
                  </a:lnTo>
                  <a:lnTo>
                    <a:pt x="20571" y="10674"/>
                  </a:lnTo>
                  <a:lnTo>
                    <a:pt x="20796" y="12314"/>
                  </a:lnTo>
                  <a:lnTo>
                    <a:pt x="22998" y="17011"/>
                  </a:lnTo>
                  <a:lnTo>
                    <a:pt x="25232" y="18958"/>
                  </a:lnTo>
                  <a:lnTo>
                    <a:pt x="26621" y="21490"/>
                  </a:lnTo>
                  <a:lnTo>
                    <a:pt x="26603" y="24466"/>
                  </a:lnTo>
                  <a:lnTo>
                    <a:pt x="25956" y="25048"/>
                  </a:lnTo>
                  <a:lnTo>
                    <a:pt x="28615" y="27826"/>
                  </a:lnTo>
                  <a:lnTo>
                    <a:pt x="29654" y="37822"/>
                  </a:lnTo>
                  <a:lnTo>
                    <a:pt x="28527" y="42397"/>
                  </a:lnTo>
                  <a:lnTo>
                    <a:pt x="26659" y="42453"/>
                  </a:lnTo>
                  <a:lnTo>
                    <a:pt x="25212" y="39235"/>
                  </a:lnTo>
                  <a:lnTo>
                    <a:pt x="22370" y="39464"/>
                  </a:lnTo>
                  <a:lnTo>
                    <a:pt x="20512" y="40534"/>
                  </a:lnTo>
                  <a:lnTo>
                    <a:pt x="15991" y="37381"/>
                  </a:lnTo>
                  <a:lnTo>
                    <a:pt x="16497" y="34377"/>
                  </a:lnTo>
                  <a:lnTo>
                    <a:pt x="14893" y="30872"/>
                  </a:lnTo>
                  <a:lnTo>
                    <a:pt x="9641" y="24267"/>
                  </a:lnTo>
                  <a:lnTo>
                    <a:pt x="5677" y="21054"/>
                  </a:lnTo>
                  <a:lnTo>
                    <a:pt x="4702" y="19825"/>
                  </a:lnTo>
                  <a:lnTo>
                    <a:pt x="867" y="19676"/>
                  </a:lnTo>
                  <a:lnTo>
                    <a:pt x="0" y="18600"/>
                  </a:lnTo>
                  <a:lnTo>
                    <a:pt x="783" y="17517"/>
                  </a:lnTo>
                  <a:lnTo>
                    <a:pt x="1706" y="13339"/>
                  </a:lnTo>
                  <a:lnTo>
                    <a:pt x="4108" y="7597"/>
                  </a:lnTo>
                  <a:lnTo>
                    <a:pt x="3849" y="4198"/>
                  </a:lnTo>
                  <a:lnTo>
                    <a:pt x="5056" y="2919"/>
                  </a:lnTo>
                  <a:lnTo>
                    <a:pt x="7231" y="3029"/>
                  </a:lnTo>
                  <a:lnTo>
                    <a:pt x="11685" y="1298"/>
                  </a:lnTo>
                  <a:lnTo>
                    <a:pt x="12695" y="18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h5790"/>
            <p:cNvSpPr/>
            <p:nvPr/>
          </p:nvSpPr>
          <p:spPr>
            <a:xfrm>
              <a:off x="6819973" y="2798946"/>
              <a:ext cx="19819" cy="29713"/>
            </a:xfrm>
            <a:custGeom>
              <a:avLst/>
              <a:pathLst>
                <a:path w="19819" h="29713">
                  <a:moveTo>
                    <a:pt x="17021" y="1077"/>
                  </a:moveTo>
                  <a:lnTo>
                    <a:pt x="16043" y="1654"/>
                  </a:lnTo>
                  <a:lnTo>
                    <a:pt x="15040" y="4719"/>
                  </a:lnTo>
                  <a:lnTo>
                    <a:pt x="18430" y="6189"/>
                  </a:lnTo>
                  <a:lnTo>
                    <a:pt x="18768" y="7176"/>
                  </a:lnTo>
                  <a:lnTo>
                    <a:pt x="17185" y="11224"/>
                  </a:lnTo>
                  <a:lnTo>
                    <a:pt x="18491" y="13960"/>
                  </a:lnTo>
                  <a:lnTo>
                    <a:pt x="19447" y="14414"/>
                  </a:lnTo>
                  <a:lnTo>
                    <a:pt x="19819" y="14973"/>
                  </a:lnTo>
                  <a:lnTo>
                    <a:pt x="18602" y="17201"/>
                  </a:lnTo>
                  <a:lnTo>
                    <a:pt x="12817" y="24883"/>
                  </a:lnTo>
                  <a:lnTo>
                    <a:pt x="10700" y="25474"/>
                  </a:lnTo>
                  <a:lnTo>
                    <a:pt x="8453" y="25128"/>
                  </a:lnTo>
                  <a:lnTo>
                    <a:pt x="2766" y="29713"/>
                  </a:lnTo>
                  <a:lnTo>
                    <a:pt x="1088" y="29226"/>
                  </a:lnTo>
                  <a:lnTo>
                    <a:pt x="24" y="27800"/>
                  </a:lnTo>
                  <a:lnTo>
                    <a:pt x="0" y="26562"/>
                  </a:lnTo>
                  <a:lnTo>
                    <a:pt x="3666" y="24421"/>
                  </a:lnTo>
                  <a:lnTo>
                    <a:pt x="5074" y="21188"/>
                  </a:lnTo>
                  <a:lnTo>
                    <a:pt x="5999" y="15292"/>
                  </a:lnTo>
                  <a:lnTo>
                    <a:pt x="9827" y="8177"/>
                  </a:lnTo>
                  <a:lnTo>
                    <a:pt x="9186" y="6901"/>
                  </a:lnTo>
                  <a:lnTo>
                    <a:pt x="8184" y="6810"/>
                  </a:lnTo>
                  <a:lnTo>
                    <a:pt x="11309" y="2695"/>
                  </a:lnTo>
                  <a:lnTo>
                    <a:pt x="1081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h5791"/>
            <p:cNvSpPr/>
            <p:nvPr/>
          </p:nvSpPr>
          <p:spPr>
            <a:xfrm>
              <a:off x="6962418" y="3037239"/>
              <a:ext cx="8528" cy="9052"/>
            </a:xfrm>
            <a:custGeom>
              <a:avLst/>
              <a:pathLst>
                <a:path w="8528" h="9052">
                  <a:moveTo>
                    <a:pt x="7784" y="0"/>
                  </a:moveTo>
                  <a:lnTo>
                    <a:pt x="8528" y="1991"/>
                  </a:lnTo>
                  <a:lnTo>
                    <a:pt x="6357" y="3885"/>
                  </a:lnTo>
                  <a:lnTo>
                    <a:pt x="7287" y="6262"/>
                  </a:lnTo>
                  <a:lnTo>
                    <a:pt x="770" y="9052"/>
                  </a:lnTo>
                  <a:lnTo>
                    <a:pt x="0" y="7665"/>
                  </a:lnTo>
                  <a:lnTo>
                    <a:pt x="707" y="7623"/>
                  </a:lnTo>
                  <a:lnTo>
                    <a:pt x="3068" y="4726"/>
                  </a:lnTo>
                  <a:lnTo>
                    <a:pt x="3144" y="2288"/>
                  </a:lnTo>
                  <a:lnTo>
                    <a:pt x="1457" y="22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h5792"/>
            <p:cNvSpPr/>
            <p:nvPr/>
          </p:nvSpPr>
          <p:spPr>
            <a:xfrm>
              <a:off x="6987791" y="3015154"/>
              <a:ext cx="12017" cy="13333"/>
            </a:xfrm>
            <a:custGeom>
              <a:avLst/>
              <a:pathLst>
                <a:path w="12017" h="13333">
                  <a:moveTo>
                    <a:pt x="8133" y="816"/>
                  </a:moveTo>
                  <a:lnTo>
                    <a:pt x="12017" y="4036"/>
                  </a:lnTo>
                  <a:lnTo>
                    <a:pt x="9792" y="10427"/>
                  </a:lnTo>
                  <a:lnTo>
                    <a:pt x="8602" y="12127"/>
                  </a:lnTo>
                  <a:lnTo>
                    <a:pt x="8981" y="13333"/>
                  </a:lnTo>
                  <a:lnTo>
                    <a:pt x="2066" y="11528"/>
                  </a:lnTo>
                  <a:lnTo>
                    <a:pt x="714" y="8978"/>
                  </a:lnTo>
                  <a:lnTo>
                    <a:pt x="2575" y="6917"/>
                  </a:lnTo>
                  <a:lnTo>
                    <a:pt x="3883" y="7668"/>
                  </a:lnTo>
                  <a:lnTo>
                    <a:pt x="3611" y="4736"/>
                  </a:lnTo>
                  <a:lnTo>
                    <a:pt x="0" y="2013"/>
                  </a:lnTo>
                  <a:lnTo>
                    <a:pt x="3119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h5793"/>
            <p:cNvSpPr/>
            <p:nvPr/>
          </p:nvSpPr>
          <p:spPr>
            <a:xfrm>
              <a:off x="6985559" y="2892639"/>
              <a:ext cx="14859" cy="14431"/>
            </a:xfrm>
            <a:custGeom>
              <a:avLst/>
              <a:pathLst>
                <a:path w="14859" h="14431">
                  <a:moveTo>
                    <a:pt x="12578" y="286"/>
                  </a:moveTo>
                  <a:lnTo>
                    <a:pt x="14015" y="1831"/>
                  </a:lnTo>
                  <a:lnTo>
                    <a:pt x="13024" y="2527"/>
                  </a:lnTo>
                  <a:lnTo>
                    <a:pt x="13384" y="3522"/>
                  </a:lnTo>
                  <a:lnTo>
                    <a:pt x="14859" y="2741"/>
                  </a:lnTo>
                  <a:lnTo>
                    <a:pt x="10742" y="9653"/>
                  </a:lnTo>
                  <a:lnTo>
                    <a:pt x="10761" y="10920"/>
                  </a:lnTo>
                  <a:lnTo>
                    <a:pt x="9298" y="13994"/>
                  </a:lnTo>
                  <a:lnTo>
                    <a:pt x="7923" y="14431"/>
                  </a:lnTo>
                  <a:lnTo>
                    <a:pt x="1664" y="13860"/>
                  </a:lnTo>
                  <a:lnTo>
                    <a:pt x="62" y="11178"/>
                  </a:lnTo>
                  <a:lnTo>
                    <a:pt x="0" y="9336"/>
                  </a:lnTo>
                  <a:lnTo>
                    <a:pt x="3977" y="2019"/>
                  </a:lnTo>
                  <a:lnTo>
                    <a:pt x="7012" y="562"/>
                  </a:lnTo>
                  <a:lnTo>
                    <a:pt x="8799" y="2385"/>
                  </a:lnTo>
                  <a:lnTo>
                    <a:pt x="1053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h5794"/>
            <p:cNvSpPr/>
            <p:nvPr/>
          </p:nvSpPr>
          <p:spPr>
            <a:xfrm>
              <a:off x="6802730" y="2814238"/>
              <a:ext cx="23242" cy="26025"/>
            </a:xfrm>
            <a:custGeom>
              <a:avLst/>
              <a:pathLst>
                <a:path w="23242" h="26025">
                  <a:moveTo>
                    <a:pt x="23242" y="0"/>
                  </a:moveTo>
                  <a:lnTo>
                    <a:pt x="22317" y="5895"/>
                  </a:lnTo>
                  <a:lnTo>
                    <a:pt x="20908" y="9129"/>
                  </a:lnTo>
                  <a:lnTo>
                    <a:pt x="17242" y="11269"/>
                  </a:lnTo>
                  <a:lnTo>
                    <a:pt x="17267" y="12507"/>
                  </a:lnTo>
                  <a:lnTo>
                    <a:pt x="18331" y="13934"/>
                  </a:lnTo>
                  <a:lnTo>
                    <a:pt x="20008" y="14421"/>
                  </a:lnTo>
                  <a:lnTo>
                    <a:pt x="14313" y="20006"/>
                  </a:lnTo>
                  <a:lnTo>
                    <a:pt x="14189" y="22022"/>
                  </a:lnTo>
                  <a:lnTo>
                    <a:pt x="13472" y="23237"/>
                  </a:lnTo>
                  <a:lnTo>
                    <a:pt x="9505" y="25590"/>
                  </a:lnTo>
                  <a:lnTo>
                    <a:pt x="6537" y="25325"/>
                  </a:lnTo>
                  <a:lnTo>
                    <a:pt x="5061" y="24447"/>
                  </a:lnTo>
                  <a:lnTo>
                    <a:pt x="1207" y="26025"/>
                  </a:lnTo>
                  <a:lnTo>
                    <a:pt x="0" y="25827"/>
                  </a:lnTo>
                  <a:lnTo>
                    <a:pt x="231" y="22299"/>
                  </a:lnTo>
                  <a:lnTo>
                    <a:pt x="3510" y="18342"/>
                  </a:lnTo>
                  <a:lnTo>
                    <a:pt x="4327" y="15908"/>
                  </a:lnTo>
                  <a:lnTo>
                    <a:pt x="1241" y="12305"/>
                  </a:lnTo>
                  <a:lnTo>
                    <a:pt x="1282" y="11053"/>
                  </a:lnTo>
                  <a:lnTo>
                    <a:pt x="1891" y="9586"/>
                  </a:lnTo>
                  <a:lnTo>
                    <a:pt x="4727" y="8818"/>
                  </a:lnTo>
                  <a:lnTo>
                    <a:pt x="11545" y="746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h5795"/>
            <p:cNvSpPr/>
            <p:nvPr/>
          </p:nvSpPr>
          <p:spPr>
            <a:xfrm>
              <a:off x="7133306" y="3040360"/>
              <a:ext cx="13774" cy="17028"/>
            </a:xfrm>
            <a:custGeom>
              <a:avLst/>
              <a:pathLst>
                <a:path w="13774" h="17028">
                  <a:moveTo>
                    <a:pt x="4187" y="1514"/>
                  </a:moveTo>
                  <a:lnTo>
                    <a:pt x="10063" y="905"/>
                  </a:lnTo>
                  <a:lnTo>
                    <a:pt x="12915" y="1663"/>
                  </a:lnTo>
                  <a:lnTo>
                    <a:pt x="13774" y="4922"/>
                  </a:lnTo>
                  <a:lnTo>
                    <a:pt x="13004" y="7667"/>
                  </a:lnTo>
                  <a:lnTo>
                    <a:pt x="11050" y="7856"/>
                  </a:lnTo>
                  <a:lnTo>
                    <a:pt x="10087" y="9594"/>
                  </a:lnTo>
                  <a:lnTo>
                    <a:pt x="9623" y="17028"/>
                  </a:lnTo>
                  <a:lnTo>
                    <a:pt x="6031" y="15897"/>
                  </a:lnTo>
                  <a:lnTo>
                    <a:pt x="6049" y="12922"/>
                  </a:lnTo>
                  <a:lnTo>
                    <a:pt x="4661" y="10389"/>
                  </a:lnTo>
                  <a:lnTo>
                    <a:pt x="2427" y="8443"/>
                  </a:lnTo>
                  <a:lnTo>
                    <a:pt x="224" y="3745"/>
                  </a:lnTo>
                  <a:lnTo>
                    <a:pt x="0" y="2105"/>
                  </a:lnTo>
                  <a:lnTo>
                    <a:pt x="338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h5796"/>
            <p:cNvSpPr/>
            <p:nvPr/>
          </p:nvSpPr>
          <p:spPr>
            <a:xfrm>
              <a:off x="6967272" y="2995745"/>
              <a:ext cx="7291" cy="7171"/>
            </a:xfrm>
            <a:custGeom>
              <a:avLst/>
              <a:pathLst>
                <a:path w="7291" h="7171">
                  <a:moveTo>
                    <a:pt x="3362" y="2956"/>
                  </a:moveTo>
                  <a:lnTo>
                    <a:pt x="5925" y="2129"/>
                  </a:lnTo>
                  <a:lnTo>
                    <a:pt x="7291" y="4905"/>
                  </a:lnTo>
                  <a:lnTo>
                    <a:pt x="4518" y="7171"/>
                  </a:lnTo>
                  <a:lnTo>
                    <a:pt x="2965" y="4601"/>
                  </a:lnTo>
                  <a:lnTo>
                    <a:pt x="419" y="3102"/>
                  </a:lnTo>
                  <a:lnTo>
                    <a:pt x="0" y="2204"/>
                  </a:lnTo>
                  <a:lnTo>
                    <a:pt x="238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h5797"/>
            <p:cNvSpPr/>
            <p:nvPr/>
          </p:nvSpPr>
          <p:spPr>
            <a:xfrm>
              <a:off x="6983135" y="2985190"/>
              <a:ext cx="40533" cy="13196"/>
            </a:xfrm>
            <a:custGeom>
              <a:avLst/>
              <a:pathLst>
                <a:path w="40533" h="13196">
                  <a:moveTo>
                    <a:pt x="5501" y="1021"/>
                  </a:moveTo>
                  <a:lnTo>
                    <a:pt x="14079" y="5717"/>
                  </a:lnTo>
                  <a:lnTo>
                    <a:pt x="18450" y="6611"/>
                  </a:lnTo>
                  <a:lnTo>
                    <a:pt x="21999" y="6749"/>
                  </a:lnTo>
                  <a:lnTo>
                    <a:pt x="22824" y="6070"/>
                  </a:lnTo>
                  <a:lnTo>
                    <a:pt x="26868" y="6377"/>
                  </a:lnTo>
                  <a:lnTo>
                    <a:pt x="29161" y="5174"/>
                  </a:lnTo>
                  <a:lnTo>
                    <a:pt x="36269" y="4793"/>
                  </a:lnTo>
                  <a:lnTo>
                    <a:pt x="37174" y="5509"/>
                  </a:lnTo>
                  <a:lnTo>
                    <a:pt x="36553" y="6051"/>
                  </a:lnTo>
                  <a:lnTo>
                    <a:pt x="35766" y="6605"/>
                  </a:lnTo>
                  <a:lnTo>
                    <a:pt x="34192" y="6405"/>
                  </a:lnTo>
                  <a:lnTo>
                    <a:pt x="40533" y="9476"/>
                  </a:lnTo>
                  <a:lnTo>
                    <a:pt x="39085" y="10095"/>
                  </a:lnTo>
                  <a:lnTo>
                    <a:pt x="37719" y="8701"/>
                  </a:lnTo>
                  <a:lnTo>
                    <a:pt x="35873" y="8537"/>
                  </a:lnTo>
                  <a:lnTo>
                    <a:pt x="27646" y="9469"/>
                  </a:lnTo>
                  <a:lnTo>
                    <a:pt x="20432" y="12928"/>
                  </a:lnTo>
                  <a:lnTo>
                    <a:pt x="13406" y="13196"/>
                  </a:lnTo>
                  <a:lnTo>
                    <a:pt x="9463" y="12593"/>
                  </a:lnTo>
                  <a:lnTo>
                    <a:pt x="4573" y="6640"/>
                  </a:lnTo>
                  <a:lnTo>
                    <a:pt x="1585" y="4383"/>
                  </a:lnTo>
                  <a:lnTo>
                    <a:pt x="0" y="1286"/>
                  </a:lnTo>
                  <a:lnTo>
                    <a:pt x="201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h5798"/>
            <p:cNvSpPr/>
            <p:nvPr/>
          </p:nvSpPr>
          <p:spPr>
            <a:xfrm>
              <a:off x="6803516" y="2792426"/>
              <a:ext cx="27766" cy="14891"/>
            </a:xfrm>
            <a:custGeom>
              <a:avLst/>
              <a:pathLst>
                <a:path w="27766" h="14891">
                  <a:moveTo>
                    <a:pt x="19030" y="358"/>
                  </a:moveTo>
                  <a:lnTo>
                    <a:pt x="20053" y="739"/>
                  </a:lnTo>
                  <a:lnTo>
                    <a:pt x="20667" y="383"/>
                  </a:lnTo>
                  <a:lnTo>
                    <a:pt x="21735" y="1402"/>
                  </a:lnTo>
                  <a:lnTo>
                    <a:pt x="21936" y="3329"/>
                  </a:lnTo>
                  <a:lnTo>
                    <a:pt x="23329" y="4714"/>
                  </a:lnTo>
                  <a:lnTo>
                    <a:pt x="25504" y="6316"/>
                  </a:lnTo>
                  <a:lnTo>
                    <a:pt x="27274" y="6519"/>
                  </a:lnTo>
                  <a:lnTo>
                    <a:pt x="27766" y="9215"/>
                  </a:lnTo>
                  <a:lnTo>
                    <a:pt x="24641" y="13330"/>
                  </a:lnTo>
                  <a:lnTo>
                    <a:pt x="16265" y="14891"/>
                  </a:lnTo>
                  <a:lnTo>
                    <a:pt x="14097" y="13017"/>
                  </a:lnTo>
                  <a:lnTo>
                    <a:pt x="15101" y="12050"/>
                  </a:lnTo>
                  <a:lnTo>
                    <a:pt x="14798" y="11213"/>
                  </a:lnTo>
                  <a:lnTo>
                    <a:pt x="12625" y="11806"/>
                  </a:lnTo>
                  <a:lnTo>
                    <a:pt x="10531" y="13411"/>
                  </a:lnTo>
                  <a:lnTo>
                    <a:pt x="7005" y="13307"/>
                  </a:lnTo>
                  <a:lnTo>
                    <a:pt x="0" y="9937"/>
                  </a:lnTo>
                  <a:lnTo>
                    <a:pt x="316" y="6059"/>
                  </a:lnTo>
                  <a:lnTo>
                    <a:pt x="9339" y="0"/>
                  </a:lnTo>
                  <a:lnTo>
                    <a:pt x="11102" y="161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h5799"/>
            <p:cNvSpPr/>
            <p:nvPr/>
          </p:nvSpPr>
          <p:spPr>
            <a:xfrm>
              <a:off x="7284334" y="3080955"/>
              <a:ext cx="25678" cy="29137"/>
            </a:xfrm>
            <a:custGeom>
              <a:avLst/>
              <a:pathLst>
                <a:path w="25678" h="29137">
                  <a:moveTo>
                    <a:pt x="16382" y="0"/>
                  </a:moveTo>
                  <a:lnTo>
                    <a:pt x="16505" y="1679"/>
                  </a:lnTo>
                  <a:lnTo>
                    <a:pt x="17184" y="5471"/>
                  </a:lnTo>
                  <a:lnTo>
                    <a:pt x="19523" y="4475"/>
                  </a:lnTo>
                  <a:lnTo>
                    <a:pt x="20749" y="5994"/>
                  </a:lnTo>
                  <a:lnTo>
                    <a:pt x="20851" y="11742"/>
                  </a:lnTo>
                  <a:lnTo>
                    <a:pt x="24241" y="23791"/>
                  </a:lnTo>
                  <a:lnTo>
                    <a:pt x="24954" y="23841"/>
                  </a:lnTo>
                  <a:lnTo>
                    <a:pt x="25678" y="26343"/>
                  </a:lnTo>
                  <a:lnTo>
                    <a:pt x="22530" y="28892"/>
                  </a:lnTo>
                  <a:lnTo>
                    <a:pt x="20974" y="29137"/>
                  </a:lnTo>
                  <a:lnTo>
                    <a:pt x="15059" y="27430"/>
                  </a:lnTo>
                  <a:lnTo>
                    <a:pt x="10169" y="27008"/>
                  </a:lnTo>
                  <a:lnTo>
                    <a:pt x="7461" y="25515"/>
                  </a:lnTo>
                  <a:lnTo>
                    <a:pt x="7493" y="21091"/>
                  </a:lnTo>
                  <a:lnTo>
                    <a:pt x="4661" y="19868"/>
                  </a:lnTo>
                  <a:lnTo>
                    <a:pt x="1263" y="20357"/>
                  </a:lnTo>
                  <a:lnTo>
                    <a:pt x="0" y="18920"/>
                  </a:lnTo>
                  <a:lnTo>
                    <a:pt x="2808" y="17837"/>
                  </a:lnTo>
                  <a:lnTo>
                    <a:pt x="4655" y="15693"/>
                  </a:lnTo>
                  <a:lnTo>
                    <a:pt x="6243" y="9761"/>
                  </a:lnTo>
                  <a:lnTo>
                    <a:pt x="4018" y="5102"/>
                  </a:lnTo>
                  <a:lnTo>
                    <a:pt x="4011" y="364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h5800"/>
            <p:cNvSpPr/>
            <p:nvPr/>
          </p:nvSpPr>
          <p:spPr>
            <a:xfrm>
              <a:off x="7052932" y="3066786"/>
              <a:ext cx="32143" cy="29954"/>
            </a:xfrm>
            <a:custGeom>
              <a:avLst/>
              <a:pathLst>
                <a:path w="32143" h="29954">
                  <a:moveTo>
                    <a:pt x="28161" y="1523"/>
                  </a:moveTo>
                  <a:lnTo>
                    <a:pt x="32143" y="3683"/>
                  </a:lnTo>
                  <a:lnTo>
                    <a:pt x="32125" y="5178"/>
                  </a:lnTo>
                  <a:lnTo>
                    <a:pt x="29816" y="5409"/>
                  </a:lnTo>
                  <a:lnTo>
                    <a:pt x="24003" y="11322"/>
                  </a:lnTo>
                  <a:lnTo>
                    <a:pt x="28281" y="19749"/>
                  </a:lnTo>
                  <a:lnTo>
                    <a:pt x="26951" y="24648"/>
                  </a:lnTo>
                  <a:lnTo>
                    <a:pt x="24692" y="27033"/>
                  </a:lnTo>
                  <a:lnTo>
                    <a:pt x="19197" y="28475"/>
                  </a:lnTo>
                  <a:lnTo>
                    <a:pt x="17441" y="27501"/>
                  </a:lnTo>
                  <a:lnTo>
                    <a:pt x="15186" y="27963"/>
                  </a:lnTo>
                  <a:lnTo>
                    <a:pt x="15427" y="28431"/>
                  </a:lnTo>
                  <a:lnTo>
                    <a:pt x="11866" y="29954"/>
                  </a:lnTo>
                  <a:lnTo>
                    <a:pt x="8619" y="28312"/>
                  </a:lnTo>
                  <a:lnTo>
                    <a:pt x="4238" y="24341"/>
                  </a:lnTo>
                  <a:lnTo>
                    <a:pt x="2943" y="15946"/>
                  </a:lnTo>
                  <a:lnTo>
                    <a:pt x="1695" y="14114"/>
                  </a:lnTo>
                  <a:lnTo>
                    <a:pt x="807" y="13974"/>
                  </a:lnTo>
                  <a:lnTo>
                    <a:pt x="0" y="7768"/>
                  </a:lnTo>
                  <a:lnTo>
                    <a:pt x="4129" y="2404"/>
                  </a:lnTo>
                  <a:lnTo>
                    <a:pt x="14006" y="4586"/>
                  </a:lnTo>
                  <a:lnTo>
                    <a:pt x="15418" y="4160"/>
                  </a:lnTo>
                  <a:lnTo>
                    <a:pt x="16702" y="1586"/>
                  </a:lnTo>
                  <a:lnTo>
                    <a:pt x="2008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h5801"/>
            <p:cNvSpPr/>
            <p:nvPr/>
          </p:nvSpPr>
          <p:spPr>
            <a:xfrm>
              <a:off x="7111391" y="3063156"/>
              <a:ext cx="16648" cy="26499"/>
            </a:xfrm>
            <a:custGeom>
              <a:avLst/>
              <a:pathLst>
                <a:path w="16648" h="26499">
                  <a:moveTo>
                    <a:pt x="2853" y="0"/>
                  </a:moveTo>
                  <a:lnTo>
                    <a:pt x="4539" y="1243"/>
                  </a:lnTo>
                  <a:lnTo>
                    <a:pt x="4841" y="2236"/>
                  </a:lnTo>
                  <a:lnTo>
                    <a:pt x="14222" y="6858"/>
                  </a:lnTo>
                  <a:lnTo>
                    <a:pt x="16648" y="9234"/>
                  </a:lnTo>
                  <a:lnTo>
                    <a:pt x="15048" y="9931"/>
                  </a:lnTo>
                  <a:lnTo>
                    <a:pt x="14152" y="14187"/>
                  </a:lnTo>
                  <a:lnTo>
                    <a:pt x="14420" y="15051"/>
                  </a:lnTo>
                  <a:lnTo>
                    <a:pt x="16622" y="15430"/>
                  </a:lnTo>
                  <a:lnTo>
                    <a:pt x="16487" y="18362"/>
                  </a:lnTo>
                  <a:lnTo>
                    <a:pt x="15524" y="20548"/>
                  </a:lnTo>
                  <a:lnTo>
                    <a:pt x="8439" y="26499"/>
                  </a:lnTo>
                  <a:lnTo>
                    <a:pt x="5541" y="24719"/>
                  </a:lnTo>
                  <a:lnTo>
                    <a:pt x="3659" y="20800"/>
                  </a:lnTo>
                  <a:lnTo>
                    <a:pt x="1256" y="20366"/>
                  </a:lnTo>
                  <a:lnTo>
                    <a:pt x="0" y="18602"/>
                  </a:lnTo>
                  <a:lnTo>
                    <a:pt x="2437" y="14825"/>
                  </a:lnTo>
                  <a:lnTo>
                    <a:pt x="826" y="11668"/>
                  </a:lnTo>
                  <a:lnTo>
                    <a:pt x="623" y="4739"/>
                  </a:lnTo>
                  <a:lnTo>
                    <a:pt x="1479" y="4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h5802"/>
            <p:cNvSpPr/>
            <p:nvPr/>
          </p:nvSpPr>
          <p:spPr>
            <a:xfrm>
              <a:off x="6968776" y="3027596"/>
              <a:ext cx="22378" cy="30528"/>
            </a:xfrm>
            <a:custGeom>
              <a:avLst/>
              <a:pathLst>
                <a:path w="22378" h="30528">
                  <a:moveTo>
                    <a:pt x="9829" y="0"/>
                  </a:moveTo>
                  <a:lnTo>
                    <a:pt x="10847" y="66"/>
                  </a:lnTo>
                  <a:lnTo>
                    <a:pt x="10908" y="881"/>
                  </a:lnTo>
                  <a:lnTo>
                    <a:pt x="10554" y="1836"/>
                  </a:lnTo>
                  <a:lnTo>
                    <a:pt x="9851" y="1769"/>
                  </a:lnTo>
                  <a:lnTo>
                    <a:pt x="9882" y="3156"/>
                  </a:lnTo>
                  <a:lnTo>
                    <a:pt x="12375" y="2369"/>
                  </a:lnTo>
                  <a:lnTo>
                    <a:pt x="15898" y="4155"/>
                  </a:lnTo>
                  <a:lnTo>
                    <a:pt x="17840" y="15240"/>
                  </a:lnTo>
                  <a:lnTo>
                    <a:pt x="16734" y="16599"/>
                  </a:lnTo>
                  <a:lnTo>
                    <a:pt x="16933" y="18407"/>
                  </a:lnTo>
                  <a:lnTo>
                    <a:pt x="22378" y="22648"/>
                  </a:lnTo>
                  <a:lnTo>
                    <a:pt x="21777" y="26061"/>
                  </a:lnTo>
                  <a:lnTo>
                    <a:pt x="18945" y="30185"/>
                  </a:lnTo>
                  <a:lnTo>
                    <a:pt x="18135" y="30528"/>
                  </a:lnTo>
                  <a:lnTo>
                    <a:pt x="8974" y="27194"/>
                  </a:lnTo>
                  <a:lnTo>
                    <a:pt x="4160" y="30392"/>
                  </a:lnTo>
                  <a:lnTo>
                    <a:pt x="3842" y="29997"/>
                  </a:lnTo>
                  <a:lnTo>
                    <a:pt x="6536" y="27333"/>
                  </a:lnTo>
                  <a:lnTo>
                    <a:pt x="10531" y="26139"/>
                  </a:lnTo>
                  <a:lnTo>
                    <a:pt x="11231" y="24716"/>
                  </a:lnTo>
                  <a:lnTo>
                    <a:pt x="10571" y="20131"/>
                  </a:lnTo>
                  <a:lnTo>
                    <a:pt x="9005" y="16146"/>
                  </a:lnTo>
                  <a:lnTo>
                    <a:pt x="7931" y="15777"/>
                  </a:lnTo>
                  <a:lnTo>
                    <a:pt x="5876" y="16446"/>
                  </a:lnTo>
                  <a:lnTo>
                    <a:pt x="8307" y="17846"/>
                  </a:lnTo>
                  <a:lnTo>
                    <a:pt x="6295" y="18301"/>
                  </a:lnTo>
                  <a:lnTo>
                    <a:pt x="5531" y="17430"/>
                  </a:lnTo>
                  <a:lnTo>
                    <a:pt x="3725" y="18753"/>
                  </a:lnTo>
                  <a:lnTo>
                    <a:pt x="2126" y="17937"/>
                  </a:lnTo>
                  <a:lnTo>
                    <a:pt x="929" y="15904"/>
                  </a:lnTo>
                  <a:lnTo>
                    <a:pt x="0" y="13528"/>
                  </a:lnTo>
                  <a:lnTo>
                    <a:pt x="2170" y="11634"/>
                  </a:lnTo>
                  <a:lnTo>
                    <a:pt x="1427" y="9642"/>
                  </a:lnTo>
                  <a:lnTo>
                    <a:pt x="3785" y="9478"/>
                  </a:lnTo>
                  <a:lnTo>
                    <a:pt x="8140" y="3514"/>
                  </a:lnTo>
                  <a:lnTo>
                    <a:pt x="6948" y="14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h5803"/>
            <p:cNvSpPr/>
            <p:nvPr/>
          </p:nvSpPr>
          <p:spPr>
            <a:xfrm>
              <a:off x="7035799" y="3004664"/>
              <a:ext cx="51756" cy="41185"/>
            </a:xfrm>
            <a:custGeom>
              <a:avLst/>
              <a:pathLst>
                <a:path w="51756" h="41185">
                  <a:moveTo>
                    <a:pt x="42194" y="265"/>
                  </a:moveTo>
                  <a:lnTo>
                    <a:pt x="45837" y="0"/>
                  </a:lnTo>
                  <a:lnTo>
                    <a:pt x="44799" y="4880"/>
                  </a:lnTo>
                  <a:lnTo>
                    <a:pt x="46044" y="6549"/>
                  </a:lnTo>
                  <a:lnTo>
                    <a:pt x="50160" y="6437"/>
                  </a:lnTo>
                  <a:lnTo>
                    <a:pt x="50824" y="9792"/>
                  </a:lnTo>
                  <a:lnTo>
                    <a:pt x="50546" y="12223"/>
                  </a:lnTo>
                  <a:lnTo>
                    <a:pt x="49068" y="13431"/>
                  </a:lnTo>
                  <a:lnTo>
                    <a:pt x="49466" y="16339"/>
                  </a:lnTo>
                  <a:lnTo>
                    <a:pt x="51756" y="16386"/>
                  </a:lnTo>
                  <a:lnTo>
                    <a:pt x="51703" y="17349"/>
                  </a:lnTo>
                  <a:lnTo>
                    <a:pt x="46070" y="22328"/>
                  </a:lnTo>
                  <a:lnTo>
                    <a:pt x="45167" y="24142"/>
                  </a:lnTo>
                  <a:lnTo>
                    <a:pt x="44221" y="32033"/>
                  </a:lnTo>
                  <a:lnTo>
                    <a:pt x="44989" y="36002"/>
                  </a:lnTo>
                  <a:lnTo>
                    <a:pt x="46601" y="38688"/>
                  </a:lnTo>
                  <a:lnTo>
                    <a:pt x="45961" y="41185"/>
                  </a:lnTo>
                  <a:lnTo>
                    <a:pt x="34757" y="39497"/>
                  </a:lnTo>
                  <a:lnTo>
                    <a:pt x="31633" y="35954"/>
                  </a:lnTo>
                  <a:lnTo>
                    <a:pt x="29607" y="34973"/>
                  </a:lnTo>
                  <a:lnTo>
                    <a:pt x="23772" y="35920"/>
                  </a:lnTo>
                  <a:lnTo>
                    <a:pt x="18027" y="33645"/>
                  </a:lnTo>
                  <a:lnTo>
                    <a:pt x="12373" y="33971"/>
                  </a:lnTo>
                  <a:lnTo>
                    <a:pt x="8524" y="30782"/>
                  </a:lnTo>
                  <a:lnTo>
                    <a:pt x="730" y="32127"/>
                  </a:lnTo>
                  <a:lnTo>
                    <a:pt x="48" y="31162"/>
                  </a:lnTo>
                  <a:lnTo>
                    <a:pt x="0" y="26161"/>
                  </a:lnTo>
                  <a:lnTo>
                    <a:pt x="1656" y="26131"/>
                  </a:lnTo>
                  <a:lnTo>
                    <a:pt x="3252" y="24925"/>
                  </a:lnTo>
                  <a:lnTo>
                    <a:pt x="1312" y="22049"/>
                  </a:lnTo>
                  <a:lnTo>
                    <a:pt x="4021" y="20578"/>
                  </a:lnTo>
                  <a:lnTo>
                    <a:pt x="10594" y="18674"/>
                  </a:lnTo>
                  <a:lnTo>
                    <a:pt x="17457" y="20021"/>
                  </a:lnTo>
                  <a:lnTo>
                    <a:pt x="18695" y="18306"/>
                  </a:lnTo>
                  <a:lnTo>
                    <a:pt x="18396" y="16718"/>
                  </a:lnTo>
                  <a:lnTo>
                    <a:pt x="21271" y="14508"/>
                  </a:lnTo>
                  <a:lnTo>
                    <a:pt x="27960" y="12437"/>
                  </a:lnTo>
                  <a:lnTo>
                    <a:pt x="29328" y="11817"/>
                  </a:lnTo>
                  <a:lnTo>
                    <a:pt x="31056" y="12651"/>
                  </a:lnTo>
                  <a:lnTo>
                    <a:pt x="32240" y="12339"/>
                  </a:lnTo>
                  <a:lnTo>
                    <a:pt x="33723" y="10166"/>
                  </a:lnTo>
                  <a:lnTo>
                    <a:pt x="34902" y="5650"/>
                  </a:lnTo>
                  <a:lnTo>
                    <a:pt x="38610" y="152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h5804"/>
            <p:cNvSpPr/>
            <p:nvPr/>
          </p:nvSpPr>
          <p:spPr>
            <a:xfrm>
              <a:off x="6966782" y="2932840"/>
              <a:ext cx="7540" cy="8560"/>
            </a:xfrm>
            <a:custGeom>
              <a:avLst/>
              <a:pathLst>
                <a:path w="7540" h="8560">
                  <a:moveTo>
                    <a:pt x="6515" y="1268"/>
                  </a:moveTo>
                  <a:lnTo>
                    <a:pt x="6324" y="5304"/>
                  </a:lnTo>
                  <a:lnTo>
                    <a:pt x="7540" y="7560"/>
                  </a:lnTo>
                  <a:lnTo>
                    <a:pt x="5618" y="8560"/>
                  </a:lnTo>
                  <a:lnTo>
                    <a:pt x="2051" y="8192"/>
                  </a:lnTo>
                  <a:lnTo>
                    <a:pt x="0" y="6910"/>
                  </a:lnTo>
                  <a:lnTo>
                    <a:pt x="1818" y="117"/>
                  </a:lnTo>
                  <a:lnTo>
                    <a:pt x="262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h5805"/>
            <p:cNvSpPr/>
            <p:nvPr/>
          </p:nvSpPr>
          <p:spPr>
            <a:xfrm>
              <a:off x="6936335" y="2868824"/>
              <a:ext cx="20517" cy="24029"/>
            </a:xfrm>
            <a:custGeom>
              <a:avLst/>
              <a:pathLst>
                <a:path w="20517" h="24029">
                  <a:moveTo>
                    <a:pt x="16508" y="0"/>
                  </a:moveTo>
                  <a:lnTo>
                    <a:pt x="16929" y="1890"/>
                  </a:lnTo>
                  <a:lnTo>
                    <a:pt x="20517" y="8146"/>
                  </a:lnTo>
                  <a:lnTo>
                    <a:pt x="14684" y="12307"/>
                  </a:lnTo>
                  <a:lnTo>
                    <a:pt x="10816" y="16309"/>
                  </a:lnTo>
                  <a:lnTo>
                    <a:pt x="7000" y="22424"/>
                  </a:lnTo>
                  <a:lnTo>
                    <a:pt x="5314" y="24029"/>
                  </a:lnTo>
                  <a:lnTo>
                    <a:pt x="1559" y="22982"/>
                  </a:lnTo>
                  <a:lnTo>
                    <a:pt x="63" y="21099"/>
                  </a:lnTo>
                  <a:lnTo>
                    <a:pt x="0" y="19848"/>
                  </a:lnTo>
                  <a:lnTo>
                    <a:pt x="836" y="17670"/>
                  </a:lnTo>
                  <a:lnTo>
                    <a:pt x="6732" y="13017"/>
                  </a:lnTo>
                  <a:lnTo>
                    <a:pt x="7066" y="11738"/>
                  </a:lnTo>
                  <a:lnTo>
                    <a:pt x="6205" y="9877"/>
                  </a:lnTo>
                  <a:lnTo>
                    <a:pt x="9299" y="4797"/>
                  </a:lnTo>
                  <a:lnTo>
                    <a:pt x="13772" y="25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h5806"/>
            <p:cNvSpPr/>
            <p:nvPr/>
          </p:nvSpPr>
          <p:spPr>
            <a:xfrm>
              <a:off x="6791183" y="2784473"/>
              <a:ext cx="24844" cy="22266"/>
            </a:xfrm>
            <a:custGeom>
              <a:avLst/>
              <a:pathLst>
                <a:path w="24844" h="22266">
                  <a:moveTo>
                    <a:pt x="21288" y="0"/>
                  </a:moveTo>
                  <a:lnTo>
                    <a:pt x="20512" y="3452"/>
                  </a:lnTo>
                  <a:lnTo>
                    <a:pt x="23402" y="4160"/>
                  </a:lnTo>
                  <a:lnTo>
                    <a:pt x="24844" y="6458"/>
                  </a:lnTo>
                  <a:lnTo>
                    <a:pt x="21671" y="7953"/>
                  </a:lnTo>
                  <a:lnTo>
                    <a:pt x="12648" y="14013"/>
                  </a:lnTo>
                  <a:lnTo>
                    <a:pt x="8180" y="18725"/>
                  </a:lnTo>
                  <a:lnTo>
                    <a:pt x="1705" y="22266"/>
                  </a:lnTo>
                  <a:lnTo>
                    <a:pt x="0" y="20919"/>
                  </a:lnTo>
                  <a:lnTo>
                    <a:pt x="838" y="18545"/>
                  </a:lnTo>
                  <a:lnTo>
                    <a:pt x="3531" y="15532"/>
                  </a:lnTo>
                  <a:lnTo>
                    <a:pt x="3959" y="16215"/>
                  </a:lnTo>
                  <a:lnTo>
                    <a:pt x="9932" y="13793"/>
                  </a:lnTo>
                  <a:lnTo>
                    <a:pt x="8236" y="11385"/>
                  </a:lnTo>
                  <a:lnTo>
                    <a:pt x="8322" y="9806"/>
                  </a:lnTo>
                  <a:lnTo>
                    <a:pt x="10364" y="3907"/>
                  </a:lnTo>
                  <a:lnTo>
                    <a:pt x="12392" y="2038"/>
                  </a:lnTo>
                  <a:lnTo>
                    <a:pt x="15573" y="1046"/>
                  </a:lnTo>
                  <a:lnTo>
                    <a:pt x="19727" y="99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h5807"/>
            <p:cNvSpPr/>
            <p:nvPr/>
          </p:nvSpPr>
          <p:spPr>
            <a:xfrm>
              <a:off x="7120160" y="3071027"/>
              <a:ext cx="37948" cy="58259"/>
            </a:xfrm>
            <a:custGeom>
              <a:avLst/>
              <a:pathLst>
                <a:path w="37948" h="58259">
                  <a:moveTo>
                    <a:pt x="17786" y="0"/>
                  </a:moveTo>
                  <a:lnTo>
                    <a:pt x="19234" y="3217"/>
                  </a:lnTo>
                  <a:lnTo>
                    <a:pt x="19109" y="3750"/>
                  </a:lnTo>
                  <a:lnTo>
                    <a:pt x="22186" y="5408"/>
                  </a:lnTo>
                  <a:lnTo>
                    <a:pt x="24431" y="9927"/>
                  </a:lnTo>
                  <a:lnTo>
                    <a:pt x="22638" y="12218"/>
                  </a:lnTo>
                  <a:lnTo>
                    <a:pt x="22787" y="13308"/>
                  </a:lnTo>
                  <a:lnTo>
                    <a:pt x="24445" y="14326"/>
                  </a:lnTo>
                  <a:lnTo>
                    <a:pt x="29077" y="12899"/>
                  </a:lnTo>
                  <a:lnTo>
                    <a:pt x="31862" y="13590"/>
                  </a:lnTo>
                  <a:lnTo>
                    <a:pt x="30680" y="14044"/>
                  </a:lnTo>
                  <a:lnTo>
                    <a:pt x="30988" y="16544"/>
                  </a:lnTo>
                  <a:lnTo>
                    <a:pt x="37948" y="15515"/>
                  </a:lnTo>
                  <a:lnTo>
                    <a:pt x="37294" y="17093"/>
                  </a:lnTo>
                  <a:lnTo>
                    <a:pt x="35264" y="17335"/>
                  </a:lnTo>
                  <a:lnTo>
                    <a:pt x="34602" y="18996"/>
                  </a:lnTo>
                  <a:lnTo>
                    <a:pt x="35783" y="20831"/>
                  </a:lnTo>
                  <a:lnTo>
                    <a:pt x="37416" y="21341"/>
                  </a:lnTo>
                  <a:lnTo>
                    <a:pt x="30384" y="23461"/>
                  </a:lnTo>
                  <a:lnTo>
                    <a:pt x="26930" y="19976"/>
                  </a:lnTo>
                  <a:lnTo>
                    <a:pt x="23653" y="25227"/>
                  </a:lnTo>
                  <a:lnTo>
                    <a:pt x="22992" y="29124"/>
                  </a:lnTo>
                  <a:lnTo>
                    <a:pt x="32998" y="41171"/>
                  </a:lnTo>
                  <a:lnTo>
                    <a:pt x="33498" y="47571"/>
                  </a:lnTo>
                  <a:lnTo>
                    <a:pt x="30794" y="52269"/>
                  </a:lnTo>
                  <a:lnTo>
                    <a:pt x="23636" y="55355"/>
                  </a:lnTo>
                  <a:lnTo>
                    <a:pt x="22353" y="54500"/>
                  </a:lnTo>
                  <a:lnTo>
                    <a:pt x="19788" y="55181"/>
                  </a:lnTo>
                  <a:lnTo>
                    <a:pt x="19194" y="56387"/>
                  </a:lnTo>
                  <a:lnTo>
                    <a:pt x="19584" y="56943"/>
                  </a:lnTo>
                  <a:lnTo>
                    <a:pt x="18446" y="57341"/>
                  </a:lnTo>
                  <a:lnTo>
                    <a:pt x="8344" y="56784"/>
                  </a:lnTo>
                  <a:lnTo>
                    <a:pt x="3873" y="58259"/>
                  </a:lnTo>
                  <a:lnTo>
                    <a:pt x="3257" y="55014"/>
                  </a:lnTo>
                  <a:lnTo>
                    <a:pt x="0" y="53789"/>
                  </a:lnTo>
                  <a:lnTo>
                    <a:pt x="3775" y="45027"/>
                  </a:lnTo>
                  <a:lnTo>
                    <a:pt x="4695" y="44515"/>
                  </a:lnTo>
                  <a:lnTo>
                    <a:pt x="7465" y="44858"/>
                  </a:lnTo>
                  <a:lnTo>
                    <a:pt x="10937" y="33568"/>
                  </a:lnTo>
                  <a:lnTo>
                    <a:pt x="9010" y="32934"/>
                  </a:lnTo>
                  <a:lnTo>
                    <a:pt x="7237" y="29578"/>
                  </a:lnTo>
                  <a:lnTo>
                    <a:pt x="8038" y="28393"/>
                  </a:lnTo>
                  <a:lnTo>
                    <a:pt x="7926" y="20733"/>
                  </a:lnTo>
                  <a:lnTo>
                    <a:pt x="9360" y="17621"/>
                  </a:lnTo>
                  <a:lnTo>
                    <a:pt x="12092" y="17257"/>
                  </a:lnTo>
                  <a:lnTo>
                    <a:pt x="17497" y="10929"/>
                  </a:lnTo>
                  <a:lnTo>
                    <a:pt x="17049" y="9621"/>
                  </a:lnTo>
                  <a:lnTo>
                    <a:pt x="15182" y="8851"/>
                  </a:lnTo>
                  <a:lnTo>
                    <a:pt x="12929" y="6581"/>
                  </a:lnTo>
                  <a:lnTo>
                    <a:pt x="13081" y="1361"/>
                  </a:lnTo>
                  <a:lnTo>
                    <a:pt x="14944" y="22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h5808"/>
            <p:cNvSpPr/>
            <p:nvPr/>
          </p:nvSpPr>
          <p:spPr>
            <a:xfrm>
              <a:off x="6969661" y="2990034"/>
              <a:ext cx="17632" cy="16369"/>
            </a:xfrm>
            <a:custGeom>
              <a:avLst/>
              <a:pathLst>
                <a:path w="17632" h="16369">
                  <a:moveTo>
                    <a:pt x="12998" y="507"/>
                  </a:moveTo>
                  <a:lnTo>
                    <a:pt x="12234" y="1057"/>
                  </a:lnTo>
                  <a:lnTo>
                    <a:pt x="12450" y="3152"/>
                  </a:lnTo>
                  <a:lnTo>
                    <a:pt x="14458" y="9337"/>
                  </a:lnTo>
                  <a:lnTo>
                    <a:pt x="15307" y="10044"/>
                  </a:lnTo>
                  <a:lnTo>
                    <a:pt x="16931" y="9940"/>
                  </a:lnTo>
                  <a:lnTo>
                    <a:pt x="17632" y="15906"/>
                  </a:lnTo>
                  <a:lnTo>
                    <a:pt x="15420" y="16369"/>
                  </a:lnTo>
                  <a:lnTo>
                    <a:pt x="11870" y="15728"/>
                  </a:lnTo>
                  <a:lnTo>
                    <a:pt x="12430" y="12339"/>
                  </a:lnTo>
                  <a:lnTo>
                    <a:pt x="10635" y="10663"/>
                  </a:lnTo>
                  <a:lnTo>
                    <a:pt x="4902" y="10617"/>
                  </a:lnTo>
                  <a:lnTo>
                    <a:pt x="3536" y="7840"/>
                  </a:lnTo>
                  <a:lnTo>
                    <a:pt x="974" y="8667"/>
                  </a:lnTo>
                  <a:lnTo>
                    <a:pt x="0" y="5711"/>
                  </a:lnTo>
                  <a:lnTo>
                    <a:pt x="563" y="1541"/>
                  </a:lnTo>
                  <a:lnTo>
                    <a:pt x="2487" y="296"/>
                  </a:lnTo>
                  <a:lnTo>
                    <a:pt x="4523" y="1614"/>
                  </a:lnTo>
                  <a:lnTo>
                    <a:pt x="9533" y="1127"/>
                  </a:lnTo>
                  <a:lnTo>
                    <a:pt x="1174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h5809"/>
            <p:cNvSpPr/>
            <p:nvPr/>
          </p:nvSpPr>
          <p:spPr>
            <a:xfrm>
              <a:off x="6946211" y="3011660"/>
              <a:ext cx="12312" cy="7918"/>
            </a:xfrm>
            <a:custGeom>
              <a:avLst/>
              <a:pathLst>
                <a:path w="12312" h="7918">
                  <a:moveTo>
                    <a:pt x="4755" y="0"/>
                  </a:moveTo>
                  <a:lnTo>
                    <a:pt x="9807" y="1914"/>
                  </a:lnTo>
                  <a:lnTo>
                    <a:pt x="12312" y="5927"/>
                  </a:lnTo>
                  <a:lnTo>
                    <a:pt x="7024" y="6792"/>
                  </a:lnTo>
                  <a:lnTo>
                    <a:pt x="4458" y="7918"/>
                  </a:lnTo>
                  <a:lnTo>
                    <a:pt x="1846" y="5647"/>
                  </a:lnTo>
                  <a:lnTo>
                    <a:pt x="0" y="1605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h5810"/>
            <p:cNvSpPr/>
            <p:nvPr/>
          </p:nvSpPr>
          <p:spPr>
            <a:xfrm>
              <a:off x="7264293" y="3099854"/>
              <a:ext cx="15964" cy="19315"/>
            </a:xfrm>
            <a:custGeom>
              <a:avLst/>
              <a:pathLst>
                <a:path w="15964" h="19315">
                  <a:moveTo>
                    <a:pt x="13756" y="0"/>
                  </a:moveTo>
                  <a:lnTo>
                    <a:pt x="15964" y="766"/>
                  </a:lnTo>
                  <a:lnTo>
                    <a:pt x="15938" y="1607"/>
                  </a:lnTo>
                  <a:lnTo>
                    <a:pt x="13763" y="6628"/>
                  </a:lnTo>
                  <a:lnTo>
                    <a:pt x="10195" y="9625"/>
                  </a:lnTo>
                  <a:lnTo>
                    <a:pt x="13157" y="16514"/>
                  </a:lnTo>
                  <a:lnTo>
                    <a:pt x="12987" y="18164"/>
                  </a:lnTo>
                  <a:lnTo>
                    <a:pt x="11543" y="19315"/>
                  </a:lnTo>
                  <a:lnTo>
                    <a:pt x="3367" y="19016"/>
                  </a:lnTo>
                  <a:lnTo>
                    <a:pt x="1656" y="14233"/>
                  </a:lnTo>
                  <a:lnTo>
                    <a:pt x="4040" y="10211"/>
                  </a:lnTo>
                  <a:lnTo>
                    <a:pt x="0" y="5092"/>
                  </a:lnTo>
                  <a:lnTo>
                    <a:pt x="4177" y="2006"/>
                  </a:lnTo>
                  <a:lnTo>
                    <a:pt x="5735" y="4192"/>
                  </a:lnTo>
                  <a:lnTo>
                    <a:pt x="12970" y="51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h5811"/>
            <p:cNvSpPr/>
            <p:nvPr/>
          </p:nvSpPr>
          <p:spPr>
            <a:xfrm>
              <a:off x="6835013" y="2779943"/>
              <a:ext cx="28597" cy="44818"/>
            </a:xfrm>
            <a:custGeom>
              <a:avLst/>
              <a:pathLst>
                <a:path w="28597" h="44818">
                  <a:moveTo>
                    <a:pt x="17023" y="1956"/>
                  </a:moveTo>
                  <a:lnTo>
                    <a:pt x="20389" y="5076"/>
                  </a:lnTo>
                  <a:lnTo>
                    <a:pt x="20297" y="6335"/>
                  </a:lnTo>
                  <a:lnTo>
                    <a:pt x="21232" y="7282"/>
                  </a:lnTo>
                  <a:lnTo>
                    <a:pt x="24809" y="4660"/>
                  </a:lnTo>
                  <a:lnTo>
                    <a:pt x="25402" y="2045"/>
                  </a:lnTo>
                  <a:lnTo>
                    <a:pt x="26797" y="2471"/>
                  </a:lnTo>
                  <a:lnTo>
                    <a:pt x="27838" y="4986"/>
                  </a:lnTo>
                  <a:lnTo>
                    <a:pt x="25059" y="6889"/>
                  </a:lnTo>
                  <a:lnTo>
                    <a:pt x="24285" y="12268"/>
                  </a:lnTo>
                  <a:lnTo>
                    <a:pt x="25960" y="12852"/>
                  </a:lnTo>
                  <a:lnTo>
                    <a:pt x="28024" y="11144"/>
                  </a:lnTo>
                  <a:lnTo>
                    <a:pt x="25207" y="20895"/>
                  </a:lnTo>
                  <a:lnTo>
                    <a:pt x="26378" y="26164"/>
                  </a:lnTo>
                  <a:lnTo>
                    <a:pt x="28597" y="31822"/>
                  </a:lnTo>
                  <a:lnTo>
                    <a:pt x="27266" y="35339"/>
                  </a:lnTo>
                  <a:lnTo>
                    <a:pt x="24482" y="38529"/>
                  </a:lnTo>
                  <a:lnTo>
                    <a:pt x="19262" y="41989"/>
                  </a:lnTo>
                  <a:lnTo>
                    <a:pt x="18868" y="44818"/>
                  </a:lnTo>
                  <a:lnTo>
                    <a:pt x="16209" y="43029"/>
                  </a:lnTo>
                  <a:lnTo>
                    <a:pt x="13733" y="36310"/>
                  </a:lnTo>
                  <a:lnTo>
                    <a:pt x="14927" y="34850"/>
                  </a:lnTo>
                  <a:lnTo>
                    <a:pt x="14475" y="31877"/>
                  </a:lnTo>
                  <a:lnTo>
                    <a:pt x="8829" y="27177"/>
                  </a:lnTo>
                  <a:lnTo>
                    <a:pt x="5613" y="33639"/>
                  </a:lnTo>
                  <a:lnTo>
                    <a:pt x="4406" y="33417"/>
                  </a:lnTo>
                  <a:lnTo>
                    <a:pt x="3451" y="32962"/>
                  </a:lnTo>
                  <a:lnTo>
                    <a:pt x="2145" y="30227"/>
                  </a:lnTo>
                  <a:lnTo>
                    <a:pt x="3728" y="26178"/>
                  </a:lnTo>
                  <a:lnTo>
                    <a:pt x="3389" y="25191"/>
                  </a:lnTo>
                  <a:lnTo>
                    <a:pt x="0" y="23722"/>
                  </a:lnTo>
                  <a:lnTo>
                    <a:pt x="1003" y="20657"/>
                  </a:lnTo>
                  <a:lnTo>
                    <a:pt x="1981" y="20079"/>
                  </a:lnTo>
                  <a:lnTo>
                    <a:pt x="4585" y="19869"/>
                  </a:lnTo>
                  <a:lnTo>
                    <a:pt x="6616" y="14833"/>
                  </a:lnTo>
                  <a:lnTo>
                    <a:pt x="2473" y="8068"/>
                  </a:lnTo>
                  <a:lnTo>
                    <a:pt x="3782" y="4035"/>
                  </a:lnTo>
                  <a:lnTo>
                    <a:pt x="4843" y="2846"/>
                  </a:lnTo>
                  <a:lnTo>
                    <a:pt x="7340" y="3832"/>
                  </a:lnTo>
                  <a:lnTo>
                    <a:pt x="1128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h5812"/>
            <p:cNvSpPr/>
            <p:nvPr/>
          </p:nvSpPr>
          <p:spPr>
            <a:xfrm>
              <a:off x="7084826" y="3041028"/>
              <a:ext cx="28044" cy="30718"/>
            </a:xfrm>
            <a:custGeom>
              <a:avLst/>
              <a:pathLst>
                <a:path w="28044" h="30718">
                  <a:moveTo>
                    <a:pt x="13576" y="3171"/>
                  </a:moveTo>
                  <a:lnTo>
                    <a:pt x="21056" y="10671"/>
                  </a:lnTo>
                  <a:lnTo>
                    <a:pt x="20417" y="14761"/>
                  </a:lnTo>
                  <a:lnTo>
                    <a:pt x="21248" y="17081"/>
                  </a:lnTo>
                  <a:lnTo>
                    <a:pt x="24452" y="18850"/>
                  </a:lnTo>
                  <a:lnTo>
                    <a:pt x="26881" y="18894"/>
                  </a:lnTo>
                  <a:lnTo>
                    <a:pt x="28044" y="22169"/>
                  </a:lnTo>
                  <a:lnTo>
                    <a:pt x="27188" y="26867"/>
                  </a:lnTo>
                  <a:lnTo>
                    <a:pt x="26116" y="28855"/>
                  </a:lnTo>
                  <a:lnTo>
                    <a:pt x="18561" y="30718"/>
                  </a:lnTo>
                  <a:lnTo>
                    <a:pt x="15387" y="30518"/>
                  </a:lnTo>
                  <a:lnTo>
                    <a:pt x="13523" y="30154"/>
                  </a:lnTo>
                  <a:lnTo>
                    <a:pt x="14631" y="26553"/>
                  </a:lnTo>
                  <a:lnTo>
                    <a:pt x="12515" y="24179"/>
                  </a:lnTo>
                  <a:lnTo>
                    <a:pt x="9490" y="23821"/>
                  </a:lnTo>
                  <a:lnTo>
                    <a:pt x="9248" y="24392"/>
                  </a:lnTo>
                  <a:lnTo>
                    <a:pt x="3557" y="24653"/>
                  </a:lnTo>
                  <a:lnTo>
                    <a:pt x="1643" y="23645"/>
                  </a:lnTo>
                  <a:lnTo>
                    <a:pt x="1810" y="21023"/>
                  </a:lnTo>
                  <a:lnTo>
                    <a:pt x="1100" y="18574"/>
                  </a:lnTo>
                  <a:lnTo>
                    <a:pt x="0" y="17660"/>
                  </a:lnTo>
                  <a:lnTo>
                    <a:pt x="4045" y="13796"/>
                  </a:lnTo>
                  <a:lnTo>
                    <a:pt x="12744" y="6342"/>
                  </a:lnTo>
                  <a:lnTo>
                    <a:pt x="12244" y="4383"/>
                  </a:lnTo>
                  <a:lnTo>
                    <a:pt x="13027" y="919"/>
                  </a:lnTo>
                  <a:lnTo>
                    <a:pt x="1462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h5813"/>
            <p:cNvSpPr/>
            <p:nvPr/>
          </p:nvSpPr>
          <p:spPr>
            <a:xfrm>
              <a:off x="6961362" y="3008524"/>
              <a:ext cx="13131" cy="22371"/>
            </a:xfrm>
            <a:custGeom>
              <a:avLst/>
              <a:pathLst>
                <a:path w="13131" h="22371">
                  <a:moveTo>
                    <a:pt x="4339" y="0"/>
                  </a:moveTo>
                  <a:lnTo>
                    <a:pt x="6988" y="1481"/>
                  </a:lnTo>
                  <a:lnTo>
                    <a:pt x="10224" y="9604"/>
                  </a:lnTo>
                  <a:lnTo>
                    <a:pt x="13131" y="13988"/>
                  </a:lnTo>
                  <a:lnTo>
                    <a:pt x="12889" y="17173"/>
                  </a:lnTo>
                  <a:lnTo>
                    <a:pt x="11455" y="17786"/>
                  </a:lnTo>
                  <a:lnTo>
                    <a:pt x="11916" y="19604"/>
                  </a:lnTo>
                  <a:lnTo>
                    <a:pt x="8767" y="22371"/>
                  </a:lnTo>
                  <a:lnTo>
                    <a:pt x="7667" y="21669"/>
                  </a:lnTo>
                  <a:lnTo>
                    <a:pt x="5385" y="18511"/>
                  </a:lnTo>
                  <a:lnTo>
                    <a:pt x="4741" y="17484"/>
                  </a:lnTo>
                  <a:lnTo>
                    <a:pt x="0" y="13554"/>
                  </a:lnTo>
                  <a:lnTo>
                    <a:pt x="1852" y="11368"/>
                  </a:lnTo>
                  <a:lnTo>
                    <a:pt x="1954" y="10191"/>
                  </a:lnTo>
                  <a:lnTo>
                    <a:pt x="112" y="7868"/>
                  </a:lnTo>
                  <a:lnTo>
                    <a:pt x="2641" y="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h5814"/>
            <p:cNvSpPr/>
            <p:nvPr/>
          </p:nvSpPr>
          <p:spPr>
            <a:xfrm>
              <a:off x="6925016" y="2891806"/>
              <a:ext cx="16633" cy="38623"/>
            </a:xfrm>
            <a:custGeom>
              <a:avLst/>
              <a:pathLst>
                <a:path w="16633" h="38623">
                  <a:moveTo>
                    <a:pt x="16633" y="1047"/>
                  </a:moveTo>
                  <a:lnTo>
                    <a:pt x="13491" y="5722"/>
                  </a:lnTo>
                  <a:lnTo>
                    <a:pt x="14009" y="9843"/>
                  </a:lnTo>
                  <a:lnTo>
                    <a:pt x="15302" y="13162"/>
                  </a:lnTo>
                  <a:lnTo>
                    <a:pt x="12930" y="17072"/>
                  </a:lnTo>
                  <a:lnTo>
                    <a:pt x="10812" y="21414"/>
                  </a:lnTo>
                  <a:lnTo>
                    <a:pt x="10626" y="23149"/>
                  </a:lnTo>
                  <a:lnTo>
                    <a:pt x="11014" y="29411"/>
                  </a:lnTo>
                  <a:lnTo>
                    <a:pt x="12679" y="35086"/>
                  </a:lnTo>
                  <a:lnTo>
                    <a:pt x="10815" y="37697"/>
                  </a:lnTo>
                  <a:lnTo>
                    <a:pt x="8086" y="38623"/>
                  </a:lnTo>
                  <a:lnTo>
                    <a:pt x="8523" y="36931"/>
                  </a:lnTo>
                  <a:lnTo>
                    <a:pt x="7854" y="35826"/>
                  </a:lnTo>
                  <a:lnTo>
                    <a:pt x="3691" y="38410"/>
                  </a:lnTo>
                  <a:lnTo>
                    <a:pt x="0" y="35979"/>
                  </a:lnTo>
                  <a:lnTo>
                    <a:pt x="3614" y="32360"/>
                  </a:lnTo>
                  <a:lnTo>
                    <a:pt x="8481" y="31275"/>
                  </a:lnTo>
                  <a:lnTo>
                    <a:pt x="8035" y="29695"/>
                  </a:lnTo>
                  <a:lnTo>
                    <a:pt x="5011" y="25952"/>
                  </a:lnTo>
                  <a:lnTo>
                    <a:pt x="6249" y="22212"/>
                  </a:lnTo>
                  <a:lnTo>
                    <a:pt x="6525" y="15169"/>
                  </a:lnTo>
                  <a:lnTo>
                    <a:pt x="7910" y="6807"/>
                  </a:lnTo>
                  <a:lnTo>
                    <a:pt x="10125" y="2486"/>
                  </a:lnTo>
                  <a:lnTo>
                    <a:pt x="1287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h5815"/>
            <p:cNvSpPr/>
            <p:nvPr/>
          </p:nvSpPr>
          <p:spPr>
            <a:xfrm>
              <a:off x="6989434" y="2953771"/>
              <a:ext cx="14117" cy="15027"/>
            </a:xfrm>
            <a:custGeom>
              <a:avLst/>
              <a:pathLst>
                <a:path w="14117" h="15027">
                  <a:moveTo>
                    <a:pt x="6846" y="0"/>
                  </a:moveTo>
                  <a:lnTo>
                    <a:pt x="9270" y="2651"/>
                  </a:lnTo>
                  <a:lnTo>
                    <a:pt x="10619" y="7991"/>
                  </a:lnTo>
                  <a:lnTo>
                    <a:pt x="11847" y="9341"/>
                  </a:lnTo>
                  <a:lnTo>
                    <a:pt x="13401" y="9725"/>
                  </a:lnTo>
                  <a:lnTo>
                    <a:pt x="14117" y="14458"/>
                  </a:lnTo>
                  <a:lnTo>
                    <a:pt x="11187" y="15027"/>
                  </a:lnTo>
                  <a:lnTo>
                    <a:pt x="8659" y="9687"/>
                  </a:lnTo>
                  <a:lnTo>
                    <a:pt x="6956" y="9963"/>
                  </a:lnTo>
                  <a:lnTo>
                    <a:pt x="2686" y="7363"/>
                  </a:lnTo>
                  <a:lnTo>
                    <a:pt x="1719" y="4508"/>
                  </a:lnTo>
                  <a:lnTo>
                    <a:pt x="2145" y="4713"/>
                  </a:lnTo>
                  <a:lnTo>
                    <a:pt x="2533" y="3780"/>
                  </a:lnTo>
                  <a:lnTo>
                    <a:pt x="0" y="1587"/>
                  </a:lnTo>
                  <a:lnTo>
                    <a:pt x="203" y="246"/>
                  </a:lnTo>
                  <a:lnTo>
                    <a:pt x="4499" y="2852"/>
                  </a:lnTo>
                  <a:lnTo>
                    <a:pt x="4146" y="40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h5816"/>
            <p:cNvSpPr/>
            <p:nvPr/>
          </p:nvSpPr>
          <p:spPr>
            <a:xfrm>
              <a:off x="7226814" y="3107004"/>
              <a:ext cx="19824" cy="38559"/>
            </a:xfrm>
            <a:custGeom>
              <a:avLst/>
              <a:pathLst>
                <a:path w="19824" h="38559">
                  <a:moveTo>
                    <a:pt x="9591" y="759"/>
                  </a:moveTo>
                  <a:lnTo>
                    <a:pt x="11144" y="1927"/>
                  </a:lnTo>
                  <a:lnTo>
                    <a:pt x="11088" y="2186"/>
                  </a:lnTo>
                  <a:lnTo>
                    <a:pt x="11088" y="2443"/>
                  </a:lnTo>
                  <a:lnTo>
                    <a:pt x="11334" y="4812"/>
                  </a:lnTo>
                  <a:lnTo>
                    <a:pt x="13229" y="7111"/>
                  </a:lnTo>
                  <a:lnTo>
                    <a:pt x="13828" y="7870"/>
                  </a:lnTo>
                  <a:lnTo>
                    <a:pt x="11955" y="12450"/>
                  </a:lnTo>
                  <a:lnTo>
                    <a:pt x="12150" y="16170"/>
                  </a:lnTo>
                  <a:lnTo>
                    <a:pt x="14451" y="17699"/>
                  </a:lnTo>
                  <a:lnTo>
                    <a:pt x="17179" y="17945"/>
                  </a:lnTo>
                  <a:lnTo>
                    <a:pt x="18813" y="20964"/>
                  </a:lnTo>
                  <a:lnTo>
                    <a:pt x="19824" y="23782"/>
                  </a:lnTo>
                  <a:lnTo>
                    <a:pt x="14405" y="30909"/>
                  </a:lnTo>
                  <a:lnTo>
                    <a:pt x="14590" y="38281"/>
                  </a:lnTo>
                  <a:lnTo>
                    <a:pt x="13214" y="38559"/>
                  </a:lnTo>
                  <a:lnTo>
                    <a:pt x="13812" y="36806"/>
                  </a:lnTo>
                  <a:lnTo>
                    <a:pt x="11980" y="35153"/>
                  </a:lnTo>
                  <a:lnTo>
                    <a:pt x="11232" y="35625"/>
                  </a:lnTo>
                  <a:lnTo>
                    <a:pt x="11600" y="36674"/>
                  </a:lnTo>
                  <a:lnTo>
                    <a:pt x="10133" y="36347"/>
                  </a:lnTo>
                  <a:lnTo>
                    <a:pt x="2613" y="29306"/>
                  </a:lnTo>
                  <a:lnTo>
                    <a:pt x="3093" y="24794"/>
                  </a:lnTo>
                  <a:lnTo>
                    <a:pt x="5699" y="22674"/>
                  </a:lnTo>
                  <a:lnTo>
                    <a:pt x="7057" y="22557"/>
                  </a:lnTo>
                  <a:lnTo>
                    <a:pt x="9615" y="19225"/>
                  </a:lnTo>
                  <a:lnTo>
                    <a:pt x="9079" y="17506"/>
                  </a:lnTo>
                  <a:lnTo>
                    <a:pt x="3421" y="16834"/>
                  </a:lnTo>
                  <a:lnTo>
                    <a:pt x="804" y="10169"/>
                  </a:lnTo>
                  <a:lnTo>
                    <a:pt x="0" y="5652"/>
                  </a:lnTo>
                  <a:lnTo>
                    <a:pt x="3187" y="3257"/>
                  </a:lnTo>
                  <a:lnTo>
                    <a:pt x="220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h5817"/>
            <p:cNvSpPr/>
            <p:nvPr/>
          </p:nvSpPr>
          <p:spPr>
            <a:xfrm>
              <a:off x="7049301" y="2991070"/>
              <a:ext cx="14650" cy="17482"/>
            </a:xfrm>
            <a:custGeom>
              <a:avLst/>
              <a:pathLst>
                <a:path w="14650" h="17482">
                  <a:moveTo>
                    <a:pt x="4278" y="0"/>
                  </a:moveTo>
                  <a:lnTo>
                    <a:pt x="6050" y="2043"/>
                  </a:lnTo>
                  <a:lnTo>
                    <a:pt x="9713" y="2570"/>
                  </a:lnTo>
                  <a:lnTo>
                    <a:pt x="10611" y="1624"/>
                  </a:lnTo>
                  <a:lnTo>
                    <a:pt x="13514" y="1136"/>
                  </a:lnTo>
                  <a:lnTo>
                    <a:pt x="14650" y="2199"/>
                  </a:lnTo>
                  <a:lnTo>
                    <a:pt x="13269" y="6879"/>
                  </a:lnTo>
                  <a:lnTo>
                    <a:pt x="6884" y="13952"/>
                  </a:lnTo>
                  <a:lnTo>
                    <a:pt x="5079" y="17482"/>
                  </a:lnTo>
                  <a:lnTo>
                    <a:pt x="3275" y="17327"/>
                  </a:lnTo>
                  <a:lnTo>
                    <a:pt x="2394" y="14370"/>
                  </a:lnTo>
                  <a:lnTo>
                    <a:pt x="83" y="10908"/>
                  </a:lnTo>
                  <a:lnTo>
                    <a:pt x="0" y="4381"/>
                  </a:lnTo>
                  <a:lnTo>
                    <a:pt x="2210" y="48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h5818"/>
            <p:cNvSpPr/>
            <p:nvPr/>
          </p:nvSpPr>
          <p:spPr>
            <a:xfrm>
              <a:off x="7182168" y="3159400"/>
              <a:ext cx="64830" cy="47854"/>
            </a:xfrm>
            <a:custGeom>
              <a:avLst/>
              <a:pathLst>
                <a:path w="64830" h="47854">
                  <a:moveTo>
                    <a:pt x="44687" y="41"/>
                  </a:moveTo>
                  <a:lnTo>
                    <a:pt x="45471" y="634"/>
                  </a:lnTo>
                  <a:lnTo>
                    <a:pt x="50489" y="269"/>
                  </a:lnTo>
                  <a:lnTo>
                    <a:pt x="51589" y="1976"/>
                  </a:lnTo>
                  <a:lnTo>
                    <a:pt x="55271" y="3986"/>
                  </a:lnTo>
                  <a:lnTo>
                    <a:pt x="56564" y="5453"/>
                  </a:lnTo>
                  <a:lnTo>
                    <a:pt x="55018" y="9786"/>
                  </a:lnTo>
                  <a:lnTo>
                    <a:pt x="52048" y="12209"/>
                  </a:lnTo>
                  <a:lnTo>
                    <a:pt x="47278" y="13052"/>
                  </a:lnTo>
                  <a:lnTo>
                    <a:pt x="45186" y="12269"/>
                  </a:lnTo>
                  <a:lnTo>
                    <a:pt x="43588" y="10418"/>
                  </a:lnTo>
                  <a:lnTo>
                    <a:pt x="42492" y="10464"/>
                  </a:lnTo>
                  <a:lnTo>
                    <a:pt x="40811" y="12179"/>
                  </a:lnTo>
                  <a:lnTo>
                    <a:pt x="40740" y="15083"/>
                  </a:lnTo>
                  <a:lnTo>
                    <a:pt x="45818" y="18975"/>
                  </a:lnTo>
                  <a:lnTo>
                    <a:pt x="48754" y="16314"/>
                  </a:lnTo>
                  <a:lnTo>
                    <a:pt x="53231" y="15958"/>
                  </a:lnTo>
                  <a:lnTo>
                    <a:pt x="55156" y="18719"/>
                  </a:lnTo>
                  <a:lnTo>
                    <a:pt x="54759" y="24860"/>
                  </a:lnTo>
                  <a:lnTo>
                    <a:pt x="56105" y="25865"/>
                  </a:lnTo>
                  <a:lnTo>
                    <a:pt x="59914" y="23666"/>
                  </a:lnTo>
                  <a:lnTo>
                    <a:pt x="64212" y="24028"/>
                  </a:lnTo>
                  <a:lnTo>
                    <a:pt x="64830" y="26724"/>
                  </a:lnTo>
                  <a:lnTo>
                    <a:pt x="63885" y="25840"/>
                  </a:lnTo>
                  <a:lnTo>
                    <a:pt x="62319" y="25817"/>
                  </a:lnTo>
                  <a:lnTo>
                    <a:pt x="64257" y="29789"/>
                  </a:lnTo>
                  <a:lnTo>
                    <a:pt x="59388" y="29503"/>
                  </a:lnTo>
                  <a:lnTo>
                    <a:pt x="59258" y="34448"/>
                  </a:lnTo>
                  <a:lnTo>
                    <a:pt x="56119" y="34867"/>
                  </a:lnTo>
                  <a:lnTo>
                    <a:pt x="53181" y="36507"/>
                  </a:lnTo>
                  <a:lnTo>
                    <a:pt x="53361" y="44974"/>
                  </a:lnTo>
                  <a:lnTo>
                    <a:pt x="54899" y="47854"/>
                  </a:lnTo>
                  <a:lnTo>
                    <a:pt x="45695" y="47827"/>
                  </a:lnTo>
                  <a:lnTo>
                    <a:pt x="34281" y="47793"/>
                  </a:lnTo>
                  <a:lnTo>
                    <a:pt x="34196" y="46560"/>
                  </a:lnTo>
                  <a:lnTo>
                    <a:pt x="35494" y="45350"/>
                  </a:lnTo>
                  <a:lnTo>
                    <a:pt x="36781" y="40732"/>
                  </a:lnTo>
                  <a:lnTo>
                    <a:pt x="35617" y="37478"/>
                  </a:lnTo>
                  <a:lnTo>
                    <a:pt x="37530" y="34916"/>
                  </a:lnTo>
                  <a:lnTo>
                    <a:pt x="37261" y="33616"/>
                  </a:lnTo>
                  <a:lnTo>
                    <a:pt x="27927" y="31694"/>
                  </a:lnTo>
                  <a:lnTo>
                    <a:pt x="15608" y="27275"/>
                  </a:lnTo>
                  <a:lnTo>
                    <a:pt x="10047" y="20480"/>
                  </a:lnTo>
                  <a:lnTo>
                    <a:pt x="0" y="8201"/>
                  </a:lnTo>
                  <a:lnTo>
                    <a:pt x="738" y="7297"/>
                  </a:lnTo>
                  <a:lnTo>
                    <a:pt x="5901" y="5045"/>
                  </a:lnTo>
                  <a:lnTo>
                    <a:pt x="16314" y="3470"/>
                  </a:lnTo>
                  <a:lnTo>
                    <a:pt x="18353" y="3756"/>
                  </a:lnTo>
                  <a:lnTo>
                    <a:pt x="4121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h5819"/>
            <p:cNvSpPr/>
            <p:nvPr/>
          </p:nvSpPr>
          <p:spPr>
            <a:xfrm>
              <a:off x="6951446" y="2940151"/>
              <a:ext cx="29358" cy="16732"/>
            </a:xfrm>
            <a:custGeom>
              <a:avLst/>
              <a:pathLst>
                <a:path w="29358" h="16732">
                  <a:moveTo>
                    <a:pt x="4989" y="0"/>
                  </a:moveTo>
                  <a:lnTo>
                    <a:pt x="7452" y="639"/>
                  </a:lnTo>
                  <a:lnTo>
                    <a:pt x="10575" y="2737"/>
                  </a:lnTo>
                  <a:lnTo>
                    <a:pt x="17428" y="8124"/>
                  </a:lnTo>
                  <a:lnTo>
                    <a:pt x="22998" y="11174"/>
                  </a:lnTo>
                  <a:lnTo>
                    <a:pt x="27946" y="16219"/>
                  </a:lnTo>
                  <a:lnTo>
                    <a:pt x="29358" y="16531"/>
                  </a:lnTo>
                  <a:lnTo>
                    <a:pt x="28129" y="16732"/>
                  </a:lnTo>
                  <a:lnTo>
                    <a:pt x="25464" y="15091"/>
                  </a:lnTo>
                  <a:lnTo>
                    <a:pt x="18896" y="13659"/>
                  </a:lnTo>
                  <a:lnTo>
                    <a:pt x="14021" y="15167"/>
                  </a:lnTo>
                  <a:lnTo>
                    <a:pt x="10985" y="14879"/>
                  </a:lnTo>
                  <a:lnTo>
                    <a:pt x="6736" y="11687"/>
                  </a:lnTo>
                  <a:lnTo>
                    <a:pt x="2199" y="11903"/>
                  </a:lnTo>
                  <a:lnTo>
                    <a:pt x="549" y="8925"/>
                  </a:lnTo>
                  <a:lnTo>
                    <a:pt x="918" y="7533"/>
                  </a:lnTo>
                  <a:lnTo>
                    <a:pt x="0" y="5449"/>
                  </a:lnTo>
                  <a:lnTo>
                    <a:pt x="164" y="415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h5820"/>
            <p:cNvSpPr/>
            <p:nvPr/>
          </p:nvSpPr>
          <p:spPr>
            <a:xfrm>
              <a:off x="6978606" y="3025961"/>
              <a:ext cx="3689" cy="4791"/>
            </a:xfrm>
            <a:custGeom>
              <a:avLst/>
              <a:pathLst>
                <a:path w="3689" h="4791">
                  <a:moveTo>
                    <a:pt x="3689" y="967"/>
                  </a:moveTo>
                  <a:lnTo>
                    <a:pt x="2545" y="4004"/>
                  </a:lnTo>
                  <a:lnTo>
                    <a:pt x="52" y="4791"/>
                  </a:lnTo>
                  <a:lnTo>
                    <a:pt x="21" y="3404"/>
                  </a:lnTo>
                  <a:lnTo>
                    <a:pt x="725" y="3471"/>
                  </a:lnTo>
                  <a:lnTo>
                    <a:pt x="1078" y="2516"/>
                  </a:lnTo>
                  <a:lnTo>
                    <a:pt x="1018" y="1702"/>
                  </a:lnTo>
                  <a:lnTo>
                    <a:pt x="0" y="1635"/>
                  </a:lnTo>
                  <a:lnTo>
                    <a:pt x="140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h5821"/>
            <p:cNvSpPr/>
            <p:nvPr/>
          </p:nvSpPr>
          <p:spPr>
            <a:xfrm>
              <a:off x="6996393" y="3018026"/>
              <a:ext cx="34792" cy="14443"/>
            </a:xfrm>
            <a:custGeom>
              <a:avLst/>
              <a:pathLst>
                <a:path w="34792" h="14443">
                  <a:moveTo>
                    <a:pt x="10038" y="0"/>
                  </a:moveTo>
                  <a:lnTo>
                    <a:pt x="11016" y="8992"/>
                  </a:lnTo>
                  <a:lnTo>
                    <a:pt x="14034" y="10000"/>
                  </a:lnTo>
                  <a:lnTo>
                    <a:pt x="29096" y="11047"/>
                  </a:lnTo>
                  <a:lnTo>
                    <a:pt x="31293" y="9872"/>
                  </a:lnTo>
                  <a:lnTo>
                    <a:pt x="32013" y="8547"/>
                  </a:lnTo>
                  <a:lnTo>
                    <a:pt x="34792" y="8161"/>
                  </a:lnTo>
                  <a:lnTo>
                    <a:pt x="34790" y="13017"/>
                  </a:lnTo>
                  <a:lnTo>
                    <a:pt x="33737" y="12580"/>
                  </a:lnTo>
                  <a:lnTo>
                    <a:pt x="29885" y="14443"/>
                  </a:lnTo>
                  <a:lnTo>
                    <a:pt x="23278" y="13170"/>
                  </a:lnTo>
                  <a:lnTo>
                    <a:pt x="13188" y="12289"/>
                  </a:lnTo>
                  <a:lnTo>
                    <a:pt x="6289" y="13157"/>
                  </a:lnTo>
                  <a:lnTo>
                    <a:pt x="379" y="10462"/>
                  </a:lnTo>
                  <a:lnTo>
                    <a:pt x="0" y="9255"/>
                  </a:lnTo>
                  <a:lnTo>
                    <a:pt x="1190" y="7556"/>
                  </a:lnTo>
                  <a:lnTo>
                    <a:pt x="3415" y="1164"/>
                  </a:lnTo>
                  <a:lnTo>
                    <a:pt x="7489" y="67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h5822"/>
            <p:cNvSpPr/>
            <p:nvPr/>
          </p:nvSpPr>
          <p:spPr>
            <a:xfrm>
              <a:off x="7096874" y="3076142"/>
              <a:ext cx="23226" cy="29986"/>
            </a:xfrm>
            <a:custGeom>
              <a:avLst/>
              <a:pathLst>
                <a:path w="23226" h="29986">
                  <a:moveTo>
                    <a:pt x="14673" y="288"/>
                  </a:moveTo>
                  <a:lnTo>
                    <a:pt x="16954" y="1839"/>
                  </a:lnTo>
                  <a:lnTo>
                    <a:pt x="14516" y="5616"/>
                  </a:lnTo>
                  <a:lnTo>
                    <a:pt x="15773" y="7381"/>
                  </a:lnTo>
                  <a:lnTo>
                    <a:pt x="18176" y="7815"/>
                  </a:lnTo>
                  <a:lnTo>
                    <a:pt x="20058" y="11734"/>
                  </a:lnTo>
                  <a:lnTo>
                    <a:pt x="22956" y="13514"/>
                  </a:lnTo>
                  <a:lnTo>
                    <a:pt x="23226" y="14727"/>
                  </a:lnTo>
                  <a:lnTo>
                    <a:pt x="22052" y="19617"/>
                  </a:lnTo>
                  <a:lnTo>
                    <a:pt x="17925" y="21393"/>
                  </a:lnTo>
                  <a:lnTo>
                    <a:pt x="16742" y="24163"/>
                  </a:lnTo>
                  <a:lnTo>
                    <a:pt x="17044" y="27168"/>
                  </a:lnTo>
                  <a:lnTo>
                    <a:pt x="16461" y="28341"/>
                  </a:lnTo>
                  <a:lnTo>
                    <a:pt x="11580" y="29986"/>
                  </a:lnTo>
                  <a:lnTo>
                    <a:pt x="10316" y="24304"/>
                  </a:lnTo>
                  <a:lnTo>
                    <a:pt x="8214" y="24184"/>
                  </a:lnTo>
                  <a:lnTo>
                    <a:pt x="8356" y="22940"/>
                  </a:lnTo>
                  <a:lnTo>
                    <a:pt x="6797" y="18681"/>
                  </a:lnTo>
                  <a:lnTo>
                    <a:pt x="9104" y="17884"/>
                  </a:lnTo>
                  <a:lnTo>
                    <a:pt x="8636" y="15294"/>
                  </a:lnTo>
                  <a:lnTo>
                    <a:pt x="3398" y="10077"/>
                  </a:lnTo>
                  <a:lnTo>
                    <a:pt x="1962" y="11453"/>
                  </a:lnTo>
                  <a:lnTo>
                    <a:pt x="714" y="10197"/>
                  </a:lnTo>
                  <a:lnTo>
                    <a:pt x="0" y="8353"/>
                  </a:lnTo>
                  <a:lnTo>
                    <a:pt x="448" y="7597"/>
                  </a:lnTo>
                  <a:lnTo>
                    <a:pt x="1658" y="6972"/>
                  </a:lnTo>
                  <a:lnTo>
                    <a:pt x="4116" y="7131"/>
                  </a:lnTo>
                  <a:lnTo>
                    <a:pt x="7673" y="5511"/>
                  </a:lnTo>
                  <a:lnTo>
                    <a:pt x="8070" y="4109"/>
                  </a:lnTo>
                  <a:lnTo>
                    <a:pt x="7371" y="1677"/>
                  </a:lnTo>
                  <a:lnTo>
                    <a:pt x="853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h5823"/>
            <p:cNvSpPr/>
            <p:nvPr/>
          </p:nvSpPr>
          <p:spPr>
            <a:xfrm>
              <a:off x="6816956" y="2740672"/>
              <a:ext cx="8574" cy="12064"/>
            </a:xfrm>
            <a:custGeom>
              <a:avLst/>
              <a:pathLst>
                <a:path w="8574" h="12064">
                  <a:moveTo>
                    <a:pt x="8574" y="8576"/>
                  </a:moveTo>
                  <a:lnTo>
                    <a:pt x="7796" y="9504"/>
                  </a:lnTo>
                  <a:lnTo>
                    <a:pt x="5427" y="12064"/>
                  </a:lnTo>
                  <a:lnTo>
                    <a:pt x="3236" y="10912"/>
                  </a:lnTo>
                  <a:lnTo>
                    <a:pt x="1717" y="11326"/>
                  </a:lnTo>
                  <a:lnTo>
                    <a:pt x="1169" y="8369"/>
                  </a:lnTo>
                  <a:lnTo>
                    <a:pt x="2285" y="5074"/>
                  </a:lnTo>
                  <a:lnTo>
                    <a:pt x="1092" y="4524"/>
                  </a:lnTo>
                  <a:lnTo>
                    <a:pt x="0" y="5238"/>
                  </a:lnTo>
                  <a:lnTo>
                    <a:pt x="4414" y="0"/>
                  </a:lnTo>
                  <a:lnTo>
                    <a:pt x="8112" y="524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h5824"/>
            <p:cNvSpPr/>
            <p:nvPr/>
          </p:nvSpPr>
          <p:spPr>
            <a:xfrm>
              <a:off x="6799397" y="2736986"/>
              <a:ext cx="16086" cy="13345"/>
            </a:xfrm>
            <a:custGeom>
              <a:avLst/>
              <a:pathLst>
                <a:path w="16086" h="13345">
                  <a:moveTo>
                    <a:pt x="15583" y="8049"/>
                  </a:moveTo>
                  <a:lnTo>
                    <a:pt x="16086" y="9315"/>
                  </a:lnTo>
                  <a:lnTo>
                    <a:pt x="12642" y="11212"/>
                  </a:lnTo>
                  <a:lnTo>
                    <a:pt x="9133" y="9625"/>
                  </a:lnTo>
                  <a:lnTo>
                    <a:pt x="9964" y="12239"/>
                  </a:lnTo>
                  <a:lnTo>
                    <a:pt x="5544" y="13345"/>
                  </a:lnTo>
                  <a:lnTo>
                    <a:pt x="4361" y="13191"/>
                  </a:lnTo>
                  <a:lnTo>
                    <a:pt x="3362" y="11748"/>
                  </a:lnTo>
                  <a:lnTo>
                    <a:pt x="2641" y="6120"/>
                  </a:lnTo>
                  <a:lnTo>
                    <a:pt x="0" y="3261"/>
                  </a:lnTo>
                  <a:lnTo>
                    <a:pt x="2135" y="1215"/>
                  </a:lnTo>
                  <a:lnTo>
                    <a:pt x="4765" y="0"/>
                  </a:lnTo>
                  <a:lnTo>
                    <a:pt x="6084" y="18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h5825"/>
            <p:cNvSpPr/>
            <p:nvPr/>
          </p:nvSpPr>
          <p:spPr>
            <a:xfrm>
              <a:off x="6808530" y="2746611"/>
              <a:ext cx="3509" cy="3120"/>
            </a:xfrm>
            <a:custGeom>
              <a:avLst/>
              <a:pathLst>
                <a:path w="3509" h="3120">
                  <a:moveTo>
                    <a:pt x="2429" y="3120"/>
                  </a:moveTo>
                  <a:lnTo>
                    <a:pt x="830" y="2614"/>
                  </a:lnTo>
                  <a:lnTo>
                    <a:pt x="0" y="0"/>
                  </a:lnTo>
                  <a:lnTo>
                    <a:pt x="3509" y="158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h5826"/>
            <p:cNvSpPr/>
            <p:nvPr/>
          </p:nvSpPr>
          <p:spPr>
            <a:xfrm>
              <a:off x="6789109" y="2729839"/>
              <a:ext cx="13650" cy="18895"/>
            </a:xfrm>
            <a:custGeom>
              <a:avLst/>
              <a:pathLst>
                <a:path w="13650" h="18895">
                  <a:moveTo>
                    <a:pt x="12423" y="8361"/>
                  </a:moveTo>
                  <a:lnTo>
                    <a:pt x="10288" y="10407"/>
                  </a:lnTo>
                  <a:lnTo>
                    <a:pt x="12929" y="13266"/>
                  </a:lnTo>
                  <a:lnTo>
                    <a:pt x="13650" y="18895"/>
                  </a:lnTo>
                  <a:lnTo>
                    <a:pt x="11118" y="17477"/>
                  </a:lnTo>
                  <a:lnTo>
                    <a:pt x="8853" y="12791"/>
                  </a:lnTo>
                  <a:lnTo>
                    <a:pt x="8366" y="9241"/>
                  </a:lnTo>
                  <a:lnTo>
                    <a:pt x="5415" y="9103"/>
                  </a:lnTo>
                  <a:lnTo>
                    <a:pt x="3107" y="9992"/>
                  </a:lnTo>
                  <a:lnTo>
                    <a:pt x="0" y="7575"/>
                  </a:lnTo>
                  <a:lnTo>
                    <a:pt x="4949" y="0"/>
                  </a:lnTo>
                  <a:lnTo>
                    <a:pt x="11055" y="497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h5827"/>
            <p:cNvSpPr/>
            <p:nvPr/>
          </p:nvSpPr>
          <p:spPr>
            <a:xfrm>
              <a:off x="6982981" y="2903559"/>
              <a:ext cx="21796" cy="14316"/>
            </a:xfrm>
            <a:custGeom>
              <a:avLst/>
              <a:pathLst>
                <a:path w="21796" h="14316">
                  <a:moveTo>
                    <a:pt x="13339" y="0"/>
                  </a:moveTo>
                  <a:lnTo>
                    <a:pt x="13406" y="1945"/>
                  </a:lnTo>
                  <a:lnTo>
                    <a:pt x="17405" y="7131"/>
                  </a:lnTo>
                  <a:lnTo>
                    <a:pt x="19985" y="8217"/>
                  </a:lnTo>
                  <a:lnTo>
                    <a:pt x="21011" y="7984"/>
                  </a:lnTo>
                  <a:lnTo>
                    <a:pt x="21796" y="8829"/>
                  </a:lnTo>
                  <a:lnTo>
                    <a:pt x="21552" y="9421"/>
                  </a:lnTo>
                  <a:lnTo>
                    <a:pt x="16486" y="11609"/>
                  </a:lnTo>
                  <a:lnTo>
                    <a:pt x="15013" y="11577"/>
                  </a:lnTo>
                  <a:lnTo>
                    <a:pt x="12796" y="12129"/>
                  </a:lnTo>
                  <a:lnTo>
                    <a:pt x="9241" y="11507"/>
                  </a:lnTo>
                  <a:lnTo>
                    <a:pt x="7763" y="14130"/>
                  </a:lnTo>
                  <a:lnTo>
                    <a:pt x="5681" y="14316"/>
                  </a:lnTo>
                  <a:lnTo>
                    <a:pt x="3255" y="12535"/>
                  </a:lnTo>
                  <a:lnTo>
                    <a:pt x="0" y="5216"/>
                  </a:lnTo>
                  <a:lnTo>
                    <a:pt x="2375" y="5062"/>
                  </a:lnTo>
                  <a:lnTo>
                    <a:pt x="2594" y="3806"/>
                  </a:lnTo>
                  <a:lnTo>
                    <a:pt x="1170" y="332"/>
                  </a:lnTo>
                  <a:lnTo>
                    <a:pt x="2640" y="258"/>
                  </a:lnTo>
                  <a:lnTo>
                    <a:pt x="4242" y="2940"/>
                  </a:lnTo>
                  <a:lnTo>
                    <a:pt x="10501" y="3511"/>
                  </a:lnTo>
                  <a:lnTo>
                    <a:pt x="11876" y="307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h5828"/>
            <p:cNvSpPr/>
            <p:nvPr/>
          </p:nvSpPr>
          <p:spPr>
            <a:xfrm>
              <a:off x="6824321" y="2745753"/>
              <a:ext cx="41190" cy="41473"/>
            </a:xfrm>
            <a:custGeom>
              <a:avLst/>
              <a:pathLst>
                <a:path w="41190" h="41473">
                  <a:moveTo>
                    <a:pt x="32029" y="1570"/>
                  </a:moveTo>
                  <a:lnTo>
                    <a:pt x="32358" y="3549"/>
                  </a:lnTo>
                  <a:lnTo>
                    <a:pt x="31319" y="5753"/>
                  </a:lnTo>
                  <a:lnTo>
                    <a:pt x="32280" y="8954"/>
                  </a:lnTo>
                  <a:lnTo>
                    <a:pt x="34874" y="8739"/>
                  </a:lnTo>
                  <a:lnTo>
                    <a:pt x="40052" y="13520"/>
                  </a:lnTo>
                  <a:lnTo>
                    <a:pt x="39295" y="15623"/>
                  </a:lnTo>
                  <a:lnTo>
                    <a:pt x="36718" y="14959"/>
                  </a:lnTo>
                  <a:lnTo>
                    <a:pt x="35877" y="15319"/>
                  </a:lnTo>
                  <a:lnTo>
                    <a:pt x="34534" y="20045"/>
                  </a:lnTo>
                  <a:lnTo>
                    <a:pt x="34600" y="21623"/>
                  </a:lnTo>
                  <a:lnTo>
                    <a:pt x="38890" y="23400"/>
                  </a:lnTo>
                  <a:lnTo>
                    <a:pt x="40107" y="23310"/>
                  </a:lnTo>
                  <a:lnTo>
                    <a:pt x="41190" y="26853"/>
                  </a:lnTo>
                  <a:lnTo>
                    <a:pt x="40231" y="31423"/>
                  </a:lnTo>
                  <a:lnTo>
                    <a:pt x="34517" y="35745"/>
                  </a:lnTo>
                  <a:lnTo>
                    <a:pt x="36094" y="36235"/>
                  </a:lnTo>
                  <a:lnTo>
                    <a:pt x="35501" y="38851"/>
                  </a:lnTo>
                  <a:lnTo>
                    <a:pt x="31924" y="41473"/>
                  </a:lnTo>
                  <a:lnTo>
                    <a:pt x="30989" y="40526"/>
                  </a:lnTo>
                  <a:lnTo>
                    <a:pt x="31081" y="39267"/>
                  </a:lnTo>
                  <a:lnTo>
                    <a:pt x="27715" y="36147"/>
                  </a:lnTo>
                  <a:lnTo>
                    <a:pt x="21974" y="34190"/>
                  </a:lnTo>
                  <a:lnTo>
                    <a:pt x="18032" y="38023"/>
                  </a:lnTo>
                  <a:lnTo>
                    <a:pt x="15535" y="37037"/>
                  </a:lnTo>
                  <a:lnTo>
                    <a:pt x="14474" y="38226"/>
                  </a:lnTo>
                  <a:lnTo>
                    <a:pt x="13431" y="36154"/>
                  </a:lnTo>
                  <a:lnTo>
                    <a:pt x="11779" y="34811"/>
                  </a:lnTo>
                  <a:lnTo>
                    <a:pt x="8012" y="34664"/>
                  </a:lnTo>
                  <a:lnTo>
                    <a:pt x="4961" y="35155"/>
                  </a:lnTo>
                  <a:lnTo>
                    <a:pt x="4476" y="35824"/>
                  </a:lnTo>
                  <a:lnTo>
                    <a:pt x="1464" y="33404"/>
                  </a:lnTo>
                  <a:lnTo>
                    <a:pt x="0" y="30546"/>
                  </a:lnTo>
                  <a:lnTo>
                    <a:pt x="4232" y="20245"/>
                  </a:lnTo>
                  <a:lnTo>
                    <a:pt x="7826" y="19950"/>
                  </a:lnTo>
                  <a:lnTo>
                    <a:pt x="9295" y="16465"/>
                  </a:lnTo>
                  <a:lnTo>
                    <a:pt x="9395" y="13589"/>
                  </a:lnTo>
                  <a:lnTo>
                    <a:pt x="8259" y="11321"/>
                  </a:lnTo>
                  <a:lnTo>
                    <a:pt x="4987" y="9013"/>
                  </a:lnTo>
                  <a:lnTo>
                    <a:pt x="6265" y="8970"/>
                  </a:lnTo>
                  <a:lnTo>
                    <a:pt x="8249" y="6124"/>
                  </a:lnTo>
                  <a:lnTo>
                    <a:pt x="15734" y="2842"/>
                  </a:lnTo>
                  <a:lnTo>
                    <a:pt x="20090" y="2104"/>
                  </a:lnTo>
                  <a:lnTo>
                    <a:pt x="20917" y="3019"/>
                  </a:lnTo>
                  <a:lnTo>
                    <a:pt x="24435" y="3936"/>
                  </a:lnTo>
                  <a:lnTo>
                    <a:pt x="29564" y="1205"/>
                  </a:lnTo>
                  <a:lnTo>
                    <a:pt x="2970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h5829"/>
            <p:cNvSpPr/>
            <p:nvPr/>
          </p:nvSpPr>
          <p:spPr>
            <a:xfrm>
              <a:off x="6874494" y="2716058"/>
              <a:ext cx="23815" cy="11128"/>
            </a:xfrm>
            <a:custGeom>
              <a:avLst/>
              <a:pathLst>
                <a:path w="23815" h="11128">
                  <a:moveTo>
                    <a:pt x="15799" y="0"/>
                  </a:moveTo>
                  <a:lnTo>
                    <a:pt x="19695" y="877"/>
                  </a:lnTo>
                  <a:lnTo>
                    <a:pt x="23815" y="4242"/>
                  </a:lnTo>
                  <a:lnTo>
                    <a:pt x="21100" y="8142"/>
                  </a:lnTo>
                  <a:lnTo>
                    <a:pt x="19216" y="11128"/>
                  </a:lnTo>
                  <a:lnTo>
                    <a:pt x="9999" y="7247"/>
                  </a:lnTo>
                  <a:lnTo>
                    <a:pt x="8621" y="7839"/>
                  </a:lnTo>
                  <a:lnTo>
                    <a:pt x="8576" y="9483"/>
                  </a:lnTo>
                  <a:lnTo>
                    <a:pt x="5039" y="10514"/>
                  </a:lnTo>
                  <a:lnTo>
                    <a:pt x="807" y="9292"/>
                  </a:lnTo>
                  <a:lnTo>
                    <a:pt x="0" y="7531"/>
                  </a:lnTo>
                  <a:lnTo>
                    <a:pt x="1240" y="2229"/>
                  </a:lnTo>
                  <a:lnTo>
                    <a:pt x="2054" y="1563"/>
                  </a:lnTo>
                  <a:lnTo>
                    <a:pt x="2334" y="1209"/>
                  </a:lnTo>
                  <a:lnTo>
                    <a:pt x="4677" y="1215"/>
                  </a:lnTo>
                  <a:lnTo>
                    <a:pt x="8507" y="3965"/>
                  </a:lnTo>
                  <a:lnTo>
                    <a:pt x="9723" y="3825"/>
                  </a:lnTo>
                  <a:lnTo>
                    <a:pt x="10604" y="229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h5830"/>
            <p:cNvSpPr/>
            <p:nvPr/>
          </p:nvSpPr>
          <p:spPr>
            <a:xfrm>
              <a:off x="7282017" y="3107964"/>
              <a:ext cx="84401" cy="99585"/>
            </a:xfrm>
            <a:custGeom>
              <a:avLst/>
              <a:pathLst>
                <a:path w="84401" h="99585">
                  <a:moveTo>
                    <a:pt x="17377" y="422"/>
                  </a:moveTo>
                  <a:lnTo>
                    <a:pt x="23291" y="2129"/>
                  </a:lnTo>
                  <a:lnTo>
                    <a:pt x="24848" y="1884"/>
                  </a:lnTo>
                  <a:lnTo>
                    <a:pt x="26263" y="13567"/>
                  </a:lnTo>
                  <a:lnTo>
                    <a:pt x="31682" y="14202"/>
                  </a:lnTo>
                  <a:lnTo>
                    <a:pt x="33841" y="16754"/>
                  </a:lnTo>
                  <a:lnTo>
                    <a:pt x="38659" y="15208"/>
                  </a:lnTo>
                  <a:lnTo>
                    <a:pt x="40383" y="16922"/>
                  </a:lnTo>
                  <a:lnTo>
                    <a:pt x="41714" y="21238"/>
                  </a:lnTo>
                  <a:lnTo>
                    <a:pt x="41384" y="23264"/>
                  </a:lnTo>
                  <a:lnTo>
                    <a:pt x="43402" y="26565"/>
                  </a:lnTo>
                  <a:lnTo>
                    <a:pt x="48687" y="26556"/>
                  </a:lnTo>
                  <a:lnTo>
                    <a:pt x="50163" y="28473"/>
                  </a:lnTo>
                  <a:lnTo>
                    <a:pt x="53891" y="30249"/>
                  </a:lnTo>
                  <a:lnTo>
                    <a:pt x="65113" y="33823"/>
                  </a:lnTo>
                  <a:lnTo>
                    <a:pt x="66459" y="34717"/>
                  </a:lnTo>
                  <a:lnTo>
                    <a:pt x="67248" y="37342"/>
                  </a:lnTo>
                  <a:lnTo>
                    <a:pt x="71904" y="43603"/>
                  </a:lnTo>
                  <a:lnTo>
                    <a:pt x="76806" y="47868"/>
                  </a:lnTo>
                  <a:lnTo>
                    <a:pt x="81408" y="48171"/>
                  </a:lnTo>
                  <a:lnTo>
                    <a:pt x="79616" y="62020"/>
                  </a:lnTo>
                  <a:lnTo>
                    <a:pt x="78005" y="64808"/>
                  </a:lnTo>
                  <a:lnTo>
                    <a:pt x="76219" y="64551"/>
                  </a:lnTo>
                  <a:lnTo>
                    <a:pt x="74306" y="68817"/>
                  </a:lnTo>
                  <a:lnTo>
                    <a:pt x="75089" y="70307"/>
                  </a:lnTo>
                  <a:lnTo>
                    <a:pt x="82464" y="75847"/>
                  </a:lnTo>
                  <a:lnTo>
                    <a:pt x="84401" y="76638"/>
                  </a:lnTo>
                  <a:lnTo>
                    <a:pt x="81109" y="79701"/>
                  </a:lnTo>
                  <a:lnTo>
                    <a:pt x="78535" y="84001"/>
                  </a:lnTo>
                  <a:lnTo>
                    <a:pt x="63923" y="87098"/>
                  </a:lnTo>
                  <a:lnTo>
                    <a:pt x="62381" y="88511"/>
                  </a:lnTo>
                  <a:lnTo>
                    <a:pt x="61051" y="91329"/>
                  </a:lnTo>
                  <a:lnTo>
                    <a:pt x="60256" y="95081"/>
                  </a:lnTo>
                  <a:lnTo>
                    <a:pt x="56441" y="96347"/>
                  </a:lnTo>
                  <a:lnTo>
                    <a:pt x="55500" y="98447"/>
                  </a:lnTo>
                  <a:lnTo>
                    <a:pt x="55875" y="99585"/>
                  </a:lnTo>
                  <a:lnTo>
                    <a:pt x="30543" y="99511"/>
                  </a:lnTo>
                  <a:lnTo>
                    <a:pt x="30567" y="95972"/>
                  </a:lnTo>
                  <a:lnTo>
                    <a:pt x="30016" y="95335"/>
                  </a:lnTo>
                  <a:lnTo>
                    <a:pt x="40164" y="94824"/>
                  </a:lnTo>
                  <a:lnTo>
                    <a:pt x="40032" y="92974"/>
                  </a:lnTo>
                  <a:lnTo>
                    <a:pt x="48073" y="92466"/>
                  </a:lnTo>
                  <a:lnTo>
                    <a:pt x="47611" y="82747"/>
                  </a:lnTo>
                  <a:lnTo>
                    <a:pt x="48231" y="80423"/>
                  </a:lnTo>
                  <a:lnTo>
                    <a:pt x="41958" y="77889"/>
                  </a:lnTo>
                  <a:lnTo>
                    <a:pt x="35491" y="78225"/>
                  </a:lnTo>
                  <a:lnTo>
                    <a:pt x="34216" y="76410"/>
                  </a:lnTo>
                  <a:lnTo>
                    <a:pt x="24621" y="76322"/>
                  </a:lnTo>
                  <a:lnTo>
                    <a:pt x="18888" y="77399"/>
                  </a:lnTo>
                  <a:lnTo>
                    <a:pt x="15561" y="79457"/>
                  </a:lnTo>
                  <a:lnTo>
                    <a:pt x="14432" y="75644"/>
                  </a:lnTo>
                  <a:lnTo>
                    <a:pt x="16377" y="72611"/>
                  </a:lnTo>
                  <a:lnTo>
                    <a:pt x="16135" y="69137"/>
                  </a:lnTo>
                  <a:lnTo>
                    <a:pt x="12783" y="64725"/>
                  </a:lnTo>
                  <a:lnTo>
                    <a:pt x="11969" y="62125"/>
                  </a:lnTo>
                  <a:lnTo>
                    <a:pt x="12202" y="59651"/>
                  </a:lnTo>
                  <a:lnTo>
                    <a:pt x="13404" y="58698"/>
                  </a:lnTo>
                  <a:lnTo>
                    <a:pt x="13374" y="57436"/>
                  </a:lnTo>
                  <a:lnTo>
                    <a:pt x="12154" y="57503"/>
                  </a:lnTo>
                  <a:lnTo>
                    <a:pt x="10686" y="54157"/>
                  </a:lnTo>
                  <a:lnTo>
                    <a:pt x="12087" y="51848"/>
                  </a:lnTo>
                  <a:lnTo>
                    <a:pt x="12669" y="48721"/>
                  </a:lnTo>
                  <a:lnTo>
                    <a:pt x="15152" y="48100"/>
                  </a:lnTo>
                  <a:lnTo>
                    <a:pt x="17163" y="49792"/>
                  </a:lnTo>
                  <a:lnTo>
                    <a:pt x="21322" y="49123"/>
                  </a:lnTo>
                  <a:lnTo>
                    <a:pt x="23612" y="47096"/>
                  </a:lnTo>
                  <a:lnTo>
                    <a:pt x="20315" y="45355"/>
                  </a:lnTo>
                  <a:lnTo>
                    <a:pt x="19490" y="42826"/>
                  </a:lnTo>
                  <a:lnTo>
                    <a:pt x="15764" y="37719"/>
                  </a:lnTo>
                  <a:lnTo>
                    <a:pt x="16100" y="33114"/>
                  </a:lnTo>
                  <a:lnTo>
                    <a:pt x="11513" y="29888"/>
                  </a:lnTo>
                  <a:lnTo>
                    <a:pt x="10752" y="27356"/>
                  </a:lnTo>
                  <a:lnTo>
                    <a:pt x="13167" y="17627"/>
                  </a:lnTo>
                  <a:lnTo>
                    <a:pt x="12858" y="16065"/>
                  </a:lnTo>
                  <a:lnTo>
                    <a:pt x="11537" y="15711"/>
                  </a:lnTo>
                  <a:lnTo>
                    <a:pt x="8181" y="18039"/>
                  </a:lnTo>
                  <a:lnTo>
                    <a:pt x="0" y="18597"/>
                  </a:lnTo>
                  <a:lnTo>
                    <a:pt x="2391" y="14716"/>
                  </a:lnTo>
                  <a:lnTo>
                    <a:pt x="3418" y="15202"/>
                  </a:lnTo>
                  <a:lnTo>
                    <a:pt x="2182" y="15600"/>
                  </a:lnTo>
                  <a:lnTo>
                    <a:pt x="2743" y="16523"/>
                  </a:lnTo>
                  <a:lnTo>
                    <a:pt x="4702" y="15626"/>
                  </a:lnTo>
                  <a:lnTo>
                    <a:pt x="5168" y="12574"/>
                  </a:lnTo>
                  <a:lnTo>
                    <a:pt x="6989" y="11321"/>
                  </a:lnTo>
                  <a:lnTo>
                    <a:pt x="10296" y="5764"/>
                  </a:lnTo>
                  <a:lnTo>
                    <a:pt x="1248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h5831"/>
            <p:cNvSpPr/>
            <p:nvPr/>
          </p:nvSpPr>
          <p:spPr>
            <a:xfrm>
              <a:off x="6960195" y="2997544"/>
              <a:ext cx="11595" cy="8732"/>
            </a:xfrm>
            <a:custGeom>
              <a:avLst/>
              <a:pathLst>
                <a:path w="11595" h="8732">
                  <a:moveTo>
                    <a:pt x="7076" y="405"/>
                  </a:moveTo>
                  <a:lnTo>
                    <a:pt x="7495" y="1303"/>
                  </a:lnTo>
                  <a:lnTo>
                    <a:pt x="10041" y="2802"/>
                  </a:lnTo>
                  <a:lnTo>
                    <a:pt x="11595" y="5372"/>
                  </a:lnTo>
                  <a:lnTo>
                    <a:pt x="11433" y="6744"/>
                  </a:lnTo>
                  <a:lnTo>
                    <a:pt x="6772" y="8732"/>
                  </a:lnTo>
                  <a:lnTo>
                    <a:pt x="5150" y="5485"/>
                  </a:lnTo>
                  <a:lnTo>
                    <a:pt x="2289" y="7534"/>
                  </a:lnTo>
                  <a:lnTo>
                    <a:pt x="896" y="7553"/>
                  </a:lnTo>
                  <a:lnTo>
                    <a:pt x="0" y="6571"/>
                  </a:lnTo>
                  <a:lnTo>
                    <a:pt x="2709" y="1247"/>
                  </a:lnTo>
                  <a:lnTo>
                    <a:pt x="657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h5832"/>
            <p:cNvSpPr/>
            <p:nvPr/>
          </p:nvSpPr>
          <p:spPr>
            <a:xfrm>
              <a:off x="6841686" y="2687958"/>
              <a:ext cx="22517" cy="57125"/>
            </a:xfrm>
            <a:custGeom>
              <a:avLst/>
              <a:pathLst>
                <a:path w="22517" h="57125">
                  <a:moveTo>
                    <a:pt x="7174" y="229"/>
                  </a:moveTo>
                  <a:lnTo>
                    <a:pt x="10404" y="8550"/>
                  </a:lnTo>
                  <a:lnTo>
                    <a:pt x="8361" y="22319"/>
                  </a:lnTo>
                  <a:lnTo>
                    <a:pt x="12745" y="31470"/>
                  </a:lnTo>
                  <a:lnTo>
                    <a:pt x="14826" y="33498"/>
                  </a:lnTo>
                  <a:lnTo>
                    <a:pt x="18376" y="34892"/>
                  </a:lnTo>
                  <a:lnTo>
                    <a:pt x="18306" y="42288"/>
                  </a:lnTo>
                  <a:lnTo>
                    <a:pt x="21559" y="49311"/>
                  </a:lnTo>
                  <a:lnTo>
                    <a:pt x="22366" y="49745"/>
                  </a:lnTo>
                  <a:lnTo>
                    <a:pt x="22517" y="50692"/>
                  </a:lnTo>
                  <a:lnTo>
                    <a:pt x="20679" y="51499"/>
                  </a:lnTo>
                  <a:lnTo>
                    <a:pt x="17702" y="55616"/>
                  </a:lnTo>
                  <a:lnTo>
                    <a:pt x="12622" y="57125"/>
                  </a:lnTo>
                  <a:lnTo>
                    <a:pt x="12538" y="54204"/>
                  </a:lnTo>
                  <a:lnTo>
                    <a:pt x="15002" y="54982"/>
                  </a:lnTo>
                  <a:lnTo>
                    <a:pt x="15922" y="54512"/>
                  </a:lnTo>
                  <a:lnTo>
                    <a:pt x="16119" y="53415"/>
                  </a:lnTo>
                  <a:lnTo>
                    <a:pt x="15137" y="51473"/>
                  </a:lnTo>
                  <a:lnTo>
                    <a:pt x="11178" y="49982"/>
                  </a:lnTo>
                  <a:lnTo>
                    <a:pt x="8161" y="49850"/>
                  </a:lnTo>
                  <a:lnTo>
                    <a:pt x="6794" y="41696"/>
                  </a:lnTo>
                  <a:lnTo>
                    <a:pt x="5214" y="40282"/>
                  </a:lnTo>
                  <a:lnTo>
                    <a:pt x="3282" y="40803"/>
                  </a:lnTo>
                  <a:lnTo>
                    <a:pt x="2580" y="39192"/>
                  </a:lnTo>
                  <a:lnTo>
                    <a:pt x="3640" y="37634"/>
                  </a:lnTo>
                  <a:lnTo>
                    <a:pt x="3172" y="33048"/>
                  </a:lnTo>
                  <a:lnTo>
                    <a:pt x="358" y="28003"/>
                  </a:lnTo>
                  <a:lnTo>
                    <a:pt x="0" y="25653"/>
                  </a:lnTo>
                  <a:lnTo>
                    <a:pt x="1915" y="22103"/>
                  </a:lnTo>
                  <a:lnTo>
                    <a:pt x="4442" y="20716"/>
                  </a:lnTo>
                  <a:lnTo>
                    <a:pt x="4661" y="15605"/>
                  </a:lnTo>
                  <a:lnTo>
                    <a:pt x="5941" y="10979"/>
                  </a:lnTo>
                  <a:lnTo>
                    <a:pt x="8373" y="6857"/>
                  </a:lnTo>
                  <a:lnTo>
                    <a:pt x="8248" y="6028"/>
                  </a:lnTo>
                  <a:lnTo>
                    <a:pt x="1795" y="1139"/>
                  </a:lnTo>
                  <a:lnTo>
                    <a:pt x="1725" y="488"/>
                  </a:lnTo>
                  <a:lnTo>
                    <a:pt x="196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h5833"/>
            <p:cNvSpPr/>
            <p:nvPr/>
          </p:nvSpPr>
          <p:spPr>
            <a:xfrm>
              <a:off x="6969380" y="2925070"/>
              <a:ext cx="16405" cy="7177"/>
            </a:xfrm>
            <a:custGeom>
              <a:avLst/>
              <a:pathLst>
                <a:path w="16405" h="7177">
                  <a:moveTo>
                    <a:pt x="7879" y="810"/>
                  </a:moveTo>
                  <a:lnTo>
                    <a:pt x="16193" y="3951"/>
                  </a:lnTo>
                  <a:lnTo>
                    <a:pt x="16405" y="4756"/>
                  </a:lnTo>
                  <a:lnTo>
                    <a:pt x="10354" y="7177"/>
                  </a:lnTo>
                  <a:lnTo>
                    <a:pt x="7577" y="5800"/>
                  </a:lnTo>
                  <a:lnTo>
                    <a:pt x="2255" y="5592"/>
                  </a:lnTo>
                  <a:lnTo>
                    <a:pt x="0" y="2811"/>
                  </a:lnTo>
                  <a:lnTo>
                    <a:pt x="204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h5834"/>
            <p:cNvSpPr/>
            <p:nvPr/>
          </p:nvSpPr>
          <p:spPr>
            <a:xfrm>
              <a:off x="7143153" y="3091004"/>
              <a:ext cx="37480" cy="52244"/>
            </a:xfrm>
            <a:custGeom>
              <a:avLst/>
              <a:pathLst>
                <a:path w="37480" h="52244">
                  <a:moveTo>
                    <a:pt x="7391" y="3484"/>
                  </a:moveTo>
                  <a:lnTo>
                    <a:pt x="14423" y="1364"/>
                  </a:lnTo>
                  <a:lnTo>
                    <a:pt x="18024" y="2126"/>
                  </a:lnTo>
                  <a:lnTo>
                    <a:pt x="23650" y="7106"/>
                  </a:lnTo>
                  <a:lnTo>
                    <a:pt x="26708" y="8040"/>
                  </a:lnTo>
                  <a:lnTo>
                    <a:pt x="29403" y="7161"/>
                  </a:lnTo>
                  <a:lnTo>
                    <a:pt x="37480" y="23279"/>
                  </a:lnTo>
                  <a:lnTo>
                    <a:pt x="32600" y="25518"/>
                  </a:lnTo>
                  <a:lnTo>
                    <a:pt x="32229" y="33567"/>
                  </a:lnTo>
                  <a:lnTo>
                    <a:pt x="32820" y="34339"/>
                  </a:lnTo>
                  <a:lnTo>
                    <a:pt x="31251" y="36511"/>
                  </a:lnTo>
                  <a:lnTo>
                    <a:pt x="28336" y="38005"/>
                  </a:lnTo>
                  <a:lnTo>
                    <a:pt x="29067" y="44957"/>
                  </a:lnTo>
                  <a:lnTo>
                    <a:pt x="26476" y="46383"/>
                  </a:lnTo>
                  <a:lnTo>
                    <a:pt x="26327" y="45386"/>
                  </a:lnTo>
                  <a:lnTo>
                    <a:pt x="23278" y="44042"/>
                  </a:lnTo>
                  <a:lnTo>
                    <a:pt x="21091" y="44171"/>
                  </a:lnTo>
                  <a:lnTo>
                    <a:pt x="13023" y="49173"/>
                  </a:lnTo>
                  <a:lnTo>
                    <a:pt x="11539" y="52244"/>
                  </a:lnTo>
                  <a:lnTo>
                    <a:pt x="7523" y="49977"/>
                  </a:lnTo>
                  <a:lnTo>
                    <a:pt x="5841" y="39857"/>
                  </a:lnTo>
                  <a:lnTo>
                    <a:pt x="4270" y="38107"/>
                  </a:lnTo>
                  <a:lnTo>
                    <a:pt x="1803" y="37784"/>
                  </a:lnTo>
                  <a:lnTo>
                    <a:pt x="643" y="35378"/>
                  </a:lnTo>
                  <a:lnTo>
                    <a:pt x="7801" y="32292"/>
                  </a:lnTo>
                  <a:lnTo>
                    <a:pt x="10505" y="27594"/>
                  </a:lnTo>
                  <a:lnTo>
                    <a:pt x="10005" y="21194"/>
                  </a:lnTo>
                  <a:lnTo>
                    <a:pt x="0" y="9147"/>
                  </a:lnTo>
                  <a:lnTo>
                    <a:pt x="660" y="5250"/>
                  </a:lnTo>
                  <a:lnTo>
                    <a:pt x="393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h5835"/>
            <p:cNvSpPr/>
            <p:nvPr/>
          </p:nvSpPr>
          <p:spPr>
            <a:xfrm>
              <a:off x="6996301" y="2892950"/>
              <a:ext cx="20604" cy="18827"/>
            </a:xfrm>
            <a:custGeom>
              <a:avLst/>
              <a:pathLst>
                <a:path w="20604" h="18827">
                  <a:moveTo>
                    <a:pt x="9947" y="1225"/>
                  </a:moveTo>
                  <a:lnTo>
                    <a:pt x="13028" y="4481"/>
                  </a:lnTo>
                  <a:lnTo>
                    <a:pt x="20604" y="8441"/>
                  </a:lnTo>
                  <a:lnTo>
                    <a:pt x="18015" y="12889"/>
                  </a:lnTo>
                  <a:lnTo>
                    <a:pt x="14337" y="14301"/>
                  </a:lnTo>
                  <a:lnTo>
                    <a:pt x="10455" y="17725"/>
                  </a:lnTo>
                  <a:lnTo>
                    <a:pt x="7692" y="18593"/>
                  </a:lnTo>
                  <a:lnTo>
                    <a:pt x="6665" y="18827"/>
                  </a:lnTo>
                  <a:lnTo>
                    <a:pt x="4085" y="17740"/>
                  </a:lnTo>
                  <a:lnTo>
                    <a:pt x="86" y="12554"/>
                  </a:lnTo>
                  <a:lnTo>
                    <a:pt x="19" y="10609"/>
                  </a:lnTo>
                  <a:lnTo>
                    <a:pt x="0" y="9342"/>
                  </a:lnTo>
                  <a:lnTo>
                    <a:pt x="4117" y="2430"/>
                  </a:lnTo>
                  <a:lnTo>
                    <a:pt x="4999" y="3755"/>
                  </a:lnTo>
                  <a:lnTo>
                    <a:pt x="7293" y="3741"/>
                  </a:lnTo>
                  <a:lnTo>
                    <a:pt x="985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h5836"/>
            <p:cNvSpPr/>
            <p:nvPr/>
          </p:nvSpPr>
          <p:spPr>
            <a:xfrm>
              <a:off x="6981694" y="2908776"/>
              <a:ext cx="4542" cy="8095"/>
            </a:xfrm>
            <a:custGeom>
              <a:avLst/>
              <a:pathLst>
                <a:path w="4542" h="8095">
                  <a:moveTo>
                    <a:pt x="4542" y="7318"/>
                  </a:moveTo>
                  <a:lnTo>
                    <a:pt x="2168" y="8095"/>
                  </a:lnTo>
                  <a:lnTo>
                    <a:pt x="0" y="3547"/>
                  </a:lnTo>
                  <a:lnTo>
                    <a:pt x="43" y="944"/>
                  </a:lnTo>
                  <a:lnTo>
                    <a:pt x="128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h5837"/>
            <p:cNvSpPr/>
            <p:nvPr/>
          </p:nvSpPr>
          <p:spPr>
            <a:xfrm>
              <a:off x="7218002" y="3071902"/>
              <a:ext cx="16068" cy="28655"/>
            </a:xfrm>
            <a:custGeom>
              <a:avLst/>
              <a:pathLst>
                <a:path w="16068" h="28655">
                  <a:moveTo>
                    <a:pt x="9233" y="8318"/>
                  </a:moveTo>
                  <a:lnTo>
                    <a:pt x="8315" y="9514"/>
                  </a:lnTo>
                  <a:lnTo>
                    <a:pt x="8407" y="15688"/>
                  </a:lnTo>
                  <a:lnTo>
                    <a:pt x="10218" y="15560"/>
                  </a:lnTo>
                  <a:lnTo>
                    <a:pt x="10100" y="12194"/>
                  </a:lnTo>
                  <a:lnTo>
                    <a:pt x="10743" y="10341"/>
                  </a:lnTo>
                  <a:lnTo>
                    <a:pt x="14653" y="9185"/>
                  </a:lnTo>
                  <a:lnTo>
                    <a:pt x="16068" y="11797"/>
                  </a:lnTo>
                  <a:lnTo>
                    <a:pt x="15863" y="13814"/>
                  </a:lnTo>
                  <a:lnTo>
                    <a:pt x="14320" y="15034"/>
                  </a:lnTo>
                  <a:lnTo>
                    <a:pt x="12236" y="15348"/>
                  </a:lnTo>
                  <a:lnTo>
                    <a:pt x="10781" y="20897"/>
                  </a:lnTo>
                  <a:lnTo>
                    <a:pt x="10784" y="21747"/>
                  </a:lnTo>
                  <a:lnTo>
                    <a:pt x="13837" y="23956"/>
                  </a:lnTo>
                  <a:lnTo>
                    <a:pt x="14046" y="26684"/>
                  </a:lnTo>
                  <a:lnTo>
                    <a:pt x="13480" y="28259"/>
                  </a:lnTo>
                  <a:lnTo>
                    <a:pt x="8683" y="27846"/>
                  </a:lnTo>
                  <a:lnTo>
                    <a:pt x="7161" y="28114"/>
                  </a:lnTo>
                  <a:lnTo>
                    <a:pt x="7186" y="28655"/>
                  </a:lnTo>
                  <a:lnTo>
                    <a:pt x="6710" y="28146"/>
                  </a:lnTo>
                  <a:lnTo>
                    <a:pt x="1759" y="28527"/>
                  </a:lnTo>
                  <a:lnTo>
                    <a:pt x="835" y="27660"/>
                  </a:lnTo>
                  <a:lnTo>
                    <a:pt x="3178" y="23847"/>
                  </a:lnTo>
                  <a:lnTo>
                    <a:pt x="5181" y="23121"/>
                  </a:lnTo>
                  <a:lnTo>
                    <a:pt x="7380" y="23315"/>
                  </a:lnTo>
                  <a:lnTo>
                    <a:pt x="7229" y="20733"/>
                  </a:lnTo>
                  <a:lnTo>
                    <a:pt x="6590" y="20012"/>
                  </a:lnTo>
                  <a:lnTo>
                    <a:pt x="1818" y="19669"/>
                  </a:lnTo>
                  <a:lnTo>
                    <a:pt x="0" y="13439"/>
                  </a:lnTo>
                  <a:lnTo>
                    <a:pt x="33" y="8306"/>
                  </a:lnTo>
                  <a:lnTo>
                    <a:pt x="1165" y="7398"/>
                  </a:lnTo>
                  <a:lnTo>
                    <a:pt x="3910" y="6970"/>
                  </a:lnTo>
                  <a:lnTo>
                    <a:pt x="4126" y="6088"/>
                  </a:lnTo>
                  <a:lnTo>
                    <a:pt x="1899" y="2037"/>
                  </a:lnTo>
                  <a:lnTo>
                    <a:pt x="1772" y="0"/>
                  </a:lnTo>
                  <a:lnTo>
                    <a:pt x="2797" y="1541"/>
                  </a:lnTo>
                  <a:lnTo>
                    <a:pt x="5251" y="303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h5838"/>
            <p:cNvSpPr/>
            <p:nvPr/>
          </p:nvSpPr>
          <p:spPr>
            <a:xfrm>
              <a:off x="7209992" y="3045504"/>
              <a:ext cx="13913" cy="12145"/>
            </a:xfrm>
            <a:custGeom>
              <a:avLst/>
              <a:pathLst>
                <a:path w="13913" h="12145">
                  <a:moveTo>
                    <a:pt x="13913" y="4270"/>
                  </a:moveTo>
                  <a:lnTo>
                    <a:pt x="5718" y="11290"/>
                  </a:lnTo>
                  <a:lnTo>
                    <a:pt x="1213" y="12145"/>
                  </a:lnTo>
                  <a:lnTo>
                    <a:pt x="861" y="11579"/>
                  </a:lnTo>
                  <a:lnTo>
                    <a:pt x="0" y="8635"/>
                  </a:lnTo>
                  <a:lnTo>
                    <a:pt x="1227" y="0"/>
                  </a:lnTo>
                  <a:lnTo>
                    <a:pt x="10608" y="75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h5839"/>
            <p:cNvSpPr/>
            <p:nvPr/>
          </p:nvSpPr>
          <p:spPr>
            <a:xfrm>
              <a:off x="6953236" y="3015803"/>
              <a:ext cx="10080" cy="6468"/>
            </a:xfrm>
            <a:custGeom>
              <a:avLst/>
              <a:pathLst>
                <a:path w="10080" h="6468">
                  <a:moveTo>
                    <a:pt x="8238" y="590"/>
                  </a:moveTo>
                  <a:lnTo>
                    <a:pt x="10080" y="2912"/>
                  </a:lnTo>
                  <a:lnTo>
                    <a:pt x="9978" y="4089"/>
                  </a:lnTo>
                  <a:lnTo>
                    <a:pt x="8125" y="6275"/>
                  </a:lnTo>
                  <a:lnTo>
                    <a:pt x="6838" y="6299"/>
                  </a:lnTo>
                  <a:lnTo>
                    <a:pt x="5514" y="6468"/>
                  </a:lnTo>
                  <a:lnTo>
                    <a:pt x="2970" y="3973"/>
                  </a:lnTo>
                  <a:lnTo>
                    <a:pt x="904" y="3843"/>
                  </a:lnTo>
                  <a:lnTo>
                    <a:pt x="0" y="2649"/>
                  </a:lnTo>
                  <a:lnTo>
                    <a:pt x="5288" y="1784"/>
                  </a:lnTo>
                  <a:lnTo>
                    <a:pt x="5797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h5840"/>
            <p:cNvSpPr/>
            <p:nvPr/>
          </p:nvSpPr>
          <p:spPr>
            <a:xfrm>
              <a:off x="7078448" y="3090858"/>
              <a:ext cx="10689" cy="10792"/>
            </a:xfrm>
            <a:custGeom>
              <a:avLst/>
              <a:pathLst>
                <a:path w="10689" h="10792">
                  <a:moveTo>
                    <a:pt x="6671" y="0"/>
                  </a:moveTo>
                  <a:lnTo>
                    <a:pt x="8030" y="810"/>
                  </a:lnTo>
                  <a:lnTo>
                    <a:pt x="8656" y="3784"/>
                  </a:lnTo>
                  <a:lnTo>
                    <a:pt x="10689" y="7709"/>
                  </a:lnTo>
                  <a:lnTo>
                    <a:pt x="6776" y="9988"/>
                  </a:lnTo>
                  <a:lnTo>
                    <a:pt x="3680" y="10792"/>
                  </a:lnTo>
                  <a:lnTo>
                    <a:pt x="563" y="8296"/>
                  </a:lnTo>
                  <a:lnTo>
                    <a:pt x="0" y="6889"/>
                  </a:lnTo>
                  <a:lnTo>
                    <a:pt x="4241" y="4923"/>
                  </a:lnTo>
                  <a:lnTo>
                    <a:pt x="4358" y="1474"/>
                  </a:lnTo>
                  <a:lnTo>
                    <a:pt x="5304" y="15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h5841"/>
            <p:cNvSpPr/>
            <p:nvPr/>
          </p:nvSpPr>
          <p:spPr>
            <a:xfrm>
              <a:off x="6830525" y="2649278"/>
              <a:ext cx="86423" cy="70150"/>
            </a:xfrm>
            <a:custGeom>
              <a:avLst/>
              <a:pathLst>
                <a:path w="86423" h="70150">
                  <a:moveTo>
                    <a:pt x="11876" y="2926"/>
                  </a:moveTo>
                  <a:lnTo>
                    <a:pt x="11799" y="4232"/>
                  </a:lnTo>
                  <a:lnTo>
                    <a:pt x="13098" y="5397"/>
                  </a:lnTo>
                  <a:lnTo>
                    <a:pt x="25116" y="6256"/>
                  </a:lnTo>
                  <a:lnTo>
                    <a:pt x="25869" y="6648"/>
                  </a:lnTo>
                  <a:lnTo>
                    <a:pt x="25180" y="8099"/>
                  </a:lnTo>
                  <a:lnTo>
                    <a:pt x="26176" y="9149"/>
                  </a:lnTo>
                  <a:lnTo>
                    <a:pt x="30678" y="9731"/>
                  </a:lnTo>
                  <a:lnTo>
                    <a:pt x="32701" y="7149"/>
                  </a:lnTo>
                  <a:lnTo>
                    <a:pt x="35772" y="6279"/>
                  </a:lnTo>
                  <a:lnTo>
                    <a:pt x="48089" y="8345"/>
                  </a:lnTo>
                  <a:lnTo>
                    <a:pt x="52741" y="7515"/>
                  </a:lnTo>
                  <a:lnTo>
                    <a:pt x="59679" y="23643"/>
                  </a:lnTo>
                  <a:lnTo>
                    <a:pt x="68863" y="33897"/>
                  </a:lnTo>
                  <a:lnTo>
                    <a:pt x="72880" y="37320"/>
                  </a:lnTo>
                  <a:lnTo>
                    <a:pt x="74251" y="40482"/>
                  </a:lnTo>
                  <a:lnTo>
                    <a:pt x="78078" y="45299"/>
                  </a:lnTo>
                  <a:lnTo>
                    <a:pt x="86423" y="52260"/>
                  </a:lnTo>
                  <a:lnTo>
                    <a:pt x="70344" y="47497"/>
                  </a:lnTo>
                  <a:lnTo>
                    <a:pt x="57421" y="42329"/>
                  </a:lnTo>
                  <a:lnTo>
                    <a:pt x="52130" y="43694"/>
                  </a:lnTo>
                  <a:lnTo>
                    <a:pt x="49138" y="45256"/>
                  </a:lnTo>
                  <a:lnTo>
                    <a:pt x="48626" y="48563"/>
                  </a:lnTo>
                  <a:lnTo>
                    <a:pt x="50096" y="49949"/>
                  </a:lnTo>
                  <a:lnTo>
                    <a:pt x="48736" y="52014"/>
                  </a:lnTo>
                  <a:lnTo>
                    <a:pt x="46396" y="53329"/>
                  </a:lnTo>
                  <a:lnTo>
                    <a:pt x="46097" y="54420"/>
                  </a:lnTo>
                  <a:lnTo>
                    <a:pt x="44031" y="54228"/>
                  </a:lnTo>
                  <a:lnTo>
                    <a:pt x="41038" y="55333"/>
                  </a:lnTo>
                  <a:lnTo>
                    <a:pt x="35942" y="66238"/>
                  </a:lnTo>
                  <a:lnTo>
                    <a:pt x="28798" y="65202"/>
                  </a:lnTo>
                  <a:lnTo>
                    <a:pt x="26214" y="67044"/>
                  </a:lnTo>
                  <a:lnTo>
                    <a:pt x="23906" y="70150"/>
                  </a:lnTo>
                  <a:lnTo>
                    <a:pt x="19522" y="61000"/>
                  </a:lnTo>
                  <a:lnTo>
                    <a:pt x="21565" y="47230"/>
                  </a:lnTo>
                  <a:lnTo>
                    <a:pt x="18335" y="38910"/>
                  </a:lnTo>
                  <a:lnTo>
                    <a:pt x="13124" y="38680"/>
                  </a:lnTo>
                  <a:lnTo>
                    <a:pt x="12886" y="39168"/>
                  </a:lnTo>
                  <a:lnTo>
                    <a:pt x="10057" y="38245"/>
                  </a:lnTo>
                  <a:lnTo>
                    <a:pt x="7626" y="39181"/>
                  </a:lnTo>
                  <a:lnTo>
                    <a:pt x="6876" y="41537"/>
                  </a:lnTo>
                  <a:lnTo>
                    <a:pt x="2720" y="39204"/>
                  </a:lnTo>
                  <a:lnTo>
                    <a:pt x="35" y="35486"/>
                  </a:lnTo>
                  <a:lnTo>
                    <a:pt x="0" y="33996"/>
                  </a:lnTo>
                  <a:lnTo>
                    <a:pt x="788" y="33980"/>
                  </a:lnTo>
                  <a:lnTo>
                    <a:pt x="1438" y="29343"/>
                  </a:lnTo>
                  <a:lnTo>
                    <a:pt x="3385" y="25315"/>
                  </a:lnTo>
                  <a:lnTo>
                    <a:pt x="2855" y="19995"/>
                  </a:lnTo>
                  <a:lnTo>
                    <a:pt x="3348" y="18506"/>
                  </a:lnTo>
                  <a:lnTo>
                    <a:pt x="7660" y="16482"/>
                  </a:lnTo>
                  <a:lnTo>
                    <a:pt x="6296" y="12225"/>
                  </a:lnTo>
                  <a:lnTo>
                    <a:pt x="4753" y="10084"/>
                  </a:lnTo>
                  <a:lnTo>
                    <a:pt x="4674" y="6374"/>
                  </a:lnTo>
                  <a:lnTo>
                    <a:pt x="7305" y="1371"/>
                  </a:lnTo>
                  <a:lnTo>
                    <a:pt x="877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h5842"/>
            <p:cNvSpPr/>
            <p:nvPr/>
          </p:nvSpPr>
          <p:spPr>
            <a:xfrm>
              <a:off x="6770723" y="2593283"/>
              <a:ext cx="87448" cy="93062"/>
            </a:xfrm>
            <a:custGeom>
              <a:avLst/>
              <a:pathLst>
                <a:path w="87448" h="93062">
                  <a:moveTo>
                    <a:pt x="53470" y="0"/>
                  </a:moveTo>
                  <a:lnTo>
                    <a:pt x="52995" y="2453"/>
                  </a:lnTo>
                  <a:lnTo>
                    <a:pt x="54273" y="5237"/>
                  </a:lnTo>
                  <a:lnTo>
                    <a:pt x="57162" y="6986"/>
                  </a:lnTo>
                  <a:lnTo>
                    <a:pt x="58448" y="6599"/>
                  </a:lnTo>
                  <a:lnTo>
                    <a:pt x="62706" y="8582"/>
                  </a:lnTo>
                  <a:lnTo>
                    <a:pt x="67367" y="14181"/>
                  </a:lnTo>
                  <a:lnTo>
                    <a:pt x="68843" y="14233"/>
                  </a:lnTo>
                  <a:lnTo>
                    <a:pt x="69420" y="13128"/>
                  </a:lnTo>
                  <a:lnTo>
                    <a:pt x="72659" y="12884"/>
                  </a:lnTo>
                  <a:lnTo>
                    <a:pt x="78731" y="15562"/>
                  </a:lnTo>
                  <a:lnTo>
                    <a:pt x="77472" y="19199"/>
                  </a:lnTo>
                  <a:lnTo>
                    <a:pt x="79956" y="20157"/>
                  </a:lnTo>
                  <a:lnTo>
                    <a:pt x="83223" y="22791"/>
                  </a:lnTo>
                  <a:lnTo>
                    <a:pt x="87448" y="28459"/>
                  </a:lnTo>
                  <a:lnTo>
                    <a:pt x="85455" y="28711"/>
                  </a:lnTo>
                  <a:lnTo>
                    <a:pt x="81998" y="30537"/>
                  </a:lnTo>
                  <a:lnTo>
                    <a:pt x="77824" y="29861"/>
                  </a:lnTo>
                  <a:lnTo>
                    <a:pt x="75457" y="31413"/>
                  </a:lnTo>
                  <a:lnTo>
                    <a:pt x="74194" y="33582"/>
                  </a:lnTo>
                  <a:lnTo>
                    <a:pt x="76102" y="37169"/>
                  </a:lnTo>
                  <a:lnTo>
                    <a:pt x="71800" y="39973"/>
                  </a:lnTo>
                  <a:lnTo>
                    <a:pt x="70476" y="43346"/>
                  </a:lnTo>
                  <a:lnTo>
                    <a:pt x="68937" y="44540"/>
                  </a:lnTo>
                  <a:lnTo>
                    <a:pt x="72909" y="47282"/>
                  </a:lnTo>
                  <a:lnTo>
                    <a:pt x="75606" y="46937"/>
                  </a:lnTo>
                  <a:lnTo>
                    <a:pt x="73475" y="52046"/>
                  </a:lnTo>
                  <a:lnTo>
                    <a:pt x="70659" y="53354"/>
                  </a:lnTo>
                  <a:lnTo>
                    <a:pt x="69140" y="52640"/>
                  </a:lnTo>
                  <a:lnTo>
                    <a:pt x="67893" y="53596"/>
                  </a:lnTo>
                  <a:lnTo>
                    <a:pt x="67576" y="54616"/>
                  </a:lnTo>
                  <a:lnTo>
                    <a:pt x="68577" y="55994"/>
                  </a:lnTo>
                  <a:lnTo>
                    <a:pt x="67107" y="57366"/>
                  </a:lnTo>
                  <a:lnTo>
                    <a:pt x="64476" y="62369"/>
                  </a:lnTo>
                  <a:lnTo>
                    <a:pt x="64555" y="66079"/>
                  </a:lnTo>
                  <a:lnTo>
                    <a:pt x="66098" y="68220"/>
                  </a:lnTo>
                  <a:lnTo>
                    <a:pt x="67462" y="72477"/>
                  </a:lnTo>
                  <a:lnTo>
                    <a:pt x="63150" y="74501"/>
                  </a:lnTo>
                  <a:lnTo>
                    <a:pt x="62657" y="75990"/>
                  </a:lnTo>
                  <a:lnTo>
                    <a:pt x="63187" y="81310"/>
                  </a:lnTo>
                  <a:lnTo>
                    <a:pt x="61240" y="85338"/>
                  </a:lnTo>
                  <a:lnTo>
                    <a:pt x="60590" y="89975"/>
                  </a:lnTo>
                  <a:lnTo>
                    <a:pt x="59802" y="89991"/>
                  </a:lnTo>
                  <a:lnTo>
                    <a:pt x="54171" y="89423"/>
                  </a:lnTo>
                  <a:lnTo>
                    <a:pt x="42824" y="93062"/>
                  </a:lnTo>
                  <a:lnTo>
                    <a:pt x="43039" y="91041"/>
                  </a:lnTo>
                  <a:lnTo>
                    <a:pt x="41795" y="90852"/>
                  </a:lnTo>
                  <a:lnTo>
                    <a:pt x="43252" y="76915"/>
                  </a:lnTo>
                  <a:lnTo>
                    <a:pt x="33798" y="77818"/>
                  </a:lnTo>
                  <a:lnTo>
                    <a:pt x="32065" y="75280"/>
                  </a:lnTo>
                  <a:lnTo>
                    <a:pt x="31585" y="71073"/>
                  </a:lnTo>
                  <a:lnTo>
                    <a:pt x="29100" y="69483"/>
                  </a:lnTo>
                  <a:lnTo>
                    <a:pt x="23866" y="73629"/>
                  </a:lnTo>
                  <a:lnTo>
                    <a:pt x="22924" y="75939"/>
                  </a:lnTo>
                  <a:lnTo>
                    <a:pt x="20048" y="77636"/>
                  </a:lnTo>
                  <a:lnTo>
                    <a:pt x="16446" y="70094"/>
                  </a:lnTo>
                  <a:lnTo>
                    <a:pt x="17181" y="67963"/>
                  </a:lnTo>
                  <a:lnTo>
                    <a:pt x="16297" y="66612"/>
                  </a:lnTo>
                  <a:lnTo>
                    <a:pt x="16449" y="64915"/>
                  </a:lnTo>
                  <a:lnTo>
                    <a:pt x="17889" y="64542"/>
                  </a:lnTo>
                  <a:lnTo>
                    <a:pt x="21318" y="65800"/>
                  </a:lnTo>
                  <a:lnTo>
                    <a:pt x="20238" y="63093"/>
                  </a:lnTo>
                  <a:lnTo>
                    <a:pt x="19557" y="62499"/>
                  </a:lnTo>
                  <a:lnTo>
                    <a:pt x="17895" y="62652"/>
                  </a:lnTo>
                  <a:lnTo>
                    <a:pt x="16820" y="64143"/>
                  </a:lnTo>
                  <a:lnTo>
                    <a:pt x="15348" y="64716"/>
                  </a:lnTo>
                  <a:lnTo>
                    <a:pt x="13153" y="63632"/>
                  </a:lnTo>
                  <a:lnTo>
                    <a:pt x="12499" y="61642"/>
                  </a:lnTo>
                  <a:lnTo>
                    <a:pt x="14346" y="60688"/>
                  </a:lnTo>
                  <a:lnTo>
                    <a:pt x="15641" y="61466"/>
                  </a:lnTo>
                  <a:lnTo>
                    <a:pt x="18765" y="59169"/>
                  </a:lnTo>
                  <a:lnTo>
                    <a:pt x="22013" y="61352"/>
                  </a:lnTo>
                  <a:lnTo>
                    <a:pt x="24706" y="60787"/>
                  </a:lnTo>
                  <a:lnTo>
                    <a:pt x="27329" y="52097"/>
                  </a:lnTo>
                  <a:lnTo>
                    <a:pt x="28396" y="41566"/>
                  </a:lnTo>
                  <a:lnTo>
                    <a:pt x="36641" y="34837"/>
                  </a:lnTo>
                  <a:lnTo>
                    <a:pt x="38692" y="33904"/>
                  </a:lnTo>
                  <a:lnTo>
                    <a:pt x="38771" y="31248"/>
                  </a:lnTo>
                  <a:lnTo>
                    <a:pt x="37695" y="29839"/>
                  </a:lnTo>
                  <a:lnTo>
                    <a:pt x="39694" y="27295"/>
                  </a:lnTo>
                  <a:lnTo>
                    <a:pt x="34340" y="28261"/>
                  </a:lnTo>
                  <a:lnTo>
                    <a:pt x="24045" y="20919"/>
                  </a:lnTo>
                  <a:lnTo>
                    <a:pt x="11368" y="15441"/>
                  </a:lnTo>
                  <a:lnTo>
                    <a:pt x="10904" y="12548"/>
                  </a:lnTo>
                  <a:lnTo>
                    <a:pt x="0" y="12980"/>
                  </a:lnTo>
                  <a:lnTo>
                    <a:pt x="1084" y="8900"/>
                  </a:lnTo>
                  <a:lnTo>
                    <a:pt x="11308" y="9957"/>
                  </a:lnTo>
                  <a:lnTo>
                    <a:pt x="17333" y="8245"/>
                  </a:lnTo>
                  <a:lnTo>
                    <a:pt x="20939" y="5834"/>
                  </a:lnTo>
                  <a:lnTo>
                    <a:pt x="27526" y="5943"/>
                  </a:lnTo>
                  <a:lnTo>
                    <a:pt x="33876" y="10014"/>
                  </a:lnTo>
                  <a:lnTo>
                    <a:pt x="40171" y="9692"/>
                  </a:lnTo>
                  <a:lnTo>
                    <a:pt x="40638" y="6909"/>
                  </a:lnTo>
                  <a:lnTo>
                    <a:pt x="38982" y="5501"/>
                  </a:lnTo>
                  <a:lnTo>
                    <a:pt x="40410" y="1931"/>
                  </a:lnTo>
                  <a:lnTo>
                    <a:pt x="42799" y="488"/>
                  </a:lnTo>
                  <a:lnTo>
                    <a:pt x="44931" y="2872"/>
                  </a:lnTo>
                  <a:lnTo>
                    <a:pt x="46712" y="2098"/>
                  </a:lnTo>
                  <a:lnTo>
                    <a:pt x="48465" y="11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h5843"/>
            <p:cNvSpPr/>
            <p:nvPr/>
          </p:nvSpPr>
          <p:spPr>
            <a:xfrm>
              <a:off x="6906646" y="2803496"/>
              <a:ext cx="47050" cy="61867"/>
            </a:xfrm>
            <a:custGeom>
              <a:avLst/>
              <a:pathLst>
                <a:path w="47050" h="61867">
                  <a:moveTo>
                    <a:pt x="36753" y="214"/>
                  </a:moveTo>
                  <a:lnTo>
                    <a:pt x="38614" y="3635"/>
                  </a:lnTo>
                  <a:lnTo>
                    <a:pt x="42534" y="8458"/>
                  </a:lnTo>
                  <a:lnTo>
                    <a:pt x="36353" y="11937"/>
                  </a:lnTo>
                  <a:lnTo>
                    <a:pt x="34788" y="16019"/>
                  </a:lnTo>
                  <a:lnTo>
                    <a:pt x="38060" y="19784"/>
                  </a:lnTo>
                  <a:lnTo>
                    <a:pt x="40692" y="19577"/>
                  </a:lnTo>
                  <a:lnTo>
                    <a:pt x="41377" y="20799"/>
                  </a:lnTo>
                  <a:lnTo>
                    <a:pt x="39932" y="24366"/>
                  </a:lnTo>
                  <a:lnTo>
                    <a:pt x="36440" y="27054"/>
                  </a:lnTo>
                  <a:lnTo>
                    <a:pt x="37125" y="30681"/>
                  </a:lnTo>
                  <a:lnTo>
                    <a:pt x="42297" y="35099"/>
                  </a:lnTo>
                  <a:lnTo>
                    <a:pt x="40827" y="41260"/>
                  </a:lnTo>
                  <a:lnTo>
                    <a:pt x="44176" y="43717"/>
                  </a:lnTo>
                  <a:lnTo>
                    <a:pt x="46215" y="43864"/>
                  </a:lnTo>
                  <a:lnTo>
                    <a:pt x="47050" y="45577"/>
                  </a:lnTo>
                  <a:lnTo>
                    <a:pt x="47041" y="49217"/>
                  </a:lnTo>
                  <a:lnTo>
                    <a:pt x="44682" y="50438"/>
                  </a:lnTo>
                  <a:lnTo>
                    <a:pt x="42237" y="60767"/>
                  </a:lnTo>
                  <a:lnTo>
                    <a:pt x="40652" y="61867"/>
                  </a:lnTo>
                  <a:lnTo>
                    <a:pt x="27971" y="58584"/>
                  </a:lnTo>
                  <a:lnTo>
                    <a:pt x="26753" y="57641"/>
                  </a:lnTo>
                  <a:lnTo>
                    <a:pt x="23488" y="56632"/>
                  </a:lnTo>
                  <a:lnTo>
                    <a:pt x="16415" y="54203"/>
                  </a:lnTo>
                  <a:lnTo>
                    <a:pt x="16138" y="51036"/>
                  </a:lnTo>
                  <a:lnTo>
                    <a:pt x="14381" y="49010"/>
                  </a:lnTo>
                  <a:lnTo>
                    <a:pt x="11993" y="44103"/>
                  </a:lnTo>
                  <a:lnTo>
                    <a:pt x="8409" y="41987"/>
                  </a:lnTo>
                  <a:lnTo>
                    <a:pt x="4381" y="41882"/>
                  </a:lnTo>
                  <a:lnTo>
                    <a:pt x="468" y="40828"/>
                  </a:lnTo>
                  <a:lnTo>
                    <a:pt x="0" y="37547"/>
                  </a:lnTo>
                  <a:lnTo>
                    <a:pt x="2078" y="37079"/>
                  </a:lnTo>
                  <a:lnTo>
                    <a:pt x="5261" y="38877"/>
                  </a:lnTo>
                  <a:lnTo>
                    <a:pt x="5371" y="32921"/>
                  </a:lnTo>
                  <a:lnTo>
                    <a:pt x="7287" y="28947"/>
                  </a:lnTo>
                  <a:lnTo>
                    <a:pt x="13056" y="24932"/>
                  </a:lnTo>
                  <a:lnTo>
                    <a:pt x="13340" y="23708"/>
                  </a:lnTo>
                  <a:lnTo>
                    <a:pt x="12451" y="22804"/>
                  </a:lnTo>
                  <a:lnTo>
                    <a:pt x="12852" y="20808"/>
                  </a:lnTo>
                  <a:lnTo>
                    <a:pt x="11101" y="13396"/>
                  </a:lnTo>
                  <a:lnTo>
                    <a:pt x="9765" y="11465"/>
                  </a:lnTo>
                  <a:lnTo>
                    <a:pt x="8170" y="10747"/>
                  </a:lnTo>
                  <a:lnTo>
                    <a:pt x="8247" y="9480"/>
                  </a:lnTo>
                  <a:lnTo>
                    <a:pt x="14548" y="2834"/>
                  </a:lnTo>
                  <a:lnTo>
                    <a:pt x="17770" y="3400"/>
                  </a:lnTo>
                  <a:lnTo>
                    <a:pt x="20716" y="2778"/>
                  </a:lnTo>
                  <a:lnTo>
                    <a:pt x="25840" y="5247"/>
                  </a:lnTo>
                  <a:lnTo>
                    <a:pt x="3451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h5844"/>
            <p:cNvSpPr/>
            <p:nvPr/>
          </p:nvSpPr>
          <p:spPr>
            <a:xfrm>
              <a:off x="6991484" y="2994659"/>
              <a:ext cx="39770" cy="24047"/>
            </a:xfrm>
            <a:custGeom>
              <a:avLst/>
              <a:pathLst>
                <a:path w="39770" h="24047">
                  <a:moveTo>
                    <a:pt x="18999" y="1288"/>
                  </a:moveTo>
                  <a:lnTo>
                    <a:pt x="20257" y="3426"/>
                  </a:lnTo>
                  <a:lnTo>
                    <a:pt x="22033" y="3001"/>
                  </a:lnTo>
                  <a:lnTo>
                    <a:pt x="22947" y="3641"/>
                  </a:lnTo>
                  <a:lnTo>
                    <a:pt x="23261" y="7047"/>
                  </a:lnTo>
                  <a:lnTo>
                    <a:pt x="22578" y="8201"/>
                  </a:lnTo>
                  <a:lnTo>
                    <a:pt x="23093" y="11497"/>
                  </a:lnTo>
                  <a:lnTo>
                    <a:pt x="31379" y="10291"/>
                  </a:lnTo>
                  <a:lnTo>
                    <a:pt x="36632" y="12642"/>
                  </a:lnTo>
                  <a:lnTo>
                    <a:pt x="39770" y="12151"/>
                  </a:lnTo>
                  <a:lnTo>
                    <a:pt x="39688" y="13295"/>
                  </a:lnTo>
                  <a:lnTo>
                    <a:pt x="33079" y="16244"/>
                  </a:lnTo>
                  <a:lnTo>
                    <a:pt x="34707" y="19909"/>
                  </a:lnTo>
                  <a:lnTo>
                    <a:pt x="33142" y="21347"/>
                  </a:lnTo>
                  <a:lnTo>
                    <a:pt x="30211" y="19431"/>
                  </a:lnTo>
                  <a:lnTo>
                    <a:pt x="22917" y="19006"/>
                  </a:lnTo>
                  <a:lnTo>
                    <a:pt x="19886" y="20738"/>
                  </a:lnTo>
                  <a:lnTo>
                    <a:pt x="20522" y="21679"/>
                  </a:lnTo>
                  <a:lnTo>
                    <a:pt x="20265" y="23735"/>
                  </a:lnTo>
                  <a:lnTo>
                    <a:pt x="14947" y="23367"/>
                  </a:lnTo>
                  <a:lnTo>
                    <a:pt x="12398" y="24047"/>
                  </a:lnTo>
                  <a:lnTo>
                    <a:pt x="9592" y="21370"/>
                  </a:lnTo>
                  <a:lnTo>
                    <a:pt x="3917" y="10857"/>
                  </a:lnTo>
                  <a:lnTo>
                    <a:pt x="0" y="5367"/>
                  </a:lnTo>
                  <a:lnTo>
                    <a:pt x="1115" y="3124"/>
                  </a:lnTo>
                  <a:lnTo>
                    <a:pt x="5057" y="3726"/>
                  </a:lnTo>
                  <a:lnTo>
                    <a:pt x="12084" y="3458"/>
                  </a:lnTo>
                  <a:lnTo>
                    <a:pt x="1929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h5845"/>
            <p:cNvSpPr/>
            <p:nvPr/>
          </p:nvSpPr>
          <p:spPr>
            <a:xfrm>
              <a:off x="6794058" y="2719125"/>
              <a:ext cx="27989" cy="27176"/>
            </a:xfrm>
            <a:custGeom>
              <a:avLst/>
              <a:pathLst>
                <a:path w="27989" h="27176">
                  <a:moveTo>
                    <a:pt x="13258" y="765"/>
                  </a:moveTo>
                  <a:lnTo>
                    <a:pt x="10896" y="4018"/>
                  </a:lnTo>
                  <a:lnTo>
                    <a:pt x="14940" y="7043"/>
                  </a:lnTo>
                  <a:lnTo>
                    <a:pt x="14803" y="9489"/>
                  </a:lnTo>
                  <a:lnTo>
                    <a:pt x="12897" y="14067"/>
                  </a:lnTo>
                  <a:lnTo>
                    <a:pt x="13241" y="15438"/>
                  </a:lnTo>
                  <a:lnTo>
                    <a:pt x="23362" y="14910"/>
                  </a:lnTo>
                  <a:lnTo>
                    <a:pt x="25251" y="15539"/>
                  </a:lnTo>
                  <a:lnTo>
                    <a:pt x="26586" y="16185"/>
                  </a:lnTo>
                  <a:lnTo>
                    <a:pt x="27748" y="17922"/>
                  </a:lnTo>
                  <a:lnTo>
                    <a:pt x="27989" y="19973"/>
                  </a:lnTo>
                  <a:lnTo>
                    <a:pt x="27312" y="21547"/>
                  </a:lnTo>
                  <a:lnTo>
                    <a:pt x="22897" y="26785"/>
                  </a:lnTo>
                  <a:lnTo>
                    <a:pt x="21424" y="27176"/>
                  </a:lnTo>
                  <a:lnTo>
                    <a:pt x="20922" y="25909"/>
                  </a:lnTo>
                  <a:lnTo>
                    <a:pt x="11422" y="18048"/>
                  </a:lnTo>
                  <a:lnTo>
                    <a:pt x="10104" y="17860"/>
                  </a:lnTo>
                  <a:lnTo>
                    <a:pt x="7474" y="19075"/>
                  </a:lnTo>
                  <a:lnTo>
                    <a:pt x="6105" y="15688"/>
                  </a:lnTo>
                  <a:lnTo>
                    <a:pt x="0" y="10713"/>
                  </a:lnTo>
                  <a:lnTo>
                    <a:pt x="211" y="9217"/>
                  </a:lnTo>
                  <a:lnTo>
                    <a:pt x="1345" y="8032"/>
                  </a:lnTo>
                  <a:lnTo>
                    <a:pt x="2123" y="8338"/>
                  </a:lnTo>
                  <a:lnTo>
                    <a:pt x="3247" y="4599"/>
                  </a:lnTo>
                  <a:lnTo>
                    <a:pt x="4667" y="2077"/>
                  </a:lnTo>
                  <a:lnTo>
                    <a:pt x="9962" y="2120"/>
                  </a:lnTo>
                  <a:lnTo>
                    <a:pt x="111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h5846"/>
            <p:cNvSpPr/>
            <p:nvPr/>
          </p:nvSpPr>
          <p:spPr>
            <a:xfrm>
              <a:off x="7101386" y="3121649"/>
              <a:ext cx="63230" cy="44402"/>
            </a:xfrm>
            <a:custGeom>
              <a:avLst/>
              <a:pathLst>
                <a:path w="63230" h="44402">
                  <a:moveTo>
                    <a:pt x="11137" y="2657"/>
                  </a:moveTo>
                  <a:lnTo>
                    <a:pt x="18774" y="3167"/>
                  </a:lnTo>
                  <a:lnTo>
                    <a:pt x="22032" y="4391"/>
                  </a:lnTo>
                  <a:lnTo>
                    <a:pt x="22648" y="7637"/>
                  </a:lnTo>
                  <a:lnTo>
                    <a:pt x="27119" y="6162"/>
                  </a:lnTo>
                  <a:lnTo>
                    <a:pt x="37221" y="6718"/>
                  </a:lnTo>
                  <a:lnTo>
                    <a:pt x="38358" y="6321"/>
                  </a:lnTo>
                  <a:lnTo>
                    <a:pt x="37969" y="5764"/>
                  </a:lnTo>
                  <a:lnTo>
                    <a:pt x="38563" y="4558"/>
                  </a:lnTo>
                  <a:lnTo>
                    <a:pt x="41128" y="3877"/>
                  </a:lnTo>
                  <a:lnTo>
                    <a:pt x="42411" y="4733"/>
                  </a:lnTo>
                  <a:lnTo>
                    <a:pt x="43571" y="7138"/>
                  </a:lnTo>
                  <a:lnTo>
                    <a:pt x="46038" y="7461"/>
                  </a:lnTo>
                  <a:lnTo>
                    <a:pt x="47609" y="9211"/>
                  </a:lnTo>
                  <a:lnTo>
                    <a:pt x="49291" y="19332"/>
                  </a:lnTo>
                  <a:lnTo>
                    <a:pt x="53307" y="21598"/>
                  </a:lnTo>
                  <a:lnTo>
                    <a:pt x="55893" y="28199"/>
                  </a:lnTo>
                  <a:lnTo>
                    <a:pt x="61978" y="30552"/>
                  </a:lnTo>
                  <a:lnTo>
                    <a:pt x="63230" y="30100"/>
                  </a:lnTo>
                  <a:lnTo>
                    <a:pt x="63204" y="30857"/>
                  </a:lnTo>
                  <a:lnTo>
                    <a:pt x="59238" y="31994"/>
                  </a:lnTo>
                  <a:lnTo>
                    <a:pt x="55235" y="34163"/>
                  </a:lnTo>
                  <a:lnTo>
                    <a:pt x="50874" y="38976"/>
                  </a:lnTo>
                  <a:lnTo>
                    <a:pt x="43354" y="43821"/>
                  </a:lnTo>
                  <a:lnTo>
                    <a:pt x="40652" y="44402"/>
                  </a:lnTo>
                  <a:lnTo>
                    <a:pt x="39024" y="40856"/>
                  </a:lnTo>
                  <a:lnTo>
                    <a:pt x="45206" y="36883"/>
                  </a:lnTo>
                  <a:lnTo>
                    <a:pt x="43709" y="34598"/>
                  </a:lnTo>
                  <a:lnTo>
                    <a:pt x="41092" y="35341"/>
                  </a:lnTo>
                  <a:lnTo>
                    <a:pt x="37760" y="34673"/>
                  </a:lnTo>
                  <a:lnTo>
                    <a:pt x="31731" y="30852"/>
                  </a:lnTo>
                  <a:lnTo>
                    <a:pt x="24503" y="23190"/>
                  </a:lnTo>
                  <a:lnTo>
                    <a:pt x="19103" y="27418"/>
                  </a:lnTo>
                  <a:lnTo>
                    <a:pt x="17286" y="29922"/>
                  </a:lnTo>
                  <a:lnTo>
                    <a:pt x="15778" y="32845"/>
                  </a:lnTo>
                  <a:lnTo>
                    <a:pt x="15238" y="38750"/>
                  </a:lnTo>
                  <a:lnTo>
                    <a:pt x="11151" y="37145"/>
                  </a:lnTo>
                  <a:lnTo>
                    <a:pt x="4157" y="31936"/>
                  </a:lnTo>
                  <a:lnTo>
                    <a:pt x="3667" y="29886"/>
                  </a:lnTo>
                  <a:lnTo>
                    <a:pt x="881" y="29725"/>
                  </a:lnTo>
                  <a:lnTo>
                    <a:pt x="2239" y="28172"/>
                  </a:lnTo>
                  <a:lnTo>
                    <a:pt x="0" y="26769"/>
                  </a:lnTo>
                  <a:lnTo>
                    <a:pt x="178" y="23882"/>
                  </a:lnTo>
                  <a:lnTo>
                    <a:pt x="1041" y="22273"/>
                  </a:lnTo>
                  <a:lnTo>
                    <a:pt x="3858" y="20291"/>
                  </a:lnTo>
                  <a:lnTo>
                    <a:pt x="4880" y="17479"/>
                  </a:lnTo>
                  <a:lnTo>
                    <a:pt x="5513" y="15027"/>
                  </a:lnTo>
                  <a:lnTo>
                    <a:pt x="4326" y="12846"/>
                  </a:lnTo>
                  <a:lnTo>
                    <a:pt x="5495" y="12366"/>
                  </a:lnTo>
                  <a:lnTo>
                    <a:pt x="1050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h5847"/>
            <p:cNvSpPr/>
            <p:nvPr/>
          </p:nvSpPr>
          <p:spPr>
            <a:xfrm>
              <a:off x="7228784" y="3067822"/>
              <a:ext cx="20707" cy="30622"/>
            </a:xfrm>
            <a:custGeom>
              <a:avLst/>
              <a:pathLst>
                <a:path w="20707" h="30622">
                  <a:moveTo>
                    <a:pt x="14965" y="8805"/>
                  </a:moveTo>
                  <a:lnTo>
                    <a:pt x="17605" y="16971"/>
                  </a:lnTo>
                  <a:lnTo>
                    <a:pt x="18858" y="18277"/>
                  </a:lnTo>
                  <a:lnTo>
                    <a:pt x="16703" y="16296"/>
                  </a:lnTo>
                  <a:lnTo>
                    <a:pt x="15452" y="16321"/>
                  </a:lnTo>
                  <a:lnTo>
                    <a:pt x="14222" y="20945"/>
                  </a:lnTo>
                  <a:lnTo>
                    <a:pt x="15043" y="22585"/>
                  </a:lnTo>
                  <a:lnTo>
                    <a:pt x="20707" y="26769"/>
                  </a:lnTo>
                  <a:lnTo>
                    <a:pt x="19806" y="29833"/>
                  </a:lnTo>
                  <a:lnTo>
                    <a:pt x="17967" y="28839"/>
                  </a:lnTo>
                  <a:lnTo>
                    <a:pt x="15067" y="30465"/>
                  </a:lnTo>
                  <a:lnTo>
                    <a:pt x="10460" y="30622"/>
                  </a:lnTo>
                  <a:lnTo>
                    <a:pt x="3056" y="28036"/>
                  </a:lnTo>
                  <a:lnTo>
                    <a:pt x="3" y="25827"/>
                  </a:lnTo>
                  <a:lnTo>
                    <a:pt x="0" y="24977"/>
                  </a:lnTo>
                  <a:lnTo>
                    <a:pt x="1455" y="19428"/>
                  </a:lnTo>
                  <a:lnTo>
                    <a:pt x="3538" y="19114"/>
                  </a:lnTo>
                  <a:lnTo>
                    <a:pt x="5081" y="17894"/>
                  </a:lnTo>
                  <a:lnTo>
                    <a:pt x="5286" y="15877"/>
                  </a:lnTo>
                  <a:lnTo>
                    <a:pt x="3872" y="13265"/>
                  </a:lnTo>
                  <a:lnTo>
                    <a:pt x="2315" y="9865"/>
                  </a:lnTo>
                  <a:lnTo>
                    <a:pt x="2591" y="6182"/>
                  </a:lnTo>
                  <a:lnTo>
                    <a:pt x="810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h5848"/>
            <p:cNvSpPr/>
            <p:nvPr/>
          </p:nvSpPr>
          <p:spPr>
            <a:xfrm>
              <a:off x="6949151" y="2920538"/>
              <a:ext cx="14939" cy="16448"/>
            </a:xfrm>
            <a:custGeom>
              <a:avLst/>
              <a:pathLst>
                <a:path w="14939" h="16448">
                  <a:moveTo>
                    <a:pt x="10852" y="0"/>
                  </a:moveTo>
                  <a:lnTo>
                    <a:pt x="13238" y="3089"/>
                  </a:lnTo>
                  <a:lnTo>
                    <a:pt x="14939" y="6946"/>
                  </a:lnTo>
                  <a:lnTo>
                    <a:pt x="8708" y="11995"/>
                  </a:lnTo>
                  <a:lnTo>
                    <a:pt x="8815" y="15951"/>
                  </a:lnTo>
                  <a:lnTo>
                    <a:pt x="7793" y="16448"/>
                  </a:lnTo>
                  <a:lnTo>
                    <a:pt x="2551" y="10449"/>
                  </a:lnTo>
                  <a:lnTo>
                    <a:pt x="0" y="8604"/>
                  </a:lnTo>
                  <a:lnTo>
                    <a:pt x="1692" y="4924"/>
                  </a:lnTo>
                  <a:lnTo>
                    <a:pt x="8404" y="345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h5849"/>
            <p:cNvSpPr/>
            <p:nvPr/>
          </p:nvSpPr>
          <p:spPr>
            <a:xfrm>
              <a:off x="6839661" y="2616637"/>
              <a:ext cx="30846" cy="23928"/>
            </a:xfrm>
            <a:custGeom>
              <a:avLst/>
              <a:pathLst>
                <a:path w="30846" h="23928">
                  <a:moveTo>
                    <a:pt x="29618" y="1533"/>
                  </a:moveTo>
                  <a:lnTo>
                    <a:pt x="30846" y="11419"/>
                  </a:lnTo>
                  <a:lnTo>
                    <a:pt x="28446" y="13029"/>
                  </a:lnTo>
                  <a:lnTo>
                    <a:pt x="22631" y="13832"/>
                  </a:lnTo>
                  <a:lnTo>
                    <a:pt x="20261" y="15172"/>
                  </a:lnTo>
                  <a:lnTo>
                    <a:pt x="18667" y="16712"/>
                  </a:lnTo>
                  <a:lnTo>
                    <a:pt x="18963" y="19720"/>
                  </a:lnTo>
                  <a:lnTo>
                    <a:pt x="16106" y="23180"/>
                  </a:lnTo>
                  <a:lnTo>
                    <a:pt x="12584" y="22534"/>
                  </a:lnTo>
                  <a:lnTo>
                    <a:pt x="14489" y="19069"/>
                  </a:lnTo>
                  <a:lnTo>
                    <a:pt x="14209" y="17245"/>
                  </a:lnTo>
                  <a:lnTo>
                    <a:pt x="10177" y="17049"/>
                  </a:lnTo>
                  <a:lnTo>
                    <a:pt x="9178" y="20123"/>
                  </a:lnTo>
                  <a:lnTo>
                    <a:pt x="9785" y="22343"/>
                  </a:lnTo>
                  <a:lnTo>
                    <a:pt x="6668" y="23583"/>
                  </a:lnTo>
                  <a:lnTo>
                    <a:pt x="3972" y="23928"/>
                  </a:lnTo>
                  <a:lnTo>
                    <a:pt x="0" y="21186"/>
                  </a:lnTo>
                  <a:lnTo>
                    <a:pt x="1538" y="19992"/>
                  </a:lnTo>
                  <a:lnTo>
                    <a:pt x="2862" y="16620"/>
                  </a:lnTo>
                  <a:lnTo>
                    <a:pt x="7164" y="13815"/>
                  </a:lnTo>
                  <a:lnTo>
                    <a:pt x="5256" y="10228"/>
                  </a:lnTo>
                  <a:lnTo>
                    <a:pt x="6520" y="8059"/>
                  </a:lnTo>
                  <a:lnTo>
                    <a:pt x="8887" y="6507"/>
                  </a:lnTo>
                  <a:lnTo>
                    <a:pt x="13060" y="7183"/>
                  </a:lnTo>
                  <a:lnTo>
                    <a:pt x="16517" y="5357"/>
                  </a:lnTo>
                  <a:lnTo>
                    <a:pt x="18510" y="5105"/>
                  </a:lnTo>
                  <a:lnTo>
                    <a:pt x="24103" y="6777"/>
                  </a:lnTo>
                  <a:lnTo>
                    <a:pt x="24881" y="6104"/>
                  </a:lnTo>
                  <a:lnTo>
                    <a:pt x="24965" y="3995"/>
                  </a:lnTo>
                  <a:lnTo>
                    <a:pt x="26196" y="2294"/>
                  </a:lnTo>
                  <a:lnTo>
                    <a:pt x="3058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h5850"/>
            <p:cNvSpPr/>
            <p:nvPr/>
          </p:nvSpPr>
          <p:spPr>
            <a:xfrm>
              <a:off x="6990192" y="2947491"/>
              <a:ext cx="49053" cy="30718"/>
            </a:xfrm>
            <a:custGeom>
              <a:avLst/>
              <a:pathLst>
                <a:path w="49053" h="30718">
                  <a:moveTo>
                    <a:pt x="39238" y="4917"/>
                  </a:moveTo>
                  <a:lnTo>
                    <a:pt x="49053" y="4015"/>
                  </a:lnTo>
                  <a:lnTo>
                    <a:pt x="48371" y="8827"/>
                  </a:lnTo>
                  <a:lnTo>
                    <a:pt x="43860" y="10639"/>
                  </a:lnTo>
                  <a:lnTo>
                    <a:pt x="41026" y="14121"/>
                  </a:lnTo>
                  <a:lnTo>
                    <a:pt x="36557" y="17851"/>
                  </a:lnTo>
                  <a:lnTo>
                    <a:pt x="22025" y="28520"/>
                  </a:lnTo>
                  <a:lnTo>
                    <a:pt x="19100" y="29304"/>
                  </a:lnTo>
                  <a:lnTo>
                    <a:pt x="18502" y="28208"/>
                  </a:lnTo>
                  <a:lnTo>
                    <a:pt x="15182" y="30045"/>
                  </a:lnTo>
                  <a:lnTo>
                    <a:pt x="11201" y="30718"/>
                  </a:lnTo>
                  <a:lnTo>
                    <a:pt x="11608" y="30054"/>
                  </a:lnTo>
                  <a:lnTo>
                    <a:pt x="0" y="29464"/>
                  </a:lnTo>
                  <a:lnTo>
                    <a:pt x="1240" y="27415"/>
                  </a:lnTo>
                  <a:lnTo>
                    <a:pt x="20443" y="19784"/>
                  </a:lnTo>
                  <a:lnTo>
                    <a:pt x="22718" y="17923"/>
                  </a:lnTo>
                  <a:lnTo>
                    <a:pt x="24505" y="14455"/>
                  </a:lnTo>
                  <a:lnTo>
                    <a:pt x="28384" y="11822"/>
                  </a:lnTo>
                  <a:lnTo>
                    <a:pt x="30593" y="5106"/>
                  </a:lnTo>
                  <a:lnTo>
                    <a:pt x="35613" y="2397"/>
                  </a:lnTo>
                  <a:lnTo>
                    <a:pt x="371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h5851"/>
            <p:cNvSpPr/>
            <p:nvPr/>
          </p:nvSpPr>
          <p:spPr>
            <a:xfrm>
              <a:off x="6955573" y="3022078"/>
              <a:ext cx="10530" cy="9144"/>
            </a:xfrm>
            <a:custGeom>
              <a:avLst/>
              <a:pathLst>
                <a:path w="10530" h="9144">
                  <a:moveTo>
                    <a:pt x="5788" y="0"/>
                  </a:moveTo>
                  <a:lnTo>
                    <a:pt x="10530" y="3929"/>
                  </a:lnTo>
                  <a:lnTo>
                    <a:pt x="8587" y="5258"/>
                  </a:lnTo>
                  <a:lnTo>
                    <a:pt x="7282" y="2835"/>
                  </a:lnTo>
                  <a:lnTo>
                    <a:pt x="4915" y="2492"/>
                  </a:lnTo>
                  <a:lnTo>
                    <a:pt x="3311" y="3902"/>
                  </a:lnTo>
                  <a:lnTo>
                    <a:pt x="3251" y="5111"/>
                  </a:lnTo>
                  <a:lnTo>
                    <a:pt x="3318" y="9144"/>
                  </a:lnTo>
                  <a:lnTo>
                    <a:pt x="1111" y="8106"/>
                  </a:lnTo>
                  <a:lnTo>
                    <a:pt x="0" y="8019"/>
                  </a:lnTo>
                  <a:lnTo>
                    <a:pt x="872" y="4516"/>
                  </a:lnTo>
                  <a:lnTo>
                    <a:pt x="4683" y="1242"/>
                  </a:lnTo>
                  <a:lnTo>
                    <a:pt x="4501" y="2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h5852"/>
            <p:cNvSpPr/>
            <p:nvPr/>
          </p:nvSpPr>
          <p:spPr>
            <a:xfrm>
              <a:off x="6977090" y="2909450"/>
              <a:ext cx="6772" cy="9686"/>
            </a:xfrm>
            <a:custGeom>
              <a:avLst/>
              <a:pathLst>
                <a:path w="6772" h="9686">
                  <a:moveTo>
                    <a:pt x="4196" y="150"/>
                  </a:moveTo>
                  <a:lnTo>
                    <a:pt x="4648" y="270"/>
                  </a:lnTo>
                  <a:lnTo>
                    <a:pt x="4604" y="2873"/>
                  </a:lnTo>
                  <a:lnTo>
                    <a:pt x="6772" y="7421"/>
                  </a:lnTo>
                  <a:lnTo>
                    <a:pt x="5879" y="9686"/>
                  </a:lnTo>
                  <a:lnTo>
                    <a:pt x="719" y="7764"/>
                  </a:lnTo>
                  <a:lnTo>
                    <a:pt x="147" y="8529"/>
                  </a:lnTo>
                  <a:lnTo>
                    <a:pt x="0" y="6238"/>
                  </a:lnTo>
                  <a:lnTo>
                    <a:pt x="352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h5853"/>
            <p:cNvSpPr/>
            <p:nvPr/>
          </p:nvSpPr>
          <p:spPr>
            <a:xfrm>
              <a:off x="6948081" y="2849967"/>
              <a:ext cx="24151" cy="37731"/>
            </a:xfrm>
            <a:custGeom>
              <a:avLst/>
              <a:pathLst>
                <a:path w="24151" h="37731">
                  <a:moveTo>
                    <a:pt x="16058" y="99"/>
                  </a:moveTo>
                  <a:lnTo>
                    <a:pt x="17181" y="3014"/>
                  </a:lnTo>
                  <a:lnTo>
                    <a:pt x="15240" y="7250"/>
                  </a:lnTo>
                  <a:lnTo>
                    <a:pt x="15903" y="10641"/>
                  </a:lnTo>
                  <a:lnTo>
                    <a:pt x="19313" y="15378"/>
                  </a:lnTo>
                  <a:lnTo>
                    <a:pt x="22610" y="14925"/>
                  </a:lnTo>
                  <a:lnTo>
                    <a:pt x="23730" y="15374"/>
                  </a:lnTo>
                  <a:lnTo>
                    <a:pt x="24151" y="16551"/>
                  </a:lnTo>
                  <a:lnTo>
                    <a:pt x="20615" y="17882"/>
                  </a:lnTo>
                  <a:lnTo>
                    <a:pt x="19337" y="22543"/>
                  </a:lnTo>
                  <a:lnTo>
                    <a:pt x="20535" y="33794"/>
                  </a:lnTo>
                  <a:lnTo>
                    <a:pt x="19752" y="35008"/>
                  </a:lnTo>
                  <a:lnTo>
                    <a:pt x="19212" y="37403"/>
                  </a:lnTo>
                  <a:lnTo>
                    <a:pt x="18338" y="37731"/>
                  </a:lnTo>
                  <a:lnTo>
                    <a:pt x="12408" y="34103"/>
                  </a:lnTo>
                  <a:lnTo>
                    <a:pt x="11232" y="29076"/>
                  </a:lnTo>
                  <a:lnTo>
                    <a:pt x="11898" y="27863"/>
                  </a:lnTo>
                  <a:lnTo>
                    <a:pt x="12545" y="29340"/>
                  </a:lnTo>
                  <a:lnTo>
                    <a:pt x="13645" y="28971"/>
                  </a:lnTo>
                  <a:lnTo>
                    <a:pt x="13477" y="27258"/>
                  </a:lnTo>
                  <a:lnTo>
                    <a:pt x="8771" y="27003"/>
                  </a:lnTo>
                  <a:lnTo>
                    <a:pt x="5182" y="20747"/>
                  </a:lnTo>
                  <a:lnTo>
                    <a:pt x="4762" y="18856"/>
                  </a:lnTo>
                  <a:lnTo>
                    <a:pt x="2026" y="19111"/>
                  </a:lnTo>
                  <a:lnTo>
                    <a:pt x="3997" y="17033"/>
                  </a:lnTo>
                  <a:lnTo>
                    <a:pt x="741" y="17046"/>
                  </a:lnTo>
                  <a:lnTo>
                    <a:pt x="0" y="15638"/>
                  </a:lnTo>
                  <a:lnTo>
                    <a:pt x="802" y="14296"/>
                  </a:lnTo>
                  <a:lnTo>
                    <a:pt x="3246" y="3967"/>
                  </a:lnTo>
                  <a:lnTo>
                    <a:pt x="5606" y="2746"/>
                  </a:lnTo>
                  <a:lnTo>
                    <a:pt x="7207" y="533"/>
                  </a:lnTo>
                  <a:lnTo>
                    <a:pt x="8953" y="1102"/>
                  </a:lnTo>
                  <a:lnTo>
                    <a:pt x="11817" y="842"/>
                  </a:lnTo>
                  <a:lnTo>
                    <a:pt x="123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h5854"/>
            <p:cNvSpPr/>
            <p:nvPr/>
          </p:nvSpPr>
          <p:spPr>
            <a:xfrm>
              <a:off x="6806367" y="2803640"/>
              <a:ext cx="23433" cy="19416"/>
            </a:xfrm>
            <a:custGeom>
              <a:avLst/>
              <a:pathLst>
                <a:path w="23433" h="19416">
                  <a:moveTo>
                    <a:pt x="12250" y="836"/>
                  </a:moveTo>
                  <a:lnTo>
                    <a:pt x="11246" y="1803"/>
                  </a:lnTo>
                  <a:lnTo>
                    <a:pt x="13413" y="3677"/>
                  </a:lnTo>
                  <a:lnTo>
                    <a:pt x="21790" y="2116"/>
                  </a:lnTo>
                  <a:lnTo>
                    <a:pt x="22792" y="2207"/>
                  </a:lnTo>
                  <a:lnTo>
                    <a:pt x="23433" y="3483"/>
                  </a:lnTo>
                  <a:lnTo>
                    <a:pt x="19605" y="10598"/>
                  </a:lnTo>
                  <a:lnTo>
                    <a:pt x="7908" y="18066"/>
                  </a:lnTo>
                  <a:lnTo>
                    <a:pt x="1090" y="19416"/>
                  </a:lnTo>
                  <a:lnTo>
                    <a:pt x="346" y="19109"/>
                  </a:lnTo>
                  <a:lnTo>
                    <a:pt x="0" y="17298"/>
                  </a:lnTo>
                  <a:lnTo>
                    <a:pt x="1635" y="11721"/>
                  </a:lnTo>
                  <a:lnTo>
                    <a:pt x="5992" y="6880"/>
                  </a:lnTo>
                  <a:lnTo>
                    <a:pt x="5608" y="4280"/>
                  </a:lnTo>
                  <a:lnTo>
                    <a:pt x="7679" y="2197"/>
                  </a:lnTo>
                  <a:lnTo>
                    <a:pt x="9773" y="592"/>
                  </a:lnTo>
                  <a:lnTo>
                    <a:pt x="1194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h5855"/>
            <p:cNvSpPr/>
            <p:nvPr/>
          </p:nvSpPr>
          <p:spPr>
            <a:xfrm>
              <a:off x="6963189" y="3043501"/>
              <a:ext cx="11882" cy="8384"/>
            </a:xfrm>
            <a:custGeom>
              <a:avLst/>
              <a:pathLst>
                <a:path w="11882" h="8384">
                  <a:moveTo>
                    <a:pt x="6516" y="0"/>
                  </a:moveTo>
                  <a:lnTo>
                    <a:pt x="7713" y="2032"/>
                  </a:lnTo>
                  <a:lnTo>
                    <a:pt x="9312" y="2848"/>
                  </a:lnTo>
                  <a:lnTo>
                    <a:pt x="11118" y="1525"/>
                  </a:lnTo>
                  <a:lnTo>
                    <a:pt x="11882" y="2396"/>
                  </a:lnTo>
                  <a:lnTo>
                    <a:pt x="10119" y="4366"/>
                  </a:lnTo>
                  <a:lnTo>
                    <a:pt x="4364" y="7872"/>
                  </a:lnTo>
                  <a:lnTo>
                    <a:pt x="3637" y="8384"/>
                  </a:lnTo>
                  <a:lnTo>
                    <a:pt x="3519" y="7558"/>
                  </a:lnTo>
                  <a:lnTo>
                    <a:pt x="0" y="279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h5856"/>
            <p:cNvSpPr/>
            <p:nvPr/>
          </p:nvSpPr>
          <p:spPr>
            <a:xfrm>
              <a:off x="7215814" y="3112657"/>
              <a:ext cx="23210" cy="47377"/>
            </a:xfrm>
            <a:custGeom>
              <a:avLst/>
              <a:pathLst>
                <a:path w="23210" h="47377">
                  <a:moveTo>
                    <a:pt x="11803" y="4516"/>
                  </a:moveTo>
                  <a:lnTo>
                    <a:pt x="14421" y="11181"/>
                  </a:lnTo>
                  <a:lnTo>
                    <a:pt x="20079" y="11853"/>
                  </a:lnTo>
                  <a:lnTo>
                    <a:pt x="20615" y="13572"/>
                  </a:lnTo>
                  <a:lnTo>
                    <a:pt x="18057" y="16904"/>
                  </a:lnTo>
                  <a:lnTo>
                    <a:pt x="16698" y="17021"/>
                  </a:lnTo>
                  <a:lnTo>
                    <a:pt x="14093" y="19142"/>
                  </a:lnTo>
                  <a:lnTo>
                    <a:pt x="13612" y="23653"/>
                  </a:lnTo>
                  <a:lnTo>
                    <a:pt x="21133" y="30694"/>
                  </a:lnTo>
                  <a:lnTo>
                    <a:pt x="22600" y="31021"/>
                  </a:lnTo>
                  <a:lnTo>
                    <a:pt x="23210" y="32198"/>
                  </a:lnTo>
                  <a:lnTo>
                    <a:pt x="17682" y="40824"/>
                  </a:lnTo>
                  <a:lnTo>
                    <a:pt x="20581" y="44037"/>
                  </a:lnTo>
                  <a:lnTo>
                    <a:pt x="17324" y="45497"/>
                  </a:lnTo>
                  <a:lnTo>
                    <a:pt x="16844" y="47012"/>
                  </a:lnTo>
                  <a:lnTo>
                    <a:pt x="11826" y="47377"/>
                  </a:lnTo>
                  <a:lnTo>
                    <a:pt x="12131" y="43221"/>
                  </a:lnTo>
                  <a:lnTo>
                    <a:pt x="10649" y="35229"/>
                  </a:lnTo>
                  <a:lnTo>
                    <a:pt x="8572" y="30783"/>
                  </a:lnTo>
                  <a:lnTo>
                    <a:pt x="703" y="22274"/>
                  </a:lnTo>
                  <a:lnTo>
                    <a:pt x="428" y="20129"/>
                  </a:lnTo>
                  <a:lnTo>
                    <a:pt x="1311" y="18336"/>
                  </a:lnTo>
                  <a:lnTo>
                    <a:pt x="221" y="17654"/>
                  </a:lnTo>
                  <a:lnTo>
                    <a:pt x="0" y="15112"/>
                  </a:lnTo>
                  <a:lnTo>
                    <a:pt x="3218" y="13992"/>
                  </a:lnTo>
                  <a:lnTo>
                    <a:pt x="4588" y="12567"/>
                  </a:lnTo>
                  <a:lnTo>
                    <a:pt x="5042" y="6945"/>
                  </a:lnTo>
                  <a:lnTo>
                    <a:pt x="3711" y="3341"/>
                  </a:lnTo>
                  <a:lnTo>
                    <a:pt x="7634" y="983"/>
                  </a:lnTo>
                  <a:lnTo>
                    <a:pt x="1099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h5857"/>
            <p:cNvSpPr/>
            <p:nvPr/>
          </p:nvSpPr>
          <p:spPr>
            <a:xfrm>
              <a:off x="7014314" y="3030606"/>
              <a:ext cx="74557" cy="50154"/>
            </a:xfrm>
            <a:custGeom>
              <a:avLst/>
              <a:pathLst>
                <a:path w="74557" h="50154">
                  <a:moveTo>
                    <a:pt x="21485" y="219"/>
                  </a:moveTo>
                  <a:lnTo>
                    <a:pt x="21534" y="5219"/>
                  </a:lnTo>
                  <a:lnTo>
                    <a:pt x="22216" y="6185"/>
                  </a:lnTo>
                  <a:lnTo>
                    <a:pt x="30010" y="4840"/>
                  </a:lnTo>
                  <a:lnTo>
                    <a:pt x="33859" y="8028"/>
                  </a:lnTo>
                  <a:lnTo>
                    <a:pt x="39513" y="7703"/>
                  </a:lnTo>
                  <a:lnTo>
                    <a:pt x="45258" y="9978"/>
                  </a:lnTo>
                  <a:lnTo>
                    <a:pt x="51092" y="9030"/>
                  </a:lnTo>
                  <a:lnTo>
                    <a:pt x="53119" y="10012"/>
                  </a:lnTo>
                  <a:lnTo>
                    <a:pt x="56243" y="13554"/>
                  </a:lnTo>
                  <a:lnTo>
                    <a:pt x="67447" y="15242"/>
                  </a:lnTo>
                  <a:lnTo>
                    <a:pt x="67334" y="17060"/>
                  </a:lnTo>
                  <a:lnTo>
                    <a:pt x="74557" y="24218"/>
                  </a:lnTo>
                  <a:lnTo>
                    <a:pt x="70512" y="28082"/>
                  </a:lnTo>
                  <a:lnTo>
                    <a:pt x="71613" y="28996"/>
                  </a:lnTo>
                  <a:lnTo>
                    <a:pt x="72323" y="31445"/>
                  </a:lnTo>
                  <a:lnTo>
                    <a:pt x="72156" y="34067"/>
                  </a:lnTo>
                  <a:lnTo>
                    <a:pt x="74070" y="35075"/>
                  </a:lnTo>
                  <a:lnTo>
                    <a:pt x="70761" y="39862"/>
                  </a:lnTo>
                  <a:lnTo>
                    <a:pt x="66779" y="37702"/>
                  </a:lnTo>
                  <a:lnTo>
                    <a:pt x="58707" y="36179"/>
                  </a:lnTo>
                  <a:lnTo>
                    <a:pt x="55320" y="37765"/>
                  </a:lnTo>
                  <a:lnTo>
                    <a:pt x="54036" y="40340"/>
                  </a:lnTo>
                  <a:lnTo>
                    <a:pt x="52624" y="40765"/>
                  </a:lnTo>
                  <a:lnTo>
                    <a:pt x="42747" y="38584"/>
                  </a:lnTo>
                  <a:lnTo>
                    <a:pt x="38617" y="43947"/>
                  </a:lnTo>
                  <a:lnTo>
                    <a:pt x="39425" y="50154"/>
                  </a:lnTo>
                  <a:lnTo>
                    <a:pt x="38564" y="49520"/>
                  </a:lnTo>
                  <a:lnTo>
                    <a:pt x="36351" y="44805"/>
                  </a:lnTo>
                  <a:lnTo>
                    <a:pt x="36526" y="44173"/>
                  </a:lnTo>
                  <a:lnTo>
                    <a:pt x="31913" y="38604"/>
                  </a:lnTo>
                  <a:lnTo>
                    <a:pt x="28727" y="37245"/>
                  </a:lnTo>
                  <a:lnTo>
                    <a:pt x="27028" y="35409"/>
                  </a:lnTo>
                  <a:lnTo>
                    <a:pt x="24126" y="27118"/>
                  </a:lnTo>
                  <a:lnTo>
                    <a:pt x="19695" y="20132"/>
                  </a:lnTo>
                  <a:lnTo>
                    <a:pt x="15729" y="18830"/>
                  </a:lnTo>
                  <a:lnTo>
                    <a:pt x="7840" y="18527"/>
                  </a:lnTo>
                  <a:lnTo>
                    <a:pt x="5136" y="16916"/>
                  </a:lnTo>
                  <a:lnTo>
                    <a:pt x="0" y="13544"/>
                  </a:lnTo>
                  <a:lnTo>
                    <a:pt x="3445" y="6433"/>
                  </a:lnTo>
                  <a:lnTo>
                    <a:pt x="4919" y="4807"/>
                  </a:lnTo>
                  <a:lnTo>
                    <a:pt x="4242" y="838"/>
                  </a:lnTo>
                  <a:lnTo>
                    <a:pt x="5357" y="589"/>
                  </a:lnTo>
                  <a:lnTo>
                    <a:pt x="11964" y="1863"/>
                  </a:lnTo>
                  <a:lnTo>
                    <a:pt x="15816" y="0"/>
                  </a:lnTo>
                  <a:lnTo>
                    <a:pt x="16869" y="43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h5858"/>
            <p:cNvSpPr/>
            <p:nvPr/>
          </p:nvSpPr>
          <p:spPr>
            <a:xfrm>
              <a:off x="7087104" y="3086398"/>
              <a:ext cx="14527" cy="13592"/>
            </a:xfrm>
            <a:custGeom>
              <a:avLst/>
              <a:pathLst>
                <a:path w="14527" h="13592">
                  <a:moveTo>
                    <a:pt x="9623" y="432"/>
                  </a:moveTo>
                  <a:lnTo>
                    <a:pt x="12691" y="3066"/>
                  </a:lnTo>
                  <a:lnTo>
                    <a:pt x="14527" y="6077"/>
                  </a:lnTo>
                  <a:lnTo>
                    <a:pt x="13307" y="7253"/>
                  </a:lnTo>
                  <a:lnTo>
                    <a:pt x="10953" y="7760"/>
                  </a:lnTo>
                  <a:lnTo>
                    <a:pt x="10698" y="9430"/>
                  </a:lnTo>
                  <a:lnTo>
                    <a:pt x="12122" y="13592"/>
                  </a:lnTo>
                  <a:lnTo>
                    <a:pt x="9878" y="13047"/>
                  </a:lnTo>
                  <a:lnTo>
                    <a:pt x="7705" y="11085"/>
                  </a:lnTo>
                  <a:lnTo>
                    <a:pt x="6106" y="10980"/>
                  </a:lnTo>
                  <a:lnTo>
                    <a:pt x="3345" y="12645"/>
                  </a:lnTo>
                  <a:lnTo>
                    <a:pt x="2033" y="12170"/>
                  </a:lnTo>
                  <a:lnTo>
                    <a:pt x="0" y="8244"/>
                  </a:lnTo>
                  <a:lnTo>
                    <a:pt x="2760" y="7583"/>
                  </a:lnTo>
                  <a:lnTo>
                    <a:pt x="2992" y="6547"/>
                  </a:lnTo>
                  <a:lnTo>
                    <a:pt x="1303" y="1706"/>
                  </a:lnTo>
                  <a:lnTo>
                    <a:pt x="1634" y="182"/>
                  </a:lnTo>
                  <a:lnTo>
                    <a:pt x="5355" y="1110"/>
                  </a:lnTo>
                  <a:lnTo>
                    <a:pt x="642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h5859"/>
            <p:cNvSpPr/>
            <p:nvPr/>
          </p:nvSpPr>
          <p:spPr>
            <a:xfrm>
              <a:off x="6985245" y="2976955"/>
              <a:ext cx="20129" cy="5048"/>
            </a:xfrm>
            <a:custGeom>
              <a:avLst/>
              <a:pathLst>
                <a:path w="20129" h="5048">
                  <a:moveTo>
                    <a:pt x="16555" y="590"/>
                  </a:moveTo>
                  <a:lnTo>
                    <a:pt x="16148" y="1253"/>
                  </a:lnTo>
                  <a:lnTo>
                    <a:pt x="20129" y="580"/>
                  </a:lnTo>
                  <a:lnTo>
                    <a:pt x="17072" y="3454"/>
                  </a:lnTo>
                  <a:lnTo>
                    <a:pt x="15177" y="4194"/>
                  </a:lnTo>
                  <a:lnTo>
                    <a:pt x="5118" y="5048"/>
                  </a:lnTo>
                  <a:lnTo>
                    <a:pt x="793" y="4080"/>
                  </a:lnTo>
                  <a:lnTo>
                    <a:pt x="367" y="3405"/>
                  </a:lnTo>
                  <a:lnTo>
                    <a:pt x="0" y="1162"/>
                  </a:lnTo>
                  <a:lnTo>
                    <a:pt x="1767" y="278"/>
                  </a:lnTo>
                  <a:lnTo>
                    <a:pt x="494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h5860"/>
            <p:cNvSpPr/>
            <p:nvPr/>
          </p:nvSpPr>
          <p:spPr>
            <a:xfrm>
              <a:off x="6960003" y="2908352"/>
              <a:ext cx="15041" cy="20024"/>
            </a:xfrm>
            <a:custGeom>
              <a:avLst/>
              <a:pathLst>
                <a:path w="15041" h="20024">
                  <a:moveTo>
                    <a:pt x="7952" y="0"/>
                  </a:moveTo>
                  <a:lnTo>
                    <a:pt x="15041" y="3306"/>
                  </a:lnTo>
                  <a:lnTo>
                    <a:pt x="13223" y="4756"/>
                  </a:lnTo>
                  <a:lnTo>
                    <a:pt x="11437" y="4513"/>
                  </a:lnTo>
                  <a:lnTo>
                    <a:pt x="11232" y="6239"/>
                  </a:lnTo>
                  <a:lnTo>
                    <a:pt x="12099" y="7311"/>
                  </a:lnTo>
                  <a:lnTo>
                    <a:pt x="9382" y="7933"/>
                  </a:lnTo>
                  <a:lnTo>
                    <a:pt x="11421" y="16718"/>
                  </a:lnTo>
                  <a:lnTo>
                    <a:pt x="9377" y="19530"/>
                  </a:lnTo>
                  <a:lnTo>
                    <a:pt x="7698" y="20024"/>
                  </a:lnTo>
                  <a:lnTo>
                    <a:pt x="4087" y="19133"/>
                  </a:lnTo>
                  <a:lnTo>
                    <a:pt x="2386" y="15276"/>
                  </a:lnTo>
                  <a:lnTo>
                    <a:pt x="0" y="12186"/>
                  </a:lnTo>
                  <a:lnTo>
                    <a:pt x="4150" y="7816"/>
                  </a:lnTo>
                  <a:lnTo>
                    <a:pt x="4386" y="72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h5861"/>
            <p:cNvSpPr/>
            <p:nvPr/>
          </p:nvSpPr>
          <p:spPr>
            <a:xfrm>
              <a:off x="7072525" y="2976813"/>
              <a:ext cx="139" cy="416"/>
            </a:xfrm>
            <a:custGeom>
              <a:avLst/>
              <a:pathLst>
                <a:path w="139" h="416">
                  <a:moveTo>
                    <a:pt x="1" y="0"/>
                  </a:moveTo>
                  <a:lnTo>
                    <a:pt x="139" y="207"/>
                  </a:lnTo>
                  <a:lnTo>
                    <a:pt x="0" y="416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h5862"/>
            <p:cNvSpPr/>
            <p:nvPr/>
          </p:nvSpPr>
          <p:spPr>
            <a:xfrm>
              <a:off x="7044251" y="2966918"/>
              <a:ext cx="25340" cy="19117"/>
            </a:xfrm>
            <a:custGeom>
              <a:avLst/>
              <a:pathLst>
                <a:path w="25340" h="19117">
                  <a:moveTo>
                    <a:pt x="23731" y="6387"/>
                  </a:moveTo>
                  <a:lnTo>
                    <a:pt x="23255" y="7200"/>
                  </a:lnTo>
                  <a:lnTo>
                    <a:pt x="25340" y="10676"/>
                  </a:lnTo>
                  <a:lnTo>
                    <a:pt x="23878" y="11515"/>
                  </a:lnTo>
                  <a:lnTo>
                    <a:pt x="22096" y="18226"/>
                  </a:lnTo>
                  <a:lnTo>
                    <a:pt x="17572" y="19117"/>
                  </a:lnTo>
                  <a:lnTo>
                    <a:pt x="15742" y="18729"/>
                  </a:lnTo>
                  <a:lnTo>
                    <a:pt x="11250" y="14444"/>
                  </a:lnTo>
                  <a:lnTo>
                    <a:pt x="9092" y="15918"/>
                  </a:lnTo>
                  <a:lnTo>
                    <a:pt x="5138" y="12996"/>
                  </a:lnTo>
                  <a:lnTo>
                    <a:pt x="4420" y="9770"/>
                  </a:lnTo>
                  <a:lnTo>
                    <a:pt x="2431" y="8379"/>
                  </a:lnTo>
                  <a:lnTo>
                    <a:pt x="1002" y="8428"/>
                  </a:lnTo>
                  <a:lnTo>
                    <a:pt x="0" y="3332"/>
                  </a:lnTo>
                  <a:lnTo>
                    <a:pt x="3413" y="4290"/>
                  </a:lnTo>
                  <a:lnTo>
                    <a:pt x="5451" y="2920"/>
                  </a:lnTo>
                  <a:lnTo>
                    <a:pt x="5858" y="948"/>
                  </a:lnTo>
                  <a:lnTo>
                    <a:pt x="7399" y="302"/>
                  </a:lnTo>
                  <a:lnTo>
                    <a:pt x="11156" y="4838"/>
                  </a:lnTo>
                  <a:lnTo>
                    <a:pt x="12873" y="5327"/>
                  </a:lnTo>
                  <a:lnTo>
                    <a:pt x="13210" y="0"/>
                  </a:lnTo>
                  <a:lnTo>
                    <a:pt x="17025" y="1564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h5863"/>
            <p:cNvSpPr/>
            <p:nvPr/>
          </p:nvSpPr>
          <p:spPr>
            <a:xfrm>
              <a:off x="7138691" y="3044951"/>
              <a:ext cx="34819" cy="40402"/>
            </a:xfrm>
            <a:custGeom>
              <a:avLst/>
              <a:pathLst>
                <a:path w="34819" h="40402">
                  <a:moveTo>
                    <a:pt x="24033" y="0"/>
                  </a:moveTo>
                  <a:lnTo>
                    <a:pt x="26616" y="489"/>
                  </a:lnTo>
                  <a:lnTo>
                    <a:pt x="29644" y="3749"/>
                  </a:lnTo>
                  <a:lnTo>
                    <a:pt x="34557" y="6126"/>
                  </a:lnTo>
                  <a:lnTo>
                    <a:pt x="34819" y="7486"/>
                  </a:lnTo>
                  <a:lnTo>
                    <a:pt x="31272" y="9811"/>
                  </a:lnTo>
                  <a:lnTo>
                    <a:pt x="30600" y="18589"/>
                  </a:lnTo>
                  <a:lnTo>
                    <a:pt x="29859" y="19556"/>
                  </a:lnTo>
                  <a:lnTo>
                    <a:pt x="24097" y="22429"/>
                  </a:lnTo>
                  <a:lnTo>
                    <a:pt x="23559" y="32471"/>
                  </a:lnTo>
                  <a:lnTo>
                    <a:pt x="22074" y="35320"/>
                  </a:lnTo>
                  <a:lnTo>
                    <a:pt x="17701" y="38113"/>
                  </a:lnTo>
                  <a:lnTo>
                    <a:pt x="13858" y="38121"/>
                  </a:lnTo>
                  <a:lnTo>
                    <a:pt x="13332" y="39666"/>
                  </a:lnTo>
                  <a:lnTo>
                    <a:pt x="10547" y="38974"/>
                  </a:lnTo>
                  <a:lnTo>
                    <a:pt x="5915" y="40402"/>
                  </a:lnTo>
                  <a:lnTo>
                    <a:pt x="4256" y="39384"/>
                  </a:lnTo>
                  <a:lnTo>
                    <a:pt x="4108" y="38293"/>
                  </a:lnTo>
                  <a:lnTo>
                    <a:pt x="5900" y="36002"/>
                  </a:lnTo>
                  <a:lnTo>
                    <a:pt x="3655" y="31484"/>
                  </a:lnTo>
                  <a:lnTo>
                    <a:pt x="579" y="29826"/>
                  </a:lnTo>
                  <a:lnTo>
                    <a:pt x="703" y="29293"/>
                  </a:lnTo>
                  <a:lnTo>
                    <a:pt x="2571" y="29237"/>
                  </a:lnTo>
                  <a:lnTo>
                    <a:pt x="3698" y="24662"/>
                  </a:lnTo>
                  <a:lnTo>
                    <a:pt x="2659" y="14666"/>
                  </a:lnTo>
                  <a:lnTo>
                    <a:pt x="0" y="11888"/>
                  </a:lnTo>
                  <a:lnTo>
                    <a:pt x="646" y="11306"/>
                  </a:lnTo>
                  <a:lnTo>
                    <a:pt x="4239" y="12437"/>
                  </a:lnTo>
                  <a:lnTo>
                    <a:pt x="7454" y="13145"/>
                  </a:lnTo>
                  <a:lnTo>
                    <a:pt x="10710" y="10502"/>
                  </a:lnTo>
                  <a:lnTo>
                    <a:pt x="17155" y="10206"/>
                  </a:lnTo>
                  <a:lnTo>
                    <a:pt x="23717" y="5700"/>
                  </a:lnTo>
                  <a:lnTo>
                    <a:pt x="25344" y="218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h5864"/>
            <p:cNvSpPr/>
            <p:nvPr/>
          </p:nvSpPr>
          <p:spPr>
            <a:xfrm>
              <a:off x="7196647" y="3119860"/>
              <a:ext cx="31297" cy="43296"/>
            </a:xfrm>
            <a:custGeom>
              <a:avLst/>
              <a:pathLst>
                <a:path w="31297" h="43296">
                  <a:moveTo>
                    <a:pt x="14660" y="576"/>
                  </a:moveTo>
                  <a:lnTo>
                    <a:pt x="12609" y="3665"/>
                  </a:lnTo>
                  <a:lnTo>
                    <a:pt x="15029" y="6689"/>
                  </a:lnTo>
                  <a:lnTo>
                    <a:pt x="19064" y="9202"/>
                  </a:lnTo>
                  <a:lnTo>
                    <a:pt x="19387" y="10451"/>
                  </a:lnTo>
                  <a:lnTo>
                    <a:pt x="20478" y="11133"/>
                  </a:lnTo>
                  <a:lnTo>
                    <a:pt x="19595" y="12926"/>
                  </a:lnTo>
                  <a:lnTo>
                    <a:pt x="19870" y="15071"/>
                  </a:lnTo>
                  <a:lnTo>
                    <a:pt x="27738" y="23580"/>
                  </a:lnTo>
                  <a:lnTo>
                    <a:pt x="29816" y="28026"/>
                  </a:lnTo>
                  <a:lnTo>
                    <a:pt x="31297" y="36018"/>
                  </a:lnTo>
                  <a:lnTo>
                    <a:pt x="30992" y="40174"/>
                  </a:lnTo>
                  <a:lnTo>
                    <a:pt x="30208" y="39581"/>
                  </a:lnTo>
                  <a:lnTo>
                    <a:pt x="26737" y="39539"/>
                  </a:lnTo>
                  <a:lnTo>
                    <a:pt x="3874" y="43296"/>
                  </a:lnTo>
                  <a:lnTo>
                    <a:pt x="1835" y="43010"/>
                  </a:lnTo>
                  <a:lnTo>
                    <a:pt x="0" y="42289"/>
                  </a:lnTo>
                  <a:lnTo>
                    <a:pt x="657" y="34183"/>
                  </a:lnTo>
                  <a:lnTo>
                    <a:pt x="3553" y="33463"/>
                  </a:lnTo>
                  <a:lnTo>
                    <a:pt x="7376" y="35439"/>
                  </a:lnTo>
                  <a:lnTo>
                    <a:pt x="7686" y="34865"/>
                  </a:lnTo>
                  <a:lnTo>
                    <a:pt x="7520" y="33158"/>
                  </a:lnTo>
                  <a:lnTo>
                    <a:pt x="3997" y="31976"/>
                  </a:lnTo>
                  <a:lnTo>
                    <a:pt x="596" y="27580"/>
                  </a:lnTo>
                  <a:lnTo>
                    <a:pt x="1209" y="25331"/>
                  </a:lnTo>
                  <a:lnTo>
                    <a:pt x="4606" y="25647"/>
                  </a:lnTo>
                  <a:lnTo>
                    <a:pt x="6481" y="30274"/>
                  </a:lnTo>
                  <a:lnTo>
                    <a:pt x="8476" y="32342"/>
                  </a:lnTo>
                  <a:lnTo>
                    <a:pt x="15883" y="35211"/>
                  </a:lnTo>
                  <a:lnTo>
                    <a:pt x="19123" y="38112"/>
                  </a:lnTo>
                  <a:lnTo>
                    <a:pt x="20351" y="35919"/>
                  </a:lnTo>
                  <a:lnTo>
                    <a:pt x="18794" y="33073"/>
                  </a:lnTo>
                  <a:lnTo>
                    <a:pt x="17651" y="28150"/>
                  </a:lnTo>
                  <a:lnTo>
                    <a:pt x="3320" y="21439"/>
                  </a:lnTo>
                  <a:lnTo>
                    <a:pt x="1203" y="16309"/>
                  </a:lnTo>
                  <a:lnTo>
                    <a:pt x="3822" y="9237"/>
                  </a:lnTo>
                  <a:lnTo>
                    <a:pt x="580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h5865"/>
            <p:cNvSpPr/>
            <p:nvPr/>
          </p:nvSpPr>
          <p:spPr>
            <a:xfrm>
              <a:off x="7154693" y="3114283"/>
              <a:ext cx="62305" cy="53319"/>
            </a:xfrm>
            <a:custGeom>
              <a:avLst/>
              <a:pathLst>
                <a:path w="62305" h="53319">
                  <a:moveTo>
                    <a:pt x="29106" y="338"/>
                  </a:moveTo>
                  <a:lnTo>
                    <a:pt x="29230" y="3094"/>
                  </a:lnTo>
                  <a:lnTo>
                    <a:pt x="31942" y="4711"/>
                  </a:lnTo>
                  <a:lnTo>
                    <a:pt x="35388" y="2837"/>
                  </a:lnTo>
                  <a:lnTo>
                    <a:pt x="37300" y="965"/>
                  </a:lnTo>
                  <a:lnTo>
                    <a:pt x="41706" y="565"/>
                  </a:lnTo>
                  <a:lnTo>
                    <a:pt x="47356" y="3870"/>
                  </a:lnTo>
                  <a:lnTo>
                    <a:pt x="47755" y="5577"/>
                  </a:lnTo>
                  <a:lnTo>
                    <a:pt x="45777" y="14814"/>
                  </a:lnTo>
                  <a:lnTo>
                    <a:pt x="43157" y="21886"/>
                  </a:lnTo>
                  <a:lnTo>
                    <a:pt x="45275" y="27017"/>
                  </a:lnTo>
                  <a:lnTo>
                    <a:pt x="59606" y="33728"/>
                  </a:lnTo>
                  <a:lnTo>
                    <a:pt x="60749" y="38651"/>
                  </a:lnTo>
                  <a:lnTo>
                    <a:pt x="62305" y="41497"/>
                  </a:lnTo>
                  <a:lnTo>
                    <a:pt x="61077" y="43689"/>
                  </a:lnTo>
                  <a:lnTo>
                    <a:pt x="57837" y="40789"/>
                  </a:lnTo>
                  <a:lnTo>
                    <a:pt x="50431" y="37919"/>
                  </a:lnTo>
                  <a:lnTo>
                    <a:pt x="48436" y="35852"/>
                  </a:lnTo>
                  <a:lnTo>
                    <a:pt x="46561" y="31225"/>
                  </a:lnTo>
                  <a:lnTo>
                    <a:pt x="43164" y="30908"/>
                  </a:lnTo>
                  <a:lnTo>
                    <a:pt x="42551" y="33157"/>
                  </a:lnTo>
                  <a:lnTo>
                    <a:pt x="45951" y="37553"/>
                  </a:lnTo>
                  <a:lnTo>
                    <a:pt x="49475" y="38735"/>
                  </a:lnTo>
                  <a:lnTo>
                    <a:pt x="49641" y="40442"/>
                  </a:lnTo>
                  <a:lnTo>
                    <a:pt x="49330" y="41016"/>
                  </a:lnTo>
                  <a:lnTo>
                    <a:pt x="45508" y="39041"/>
                  </a:lnTo>
                  <a:lnTo>
                    <a:pt x="42611" y="39761"/>
                  </a:lnTo>
                  <a:lnTo>
                    <a:pt x="41954" y="47867"/>
                  </a:lnTo>
                  <a:lnTo>
                    <a:pt x="43790" y="48587"/>
                  </a:lnTo>
                  <a:lnTo>
                    <a:pt x="33377" y="50162"/>
                  </a:lnTo>
                  <a:lnTo>
                    <a:pt x="28213" y="52415"/>
                  </a:lnTo>
                  <a:lnTo>
                    <a:pt x="27475" y="53319"/>
                  </a:lnTo>
                  <a:lnTo>
                    <a:pt x="21554" y="46082"/>
                  </a:lnTo>
                  <a:lnTo>
                    <a:pt x="19099" y="45272"/>
                  </a:lnTo>
                  <a:lnTo>
                    <a:pt x="19363" y="43412"/>
                  </a:lnTo>
                  <a:lnTo>
                    <a:pt x="28660" y="39997"/>
                  </a:lnTo>
                  <a:lnTo>
                    <a:pt x="28804" y="39271"/>
                  </a:lnTo>
                  <a:lnTo>
                    <a:pt x="28874" y="35806"/>
                  </a:lnTo>
                  <a:lnTo>
                    <a:pt x="22418" y="29578"/>
                  </a:lnTo>
                  <a:lnTo>
                    <a:pt x="16597" y="32667"/>
                  </a:lnTo>
                  <a:lnTo>
                    <a:pt x="13295" y="36415"/>
                  </a:lnTo>
                  <a:lnTo>
                    <a:pt x="9923" y="37467"/>
                  </a:lnTo>
                  <a:lnTo>
                    <a:pt x="8671" y="37918"/>
                  </a:lnTo>
                  <a:lnTo>
                    <a:pt x="2586" y="35565"/>
                  </a:lnTo>
                  <a:lnTo>
                    <a:pt x="0" y="28964"/>
                  </a:lnTo>
                  <a:lnTo>
                    <a:pt x="1484" y="25894"/>
                  </a:lnTo>
                  <a:lnTo>
                    <a:pt x="9552" y="20892"/>
                  </a:lnTo>
                  <a:lnTo>
                    <a:pt x="11738" y="20763"/>
                  </a:lnTo>
                  <a:lnTo>
                    <a:pt x="14787" y="22106"/>
                  </a:lnTo>
                  <a:lnTo>
                    <a:pt x="14936" y="23104"/>
                  </a:lnTo>
                  <a:lnTo>
                    <a:pt x="17527" y="21678"/>
                  </a:lnTo>
                  <a:lnTo>
                    <a:pt x="16797" y="14725"/>
                  </a:lnTo>
                  <a:lnTo>
                    <a:pt x="19711" y="13232"/>
                  </a:lnTo>
                  <a:lnTo>
                    <a:pt x="21280" y="11060"/>
                  </a:lnTo>
                  <a:lnTo>
                    <a:pt x="20689" y="10288"/>
                  </a:lnTo>
                  <a:lnTo>
                    <a:pt x="21060" y="2238"/>
                  </a:lnTo>
                  <a:lnTo>
                    <a:pt x="2594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h5866"/>
            <p:cNvSpPr/>
            <p:nvPr/>
          </p:nvSpPr>
          <p:spPr>
            <a:xfrm>
              <a:off x="6881926" y="2696776"/>
              <a:ext cx="41304" cy="56854"/>
            </a:xfrm>
            <a:custGeom>
              <a:avLst/>
              <a:pathLst>
                <a:path w="41304" h="56854">
                  <a:moveTo>
                    <a:pt x="41297" y="1954"/>
                  </a:moveTo>
                  <a:lnTo>
                    <a:pt x="41304" y="7703"/>
                  </a:lnTo>
                  <a:lnTo>
                    <a:pt x="36896" y="21041"/>
                  </a:lnTo>
                  <a:lnTo>
                    <a:pt x="33199" y="28463"/>
                  </a:lnTo>
                  <a:lnTo>
                    <a:pt x="32275" y="33716"/>
                  </a:lnTo>
                  <a:lnTo>
                    <a:pt x="32245" y="39371"/>
                  </a:lnTo>
                  <a:lnTo>
                    <a:pt x="33298" y="44042"/>
                  </a:lnTo>
                  <a:lnTo>
                    <a:pt x="39198" y="56854"/>
                  </a:lnTo>
                  <a:lnTo>
                    <a:pt x="37142" y="54653"/>
                  </a:lnTo>
                  <a:lnTo>
                    <a:pt x="34948" y="53973"/>
                  </a:lnTo>
                  <a:lnTo>
                    <a:pt x="34181" y="55175"/>
                  </a:lnTo>
                  <a:lnTo>
                    <a:pt x="31586" y="54928"/>
                  </a:lnTo>
                  <a:lnTo>
                    <a:pt x="29438" y="52533"/>
                  </a:lnTo>
                  <a:lnTo>
                    <a:pt x="27562" y="52253"/>
                  </a:lnTo>
                  <a:lnTo>
                    <a:pt x="19728" y="54429"/>
                  </a:lnTo>
                  <a:lnTo>
                    <a:pt x="17981" y="55676"/>
                  </a:lnTo>
                  <a:lnTo>
                    <a:pt x="17793" y="56609"/>
                  </a:lnTo>
                  <a:lnTo>
                    <a:pt x="15997" y="56383"/>
                  </a:lnTo>
                  <a:lnTo>
                    <a:pt x="11505" y="52610"/>
                  </a:lnTo>
                  <a:lnTo>
                    <a:pt x="8537" y="47574"/>
                  </a:lnTo>
                  <a:lnTo>
                    <a:pt x="3061" y="45951"/>
                  </a:lnTo>
                  <a:lnTo>
                    <a:pt x="884" y="46881"/>
                  </a:lnTo>
                  <a:lnTo>
                    <a:pt x="0" y="45427"/>
                  </a:lnTo>
                  <a:lnTo>
                    <a:pt x="1911" y="43354"/>
                  </a:lnTo>
                  <a:lnTo>
                    <a:pt x="789" y="42033"/>
                  </a:lnTo>
                  <a:lnTo>
                    <a:pt x="884" y="40750"/>
                  </a:lnTo>
                  <a:lnTo>
                    <a:pt x="1934" y="39477"/>
                  </a:lnTo>
                  <a:lnTo>
                    <a:pt x="5090" y="38728"/>
                  </a:lnTo>
                  <a:lnTo>
                    <a:pt x="5677" y="36197"/>
                  </a:lnTo>
                  <a:lnTo>
                    <a:pt x="7270" y="35400"/>
                  </a:lnTo>
                  <a:lnTo>
                    <a:pt x="10519" y="35689"/>
                  </a:lnTo>
                  <a:lnTo>
                    <a:pt x="13806" y="34120"/>
                  </a:lnTo>
                  <a:lnTo>
                    <a:pt x="13667" y="27425"/>
                  </a:lnTo>
                  <a:lnTo>
                    <a:pt x="16383" y="23524"/>
                  </a:lnTo>
                  <a:lnTo>
                    <a:pt x="17274" y="21624"/>
                  </a:lnTo>
                  <a:lnTo>
                    <a:pt x="19687" y="19168"/>
                  </a:lnTo>
                  <a:lnTo>
                    <a:pt x="21166" y="13872"/>
                  </a:lnTo>
                  <a:lnTo>
                    <a:pt x="18942" y="0"/>
                  </a:lnTo>
                  <a:lnTo>
                    <a:pt x="35021" y="476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h5867"/>
            <p:cNvSpPr/>
            <p:nvPr/>
          </p:nvSpPr>
          <p:spPr>
            <a:xfrm>
              <a:off x="6934694" y="2708057"/>
              <a:ext cx="961" cy="972"/>
            </a:xfrm>
            <a:custGeom>
              <a:avLst/>
              <a:pathLst>
                <a:path w="961" h="972">
                  <a:moveTo>
                    <a:pt x="578" y="949"/>
                  </a:moveTo>
                  <a:lnTo>
                    <a:pt x="0" y="972"/>
                  </a:lnTo>
                  <a:lnTo>
                    <a:pt x="96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h5868"/>
            <p:cNvSpPr/>
            <p:nvPr/>
          </p:nvSpPr>
          <p:spPr>
            <a:xfrm>
              <a:off x="6838300" y="2628057"/>
              <a:ext cx="85147" cy="73481"/>
            </a:xfrm>
            <a:custGeom>
              <a:avLst/>
              <a:pathLst>
                <a:path w="85147" h="73481">
                  <a:moveTo>
                    <a:pt x="35400" y="10132"/>
                  </a:moveTo>
                  <a:lnTo>
                    <a:pt x="38757" y="17760"/>
                  </a:lnTo>
                  <a:lnTo>
                    <a:pt x="42604" y="24644"/>
                  </a:lnTo>
                  <a:lnTo>
                    <a:pt x="52465" y="39287"/>
                  </a:lnTo>
                  <a:lnTo>
                    <a:pt x="60421" y="48650"/>
                  </a:lnTo>
                  <a:lnTo>
                    <a:pt x="73228" y="60049"/>
                  </a:lnTo>
                  <a:lnTo>
                    <a:pt x="82773" y="67012"/>
                  </a:lnTo>
                  <a:lnTo>
                    <a:pt x="85147" y="69627"/>
                  </a:lnTo>
                  <a:lnTo>
                    <a:pt x="84923" y="70672"/>
                  </a:lnTo>
                  <a:lnTo>
                    <a:pt x="78648" y="73481"/>
                  </a:lnTo>
                  <a:lnTo>
                    <a:pt x="70303" y="66520"/>
                  </a:lnTo>
                  <a:lnTo>
                    <a:pt x="66476" y="61703"/>
                  </a:lnTo>
                  <a:lnTo>
                    <a:pt x="65105" y="58541"/>
                  </a:lnTo>
                  <a:lnTo>
                    <a:pt x="61088" y="55118"/>
                  </a:lnTo>
                  <a:lnTo>
                    <a:pt x="51905" y="44864"/>
                  </a:lnTo>
                  <a:lnTo>
                    <a:pt x="44967" y="28736"/>
                  </a:lnTo>
                  <a:lnTo>
                    <a:pt x="40314" y="29566"/>
                  </a:lnTo>
                  <a:lnTo>
                    <a:pt x="27997" y="27500"/>
                  </a:lnTo>
                  <a:lnTo>
                    <a:pt x="24926" y="28371"/>
                  </a:lnTo>
                  <a:lnTo>
                    <a:pt x="22903" y="30953"/>
                  </a:lnTo>
                  <a:lnTo>
                    <a:pt x="18402" y="30370"/>
                  </a:lnTo>
                  <a:lnTo>
                    <a:pt x="17405" y="29320"/>
                  </a:lnTo>
                  <a:lnTo>
                    <a:pt x="18094" y="27869"/>
                  </a:lnTo>
                  <a:lnTo>
                    <a:pt x="17341" y="27478"/>
                  </a:lnTo>
                  <a:lnTo>
                    <a:pt x="5324" y="26618"/>
                  </a:lnTo>
                  <a:lnTo>
                    <a:pt x="4025" y="25453"/>
                  </a:lnTo>
                  <a:lnTo>
                    <a:pt x="4101" y="24147"/>
                  </a:lnTo>
                  <a:lnTo>
                    <a:pt x="1000" y="21221"/>
                  </a:lnTo>
                  <a:lnTo>
                    <a:pt x="0" y="19842"/>
                  </a:lnTo>
                  <a:lnTo>
                    <a:pt x="317" y="18822"/>
                  </a:lnTo>
                  <a:lnTo>
                    <a:pt x="1563" y="17867"/>
                  </a:lnTo>
                  <a:lnTo>
                    <a:pt x="3082" y="18580"/>
                  </a:lnTo>
                  <a:lnTo>
                    <a:pt x="5898" y="17272"/>
                  </a:lnTo>
                  <a:lnTo>
                    <a:pt x="8029" y="12163"/>
                  </a:lnTo>
                  <a:lnTo>
                    <a:pt x="11146" y="10923"/>
                  </a:lnTo>
                  <a:lnTo>
                    <a:pt x="10539" y="8703"/>
                  </a:lnTo>
                  <a:lnTo>
                    <a:pt x="11538" y="5629"/>
                  </a:lnTo>
                  <a:lnTo>
                    <a:pt x="15570" y="5825"/>
                  </a:lnTo>
                  <a:lnTo>
                    <a:pt x="15850" y="7649"/>
                  </a:lnTo>
                  <a:lnTo>
                    <a:pt x="13945" y="11114"/>
                  </a:lnTo>
                  <a:lnTo>
                    <a:pt x="17467" y="11760"/>
                  </a:lnTo>
                  <a:lnTo>
                    <a:pt x="20324" y="8300"/>
                  </a:lnTo>
                  <a:lnTo>
                    <a:pt x="20028" y="5292"/>
                  </a:lnTo>
                  <a:lnTo>
                    <a:pt x="21622" y="3753"/>
                  </a:lnTo>
                  <a:lnTo>
                    <a:pt x="23992" y="2412"/>
                  </a:lnTo>
                  <a:lnTo>
                    <a:pt x="29807" y="1610"/>
                  </a:lnTo>
                  <a:lnTo>
                    <a:pt x="3220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h5869"/>
            <p:cNvSpPr/>
            <p:nvPr/>
          </p:nvSpPr>
          <p:spPr>
            <a:xfrm>
              <a:off x="6864052" y="2727200"/>
              <a:ext cx="23551" cy="15571"/>
            </a:xfrm>
            <a:custGeom>
              <a:avLst/>
              <a:pathLst>
                <a:path w="23551" h="15571">
                  <a:moveTo>
                    <a:pt x="10575" y="94"/>
                  </a:moveTo>
                  <a:lnTo>
                    <a:pt x="13905" y="5984"/>
                  </a:lnTo>
                  <a:lnTo>
                    <a:pt x="17380" y="9161"/>
                  </a:lnTo>
                  <a:lnTo>
                    <a:pt x="21641" y="7266"/>
                  </a:lnTo>
                  <a:lnTo>
                    <a:pt x="22092" y="5325"/>
                  </a:lnTo>
                  <a:lnTo>
                    <a:pt x="20687" y="4430"/>
                  </a:lnTo>
                  <a:lnTo>
                    <a:pt x="22207" y="2725"/>
                  </a:lnTo>
                  <a:lnTo>
                    <a:pt x="23551" y="5773"/>
                  </a:lnTo>
                  <a:lnTo>
                    <a:pt x="22964" y="8304"/>
                  </a:lnTo>
                  <a:lnTo>
                    <a:pt x="19808" y="9052"/>
                  </a:lnTo>
                  <a:lnTo>
                    <a:pt x="18758" y="10325"/>
                  </a:lnTo>
                  <a:lnTo>
                    <a:pt x="18663" y="11608"/>
                  </a:lnTo>
                  <a:lnTo>
                    <a:pt x="19785" y="12929"/>
                  </a:lnTo>
                  <a:lnTo>
                    <a:pt x="17873" y="15003"/>
                  </a:lnTo>
                  <a:lnTo>
                    <a:pt x="17633" y="15571"/>
                  </a:lnTo>
                  <a:lnTo>
                    <a:pt x="14017" y="14504"/>
                  </a:lnTo>
                  <a:lnTo>
                    <a:pt x="8825" y="11018"/>
                  </a:lnTo>
                  <a:lnTo>
                    <a:pt x="5853" y="13351"/>
                  </a:lnTo>
                  <a:lnTo>
                    <a:pt x="4848" y="13082"/>
                  </a:lnTo>
                  <a:lnTo>
                    <a:pt x="4374" y="12190"/>
                  </a:lnTo>
                  <a:lnTo>
                    <a:pt x="1921" y="13186"/>
                  </a:lnTo>
                  <a:lnTo>
                    <a:pt x="151" y="11450"/>
                  </a:lnTo>
                  <a:lnTo>
                    <a:pt x="0" y="10503"/>
                  </a:lnTo>
                  <a:lnTo>
                    <a:pt x="2910" y="4306"/>
                  </a:lnTo>
                  <a:lnTo>
                    <a:pt x="6822" y="1458"/>
                  </a:lnTo>
                  <a:lnTo>
                    <a:pt x="883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h5870"/>
            <p:cNvSpPr/>
            <p:nvPr/>
          </p:nvSpPr>
          <p:spPr>
            <a:xfrm>
              <a:off x="6856739" y="2703506"/>
              <a:ext cx="41237" cy="28000"/>
            </a:xfrm>
            <a:custGeom>
              <a:avLst/>
              <a:pathLst>
                <a:path w="41237" h="28000">
                  <a:moveTo>
                    <a:pt x="19883" y="192"/>
                  </a:moveTo>
                  <a:lnTo>
                    <a:pt x="20496" y="2749"/>
                  </a:lnTo>
                  <a:lnTo>
                    <a:pt x="19498" y="3597"/>
                  </a:lnTo>
                  <a:lnTo>
                    <a:pt x="19160" y="9737"/>
                  </a:lnTo>
                  <a:lnTo>
                    <a:pt x="21199" y="9614"/>
                  </a:lnTo>
                  <a:lnTo>
                    <a:pt x="31012" y="5855"/>
                  </a:lnTo>
                  <a:lnTo>
                    <a:pt x="35992" y="3230"/>
                  </a:lnTo>
                  <a:lnTo>
                    <a:pt x="38482" y="5076"/>
                  </a:lnTo>
                  <a:lnTo>
                    <a:pt x="40888" y="9802"/>
                  </a:lnTo>
                  <a:lnTo>
                    <a:pt x="41237" y="13343"/>
                  </a:lnTo>
                  <a:lnTo>
                    <a:pt x="39161" y="14397"/>
                  </a:lnTo>
                  <a:lnTo>
                    <a:pt x="37449" y="13428"/>
                  </a:lnTo>
                  <a:lnTo>
                    <a:pt x="33554" y="12551"/>
                  </a:lnTo>
                  <a:lnTo>
                    <a:pt x="28358" y="14849"/>
                  </a:lnTo>
                  <a:lnTo>
                    <a:pt x="27477" y="16376"/>
                  </a:lnTo>
                  <a:lnTo>
                    <a:pt x="26261" y="16516"/>
                  </a:lnTo>
                  <a:lnTo>
                    <a:pt x="22431" y="13766"/>
                  </a:lnTo>
                  <a:lnTo>
                    <a:pt x="20089" y="13761"/>
                  </a:lnTo>
                  <a:lnTo>
                    <a:pt x="19650" y="11052"/>
                  </a:lnTo>
                  <a:lnTo>
                    <a:pt x="17749" y="10863"/>
                  </a:lnTo>
                  <a:lnTo>
                    <a:pt x="15407" y="12166"/>
                  </a:lnTo>
                  <a:lnTo>
                    <a:pt x="14500" y="13462"/>
                  </a:lnTo>
                  <a:lnTo>
                    <a:pt x="18995" y="14780"/>
                  </a:lnTo>
                  <a:lnTo>
                    <a:pt x="17754" y="20082"/>
                  </a:lnTo>
                  <a:lnTo>
                    <a:pt x="15369" y="19589"/>
                  </a:lnTo>
                  <a:lnTo>
                    <a:pt x="12661" y="21880"/>
                  </a:lnTo>
                  <a:lnTo>
                    <a:pt x="12687" y="24593"/>
                  </a:lnTo>
                  <a:lnTo>
                    <a:pt x="14135" y="25152"/>
                  </a:lnTo>
                  <a:lnTo>
                    <a:pt x="10224" y="28000"/>
                  </a:lnTo>
                  <a:lnTo>
                    <a:pt x="10270" y="26665"/>
                  </a:lnTo>
                  <a:lnTo>
                    <a:pt x="8628" y="25587"/>
                  </a:lnTo>
                  <a:lnTo>
                    <a:pt x="7831" y="22029"/>
                  </a:lnTo>
                  <a:lnTo>
                    <a:pt x="9106" y="18508"/>
                  </a:lnTo>
                  <a:lnTo>
                    <a:pt x="4738" y="15030"/>
                  </a:lnTo>
                  <a:lnTo>
                    <a:pt x="4924" y="17723"/>
                  </a:lnTo>
                  <a:lnTo>
                    <a:pt x="3903" y="18719"/>
                  </a:lnTo>
                  <a:lnTo>
                    <a:pt x="351" y="14230"/>
                  </a:lnTo>
                  <a:lnTo>
                    <a:pt x="0" y="12815"/>
                  </a:lnTo>
                  <a:lnTo>
                    <a:pt x="2584" y="10974"/>
                  </a:lnTo>
                  <a:lnTo>
                    <a:pt x="9728" y="12010"/>
                  </a:lnTo>
                  <a:lnTo>
                    <a:pt x="14823" y="1105"/>
                  </a:lnTo>
                  <a:lnTo>
                    <a:pt x="1781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h5871"/>
            <p:cNvSpPr/>
            <p:nvPr/>
          </p:nvSpPr>
          <p:spPr>
            <a:xfrm>
              <a:off x="6804955" y="2687524"/>
              <a:ext cx="45104" cy="67242"/>
            </a:xfrm>
            <a:custGeom>
              <a:avLst/>
              <a:pathLst>
                <a:path w="45104" h="67242">
                  <a:moveTo>
                    <a:pt x="38456" y="923"/>
                  </a:moveTo>
                  <a:lnTo>
                    <a:pt x="38525" y="1574"/>
                  </a:lnTo>
                  <a:lnTo>
                    <a:pt x="44979" y="6463"/>
                  </a:lnTo>
                  <a:lnTo>
                    <a:pt x="45104" y="7291"/>
                  </a:lnTo>
                  <a:lnTo>
                    <a:pt x="42671" y="11414"/>
                  </a:lnTo>
                  <a:lnTo>
                    <a:pt x="41391" y="16040"/>
                  </a:lnTo>
                  <a:lnTo>
                    <a:pt x="41173" y="21151"/>
                  </a:lnTo>
                  <a:lnTo>
                    <a:pt x="38646" y="22538"/>
                  </a:lnTo>
                  <a:lnTo>
                    <a:pt x="36730" y="26088"/>
                  </a:lnTo>
                  <a:lnTo>
                    <a:pt x="37089" y="28437"/>
                  </a:lnTo>
                  <a:lnTo>
                    <a:pt x="39902" y="33483"/>
                  </a:lnTo>
                  <a:lnTo>
                    <a:pt x="40371" y="38069"/>
                  </a:lnTo>
                  <a:lnTo>
                    <a:pt x="39311" y="39627"/>
                  </a:lnTo>
                  <a:lnTo>
                    <a:pt x="37398" y="38529"/>
                  </a:lnTo>
                  <a:lnTo>
                    <a:pt x="36624" y="39865"/>
                  </a:lnTo>
                  <a:lnTo>
                    <a:pt x="37612" y="45507"/>
                  </a:lnTo>
                  <a:lnTo>
                    <a:pt x="37279" y="47381"/>
                  </a:lnTo>
                  <a:lnTo>
                    <a:pt x="34589" y="47556"/>
                  </a:lnTo>
                  <a:lnTo>
                    <a:pt x="31854" y="51020"/>
                  </a:lnTo>
                  <a:lnTo>
                    <a:pt x="36012" y="51660"/>
                  </a:lnTo>
                  <a:lnTo>
                    <a:pt x="40954" y="58366"/>
                  </a:lnTo>
                  <a:lnTo>
                    <a:pt x="41125" y="59570"/>
                  </a:lnTo>
                  <a:lnTo>
                    <a:pt x="40283" y="61249"/>
                  </a:lnTo>
                  <a:lnTo>
                    <a:pt x="39456" y="60333"/>
                  </a:lnTo>
                  <a:lnTo>
                    <a:pt x="35100" y="61071"/>
                  </a:lnTo>
                  <a:lnTo>
                    <a:pt x="27615" y="64354"/>
                  </a:lnTo>
                  <a:lnTo>
                    <a:pt x="25630" y="67199"/>
                  </a:lnTo>
                  <a:lnTo>
                    <a:pt x="24353" y="67242"/>
                  </a:lnTo>
                  <a:lnTo>
                    <a:pt x="23120" y="66563"/>
                  </a:lnTo>
                  <a:lnTo>
                    <a:pt x="22315" y="64051"/>
                  </a:lnTo>
                  <a:lnTo>
                    <a:pt x="21070" y="62741"/>
                  </a:lnTo>
                  <a:lnTo>
                    <a:pt x="19797" y="62653"/>
                  </a:lnTo>
                  <a:lnTo>
                    <a:pt x="20575" y="61725"/>
                  </a:lnTo>
                  <a:lnTo>
                    <a:pt x="20113" y="58394"/>
                  </a:lnTo>
                  <a:lnTo>
                    <a:pt x="16415" y="53148"/>
                  </a:lnTo>
                  <a:lnTo>
                    <a:pt x="17092" y="51575"/>
                  </a:lnTo>
                  <a:lnTo>
                    <a:pt x="16851" y="49524"/>
                  </a:lnTo>
                  <a:lnTo>
                    <a:pt x="15689" y="47787"/>
                  </a:lnTo>
                  <a:lnTo>
                    <a:pt x="14354" y="47141"/>
                  </a:lnTo>
                  <a:lnTo>
                    <a:pt x="12465" y="46512"/>
                  </a:lnTo>
                  <a:lnTo>
                    <a:pt x="2344" y="47039"/>
                  </a:lnTo>
                  <a:lnTo>
                    <a:pt x="2000" y="45669"/>
                  </a:lnTo>
                  <a:lnTo>
                    <a:pt x="3906" y="41091"/>
                  </a:lnTo>
                  <a:lnTo>
                    <a:pt x="4044" y="38645"/>
                  </a:lnTo>
                  <a:lnTo>
                    <a:pt x="0" y="35619"/>
                  </a:lnTo>
                  <a:lnTo>
                    <a:pt x="2361" y="32366"/>
                  </a:lnTo>
                  <a:lnTo>
                    <a:pt x="4328" y="34504"/>
                  </a:lnTo>
                  <a:lnTo>
                    <a:pt x="5232" y="34218"/>
                  </a:lnTo>
                  <a:lnTo>
                    <a:pt x="7540" y="30127"/>
                  </a:lnTo>
                  <a:lnTo>
                    <a:pt x="6726" y="28171"/>
                  </a:lnTo>
                  <a:lnTo>
                    <a:pt x="8631" y="25348"/>
                  </a:lnTo>
                  <a:lnTo>
                    <a:pt x="13391" y="21018"/>
                  </a:lnTo>
                  <a:lnTo>
                    <a:pt x="14366" y="20951"/>
                  </a:lnTo>
                  <a:lnTo>
                    <a:pt x="15161" y="22665"/>
                  </a:lnTo>
                  <a:lnTo>
                    <a:pt x="14397" y="23789"/>
                  </a:lnTo>
                  <a:lnTo>
                    <a:pt x="14380" y="26332"/>
                  </a:lnTo>
                  <a:lnTo>
                    <a:pt x="16903" y="26114"/>
                  </a:lnTo>
                  <a:lnTo>
                    <a:pt x="17604" y="23208"/>
                  </a:lnTo>
                  <a:lnTo>
                    <a:pt x="15813" y="17311"/>
                  </a:lnTo>
                  <a:lnTo>
                    <a:pt x="17970" y="13521"/>
                  </a:lnTo>
                  <a:lnTo>
                    <a:pt x="22712" y="11221"/>
                  </a:lnTo>
                  <a:lnTo>
                    <a:pt x="23847" y="12546"/>
                  </a:lnTo>
                  <a:lnTo>
                    <a:pt x="26073" y="12668"/>
                  </a:lnTo>
                  <a:lnTo>
                    <a:pt x="31521" y="9555"/>
                  </a:lnTo>
                  <a:lnTo>
                    <a:pt x="34542" y="4690"/>
                  </a:lnTo>
                  <a:lnTo>
                    <a:pt x="32445" y="3292"/>
                  </a:lnTo>
                  <a:lnTo>
                    <a:pt x="33195" y="935"/>
                  </a:lnTo>
                  <a:lnTo>
                    <a:pt x="356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h5872"/>
            <p:cNvSpPr/>
            <p:nvPr/>
          </p:nvSpPr>
          <p:spPr>
            <a:xfrm>
              <a:off x="6950843" y="2908968"/>
              <a:ext cx="13546" cy="16494"/>
            </a:xfrm>
            <a:custGeom>
              <a:avLst/>
              <a:pathLst>
                <a:path w="13546" h="16494">
                  <a:moveTo>
                    <a:pt x="13546" y="104"/>
                  </a:moveTo>
                  <a:lnTo>
                    <a:pt x="13310" y="7200"/>
                  </a:lnTo>
                  <a:lnTo>
                    <a:pt x="9159" y="11570"/>
                  </a:lnTo>
                  <a:lnTo>
                    <a:pt x="6712" y="15021"/>
                  </a:lnTo>
                  <a:lnTo>
                    <a:pt x="0" y="16494"/>
                  </a:lnTo>
                  <a:lnTo>
                    <a:pt x="1969" y="9579"/>
                  </a:lnTo>
                  <a:lnTo>
                    <a:pt x="5107" y="6813"/>
                  </a:lnTo>
                  <a:lnTo>
                    <a:pt x="4093" y="5183"/>
                  </a:lnTo>
                  <a:lnTo>
                    <a:pt x="7836" y="4324"/>
                  </a:lnTo>
                  <a:lnTo>
                    <a:pt x="7625" y="3161"/>
                  </a:lnTo>
                  <a:lnTo>
                    <a:pt x="8513" y="1927"/>
                  </a:lnTo>
                  <a:lnTo>
                    <a:pt x="1234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h5873"/>
            <p:cNvSpPr/>
            <p:nvPr/>
          </p:nvSpPr>
          <p:spPr>
            <a:xfrm>
              <a:off x="6879131" y="2787917"/>
              <a:ext cx="19178" cy="22551"/>
            </a:xfrm>
            <a:custGeom>
              <a:avLst/>
              <a:pathLst>
                <a:path w="19178" h="22551">
                  <a:moveTo>
                    <a:pt x="18196" y="462"/>
                  </a:moveTo>
                  <a:lnTo>
                    <a:pt x="19178" y="3170"/>
                  </a:lnTo>
                  <a:lnTo>
                    <a:pt x="17038" y="9529"/>
                  </a:lnTo>
                  <a:lnTo>
                    <a:pt x="16949" y="12688"/>
                  </a:lnTo>
                  <a:lnTo>
                    <a:pt x="15506" y="17799"/>
                  </a:lnTo>
                  <a:lnTo>
                    <a:pt x="10133" y="21017"/>
                  </a:lnTo>
                  <a:lnTo>
                    <a:pt x="5991" y="21170"/>
                  </a:lnTo>
                  <a:lnTo>
                    <a:pt x="5748" y="22551"/>
                  </a:lnTo>
                  <a:lnTo>
                    <a:pt x="1046" y="19430"/>
                  </a:lnTo>
                  <a:lnTo>
                    <a:pt x="339" y="11463"/>
                  </a:lnTo>
                  <a:lnTo>
                    <a:pt x="2872" y="9093"/>
                  </a:lnTo>
                  <a:lnTo>
                    <a:pt x="4257" y="2342"/>
                  </a:lnTo>
                  <a:lnTo>
                    <a:pt x="1325" y="2214"/>
                  </a:lnTo>
                  <a:lnTo>
                    <a:pt x="0" y="676"/>
                  </a:lnTo>
                  <a:lnTo>
                    <a:pt x="6789" y="1562"/>
                  </a:lnTo>
                  <a:lnTo>
                    <a:pt x="11658" y="854"/>
                  </a:lnTo>
                  <a:lnTo>
                    <a:pt x="1288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h5874"/>
            <p:cNvSpPr/>
            <p:nvPr/>
          </p:nvSpPr>
          <p:spPr>
            <a:xfrm>
              <a:off x="6941434" y="2811954"/>
              <a:ext cx="48148" cy="41213"/>
            </a:xfrm>
            <a:custGeom>
              <a:avLst/>
              <a:pathLst>
                <a:path w="48148" h="41213">
                  <a:moveTo>
                    <a:pt x="16352" y="8764"/>
                  </a:moveTo>
                  <a:lnTo>
                    <a:pt x="24640" y="15611"/>
                  </a:lnTo>
                  <a:lnTo>
                    <a:pt x="31891" y="25100"/>
                  </a:lnTo>
                  <a:lnTo>
                    <a:pt x="48148" y="41008"/>
                  </a:lnTo>
                  <a:lnTo>
                    <a:pt x="48057" y="41213"/>
                  </a:lnTo>
                  <a:lnTo>
                    <a:pt x="45019" y="41132"/>
                  </a:lnTo>
                  <a:lnTo>
                    <a:pt x="38086" y="37024"/>
                  </a:lnTo>
                  <a:lnTo>
                    <a:pt x="34379" y="36122"/>
                  </a:lnTo>
                  <a:lnTo>
                    <a:pt x="26388" y="36941"/>
                  </a:lnTo>
                  <a:lnTo>
                    <a:pt x="23951" y="35794"/>
                  </a:lnTo>
                  <a:lnTo>
                    <a:pt x="22807" y="36421"/>
                  </a:lnTo>
                  <a:lnTo>
                    <a:pt x="22705" y="38113"/>
                  </a:lnTo>
                  <a:lnTo>
                    <a:pt x="18986" y="38013"/>
                  </a:lnTo>
                  <a:lnTo>
                    <a:pt x="18464" y="38856"/>
                  </a:lnTo>
                  <a:lnTo>
                    <a:pt x="15600" y="39115"/>
                  </a:lnTo>
                  <a:lnTo>
                    <a:pt x="13854" y="38546"/>
                  </a:lnTo>
                  <a:lnTo>
                    <a:pt x="12253" y="40759"/>
                  </a:lnTo>
                  <a:lnTo>
                    <a:pt x="12262" y="37119"/>
                  </a:lnTo>
                  <a:lnTo>
                    <a:pt x="11426" y="35406"/>
                  </a:lnTo>
                  <a:lnTo>
                    <a:pt x="9388" y="35259"/>
                  </a:lnTo>
                  <a:lnTo>
                    <a:pt x="6039" y="32802"/>
                  </a:lnTo>
                  <a:lnTo>
                    <a:pt x="7509" y="26641"/>
                  </a:lnTo>
                  <a:lnTo>
                    <a:pt x="11594" y="25935"/>
                  </a:lnTo>
                  <a:lnTo>
                    <a:pt x="19205" y="21898"/>
                  </a:lnTo>
                  <a:lnTo>
                    <a:pt x="20608" y="18465"/>
                  </a:lnTo>
                  <a:lnTo>
                    <a:pt x="19677" y="17448"/>
                  </a:lnTo>
                  <a:lnTo>
                    <a:pt x="19784" y="16252"/>
                  </a:lnTo>
                  <a:lnTo>
                    <a:pt x="21491" y="14722"/>
                  </a:lnTo>
                  <a:lnTo>
                    <a:pt x="17113" y="15451"/>
                  </a:lnTo>
                  <a:lnTo>
                    <a:pt x="13843" y="13722"/>
                  </a:lnTo>
                  <a:lnTo>
                    <a:pt x="15754" y="12412"/>
                  </a:lnTo>
                  <a:lnTo>
                    <a:pt x="11094" y="8118"/>
                  </a:lnTo>
                  <a:lnTo>
                    <a:pt x="8981" y="8785"/>
                  </a:lnTo>
                  <a:lnTo>
                    <a:pt x="7796" y="10504"/>
                  </a:lnTo>
                  <a:lnTo>
                    <a:pt x="5904" y="11118"/>
                  </a:lnTo>
                  <a:lnTo>
                    <a:pt x="3272" y="11326"/>
                  </a:lnTo>
                  <a:lnTo>
                    <a:pt x="0" y="7561"/>
                  </a:lnTo>
                  <a:lnTo>
                    <a:pt x="1565" y="3479"/>
                  </a:lnTo>
                  <a:lnTo>
                    <a:pt x="774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h5875"/>
            <p:cNvSpPr/>
            <p:nvPr/>
          </p:nvSpPr>
          <p:spPr>
            <a:xfrm>
              <a:off x="6959726" y="3051373"/>
              <a:ext cx="15586" cy="15765"/>
            </a:xfrm>
            <a:custGeom>
              <a:avLst/>
              <a:pathLst>
                <a:path w="15586" h="15765">
                  <a:moveTo>
                    <a:pt x="9940" y="1984"/>
                  </a:moveTo>
                  <a:lnTo>
                    <a:pt x="15586" y="3556"/>
                  </a:lnTo>
                  <a:lnTo>
                    <a:pt x="12892" y="6220"/>
                  </a:lnTo>
                  <a:lnTo>
                    <a:pt x="3994" y="15765"/>
                  </a:lnTo>
                  <a:lnTo>
                    <a:pt x="3831" y="14665"/>
                  </a:lnTo>
                  <a:lnTo>
                    <a:pt x="0" y="7929"/>
                  </a:lnTo>
                  <a:lnTo>
                    <a:pt x="3780" y="3312"/>
                  </a:lnTo>
                  <a:lnTo>
                    <a:pt x="7099" y="512"/>
                  </a:lnTo>
                  <a:lnTo>
                    <a:pt x="7827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h5876"/>
            <p:cNvSpPr/>
            <p:nvPr/>
          </p:nvSpPr>
          <p:spPr>
            <a:xfrm>
              <a:off x="6858839" y="2742727"/>
              <a:ext cx="47865" cy="50069"/>
            </a:xfrm>
            <a:custGeom>
              <a:avLst/>
              <a:pathLst>
                <a:path w="47865" h="50069">
                  <a:moveTo>
                    <a:pt x="31625" y="1623"/>
                  </a:moveTo>
                  <a:lnTo>
                    <a:pt x="34593" y="6659"/>
                  </a:lnTo>
                  <a:lnTo>
                    <a:pt x="39085" y="10432"/>
                  </a:lnTo>
                  <a:lnTo>
                    <a:pt x="40881" y="10658"/>
                  </a:lnTo>
                  <a:lnTo>
                    <a:pt x="43646" y="10808"/>
                  </a:lnTo>
                  <a:lnTo>
                    <a:pt x="44771" y="10149"/>
                  </a:lnTo>
                  <a:lnTo>
                    <a:pt x="45698" y="10864"/>
                  </a:lnTo>
                  <a:lnTo>
                    <a:pt x="46522" y="14209"/>
                  </a:lnTo>
                  <a:lnTo>
                    <a:pt x="43031" y="14798"/>
                  </a:lnTo>
                  <a:lnTo>
                    <a:pt x="42433" y="16890"/>
                  </a:lnTo>
                  <a:lnTo>
                    <a:pt x="36465" y="23888"/>
                  </a:lnTo>
                  <a:lnTo>
                    <a:pt x="37349" y="26671"/>
                  </a:lnTo>
                  <a:lnTo>
                    <a:pt x="39774" y="29170"/>
                  </a:lnTo>
                  <a:lnTo>
                    <a:pt x="44552" y="28499"/>
                  </a:lnTo>
                  <a:lnTo>
                    <a:pt x="47865" y="30954"/>
                  </a:lnTo>
                  <a:lnTo>
                    <a:pt x="47300" y="40667"/>
                  </a:lnTo>
                  <a:lnTo>
                    <a:pt x="46572" y="39761"/>
                  </a:lnTo>
                  <a:lnTo>
                    <a:pt x="44948" y="40014"/>
                  </a:lnTo>
                  <a:lnTo>
                    <a:pt x="44864" y="41337"/>
                  </a:lnTo>
                  <a:lnTo>
                    <a:pt x="42087" y="44535"/>
                  </a:lnTo>
                  <a:lnTo>
                    <a:pt x="38488" y="45651"/>
                  </a:lnTo>
                  <a:lnTo>
                    <a:pt x="33176" y="45189"/>
                  </a:lnTo>
                  <a:lnTo>
                    <a:pt x="31950" y="46043"/>
                  </a:lnTo>
                  <a:lnTo>
                    <a:pt x="27081" y="46752"/>
                  </a:lnTo>
                  <a:lnTo>
                    <a:pt x="20292" y="45866"/>
                  </a:lnTo>
                  <a:lnTo>
                    <a:pt x="17274" y="44820"/>
                  </a:lnTo>
                  <a:lnTo>
                    <a:pt x="11331" y="46937"/>
                  </a:lnTo>
                  <a:lnTo>
                    <a:pt x="9129" y="45939"/>
                  </a:lnTo>
                  <a:lnTo>
                    <a:pt x="10314" y="43575"/>
                  </a:lnTo>
                  <a:lnTo>
                    <a:pt x="9584" y="43207"/>
                  </a:lnTo>
                  <a:lnTo>
                    <a:pt x="5827" y="43969"/>
                  </a:lnTo>
                  <a:lnTo>
                    <a:pt x="4198" y="48361"/>
                  </a:lnTo>
                  <a:lnTo>
                    <a:pt x="2134" y="50069"/>
                  </a:lnTo>
                  <a:lnTo>
                    <a:pt x="459" y="49484"/>
                  </a:lnTo>
                  <a:lnTo>
                    <a:pt x="1234" y="44106"/>
                  </a:lnTo>
                  <a:lnTo>
                    <a:pt x="4012" y="42203"/>
                  </a:lnTo>
                  <a:lnTo>
                    <a:pt x="2972" y="39688"/>
                  </a:lnTo>
                  <a:lnTo>
                    <a:pt x="1576" y="39261"/>
                  </a:lnTo>
                  <a:lnTo>
                    <a:pt x="0" y="38771"/>
                  </a:lnTo>
                  <a:lnTo>
                    <a:pt x="5713" y="34449"/>
                  </a:lnTo>
                  <a:lnTo>
                    <a:pt x="6672" y="29879"/>
                  </a:lnTo>
                  <a:lnTo>
                    <a:pt x="5589" y="26335"/>
                  </a:lnTo>
                  <a:lnTo>
                    <a:pt x="4372" y="26426"/>
                  </a:lnTo>
                  <a:lnTo>
                    <a:pt x="82" y="24649"/>
                  </a:lnTo>
                  <a:lnTo>
                    <a:pt x="16" y="23071"/>
                  </a:lnTo>
                  <a:lnTo>
                    <a:pt x="1359" y="18345"/>
                  </a:lnTo>
                  <a:lnTo>
                    <a:pt x="2200" y="17985"/>
                  </a:lnTo>
                  <a:lnTo>
                    <a:pt x="4777" y="18649"/>
                  </a:lnTo>
                  <a:lnTo>
                    <a:pt x="5534" y="16546"/>
                  </a:lnTo>
                  <a:lnTo>
                    <a:pt x="7398" y="15814"/>
                  </a:lnTo>
                  <a:lnTo>
                    <a:pt x="7757" y="13866"/>
                  </a:lnTo>
                  <a:lnTo>
                    <a:pt x="11530" y="11428"/>
                  </a:lnTo>
                  <a:lnTo>
                    <a:pt x="13856" y="11601"/>
                  </a:lnTo>
                  <a:lnTo>
                    <a:pt x="18066" y="13437"/>
                  </a:lnTo>
                  <a:lnTo>
                    <a:pt x="19307" y="12606"/>
                  </a:lnTo>
                  <a:lnTo>
                    <a:pt x="19604" y="11826"/>
                  </a:lnTo>
                  <a:lnTo>
                    <a:pt x="18380" y="9017"/>
                  </a:lnTo>
                  <a:lnTo>
                    <a:pt x="18602" y="7281"/>
                  </a:lnTo>
                  <a:lnTo>
                    <a:pt x="19463" y="8142"/>
                  </a:lnTo>
                  <a:lnTo>
                    <a:pt x="21755" y="8218"/>
                  </a:lnTo>
                  <a:lnTo>
                    <a:pt x="23737" y="4185"/>
                  </a:lnTo>
                  <a:lnTo>
                    <a:pt x="23972" y="930"/>
                  </a:lnTo>
                  <a:lnTo>
                    <a:pt x="2614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h5877"/>
            <p:cNvSpPr/>
            <p:nvPr/>
          </p:nvSpPr>
          <p:spPr>
            <a:xfrm>
              <a:off x="6778820" y="2682706"/>
              <a:ext cx="60677" cy="41018"/>
            </a:xfrm>
            <a:custGeom>
              <a:avLst/>
              <a:pathLst>
                <a:path w="60677" h="41018">
                  <a:moveTo>
                    <a:pt x="51704" y="568"/>
                  </a:moveTo>
                  <a:lnTo>
                    <a:pt x="51740" y="2058"/>
                  </a:lnTo>
                  <a:lnTo>
                    <a:pt x="54425" y="5776"/>
                  </a:lnTo>
                  <a:lnTo>
                    <a:pt x="58581" y="8109"/>
                  </a:lnTo>
                  <a:lnTo>
                    <a:pt x="60677" y="9507"/>
                  </a:lnTo>
                  <a:lnTo>
                    <a:pt x="57656" y="14372"/>
                  </a:lnTo>
                  <a:lnTo>
                    <a:pt x="52209" y="17485"/>
                  </a:lnTo>
                  <a:lnTo>
                    <a:pt x="49983" y="17364"/>
                  </a:lnTo>
                  <a:lnTo>
                    <a:pt x="48847" y="16038"/>
                  </a:lnTo>
                  <a:lnTo>
                    <a:pt x="44105" y="18338"/>
                  </a:lnTo>
                  <a:lnTo>
                    <a:pt x="41948" y="22128"/>
                  </a:lnTo>
                  <a:lnTo>
                    <a:pt x="43740" y="28025"/>
                  </a:lnTo>
                  <a:lnTo>
                    <a:pt x="43038" y="30931"/>
                  </a:lnTo>
                  <a:lnTo>
                    <a:pt x="40515" y="31150"/>
                  </a:lnTo>
                  <a:lnTo>
                    <a:pt x="40533" y="28606"/>
                  </a:lnTo>
                  <a:lnTo>
                    <a:pt x="41297" y="27482"/>
                  </a:lnTo>
                  <a:lnTo>
                    <a:pt x="40501" y="25768"/>
                  </a:lnTo>
                  <a:lnTo>
                    <a:pt x="39527" y="25835"/>
                  </a:lnTo>
                  <a:lnTo>
                    <a:pt x="34766" y="30165"/>
                  </a:lnTo>
                  <a:lnTo>
                    <a:pt x="32862" y="32988"/>
                  </a:lnTo>
                  <a:lnTo>
                    <a:pt x="33676" y="34944"/>
                  </a:lnTo>
                  <a:lnTo>
                    <a:pt x="31368" y="39035"/>
                  </a:lnTo>
                  <a:lnTo>
                    <a:pt x="30464" y="39321"/>
                  </a:lnTo>
                  <a:lnTo>
                    <a:pt x="28497" y="37184"/>
                  </a:lnTo>
                  <a:lnTo>
                    <a:pt x="26407" y="36418"/>
                  </a:lnTo>
                  <a:lnTo>
                    <a:pt x="25201" y="38539"/>
                  </a:lnTo>
                  <a:lnTo>
                    <a:pt x="19906" y="38496"/>
                  </a:lnTo>
                  <a:lnTo>
                    <a:pt x="18485" y="41018"/>
                  </a:lnTo>
                  <a:lnTo>
                    <a:pt x="14335" y="39841"/>
                  </a:lnTo>
                  <a:lnTo>
                    <a:pt x="12366" y="38059"/>
                  </a:lnTo>
                  <a:lnTo>
                    <a:pt x="12042" y="33772"/>
                  </a:lnTo>
                  <a:lnTo>
                    <a:pt x="12730" y="31394"/>
                  </a:lnTo>
                  <a:lnTo>
                    <a:pt x="10370" y="26078"/>
                  </a:lnTo>
                  <a:lnTo>
                    <a:pt x="9672" y="25148"/>
                  </a:lnTo>
                  <a:lnTo>
                    <a:pt x="6685" y="24237"/>
                  </a:lnTo>
                  <a:lnTo>
                    <a:pt x="3033" y="21786"/>
                  </a:lnTo>
                  <a:lnTo>
                    <a:pt x="3362" y="20945"/>
                  </a:lnTo>
                  <a:lnTo>
                    <a:pt x="932" y="14814"/>
                  </a:lnTo>
                  <a:lnTo>
                    <a:pt x="656" y="8800"/>
                  </a:lnTo>
                  <a:lnTo>
                    <a:pt x="1849" y="7088"/>
                  </a:lnTo>
                  <a:lnTo>
                    <a:pt x="755" y="6625"/>
                  </a:lnTo>
                  <a:lnTo>
                    <a:pt x="0" y="6179"/>
                  </a:lnTo>
                  <a:lnTo>
                    <a:pt x="738" y="5135"/>
                  </a:lnTo>
                  <a:lnTo>
                    <a:pt x="3056" y="6829"/>
                  </a:lnTo>
                  <a:lnTo>
                    <a:pt x="3992" y="6819"/>
                  </a:lnTo>
                  <a:lnTo>
                    <a:pt x="7482" y="4523"/>
                  </a:lnTo>
                  <a:lnTo>
                    <a:pt x="8348" y="4097"/>
                  </a:lnTo>
                  <a:lnTo>
                    <a:pt x="10019" y="9379"/>
                  </a:lnTo>
                  <a:lnTo>
                    <a:pt x="12286" y="9623"/>
                  </a:lnTo>
                  <a:lnTo>
                    <a:pt x="15220" y="7789"/>
                  </a:lnTo>
                  <a:lnTo>
                    <a:pt x="16118" y="6417"/>
                  </a:lnTo>
                  <a:lnTo>
                    <a:pt x="19540" y="5456"/>
                  </a:lnTo>
                  <a:lnTo>
                    <a:pt x="22671" y="6978"/>
                  </a:lnTo>
                  <a:lnTo>
                    <a:pt x="22604" y="7887"/>
                  </a:lnTo>
                  <a:lnTo>
                    <a:pt x="33362" y="5755"/>
                  </a:lnTo>
                  <a:lnTo>
                    <a:pt x="34727" y="3639"/>
                  </a:lnTo>
                  <a:lnTo>
                    <a:pt x="4607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h5878"/>
            <p:cNvSpPr/>
            <p:nvPr/>
          </p:nvSpPr>
          <p:spPr>
            <a:xfrm>
              <a:off x="6854030" y="2738651"/>
              <a:ext cx="24412" cy="20622"/>
            </a:xfrm>
            <a:custGeom>
              <a:avLst/>
              <a:pathLst>
                <a:path w="24412" h="20622">
                  <a:moveTo>
                    <a:pt x="11943" y="1735"/>
                  </a:moveTo>
                  <a:lnTo>
                    <a:pt x="14396" y="739"/>
                  </a:lnTo>
                  <a:lnTo>
                    <a:pt x="14871" y="1632"/>
                  </a:lnTo>
                  <a:lnTo>
                    <a:pt x="13360" y="6270"/>
                  </a:lnTo>
                  <a:lnTo>
                    <a:pt x="14632" y="6765"/>
                  </a:lnTo>
                  <a:lnTo>
                    <a:pt x="17492" y="6100"/>
                  </a:lnTo>
                  <a:lnTo>
                    <a:pt x="20645" y="8491"/>
                  </a:lnTo>
                  <a:lnTo>
                    <a:pt x="21089" y="10949"/>
                  </a:lnTo>
                  <a:lnTo>
                    <a:pt x="23410" y="11357"/>
                  </a:lnTo>
                  <a:lnTo>
                    <a:pt x="23189" y="13093"/>
                  </a:lnTo>
                  <a:lnTo>
                    <a:pt x="24412" y="15902"/>
                  </a:lnTo>
                  <a:lnTo>
                    <a:pt x="24115" y="16682"/>
                  </a:lnTo>
                  <a:lnTo>
                    <a:pt x="22875" y="17514"/>
                  </a:lnTo>
                  <a:lnTo>
                    <a:pt x="18665" y="15677"/>
                  </a:lnTo>
                  <a:lnTo>
                    <a:pt x="16339" y="15504"/>
                  </a:lnTo>
                  <a:lnTo>
                    <a:pt x="12566" y="17942"/>
                  </a:lnTo>
                  <a:lnTo>
                    <a:pt x="12207" y="19890"/>
                  </a:lnTo>
                  <a:lnTo>
                    <a:pt x="10343" y="20622"/>
                  </a:lnTo>
                  <a:lnTo>
                    <a:pt x="5164" y="15841"/>
                  </a:lnTo>
                  <a:lnTo>
                    <a:pt x="2571" y="16056"/>
                  </a:lnTo>
                  <a:lnTo>
                    <a:pt x="1610" y="12855"/>
                  </a:lnTo>
                  <a:lnTo>
                    <a:pt x="2649" y="10651"/>
                  </a:lnTo>
                  <a:lnTo>
                    <a:pt x="2320" y="8672"/>
                  </a:lnTo>
                  <a:lnTo>
                    <a:pt x="0" y="7101"/>
                  </a:lnTo>
                  <a:lnTo>
                    <a:pt x="278" y="6433"/>
                  </a:lnTo>
                  <a:lnTo>
                    <a:pt x="5358" y="4924"/>
                  </a:lnTo>
                  <a:lnTo>
                    <a:pt x="8335" y="807"/>
                  </a:lnTo>
                  <a:lnTo>
                    <a:pt x="1017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h5879"/>
            <p:cNvSpPr/>
            <p:nvPr/>
          </p:nvSpPr>
          <p:spPr>
            <a:xfrm>
              <a:off x="7835929" y="2682859"/>
              <a:ext cx="17285" cy="12458"/>
            </a:xfrm>
            <a:custGeom>
              <a:avLst/>
              <a:pathLst>
                <a:path w="17285" h="12458">
                  <a:moveTo>
                    <a:pt x="6818" y="0"/>
                  </a:moveTo>
                  <a:lnTo>
                    <a:pt x="12090" y="2209"/>
                  </a:lnTo>
                  <a:lnTo>
                    <a:pt x="15916" y="1384"/>
                  </a:lnTo>
                  <a:lnTo>
                    <a:pt x="17285" y="8257"/>
                  </a:lnTo>
                  <a:lnTo>
                    <a:pt x="14681" y="9029"/>
                  </a:lnTo>
                  <a:lnTo>
                    <a:pt x="15347" y="10659"/>
                  </a:lnTo>
                  <a:lnTo>
                    <a:pt x="14845" y="12458"/>
                  </a:lnTo>
                  <a:lnTo>
                    <a:pt x="13075" y="12446"/>
                  </a:lnTo>
                  <a:lnTo>
                    <a:pt x="13059" y="10964"/>
                  </a:lnTo>
                  <a:lnTo>
                    <a:pt x="11946" y="10351"/>
                  </a:lnTo>
                  <a:lnTo>
                    <a:pt x="8293" y="10803"/>
                  </a:lnTo>
                  <a:lnTo>
                    <a:pt x="8286" y="11345"/>
                  </a:lnTo>
                  <a:lnTo>
                    <a:pt x="6325" y="11916"/>
                  </a:lnTo>
                  <a:lnTo>
                    <a:pt x="4254" y="11050"/>
                  </a:lnTo>
                  <a:lnTo>
                    <a:pt x="1837" y="8957"/>
                  </a:lnTo>
                  <a:lnTo>
                    <a:pt x="3205" y="8044"/>
                  </a:lnTo>
                  <a:lnTo>
                    <a:pt x="3157" y="7151"/>
                  </a:lnTo>
                  <a:lnTo>
                    <a:pt x="1707" y="5783"/>
                  </a:lnTo>
                  <a:lnTo>
                    <a:pt x="0" y="196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h5880"/>
            <p:cNvSpPr/>
            <p:nvPr/>
          </p:nvSpPr>
          <p:spPr>
            <a:xfrm>
              <a:off x="7817768" y="2705167"/>
              <a:ext cx="16293" cy="14418"/>
            </a:xfrm>
            <a:custGeom>
              <a:avLst/>
              <a:pathLst>
                <a:path w="16293" h="14418">
                  <a:moveTo>
                    <a:pt x="12661" y="562"/>
                  </a:moveTo>
                  <a:lnTo>
                    <a:pt x="11666" y="1700"/>
                  </a:lnTo>
                  <a:lnTo>
                    <a:pt x="11626" y="3974"/>
                  </a:lnTo>
                  <a:lnTo>
                    <a:pt x="16293" y="8179"/>
                  </a:lnTo>
                  <a:lnTo>
                    <a:pt x="16165" y="9016"/>
                  </a:lnTo>
                  <a:lnTo>
                    <a:pt x="14161" y="10567"/>
                  </a:lnTo>
                  <a:lnTo>
                    <a:pt x="9918" y="13057"/>
                  </a:lnTo>
                  <a:lnTo>
                    <a:pt x="7677" y="12343"/>
                  </a:lnTo>
                  <a:lnTo>
                    <a:pt x="5695" y="12749"/>
                  </a:lnTo>
                  <a:lnTo>
                    <a:pt x="3691" y="14418"/>
                  </a:lnTo>
                  <a:lnTo>
                    <a:pt x="3120" y="12488"/>
                  </a:lnTo>
                  <a:lnTo>
                    <a:pt x="4859" y="9884"/>
                  </a:lnTo>
                  <a:lnTo>
                    <a:pt x="2719" y="6661"/>
                  </a:lnTo>
                  <a:lnTo>
                    <a:pt x="0" y="5179"/>
                  </a:lnTo>
                  <a:lnTo>
                    <a:pt x="1185" y="5486"/>
                  </a:lnTo>
                  <a:lnTo>
                    <a:pt x="2682" y="4742"/>
                  </a:lnTo>
                  <a:lnTo>
                    <a:pt x="4652" y="3103"/>
                  </a:lnTo>
                  <a:lnTo>
                    <a:pt x="4694" y="1276"/>
                  </a:lnTo>
                  <a:lnTo>
                    <a:pt x="7581" y="1563"/>
                  </a:lnTo>
                  <a:lnTo>
                    <a:pt x="9000" y="2383"/>
                  </a:lnTo>
                  <a:lnTo>
                    <a:pt x="1191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h5881"/>
            <p:cNvSpPr/>
            <p:nvPr/>
          </p:nvSpPr>
          <p:spPr>
            <a:xfrm>
              <a:off x="7963472" y="2694256"/>
              <a:ext cx="49500" cy="65132"/>
            </a:xfrm>
            <a:custGeom>
              <a:avLst/>
              <a:pathLst>
                <a:path w="49500" h="65132">
                  <a:moveTo>
                    <a:pt x="48422" y="1360"/>
                  </a:moveTo>
                  <a:lnTo>
                    <a:pt x="49500" y="7208"/>
                  </a:lnTo>
                  <a:lnTo>
                    <a:pt x="34315" y="41128"/>
                  </a:lnTo>
                  <a:lnTo>
                    <a:pt x="14806" y="65132"/>
                  </a:lnTo>
                  <a:lnTo>
                    <a:pt x="13542" y="65108"/>
                  </a:lnTo>
                  <a:lnTo>
                    <a:pt x="13590" y="59933"/>
                  </a:lnTo>
                  <a:lnTo>
                    <a:pt x="5825" y="59856"/>
                  </a:lnTo>
                  <a:lnTo>
                    <a:pt x="5288" y="59034"/>
                  </a:lnTo>
                  <a:lnTo>
                    <a:pt x="5529" y="58435"/>
                  </a:lnTo>
                  <a:lnTo>
                    <a:pt x="9695" y="58640"/>
                  </a:lnTo>
                  <a:lnTo>
                    <a:pt x="8875" y="51455"/>
                  </a:lnTo>
                  <a:lnTo>
                    <a:pt x="5522" y="48019"/>
                  </a:lnTo>
                  <a:lnTo>
                    <a:pt x="3224" y="43810"/>
                  </a:lnTo>
                  <a:lnTo>
                    <a:pt x="2564" y="38192"/>
                  </a:lnTo>
                  <a:lnTo>
                    <a:pt x="192" y="37366"/>
                  </a:lnTo>
                  <a:lnTo>
                    <a:pt x="0" y="36747"/>
                  </a:lnTo>
                  <a:lnTo>
                    <a:pt x="1374" y="35016"/>
                  </a:lnTo>
                  <a:lnTo>
                    <a:pt x="6581" y="34643"/>
                  </a:lnTo>
                  <a:lnTo>
                    <a:pt x="4834" y="33180"/>
                  </a:lnTo>
                  <a:lnTo>
                    <a:pt x="2133" y="32735"/>
                  </a:lnTo>
                  <a:lnTo>
                    <a:pt x="4514" y="27539"/>
                  </a:lnTo>
                  <a:lnTo>
                    <a:pt x="9357" y="24837"/>
                  </a:lnTo>
                  <a:lnTo>
                    <a:pt x="9618" y="23877"/>
                  </a:lnTo>
                  <a:lnTo>
                    <a:pt x="8269" y="20651"/>
                  </a:lnTo>
                  <a:lnTo>
                    <a:pt x="10919" y="21248"/>
                  </a:lnTo>
                  <a:lnTo>
                    <a:pt x="11380" y="17274"/>
                  </a:lnTo>
                  <a:lnTo>
                    <a:pt x="14995" y="16042"/>
                  </a:lnTo>
                  <a:lnTo>
                    <a:pt x="16900" y="13490"/>
                  </a:lnTo>
                  <a:lnTo>
                    <a:pt x="21518" y="12731"/>
                  </a:lnTo>
                  <a:lnTo>
                    <a:pt x="22023" y="6293"/>
                  </a:lnTo>
                  <a:lnTo>
                    <a:pt x="21291" y="3340"/>
                  </a:lnTo>
                  <a:lnTo>
                    <a:pt x="26938" y="5325"/>
                  </a:lnTo>
                  <a:lnTo>
                    <a:pt x="29891" y="5026"/>
                  </a:lnTo>
                  <a:lnTo>
                    <a:pt x="29394" y="3235"/>
                  </a:lnTo>
                  <a:lnTo>
                    <a:pt x="36651" y="3106"/>
                  </a:lnTo>
                  <a:lnTo>
                    <a:pt x="37059" y="4389"/>
                  </a:lnTo>
                  <a:lnTo>
                    <a:pt x="39336" y="4338"/>
                  </a:lnTo>
                  <a:lnTo>
                    <a:pt x="39250" y="93"/>
                  </a:lnTo>
                  <a:lnTo>
                    <a:pt x="4352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h5882"/>
            <p:cNvSpPr/>
            <p:nvPr/>
          </p:nvSpPr>
          <p:spPr>
            <a:xfrm>
              <a:off x="7757031" y="2718405"/>
              <a:ext cx="25517" cy="29827"/>
            </a:xfrm>
            <a:custGeom>
              <a:avLst/>
              <a:pathLst>
                <a:path w="25517" h="29827">
                  <a:moveTo>
                    <a:pt x="13932" y="236"/>
                  </a:moveTo>
                  <a:lnTo>
                    <a:pt x="14082" y="2348"/>
                  </a:lnTo>
                  <a:lnTo>
                    <a:pt x="18097" y="5142"/>
                  </a:lnTo>
                  <a:lnTo>
                    <a:pt x="20569" y="5517"/>
                  </a:lnTo>
                  <a:lnTo>
                    <a:pt x="25296" y="12548"/>
                  </a:lnTo>
                  <a:lnTo>
                    <a:pt x="25517" y="13458"/>
                  </a:lnTo>
                  <a:lnTo>
                    <a:pt x="22048" y="18639"/>
                  </a:lnTo>
                  <a:lnTo>
                    <a:pt x="22425" y="26084"/>
                  </a:lnTo>
                  <a:lnTo>
                    <a:pt x="20353" y="29827"/>
                  </a:lnTo>
                  <a:lnTo>
                    <a:pt x="18339" y="29770"/>
                  </a:lnTo>
                  <a:lnTo>
                    <a:pt x="16462" y="26490"/>
                  </a:lnTo>
                  <a:lnTo>
                    <a:pt x="17035" y="23845"/>
                  </a:lnTo>
                  <a:lnTo>
                    <a:pt x="18082" y="24004"/>
                  </a:lnTo>
                  <a:lnTo>
                    <a:pt x="18142" y="23226"/>
                  </a:lnTo>
                  <a:lnTo>
                    <a:pt x="15629" y="22600"/>
                  </a:lnTo>
                  <a:lnTo>
                    <a:pt x="10565" y="23680"/>
                  </a:lnTo>
                  <a:lnTo>
                    <a:pt x="4465" y="21588"/>
                  </a:lnTo>
                  <a:lnTo>
                    <a:pt x="4088" y="18522"/>
                  </a:lnTo>
                  <a:lnTo>
                    <a:pt x="1682" y="18815"/>
                  </a:lnTo>
                  <a:lnTo>
                    <a:pt x="0" y="17889"/>
                  </a:lnTo>
                  <a:lnTo>
                    <a:pt x="87" y="11862"/>
                  </a:lnTo>
                  <a:lnTo>
                    <a:pt x="6728" y="11542"/>
                  </a:lnTo>
                  <a:lnTo>
                    <a:pt x="7845" y="7972"/>
                  </a:lnTo>
                  <a:lnTo>
                    <a:pt x="6895" y="6939"/>
                  </a:lnTo>
                  <a:lnTo>
                    <a:pt x="7655" y="4227"/>
                  </a:lnTo>
                  <a:lnTo>
                    <a:pt x="6708" y="2990"/>
                  </a:lnTo>
                  <a:lnTo>
                    <a:pt x="84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h5883"/>
            <p:cNvSpPr/>
            <p:nvPr/>
          </p:nvSpPr>
          <p:spPr>
            <a:xfrm>
              <a:off x="7832355" y="2664983"/>
              <a:ext cx="10391" cy="19835"/>
            </a:xfrm>
            <a:custGeom>
              <a:avLst/>
              <a:pathLst>
                <a:path w="10391" h="19835">
                  <a:moveTo>
                    <a:pt x="9854" y="2814"/>
                  </a:moveTo>
                  <a:lnTo>
                    <a:pt x="8463" y="2981"/>
                  </a:lnTo>
                  <a:lnTo>
                    <a:pt x="7370" y="6714"/>
                  </a:lnTo>
                  <a:lnTo>
                    <a:pt x="9441" y="6757"/>
                  </a:lnTo>
                  <a:lnTo>
                    <a:pt x="10391" y="17875"/>
                  </a:lnTo>
                  <a:lnTo>
                    <a:pt x="3573" y="19835"/>
                  </a:lnTo>
                  <a:lnTo>
                    <a:pt x="2565" y="15780"/>
                  </a:lnTo>
                  <a:lnTo>
                    <a:pt x="0" y="9203"/>
                  </a:lnTo>
                  <a:lnTo>
                    <a:pt x="294" y="2390"/>
                  </a:lnTo>
                  <a:lnTo>
                    <a:pt x="6034" y="1443"/>
                  </a:lnTo>
                  <a:lnTo>
                    <a:pt x="1010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h5884"/>
            <p:cNvSpPr/>
            <p:nvPr/>
          </p:nvSpPr>
          <p:spPr>
            <a:xfrm>
              <a:off x="7798198" y="2701494"/>
              <a:ext cx="12034" cy="8278"/>
            </a:xfrm>
            <a:custGeom>
              <a:avLst/>
              <a:pathLst>
                <a:path w="12034" h="8278">
                  <a:moveTo>
                    <a:pt x="6865" y="0"/>
                  </a:moveTo>
                  <a:lnTo>
                    <a:pt x="8382" y="124"/>
                  </a:lnTo>
                  <a:lnTo>
                    <a:pt x="12034" y="2144"/>
                  </a:lnTo>
                  <a:lnTo>
                    <a:pt x="12005" y="4421"/>
                  </a:lnTo>
                  <a:lnTo>
                    <a:pt x="10979" y="6292"/>
                  </a:lnTo>
                  <a:lnTo>
                    <a:pt x="5919" y="6060"/>
                  </a:lnTo>
                  <a:lnTo>
                    <a:pt x="3670" y="8278"/>
                  </a:lnTo>
                  <a:lnTo>
                    <a:pt x="0" y="6700"/>
                  </a:lnTo>
                  <a:lnTo>
                    <a:pt x="651" y="5178"/>
                  </a:lnTo>
                  <a:lnTo>
                    <a:pt x="6160" y="64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h5885"/>
            <p:cNvSpPr/>
            <p:nvPr/>
          </p:nvSpPr>
          <p:spPr>
            <a:xfrm>
              <a:off x="7831548" y="2726366"/>
              <a:ext cx="20728" cy="12876"/>
            </a:xfrm>
            <a:custGeom>
              <a:avLst/>
              <a:pathLst>
                <a:path w="20728" h="12876">
                  <a:moveTo>
                    <a:pt x="15879" y="1567"/>
                  </a:moveTo>
                  <a:lnTo>
                    <a:pt x="15909" y="3163"/>
                  </a:lnTo>
                  <a:lnTo>
                    <a:pt x="15171" y="5609"/>
                  </a:lnTo>
                  <a:lnTo>
                    <a:pt x="16953" y="6099"/>
                  </a:lnTo>
                  <a:lnTo>
                    <a:pt x="20728" y="12263"/>
                  </a:lnTo>
                  <a:lnTo>
                    <a:pt x="20504" y="12876"/>
                  </a:lnTo>
                  <a:lnTo>
                    <a:pt x="17209" y="12721"/>
                  </a:lnTo>
                  <a:lnTo>
                    <a:pt x="15930" y="10731"/>
                  </a:lnTo>
                  <a:lnTo>
                    <a:pt x="8493" y="9811"/>
                  </a:lnTo>
                  <a:lnTo>
                    <a:pt x="8356" y="7985"/>
                  </a:lnTo>
                  <a:lnTo>
                    <a:pt x="7518" y="7259"/>
                  </a:lnTo>
                  <a:lnTo>
                    <a:pt x="6288" y="7646"/>
                  </a:lnTo>
                  <a:lnTo>
                    <a:pt x="4070" y="6814"/>
                  </a:lnTo>
                  <a:lnTo>
                    <a:pt x="1840" y="3926"/>
                  </a:lnTo>
                  <a:lnTo>
                    <a:pt x="0" y="3116"/>
                  </a:lnTo>
                  <a:lnTo>
                    <a:pt x="1496" y="1529"/>
                  </a:lnTo>
                  <a:lnTo>
                    <a:pt x="3922" y="744"/>
                  </a:lnTo>
                  <a:lnTo>
                    <a:pt x="8858" y="877"/>
                  </a:lnTo>
                  <a:lnTo>
                    <a:pt x="1408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h5886"/>
            <p:cNvSpPr/>
            <p:nvPr/>
          </p:nvSpPr>
          <p:spPr>
            <a:xfrm>
              <a:off x="7871209" y="2700209"/>
              <a:ext cx="22174" cy="33832"/>
            </a:xfrm>
            <a:custGeom>
              <a:avLst/>
              <a:pathLst>
                <a:path w="22174" h="33832">
                  <a:moveTo>
                    <a:pt x="15587" y="1684"/>
                  </a:moveTo>
                  <a:lnTo>
                    <a:pt x="15943" y="6048"/>
                  </a:lnTo>
                  <a:lnTo>
                    <a:pt x="20761" y="6144"/>
                  </a:lnTo>
                  <a:lnTo>
                    <a:pt x="21517" y="14374"/>
                  </a:lnTo>
                  <a:lnTo>
                    <a:pt x="22174" y="24535"/>
                  </a:lnTo>
                  <a:lnTo>
                    <a:pt x="20430" y="29249"/>
                  </a:lnTo>
                  <a:lnTo>
                    <a:pt x="20078" y="32434"/>
                  </a:lnTo>
                  <a:lnTo>
                    <a:pt x="19667" y="33824"/>
                  </a:lnTo>
                  <a:lnTo>
                    <a:pt x="17730" y="33832"/>
                  </a:lnTo>
                  <a:lnTo>
                    <a:pt x="15002" y="32032"/>
                  </a:lnTo>
                  <a:lnTo>
                    <a:pt x="12921" y="33586"/>
                  </a:lnTo>
                  <a:lnTo>
                    <a:pt x="12757" y="31263"/>
                  </a:lnTo>
                  <a:lnTo>
                    <a:pt x="8469" y="30955"/>
                  </a:lnTo>
                  <a:lnTo>
                    <a:pt x="8095" y="27924"/>
                  </a:lnTo>
                  <a:lnTo>
                    <a:pt x="4174" y="27892"/>
                  </a:lnTo>
                  <a:lnTo>
                    <a:pt x="4001" y="30396"/>
                  </a:lnTo>
                  <a:lnTo>
                    <a:pt x="1128" y="30068"/>
                  </a:lnTo>
                  <a:lnTo>
                    <a:pt x="1035" y="25990"/>
                  </a:lnTo>
                  <a:lnTo>
                    <a:pt x="1926" y="24437"/>
                  </a:lnTo>
                  <a:lnTo>
                    <a:pt x="3337" y="23255"/>
                  </a:lnTo>
                  <a:lnTo>
                    <a:pt x="3949" y="20732"/>
                  </a:lnTo>
                  <a:lnTo>
                    <a:pt x="2747" y="17802"/>
                  </a:lnTo>
                  <a:lnTo>
                    <a:pt x="0" y="17253"/>
                  </a:lnTo>
                  <a:lnTo>
                    <a:pt x="626" y="12374"/>
                  </a:lnTo>
                  <a:lnTo>
                    <a:pt x="2912" y="12445"/>
                  </a:lnTo>
                  <a:lnTo>
                    <a:pt x="4580" y="10405"/>
                  </a:lnTo>
                  <a:lnTo>
                    <a:pt x="4751" y="9053"/>
                  </a:lnTo>
                  <a:lnTo>
                    <a:pt x="8154" y="9101"/>
                  </a:lnTo>
                  <a:lnTo>
                    <a:pt x="9495" y="8153"/>
                  </a:lnTo>
                  <a:lnTo>
                    <a:pt x="11049" y="5800"/>
                  </a:lnTo>
                  <a:lnTo>
                    <a:pt x="11105" y="4623"/>
                  </a:lnTo>
                  <a:lnTo>
                    <a:pt x="14093" y="2042"/>
                  </a:lnTo>
                  <a:lnTo>
                    <a:pt x="1426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h5887"/>
            <p:cNvSpPr/>
            <p:nvPr/>
          </p:nvSpPr>
          <p:spPr>
            <a:xfrm>
              <a:off x="7794311" y="2711319"/>
              <a:ext cx="14734" cy="11364"/>
            </a:xfrm>
            <a:custGeom>
              <a:avLst/>
              <a:pathLst>
                <a:path w="14734" h="11364">
                  <a:moveTo>
                    <a:pt x="6933" y="1234"/>
                  </a:moveTo>
                  <a:lnTo>
                    <a:pt x="10688" y="509"/>
                  </a:lnTo>
                  <a:lnTo>
                    <a:pt x="12505" y="887"/>
                  </a:lnTo>
                  <a:lnTo>
                    <a:pt x="12764" y="5135"/>
                  </a:lnTo>
                  <a:lnTo>
                    <a:pt x="14359" y="6748"/>
                  </a:lnTo>
                  <a:lnTo>
                    <a:pt x="14734" y="8610"/>
                  </a:lnTo>
                  <a:lnTo>
                    <a:pt x="12040" y="8593"/>
                  </a:lnTo>
                  <a:lnTo>
                    <a:pt x="12107" y="9210"/>
                  </a:lnTo>
                  <a:lnTo>
                    <a:pt x="9894" y="11323"/>
                  </a:lnTo>
                  <a:lnTo>
                    <a:pt x="6928" y="11364"/>
                  </a:lnTo>
                  <a:lnTo>
                    <a:pt x="3685" y="5587"/>
                  </a:lnTo>
                  <a:lnTo>
                    <a:pt x="0" y="6544"/>
                  </a:lnTo>
                  <a:lnTo>
                    <a:pt x="406" y="4068"/>
                  </a:lnTo>
                  <a:lnTo>
                    <a:pt x="3809" y="3656"/>
                  </a:lnTo>
                  <a:lnTo>
                    <a:pt x="4380" y="4854"/>
                  </a:lnTo>
                  <a:lnTo>
                    <a:pt x="6079" y="6050"/>
                  </a:lnTo>
                  <a:lnTo>
                    <a:pt x="6353" y="6040"/>
                  </a:lnTo>
                  <a:lnTo>
                    <a:pt x="6351" y="6269"/>
                  </a:lnTo>
                  <a:lnTo>
                    <a:pt x="6868" y="7216"/>
                  </a:lnTo>
                  <a:lnTo>
                    <a:pt x="9234" y="6789"/>
                  </a:lnTo>
                  <a:lnTo>
                    <a:pt x="9880" y="5522"/>
                  </a:lnTo>
                  <a:lnTo>
                    <a:pt x="4411" y="4586"/>
                  </a:lnTo>
                  <a:lnTo>
                    <a:pt x="492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h5888"/>
            <p:cNvSpPr/>
            <p:nvPr/>
          </p:nvSpPr>
          <p:spPr>
            <a:xfrm>
              <a:off x="7913080" y="2744143"/>
              <a:ext cx="30001" cy="31645"/>
            </a:xfrm>
            <a:custGeom>
              <a:avLst/>
              <a:pathLst>
                <a:path w="30001" h="31645">
                  <a:moveTo>
                    <a:pt x="30001" y="5848"/>
                  </a:moveTo>
                  <a:lnTo>
                    <a:pt x="28996" y="7877"/>
                  </a:lnTo>
                  <a:lnTo>
                    <a:pt x="26172" y="7565"/>
                  </a:lnTo>
                  <a:lnTo>
                    <a:pt x="20486" y="8430"/>
                  </a:lnTo>
                  <a:lnTo>
                    <a:pt x="20848" y="10467"/>
                  </a:lnTo>
                  <a:lnTo>
                    <a:pt x="22001" y="10603"/>
                  </a:lnTo>
                  <a:lnTo>
                    <a:pt x="20748" y="15748"/>
                  </a:lnTo>
                  <a:lnTo>
                    <a:pt x="18803" y="17731"/>
                  </a:lnTo>
                  <a:lnTo>
                    <a:pt x="16880" y="17737"/>
                  </a:lnTo>
                  <a:lnTo>
                    <a:pt x="16370" y="18357"/>
                  </a:lnTo>
                  <a:lnTo>
                    <a:pt x="16279" y="27346"/>
                  </a:lnTo>
                  <a:lnTo>
                    <a:pt x="14384" y="31645"/>
                  </a:lnTo>
                  <a:lnTo>
                    <a:pt x="11141" y="29287"/>
                  </a:lnTo>
                  <a:lnTo>
                    <a:pt x="8840" y="28607"/>
                  </a:lnTo>
                  <a:lnTo>
                    <a:pt x="1073" y="27872"/>
                  </a:lnTo>
                  <a:lnTo>
                    <a:pt x="0" y="29329"/>
                  </a:lnTo>
                  <a:lnTo>
                    <a:pt x="502" y="21550"/>
                  </a:lnTo>
                  <a:lnTo>
                    <a:pt x="5372" y="18186"/>
                  </a:lnTo>
                  <a:lnTo>
                    <a:pt x="6818" y="14642"/>
                  </a:lnTo>
                  <a:lnTo>
                    <a:pt x="8237" y="13069"/>
                  </a:lnTo>
                  <a:lnTo>
                    <a:pt x="10299" y="13155"/>
                  </a:lnTo>
                  <a:lnTo>
                    <a:pt x="13143" y="12855"/>
                  </a:lnTo>
                  <a:lnTo>
                    <a:pt x="16956" y="10782"/>
                  </a:lnTo>
                  <a:lnTo>
                    <a:pt x="16827" y="8469"/>
                  </a:lnTo>
                  <a:lnTo>
                    <a:pt x="18670" y="5669"/>
                  </a:lnTo>
                  <a:lnTo>
                    <a:pt x="20317" y="4292"/>
                  </a:lnTo>
                  <a:lnTo>
                    <a:pt x="24420" y="3911"/>
                  </a:lnTo>
                  <a:lnTo>
                    <a:pt x="26413" y="370"/>
                  </a:lnTo>
                  <a:lnTo>
                    <a:pt x="2922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h5889"/>
            <p:cNvSpPr/>
            <p:nvPr/>
          </p:nvSpPr>
          <p:spPr>
            <a:xfrm>
              <a:off x="7790572" y="2726810"/>
              <a:ext cx="12115" cy="33419"/>
            </a:xfrm>
            <a:custGeom>
              <a:avLst/>
              <a:pathLst>
                <a:path w="12115" h="33419">
                  <a:moveTo>
                    <a:pt x="8395" y="473"/>
                  </a:moveTo>
                  <a:lnTo>
                    <a:pt x="10268" y="2680"/>
                  </a:lnTo>
                  <a:lnTo>
                    <a:pt x="9896" y="6713"/>
                  </a:lnTo>
                  <a:lnTo>
                    <a:pt x="12115" y="11107"/>
                  </a:lnTo>
                  <a:lnTo>
                    <a:pt x="12068" y="11784"/>
                  </a:lnTo>
                  <a:lnTo>
                    <a:pt x="10142" y="12363"/>
                  </a:lnTo>
                  <a:lnTo>
                    <a:pt x="9332" y="13120"/>
                  </a:lnTo>
                  <a:lnTo>
                    <a:pt x="9828" y="15575"/>
                  </a:lnTo>
                  <a:lnTo>
                    <a:pt x="4078" y="14735"/>
                  </a:lnTo>
                  <a:lnTo>
                    <a:pt x="3902" y="13278"/>
                  </a:lnTo>
                  <a:lnTo>
                    <a:pt x="2938" y="13092"/>
                  </a:lnTo>
                  <a:lnTo>
                    <a:pt x="1865" y="14664"/>
                  </a:lnTo>
                  <a:lnTo>
                    <a:pt x="2615" y="16872"/>
                  </a:lnTo>
                  <a:lnTo>
                    <a:pt x="4597" y="19469"/>
                  </a:lnTo>
                  <a:lnTo>
                    <a:pt x="8641" y="22167"/>
                  </a:lnTo>
                  <a:lnTo>
                    <a:pt x="9109" y="24309"/>
                  </a:lnTo>
                  <a:lnTo>
                    <a:pt x="8485" y="30147"/>
                  </a:lnTo>
                  <a:lnTo>
                    <a:pt x="9231" y="33419"/>
                  </a:lnTo>
                  <a:lnTo>
                    <a:pt x="8363" y="31673"/>
                  </a:lnTo>
                  <a:lnTo>
                    <a:pt x="901" y="19041"/>
                  </a:lnTo>
                  <a:lnTo>
                    <a:pt x="1988" y="17423"/>
                  </a:lnTo>
                  <a:lnTo>
                    <a:pt x="1734" y="17187"/>
                  </a:lnTo>
                  <a:lnTo>
                    <a:pt x="1536" y="17219"/>
                  </a:lnTo>
                  <a:lnTo>
                    <a:pt x="873" y="17023"/>
                  </a:lnTo>
                  <a:lnTo>
                    <a:pt x="2787" y="11838"/>
                  </a:lnTo>
                  <a:lnTo>
                    <a:pt x="29" y="8277"/>
                  </a:lnTo>
                  <a:lnTo>
                    <a:pt x="0" y="5922"/>
                  </a:lnTo>
                  <a:lnTo>
                    <a:pt x="5242" y="5613"/>
                  </a:lnTo>
                  <a:lnTo>
                    <a:pt x="4480" y="4076"/>
                  </a:lnTo>
                  <a:lnTo>
                    <a:pt x="641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h5890"/>
            <p:cNvSpPr/>
            <p:nvPr/>
          </p:nvSpPr>
          <p:spPr>
            <a:xfrm>
              <a:off x="7839905" y="2693210"/>
              <a:ext cx="14702" cy="16185"/>
            </a:xfrm>
            <a:custGeom>
              <a:avLst/>
              <a:pathLst>
                <a:path w="14702" h="16185">
                  <a:moveTo>
                    <a:pt x="9082" y="613"/>
                  </a:moveTo>
                  <a:lnTo>
                    <a:pt x="9098" y="2095"/>
                  </a:lnTo>
                  <a:lnTo>
                    <a:pt x="9725" y="2106"/>
                  </a:lnTo>
                  <a:lnTo>
                    <a:pt x="9783" y="2829"/>
                  </a:lnTo>
                  <a:lnTo>
                    <a:pt x="7301" y="7287"/>
                  </a:lnTo>
                  <a:lnTo>
                    <a:pt x="7416" y="10421"/>
                  </a:lnTo>
                  <a:lnTo>
                    <a:pt x="9125" y="13432"/>
                  </a:lnTo>
                  <a:lnTo>
                    <a:pt x="11402" y="13354"/>
                  </a:lnTo>
                  <a:lnTo>
                    <a:pt x="14351" y="14445"/>
                  </a:lnTo>
                  <a:lnTo>
                    <a:pt x="14702" y="16185"/>
                  </a:lnTo>
                  <a:lnTo>
                    <a:pt x="10884" y="15501"/>
                  </a:lnTo>
                  <a:lnTo>
                    <a:pt x="9435" y="16042"/>
                  </a:lnTo>
                  <a:lnTo>
                    <a:pt x="8249" y="15663"/>
                  </a:lnTo>
                  <a:lnTo>
                    <a:pt x="5298" y="11796"/>
                  </a:lnTo>
                  <a:lnTo>
                    <a:pt x="2191" y="10768"/>
                  </a:lnTo>
                  <a:lnTo>
                    <a:pt x="2020" y="9179"/>
                  </a:lnTo>
                  <a:lnTo>
                    <a:pt x="1403" y="3261"/>
                  </a:lnTo>
                  <a:lnTo>
                    <a:pt x="0" y="2380"/>
                  </a:lnTo>
                  <a:lnTo>
                    <a:pt x="277" y="698"/>
                  </a:lnTo>
                  <a:lnTo>
                    <a:pt x="2348" y="1565"/>
                  </a:lnTo>
                  <a:lnTo>
                    <a:pt x="4310" y="994"/>
                  </a:lnTo>
                  <a:lnTo>
                    <a:pt x="4317" y="451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h5891"/>
            <p:cNvSpPr/>
            <p:nvPr/>
          </p:nvSpPr>
          <p:spPr>
            <a:xfrm>
              <a:off x="7716927" y="2714000"/>
              <a:ext cx="39969" cy="17669"/>
            </a:xfrm>
            <a:custGeom>
              <a:avLst/>
              <a:pathLst>
                <a:path w="39969" h="17669">
                  <a:moveTo>
                    <a:pt x="33503" y="2249"/>
                  </a:moveTo>
                  <a:lnTo>
                    <a:pt x="33288" y="4510"/>
                  </a:lnTo>
                  <a:lnTo>
                    <a:pt x="35964" y="4623"/>
                  </a:lnTo>
                  <a:lnTo>
                    <a:pt x="37662" y="2823"/>
                  </a:lnTo>
                  <a:lnTo>
                    <a:pt x="38477" y="3083"/>
                  </a:lnTo>
                  <a:lnTo>
                    <a:pt x="39792" y="4072"/>
                  </a:lnTo>
                  <a:lnTo>
                    <a:pt x="39969" y="6637"/>
                  </a:lnTo>
                  <a:lnTo>
                    <a:pt x="38262" y="9132"/>
                  </a:lnTo>
                  <a:lnTo>
                    <a:pt x="36869" y="11720"/>
                  </a:lnTo>
                  <a:lnTo>
                    <a:pt x="37399" y="10429"/>
                  </a:lnTo>
                  <a:lnTo>
                    <a:pt x="29663" y="9186"/>
                  </a:lnTo>
                  <a:lnTo>
                    <a:pt x="27269" y="10478"/>
                  </a:lnTo>
                  <a:lnTo>
                    <a:pt x="26932" y="11322"/>
                  </a:lnTo>
                  <a:lnTo>
                    <a:pt x="29022" y="11787"/>
                  </a:lnTo>
                  <a:lnTo>
                    <a:pt x="29384" y="14225"/>
                  </a:lnTo>
                  <a:lnTo>
                    <a:pt x="24462" y="17669"/>
                  </a:lnTo>
                  <a:lnTo>
                    <a:pt x="23633" y="17621"/>
                  </a:lnTo>
                  <a:lnTo>
                    <a:pt x="24056" y="13208"/>
                  </a:lnTo>
                  <a:lnTo>
                    <a:pt x="16688" y="14875"/>
                  </a:lnTo>
                  <a:lnTo>
                    <a:pt x="16712" y="17065"/>
                  </a:lnTo>
                  <a:lnTo>
                    <a:pt x="3439" y="16778"/>
                  </a:lnTo>
                  <a:lnTo>
                    <a:pt x="1340" y="16643"/>
                  </a:lnTo>
                  <a:lnTo>
                    <a:pt x="2531" y="14123"/>
                  </a:lnTo>
                  <a:lnTo>
                    <a:pt x="0" y="13964"/>
                  </a:lnTo>
                  <a:lnTo>
                    <a:pt x="2454" y="9279"/>
                  </a:lnTo>
                  <a:lnTo>
                    <a:pt x="6209" y="6521"/>
                  </a:lnTo>
                  <a:lnTo>
                    <a:pt x="13192" y="6284"/>
                  </a:lnTo>
                  <a:lnTo>
                    <a:pt x="14034" y="3335"/>
                  </a:lnTo>
                  <a:lnTo>
                    <a:pt x="17044" y="3193"/>
                  </a:lnTo>
                  <a:lnTo>
                    <a:pt x="17406" y="4839"/>
                  </a:lnTo>
                  <a:lnTo>
                    <a:pt x="20779" y="4112"/>
                  </a:lnTo>
                  <a:lnTo>
                    <a:pt x="21652" y="3566"/>
                  </a:lnTo>
                  <a:lnTo>
                    <a:pt x="22246" y="565"/>
                  </a:lnTo>
                  <a:lnTo>
                    <a:pt x="2558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h5892"/>
            <p:cNvSpPr/>
            <p:nvPr/>
          </p:nvSpPr>
          <p:spPr>
            <a:xfrm>
              <a:off x="7759943" y="2788835"/>
              <a:ext cx="37824" cy="29197"/>
            </a:xfrm>
            <a:custGeom>
              <a:avLst/>
              <a:pathLst>
                <a:path w="37824" h="29197">
                  <a:moveTo>
                    <a:pt x="33959" y="4925"/>
                  </a:moveTo>
                  <a:lnTo>
                    <a:pt x="34867" y="9367"/>
                  </a:lnTo>
                  <a:lnTo>
                    <a:pt x="34604" y="11104"/>
                  </a:lnTo>
                  <a:lnTo>
                    <a:pt x="35583" y="13882"/>
                  </a:lnTo>
                  <a:lnTo>
                    <a:pt x="36589" y="15113"/>
                  </a:lnTo>
                  <a:lnTo>
                    <a:pt x="37824" y="15048"/>
                  </a:lnTo>
                  <a:lnTo>
                    <a:pt x="37739" y="16282"/>
                  </a:lnTo>
                  <a:lnTo>
                    <a:pt x="33039" y="25600"/>
                  </a:lnTo>
                  <a:lnTo>
                    <a:pt x="29091" y="24306"/>
                  </a:lnTo>
                  <a:lnTo>
                    <a:pt x="31039" y="20749"/>
                  </a:lnTo>
                  <a:lnTo>
                    <a:pt x="28328" y="19480"/>
                  </a:lnTo>
                  <a:lnTo>
                    <a:pt x="19111" y="23650"/>
                  </a:lnTo>
                  <a:lnTo>
                    <a:pt x="14452" y="29197"/>
                  </a:lnTo>
                  <a:lnTo>
                    <a:pt x="13165" y="25874"/>
                  </a:lnTo>
                  <a:lnTo>
                    <a:pt x="12835" y="21518"/>
                  </a:lnTo>
                  <a:lnTo>
                    <a:pt x="8173" y="20999"/>
                  </a:lnTo>
                  <a:lnTo>
                    <a:pt x="8063" y="16021"/>
                  </a:lnTo>
                  <a:lnTo>
                    <a:pt x="4127" y="16107"/>
                  </a:lnTo>
                  <a:lnTo>
                    <a:pt x="4132" y="15014"/>
                  </a:lnTo>
                  <a:lnTo>
                    <a:pt x="4147" y="11982"/>
                  </a:lnTo>
                  <a:lnTo>
                    <a:pt x="8003" y="11708"/>
                  </a:lnTo>
                  <a:lnTo>
                    <a:pt x="5" y="3111"/>
                  </a:lnTo>
                  <a:lnTo>
                    <a:pt x="0" y="2467"/>
                  </a:lnTo>
                  <a:lnTo>
                    <a:pt x="1795" y="2175"/>
                  </a:lnTo>
                  <a:lnTo>
                    <a:pt x="1114" y="4260"/>
                  </a:lnTo>
                  <a:lnTo>
                    <a:pt x="3686" y="4321"/>
                  </a:lnTo>
                  <a:lnTo>
                    <a:pt x="9312" y="5069"/>
                  </a:lnTo>
                  <a:lnTo>
                    <a:pt x="12909" y="2996"/>
                  </a:lnTo>
                  <a:lnTo>
                    <a:pt x="19635" y="3363"/>
                  </a:lnTo>
                  <a:lnTo>
                    <a:pt x="27404" y="0"/>
                  </a:lnTo>
                  <a:lnTo>
                    <a:pt x="313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h5893"/>
            <p:cNvSpPr/>
            <p:nvPr/>
          </p:nvSpPr>
          <p:spPr>
            <a:xfrm>
              <a:off x="7847207" y="2690687"/>
              <a:ext cx="12456" cy="18707"/>
            </a:xfrm>
            <a:custGeom>
              <a:avLst/>
              <a:pathLst>
                <a:path w="12456" h="18707">
                  <a:moveTo>
                    <a:pt x="12456" y="4708"/>
                  </a:moveTo>
                  <a:lnTo>
                    <a:pt x="8151" y="7531"/>
                  </a:lnTo>
                  <a:lnTo>
                    <a:pt x="8890" y="10229"/>
                  </a:lnTo>
                  <a:lnTo>
                    <a:pt x="10688" y="10665"/>
                  </a:lnTo>
                  <a:lnTo>
                    <a:pt x="9175" y="15093"/>
                  </a:lnTo>
                  <a:lnTo>
                    <a:pt x="9064" y="18571"/>
                  </a:lnTo>
                  <a:lnTo>
                    <a:pt x="7401" y="18707"/>
                  </a:lnTo>
                  <a:lnTo>
                    <a:pt x="7049" y="16968"/>
                  </a:lnTo>
                  <a:lnTo>
                    <a:pt x="4101" y="15877"/>
                  </a:lnTo>
                  <a:lnTo>
                    <a:pt x="1824" y="15955"/>
                  </a:lnTo>
                  <a:lnTo>
                    <a:pt x="115" y="12944"/>
                  </a:lnTo>
                  <a:lnTo>
                    <a:pt x="0" y="9809"/>
                  </a:lnTo>
                  <a:lnTo>
                    <a:pt x="2482" y="5351"/>
                  </a:lnTo>
                  <a:lnTo>
                    <a:pt x="2424" y="4629"/>
                  </a:lnTo>
                  <a:lnTo>
                    <a:pt x="1797" y="4617"/>
                  </a:lnTo>
                  <a:lnTo>
                    <a:pt x="3567" y="4629"/>
                  </a:lnTo>
                  <a:lnTo>
                    <a:pt x="4069" y="2830"/>
                  </a:lnTo>
                  <a:lnTo>
                    <a:pt x="3403" y="1201"/>
                  </a:lnTo>
                  <a:lnTo>
                    <a:pt x="6007" y="428"/>
                  </a:lnTo>
                  <a:lnTo>
                    <a:pt x="6310" y="1890"/>
                  </a:lnTo>
                  <a:lnTo>
                    <a:pt x="7035" y="45"/>
                  </a:lnTo>
                  <a:lnTo>
                    <a:pt x="825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h5894"/>
            <p:cNvSpPr/>
            <p:nvPr/>
          </p:nvSpPr>
          <p:spPr>
            <a:xfrm>
              <a:off x="7814027" y="2668848"/>
              <a:ext cx="11164" cy="9131"/>
            </a:xfrm>
            <a:custGeom>
              <a:avLst/>
              <a:pathLst>
                <a:path w="11164" h="9131">
                  <a:moveTo>
                    <a:pt x="11080" y="4262"/>
                  </a:moveTo>
                  <a:lnTo>
                    <a:pt x="7442" y="6065"/>
                  </a:lnTo>
                  <a:lnTo>
                    <a:pt x="7466" y="8098"/>
                  </a:lnTo>
                  <a:lnTo>
                    <a:pt x="9558" y="8762"/>
                  </a:lnTo>
                  <a:lnTo>
                    <a:pt x="7471" y="9128"/>
                  </a:lnTo>
                  <a:lnTo>
                    <a:pt x="1359" y="9131"/>
                  </a:lnTo>
                  <a:lnTo>
                    <a:pt x="0" y="2213"/>
                  </a:lnTo>
                  <a:lnTo>
                    <a:pt x="513" y="2091"/>
                  </a:lnTo>
                  <a:lnTo>
                    <a:pt x="111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h5895"/>
            <p:cNvSpPr/>
            <p:nvPr/>
          </p:nvSpPr>
          <p:spPr>
            <a:xfrm>
              <a:off x="7819291" y="2677611"/>
              <a:ext cx="8591" cy="13225"/>
            </a:xfrm>
            <a:custGeom>
              <a:avLst/>
              <a:pathLst>
                <a:path w="8591" h="13225">
                  <a:moveTo>
                    <a:pt x="4294" y="0"/>
                  </a:moveTo>
                  <a:lnTo>
                    <a:pt x="6507" y="480"/>
                  </a:lnTo>
                  <a:lnTo>
                    <a:pt x="4758" y="3870"/>
                  </a:lnTo>
                  <a:lnTo>
                    <a:pt x="4926" y="5572"/>
                  </a:lnTo>
                  <a:lnTo>
                    <a:pt x="6979" y="9823"/>
                  </a:lnTo>
                  <a:lnTo>
                    <a:pt x="8382" y="10565"/>
                  </a:lnTo>
                  <a:lnTo>
                    <a:pt x="8591" y="13225"/>
                  </a:lnTo>
                  <a:lnTo>
                    <a:pt x="393" y="12769"/>
                  </a:lnTo>
                  <a:lnTo>
                    <a:pt x="0" y="11868"/>
                  </a:lnTo>
                  <a:lnTo>
                    <a:pt x="2208" y="36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h5896"/>
            <p:cNvSpPr/>
            <p:nvPr/>
          </p:nvSpPr>
          <p:spPr>
            <a:xfrm>
              <a:off x="7814304" y="2752134"/>
              <a:ext cx="28151" cy="19707"/>
            </a:xfrm>
            <a:custGeom>
              <a:avLst/>
              <a:pathLst>
                <a:path w="28151" h="19707">
                  <a:moveTo>
                    <a:pt x="20126" y="659"/>
                  </a:moveTo>
                  <a:lnTo>
                    <a:pt x="22521" y="4299"/>
                  </a:lnTo>
                  <a:lnTo>
                    <a:pt x="26389" y="3999"/>
                  </a:lnTo>
                  <a:lnTo>
                    <a:pt x="28151" y="7280"/>
                  </a:lnTo>
                  <a:lnTo>
                    <a:pt x="27148" y="8307"/>
                  </a:lnTo>
                  <a:lnTo>
                    <a:pt x="27977" y="9817"/>
                  </a:lnTo>
                  <a:lnTo>
                    <a:pt x="25278" y="9577"/>
                  </a:lnTo>
                  <a:lnTo>
                    <a:pt x="24199" y="11571"/>
                  </a:lnTo>
                  <a:lnTo>
                    <a:pt x="24759" y="13616"/>
                  </a:lnTo>
                  <a:lnTo>
                    <a:pt x="24181" y="14980"/>
                  </a:lnTo>
                  <a:lnTo>
                    <a:pt x="19262" y="16629"/>
                  </a:lnTo>
                  <a:lnTo>
                    <a:pt x="19758" y="15133"/>
                  </a:lnTo>
                  <a:lnTo>
                    <a:pt x="12529" y="14299"/>
                  </a:lnTo>
                  <a:lnTo>
                    <a:pt x="11206" y="16567"/>
                  </a:lnTo>
                  <a:lnTo>
                    <a:pt x="10850" y="19707"/>
                  </a:lnTo>
                  <a:lnTo>
                    <a:pt x="8237" y="19672"/>
                  </a:lnTo>
                  <a:lnTo>
                    <a:pt x="6943" y="16256"/>
                  </a:lnTo>
                  <a:lnTo>
                    <a:pt x="2672" y="16281"/>
                  </a:lnTo>
                  <a:lnTo>
                    <a:pt x="778" y="13213"/>
                  </a:lnTo>
                  <a:lnTo>
                    <a:pt x="0" y="10359"/>
                  </a:lnTo>
                  <a:lnTo>
                    <a:pt x="322" y="9006"/>
                  </a:lnTo>
                  <a:lnTo>
                    <a:pt x="2312" y="7914"/>
                  </a:lnTo>
                  <a:lnTo>
                    <a:pt x="4379" y="4971"/>
                  </a:lnTo>
                  <a:lnTo>
                    <a:pt x="7886" y="5347"/>
                  </a:lnTo>
                  <a:lnTo>
                    <a:pt x="11148" y="1972"/>
                  </a:lnTo>
                  <a:lnTo>
                    <a:pt x="1085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h5897"/>
            <p:cNvSpPr/>
            <p:nvPr/>
          </p:nvSpPr>
          <p:spPr>
            <a:xfrm>
              <a:off x="7930880" y="2711285"/>
              <a:ext cx="47397" cy="63782"/>
            </a:xfrm>
            <a:custGeom>
              <a:avLst/>
              <a:pathLst>
                <a:path w="47397" h="63782">
                  <a:moveTo>
                    <a:pt x="41706" y="2043"/>
                  </a:moveTo>
                  <a:lnTo>
                    <a:pt x="40861" y="3622"/>
                  </a:lnTo>
                  <a:lnTo>
                    <a:pt x="42210" y="6848"/>
                  </a:lnTo>
                  <a:lnTo>
                    <a:pt x="41949" y="7809"/>
                  </a:lnTo>
                  <a:lnTo>
                    <a:pt x="37106" y="10511"/>
                  </a:lnTo>
                  <a:lnTo>
                    <a:pt x="34725" y="15706"/>
                  </a:lnTo>
                  <a:lnTo>
                    <a:pt x="37426" y="16151"/>
                  </a:lnTo>
                  <a:lnTo>
                    <a:pt x="39173" y="17614"/>
                  </a:lnTo>
                  <a:lnTo>
                    <a:pt x="33966" y="17987"/>
                  </a:lnTo>
                  <a:lnTo>
                    <a:pt x="32591" y="19718"/>
                  </a:lnTo>
                  <a:lnTo>
                    <a:pt x="32784" y="20337"/>
                  </a:lnTo>
                  <a:lnTo>
                    <a:pt x="35156" y="21164"/>
                  </a:lnTo>
                  <a:lnTo>
                    <a:pt x="35816" y="26781"/>
                  </a:lnTo>
                  <a:lnTo>
                    <a:pt x="38114" y="30990"/>
                  </a:lnTo>
                  <a:lnTo>
                    <a:pt x="41467" y="34426"/>
                  </a:lnTo>
                  <a:lnTo>
                    <a:pt x="42287" y="41612"/>
                  </a:lnTo>
                  <a:lnTo>
                    <a:pt x="38121" y="41407"/>
                  </a:lnTo>
                  <a:lnTo>
                    <a:pt x="37880" y="42005"/>
                  </a:lnTo>
                  <a:lnTo>
                    <a:pt x="38417" y="42828"/>
                  </a:lnTo>
                  <a:lnTo>
                    <a:pt x="46182" y="42905"/>
                  </a:lnTo>
                  <a:lnTo>
                    <a:pt x="46133" y="48080"/>
                  </a:lnTo>
                  <a:lnTo>
                    <a:pt x="47397" y="48104"/>
                  </a:lnTo>
                  <a:lnTo>
                    <a:pt x="44910" y="51157"/>
                  </a:lnTo>
                  <a:lnTo>
                    <a:pt x="41800" y="54169"/>
                  </a:lnTo>
                  <a:lnTo>
                    <a:pt x="41870" y="54888"/>
                  </a:lnTo>
                  <a:lnTo>
                    <a:pt x="34625" y="63782"/>
                  </a:lnTo>
                  <a:lnTo>
                    <a:pt x="33247" y="60761"/>
                  </a:lnTo>
                  <a:lnTo>
                    <a:pt x="33122" y="58589"/>
                  </a:lnTo>
                  <a:lnTo>
                    <a:pt x="28163" y="58357"/>
                  </a:lnTo>
                  <a:lnTo>
                    <a:pt x="25823" y="54540"/>
                  </a:lnTo>
                  <a:lnTo>
                    <a:pt x="25394" y="52164"/>
                  </a:lnTo>
                  <a:lnTo>
                    <a:pt x="25648" y="50585"/>
                  </a:lnTo>
                  <a:lnTo>
                    <a:pt x="26429" y="50694"/>
                  </a:lnTo>
                  <a:lnTo>
                    <a:pt x="26847" y="45811"/>
                  </a:lnTo>
                  <a:lnTo>
                    <a:pt x="22008" y="45726"/>
                  </a:lnTo>
                  <a:lnTo>
                    <a:pt x="20390" y="42413"/>
                  </a:lnTo>
                  <a:lnTo>
                    <a:pt x="21460" y="40308"/>
                  </a:lnTo>
                  <a:lnTo>
                    <a:pt x="17916" y="29304"/>
                  </a:lnTo>
                  <a:lnTo>
                    <a:pt x="12511" y="30219"/>
                  </a:lnTo>
                  <a:lnTo>
                    <a:pt x="11423" y="32858"/>
                  </a:lnTo>
                  <a:lnTo>
                    <a:pt x="8613" y="33228"/>
                  </a:lnTo>
                  <a:lnTo>
                    <a:pt x="5551" y="27404"/>
                  </a:lnTo>
                  <a:lnTo>
                    <a:pt x="4309" y="27045"/>
                  </a:lnTo>
                  <a:lnTo>
                    <a:pt x="4028" y="24583"/>
                  </a:lnTo>
                  <a:lnTo>
                    <a:pt x="5215" y="22454"/>
                  </a:lnTo>
                  <a:lnTo>
                    <a:pt x="1251" y="9475"/>
                  </a:lnTo>
                  <a:lnTo>
                    <a:pt x="9" y="8379"/>
                  </a:lnTo>
                  <a:lnTo>
                    <a:pt x="0" y="6788"/>
                  </a:lnTo>
                  <a:lnTo>
                    <a:pt x="5148" y="7645"/>
                  </a:lnTo>
                  <a:lnTo>
                    <a:pt x="6106" y="7692"/>
                  </a:lnTo>
                  <a:lnTo>
                    <a:pt x="8182" y="12760"/>
                  </a:lnTo>
                  <a:lnTo>
                    <a:pt x="9968" y="14467"/>
                  </a:lnTo>
                  <a:lnTo>
                    <a:pt x="11549" y="14607"/>
                  </a:lnTo>
                  <a:lnTo>
                    <a:pt x="22738" y="13011"/>
                  </a:lnTo>
                  <a:lnTo>
                    <a:pt x="25425" y="10608"/>
                  </a:lnTo>
                  <a:lnTo>
                    <a:pt x="27407" y="6062"/>
                  </a:lnTo>
                  <a:lnTo>
                    <a:pt x="30008" y="8266"/>
                  </a:lnTo>
                  <a:lnTo>
                    <a:pt x="33947" y="6306"/>
                  </a:lnTo>
                  <a:lnTo>
                    <a:pt x="34012" y="1830"/>
                  </a:lnTo>
                  <a:lnTo>
                    <a:pt x="34809" y="374"/>
                  </a:lnTo>
                  <a:lnTo>
                    <a:pt x="387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h5898"/>
            <p:cNvSpPr/>
            <p:nvPr/>
          </p:nvSpPr>
          <p:spPr>
            <a:xfrm>
              <a:off x="7849812" y="2719090"/>
              <a:ext cx="34319" cy="25524"/>
            </a:xfrm>
            <a:custGeom>
              <a:avLst/>
              <a:pathLst>
                <a:path w="34319" h="25524">
                  <a:moveTo>
                    <a:pt x="18038" y="3786"/>
                  </a:moveTo>
                  <a:lnTo>
                    <a:pt x="18365" y="8170"/>
                  </a:lnTo>
                  <a:lnTo>
                    <a:pt x="23323" y="5556"/>
                  </a:lnTo>
                  <a:lnTo>
                    <a:pt x="22432" y="7109"/>
                  </a:lnTo>
                  <a:lnTo>
                    <a:pt x="22526" y="11187"/>
                  </a:lnTo>
                  <a:lnTo>
                    <a:pt x="25398" y="11515"/>
                  </a:lnTo>
                  <a:lnTo>
                    <a:pt x="25571" y="9011"/>
                  </a:lnTo>
                  <a:lnTo>
                    <a:pt x="29492" y="9043"/>
                  </a:lnTo>
                  <a:lnTo>
                    <a:pt x="29866" y="12074"/>
                  </a:lnTo>
                  <a:lnTo>
                    <a:pt x="34154" y="12382"/>
                  </a:lnTo>
                  <a:lnTo>
                    <a:pt x="34319" y="14705"/>
                  </a:lnTo>
                  <a:lnTo>
                    <a:pt x="31280" y="13885"/>
                  </a:lnTo>
                  <a:lnTo>
                    <a:pt x="31265" y="16260"/>
                  </a:lnTo>
                  <a:lnTo>
                    <a:pt x="26211" y="17729"/>
                  </a:lnTo>
                  <a:lnTo>
                    <a:pt x="24470" y="25524"/>
                  </a:lnTo>
                  <a:lnTo>
                    <a:pt x="23593" y="24034"/>
                  </a:lnTo>
                  <a:lnTo>
                    <a:pt x="21947" y="23621"/>
                  </a:lnTo>
                  <a:lnTo>
                    <a:pt x="20044" y="20335"/>
                  </a:lnTo>
                  <a:lnTo>
                    <a:pt x="20125" y="13571"/>
                  </a:lnTo>
                  <a:lnTo>
                    <a:pt x="12224" y="8011"/>
                  </a:lnTo>
                  <a:lnTo>
                    <a:pt x="11297" y="9341"/>
                  </a:lnTo>
                  <a:lnTo>
                    <a:pt x="7388" y="6086"/>
                  </a:lnTo>
                  <a:lnTo>
                    <a:pt x="0" y="5226"/>
                  </a:lnTo>
                  <a:lnTo>
                    <a:pt x="213" y="2363"/>
                  </a:lnTo>
                  <a:lnTo>
                    <a:pt x="3936" y="1075"/>
                  </a:lnTo>
                  <a:lnTo>
                    <a:pt x="1195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h5899"/>
            <p:cNvSpPr/>
            <p:nvPr/>
          </p:nvSpPr>
          <p:spPr>
            <a:xfrm>
              <a:off x="7837047" y="2737210"/>
              <a:ext cx="40895" cy="31191"/>
            </a:xfrm>
            <a:custGeom>
              <a:avLst/>
              <a:pathLst>
                <a:path w="40895" h="31191">
                  <a:moveTo>
                    <a:pt x="31865" y="1058"/>
                  </a:moveTo>
                  <a:lnTo>
                    <a:pt x="32809" y="2216"/>
                  </a:lnTo>
                  <a:lnTo>
                    <a:pt x="34712" y="5502"/>
                  </a:lnTo>
                  <a:lnTo>
                    <a:pt x="32444" y="10324"/>
                  </a:lnTo>
                  <a:lnTo>
                    <a:pt x="33910" y="10336"/>
                  </a:lnTo>
                  <a:lnTo>
                    <a:pt x="34390" y="9495"/>
                  </a:lnTo>
                  <a:lnTo>
                    <a:pt x="38591" y="9968"/>
                  </a:lnTo>
                  <a:lnTo>
                    <a:pt x="40895" y="14682"/>
                  </a:lnTo>
                  <a:lnTo>
                    <a:pt x="40652" y="16119"/>
                  </a:lnTo>
                  <a:lnTo>
                    <a:pt x="37908" y="16608"/>
                  </a:lnTo>
                  <a:lnTo>
                    <a:pt x="34686" y="20272"/>
                  </a:lnTo>
                  <a:lnTo>
                    <a:pt x="34800" y="25457"/>
                  </a:lnTo>
                  <a:lnTo>
                    <a:pt x="32263" y="23054"/>
                  </a:lnTo>
                  <a:lnTo>
                    <a:pt x="30002" y="22807"/>
                  </a:lnTo>
                  <a:lnTo>
                    <a:pt x="28642" y="25564"/>
                  </a:lnTo>
                  <a:lnTo>
                    <a:pt x="28499" y="29585"/>
                  </a:lnTo>
                  <a:lnTo>
                    <a:pt x="25946" y="29638"/>
                  </a:lnTo>
                  <a:lnTo>
                    <a:pt x="25530" y="27632"/>
                  </a:lnTo>
                  <a:lnTo>
                    <a:pt x="24962" y="30357"/>
                  </a:lnTo>
                  <a:lnTo>
                    <a:pt x="16909" y="31191"/>
                  </a:lnTo>
                  <a:lnTo>
                    <a:pt x="16992" y="28843"/>
                  </a:lnTo>
                  <a:lnTo>
                    <a:pt x="14974" y="29443"/>
                  </a:lnTo>
                  <a:lnTo>
                    <a:pt x="14243" y="30431"/>
                  </a:lnTo>
                  <a:lnTo>
                    <a:pt x="9861" y="29058"/>
                  </a:lnTo>
                  <a:lnTo>
                    <a:pt x="8241" y="27213"/>
                  </a:lnTo>
                  <a:lnTo>
                    <a:pt x="5742" y="24963"/>
                  </a:lnTo>
                  <a:lnTo>
                    <a:pt x="6472" y="21056"/>
                  </a:lnTo>
                  <a:lnTo>
                    <a:pt x="0" y="15056"/>
                  </a:lnTo>
                  <a:lnTo>
                    <a:pt x="3201" y="16548"/>
                  </a:lnTo>
                  <a:lnTo>
                    <a:pt x="4651" y="18135"/>
                  </a:lnTo>
                  <a:lnTo>
                    <a:pt x="9947" y="17286"/>
                  </a:lnTo>
                  <a:lnTo>
                    <a:pt x="13884" y="11357"/>
                  </a:lnTo>
                  <a:lnTo>
                    <a:pt x="12885" y="8733"/>
                  </a:lnTo>
                  <a:lnTo>
                    <a:pt x="13416" y="6308"/>
                  </a:lnTo>
                  <a:lnTo>
                    <a:pt x="18398" y="7789"/>
                  </a:lnTo>
                  <a:lnTo>
                    <a:pt x="19044" y="8136"/>
                  </a:lnTo>
                  <a:lnTo>
                    <a:pt x="19262" y="9765"/>
                  </a:lnTo>
                  <a:lnTo>
                    <a:pt x="20397" y="9660"/>
                  </a:lnTo>
                  <a:lnTo>
                    <a:pt x="20230" y="6979"/>
                  </a:lnTo>
                  <a:lnTo>
                    <a:pt x="16373" y="5778"/>
                  </a:lnTo>
                  <a:lnTo>
                    <a:pt x="16348" y="4773"/>
                  </a:lnTo>
                  <a:lnTo>
                    <a:pt x="17913" y="3688"/>
                  </a:lnTo>
                  <a:lnTo>
                    <a:pt x="21115" y="3651"/>
                  </a:lnTo>
                  <a:lnTo>
                    <a:pt x="21059" y="6838"/>
                  </a:lnTo>
                  <a:lnTo>
                    <a:pt x="28464" y="4050"/>
                  </a:lnTo>
                  <a:lnTo>
                    <a:pt x="274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h5900"/>
            <p:cNvSpPr/>
            <p:nvPr/>
          </p:nvSpPr>
          <p:spPr>
            <a:xfrm>
              <a:off x="7835771" y="2702389"/>
              <a:ext cx="15514" cy="10787"/>
            </a:xfrm>
            <a:custGeom>
              <a:avLst/>
              <a:pathLst>
                <a:path w="15514" h="10787">
                  <a:moveTo>
                    <a:pt x="6325" y="1589"/>
                  </a:moveTo>
                  <a:lnTo>
                    <a:pt x="9433" y="2617"/>
                  </a:lnTo>
                  <a:lnTo>
                    <a:pt x="12383" y="6484"/>
                  </a:lnTo>
                  <a:lnTo>
                    <a:pt x="13569" y="6863"/>
                  </a:lnTo>
                  <a:lnTo>
                    <a:pt x="15018" y="6321"/>
                  </a:lnTo>
                  <a:lnTo>
                    <a:pt x="15514" y="9341"/>
                  </a:lnTo>
                  <a:lnTo>
                    <a:pt x="4737" y="9960"/>
                  </a:lnTo>
                  <a:lnTo>
                    <a:pt x="2378" y="10787"/>
                  </a:lnTo>
                  <a:lnTo>
                    <a:pt x="1472" y="10712"/>
                  </a:lnTo>
                  <a:lnTo>
                    <a:pt x="1431" y="6930"/>
                  </a:lnTo>
                  <a:lnTo>
                    <a:pt x="2892" y="6775"/>
                  </a:lnTo>
                  <a:lnTo>
                    <a:pt x="3241" y="3595"/>
                  </a:lnTo>
                  <a:lnTo>
                    <a:pt x="600" y="2693"/>
                  </a:lnTo>
                  <a:lnTo>
                    <a:pt x="0" y="628"/>
                  </a:lnTo>
                  <a:lnTo>
                    <a:pt x="615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h5901"/>
            <p:cNvSpPr/>
            <p:nvPr/>
          </p:nvSpPr>
          <p:spPr>
            <a:xfrm>
              <a:off x="7832628" y="2736177"/>
              <a:ext cx="18303" cy="19167"/>
            </a:xfrm>
            <a:custGeom>
              <a:avLst/>
              <a:pathLst>
                <a:path w="18303" h="19167">
                  <a:moveTo>
                    <a:pt x="14850" y="920"/>
                  </a:moveTo>
                  <a:lnTo>
                    <a:pt x="16128" y="2909"/>
                  </a:lnTo>
                  <a:lnTo>
                    <a:pt x="17835" y="7340"/>
                  </a:lnTo>
                  <a:lnTo>
                    <a:pt x="17303" y="9765"/>
                  </a:lnTo>
                  <a:lnTo>
                    <a:pt x="18303" y="12389"/>
                  </a:lnTo>
                  <a:lnTo>
                    <a:pt x="14366" y="18318"/>
                  </a:lnTo>
                  <a:lnTo>
                    <a:pt x="9069" y="19167"/>
                  </a:lnTo>
                  <a:lnTo>
                    <a:pt x="7619" y="17580"/>
                  </a:lnTo>
                  <a:lnTo>
                    <a:pt x="7820" y="15185"/>
                  </a:lnTo>
                  <a:lnTo>
                    <a:pt x="6742" y="12985"/>
                  </a:lnTo>
                  <a:lnTo>
                    <a:pt x="2229" y="9979"/>
                  </a:lnTo>
                  <a:lnTo>
                    <a:pt x="0" y="6770"/>
                  </a:lnTo>
                  <a:lnTo>
                    <a:pt x="1122" y="5548"/>
                  </a:lnTo>
                  <a:lnTo>
                    <a:pt x="2868" y="3098"/>
                  </a:lnTo>
                  <a:lnTo>
                    <a:pt x="5342" y="1167"/>
                  </a:lnTo>
                  <a:lnTo>
                    <a:pt x="741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h5902"/>
            <p:cNvSpPr/>
            <p:nvPr/>
          </p:nvSpPr>
          <p:spPr>
            <a:xfrm>
              <a:off x="7839726" y="2662311"/>
              <a:ext cx="16662" cy="22756"/>
            </a:xfrm>
            <a:custGeom>
              <a:avLst/>
              <a:pathLst>
                <a:path w="16662" h="22756">
                  <a:moveTo>
                    <a:pt x="16278" y="2453"/>
                  </a:moveTo>
                  <a:lnTo>
                    <a:pt x="15595" y="2367"/>
                  </a:lnTo>
                  <a:lnTo>
                    <a:pt x="13630" y="5449"/>
                  </a:lnTo>
                  <a:lnTo>
                    <a:pt x="11312" y="10623"/>
                  </a:lnTo>
                  <a:lnTo>
                    <a:pt x="11516" y="14572"/>
                  </a:lnTo>
                  <a:lnTo>
                    <a:pt x="14249" y="19632"/>
                  </a:lnTo>
                  <a:lnTo>
                    <a:pt x="16662" y="19190"/>
                  </a:lnTo>
                  <a:lnTo>
                    <a:pt x="16549" y="21760"/>
                  </a:lnTo>
                  <a:lnTo>
                    <a:pt x="12119" y="21932"/>
                  </a:lnTo>
                  <a:lnTo>
                    <a:pt x="8293" y="22756"/>
                  </a:lnTo>
                  <a:lnTo>
                    <a:pt x="3021" y="20547"/>
                  </a:lnTo>
                  <a:lnTo>
                    <a:pt x="2071" y="9430"/>
                  </a:lnTo>
                  <a:lnTo>
                    <a:pt x="0" y="9386"/>
                  </a:lnTo>
                  <a:lnTo>
                    <a:pt x="1092" y="5654"/>
                  </a:lnTo>
                  <a:lnTo>
                    <a:pt x="2484" y="5486"/>
                  </a:lnTo>
                  <a:lnTo>
                    <a:pt x="2738" y="2672"/>
                  </a:lnTo>
                  <a:lnTo>
                    <a:pt x="1333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h5903"/>
            <p:cNvSpPr/>
            <p:nvPr/>
          </p:nvSpPr>
          <p:spPr>
            <a:xfrm>
              <a:off x="7863327" y="2786982"/>
              <a:ext cx="42669" cy="63471"/>
            </a:xfrm>
            <a:custGeom>
              <a:avLst/>
              <a:pathLst>
                <a:path w="42669" h="63471">
                  <a:moveTo>
                    <a:pt x="28145" y="2947"/>
                  </a:moveTo>
                  <a:lnTo>
                    <a:pt x="36091" y="6387"/>
                  </a:lnTo>
                  <a:lnTo>
                    <a:pt x="36127" y="10958"/>
                  </a:lnTo>
                  <a:lnTo>
                    <a:pt x="42669" y="12006"/>
                  </a:lnTo>
                  <a:lnTo>
                    <a:pt x="42631" y="14065"/>
                  </a:lnTo>
                  <a:lnTo>
                    <a:pt x="39667" y="13855"/>
                  </a:lnTo>
                  <a:lnTo>
                    <a:pt x="39810" y="21351"/>
                  </a:lnTo>
                  <a:lnTo>
                    <a:pt x="36517" y="20963"/>
                  </a:lnTo>
                  <a:lnTo>
                    <a:pt x="35022" y="23728"/>
                  </a:lnTo>
                  <a:lnTo>
                    <a:pt x="35130" y="25520"/>
                  </a:lnTo>
                  <a:lnTo>
                    <a:pt x="35907" y="26935"/>
                  </a:lnTo>
                  <a:lnTo>
                    <a:pt x="35666" y="32720"/>
                  </a:lnTo>
                  <a:lnTo>
                    <a:pt x="34935" y="35043"/>
                  </a:lnTo>
                  <a:lnTo>
                    <a:pt x="30144" y="34922"/>
                  </a:lnTo>
                  <a:lnTo>
                    <a:pt x="25622" y="36166"/>
                  </a:lnTo>
                  <a:lnTo>
                    <a:pt x="22269" y="51810"/>
                  </a:lnTo>
                  <a:lnTo>
                    <a:pt x="16203" y="52583"/>
                  </a:lnTo>
                  <a:lnTo>
                    <a:pt x="14111" y="54808"/>
                  </a:lnTo>
                  <a:lnTo>
                    <a:pt x="14700" y="57654"/>
                  </a:lnTo>
                  <a:lnTo>
                    <a:pt x="13573" y="62053"/>
                  </a:lnTo>
                  <a:lnTo>
                    <a:pt x="11615" y="63426"/>
                  </a:lnTo>
                  <a:lnTo>
                    <a:pt x="9817" y="63471"/>
                  </a:lnTo>
                  <a:lnTo>
                    <a:pt x="8198" y="61404"/>
                  </a:lnTo>
                  <a:lnTo>
                    <a:pt x="8319" y="60633"/>
                  </a:lnTo>
                  <a:lnTo>
                    <a:pt x="8464" y="59894"/>
                  </a:lnTo>
                  <a:lnTo>
                    <a:pt x="3733" y="60633"/>
                  </a:lnTo>
                  <a:lnTo>
                    <a:pt x="4292" y="51844"/>
                  </a:lnTo>
                  <a:lnTo>
                    <a:pt x="7268" y="51949"/>
                  </a:lnTo>
                  <a:lnTo>
                    <a:pt x="6865" y="55253"/>
                  </a:lnTo>
                  <a:lnTo>
                    <a:pt x="10304" y="55544"/>
                  </a:lnTo>
                  <a:lnTo>
                    <a:pt x="11915" y="54320"/>
                  </a:lnTo>
                  <a:lnTo>
                    <a:pt x="12555" y="52446"/>
                  </a:lnTo>
                  <a:lnTo>
                    <a:pt x="12240" y="45328"/>
                  </a:lnTo>
                  <a:lnTo>
                    <a:pt x="11148" y="43236"/>
                  </a:lnTo>
                  <a:lnTo>
                    <a:pt x="9278" y="43320"/>
                  </a:lnTo>
                  <a:lnTo>
                    <a:pt x="7918" y="42480"/>
                  </a:lnTo>
                  <a:lnTo>
                    <a:pt x="1131" y="35475"/>
                  </a:lnTo>
                  <a:lnTo>
                    <a:pt x="1426" y="34483"/>
                  </a:lnTo>
                  <a:lnTo>
                    <a:pt x="3648" y="34635"/>
                  </a:lnTo>
                  <a:lnTo>
                    <a:pt x="4510" y="32672"/>
                  </a:lnTo>
                  <a:lnTo>
                    <a:pt x="4350" y="31012"/>
                  </a:lnTo>
                  <a:lnTo>
                    <a:pt x="1796" y="28038"/>
                  </a:lnTo>
                  <a:lnTo>
                    <a:pt x="1831" y="24531"/>
                  </a:lnTo>
                  <a:lnTo>
                    <a:pt x="892" y="24503"/>
                  </a:lnTo>
                  <a:lnTo>
                    <a:pt x="794" y="21949"/>
                  </a:lnTo>
                  <a:lnTo>
                    <a:pt x="0" y="21956"/>
                  </a:lnTo>
                  <a:lnTo>
                    <a:pt x="37" y="19143"/>
                  </a:lnTo>
                  <a:lnTo>
                    <a:pt x="3181" y="19252"/>
                  </a:lnTo>
                  <a:lnTo>
                    <a:pt x="10240" y="19073"/>
                  </a:lnTo>
                  <a:lnTo>
                    <a:pt x="10482" y="14492"/>
                  </a:lnTo>
                  <a:lnTo>
                    <a:pt x="18190" y="14680"/>
                  </a:lnTo>
                  <a:lnTo>
                    <a:pt x="19281" y="12061"/>
                  </a:lnTo>
                  <a:lnTo>
                    <a:pt x="21880" y="9465"/>
                  </a:lnTo>
                  <a:lnTo>
                    <a:pt x="21243" y="5588"/>
                  </a:lnTo>
                  <a:lnTo>
                    <a:pt x="21283" y="3179"/>
                  </a:lnTo>
                  <a:lnTo>
                    <a:pt x="23738" y="174"/>
                  </a:lnTo>
                  <a:lnTo>
                    <a:pt x="2544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h5904"/>
            <p:cNvSpPr/>
            <p:nvPr/>
          </p:nvSpPr>
          <p:spPr>
            <a:xfrm>
              <a:off x="7751233" y="2759049"/>
              <a:ext cx="23627" cy="20399"/>
            </a:xfrm>
            <a:custGeom>
              <a:avLst/>
              <a:pathLst>
                <a:path w="23627" h="20399">
                  <a:moveTo>
                    <a:pt x="18261" y="34"/>
                  </a:moveTo>
                  <a:lnTo>
                    <a:pt x="23627" y="237"/>
                  </a:lnTo>
                  <a:lnTo>
                    <a:pt x="22779" y="2765"/>
                  </a:lnTo>
                  <a:lnTo>
                    <a:pt x="22838" y="4619"/>
                  </a:lnTo>
                  <a:lnTo>
                    <a:pt x="23202" y="10483"/>
                  </a:lnTo>
                  <a:lnTo>
                    <a:pt x="22601" y="11447"/>
                  </a:lnTo>
                  <a:lnTo>
                    <a:pt x="20162" y="11634"/>
                  </a:lnTo>
                  <a:lnTo>
                    <a:pt x="19885" y="19166"/>
                  </a:lnTo>
                  <a:lnTo>
                    <a:pt x="16508" y="19031"/>
                  </a:lnTo>
                  <a:lnTo>
                    <a:pt x="16355" y="20399"/>
                  </a:lnTo>
                  <a:lnTo>
                    <a:pt x="9440" y="20348"/>
                  </a:lnTo>
                  <a:lnTo>
                    <a:pt x="6421" y="15508"/>
                  </a:lnTo>
                  <a:lnTo>
                    <a:pt x="2155" y="14700"/>
                  </a:lnTo>
                  <a:lnTo>
                    <a:pt x="4160" y="10274"/>
                  </a:lnTo>
                  <a:lnTo>
                    <a:pt x="0" y="9076"/>
                  </a:lnTo>
                  <a:lnTo>
                    <a:pt x="108" y="5894"/>
                  </a:lnTo>
                  <a:lnTo>
                    <a:pt x="3187" y="5851"/>
                  </a:lnTo>
                  <a:lnTo>
                    <a:pt x="3150" y="2183"/>
                  </a:lnTo>
                  <a:lnTo>
                    <a:pt x="7138" y="5625"/>
                  </a:lnTo>
                  <a:lnTo>
                    <a:pt x="11738" y="5195"/>
                  </a:lnTo>
                  <a:lnTo>
                    <a:pt x="16699" y="2038"/>
                  </a:lnTo>
                  <a:lnTo>
                    <a:pt x="1606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h5905"/>
            <p:cNvSpPr/>
            <p:nvPr/>
          </p:nvSpPr>
          <p:spPr>
            <a:xfrm>
              <a:off x="7818683" y="2737313"/>
              <a:ext cx="24837" cy="24860"/>
            </a:xfrm>
            <a:custGeom>
              <a:avLst/>
              <a:pathLst>
                <a:path w="24837" h="24860">
                  <a:moveTo>
                    <a:pt x="12225" y="4330"/>
                  </a:moveTo>
                  <a:lnTo>
                    <a:pt x="15727" y="3355"/>
                  </a:lnTo>
                  <a:lnTo>
                    <a:pt x="16813" y="1962"/>
                  </a:lnTo>
                  <a:lnTo>
                    <a:pt x="15067" y="4412"/>
                  </a:lnTo>
                  <a:lnTo>
                    <a:pt x="13945" y="5634"/>
                  </a:lnTo>
                  <a:lnTo>
                    <a:pt x="16174" y="8844"/>
                  </a:lnTo>
                  <a:lnTo>
                    <a:pt x="20687" y="11850"/>
                  </a:lnTo>
                  <a:lnTo>
                    <a:pt x="21765" y="14050"/>
                  </a:lnTo>
                  <a:lnTo>
                    <a:pt x="21565" y="16444"/>
                  </a:lnTo>
                  <a:lnTo>
                    <a:pt x="18364" y="14953"/>
                  </a:lnTo>
                  <a:lnTo>
                    <a:pt x="24837" y="20952"/>
                  </a:lnTo>
                  <a:lnTo>
                    <a:pt x="24107" y="24860"/>
                  </a:lnTo>
                  <a:lnTo>
                    <a:pt x="23598" y="24639"/>
                  </a:lnTo>
                  <a:lnTo>
                    <a:pt x="22769" y="23128"/>
                  </a:lnTo>
                  <a:lnTo>
                    <a:pt x="23772" y="22101"/>
                  </a:lnTo>
                  <a:lnTo>
                    <a:pt x="22010" y="18820"/>
                  </a:lnTo>
                  <a:lnTo>
                    <a:pt x="18142" y="19120"/>
                  </a:lnTo>
                  <a:lnTo>
                    <a:pt x="15746" y="15481"/>
                  </a:lnTo>
                  <a:lnTo>
                    <a:pt x="6477" y="14821"/>
                  </a:lnTo>
                  <a:lnTo>
                    <a:pt x="6769" y="16794"/>
                  </a:lnTo>
                  <a:lnTo>
                    <a:pt x="3506" y="20168"/>
                  </a:lnTo>
                  <a:lnTo>
                    <a:pt x="0" y="19793"/>
                  </a:lnTo>
                  <a:lnTo>
                    <a:pt x="1205" y="14008"/>
                  </a:lnTo>
                  <a:lnTo>
                    <a:pt x="3459" y="12447"/>
                  </a:lnTo>
                  <a:lnTo>
                    <a:pt x="4837" y="4977"/>
                  </a:lnTo>
                  <a:lnTo>
                    <a:pt x="4198" y="1396"/>
                  </a:lnTo>
                  <a:lnTo>
                    <a:pt x="5281" y="1584"/>
                  </a:lnTo>
                  <a:lnTo>
                    <a:pt x="9036" y="0"/>
                  </a:lnTo>
                  <a:lnTo>
                    <a:pt x="11564" y="36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h5906"/>
            <p:cNvSpPr/>
            <p:nvPr/>
          </p:nvSpPr>
          <p:spPr>
            <a:xfrm>
              <a:off x="7906440" y="2680319"/>
              <a:ext cx="39207" cy="38611"/>
            </a:xfrm>
            <a:custGeom>
              <a:avLst/>
              <a:pathLst>
                <a:path w="39207" h="38611">
                  <a:moveTo>
                    <a:pt x="5878" y="7"/>
                  </a:moveTo>
                  <a:lnTo>
                    <a:pt x="6485" y="3869"/>
                  </a:lnTo>
                  <a:lnTo>
                    <a:pt x="10608" y="4809"/>
                  </a:lnTo>
                  <a:lnTo>
                    <a:pt x="13438" y="3913"/>
                  </a:lnTo>
                  <a:lnTo>
                    <a:pt x="12927" y="3100"/>
                  </a:lnTo>
                  <a:lnTo>
                    <a:pt x="19024" y="4214"/>
                  </a:lnTo>
                  <a:lnTo>
                    <a:pt x="20940" y="5701"/>
                  </a:lnTo>
                  <a:lnTo>
                    <a:pt x="26025" y="5898"/>
                  </a:lnTo>
                  <a:lnTo>
                    <a:pt x="27528" y="2855"/>
                  </a:lnTo>
                  <a:lnTo>
                    <a:pt x="29314" y="2880"/>
                  </a:lnTo>
                  <a:lnTo>
                    <a:pt x="31889" y="5002"/>
                  </a:lnTo>
                  <a:lnTo>
                    <a:pt x="32107" y="6673"/>
                  </a:lnTo>
                  <a:lnTo>
                    <a:pt x="31088" y="9575"/>
                  </a:lnTo>
                  <a:lnTo>
                    <a:pt x="32976" y="11014"/>
                  </a:lnTo>
                  <a:lnTo>
                    <a:pt x="33983" y="10051"/>
                  </a:lnTo>
                  <a:lnTo>
                    <a:pt x="31128" y="16364"/>
                  </a:lnTo>
                  <a:lnTo>
                    <a:pt x="31307" y="17319"/>
                  </a:lnTo>
                  <a:lnTo>
                    <a:pt x="33261" y="22735"/>
                  </a:lnTo>
                  <a:lnTo>
                    <a:pt x="36912" y="22067"/>
                  </a:lnTo>
                  <a:lnTo>
                    <a:pt x="37042" y="23389"/>
                  </a:lnTo>
                  <a:lnTo>
                    <a:pt x="39207" y="27192"/>
                  </a:lnTo>
                  <a:lnTo>
                    <a:pt x="35379" y="28560"/>
                  </a:lnTo>
                  <a:lnTo>
                    <a:pt x="33534" y="25509"/>
                  </a:lnTo>
                  <a:lnTo>
                    <a:pt x="32823" y="24881"/>
                  </a:lnTo>
                  <a:lnTo>
                    <a:pt x="32457" y="25266"/>
                  </a:lnTo>
                  <a:lnTo>
                    <a:pt x="30612" y="28816"/>
                  </a:lnTo>
                  <a:lnTo>
                    <a:pt x="30445" y="34469"/>
                  </a:lnTo>
                  <a:lnTo>
                    <a:pt x="26827" y="36474"/>
                  </a:lnTo>
                  <a:lnTo>
                    <a:pt x="27226" y="37805"/>
                  </a:lnTo>
                  <a:lnTo>
                    <a:pt x="29587" y="38611"/>
                  </a:lnTo>
                  <a:lnTo>
                    <a:pt x="24439" y="37755"/>
                  </a:lnTo>
                  <a:lnTo>
                    <a:pt x="22637" y="37692"/>
                  </a:lnTo>
                  <a:lnTo>
                    <a:pt x="20609" y="32371"/>
                  </a:lnTo>
                  <a:lnTo>
                    <a:pt x="18011" y="30181"/>
                  </a:lnTo>
                  <a:lnTo>
                    <a:pt x="13973" y="34521"/>
                  </a:lnTo>
                  <a:lnTo>
                    <a:pt x="12198" y="33125"/>
                  </a:lnTo>
                  <a:lnTo>
                    <a:pt x="10676" y="30220"/>
                  </a:lnTo>
                  <a:lnTo>
                    <a:pt x="5293" y="30066"/>
                  </a:lnTo>
                  <a:lnTo>
                    <a:pt x="8023" y="26652"/>
                  </a:lnTo>
                  <a:lnTo>
                    <a:pt x="7048" y="22719"/>
                  </a:lnTo>
                  <a:lnTo>
                    <a:pt x="5335" y="22894"/>
                  </a:lnTo>
                  <a:lnTo>
                    <a:pt x="4361" y="19435"/>
                  </a:lnTo>
                  <a:lnTo>
                    <a:pt x="4627" y="13963"/>
                  </a:lnTo>
                  <a:lnTo>
                    <a:pt x="0" y="4655"/>
                  </a:lnTo>
                  <a:lnTo>
                    <a:pt x="251" y="2100"/>
                  </a:lnTo>
                  <a:lnTo>
                    <a:pt x="352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h5907"/>
            <p:cNvSpPr/>
            <p:nvPr/>
          </p:nvSpPr>
          <p:spPr>
            <a:xfrm>
              <a:off x="7856271" y="2696349"/>
              <a:ext cx="29209" cy="14265"/>
            </a:xfrm>
            <a:custGeom>
              <a:avLst/>
              <a:pathLst>
                <a:path w="29209" h="14265">
                  <a:moveTo>
                    <a:pt x="29209" y="0"/>
                  </a:moveTo>
                  <a:lnTo>
                    <a:pt x="29200" y="3859"/>
                  </a:lnTo>
                  <a:lnTo>
                    <a:pt x="29031" y="5902"/>
                  </a:lnTo>
                  <a:lnTo>
                    <a:pt x="26043" y="8482"/>
                  </a:lnTo>
                  <a:lnTo>
                    <a:pt x="25986" y="9660"/>
                  </a:lnTo>
                  <a:lnTo>
                    <a:pt x="24433" y="12013"/>
                  </a:lnTo>
                  <a:lnTo>
                    <a:pt x="23092" y="12960"/>
                  </a:lnTo>
                  <a:lnTo>
                    <a:pt x="19689" y="12913"/>
                  </a:lnTo>
                  <a:lnTo>
                    <a:pt x="19518" y="14265"/>
                  </a:lnTo>
                  <a:lnTo>
                    <a:pt x="11320" y="11897"/>
                  </a:lnTo>
                  <a:lnTo>
                    <a:pt x="10093" y="10200"/>
                  </a:lnTo>
                  <a:lnTo>
                    <a:pt x="5823" y="10176"/>
                  </a:lnTo>
                  <a:lnTo>
                    <a:pt x="0" y="12909"/>
                  </a:lnTo>
                  <a:lnTo>
                    <a:pt x="110" y="9431"/>
                  </a:lnTo>
                  <a:lnTo>
                    <a:pt x="1623" y="5003"/>
                  </a:lnTo>
                  <a:lnTo>
                    <a:pt x="1620" y="1691"/>
                  </a:lnTo>
                  <a:lnTo>
                    <a:pt x="8918" y="1120"/>
                  </a:lnTo>
                  <a:lnTo>
                    <a:pt x="13113" y="955"/>
                  </a:lnTo>
                  <a:lnTo>
                    <a:pt x="12941" y="4605"/>
                  </a:lnTo>
                  <a:lnTo>
                    <a:pt x="10806" y="2677"/>
                  </a:lnTo>
                  <a:lnTo>
                    <a:pt x="8016" y="3087"/>
                  </a:lnTo>
                  <a:lnTo>
                    <a:pt x="6925" y="6733"/>
                  </a:lnTo>
                  <a:lnTo>
                    <a:pt x="19034" y="5820"/>
                  </a:lnTo>
                  <a:lnTo>
                    <a:pt x="19066" y="3697"/>
                  </a:lnTo>
                  <a:lnTo>
                    <a:pt x="21809" y="2651"/>
                  </a:lnTo>
                  <a:lnTo>
                    <a:pt x="24966" y="2488"/>
                  </a:lnTo>
                  <a:lnTo>
                    <a:pt x="25526" y="8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h5908"/>
            <p:cNvSpPr/>
            <p:nvPr/>
          </p:nvSpPr>
          <p:spPr>
            <a:xfrm>
              <a:off x="7816635" y="2716121"/>
              <a:ext cx="14535" cy="13428"/>
            </a:xfrm>
            <a:custGeom>
              <a:avLst/>
              <a:pathLst>
                <a:path w="14535" h="13428">
                  <a:moveTo>
                    <a:pt x="1782" y="0"/>
                  </a:moveTo>
                  <a:lnTo>
                    <a:pt x="4253" y="1534"/>
                  </a:lnTo>
                  <a:lnTo>
                    <a:pt x="4823" y="3464"/>
                  </a:lnTo>
                  <a:lnTo>
                    <a:pt x="6828" y="1795"/>
                  </a:lnTo>
                  <a:lnTo>
                    <a:pt x="8809" y="1389"/>
                  </a:lnTo>
                  <a:lnTo>
                    <a:pt x="11051" y="2103"/>
                  </a:lnTo>
                  <a:lnTo>
                    <a:pt x="14535" y="5891"/>
                  </a:lnTo>
                  <a:lnTo>
                    <a:pt x="14204" y="7434"/>
                  </a:lnTo>
                  <a:lnTo>
                    <a:pt x="12085" y="9251"/>
                  </a:lnTo>
                  <a:lnTo>
                    <a:pt x="12292" y="11040"/>
                  </a:lnTo>
                  <a:lnTo>
                    <a:pt x="9127" y="11282"/>
                  </a:lnTo>
                  <a:lnTo>
                    <a:pt x="7631" y="13428"/>
                  </a:lnTo>
                  <a:lnTo>
                    <a:pt x="0" y="9926"/>
                  </a:lnTo>
                  <a:lnTo>
                    <a:pt x="71" y="7313"/>
                  </a:lnTo>
                  <a:lnTo>
                    <a:pt x="2092" y="743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h5909"/>
            <p:cNvSpPr/>
            <p:nvPr/>
          </p:nvSpPr>
          <p:spPr>
            <a:xfrm>
              <a:off x="7800221" y="2670940"/>
              <a:ext cx="21278" cy="20375"/>
            </a:xfrm>
            <a:custGeom>
              <a:avLst/>
              <a:pathLst>
                <a:path w="21278" h="20375">
                  <a:moveTo>
                    <a:pt x="13806" y="122"/>
                  </a:moveTo>
                  <a:lnTo>
                    <a:pt x="15165" y="7040"/>
                  </a:lnTo>
                  <a:lnTo>
                    <a:pt x="21278" y="7036"/>
                  </a:lnTo>
                  <a:lnTo>
                    <a:pt x="19070" y="18539"/>
                  </a:lnTo>
                  <a:lnTo>
                    <a:pt x="19463" y="19440"/>
                  </a:lnTo>
                  <a:lnTo>
                    <a:pt x="18987" y="20375"/>
                  </a:lnTo>
                  <a:lnTo>
                    <a:pt x="15637" y="20265"/>
                  </a:lnTo>
                  <a:lnTo>
                    <a:pt x="12024" y="16399"/>
                  </a:lnTo>
                  <a:lnTo>
                    <a:pt x="6970" y="17523"/>
                  </a:lnTo>
                  <a:lnTo>
                    <a:pt x="7135" y="13380"/>
                  </a:lnTo>
                  <a:lnTo>
                    <a:pt x="10219" y="10585"/>
                  </a:lnTo>
                  <a:lnTo>
                    <a:pt x="9781" y="9666"/>
                  </a:lnTo>
                  <a:lnTo>
                    <a:pt x="6898" y="9623"/>
                  </a:lnTo>
                  <a:lnTo>
                    <a:pt x="5619" y="7998"/>
                  </a:lnTo>
                  <a:lnTo>
                    <a:pt x="5776" y="4251"/>
                  </a:lnTo>
                  <a:lnTo>
                    <a:pt x="4407" y="4242"/>
                  </a:lnTo>
                  <a:lnTo>
                    <a:pt x="4381" y="2706"/>
                  </a:lnTo>
                  <a:lnTo>
                    <a:pt x="0" y="3220"/>
                  </a:lnTo>
                  <a:lnTo>
                    <a:pt x="1432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h5910"/>
            <p:cNvSpPr/>
            <p:nvPr/>
          </p:nvSpPr>
          <p:spPr>
            <a:xfrm>
              <a:off x="7803531" y="2776370"/>
              <a:ext cx="15015" cy="13145"/>
            </a:xfrm>
            <a:custGeom>
              <a:avLst/>
              <a:pathLst>
                <a:path w="15015" h="13145">
                  <a:moveTo>
                    <a:pt x="13902" y="790"/>
                  </a:moveTo>
                  <a:lnTo>
                    <a:pt x="15015" y="2201"/>
                  </a:lnTo>
                  <a:lnTo>
                    <a:pt x="13736" y="5772"/>
                  </a:lnTo>
                  <a:lnTo>
                    <a:pt x="11752" y="6244"/>
                  </a:lnTo>
                  <a:lnTo>
                    <a:pt x="8655" y="5782"/>
                  </a:lnTo>
                  <a:lnTo>
                    <a:pt x="7728" y="7377"/>
                  </a:lnTo>
                  <a:lnTo>
                    <a:pt x="9489" y="12351"/>
                  </a:lnTo>
                  <a:lnTo>
                    <a:pt x="8306" y="13145"/>
                  </a:lnTo>
                  <a:lnTo>
                    <a:pt x="6368" y="12067"/>
                  </a:lnTo>
                  <a:lnTo>
                    <a:pt x="2487" y="11507"/>
                  </a:lnTo>
                  <a:lnTo>
                    <a:pt x="0" y="7829"/>
                  </a:lnTo>
                  <a:lnTo>
                    <a:pt x="322" y="4731"/>
                  </a:lnTo>
                  <a:lnTo>
                    <a:pt x="1405" y="3755"/>
                  </a:lnTo>
                  <a:lnTo>
                    <a:pt x="4272" y="4286"/>
                  </a:lnTo>
                  <a:lnTo>
                    <a:pt x="9013" y="3305"/>
                  </a:lnTo>
                  <a:lnTo>
                    <a:pt x="10092" y="1927"/>
                  </a:lnTo>
                  <a:lnTo>
                    <a:pt x="1022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h5911"/>
            <p:cNvSpPr/>
            <p:nvPr/>
          </p:nvSpPr>
          <p:spPr>
            <a:xfrm>
              <a:off x="7770758" y="2744490"/>
              <a:ext cx="28292" cy="20456"/>
            </a:xfrm>
            <a:custGeom>
              <a:avLst/>
              <a:pathLst>
                <a:path w="28292" h="20456">
                  <a:moveTo>
                    <a:pt x="13246" y="3998"/>
                  </a:moveTo>
                  <a:lnTo>
                    <a:pt x="18406" y="3138"/>
                  </a:lnTo>
                  <a:lnTo>
                    <a:pt x="20716" y="1361"/>
                  </a:lnTo>
                  <a:lnTo>
                    <a:pt x="28177" y="13993"/>
                  </a:lnTo>
                  <a:lnTo>
                    <a:pt x="27167" y="15075"/>
                  </a:lnTo>
                  <a:lnTo>
                    <a:pt x="28292" y="16543"/>
                  </a:lnTo>
                  <a:lnTo>
                    <a:pt x="27023" y="18324"/>
                  </a:lnTo>
                  <a:lnTo>
                    <a:pt x="17397" y="17073"/>
                  </a:lnTo>
                  <a:lnTo>
                    <a:pt x="18990" y="19843"/>
                  </a:lnTo>
                  <a:lnTo>
                    <a:pt x="15273" y="20456"/>
                  </a:lnTo>
                  <a:lnTo>
                    <a:pt x="13414" y="19391"/>
                  </a:lnTo>
                  <a:lnTo>
                    <a:pt x="13012" y="18198"/>
                  </a:lnTo>
                  <a:lnTo>
                    <a:pt x="10462" y="17473"/>
                  </a:lnTo>
                  <a:lnTo>
                    <a:pt x="6936" y="16832"/>
                  </a:lnTo>
                  <a:lnTo>
                    <a:pt x="3254" y="17325"/>
                  </a:lnTo>
                  <a:lnTo>
                    <a:pt x="4102" y="14797"/>
                  </a:lnTo>
                  <a:lnTo>
                    <a:pt x="2430" y="14255"/>
                  </a:lnTo>
                  <a:lnTo>
                    <a:pt x="2332" y="11731"/>
                  </a:lnTo>
                  <a:lnTo>
                    <a:pt x="961" y="8293"/>
                  </a:lnTo>
                  <a:lnTo>
                    <a:pt x="1043" y="9315"/>
                  </a:lnTo>
                  <a:lnTo>
                    <a:pt x="0" y="9402"/>
                  </a:lnTo>
                  <a:lnTo>
                    <a:pt x="239" y="4204"/>
                  </a:lnTo>
                  <a:lnTo>
                    <a:pt x="4511" y="6100"/>
                  </a:lnTo>
                  <a:lnTo>
                    <a:pt x="5908" y="5750"/>
                  </a:lnTo>
                  <a:lnTo>
                    <a:pt x="6626" y="3742"/>
                  </a:lnTo>
                  <a:lnTo>
                    <a:pt x="869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h5912"/>
            <p:cNvSpPr/>
            <p:nvPr/>
          </p:nvSpPr>
          <p:spPr>
            <a:xfrm>
              <a:off x="7763348" y="2693083"/>
              <a:ext cx="40843" cy="55404"/>
            </a:xfrm>
            <a:custGeom>
              <a:avLst/>
              <a:pathLst>
                <a:path w="40843" h="55404">
                  <a:moveTo>
                    <a:pt x="27162" y="5112"/>
                  </a:moveTo>
                  <a:lnTo>
                    <a:pt x="29715" y="5854"/>
                  </a:lnTo>
                  <a:lnTo>
                    <a:pt x="28217" y="8770"/>
                  </a:lnTo>
                  <a:lnTo>
                    <a:pt x="28208" y="9078"/>
                  </a:lnTo>
                  <a:lnTo>
                    <a:pt x="28201" y="9375"/>
                  </a:lnTo>
                  <a:lnTo>
                    <a:pt x="28196" y="9916"/>
                  </a:lnTo>
                  <a:lnTo>
                    <a:pt x="27006" y="10055"/>
                  </a:lnTo>
                  <a:lnTo>
                    <a:pt x="27566" y="12713"/>
                  </a:lnTo>
                  <a:lnTo>
                    <a:pt x="33471" y="14576"/>
                  </a:lnTo>
                  <a:lnTo>
                    <a:pt x="33552" y="15707"/>
                  </a:lnTo>
                  <a:lnTo>
                    <a:pt x="33577" y="16060"/>
                  </a:lnTo>
                  <a:lnTo>
                    <a:pt x="34166" y="16694"/>
                  </a:lnTo>
                  <a:lnTo>
                    <a:pt x="34338" y="16674"/>
                  </a:lnTo>
                  <a:lnTo>
                    <a:pt x="34671" y="15544"/>
                  </a:lnTo>
                  <a:lnTo>
                    <a:pt x="34850" y="15110"/>
                  </a:lnTo>
                  <a:lnTo>
                    <a:pt x="38520" y="16688"/>
                  </a:lnTo>
                  <a:lnTo>
                    <a:pt x="35885" y="18235"/>
                  </a:lnTo>
                  <a:lnTo>
                    <a:pt x="35374" y="22822"/>
                  </a:lnTo>
                  <a:lnTo>
                    <a:pt x="40843" y="23758"/>
                  </a:lnTo>
                  <a:lnTo>
                    <a:pt x="40197" y="25025"/>
                  </a:lnTo>
                  <a:lnTo>
                    <a:pt x="37831" y="25452"/>
                  </a:lnTo>
                  <a:lnTo>
                    <a:pt x="37314" y="24505"/>
                  </a:lnTo>
                  <a:lnTo>
                    <a:pt x="36972" y="24289"/>
                  </a:lnTo>
                  <a:lnTo>
                    <a:pt x="35343" y="23090"/>
                  </a:lnTo>
                  <a:lnTo>
                    <a:pt x="34772" y="21892"/>
                  </a:lnTo>
                  <a:lnTo>
                    <a:pt x="31370" y="22304"/>
                  </a:lnTo>
                  <a:lnTo>
                    <a:pt x="28145" y="22484"/>
                  </a:lnTo>
                  <a:lnTo>
                    <a:pt x="27767" y="26496"/>
                  </a:lnTo>
                  <a:lnTo>
                    <a:pt x="24071" y="29968"/>
                  </a:lnTo>
                  <a:lnTo>
                    <a:pt x="25085" y="32980"/>
                  </a:lnTo>
                  <a:lnTo>
                    <a:pt x="29801" y="35558"/>
                  </a:lnTo>
                  <a:lnTo>
                    <a:pt x="31705" y="37802"/>
                  </a:lnTo>
                  <a:lnTo>
                    <a:pt x="32467" y="39339"/>
                  </a:lnTo>
                  <a:lnTo>
                    <a:pt x="27224" y="39648"/>
                  </a:lnTo>
                  <a:lnTo>
                    <a:pt x="27254" y="42003"/>
                  </a:lnTo>
                  <a:lnTo>
                    <a:pt x="30012" y="45564"/>
                  </a:lnTo>
                  <a:lnTo>
                    <a:pt x="28097" y="50749"/>
                  </a:lnTo>
                  <a:lnTo>
                    <a:pt x="28812" y="50937"/>
                  </a:lnTo>
                  <a:lnTo>
                    <a:pt x="29217" y="50932"/>
                  </a:lnTo>
                  <a:lnTo>
                    <a:pt x="29210" y="51291"/>
                  </a:lnTo>
                  <a:lnTo>
                    <a:pt x="28126" y="52767"/>
                  </a:lnTo>
                  <a:lnTo>
                    <a:pt x="25816" y="54545"/>
                  </a:lnTo>
                  <a:lnTo>
                    <a:pt x="20656" y="55404"/>
                  </a:lnTo>
                  <a:lnTo>
                    <a:pt x="16108" y="51406"/>
                  </a:lnTo>
                  <a:lnTo>
                    <a:pt x="15731" y="43961"/>
                  </a:lnTo>
                  <a:lnTo>
                    <a:pt x="19200" y="38780"/>
                  </a:lnTo>
                  <a:lnTo>
                    <a:pt x="18979" y="37870"/>
                  </a:lnTo>
                  <a:lnTo>
                    <a:pt x="14252" y="30839"/>
                  </a:lnTo>
                  <a:lnTo>
                    <a:pt x="11780" y="30464"/>
                  </a:lnTo>
                  <a:lnTo>
                    <a:pt x="7765" y="27670"/>
                  </a:lnTo>
                  <a:lnTo>
                    <a:pt x="7615" y="25558"/>
                  </a:lnTo>
                  <a:lnTo>
                    <a:pt x="9749" y="17369"/>
                  </a:lnTo>
                  <a:lnTo>
                    <a:pt x="7862" y="13710"/>
                  </a:lnTo>
                  <a:lnTo>
                    <a:pt x="4220" y="11503"/>
                  </a:lnTo>
                  <a:lnTo>
                    <a:pt x="1710" y="6038"/>
                  </a:lnTo>
                  <a:lnTo>
                    <a:pt x="0" y="4926"/>
                  </a:lnTo>
                  <a:lnTo>
                    <a:pt x="1645" y="1835"/>
                  </a:lnTo>
                  <a:lnTo>
                    <a:pt x="4483" y="154"/>
                  </a:lnTo>
                  <a:lnTo>
                    <a:pt x="7761" y="194"/>
                  </a:lnTo>
                  <a:lnTo>
                    <a:pt x="13229" y="3611"/>
                  </a:lnTo>
                  <a:lnTo>
                    <a:pt x="20197" y="1382"/>
                  </a:lnTo>
                  <a:lnTo>
                    <a:pt x="22481" y="1854"/>
                  </a:lnTo>
                  <a:lnTo>
                    <a:pt x="2557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h5913"/>
            <p:cNvSpPr/>
            <p:nvPr/>
          </p:nvSpPr>
          <p:spPr>
            <a:xfrm>
              <a:off x="7743284" y="2736928"/>
              <a:ext cx="34099" cy="22358"/>
            </a:xfrm>
            <a:custGeom>
              <a:avLst/>
              <a:pathLst>
                <a:path w="34099" h="22358">
                  <a:moveTo>
                    <a:pt x="17834" y="0"/>
                  </a:moveTo>
                  <a:lnTo>
                    <a:pt x="18211" y="3065"/>
                  </a:lnTo>
                  <a:lnTo>
                    <a:pt x="24311" y="5157"/>
                  </a:lnTo>
                  <a:lnTo>
                    <a:pt x="29375" y="4077"/>
                  </a:lnTo>
                  <a:lnTo>
                    <a:pt x="31888" y="4704"/>
                  </a:lnTo>
                  <a:lnTo>
                    <a:pt x="31828" y="5481"/>
                  </a:lnTo>
                  <a:lnTo>
                    <a:pt x="30782" y="5322"/>
                  </a:lnTo>
                  <a:lnTo>
                    <a:pt x="30208" y="7967"/>
                  </a:lnTo>
                  <a:lnTo>
                    <a:pt x="32085" y="11248"/>
                  </a:lnTo>
                  <a:lnTo>
                    <a:pt x="34099" y="11304"/>
                  </a:lnTo>
                  <a:lnTo>
                    <a:pt x="33382" y="13311"/>
                  </a:lnTo>
                  <a:lnTo>
                    <a:pt x="31984" y="13662"/>
                  </a:lnTo>
                  <a:lnTo>
                    <a:pt x="27712" y="11765"/>
                  </a:lnTo>
                  <a:lnTo>
                    <a:pt x="27473" y="16963"/>
                  </a:lnTo>
                  <a:lnTo>
                    <a:pt x="28516" y="16877"/>
                  </a:lnTo>
                  <a:lnTo>
                    <a:pt x="28434" y="15854"/>
                  </a:lnTo>
                  <a:lnTo>
                    <a:pt x="29806" y="19293"/>
                  </a:lnTo>
                  <a:lnTo>
                    <a:pt x="29904" y="21816"/>
                  </a:lnTo>
                  <a:lnTo>
                    <a:pt x="31575" y="22358"/>
                  </a:lnTo>
                  <a:lnTo>
                    <a:pt x="26210" y="22156"/>
                  </a:lnTo>
                  <a:lnTo>
                    <a:pt x="22661" y="18168"/>
                  </a:lnTo>
                  <a:lnTo>
                    <a:pt x="20271" y="17177"/>
                  </a:lnTo>
                  <a:lnTo>
                    <a:pt x="16805" y="15955"/>
                  </a:lnTo>
                  <a:lnTo>
                    <a:pt x="11224" y="15726"/>
                  </a:lnTo>
                  <a:lnTo>
                    <a:pt x="11216" y="16543"/>
                  </a:lnTo>
                  <a:lnTo>
                    <a:pt x="7962" y="16367"/>
                  </a:lnTo>
                  <a:lnTo>
                    <a:pt x="9054" y="13182"/>
                  </a:lnTo>
                  <a:lnTo>
                    <a:pt x="0" y="12093"/>
                  </a:lnTo>
                  <a:lnTo>
                    <a:pt x="2221" y="8349"/>
                  </a:lnTo>
                  <a:lnTo>
                    <a:pt x="4651" y="8789"/>
                  </a:lnTo>
                  <a:lnTo>
                    <a:pt x="8008" y="8355"/>
                  </a:lnTo>
                  <a:lnTo>
                    <a:pt x="9472" y="4692"/>
                  </a:lnTo>
                  <a:lnTo>
                    <a:pt x="11408" y="4235"/>
                  </a:lnTo>
                  <a:lnTo>
                    <a:pt x="11439" y="8880"/>
                  </a:lnTo>
                  <a:lnTo>
                    <a:pt x="13615" y="9114"/>
                  </a:lnTo>
                  <a:lnTo>
                    <a:pt x="15428" y="29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h5914"/>
            <p:cNvSpPr/>
            <p:nvPr/>
          </p:nvSpPr>
          <p:spPr>
            <a:xfrm>
              <a:off x="7827686" y="2715735"/>
              <a:ext cx="22998" cy="13794"/>
            </a:xfrm>
            <a:custGeom>
              <a:avLst/>
              <a:pathLst>
                <a:path w="22998" h="13794">
                  <a:moveTo>
                    <a:pt x="5302" y="434"/>
                  </a:moveTo>
                  <a:lnTo>
                    <a:pt x="8108" y="5393"/>
                  </a:lnTo>
                  <a:lnTo>
                    <a:pt x="20619" y="7751"/>
                  </a:lnTo>
                  <a:lnTo>
                    <a:pt x="22415" y="9252"/>
                  </a:lnTo>
                  <a:lnTo>
                    <a:pt x="22998" y="11330"/>
                  </a:lnTo>
                  <a:lnTo>
                    <a:pt x="22275" y="13563"/>
                  </a:lnTo>
                  <a:lnTo>
                    <a:pt x="19770" y="13794"/>
                  </a:lnTo>
                  <a:lnTo>
                    <a:pt x="19740" y="12198"/>
                  </a:lnTo>
                  <a:lnTo>
                    <a:pt x="17948" y="10630"/>
                  </a:lnTo>
                  <a:lnTo>
                    <a:pt x="12720" y="11508"/>
                  </a:lnTo>
                  <a:lnTo>
                    <a:pt x="7783" y="11375"/>
                  </a:lnTo>
                  <a:lnTo>
                    <a:pt x="5357" y="12160"/>
                  </a:lnTo>
                  <a:lnTo>
                    <a:pt x="3861" y="13747"/>
                  </a:lnTo>
                  <a:lnTo>
                    <a:pt x="1241" y="11426"/>
                  </a:lnTo>
                  <a:lnTo>
                    <a:pt x="1034" y="9637"/>
                  </a:lnTo>
                  <a:lnTo>
                    <a:pt x="3153" y="7821"/>
                  </a:lnTo>
                  <a:lnTo>
                    <a:pt x="3483" y="6277"/>
                  </a:lnTo>
                  <a:lnTo>
                    <a:pt x="0" y="2489"/>
                  </a:lnTo>
                  <a:lnTo>
                    <a:pt x="424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h5915"/>
            <p:cNvSpPr/>
            <p:nvPr/>
          </p:nvSpPr>
          <p:spPr>
            <a:xfrm>
              <a:off x="7819905" y="2727162"/>
              <a:ext cx="20135" cy="11735"/>
            </a:xfrm>
            <a:custGeom>
              <a:avLst/>
              <a:pathLst>
                <a:path w="20135" h="11735">
                  <a:moveTo>
                    <a:pt x="9022" y="0"/>
                  </a:moveTo>
                  <a:lnTo>
                    <a:pt x="11642" y="2320"/>
                  </a:lnTo>
                  <a:lnTo>
                    <a:pt x="13482" y="3130"/>
                  </a:lnTo>
                  <a:lnTo>
                    <a:pt x="15712" y="6018"/>
                  </a:lnTo>
                  <a:lnTo>
                    <a:pt x="17930" y="6850"/>
                  </a:lnTo>
                  <a:lnTo>
                    <a:pt x="19160" y="6463"/>
                  </a:lnTo>
                  <a:lnTo>
                    <a:pt x="19998" y="7189"/>
                  </a:lnTo>
                  <a:lnTo>
                    <a:pt x="20135" y="9015"/>
                  </a:lnTo>
                  <a:lnTo>
                    <a:pt x="18065" y="10182"/>
                  </a:lnTo>
                  <a:lnTo>
                    <a:pt x="14930" y="7954"/>
                  </a:lnTo>
                  <a:lnTo>
                    <a:pt x="12223" y="7914"/>
                  </a:lnTo>
                  <a:lnTo>
                    <a:pt x="8031" y="9176"/>
                  </a:lnTo>
                  <a:lnTo>
                    <a:pt x="7813" y="10151"/>
                  </a:lnTo>
                  <a:lnTo>
                    <a:pt x="4059" y="11735"/>
                  </a:lnTo>
                  <a:lnTo>
                    <a:pt x="4598" y="9035"/>
                  </a:lnTo>
                  <a:lnTo>
                    <a:pt x="2215" y="6734"/>
                  </a:lnTo>
                  <a:lnTo>
                    <a:pt x="0" y="6397"/>
                  </a:lnTo>
                  <a:lnTo>
                    <a:pt x="4361" y="2388"/>
                  </a:lnTo>
                  <a:lnTo>
                    <a:pt x="5857" y="24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h5916"/>
            <p:cNvSpPr/>
            <p:nvPr/>
          </p:nvSpPr>
          <p:spPr>
            <a:xfrm>
              <a:off x="7853315" y="2791851"/>
              <a:ext cx="13193" cy="19634"/>
            </a:xfrm>
            <a:custGeom>
              <a:avLst/>
              <a:pathLst>
                <a:path w="13193" h="19634">
                  <a:moveTo>
                    <a:pt x="10324" y="38"/>
                  </a:moveTo>
                  <a:lnTo>
                    <a:pt x="9865" y="3022"/>
                  </a:lnTo>
                  <a:lnTo>
                    <a:pt x="11631" y="9840"/>
                  </a:lnTo>
                  <a:lnTo>
                    <a:pt x="12944" y="10922"/>
                  </a:lnTo>
                  <a:lnTo>
                    <a:pt x="13193" y="14383"/>
                  </a:lnTo>
                  <a:lnTo>
                    <a:pt x="10050" y="14274"/>
                  </a:lnTo>
                  <a:lnTo>
                    <a:pt x="10012" y="17087"/>
                  </a:lnTo>
                  <a:lnTo>
                    <a:pt x="10806" y="17081"/>
                  </a:lnTo>
                  <a:lnTo>
                    <a:pt x="10904" y="19634"/>
                  </a:lnTo>
                  <a:lnTo>
                    <a:pt x="1785" y="18371"/>
                  </a:lnTo>
                  <a:lnTo>
                    <a:pt x="0" y="17632"/>
                  </a:lnTo>
                  <a:lnTo>
                    <a:pt x="47" y="16642"/>
                  </a:lnTo>
                  <a:lnTo>
                    <a:pt x="1064" y="16670"/>
                  </a:lnTo>
                  <a:lnTo>
                    <a:pt x="4861" y="6750"/>
                  </a:lnTo>
                  <a:lnTo>
                    <a:pt x="7244" y="5111"/>
                  </a:lnTo>
                  <a:lnTo>
                    <a:pt x="796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h5917"/>
            <p:cNvSpPr/>
            <p:nvPr/>
          </p:nvSpPr>
          <p:spPr>
            <a:xfrm>
              <a:off x="7811619" y="2737329"/>
              <a:ext cx="11901" cy="13992"/>
            </a:xfrm>
            <a:custGeom>
              <a:avLst/>
              <a:pathLst>
                <a:path w="11901" h="13992">
                  <a:moveTo>
                    <a:pt x="9173" y="152"/>
                  </a:moveTo>
                  <a:lnTo>
                    <a:pt x="11262" y="1380"/>
                  </a:lnTo>
                  <a:lnTo>
                    <a:pt x="11901" y="4960"/>
                  </a:lnTo>
                  <a:lnTo>
                    <a:pt x="10522" y="12431"/>
                  </a:lnTo>
                  <a:lnTo>
                    <a:pt x="8269" y="13992"/>
                  </a:lnTo>
                  <a:lnTo>
                    <a:pt x="0" y="10359"/>
                  </a:lnTo>
                  <a:lnTo>
                    <a:pt x="2454" y="7252"/>
                  </a:lnTo>
                  <a:lnTo>
                    <a:pt x="4623" y="7249"/>
                  </a:lnTo>
                  <a:lnTo>
                    <a:pt x="2546" y="4825"/>
                  </a:lnTo>
                  <a:lnTo>
                    <a:pt x="3227" y="1590"/>
                  </a:lnTo>
                  <a:lnTo>
                    <a:pt x="5321" y="1722"/>
                  </a:lnTo>
                  <a:lnTo>
                    <a:pt x="580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h5918"/>
            <p:cNvSpPr/>
            <p:nvPr/>
          </p:nvSpPr>
          <p:spPr>
            <a:xfrm>
              <a:off x="7790354" y="2698245"/>
              <a:ext cx="14004" cy="11533"/>
            </a:xfrm>
            <a:custGeom>
              <a:avLst/>
              <a:pathLst>
                <a:path w="14004" h="11533">
                  <a:moveTo>
                    <a:pt x="7156" y="0"/>
                  </a:moveTo>
                  <a:lnTo>
                    <a:pt x="8270" y="3195"/>
                  </a:lnTo>
                  <a:lnTo>
                    <a:pt x="13212" y="2867"/>
                  </a:lnTo>
                  <a:lnTo>
                    <a:pt x="14004" y="3893"/>
                  </a:lnTo>
                  <a:lnTo>
                    <a:pt x="8495" y="8427"/>
                  </a:lnTo>
                  <a:lnTo>
                    <a:pt x="7844" y="9949"/>
                  </a:lnTo>
                  <a:lnTo>
                    <a:pt x="7664" y="10391"/>
                  </a:lnTo>
                  <a:lnTo>
                    <a:pt x="7332" y="11513"/>
                  </a:lnTo>
                  <a:lnTo>
                    <a:pt x="7160" y="11533"/>
                  </a:lnTo>
                  <a:lnTo>
                    <a:pt x="6571" y="10899"/>
                  </a:lnTo>
                  <a:lnTo>
                    <a:pt x="6546" y="10546"/>
                  </a:lnTo>
                  <a:lnTo>
                    <a:pt x="6465" y="9414"/>
                  </a:lnTo>
                  <a:lnTo>
                    <a:pt x="560" y="7552"/>
                  </a:lnTo>
                  <a:lnTo>
                    <a:pt x="0" y="4894"/>
                  </a:lnTo>
                  <a:lnTo>
                    <a:pt x="1190" y="4742"/>
                  </a:lnTo>
                  <a:lnTo>
                    <a:pt x="1194" y="4214"/>
                  </a:lnTo>
                  <a:lnTo>
                    <a:pt x="1210" y="3609"/>
                  </a:lnTo>
                  <a:lnTo>
                    <a:pt x="2709" y="69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h5919"/>
            <p:cNvSpPr/>
            <p:nvPr/>
          </p:nvSpPr>
          <p:spPr>
            <a:xfrm>
              <a:off x="7832578" y="2761712"/>
              <a:ext cx="12710" cy="16293"/>
            </a:xfrm>
            <a:custGeom>
              <a:avLst/>
              <a:pathLst>
                <a:path w="12710" h="16293">
                  <a:moveTo>
                    <a:pt x="9702" y="239"/>
                  </a:moveTo>
                  <a:lnTo>
                    <a:pt x="10211" y="461"/>
                  </a:lnTo>
                  <a:lnTo>
                    <a:pt x="12710" y="2710"/>
                  </a:lnTo>
                  <a:lnTo>
                    <a:pt x="11005" y="2062"/>
                  </a:lnTo>
                  <a:lnTo>
                    <a:pt x="10421" y="8305"/>
                  </a:lnTo>
                  <a:lnTo>
                    <a:pt x="12020" y="7397"/>
                  </a:lnTo>
                  <a:lnTo>
                    <a:pt x="11801" y="10053"/>
                  </a:lnTo>
                  <a:lnTo>
                    <a:pt x="7374" y="10803"/>
                  </a:lnTo>
                  <a:lnTo>
                    <a:pt x="7017" y="12545"/>
                  </a:lnTo>
                  <a:lnTo>
                    <a:pt x="6056" y="15936"/>
                  </a:lnTo>
                  <a:lnTo>
                    <a:pt x="5262" y="16293"/>
                  </a:lnTo>
                  <a:lnTo>
                    <a:pt x="1061" y="14672"/>
                  </a:lnTo>
                  <a:lnTo>
                    <a:pt x="0" y="13573"/>
                  </a:lnTo>
                  <a:lnTo>
                    <a:pt x="988" y="7051"/>
                  </a:lnTo>
                  <a:lnTo>
                    <a:pt x="5907" y="5402"/>
                  </a:lnTo>
                  <a:lnTo>
                    <a:pt x="6485" y="4038"/>
                  </a:lnTo>
                  <a:lnTo>
                    <a:pt x="5924" y="1993"/>
                  </a:lnTo>
                  <a:lnTo>
                    <a:pt x="700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h5920"/>
            <p:cNvSpPr/>
            <p:nvPr/>
          </p:nvSpPr>
          <p:spPr>
            <a:xfrm>
              <a:off x="7903506" y="2627905"/>
              <a:ext cx="38332" cy="26088"/>
            </a:xfrm>
            <a:custGeom>
              <a:avLst/>
              <a:pathLst>
                <a:path w="38332" h="26088">
                  <a:moveTo>
                    <a:pt x="35641" y="9041"/>
                  </a:moveTo>
                  <a:lnTo>
                    <a:pt x="35673" y="12991"/>
                  </a:lnTo>
                  <a:lnTo>
                    <a:pt x="35585" y="14585"/>
                  </a:lnTo>
                  <a:lnTo>
                    <a:pt x="33204" y="14571"/>
                  </a:lnTo>
                  <a:lnTo>
                    <a:pt x="33272" y="17682"/>
                  </a:lnTo>
                  <a:lnTo>
                    <a:pt x="37989" y="17642"/>
                  </a:lnTo>
                  <a:lnTo>
                    <a:pt x="38332" y="19802"/>
                  </a:lnTo>
                  <a:lnTo>
                    <a:pt x="34467" y="23454"/>
                  </a:lnTo>
                  <a:lnTo>
                    <a:pt x="33762" y="26088"/>
                  </a:lnTo>
                  <a:lnTo>
                    <a:pt x="28599" y="26012"/>
                  </a:lnTo>
                  <a:lnTo>
                    <a:pt x="25975" y="21929"/>
                  </a:lnTo>
                  <a:lnTo>
                    <a:pt x="22152" y="21455"/>
                  </a:lnTo>
                  <a:lnTo>
                    <a:pt x="11731" y="21267"/>
                  </a:lnTo>
                  <a:lnTo>
                    <a:pt x="11654" y="22821"/>
                  </a:lnTo>
                  <a:lnTo>
                    <a:pt x="4827" y="23214"/>
                  </a:lnTo>
                  <a:lnTo>
                    <a:pt x="3893" y="18550"/>
                  </a:lnTo>
                  <a:lnTo>
                    <a:pt x="3675" y="17132"/>
                  </a:lnTo>
                  <a:lnTo>
                    <a:pt x="10276" y="15958"/>
                  </a:lnTo>
                  <a:lnTo>
                    <a:pt x="10135" y="12512"/>
                  </a:lnTo>
                  <a:lnTo>
                    <a:pt x="6056" y="12445"/>
                  </a:lnTo>
                  <a:lnTo>
                    <a:pt x="3933" y="13928"/>
                  </a:lnTo>
                  <a:lnTo>
                    <a:pt x="3938" y="15748"/>
                  </a:lnTo>
                  <a:lnTo>
                    <a:pt x="330" y="14120"/>
                  </a:lnTo>
                  <a:lnTo>
                    <a:pt x="0" y="10578"/>
                  </a:lnTo>
                  <a:lnTo>
                    <a:pt x="11425" y="6705"/>
                  </a:lnTo>
                  <a:lnTo>
                    <a:pt x="15466" y="6513"/>
                  </a:lnTo>
                  <a:lnTo>
                    <a:pt x="20157" y="7619"/>
                  </a:lnTo>
                  <a:lnTo>
                    <a:pt x="25335" y="6502"/>
                  </a:lnTo>
                  <a:lnTo>
                    <a:pt x="28081" y="5414"/>
                  </a:lnTo>
                  <a:lnTo>
                    <a:pt x="28686" y="4013"/>
                  </a:lnTo>
                  <a:lnTo>
                    <a:pt x="33810" y="0"/>
                  </a:lnTo>
                  <a:lnTo>
                    <a:pt x="34332" y="508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h5921"/>
            <p:cNvSpPr/>
            <p:nvPr/>
          </p:nvSpPr>
          <p:spPr>
            <a:xfrm>
              <a:off x="7927107" y="2633564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h5922"/>
            <p:cNvSpPr/>
            <p:nvPr/>
          </p:nvSpPr>
          <p:spPr>
            <a:xfrm>
              <a:off x="7827719" y="2735076"/>
              <a:ext cx="10251" cy="6566"/>
            </a:xfrm>
            <a:custGeom>
              <a:avLst/>
              <a:pathLst>
                <a:path w="10251" h="6566">
                  <a:moveTo>
                    <a:pt x="7117" y="40"/>
                  </a:moveTo>
                  <a:lnTo>
                    <a:pt x="10251" y="2268"/>
                  </a:lnTo>
                  <a:lnTo>
                    <a:pt x="7777" y="4199"/>
                  </a:lnTo>
                  <a:lnTo>
                    <a:pt x="6691" y="5592"/>
                  </a:lnTo>
                  <a:lnTo>
                    <a:pt x="3189" y="6566"/>
                  </a:lnTo>
                  <a:lnTo>
                    <a:pt x="2528" y="2598"/>
                  </a:lnTo>
                  <a:lnTo>
                    <a:pt x="0" y="2236"/>
                  </a:lnTo>
                  <a:lnTo>
                    <a:pt x="218" y="1262"/>
                  </a:lnTo>
                  <a:lnTo>
                    <a:pt x="44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h5923"/>
            <p:cNvSpPr/>
            <p:nvPr/>
          </p:nvSpPr>
          <p:spPr>
            <a:xfrm>
              <a:off x="7863180" y="2786948"/>
              <a:ext cx="22027" cy="19285"/>
            </a:xfrm>
            <a:custGeom>
              <a:avLst/>
              <a:pathLst>
                <a:path w="22027" h="19285">
                  <a:moveTo>
                    <a:pt x="9675" y="228"/>
                  </a:moveTo>
                  <a:lnTo>
                    <a:pt x="16127" y="2663"/>
                  </a:lnTo>
                  <a:lnTo>
                    <a:pt x="18348" y="4737"/>
                  </a:lnTo>
                  <a:lnTo>
                    <a:pt x="18284" y="5653"/>
                  </a:lnTo>
                  <a:lnTo>
                    <a:pt x="21390" y="5621"/>
                  </a:lnTo>
                  <a:lnTo>
                    <a:pt x="22027" y="9498"/>
                  </a:lnTo>
                  <a:lnTo>
                    <a:pt x="19428" y="12094"/>
                  </a:lnTo>
                  <a:lnTo>
                    <a:pt x="18337" y="14713"/>
                  </a:lnTo>
                  <a:lnTo>
                    <a:pt x="10629" y="14526"/>
                  </a:lnTo>
                  <a:lnTo>
                    <a:pt x="10386" y="19107"/>
                  </a:lnTo>
                  <a:lnTo>
                    <a:pt x="3328" y="19285"/>
                  </a:lnTo>
                  <a:lnTo>
                    <a:pt x="3079" y="15824"/>
                  </a:lnTo>
                  <a:lnTo>
                    <a:pt x="1766" y="14742"/>
                  </a:lnTo>
                  <a:lnTo>
                    <a:pt x="0" y="7925"/>
                  </a:lnTo>
                  <a:lnTo>
                    <a:pt x="459" y="4940"/>
                  </a:lnTo>
                  <a:lnTo>
                    <a:pt x="1001" y="4950"/>
                  </a:lnTo>
                  <a:lnTo>
                    <a:pt x="786" y="1121"/>
                  </a:lnTo>
                  <a:lnTo>
                    <a:pt x="4553" y="1202"/>
                  </a:lnTo>
                  <a:lnTo>
                    <a:pt x="452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h5924"/>
            <p:cNvSpPr/>
            <p:nvPr/>
          </p:nvSpPr>
          <p:spPr>
            <a:xfrm>
              <a:off x="7828679" y="2689746"/>
              <a:ext cx="13246" cy="13272"/>
            </a:xfrm>
            <a:custGeom>
              <a:avLst/>
              <a:pathLst>
                <a:path w="13246" h="13272">
                  <a:moveTo>
                    <a:pt x="7672" y="0"/>
                  </a:moveTo>
                  <a:lnTo>
                    <a:pt x="9086" y="2069"/>
                  </a:lnTo>
                  <a:lnTo>
                    <a:pt x="11503" y="4162"/>
                  </a:lnTo>
                  <a:lnTo>
                    <a:pt x="11225" y="5844"/>
                  </a:lnTo>
                  <a:lnTo>
                    <a:pt x="12629" y="6725"/>
                  </a:lnTo>
                  <a:lnTo>
                    <a:pt x="13246" y="12643"/>
                  </a:lnTo>
                  <a:lnTo>
                    <a:pt x="7091" y="13272"/>
                  </a:lnTo>
                  <a:lnTo>
                    <a:pt x="4867" y="13103"/>
                  </a:lnTo>
                  <a:lnTo>
                    <a:pt x="5236" y="9165"/>
                  </a:lnTo>
                  <a:lnTo>
                    <a:pt x="4130" y="8232"/>
                  </a:lnTo>
                  <a:lnTo>
                    <a:pt x="0" y="7805"/>
                  </a:lnTo>
                  <a:lnTo>
                    <a:pt x="28" y="6755"/>
                  </a:lnTo>
                  <a:lnTo>
                    <a:pt x="5762" y="7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h5925"/>
            <p:cNvSpPr/>
            <p:nvPr/>
          </p:nvSpPr>
          <p:spPr>
            <a:xfrm>
              <a:off x="7799233" y="2704511"/>
              <a:ext cx="23394" cy="19048"/>
            </a:xfrm>
            <a:custGeom>
              <a:avLst/>
              <a:pathLst>
                <a:path w="23394" h="19048">
                  <a:moveTo>
                    <a:pt x="14798" y="192"/>
                  </a:moveTo>
                  <a:lnTo>
                    <a:pt x="15621" y="7056"/>
                  </a:lnTo>
                  <a:lnTo>
                    <a:pt x="18534" y="5835"/>
                  </a:lnTo>
                  <a:lnTo>
                    <a:pt x="21253" y="7316"/>
                  </a:lnTo>
                  <a:lnTo>
                    <a:pt x="23394" y="10540"/>
                  </a:lnTo>
                  <a:lnTo>
                    <a:pt x="21655" y="13144"/>
                  </a:lnTo>
                  <a:lnTo>
                    <a:pt x="19184" y="11610"/>
                  </a:lnTo>
                  <a:lnTo>
                    <a:pt x="19494" y="19048"/>
                  </a:lnTo>
                  <a:lnTo>
                    <a:pt x="17474" y="18923"/>
                  </a:lnTo>
                  <a:lnTo>
                    <a:pt x="15312" y="18778"/>
                  </a:lnTo>
                  <a:lnTo>
                    <a:pt x="13177" y="17158"/>
                  </a:lnTo>
                  <a:lnTo>
                    <a:pt x="7185" y="16018"/>
                  </a:lnTo>
                  <a:lnTo>
                    <a:pt x="7118" y="15400"/>
                  </a:lnTo>
                  <a:lnTo>
                    <a:pt x="9812" y="15417"/>
                  </a:lnTo>
                  <a:lnTo>
                    <a:pt x="9437" y="13556"/>
                  </a:lnTo>
                  <a:lnTo>
                    <a:pt x="7842" y="11943"/>
                  </a:lnTo>
                  <a:lnTo>
                    <a:pt x="7583" y="7695"/>
                  </a:lnTo>
                  <a:lnTo>
                    <a:pt x="5766" y="7317"/>
                  </a:lnTo>
                  <a:lnTo>
                    <a:pt x="2011" y="8041"/>
                  </a:lnTo>
                  <a:lnTo>
                    <a:pt x="0" y="6807"/>
                  </a:lnTo>
                  <a:lnTo>
                    <a:pt x="2635" y="5260"/>
                  </a:lnTo>
                  <a:lnTo>
                    <a:pt x="4884" y="3043"/>
                  </a:lnTo>
                  <a:lnTo>
                    <a:pt x="9945" y="3274"/>
                  </a:lnTo>
                  <a:lnTo>
                    <a:pt x="1359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h5926"/>
            <p:cNvSpPr/>
            <p:nvPr/>
          </p:nvSpPr>
          <p:spPr>
            <a:xfrm>
              <a:off x="7936710" y="2624747"/>
              <a:ext cx="37198" cy="24931"/>
            </a:xfrm>
            <a:custGeom>
              <a:avLst/>
              <a:pathLst>
                <a:path w="37198" h="24931">
                  <a:moveTo>
                    <a:pt x="25529" y="0"/>
                  </a:moveTo>
                  <a:lnTo>
                    <a:pt x="37198" y="3385"/>
                  </a:lnTo>
                  <a:lnTo>
                    <a:pt x="35370" y="4251"/>
                  </a:lnTo>
                  <a:lnTo>
                    <a:pt x="24826" y="5374"/>
                  </a:lnTo>
                  <a:lnTo>
                    <a:pt x="22378" y="9512"/>
                  </a:lnTo>
                  <a:lnTo>
                    <a:pt x="11348" y="10648"/>
                  </a:lnTo>
                  <a:lnTo>
                    <a:pt x="11706" y="11636"/>
                  </a:lnTo>
                  <a:lnTo>
                    <a:pt x="13252" y="11327"/>
                  </a:lnTo>
                  <a:lnTo>
                    <a:pt x="15489" y="22869"/>
                  </a:lnTo>
                  <a:lnTo>
                    <a:pt x="15487" y="24881"/>
                  </a:lnTo>
                  <a:lnTo>
                    <a:pt x="12819" y="24931"/>
                  </a:lnTo>
                  <a:lnTo>
                    <a:pt x="12837" y="23200"/>
                  </a:lnTo>
                  <a:lnTo>
                    <a:pt x="8688" y="21235"/>
                  </a:lnTo>
                  <a:lnTo>
                    <a:pt x="8496" y="17758"/>
                  </a:lnTo>
                  <a:lnTo>
                    <a:pt x="4838" y="17769"/>
                  </a:lnTo>
                  <a:lnTo>
                    <a:pt x="4785" y="20800"/>
                  </a:lnTo>
                  <a:lnTo>
                    <a:pt x="67" y="20840"/>
                  </a:lnTo>
                  <a:lnTo>
                    <a:pt x="0" y="17729"/>
                  </a:lnTo>
                  <a:lnTo>
                    <a:pt x="2380" y="17744"/>
                  </a:lnTo>
                  <a:lnTo>
                    <a:pt x="2469" y="16150"/>
                  </a:lnTo>
                  <a:lnTo>
                    <a:pt x="2437" y="12200"/>
                  </a:lnTo>
                  <a:lnTo>
                    <a:pt x="1127" y="8246"/>
                  </a:lnTo>
                  <a:lnTo>
                    <a:pt x="605" y="3158"/>
                  </a:lnTo>
                  <a:lnTo>
                    <a:pt x="3569" y="968"/>
                  </a:lnTo>
                  <a:lnTo>
                    <a:pt x="6451" y="63"/>
                  </a:lnTo>
                  <a:lnTo>
                    <a:pt x="16402" y="74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h5927"/>
            <p:cNvSpPr/>
            <p:nvPr/>
          </p:nvSpPr>
          <p:spPr>
            <a:xfrm>
              <a:off x="7922253" y="2736446"/>
              <a:ext cx="17240" cy="20852"/>
            </a:xfrm>
            <a:custGeom>
              <a:avLst/>
              <a:pathLst>
                <a:path w="17240" h="20852">
                  <a:moveTo>
                    <a:pt x="6104" y="0"/>
                  </a:moveTo>
                  <a:lnTo>
                    <a:pt x="12005" y="2096"/>
                  </a:lnTo>
                  <a:lnTo>
                    <a:pt x="12936" y="1884"/>
                  </a:lnTo>
                  <a:lnTo>
                    <a:pt x="14178" y="2243"/>
                  </a:lnTo>
                  <a:lnTo>
                    <a:pt x="17240" y="8067"/>
                  </a:lnTo>
                  <a:lnTo>
                    <a:pt x="15247" y="11608"/>
                  </a:lnTo>
                  <a:lnTo>
                    <a:pt x="11144" y="11989"/>
                  </a:lnTo>
                  <a:lnTo>
                    <a:pt x="9497" y="13366"/>
                  </a:lnTo>
                  <a:lnTo>
                    <a:pt x="7654" y="16166"/>
                  </a:lnTo>
                  <a:lnTo>
                    <a:pt x="7783" y="18479"/>
                  </a:lnTo>
                  <a:lnTo>
                    <a:pt x="3971" y="20552"/>
                  </a:lnTo>
                  <a:lnTo>
                    <a:pt x="1126" y="20852"/>
                  </a:lnTo>
                  <a:lnTo>
                    <a:pt x="0" y="20087"/>
                  </a:lnTo>
                  <a:lnTo>
                    <a:pt x="2150" y="15328"/>
                  </a:lnTo>
                  <a:lnTo>
                    <a:pt x="8317" y="12259"/>
                  </a:lnTo>
                  <a:lnTo>
                    <a:pt x="8996" y="11130"/>
                  </a:lnTo>
                  <a:lnTo>
                    <a:pt x="8700" y="9913"/>
                  </a:lnTo>
                  <a:lnTo>
                    <a:pt x="4393" y="9675"/>
                  </a:lnTo>
                  <a:lnTo>
                    <a:pt x="2645" y="6264"/>
                  </a:lnTo>
                  <a:lnTo>
                    <a:pt x="4400" y="3750"/>
                  </a:lnTo>
                  <a:lnTo>
                    <a:pt x="4728" y="198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h5928"/>
            <p:cNvSpPr/>
            <p:nvPr/>
          </p:nvSpPr>
          <p:spPr>
            <a:xfrm>
              <a:off x="7779579" y="2774289"/>
              <a:ext cx="32258" cy="27888"/>
            </a:xfrm>
            <a:custGeom>
              <a:avLst/>
              <a:pathLst>
                <a:path w="32258" h="27888">
                  <a:moveTo>
                    <a:pt x="24475" y="1663"/>
                  </a:moveTo>
                  <a:lnTo>
                    <a:pt x="25357" y="5836"/>
                  </a:lnTo>
                  <a:lnTo>
                    <a:pt x="24274" y="6813"/>
                  </a:lnTo>
                  <a:lnTo>
                    <a:pt x="23951" y="9911"/>
                  </a:lnTo>
                  <a:lnTo>
                    <a:pt x="26439" y="13589"/>
                  </a:lnTo>
                  <a:lnTo>
                    <a:pt x="30320" y="14148"/>
                  </a:lnTo>
                  <a:lnTo>
                    <a:pt x="32258" y="15227"/>
                  </a:lnTo>
                  <a:lnTo>
                    <a:pt x="32257" y="18893"/>
                  </a:lnTo>
                  <a:lnTo>
                    <a:pt x="29533" y="20869"/>
                  </a:lnTo>
                  <a:lnTo>
                    <a:pt x="27577" y="20429"/>
                  </a:lnTo>
                  <a:lnTo>
                    <a:pt x="27813" y="19127"/>
                  </a:lnTo>
                  <a:lnTo>
                    <a:pt x="22859" y="16645"/>
                  </a:lnTo>
                  <a:lnTo>
                    <a:pt x="23720" y="20235"/>
                  </a:lnTo>
                  <a:lnTo>
                    <a:pt x="29222" y="22346"/>
                  </a:lnTo>
                  <a:lnTo>
                    <a:pt x="28759" y="26355"/>
                  </a:lnTo>
                  <a:lnTo>
                    <a:pt x="25790" y="27888"/>
                  </a:lnTo>
                  <a:lnTo>
                    <a:pt x="21906" y="27847"/>
                  </a:lnTo>
                  <a:lnTo>
                    <a:pt x="14968" y="25650"/>
                  </a:lnTo>
                  <a:lnTo>
                    <a:pt x="15231" y="23914"/>
                  </a:lnTo>
                  <a:lnTo>
                    <a:pt x="14324" y="19472"/>
                  </a:lnTo>
                  <a:lnTo>
                    <a:pt x="11732" y="14546"/>
                  </a:lnTo>
                  <a:lnTo>
                    <a:pt x="7768" y="14546"/>
                  </a:lnTo>
                  <a:lnTo>
                    <a:pt x="0" y="17910"/>
                  </a:lnTo>
                  <a:lnTo>
                    <a:pt x="430" y="12533"/>
                  </a:lnTo>
                  <a:lnTo>
                    <a:pt x="4996" y="9692"/>
                  </a:lnTo>
                  <a:lnTo>
                    <a:pt x="9876" y="9383"/>
                  </a:lnTo>
                  <a:lnTo>
                    <a:pt x="10308" y="7915"/>
                  </a:lnTo>
                  <a:lnTo>
                    <a:pt x="11976" y="7216"/>
                  </a:lnTo>
                  <a:lnTo>
                    <a:pt x="13708" y="8006"/>
                  </a:lnTo>
                  <a:lnTo>
                    <a:pt x="15255" y="6606"/>
                  </a:lnTo>
                  <a:lnTo>
                    <a:pt x="14791" y="5137"/>
                  </a:lnTo>
                  <a:lnTo>
                    <a:pt x="15564" y="3246"/>
                  </a:lnTo>
                  <a:lnTo>
                    <a:pt x="21212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h5929"/>
            <p:cNvSpPr/>
            <p:nvPr/>
          </p:nvSpPr>
          <p:spPr>
            <a:xfrm>
              <a:off x="7909288" y="2665622"/>
              <a:ext cx="26568" cy="20595"/>
            </a:xfrm>
            <a:custGeom>
              <a:avLst/>
              <a:pathLst>
                <a:path w="26568" h="20595">
                  <a:moveTo>
                    <a:pt x="18098" y="758"/>
                  </a:moveTo>
                  <a:lnTo>
                    <a:pt x="18151" y="1843"/>
                  </a:lnTo>
                  <a:lnTo>
                    <a:pt x="15146" y="2307"/>
                  </a:lnTo>
                  <a:lnTo>
                    <a:pt x="15641" y="4975"/>
                  </a:lnTo>
                  <a:lnTo>
                    <a:pt x="18183" y="8243"/>
                  </a:lnTo>
                  <a:lnTo>
                    <a:pt x="22083" y="10843"/>
                  </a:lnTo>
                  <a:lnTo>
                    <a:pt x="23648" y="13107"/>
                  </a:lnTo>
                  <a:lnTo>
                    <a:pt x="26462" y="12497"/>
                  </a:lnTo>
                  <a:lnTo>
                    <a:pt x="26568" y="15656"/>
                  </a:lnTo>
                  <a:lnTo>
                    <a:pt x="24569" y="16255"/>
                  </a:lnTo>
                  <a:lnTo>
                    <a:pt x="24681" y="17552"/>
                  </a:lnTo>
                  <a:lnTo>
                    <a:pt x="23178" y="20595"/>
                  </a:lnTo>
                  <a:lnTo>
                    <a:pt x="18093" y="20397"/>
                  </a:lnTo>
                  <a:lnTo>
                    <a:pt x="16176" y="18910"/>
                  </a:lnTo>
                  <a:lnTo>
                    <a:pt x="10080" y="17796"/>
                  </a:lnTo>
                  <a:lnTo>
                    <a:pt x="10590" y="18609"/>
                  </a:lnTo>
                  <a:lnTo>
                    <a:pt x="7761" y="19505"/>
                  </a:lnTo>
                  <a:lnTo>
                    <a:pt x="3638" y="18565"/>
                  </a:lnTo>
                  <a:lnTo>
                    <a:pt x="3031" y="14703"/>
                  </a:lnTo>
                  <a:lnTo>
                    <a:pt x="675" y="14696"/>
                  </a:lnTo>
                  <a:lnTo>
                    <a:pt x="0" y="13618"/>
                  </a:lnTo>
                  <a:lnTo>
                    <a:pt x="219" y="11994"/>
                  </a:lnTo>
                  <a:lnTo>
                    <a:pt x="895" y="12062"/>
                  </a:lnTo>
                  <a:lnTo>
                    <a:pt x="973" y="7264"/>
                  </a:lnTo>
                  <a:lnTo>
                    <a:pt x="1213" y="4449"/>
                  </a:lnTo>
                  <a:lnTo>
                    <a:pt x="4911" y="880"/>
                  </a:lnTo>
                  <a:lnTo>
                    <a:pt x="1506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h5930"/>
            <p:cNvSpPr/>
            <p:nvPr/>
          </p:nvSpPr>
          <p:spPr>
            <a:xfrm>
              <a:off x="7821470" y="2667374"/>
              <a:ext cx="13450" cy="20802"/>
            </a:xfrm>
            <a:custGeom>
              <a:avLst/>
              <a:pathLst>
                <a:path w="13450" h="20802">
                  <a:moveTo>
                    <a:pt x="10885" y="6813"/>
                  </a:moveTo>
                  <a:lnTo>
                    <a:pt x="13450" y="13390"/>
                  </a:lnTo>
                  <a:lnTo>
                    <a:pt x="12524" y="14951"/>
                  </a:lnTo>
                  <a:lnTo>
                    <a:pt x="12927" y="17796"/>
                  </a:lnTo>
                  <a:lnTo>
                    <a:pt x="10937" y="20478"/>
                  </a:lnTo>
                  <a:lnTo>
                    <a:pt x="10242" y="20505"/>
                  </a:lnTo>
                  <a:lnTo>
                    <a:pt x="8081" y="18302"/>
                  </a:lnTo>
                  <a:lnTo>
                    <a:pt x="6317" y="18239"/>
                  </a:lnTo>
                  <a:lnTo>
                    <a:pt x="6203" y="20802"/>
                  </a:lnTo>
                  <a:lnTo>
                    <a:pt x="4799" y="20060"/>
                  </a:lnTo>
                  <a:lnTo>
                    <a:pt x="2747" y="15809"/>
                  </a:lnTo>
                  <a:lnTo>
                    <a:pt x="2579" y="14107"/>
                  </a:lnTo>
                  <a:lnTo>
                    <a:pt x="4327" y="10717"/>
                  </a:lnTo>
                  <a:lnTo>
                    <a:pt x="2115" y="10237"/>
                  </a:lnTo>
                  <a:lnTo>
                    <a:pt x="23" y="9573"/>
                  </a:lnTo>
                  <a:lnTo>
                    <a:pt x="0" y="7540"/>
                  </a:lnTo>
                  <a:lnTo>
                    <a:pt x="3637" y="5736"/>
                  </a:lnTo>
                  <a:lnTo>
                    <a:pt x="3721" y="1474"/>
                  </a:lnTo>
                  <a:lnTo>
                    <a:pt x="11179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h5931"/>
            <p:cNvSpPr/>
            <p:nvPr/>
          </p:nvSpPr>
          <p:spPr>
            <a:xfrm>
              <a:off x="7885471" y="2681627"/>
              <a:ext cx="28992" cy="36553"/>
            </a:xfrm>
            <a:custGeom>
              <a:avLst/>
              <a:pathLst>
                <a:path w="28992" h="36553">
                  <a:moveTo>
                    <a:pt x="19683" y="0"/>
                  </a:moveTo>
                  <a:lnTo>
                    <a:pt x="21220" y="791"/>
                  </a:lnTo>
                  <a:lnTo>
                    <a:pt x="20969" y="3347"/>
                  </a:lnTo>
                  <a:lnTo>
                    <a:pt x="25596" y="12654"/>
                  </a:lnTo>
                  <a:lnTo>
                    <a:pt x="25330" y="18127"/>
                  </a:lnTo>
                  <a:lnTo>
                    <a:pt x="26304" y="21585"/>
                  </a:lnTo>
                  <a:lnTo>
                    <a:pt x="28017" y="21410"/>
                  </a:lnTo>
                  <a:lnTo>
                    <a:pt x="28992" y="25344"/>
                  </a:lnTo>
                  <a:lnTo>
                    <a:pt x="26262" y="28757"/>
                  </a:lnTo>
                  <a:lnTo>
                    <a:pt x="22662" y="28653"/>
                  </a:lnTo>
                  <a:lnTo>
                    <a:pt x="21631" y="32894"/>
                  </a:lnTo>
                  <a:lnTo>
                    <a:pt x="18757" y="33152"/>
                  </a:lnTo>
                  <a:lnTo>
                    <a:pt x="17912" y="32776"/>
                  </a:lnTo>
                  <a:lnTo>
                    <a:pt x="17960" y="31996"/>
                  </a:lnTo>
                  <a:lnTo>
                    <a:pt x="15908" y="31582"/>
                  </a:lnTo>
                  <a:lnTo>
                    <a:pt x="14034" y="33295"/>
                  </a:lnTo>
                  <a:lnTo>
                    <a:pt x="14305" y="36553"/>
                  </a:lnTo>
                  <a:lnTo>
                    <a:pt x="12179" y="34874"/>
                  </a:lnTo>
                  <a:lnTo>
                    <a:pt x="12255" y="32859"/>
                  </a:lnTo>
                  <a:lnTo>
                    <a:pt x="9749" y="32333"/>
                  </a:lnTo>
                  <a:lnTo>
                    <a:pt x="7255" y="32956"/>
                  </a:lnTo>
                  <a:lnTo>
                    <a:pt x="6499" y="24725"/>
                  </a:lnTo>
                  <a:lnTo>
                    <a:pt x="1681" y="24630"/>
                  </a:lnTo>
                  <a:lnTo>
                    <a:pt x="1325" y="20266"/>
                  </a:lnTo>
                  <a:lnTo>
                    <a:pt x="0" y="18581"/>
                  </a:lnTo>
                  <a:lnTo>
                    <a:pt x="9" y="14722"/>
                  </a:lnTo>
                  <a:lnTo>
                    <a:pt x="335" y="13610"/>
                  </a:lnTo>
                  <a:lnTo>
                    <a:pt x="5622" y="12699"/>
                  </a:lnTo>
                  <a:lnTo>
                    <a:pt x="9049" y="7838"/>
                  </a:lnTo>
                  <a:lnTo>
                    <a:pt x="9349" y="4107"/>
                  </a:lnTo>
                  <a:lnTo>
                    <a:pt x="15550" y="70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h5932"/>
            <p:cNvSpPr/>
            <p:nvPr/>
          </p:nvSpPr>
          <p:spPr>
            <a:xfrm>
              <a:off x="7839596" y="2763774"/>
              <a:ext cx="28137" cy="28124"/>
            </a:xfrm>
            <a:custGeom>
              <a:avLst/>
              <a:pathLst>
                <a:path w="28137" h="28124">
                  <a:moveTo>
                    <a:pt x="5692" y="648"/>
                  </a:moveTo>
                  <a:lnTo>
                    <a:pt x="7312" y="2493"/>
                  </a:lnTo>
                  <a:lnTo>
                    <a:pt x="11694" y="3866"/>
                  </a:lnTo>
                  <a:lnTo>
                    <a:pt x="12425" y="2878"/>
                  </a:lnTo>
                  <a:lnTo>
                    <a:pt x="14443" y="2278"/>
                  </a:lnTo>
                  <a:lnTo>
                    <a:pt x="14360" y="4626"/>
                  </a:lnTo>
                  <a:lnTo>
                    <a:pt x="22413" y="3792"/>
                  </a:lnTo>
                  <a:lnTo>
                    <a:pt x="23992" y="3888"/>
                  </a:lnTo>
                  <a:lnTo>
                    <a:pt x="24893" y="6930"/>
                  </a:lnTo>
                  <a:lnTo>
                    <a:pt x="22231" y="10946"/>
                  </a:lnTo>
                  <a:lnTo>
                    <a:pt x="26116" y="12061"/>
                  </a:lnTo>
                  <a:lnTo>
                    <a:pt x="26204" y="22125"/>
                  </a:lnTo>
                  <a:lnTo>
                    <a:pt x="28105" y="23173"/>
                  </a:lnTo>
                  <a:lnTo>
                    <a:pt x="28137" y="24376"/>
                  </a:lnTo>
                  <a:lnTo>
                    <a:pt x="24370" y="24295"/>
                  </a:lnTo>
                  <a:lnTo>
                    <a:pt x="24585" y="28124"/>
                  </a:lnTo>
                  <a:lnTo>
                    <a:pt x="24043" y="28114"/>
                  </a:lnTo>
                  <a:lnTo>
                    <a:pt x="21687" y="28076"/>
                  </a:lnTo>
                  <a:lnTo>
                    <a:pt x="21393" y="22854"/>
                  </a:lnTo>
                  <a:lnTo>
                    <a:pt x="17753" y="23353"/>
                  </a:lnTo>
                  <a:lnTo>
                    <a:pt x="12831" y="21089"/>
                  </a:lnTo>
                  <a:lnTo>
                    <a:pt x="10827" y="19791"/>
                  </a:lnTo>
                  <a:lnTo>
                    <a:pt x="10566" y="17421"/>
                  </a:lnTo>
                  <a:lnTo>
                    <a:pt x="8814" y="15759"/>
                  </a:lnTo>
                  <a:lnTo>
                    <a:pt x="2346" y="16192"/>
                  </a:lnTo>
                  <a:lnTo>
                    <a:pt x="0" y="10482"/>
                  </a:lnTo>
                  <a:lnTo>
                    <a:pt x="356" y="8741"/>
                  </a:lnTo>
                  <a:lnTo>
                    <a:pt x="4783" y="7991"/>
                  </a:lnTo>
                  <a:lnTo>
                    <a:pt x="5002" y="5335"/>
                  </a:lnTo>
                  <a:lnTo>
                    <a:pt x="3403" y="6243"/>
                  </a:lnTo>
                  <a:lnTo>
                    <a:pt x="398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h5933"/>
            <p:cNvSpPr/>
            <p:nvPr/>
          </p:nvSpPr>
          <p:spPr>
            <a:xfrm>
              <a:off x="7798968" y="2722643"/>
              <a:ext cx="17273" cy="21938"/>
            </a:xfrm>
            <a:custGeom>
              <a:avLst/>
              <a:pathLst>
                <a:path w="17273" h="21938">
                  <a:moveTo>
                    <a:pt x="7824" y="2636"/>
                  </a:moveTo>
                  <a:lnTo>
                    <a:pt x="10327" y="1760"/>
                  </a:lnTo>
                  <a:lnTo>
                    <a:pt x="10794" y="16801"/>
                  </a:lnTo>
                  <a:lnTo>
                    <a:pt x="15878" y="16276"/>
                  </a:lnTo>
                  <a:lnTo>
                    <a:pt x="15197" y="19511"/>
                  </a:lnTo>
                  <a:lnTo>
                    <a:pt x="17273" y="21935"/>
                  </a:lnTo>
                  <a:lnTo>
                    <a:pt x="15104" y="21938"/>
                  </a:lnTo>
                  <a:lnTo>
                    <a:pt x="12693" y="21916"/>
                  </a:lnTo>
                  <a:lnTo>
                    <a:pt x="12454" y="19362"/>
                  </a:lnTo>
                  <a:lnTo>
                    <a:pt x="7163" y="16996"/>
                  </a:lnTo>
                  <a:lnTo>
                    <a:pt x="1746" y="16530"/>
                  </a:lnTo>
                  <a:lnTo>
                    <a:pt x="3673" y="15951"/>
                  </a:lnTo>
                  <a:lnTo>
                    <a:pt x="3719" y="15274"/>
                  </a:lnTo>
                  <a:lnTo>
                    <a:pt x="1500" y="10880"/>
                  </a:lnTo>
                  <a:lnTo>
                    <a:pt x="1872" y="6848"/>
                  </a:lnTo>
                  <a:lnTo>
                    <a:pt x="0" y="4640"/>
                  </a:lnTo>
                  <a:lnTo>
                    <a:pt x="2271" y="40"/>
                  </a:lnTo>
                  <a:lnTo>
                    <a:pt x="523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h5934"/>
            <p:cNvSpPr/>
            <p:nvPr/>
          </p:nvSpPr>
          <p:spPr>
            <a:xfrm>
              <a:off x="7743656" y="2723133"/>
              <a:ext cx="21219" cy="22910"/>
            </a:xfrm>
            <a:custGeom>
              <a:avLst/>
              <a:pathLst>
                <a:path w="21219" h="22910">
                  <a:moveTo>
                    <a:pt x="13806" y="17"/>
                  </a:moveTo>
                  <a:lnTo>
                    <a:pt x="15305" y="4563"/>
                  </a:lnTo>
                  <a:lnTo>
                    <a:pt x="20270" y="2211"/>
                  </a:lnTo>
                  <a:lnTo>
                    <a:pt x="21219" y="3244"/>
                  </a:lnTo>
                  <a:lnTo>
                    <a:pt x="20102" y="6814"/>
                  </a:lnTo>
                  <a:lnTo>
                    <a:pt x="13461" y="7135"/>
                  </a:lnTo>
                  <a:lnTo>
                    <a:pt x="13374" y="13161"/>
                  </a:lnTo>
                  <a:lnTo>
                    <a:pt x="15056" y="14087"/>
                  </a:lnTo>
                  <a:lnTo>
                    <a:pt x="13243" y="22910"/>
                  </a:lnTo>
                  <a:lnTo>
                    <a:pt x="11067" y="22676"/>
                  </a:lnTo>
                  <a:lnTo>
                    <a:pt x="11036" y="18031"/>
                  </a:lnTo>
                  <a:lnTo>
                    <a:pt x="9100" y="18487"/>
                  </a:lnTo>
                  <a:lnTo>
                    <a:pt x="7636" y="22150"/>
                  </a:lnTo>
                  <a:lnTo>
                    <a:pt x="4279" y="22584"/>
                  </a:lnTo>
                  <a:lnTo>
                    <a:pt x="1849" y="22144"/>
                  </a:lnTo>
                  <a:lnTo>
                    <a:pt x="3255" y="18290"/>
                  </a:lnTo>
                  <a:lnTo>
                    <a:pt x="3360" y="14646"/>
                  </a:lnTo>
                  <a:lnTo>
                    <a:pt x="2959" y="13225"/>
                  </a:lnTo>
                  <a:lnTo>
                    <a:pt x="440" y="12874"/>
                  </a:lnTo>
                  <a:lnTo>
                    <a:pt x="0" y="9596"/>
                  </a:lnTo>
                  <a:lnTo>
                    <a:pt x="896" y="8920"/>
                  </a:lnTo>
                  <a:lnTo>
                    <a:pt x="6066" y="10577"/>
                  </a:lnTo>
                  <a:lnTo>
                    <a:pt x="8531" y="12199"/>
                  </a:lnTo>
                  <a:lnTo>
                    <a:pt x="10140" y="2587"/>
                  </a:lnTo>
                  <a:lnTo>
                    <a:pt x="1153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h5935"/>
            <p:cNvSpPr/>
            <p:nvPr/>
          </p:nvSpPr>
          <p:spPr>
            <a:xfrm>
              <a:off x="7891288" y="2713960"/>
              <a:ext cx="12623" cy="18683"/>
            </a:xfrm>
            <a:custGeom>
              <a:avLst/>
              <a:pathLst>
                <a:path w="12623" h="18683">
                  <a:moveTo>
                    <a:pt x="6439" y="526"/>
                  </a:moveTo>
                  <a:lnTo>
                    <a:pt x="6363" y="2540"/>
                  </a:lnTo>
                  <a:lnTo>
                    <a:pt x="8488" y="4219"/>
                  </a:lnTo>
                  <a:lnTo>
                    <a:pt x="10117" y="6193"/>
                  </a:lnTo>
                  <a:lnTo>
                    <a:pt x="12623" y="6376"/>
                  </a:lnTo>
                  <a:lnTo>
                    <a:pt x="12266" y="8820"/>
                  </a:lnTo>
                  <a:lnTo>
                    <a:pt x="10185" y="12055"/>
                  </a:lnTo>
                  <a:lnTo>
                    <a:pt x="6870" y="10958"/>
                  </a:lnTo>
                  <a:lnTo>
                    <a:pt x="5002" y="12964"/>
                  </a:lnTo>
                  <a:lnTo>
                    <a:pt x="4585" y="16997"/>
                  </a:lnTo>
                  <a:lnTo>
                    <a:pt x="2825" y="18579"/>
                  </a:lnTo>
                  <a:lnTo>
                    <a:pt x="0" y="18683"/>
                  </a:lnTo>
                  <a:lnTo>
                    <a:pt x="352" y="15497"/>
                  </a:lnTo>
                  <a:lnTo>
                    <a:pt x="2096" y="10783"/>
                  </a:lnTo>
                  <a:lnTo>
                    <a:pt x="1438" y="623"/>
                  </a:lnTo>
                  <a:lnTo>
                    <a:pt x="393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h5936"/>
            <p:cNvSpPr/>
            <p:nvPr/>
          </p:nvSpPr>
          <p:spPr>
            <a:xfrm>
              <a:off x="7811470" y="2697721"/>
              <a:ext cx="13879" cy="13846"/>
            </a:xfrm>
            <a:custGeom>
              <a:avLst/>
              <a:pathLst>
                <a:path w="13879" h="13846">
                  <a:moveTo>
                    <a:pt x="4684" y="376"/>
                  </a:moveTo>
                  <a:lnTo>
                    <a:pt x="9377" y="7935"/>
                  </a:lnTo>
                  <a:lnTo>
                    <a:pt x="13321" y="8294"/>
                  </a:lnTo>
                  <a:lnTo>
                    <a:pt x="13879" y="9009"/>
                  </a:lnTo>
                  <a:lnTo>
                    <a:pt x="10992" y="8723"/>
                  </a:lnTo>
                  <a:lnTo>
                    <a:pt x="10950" y="10549"/>
                  </a:lnTo>
                  <a:lnTo>
                    <a:pt x="8980" y="12188"/>
                  </a:lnTo>
                  <a:lnTo>
                    <a:pt x="7483" y="12932"/>
                  </a:lnTo>
                  <a:lnTo>
                    <a:pt x="6297" y="12625"/>
                  </a:lnTo>
                  <a:lnTo>
                    <a:pt x="3384" y="13846"/>
                  </a:lnTo>
                  <a:lnTo>
                    <a:pt x="2561" y="6982"/>
                  </a:lnTo>
                  <a:lnTo>
                    <a:pt x="1357" y="6790"/>
                  </a:lnTo>
                  <a:lnTo>
                    <a:pt x="0" y="4668"/>
                  </a:lnTo>
                  <a:lnTo>
                    <a:pt x="350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h5937"/>
            <p:cNvSpPr/>
            <p:nvPr/>
          </p:nvSpPr>
          <p:spPr>
            <a:xfrm>
              <a:off x="7763450" y="2763073"/>
              <a:ext cx="28105" cy="30831"/>
            </a:xfrm>
            <a:custGeom>
              <a:avLst/>
              <a:pathLst>
                <a:path w="28105" h="30831">
                  <a:moveTo>
                    <a:pt x="11761" y="322"/>
                  </a:moveTo>
                  <a:lnTo>
                    <a:pt x="16101" y="3684"/>
                  </a:lnTo>
                  <a:lnTo>
                    <a:pt x="16640" y="6302"/>
                  </a:lnTo>
                  <a:lnTo>
                    <a:pt x="18440" y="8044"/>
                  </a:lnTo>
                  <a:lnTo>
                    <a:pt x="19339" y="7903"/>
                  </a:lnTo>
                  <a:lnTo>
                    <a:pt x="19130" y="3754"/>
                  </a:lnTo>
                  <a:lnTo>
                    <a:pt x="24543" y="3189"/>
                  </a:lnTo>
                  <a:lnTo>
                    <a:pt x="25143" y="8945"/>
                  </a:lnTo>
                  <a:lnTo>
                    <a:pt x="24330" y="11729"/>
                  </a:lnTo>
                  <a:lnTo>
                    <a:pt x="25221" y="17128"/>
                  </a:lnTo>
                  <a:lnTo>
                    <a:pt x="28105" y="18431"/>
                  </a:lnTo>
                  <a:lnTo>
                    <a:pt x="26437" y="19130"/>
                  </a:lnTo>
                  <a:lnTo>
                    <a:pt x="26005" y="20598"/>
                  </a:lnTo>
                  <a:lnTo>
                    <a:pt x="21125" y="20908"/>
                  </a:lnTo>
                  <a:lnTo>
                    <a:pt x="16559" y="23748"/>
                  </a:lnTo>
                  <a:lnTo>
                    <a:pt x="16129" y="29125"/>
                  </a:lnTo>
                  <a:lnTo>
                    <a:pt x="9402" y="28758"/>
                  </a:lnTo>
                  <a:lnTo>
                    <a:pt x="5806" y="30831"/>
                  </a:lnTo>
                  <a:lnTo>
                    <a:pt x="179" y="30083"/>
                  </a:lnTo>
                  <a:lnTo>
                    <a:pt x="0" y="26863"/>
                  </a:lnTo>
                  <a:lnTo>
                    <a:pt x="2144" y="26238"/>
                  </a:lnTo>
                  <a:lnTo>
                    <a:pt x="3691" y="21573"/>
                  </a:lnTo>
                  <a:lnTo>
                    <a:pt x="4138" y="16375"/>
                  </a:lnTo>
                  <a:lnTo>
                    <a:pt x="4291" y="15007"/>
                  </a:lnTo>
                  <a:lnTo>
                    <a:pt x="7668" y="15142"/>
                  </a:lnTo>
                  <a:lnTo>
                    <a:pt x="7945" y="7610"/>
                  </a:lnTo>
                  <a:lnTo>
                    <a:pt x="10384" y="7423"/>
                  </a:lnTo>
                  <a:lnTo>
                    <a:pt x="10985" y="6459"/>
                  </a:lnTo>
                  <a:lnTo>
                    <a:pt x="10621" y="595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h5938"/>
            <p:cNvSpPr/>
            <p:nvPr/>
          </p:nvSpPr>
          <p:spPr>
            <a:xfrm>
              <a:off x="7792438" y="2739173"/>
              <a:ext cx="27450" cy="26621"/>
            </a:xfrm>
            <a:custGeom>
              <a:avLst/>
              <a:pathLst>
                <a:path w="27450" h="26621">
                  <a:moveTo>
                    <a:pt x="8276" y="0"/>
                  </a:moveTo>
                  <a:lnTo>
                    <a:pt x="13693" y="465"/>
                  </a:lnTo>
                  <a:lnTo>
                    <a:pt x="18984" y="2832"/>
                  </a:lnTo>
                  <a:lnTo>
                    <a:pt x="19223" y="5386"/>
                  </a:lnTo>
                  <a:lnTo>
                    <a:pt x="21635" y="5408"/>
                  </a:lnTo>
                  <a:lnTo>
                    <a:pt x="19180" y="8515"/>
                  </a:lnTo>
                  <a:lnTo>
                    <a:pt x="27450" y="12148"/>
                  </a:lnTo>
                  <a:lnTo>
                    <a:pt x="26244" y="17932"/>
                  </a:lnTo>
                  <a:lnTo>
                    <a:pt x="24177" y="20875"/>
                  </a:lnTo>
                  <a:lnTo>
                    <a:pt x="22187" y="21967"/>
                  </a:lnTo>
                  <a:lnTo>
                    <a:pt x="21865" y="23320"/>
                  </a:lnTo>
                  <a:lnTo>
                    <a:pt x="20043" y="23212"/>
                  </a:lnTo>
                  <a:lnTo>
                    <a:pt x="20744" y="25596"/>
                  </a:lnTo>
                  <a:lnTo>
                    <a:pt x="15767" y="25792"/>
                  </a:lnTo>
                  <a:lnTo>
                    <a:pt x="15659" y="26465"/>
                  </a:lnTo>
                  <a:lnTo>
                    <a:pt x="14791" y="26621"/>
                  </a:lnTo>
                  <a:lnTo>
                    <a:pt x="5441" y="24193"/>
                  </a:lnTo>
                  <a:lnTo>
                    <a:pt x="5343" y="23641"/>
                  </a:lnTo>
                  <a:lnTo>
                    <a:pt x="6612" y="21860"/>
                  </a:lnTo>
                  <a:lnTo>
                    <a:pt x="5487" y="20391"/>
                  </a:lnTo>
                  <a:lnTo>
                    <a:pt x="6497" y="19310"/>
                  </a:lnTo>
                  <a:lnTo>
                    <a:pt x="7365" y="21056"/>
                  </a:lnTo>
                  <a:lnTo>
                    <a:pt x="6619" y="17784"/>
                  </a:lnTo>
                  <a:lnTo>
                    <a:pt x="7243" y="11946"/>
                  </a:lnTo>
                  <a:lnTo>
                    <a:pt x="6775" y="9804"/>
                  </a:lnTo>
                  <a:lnTo>
                    <a:pt x="2732" y="7106"/>
                  </a:lnTo>
                  <a:lnTo>
                    <a:pt x="749" y="4508"/>
                  </a:lnTo>
                  <a:lnTo>
                    <a:pt x="0" y="2301"/>
                  </a:lnTo>
                  <a:lnTo>
                    <a:pt x="1072" y="729"/>
                  </a:lnTo>
                  <a:lnTo>
                    <a:pt x="2036" y="915"/>
                  </a:lnTo>
                  <a:lnTo>
                    <a:pt x="2212" y="2372"/>
                  </a:lnTo>
                  <a:lnTo>
                    <a:pt x="7962" y="3212"/>
                  </a:lnTo>
                  <a:lnTo>
                    <a:pt x="7466" y="75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h5939"/>
            <p:cNvSpPr/>
            <p:nvPr/>
          </p:nvSpPr>
          <p:spPr>
            <a:xfrm>
              <a:off x="7845732" y="2807866"/>
              <a:ext cx="30151" cy="57022"/>
            </a:xfrm>
            <a:custGeom>
              <a:avLst/>
              <a:pathLst>
                <a:path w="30151" h="57022">
                  <a:moveTo>
                    <a:pt x="7631" y="627"/>
                  </a:moveTo>
                  <a:lnTo>
                    <a:pt x="7583" y="1616"/>
                  </a:lnTo>
                  <a:lnTo>
                    <a:pt x="9369" y="2356"/>
                  </a:lnTo>
                  <a:lnTo>
                    <a:pt x="18487" y="3619"/>
                  </a:lnTo>
                  <a:lnTo>
                    <a:pt x="19427" y="3647"/>
                  </a:lnTo>
                  <a:lnTo>
                    <a:pt x="19392" y="7154"/>
                  </a:lnTo>
                  <a:lnTo>
                    <a:pt x="21946" y="10128"/>
                  </a:lnTo>
                  <a:lnTo>
                    <a:pt x="22105" y="11788"/>
                  </a:lnTo>
                  <a:lnTo>
                    <a:pt x="21243" y="13751"/>
                  </a:lnTo>
                  <a:lnTo>
                    <a:pt x="19021" y="13599"/>
                  </a:lnTo>
                  <a:lnTo>
                    <a:pt x="18726" y="14591"/>
                  </a:lnTo>
                  <a:lnTo>
                    <a:pt x="25513" y="21596"/>
                  </a:lnTo>
                  <a:lnTo>
                    <a:pt x="26874" y="22436"/>
                  </a:lnTo>
                  <a:lnTo>
                    <a:pt x="28743" y="22352"/>
                  </a:lnTo>
                  <a:lnTo>
                    <a:pt x="29836" y="24444"/>
                  </a:lnTo>
                  <a:lnTo>
                    <a:pt x="30151" y="31562"/>
                  </a:lnTo>
                  <a:lnTo>
                    <a:pt x="29510" y="33436"/>
                  </a:lnTo>
                  <a:lnTo>
                    <a:pt x="27899" y="34660"/>
                  </a:lnTo>
                  <a:lnTo>
                    <a:pt x="24460" y="34369"/>
                  </a:lnTo>
                  <a:lnTo>
                    <a:pt x="24863" y="31065"/>
                  </a:lnTo>
                  <a:lnTo>
                    <a:pt x="21887" y="30960"/>
                  </a:lnTo>
                  <a:lnTo>
                    <a:pt x="21329" y="39749"/>
                  </a:lnTo>
                  <a:lnTo>
                    <a:pt x="26059" y="39010"/>
                  </a:lnTo>
                  <a:lnTo>
                    <a:pt x="25914" y="39749"/>
                  </a:lnTo>
                  <a:lnTo>
                    <a:pt x="23873" y="39782"/>
                  </a:lnTo>
                  <a:lnTo>
                    <a:pt x="18628" y="45208"/>
                  </a:lnTo>
                  <a:lnTo>
                    <a:pt x="16564" y="51997"/>
                  </a:lnTo>
                  <a:lnTo>
                    <a:pt x="22574" y="50740"/>
                  </a:lnTo>
                  <a:lnTo>
                    <a:pt x="22504" y="53444"/>
                  </a:lnTo>
                  <a:lnTo>
                    <a:pt x="18756" y="53312"/>
                  </a:lnTo>
                  <a:lnTo>
                    <a:pt x="18449" y="57022"/>
                  </a:lnTo>
                  <a:lnTo>
                    <a:pt x="13895" y="56550"/>
                  </a:lnTo>
                  <a:lnTo>
                    <a:pt x="14006" y="55492"/>
                  </a:lnTo>
                  <a:lnTo>
                    <a:pt x="12948" y="51185"/>
                  </a:lnTo>
                  <a:lnTo>
                    <a:pt x="4991" y="45870"/>
                  </a:lnTo>
                  <a:lnTo>
                    <a:pt x="4389" y="37645"/>
                  </a:lnTo>
                  <a:lnTo>
                    <a:pt x="6996" y="37786"/>
                  </a:lnTo>
                  <a:lnTo>
                    <a:pt x="8059" y="26818"/>
                  </a:lnTo>
                  <a:lnTo>
                    <a:pt x="4785" y="19919"/>
                  </a:lnTo>
                  <a:lnTo>
                    <a:pt x="1985" y="8816"/>
                  </a:lnTo>
                  <a:lnTo>
                    <a:pt x="0" y="6814"/>
                  </a:lnTo>
                  <a:lnTo>
                    <a:pt x="1632" y="2940"/>
                  </a:lnTo>
                  <a:lnTo>
                    <a:pt x="5634" y="3066"/>
                  </a:lnTo>
                  <a:lnTo>
                    <a:pt x="5780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h5940"/>
            <p:cNvSpPr/>
            <p:nvPr/>
          </p:nvSpPr>
          <p:spPr>
            <a:xfrm>
              <a:off x="7846719" y="2727102"/>
              <a:ext cx="23218" cy="19873"/>
            </a:xfrm>
            <a:custGeom>
              <a:avLst/>
              <a:pathLst>
                <a:path w="23218" h="19873">
                  <a:moveTo>
                    <a:pt x="23218" y="5560"/>
                  </a:moveTo>
                  <a:lnTo>
                    <a:pt x="23137" y="12324"/>
                  </a:lnTo>
                  <a:lnTo>
                    <a:pt x="22193" y="11166"/>
                  </a:lnTo>
                  <a:lnTo>
                    <a:pt x="17746" y="10108"/>
                  </a:lnTo>
                  <a:lnTo>
                    <a:pt x="18792" y="14158"/>
                  </a:lnTo>
                  <a:lnTo>
                    <a:pt x="11387" y="16946"/>
                  </a:lnTo>
                  <a:lnTo>
                    <a:pt x="11444" y="13759"/>
                  </a:lnTo>
                  <a:lnTo>
                    <a:pt x="8241" y="13796"/>
                  </a:lnTo>
                  <a:lnTo>
                    <a:pt x="6676" y="14881"/>
                  </a:lnTo>
                  <a:lnTo>
                    <a:pt x="6701" y="15886"/>
                  </a:lnTo>
                  <a:lnTo>
                    <a:pt x="10558" y="17087"/>
                  </a:lnTo>
                  <a:lnTo>
                    <a:pt x="10726" y="19768"/>
                  </a:lnTo>
                  <a:lnTo>
                    <a:pt x="9591" y="19873"/>
                  </a:lnTo>
                  <a:lnTo>
                    <a:pt x="9372" y="18244"/>
                  </a:lnTo>
                  <a:lnTo>
                    <a:pt x="8726" y="17897"/>
                  </a:lnTo>
                  <a:lnTo>
                    <a:pt x="3744" y="16416"/>
                  </a:lnTo>
                  <a:lnTo>
                    <a:pt x="2038" y="11985"/>
                  </a:lnTo>
                  <a:lnTo>
                    <a:pt x="5333" y="12140"/>
                  </a:lnTo>
                  <a:lnTo>
                    <a:pt x="5557" y="11528"/>
                  </a:lnTo>
                  <a:lnTo>
                    <a:pt x="1782" y="5363"/>
                  </a:lnTo>
                  <a:lnTo>
                    <a:pt x="0" y="4873"/>
                  </a:lnTo>
                  <a:lnTo>
                    <a:pt x="738" y="2427"/>
                  </a:lnTo>
                  <a:lnTo>
                    <a:pt x="3242" y="2197"/>
                  </a:lnTo>
                  <a:lnTo>
                    <a:pt x="4796" y="2253"/>
                  </a:lnTo>
                  <a:lnTo>
                    <a:pt x="11000" y="4862"/>
                  </a:lnTo>
                  <a:lnTo>
                    <a:pt x="11930" y="5556"/>
                  </a:lnTo>
                  <a:lnTo>
                    <a:pt x="12527" y="8362"/>
                  </a:lnTo>
                  <a:lnTo>
                    <a:pt x="15168" y="8461"/>
                  </a:lnTo>
                  <a:lnTo>
                    <a:pt x="15378" y="5914"/>
                  </a:lnTo>
                  <a:lnTo>
                    <a:pt x="14390" y="1329"/>
                  </a:lnTo>
                  <a:lnTo>
                    <a:pt x="1531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h5941"/>
            <p:cNvSpPr/>
            <p:nvPr/>
          </p:nvSpPr>
          <p:spPr>
            <a:xfrm>
              <a:off x="7802335" y="2675114"/>
              <a:ext cx="36798" cy="32436"/>
            </a:xfrm>
            <a:custGeom>
              <a:avLst/>
              <a:pathLst>
                <a:path w="36798" h="32436">
                  <a:moveTo>
                    <a:pt x="2292" y="68"/>
                  </a:moveTo>
                  <a:lnTo>
                    <a:pt x="3661" y="77"/>
                  </a:lnTo>
                  <a:lnTo>
                    <a:pt x="3504" y="3824"/>
                  </a:lnTo>
                  <a:lnTo>
                    <a:pt x="4783" y="5449"/>
                  </a:lnTo>
                  <a:lnTo>
                    <a:pt x="7666" y="5492"/>
                  </a:lnTo>
                  <a:lnTo>
                    <a:pt x="8104" y="6411"/>
                  </a:lnTo>
                  <a:lnTo>
                    <a:pt x="5020" y="9205"/>
                  </a:lnTo>
                  <a:lnTo>
                    <a:pt x="4855" y="13349"/>
                  </a:lnTo>
                  <a:lnTo>
                    <a:pt x="9909" y="12225"/>
                  </a:lnTo>
                  <a:lnTo>
                    <a:pt x="13522" y="16091"/>
                  </a:lnTo>
                  <a:lnTo>
                    <a:pt x="16872" y="16201"/>
                  </a:lnTo>
                  <a:lnTo>
                    <a:pt x="17348" y="15266"/>
                  </a:lnTo>
                  <a:lnTo>
                    <a:pt x="25546" y="15722"/>
                  </a:lnTo>
                  <a:lnTo>
                    <a:pt x="25337" y="13062"/>
                  </a:lnTo>
                  <a:lnTo>
                    <a:pt x="25451" y="10499"/>
                  </a:lnTo>
                  <a:lnTo>
                    <a:pt x="27216" y="10562"/>
                  </a:lnTo>
                  <a:lnTo>
                    <a:pt x="29377" y="12764"/>
                  </a:lnTo>
                  <a:lnTo>
                    <a:pt x="30072" y="12738"/>
                  </a:lnTo>
                  <a:lnTo>
                    <a:pt x="32062" y="10055"/>
                  </a:lnTo>
                  <a:lnTo>
                    <a:pt x="31659" y="7211"/>
                  </a:lnTo>
                  <a:lnTo>
                    <a:pt x="32585" y="5649"/>
                  </a:lnTo>
                  <a:lnTo>
                    <a:pt x="33593" y="9705"/>
                  </a:lnTo>
                  <a:lnTo>
                    <a:pt x="35301" y="13528"/>
                  </a:lnTo>
                  <a:lnTo>
                    <a:pt x="36750" y="14895"/>
                  </a:lnTo>
                  <a:lnTo>
                    <a:pt x="36798" y="15789"/>
                  </a:lnTo>
                  <a:lnTo>
                    <a:pt x="35430" y="16702"/>
                  </a:lnTo>
                  <a:lnTo>
                    <a:pt x="34016" y="14632"/>
                  </a:lnTo>
                  <a:lnTo>
                    <a:pt x="32106" y="14707"/>
                  </a:lnTo>
                  <a:lnTo>
                    <a:pt x="26372" y="21387"/>
                  </a:lnTo>
                  <a:lnTo>
                    <a:pt x="26343" y="22437"/>
                  </a:lnTo>
                  <a:lnTo>
                    <a:pt x="30474" y="22864"/>
                  </a:lnTo>
                  <a:lnTo>
                    <a:pt x="31580" y="23797"/>
                  </a:lnTo>
                  <a:lnTo>
                    <a:pt x="31211" y="27735"/>
                  </a:lnTo>
                  <a:lnTo>
                    <a:pt x="28093" y="30616"/>
                  </a:lnTo>
                  <a:lnTo>
                    <a:pt x="27351" y="30053"/>
                  </a:lnTo>
                  <a:lnTo>
                    <a:pt x="24432" y="32436"/>
                  </a:lnTo>
                  <a:lnTo>
                    <a:pt x="23013" y="31616"/>
                  </a:lnTo>
                  <a:lnTo>
                    <a:pt x="22455" y="30901"/>
                  </a:lnTo>
                  <a:lnTo>
                    <a:pt x="18511" y="30543"/>
                  </a:lnTo>
                  <a:lnTo>
                    <a:pt x="13818" y="22984"/>
                  </a:lnTo>
                  <a:lnTo>
                    <a:pt x="12637" y="22607"/>
                  </a:lnTo>
                  <a:lnTo>
                    <a:pt x="10231" y="22096"/>
                  </a:lnTo>
                  <a:lnTo>
                    <a:pt x="10361" y="18974"/>
                  </a:lnTo>
                  <a:lnTo>
                    <a:pt x="9685" y="17210"/>
                  </a:lnTo>
                  <a:lnTo>
                    <a:pt x="7990" y="16051"/>
                  </a:lnTo>
                  <a:lnTo>
                    <a:pt x="4273" y="15282"/>
                  </a:lnTo>
                  <a:lnTo>
                    <a:pt x="3876" y="10058"/>
                  </a:lnTo>
                  <a:lnTo>
                    <a:pt x="578" y="9267"/>
                  </a:lnTo>
                  <a:lnTo>
                    <a:pt x="1141" y="3802"/>
                  </a:lnTo>
                  <a:lnTo>
                    <a:pt x="0" y="3791"/>
                  </a:lnTo>
                  <a:lnTo>
                    <a:pt x="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h5942"/>
            <p:cNvSpPr/>
            <p:nvPr/>
          </p:nvSpPr>
          <p:spPr>
            <a:xfrm>
              <a:off x="7867950" y="2663263"/>
              <a:ext cx="42311" cy="31973"/>
            </a:xfrm>
            <a:custGeom>
              <a:avLst/>
              <a:pathLst>
                <a:path w="42311" h="31973">
                  <a:moveTo>
                    <a:pt x="28738" y="1968"/>
                  </a:moveTo>
                  <a:lnTo>
                    <a:pt x="40818" y="2207"/>
                  </a:lnTo>
                  <a:lnTo>
                    <a:pt x="40729" y="9434"/>
                  </a:lnTo>
                  <a:lnTo>
                    <a:pt x="42311" y="9623"/>
                  </a:lnTo>
                  <a:lnTo>
                    <a:pt x="42234" y="14421"/>
                  </a:lnTo>
                  <a:lnTo>
                    <a:pt x="41557" y="14353"/>
                  </a:lnTo>
                  <a:lnTo>
                    <a:pt x="41338" y="15977"/>
                  </a:lnTo>
                  <a:lnTo>
                    <a:pt x="42013" y="17055"/>
                  </a:lnTo>
                  <a:lnTo>
                    <a:pt x="38742" y="19155"/>
                  </a:lnTo>
                  <a:lnTo>
                    <a:pt x="37205" y="18363"/>
                  </a:lnTo>
                  <a:lnTo>
                    <a:pt x="33072" y="19068"/>
                  </a:lnTo>
                  <a:lnTo>
                    <a:pt x="26871" y="22471"/>
                  </a:lnTo>
                  <a:lnTo>
                    <a:pt x="26570" y="26201"/>
                  </a:lnTo>
                  <a:lnTo>
                    <a:pt x="23144" y="31063"/>
                  </a:lnTo>
                  <a:lnTo>
                    <a:pt x="17856" y="31973"/>
                  </a:lnTo>
                  <a:lnTo>
                    <a:pt x="18454" y="28221"/>
                  </a:lnTo>
                  <a:lnTo>
                    <a:pt x="11695" y="27764"/>
                  </a:lnTo>
                  <a:lnTo>
                    <a:pt x="11773" y="25045"/>
                  </a:lnTo>
                  <a:lnTo>
                    <a:pt x="7014" y="25967"/>
                  </a:lnTo>
                  <a:lnTo>
                    <a:pt x="6856" y="23508"/>
                  </a:lnTo>
                  <a:lnTo>
                    <a:pt x="8813" y="23188"/>
                  </a:lnTo>
                  <a:lnTo>
                    <a:pt x="8884" y="20705"/>
                  </a:lnTo>
                  <a:lnTo>
                    <a:pt x="4454" y="20833"/>
                  </a:lnTo>
                  <a:lnTo>
                    <a:pt x="3771" y="17146"/>
                  </a:lnTo>
                  <a:lnTo>
                    <a:pt x="2205" y="15519"/>
                  </a:lnTo>
                  <a:lnTo>
                    <a:pt x="0" y="14585"/>
                  </a:lnTo>
                  <a:lnTo>
                    <a:pt x="129" y="13471"/>
                  </a:lnTo>
                  <a:lnTo>
                    <a:pt x="5018" y="13053"/>
                  </a:lnTo>
                  <a:lnTo>
                    <a:pt x="4879" y="8091"/>
                  </a:lnTo>
                  <a:lnTo>
                    <a:pt x="23170" y="4753"/>
                  </a:lnTo>
                  <a:lnTo>
                    <a:pt x="24638" y="2866"/>
                  </a:lnTo>
                  <a:lnTo>
                    <a:pt x="24718" y="1675"/>
                  </a:lnTo>
                  <a:lnTo>
                    <a:pt x="20256" y="1426"/>
                  </a:lnTo>
                  <a:lnTo>
                    <a:pt x="20379" y="554"/>
                  </a:lnTo>
                  <a:lnTo>
                    <a:pt x="21857" y="18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h5943"/>
            <p:cNvSpPr/>
            <p:nvPr/>
          </p:nvSpPr>
          <p:spPr>
            <a:xfrm>
              <a:off x="7779055" y="2787875"/>
              <a:ext cx="43834" cy="53769"/>
            </a:xfrm>
            <a:custGeom>
              <a:avLst/>
              <a:pathLst>
                <a:path w="43834" h="53769">
                  <a:moveTo>
                    <a:pt x="36210" y="2334"/>
                  </a:moveTo>
                  <a:lnTo>
                    <a:pt x="37162" y="4673"/>
                  </a:lnTo>
                  <a:lnTo>
                    <a:pt x="39874" y="2827"/>
                  </a:lnTo>
                  <a:lnTo>
                    <a:pt x="41931" y="2913"/>
                  </a:lnTo>
                  <a:lnTo>
                    <a:pt x="41898" y="3643"/>
                  </a:lnTo>
                  <a:lnTo>
                    <a:pt x="40107" y="12850"/>
                  </a:lnTo>
                  <a:lnTo>
                    <a:pt x="39735" y="18717"/>
                  </a:lnTo>
                  <a:lnTo>
                    <a:pt x="42050" y="18845"/>
                  </a:lnTo>
                  <a:lnTo>
                    <a:pt x="41977" y="20805"/>
                  </a:lnTo>
                  <a:lnTo>
                    <a:pt x="38806" y="20775"/>
                  </a:lnTo>
                  <a:lnTo>
                    <a:pt x="37361" y="21965"/>
                  </a:lnTo>
                  <a:lnTo>
                    <a:pt x="36782" y="23745"/>
                  </a:lnTo>
                  <a:lnTo>
                    <a:pt x="38968" y="25425"/>
                  </a:lnTo>
                  <a:lnTo>
                    <a:pt x="43151" y="26143"/>
                  </a:lnTo>
                  <a:lnTo>
                    <a:pt x="43629" y="29070"/>
                  </a:lnTo>
                  <a:lnTo>
                    <a:pt x="42402" y="29908"/>
                  </a:lnTo>
                  <a:lnTo>
                    <a:pt x="40009" y="29657"/>
                  </a:lnTo>
                  <a:lnTo>
                    <a:pt x="38585" y="26359"/>
                  </a:lnTo>
                  <a:lnTo>
                    <a:pt x="37428" y="26244"/>
                  </a:lnTo>
                  <a:lnTo>
                    <a:pt x="36938" y="27575"/>
                  </a:lnTo>
                  <a:lnTo>
                    <a:pt x="37194" y="32532"/>
                  </a:lnTo>
                  <a:lnTo>
                    <a:pt x="40677" y="33298"/>
                  </a:lnTo>
                  <a:lnTo>
                    <a:pt x="43728" y="35365"/>
                  </a:lnTo>
                  <a:lnTo>
                    <a:pt x="43834" y="38733"/>
                  </a:lnTo>
                  <a:lnTo>
                    <a:pt x="42228" y="39473"/>
                  </a:lnTo>
                  <a:lnTo>
                    <a:pt x="28809" y="38932"/>
                  </a:lnTo>
                  <a:lnTo>
                    <a:pt x="25515" y="43768"/>
                  </a:lnTo>
                  <a:lnTo>
                    <a:pt x="20764" y="53744"/>
                  </a:lnTo>
                  <a:lnTo>
                    <a:pt x="19564" y="53769"/>
                  </a:lnTo>
                  <a:lnTo>
                    <a:pt x="18577" y="51804"/>
                  </a:lnTo>
                  <a:lnTo>
                    <a:pt x="18631" y="44640"/>
                  </a:lnTo>
                  <a:lnTo>
                    <a:pt x="0" y="24611"/>
                  </a:lnTo>
                  <a:lnTo>
                    <a:pt x="9216" y="20440"/>
                  </a:lnTo>
                  <a:lnTo>
                    <a:pt x="11927" y="21709"/>
                  </a:lnTo>
                  <a:lnTo>
                    <a:pt x="9979" y="25267"/>
                  </a:lnTo>
                  <a:lnTo>
                    <a:pt x="13927" y="26560"/>
                  </a:lnTo>
                  <a:lnTo>
                    <a:pt x="18628" y="17243"/>
                  </a:lnTo>
                  <a:lnTo>
                    <a:pt x="18712" y="16008"/>
                  </a:lnTo>
                  <a:lnTo>
                    <a:pt x="17477" y="16074"/>
                  </a:lnTo>
                  <a:lnTo>
                    <a:pt x="16471" y="14842"/>
                  </a:lnTo>
                  <a:lnTo>
                    <a:pt x="15492" y="12064"/>
                  </a:lnTo>
                  <a:lnTo>
                    <a:pt x="22430" y="14261"/>
                  </a:lnTo>
                  <a:lnTo>
                    <a:pt x="26313" y="14302"/>
                  </a:lnTo>
                  <a:lnTo>
                    <a:pt x="29283" y="12769"/>
                  </a:lnTo>
                  <a:lnTo>
                    <a:pt x="29745" y="8760"/>
                  </a:lnTo>
                  <a:lnTo>
                    <a:pt x="24243" y="6649"/>
                  </a:lnTo>
                  <a:lnTo>
                    <a:pt x="23383" y="3059"/>
                  </a:lnTo>
                  <a:lnTo>
                    <a:pt x="28336" y="5541"/>
                  </a:lnTo>
                  <a:lnTo>
                    <a:pt x="28101" y="6843"/>
                  </a:lnTo>
                  <a:lnTo>
                    <a:pt x="30056" y="7283"/>
                  </a:lnTo>
                  <a:lnTo>
                    <a:pt x="32781" y="5307"/>
                  </a:lnTo>
                  <a:lnTo>
                    <a:pt x="32781" y="1641"/>
                  </a:lnTo>
                  <a:lnTo>
                    <a:pt x="33964" y="846"/>
                  </a:lnTo>
                  <a:lnTo>
                    <a:pt x="363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h5944"/>
            <p:cNvSpPr/>
            <p:nvPr/>
          </p:nvSpPr>
          <p:spPr>
            <a:xfrm>
              <a:off x="7900763" y="2642506"/>
              <a:ext cx="48785" cy="33960"/>
            </a:xfrm>
            <a:custGeom>
              <a:avLst/>
              <a:pathLst>
                <a:path w="48785" h="33960">
                  <a:moveTo>
                    <a:pt x="44635" y="3476"/>
                  </a:moveTo>
                  <a:lnTo>
                    <a:pt x="48785" y="5441"/>
                  </a:lnTo>
                  <a:lnTo>
                    <a:pt x="48767" y="7172"/>
                  </a:lnTo>
                  <a:lnTo>
                    <a:pt x="48609" y="8048"/>
                  </a:lnTo>
                  <a:lnTo>
                    <a:pt x="45878" y="8012"/>
                  </a:lnTo>
                  <a:lnTo>
                    <a:pt x="45860" y="11999"/>
                  </a:lnTo>
                  <a:lnTo>
                    <a:pt x="47237" y="10891"/>
                  </a:lnTo>
                  <a:lnTo>
                    <a:pt x="48186" y="11429"/>
                  </a:lnTo>
                  <a:lnTo>
                    <a:pt x="45861" y="16294"/>
                  </a:lnTo>
                  <a:lnTo>
                    <a:pt x="40700" y="20135"/>
                  </a:lnTo>
                  <a:lnTo>
                    <a:pt x="37854" y="23829"/>
                  </a:lnTo>
                  <a:lnTo>
                    <a:pt x="35764" y="28376"/>
                  </a:lnTo>
                  <a:lnTo>
                    <a:pt x="30608" y="33960"/>
                  </a:lnTo>
                  <a:lnTo>
                    <a:pt x="26708" y="31359"/>
                  </a:lnTo>
                  <a:lnTo>
                    <a:pt x="24166" y="28091"/>
                  </a:lnTo>
                  <a:lnTo>
                    <a:pt x="23671" y="25423"/>
                  </a:lnTo>
                  <a:lnTo>
                    <a:pt x="26676" y="24959"/>
                  </a:lnTo>
                  <a:lnTo>
                    <a:pt x="26623" y="23874"/>
                  </a:lnTo>
                  <a:lnTo>
                    <a:pt x="23588" y="23116"/>
                  </a:lnTo>
                  <a:lnTo>
                    <a:pt x="13436" y="23996"/>
                  </a:lnTo>
                  <a:lnTo>
                    <a:pt x="9738" y="27565"/>
                  </a:lnTo>
                  <a:lnTo>
                    <a:pt x="9498" y="30380"/>
                  </a:lnTo>
                  <a:lnTo>
                    <a:pt x="7916" y="30192"/>
                  </a:lnTo>
                  <a:lnTo>
                    <a:pt x="8005" y="22965"/>
                  </a:lnTo>
                  <a:lnTo>
                    <a:pt x="7300" y="17531"/>
                  </a:lnTo>
                  <a:lnTo>
                    <a:pt x="7603" y="13822"/>
                  </a:lnTo>
                  <a:lnTo>
                    <a:pt x="6168" y="11455"/>
                  </a:lnTo>
                  <a:lnTo>
                    <a:pt x="832" y="10159"/>
                  </a:lnTo>
                  <a:lnTo>
                    <a:pt x="0" y="8140"/>
                  </a:lnTo>
                  <a:lnTo>
                    <a:pt x="2527" y="7400"/>
                  </a:lnTo>
                  <a:lnTo>
                    <a:pt x="1936" y="10049"/>
                  </a:lnTo>
                  <a:lnTo>
                    <a:pt x="4060" y="9933"/>
                  </a:lnTo>
                  <a:lnTo>
                    <a:pt x="5379" y="8195"/>
                  </a:lnTo>
                  <a:lnTo>
                    <a:pt x="5255" y="3981"/>
                  </a:lnTo>
                  <a:lnTo>
                    <a:pt x="6636" y="3949"/>
                  </a:lnTo>
                  <a:lnTo>
                    <a:pt x="7570" y="8614"/>
                  </a:lnTo>
                  <a:lnTo>
                    <a:pt x="14397" y="8220"/>
                  </a:lnTo>
                  <a:lnTo>
                    <a:pt x="14474" y="6667"/>
                  </a:lnTo>
                  <a:lnTo>
                    <a:pt x="24895" y="6854"/>
                  </a:lnTo>
                  <a:lnTo>
                    <a:pt x="28718" y="7329"/>
                  </a:lnTo>
                  <a:lnTo>
                    <a:pt x="31342" y="11412"/>
                  </a:lnTo>
                  <a:lnTo>
                    <a:pt x="36505" y="11487"/>
                  </a:lnTo>
                  <a:lnTo>
                    <a:pt x="37210" y="8854"/>
                  </a:lnTo>
                  <a:lnTo>
                    <a:pt x="41074" y="5202"/>
                  </a:lnTo>
                  <a:lnTo>
                    <a:pt x="40732" y="3041"/>
                  </a:lnTo>
                  <a:lnTo>
                    <a:pt x="40786" y="10"/>
                  </a:lnTo>
                  <a:lnTo>
                    <a:pt x="444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h5945"/>
            <p:cNvSpPr/>
            <p:nvPr/>
          </p:nvSpPr>
          <p:spPr>
            <a:xfrm>
              <a:off x="7853062" y="2638484"/>
              <a:ext cx="60720" cy="28420"/>
            </a:xfrm>
            <a:custGeom>
              <a:avLst/>
              <a:pathLst>
                <a:path w="60720" h="28420">
                  <a:moveTo>
                    <a:pt x="50773" y="3542"/>
                  </a:moveTo>
                  <a:lnTo>
                    <a:pt x="54382" y="5170"/>
                  </a:lnTo>
                  <a:lnTo>
                    <a:pt x="54377" y="3349"/>
                  </a:lnTo>
                  <a:lnTo>
                    <a:pt x="56499" y="1866"/>
                  </a:lnTo>
                  <a:lnTo>
                    <a:pt x="60578" y="1933"/>
                  </a:lnTo>
                  <a:lnTo>
                    <a:pt x="60720" y="5379"/>
                  </a:lnTo>
                  <a:lnTo>
                    <a:pt x="54118" y="6554"/>
                  </a:lnTo>
                  <a:lnTo>
                    <a:pt x="54336" y="7972"/>
                  </a:lnTo>
                  <a:lnTo>
                    <a:pt x="52956" y="8003"/>
                  </a:lnTo>
                  <a:lnTo>
                    <a:pt x="53080" y="12217"/>
                  </a:lnTo>
                  <a:lnTo>
                    <a:pt x="51760" y="13956"/>
                  </a:lnTo>
                  <a:lnTo>
                    <a:pt x="49636" y="14072"/>
                  </a:lnTo>
                  <a:lnTo>
                    <a:pt x="50228" y="11422"/>
                  </a:lnTo>
                  <a:lnTo>
                    <a:pt x="47700" y="12163"/>
                  </a:lnTo>
                  <a:lnTo>
                    <a:pt x="48532" y="14181"/>
                  </a:lnTo>
                  <a:lnTo>
                    <a:pt x="48722" y="14641"/>
                  </a:lnTo>
                  <a:lnTo>
                    <a:pt x="45243" y="15415"/>
                  </a:lnTo>
                  <a:lnTo>
                    <a:pt x="38751" y="15215"/>
                  </a:lnTo>
                  <a:lnTo>
                    <a:pt x="34903" y="17572"/>
                  </a:lnTo>
                  <a:lnTo>
                    <a:pt x="34736" y="20334"/>
                  </a:lnTo>
                  <a:lnTo>
                    <a:pt x="35763" y="23355"/>
                  </a:lnTo>
                  <a:lnTo>
                    <a:pt x="31864" y="26024"/>
                  </a:lnTo>
                  <a:lnTo>
                    <a:pt x="31666" y="24558"/>
                  </a:lnTo>
                  <a:lnTo>
                    <a:pt x="32622" y="24148"/>
                  </a:lnTo>
                  <a:lnTo>
                    <a:pt x="32719" y="23253"/>
                  </a:lnTo>
                  <a:lnTo>
                    <a:pt x="31871" y="18837"/>
                  </a:lnTo>
                  <a:lnTo>
                    <a:pt x="24419" y="19299"/>
                  </a:lnTo>
                  <a:lnTo>
                    <a:pt x="23208" y="22381"/>
                  </a:lnTo>
                  <a:lnTo>
                    <a:pt x="23239" y="24533"/>
                  </a:lnTo>
                  <a:lnTo>
                    <a:pt x="28554" y="24151"/>
                  </a:lnTo>
                  <a:lnTo>
                    <a:pt x="28502" y="25951"/>
                  </a:lnTo>
                  <a:lnTo>
                    <a:pt x="20540" y="25816"/>
                  </a:lnTo>
                  <a:lnTo>
                    <a:pt x="8252" y="28095"/>
                  </a:lnTo>
                  <a:lnTo>
                    <a:pt x="2838" y="28420"/>
                  </a:lnTo>
                  <a:lnTo>
                    <a:pt x="2942" y="26281"/>
                  </a:lnTo>
                  <a:lnTo>
                    <a:pt x="0" y="23827"/>
                  </a:lnTo>
                  <a:lnTo>
                    <a:pt x="14469" y="20467"/>
                  </a:lnTo>
                  <a:lnTo>
                    <a:pt x="18985" y="17535"/>
                  </a:lnTo>
                  <a:lnTo>
                    <a:pt x="25410" y="15610"/>
                  </a:lnTo>
                  <a:lnTo>
                    <a:pt x="29562" y="12892"/>
                  </a:lnTo>
                  <a:lnTo>
                    <a:pt x="37677" y="3689"/>
                  </a:lnTo>
                  <a:lnTo>
                    <a:pt x="45593" y="1299"/>
                  </a:lnTo>
                  <a:lnTo>
                    <a:pt x="47173" y="1399"/>
                  </a:lnTo>
                  <a:lnTo>
                    <a:pt x="5044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h5946"/>
            <p:cNvSpPr/>
            <p:nvPr/>
          </p:nvSpPr>
          <p:spPr>
            <a:xfrm>
              <a:off x="7774012" y="2761322"/>
              <a:ext cx="26779" cy="20972"/>
            </a:xfrm>
            <a:custGeom>
              <a:avLst/>
              <a:pathLst>
                <a:path w="26779" h="20972">
                  <a:moveTo>
                    <a:pt x="14143" y="240"/>
                  </a:moveTo>
                  <a:lnTo>
                    <a:pt x="23769" y="1492"/>
                  </a:lnTo>
                  <a:lnTo>
                    <a:pt x="23867" y="2044"/>
                  </a:lnTo>
                  <a:lnTo>
                    <a:pt x="24818" y="6026"/>
                  </a:lnTo>
                  <a:lnTo>
                    <a:pt x="20569" y="8941"/>
                  </a:lnTo>
                  <a:lnTo>
                    <a:pt x="20014" y="10720"/>
                  </a:lnTo>
                  <a:lnTo>
                    <a:pt x="20525" y="11976"/>
                  </a:lnTo>
                  <a:lnTo>
                    <a:pt x="22630" y="12781"/>
                  </a:lnTo>
                  <a:lnTo>
                    <a:pt x="24041" y="12299"/>
                  </a:lnTo>
                  <a:lnTo>
                    <a:pt x="26779" y="12966"/>
                  </a:lnTo>
                  <a:lnTo>
                    <a:pt x="21131" y="16213"/>
                  </a:lnTo>
                  <a:lnTo>
                    <a:pt x="20358" y="18104"/>
                  </a:lnTo>
                  <a:lnTo>
                    <a:pt x="20822" y="19573"/>
                  </a:lnTo>
                  <a:lnTo>
                    <a:pt x="19275" y="20972"/>
                  </a:lnTo>
                  <a:lnTo>
                    <a:pt x="17543" y="20182"/>
                  </a:lnTo>
                  <a:lnTo>
                    <a:pt x="14659" y="18879"/>
                  </a:lnTo>
                  <a:lnTo>
                    <a:pt x="13768" y="13480"/>
                  </a:lnTo>
                  <a:lnTo>
                    <a:pt x="14581" y="10697"/>
                  </a:lnTo>
                  <a:lnTo>
                    <a:pt x="13981" y="4940"/>
                  </a:lnTo>
                  <a:lnTo>
                    <a:pt x="8568" y="5505"/>
                  </a:lnTo>
                  <a:lnTo>
                    <a:pt x="8777" y="9655"/>
                  </a:lnTo>
                  <a:lnTo>
                    <a:pt x="7878" y="9796"/>
                  </a:lnTo>
                  <a:lnTo>
                    <a:pt x="6078" y="8053"/>
                  </a:lnTo>
                  <a:lnTo>
                    <a:pt x="5539" y="5435"/>
                  </a:lnTo>
                  <a:lnTo>
                    <a:pt x="1199" y="2074"/>
                  </a:lnTo>
                  <a:lnTo>
                    <a:pt x="553" y="1751"/>
                  </a:lnTo>
                  <a:lnTo>
                    <a:pt x="59" y="2346"/>
                  </a:lnTo>
                  <a:lnTo>
                    <a:pt x="0" y="492"/>
                  </a:lnTo>
                  <a:lnTo>
                    <a:pt x="3682" y="0"/>
                  </a:lnTo>
                  <a:lnTo>
                    <a:pt x="7208" y="641"/>
                  </a:lnTo>
                  <a:lnTo>
                    <a:pt x="9758" y="1366"/>
                  </a:lnTo>
                  <a:lnTo>
                    <a:pt x="10160" y="2559"/>
                  </a:lnTo>
                  <a:lnTo>
                    <a:pt x="12019" y="3624"/>
                  </a:lnTo>
                  <a:lnTo>
                    <a:pt x="15736" y="301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h5947"/>
            <p:cNvSpPr/>
            <p:nvPr/>
          </p:nvSpPr>
          <p:spPr>
            <a:xfrm>
              <a:off x="7797511" y="2688069"/>
              <a:ext cx="7552" cy="14069"/>
            </a:xfrm>
            <a:custGeom>
              <a:avLst/>
              <a:pathLst>
                <a:path w="7552" h="14069">
                  <a:moveTo>
                    <a:pt x="6732" y="3735"/>
                  </a:moveTo>
                  <a:lnTo>
                    <a:pt x="7552" y="13424"/>
                  </a:lnTo>
                  <a:lnTo>
                    <a:pt x="6847" y="14069"/>
                  </a:lnTo>
                  <a:lnTo>
                    <a:pt x="6055" y="13043"/>
                  </a:lnTo>
                  <a:lnTo>
                    <a:pt x="1113" y="13371"/>
                  </a:lnTo>
                  <a:lnTo>
                    <a:pt x="0" y="10175"/>
                  </a:lnTo>
                  <a:lnTo>
                    <a:pt x="2344" y="8193"/>
                  </a:lnTo>
                  <a:lnTo>
                    <a:pt x="4686" y="6299"/>
                  </a:lnTo>
                  <a:lnTo>
                    <a:pt x="3241" y="5090"/>
                  </a:lnTo>
                  <a:lnTo>
                    <a:pt x="4017" y="608"/>
                  </a:lnTo>
                  <a:lnTo>
                    <a:pt x="517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h5948"/>
            <p:cNvSpPr/>
            <p:nvPr/>
          </p:nvSpPr>
          <p:spPr>
            <a:xfrm>
              <a:off x="7832989" y="2706526"/>
              <a:ext cx="42800" cy="29037"/>
            </a:xfrm>
            <a:custGeom>
              <a:avLst/>
              <a:pathLst>
                <a:path w="42800" h="29037">
                  <a:moveTo>
                    <a:pt x="33375" y="24"/>
                  </a:moveTo>
                  <a:lnTo>
                    <a:pt x="34602" y="1720"/>
                  </a:lnTo>
                  <a:lnTo>
                    <a:pt x="42800" y="4088"/>
                  </a:lnTo>
                  <a:lnTo>
                    <a:pt x="41132" y="6128"/>
                  </a:lnTo>
                  <a:lnTo>
                    <a:pt x="38846" y="6058"/>
                  </a:lnTo>
                  <a:lnTo>
                    <a:pt x="38220" y="10937"/>
                  </a:lnTo>
                  <a:lnTo>
                    <a:pt x="40968" y="11485"/>
                  </a:lnTo>
                  <a:lnTo>
                    <a:pt x="42170" y="14416"/>
                  </a:lnTo>
                  <a:lnTo>
                    <a:pt x="41558" y="16938"/>
                  </a:lnTo>
                  <a:lnTo>
                    <a:pt x="40146" y="18120"/>
                  </a:lnTo>
                  <a:lnTo>
                    <a:pt x="35187" y="20734"/>
                  </a:lnTo>
                  <a:lnTo>
                    <a:pt x="34860" y="16350"/>
                  </a:lnTo>
                  <a:lnTo>
                    <a:pt x="28775" y="12564"/>
                  </a:lnTo>
                  <a:lnTo>
                    <a:pt x="20759" y="13639"/>
                  </a:lnTo>
                  <a:lnTo>
                    <a:pt x="17036" y="14928"/>
                  </a:lnTo>
                  <a:lnTo>
                    <a:pt x="16822" y="17790"/>
                  </a:lnTo>
                  <a:lnTo>
                    <a:pt x="24210" y="18650"/>
                  </a:lnTo>
                  <a:lnTo>
                    <a:pt x="28119" y="21905"/>
                  </a:lnTo>
                  <a:lnTo>
                    <a:pt x="29107" y="26490"/>
                  </a:lnTo>
                  <a:lnTo>
                    <a:pt x="28898" y="29037"/>
                  </a:lnTo>
                  <a:lnTo>
                    <a:pt x="26256" y="28938"/>
                  </a:lnTo>
                  <a:lnTo>
                    <a:pt x="25660" y="26132"/>
                  </a:lnTo>
                  <a:lnTo>
                    <a:pt x="24729" y="25438"/>
                  </a:lnTo>
                  <a:lnTo>
                    <a:pt x="18525" y="22829"/>
                  </a:lnTo>
                  <a:lnTo>
                    <a:pt x="16972" y="22773"/>
                  </a:lnTo>
                  <a:lnTo>
                    <a:pt x="17696" y="20540"/>
                  </a:lnTo>
                  <a:lnTo>
                    <a:pt x="17112" y="18461"/>
                  </a:lnTo>
                  <a:lnTo>
                    <a:pt x="15316" y="16961"/>
                  </a:lnTo>
                  <a:lnTo>
                    <a:pt x="2805" y="14602"/>
                  </a:lnTo>
                  <a:lnTo>
                    <a:pt x="0" y="9644"/>
                  </a:lnTo>
                  <a:lnTo>
                    <a:pt x="487" y="10312"/>
                  </a:lnTo>
                  <a:lnTo>
                    <a:pt x="3157" y="10821"/>
                  </a:lnTo>
                  <a:lnTo>
                    <a:pt x="4881" y="8990"/>
                  </a:lnTo>
                  <a:lnTo>
                    <a:pt x="5160" y="6651"/>
                  </a:lnTo>
                  <a:lnTo>
                    <a:pt x="7518" y="5824"/>
                  </a:lnTo>
                  <a:lnTo>
                    <a:pt x="18296" y="5204"/>
                  </a:lnTo>
                  <a:lnTo>
                    <a:pt x="17800" y="2185"/>
                  </a:lnTo>
                  <a:lnTo>
                    <a:pt x="21618" y="2869"/>
                  </a:lnTo>
                  <a:lnTo>
                    <a:pt x="23282" y="2732"/>
                  </a:lnTo>
                  <a:lnTo>
                    <a:pt x="29105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h5949"/>
            <p:cNvSpPr/>
            <p:nvPr/>
          </p:nvSpPr>
          <p:spPr>
            <a:xfrm>
              <a:off x="7933268" y="2695894"/>
              <a:ext cx="52227" cy="29997"/>
            </a:xfrm>
            <a:custGeom>
              <a:avLst/>
              <a:pathLst>
                <a:path w="52227" h="29997">
                  <a:moveTo>
                    <a:pt x="44797" y="273"/>
                  </a:moveTo>
                  <a:lnTo>
                    <a:pt x="51495" y="1702"/>
                  </a:lnTo>
                  <a:lnTo>
                    <a:pt x="52227" y="4655"/>
                  </a:lnTo>
                  <a:lnTo>
                    <a:pt x="51722" y="11093"/>
                  </a:lnTo>
                  <a:lnTo>
                    <a:pt x="47104" y="11851"/>
                  </a:lnTo>
                  <a:lnTo>
                    <a:pt x="45199" y="14404"/>
                  </a:lnTo>
                  <a:lnTo>
                    <a:pt x="41584" y="15636"/>
                  </a:lnTo>
                  <a:lnTo>
                    <a:pt x="41123" y="19610"/>
                  </a:lnTo>
                  <a:lnTo>
                    <a:pt x="38473" y="19013"/>
                  </a:lnTo>
                  <a:lnTo>
                    <a:pt x="39318" y="17433"/>
                  </a:lnTo>
                  <a:lnTo>
                    <a:pt x="36372" y="15390"/>
                  </a:lnTo>
                  <a:lnTo>
                    <a:pt x="32421" y="15764"/>
                  </a:lnTo>
                  <a:lnTo>
                    <a:pt x="31624" y="17221"/>
                  </a:lnTo>
                  <a:lnTo>
                    <a:pt x="31559" y="21697"/>
                  </a:lnTo>
                  <a:lnTo>
                    <a:pt x="27620" y="23656"/>
                  </a:lnTo>
                  <a:lnTo>
                    <a:pt x="25020" y="21453"/>
                  </a:lnTo>
                  <a:lnTo>
                    <a:pt x="23037" y="25998"/>
                  </a:lnTo>
                  <a:lnTo>
                    <a:pt x="20350" y="28401"/>
                  </a:lnTo>
                  <a:lnTo>
                    <a:pt x="9161" y="29997"/>
                  </a:lnTo>
                  <a:lnTo>
                    <a:pt x="7580" y="29857"/>
                  </a:lnTo>
                  <a:lnTo>
                    <a:pt x="5794" y="28150"/>
                  </a:lnTo>
                  <a:lnTo>
                    <a:pt x="3718" y="23083"/>
                  </a:lnTo>
                  <a:lnTo>
                    <a:pt x="2760" y="23035"/>
                  </a:lnTo>
                  <a:lnTo>
                    <a:pt x="399" y="22229"/>
                  </a:lnTo>
                  <a:lnTo>
                    <a:pt x="0" y="20898"/>
                  </a:lnTo>
                  <a:lnTo>
                    <a:pt x="3617" y="18893"/>
                  </a:lnTo>
                  <a:lnTo>
                    <a:pt x="3785" y="13240"/>
                  </a:lnTo>
                  <a:lnTo>
                    <a:pt x="5630" y="9690"/>
                  </a:lnTo>
                  <a:lnTo>
                    <a:pt x="5996" y="9305"/>
                  </a:lnTo>
                  <a:lnTo>
                    <a:pt x="6707" y="9933"/>
                  </a:lnTo>
                  <a:lnTo>
                    <a:pt x="8551" y="12984"/>
                  </a:lnTo>
                  <a:lnTo>
                    <a:pt x="12380" y="11616"/>
                  </a:lnTo>
                  <a:lnTo>
                    <a:pt x="10215" y="7813"/>
                  </a:lnTo>
                  <a:lnTo>
                    <a:pt x="18519" y="8630"/>
                  </a:lnTo>
                  <a:lnTo>
                    <a:pt x="22947" y="10836"/>
                  </a:lnTo>
                  <a:lnTo>
                    <a:pt x="25914" y="11009"/>
                  </a:lnTo>
                  <a:lnTo>
                    <a:pt x="27102" y="7444"/>
                  </a:lnTo>
                  <a:lnTo>
                    <a:pt x="27202" y="4156"/>
                  </a:lnTo>
                  <a:lnTo>
                    <a:pt x="30059" y="2742"/>
                  </a:lnTo>
                  <a:lnTo>
                    <a:pt x="32219" y="3226"/>
                  </a:lnTo>
                  <a:lnTo>
                    <a:pt x="30729" y="352"/>
                  </a:lnTo>
                  <a:lnTo>
                    <a:pt x="31617" y="0"/>
                  </a:lnTo>
                  <a:lnTo>
                    <a:pt x="39747" y="138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h5950"/>
            <p:cNvSpPr/>
            <p:nvPr/>
          </p:nvSpPr>
          <p:spPr>
            <a:xfrm>
              <a:off x="7861827" y="2732241"/>
              <a:ext cx="47351" cy="66747"/>
            </a:xfrm>
            <a:custGeom>
              <a:avLst/>
              <a:pathLst>
                <a:path w="47351" h="66747">
                  <a:moveTo>
                    <a:pt x="27113" y="1799"/>
                  </a:moveTo>
                  <a:lnTo>
                    <a:pt x="29050" y="1791"/>
                  </a:lnTo>
                  <a:lnTo>
                    <a:pt x="31827" y="2330"/>
                  </a:lnTo>
                  <a:lnTo>
                    <a:pt x="30209" y="7544"/>
                  </a:lnTo>
                  <a:lnTo>
                    <a:pt x="32158" y="8485"/>
                  </a:lnTo>
                  <a:lnTo>
                    <a:pt x="32546" y="13779"/>
                  </a:lnTo>
                  <a:lnTo>
                    <a:pt x="34772" y="14355"/>
                  </a:lnTo>
                  <a:lnTo>
                    <a:pt x="34642" y="16385"/>
                  </a:lnTo>
                  <a:lnTo>
                    <a:pt x="37268" y="18968"/>
                  </a:lnTo>
                  <a:lnTo>
                    <a:pt x="40157" y="24358"/>
                  </a:lnTo>
                  <a:lnTo>
                    <a:pt x="41212" y="32840"/>
                  </a:lnTo>
                  <a:lnTo>
                    <a:pt x="36283" y="36991"/>
                  </a:lnTo>
                  <a:lnTo>
                    <a:pt x="37618" y="42334"/>
                  </a:lnTo>
                  <a:lnTo>
                    <a:pt x="38328" y="55852"/>
                  </a:lnTo>
                  <a:lnTo>
                    <a:pt x="39548" y="56844"/>
                  </a:lnTo>
                  <a:lnTo>
                    <a:pt x="42747" y="57000"/>
                  </a:lnTo>
                  <a:lnTo>
                    <a:pt x="42989" y="52659"/>
                  </a:lnTo>
                  <a:lnTo>
                    <a:pt x="44531" y="52458"/>
                  </a:lnTo>
                  <a:lnTo>
                    <a:pt x="47351" y="52897"/>
                  </a:lnTo>
                  <a:lnTo>
                    <a:pt x="47320" y="55830"/>
                  </a:lnTo>
                  <a:lnTo>
                    <a:pt x="47077" y="60178"/>
                  </a:lnTo>
                  <a:lnTo>
                    <a:pt x="44669" y="60489"/>
                  </a:lnTo>
                  <a:lnTo>
                    <a:pt x="45330" y="65759"/>
                  </a:lnTo>
                  <a:lnTo>
                    <a:pt x="44169" y="66747"/>
                  </a:lnTo>
                  <a:lnTo>
                    <a:pt x="37626" y="65698"/>
                  </a:lnTo>
                  <a:lnTo>
                    <a:pt x="37590" y="61128"/>
                  </a:lnTo>
                  <a:lnTo>
                    <a:pt x="29645" y="57687"/>
                  </a:lnTo>
                  <a:lnTo>
                    <a:pt x="26943" y="54740"/>
                  </a:lnTo>
                  <a:lnTo>
                    <a:pt x="25237" y="54914"/>
                  </a:lnTo>
                  <a:lnTo>
                    <a:pt x="22783" y="57920"/>
                  </a:lnTo>
                  <a:lnTo>
                    <a:pt x="22743" y="60328"/>
                  </a:lnTo>
                  <a:lnTo>
                    <a:pt x="19637" y="60360"/>
                  </a:lnTo>
                  <a:lnTo>
                    <a:pt x="19701" y="59444"/>
                  </a:lnTo>
                  <a:lnTo>
                    <a:pt x="17480" y="57370"/>
                  </a:lnTo>
                  <a:lnTo>
                    <a:pt x="11028" y="54935"/>
                  </a:lnTo>
                  <a:lnTo>
                    <a:pt x="5874" y="54706"/>
                  </a:lnTo>
                  <a:lnTo>
                    <a:pt x="3973" y="53658"/>
                  </a:lnTo>
                  <a:lnTo>
                    <a:pt x="3884" y="43594"/>
                  </a:lnTo>
                  <a:lnTo>
                    <a:pt x="0" y="42479"/>
                  </a:lnTo>
                  <a:lnTo>
                    <a:pt x="2662" y="38463"/>
                  </a:lnTo>
                  <a:lnTo>
                    <a:pt x="1761" y="35421"/>
                  </a:lnTo>
                  <a:lnTo>
                    <a:pt x="182" y="35325"/>
                  </a:lnTo>
                  <a:lnTo>
                    <a:pt x="750" y="32600"/>
                  </a:lnTo>
                  <a:lnTo>
                    <a:pt x="1166" y="34606"/>
                  </a:lnTo>
                  <a:lnTo>
                    <a:pt x="3719" y="34553"/>
                  </a:lnTo>
                  <a:lnTo>
                    <a:pt x="3862" y="30533"/>
                  </a:lnTo>
                  <a:lnTo>
                    <a:pt x="5222" y="27775"/>
                  </a:lnTo>
                  <a:lnTo>
                    <a:pt x="7483" y="28022"/>
                  </a:lnTo>
                  <a:lnTo>
                    <a:pt x="10020" y="30425"/>
                  </a:lnTo>
                  <a:lnTo>
                    <a:pt x="9906" y="25240"/>
                  </a:lnTo>
                  <a:lnTo>
                    <a:pt x="13128" y="21576"/>
                  </a:lnTo>
                  <a:lnTo>
                    <a:pt x="15872" y="21087"/>
                  </a:lnTo>
                  <a:lnTo>
                    <a:pt x="16115" y="19650"/>
                  </a:lnTo>
                  <a:lnTo>
                    <a:pt x="13811" y="14936"/>
                  </a:lnTo>
                  <a:lnTo>
                    <a:pt x="9610" y="14463"/>
                  </a:lnTo>
                  <a:lnTo>
                    <a:pt x="9130" y="15305"/>
                  </a:lnTo>
                  <a:lnTo>
                    <a:pt x="7664" y="15292"/>
                  </a:lnTo>
                  <a:lnTo>
                    <a:pt x="9932" y="10470"/>
                  </a:lnTo>
                  <a:lnTo>
                    <a:pt x="11578" y="10883"/>
                  </a:lnTo>
                  <a:lnTo>
                    <a:pt x="12455" y="12373"/>
                  </a:lnTo>
                  <a:lnTo>
                    <a:pt x="14195" y="4578"/>
                  </a:lnTo>
                  <a:lnTo>
                    <a:pt x="19250" y="3109"/>
                  </a:lnTo>
                  <a:lnTo>
                    <a:pt x="19264" y="733"/>
                  </a:lnTo>
                  <a:lnTo>
                    <a:pt x="22304" y="1553"/>
                  </a:lnTo>
                  <a:lnTo>
                    <a:pt x="2438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h5951"/>
            <p:cNvSpPr/>
            <p:nvPr/>
          </p:nvSpPr>
          <p:spPr>
            <a:xfrm>
              <a:off x="7892036" y="2718313"/>
              <a:ext cx="40477" cy="30314"/>
            </a:xfrm>
            <a:custGeom>
              <a:avLst/>
              <a:pathLst>
                <a:path w="40477" h="30314">
                  <a:moveTo>
                    <a:pt x="27648" y="989"/>
                  </a:moveTo>
                  <a:lnTo>
                    <a:pt x="29123" y="0"/>
                  </a:lnTo>
                  <a:lnTo>
                    <a:pt x="32127" y="8364"/>
                  </a:lnTo>
                  <a:lnTo>
                    <a:pt x="34873" y="7537"/>
                  </a:lnTo>
                  <a:lnTo>
                    <a:pt x="33917" y="6470"/>
                  </a:lnTo>
                  <a:lnTo>
                    <a:pt x="34093" y="2678"/>
                  </a:lnTo>
                  <a:lnTo>
                    <a:pt x="35301" y="2040"/>
                  </a:lnTo>
                  <a:lnTo>
                    <a:pt x="36503" y="2140"/>
                  </a:lnTo>
                  <a:lnTo>
                    <a:pt x="40477" y="4648"/>
                  </a:lnTo>
                  <a:lnTo>
                    <a:pt x="38818" y="9247"/>
                  </a:lnTo>
                  <a:lnTo>
                    <a:pt x="37253" y="11292"/>
                  </a:lnTo>
                  <a:lnTo>
                    <a:pt x="33278" y="11502"/>
                  </a:lnTo>
                  <a:lnTo>
                    <a:pt x="33544" y="14757"/>
                  </a:lnTo>
                  <a:lnTo>
                    <a:pt x="32734" y="18452"/>
                  </a:lnTo>
                  <a:lnTo>
                    <a:pt x="28037" y="17037"/>
                  </a:lnTo>
                  <a:lnTo>
                    <a:pt x="27200" y="19260"/>
                  </a:lnTo>
                  <a:lnTo>
                    <a:pt x="27911" y="24568"/>
                  </a:lnTo>
                  <a:lnTo>
                    <a:pt x="29384" y="24628"/>
                  </a:lnTo>
                  <a:lnTo>
                    <a:pt x="29582" y="26115"/>
                  </a:lnTo>
                  <a:lnTo>
                    <a:pt x="23816" y="24515"/>
                  </a:lnTo>
                  <a:lnTo>
                    <a:pt x="22411" y="25003"/>
                  </a:lnTo>
                  <a:lnTo>
                    <a:pt x="22187" y="29107"/>
                  </a:lnTo>
                  <a:lnTo>
                    <a:pt x="12224" y="27633"/>
                  </a:lnTo>
                  <a:lnTo>
                    <a:pt x="7796" y="29964"/>
                  </a:lnTo>
                  <a:lnTo>
                    <a:pt x="4433" y="30314"/>
                  </a:lnTo>
                  <a:lnTo>
                    <a:pt x="4563" y="28284"/>
                  </a:lnTo>
                  <a:lnTo>
                    <a:pt x="2337" y="27707"/>
                  </a:lnTo>
                  <a:lnTo>
                    <a:pt x="1949" y="22414"/>
                  </a:lnTo>
                  <a:lnTo>
                    <a:pt x="0" y="21472"/>
                  </a:lnTo>
                  <a:lnTo>
                    <a:pt x="1618" y="16259"/>
                  </a:lnTo>
                  <a:lnTo>
                    <a:pt x="4857" y="11930"/>
                  </a:lnTo>
                  <a:lnTo>
                    <a:pt x="6485" y="12017"/>
                  </a:lnTo>
                  <a:lnTo>
                    <a:pt x="6371" y="15927"/>
                  </a:lnTo>
                  <a:lnTo>
                    <a:pt x="10245" y="15409"/>
                  </a:lnTo>
                  <a:lnTo>
                    <a:pt x="12510" y="17324"/>
                  </a:lnTo>
                  <a:lnTo>
                    <a:pt x="17293" y="14918"/>
                  </a:lnTo>
                  <a:lnTo>
                    <a:pt x="21437" y="9376"/>
                  </a:lnTo>
                  <a:lnTo>
                    <a:pt x="20549" y="7315"/>
                  </a:lnTo>
                  <a:lnTo>
                    <a:pt x="21682" y="1038"/>
                  </a:lnTo>
                  <a:lnTo>
                    <a:pt x="23297" y="1056"/>
                  </a:lnTo>
                  <a:lnTo>
                    <a:pt x="24699" y="3745"/>
                  </a:lnTo>
                  <a:lnTo>
                    <a:pt x="27603" y="508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h5952"/>
            <p:cNvSpPr/>
            <p:nvPr/>
          </p:nvSpPr>
          <p:spPr>
            <a:xfrm>
              <a:off x="7702632" y="2737832"/>
              <a:ext cx="64956" cy="55324"/>
            </a:xfrm>
            <a:custGeom>
              <a:avLst/>
              <a:pathLst>
                <a:path w="64956" h="55324">
                  <a:moveTo>
                    <a:pt x="25699" y="112"/>
                  </a:moveTo>
                  <a:lnTo>
                    <a:pt x="32901" y="7185"/>
                  </a:lnTo>
                  <a:lnTo>
                    <a:pt x="33843" y="10582"/>
                  </a:lnTo>
                  <a:lnTo>
                    <a:pt x="40652" y="11189"/>
                  </a:lnTo>
                  <a:lnTo>
                    <a:pt x="49707" y="12278"/>
                  </a:lnTo>
                  <a:lnTo>
                    <a:pt x="48614" y="15463"/>
                  </a:lnTo>
                  <a:lnTo>
                    <a:pt x="51868" y="15639"/>
                  </a:lnTo>
                  <a:lnTo>
                    <a:pt x="51750" y="18841"/>
                  </a:lnTo>
                  <a:lnTo>
                    <a:pt x="46151" y="20935"/>
                  </a:lnTo>
                  <a:lnTo>
                    <a:pt x="45009" y="19886"/>
                  </a:lnTo>
                  <a:lnTo>
                    <a:pt x="45026" y="18724"/>
                  </a:lnTo>
                  <a:lnTo>
                    <a:pt x="40891" y="18332"/>
                  </a:lnTo>
                  <a:lnTo>
                    <a:pt x="40665" y="20857"/>
                  </a:lnTo>
                  <a:lnTo>
                    <a:pt x="43546" y="22383"/>
                  </a:lnTo>
                  <a:lnTo>
                    <a:pt x="47515" y="27216"/>
                  </a:lnTo>
                  <a:lnTo>
                    <a:pt x="48709" y="27112"/>
                  </a:lnTo>
                  <a:lnTo>
                    <a:pt x="48600" y="30294"/>
                  </a:lnTo>
                  <a:lnTo>
                    <a:pt x="52761" y="31492"/>
                  </a:lnTo>
                  <a:lnTo>
                    <a:pt x="50756" y="35917"/>
                  </a:lnTo>
                  <a:lnTo>
                    <a:pt x="55022" y="36726"/>
                  </a:lnTo>
                  <a:lnTo>
                    <a:pt x="58041" y="41565"/>
                  </a:lnTo>
                  <a:lnTo>
                    <a:pt x="64956" y="41617"/>
                  </a:lnTo>
                  <a:lnTo>
                    <a:pt x="64509" y="46814"/>
                  </a:lnTo>
                  <a:lnTo>
                    <a:pt x="62962" y="51480"/>
                  </a:lnTo>
                  <a:lnTo>
                    <a:pt x="60817" y="52104"/>
                  </a:lnTo>
                  <a:lnTo>
                    <a:pt x="60997" y="55324"/>
                  </a:lnTo>
                  <a:lnTo>
                    <a:pt x="58426" y="55263"/>
                  </a:lnTo>
                  <a:lnTo>
                    <a:pt x="59106" y="53178"/>
                  </a:lnTo>
                  <a:lnTo>
                    <a:pt x="57311" y="53470"/>
                  </a:lnTo>
                  <a:lnTo>
                    <a:pt x="57317" y="54114"/>
                  </a:lnTo>
                  <a:lnTo>
                    <a:pt x="44729" y="40582"/>
                  </a:lnTo>
                  <a:lnTo>
                    <a:pt x="45328" y="37708"/>
                  </a:lnTo>
                  <a:lnTo>
                    <a:pt x="42260" y="35206"/>
                  </a:lnTo>
                  <a:lnTo>
                    <a:pt x="40964" y="35050"/>
                  </a:lnTo>
                  <a:lnTo>
                    <a:pt x="40863" y="39395"/>
                  </a:lnTo>
                  <a:lnTo>
                    <a:pt x="37313" y="37680"/>
                  </a:lnTo>
                  <a:lnTo>
                    <a:pt x="38483" y="33023"/>
                  </a:lnTo>
                  <a:lnTo>
                    <a:pt x="32055" y="33000"/>
                  </a:lnTo>
                  <a:lnTo>
                    <a:pt x="32064" y="30130"/>
                  </a:lnTo>
                  <a:lnTo>
                    <a:pt x="30839" y="29213"/>
                  </a:lnTo>
                  <a:lnTo>
                    <a:pt x="26949" y="29564"/>
                  </a:lnTo>
                  <a:lnTo>
                    <a:pt x="25744" y="30875"/>
                  </a:lnTo>
                  <a:lnTo>
                    <a:pt x="22645" y="30079"/>
                  </a:lnTo>
                  <a:lnTo>
                    <a:pt x="21927" y="27788"/>
                  </a:lnTo>
                  <a:lnTo>
                    <a:pt x="18410" y="23312"/>
                  </a:lnTo>
                  <a:lnTo>
                    <a:pt x="6772" y="17065"/>
                  </a:lnTo>
                  <a:lnTo>
                    <a:pt x="7241" y="24288"/>
                  </a:lnTo>
                  <a:lnTo>
                    <a:pt x="8235" y="24440"/>
                  </a:lnTo>
                  <a:lnTo>
                    <a:pt x="7886" y="26976"/>
                  </a:lnTo>
                  <a:lnTo>
                    <a:pt x="6190" y="27206"/>
                  </a:lnTo>
                  <a:lnTo>
                    <a:pt x="5121" y="12782"/>
                  </a:lnTo>
                  <a:lnTo>
                    <a:pt x="15" y="13196"/>
                  </a:lnTo>
                  <a:lnTo>
                    <a:pt x="0" y="12933"/>
                  </a:lnTo>
                  <a:lnTo>
                    <a:pt x="11510" y="11867"/>
                  </a:lnTo>
                  <a:lnTo>
                    <a:pt x="13808" y="13633"/>
                  </a:lnTo>
                  <a:lnTo>
                    <a:pt x="16712" y="9818"/>
                  </a:lnTo>
                  <a:lnTo>
                    <a:pt x="20916" y="10099"/>
                  </a:lnTo>
                  <a:lnTo>
                    <a:pt x="23535" y="6824"/>
                  </a:lnTo>
                  <a:lnTo>
                    <a:pt x="28493" y="7194"/>
                  </a:lnTo>
                  <a:lnTo>
                    <a:pt x="23856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h5953"/>
            <p:cNvSpPr/>
            <p:nvPr/>
          </p:nvSpPr>
          <p:spPr>
            <a:xfrm>
              <a:off x="7931371" y="2628133"/>
              <a:ext cx="85742" cy="73332"/>
            </a:xfrm>
            <a:custGeom>
              <a:avLst/>
              <a:pathLst>
                <a:path w="85742" h="73332">
                  <a:moveTo>
                    <a:pt x="57864" y="3769"/>
                  </a:moveTo>
                  <a:lnTo>
                    <a:pt x="79670" y="6047"/>
                  </a:lnTo>
                  <a:lnTo>
                    <a:pt x="85742" y="64082"/>
                  </a:lnTo>
                  <a:lnTo>
                    <a:pt x="81601" y="73332"/>
                  </a:lnTo>
                  <a:lnTo>
                    <a:pt x="80523" y="67484"/>
                  </a:lnTo>
                  <a:lnTo>
                    <a:pt x="75628" y="66123"/>
                  </a:lnTo>
                  <a:lnTo>
                    <a:pt x="71351" y="66217"/>
                  </a:lnTo>
                  <a:lnTo>
                    <a:pt x="71436" y="70461"/>
                  </a:lnTo>
                  <a:lnTo>
                    <a:pt x="69160" y="70513"/>
                  </a:lnTo>
                  <a:lnTo>
                    <a:pt x="68751" y="69229"/>
                  </a:lnTo>
                  <a:lnTo>
                    <a:pt x="61494" y="69359"/>
                  </a:lnTo>
                  <a:lnTo>
                    <a:pt x="61992" y="71150"/>
                  </a:lnTo>
                  <a:lnTo>
                    <a:pt x="59039" y="71448"/>
                  </a:lnTo>
                  <a:lnTo>
                    <a:pt x="53391" y="69464"/>
                  </a:lnTo>
                  <a:lnTo>
                    <a:pt x="46693" y="68035"/>
                  </a:lnTo>
                  <a:lnTo>
                    <a:pt x="41644" y="69145"/>
                  </a:lnTo>
                  <a:lnTo>
                    <a:pt x="33513" y="67761"/>
                  </a:lnTo>
                  <a:lnTo>
                    <a:pt x="32625" y="68114"/>
                  </a:lnTo>
                  <a:lnTo>
                    <a:pt x="32584" y="66092"/>
                  </a:lnTo>
                  <a:lnTo>
                    <a:pt x="34872" y="62948"/>
                  </a:lnTo>
                  <a:lnTo>
                    <a:pt x="34958" y="60172"/>
                  </a:lnTo>
                  <a:lnTo>
                    <a:pt x="32569" y="60443"/>
                  </a:lnTo>
                  <a:lnTo>
                    <a:pt x="31530" y="64368"/>
                  </a:lnTo>
                  <a:lnTo>
                    <a:pt x="27607" y="64888"/>
                  </a:lnTo>
                  <a:lnTo>
                    <a:pt x="25064" y="62584"/>
                  </a:lnTo>
                  <a:lnTo>
                    <a:pt x="20496" y="61107"/>
                  </a:lnTo>
                  <a:lnTo>
                    <a:pt x="12489" y="60892"/>
                  </a:lnTo>
                  <a:lnTo>
                    <a:pt x="9052" y="62237"/>
                  </a:lnTo>
                  <a:lnTo>
                    <a:pt x="8045" y="63200"/>
                  </a:lnTo>
                  <a:lnTo>
                    <a:pt x="6158" y="61761"/>
                  </a:lnTo>
                  <a:lnTo>
                    <a:pt x="7176" y="58859"/>
                  </a:lnTo>
                  <a:lnTo>
                    <a:pt x="6958" y="57188"/>
                  </a:lnTo>
                  <a:lnTo>
                    <a:pt x="4383" y="55066"/>
                  </a:lnTo>
                  <a:lnTo>
                    <a:pt x="2597" y="55041"/>
                  </a:lnTo>
                  <a:lnTo>
                    <a:pt x="2486" y="53744"/>
                  </a:lnTo>
                  <a:lnTo>
                    <a:pt x="4485" y="53146"/>
                  </a:lnTo>
                  <a:lnTo>
                    <a:pt x="4379" y="49986"/>
                  </a:lnTo>
                  <a:lnTo>
                    <a:pt x="1565" y="50597"/>
                  </a:lnTo>
                  <a:lnTo>
                    <a:pt x="0" y="48333"/>
                  </a:lnTo>
                  <a:lnTo>
                    <a:pt x="5156" y="42749"/>
                  </a:lnTo>
                  <a:lnTo>
                    <a:pt x="7246" y="38202"/>
                  </a:lnTo>
                  <a:lnTo>
                    <a:pt x="10092" y="34508"/>
                  </a:lnTo>
                  <a:lnTo>
                    <a:pt x="15253" y="30668"/>
                  </a:lnTo>
                  <a:lnTo>
                    <a:pt x="17577" y="25802"/>
                  </a:lnTo>
                  <a:lnTo>
                    <a:pt x="16629" y="25264"/>
                  </a:lnTo>
                  <a:lnTo>
                    <a:pt x="15252" y="26372"/>
                  </a:lnTo>
                  <a:lnTo>
                    <a:pt x="15270" y="22385"/>
                  </a:lnTo>
                  <a:lnTo>
                    <a:pt x="18001" y="22421"/>
                  </a:lnTo>
                  <a:lnTo>
                    <a:pt x="18158" y="21546"/>
                  </a:lnTo>
                  <a:lnTo>
                    <a:pt x="20826" y="21496"/>
                  </a:lnTo>
                  <a:lnTo>
                    <a:pt x="20829" y="19483"/>
                  </a:lnTo>
                  <a:lnTo>
                    <a:pt x="18591" y="7942"/>
                  </a:lnTo>
                  <a:lnTo>
                    <a:pt x="17046" y="8250"/>
                  </a:lnTo>
                  <a:lnTo>
                    <a:pt x="16688" y="7262"/>
                  </a:lnTo>
                  <a:lnTo>
                    <a:pt x="27717" y="6126"/>
                  </a:lnTo>
                  <a:lnTo>
                    <a:pt x="30165" y="1988"/>
                  </a:lnTo>
                  <a:lnTo>
                    <a:pt x="40709" y="865"/>
                  </a:lnTo>
                  <a:lnTo>
                    <a:pt x="4253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h5954"/>
            <p:cNvSpPr/>
            <p:nvPr/>
          </p:nvSpPr>
          <p:spPr>
            <a:xfrm>
              <a:off x="7919237" y="2710500"/>
              <a:ext cx="16858" cy="32440"/>
            </a:xfrm>
            <a:custGeom>
              <a:avLst/>
              <a:pathLst>
                <a:path w="16858" h="32440">
                  <a:moveTo>
                    <a:pt x="7812" y="2189"/>
                  </a:moveTo>
                  <a:lnTo>
                    <a:pt x="9840" y="7510"/>
                  </a:lnTo>
                  <a:lnTo>
                    <a:pt x="11642" y="7573"/>
                  </a:lnTo>
                  <a:lnTo>
                    <a:pt x="11652" y="9164"/>
                  </a:lnTo>
                  <a:lnTo>
                    <a:pt x="12893" y="10260"/>
                  </a:lnTo>
                  <a:lnTo>
                    <a:pt x="16858" y="23239"/>
                  </a:lnTo>
                  <a:lnTo>
                    <a:pt x="15671" y="25367"/>
                  </a:lnTo>
                  <a:lnTo>
                    <a:pt x="15952" y="27829"/>
                  </a:lnTo>
                  <a:lnTo>
                    <a:pt x="15020" y="28042"/>
                  </a:lnTo>
                  <a:lnTo>
                    <a:pt x="9119" y="25945"/>
                  </a:lnTo>
                  <a:lnTo>
                    <a:pt x="7744" y="27928"/>
                  </a:lnTo>
                  <a:lnTo>
                    <a:pt x="7416" y="29696"/>
                  </a:lnTo>
                  <a:lnTo>
                    <a:pt x="4450" y="29552"/>
                  </a:lnTo>
                  <a:lnTo>
                    <a:pt x="1852" y="31521"/>
                  </a:lnTo>
                  <a:lnTo>
                    <a:pt x="2184" y="32440"/>
                  </a:lnTo>
                  <a:lnTo>
                    <a:pt x="711" y="32381"/>
                  </a:lnTo>
                  <a:lnTo>
                    <a:pt x="0" y="27072"/>
                  </a:lnTo>
                  <a:lnTo>
                    <a:pt x="836" y="24849"/>
                  </a:lnTo>
                  <a:lnTo>
                    <a:pt x="5533" y="26264"/>
                  </a:lnTo>
                  <a:lnTo>
                    <a:pt x="6343" y="22569"/>
                  </a:lnTo>
                  <a:lnTo>
                    <a:pt x="6077" y="19314"/>
                  </a:lnTo>
                  <a:lnTo>
                    <a:pt x="10052" y="19105"/>
                  </a:lnTo>
                  <a:lnTo>
                    <a:pt x="11617" y="17059"/>
                  </a:lnTo>
                  <a:lnTo>
                    <a:pt x="13277" y="12460"/>
                  </a:lnTo>
                  <a:lnTo>
                    <a:pt x="9302" y="9953"/>
                  </a:lnTo>
                  <a:lnTo>
                    <a:pt x="8100" y="9852"/>
                  </a:lnTo>
                  <a:lnTo>
                    <a:pt x="6893" y="10490"/>
                  </a:lnTo>
                  <a:lnTo>
                    <a:pt x="6717" y="14283"/>
                  </a:lnTo>
                  <a:lnTo>
                    <a:pt x="7672" y="15350"/>
                  </a:lnTo>
                  <a:lnTo>
                    <a:pt x="4926" y="16176"/>
                  </a:lnTo>
                  <a:lnTo>
                    <a:pt x="1922" y="7812"/>
                  </a:lnTo>
                  <a:lnTo>
                    <a:pt x="1177" y="4339"/>
                  </a:lnTo>
                  <a:lnTo>
                    <a:pt x="52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h5955"/>
            <p:cNvSpPr/>
            <p:nvPr/>
          </p:nvSpPr>
          <p:spPr>
            <a:xfrm>
              <a:off x="7829394" y="2702849"/>
              <a:ext cx="9618" cy="14497"/>
            </a:xfrm>
            <a:custGeom>
              <a:avLst/>
              <a:pathLst>
                <a:path w="9618" h="14497">
                  <a:moveTo>
                    <a:pt x="6376" y="169"/>
                  </a:moveTo>
                  <a:lnTo>
                    <a:pt x="6977" y="2234"/>
                  </a:lnTo>
                  <a:lnTo>
                    <a:pt x="9618" y="3135"/>
                  </a:lnTo>
                  <a:lnTo>
                    <a:pt x="9268" y="6315"/>
                  </a:lnTo>
                  <a:lnTo>
                    <a:pt x="7807" y="6470"/>
                  </a:lnTo>
                  <a:lnTo>
                    <a:pt x="7848" y="10253"/>
                  </a:lnTo>
                  <a:lnTo>
                    <a:pt x="8755" y="10328"/>
                  </a:lnTo>
                  <a:lnTo>
                    <a:pt x="8476" y="12667"/>
                  </a:lnTo>
                  <a:lnTo>
                    <a:pt x="6752" y="14497"/>
                  </a:lnTo>
                  <a:lnTo>
                    <a:pt x="4082" y="13989"/>
                  </a:lnTo>
                  <a:lnTo>
                    <a:pt x="3594" y="13321"/>
                  </a:lnTo>
                  <a:lnTo>
                    <a:pt x="2534" y="12886"/>
                  </a:lnTo>
                  <a:lnTo>
                    <a:pt x="4539" y="11334"/>
                  </a:lnTo>
                  <a:lnTo>
                    <a:pt x="4666" y="10497"/>
                  </a:lnTo>
                  <a:lnTo>
                    <a:pt x="0" y="6292"/>
                  </a:lnTo>
                  <a:lnTo>
                    <a:pt x="39" y="4018"/>
                  </a:lnTo>
                  <a:lnTo>
                    <a:pt x="1034" y="2881"/>
                  </a:lnTo>
                  <a:lnTo>
                    <a:pt x="415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h5956"/>
            <p:cNvSpPr/>
            <p:nvPr/>
          </p:nvSpPr>
          <p:spPr>
            <a:xfrm>
              <a:off x="7811259" y="2775938"/>
              <a:ext cx="14063" cy="16609"/>
            </a:xfrm>
            <a:custGeom>
              <a:avLst/>
              <a:pathLst>
                <a:path w="14063" h="16609">
                  <a:moveTo>
                    <a:pt x="11084" y="779"/>
                  </a:moveTo>
                  <a:lnTo>
                    <a:pt x="13755" y="4080"/>
                  </a:lnTo>
                  <a:lnTo>
                    <a:pt x="14063" y="10850"/>
                  </a:lnTo>
                  <a:lnTo>
                    <a:pt x="12917" y="12770"/>
                  </a:lnTo>
                  <a:lnTo>
                    <a:pt x="13406" y="14008"/>
                  </a:lnTo>
                  <a:lnTo>
                    <a:pt x="10540" y="15531"/>
                  </a:lnTo>
                  <a:lnTo>
                    <a:pt x="9695" y="15580"/>
                  </a:lnTo>
                  <a:lnTo>
                    <a:pt x="9727" y="14849"/>
                  </a:lnTo>
                  <a:lnTo>
                    <a:pt x="7670" y="14763"/>
                  </a:lnTo>
                  <a:lnTo>
                    <a:pt x="4958" y="16609"/>
                  </a:lnTo>
                  <a:lnTo>
                    <a:pt x="4006" y="14271"/>
                  </a:lnTo>
                  <a:lnTo>
                    <a:pt x="4103" y="11936"/>
                  </a:lnTo>
                  <a:lnTo>
                    <a:pt x="1761" y="12782"/>
                  </a:lnTo>
                  <a:lnTo>
                    <a:pt x="0" y="7809"/>
                  </a:lnTo>
                  <a:lnTo>
                    <a:pt x="927" y="6214"/>
                  </a:lnTo>
                  <a:lnTo>
                    <a:pt x="4024" y="6676"/>
                  </a:lnTo>
                  <a:lnTo>
                    <a:pt x="6008" y="6204"/>
                  </a:lnTo>
                  <a:lnTo>
                    <a:pt x="7287" y="2633"/>
                  </a:lnTo>
                  <a:lnTo>
                    <a:pt x="6174" y="1222"/>
                  </a:lnTo>
                  <a:lnTo>
                    <a:pt x="983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h5957"/>
            <p:cNvSpPr/>
            <p:nvPr/>
          </p:nvSpPr>
          <p:spPr>
            <a:xfrm>
              <a:off x="7808206" y="2762386"/>
              <a:ext cx="16948" cy="14775"/>
            </a:xfrm>
            <a:custGeom>
              <a:avLst/>
              <a:pathLst>
                <a:path w="16948" h="14775">
                  <a:moveTo>
                    <a:pt x="6098" y="108"/>
                  </a:moveTo>
                  <a:lnTo>
                    <a:pt x="6877" y="2962"/>
                  </a:lnTo>
                  <a:lnTo>
                    <a:pt x="8770" y="6030"/>
                  </a:lnTo>
                  <a:lnTo>
                    <a:pt x="13041" y="6005"/>
                  </a:lnTo>
                  <a:lnTo>
                    <a:pt x="14335" y="9421"/>
                  </a:lnTo>
                  <a:lnTo>
                    <a:pt x="16948" y="9456"/>
                  </a:lnTo>
                  <a:lnTo>
                    <a:pt x="14137" y="14331"/>
                  </a:lnTo>
                  <a:lnTo>
                    <a:pt x="12887" y="13552"/>
                  </a:lnTo>
                  <a:lnTo>
                    <a:pt x="9227" y="14775"/>
                  </a:lnTo>
                  <a:lnTo>
                    <a:pt x="5554" y="13984"/>
                  </a:lnTo>
                  <a:lnTo>
                    <a:pt x="5771" y="10193"/>
                  </a:lnTo>
                  <a:lnTo>
                    <a:pt x="2841" y="7869"/>
                  </a:lnTo>
                  <a:lnTo>
                    <a:pt x="0" y="2580"/>
                  </a:lnTo>
                  <a:lnTo>
                    <a:pt x="4977" y="2384"/>
                  </a:lnTo>
                  <a:lnTo>
                    <a:pt x="427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h5958"/>
            <p:cNvSpPr/>
            <p:nvPr/>
          </p:nvSpPr>
          <p:spPr>
            <a:xfrm>
              <a:off x="7743297" y="2752654"/>
              <a:ext cx="26197" cy="12393"/>
            </a:xfrm>
            <a:custGeom>
              <a:avLst/>
              <a:pathLst>
                <a:path w="26197" h="12393">
                  <a:moveTo>
                    <a:pt x="16793" y="229"/>
                  </a:moveTo>
                  <a:lnTo>
                    <a:pt x="20258" y="1450"/>
                  </a:lnTo>
                  <a:lnTo>
                    <a:pt x="22648" y="2442"/>
                  </a:lnTo>
                  <a:lnTo>
                    <a:pt x="26197" y="6429"/>
                  </a:lnTo>
                  <a:lnTo>
                    <a:pt x="24005" y="6394"/>
                  </a:lnTo>
                  <a:lnTo>
                    <a:pt x="24634" y="8433"/>
                  </a:lnTo>
                  <a:lnTo>
                    <a:pt x="19673" y="11590"/>
                  </a:lnTo>
                  <a:lnTo>
                    <a:pt x="15073" y="12020"/>
                  </a:lnTo>
                  <a:lnTo>
                    <a:pt x="11086" y="8578"/>
                  </a:lnTo>
                  <a:lnTo>
                    <a:pt x="11122" y="12246"/>
                  </a:lnTo>
                  <a:lnTo>
                    <a:pt x="8043" y="12289"/>
                  </a:lnTo>
                  <a:lnTo>
                    <a:pt x="6850" y="12393"/>
                  </a:lnTo>
                  <a:lnTo>
                    <a:pt x="2880" y="7560"/>
                  </a:lnTo>
                  <a:lnTo>
                    <a:pt x="0" y="6034"/>
                  </a:lnTo>
                  <a:lnTo>
                    <a:pt x="226" y="3509"/>
                  </a:lnTo>
                  <a:lnTo>
                    <a:pt x="4360" y="3902"/>
                  </a:lnTo>
                  <a:lnTo>
                    <a:pt x="4344" y="5064"/>
                  </a:lnTo>
                  <a:lnTo>
                    <a:pt x="5485" y="6113"/>
                  </a:lnTo>
                  <a:lnTo>
                    <a:pt x="11084" y="4018"/>
                  </a:lnTo>
                  <a:lnTo>
                    <a:pt x="11203" y="817"/>
                  </a:lnTo>
                  <a:lnTo>
                    <a:pt x="1121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h5959"/>
            <p:cNvSpPr/>
            <p:nvPr/>
          </p:nvSpPr>
          <p:spPr>
            <a:xfrm>
              <a:off x="7720178" y="2723187"/>
              <a:ext cx="34148" cy="25834"/>
            </a:xfrm>
            <a:custGeom>
              <a:avLst/>
              <a:pathLst>
                <a:path w="34148" h="25834">
                  <a:moveTo>
                    <a:pt x="34148" y="1242"/>
                  </a:moveTo>
                  <a:lnTo>
                    <a:pt x="33618" y="2533"/>
                  </a:lnTo>
                  <a:lnTo>
                    <a:pt x="32009" y="12145"/>
                  </a:lnTo>
                  <a:lnTo>
                    <a:pt x="29544" y="10523"/>
                  </a:lnTo>
                  <a:lnTo>
                    <a:pt x="24374" y="8866"/>
                  </a:lnTo>
                  <a:lnTo>
                    <a:pt x="23477" y="9542"/>
                  </a:lnTo>
                  <a:lnTo>
                    <a:pt x="23918" y="12820"/>
                  </a:lnTo>
                  <a:lnTo>
                    <a:pt x="26437" y="13171"/>
                  </a:lnTo>
                  <a:lnTo>
                    <a:pt x="26838" y="14592"/>
                  </a:lnTo>
                  <a:lnTo>
                    <a:pt x="26732" y="18236"/>
                  </a:lnTo>
                  <a:lnTo>
                    <a:pt x="25327" y="22090"/>
                  </a:lnTo>
                  <a:lnTo>
                    <a:pt x="23106" y="25834"/>
                  </a:lnTo>
                  <a:lnTo>
                    <a:pt x="16296" y="25227"/>
                  </a:lnTo>
                  <a:lnTo>
                    <a:pt x="15354" y="21830"/>
                  </a:lnTo>
                  <a:lnTo>
                    <a:pt x="8152" y="14757"/>
                  </a:lnTo>
                  <a:lnTo>
                    <a:pt x="6309" y="14644"/>
                  </a:lnTo>
                  <a:lnTo>
                    <a:pt x="4647" y="15374"/>
                  </a:lnTo>
                  <a:lnTo>
                    <a:pt x="0" y="15186"/>
                  </a:lnTo>
                  <a:lnTo>
                    <a:pt x="188" y="7592"/>
                  </a:lnTo>
                  <a:lnTo>
                    <a:pt x="13461" y="7878"/>
                  </a:lnTo>
                  <a:lnTo>
                    <a:pt x="13437" y="5688"/>
                  </a:lnTo>
                  <a:lnTo>
                    <a:pt x="20805" y="4022"/>
                  </a:lnTo>
                  <a:lnTo>
                    <a:pt x="20382" y="8434"/>
                  </a:lnTo>
                  <a:lnTo>
                    <a:pt x="21211" y="8482"/>
                  </a:lnTo>
                  <a:lnTo>
                    <a:pt x="26133" y="5039"/>
                  </a:lnTo>
                  <a:lnTo>
                    <a:pt x="25771" y="2600"/>
                  </a:lnTo>
                  <a:lnTo>
                    <a:pt x="23681" y="2136"/>
                  </a:lnTo>
                  <a:lnTo>
                    <a:pt x="24018" y="1291"/>
                  </a:lnTo>
                  <a:lnTo>
                    <a:pt x="2641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h5960"/>
            <p:cNvSpPr/>
            <p:nvPr/>
          </p:nvSpPr>
          <p:spPr>
            <a:xfrm>
              <a:off x="7759320" y="2692115"/>
              <a:ext cx="13777" cy="26527"/>
            </a:xfrm>
            <a:custGeom>
              <a:avLst/>
              <a:pathLst>
                <a:path w="13777" h="26527">
                  <a:moveTo>
                    <a:pt x="1048" y="0"/>
                  </a:moveTo>
                  <a:lnTo>
                    <a:pt x="4027" y="5895"/>
                  </a:lnTo>
                  <a:lnTo>
                    <a:pt x="5738" y="7007"/>
                  </a:lnTo>
                  <a:lnTo>
                    <a:pt x="8248" y="12472"/>
                  </a:lnTo>
                  <a:lnTo>
                    <a:pt x="11890" y="14678"/>
                  </a:lnTo>
                  <a:lnTo>
                    <a:pt x="13777" y="18338"/>
                  </a:lnTo>
                  <a:lnTo>
                    <a:pt x="11643" y="26527"/>
                  </a:lnTo>
                  <a:lnTo>
                    <a:pt x="6170" y="26290"/>
                  </a:lnTo>
                  <a:lnTo>
                    <a:pt x="5247" y="25081"/>
                  </a:lnTo>
                  <a:lnTo>
                    <a:pt x="3514" y="10622"/>
                  </a:lnTo>
                  <a:lnTo>
                    <a:pt x="1771" y="9689"/>
                  </a:lnTo>
                  <a:lnTo>
                    <a:pt x="0" y="464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h5961"/>
            <p:cNvSpPr/>
            <p:nvPr/>
          </p:nvSpPr>
          <p:spPr>
            <a:xfrm>
              <a:off x="7909537" y="2740053"/>
              <a:ext cx="21711" cy="19668"/>
            </a:xfrm>
            <a:custGeom>
              <a:avLst/>
              <a:pathLst>
                <a:path w="21711" h="19668">
                  <a:moveTo>
                    <a:pt x="17115" y="144"/>
                  </a:moveTo>
                  <a:lnTo>
                    <a:pt x="15360" y="2657"/>
                  </a:lnTo>
                  <a:lnTo>
                    <a:pt x="17108" y="6069"/>
                  </a:lnTo>
                  <a:lnTo>
                    <a:pt x="21416" y="6307"/>
                  </a:lnTo>
                  <a:lnTo>
                    <a:pt x="21711" y="7523"/>
                  </a:lnTo>
                  <a:lnTo>
                    <a:pt x="21032" y="8653"/>
                  </a:lnTo>
                  <a:lnTo>
                    <a:pt x="14865" y="11722"/>
                  </a:lnTo>
                  <a:lnTo>
                    <a:pt x="12715" y="16481"/>
                  </a:lnTo>
                  <a:lnTo>
                    <a:pt x="2341" y="19668"/>
                  </a:lnTo>
                  <a:lnTo>
                    <a:pt x="0" y="19215"/>
                  </a:lnTo>
                  <a:lnTo>
                    <a:pt x="64" y="18035"/>
                  </a:lnTo>
                  <a:lnTo>
                    <a:pt x="9735" y="13213"/>
                  </a:lnTo>
                  <a:lnTo>
                    <a:pt x="10396" y="8506"/>
                  </a:lnTo>
                  <a:lnTo>
                    <a:pt x="5174" y="9503"/>
                  </a:lnTo>
                  <a:lnTo>
                    <a:pt x="4686" y="7367"/>
                  </a:lnTo>
                  <a:lnTo>
                    <a:pt x="4909" y="3263"/>
                  </a:lnTo>
                  <a:lnTo>
                    <a:pt x="6315" y="2775"/>
                  </a:lnTo>
                  <a:lnTo>
                    <a:pt x="12080" y="4375"/>
                  </a:lnTo>
                  <a:lnTo>
                    <a:pt x="11883" y="2888"/>
                  </a:lnTo>
                  <a:lnTo>
                    <a:pt x="11551" y="1969"/>
                  </a:lnTo>
                  <a:lnTo>
                    <a:pt x="1414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h5962"/>
            <p:cNvSpPr/>
            <p:nvPr/>
          </p:nvSpPr>
          <p:spPr>
            <a:xfrm>
              <a:off x="7788922" y="2691349"/>
              <a:ext cx="10932" cy="7588"/>
            </a:xfrm>
            <a:custGeom>
              <a:avLst/>
              <a:pathLst>
                <a:path w="10932" h="7588">
                  <a:moveTo>
                    <a:pt x="6221" y="1136"/>
                  </a:moveTo>
                  <a:lnTo>
                    <a:pt x="7793" y="1170"/>
                  </a:lnTo>
                  <a:lnTo>
                    <a:pt x="8225" y="3471"/>
                  </a:lnTo>
                  <a:lnTo>
                    <a:pt x="9868" y="5148"/>
                  </a:lnTo>
                  <a:lnTo>
                    <a:pt x="10932" y="4913"/>
                  </a:lnTo>
                  <a:lnTo>
                    <a:pt x="8588" y="6895"/>
                  </a:lnTo>
                  <a:lnTo>
                    <a:pt x="4140" y="7588"/>
                  </a:lnTo>
                  <a:lnTo>
                    <a:pt x="1588" y="6846"/>
                  </a:lnTo>
                  <a:lnTo>
                    <a:pt x="0" y="1733"/>
                  </a:lnTo>
                  <a:lnTo>
                    <a:pt x="83" y="0"/>
                  </a:lnTo>
                  <a:lnTo>
                    <a:pt x="5037" y="43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h5963"/>
            <p:cNvSpPr/>
            <p:nvPr/>
          </p:nvSpPr>
          <p:spPr>
            <a:xfrm>
              <a:off x="7804206" y="2720530"/>
              <a:ext cx="20298" cy="18913"/>
            </a:xfrm>
            <a:custGeom>
              <a:avLst/>
              <a:pathLst>
                <a:path w="20298" h="18913">
                  <a:moveTo>
                    <a:pt x="10339" y="2759"/>
                  </a:moveTo>
                  <a:lnTo>
                    <a:pt x="12501" y="2904"/>
                  </a:lnTo>
                  <a:lnTo>
                    <a:pt x="12429" y="5517"/>
                  </a:lnTo>
                  <a:lnTo>
                    <a:pt x="20061" y="9020"/>
                  </a:lnTo>
                  <a:lnTo>
                    <a:pt x="15699" y="13029"/>
                  </a:lnTo>
                  <a:lnTo>
                    <a:pt x="17915" y="13365"/>
                  </a:lnTo>
                  <a:lnTo>
                    <a:pt x="20298" y="15667"/>
                  </a:lnTo>
                  <a:lnTo>
                    <a:pt x="19759" y="18367"/>
                  </a:lnTo>
                  <a:lnTo>
                    <a:pt x="18675" y="18179"/>
                  </a:lnTo>
                  <a:lnTo>
                    <a:pt x="16586" y="16951"/>
                  </a:lnTo>
                  <a:lnTo>
                    <a:pt x="13221" y="16798"/>
                  </a:lnTo>
                  <a:lnTo>
                    <a:pt x="12734" y="18521"/>
                  </a:lnTo>
                  <a:lnTo>
                    <a:pt x="10641" y="18389"/>
                  </a:lnTo>
                  <a:lnTo>
                    <a:pt x="5557" y="18913"/>
                  </a:lnTo>
                  <a:lnTo>
                    <a:pt x="5090" y="3873"/>
                  </a:lnTo>
                  <a:lnTo>
                    <a:pt x="2587" y="4749"/>
                  </a:lnTo>
                  <a:lnTo>
                    <a:pt x="0" y="2112"/>
                  </a:lnTo>
                  <a:lnTo>
                    <a:pt x="2212" y="0"/>
                  </a:lnTo>
                  <a:lnTo>
                    <a:pt x="8204" y="114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h5964"/>
            <p:cNvSpPr/>
            <p:nvPr/>
          </p:nvSpPr>
          <p:spPr>
            <a:xfrm>
              <a:off x="7824176" y="2774257"/>
              <a:ext cx="24234" cy="16851"/>
            </a:xfrm>
            <a:custGeom>
              <a:avLst/>
              <a:pathLst>
                <a:path w="24234" h="16851">
                  <a:moveTo>
                    <a:pt x="17766" y="5709"/>
                  </a:moveTo>
                  <a:lnTo>
                    <a:pt x="24234" y="5276"/>
                  </a:lnTo>
                  <a:lnTo>
                    <a:pt x="20477" y="16300"/>
                  </a:lnTo>
                  <a:lnTo>
                    <a:pt x="14471" y="16851"/>
                  </a:lnTo>
                  <a:lnTo>
                    <a:pt x="11488" y="16154"/>
                  </a:lnTo>
                  <a:lnTo>
                    <a:pt x="489" y="15689"/>
                  </a:lnTo>
                  <a:lnTo>
                    <a:pt x="0" y="14450"/>
                  </a:lnTo>
                  <a:lnTo>
                    <a:pt x="1145" y="12531"/>
                  </a:lnTo>
                  <a:lnTo>
                    <a:pt x="837" y="5761"/>
                  </a:lnTo>
                  <a:lnTo>
                    <a:pt x="3739" y="5844"/>
                  </a:lnTo>
                  <a:lnTo>
                    <a:pt x="7832" y="3108"/>
                  </a:lnTo>
                  <a:lnTo>
                    <a:pt x="8402" y="1027"/>
                  </a:lnTo>
                  <a:lnTo>
                    <a:pt x="9463" y="2127"/>
                  </a:lnTo>
                  <a:lnTo>
                    <a:pt x="13664" y="3748"/>
                  </a:lnTo>
                  <a:lnTo>
                    <a:pt x="14458" y="3390"/>
                  </a:lnTo>
                  <a:lnTo>
                    <a:pt x="1542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h5965"/>
            <p:cNvSpPr/>
            <p:nvPr/>
          </p:nvSpPr>
          <p:spPr>
            <a:xfrm>
              <a:off x="7802684" y="2684381"/>
              <a:ext cx="12289" cy="23404"/>
            </a:xfrm>
            <a:custGeom>
              <a:avLst/>
              <a:pathLst>
                <a:path w="12289" h="23404">
                  <a:moveTo>
                    <a:pt x="3527" y="790"/>
                  </a:moveTo>
                  <a:lnTo>
                    <a:pt x="3925" y="6015"/>
                  </a:lnTo>
                  <a:lnTo>
                    <a:pt x="7642" y="6784"/>
                  </a:lnTo>
                  <a:lnTo>
                    <a:pt x="9336" y="7942"/>
                  </a:lnTo>
                  <a:lnTo>
                    <a:pt x="10013" y="9707"/>
                  </a:lnTo>
                  <a:lnTo>
                    <a:pt x="9883" y="12828"/>
                  </a:lnTo>
                  <a:lnTo>
                    <a:pt x="12289" y="13339"/>
                  </a:lnTo>
                  <a:lnTo>
                    <a:pt x="8785" y="18008"/>
                  </a:lnTo>
                  <a:lnTo>
                    <a:pt x="10143" y="20130"/>
                  </a:lnTo>
                  <a:lnTo>
                    <a:pt x="6494" y="23404"/>
                  </a:lnTo>
                  <a:lnTo>
                    <a:pt x="7519" y="21534"/>
                  </a:lnTo>
                  <a:lnTo>
                    <a:pt x="7548" y="19256"/>
                  </a:lnTo>
                  <a:lnTo>
                    <a:pt x="3896" y="17237"/>
                  </a:lnTo>
                  <a:lnTo>
                    <a:pt x="2379" y="17112"/>
                  </a:lnTo>
                  <a:lnTo>
                    <a:pt x="1559" y="7423"/>
                  </a:lnTo>
                  <a:lnTo>
                    <a:pt x="0" y="368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h5966"/>
            <p:cNvSpPr/>
            <p:nvPr/>
          </p:nvSpPr>
          <p:spPr>
            <a:xfrm>
              <a:off x="7818791" y="2791469"/>
              <a:ext cx="9725" cy="15344"/>
            </a:xfrm>
            <a:custGeom>
              <a:avLst/>
              <a:pathLst>
                <a:path w="9725" h="15344">
                  <a:moveTo>
                    <a:pt x="3008" y="0"/>
                  </a:moveTo>
                  <a:lnTo>
                    <a:pt x="4733" y="1659"/>
                  </a:lnTo>
                  <a:lnTo>
                    <a:pt x="5978" y="1692"/>
                  </a:lnTo>
                  <a:lnTo>
                    <a:pt x="8128" y="3033"/>
                  </a:lnTo>
                  <a:lnTo>
                    <a:pt x="9612" y="4772"/>
                  </a:lnTo>
                  <a:lnTo>
                    <a:pt x="9725" y="7059"/>
                  </a:lnTo>
                  <a:lnTo>
                    <a:pt x="2896" y="15344"/>
                  </a:lnTo>
                  <a:lnTo>
                    <a:pt x="2314" y="15251"/>
                  </a:lnTo>
                  <a:lnTo>
                    <a:pt x="0" y="15123"/>
                  </a:lnTo>
                  <a:lnTo>
                    <a:pt x="372" y="9256"/>
                  </a:lnTo>
                  <a:lnTo>
                    <a:pt x="2163" y="4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h5967"/>
            <p:cNvSpPr/>
            <p:nvPr/>
          </p:nvSpPr>
          <p:spPr>
            <a:xfrm>
              <a:off x="7898349" y="2772016"/>
              <a:ext cx="30636" cy="40486"/>
            </a:xfrm>
            <a:custGeom>
              <a:avLst/>
              <a:pathLst>
                <a:path w="30636" h="40486">
                  <a:moveTo>
                    <a:pt x="23570" y="735"/>
                  </a:moveTo>
                  <a:lnTo>
                    <a:pt x="23172" y="8151"/>
                  </a:lnTo>
                  <a:lnTo>
                    <a:pt x="26430" y="7903"/>
                  </a:lnTo>
                  <a:lnTo>
                    <a:pt x="28278" y="8470"/>
                  </a:lnTo>
                  <a:lnTo>
                    <a:pt x="29496" y="11785"/>
                  </a:lnTo>
                  <a:lnTo>
                    <a:pt x="29796" y="18297"/>
                  </a:lnTo>
                  <a:lnTo>
                    <a:pt x="30636" y="19725"/>
                  </a:lnTo>
                  <a:lnTo>
                    <a:pt x="29342" y="20627"/>
                  </a:lnTo>
                  <a:lnTo>
                    <a:pt x="26118" y="20314"/>
                  </a:lnTo>
                  <a:lnTo>
                    <a:pt x="18074" y="26552"/>
                  </a:lnTo>
                  <a:lnTo>
                    <a:pt x="20066" y="26633"/>
                  </a:lnTo>
                  <a:lnTo>
                    <a:pt x="19998" y="32222"/>
                  </a:lnTo>
                  <a:lnTo>
                    <a:pt x="12216" y="32394"/>
                  </a:lnTo>
                  <a:lnTo>
                    <a:pt x="5452" y="36341"/>
                  </a:lnTo>
                  <a:lnTo>
                    <a:pt x="108" y="40486"/>
                  </a:lnTo>
                  <a:lnTo>
                    <a:pt x="0" y="38693"/>
                  </a:lnTo>
                  <a:lnTo>
                    <a:pt x="1495" y="35929"/>
                  </a:lnTo>
                  <a:lnTo>
                    <a:pt x="4788" y="36316"/>
                  </a:lnTo>
                  <a:lnTo>
                    <a:pt x="4645" y="28821"/>
                  </a:lnTo>
                  <a:lnTo>
                    <a:pt x="7609" y="29031"/>
                  </a:lnTo>
                  <a:lnTo>
                    <a:pt x="7647" y="26972"/>
                  </a:lnTo>
                  <a:lnTo>
                    <a:pt x="8808" y="25984"/>
                  </a:lnTo>
                  <a:lnTo>
                    <a:pt x="8147" y="20714"/>
                  </a:lnTo>
                  <a:lnTo>
                    <a:pt x="10555" y="20403"/>
                  </a:lnTo>
                  <a:lnTo>
                    <a:pt x="10798" y="16055"/>
                  </a:lnTo>
                  <a:lnTo>
                    <a:pt x="10829" y="13122"/>
                  </a:lnTo>
                  <a:lnTo>
                    <a:pt x="8009" y="12684"/>
                  </a:lnTo>
                  <a:lnTo>
                    <a:pt x="8030" y="1271"/>
                  </a:lnTo>
                  <a:lnTo>
                    <a:pt x="14730" y="1456"/>
                  </a:lnTo>
                  <a:lnTo>
                    <a:pt x="1580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h5968"/>
            <p:cNvSpPr/>
            <p:nvPr/>
          </p:nvSpPr>
          <p:spPr>
            <a:xfrm>
              <a:off x="7702647" y="2750614"/>
              <a:ext cx="45313" cy="36028"/>
            </a:xfrm>
            <a:custGeom>
              <a:avLst/>
              <a:pathLst>
                <a:path w="45313" h="36028">
                  <a:moveTo>
                    <a:pt x="6175" y="14424"/>
                  </a:moveTo>
                  <a:lnTo>
                    <a:pt x="7871" y="14194"/>
                  </a:lnTo>
                  <a:lnTo>
                    <a:pt x="8220" y="11657"/>
                  </a:lnTo>
                  <a:lnTo>
                    <a:pt x="7226" y="11506"/>
                  </a:lnTo>
                  <a:lnTo>
                    <a:pt x="6757" y="4282"/>
                  </a:lnTo>
                  <a:lnTo>
                    <a:pt x="18395" y="10530"/>
                  </a:lnTo>
                  <a:lnTo>
                    <a:pt x="21912" y="15006"/>
                  </a:lnTo>
                  <a:lnTo>
                    <a:pt x="22630" y="17297"/>
                  </a:lnTo>
                  <a:lnTo>
                    <a:pt x="25729" y="18093"/>
                  </a:lnTo>
                  <a:lnTo>
                    <a:pt x="26934" y="16782"/>
                  </a:lnTo>
                  <a:lnTo>
                    <a:pt x="30824" y="16431"/>
                  </a:lnTo>
                  <a:lnTo>
                    <a:pt x="32048" y="17348"/>
                  </a:lnTo>
                  <a:lnTo>
                    <a:pt x="32040" y="20218"/>
                  </a:lnTo>
                  <a:lnTo>
                    <a:pt x="38468" y="20240"/>
                  </a:lnTo>
                  <a:lnTo>
                    <a:pt x="37298" y="24898"/>
                  </a:lnTo>
                  <a:lnTo>
                    <a:pt x="40848" y="26613"/>
                  </a:lnTo>
                  <a:lnTo>
                    <a:pt x="40949" y="22268"/>
                  </a:lnTo>
                  <a:lnTo>
                    <a:pt x="42245" y="22424"/>
                  </a:lnTo>
                  <a:lnTo>
                    <a:pt x="45313" y="24926"/>
                  </a:lnTo>
                  <a:lnTo>
                    <a:pt x="44714" y="27799"/>
                  </a:lnTo>
                  <a:lnTo>
                    <a:pt x="43006" y="29129"/>
                  </a:lnTo>
                  <a:lnTo>
                    <a:pt x="38281" y="35717"/>
                  </a:lnTo>
                  <a:lnTo>
                    <a:pt x="34506" y="36028"/>
                  </a:lnTo>
                  <a:lnTo>
                    <a:pt x="19170" y="31897"/>
                  </a:lnTo>
                  <a:lnTo>
                    <a:pt x="19862" y="26026"/>
                  </a:lnTo>
                  <a:lnTo>
                    <a:pt x="19012" y="23183"/>
                  </a:lnTo>
                  <a:lnTo>
                    <a:pt x="7193" y="24419"/>
                  </a:lnTo>
                  <a:lnTo>
                    <a:pt x="6414" y="23004"/>
                  </a:lnTo>
                  <a:lnTo>
                    <a:pt x="1312" y="23193"/>
                  </a:lnTo>
                  <a:lnTo>
                    <a:pt x="0" y="414"/>
                  </a:lnTo>
                  <a:lnTo>
                    <a:pt x="510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h5969"/>
            <p:cNvSpPr/>
            <p:nvPr/>
          </p:nvSpPr>
          <p:spPr>
            <a:xfrm>
              <a:off x="7799820" y="2779534"/>
              <a:ext cx="59917" cy="103029"/>
            </a:xfrm>
            <a:custGeom>
              <a:avLst/>
              <a:pathLst>
                <a:path w="59917" h="103029">
                  <a:moveTo>
                    <a:pt x="50342" y="1662"/>
                  </a:moveTo>
                  <a:lnTo>
                    <a:pt x="50603" y="4032"/>
                  </a:lnTo>
                  <a:lnTo>
                    <a:pt x="52607" y="5330"/>
                  </a:lnTo>
                  <a:lnTo>
                    <a:pt x="51955" y="11459"/>
                  </a:lnTo>
                  <a:lnTo>
                    <a:pt x="52761" y="17552"/>
                  </a:lnTo>
                  <a:lnTo>
                    <a:pt x="51436" y="17582"/>
                  </a:lnTo>
                  <a:lnTo>
                    <a:pt x="51555" y="14209"/>
                  </a:lnTo>
                  <a:lnTo>
                    <a:pt x="47227" y="13930"/>
                  </a:lnTo>
                  <a:lnTo>
                    <a:pt x="45403" y="15707"/>
                  </a:lnTo>
                  <a:lnTo>
                    <a:pt x="43871" y="21968"/>
                  </a:lnTo>
                  <a:lnTo>
                    <a:pt x="41686" y="22991"/>
                  </a:lnTo>
                  <a:lnTo>
                    <a:pt x="41641" y="25001"/>
                  </a:lnTo>
                  <a:lnTo>
                    <a:pt x="44403" y="26518"/>
                  </a:lnTo>
                  <a:lnTo>
                    <a:pt x="45241" y="24048"/>
                  </a:lnTo>
                  <a:lnTo>
                    <a:pt x="46114" y="24129"/>
                  </a:lnTo>
                  <a:lnTo>
                    <a:pt x="47568" y="27229"/>
                  </a:lnTo>
                  <a:lnTo>
                    <a:pt x="47543" y="31273"/>
                  </a:lnTo>
                  <a:lnTo>
                    <a:pt x="45911" y="35147"/>
                  </a:lnTo>
                  <a:lnTo>
                    <a:pt x="47897" y="37149"/>
                  </a:lnTo>
                  <a:lnTo>
                    <a:pt x="50697" y="48252"/>
                  </a:lnTo>
                  <a:lnTo>
                    <a:pt x="53971" y="55150"/>
                  </a:lnTo>
                  <a:lnTo>
                    <a:pt x="52908" y="66119"/>
                  </a:lnTo>
                  <a:lnTo>
                    <a:pt x="50301" y="65978"/>
                  </a:lnTo>
                  <a:lnTo>
                    <a:pt x="50903" y="74202"/>
                  </a:lnTo>
                  <a:lnTo>
                    <a:pt x="58860" y="79518"/>
                  </a:lnTo>
                  <a:lnTo>
                    <a:pt x="59917" y="83825"/>
                  </a:lnTo>
                  <a:lnTo>
                    <a:pt x="54294" y="83229"/>
                  </a:lnTo>
                  <a:lnTo>
                    <a:pt x="54091" y="93864"/>
                  </a:lnTo>
                  <a:lnTo>
                    <a:pt x="56953" y="93880"/>
                  </a:lnTo>
                  <a:lnTo>
                    <a:pt x="57203" y="97444"/>
                  </a:lnTo>
                  <a:lnTo>
                    <a:pt x="52662" y="97984"/>
                  </a:lnTo>
                  <a:lnTo>
                    <a:pt x="52587" y="91277"/>
                  </a:lnTo>
                  <a:lnTo>
                    <a:pt x="47533" y="90940"/>
                  </a:lnTo>
                  <a:lnTo>
                    <a:pt x="43828" y="92150"/>
                  </a:lnTo>
                  <a:lnTo>
                    <a:pt x="44504" y="95514"/>
                  </a:lnTo>
                  <a:lnTo>
                    <a:pt x="36446" y="103029"/>
                  </a:lnTo>
                  <a:lnTo>
                    <a:pt x="22384" y="92531"/>
                  </a:lnTo>
                  <a:lnTo>
                    <a:pt x="17869" y="87072"/>
                  </a:lnTo>
                  <a:lnTo>
                    <a:pt x="15583" y="87057"/>
                  </a:lnTo>
                  <a:lnTo>
                    <a:pt x="14467" y="85852"/>
                  </a:lnTo>
                  <a:lnTo>
                    <a:pt x="12521" y="82296"/>
                  </a:lnTo>
                  <a:lnTo>
                    <a:pt x="13943" y="82361"/>
                  </a:lnTo>
                  <a:lnTo>
                    <a:pt x="13989" y="78702"/>
                  </a:lnTo>
                  <a:lnTo>
                    <a:pt x="8356" y="78677"/>
                  </a:lnTo>
                  <a:lnTo>
                    <a:pt x="396" y="67553"/>
                  </a:lnTo>
                  <a:lnTo>
                    <a:pt x="0" y="62085"/>
                  </a:lnTo>
                  <a:lnTo>
                    <a:pt x="4751" y="52109"/>
                  </a:lnTo>
                  <a:lnTo>
                    <a:pt x="8044" y="47273"/>
                  </a:lnTo>
                  <a:lnTo>
                    <a:pt x="21464" y="47814"/>
                  </a:lnTo>
                  <a:lnTo>
                    <a:pt x="23069" y="47074"/>
                  </a:lnTo>
                  <a:lnTo>
                    <a:pt x="22963" y="43706"/>
                  </a:lnTo>
                  <a:lnTo>
                    <a:pt x="19912" y="41639"/>
                  </a:lnTo>
                  <a:lnTo>
                    <a:pt x="16429" y="40873"/>
                  </a:lnTo>
                  <a:lnTo>
                    <a:pt x="16174" y="35916"/>
                  </a:lnTo>
                  <a:lnTo>
                    <a:pt x="16663" y="34585"/>
                  </a:lnTo>
                  <a:lnTo>
                    <a:pt x="17820" y="34700"/>
                  </a:lnTo>
                  <a:lnTo>
                    <a:pt x="19244" y="37998"/>
                  </a:lnTo>
                  <a:lnTo>
                    <a:pt x="21637" y="38249"/>
                  </a:lnTo>
                  <a:lnTo>
                    <a:pt x="22865" y="37411"/>
                  </a:lnTo>
                  <a:lnTo>
                    <a:pt x="22386" y="34484"/>
                  </a:lnTo>
                  <a:lnTo>
                    <a:pt x="18204" y="33766"/>
                  </a:lnTo>
                  <a:lnTo>
                    <a:pt x="16017" y="32086"/>
                  </a:lnTo>
                  <a:lnTo>
                    <a:pt x="16596" y="30306"/>
                  </a:lnTo>
                  <a:lnTo>
                    <a:pt x="18042" y="29116"/>
                  </a:lnTo>
                  <a:lnTo>
                    <a:pt x="21212" y="29146"/>
                  </a:lnTo>
                  <a:lnTo>
                    <a:pt x="21285" y="27186"/>
                  </a:lnTo>
                  <a:lnTo>
                    <a:pt x="21867" y="27280"/>
                  </a:lnTo>
                  <a:lnTo>
                    <a:pt x="28695" y="18994"/>
                  </a:lnTo>
                  <a:lnTo>
                    <a:pt x="28583" y="16708"/>
                  </a:lnTo>
                  <a:lnTo>
                    <a:pt x="27099" y="14968"/>
                  </a:lnTo>
                  <a:lnTo>
                    <a:pt x="24949" y="13628"/>
                  </a:lnTo>
                  <a:lnTo>
                    <a:pt x="23703" y="13594"/>
                  </a:lnTo>
                  <a:lnTo>
                    <a:pt x="21978" y="11935"/>
                  </a:lnTo>
                  <a:lnTo>
                    <a:pt x="24845" y="10413"/>
                  </a:lnTo>
                  <a:lnTo>
                    <a:pt x="35844" y="10878"/>
                  </a:lnTo>
                  <a:lnTo>
                    <a:pt x="38827" y="11575"/>
                  </a:lnTo>
                  <a:lnTo>
                    <a:pt x="44834" y="11024"/>
                  </a:lnTo>
                  <a:lnTo>
                    <a:pt x="4859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h5970"/>
            <p:cNvSpPr/>
            <p:nvPr/>
          </p:nvSpPr>
          <p:spPr>
            <a:xfrm>
              <a:off x="7503995" y="2635607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h5971"/>
            <p:cNvSpPr/>
            <p:nvPr/>
          </p:nvSpPr>
          <p:spPr>
            <a:xfrm>
              <a:off x="7578448" y="2597842"/>
              <a:ext cx="159" cy="95"/>
            </a:xfrm>
            <a:custGeom>
              <a:avLst/>
              <a:pathLst>
                <a:path w="159" h="95">
                  <a:moveTo>
                    <a:pt x="0" y="95"/>
                  </a:moveTo>
                  <a:lnTo>
                    <a:pt x="15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h5972"/>
            <p:cNvSpPr/>
            <p:nvPr/>
          </p:nvSpPr>
          <p:spPr>
            <a:xfrm>
              <a:off x="7578831" y="2597207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h5973"/>
            <p:cNvSpPr/>
            <p:nvPr/>
          </p:nvSpPr>
          <p:spPr>
            <a:xfrm>
              <a:off x="7575984" y="2597225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h5974"/>
            <p:cNvSpPr/>
            <p:nvPr/>
          </p:nvSpPr>
          <p:spPr>
            <a:xfrm>
              <a:off x="7576392" y="2597183"/>
              <a:ext cx="1" cy="166"/>
            </a:xfrm>
            <a:custGeom>
              <a:avLst/>
              <a:pathLst>
                <a:path w="1" h="166">
                  <a:moveTo>
                    <a:pt x="0" y="0"/>
                  </a:moveTo>
                  <a:lnTo>
                    <a:pt x="1" y="16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h5975"/>
            <p:cNvSpPr/>
            <p:nvPr/>
          </p:nvSpPr>
          <p:spPr>
            <a:xfrm>
              <a:off x="7578110" y="2596531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h5976"/>
            <p:cNvSpPr/>
            <p:nvPr/>
          </p:nvSpPr>
          <p:spPr>
            <a:xfrm>
              <a:off x="7751486" y="2536282"/>
              <a:ext cx="2812" cy="2875"/>
            </a:xfrm>
            <a:custGeom>
              <a:avLst/>
              <a:pathLst>
                <a:path w="2812" h="2875">
                  <a:moveTo>
                    <a:pt x="2812" y="2875"/>
                  </a:moveTo>
                  <a:lnTo>
                    <a:pt x="0" y="883"/>
                  </a:lnTo>
                  <a:lnTo>
                    <a:pt x="1081" y="0"/>
                  </a:lnTo>
                  <a:lnTo>
                    <a:pt x="1533" y="130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h5977"/>
            <p:cNvSpPr/>
            <p:nvPr/>
          </p:nvSpPr>
          <p:spPr>
            <a:xfrm>
              <a:off x="7754073" y="2536435"/>
              <a:ext cx="342" cy="471"/>
            </a:xfrm>
            <a:custGeom>
              <a:avLst/>
              <a:pathLst>
                <a:path w="342" h="471">
                  <a:moveTo>
                    <a:pt x="342" y="471"/>
                  </a:moveTo>
                  <a:lnTo>
                    <a:pt x="0" y="442"/>
                  </a:lnTo>
                  <a:lnTo>
                    <a:pt x="9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h5978"/>
            <p:cNvSpPr/>
            <p:nvPr/>
          </p:nvSpPr>
          <p:spPr>
            <a:xfrm>
              <a:off x="7754683" y="2534822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h5979"/>
            <p:cNvSpPr/>
            <p:nvPr/>
          </p:nvSpPr>
          <p:spPr>
            <a:xfrm>
              <a:off x="7751615" y="2530188"/>
              <a:ext cx="1525" cy="356"/>
            </a:xfrm>
            <a:custGeom>
              <a:avLst/>
              <a:pathLst>
                <a:path w="1525" h="356">
                  <a:moveTo>
                    <a:pt x="0" y="146"/>
                  </a:moveTo>
                  <a:lnTo>
                    <a:pt x="1525" y="0"/>
                  </a:lnTo>
                  <a:lnTo>
                    <a:pt x="215" y="35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h5980"/>
            <p:cNvSpPr/>
            <p:nvPr/>
          </p:nvSpPr>
          <p:spPr>
            <a:xfrm>
              <a:off x="7751330" y="2529877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h5981"/>
            <p:cNvSpPr/>
            <p:nvPr/>
          </p:nvSpPr>
          <p:spPr>
            <a:xfrm>
              <a:off x="7753234" y="2530158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h5982"/>
            <p:cNvSpPr/>
            <p:nvPr/>
          </p:nvSpPr>
          <p:spPr>
            <a:xfrm>
              <a:off x="7751641" y="2529595"/>
              <a:ext cx="209" cy="445"/>
            </a:xfrm>
            <a:custGeom>
              <a:avLst/>
              <a:pathLst>
                <a:path w="209" h="445">
                  <a:moveTo>
                    <a:pt x="69" y="0"/>
                  </a:moveTo>
                  <a:lnTo>
                    <a:pt x="209" y="445"/>
                  </a:lnTo>
                  <a:lnTo>
                    <a:pt x="0" y="21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h5983"/>
            <p:cNvSpPr/>
            <p:nvPr/>
          </p:nvSpPr>
          <p:spPr>
            <a:xfrm>
              <a:off x="7751986" y="2529160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h5984"/>
            <p:cNvSpPr/>
            <p:nvPr/>
          </p:nvSpPr>
          <p:spPr>
            <a:xfrm>
              <a:off x="7753798" y="2527746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h5985"/>
            <p:cNvSpPr/>
            <p:nvPr/>
          </p:nvSpPr>
          <p:spPr>
            <a:xfrm>
              <a:off x="7752927" y="2527996"/>
              <a:ext cx="205" cy="505"/>
            </a:xfrm>
            <a:custGeom>
              <a:avLst/>
              <a:pathLst>
                <a:path w="205" h="505">
                  <a:moveTo>
                    <a:pt x="205" y="0"/>
                  </a:moveTo>
                  <a:lnTo>
                    <a:pt x="124" y="286"/>
                  </a:lnTo>
                  <a:lnTo>
                    <a:pt x="0" y="50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h5986"/>
            <p:cNvSpPr/>
            <p:nvPr/>
          </p:nvSpPr>
          <p:spPr>
            <a:xfrm>
              <a:off x="7753359" y="2527829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h5987"/>
            <p:cNvSpPr/>
            <p:nvPr/>
          </p:nvSpPr>
          <p:spPr>
            <a:xfrm>
              <a:off x="7757294" y="2545122"/>
              <a:ext cx="868" cy="1112"/>
            </a:xfrm>
            <a:custGeom>
              <a:avLst/>
              <a:pathLst>
                <a:path w="868" h="1112">
                  <a:moveTo>
                    <a:pt x="868" y="11"/>
                  </a:moveTo>
                  <a:lnTo>
                    <a:pt x="821" y="11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h5988"/>
            <p:cNvSpPr/>
            <p:nvPr/>
          </p:nvSpPr>
          <p:spPr>
            <a:xfrm>
              <a:off x="7756677" y="2544739"/>
              <a:ext cx="885" cy="585"/>
            </a:xfrm>
            <a:custGeom>
              <a:avLst/>
              <a:pathLst>
                <a:path w="885" h="585">
                  <a:moveTo>
                    <a:pt x="485" y="585"/>
                  </a:moveTo>
                  <a:lnTo>
                    <a:pt x="0" y="385"/>
                  </a:lnTo>
                  <a:lnTo>
                    <a:pt x="885" y="0"/>
                  </a:lnTo>
                  <a:lnTo>
                    <a:pt x="513" y="18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h5989"/>
            <p:cNvSpPr/>
            <p:nvPr/>
          </p:nvSpPr>
          <p:spPr>
            <a:xfrm>
              <a:off x="7757764" y="2544321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h5990"/>
            <p:cNvSpPr/>
            <p:nvPr/>
          </p:nvSpPr>
          <p:spPr>
            <a:xfrm>
              <a:off x="7754621" y="2539416"/>
              <a:ext cx="1666" cy="3464"/>
            </a:xfrm>
            <a:custGeom>
              <a:avLst/>
              <a:pathLst>
                <a:path w="1666" h="3464">
                  <a:moveTo>
                    <a:pt x="1165" y="2204"/>
                  </a:moveTo>
                  <a:lnTo>
                    <a:pt x="1666" y="3464"/>
                  </a:lnTo>
                  <a:lnTo>
                    <a:pt x="0" y="1690"/>
                  </a:lnTo>
                  <a:lnTo>
                    <a:pt x="266" y="0"/>
                  </a:lnTo>
                  <a:lnTo>
                    <a:pt x="1194" y="96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h5991"/>
            <p:cNvSpPr/>
            <p:nvPr/>
          </p:nvSpPr>
          <p:spPr>
            <a:xfrm>
              <a:off x="7756242" y="2540288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h5992"/>
            <p:cNvSpPr/>
            <p:nvPr/>
          </p:nvSpPr>
          <p:spPr>
            <a:xfrm>
              <a:off x="7755297" y="2539041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h5993"/>
            <p:cNvSpPr/>
            <p:nvPr/>
          </p:nvSpPr>
          <p:spPr>
            <a:xfrm>
              <a:off x="7754954" y="2538142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h5994"/>
            <p:cNvSpPr/>
            <p:nvPr/>
          </p:nvSpPr>
          <p:spPr>
            <a:xfrm>
              <a:off x="7756869" y="2537191"/>
              <a:ext cx="1260" cy="1215"/>
            </a:xfrm>
            <a:custGeom>
              <a:avLst/>
              <a:pathLst>
                <a:path w="1260" h="1215">
                  <a:moveTo>
                    <a:pt x="1260" y="44"/>
                  </a:moveTo>
                  <a:lnTo>
                    <a:pt x="927" y="1215"/>
                  </a:ln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h5995"/>
            <p:cNvSpPr/>
            <p:nvPr/>
          </p:nvSpPr>
          <p:spPr>
            <a:xfrm>
              <a:off x="7756425" y="2535956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h5996"/>
            <p:cNvSpPr/>
            <p:nvPr/>
          </p:nvSpPr>
          <p:spPr>
            <a:xfrm>
              <a:off x="7755219" y="2535289"/>
              <a:ext cx="778" cy="1477"/>
            </a:xfrm>
            <a:custGeom>
              <a:avLst/>
              <a:pathLst>
                <a:path w="778" h="1477">
                  <a:moveTo>
                    <a:pt x="0" y="1477"/>
                  </a:moveTo>
                  <a:lnTo>
                    <a:pt x="685" y="0"/>
                  </a:lnTo>
                  <a:lnTo>
                    <a:pt x="778" y="53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h5997"/>
            <p:cNvSpPr/>
            <p:nvPr/>
          </p:nvSpPr>
          <p:spPr>
            <a:xfrm>
              <a:off x="7756735" y="2535266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h5998"/>
            <p:cNvSpPr/>
            <p:nvPr/>
          </p:nvSpPr>
          <p:spPr>
            <a:xfrm>
              <a:off x="7756078" y="2534057"/>
              <a:ext cx="468" cy="743"/>
            </a:xfrm>
            <a:custGeom>
              <a:avLst/>
              <a:pathLst>
                <a:path w="468" h="743">
                  <a:moveTo>
                    <a:pt x="0" y="0"/>
                  </a:moveTo>
                  <a:lnTo>
                    <a:pt x="468" y="743"/>
                  </a:lnTo>
                  <a:lnTo>
                    <a:pt x="101" y="67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h5999"/>
            <p:cNvSpPr/>
            <p:nvPr/>
          </p:nvSpPr>
          <p:spPr>
            <a:xfrm>
              <a:off x="7754830" y="2534138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h6000"/>
            <p:cNvSpPr/>
            <p:nvPr/>
          </p:nvSpPr>
          <p:spPr>
            <a:xfrm>
              <a:off x="7756078" y="2533620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h6001"/>
            <p:cNvSpPr/>
            <p:nvPr/>
          </p:nvSpPr>
          <p:spPr>
            <a:xfrm>
              <a:off x="7755710" y="2532809"/>
              <a:ext cx="324" cy="464"/>
            </a:xfrm>
            <a:custGeom>
              <a:avLst/>
              <a:pathLst>
                <a:path w="324" h="464">
                  <a:moveTo>
                    <a:pt x="324" y="224"/>
                  </a:moveTo>
                  <a:lnTo>
                    <a:pt x="99" y="4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h6002"/>
            <p:cNvSpPr/>
            <p:nvPr/>
          </p:nvSpPr>
          <p:spPr>
            <a:xfrm>
              <a:off x="7755899" y="2532548"/>
              <a:ext cx="531" cy="501"/>
            </a:xfrm>
            <a:custGeom>
              <a:avLst/>
              <a:pathLst>
                <a:path w="531" h="501">
                  <a:moveTo>
                    <a:pt x="0" y="0"/>
                  </a:moveTo>
                  <a:lnTo>
                    <a:pt x="531" y="175"/>
                  </a:lnTo>
                  <a:lnTo>
                    <a:pt x="454" y="50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h6003"/>
            <p:cNvSpPr/>
            <p:nvPr/>
          </p:nvSpPr>
          <p:spPr>
            <a:xfrm>
              <a:off x="7755382" y="2675041"/>
              <a:ext cx="41080" cy="22969"/>
            </a:xfrm>
            <a:custGeom>
              <a:avLst/>
              <a:pathLst>
                <a:path w="41080" h="22969">
                  <a:moveTo>
                    <a:pt x="33540" y="18042"/>
                  </a:moveTo>
                  <a:lnTo>
                    <a:pt x="30447" y="19897"/>
                  </a:lnTo>
                  <a:lnTo>
                    <a:pt x="28163" y="19425"/>
                  </a:lnTo>
                  <a:lnTo>
                    <a:pt x="21195" y="21654"/>
                  </a:lnTo>
                  <a:lnTo>
                    <a:pt x="15727" y="18237"/>
                  </a:lnTo>
                  <a:lnTo>
                    <a:pt x="12449" y="18197"/>
                  </a:lnTo>
                  <a:lnTo>
                    <a:pt x="9611" y="19878"/>
                  </a:lnTo>
                  <a:lnTo>
                    <a:pt x="7966" y="22969"/>
                  </a:lnTo>
                  <a:lnTo>
                    <a:pt x="4986" y="17074"/>
                  </a:lnTo>
                  <a:lnTo>
                    <a:pt x="3938" y="21716"/>
                  </a:lnTo>
                  <a:lnTo>
                    <a:pt x="562" y="20628"/>
                  </a:lnTo>
                  <a:lnTo>
                    <a:pt x="0" y="12542"/>
                  </a:lnTo>
                  <a:lnTo>
                    <a:pt x="21688" y="5151"/>
                  </a:lnTo>
                  <a:lnTo>
                    <a:pt x="41080" y="0"/>
                  </a:lnTo>
                  <a:lnTo>
                    <a:pt x="39554" y="563"/>
                  </a:lnTo>
                  <a:lnTo>
                    <a:pt x="38781" y="9508"/>
                  </a:lnTo>
                  <a:lnTo>
                    <a:pt x="39762" y="17445"/>
                  </a:lnTo>
                  <a:lnTo>
                    <a:pt x="38577" y="16744"/>
                  </a:lnTo>
                  <a:lnTo>
                    <a:pt x="33624" y="1630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h6004"/>
            <p:cNvSpPr/>
            <p:nvPr/>
          </p:nvSpPr>
          <p:spPr>
            <a:xfrm>
              <a:off x="7765048" y="2551762"/>
              <a:ext cx="866" cy="646"/>
            </a:xfrm>
            <a:custGeom>
              <a:avLst/>
              <a:pathLst>
                <a:path w="866" h="646">
                  <a:moveTo>
                    <a:pt x="654" y="462"/>
                  </a:moveTo>
                  <a:lnTo>
                    <a:pt x="0" y="646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h6005"/>
            <p:cNvSpPr/>
            <p:nvPr/>
          </p:nvSpPr>
          <p:spPr>
            <a:xfrm>
              <a:off x="7766088" y="2551877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h6006"/>
            <p:cNvSpPr/>
            <p:nvPr/>
          </p:nvSpPr>
          <p:spPr>
            <a:xfrm>
              <a:off x="7764245" y="2550903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h6007"/>
            <p:cNvSpPr/>
            <p:nvPr/>
          </p:nvSpPr>
          <p:spPr>
            <a:xfrm>
              <a:off x="7765661" y="2550869"/>
              <a:ext cx="39" cy="137"/>
            </a:xfrm>
            <a:custGeom>
              <a:avLst/>
              <a:pathLst>
                <a:path w="39" h="137">
                  <a:moveTo>
                    <a:pt x="0" y="137"/>
                  </a:moveTo>
                  <a:lnTo>
                    <a:pt x="3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h6008"/>
            <p:cNvSpPr/>
            <p:nvPr/>
          </p:nvSpPr>
          <p:spPr>
            <a:xfrm>
              <a:off x="7764155" y="2550600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h6009"/>
            <p:cNvSpPr/>
            <p:nvPr/>
          </p:nvSpPr>
          <p:spPr>
            <a:xfrm>
              <a:off x="7764202" y="2549837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h6010"/>
            <p:cNvSpPr/>
            <p:nvPr/>
          </p:nvSpPr>
          <p:spPr>
            <a:xfrm>
              <a:off x="7764627" y="2549767"/>
              <a:ext cx="152" cy="241"/>
            </a:xfrm>
            <a:custGeom>
              <a:avLst/>
              <a:pathLst>
                <a:path w="152" h="241">
                  <a:moveTo>
                    <a:pt x="152" y="241"/>
                  </a:moveTo>
                  <a:lnTo>
                    <a:pt x="0" y="198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h6011"/>
            <p:cNvSpPr/>
            <p:nvPr/>
          </p:nvSpPr>
          <p:spPr>
            <a:xfrm>
              <a:off x="7758383" y="2545755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h6012"/>
            <p:cNvSpPr/>
            <p:nvPr/>
          </p:nvSpPr>
          <p:spPr>
            <a:xfrm>
              <a:off x="7759404" y="254579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h6013"/>
            <p:cNvSpPr/>
            <p:nvPr/>
          </p:nvSpPr>
          <p:spPr>
            <a:xfrm>
              <a:off x="7759320" y="2545245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h6014"/>
            <p:cNvSpPr/>
            <p:nvPr/>
          </p:nvSpPr>
          <p:spPr>
            <a:xfrm>
              <a:off x="7758375" y="2544044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h6015"/>
            <p:cNvSpPr/>
            <p:nvPr/>
          </p:nvSpPr>
          <p:spPr>
            <a:xfrm>
              <a:off x="7758579" y="2543691"/>
              <a:ext cx="267" cy="253"/>
            </a:xfrm>
            <a:custGeom>
              <a:avLst/>
              <a:pathLst>
                <a:path w="267" h="253">
                  <a:moveTo>
                    <a:pt x="239" y="253"/>
                  </a:moveTo>
                  <a:lnTo>
                    <a:pt x="0" y="0"/>
                  </a:lnTo>
                  <a:lnTo>
                    <a:pt x="267" y="2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h6016"/>
            <p:cNvSpPr/>
            <p:nvPr/>
          </p:nvSpPr>
          <p:spPr>
            <a:xfrm>
              <a:off x="7750130" y="2527890"/>
              <a:ext cx="21191" cy="24684"/>
            </a:xfrm>
            <a:custGeom>
              <a:avLst/>
              <a:pathLst>
                <a:path w="21191" h="24684">
                  <a:moveTo>
                    <a:pt x="16463" y="24684"/>
                  </a:move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lnTo>
                    <a:pt x="3537" y="7382"/>
                  </a:ln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h6017"/>
            <p:cNvSpPr/>
            <p:nvPr/>
          </p:nvSpPr>
          <p:spPr>
            <a:xfrm>
              <a:off x="7758505" y="2535940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h6018"/>
            <p:cNvSpPr/>
            <p:nvPr/>
          </p:nvSpPr>
          <p:spPr>
            <a:xfrm>
              <a:off x="7841462" y="2784864"/>
              <a:ext cx="19821" cy="26068"/>
            </a:xfrm>
            <a:custGeom>
              <a:avLst/>
              <a:pathLst>
                <a:path w="19821" h="26068">
                  <a:moveTo>
                    <a:pt x="15887" y="2264"/>
                  </a:moveTo>
                  <a:lnTo>
                    <a:pt x="19527" y="1765"/>
                  </a:lnTo>
                  <a:lnTo>
                    <a:pt x="19821" y="6987"/>
                  </a:lnTo>
                  <a:lnTo>
                    <a:pt x="19097" y="12098"/>
                  </a:lnTo>
                  <a:lnTo>
                    <a:pt x="16714" y="13737"/>
                  </a:lnTo>
                  <a:lnTo>
                    <a:pt x="12917" y="23657"/>
                  </a:lnTo>
                  <a:lnTo>
                    <a:pt x="11900" y="23629"/>
                  </a:lnTo>
                  <a:lnTo>
                    <a:pt x="10050" y="23002"/>
                  </a:lnTo>
                  <a:lnTo>
                    <a:pt x="9904" y="26068"/>
                  </a:lnTo>
                  <a:lnTo>
                    <a:pt x="5901" y="25942"/>
                  </a:lnTo>
                  <a:lnTo>
                    <a:pt x="5926" y="21899"/>
                  </a:lnTo>
                  <a:lnTo>
                    <a:pt x="4472" y="18799"/>
                  </a:lnTo>
                  <a:lnTo>
                    <a:pt x="3599" y="18717"/>
                  </a:lnTo>
                  <a:lnTo>
                    <a:pt x="2761" y="21188"/>
                  </a:lnTo>
                  <a:lnTo>
                    <a:pt x="0" y="19671"/>
                  </a:lnTo>
                  <a:lnTo>
                    <a:pt x="45" y="17661"/>
                  </a:lnTo>
                  <a:lnTo>
                    <a:pt x="2230" y="16638"/>
                  </a:lnTo>
                  <a:lnTo>
                    <a:pt x="3761" y="10376"/>
                  </a:lnTo>
                  <a:lnTo>
                    <a:pt x="5585" y="8600"/>
                  </a:lnTo>
                  <a:lnTo>
                    <a:pt x="9913" y="8879"/>
                  </a:lnTo>
                  <a:lnTo>
                    <a:pt x="9794" y="12252"/>
                  </a:lnTo>
                  <a:lnTo>
                    <a:pt x="11120" y="12221"/>
                  </a:lnTo>
                  <a:lnTo>
                    <a:pt x="10313" y="6129"/>
                  </a:lnTo>
                  <a:lnTo>
                    <a:pt x="1096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h6019"/>
            <p:cNvSpPr/>
            <p:nvPr/>
          </p:nvSpPr>
          <p:spPr>
            <a:xfrm>
              <a:off x="7851845" y="2671354"/>
              <a:ext cx="34559" cy="29998"/>
            </a:xfrm>
            <a:custGeom>
              <a:avLst/>
              <a:pathLst>
                <a:path w="34559" h="29998">
                  <a:moveTo>
                    <a:pt x="20984" y="0"/>
                  </a:moveTo>
                  <a:lnTo>
                    <a:pt x="21122" y="4962"/>
                  </a:lnTo>
                  <a:lnTo>
                    <a:pt x="16233" y="5380"/>
                  </a:lnTo>
                  <a:lnTo>
                    <a:pt x="16104" y="6494"/>
                  </a:lnTo>
                  <a:lnTo>
                    <a:pt x="18310" y="7428"/>
                  </a:lnTo>
                  <a:lnTo>
                    <a:pt x="19875" y="9055"/>
                  </a:lnTo>
                  <a:lnTo>
                    <a:pt x="20558" y="12742"/>
                  </a:lnTo>
                  <a:lnTo>
                    <a:pt x="24988" y="12614"/>
                  </a:lnTo>
                  <a:lnTo>
                    <a:pt x="24918" y="15097"/>
                  </a:lnTo>
                  <a:lnTo>
                    <a:pt x="22960" y="15417"/>
                  </a:lnTo>
                  <a:lnTo>
                    <a:pt x="23118" y="17876"/>
                  </a:lnTo>
                  <a:lnTo>
                    <a:pt x="27878" y="16954"/>
                  </a:lnTo>
                  <a:lnTo>
                    <a:pt x="27799" y="19673"/>
                  </a:lnTo>
                  <a:lnTo>
                    <a:pt x="34559" y="20130"/>
                  </a:lnTo>
                  <a:lnTo>
                    <a:pt x="33961" y="23882"/>
                  </a:lnTo>
                  <a:lnTo>
                    <a:pt x="33635" y="24994"/>
                  </a:lnTo>
                  <a:lnTo>
                    <a:pt x="29952" y="25079"/>
                  </a:lnTo>
                  <a:lnTo>
                    <a:pt x="25504" y="21706"/>
                  </a:lnTo>
                  <a:lnTo>
                    <a:pt x="19338" y="20911"/>
                  </a:lnTo>
                  <a:lnTo>
                    <a:pt x="16355" y="16115"/>
                  </a:lnTo>
                  <a:lnTo>
                    <a:pt x="15720" y="16116"/>
                  </a:lnTo>
                  <a:lnTo>
                    <a:pt x="15705" y="18228"/>
                  </a:lnTo>
                  <a:lnTo>
                    <a:pt x="11747" y="18194"/>
                  </a:lnTo>
                  <a:lnTo>
                    <a:pt x="9820" y="20433"/>
                  </a:lnTo>
                  <a:lnTo>
                    <a:pt x="9494" y="22030"/>
                  </a:lnTo>
                  <a:lnTo>
                    <a:pt x="13108" y="23837"/>
                  </a:lnTo>
                  <a:lnTo>
                    <a:pt x="13344" y="26115"/>
                  </a:lnTo>
                  <a:lnTo>
                    <a:pt x="6045" y="26686"/>
                  </a:lnTo>
                  <a:lnTo>
                    <a:pt x="6049" y="29998"/>
                  </a:lnTo>
                  <a:lnTo>
                    <a:pt x="4251" y="29562"/>
                  </a:lnTo>
                  <a:lnTo>
                    <a:pt x="3513" y="26864"/>
                  </a:lnTo>
                  <a:lnTo>
                    <a:pt x="7817" y="24041"/>
                  </a:lnTo>
                  <a:lnTo>
                    <a:pt x="3616" y="19332"/>
                  </a:lnTo>
                  <a:lnTo>
                    <a:pt x="2397" y="19378"/>
                  </a:lnTo>
                  <a:lnTo>
                    <a:pt x="1672" y="21223"/>
                  </a:lnTo>
                  <a:lnTo>
                    <a:pt x="1368" y="19761"/>
                  </a:lnTo>
                  <a:lnTo>
                    <a:pt x="0" y="12889"/>
                  </a:lnTo>
                  <a:lnTo>
                    <a:pt x="4429" y="12717"/>
                  </a:lnTo>
                  <a:lnTo>
                    <a:pt x="4542" y="10147"/>
                  </a:lnTo>
                  <a:lnTo>
                    <a:pt x="10461" y="8485"/>
                  </a:lnTo>
                  <a:lnTo>
                    <a:pt x="12669" y="8908"/>
                  </a:lnTo>
                  <a:lnTo>
                    <a:pt x="13337" y="23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h6020"/>
            <p:cNvSpPr/>
            <p:nvPr/>
          </p:nvSpPr>
          <p:spPr>
            <a:xfrm>
              <a:off x="7851039" y="2652665"/>
              <a:ext cx="57729" cy="29278"/>
            </a:xfrm>
            <a:custGeom>
              <a:avLst/>
              <a:pathLst>
                <a:path w="57729" h="29278">
                  <a:moveTo>
                    <a:pt x="47267" y="1233"/>
                  </a:moveTo>
                  <a:lnTo>
                    <a:pt x="50745" y="460"/>
                  </a:lnTo>
                  <a:lnTo>
                    <a:pt x="50556" y="0"/>
                  </a:lnTo>
                  <a:lnTo>
                    <a:pt x="55892" y="1296"/>
                  </a:lnTo>
                  <a:lnTo>
                    <a:pt x="57327" y="3662"/>
                  </a:lnTo>
                  <a:lnTo>
                    <a:pt x="57024" y="7372"/>
                  </a:lnTo>
                  <a:lnTo>
                    <a:pt x="57729" y="12806"/>
                  </a:lnTo>
                  <a:lnTo>
                    <a:pt x="45649" y="12566"/>
                  </a:lnTo>
                  <a:lnTo>
                    <a:pt x="41670" y="10598"/>
                  </a:lnTo>
                  <a:lnTo>
                    <a:pt x="38768" y="10787"/>
                  </a:lnTo>
                  <a:lnTo>
                    <a:pt x="37290" y="11152"/>
                  </a:lnTo>
                  <a:lnTo>
                    <a:pt x="37167" y="12024"/>
                  </a:lnTo>
                  <a:lnTo>
                    <a:pt x="41629" y="12273"/>
                  </a:lnTo>
                  <a:lnTo>
                    <a:pt x="41549" y="13464"/>
                  </a:lnTo>
                  <a:lnTo>
                    <a:pt x="40081" y="15351"/>
                  </a:lnTo>
                  <a:lnTo>
                    <a:pt x="21790" y="18689"/>
                  </a:lnTo>
                  <a:lnTo>
                    <a:pt x="14144" y="18928"/>
                  </a:lnTo>
                  <a:lnTo>
                    <a:pt x="13475" y="27597"/>
                  </a:lnTo>
                  <a:lnTo>
                    <a:pt x="11268" y="27174"/>
                  </a:lnTo>
                  <a:lnTo>
                    <a:pt x="5349" y="28836"/>
                  </a:lnTo>
                  <a:lnTo>
                    <a:pt x="2937" y="29278"/>
                  </a:lnTo>
                  <a:lnTo>
                    <a:pt x="203" y="24218"/>
                  </a:lnTo>
                  <a:lnTo>
                    <a:pt x="0" y="20269"/>
                  </a:lnTo>
                  <a:lnTo>
                    <a:pt x="2317" y="15095"/>
                  </a:lnTo>
                  <a:lnTo>
                    <a:pt x="4283" y="12013"/>
                  </a:lnTo>
                  <a:lnTo>
                    <a:pt x="4965" y="12099"/>
                  </a:lnTo>
                  <a:lnTo>
                    <a:pt x="4862" y="14239"/>
                  </a:lnTo>
                  <a:lnTo>
                    <a:pt x="10276" y="13913"/>
                  </a:lnTo>
                  <a:lnTo>
                    <a:pt x="22564" y="11635"/>
                  </a:lnTo>
                  <a:lnTo>
                    <a:pt x="30525" y="11769"/>
                  </a:lnTo>
                  <a:lnTo>
                    <a:pt x="30578" y="9969"/>
                  </a:lnTo>
                  <a:lnTo>
                    <a:pt x="25263" y="10351"/>
                  </a:lnTo>
                  <a:lnTo>
                    <a:pt x="25232" y="8199"/>
                  </a:lnTo>
                  <a:lnTo>
                    <a:pt x="26443" y="5117"/>
                  </a:lnTo>
                  <a:lnTo>
                    <a:pt x="33895" y="4655"/>
                  </a:lnTo>
                  <a:lnTo>
                    <a:pt x="34743" y="9071"/>
                  </a:lnTo>
                  <a:lnTo>
                    <a:pt x="34646" y="9967"/>
                  </a:lnTo>
                  <a:lnTo>
                    <a:pt x="33690" y="10376"/>
                  </a:lnTo>
                  <a:lnTo>
                    <a:pt x="33888" y="11842"/>
                  </a:lnTo>
                  <a:lnTo>
                    <a:pt x="37787" y="9173"/>
                  </a:lnTo>
                  <a:lnTo>
                    <a:pt x="36760" y="6152"/>
                  </a:lnTo>
                  <a:lnTo>
                    <a:pt x="36927" y="3390"/>
                  </a:lnTo>
                  <a:lnTo>
                    <a:pt x="40775" y="1033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h6021"/>
            <p:cNvSpPr/>
            <p:nvPr/>
          </p:nvSpPr>
          <p:spPr>
            <a:xfrm>
              <a:off x="7787419" y="2715388"/>
              <a:ext cx="13820" cy="15498"/>
            </a:xfrm>
            <a:custGeom>
              <a:avLst/>
              <a:pathLst>
                <a:path w="13820" h="15498">
                  <a:moveTo>
                    <a:pt x="7298" y="0"/>
                  </a:moveTo>
                  <a:lnTo>
                    <a:pt x="6891" y="2475"/>
                  </a:lnTo>
                  <a:lnTo>
                    <a:pt x="10576" y="1519"/>
                  </a:lnTo>
                  <a:lnTo>
                    <a:pt x="13820" y="7296"/>
                  </a:lnTo>
                  <a:lnTo>
                    <a:pt x="11548" y="11895"/>
                  </a:lnTo>
                  <a:lnTo>
                    <a:pt x="9563" y="11422"/>
                  </a:lnTo>
                  <a:lnTo>
                    <a:pt x="7633" y="15498"/>
                  </a:lnTo>
                  <a:lnTo>
                    <a:pt x="5729" y="13254"/>
                  </a:lnTo>
                  <a:lnTo>
                    <a:pt x="1013" y="10675"/>
                  </a:lnTo>
                  <a:lnTo>
                    <a:pt x="0" y="7664"/>
                  </a:lnTo>
                  <a:lnTo>
                    <a:pt x="3695" y="4191"/>
                  </a:lnTo>
                  <a:lnTo>
                    <a:pt x="4073" y="179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h6022"/>
            <p:cNvSpPr/>
            <p:nvPr/>
          </p:nvSpPr>
          <p:spPr>
            <a:xfrm>
              <a:off x="7713050" y="2687583"/>
              <a:ext cx="52439" cy="40382"/>
            </a:xfrm>
            <a:custGeom>
              <a:avLst/>
              <a:pathLst>
                <a:path w="52439" h="40382">
                  <a:moveTo>
                    <a:pt x="42893" y="8085"/>
                  </a:moveTo>
                  <a:lnTo>
                    <a:pt x="46269" y="9174"/>
                  </a:lnTo>
                  <a:lnTo>
                    <a:pt x="48040" y="14222"/>
                  </a:lnTo>
                  <a:lnTo>
                    <a:pt x="49784" y="15154"/>
                  </a:lnTo>
                  <a:lnTo>
                    <a:pt x="51516" y="29614"/>
                  </a:lnTo>
                  <a:lnTo>
                    <a:pt x="52439" y="30822"/>
                  </a:lnTo>
                  <a:lnTo>
                    <a:pt x="50689" y="33812"/>
                  </a:lnTo>
                  <a:lnTo>
                    <a:pt x="51635" y="35050"/>
                  </a:lnTo>
                  <a:lnTo>
                    <a:pt x="50876" y="37762"/>
                  </a:lnTo>
                  <a:lnTo>
                    <a:pt x="45911" y="40114"/>
                  </a:lnTo>
                  <a:lnTo>
                    <a:pt x="44412" y="35567"/>
                  </a:lnTo>
                  <a:lnTo>
                    <a:pt x="42139" y="35550"/>
                  </a:lnTo>
                  <a:lnTo>
                    <a:pt x="43846" y="33054"/>
                  </a:lnTo>
                  <a:lnTo>
                    <a:pt x="43669" y="30489"/>
                  </a:lnTo>
                  <a:lnTo>
                    <a:pt x="42354" y="29501"/>
                  </a:lnTo>
                  <a:lnTo>
                    <a:pt x="41539" y="29241"/>
                  </a:lnTo>
                  <a:lnTo>
                    <a:pt x="39841" y="31041"/>
                  </a:lnTo>
                  <a:lnTo>
                    <a:pt x="37165" y="30928"/>
                  </a:lnTo>
                  <a:lnTo>
                    <a:pt x="37380" y="28666"/>
                  </a:lnTo>
                  <a:lnTo>
                    <a:pt x="29465" y="26417"/>
                  </a:lnTo>
                  <a:lnTo>
                    <a:pt x="26123" y="26983"/>
                  </a:lnTo>
                  <a:lnTo>
                    <a:pt x="25528" y="29984"/>
                  </a:lnTo>
                  <a:lnTo>
                    <a:pt x="24655" y="30530"/>
                  </a:lnTo>
                  <a:lnTo>
                    <a:pt x="21283" y="31256"/>
                  </a:lnTo>
                  <a:lnTo>
                    <a:pt x="20921" y="29610"/>
                  </a:lnTo>
                  <a:lnTo>
                    <a:pt x="17911" y="29753"/>
                  </a:lnTo>
                  <a:lnTo>
                    <a:pt x="17069" y="32702"/>
                  </a:lnTo>
                  <a:lnTo>
                    <a:pt x="10086" y="32939"/>
                  </a:lnTo>
                  <a:lnTo>
                    <a:pt x="6331" y="35697"/>
                  </a:lnTo>
                  <a:lnTo>
                    <a:pt x="3876" y="40382"/>
                  </a:lnTo>
                  <a:lnTo>
                    <a:pt x="0" y="40200"/>
                  </a:lnTo>
                  <a:lnTo>
                    <a:pt x="3131" y="32431"/>
                  </a:lnTo>
                  <a:lnTo>
                    <a:pt x="10533" y="25735"/>
                  </a:lnTo>
                  <a:lnTo>
                    <a:pt x="9932" y="18586"/>
                  </a:lnTo>
                  <a:lnTo>
                    <a:pt x="6846" y="21222"/>
                  </a:lnTo>
                  <a:lnTo>
                    <a:pt x="6541" y="20852"/>
                  </a:lnTo>
                  <a:lnTo>
                    <a:pt x="17610" y="12416"/>
                  </a:lnTo>
                  <a:lnTo>
                    <a:pt x="28299" y="9053"/>
                  </a:lnTo>
                  <a:lnTo>
                    <a:pt x="38734" y="1497"/>
                  </a:lnTo>
                  <a:lnTo>
                    <a:pt x="42331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h6023"/>
            <p:cNvSpPr/>
            <p:nvPr/>
          </p:nvSpPr>
          <p:spPr>
            <a:xfrm>
              <a:off x="7890877" y="2710281"/>
              <a:ext cx="30282" cy="25356"/>
            </a:xfrm>
            <a:custGeom>
              <a:avLst/>
              <a:pathLst>
                <a:path w="30282" h="25356">
                  <a:moveTo>
                    <a:pt x="26239" y="258"/>
                  </a:moveTo>
                  <a:lnTo>
                    <a:pt x="27761" y="3163"/>
                  </a:lnTo>
                  <a:lnTo>
                    <a:pt x="29537" y="4559"/>
                  </a:lnTo>
                  <a:lnTo>
                    <a:pt x="30282" y="8032"/>
                  </a:lnTo>
                  <a:lnTo>
                    <a:pt x="28806" y="9021"/>
                  </a:lnTo>
                  <a:lnTo>
                    <a:pt x="28762" y="13118"/>
                  </a:lnTo>
                  <a:lnTo>
                    <a:pt x="25858" y="11777"/>
                  </a:lnTo>
                  <a:lnTo>
                    <a:pt x="24455" y="9088"/>
                  </a:lnTo>
                  <a:lnTo>
                    <a:pt x="22841" y="9070"/>
                  </a:lnTo>
                  <a:lnTo>
                    <a:pt x="21708" y="15347"/>
                  </a:lnTo>
                  <a:lnTo>
                    <a:pt x="22596" y="17408"/>
                  </a:lnTo>
                  <a:lnTo>
                    <a:pt x="18451" y="22950"/>
                  </a:lnTo>
                  <a:lnTo>
                    <a:pt x="13669" y="25356"/>
                  </a:lnTo>
                  <a:lnTo>
                    <a:pt x="11403" y="23441"/>
                  </a:lnTo>
                  <a:lnTo>
                    <a:pt x="7530" y="23959"/>
                  </a:lnTo>
                  <a:lnTo>
                    <a:pt x="7644" y="20049"/>
                  </a:lnTo>
                  <a:lnTo>
                    <a:pt x="6016" y="19962"/>
                  </a:lnTo>
                  <a:lnTo>
                    <a:pt x="2777" y="24291"/>
                  </a:lnTo>
                  <a:lnTo>
                    <a:pt x="0" y="23752"/>
                  </a:lnTo>
                  <a:lnTo>
                    <a:pt x="410" y="22362"/>
                  </a:lnTo>
                  <a:lnTo>
                    <a:pt x="3235" y="22259"/>
                  </a:lnTo>
                  <a:lnTo>
                    <a:pt x="4996" y="20676"/>
                  </a:lnTo>
                  <a:lnTo>
                    <a:pt x="5412" y="16644"/>
                  </a:lnTo>
                  <a:lnTo>
                    <a:pt x="7280" y="14638"/>
                  </a:lnTo>
                  <a:lnTo>
                    <a:pt x="10596" y="15734"/>
                  </a:lnTo>
                  <a:lnTo>
                    <a:pt x="12676" y="12499"/>
                  </a:lnTo>
                  <a:lnTo>
                    <a:pt x="13033" y="10056"/>
                  </a:lnTo>
                  <a:lnTo>
                    <a:pt x="10527" y="9872"/>
                  </a:lnTo>
                  <a:lnTo>
                    <a:pt x="8899" y="7899"/>
                  </a:lnTo>
                  <a:lnTo>
                    <a:pt x="8628" y="4642"/>
                  </a:lnTo>
                  <a:lnTo>
                    <a:pt x="10502" y="2928"/>
                  </a:lnTo>
                  <a:lnTo>
                    <a:pt x="12554" y="3342"/>
                  </a:lnTo>
                  <a:lnTo>
                    <a:pt x="12506" y="4122"/>
                  </a:lnTo>
                  <a:lnTo>
                    <a:pt x="13351" y="4498"/>
                  </a:lnTo>
                  <a:lnTo>
                    <a:pt x="16225" y="4240"/>
                  </a:lnTo>
                  <a:lnTo>
                    <a:pt x="17256" y="0"/>
                  </a:lnTo>
                  <a:lnTo>
                    <a:pt x="20856" y="10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h6024"/>
            <p:cNvSpPr/>
            <p:nvPr/>
          </p:nvSpPr>
          <p:spPr>
            <a:xfrm>
              <a:off x="7941121" y="2740589"/>
              <a:ext cx="24383" cy="43330"/>
            </a:xfrm>
            <a:custGeom>
              <a:avLst/>
              <a:pathLst>
                <a:path w="24383" h="43330">
                  <a:moveTo>
                    <a:pt x="11219" y="11004"/>
                  </a:moveTo>
                  <a:lnTo>
                    <a:pt x="10148" y="13109"/>
                  </a:lnTo>
                  <a:lnTo>
                    <a:pt x="11767" y="16422"/>
                  </a:lnTo>
                  <a:lnTo>
                    <a:pt x="16606" y="16507"/>
                  </a:lnTo>
                  <a:lnTo>
                    <a:pt x="16188" y="21390"/>
                  </a:lnTo>
                  <a:lnTo>
                    <a:pt x="15406" y="21281"/>
                  </a:lnTo>
                  <a:lnTo>
                    <a:pt x="15153" y="22860"/>
                  </a:lnTo>
                  <a:lnTo>
                    <a:pt x="15582" y="25236"/>
                  </a:lnTo>
                  <a:lnTo>
                    <a:pt x="17921" y="29053"/>
                  </a:lnTo>
                  <a:lnTo>
                    <a:pt x="22881" y="29285"/>
                  </a:lnTo>
                  <a:lnTo>
                    <a:pt x="23005" y="31457"/>
                  </a:lnTo>
                  <a:lnTo>
                    <a:pt x="24383" y="34478"/>
                  </a:lnTo>
                  <a:lnTo>
                    <a:pt x="17172" y="43330"/>
                  </a:lnTo>
                  <a:lnTo>
                    <a:pt x="6320" y="43325"/>
                  </a:lnTo>
                  <a:lnTo>
                    <a:pt x="5337" y="36600"/>
                  </a:lnTo>
                  <a:lnTo>
                    <a:pt x="4129" y="35472"/>
                  </a:lnTo>
                  <a:lnTo>
                    <a:pt x="1137" y="28393"/>
                  </a:lnTo>
                  <a:lnTo>
                    <a:pt x="0" y="23537"/>
                  </a:lnTo>
                  <a:lnTo>
                    <a:pt x="2129" y="22014"/>
                  </a:lnTo>
                  <a:lnTo>
                    <a:pt x="5273" y="23353"/>
                  </a:lnTo>
                  <a:lnTo>
                    <a:pt x="5037" y="16292"/>
                  </a:lnTo>
                  <a:lnTo>
                    <a:pt x="4740" y="15608"/>
                  </a:lnTo>
                  <a:lnTo>
                    <a:pt x="1966" y="15199"/>
                  </a:lnTo>
                  <a:lnTo>
                    <a:pt x="955" y="11431"/>
                  </a:lnTo>
                  <a:lnTo>
                    <a:pt x="1960" y="9402"/>
                  </a:lnTo>
                  <a:lnTo>
                    <a:pt x="1182" y="3554"/>
                  </a:lnTo>
                  <a:lnTo>
                    <a:pt x="2270" y="915"/>
                  </a:lnTo>
                  <a:lnTo>
                    <a:pt x="767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h6025"/>
            <p:cNvSpPr/>
            <p:nvPr/>
          </p:nvSpPr>
          <p:spPr>
            <a:xfrm>
              <a:off x="7794163" y="2673646"/>
              <a:ext cx="10465" cy="22852"/>
            </a:xfrm>
            <a:custGeom>
              <a:avLst/>
              <a:pathLst>
                <a:path w="10465" h="22852">
                  <a:moveTo>
                    <a:pt x="10465" y="1536"/>
                  </a:moveTo>
                  <a:lnTo>
                    <a:pt x="8230" y="1467"/>
                  </a:lnTo>
                  <a:lnTo>
                    <a:pt x="8172" y="5259"/>
                  </a:lnTo>
                  <a:lnTo>
                    <a:pt x="9313" y="5270"/>
                  </a:lnTo>
                  <a:lnTo>
                    <a:pt x="8750" y="10735"/>
                  </a:lnTo>
                  <a:lnTo>
                    <a:pt x="8520" y="14422"/>
                  </a:lnTo>
                  <a:lnTo>
                    <a:pt x="7364" y="15031"/>
                  </a:lnTo>
                  <a:lnTo>
                    <a:pt x="6589" y="19512"/>
                  </a:lnTo>
                  <a:lnTo>
                    <a:pt x="8034" y="20722"/>
                  </a:lnTo>
                  <a:lnTo>
                    <a:pt x="5692" y="22616"/>
                  </a:lnTo>
                  <a:lnTo>
                    <a:pt x="4628" y="22852"/>
                  </a:lnTo>
                  <a:lnTo>
                    <a:pt x="2984" y="21174"/>
                  </a:lnTo>
                  <a:lnTo>
                    <a:pt x="2552" y="18874"/>
                  </a:lnTo>
                  <a:lnTo>
                    <a:pt x="981" y="18839"/>
                  </a:lnTo>
                  <a:lnTo>
                    <a:pt x="0" y="10903"/>
                  </a:lnTo>
                  <a:lnTo>
                    <a:pt x="773" y="1958"/>
                  </a:lnTo>
                  <a:lnTo>
                    <a:pt x="2299" y="1394"/>
                  </a:lnTo>
                  <a:lnTo>
                    <a:pt x="6057" y="514"/>
                  </a:lnTo>
                  <a:lnTo>
                    <a:pt x="1043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h6026"/>
            <p:cNvSpPr/>
            <p:nvPr/>
          </p:nvSpPr>
          <p:spPr>
            <a:xfrm>
              <a:off x="7921522" y="2751708"/>
              <a:ext cx="25920" cy="38605"/>
            </a:xfrm>
            <a:custGeom>
              <a:avLst/>
              <a:pathLst>
                <a:path w="25920" h="38605">
                  <a:moveTo>
                    <a:pt x="17730" y="0"/>
                  </a:moveTo>
                  <a:lnTo>
                    <a:pt x="20554" y="311"/>
                  </a:lnTo>
                  <a:lnTo>
                    <a:pt x="21565" y="4080"/>
                  </a:lnTo>
                  <a:lnTo>
                    <a:pt x="24339" y="4488"/>
                  </a:lnTo>
                  <a:lnTo>
                    <a:pt x="24636" y="5173"/>
                  </a:lnTo>
                  <a:lnTo>
                    <a:pt x="24872" y="12234"/>
                  </a:lnTo>
                  <a:lnTo>
                    <a:pt x="21729" y="10894"/>
                  </a:lnTo>
                  <a:lnTo>
                    <a:pt x="19599" y="12417"/>
                  </a:lnTo>
                  <a:lnTo>
                    <a:pt x="20737" y="17273"/>
                  </a:lnTo>
                  <a:lnTo>
                    <a:pt x="23728" y="24352"/>
                  </a:lnTo>
                  <a:lnTo>
                    <a:pt x="24937" y="25480"/>
                  </a:lnTo>
                  <a:lnTo>
                    <a:pt x="25920" y="32206"/>
                  </a:lnTo>
                  <a:lnTo>
                    <a:pt x="22345" y="32530"/>
                  </a:lnTo>
                  <a:lnTo>
                    <a:pt x="21646" y="35038"/>
                  </a:lnTo>
                  <a:lnTo>
                    <a:pt x="17827" y="37367"/>
                  </a:lnTo>
                  <a:lnTo>
                    <a:pt x="12944" y="37175"/>
                  </a:lnTo>
                  <a:lnTo>
                    <a:pt x="6624" y="38605"/>
                  </a:lnTo>
                  <a:lnTo>
                    <a:pt x="6324" y="32092"/>
                  </a:lnTo>
                  <a:lnTo>
                    <a:pt x="5105" y="28778"/>
                  </a:lnTo>
                  <a:lnTo>
                    <a:pt x="3257" y="28211"/>
                  </a:lnTo>
                  <a:lnTo>
                    <a:pt x="0" y="28459"/>
                  </a:lnTo>
                  <a:lnTo>
                    <a:pt x="398" y="21042"/>
                  </a:lnTo>
                  <a:lnTo>
                    <a:pt x="2699" y="21722"/>
                  </a:lnTo>
                  <a:lnTo>
                    <a:pt x="5942" y="24080"/>
                  </a:lnTo>
                  <a:lnTo>
                    <a:pt x="7837" y="19781"/>
                  </a:lnTo>
                  <a:lnTo>
                    <a:pt x="7928" y="10792"/>
                  </a:lnTo>
                  <a:lnTo>
                    <a:pt x="8438" y="10172"/>
                  </a:lnTo>
                  <a:lnTo>
                    <a:pt x="10361" y="10166"/>
                  </a:lnTo>
                  <a:lnTo>
                    <a:pt x="12306" y="8182"/>
                  </a:lnTo>
                  <a:lnTo>
                    <a:pt x="13559" y="3038"/>
                  </a:lnTo>
                  <a:lnTo>
                    <a:pt x="12406" y="2902"/>
                  </a:lnTo>
                  <a:lnTo>
                    <a:pt x="12044" y="864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h6027"/>
            <p:cNvSpPr/>
            <p:nvPr/>
          </p:nvSpPr>
          <p:spPr>
            <a:xfrm>
              <a:off x="7794026" y="2763367"/>
              <a:ext cx="19950" cy="17289"/>
            </a:xfrm>
            <a:custGeom>
              <a:avLst/>
              <a:pathLst>
                <a:path w="19950" h="17289">
                  <a:moveTo>
                    <a:pt x="13202" y="2427"/>
                  </a:moveTo>
                  <a:lnTo>
                    <a:pt x="14071" y="2271"/>
                  </a:lnTo>
                  <a:lnTo>
                    <a:pt x="14179" y="1599"/>
                  </a:lnTo>
                  <a:lnTo>
                    <a:pt x="17020" y="6888"/>
                  </a:lnTo>
                  <a:lnTo>
                    <a:pt x="19950" y="9212"/>
                  </a:lnTo>
                  <a:lnTo>
                    <a:pt x="19734" y="13003"/>
                  </a:lnTo>
                  <a:lnTo>
                    <a:pt x="19597" y="14930"/>
                  </a:lnTo>
                  <a:lnTo>
                    <a:pt x="18517" y="16308"/>
                  </a:lnTo>
                  <a:lnTo>
                    <a:pt x="13776" y="17289"/>
                  </a:lnTo>
                  <a:lnTo>
                    <a:pt x="10909" y="16758"/>
                  </a:lnTo>
                  <a:lnTo>
                    <a:pt x="10028" y="12585"/>
                  </a:lnTo>
                  <a:lnTo>
                    <a:pt x="6765" y="10922"/>
                  </a:lnTo>
                  <a:lnTo>
                    <a:pt x="4026" y="10254"/>
                  </a:lnTo>
                  <a:lnTo>
                    <a:pt x="2616" y="10736"/>
                  </a:lnTo>
                  <a:lnTo>
                    <a:pt x="510" y="9931"/>
                  </a:lnTo>
                  <a:lnTo>
                    <a:pt x="0" y="8675"/>
                  </a:lnTo>
                  <a:lnTo>
                    <a:pt x="554" y="6897"/>
                  </a:lnTo>
                  <a:lnTo>
                    <a:pt x="4804" y="3981"/>
                  </a:lnTo>
                  <a:lnTo>
                    <a:pt x="385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h6028"/>
            <p:cNvSpPr/>
            <p:nvPr/>
          </p:nvSpPr>
          <p:spPr>
            <a:xfrm>
              <a:off x="7896470" y="2745946"/>
              <a:ext cx="26909" cy="43295"/>
            </a:xfrm>
            <a:custGeom>
              <a:avLst/>
              <a:pathLst>
                <a:path w="26909" h="43295">
                  <a:moveTo>
                    <a:pt x="7791" y="0"/>
                  </a:moveTo>
                  <a:lnTo>
                    <a:pt x="17754" y="1474"/>
                  </a:lnTo>
                  <a:lnTo>
                    <a:pt x="18242" y="3609"/>
                  </a:lnTo>
                  <a:lnTo>
                    <a:pt x="23464" y="2613"/>
                  </a:lnTo>
                  <a:lnTo>
                    <a:pt x="22803" y="7319"/>
                  </a:lnTo>
                  <a:lnTo>
                    <a:pt x="13131" y="12141"/>
                  </a:lnTo>
                  <a:lnTo>
                    <a:pt x="13067" y="13322"/>
                  </a:lnTo>
                  <a:lnTo>
                    <a:pt x="15409" y="13774"/>
                  </a:lnTo>
                  <a:lnTo>
                    <a:pt x="25783" y="10587"/>
                  </a:lnTo>
                  <a:lnTo>
                    <a:pt x="26909" y="11352"/>
                  </a:lnTo>
                  <a:lnTo>
                    <a:pt x="24847" y="11266"/>
                  </a:lnTo>
                  <a:lnTo>
                    <a:pt x="23428" y="12839"/>
                  </a:lnTo>
                  <a:lnTo>
                    <a:pt x="21982" y="16383"/>
                  </a:lnTo>
                  <a:lnTo>
                    <a:pt x="17112" y="19747"/>
                  </a:lnTo>
                  <a:lnTo>
                    <a:pt x="16610" y="27526"/>
                  </a:lnTo>
                  <a:lnTo>
                    <a:pt x="9910" y="27341"/>
                  </a:lnTo>
                  <a:lnTo>
                    <a:pt x="9888" y="38754"/>
                  </a:lnTo>
                  <a:lnTo>
                    <a:pt x="8347" y="38954"/>
                  </a:lnTo>
                  <a:lnTo>
                    <a:pt x="8104" y="43295"/>
                  </a:lnTo>
                  <a:lnTo>
                    <a:pt x="4905" y="43139"/>
                  </a:lnTo>
                  <a:lnTo>
                    <a:pt x="3686" y="42147"/>
                  </a:lnTo>
                  <a:lnTo>
                    <a:pt x="2976" y="28629"/>
                  </a:lnTo>
                  <a:lnTo>
                    <a:pt x="1640" y="23287"/>
                  </a:lnTo>
                  <a:lnTo>
                    <a:pt x="6569" y="19135"/>
                  </a:lnTo>
                  <a:lnTo>
                    <a:pt x="5515" y="10653"/>
                  </a:lnTo>
                  <a:lnTo>
                    <a:pt x="2625" y="5263"/>
                  </a:lnTo>
                  <a:lnTo>
                    <a:pt x="0" y="2681"/>
                  </a:lnTo>
                  <a:lnTo>
                    <a:pt x="3363" y="233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h6029"/>
            <p:cNvSpPr/>
            <p:nvPr/>
          </p:nvSpPr>
          <p:spPr>
            <a:xfrm>
              <a:off x="7822343" y="2766434"/>
              <a:ext cx="11719" cy="13667"/>
            </a:xfrm>
            <a:custGeom>
              <a:avLst/>
              <a:pathLst>
                <a:path w="11719" h="13667">
                  <a:moveTo>
                    <a:pt x="11719" y="833"/>
                  </a:moveTo>
                  <a:lnTo>
                    <a:pt x="11223" y="2329"/>
                  </a:lnTo>
                  <a:lnTo>
                    <a:pt x="10235" y="8851"/>
                  </a:lnTo>
                  <a:lnTo>
                    <a:pt x="9665" y="10931"/>
                  </a:lnTo>
                  <a:lnTo>
                    <a:pt x="5572" y="13667"/>
                  </a:lnTo>
                  <a:lnTo>
                    <a:pt x="2670" y="13584"/>
                  </a:lnTo>
                  <a:lnTo>
                    <a:pt x="0" y="10283"/>
                  </a:lnTo>
                  <a:lnTo>
                    <a:pt x="2810" y="5408"/>
                  </a:lnTo>
                  <a:lnTo>
                    <a:pt x="3166" y="2268"/>
                  </a:lnTo>
                  <a:lnTo>
                    <a:pt x="448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h6030"/>
            <p:cNvSpPr/>
            <p:nvPr/>
          </p:nvSpPr>
          <p:spPr>
            <a:xfrm>
              <a:off x="7861340" y="2687470"/>
              <a:ext cx="20457" cy="15612"/>
            </a:xfrm>
            <a:custGeom>
              <a:avLst/>
              <a:pathLst>
                <a:path w="20457" h="15612">
                  <a:moveTo>
                    <a:pt x="9843" y="4795"/>
                  </a:moveTo>
                  <a:lnTo>
                    <a:pt x="16009" y="5590"/>
                  </a:lnTo>
                  <a:lnTo>
                    <a:pt x="20457" y="8963"/>
                  </a:lnTo>
                  <a:lnTo>
                    <a:pt x="19897" y="11366"/>
                  </a:lnTo>
                  <a:lnTo>
                    <a:pt x="16740" y="11530"/>
                  </a:lnTo>
                  <a:lnTo>
                    <a:pt x="13997" y="12575"/>
                  </a:lnTo>
                  <a:lnTo>
                    <a:pt x="13965" y="14699"/>
                  </a:lnTo>
                  <a:lnTo>
                    <a:pt x="1856" y="15612"/>
                  </a:lnTo>
                  <a:lnTo>
                    <a:pt x="2947" y="11966"/>
                  </a:lnTo>
                  <a:lnTo>
                    <a:pt x="5737" y="11556"/>
                  </a:lnTo>
                  <a:lnTo>
                    <a:pt x="7872" y="13484"/>
                  </a:lnTo>
                  <a:lnTo>
                    <a:pt x="8044" y="9834"/>
                  </a:lnTo>
                  <a:lnTo>
                    <a:pt x="3849" y="9999"/>
                  </a:lnTo>
                  <a:lnTo>
                    <a:pt x="3613" y="7721"/>
                  </a:lnTo>
                  <a:lnTo>
                    <a:pt x="0" y="5914"/>
                  </a:lnTo>
                  <a:lnTo>
                    <a:pt x="325" y="4317"/>
                  </a:lnTo>
                  <a:lnTo>
                    <a:pt x="2252" y="2078"/>
                  </a:lnTo>
                  <a:lnTo>
                    <a:pt x="6210" y="2112"/>
                  </a:lnTo>
                  <a:lnTo>
                    <a:pt x="6225" y="0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h6031"/>
            <p:cNvSpPr/>
            <p:nvPr/>
          </p:nvSpPr>
          <p:spPr>
            <a:xfrm>
              <a:off x="7493436" y="2746647"/>
              <a:ext cx="2314" cy="1912"/>
            </a:xfrm>
            <a:custGeom>
              <a:avLst/>
              <a:pathLst>
                <a:path w="2314" h="1912">
                  <a:moveTo>
                    <a:pt x="0" y="1568"/>
                  </a:moveTo>
                  <a:lnTo>
                    <a:pt x="2201" y="0"/>
                  </a:lnTo>
                  <a:lnTo>
                    <a:pt x="2314" y="671"/>
                  </a:lnTo>
                  <a:lnTo>
                    <a:pt x="740" y="191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h6032"/>
            <p:cNvSpPr/>
            <p:nvPr/>
          </p:nvSpPr>
          <p:spPr>
            <a:xfrm>
              <a:off x="7496438" y="2743983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h6033"/>
            <p:cNvSpPr/>
            <p:nvPr/>
          </p:nvSpPr>
          <p:spPr>
            <a:xfrm>
              <a:off x="7498335" y="2744646"/>
              <a:ext cx="235" cy="362"/>
            </a:xfrm>
            <a:custGeom>
              <a:avLst/>
              <a:pathLst>
                <a:path w="235" h="362">
                  <a:moveTo>
                    <a:pt x="235" y="0"/>
                  </a:moveTo>
                  <a:lnTo>
                    <a:pt x="159" y="362"/>
                  </a:lnTo>
                  <a:lnTo>
                    <a:pt x="0" y="32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h6034"/>
            <p:cNvSpPr/>
            <p:nvPr/>
          </p:nvSpPr>
          <p:spPr>
            <a:xfrm>
              <a:off x="7483900" y="2738252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h6035"/>
            <p:cNvSpPr/>
            <p:nvPr/>
          </p:nvSpPr>
          <p:spPr>
            <a:xfrm>
              <a:off x="7699165" y="2706169"/>
              <a:ext cx="31959" cy="45297"/>
            </a:xfrm>
            <a:custGeom>
              <a:avLst/>
              <a:pathLst>
                <a:path w="31959" h="45297">
                  <a:moveTo>
                    <a:pt x="13885" y="21614"/>
                  </a:moveTo>
                  <a:lnTo>
                    <a:pt x="17762" y="21795"/>
                  </a:lnTo>
                  <a:lnTo>
                    <a:pt x="20293" y="21955"/>
                  </a:lnTo>
                  <a:lnTo>
                    <a:pt x="19102" y="24474"/>
                  </a:lnTo>
                  <a:lnTo>
                    <a:pt x="21201" y="24610"/>
                  </a:lnTo>
                  <a:lnTo>
                    <a:pt x="21013" y="32204"/>
                  </a:lnTo>
                  <a:lnTo>
                    <a:pt x="25660" y="32392"/>
                  </a:lnTo>
                  <a:lnTo>
                    <a:pt x="27322" y="31663"/>
                  </a:lnTo>
                  <a:lnTo>
                    <a:pt x="31959" y="38857"/>
                  </a:lnTo>
                  <a:lnTo>
                    <a:pt x="27002" y="38487"/>
                  </a:lnTo>
                  <a:lnTo>
                    <a:pt x="24383" y="41762"/>
                  </a:lnTo>
                  <a:lnTo>
                    <a:pt x="20179" y="41481"/>
                  </a:lnTo>
                  <a:lnTo>
                    <a:pt x="17274" y="45297"/>
                  </a:lnTo>
                  <a:lnTo>
                    <a:pt x="14976" y="43530"/>
                  </a:lnTo>
                  <a:lnTo>
                    <a:pt x="3466" y="44596"/>
                  </a:lnTo>
                  <a:lnTo>
                    <a:pt x="2790" y="32857"/>
                  </a:lnTo>
                  <a:lnTo>
                    <a:pt x="0" y="33270"/>
                  </a:lnTo>
                  <a:lnTo>
                    <a:pt x="2902" y="20228"/>
                  </a:lnTo>
                  <a:lnTo>
                    <a:pt x="5764" y="13965"/>
                  </a:lnTo>
                  <a:lnTo>
                    <a:pt x="8621" y="10928"/>
                  </a:lnTo>
                  <a:lnTo>
                    <a:pt x="20427" y="2265"/>
                  </a:lnTo>
                  <a:lnTo>
                    <a:pt x="20732" y="2636"/>
                  </a:lnTo>
                  <a:lnTo>
                    <a:pt x="23817" y="0"/>
                  </a:lnTo>
                  <a:lnTo>
                    <a:pt x="24418" y="7149"/>
                  </a:lnTo>
                  <a:lnTo>
                    <a:pt x="17016" y="1384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h6036"/>
            <p:cNvSpPr/>
            <p:nvPr/>
          </p:nvSpPr>
          <p:spPr>
            <a:xfrm>
              <a:off x="7937569" y="2688305"/>
              <a:ext cx="28760" cy="18599"/>
            </a:xfrm>
            <a:custGeom>
              <a:avLst/>
              <a:pathLst>
                <a:path w="28760" h="18599">
                  <a:moveTo>
                    <a:pt x="28673" y="2776"/>
                  </a:moveTo>
                  <a:lnTo>
                    <a:pt x="26386" y="5919"/>
                  </a:lnTo>
                  <a:lnTo>
                    <a:pt x="26427" y="7942"/>
                  </a:lnTo>
                  <a:lnTo>
                    <a:pt x="27917" y="10816"/>
                  </a:lnTo>
                  <a:lnTo>
                    <a:pt x="25757" y="10332"/>
                  </a:lnTo>
                  <a:lnTo>
                    <a:pt x="22900" y="11745"/>
                  </a:lnTo>
                  <a:lnTo>
                    <a:pt x="22800" y="15034"/>
                  </a:lnTo>
                  <a:lnTo>
                    <a:pt x="21613" y="18599"/>
                  </a:lnTo>
                  <a:lnTo>
                    <a:pt x="18645" y="18426"/>
                  </a:lnTo>
                  <a:lnTo>
                    <a:pt x="14217" y="16220"/>
                  </a:lnTo>
                  <a:lnTo>
                    <a:pt x="5914" y="15403"/>
                  </a:lnTo>
                  <a:lnTo>
                    <a:pt x="5783" y="14081"/>
                  </a:lnTo>
                  <a:lnTo>
                    <a:pt x="2132" y="14749"/>
                  </a:lnTo>
                  <a:lnTo>
                    <a:pt x="178" y="9333"/>
                  </a:lnTo>
                  <a:lnTo>
                    <a:pt x="0" y="8378"/>
                  </a:lnTo>
                  <a:lnTo>
                    <a:pt x="2854" y="2065"/>
                  </a:lnTo>
                  <a:lnTo>
                    <a:pt x="6291" y="720"/>
                  </a:lnTo>
                  <a:lnTo>
                    <a:pt x="14298" y="935"/>
                  </a:lnTo>
                  <a:lnTo>
                    <a:pt x="18866" y="2412"/>
                  </a:lnTo>
                  <a:lnTo>
                    <a:pt x="21409" y="4716"/>
                  </a:lnTo>
                  <a:lnTo>
                    <a:pt x="25332" y="4196"/>
                  </a:lnTo>
                  <a:lnTo>
                    <a:pt x="26371" y="271"/>
                  </a:lnTo>
                  <a:lnTo>
                    <a:pt x="2876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h6037"/>
            <p:cNvSpPr/>
            <p:nvPr/>
          </p:nvSpPr>
          <p:spPr>
            <a:xfrm>
              <a:off x="6353671" y="2283096"/>
              <a:ext cx="94362" cy="53540"/>
            </a:xfrm>
            <a:custGeom>
              <a:avLst/>
              <a:pathLst>
                <a:path w="94362" h="53540">
                  <a:moveTo>
                    <a:pt x="24442" y="817"/>
                  </a:moveTo>
                  <a:lnTo>
                    <a:pt x="41312" y="6516"/>
                  </a:lnTo>
                  <a:lnTo>
                    <a:pt x="66559" y="12823"/>
                  </a:lnTo>
                  <a:lnTo>
                    <a:pt x="68398" y="18227"/>
                  </a:lnTo>
                  <a:lnTo>
                    <a:pt x="74751" y="29711"/>
                  </a:lnTo>
                  <a:lnTo>
                    <a:pt x="84341" y="33917"/>
                  </a:lnTo>
                  <a:lnTo>
                    <a:pt x="87463" y="31439"/>
                  </a:lnTo>
                  <a:lnTo>
                    <a:pt x="93446" y="34424"/>
                  </a:lnTo>
                  <a:lnTo>
                    <a:pt x="92620" y="39885"/>
                  </a:lnTo>
                  <a:lnTo>
                    <a:pt x="89169" y="38581"/>
                  </a:lnTo>
                  <a:lnTo>
                    <a:pt x="91190" y="43537"/>
                  </a:lnTo>
                  <a:lnTo>
                    <a:pt x="93566" y="44076"/>
                  </a:lnTo>
                  <a:lnTo>
                    <a:pt x="93854" y="44122"/>
                  </a:lnTo>
                  <a:lnTo>
                    <a:pt x="94362" y="48852"/>
                  </a:lnTo>
                  <a:lnTo>
                    <a:pt x="91700" y="52220"/>
                  </a:lnTo>
                  <a:lnTo>
                    <a:pt x="89318" y="53540"/>
                  </a:lnTo>
                  <a:lnTo>
                    <a:pt x="85855" y="53017"/>
                  </a:lnTo>
                  <a:lnTo>
                    <a:pt x="85120" y="52118"/>
                  </a:lnTo>
                  <a:lnTo>
                    <a:pt x="85448" y="50954"/>
                  </a:lnTo>
                  <a:lnTo>
                    <a:pt x="84816" y="49316"/>
                  </a:lnTo>
                  <a:lnTo>
                    <a:pt x="80086" y="48435"/>
                  </a:lnTo>
                  <a:lnTo>
                    <a:pt x="72209" y="50890"/>
                  </a:lnTo>
                  <a:lnTo>
                    <a:pt x="64126" y="48194"/>
                  </a:lnTo>
                  <a:lnTo>
                    <a:pt x="53280" y="42162"/>
                  </a:lnTo>
                  <a:lnTo>
                    <a:pt x="39225" y="36408"/>
                  </a:lnTo>
                  <a:lnTo>
                    <a:pt x="36788" y="31518"/>
                  </a:lnTo>
                  <a:lnTo>
                    <a:pt x="30863" y="25052"/>
                  </a:lnTo>
                  <a:lnTo>
                    <a:pt x="27355" y="22291"/>
                  </a:lnTo>
                  <a:lnTo>
                    <a:pt x="23014" y="20720"/>
                  </a:lnTo>
                  <a:lnTo>
                    <a:pt x="19540" y="21864"/>
                  </a:lnTo>
                  <a:lnTo>
                    <a:pt x="16799" y="21597"/>
                  </a:lnTo>
                  <a:lnTo>
                    <a:pt x="16281" y="18170"/>
                  </a:lnTo>
                  <a:lnTo>
                    <a:pt x="9343" y="10522"/>
                  </a:lnTo>
                  <a:lnTo>
                    <a:pt x="2449" y="10269"/>
                  </a:lnTo>
                  <a:lnTo>
                    <a:pt x="1019" y="9125"/>
                  </a:lnTo>
                  <a:lnTo>
                    <a:pt x="0" y="1060"/>
                  </a:lnTo>
                  <a:lnTo>
                    <a:pt x="1817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h6038"/>
            <p:cNvSpPr/>
            <p:nvPr/>
          </p:nvSpPr>
          <p:spPr>
            <a:xfrm>
              <a:off x="6270161" y="2680704"/>
              <a:ext cx="44451" cy="35004"/>
            </a:xfrm>
            <a:custGeom>
              <a:avLst/>
              <a:pathLst>
                <a:path w="44451" h="35004">
                  <a:moveTo>
                    <a:pt x="16083" y="81"/>
                  </a:moveTo>
                  <a:lnTo>
                    <a:pt x="17241" y="845"/>
                  </a:lnTo>
                  <a:lnTo>
                    <a:pt x="22562" y="7413"/>
                  </a:lnTo>
                  <a:lnTo>
                    <a:pt x="31699" y="7970"/>
                  </a:lnTo>
                  <a:lnTo>
                    <a:pt x="34538" y="7110"/>
                  </a:lnTo>
                  <a:lnTo>
                    <a:pt x="37138" y="4710"/>
                  </a:lnTo>
                  <a:lnTo>
                    <a:pt x="39845" y="7071"/>
                  </a:lnTo>
                  <a:lnTo>
                    <a:pt x="39509" y="8180"/>
                  </a:lnTo>
                  <a:lnTo>
                    <a:pt x="44180" y="12845"/>
                  </a:lnTo>
                  <a:lnTo>
                    <a:pt x="44451" y="13258"/>
                  </a:lnTo>
                  <a:lnTo>
                    <a:pt x="43288" y="14166"/>
                  </a:lnTo>
                  <a:lnTo>
                    <a:pt x="42899" y="18827"/>
                  </a:lnTo>
                  <a:lnTo>
                    <a:pt x="38781" y="17637"/>
                  </a:lnTo>
                  <a:lnTo>
                    <a:pt x="36429" y="24535"/>
                  </a:lnTo>
                  <a:lnTo>
                    <a:pt x="29069" y="33277"/>
                  </a:lnTo>
                  <a:lnTo>
                    <a:pt x="28354" y="35004"/>
                  </a:lnTo>
                  <a:lnTo>
                    <a:pt x="25622" y="34534"/>
                  </a:lnTo>
                  <a:lnTo>
                    <a:pt x="24835" y="33467"/>
                  </a:lnTo>
                  <a:lnTo>
                    <a:pt x="21364" y="32234"/>
                  </a:lnTo>
                  <a:lnTo>
                    <a:pt x="8092" y="28836"/>
                  </a:lnTo>
                  <a:lnTo>
                    <a:pt x="2737" y="25383"/>
                  </a:lnTo>
                  <a:lnTo>
                    <a:pt x="475" y="22728"/>
                  </a:lnTo>
                  <a:lnTo>
                    <a:pt x="0" y="20752"/>
                  </a:lnTo>
                  <a:lnTo>
                    <a:pt x="4874" y="17082"/>
                  </a:lnTo>
                  <a:lnTo>
                    <a:pt x="7758" y="17059"/>
                  </a:lnTo>
                  <a:lnTo>
                    <a:pt x="8927" y="14027"/>
                  </a:lnTo>
                  <a:lnTo>
                    <a:pt x="13904" y="6705"/>
                  </a:lnTo>
                  <a:lnTo>
                    <a:pt x="14628" y="3761"/>
                  </a:lnTo>
                  <a:lnTo>
                    <a:pt x="14105" y="2340"/>
                  </a:lnTo>
                  <a:lnTo>
                    <a:pt x="12611" y="1252"/>
                  </a:lnTo>
                  <a:lnTo>
                    <a:pt x="1340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h6039"/>
            <p:cNvSpPr/>
            <p:nvPr/>
          </p:nvSpPr>
          <p:spPr>
            <a:xfrm>
              <a:off x="6229228" y="2666251"/>
              <a:ext cx="29342" cy="29128"/>
            </a:xfrm>
            <a:custGeom>
              <a:avLst/>
              <a:pathLst>
                <a:path w="29342" h="29128">
                  <a:moveTo>
                    <a:pt x="17168" y="0"/>
                  </a:moveTo>
                  <a:lnTo>
                    <a:pt x="19088" y="2887"/>
                  </a:lnTo>
                  <a:lnTo>
                    <a:pt x="28618" y="4746"/>
                  </a:lnTo>
                  <a:lnTo>
                    <a:pt x="29342" y="7482"/>
                  </a:lnTo>
                  <a:lnTo>
                    <a:pt x="29128" y="8392"/>
                  </a:lnTo>
                  <a:lnTo>
                    <a:pt x="26416" y="10347"/>
                  </a:lnTo>
                  <a:lnTo>
                    <a:pt x="20332" y="12134"/>
                  </a:lnTo>
                  <a:lnTo>
                    <a:pt x="16364" y="18130"/>
                  </a:lnTo>
                  <a:lnTo>
                    <a:pt x="16076" y="19952"/>
                  </a:lnTo>
                  <a:lnTo>
                    <a:pt x="9470" y="24767"/>
                  </a:lnTo>
                  <a:lnTo>
                    <a:pt x="6210" y="28524"/>
                  </a:lnTo>
                  <a:lnTo>
                    <a:pt x="2458" y="29128"/>
                  </a:lnTo>
                  <a:lnTo>
                    <a:pt x="6660" y="21509"/>
                  </a:lnTo>
                  <a:lnTo>
                    <a:pt x="7043" y="18496"/>
                  </a:lnTo>
                  <a:lnTo>
                    <a:pt x="5129" y="14958"/>
                  </a:lnTo>
                  <a:lnTo>
                    <a:pt x="3219" y="14723"/>
                  </a:lnTo>
                  <a:lnTo>
                    <a:pt x="720" y="13067"/>
                  </a:lnTo>
                  <a:lnTo>
                    <a:pt x="0" y="10839"/>
                  </a:lnTo>
                  <a:lnTo>
                    <a:pt x="5172" y="10708"/>
                  </a:lnTo>
                  <a:lnTo>
                    <a:pt x="4592" y="9183"/>
                  </a:lnTo>
                  <a:lnTo>
                    <a:pt x="7017" y="8061"/>
                  </a:lnTo>
                  <a:lnTo>
                    <a:pt x="8073" y="7981"/>
                  </a:lnTo>
                  <a:lnTo>
                    <a:pt x="10185" y="9774"/>
                  </a:lnTo>
                  <a:lnTo>
                    <a:pt x="11348" y="976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h6040"/>
            <p:cNvSpPr/>
            <p:nvPr/>
          </p:nvSpPr>
          <p:spPr>
            <a:xfrm>
              <a:off x="6235725" y="2702264"/>
              <a:ext cx="37173" cy="19451"/>
            </a:xfrm>
            <a:custGeom>
              <a:avLst/>
              <a:pathLst>
                <a:path w="37173" h="19451">
                  <a:moveTo>
                    <a:pt x="14258" y="2460"/>
                  </a:moveTo>
                  <a:lnTo>
                    <a:pt x="29642" y="11156"/>
                  </a:lnTo>
                  <a:lnTo>
                    <a:pt x="30859" y="4862"/>
                  </a:lnTo>
                  <a:lnTo>
                    <a:pt x="34911" y="1167"/>
                  </a:lnTo>
                  <a:lnTo>
                    <a:pt x="37173" y="3823"/>
                  </a:lnTo>
                  <a:lnTo>
                    <a:pt x="32332" y="16668"/>
                  </a:lnTo>
                  <a:lnTo>
                    <a:pt x="30930" y="19451"/>
                  </a:lnTo>
                  <a:lnTo>
                    <a:pt x="25706" y="14675"/>
                  </a:lnTo>
                  <a:lnTo>
                    <a:pt x="21302" y="13536"/>
                  </a:lnTo>
                  <a:lnTo>
                    <a:pt x="9420" y="12787"/>
                  </a:lnTo>
                  <a:lnTo>
                    <a:pt x="2716" y="9897"/>
                  </a:lnTo>
                  <a:lnTo>
                    <a:pt x="1155" y="43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h6041"/>
            <p:cNvSpPr/>
            <p:nvPr/>
          </p:nvSpPr>
          <p:spPr>
            <a:xfrm>
              <a:off x="6355999" y="2566053"/>
              <a:ext cx="43335" cy="42747"/>
            </a:xfrm>
            <a:custGeom>
              <a:avLst/>
              <a:pathLst>
                <a:path w="43335" h="42747">
                  <a:moveTo>
                    <a:pt x="26090" y="0"/>
                  </a:moveTo>
                  <a:lnTo>
                    <a:pt x="30159" y="3224"/>
                  </a:lnTo>
                  <a:lnTo>
                    <a:pt x="30462" y="3922"/>
                  </a:lnTo>
                  <a:lnTo>
                    <a:pt x="27428" y="10035"/>
                  </a:lnTo>
                  <a:lnTo>
                    <a:pt x="27099" y="12361"/>
                  </a:lnTo>
                  <a:lnTo>
                    <a:pt x="30117" y="18872"/>
                  </a:lnTo>
                  <a:lnTo>
                    <a:pt x="32667" y="20772"/>
                  </a:lnTo>
                  <a:lnTo>
                    <a:pt x="33525" y="25598"/>
                  </a:lnTo>
                  <a:lnTo>
                    <a:pt x="38841" y="26324"/>
                  </a:lnTo>
                  <a:lnTo>
                    <a:pt x="38247" y="22614"/>
                  </a:lnTo>
                  <a:lnTo>
                    <a:pt x="41743" y="23992"/>
                  </a:lnTo>
                  <a:lnTo>
                    <a:pt x="43335" y="25371"/>
                  </a:lnTo>
                  <a:lnTo>
                    <a:pt x="42966" y="29038"/>
                  </a:lnTo>
                  <a:lnTo>
                    <a:pt x="40904" y="29666"/>
                  </a:lnTo>
                  <a:lnTo>
                    <a:pt x="39543" y="31041"/>
                  </a:lnTo>
                  <a:lnTo>
                    <a:pt x="42177" y="34796"/>
                  </a:lnTo>
                  <a:lnTo>
                    <a:pt x="42865" y="37760"/>
                  </a:lnTo>
                  <a:lnTo>
                    <a:pt x="37235" y="42688"/>
                  </a:lnTo>
                  <a:lnTo>
                    <a:pt x="35556" y="42747"/>
                  </a:lnTo>
                  <a:lnTo>
                    <a:pt x="35398" y="40881"/>
                  </a:lnTo>
                  <a:lnTo>
                    <a:pt x="23846" y="39222"/>
                  </a:lnTo>
                  <a:lnTo>
                    <a:pt x="24309" y="35934"/>
                  </a:lnTo>
                  <a:lnTo>
                    <a:pt x="26318" y="31865"/>
                  </a:lnTo>
                  <a:lnTo>
                    <a:pt x="26094" y="29605"/>
                  </a:lnTo>
                  <a:lnTo>
                    <a:pt x="22561" y="27099"/>
                  </a:lnTo>
                  <a:lnTo>
                    <a:pt x="20223" y="26882"/>
                  </a:lnTo>
                  <a:lnTo>
                    <a:pt x="20258" y="28196"/>
                  </a:lnTo>
                  <a:lnTo>
                    <a:pt x="17398" y="27693"/>
                  </a:lnTo>
                  <a:lnTo>
                    <a:pt x="18096" y="21647"/>
                  </a:lnTo>
                  <a:lnTo>
                    <a:pt x="12773" y="22667"/>
                  </a:lnTo>
                  <a:lnTo>
                    <a:pt x="7563" y="18896"/>
                  </a:lnTo>
                  <a:lnTo>
                    <a:pt x="5359" y="17425"/>
                  </a:lnTo>
                  <a:lnTo>
                    <a:pt x="558" y="17169"/>
                  </a:lnTo>
                  <a:lnTo>
                    <a:pt x="0" y="14481"/>
                  </a:lnTo>
                  <a:lnTo>
                    <a:pt x="590" y="13647"/>
                  </a:lnTo>
                  <a:lnTo>
                    <a:pt x="3709" y="9946"/>
                  </a:lnTo>
                  <a:lnTo>
                    <a:pt x="6847" y="7997"/>
                  </a:lnTo>
                  <a:lnTo>
                    <a:pt x="7996" y="8194"/>
                  </a:lnTo>
                  <a:lnTo>
                    <a:pt x="13326" y="6513"/>
                  </a:lnTo>
                  <a:lnTo>
                    <a:pt x="19670" y="6630"/>
                  </a:lnTo>
                  <a:lnTo>
                    <a:pt x="20618" y="4657"/>
                  </a:lnTo>
                  <a:lnTo>
                    <a:pt x="20710" y="1286"/>
                  </a:lnTo>
                  <a:lnTo>
                    <a:pt x="22645" y="1753"/>
                  </a:lnTo>
                  <a:lnTo>
                    <a:pt x="22779" y="36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h6042"/>
            <p:cNvSpPr/>
            <p:nvPr/>
          </p:nvSpPr>
          <p:spPr>
            <a:xfrm>
              <a:off x="6391427" y="2595021"/>
              <a:ext cx="39046" cy="24432"/>
            </a:xfrm>
            <a:custGeom>
              <a:avLst/>
              <a:pathLst>
                <a:path w="39046" h="24432">
                  <a:moveTo>
                    <a:pt x="32606" y="3198"/>
                  </a:moveTo>
                  <a:lnTo>
                    <a:pt x="34595" y="3703"/>
                  </a:lnTo>
                  <a:lnTo>
                    <a:pt x="34759" y="3759"/>
                  </a:lnTo>
                  <a:lnTo>
                    <a:pt x="32680" y="11225"/>
                  </a:lnTo>
                  <a:lnTo>
                    <a:pt x="34775" y="13188"/>
                  </a:lnTo>
                  <a:lnTo>
                    <a:pt x="34170" y="15400"/>
                  </a:lnTo>
                  <a:lnTo>
                    <a:pt x="30698" y="14999"/>
                  </a:lnTo>
                  <a:lnTo>
                    <a:pt x="29342" y="17593"/>
                  </a:lnTo>
                  <a:lnTo>
                    <a:pt x="39046" y="17694"/>
                  </a:lnTo>
                  <a:lnTo>
                    <a:pt x="36981" y="23938"/>
                  </a:lnTo>
                  <a:lnTo>
                    <a:pt x="35401" y="24051"/>
                  </a:lnTo>
                  <a:lnTo>
                    <a:pt x="29891" y="24432"/>
                  </a:lnTo>
                  <a:lnTo>
                    <a:pt x="28061" y="22461"/>
                  </a:lnTo>
                  <a:lnTo>
                    <a:pt x="19924" y="18399"/>
                  </a:lnTo>
                  <a:lnTo>
                    <a:pt x="17942" y="17752"/>
                  </a:lnTo>
                  <a:lnTo>
                    <a:pt x="3120" y="16755"/>
                  </a:lnTo>
                  <a:lnTo>
                    <a:pt x="0" y="14452"/>
                  </a:lnTo>
                  <a:lnTo>
                    <a:pt x="129" y="13779"/>
                  </a:lnTo>
                  <a:lnTo>
                    <a:pt x="1807" y="13720"/>
                  </a:lnTo>
                  <a:lnTo>
                    <a:pt x="7437" y="8792"/>
                  </a:lnTo>
                  <a:lnTo>
                    <a:pt x="10012" y="7596"/>
                  </a:lnTo>
                  <a:lnTo>
                    <a:pt x="11577" y="4888"/>
                  </a:lnTo>
                  <a:lnTo>
                    <a:pt x="14393" y="3174"/>
                  </a:lnTo>
                  <a:lnTo>
                    <a:pt x="22898" y="3944"/>
                  </a:lnTo>
                  <a:lnTo>
                    <a:pt x="25089" y="4828"/>
                  </a:lnTo>
                  <a:lnTo>
                    <a:pt x="27035" y="3355"/>
                  </a:lnTo>
                  <a:lnTo>
                    <a:pt x="2954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h6043"/>
            <p:cNvSpPr/>
            <p:nvPr/>
          </p:nvSpPr>
          <p:spPr>
            <a:xfrm>
              <a:off x="6331509" y="2522705"/>
              <a:ext cx="46643" cy="30575"/>
            </a:xfrm>
            <a:custGeom>
              <a:avLst/>
              <a:pathLst>
                <a:path w="46643" h="30575">
                  <a:moveTo>
                    <a:pt x="38672" y="1705"/>
                  </a:moveTo>
                  <a:lnTo>
                    <a:pt x="37370" y="2828"/>
                  </a:lnTo>
                  <a:lnTo>
                    <a:pt x="36772" y="2315"/>
                  </a:lnTo>
                  <a:lnTo>
                    <a:pt x="34040" y="4764"/>
                  </a:lnTo>
                  <a:lnTo>
                    <a:pt x="32809" y="8118"/>
                  </a:lnTo>
                  <a:lnTo>
                    <a:pt x="43729" y="7614"/>
                  </a:lnTo>
                  <a:lnTo>
                    <a:pt x="46643" y="10113"/>
                  </a:lnTo>
                  <a:lnTo>
                    <a:pt x="43549" y="12239"/>
                  </a:lnTo>
                  <a:lnTo>
                    <a:pt x="43558" y="14388"/>
                  </a:lnTo>
                  <a:lnTo>
                    <a:pt x="36999" y="14929"/>
                  </a:lnTo>
                  <a:lnTo>
                    <a:pt x="34691" y="16350"/>
                  </a:lnTo>
                  <a:lnTo>
                    <a:pt x="34609" y="18297"/>
                  </a:lnTo>
                  <a:lnTo>
                    <a:pt x="27189" y="18433"/>
                  </a:lnTo>
                  <a:lnTo>
                    <a:pt x="27177" y="16781"/>
                  </a:lnTo>
                  <a:lnTo>
                    <a:pt x="25090" y="17652"/>
                  </a:lnTo>
                  <a:lnTo>
                    <a:pt x="24465" y="23177"/>
                  </a:lnTo>
                  <a:lnTo>
                    <a:pt x="25283" y="25712"/>
                  </a:lnTo>
                  <a:lnTo>
                    <a:pt x="20765" y="28085"/>
                  </a:lnTo>
                  <a:lnTo>
                    <a:pt x="14515" y="28832"/>
                  </a:lnTo>
                  <a:lnTo>
                    <a:pt x="9472" y="30575"/>
                  </a:lnTo>
                  <a:lnTo>
                    <a:pt x="6022" y="25640"/>
                  </a:lnTo>
                  <a:lnTo>
                    <a:pt x="4707" y="27583"/>
                  </a:lnTo>
                  <a:lnTo>
                    <a:pt x="0" y="23996"/>
                  </a:lnTo>
                  <a:lnTo>
                    <a:pt x="407" y="20788"/>
                  </a:lnTo>
                  <a:lnTo>
                    <a:pt x="3584" y="21041"/>
                  </a:lnTo>
                  <a:lnTo>
                    <a:pt x="3553" y="10502"/>
                  </a:lnTo>
                  <a:lnTo>
                    <a:pt x="5470" y="8534"/>
                  </a:lnTo>
                  <a:lnTo>
                    <a:pt x="6034" y="6956"/>
                  </a:lnTo>
                  <a:lnTo>
                    <a:pt x="5259" y="4591"/>
                  </a:lnTo>
                  <a:lnTo>
                    <a:pt x="9037" y="3517"/>
                  </a:lnTo>
                  <a:lnTo>
                    <a:pt x="14613" y="4933"/>
                  </a:lnTo>
                  <a:lnTo>
                    <a:pt x="14665" y="1795"/>
                  </a:lnTo>
                  <a:lnTo>
                    <a:pt x="29398" y="1766"/>
                  </a:lnTo>
                  <a:lnTo>
                    <a:pt x="2939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h6044"/>
            <p:cNvSpPr/>
            <p:nvPr/>
          </p:nvSpPr>
          <p:spPr>
            <a:xfrm>
              <a:off x="6240302" y="2442303"/>
              <a:ext cx="58435" cy="44626"/>
            </a:xfrm>
            <a:custGeom>
              <a:avLst/>
              <a:pathLst>
                <a:path w="58435" h="44626">
                  <a:moveTo>
                    <a:pt x="30448" y="11794"/>
                  </a:moveTo>
                  <a:lnTo>
                    <a:pt x="33628" y="12505"/>
                  </a:lnTo>
                  <a:lnTo>
                    <a:pt x="35406" y="10293"/>
                  </a:lnTo>
                  <a:lnTo>
                    <a:pt x="43193" y="10872"/>
                  </a:lnTo>
                  <a:lnTo>
                    <a:pt x="41334" y="17748"/>
                  </a:lnTo>
                  <a:lnTo>
                    <a:pt x="42660" y="18444"/>
                  </a:lnTo>
                  <a:lnTo>
                    <a:pt x="47199" y="18405"/>
                  </a:lnTo>
                  <a:lnTo>
                    <a:pt x="51006" y="20174"/>
                  </a:lnTo>
                  <a:lnTo>
                    <a:pt x="52266" y="22889"/>
                  </a:lnTo>
                  <a:lnTo>
                    <a:pt x="58435" y="22430"/>
                  </a:lnTo>
                  <a:lnTo>
                    <a:pt x="58326" y="37674"/>
                  </a:lnTo>
                  <a:lnTo>
                    <a:pt x="52348" y="36568"/>
                  </a:lnTo>
                  <a:lnTo>
                    <a:pt x="48905" y="39110"/>
                  </a:lnTo>
                  <a:lnTo>
                    <a:pt x="42671" y="40800"/>
                  </a:lnTo>
                  <a:lnTo>
                    <a:pt x="33109" y="44626"/>
                  </a:lnTo>
                  <a:lnTo>
                    <a:pt x="28184" y="43759"/>
                  </a:lnTo>
                  <a:lnTo>
                    <a:pt x="28739" y="42052"/>
                  </a:lnTo>
                  <a:lnTo>
                    <a:pt x="28330" y="41187"/>
                  </a:lnTo>
                  <a:lnTo>
                    <a:pt x="26184" y="39873"/>
                  </a:lnTo>
                  <a:lnTo>
                    <a:pt x="21330" y="39683"/>
                  </a:lnTo>
                  <a:lnTo>
                    <a:pt x="19904" y="39682"/>
                  </a:lnTo>
                  <a:lnTo>
                    <a:pt x="18306" y="42641"/>
                  </a:lnTo>
                  <a:lnTo>
                    <a:pt x="15972" y="44498"/>
                  </a:lnTo>
                  <a:lnTo>
                    <a:pt x="10367" y="44369"/>
                  </a:lnTo>
                  <a:lnTo>
                    <a:pt x="9530" y="43340"/>
                  </a:lnTo>
                  <a:lnTo>
                    <a:pt x="563" y="43829"/>
                  </a:lnTo>
                  <a:lnTo>
                    <a:pt x="1306" y="39288"/>
                  </a:lnTo>
                  <a:lnTo>
                    <a:pt x="2329" y="37460"/>
                  </a:lnTo>
                  <a:lnTo>
                    <a:pt x="4815" y="35742"/>
                  </a:lnTo>
                  <a:lnTo>
                    <a:pt x="2343" y="29221"/>
                  </a:lnTo>
                  <a:lnTo>
                    <a:pt x="0" y="27063"/>
                  </a:lnTo>
                  <a:lnTo>
                    <a:pt x="1386" y="20547"/>
                  </a:lnTo>
                  <a:lnTo>
                    <a:pt x="8450" y="20739"/>
                  </a:lnTo>
                  <a:lnTo>
                    <a:pt x="12044" y="18837"/>
                  </a:lnTo>
                  <a:lnTo>
                    <a:pt x="12632" y="17614"/>
                  </a:lnTo>
                  <a:lnTo>
                    <a:pt x="10079" y="11137"/>
                  </a:lnTo>
                  <a:lnTo>
                    <a:pt x="10485" y="9255"/>
                  </a:lnTo>
                  <a:lnTo>
                    <a:pt x="14727" y="4104"/>
                  </a:lnTo>
                  <a:lnTo>
                    <a:pt x="22039" y="1363"/>
                  </a:lnTo>
                  <a:lnTo>
                    <a:pt x="300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h6045"/>
            <p:cNvSpPr/>
            <p:nvPr/>
          </p:nvSpPr>
          <p:spPr>
            <a:xfrm>
              <a:off x="6259689" y="2732680"/>
              <a:ext cx="28997" cy="33904"/>
            </a:xfrm>
            <a:custGeom>
              <a:avLst/>
              <a:pathLst>
                <a:path w="28997" h="33904">
                  <a:moveTo>
                    <a:pt x="9034" y="0"/>
                  </a:moveTo>
                  <a:lnTo>
                    <a:pt x="20187" y="3237"/>
                  </a:lnTo>
                  <a:lnTo>
                    <a:pt x="21418" y="4187"/>
                  </a:lnTo>
                  <a:lnTo>
                    <a:pt x="28997" y="5262"/>
                  </a:lnTo>
                  <a:lnTo>
                    <a:pt x="27146" y="9170"/>
                  </a:lnTo>
                  <a:lnTo>
                    <a:pt x="25363" y="10054"/>
                  </a:lnTo>
                  <a:lnTo>
                    <a:pt x="23832" y="16407"/>
                  </a:lnTo>
                  <a:lnTo>
                    <a:pt x="24617" y="22284"/>
                  </a:lnTo>
                  <a:lnTo>
                    <a:pt x="23852" y="23816"/>
                  </a:lnTo>
                  <a:lnTo>
                    <a:pt x="21558" y="24850"/>
                  </a:lnTo>
                  <a:lnTo>
                    <a:pt x="22552" y="26572"/>
                  </a:lnTo>
                  <a:lnTo>
                    <a:pt x="26025" y="28773"/>
                  </a:lnTo>
                  <a:lnTo>
                    <a:pt x="22636" y="32641"/>
                  </a:lnTo>
                  <a:lnTo>
                    <a:pt x="18941" y="33009"/>
                  </a:lnTo>
                  <a:lnTo>
                    <a:pt x="18433" y="33904"/>
                  </a:lnTo>
                  <a:lnTo>
                    <a:pt x="9321" y="29294"/>
                  </a:lnTo>
                  <a:lnTo>
                    <a:pt x="6790" y="30749"/>
                  </a:lnTo>
                  <a:lnTo>
                    <a:pt x="3695" y="30425"/>
                  </a:lnTo>
                  <a:lnTo>
                    <a:pt x="5209" y="26366"/>
                  </a:lnTo>
                  <a:lnTo>
                    <a:pt x="673" y="24226"/>
                  </a:lnTo>
                  <a:lnTo>
                    <a:pt x="0" y="17221"/>
                  </a:lnTo>
                  <a:lnTo>
                    <a:pt x="5179" y="16057"/>
                  </a:lnTo>
                  <a:lnTo>
                    <a:pt x="6220" y="14962"/>
                  </a:lnTo>
                  <a:lnTo>
                    <a:pt x="6701" y="11068"/>
                  </a:lnTo>
                  <a:lnTo>
                    <a:pt x="4232" y="9344"/>
                  </a:lnTo>
                  <a:lnTo>
                    <a:pt x="3566" y="7531"/>
                  </a:lnTo>
                  <a:lnTo>
                    <a:pt x="4009" y="5350"/>
                  </a:lnTo>
                  <a:lnTo>
                    <a:pt x="6259" y="4305"/>
                  </a:lnTo>
                  <a:lnTo>
                    <a:pt x="6360" y="1510"/>
                  </a:lnTo>
                  <a:lnTo>
                    <a:pt x="7564" y="30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h6046"/>
            <p:cNvSpPr/>
            <p:nvPr/>
          </p:nvSpPr>
          <p:spPr>
            <a:xfrm>
              <a:off x="6266748" y="2544516"/>
              <a:ext cx="53556" cy="50828"/>
            </a:xfrm>
            <a:custGeom>
              <a:avLst/>
              <a:pathLst>
                <a:path w="53556" h="50828">
                  <a:moveTo>
                    <a:pt x="28959" y="3040"/>
                  </a:moveTo>
                  <a:lnTo>
                    <a:pt x="35791" y="1890"/>
                  </a:lnTo>
                  <a:lnTo>
                    <a:pt x="38293" y="2328"/>
                  </a:lnTo>
                  <a:lnTo>
                    <a:pt x="42554" y="4070"/>
                  </a:lnTo>
                  <a:lnTo>
                    <a:pt x="44396" y="8742"/>
                  </a:lnTo>
                  <a:lnTo>
                    <a:pt x="44190" y="10268"/>
                  </a:lnTo>
                  <a:lnTo>
                    <a:pt x="44473" y="12280"/>
                  </a:lnTo>
                  <a:lnTo>
                    <a:pt x="43455" y="13496"/>
                  </a:lnTo>
                  <a:lnTo>
                    <a:pt x="49701" y="15455"/>
                  </a:lnTo>
                  <a:lnTo>
                    <a:pt x="53556" y="17797"/>
                  </a:lnTo>
                  <a:lnTo>
                    <a:pt x="53324" y="18807"/>
                  </a:lnTo>
                  <a:lnTo>
                    <a:pt x="51179" y="18907"/>
                  </a:lnTo>
                  <a:lnTo>
                    <a:pt x="50624" y="19658"/>
                  </a:lnTo>
                  <a:lnTo>
                    <a:pt x="51268" y="23124"/>
                  </a:lnTo>
                  <a:lnTo>
                    <a:pt x="53073" y="24095"/>
                  </a:lnTo>
                  <a:lnTo>
                    <a:pt x="50238" y="29685"/>
                  </a:lnTo>
                  <a:lnTo>
                    <a:pt x="51092" y="37642"/>
                  </a:lnTo>
                  <a:lnTo>
                    <a:pt x="46490" y="42633"/>
                  </a:lnTo>
                  <a:lnTo>
                    <a:pt x="45483" y="44562"/>
                  </a:lnTo>
                  <a:lnTo>
                    <a:pt x="36374" y="43698"/>
                  </a:lnTo>
                  <a:lnTo>
                    <a:pt x="34462" y="45541"/>
                  </a:lnTo>
                  <a:lnTo>
                    <a:pt x="33159" y="49402"/>
                  </a:lnTo>
                  <a:lnTo>
                    <a:pt x="31538" y="50828"/>
                  </a:lnTo>
                  <a:lnTo>
                    <a:pt x="26120" y="46983"/>
                  </a:lnTo>
                  <a:lnTo>
                    <a:pt x="22213" y="48119"/>
                  </a:lnTo>
                  <a:lnTo>
                    <a:pt x="20557" y="45666"/>
                  </a:lnTo>
                  <a:lnTo>
                    <a:pt x="14630" y="41681"/>
                  </a:lnTo>
                  <a:lnTo>
                    <a:pt x="17776" y="37826"/>
                  </a:lnTo>
                  <a:lnTo>
                    <a:pt x="17083" y="33600"/>
                  </a:lnTo>
                  <a:lnTo>
                    <a:pt x="14251" y="32150"/>
                  </a:lnTo>
                  <a:lnTo>
                    <a:pt x="13574" y="34058"/>
                  </a:lnTo>
                  <a:lnTo>
                    <a:pt x="9470" y="29865"/>
                  </a:lnTo>
                  <a:lnTo>
                    <a:pt x="9755" y="29290"/>
                  </a:lnTo>
                  <a:lnTo>
                    <a:pt x="5968" y="28556"/>
                  </a:lnTo>
                  <a:lnTo>
                    <a:pt x="2959" y="26939"/>
                  </a:lnTo>
                  <a:lnTo>
                    <a:pt x="1228" y="26053"/>
                  </a:lnTo>
                  <a:lnTo>
                    <a:pt x="326" y="23979"/>
                  </a:lnTo>
                  <a:lnTo>
                    <a:pt x="0" y="19241"/>
                  </a:lnTo>
                  <a:lnTo>
                    <a:pt x="1192" y="13104"/>
                  </a:lnTo>
                  <a:lnTo>
                    <a:pt x="3716" y="10338"/>
                  </a:lnTo>
                  <a:lnTo>
                    <a:pt x="4583" y="4168"/>
                  </a:lnTo>
                  <a:lnTo>
                    <a:pt x="8387" y="5344"/>
                  </a:lnTo>
                  <a:lnTo>
                    <a:pt x="8638" y="7356"/>
                  </a:lnTo>
                  <a:lnTo>
                    <a:pt x="9572" y="8248"/>
                  </a:lnTo>
                  <a:lnTo>
                    <a:pt x="13007" y="6413"/>
                  </a:lnTo>
                  <a:lnTo>
                    <a:pt x="15109" y="1775"/>
                  </a:lnTo>
                  <a:lnTo>
                    <a:pt x="16897" y="599"/>
                  </a:lnTo>
                  <a:lnTo>
                    <a:pt x="21652" y="2482"/>
                  </a:lnTo>
                  <a:lnTo>
                    <a:pt x="22884" y="0"/>
                  </a:lnTo>
                  <a:lnTo>
                    <a:pt x="25983" y="16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h6047"/>
            <p:cNvSpPr/>
            <p:nvPr/>
          </p:nvSpPr>
          <p:spPr>
            <a:xfrm>
              <a:off x="6237048" y="2464733"/>
              <a:ext cx="113488" cy="88031"/>
            </a:xfrm>
            <a:custGeom>
              <a:avLst/>
              <a:pathLst>
                <a:path w="113488" h="88031">
                  <a:moveTo>
                    <a:pt x="64607" y="397"/>
                  </a:moveTo>
                  <a:lnTo>
                    <a:pt x="68503" y="3887"/>
                  </a:lnTo>
                  <a:lnTo>
                    <a:pt x="70676" y="4277"/>
                  </a:lnTo>
                  <a:lnTo>
                    <a:pt x="71932" y="6742"/>
                  </a:lnTo>
                  <a:lnTo>
                    <a:pt x="70501" y="12876"/>
                  </a:lnTo>
                  <a:lnTo>
                    <a:pt x="71394" y="14275"/>
                  </a:lnTo>
                  <a:lnTo>
                    <a:pt x="74611" y="15540"/>
                  </a:lnTo>
                  <a:lnTo>
                    <a:pt x="81281" y="13780"/>
                  </a:lnTo>
                  <a:lnTo>
                    <a:pt x="82891" y="8016"/>
                  </a:lnTo>
                  <a:lnTo>
                    <a:pt x="84934" y="6848"/>
                  </a:lnTo>
                  <a:lnTo>
                    <a:pt x="91967" y="9588"/>
                  </a:lnTo>
                  <a:lnTo>
                    <a:pt x="104571" y="9509"/>
                  </a:lnTo>
                  <a:lnTo>
                    <a:pt x="108202" y="11136"/>
                  </a:lnTo>
                  <a:lnTo>
                    <a:pt x="107382" y="14306"/>
                  </a:lnTo>
                  <a:lnTo>
                    <a:pt x="113488" y="16244"/>
                  </a:lnTo>
                  <a:lnTo>
                    <a:pt x="113250" y="18503"/>
                  </a:lnTo>
                  <a:lnTo>
                    <a:pt x="112104" y="20589"/>
                  </a:lnTo>
                  <a:lnTo>
                    <a:pt x="109403" y="24418"/>
                  </a:lnTo>
                  <a:lnTo>
                    <a:pt x="105483" y="27757"/>
                  </a:lnTo>
                  <a:lnTo>
                    <a:pt x="105202" y="30884"/>
                  </a:lnTo>
                  <a:lnTo>
                    <a:pt x="111391" y="34510"/>
                  </a:lnTo>
                  <a:lnTo>
                    <a:pt x="111691" y="36748"/>
                  </a:lnTo>
                  <a:lnTo>
                    <a:pt x="109937" y="41583"/>
                  </a:lnTo>
                  <a:lnTo>
                    <a:pt x="106933" y="45007"/>
                  </a:lnTo>
                  <a:lnTo>
                    <a:pt x="113347" y="49704"/>
                  </a:lnTo>
                  <a:lnTo>
                    <a:pt x="109835" y="50850"/>
                  </a:lnTo>
                  <a:lnTo>
                    <a:pt x="106326" y="58248"/>
                  </a:lnTo>
                  <a:lnTo>
                    <a:pt x="103497" y="61489"/>
                  </a:lnTo>
                  <a:lnTo>
                    <a:pt x="99720" y="62563"/>
                  </a:lnTo>
                  <a:lnTo>
                    <a:pt x="98900" y="60420"/>
                  </a:lnTo>
                  <a:lnTo>
                    <a:pt x="94594" y="56633"/>
                  </a:lnTo>
                  <a:lnTo>
                    <a:pt x="93556" y="56641"/>
                  </a:lnTo>
                  <a:lnTo>
                    <a:pt x="90999" y="61371"/>
                  </a:lnTo>
                  <a:lnTo>
                    <a:pt x="88551" y="64028"/>
                  </a:lnTo>
                  <a:lnTo>
                    <a:pt x="85522" y="64322"/>
                  </a:lnTo>
                  <a:lnTo>
                    <a:pt x="82457" y="62361"/>
                  </a:lnTo>
                  <a:lnTo>
                    <a:pt x="76830" y="62335"/>
                  </a:lnTo>
                  <a:lnTo>
                    <a:pt x="73331" y="63137"/>
                  </a:lnTo>
                  <a:lnTo>
                    <a:pt x="74497" y="64928"/>
                  </a:lnTo>
                  <a:lnTo>
                    <a:pt x="67597" y="68061"/>
                  </a:lnTo>
                  <a:lnTo>
                    <a:pt x="67264" y="73173"/>
                  </a:lnTo>
                  <a:lnTo>
                    <a:pt x="68329" y="73247"/>
                  </a:lnTo>
                  <a:lnTo>
                    <a:pt x="67614" y="80264"/>
                  </a:lnTo>
                  <a:lnTo>
                    <a:pt x="67992" y="82111"/>
                  </a:lnTo>
                  <a:lnTo>
                    <a:pt x="65491" y="81673"/>
                  </a:lnTo>
                  <a:lnTo>
                    <a:pt x="58659" y="82823"/>
                  </a:lnTo>
                  <a:lnTo>
                    <a:pt x="55683" y="79948"/>
                  </a:lnTo>
                  <a:lnTo>
                    <a:pt x="52583" y="79782"/>
                  </a:lnTo>
                  <a:lnTo>
                    <a:pt x="51352" y="82265"/>
                  </a:lnTo>
                  <a:lnTo>
                    <a:pt x="46597" y="80381"/>
                  </a:lnTo>
                  <a:lnTo>
                    <a:pt x="44809" y="81558"/>
                  </a:lnTo>
                  <a:lnTo>
                    <a:pt x="42707" y="86196"/>
                  </a:lnTo>
                  <a:lnTo>
                    <a:pt x="39271" y="88031"/>
                  </a:lnTo>
                  <a:lnTo>
                    <a:pt x="38337" y="87139"/>
                  </a:lnTo>
                  <a:lnTo>
                    <a:pt x="38087" y="85127"/>
                  </a:lnTo>
                  <a:lnTo>
                    <a:pt x="34283" y="83950"/>
                  </a:lnTo>
                  <a:lnTo>
                    <a:pt x="29792" y="81968"/>
                  </a:lnTo>
                  <a:lnTo>
                    <a:pt x="32404" y="76789"/>
                  </a:lnTo>
                  <a:lnTo>
                    <a:pt x="32038" y="75828"/>
                  </a:lnTo>
                  <a:lnTo>
                    <a:pt x="29406" y="74307"/>
                  </a:lnTo>
                  <a:lnTo>
                    <a:pt x="30204" y="69331"/>
                  </a:lnTo>
                  <a:lnTo>
                    <a:pt x="19623" y="65132"/>
                  </a:lnTo>
                  <a:lnTo>
                    <a:pt x="13217" y="63695"/>
                  </a:lnTo>
                  <a:lnTo>
                    <a:pt x="10974" y="60464"/>
                  </a:lnTo>
                  <a:lnTo>
                    <a:pt x="9330" y="55953"/>
                  </a:lnTo>
                  <a:lnTo>
                    <a:pt x="3972" y="55661"/>
                  </a:lnTo>
                  <a:lnTo>
                    <a:pt x="0" y="50857"/>
                  </a:lnTo>
                  <a:lnTo>
                    <a:pt x="5329" y="33949"/>
                  </a:lnTo>
                  <a:lnTo>
                    <a:pt x="2708" y="31018"/>
                  </a:lnTo>
                  <a:lnTo>
                    <a:pt x="1357" y="30926"/>
                  </a:lnTo>
                  <a:lnTo>
                    <a:pt x="27" y="29072"/>
                  </a:lnTo>
                  <a:lnTo>
                    <a:pt x="160" y="24868"/>
                  </a:lnTo>
                  <a:lnTo>
                    <a:pt x="1774" y="24713"/>
                  </a:lnTo>
                  <a:lnTo>
                    <a:pt x="3817" y="21399"/>
                  </a:lnTo>
                  <a:lnTo>
                    <a:pt x="12784" y="20910"/>
                  </a:lnTo>
                  <a:lnTo>
                    <a:pt x="13621" y="21939"/>
                  </a:lnTo>
                  <a:lnTo>
                    <a:pt x="19226" y="22068"/>
                  </a:lnTo>
                  <a:lnTo>
                    <a:pt x="21560" y="20210"/>
                  </a:lnTo>
                  <a:lnTo>
                    <a:pt x="23158" y="17252"/>
                  </a:lnTo>
                  <a:lnTo>
                    <a:pt x="24584" y="17253"/>
                  </a:lnTo>
                  <a:lnTo>
                    <a:pt x="29438" y="17443"/>
                  </a:lnTo>
                  <a:lnTo>
                    <a:pt x="31584" y="18757"/>
                  </a:lnTo>
                  <a:lnTo>
                    <a:pt x="31993" y="19621"/>
                  </a:lnTo>
                  <a:lnTo>
                    <a:pt x="31438" y="21328"/>
                  </a:lnTo>
                  <a:lnTo>
                    <a:pt x="36363" y="22195"/>
                  </a:lnTo>
                  <a:lnTo>
                    <a:pt x="45925" y="18369"/>
                  </a:lnTo>
                  <a:lnTo>
                    <a:pt x="52159" y="16680"/>
                  </a:lnTo>
                  <a:lnTo>
                    <a:pt x="55602" y="14137"/>
                  </a:lnTo>
                  <a:lnTo>
                    <a:pt x="61580" y="15244"/>
                  </a:lnTo>
                  <a:lnTo>
                    <a:pt x="6168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h6048"/>
            <p:cNvSpPr/>
            <p:nvPr/>
          </p:nvSpPr>
          <p:spPr>
            <a:xfrm>
              <a:off x="6286835" y="2693962"/>
              <a:ext cx="39970" cy="54333"/>
            </a:xfrm>
            <a:custGeom>
              <a:avLst/>
              <a:pathLst>
                <a:path w="39970" h="54333">
                  <a:moveTo>
                    <a:pt x="31040" y="1116"/>
                  </a:moveTo>
                  <a:lnTo>
                    <a:pt x="30800" y="5484"/>
                  </a:lnTo>
                  <a:lnTo>
                    <a:pt x="31964" y="8523"/>
                  </a:lnTo>
                  <a:lnTo>
                    <a:pt x="36554" y="10138"/>
                  </a:lnTo>
                  <a:lnTo>
                    <a:pt x="37204" y="11472"/>
                  </a:lnTo>
                  <a:lnTo>
                    <a:pt x="35640" y="11326"/>
                  </a:lnTo>
                  <a:lnTo>
                    <a:pt x="34011" y="13546"/>
                  </a:lnTo>
                  <a:lnTo>
                    <a:pt x="33583" y="14783"/>
                  </a:lnTo>
                  <a:lnTo>
                    <a:pt x="34034" y="16045"/>
                  </a:lnTo>
                  <a:lnTo>
                    <a:pt x="32166" y="20102"/>
                  </a:lnTo>
                  <a:lnTo>
                    <a:pt x="33456" y="24915"/>
                  </a:lnTo>
                  <a:lnTo>
                    <a:pt x="34220" y="25544"/>
                  </a:lnTo>
                  <a:lnTo>
                    <a:pt x="37231" y="24878"/>
                  </a:lnTo>
                  <a:lnTo>
                    <a:pt x="39970" y="30066"/>
                  </a:lnTo>
                  <a:lnTo>
                    <a:pt x="39102" y="30970"/>
                  </a:lnTo>
                  <a:lnTo>
                    <a:pt x="35036" y="31903"/>
                  </a:lnTo>
                  <a:lnTo>
                    <a:pt x="35798" y="33362"/>
                  </a:lnTo>
                  <a:lnTo>
                    <a:pt x="35910" y="36963"/>
                  </a:lnTo>
                  <a:lnTo>
                    <a:pt x="32845" y="40982"/>
                  </a:lnTo>
                  <a:lnTo>
                    <a:pt x="30998" y="41823"/>
                  </a:lnTo>
                  <a:lnTo>
                    <a:pt x="25897" y="41493"/>
                  </a:lnTo>
                  <a:lnTo>
                    <a:pt x="22405" y="44489"/>
                  </a:lnTo>
                  <a:lnTo>
                    <a:pt x="20729" y="49265"/>
                  </a:lnTo>
                  <a:lnTo>
                    <a:pt x="14240" y="54333"/>
                  </a:lnTo>
                  <a:lnTo>
                    <a:pt x="11305" y="53765"/>
                  </a:lnTo>
                  <a:lnTo>
                    <a:pt x="10857" y="51546"/>
                  </a:lnTo>
                  <a:lnTo>
                    <a:pt x="6690" y="48730"/>
                  </a:lnTo>
                  <a:lnTo>
                    <a:pt x="4405" y="48774"/>
                  </a:lnTo>
                  <a:lnTo>
                    <a:pt x="3837" y="50374"/>
                  </a:lnTo>
                  <a:lnTo>
                    <a:pt x="2623" y="50461"/>
                  </a:lnTo>
                  <a:lnTo>
                    <a:pt x="0" y="47888"/>
                  </a:lnTo>
                  <a:lnTo>
                    <a:pt x="1851" y="43980"/>
                  </a:lnTo>
                  <a:lnTo>
                    <a:pt x="1836" y="42372"/>
                  </a:lnTo>
                  <a:lnTo>
                    <a:pt x="3419" y="39533"/>
                  </a:lnTo>
                  <a:lnTo>
                    <a:pt x="8962" y="36735"/>
                  </a:lnTo>
                  <a:lnTo>
                    <a:pt x="7790" y="36236"/>
                  </a:lnTo>
                  <a:lnTo>
                    <a:pt x="11095" y="30259"/>
                  </a:lnTo>
                  <a:lnTo>
                    <a:pt x="11743" y="25462"/>
                  </a:lnTo>
                  <a:lnTo>
                    <a:pt x="11051" y="23460"/>
                  </a:lnTo>
                  <a:lnTo>
                    <a:pt x="11680" y="21746"/>
                  </a:lnTo>
                  <a:lnTo>
                    <a:pt x="12395" y="20018"/>
                  </a:lnTo>
                  <a:lnTo>
                    <a:pt x="19755" y="11276"/>
                  </a:lnTo>
                  <a:lnTo>
                    <a:pt x="22107" y="4378"/>
                  </a:lnTo>
                  <a:lnTo>
                    <a:pt x="26225" y="5569"/>
                  </a:lnTo>
                  <a:lnTo>
                    <a:pt x="26614" y="908"/>
                  </a:lnTo>
                  <a:lnTo>
                    <a:pt x="2777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h6049"/>
            <p:cNvSpPr/>
            <p:nvPr/>
          </p:nvSpPr>
          <p:spPr>
            <a:xfrm>
              <a:off x="6304662" y="2521366"/>
              <a:ext cx="32880" cy="33738"/>
            </a:xfrm>
            <a:custGeom>
              <a:avLst/>
              <a:pathLst>
                <a:path w="32880" h="33738">
                  <a:moveTo>
                    <a:pt x="26980" y="0"/>
                  </a:moveTo>
                  <a:lnTo>
                    <a:pt x="31286" y="3787"/>
                  </a:lnTo>
                  <a:lnTo>
                    <a:pt x="32106" y="5930"/>
                  </a:lnTo>
                  <a:lnTo>
                    <a:pt x="32880" y="8295"/>
                  </a:lnTo>
                  <a:lnTo>
                    <a:pt x="32317" y="9873"/>
                  </a:lnTo>
                  <a:lnTo>
                    <a:pt x="30399" y="11842"/>
                  </a:lnTo>
                  <a:lnTo>
                    <a:pt x="30430" y="22380"/>
                  </a:lnTo>
                  <a:lnTo>
                    <a:pt x="27254" y="22127"/>
                  </a:lnTo>
                  <a:lnTo>
                    <a:pt x="24812" y="23914"/>
                  </a:lnTo>
                  <a:lnTo>
                    <a:pt x="23422" y="26468"/>
                  </a:lnTo>
                  <a:lnTo>
                    <a:pt x="20762" y="28807"/>
                  </a:lnTo>
                  <a:lnTo>
                    <a:pt x="13341" y="28532"/>
                  </a:lnTo>
                  <a:lnTo>
                    <a:pt x="11594" y="33738"/>
                  </a:lnTo>
                  <a:lnTo>
                    <a:pt x="6276" y="33418"/>
                  </a:lnTo>
                  <a:lnTo>
                    <a:pt x="6481" y="31891"/>
                  </a:lnTo>
                  <a:lnTo>
                    <a:pt x="4640" y="27220"/>
                  </a:lnTo>
                  <a:lnTo>
                    <a:pt x="378" y="25478"/>
                  </a:lnTo>
                  <a:lnTo>
                    <a:pt x="0" y="23631"/>
                  </a:lnTo>
                  <a:lnTo>
                    <a:pt x="715" y="16614"/>
                  </a:lnTo>
                  <a:lnTo>
                    <a:pt x="9196" y="16380"/>
                  </a:lnTo>
                  <a:lnTo>
                    <a:pt x="9160" y="17778"/>
                  </a:lnTo>
                  <a:lnTo>
                    <a:pt x="14448" y="19358"/>
                  </a:lnTo>
                  <a:lnTo>
                    <a:pt x="22759" y="16417"/>
                  </a:lnTo>
                  <a:lnTo>
                    <a:pt x="24209" y="12233"/>
                  </a:lnTo>
                  <a:lnTo>
                    <a:pt x="22269" y="8542"/>
                  </a:lnTo>
                  <a:lnTo>
                    <a:pt x="20937" y="7395"/>
                  </a:lnTo>
                  <a:lnTo>
                    <a:pt x="23385" y="4738"/>
                  </a:lnTo>
                  <a:lnTo>
                    <a:pt x="25942" y="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h6050"/>
            <p:cNvSpPr/>
            <p:nvPr/>
          </p:nvSpPr>
          <p:spPr>
            <a:xfrm>
              <a:off x="6230913" y="2686204"/>
              <a:ext cx="44122" cy="27217"/>
            </a:xfrm>
            <a:custGeom>
              <a:avLst/>
              <a:pathLst>
                <a:path w="44122" h="27217">
                  <a:moveTo>
                    <a:pt x="21735" y="1940"/>
                  </a:moveTo>
                  <a:lnTo>
                    <a:pt x="23107" y="2938"/>
                  </a:lnTo>
                  <a:lnTo>
                    <a:pt x="27930" y="2420"/>
                  </a:lnTo>
                  <a:lnTo>
                    <a:pt x="29767" y="3515"/>
                  </a:lnTo>
                  <a:lnTo>
                    <a:pt x="31019" y="5593"/>
                  </a:lnTo>
                  <a:lnTo>
                    <a:pt x="34152" y="7626"/>
                  </a:lnTo>
                  <a:lnTo>
                    <a:pt x="39585" y="8375"/>
                  </a:lnTo>
                  <a:lnTo>
                    <a:pt x="43420" y="9900"/>
                  </a:lnTo>
                  <a:lnTo>
                    <a:pt x="44122" y="11582"/>
                  </a:lnTo>
                  <a:lnTo>
                    <a:pt x="39248" y="15252"/>
                  </a:lnTo>
                  <a:lnTo>
                    <a:pt x="39723" y="17228"/>
                  </a:lnTo>
                  <a:lnTo>
                    <a:pt x="35672" y="20923"/>
                  </a:lnTo>
                  <a:lnTo>
                    <a:pt x="34454" y="27217"/>
                  </a:lnTo>
                  <a:lnTo>
                    <a:pt x="19070" y="18520"/>
                  </a:lnTo>
                  <a:lnTo>
                    <a:pt x="4812" y="16060"/>
                  </a:lnTo>
                  <a:lnTo>
                    <a:pt x="5967" y="20454"/>
                  </a:lnTo>
                  <a:lnTo>
                    <a:pt x="17" y="17881"/>
                  </a:lnTo>
                  <a:lnTo>
                    <a:pt x="599" y="14468"/>
                  </a:lnTo>
                  <a:lnTo>
                    <a:pt x="0" y="11049"/>
                  </a:lnTo>
                  <a:lnTo>
                    <a:pt x="774" y="9175"/>
                  </a:lnTo>
                  <a:lnTo>
                    <a:pt x="4526" y="8571"/>
                  </a:lnTo>
                  <a:lnTo>
                    <a:pt x="7786" y="4814"/>
                  </a:lnTo>
                  <a:lnTo>
                    <a:pt x="1439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h6051"/>
            <p:cNvSpPr/>
            <p:nvPr/>
          </p:nvSpPr>
          <p:spPr>
            <a:xfrm>
              <a:off x="6423475" y="2565664"/>
              <a:ext cx="59264" cy="112817"/>
            </a:xfrm>
            <a:custGeom>
              <a:avLst/>
              <a:pathLst>
                <a:path w="59264" h="112817">
                  <a:moveTo>
                    <a:pt x="52139" y="4238"/>
                  </a:moveTo>
                  <a:lnTo>
                    <a:pt x="50332" y="6595"/>
                  </a:lnTo>
                  <a:lnTo>
                    <a:pt x="48763" y="8526"/>
                  </a:lnTo>
                  <a:lnTo>
                    <a:pt x="51052" y="11167"/>
                  </a:lnTo>
                  <a:lnTo>
                    <a:pt x="53525" y="10534"/>
                  </a:lnTo>
                  <a:lnTo>
                    <a:pt x="58351" y="19337"/>
                  </a:lnTo>
                  <a:lnTo>
                    <a:pt x="59264" y="28446"/>
                  </a:lnTo>
                  <a:lnTo>
                    <a:pt x="56202" y="34923"/>
                  </a:lnTo>
                  <a:lnTo>
                    <a:pt x="49454" y="34601"/>
                  </a:lnTo>
                  <a:lnTo>
                    <a:pt x="48717" y="46371"/>
                  </a:lnTo>
                  <a:lnTo>
                    <a:pt x="43068" y="45705"/>
                  </a:lnTo>
                  <a:lnTo>
                    <a:pt x="42873" y="48635"/>
                  </a:lnTo>
                  <a:lnTo>
                    <a:pt x="48384" y="57356"/>
                  </a:lnTo>
                  <a:lnTo>
                    <a:pt x="50087" y="58753"/>
                  </a:lnTo>
                  <a:lnTo>
                    <a:pt x="51999" y="61607"/>
                  </a:lnTo>
                  <a:lnTo>
                    <a:pt x="55175" y="63888"/>
                  </a:lnTo>
                  <a:lnTo>
                    <a:pt x="52199" y="67841"/>
                  </a:lnTo>
                  <a:lnTo>
                    <a:pt x="53325" y="70763"/>
                  </a:lnTo>
                  <a:lnTo>
                    <a:pt x="54826" y="71710"/>
                  </a:lnTo>
                  <a:lnTo>
                    <a:pt x="52307" y="78421"/>
                  </a:lnTo>
                  <a:lnTo>
                    <a:pt x="51047" y="84877"/>
                  </a:lnTo>
                  <a:lnTo>
                    <a:pt x="52229" y="83649"/>
                  </a:lnTo>
                  <a:lnTo>
                    <a:pt x="54536" y="84646"/>
                  </a:lnTo>
                  <a:lnTo>
                    <a:pt x="54875" y="86886"/>
                  </a:lnTo>
                  <a:lnTo>
                    <a:pt x="47069" y="93021"/>
                  </a:lnTo>
                  <a:lnTo>
                    <a:pt x="43691" y="96696"/>
                  </a:lnTo>
                  <a:lnTo>
                    <a:pt x="45605" y="98556"/>
                  </a:lnTo>
                  <a:lnTo>
                    <a:pt x="45805" y="99739"/>
                  </a:lnTo>
                  <a:lnTo>
                    <a:pt x="37727" y="104647"/>
                  </a:lnTo>
                  <a:lnTo>
                    <a:pt x="35488" y="109120"/>
                  </a:lnTo>
                  <a:lnTo>
                    <a:pt x="36294" y="111518"/>
                  </a:lnTo>
                  <a:lnTo>
                    <a:pt x="34720" y="112817"/>
                  </a:lnTo>
                  <a:lnTo>
                    <a:pt x="33906" y="110953"/>
                  </a:lnTo>
                  <a:lnTo>
                    <a:pt x="33435" y="110566"/>
                  </a:lnTo>
                  <a:lnTo>
                    <a:pt x="32580" y="111153"/>
                  </a:lnTo>
                  <a:lnTo>
                    <a:pt x="28902" y="106138"/>
                  </a:lnTo>
                  <a:lnTo>
                    <a:pt x="28097" y="98805"/>
                  </a:lnTo>
                  <a:lnTo>
                    <a:pt x="19246" y="98447"/>
                  </a:lnTo>
                  <a:lnTo>
                    <a:pt x="18406" y="96195"/>
                  </a:lnTo>
                  <a:lnTo>
                    <a:pt x="15537" y="93392"/>
                  </a:lnTo>
                  <a:lnTo>
                    <a:pt x="10050" y="89577"/>
                  </a:lnTo>
                  <a:lnTo>
                    <a:pt x="2331" y="85696"/>
                  </a:lnTo>
                  <a:lnTo>
                    <a:pt x="4623" y="85067"/>
                  </a:lnTo>
                  <a:lnTo>
                    <a:pt x="5526" y="83277"/>
                  </a:lnTo>
                  <a:lnTo>
                    <a:pt x="5701" y="81297"/>
                  </a:lnTo>
                  <a:lnTo>
                    <a:pt x="2579" y="76863"/>
                  </a:lnTo>
                  <a:lnTo>
                    <a:pt x="4304" y="69260"/>
                  </a:lnTo>
                  <a:lnTo>
                    <a:pt x="4588" y="67821"/>
                  </a:lnTo>
                  <a:lnTo>
                    <a:pt x="2770" y="66818"/>
                  </a:lnTo>
                  <a:lnTo>
                    <a:pt x="1099" y="67019"/>
                  </a:lnTo>
                  <a:lnTo>
                    <a:pt x="458" y="66315"/>
                  </a:lnTo>
                  <a:lnTo>
                    <a:pt x="0" y="62164"/>
                  </a:lnTo>
                  <a:lnTo>
                    <a:pt x="2736" y="57555"/>
                  </a:lnTo>
                  <a:lnTo>
                    <a:pt x="3353" y="53408"/>
                  </a:lnTo>
                  <a:lnTo>
                    <a:pt x="4933" y="53295"/>
                  </a:lnTo>
                  <a:lnTo>
                    <a:pt x="9777" y="54163"/>
                  </a:lnTo>
                  <a:lnTo>
                    <a:pt x="12627" y="53331"/>
                  </a:lnTo>
                  <a:lnTo>
                    <a:pt x="15080" y="51048"/>
                  </a:lnTo>
                  <a:lnTo>
                    <a:pt x="19303" y="49942"/>
                  </a:lnTo>
                  <a:lnTo>
                    <a:pt x="21025" y="48243"/>
                  </a:lnTo>
                  <a:lnTo>
                    <a:pt x="19963" y="45922"/>
                  </a:lnTo>
                  <a:lnTo>
                    <a:pt x="20249" y="43627"/>
                  </a:lnTo>
                  <a:lnTo>
                    <a:pt x="26061" y="37965"/>
                  </a:lnTo>
                  <a:lnTo>
                    <a:pt x="22470" y="35759"/>
                  </a:lnTo>
                  <a:lnTo>
                    <a:pt x="18195" y="30599"/>
                  </a:lnTo>
                  <a:lnTo>
                    <a:pt x="18365" y="27888"/>
                  </a:lnTo>
                  <a:lnTo>
                    <a:pt x="25619" y="18927"/>
                  </a:lnTo>
                  <a:lnTo>
                    <a:pt x="25866" y="14459"/>
                  </a:lnTo>
                  <a:lnTo>
                    <a:pt x="28099" y="10867"/>
                  </a:lnTo>
                  <a:lnTo>
                    <a:pt x="35847" y="5520"/>
                  </a:lnTo>
                  <a:lnTo>
                    <a:pt x="36473" y="718"/>
                  </a:lnTo>
                  <a:lnTo>
                    <a:pt x="4530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h6052"/>
            <p:cNvSpPr/>
            <p:nvPr/>
          </p:nvSpPr>
          <p:spPr>
            <a:xfrm>
              <a:off x="6323962" y="2414993"/>
              <a:ext cx="138262" cy="115831"/>
            </a:xfrm>
            <a:custGeom>
              <a:avLst/>
              <a:pathLst>
                <a:path w="138262" h="115831">
                  <a:moveTo>
                    <a:pt x="26606" y="4926"/>
                  </a:moveTo>
                  <a:lnTo>
                    <a:pt x="27688" y="2181"/>
                  </a:lnTo>
                  <a:lnTo>
                    <a:pt x="26476" y="1790"/>
                  </a:lnTo>
                  <a:lnTo>
                    <a:pt x="28294" y="646"/>
                  </a:lnTo>
                  <a:lnTo>
                    <a:pt x="44365" y="4361"/>
                  </a:lnTo>
                  <a:lnTo>
                    <a:pt x="46615" y="4307"/>
                  </a:lnTo>
                  <a:lnTo>
                    <a:pt x="49336" y="871"/>
                  </a:lnTo>
                  <a:lnTo>
                    <a:pt x="50388" y="2790"/>
                  </a:lnTo>
                  <a:lnTo>
                    <a:pt x="62326" y="9308"/>
                  </a:lnTo>
                  <a:lnTo>
                    <a:pt x="64677" y="13496"/>
                  </a:lnTo>
                  <a:lnTo>
                    <a:pt x="69211" y="11825"/>
                  </a:lnTo>
                  <a:lnTo>
                    <a:pt x="70526" y="18429"/>
                  </a:lnTo>
                  <a:lnTo>
                    <a:pt x="75211" y="18107"/>
                  </a:lnTo>
                  <a:lnTo>
                    <a:pt x="77900" y="21677"/>
                  </a:lnTo>
                  <a:lnTo>
                    <a:pt x="78799" y="24174"/>
                  </a:lnTo>
                  <a:lnTo>
                    <a:pt x="87542" y="21522"/>
                  </a:lnTo>
                  <a:lnTo>
                    <a:pt x="98954" y="21808"/>
                  </a:lnTo>
                  <a:lnTo>
                    <a:pt x="104744" y="23450"/>
                  </a:lnTo>
                  <a:lnTo>
                    <a:pt x="109122" y="23483"/>
                  </a:lnTo>
                  <a:lnTo>
                    <a:pt x="112506" y="21773"/>
                  </a:lnTo>
                  <a:lnTo>
                    <a:pt x="115352" y="21236"/>
                  </a:lnTo>
                  <a:lnTo>
                    <a:pt x="121047" y="22012"/>
                  </a:lnTo>
                  <a:lnTo>
                    <a:pt x="125856" y="24566"/>
                  </a:lnTo>
                  <a:lnTo>
                    <a:pt x="132761" y="22890"/>
                  </a:lnTo>
                  <a:lnTo>
                    <a:pt x="132760" y="32890"/>
                  </a:lnTo>
                  <a:lnTo>
                    <a:pt x="138262" y="38246"/>
                  </a:lnTo>
                  <a:lnTo>
                    <a:pt x="104546" y="67582"/>
                  </a:lnTo>
                  <a:lnTo>
                    <a:pt x="78572" y="76502"/>
                  </a:lnTo>
                  <a:lnTo>
                    <a:pt x="66435" y="78742"/>
                  </a:lnTo>
                  <a:lnTo>
                    <a:pt x="61358" y="77885"/>
                  </a:lnTo>
                  <a:lnTo>
                    <a:pt x="58890" y="73084"/>
                  </a:lnTo>
                  <a:lnTo>
                    <a:pt x="58648" y="67590"/>
                  </a:lnTo>
                  <a:lnTo>
                    <a:pt x="53764" y="67666"/>
                  </a:lnTo>
                  <a:lnTo>
                    <a:pt x="52051" y="77404"/>
                  </a:lnTo>
                  <a:lnTo>
                    <a:pt x="50438" y="80097"/>
                  </a:lnTo>
                  <a:lnTo>
                    <a:pt x="47384" y="82680"/>
                  </a:lnTo>
                  <a:lnTo>
                    <a:pt x="50284" y="87510"/>
                  </a:lnTo>
                  <a:lnTo>
                    <a:pt x="51914" y="87404"/>
                  </a:lnTo>
                  <a:lnTo>
                    <a:pt x="53417" y="83347"/>
                  </a:lnTo>
                  <a:lnTo>
                    <a:pt x="54457" y="83333"/>
                  </a:lnTo>
                  <a:lnTo>
                    <a:pt x="53014" y="87889"/>
                  </a:lnTo>
                  <a:lnTo>
                    <a:pt x="52121" y="88545"/>
                  </a:lnTo>
                  <a:lnTo>
                    <a:pt x="48494" y="88290"/>
                  </a:lnTo>
                  <a:lnTo>
                    <a:pt x="48095" y="93238"/>
                  </a:lnTo>
                  <a:lnTo>
                    <a:pt x="53573" y="95887"/>
                  </a:lnTo>
                  <a:lnTo>
                    <a:pt x="53398" y="100655"/>
                  </a:lnTo>
                  <a:lnTo>
                    <a:pt x="56339" y="105184"/>
                  </a:lnTo>
                  <a:lnTo>
                    <a:pt x="52417" y="111818"/>
                  </a:lnTo>
                  <a:lnTo>
                    <a:pt x="51275" y="115327"/>
                  </a:lnTo>
                  <a:lnTo>
                    <a:pt x="40356" y="115831"/>
                  </a:lnTo>
                  <a:lnTo>
                    <a:pt x="41586" y="112477"/>
                  </a:lnTo>
                  <a:lnTo>
                    <a:pt x="44319" y="110028"/>
                  </a:lnTo>
                  <a:lnTo>
                    <a:pt x="44917" y="110541"/>
                  </a:lnTo>
                  <a:lnTo>
                    <a:pt x="46219" y="109418"/>
                  </a:lnTo>
                  <a:lnTo>
                    <a:pt x="36939" y="107712"/>
                  </a:lnTo>
                  <a:lnTo>
                    <a:pt x="36945" y="109479"/>
                  </a:lnTo>
                  <a:lnTo>
                    <a:pt x="22211" y="109508"/>
                  </a:lnTo>
                  <a:lnTo>
                    <a:pt x="22160" y="112646"/>
                  </a:lnTo>
                  <a:lnTo>
                    <a:pt x="16583" y="111229"/>
                  </a:lnTo>
                  <a:lnTo>
                    <a:pt x="19412" y="107989"/>
                  </a:lnTo>
                  <a:lnTo>
                    <a:pt x="22921" y="100591"/>
                  </a:lnTo>
                  <a:lnTo>
                    <a:pt x="26433" y="99445"/>
                  </a:lnTo>
                  <a:lnTo>
                    <a:pt x="20020" y="94747"/>
                  </a:lnTo>
                  <a:lnTo>
                    <a:pt x="23024" y="91323"/>
                  </a:lnTo>
                  <a:lnTo>
                    <a:pt x="24778" y="86488"/>
                  </a:lnTo>
                  <a:lnTo>
                    <a:pt x="24477" y="84250"/>
                  </a:lnTo>
                  <a:lnTo>
                    <a:pt x="18289" y="80624"/>
                  </a:lnTo>
                  <a:lnTo>
                    <a:pt x="18570" y="77497"/>
                  </a:lnTo>
                  <a:lnTo>
                    <a:pt x="22489" y="74159"/>
                  </a:lnTo>
                  <a:lnTo>
                    <a:pt x="25190" y="70329"/>
                  </a:lnTo>
                  <a:lnTo>
                    <a:pt x="26336" y="68244"/>
                  </a:lnTo>
                  <a:lnTo>
                    <a:pt x="26575" y="65984"/>
                  </a:lnTo>
                  <a:lnTo>
                    <a:pt x="20468" y="64047"/>
                  </a:lnTo>
                  <a:lnTo>
                    <a:pt x="21288" y="60876"/>
                  </a:lnTo>
                  <a:lnTo>
                    <a:pt x="17658" y="59250"/>
                  </a:lnTo>
                  <a:lnTo>
                    <a:pt x="19095" y="56231"/>
                  </a:lnTo>
                  <a:lnTo>
                    <a:pt x="17515" y="53949"/>
                  </a:lnTo>
                  <a:lnTo>
                    <a:pt x="13156" y="50296"/>
                  </a:lnTo>
                  <a:lnTo>
                    <a:pt x="9282" y="41151"/>
                  </a:lnTo>
                  <a:lnTo>
                    <a:pt x="3072" y="40620"/>
                  </a:lnTo>
                  <a:lnTo>
                    <a:pt x="4744" y="40044"/>
                  </a:lnTo>
                  <a:lnTo>
                    <a:pt x="5213" y="38219"/>
                  </a:lnTo>
                  <a:lnTo>
                    <a:pt x="3692" y="33360"/>
                  </a:lnTo>
                  <a:lnTo>
                    <a:pt x="562" y="31358"/>
                  </a:lnTo>
                  <a:lnTo>
                    <a:pt x="0" y="25730"/>
                  </a:lnTo>
                  <a:lnTo>
                    <a:pt x="6714" y="26011"/>
                  </a:lnTo>
                  <a:lnTo>
                    <a:pt x="6871" y="26733"/>
                  </a:lnTo>
                  <a:lnTo>
                    <a:pt x="12153" y="25634"/>
                  </a:lnTo>
                  <a:lnTo>
                    <a:pt x="20479" y="19142"/>
                  </a:lnTo>
                  <a:lnTo>
                    <a:pt x="21377" y="17749"/>
                  </a:lnTo>
                  <a:lnTo>
                    <a:pt x="22127" y="13561"/>
                  </a:lnTo>
                  <a:lnTo>
                    <a:pt x="20793" y="8246"/>
                  </a:lnTo>
                  <a:lnTo>
                    <a:pt x="16172" y="8165"/>
                  </a:lnTo>
                  <a:lnTo>
                    <a:pt x="13432" y="5820"/>
                  </a:lnTo>
                  <a:lnTo>
                    <a:pt x="13902" y="5110"/>
                  </a:lnTo>
                  <a:lnTo>
                    <a:pt x="15398" y="5001"/>
                  </a:lnTo>
                  <a:lnTo>
                    <a:pt x="15870" y="5610"/>
                  </a:lnTo>
                  <a:lnTo>
                    <a:pt x="16974" y="5093"/>
                  </a:lnTo>
                  <a:lnTo>
                    <a:pt x="18281" y="3396"/>
                  </a:lnTo>
                  <a:lnTo>
                    <a:pt x="190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h6053"/>
            <p:cNvSpPr/>
            <p:nvPr/>
          </p:nvSpPr>
          <p:spPr>
            <a:xfrm>
              <a:off x="6339332" y="2539487"/>
              <a:ext cx="21461" cy="23084"/>
            </a:xfrm>
            <a:custGeom>
              <a:avLst/>
              <a:pathLst>
                <a:path w="21461" h="23084">
                  <a:moveTo>
                    <a:pt x="19367" y="1652"/>
                  </a:moveTo>
                  <a:lnTo>
                    <a:pt x="18718" y="7647"/>
                  </a:lnTo>
                  <a:lnTo>
                    <a:pt x="19252" y="8308"/>
                  </a:lnTo>
                  <a:lnTo>
                    <a:pt x="21461" y="8129"/>
                  </a:lnTo>
                  <a:lnTo>
                    <a:pt x="19927" y="14351"/>
                  </a:lnTo>
                  <a:lnTo>
                    <a:pt x="14526" y="19702"/>
                  </a:lnTo>
                  <a:lnTo>
                    <a:pt x="11098" y="19865"/>
                  </a:lnTo>
                  <a:lnTo>
                    <a:pt x="6084" y="23084"/>
                  </a:lnTo>
                  <a:lnTo>
                    <a:pt x="5064" y="22783"/>
                  </a:lnTo>
                  <a:lnTo>
                    <a:pt x="0" y="18594"/>
                  </a:lnTo>
                  <a:lnTo>
                    <a:pt x="1650" y="13793"/>
                  </a:lnTo>
                  <a:lnTo>
                    <a:pt x="6692" y="12051"/>
                  </a:lnTo>
                  <a:lnTo>
                    <a:pt x="12942" y="11304"/>
                  </a:lnTo>
                  <a:lnTo>
                    <a:pt x="17461" y="8931"/>
                  </a:lnTo>
                  <a:lnTo>
                    <a:pt x="16643" y="6395"/>
                  </a:lnTo>
                  <a:lnTo>
                    <a:pt x="17267" y="871"/>
                  </a:lnTo>
                  <a:lnTo>
                    <a:pt x="1935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h6054"/>
            <p:cNvSpPr/>
            <p:nvPr/>
          </p:nvSpPr>
          <p:spPr>
            <a:xfrm>
              <a:off x="6143693" y="2515590"/>
              <a:ext cx="127638" cy="117912"/>
            </a:xfrm>
            <a:custGeom>
              <a:avLst/>
              <a:pathLst>
                <a:path w="127638" h="117912">
                  <a:moveTo>
                    <a:pt x="88795" y="1500"/>
                  </a:moveTo>
                  <a:lnTo>
                    <a:pt x="93355" y="0"/>
                  </a:lnTo>
                  <a:lnTo>
                    <a:pt x="97327" y="4803"/>
                  </a:lnTo>
                  <a:lnTo>
                    <a:pt x="102686" y="5096"/>
                  </a:lnTo>
                  <a:lnTo>
                    <a:pt x="104330" y="9607"/>
                  </a:lnTo>
                  <a:lnTo>
                    <a:pt x="106572" y="12838"/>
                  </a:lnTo>
                  <a:lnTo>
                    <a:pt x="112978" y="14275"/>
                  </a:lnTo>
                  <a:lnTo>
                    <a:pt x="123560" y="18474"/>
                  </a:lnTo>
                  <a:lnTo>
                    <a:pt x="122761" y="23450"/>
                  </a:lnTo>
                  <a:lnTo>
                    <a:pt x="125393" y="24971"/>
                  </a:lnTo>
                  <a:lnTo>
                    <a:pt x="125759" y="25932"/>
                  </a:lnTo>
                  <a:lnTo>
                    <a:pt x="123148" y="31111"/>
                  </a:lnTo>
                  <a:lnTo>
                    <a:pt x="127638" y="33093"/>
                  </a:lnTo>
                  <a:lnTo>
                    <a:pt x="126770" y="39264"/>
                  </a:lnTo>
                  <a:lnTo>
                    <a:pt x="124247" y="42030"/>
                  </a:lnTo>
                  <a:lnTo>
                    <a:pt x="123054" y="48166"/>
                  </a:lnTo>
                  <a:lnTo>
                    <a:pt x="123381" y="52904"/>
                  </a:lnTo>
                  <a:lnTo>
                    <a:pt x="124283" y="54979"/>
                  </a:lnTo>
                  <a:lnTo>
                    <a:pt x="126013" y="55865"/>
                  </a:lnTo>
                  <a:lnTo>
                    <a:pt x="123660" y="57727"/>
                  </a:lnTo>
                  <a:lnTo>
                    <a:pt x="118563" y="58167"/>
                  </a:lnTo>
                  <a:lnTo>
                    <a:pt x="116532" y="62437"/>
                  </a:lnTo>
                  <a:lnTo>
                    <a:pt x="106524" y="59557"/>
                  </a:lnTo>
                  <a:lnTo>
                    <a:pt x="100922" y="63494"/>
                  </a:lnTo>
                  <a:lnTo>
                    <a:pt x="98684" y="66260"/>
                  </a:lnTo>
                  <a:lnTo>
                    <a:pt x="98056" y="70857"/>
                  </a:lnTo>
                  <a:lnTo>
                    <a:pt x="94980" y="72596"/>
                  </a:lnTo>
                  <a:lnTo>
                    <a:pt x="91771" y="72141"/>
                  </a:lnTo>
                  <a:lnTo>
                    <a:pt x="88746" y="70798"/>
                  </a:lnTo>
                  <a:lnTo>
                    <a:pt x="82368" y="71577"/>
                  </a:lnTo>
                  <a:lnTo>
                    <a:pt x="81033" y="71080"/>
                  </a:lnTo>
                  <a:lnTo>
                    <a:pt x="76307" y="72298"/>
                  </a:lnTo>
                  <a:lnTo>
                    <a:pt x="69547" y="69689"/>
                  </a:lnTo>
                  <a:lnTo>
                    <a:pt x="64823" y="71813"/>
                  </a:lnTo>
                  <a:lnTo>
                    <a:pt x="63058" y="77224"/>
                  </a:lnTo>
                  <a:lnTo>
                    <a:pt x="62734" y="81063"/>
                  </a:lnTo>
                  <a:lnTo>
                    <a:pt x="60551" y="85308"/>
                  </a:lnTo>
                  <a:lnTo>
                    <a:pt x="59912" y="93038"/>
                  </a:lnTo>
                  <a:lnTo>
                    <a:pt x="58029" y="95689"/>
                  </a:lnTo>
                  <a:lnTo>
                    <a:pt x="56070" y="97030"/>
                  </a:lnTo>
                  <a:lnTo>
                    <a:pt x="55993" y="98504"/>
                  </a:lnTo>
                  <a:lnTo>
                    <a:pt x="57844" y="103728"/>
                  </a:lnTo>
                  <a:lnTo>
                    <a:pt x="53863" y="117912"/>
                  </a:lnTo>
                  <a:lnTo>
                    <a:pt x="49686" y="109511"/>
                  </a:lnTo>
                  <a:lnTo>
                    <a:pt x="47141" y="98237"/>
                  </a:lnTo>
                  <a:lnTo>
                    <a:pt x="53796" y="89080"/>
                  </a:lnTo>
                  <a:lnTo>
                    <a:pt x="53911" y="88386"/>
                  </a:lnTo>
                  <a:lnTo>
                    <a:pt x="51270" y="85192"/>
                  </a:lnTo>
                  <a:lnTo>
                    <a:pt x="53186" y="81654"/>
                  </a:lnTo>
                  <a:lnTo>
                    <a:pt x="53058" y="75731"/>
                  </a:lnTo>
                  <a:lnTo>
                    <a:pt x="55332" y="69415"/>
                  </a:lnTo>
                  <a:lnTo>
                    <a:pt x="59308" y="67014"/>
                  </a:lnTo>
                  <a:lnTo>
                    <a:pt x="64425" y="65186"/>
                  </a:lnTo>
                  <a:lnTo>
                    <a:pt x="65698" y="63562"/>
                  </a:lnTo>
                  <a:lnTo>
                    <a:pt x="65190" y="60758"/>
                  </a:lnTo>
                  <a:lnTo>
                    <a:pt x="66939" y="53311"/>
                  </a:lnTo>
                  <a:lnTo>
                    <a:pt x="64793" y="50711"/>
                  </a:lnTo>
                  <a:lnTo>
                    <a:pt x="50480" y="50331"/>
                  </a:lnTo>
                  <a:lnTo>
                    <a:pt x="49648" y="48515"/>
                  </a:lnTo>
                  <a:lnTo>
                    <a:pt x="38600" y="48686"/>
                  </a:lnTo>
                  <a:lnTo>
                    <a:pt x="36810" y="49153"/>
                  </a:lnTo>
                  <a:lnTo>
                    <a:pt x="33488" y="51857"/>
                  </a:lnTo>
                  <a:lnTo>
                    <a:pt x="32575" y="55563"/>
                  </a:lnTo>
                  <a:lnTo>
                    <a:pt x="37808" y="58008"/>
                  </a:lnTo>
                  <a:lnTo>
                    <a:pt x="35794" y="62340"/>
                  </a:lnTo>
                  <a:lnTo>
                    <a:pt x="36977" y="65972"/>
                  </a:lnTo>
                  <a:lnTo>
                    <a:pt x="39283" y="67168"/>
                  </a:lnTo>
                  <a:lnTo>
                    <a:pt x="39746" y="69833"/>
                  </a:lnTo>
                  <a:lnTo>
                    <a:pt x="39435" y="72929"/>
                  </a:lnTo>
                  <a:lnTo>
                    <a:pt x="38684" y="73751"/>
                  </a:lnTo>
                  <a:lnTo>
                    <a:pt x="45678" y="77938"/>
                  </a:lnTo>
                  <a:lnTo>
                    <a:pt x="46749" y="80939"/>
                  </a:lnTo>
                  <a:lnTo>
                    <a:pt x="46032" y="82631"/>
                  </a:lnTo>
                  <a:lnTo>
                    <a:pt x="40762" y="87630"/>
                  </a:lnTo>
                  <a:lnTo>
                    <a:pt x="37341" y="94156"/>
                  </a:lnTo>
                  <a:lnTo>
                    <a:pt x="36451" y="94181"/>
                  </a:lnTo>
                  <a:lnTo>
                    <a:pt x="33644" y="92720"/>
                  </a:lnTo>
                  <a:lnTo>
                    <a:pt x="31097" y="94425"/>
                  </a:lnTo>
                  <a:lnTo>
                    <a:pt x="28240" y="94856"/>
                  </a:lnTo>
                  <a:lnTo>
                    <a:pt x="28263" y="93311"/>
                  </a:lnTo>
                  <a:lnTo>
                    <a:pt x="30101" y="91084"/>
                  </a:lnTo>
                  <a:lnTo>
                    <a:pt x="33493" y="81906"/>
                  </a:lnTo>
                  <a:lnTo>
                    <a:pt x="31678" y="75387"/>
                  </a:lnTo>
                  <a:lnTo>
                    <a:pt x="30711" y="74148"/>
                  </a:lnTo>
                  <a:lnTo>
                    <a:pt x="29575" y="74005"/>
                  </a:lnTo>
                  <a:lnTo>
                    <a:pt x="27860" y="74250"/>
                  </a:lnTo>
                  <a:lnTo>
                    <a:pt x="25927" y="75892"/>
                  </a:lnTo>
                  <a:lnTo>
                    <a:pt x="26822" y="76834"/>
                  </a:lnTo>
                  <a:lnTo>
                    <a:pt x="26696" y="78333"/>
                  </a:lnTo>
                  <a:lnTo>
                    <a:pt x="23443" y="77329"/>
                  </a:lnTo>
                  <a:lnTo>
                    <a:pt x="21968" y="76051"/>
                  </a:lnTo>
                  <a:lnTo>
                    <a:pt x="18242" y="76898"/>
                  </a:lnTo>
                  <a:lnTo>
                    <a:pt x="16771" y="79419"/>
                  </a:lnTo>
                  <a:lnTo>
                    <a:pt x="17083" y="82980"/>
                  </a:lnTo>
                  <a:lnTo>
                    <a:pt x="19353" y="86448"/>
                  </a:lnTo>
                  <a:lnTo>
                    <a:pt x="20768" y="90000"/>
                  </a:lnTo>
                  <a:lnTo>
                    <a:pt x="20582" y="91199"/>
                  </a:lnTo>
                  <a:lnTo>
                    <a:pt x="17650" y="89566"/>
                  </a:lnTo>
                  <a:lnTo>
                    <a:pt x="16138" y="87020"/>
                  </a:lnTo>
                  <a:lnTo>
                    <a:pt x="14636" y="87157"/>
                  </a:lnTo>
                  <a:lnTo>
                    <a:pt x="12461" y="88084"/>
                  </a:lnTo>
                  <a:lnTo>
                    <a:pt x="10490" y="91396"/>
                  </a:lnTo>
                  <a:lnTo>
                    <a:pt x="10820" y="95666"/>
                  </a:lnTo>
                  <a:lnTo>
                    <a:pt x="9499" y="96304"/>
                  </a:lnTo>
                  <a:lnTo>
                    <a:pt x="6630" y="96131"/>
                  </a:lnTo>
                  <a:lnTo>
                    <a:pt x="7407" y="94711"/>
                  </a:lnTo>
                  <a:lnTo>
                    <a:pt x="6607" y="93656"/>
                  </a:lnTo>
                  <a:lnTo>
                    <a:pt x="356" y="91026"/>
                  </a:lnTo>
                  <a:lnTo>
                    <a:pt x="0" y="89247"/>
                  </a:lnTo>
                  <a:lnTo>
                    <a:pt x="534" y="88257"/>
                  </a:lnTo>
                  <a:lnTo>
                    <a:pt x="3837" y="85208"/>
                  </a:lnTo>
                  <a:lnTo>
                    <a:pt x="6481" y="80830"/>
                  </a:lnTo>
                  <a:lnTo>
                    <a:pt x="3985" y="75479"/>
                  </a:lnTo>
                  <a:lnTo>
                    <a:pt x="3846" y="73354"/>
                  </a:lnTo>
                  <a:lnTo>
                    <a:pt x="9520" y="67091"/>
                  </a:lnTo>
                  <a:lnTo>
                    <a:pt x="7860" y="57685"/>
                  </a:lnTo>
                  <a:lnTo>
                    <a:pt x="10266" y="49557"/>
                  </a:lnTo>
                  <a:lnTo>
                    <a:pt x="15340" y="44539"/>
                  </a:lnTo>
                  <a:lnTo>
                    <a:pt x="17653" y="44900"/>
                  </a:lnTo>
                  <a:lnTo>
                    <a:pt x="19682" y="47050"/>
                  </a:lnTo>
                  <a:lnTo>
                    <a:pt x="27179" y="46537"/>
                  </a:lnTo>
                  <a:lnTo>
                    <a:pt x="29356" y="44685"/>
                  </a:lnTo>
                  <a:lnTo>
                    <a:pt x="27657" y="39868"/>
                  </a:lnTo>
                  <a:lnTo>
                    <a:pt x="28037" y="32202"/>
                  </a:lnTo>
                  <a:lnTo>
                    <a:pt x="27118" y="30069"/>
                  </a:lnTo>
                  <a:lnTo>
                    <a:pt x="23427" y="27756"/>
                  </a:lnTo>
                  <a:lnTo>
                    <a:pt x="21775" y="25338"/>
                  </a:lnTo>
                  <a:lnTo>
                    <a:pt x="21492" y="22663"/>
                  </a:lnTo>
                  <a:lnTo>
                    <a:pt x="22109" y="21397"/>
                  </a:lnTo>
                  <a:lnTo>
                    <a:pt x="23080" y="21786"/>
                  </a:lnTo>
                  <a:lnTo>
                    <a:pt x="25695" y="21026"/>
                  </a:lnTo>
                  <a:lnTo>
                    <a:pt x="27108" y="19499"/>
                  </a:lnTo>
                  <a:lnTo>
                    <a:pt x="26179" y="15273"/>
                  </a:lnTo>
                  <a:lnTo>
                    <a:pt x="27029" y="14836"/>
                  </a:lnTo>
                  <a:lnTo>
                    <a:pt x="33829" y="14511"/>
                  </a:lnTo>
                  <a:lnTo>
                    <a:pt x="36299" y="12470"/>
                  </a:lnTo>
                  <a:lnTo>
                    <a:pt x="40061" y="11077"/>
                  </a:lnTo>
                  <a:lnTo>
                    <a:pt x="44298" y="10877"/>
                  </a:lnTo>
                  <a:lnTo>
                    <a:pt x="50353" y="11147"/>
                  </a:lnTo>
                  <a:lnTo>
                    <a:pt x="50356" y="13400"/>
                  </a:lnTo>
                  <a:lnTo>
                    <a:pt x="49252" y="14219"/>
                  </a:lnTo>
                  <a:lnTo>
                    <a:pt x="49542" y="14932"/>
                  </a:lnTo>
                  <a:lnTo>
                    <a:pt x="51602" y="14751"/>
                  </a:lnTo>
                  <a:lnTo>
                    <a:pt x="53526" y="11583"/>
                  </a:lnTo>
                  <a:lnTo>
                    <a:pt x="63859" y="9389"/>
                  </a:lnTo>
                  <a:lnTo>
                    <a:pt x="66753" y="7081"/>
                  </a:lnTo>
                  <a:lnTo>
                    <a:pt x="71900" y="5994"/>
                  </a:lnTo>
                  <a:lnTo>
                    <a:pt x="75868" y="5769"/>
                  </a:lnTo>
                  <a:lnTo>
                    <a:pt x="76220" y="6977"/>
                  </a:lnTo>
                  <a:lnTo>
                    <a:pt x="77455" y="7536"/>
                  </a:lnTo>
                  <a:lnTo>
                    <a:pt x="80628" y="5855"/>
                  </a:lnTo>
                  <a:lnTo>
                    <a:pt x="82988" y="1976"/>
                  </a:lnTo>
                  <a:lnTo>
                    <a:pt x="85528" y="1155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h6055"/>
            <p:cNvSpPr/>
            <p:nvPr/>
          </p:nvSpPr>
          <p:spPr>
            <a:xfrm>
              <a:off x="6245305" y="2663942"/>
              <a:ext cx="39484" cy="33843"/>
            </a:xfrm>
            <a:custGeom>
              <a:avLst/>
              <a:pathLst>
                <a:path w="39484" h="33843">
                  <a:moveTo>
                    <a:pt x="30899" y="95"/>
                  </a:moveTo>
                  <a:lnTo>
                    <a:pt x="32543" y="3082"/>
                  </a:lnTo>
                  <a:lnTo>
                    <a:pt x="35304" y="5343"/>
                  </a:lnTo>
                  <a:lnTo>
                    <a:pt x="37858" y="6379"/>
                  </a:lnTo>
                  <a:lnTo>
                    <a:pt x="38669" y="9187"/>
                  </a:lnTo>
                  <a:lnTo>
                    <a:pt x="38064" y="11941"/>
                  </a:lnTo>
                  <a:lnTo>
                    <a:pt x="38263" y="16761"/>
                  </a:lnTo>
                  <a:lnTo>
                    <a:pt x="37466" y="18013"/>
                  </a:lnTo>
                  <a:lnTo>
                    <a:pt x="38961" y="19101"/>
                  </a:lnTo>
                  <a:lnTo>
                    <a:pt x="39484" y="20523"/>
                  </a:lnTo>
                  <a:lnTo>
                    <a:pt x="38759" y="23466"/>
                  </a:lnTo>
                  <a:lnTo>
                    <a:pt x="33783" y="30788"/>
                  </a:lnTo>
                  <a:lnTo>
                    <a:pt x="32613" y="33820"/>
                  </a:lnTo>
                  <a:lnTo>
                    <a:pt x="29729" y="33843"/>
                  </a:lnTo>
                  <a:lnTo>
                    <a:pt x="29027" y="32161"/>
                  </a:lnTo>
                  <a:lnTo>
                    <a:pt x="25192" y="30636"/>
                  </a:lnTo>
                  <a:lnTo>
                    <a:pt x="19759" y="29887"/>
                  </a:lnTo>
                  <a:lnTo>
                    <a:pt x="16626" y="27855"/>
                  </a:lnTo>
                  <a:lnTo>
                    <a:pt x="15374" y="25776"/>
                  </a:lnTo>
                  <a:lnTo>
                    <a:pt x="13537" y="24681"/>
                  </a:lnTo>
                  <a:lnTo>
                    <a:pt x="8714" y="25199"/>
                  </a:lnTo>
                  <a:lnTo>
                    <a:pt x="7342" y="24202"/>
                  </a:lnTo>
                  <a:lnTo>
                    <a:pt x="0" y="22261"/>
                  </a:lnTo>
                  <a:lnTo>
                    <a:pt x="287" y="20439"/>
                  </a:lnTo>
                  <a:lnTo>
                    <a:pt x="4255" y="14443"/>
                  </a:lnTo>
                  <a:lnTo>
                    <a:pt x="10339" y="12655"/>
                  </a:lnTo>
                  <a:lnTo>
                    <a:pt x="13051" y="10701"/>
                  </a:lnTo>
                  <a:lnTo>
                    <a:pt x="13265" y="9791"/>
                  </a:lnTo>
                  <a:lnTo>
                    <a:pt x="12541" y="7055"/>
                  </a:lnTo>
                  <a:lnTo>
                    <a:pt x="3011" y="5195"/>
                  </a:lnTo>
                  <a:lnTo>
                    <a:pt x="1091" y="2308"/>
                  </a:lnTo>
                  <a:lnTo>
                    <a:pt x="4404" y="2036"/>
                  </a:lnTo>
                  <a:lnTo>
                    <a:pt x="14292" y="2942"/>
                  </a:lnTo>
                  <a:lnTo>
                    <a:pt x="19324" y="0"/>
                  </a:lnTo>
                  <a:lnTo>
                    <a:pt x="26596" y="83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h6056"/>
            <p:cNvSpPr/>
            <p:nvPr/>
          </p:nvSpPr>
          <p:spPr>
            <a:xfrm>
              <a:off x="6259539" y="2581905"/>
              <a:ext cx="39691" cy="44067"/>
            </a:xfrm>
            <a:custGeom>
              <a:avLst/>
              <a:pathLst>
                <a:path w="39691" h="44067">
                  <a:moveTo>
                    <a:pt x="19195" y="2067"/>
                  </a:moveTo>
                  <a:lnTo>
                    <a:pt x="20086" y="3862"/>
                  </a:lnTo>
                  <a:lnTo>
                    <a:pt x="21839" y="4292"/>
                  </a:lnTo>
                  <a:lnTo>
                    <a:pt x="27766" y="8277"/>
                  </a:lnTo>
                  <a:lnTo>
                    <a:pt x="29422" y="10730"/>
                  </a:lnTo>
                  <a:lnTo>
                    <a:pt x="33329" y="9594"/>
                  </a:lnTo>
                  <a:lnTo>
                    <a:pt x="38747" y="13439"/>
                  </a:lnTo>
                  <a:lnTo>
                    <a:pt x="39691" y="14374"/>
                  </a:lnTo>
                  <a:lnTo>
                    <a:pt x="39187" y="18017"/>
                  </a:lnTo>
                  <a:lnTo>
                    <a:pt x="36807" y="19104"/>
                  </a:lnTo>
                  <a:lnTo>
                    <a:pt x="32155" y="18291"/>
                  </a:lnTo>
                  <a:lnTo>
                    <a:pt x="31133" y="23839"/>
                  </a:lnTo>
                  <a:lnTo>
                    <a:pt x="28509" y="27177"/>
                  </a:lnTo>
                  <a:lnTo>
                    <a:pt x="26068" y="27337"/>
                  </a:lnTo>
                  <a:lnTo>
                    <a:pt x="25403" y="28513"/>
                  </a:lnTo>
                  <a:lnTo>
                    <a:pt x="27397" y="34986"/>
                  </a:lnTo>
                  <a:lnTo>
                    <a:pt x="30058" y="39430"/>
                  </a:lnTo>
                  <a:lnTo>
                    <a:pt x="31017" y="39907"/>
                  </a:lnTo>
                  <a:lnTo>
                    <a:pt x="29535" y="42341"/>
                  </a:lnTo>
                  <a:lnTo>
                    <a:pt x="27255" y="44067"/>
                  </a:lnTo>
                  <a:lnTo>
                    <a:pt x="24939" y="41634"/>
                  </a:lnTo>
                  <a:lnTo>
                    <a:pt x="24483" y="39384"/>
                  </a:lnTo>
                  <a:lnTo>
                    <a:pt x="22504" y="37361"/>
                  </a:lnTo>
                  <a:lnTo>
                    <a:pt x="15417" y="37207"/>
                  </a:lnTo>
                  <a:lnTo>
                    <a:pt x="9938" y="39216"/>
                  </a:lnTo>
                  <a:lnTo>
                    <a:pt x="9084" y="38625"/>
                  </a:lnTo>
                  <a:lnTo>
                    <a:pt x="10505" y="34815"/>
                  </a:lnTo>
                  <a:lnTo>
                    <a:pt x="15084" y="30092"/>
                  </a:lnTo>
                  <a:lnTo>
                    <a:pt x="15115" y="26479"/>
                  </a:lnTo>
                  <a:lnTo>
                    <a:pt x="9353" y="23509"/>
                  </a:lnTo>
                  <a:lnTo>
                    <a:pt x="5009" y="23202"/>
                  </a:lnTo>
                  <a:lnTo>
                    <a:pt x="2219" y="23881"/>
                  </a:lnTo>
                  <a:lnTo>
                    <a:pt x="0" y="25708"/>
                  </a:lnTo>
                  <a:lnTo>
                    <a:pt x="1010" y="22138"/>
                  </a:lnTo>
                  <a:lnTo>
                    <a:pt x="897" y="16475"/>
                  </a:lnTo>
                  <a:lnTo>
                    <a:pt x="7089" y="4571"/>
                  </a:lnTo>
                  <a:lnTo>
                    <a:pt x="12276" y="4583"/>
                  </a:lnTo>
                  <a:lnTo>
                    <a:pt x="11616" y="2597"/>
                  </a:lnTo>
                  <a:lnTo>
                    <a:pt x="1330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h6057"/>
            <p:cNvSpPr/>
            <p:nvPr/>
          </p:nvSpPr>
          <p:spPr>
            <a:xfrm>
              <a:off x="6369941" y="2592936"/>
              <a:ext cx="21615" cy="20303"/>
            </a:xfrm>
            <a:custGeom>
              <a:avLst/>
              <a:pathLst>
                <a:path w="21615" h="20303">
                  <a:moveTo>
                    <a:pt x="8619" y="216"/>
                  </a:moveTo>
                  <a:lnTo>
                    <a:pt x="12153" y="2722"/>
                  </a:lnTo>
                  <a:lnTo>
                    <a:pt x="12377" y="4982"/>
                  </a:lnTo>
                  <a:lnTo>
                    <a:pt x="10368" y="9051"/>
                  </a:lnTo>
                  <a:lnTo>
                    <a:pt x="9905" y="12339"/>
                  </a:lnTo>
                  <a:lnTo>
                    <a:pt x="21456" y="13998"/>
                  </a:lnTo>
                  <a:lnTo>
                    <a:pt x="21615" y="15864"/>
                  </a:lnTo>
                  <a:lnTo>
                    <a:pt x="21486" y="16537"/>
                  </a:lnTo>
                  <a:lnTo>
                    <a:pt x="19216" y="16722"/>
                  </a:lnTo>
                  <a:lnTo>
                    <a:pt x="15975" y="20303"/>
                  </a:lnTo>
                  <a:lnTo>
                    <a:pt x="13004" y="18644"/>
                  </a:lnTo>
                  <a:lnTo>
                    <a:pt x="10465" y="18637"/>
                  </a:lnTo>
                  <a:lnTo>
                    <a:pt x="10466" y="17421"/>
                  </a:lnTo>
                  <a:lnTo>
                    <a:pt x="5909" y="17200"/>
                  </a:lnTo>
                  <a:lnTo>
                    <a:pt x="6233" y="15687"/>
                  </a:lnTo>
                  <a:lnTo>
                    <a:pt x="4347" y="13384"/>
                  </a:lnTo>
                  <a:lnTo>
                    <a:pt x="1859" y="11784"/>
                  </a:lnTo>
                  <a:lnTo>
                    <a:pt x="943" y="7074"/>
                  </a:lnTo>
                  <a:lnTo>
                    <a:pt x="0" y="2068"/>
                  </a:lnTo>
                  <a:lnTo>
                    <a:pt x="1658" y="536"/>
                  </a:lnTo>
                  <a:lnTo>
                    <a:pt x="3457" y="810"/>
                  </a:lnTo>
                  <a:lnTo>
                    <a:pt x="6317" y="1314"/>
                  </a:lnTo>
                  <a:lnTo>
                    <a:pt x="62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h6058"/>
            <p:cNvSpPr/>
            <p:nvPr/>
          </p:nvSpPr>
          <p:spPr>
            <a:xfrm>
              <a:off x="6283164" y="2646973"/>
              <a:ext cx="31374" cy="28990"/>
            </a:xfrm>
            <a:custGeom>
              <a:avLst/>
              <a:pathLst>
                <a:path w="31374" h="28990">
                  <a:moveTo>
                    <a:pt x="13243" y="1102"/>
                  </a:moveTo>
                  <a:lnTo>
                    <a:pt x="16156" y="0"/>
                  </a:lnTo>
                  <a:lnTo>
                    <a:pt x="18243" y="479"/>
                  </a:lnTo>
                  <a:lnTo>
                    <a:pt x="19139" y="3280"/>
                  </a:lnTo>
                  <a:lnTo>
                    <a:pt x="26816" y="7165"/>
                  </a:lnTo>
                  <a:lnTo>
                    <a:pt x="31374" y="7899"/>
                  </a:lnTo>
                  <a:lnTo>
                    <a:pt x="27699" y="14655"/>
                  </a:lnTo>
                  <a:lnTo>
                    <a:pt x="24293" y="23999"/>
                  </a:lnTo>
                  <a:lnTo>
                    <a:pt x="22788" y="24939"/>
                  </a:lnTo>
                  <a:lnTo>
                    <a:pt x="22388" y="27470"/>
                  </a:lnTo>
                  <a:lnTo>
                    <a:pt x="17052" y="28990"/>
                  </a:lnTo>
                  <a:lnTo>
                    <a:pt x="13625" y="28337"/>
                  </a:lnTo>
                  <a:lnTo>
                    <a:pt x="12812" y="26222"/>
                  </a:lnTo>
                  <a:lnTo>
                    <a:pt x="0" y="23348"/>
                  </a:lnTo>
                  <a:lnTo>
                    <a:pt x="710" y="22164"/>
                  </a:lnTo>
                  <a:lnTo>
                    <a:pt x="2115" y="21707"/>
                  </a:lnTo>
                  <a:lnTo>
                    <a:pt x="7544" y="21273"/>
                  </a:lnTo>
                  <a:lnTo>
                    <a:pt x="8232" y="19699"/>
                  </a:lnTo>
                  <a:lnTo>
                    <a:pt x="7315" y="15775"/>
                  </a:lnTo>
                  <a:lnTo>
                    <a:pt x="7980" y="1117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h6059"/>
            <p:cNvSpPr/>
            <p:nvPr/>
          </p:nvSpPr>
          <p:spPr>
            <a:xfrm>
              <a:off x="6260105" y="2571456"/>
              <a:ext cx="24419" cy="15032"/>
            </a:xfrm>
            <a:custGeom>
              <a:avLst/>
              <a:pathLst>
                <a:path w="24419" h="15032">
                  <a:moveTo>
                    <a:pt x="16398" y="2350"/>
                  </a:moveTo>
                  <a:lnTo>
                    <a:pt x="16112" y="2925"/>
                  </a:lnTo>
                  <a:lnTo>
                    <a:pt x="20217" y="7118"/>
                  </a:lnTo>
                  <a:lnTo>
                    <a:pt x="20893" y="5210"/>
                  </a:lnTo>
                  <a:lnTo>
                    <a:pt x="23726" y="6660"/>
                  </a:lnTo>
                  <a:lnTo>
                    <a:pt x="24419" y="10886"/>
                  </a:lnTo>
                  <a:lnTo>
                    <a:pt x="21272" y="14741"/>
                  </a:lnTo>
                  <a:lnTo>
                    <a:pt x="19519" y="14311"/>
                  </a:lnTo>
                  <a:lnTo>
                    <a:pt x="18628" y="12516"/>
                  </a:lnTo>
                  <a:lnTo>
                    <a:pt x="12740" y="10448"/>
                  </a:lnTo>
                  <a:lnTo>
                    <a:pt x="11050" y="13046"/>
                  </a:lnTo>
                  <a:lnTo>
                    <a:pt x="11709" y="15032"/>
                  </a:lnTo>
                  <a:lnTo>
                    <a:pt x="6523" y="15020"/>
                  </a:lnTo>
                  <a:lnTo>
                    <a:pt x="6726" y="11604"/>
                  </a:lnTo>
                  <a:lnTo>
                    <a:pt x="0" y="8386"/>
                  </a:lnTo>
                  <a:lnTo>
                    <a:pt x="120" y="6572"/>
                  </a:lnTo>
                  <a:lnTo>
                    <a:pt x="2150" y="2301"/>
                  </a:lnTo>
                  <a:lnTo>
                    <a:pt x="7248" y="1862"/>
                  </a:lnTo>
                  <a:lnTo>
                    <a:pt x="9601" y="0"/>
                  </a:lnTo>
                  <a:lnTo>
                    <a:pt x="12611" y="161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h6060"/>
            <p:cNvSpPr/>
            <p:nvPr/>
          </p:nvSpPr>
          <p:spPr>
            <a:xfrm>
              <a:off x="6420769" y="2592777"/>
              <a:ext cx="28767" cy="27050"/>
            </a:xfrm>
            <a:custGeom>
              <a:avLst/>
              <a:pathLst>
                <a:path w="28767" h="27050">
                  <a:moveTo>
                    <a:pt x="19039" y="1653"/>
                  </a:moveTo>
                  <a:lnTo>
                    <a:pt x="20641" y="1786"/>
                  </a:lnTo>
                  <a:lnTo>
                    <a:pt x="21071" y="775"/>
                  </a:lnTo>
                  <a:lnTo>
                    <a:pt x="20901" y="3486"/>
                  </a:lnTo>
                  <a:lnTo>
                    <a:pt x="25176" y="8646"/>
                  </a:lnTo>
                  <a:lnTo>
                    <a:pt x="28767" y="10852"/>
                  </a:lnTo>
                  <a:lnTo>
                    <a:pt x="22955" y="16514"/>
                  </a:lnTo>
                  <a:lnTo>
                    <a:pt x="22668" y="18808"/>
                  </a:lnTo>
                  <a:lnTo>
                    <a:pt x="23731" y="21130"/>
                  </a:lnTo>
                  <a:lnTo>
                    <a:pt x="22009" y="22829"/>
                  </a:lnTo>
                  <a:lnTo>
                    <a:pt x="17786" y="23935"/>
                  </a:lnTo>
                  <a:lnTo>
                    <a:pt x="15333" y="26218"/>
                  </a:lnTo>
                  <a:lnTo>
                    <a:pt x="12483" y="27050"/>
                  </a:lnTo>
                  <a:lnTo>
                    <a:pt x="7639" y="26182"/>
                  </a:lnTo>
                  <a:lnTo>
                    <a:pt x="9704" y="19937"/>
                  </a:lnTo>
                  <a:lnTo>
                    <a:pt x="0" y="19837"/>
                  </a:lnTo>
                  <a:lnTo>
                    <a:pt x="1356" y="17243"/>
                  </a:lnTo>
                  <a:lnTo>
                    <a:pt x="4827" y="17644"/>
                  </a:lnTo>
                  <a:lnTo>
                    <a:pt x="5433" y="15432"/>
                  </a:lnTo>
                  <a:lnTo>
                    <a:pt x="3337" y="13468"/>
                  </a:lnTo>
                  <a:lnTo>
                    <a:pt x="5417" y="6003"/>
                  </a:lnTo>
                  <a:lnTo>
                    <a:pt x="7012" y="6601"/>
                  </a:lnTo>
                  <a:lnTo>
                    <a:pt x="8315" y="3850"/>
                  </a:lnTo>
                  <a:lnTo>
                    <a:pt x="11112" y="1405"/>
                  </a:lnTo>
                  <a:lnTo>
                    <a:pt x="1664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h6061"/>
            <p:cNvSpPr/>
            <p:nvPr/>
          </p:nvSpPr>
          <p:spPr>
            <a:xfrm>
              <a:off x="6197220" y="2405194"/>
              <a:ext cx="65111" cy="121979"/>
            </a:xfrm>
            <a:custGeom>
              <a:avLst/>
              <a:pathLst>
                <a:path w="65111" h="121979">
                  <a:moveTo>
                    <a:pt x="14724" y="1972"/>
                  </a:moveTo>
                  <a:lnTo>
                    <a:pt x="15810" y="4882"/>
                  </a:lnTo>
                  <a:lnTo>
                    <a:pt x="20717" y="9443"/>
                  </a:lnTo>
                  <a:lnTo>
                    <a:pt x="25574" y="12003"/>
                  </a:lnTo>
                  <a:lnTo>
                    <a:pt x="35454" y="12367"/>
                  </a:lnTo>
                  <a:lnTo>
                    <a:pt x="35042" y="9817"/>
                  </a:lnTo>
                  <a:lnTo>
                    <a:pt x="38769" y="9086"/>
                  </a:lnTo>
                  <a:lnTo>
                    <a:pt x="45538" y="11510"/>
                  </a:lnTo>
                  <a:lnTo>
                    <a:pt x="49389" y="10778"/>
                  </a:lnTo>
                  <a:lnTo>
                    <a:pt x="51808" y="12272"/>
                  </a:lnTo>
                  <a:lnTo>
                    <a:pt x="52240" y="14685"/>
                  </a:lnTo>
                  <a:lnTo>
                    <a:pt x="56147" y="14427"/>
                  </a:lnTo>
                  <a:lnTo>
                    <a:pt x="60377" y="9968"/>
                  </a:lnTo>
                  <a:lnTo>
                    <a:pt x="63563" y="12858"/>
                  </a:lnTo>
                  <a:lnTo>
                    <a:pt x="61560" y="16073"/>
                  </a:lnTo>
                  <a:lnTo>
                    <a:pt x="64723" y="17291"/>
                  </a:lnTo>
                  <a:lnTo>
                    <a:pt x="65111" y="19651"/>
                  </a:lnTo>
                  <a:lnTo>
                    <a:pt x="60899" y="20361"/>
                  </a:lnTo>
                  <a:lnTo>
                    <a:pt x="59332" y="26109"/>
                  </a:lnTo>
                  <a:lnTo>
                    <a:pt x="55160" y="30387"/>
                  </a:lnTo>
                  <a:lnTo>
                    <a:pt x="58003" y="34920"/>
                  </a:lnTo>
                  <a:lnTo>
                    <a:pt x="58561" y="38380"/>
                  </a:lnTo>
                  <a:lnTo>
                    <a:pt x="57810" y="41213"/>
                  </a:lnTo>
                  <a:lnTo>
                    <a:pt x="53567" y="46363"/>
                  </a:lnTo>
                  <a:lnTo>
                    <a:pt x="53161" y="48246"/>
                  </a:lnTo>
                  <a:lnTo>
                    <a:pt x="55714" y="54722"/>
                  </a:lnTo>
                  <a:lnTo>
                    <a:pt x="55126" y="55945"/>
                  </a:lnTo>
                  <a:lnTo>
                    <a:pt x="51533" y="57848"/>
                  </a:lnTo>
                  <a:lnTo>
                    <a:pt x="44469" y="57655"/>
                  </a:lnTo>
                  <a:lnTo>
                    <a:pt x="43082" y="64172"/>
                  </a:lnTo>
                  <a:lnTo>
                    <a:pt x="45426" y="66329"/>
                  </a:lnTo>
                  <a:lnTo>
                    <a:pt x="47898" y="72850"/>
                  </a:lnTo>
                  <a:lnTo>
                    <a:pt x="45411" y="74569"/>
                  </a:lnTo>
                  <a:lnTo>
                    <a:pt x="44388" y="76397"/>
                  </a:lnTo>
                  <a:lnTo>
                    <a:pt x="43645" y="80938"/>
                  </a:lnTo>
                  <a:lnTo>
                    <a:pt x="41602" y="84252"/>
                  </a:lnTo>
                  <a:lnTo>
                    <a:pt x="39989" y="84408"/>
                  </a:lnTo>
                  <a:lnTo>
                    <a:pt x="39855" y="88611"/>
                  </a:lnTo>
                  <a:lnTo>
                    <a:pt x="41185" y="90465"/>
                  </a:lnTo>
                  <a:lnTo>
                    <a:pt x="42537" y="90557"/>
                  </a:lnTo>
                  <a:lnTo>
                    <a:pt x="45158" y="93488"/>
                  </a:lnTo>
                  <a:lnTo>
                    <a:pt x="39828" y="110396"/>
                  </a:lnTo>
                  <a:lnTo>
                    <a:pt x="35268" y="111896"/>
                  </a:lnTo>
                  <a:lnTo>
                    <a:pt x="32002" y="111551"/>
                  </a:lnTo>
                  <a:lnTo>
                    <a:pt x="29461" y="112372"/>
                  </a:lnTo>
                  <a:lnTo>
                    <a:pt x="27101" y="116251"/>
                  </a:lnTo>
                  <a:lnTo>
                    <a:pt x="23928" y="117932"/>
                  </a:lnTo>
                  <a:lnTo>
                    <a:pt x="22694" y="117373"/>
                  </a:lnTo>
                  <a:lnTo>
                    <a:pt x="22341" y="116165"/>
                  </a:lnTo>
                  <a:lnTo>
                    <a:pt x="18373" y="116391"/>
                  </a:lnTo>
                  <a:lnTo>
                    <a:pt x="13226" y="117478"/>
                  </a:lnTo>
                  <a:lnTo>
                    <a:pt x="10332" y="119785"/>
                  </a:lnTo>
                  <a:lnTo>
                    <a:pt x="0" y="121979"/>
                  </a:lnTo>
                  <a:lnTo>
                    <a:pt x="3424" y="118866"/>
                  </a:lnTo>
                  <a:lnTo>
                    <a:pt x="10239" y="116619"/>
                  </a:lnTo>
                  <a:lnTo>
                    <a:pt x="10797" y="115737"/>
                  </a:lnTo>
                  <a:lnTo>
                    <a:pt x="10493" y="113536"/>
                  </a:lnTo>
                  <a:lnTo>
                    <a:pt x="12129" y="110531"/>
                  </a:lnTo>
                  <a:lnTo>
                    <a:pt x="13583" y="110105"/>
                  </a:lnTo>
                  <a:lnTo>
                    <a:pt x="15314" y="110736"/>
                  </a:lnTo>
                  <a:lnTo>
                    <a:pt x="19519" y="106929"/>
                  </a:lnTo>
                  <a:lnTo>
                    <a:pt x="21229" y="106157"/>
                  </a:lnTo>
                  <a:lnTo>
                    <a:pt x="24385" y="106854"/>
                  </a:lnTo>
                  <a:lnTo>
                    <a:pt x="25124" y="101898"/>
                  </a:lnTo>
                  <a:lnTo>
                    <a:pt x="18681" y="99667"/>
                  </a:lnTo>
                  <a:lnTo>
                    <a:pt x="16589" y="97341"/>
                  </a:lnTo>
                  <a:lnTo>
                    <a:pt x="17018" y="93980"/>
                  </a:lnTo>
                  <a:lnTo>
                    <a:pt x="17369" y="90585"/>
                  </a:lnTo>
                  <a:lnTo>
                    <a:pt x="15294" y="77266"/>
                  </a:lnTo>
                  <a:lnTo>
                    <a:pt x="11755" y="78662"/>
                  </a:lnTo>
                  <a:lnTo>
                    <a:pt x="9190" y="78960"/>
                  </a:lnTo>
                  <a:lnTo>
                    <a:pt x="8721" y="78443"/>
                  </a:lnTo>
                  <a:lnTo>
                    <a:pt x="8918" y="74507"/>
                  </a:lnTo>
                  <a:lnTo>
                    <a:pt x="11350" y="64596"/>
                  </a:lnTo>
                  <a:lnTo>
                    <a:pt x="4709" y="57644"/>
                  </a:lnTo>
                  <a:lnTo>
                    <a:pt x="799" y="56564"/>
                  </a:lnTo>
                  <a:lnTo>
                    <a:pt x="1007" y="54497"/>
                  </a:lnTo>
                  <a:lnTo>
                    <a:pt x="4118" y="53217"/>
                  </a:lnTo>
                  <a:lnTo>
                    <a:pt x="8226" y="56412"/>
                  </a:lnTo>
                  <a:lnTo>
                    <a:pt x="10197" y="54391"/>
                  </a:lnTo>
                  <a:lnTo>
                    <a:pt x="11188" y="48969"/>
                  </a:lnTo>
                  <a:lnTo>
                    <a:pt x="3970" y="48517"/>
                  </a:lnTo>
                  <a:lnTo>
                    <a:pt x="5104" y="45955"/>
                  </a:lnTo>
                  <a:lnTo>
                    <a:pt x="2848" y="39819"/>
                  </a:lnTo>
                  <a:lnTo>
                    <a:pt x="7483" y="34762"/>
                  </a:lnTo>
                  <a:lnTo>
                    <a:pt x="7996" y="33345"/>
                  </a:lnTo>
                  <a:lnTo>
                    <a:pt x="6248" y="28415"/>
                  </a:lnTo>
                  <a:lnTo>
                    <a:pt x="4612" y="26962"/>
                  </a:lnTo>
                  <a:lnTo>
                    <a:pt x="4047" y="25333"/>
                  </a:lnTo>
                  <a:lnTo>
                    <a:pt x="6537" y="21420"/>
                  </a:lnTo>
                  <a:lnTo>
                    <a:pt x="7425" y="16254"/>
                  </a:lnTo>
                  <a:lnTo>
                    <a:pt x="6287" y="14064"/>
                  </a:lnTo>
                  <a:lnTo>
                    <a:pt x="2146" y="9566"/>
                  </a:lnTo>
                  <a:lnTo>
                    <a:pt x="5371" y="7236"/>
                  </a:lnTo>
                  <a:lnTo>
                    <a:pt x="8623" y="7872"/>
                  </a:lnTo>
                  <a:lnTo>
                    <a:pt x="8977" y="5722"/>
                  </a:lnTo>
                  <a:lnTo>
                    <a:pt x="1610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h6062"/>
            <p:cNvSpPr/>
            <p:nvPr/>
          </p:nvSpPr>
          <p:spPr>
            <a:xfrm>
              <a:off x="6503820" y="2346320"/>
              <a:ext cx="36903" cy="36756"/>
            </a:xfrm>
            <a:custGeom>
              <a:avLst/>
              <a:pathLst>
                <a:path w="36903" h="36756">
                  <a:moveTo>
                    <a:pt x="13273" y="5676"/>
                  </a:moveTo>
                  <a:lnTo>
                    <a:pt x="19387" y="727"/>
                  </a:lnTo>
                  <a:lnTo>
                    <a:pt x="25332" y="4046"/>
                  </a:lnTo>
                  <a:lnTo>
                    <a:pt x="29403" y="4491"/>
                  </a:lnTo>
                  <a:lnTo>
                    <a:pt x="30538" y="3936"/>
                  </a:lnTo>
                  <a:lnTo>
                    <a:pt x="36903" y="15267"/>
                  </a:lnTo>
                  <a:lnTo>
                    <a:pt x="25254" y="29264"/>
                  </a:lnTo>
                  <a:lnTo>
                    <a:pt x="14971" y="36756"/>
                  </a:lnTo>
                  <a:lnTo>
                    <a:pt x="8236" y="30307"/>
                  </a:lnTo>
                  <a:lnTo>
                    <a:pt x="7848" y="24450"/>
                  </a:lnTo>
                  <a:lnTo>
                    <a:pt x="10210" y="20548"/>
                  </a:lnTo>
                  <a:lnTo>
                    <a:pt x="10262" y="187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h6063"/>
            <p:cNvSpPr/>
            <p:nvPr/>
          </p:nvSpPr>
          <p:spPr>
            <a:xfrm>
              <a:off x="6376709" y="2549740"/>
              <a:ext cx="32849" cy="42638"/>
            </a:xfrm>
            <a:custGeom>
              <a:avLst/>
              <a:pathLst>
                <a:path w="32849" h="42638">
                  <a:moveTo>
                    <a:pt x="5971" y="2109"/>
                  </a:moveTo>
                  <a:lnTo>
                    <a:pt x="13369" y="11859"/>
                  </a:lnTo>
                  <a:lnTo>
                    <a:pt x="32849" y="27430"/>
                  </a:lnTo>
                  <a:lnTo>
                    <a:pt x="27075" y="26369"/>
                  </a:lnTo>
                  <a:lnTo>
                    <a:pt x="23374" y="31987"/>
                  </a:lnTo>
                  <a:lnTo>
                    <a:pt x="17537" y="38927"/>
                  </a:lnTo>
                  <a:lnTo>
                    <a:pt x="18131" y="42638"/>
                  </a:lnTo>
                  <a:lnTo>
                    <a:pt x="12815" y="41912"/>
                  </a:lnTo>
                  <a:lnTo>
                    <a:pt x="11956" y="37085"/>
                  </a:lnTo>
                  <a:lnTo>
                    <a:pt x="9407" y="35185"/>
                  </a:lnTo>
                  <a:lnTo>
                    <a:pt x="6389" y="28675"/>
                  </a:lnTo>
                  <a:lnTo>
                    <a:pt x="6718" y="26349"/>
                  </a:lnTo>
                  <a:lnTo>
                    <a:pt x="9752" y="20235"/>
                  </a:lnTo>
                  <a:lnTo>
                    <a:pt x="9449" y="19537"/>
                  </a:lnTo>
                  <a:lnTo>
                    <a:pt x="5380" y="16313"/>
                  </a:lnTo>
                  <a:lnTo>
                    <a:pt x="2069" y="16681"/>
                  </a:lnTo>
                  <a:lnTo>
                    <a:pt x="1935" y="18066"/>
                  </a:lnTo>
                  <a:lnTo>
                    <a:pt x="0" y="17599"/>
                  </a:lnTo>
                  <a:lnTo>
                    <a:pt x="3191" y="5716"/>
                  </a:lnTo>
                  <a:lnTo>
                    <a:pt x="4273" y="5466"/>
                  </a:lnTo>
                  <a:lnTo>
                    <a:pt x="3721" y="3386"/>
                  </a:lnTo>
                  <a:lnTo>
                    <a:pt x="543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h6064"/>
            <p:cNvSpPr/>
            <p:nvPr/>
          </p:nvSpPr>
          <p:spPr>
            <a:xfrm>
              <a:off x="6266480" y="2361054"/>
              <a:ext cx="106817" cy="80672"/>
            </a:xfrm>
            <a:custGeom>
              <a:avLst/>
              <a:pathLst>
                <a:path w="106817" h="80672">
                  <a:moveTo>
                    <a:pt x="30296" y="3998"/>
                  </a:moveTo>
                  <a:lnTo>
                    <a:pt x="32072" y="1103"/>
                  </a:lnTo>
                  <a:lnTo>
                    <a:pt x="39378" y="4623"/>
                  </a:lnTo>
                  <a:lnTo>
                    <a:pt x="40341" y="783"/>
                  </a:lnTo>
                  <a:lnTo>
                    <a:pt x="43304" y="3704"/>
                  </a:lnTo>
                  <a:lnTo>
                    <a:pt x="45258" y="8276"/>
                  </a:lnTo>
                  <a:lnTo>
                    <a:pt x="46897" y="9812"/>
                  </a:lnTo>
                  <a:lnTo>
                    <a:pt x="52502" y="8588"/>
                  </a:lnTo>
                  <a:lnTo>
                    <a:pt x="55512" y="10979"/>
                  </a:lnTo>
                  <a:lnTo>
                    <a:pt x="63398" y="10527"/>
                  </a:lnTo>
                  <a:lnTo>
                    <a:pt x="70782" y="8136"/>
                  </a:lnTo>
                  <a:lnTo>
                    <a:pt x="74968" y="9463"/>
                  </a:lnTo>
                  <a:lnTo>
                    <a:pt x="75446" y="13669"/>
                  </a:lnTo>
                  <a:lnTo>
                    <a:pt x="78025" y="16333"/>
                  </a:lnTo>
                  <a:lnTo>
                    <a:pt x="81053" y="14746"/>
                  </a:lnTo>
                  <a:lnTo>
                    <a:pt x="82797" y="15971"/>
                  </a:lnTo>
                  <a:lnTo>
                    <a:pt x="85048" y="20143"/>
                  </a:lnTo>
                  <a:lnTo>
                    <a:pt x="88625" y="22861"/>
                  </a:lnTo>
                  <a:lnTo>
                    <a:pt x="91381" y="27183"/>
                  </a:lnTo>
                  <a:lnTo>
                    <a:pt x="95993" y="29613"/>
                  </a:lnTo>
                  <a:lnTo>
                    <a:pt x="98059" y="33409"/>
                  </a:lnTo>
                  <a:lnTo>
                    <a:pt x="98048" y="35910"/>
                  </a:lnTo>
                  <a:lnTo>
                    <a:pt x="98944" y="38047"/>
                  </a:lnTo>
                  <a:lnTo>
                    <a:pt x="101519" y="37939"/>
                  </a:lnTo>
                  <a:lnTo>
                    <a:pt x="106534" y="40053"/>
                  </a:lnTo>
                  <a:lnTo>
                    <a:pt x="106817" y="54810"/>
                  </a:lnTo>
                  <a:lnTo>
                    <a:pt x="104097" y="58246"/>
                  </a:lnTo>
                  <a:lnTo>
                    <a:pt x="101847" y="58300"/>
                  </a:lnTo>
                  <a:lnTo>
                    <a:pt x="85776" y="54585"/>
                  </a:lnTo>
                  <a:lnTo>
                    <a:pt x="83958" y="55729"/>
                  </a:lnTo>
                  <a:lnTo>
                    <a:pt x="85170" y="56120"/>
                  </a:lnTo>
                  <a:lnTo>
                    <a:pt x="84088" y="58865"/>
                  </a:lnTo>
                  <a:lnTo>
                    <a:pt x="76506" y="53938"/>
                  </a:lnTo>
                  <a:lnTo>
                    <a:pt x="75763" y="57335"/>
                  </a:lnTo>
                  <a:lnTo>
                    <a:pt x="74456" y="59032"/>
                  </a:lnTo>
                  <a:lnTo>
                    <a:pt x="73352" y="59549"/>
                  </a:lnTo>
                  <a:lnTo>
                    <a:pt x="72880" y="58940"/>
                  </a:lnTo>
                  <a:lnTo>
                    <a:pt x="71384" y="59049"/>
                  </a:lnTo>
                  <a:lnTo>
                    <a:pt x="70914" y="59759"/>
                  </a:lnTo>
                  <a:lnTo>
                    <a:pt x="73654" y="62104"/>
                  </a:lnTo>
                  <a:lnTo>
                    <a:pt x="78275" y="62185"/>
                  </a:lnTo>
                  <a:lnTo>
                    <a:pt x="79608" y="67500"/>
                  </a:lnTo>
                  <a:lnTo>
                    <a:pt x="78859" y="71688"/>
                  </a:lnTo>
                  <a:lnTo>
                    <a:pt x="77961" y="73081"/>
                  </a:lnTo>
                  <a:lnTo>
                    <a:pt x="69635" y="79573"/>
                  </a:lnTo>
                  <a:lnTo>
                    <a:pt x="64353" y="80672"/>
                  </a:lnTo>
                  <a:lnTo>
                    <a:pt x="64195" y="79950"/>
                  </a:lnTo>
                  <a:lnTo>
                    <a:pt x="57481" y="79669"/>
                  </a:lnTo>
                  <a:lnTo>
                    <a:pt x="56854" y="73068"/>
                  </a:lnTo>
                  <a:lnTo>
                    <a:pt x="54649" y="71304"/>
                  </a:lnTo>
                  <a:lnTo>
                    <a:pt x="51572" y="70139"/>
                  </a:lnTo>
                  <a:lnTo>
                    <a:pt x="48658" y="69528"/>
                  </a:lnTo>
                  <a:lnTo>
                    <a:pt x="31108" y="69081"/>
                  </a:lnTo>
                  <a:lnTo>
                    <a:pt x="30144" y="71362"/>
                  </a:lnTo>
                  <a:lnTo>
                    <a:pt x="29090" y="71598"/>
                  </a:lnTo>
                  <a:lnTo>
                    <a:pt x="26168" y="69498"/>
                  </a:lnTo>
                  <a:lnTo>
                    <a:pt x="24197" y="66945"/>
                  </a:lnTo>
                  <a:lnTo>
                    <a:pt x="17350" y="68244"/>
                  </a:lnTo>
                  <a:lnTo>
                    <a:pt x="12694" y="66496"/>
                  </a:lnTo>
                  <a:lnTo>
                    <a:pt x="11042" y="65115"/>
                  </a:lnTo>
                  <a:lnTo>
                    <a:pt x="0" y="47696"/>
                  </a:lnTo>
                  <a:lnTo>
                    <a:pt x="2116" y="47743"/>
                  </a:lnTo>
                  <a:lnTo>
                    <a:pt x="1836" y="31639"/>
                  </a:lnTo>
                  <a:lnTo>
                    <a:pt x="6242" y="29312"/>
                  </a:lnTo>
                  <a:lnTo>
                    <a:pt x="3405" y="22795"/>
                  </a:lnTo>
                  <a:lnTo>
                    <a:pt x="2190" y="17011"/>
                  </a:lnTo>
                  <a:lnTo>
                    <a:pt x="8217" y="17993"/>
                  </a:lnTo>
                  <a:lnTo>
                    <a:pt x="10632" y="16975"/>
                  </a:lnTo>
                  <a:lnTo>
                    <a:pt x="12574" y="14686"/>
                  </a:lnTo>
                  <a:lnTo>
                    <a:pt x="4504" y="12547"/>
                  </a:lnTo>
                  <a:lnTo>
                    <a:pt x="6064" y="9104"/>
                  </a:lnTo>
                  <a:lnTo>
                    <a:pt x="6463" y="5229"/>
                  </a:lnTo>
                  <a:lnTo>
                    <a:pt x="8111" y="5015"/>
                  </a:lnTo>
                  <a:lnTo>
                    <a:pt x="10593" y="3634"/>
                  </a:lnTo>
                  <a:lnTo>
                    <a:pt x="14163" y="4899"/>
                  </a:lnTo>
                  <a:lnTo>
                    <a:pt x="17754" y="7668"/>
                  </a:lnTo>
                  <a:lnTo>
                    <a:pt x="20325" y="5191"/>
                  </a:lnTo>
                  <a:lnTo>
                    <a:pt x="2384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h6065"/>
            <p:cNvSpPr/>
            <p:nvPr/>
          </p:nvSpPr>
          <p:spPr>
            <a:xfrm>
              <a:off x="6304313" y="2527069"/>
              <a:ext cx="24559" cy="13656"/>
            </a:xfrm>
            <a:custGeom>
              <a:avLst/>
              <a:pathLst>
                <a:path w="24559" h="13656">
                  <a:moveTo>
                    <a:pt x="15193" y="25"/>
                  </a:moveTo>
                  <a:lnTo>
                    <a:pt x="18258" y="1987"/>
                  </a:lnTo>
                  <a:lnTo>
                    <a:pt x="21287" y="1693"/>
                  </a:lnTo>
                  <a:lnTo>
                    <a:pt x="22618" y="2839"/>
                  </a:lnTo>
                  <a:lnTo>
                    <a:pt x="24559" y="6530"/>
                  </a:lnTo>
                  <a:lnTo>
                    <a:pt x="23109" y="10714"/>
                  </a:lnTo>
                  <a:lnTo>
                    <a:pt x="14798" y="13656"/>
                  </a:lnTo>
                  <a:lnTo>
                    <a:pt x="9509" y="12075"/>
                  </a:lnTo>
                  <a:lnTo>
                    <a:pt x="9546" y="10678"/>
                  </a:lnTo>
                  <a:lnTo>
                    <a:pt x="1064" y="10912"/>
                  </a:lnTo>
                  <a:lnTo>
                    <a:pt x="0" y="10837"/>
                  </a:lnTo>
                  <a:lnTo>
                    <a:pt x="333" y="5725"/>
                  </a:lnTo>
                  <a:lnTo>
                    <a:pt x="7232" y="2593"/>
                  </a:lnTo>
                  <a:lnTo>
                    <a:pt x="6067" y="801"/>
                  </a:lnTo>
                  <a:lnTo>
                    <a:pt x="956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h6066"/>
            <p:cNvSpPr/>
            <p:nvPr/>
          </p:nvSpPr>
          <p:spPr>
            <a:xfrm>
              <a:off x="6171730" y="2461758"/>
              <a:ext cx="42859" cy="39717"/>
            </a:xfrm>
            <a:custGeom>
              <a:avLst/>
              <a:pathLst>
                <a:path w="42859" h="39717">
                  <a:moveTo>
                    <a:pt x="30199" y="1080"/>
                  </a:moveTo>
                  <a:lnTo>
                    <a:pt x="36840" y="8031"/>
                  </a:lnTo>
                  <a:lnTo>
                    <a:pt x="34408" y="17943"/>
                  </a:lnTo>
                  <a:lnTo>
                    <a:pt x="34211" y="21879"/>
                  </a:lnTo>
                  <a:lnTo>
                    <a:pt x="34680" y="22396"/>
                  </a:lnTo>
                  <a:lnTo>
                    <a:pt x="37245" y="22097"/>
                  </a:lnTo>
                  <a:lnTo>
                    <a:pt x="40784" y="20702"/>
                  </a:lnTo>
                  <a:lnTo>
                    <a:pt x="42859" y="34021"/>
                  </a:lnTo>
                  <a:lnTo>
                    <a:pt x="42508" y="37416"/>
                  </a:lnTo>
                  <a:lnTo>
                    <a:pt x="39561" y="36802"/>
                  </a:lnTo>
                  <a:lnTo>
                    <a:pt x="36877" y="37692"/>
                  </a:lnTo>
                  <a:lnTo>
                    <a:pt x="36540" y="39452"/>
                  </a:lnTo>
                  <a:lnTo>
                    <a:pt x="34923" y="39265"/>
                  </a:lnTo>
                  <a:lnTo>
                    <a:pt x="33889" y="36226"/>
                  </a:lnTo>
                  <a:lnTo>
                    <a:pt x="34473" y="34375"/>
                  </a:lnTo>
                  <a:lnTo>
                    <a:pt x="26624" y="35639"/>
                  </a:lnTo>
                  <a:lnTo>
                    <a:pt x="23355" y="39717"/>
                  </a:lnTo>
                  <a:lnTo>
                    <a:pt x="18230" y="39673"/>
                  </a:lnTo>
                  <a:lnTo>
                    <a:pt x="16196" y="37905"/>
                  </a:lnTo>
                  <a:lnTo>
                    <a:pt x="15471" y="36123"/>
                  </a:lnTo>
                  <a:lnTo>
                    <a:pt x="13620" y="35153"/>
                  </a:lnTo>
                  <a:lnTo>
                    <a:pt x="4447" y="35521"/>
                  </a:lnTo>
                  <a:lnTo>
                    <a:pt x="0" y="34630"/>
                  </a:lnTo>
                  <a:lnTo>
                    <a:pt x="408" y="30592"/>
                  </a:lnTo>
                  <a:lnTo>
                    <a:pt x="5658" y="17314"/>
                  </a:lnTo>
                  <a:lnTo>
                    <a:pt x="25067" y="3150"/>
                  </a:lnTo>
                  <a:lnTo>
                    <a:pt x="25882" y="2288"/>
                  </a:lnTo>
                  <a:lnTo>
                    <a:pt x="2628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h6067"/>
            <p:cNvSpPr/>
            <p:nvPr/>
          </p:nvSpPr>
          <p:spPr>
            <a:xfrm>
              <a:off x="6331315" y="2532819"/>
              <a:ext cx="50834" cy="57585"/>
            </a:xfrm>
            <a:custGeom>
              <a:avLst/>
              <a:pathLst>
                <a:path w="50834" h="57585">
                  <a:moveTo>
                    <a:pt x="50834" y="16920"/>
                  </a:moveTo>
                  <a:lnTo>
                    <a:pt x="49115" y="20307"/>
                  </a:lnTo>
                  <a:lnTo>
                    <a:pt x="49667" y="22387"/>
                  </a:lnTo>
                  <a:lnTo>
                    <a:pt x="48585" y="22637"/>
                  </a:lnTo>
                  <a:lnTo>
                    <a:pt x="30259" y="27207"/>
                  </a:lnTo>
                  <a:lnTo>
                    <a:pt x="28111" y="31024"/>
                  </a:lnTo>
                  <a:lnTo>
                    <a:pt x="29247" y="35729"/>
                  </a:lnTo>
                  <a:lnTo>
                    <a:pt x="30558" y="38541"/>
                  </a:lnTo>
                  <a:lnTo>
                    <a:pt x="31736" y="38637"/>
                  </a:lnTo>
                  <a:lnTo>
                    <a:pt x="32680" y="41428"/>
                  </a:lnTo>
                  <a:lnTo>
                    <a:pt x="31531" y="41231"/>
                  </a:lnTo>
                  <a:lnTo>
                    <a:pt x="28393" y="43180"/>
                  </a:lnTo>
                  <a:lnTo>
                    <a:pt x="25274" y="46881"/>
                  </a:lnTo>
                  <a:lnTo>
                    <a:pt x="24684" y="47715"/>
                  </a:lnTo>
                  <a:lnTo>
                    <a:pt x="25242" y="50403"/>
                  </a:lnTo>
                  <a:lnTo>
                    <a:pt x="20374" y="47649"/>
                  </a:lnTo>
                  <a:lnTo>
                    <a:pt x="20984" y="50898"/>
                  </a:lnTo>
                  <a:lnTo>
                    <a:pt x="20178" y="53097"/>
                  </a:lnTo>
                  <a:lnTo>
                    <a:pt x="17458" y="55398"/>
                  </a:lnTo>
                  <a:lnTo>
                    <a:pt x="17537" y="57373"/>
                  </a:lnTo>
                  <a:lnTo>
                    <a:pt x="16089" y="57585"/>
                  </a:lnTo>
                  <a:lnTo>
                    <a:pt x="10422" y="55218"/>
                  </a:lnTo>
                  <a:lnTo>
                    <a:pt x="10477" y="52600"/>
                  </a:lnTo>
                  <a:lnTo>
                    <a:pt x="11882" y="49511"/>
                  </a:lnTo>
                  <a:lnTo>
                    <a:pt x="5178" y="49491"/>
                  </a:lnTo>
                  <a:lnTo>
                    <a:pt x="1057" y="50334"/>
                  </a:lnTo>
                  <a:lnTo>
                    <a:pt x="0" y="48317"/>
                  </a:lnTo>
                  <a:lnTo>
                    <a:pt x="1067" y="46853"/>
                  </a:lnTo>
                  <a:lnTo>
                    <a:pt x="4512" y="46606"/>
                  </a:lnTo>
                  <a:lnTo>
                    <a:pt x="6762" y="42182"/>
                  </a:lnTo>
                  <a:lnTo>
                    <a:pt x="9326" y="41868"/>
                  </a:lnTo>
                  <a:lnTo>
                    <a:pt x="13080" y="29451"/>
                  </a:lnTo>
                  <a:lnTo>
                    <a:pt x="14100" y="29751"/>
                  </a:lnTo>
                  <a:lnTo>
                    <a:pt x="19114" y="26532"/>
                  </a:lnTo>
                  <a:lnTo>
                    <a:pt x="22542" y="26369"/>
                  </a:lnTo>
                  <a:lnTo>
                    <a:pt x="27944" y="21019"/>
                  </a:lnTo>
                  <a:lnTo>
                    <a:pt x="29478" y="14797"/>
                  </a:lnTo>
                  <a:lnTo>
                    <a:pt x="27268" y="14976"/>
                  </a:lnTo>
                  <a:lnTo>
                    <a:pt x="26735" y="14315"/>
                  </a:lnTo>
                  <a:lnTo>
                    <a:pt x="27383" y="8319"/>
                  </a:lnTo>
                  <a:lnTo>
                    <a:pt x="34803" y="8183"/>
                  </a:lnTo>
                  <a:lnTo>
                    <a:pt x="34884" y="6236"/>
                  </a:lnTo>
                  <a:lnTo>
                    <a:pt x="37193" y="4815"/>
                  </a:lnTo>
                  <a:lnTo>
                    <a:pt x="43752" y="4275"/>
                  </a:lnTo>
                  <a:lnTo>
                    <a:pt x="43743" y="2125"/>
                  </a:lnTo>
                  <a:lnTo>
                    <a:pt x="4683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h6068"/>
            <p:cNvSpPr/>
            <p:nvPr/>
          </p:nvSpPr>
          <p:spPr>
            <a:xfrm>
              <a:off x="6359427" y="2555456"/>
              <a:ext cx="20473" cy="18791"/>
            </a:xfrm>
            <a:custGeom>
              <a:avLst/>
              <a:pathLst>
                <a:path w="20473" h="18791">
                  <a:moveTo>
                    <a:pt x="17282" y="11883"/>
                  </a:moveTo>
                  <a:lnTo>
                    <a:pt x="17190" y="15253"/>
                  </a:lnTo>
                  <a:lnTo>
                    <a:pt x="16243" y="17227"/>
                  </a:lnTo>
                  <a:lnTo>
                    <a:pt x="9898" y="17110"/>
                  </a:lnTo>
                  <a:lnTo>
                    <a:pt x="4568" y="18791"/>
                  </a:lnTo>
                  <a:lnTo>
                    <a:pt x="3624" y="16000"/>
                  </a:lnTo>
                  <a:lnTo>
                    <a:pt x="2447" y="15903"/>
                  </a:lnTo>
                  <a:lnTo>
                    <a:pt x="1135" y="13092"/>
                  </a:lnTo>
                  <a:lnTo>
                    <a:pt x="0" y="8387"/>
                  </a:lnTo>
                  <a:lnTo>
                    <a:pt x="2147" y="4570"/>
                  </a:lnTo>
                  <a:lnTo>
                    <a:pt x="2047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h6069"/>
            <p:cNvSpPr/>
            <p:nvPr/>
          </p:nvSpPr>
          <p:spPr>
            <a:xfrm>
              <a:off x="6249646" y="2654348"/>
              <a:ext cx="27795" cy="12537"/>
            </a:xfrm>
            <a:custGeom>
              <a:avLst/>
              <a:pathLst>
                <a:path w="27795" h="12537">
                  <a:moveTo>
                    <a:pt x="24193" y="205"/>
                  </a:moveTo>
                  <a:lnTo>
                    <a:pt x="26919" y="2910"/>
                  </a:lnTo>
                  <a:lnTo>
                    <a:pt x="27795" y="4903"/>
                  </a:lnTo>
                  <a:lnTo>
                    <a:pt x="26559" y="9689"/>
                  </a:lnTo>
                  <a:lnTo>
                    <a:pt x="22256" y="10425"/>
                  </a:lnTo>
                  <a:lnTo>
                    <a:pt x="14984" y="9594"/>
                  </a:lnTo>
                  <a:lnTo>
                    <a:pt x="9951" y="12537"/>
                  </a:lnTo>
                  <a:lnTo>
                    <a:pt x="63" y="11630"/>
                  </a:lnTo>
                  <a:lnTo>
                    <a:pt x="0" y="10827"/>
                  </a:lnTo>
                  <a:lnTo>
                    <a:pt x="5144" y="7876"/>
                  </a:lnTo>
                  <a:lnTo>
                    <a:pt x="5705" y="6502"/>
                  </a:lnTo>
                  <a:lnTo>
                    <a:pt x="12997" y="2195"/>
                  </a:lnTo>
                  <a:lnTo>
                    <a:pt x="16155" y="3706"/>
                  </a:lnTo>
                  <a:lnTo>
                    <a:pt x="21946" y="3364"/>
                  </a:lnTo>
                  <a:lnTo>
                    <a:pt x="2091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h6070"/>
            <p:cNvSpPr/>
            <p:nvPr/>
          </p:nvSpPr>
          <p:spPr>
            <a:xfrm>
              <a:off x="6316257" y="2543494"/>
              <a:ext cx="24725" cy="17326"/>
            </a:xfrm>
            <a:custGeom>
              <a:avLst/>
              <a:pathLst>
                <a:path w="24725" h="17326">
                  <a:moveTo>
                    <a:pt x="15660" y="0"/>
                  </a:moveTo>
                  <a:lnTo>
                    <a:pt x="15252" y="3207"/>
                  </a:lnTo>
                  <a:lnTo>
                    <a:pt x="19959" y="6794"/>
                  </a:lnTo>
                  <a:lnTo>
                    <a:pt x="21275" y="4851"/>
                  </a:lnTo>
                  <a:lnTo>
                    <a:pt x="24725" y="9786"/>
                  </a:lnTo>
                  <a:lnTo>
                    <a:pt x="23075" y="14587"/>
                  </a:lnTo>
                  <a:lnTo>
                    <a:pt x="20840" y="17186"/>
                  </a:lnTo>
                  <a:lnTo>
                    <a:pt x="19948" y="17326"/>
                  </a:lnTo>
                  <a:lnTo>
                    <a:pt x="18877" y="16880"/>
                  </a:lnTo>
                  <a:lnTo>
                    <a:pt x="18318" y="14115"/>
                  </a:lnTo>
                  <a:lnTo>
                    <a:pt x="17284" y="13729"/>
                  </a:lnTo>
                  <a:lnTo>
                    <a:pt x="12121" y="13872"/>
                  </a:lnTo>
                  <a:lnTo>
                    <a:pt x="5671" y="15211"/>
                  </a:lnTo>
                  <a:lnTo>
                    <a:pt x="5341" y="11694"/>
                  </a:lnTo>
                  <a:lnTo>
                    <a:pt x="3095" y="10928"/>
                  </a:lnTo>
                  <a:lnTo>
                    <a:pt x="0" y="11610"/>
                  </a:lnTo>
                  <a:lnTo>
                    <a:pt x="1747" y="6404"/>
                  </a:lnTo>
                  <a:lnTo>
                    <a:pt x="9168" y="6679"/>
                  </a:lnTo>
                  <a:lnTo>
                    <a:pt x="11828" y="4340"/>
                  </a:lnTo>
                  <a:lnTo>
                    <a:pt x="13218" y="178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h6071"/>
            <p:cNvSpPr/>
            <p:nvPr/>
          </p:nvSpPr>
          <p:spPr>
            <a:xfrm>
              <a:off x="6310204" y="2554423"/>
              <a:ext cx="34192" cy="26713"/>
            </a:xfrm>
            <a:custGeom>
              <a:avLst/>
              <a:pathLst>
                <a:path w="34192" h="26713">
                  <a:moveTo>
                    <a:pt x="11394" y="765"/>
                  </a:moveTo>
                  <a:lnTo>
                    <a:pt x="11724" y="4283"/>
                  </a:lnTo>
                  <a:lnTo>
                    <a:pt x="18174" y="2943"/>
                  </a:lnTo>
                  <a:lnTo>
                    <a:pt x="23337" y="2800"/>
                  </a:lnTo>
                  <a:lnTo>
                    <a:pt x="24371" y="3187"/>
                  </a:lnTo>
                  <a:lnTo>
                    <a:pt x="24930" y="5951"/>
                  </a:lnTo>
                  <a:lnTo>
                    <a:pt x="26001" y="6397"/>
                  </a:lnTo>
                  <a:lnTo>
                    <a:pt x="26893" y="6258"/>
                  </a:lnTo>
                  <a:lnTo>
                    <a:pt x="29128" y="3658"/>
                  </a:lnTo>
                  <a:lnTo>
                    <a:pt x="34192" y="7847"/>
                  </a:lnTo>
                  <a:lnTo>
                    <a:pt x="30437" y="20264"/>
                  </a:lnTo>
                  <a:lnTo>
                    <a:pt x="27873" y="20578"/>
                  </a:lnTo>
                  <a:lnTo>
                    <a:pt x="25624" y="25002"/>
                  </a:lnTo>
                  <a:lnTo>
                    <a:pt x="22179" y="25249"/>
                  </a:lnTo>
                  <a:lnTo>
                    <a:pt x="21111" y="26713"/>
                  </a:lnTo>
                  <a:lnTo>
                    <a:pt x="17022" y="26094"/>
                  </a:lnTo>
                  <a:lnTo>
                    <a:pt x="12616" y="21180"/>
                  </a:lnTo>
                  <a:lnTo>
                    <a:pt x="10546" y="20032"/>
                  </a:lnTo>
                  <a:lnTo>
                    <a:pt x="9331" y="20828"/>
                  </a:lnTo>
                  <a:lnTo>
                    <a:pt x="6783" y="19778"/>
                  </a:lnTo>
                  <a:lnTo>
                    <a:pt x="9617" y="14188"/>
                  </a:lnTo>
                  <a:lnTo>
                    <a:pt x="7812" y="13217"/>
                  </a:lnTo>
                  <a:lnTo>
                    <a:pt x="7169" y="9751"/>
                  </a:lnTo>
                  <a:lnTo>
                    <a:pt x="7724" y="9000"/>
                  </a:lnTo>
                  <a:lnTo>
                    <a:pt x="9868" y="8900"/>
                  </a:lnTo>
                  <a:lnTo>
                    <a:pt x="10100" y="7890"/>
                  </a:lnTo>
                  <a:lnTo>
                    <a:pt x="6245" y="5548"/>
                  </a:lnTo>
                  <a:lnTo>
                    <a:pt x="0" y="3589"/>
                  </a:lnTo>
                  <a:lnTo>
                    <a:pt x="1018" y="2373"/>
                  </a:lnTo>
                  <a:lnTo>
                    <a:pt x="735" y="361"/>
                  </a:lnTo>
                  <a:lnTo>
                    <a:pt x="6052" y="681"/>
                  </a:lnTo>
                  <a:lnTo>
                    <a:pt x="914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h6072"/>
            <p:cNvSpPr/>
            <p:nvPr/>
          </p:nvSpPr>
          <p:spPr>
            <a:xfrm>
              <a:off x="6283164" y="2670321"/>
              <a:ext cx="37874" cy="23227"/>
            </a:xfrm>
            <a:custGeom>
              <a:avLst/>
              <a:pathLst>
                <a:path w="37874" h="23227">
                  <a:moveTo>
                    <a:pt x="12812" y="2873"/>
                  </a:moveTo>
                  <a:lnTo>
                    <a:pt x="13625" y="4989"/>
                  </a:lnTo>
                  <a:lnTo>
                    <a:pt x="17052" y="5642"/>
                  </a:lnTo>
                  <a:lnTo>
                    <a:pt x="22388" y="4121"/>
                  </a:lnTo>
                  <a:lnTo>
                    <a:pt x="22788" y="1590"/>
                  </a:lnTo>
                  <a:lnTo>
                    <a:pt x="24293" y="651"/>
                  </a:lnTo>
                  <a:lnTo>
                    <a:pt x="23651" y="1570"/>
                  </a:lnTo>
                  <a:lnTo>
                    <a:pt x="24008" y="2360"/>
                  </a:lnTo>
                  <a:lnTo>
                    <a:pt x="26584" y="5611"/>
                  </a:lnTo>
                  <a:lnTo>
                    <a:pt x="29948" y="11868"/>
                  </a:lnTo>
                  <a:lnTo>
                    <a:pt x="32674" y="13249"/>
                  </a:lnTo>
                  <a:lnTo>
                    <a:pt x="37874" y="17432"/>
                  </a:lnTo>
                  <a:lnTo>
                    <a:pt x="37608" y="17914"/>
                  </a:lnTo>
                  <a:lnTo>
                    <a:pt x="35731" y="21019"/>
                  </a:lnTo>
                  <a:lnTo>
                    <a:pt x="33378" y="22712"/>
                  </a:lnTo>
                  <a:lnTo>
                    <a:pt x="31177" y="23227"/>
                  </a:lnTo>
                  <a:lnTo>
                    <a:pt x="26506" y="18562"/>
                  </a:lnTo>
                  <a:lnTo>
                    <a:pt x="26843" y="17453"/>
                  </a:lnTo>
                  <a:lnTo>
                    <a:pt x="24135" y="15092"/>
                  </a:lnTo>
                  <a:lnTo>
                    <a:pt x="21535" y="17492"/>
                  </a:lnTo>
                  <a:lnTo>
                    <a:pt x="18696" y="18352"/>
                  </a:lnTo>
                  <a:lnTo>
                    <a:pt x="9560" y="17795"/>
                  </a:lnTo>
                  <a:lnTo>
                    <a:pt x="4238" y="11227"/>
                  </a:lnTo>
                  <a:lnTo>
                    <a:pt x="3080" y="10463"/>
                  </a:lnTo>
                  <a:lnTo>
                    <a:pt x="405" y="10382"/>
                  </a:lnTo>
                  <a:lnTo>
                    <a:pt x="205" y="5562"/>
                  </a:lnTo>
                  <a:lnTo>
                    <a:pt x="811" y="28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h6073"/>
            <p:cNvSpPr/>
            <p:nvPr/>
          </p:nvSpPr>
          <p:spPr>
            <a:xfrm>
              <a:off x="6247750" y="2363159"/>
              <a:ext cx="31304" cy="45637"/>
            </a:xfrm>
            <a:custGeom>
              <a:avLst/>
              <a:pathLst>
                <a:path w="31304" h="45637">
                  <a:moveTo>
                    <a:pt x="20550" y="277"/>
                  </a:moveTo>
                  <a:lnTo>
                    <a:pt x="21780" y="2842"/>
                  </a:lnTo>
                  <a:lnTo>
                    <a:pt x="25193" y="3124"/>
                  </a:lnTo>
                  <a:lnTo>
                    <a:pt x="24794" y="6998"/>
                  </a:lnTo>
                  <a:lnTo>
                    <a:pt x="23234" y="10442"/>
                  </a:lnTo>
                  <a:lnTo>
                    <a:pt x="31304" y="12581"/>
                  </a:lnTo>
                  <a:lnTo>
                    <a:pt x="29362" y="14870"/>
                  </a:lnTo>
                  <a:lnTo>
                    <a:pt x="26946" y="15887"/>
                  </a:lnTo>
                  <a:lnTo>
                    <a:pt x="20920" y="14906"/>
                  </a:lnTo>
                  <a:lnTo>
                    <a:pt x="22135" y="20690"/>
                  </a:lnTo>
                  <a:lnTo>
                    <a:pt x="24972" y="27207"/>
                  </a:lnTo>
                  <a:lnTo>
                    <a:pt x="20566" y="29534"/>
                  </a:lnTo>
                  <a:lnTo>
                    <a:pt x="20846" y="45637"/>
                  </a:lnTo>
                  <a:lnTo>
                    <a:pt x="18729" y="45590"/>
                  </a:lnTo>
                  <a:lnTo>
                    <a:pt x="18497" y="45379"/>
                  </a:lnTo>
                  <a:lnTo>
                    <a:pt x="4803" y="24227"/>
                  </a:lnTo>
                  <a:lnTo>
                    <a:pt x="0" y="10378"/>
                  </a:lnTo>
                  <a:lnTo>
                    <a:pt x="800" y="7495"/>
                  </a:lnTo>
                  <a:lnTo>
                    <a:pt x="376" y="4379"/>
                  </a:lnTo>
                  <a:lnTo>
                    <a:pt x="1589" y="1825"/>
                  </a:lnTo>
                  <a:lnTo>
                    <a:pt x="4342" y="1660"/>
                  </a:lnTo>
                  <a:lnTo>
                    <a:pt x="5186" y="2754"/>
                  </a:lnTo>
                  <a:lnTo>
                    <a:pt x="14756" y="1986"/>
                  </a:lnTo>
                  <a:lnTo>
                    <a:pt x="1965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h6074"/>
            <p:cNvSpPr/>
            <p:nvPr/>
          </p:nvSpPr>
          <p:spPr>
            <a:xfrm>
              <a:off x="6319001" y="2705278"/>
              <a:ext cx="15307" cy="27805"/>
            </a:xfrm>
            <a:custGeom>
              <a:avLst/>
              <a:pathLst>
                <a:path w="15307" h="27805">
                  <a:moveTo>
                    <a:pt x="5038" y="156"/>
                  </a:moveTo>
                  <a:lnTo>
                    <a:pt x="7529" y="0"/>
                  </a:lnTo>
                  <a:lnTo>
                    <a:pt x="8914" y="3454"/>
                  </a:lnTo>
                  <a:lnTo>
                    <a:pt x="14611" y="5380"/>
                  </a:lnTo>
                  <a:lnTo>
                    <a:pt x="15307" y="8538"/>
                  </a:lnTo>
                  <a:lnTo>
                    <a:pt x="13818" y="10755"/>
                  </a:lnTo>
                  <a:lnTo>
                    <a:pt x="12283" y="15676"/>
                  </a:lnTo>
                  <a:lnTo>
                    <a:pt x="12296" y="24916"/>
                  </a:lnTo>
                  <a:lnTo>
                    <a:pt x="8871" y="27805"/>
                  </a:lnTo>
                  <a:lnTo>
                    <a:pt x="3632" y="22047"/>
                  </a:lnTo>
                  <a:lnTo>
                    <a:pt x="2870" y="20588"/>
                  </a:lnTo>
                  <a:lnTo>
                    <a:pt x="6936" y="19654"/>
                  </a:lnTo>
                  <a:lnTo>
                    <a:pt x="7804" y="18750"/>
                  </a:lnTo>
                  <a:lnTo>
                    <a:pt x="5064" y="13563"/>
                  </a:lnTo>
                  <a:lnTo>
                    <a:pt x="2054" y="14229"/>
                  </a:lnTo>
                  <a:lnTo>
                    <a:pt x="1290" y="13600"/>
                  </a:lnTo>
                  <a:lnTo>
                    <a:pt x="0" y="8786"/>
                  </a:lnTo>
                  <a:lnTo>
                    <a:pt x="1868" y="4730"/>
                  </a:lnTo>
                  <a:lnTo>
                    <a:pt x="1417" y="3467"/>
                  </a:lnTo>
                  <a:lnTo>
                    <a:pt x="1845" y="2230"/>
                  </a:lnTo>
                  <a:lnTo>
                    <a:pt x="3473" y="1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h6075"/>
            <p:cNvSpPr/>
            <p:nvPr/>
          </p:nvSpPr>
          <p:spPr>
            <a:xfrm>
              <a:off x="6268058" y="2706087"/>
              <a:ext cx="30520" cy="24111"/>
            </a:xfrm>
            <a:custGeom>
              <a:avLst/>
              <a:pathLst>
                <a:path w="30520" h="24111">
                  <a:moveTo>
                    <a:pt x="10195" y="3452"/>
                  </a:moveTo>
                  <a:lnTo>
                    <a:pt x="23468" y="6850"/>
                  </a:lnTo>
                  <a:lnTo>
                    <a:pt x="26938" y="8083"/>
                  </a:lnTo>
                  <a:lnTo>
                    <a:pt x="27725" y="9150"/>
                  </a:lnTo>
                  <a:lnTo>
                    <a:pt x="30458" y="9621"/>
                  </a:lnTo>
                  <a:lnTo>
                    <a:pt x="29828" y="11335"/>
                  </a:lnTo>
                  <a:lnTo>
                    <a:pt x="30520" y="13337"/>
                  </a:lnTo>
                  <a:lnTo>
                    <a:pt x="29872" y="18135"/>
                  </a:lnTo>
                  <a:lnTo>
                    <a:pt x="26568" y="24111"/>
                  </a:lnTo>
                  <a:lnTo>
                    <a:pt x="24927" y="22671"/>
                  </a:lnTo>
                  <a:lnTo>
                    <a:pt x="25325" y="20098"/>
                  </a:lnTo>
                  <a:lnTo>
                    <a:pt x="24398" y="18632"/>
                  </a:lnTo>
                  <a:lnTo>
                    <a:pt x="20093" y="16415"/>
                  </a:lnTo>
                  <a:lnTo>
                    <a:pt x="15140" y="16345"/>
                  </a:lnTo>
                  <a:lnTo>
                    <a:pt x="8354" y="13607"/>
                  </a:lnTo>
                  <a:lnTo>
                    <a:pt x="2930" y="14909"/>
                  </a:lnTo>
                  <a:lnTo>
                    <a:pt x="270" y="13613"/>
                  </a:lnTo>
                  <a:lnTo>
                    <a:pt x="0" y="12845"/>
                  </a:lnTo>
                  <a:lnTo>
                    <a:pt x="484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h6076"/>
            <p:cNvSpPr/>
            <p:nvPr/>
          </p:nvSpPr>
          <p:spPr>
            <a:xfrm>
              <a:off x="6273839" y="2637707"/>
              <a:ext cx="28637" cy="32614"/>
            </a:xfrm>
            <a:custGeom>
              <a:avLst/>
              <a:pathLst>
                <a:path w="28637" h="32614">
                  <a:moveTo>
                    <a:pt x="23594" y="1136"/>
                  </a:moveTo>
                  <a:lnTo>
                    <a:pt x="28043" y="6336"/>
                  </a:lnTo>
                  <a:lnTo>
                    <a:pt x="28637" y="7608"/>
                  </a:lnTo>
                  <a:lnTo>
                    <a:pt x="27567" y="9744"/>
                  </a:lnTo>
                  <a:lnTo>
                    <a:pt x="25481" y="9265"/>
                  </a:lnTo>
                  <a:lnTo>
                    <a:pt x="22568" y="10367"/>
                  </a:lnTo>
                  <a:lnTo>
                    <a:pt x="17305" y="20436"/>
                  </a:lnTo>
                  <a:lnTo>
                    <a:pt x="16640" y="25040"/>
                  </a:lnTo>
                  <a:lnTo>
                    <a:pt x="17556" y="28965"/>
                  </a:lnTo>
                  <a:lnTo>
                    <a:pt x="16868" y="30539"/>
                  </a:lnTo>
                  <a:lnTo>
                    <a:pt x="11439" y="30973"/>
                  </a:lnTo>
                  <a:lnTo>
                    <a:pt x="10034" y="31430"/>
                  </a:lnTo>
                  <a:lnTo>
                    <a:pt x="9324" y="32614"/>
                  </a:lnTo>
                  <a:lnTo>
                    <a:pt x="6770" y="31578"/>
                  </a:lnTo>
                  <a:lnTo>
                    <a:pt x="4009" y="29317"/>
                  </a:lnTo>
                  <a:lnTo>
                    <a:pt x="2366" y="26330"/>
                  </a:lnTo>
                  <a:lnTo>
                    <a:pt x="3601" y="21543"/>
                  </a:lnTo>
                  <a:lnTo>
                    <a:pt x="2725" y="19551"/>
                  </a:lnTo>
                  <a:lnTo>
                    <a:pt x="0" y="16846"/>
                  </a:lnTo>
                  <a:lnTo>
                    <a:pt x="4429" y="16044"/>
                  </a:lnTo>
                  <a:lnTo>
                    <a:pt x="6785" y="14802"/>
                  </a:lnTo>
                  <a:lnTo>
                    <a:pt x="7404" y="10913"/>
                  </a:lnTo>
                  <a:lnTo>
                    <a:pt x="13588" y="11594"/>
                  </a:lnTo>
                  <a:lnTo>
                    <a:pt x="13063" y="9936"/>
                  </a:lnTo>
                  <a:lnTo>
                    <a:pt x="14251" y="3340"/>
                  </a:lnTo>
                  <a:lnTo>
                    <a:pt x="18488" y="371"/>
                  </a:lnTo>
                  <a:lnTo>
                    <a:pt x="2073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h6077"/>
            <p:cNvSpPr/>
            <p:nvPr/>
          </p:nvSpPr>
          <p:spPr>
            <a:xfrm>
              <a:off x="6239367" y="2731801"/>
              <a:ext cx="27023" cy="35832"/>
            </a:xfrm>
            <a:custGeom>
              <a:avLst/>
              <a:pathLst>
                <a:path w="27023" h="35832">
                  <a:moveTo>
                    <a:pt x="24239" y="636"/>
                  </a:moveTo>
                  <a:lnTo>
                    <a:pt x="26682" y="2389"/>
                  </a:lnTo>
                  <a:lnTo>
                    <a:pt x="26581" y="5184"/>
                  </a:lnTo>
                  <a:lnTo>
                    <a:pt x="24330" y="6229"/>
                  </a:lnTo>
                  <a:lnTo>
                    <a:pt x="23888" y="8410"/>
                  </a:lnTo>
                  <a:lnTo>
                    <a:pt x="24554" y="10223"/>
                  </a:lnTo>
                  <a:lnTo>
                    <a:pt x="27023" y="11947"/>
                  </a:lnTo>
                  <a:lnTo>
                    <a:pt x="26542" y="15841"/>
                  </a:lnTo>
                  <a:lnTo>
                    <a:pt x="25501" y="16936"/>
                  </a:lnTo>
                  <a:lnTo>
                    <a:pt x="20321" y="18100"/>
                  </a:lnTo>
                  <a:lnTo>
                    <a:pt x="20995" y="25105"/>
                  </a:lnTo>
                  <a:lnTo>
                    <a:pt x="25531" y="27245"/>
                  </a:lnTo>
                  <a:lnTo>
                    <a:pt x="24017" y="31304"/>
                  </a:lnTo>
                  <a:lnTo>
                    <a:pt x="23632" y="33636"/>
                  </a:lnTo>
                  <a:lnTo>
                    <a:pt x="22030" y="35048"/>
                  </a:lnTo>
                  <a:lnTo>
                    <a:pt x="19719" y="33434"/>
                  </a:lnTo>
                  <a:lnTo>
                    <a:pt x="14065" y="35832"/>
                  </a:lnTo>
                  <a:lnTo>
                    <a:pt x="11686" y="34331"/>
                  </a:lnTo>
                  <a:lnTo>
                    <a:pt x="8587" y="30840"/>
                  </a:lnTo>
                  <a:lnTo>
                    <a:pt x="5649" y="26253"/>
                  </a:lnTo>
                  <a:lnTo>
                    <a:pt x="6440" y="24692"/>
                  </a:lnTo>
                  <a:lnTo>
                    <a:pt x="580" y="23897"/>
                  </a:lnTo>
                  <a:lnTo>
                    <a:pt x="0" y="23282"/>
                  </a:lnTo>
                  <a:lnTo>
                    <a:pt x="1342" y="21524"/>
                  </a:lnTo>
                  <a:lnTo>
                    <a:pt x="4169" y="19871"/>
                  </a:lnTo>
                  <a:lnTo>
                    <a:pt x="6457" y="16549"/>
                  </a:lnTo>
                  <a:lnTo>
                    <a:pt x="7925" y="10935"/>
                  </a:lnTo>
                  <a:lnTo>
                    <a:pt x="6865" y="7894"/>
                  </a:lnTo>
                  <a:lnTo>
                    <a:pt x="7901" y="5240"/>
                  </a:lnTo>
                  <a:lnTo>
                    <a:pt x="8628" y="5312"/>
                  </a:lnTo>
                  <a:lnTo>
                    <a:pt x="8355" y="6659"/>
                  </a:lnTo>
                  <a:lnTo>
                    <a:pt x="9724" y="8185"/>
                  </a:lnTo>
                  <a:lnTo>
                    <a:pt x="14127" y="4520"/>
                  </a:lnTo>
                  <a:lnTo>
                    <a:pt x="14924" y="753"/>
                  </a:lnTo>
                  <a:lnTo>
                    <a:pt x="15641" y="156"/>
                  </a:lnTo>
                  <a:lnTo>
                    <a:pt x="2099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h6078"/>
            <p:cNvSpPr/>
            <p:nvPr/>
          </p:nvSpPr>
          <p:spPr>
            <a:xfrm>
              <a:off x="6330862" y="2289929"/>
              <a:ext cx="161222" cy="163309"/>
            </a:xfrm>
            <a:custGeom>
              <a:avLst/>
              <a:pathLst>
                <a:path w="161222" h="163309">
                  <a:moveTo>
                    <a:pt x="24559" y="8077"/>
                  </a:moveTo>
                  <a:lnTo>
                    <a:pt x="23828" y="2291"/>
                  </a:lnTo>
                  <a:lnTo>
                    <a:pt x="25258" y="3436"/>
                  </a:lnTo>
                  <a:lnTo>
                    <a:pt x="32152" y="3689"/>
                  </a:lnTo>
                  <a:lnTo>
                    <a:pt x="39090" y="11336"/>
                  </a:lnTo>
                  <a:lnTo>
                    <a:pt x="39608" y="14764"/>
                  </a:lnTo>
                  <a:lnTo>
                    <a:pt x="42349" y="15031"/>
                  </a:lnTo>
                  <a:lnTo>
                    <a:pt x="45823" y="13887"/>
                  </a:lnTo>
                  <a:lnTo>
                    <a:pt x="50164" y="15458"/>
                  </a:lnTo>
                  <a:lnTo>
                    <a:pt x="53672" y="18219"/>
                  </a:lnTo>
                  <a:lnTo>
                    <a:pt x="59597" y="24685"/>
                  </a:lnTo>
                  <a:lnTo>
                    <a:pt x="62034" y="29574"/>
                  </a:lnTo>
                  <a:lnTo>
                    <a:pt x="76089" y="35328"/>
                  </a:lnTo>
                  <a:lnTo>
                    <a:pt x="86935" y="41361"/>
                  </a:lnTo>
                  <a:lnTo>
                    <a:pt x="95018" y="44057"/>
                  </a:lnTo>
                  <a:lnTo>
                    <a:pt x="102896" y="41602"/>
                  </a:lnTo>
                  <a:lnTo>
                    <a:pt x="107625" y="42483"/>
                  </a:lnTo>
                  <a:lnTo>
                    <a:pt x="108257" y="44120"/>
                  </a:lnTo>
                  <a:lnTo>
                    <a:pt x="107929" y="45285"/>
                  </a:lnTo>
                  <a:lnTo>
                    <a:pt x="108664" y="46184"/>
                  </a:lnTo>
                  <a:lnTo>
                    <a:pt x="112127" y="46706"/>
                  </a:lnTo>
                  <a:lnTo>
                    <a:pt x="114509" y="45387"/>
                  </a:lnTo>
                  <a:lnTo>
                    <a:pt x="117171" y="42019"/>
                  </a:lnTo>
                  <a:lnTo>
                    <a:pt x="116663" y="37288"/>
                  </a:lnTo>
                  <a:lnTo>
                    <a:pt x="131452" y="39291"/>
                  </a:lnTo>
                  <a:lnTo>
                    <a:pt x="132868" y="38164"/>
                  </a:lnTo>
                  <a:lnTo>
                    <a:pt x="135899" y="42187"/>
                  </a:lnTo>
                  <a:lnTo>
                    <a:pt x="135187" y="48056"/>
                  </a:lnTo>
                  <a:lnTo>
                    <a:pt x="132239" y="52171"/>
                  </a:lnTo>
                  <a:lnTo>
                    <a:pt x="130203" y="52616"/>
                  </a:lnTo>
                  <a:lnTo>
                    <a:pt x="130826" y="55801"/>
                  </a:lnTo>
                  <a:lnTo>
                    <a:pt x="133572" y="56505"/>
                  </a:lnTo>
                  <a:lnTo>
                    <a:pt x="136269" y="58911"/>
                  </a:lnTo>
                  <a:lnTo>
                    <a:pt x="134901" y="62074"/>
                  </a:lnTo>
                  <a:lnTo>
                    <a:pt x="135021" y="64075"/>
                  </a:lnTo>
                  <a:lnTo>
                    <a:pt x="137553" y="65721"/>
                  </a:lnTo>
                  <a:lnTo>
                    <a:pt x="139824" y="65153"/>
                  </a:lnTo>
                  <a:lnTo>
                    <a:pt x="141487" y="65881"/>
                  </a:lnTo>
                  <a:lnTo>
                    <a:pt x="139793" y="82407"/>
                  </a:lnTo>
                  <a:lnTo>
                    <a:pt x="134740" y="96973"/>
                  </a:lnTo>
                  <a:lnTo>
                    <a:pt x="138127" y="101683"/>
                  </a:lnTo>
                  <a:lnTo>
                    <a:pt x="146776" y="111276"/>
                  </a:lnTo>
                  <a:lnTo>
                    <a:pt x="159269" y="116436"/>
                  </a:lnTo>
                  <a:lnTo>
                    <a:pt x="161222" y="136433"/>
                  </a:lnTo>
                  <a:lnTo>
                    <a:pt x="145138" y="150949"/>
                  </a:lnTo>
                  <a:lnTo>
                    <a:pt x="131362" y="163309"/>
                  </a:lnTo>
                  <a:lnTo>
                    <a:pt x="125860" y="157953"/>
                  </a:lnTo>
                  <a:lnTo>
                    <a:pt x="125861" y="147953"/>
                  </a:lnTo>
                  <a:lnTo>
                    <a:pt x="118956" y="149630"/>
                  </a:lnTo>
                  <a:lnTo>
                    <a:pt x="114147" y="147075"/>
                  </a:lnTo>
                  <a:lnTo>
                    <a:pt x="108452" y="146299"/>
                  </a:lnTo>
                  <a:lnTo>
                    <a:pt x="105606" y="146836"/>
                  </a:lnTo>
                  <a:lnTo>
                    <a:pt x="102222" y="148546"/>
                  </a:lnTo>
                  <a:lnTo>
                    <a:pt x="97844" y="148513"/>
                  </a:lnTo>
                  <a:lnTo>
                    <a:pt x="92054" y="146871"/>
                  </a:lnTo>
                  <a:lnTo>
                    <a:pt x="80642" y="146585"/>
                  </a:lnTo>
                  <a:lnTo>
                    <a:pt x="71899" y="149238"/>
                  </a:lnTo>
                  <a:lnTo>
                    <a:pt x="71000" y="146741"/>
                  </a:lnTo>
                  <a:lnTo>
                    <a:pt x="68311" y="143171"/>
                  </a:lnTo>
                  <a:lnTo>
                    <a:pt x="63626" y="143493"/>
                  </a:lnTo>
                  <a:lnTo>
                    <a:pt x="62311" y="136889"/>
                  </a:lnTo>
                  <a:lnTo>
                    <a:pt x="57777" y="138559"/>
                  </a:lnTo>
                  <a:lnTo>
                    <a:pt x="55426" y="134371"/>
                  </a:lnTo>
                  <a:lnTo>
                    <a:pt x="43488" y="127854"/>
                  </a:lnTo>
                  <a:lnTo>
                    <a:pt x="42436" y="125934"/>
                  </a:lnTo>
                  <a:lnTo>
                    <a:pt x="42152" y="111178"/>
                  </a:lnTo>
                  <a:lnTo>
                    <a:pt x="37137" y="109063"/>
                  </a:lnTo>
                  <a:lnTo>
                    <a:pt x="34562" y="109171"/>
                  </a:lnTo>
                  <a:lnTo>
                    <a:pt x="33666" y="107034"/>
                  </a:lnTo>
                  <a:lnTo>
                    <a:pt x="33678" y="104533"/>
                  </a:lnTo>
                  <a:lnTo>
                    <a:pt x="31611" y="100738"/>
                  </a:lnTo>
                  <a:lnTo>
                    <a:pt x="27000" y="98308"/>
                  </a:lnTo>
                  <a:lnTo>
                    <a:pt x="24243" y="93985"/>
                  </a:lnTo>
                  <a:lnTo>
                    <a:pt x="20666" y="91267"/>
                  </a:lnTo>
                  <a:lnTo>
                    <a:pt x="18415" y="87096"/>
                  </a:lnTo>
                  <a:lnTo>
                    <a:pt x="16671" y="85871"/>
                  </a:lnTo>
                  <a:lnTo>
                    <a:pt x="13644" y="87458"/>
                  </a:lnTo>
                  <a:lnTo>
                    <a:pt x="11064" y="84793"/>
                  </a:lnTo>
                  <a:lnTo>
                    <a:pt x="10586" y="80588"/>
                  </a:lnTo>
                  <a:lnTo>
                    <a:pt x="6400" y="79260"/>
                  </a:lnTo>
                  <a:lnTo>
                    <a:pt x="6940" y="77976"/>
                  </a:lnTo>
                  <a:lnTo>
                    <a:pt x="14849" y="78418"/>
                  </a:lnTo>
                  <a:lnTo>
                    <a:pt x="20700" y="76026"/>
                  </a:lnTo>
                  <a:lnTo>
                    <a:pt x="21484" y="73983"/>
                  </a:lnTo>
                  <a:lnTo>
                    <a:pt x="17345" y="42516"/>
                  </a:lnTo>
                  <a:lnTo>
                    <a:pt x="11641" y="23868"/>
                  </a:lnTo>
                  <a:lnTo>
                    <a:pt x="11564" y="19602"/>
                  </a:lnTo>
                  <a:lnTo>
                    <a:pt x="0" y="14732"/>
                  </a:lnTo>
                  <a:lnTo>
                    <a:pt x="28" y="10442"/>
                  </a:lnTo>
                  <a:lnTo>
                    <a:pt x="3283" y="10478"/>
                  </a:lnTo>
                  <a:lnTo>
                    <a:pt x="4824" y="6955"/>
                  </a:lnTo>
                  <a:lnTo>
                    <a:pt x="43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h6079"/>
            <p:cNvSpPr/>
            <p:nvPr/>
          </p:nvSpPr>
          <p:spPr>
            <a:xfrm>
              <a:off x="6398837" y="2628568"/>
              <a:ext cx="30339" cy="22792"/>
            </a:xfrm>
            <a:custGeom>
              <a:avLst/>
              <a:pathLst>
                <a:path w="30339" h="22792">
                  <a:moveTo>
                    <a:pt x="16591" y="0"/>
                  </a:moveTo>
                  <a:lnTo>
                    <a:pt x="17392" y="2984"/>
                  </a:lnTo>
                  <a:lnTo>
                    <a:pt x="19266" y="5595"/>
                  </a:lnTo>
                  <a:lnTo>
                    <a:pt x="25647" y="5512"/>
                  </a:lnTo>
                  <a:lnTo>
                    <a:pt x="28942" y="6357"/>
                  </a:lnTo>
                  <a:lnTo>
                    <a:pt x="27217" y="13960"/>
                  </a:lnTo>
                  <a:lnTo>
                    <a:pt x="30339" y="18394"/>
                  </a:lnTo>
                  <a:lnTo>
                    <a:pt x="30164" y="20374"/>
                  </a:lnTo>
                  <a:lnTo>
                    <a:pt x="29260" y="22164"/>
                  </a:lnTo>
                  <a:lnTo>
                    <a:pt x="26969" y="22792"/>
                  </a:lnTo>
                  <a:lnTo>
                    <a:pt x="20342" y="22673"/>
                  </a:lnTo>
                  <a:lnTo>
                    <a:pt x="20984" y="20692"/>
                  </a:lnTo>
                  <a:lnTo>
                    <a:pt x="17959" y="19513"/>
                  </a:lnTo>
                  <a:lnTo>
                    <a:pt x="6555" y="11750"/>
                  </a:lnTo>
                  <a:lnTo>
                    <a:pt x="2137" y="10686"/>
                  </a:lnTo>
                  <a:lnTo>
                    <a:pt x="0" y="7837"/>
                  </a:lnTo>
                  <a:lnTo>
                    <a:pt x="1745" y="6062"/>
                  </a:lnTo>
                  <a:lnTo>
                    <a:pt x="4898" y="6128"/>
                  </a:lnTo>
                  <a:lnTo>
                    <a:pt x="5073" y="1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h6080"/>
            <p:cNvSpPr/>
            <p:nvPr/>
          </p:nvSpPr>
          <p:spPr>
            <a:xfrm>
              <a:off x="6385916" y="2609474"/>
              <a:ext cx="42147" cy="25451"/>
            </a:xfrm>
            <a:custGeom>
              <a:avLst/>
              <a:pathLst>
                <a:path w="42147" h="25451">
                  <a:moveTo>
                    <a:pt x="5510" y="0"/>
                  </a:moveTo>
                  <a:lnTo>
                    <a:pt x="8631" y="2302"/>
                  </a:lnTo>
                  <a:lnTo>
                    <a:pt x="23453" y="3300"/>
                  </a:lnTo>
                  <a:lnTo>
                    <a:pt x="25435" y="3946"/>
                  </a:lnTo>
                  <a:lnTo>
                    <a:pt x="33572" y="8009"/>
                  </a:lnTo>
                  <a:lnTo>
                    <a:pt x="35402" y="9980"/>
                  </a:lnTo>
                  <a:lnTo>
                    <a:pt x="40912" y="9599"/>
                  </a:lnTo>
                  <a:lnTo>
                    <a:pt x="40296" y="13746"/>
                  </a:lnTo>
                  <a:lnTo>
                    <a:pt x="37559" y="18355"/>
                  </a:lnTo>
                  <a:lnTo>
                    <a:pt x="38017" y="22506"/>
                  </a:lnTo>
                  <a:lnTo>
                    <a:pt x="38658" y="23210"/>
                  </a:lnTo>
                  <a:lnTo>
                    <a:pt x="40329" y="23009"/>
                  </a:lnTo>
                  <a:lnTo>
                    <a:pt x="42147" y="24011"/>
                  </a:lnTo>
                  <a:lnTo>
                    <a:pt x="41863" y="25451"/>
                  </a:lnTo>
                  <a:lnTo>
                    <a:pt x="38568" y="24606"/>
                  </a:lnTo>
                  <a:lnTo>
                    <a:pt x="32188" y="24689"/>
                  </a:lnTo>
                  <a:lnTo>
                    <a:pt x="30313" y="22078"/>
                  </a:lnTo>
                  <a:lnTo>
                    <a:pt x="29512" y="19094"/>
                  </a:lnTo>
                  <a:lnTo>
                    <a:pt x="17994" y="19112"/>
                  </a:lnTo>
                  <a:lnTo>
                    <a:pt x="17655" y="16504"/>
                  </a:lnTo>
                  <a:lnTo>
                    <a:pt x="13806" y="9664"/>
                  </a:lnTo>
                  <a:lnTo>
                    <a:pt x="9563" y="8818"/>
                  </a:lnTo>
                  <a:lnTo>
                    <a:pt x="6137" y="11278"/>
                  </a:lnTo>
                  <a:lnTo>
                    <a:pt x="4198" y="11087"/>
                  </a:lnTo>
                  <a:lnTo>
                    <a:pt x="977" y="10674"/>
                  </a:lnTo>
                  <a:lnTo>
                    <a:pt x="1358" y="3926"/>
                  </a:lnTo>
                  <a:lnTo>
                    <a:pt x="0" y="3765"/>
                  </a:lnTo>
                  <a:lnTo>
                    <a:pt x="3240" y="18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h6081"/>
            <p:cNvSpPr/>
            <p:nvPr/>
          </p:nvSpPr>
          <p:spPr>
            <a:xfrm>
              <a:off x="6215558" y="2703096"/>
              <a:ext cx="23959" cy="22862"/>
            </a:xfrm>
            <a:custGeom>
              <a:avLst/>
              <a:pathLst>
                <a:path w="23959" h="22862">
                  <a:moveTo>
                    <a:pt x="12850" y="0"/>
                  </a:moveTo>
                  <a:lnTo>
                    <a:pt x="15372" y="989"/>
                  </a:lnTo>
                  <a:lnTo>
                    <a:pt x="21322" y="3562"/>
                  </a:lnTo>
                  <a:lnTo>
                    <a:pt x="22883" y="9065"/>
                  </a:lnTo>
                  <a:lnTo>
                    <a:pt x="23959" y="14956"/>
                  </a:lnTo>
                  <a:lnTo>
                    <a:pt x="20895" y="21707"/>
                  </a:lnTo>
                  <a:lnTo>
                    <a:pt x="19588" y="22468"/>
                  </a:lnTo>
                  <a:lnTo>
                    <a:pt x="17518" y="19567"/>
                  </a:lnTo>
                  <a:lnTo>
                    <a:pt x="16747" y="16846"/>
                  </a:lnTo>
                  <a:lnTo>
                    <a:pt x="12829" y="17713"/>
                  </a:lnTo>
                  <a:lnTo>
                    <a:pt x="11601" y="22862"/>
                  </a:lnTo>
                  <a:lnTo>
                    <a:pt x="10569" y="22822"/>
                  </a:lnTo>
                  <a:lnTo>
                    <a:pt x="7412" y="19707"/>
                  </a:lnTo>
                  <a:lnTo>
                    <a:pt x="7188" y="17804"/>
                  </a:lnTo>
                  <a:lnTo>
                    <a:pt x="725" y="14270"/>
                  </a:lnTo>
                  <a:lnTo>
                    <a:pt x="0" y="10545"/>
                  </a:lnTo>
                  <a:lnTo>
                    <a:pt x="696" y="3220"/>
                  </a:lnTo>
                  <a:lnTo>
                    <a:pt x="3637" y="2266"/>
                  </a:lnTo>
                  <a:lnTo>
                    <a:pt x="8466" y="3259"/>
                  </a:lnTo>
                  <a:lnTo>
                    <a:pt x="10919" y="3005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h6082"/>
            <p:cNvSpPr/>
            <p:nvPr/>
          </p:nvSpPr>
          <p:spPr>
            <a:xfrm>
              <a:off x="6211944" y="2373537"/>
              <a:ext cx="54303" cy="46342"/>
            </a:xfrm>
            <a:custGeom>
              <a:avLst/>
              <a:pathLst>
                <a:path w="54303" h="46342">
                  <a:moveTo>
                    <a:pt x="40609" y="13848"/>
                  </a:moveTo>
                  <a:lnTo>
                    <a:pt x="54303" y="35000"/>
                  </a:lnTo>
                  <a:lnTo>
                    <a:pt x="49843" y="45428"/>
                  </a:lnTo>
                  <a:lnTo>
                    <a:pt x="48839" y="44515"/>
                  </a:lnTo>
                  <a:lnTo>
                    <a:pt x="45653" y="41624"/>
                  </a:lnTo>
                  <a:lnTo>
                    <a:pt x="41423" y="46083"/>
                  </a:lnTo>
                  <a:lnTo>
                    <a:pt x="37516" y="46342"/>
                  </a:lnTo>
                  <a:lnTo>
                    <a:pt x="37084" y="43928"/>
                  </a:lnTo>
                  <a:lnTo>
                    <a:pt x="34665" y="42434"/>
                  </a:lnTo>
                  <a:lnTo>
                    <a:pt x="30813" y="43167"/>
                  </a:lnTo>
                  <a:lnTo>
                    <a:pt x="24045" y="40743"/>
                  </a:lnTo>
                  <a:lnTo>
                    <a:pt x="20318" y="41474"/>
                  </a:lnTo>
                  <a:lnTo>
                    <a:pt x="20730" y="44023"/>
                  </a:lnTo>
                  <a:lnTo>
                    <a:pt x="10849" y="43659"/>
                  </a:lnTo>
                  <a:lnTo>
                    <a:pt x="5992" y="41100"/>
                  </a:lnTo>
                  <a:lnTo>
                    <a:pt x="1086" y="36539"/>
                  </a:lnTo>
                  <a:lnTo>
                    <a:pt x="0" y="33629"/>
                  </a:lnTo>
                  <a:lnTo>
                    <a:pt x="1381" y="31656"/>
                  </a:lnTo>
                  <a:lnTo>
                    <a:pt x="6940" y="26809"/>
                  </a:lnTo>
                  <a:lnTo>
                    <a:pt x="10771" y="24591"/>
                  </a:lnTo>
                  <a:lnTo>
                    <a:pt x="13379" y="29262"/>
                  </a:lnTo>
                  <a:lnTo>
                    <a:pt x="14912" y="28426"/>
                  </a:lnTo>
                  <a:lnTo>
                    <a:pt x="19623" y="21227"/>
                  </a:lnTo>
                  <a:lnTo>
                    <a:pt x="21220" y="17423"/>
                  </a:lnTo>
                  <a:lnTo>
                    <a:pt x="22069" y="13845"/>
                  </a:lnTo>
                  <a:lnTo>
                    <a:pt x="21515" y="11890"/>
                  </a:lnTo>
                  <a:lnTo>
                    <a:pt x="20986" y="8411"/>
                  </a:lnTo>
                  <a:lnTo>
                    <a:pt x="27700" y="8294"/>
                  </a:lnTo>
                  <a:lnTo>
                    <a:pt x="32541" y="4479"/>
                  </a:lnTo>
                  <a:lnTo>
                    <a:pt x="3580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h6083"/>
            <p:cNvSpPr/>
            <p:nvPr/>
          </p:nvSpPr>
          <p:spPr>
            <a:xfrm>
              <a:off x="6394246" y="2576109"/>
              <a:ext cx="31776" cy="27704"/>
            </a:xfrm>
            <a:custGeom>
              <a:avLst/>
              <a:pathLst>
                <a:path w="31776" h="27704">
                  <a:moveTo>
                    <a:pt x="15312" y="1061"/>
                  </a:moveTo>
                  <a:lnTo>
                    <a:pt x="15550" y="1250"/>
                  </a:lnTo>
                  <a:lnTo>
                    <a:pt x="16246" y="1807"/>
                  </a:lnTo>
                  <a:lnTo>
                    <a:pt x="25786" y="575"/>
                  </a:lnTo>
                  <a:lnTo>
                    <a:pt x="23625" y="11627"/>
                  </a:lnTo>
                  <a:lnTo>
                    <a:pt x="29486" y="13021"/>
                  </a:lnTo>
                  <a:lnTo>
                    <a:pt x="27588" y="19158"/>
                  </a:lnTo>
                  <a:lnTo>
                    <a:pt x="31776" y="22616"/>
                  </a:lnTo>
                  <a:lnTo>
                    <a:pt x="29786" y="22110"/>
                  </a:lnTo>
                  <a:lnTo>
                    <a:pt x="26720" y="18912"/>
                  </a:lnTo>
                  <a:lnTo>
                    <a:pt x="24215" y="22268"/>
                  </a:lnTo>
                  <a:lnTo>
                    <a:pt x="22270" y="23740"/>
                  </a:lnTo>
                  <a:lnTo>
                    <a:pt x="20078" y="22856"/>
                  </a:lnTo>
                  <a:lnTo>
                    <a:pt x="11573" y="22086"/>
                  </a:lnTo>
                  <a:lnTo>
                    <a:pt x="8757" y="23800"/>
                  </a:lnTo>
                  <a:lnTo>
                    <a:pt x="7193" y="26508"/>
                  </a:lnTo>
                  <a:lnTo>
                    <a:pt x="4618" y="27704"/>
                  </a:lnTo>
                  <a:lnTo>
                    <a:pt x="3930" y="24740"/>
                  </a:lnTo>
                  <a:lnTo>
                    <a:pt x="1296" y="20985"/>
                  </a:lnTo>
                  <a:lnTo>
                    <a:pt x="2657" y="19611"/>
                  </a:lnTo>
                  <a:lnTo>
                    <a:pt x="4719" y="18982"/>
                  </a:lnTo>
                  <a:lnTo>
                    <a:pt x="5088" y="15315"/>
                  </a:lnTo>
                  <a:lnTo>
                    <a:pt x="3496" y="13936"/>
                  </a:lnTo>
                  <a:lnTo>
                    <a:pt x="0" y="12558"/>
                  </a:lnTo>
                  <a:lnTo>
                    <a:pt x="5837" y="5618"/>
                  </a:lnTo>
                  <a:lnTo>
                    <a:pt x="953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h6084"/>
            <p:cNvSpPr/>
            <p:nvPr/>
          </p:nvSpPr>
          <p:spPr>
            <a:xfrm>
              <a:off x="6263137" y="2718933"/>
              <a:ext cx="32661" cy="19010"/>
            </a:xfrm>
            <a:custGeom>
              <a:avLst/>
              <a:pathLst>
                <a:path w="32661" h="19010">
                  <a:moveTo>
                    <a:pt x="13275" y="761"/>
                  </a:moveTo>
                  <a:lnTo>
                    <a:pt x="20061" y="3499"/>
                  </a:lnTo>
                  <a:lnTo>
                    <a:pt x="25013" y="3569"/>
                  </a:lnTo>
                  <a:lnTo>
                    <a:pt x="29319" y="5786"/>
                  </a:lnTo>
                  <a:lnTo>
                    <a:pt x="30246" y="7252"/>
                  </a:lnTo>
                  <a:lnTo>
                    <a:pt x="29848" y="9825"/>
                  </a:lnTo>
                  <a:lnTo>
                    <a:pt x="31488" y="11266"/>
                  </a:lnTo>
                  <a:lnTo>
                    <a:pt x="32661" y="11764"/>
                  </a:lnTo>
                  <a:lnTo>
                    <a:pt x="27117" y="14562"/>
                  </a:lnTo>
                  <a:lnTo>
                    <a:pt x="25534" y="17401"/>
                  </a:lnTo>
                  <a:lnTo>
                    <a:pt x="25549" y="19010"/>
                  </a:lnTo>
                  <a:lnTo>
                    <a:pt x="17970" y="17935"/>
                  </a:lnTo>
                  <a:lnTo>
                    <a:pt x="16738" y="16984"/>
                  </a:lnTo>
                  <a:lnTo>
                    <a:pt x="5586" y="13747"/>
                  </a:lnTo>
                  <a:lnTo>
                    <a:pt x="4116" y="14056"/>
                  </a:lnTo>
                  <a:lnTo>
                    <a:pt x="2912" y="15258"/>
                  </a:lnTo>
                  <a:lnTo>
                    <a:pt x="469" y="13504"/>
                  </a:lnTo>
                  <a:lnTo>
                    <a:pt x="0" y="12444"/>
                  </a:lnTo>
                  <a:lnTo>
                    <a:pt x="484" y="6913"/>
                  </a:lnTo>
                  <a:lnTo>
                    <a:pt x="4596" y="4331"/>
                  </a:lnTo>
                  <a:lnTo>
                    <a:pt x="4721" y="3249"/>
                  </a:lnTo>
                  <a:lnTo>
                    <a:pt x="3518" y="2782"/>
                  </a:lnTo>
                  <a:lnTo>
                    <a:pt x="4920" y="0"/>
                  </a:lnTo>
                  <a:lnTo>
                    <a:pt x="5191" y="767"/>
                  </a:lnTo>
                  <a:lnTo>
                    <a:pt x="7851" y="20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h6085"/>
            <p:cNvSpPr/>
            <p:nvPr/>
          </p:nvSpPr>
          <p:spPr>
            <a:xfrm>
              <a:off x="6252380" y="2408538"/>
              <a:ext cx="76796" cy="60472"/>
            </a:xfrm>
            <a:custGeom>
              <a:avLst/>
              <a:pathLst>
                <a:path w="76796" h="60472">
                  <a:moveTo>
                    <a:pt x="14100" y="211"/>
                  </a:moveTo>
                  <a:lnTo>
                    <a:pt x="25142" y="17630"/>
                  </a:lnTo>
                  <a:lnTo>
                    <a:pt x="26794" y="19011"/>
                  </a:lnTo>
                  <a:lnTo>
                    <a:pt x="31450" y="20759"/>
                  </a:lnTo>
                  <a:lnTo>
                    <a:pt x="38298" y="19460"/>
                  </a:lnTo>
                  <a:lnTo>
                    <a:pt x="40268" y="22013"/>
                  </a:lnTo>
                  <a:lnTo>
                    <a:pt x="43191" y="24113"/>
                  </a:lnTo>
                  <a:lnTo>
                    <a:pt x="44244" y="23877"/>
                  </a:lnTo>
                  <a:lnTo>
                    <a:pt x="45209" y="21596"/>
                  </a:lnTo>
                  <a:lnTo>
                    <a:pt x="62758" y="22043"/>
                  </a:lnTo>
                  <a:lnTo>
                    <a:pt x="65672" y="22654"/>
                  </a:lnTo>
                  <a:lnTo>
                    <a:pt x="68749" y="23820"/>
                  </a:lnTo>
                  <a:lnTo>
                    <a:pt x="70954" y="25583"/>
                  </a:lnTo>
                  <a:lnTo>
                    <a:pt x="71582" y="32185"/>
                  </a:lnTo>
                  <a:lnTo>
                    <a:pt x="72144" y="37812"/>
                  </a:lnTo>
                  <a:lnTo>
                    <a:pt x="75274" y="39814"/>
                  </a:lnTo>
                  <a:lnTo>
                    <a:pt x="76796" y="44674"/>
                  </a:lnTo>
                  <a:lnTo>
                    <a:pt x="76326" y="46498"/>
                  </a:lnTo>
                  <a:lnTo>
                    <a:pt x="74654" y="47074"/>
                  </a:lnTo>
                  <a:lnTo>
                    <a:pt x="66004" y="45844"/>
                  </a:lnTo>
                  <a:lnTo>
                    <a:pt x="62620" y="49849"/>
                  </a:lnTo>
                  <a:lnTo>
                    <a:pt x="58966" y="58665"/>
                  </a:lnTo>
                  <a:lnTo>
                    <a:pt x="55344" y="60472"/>
                  </a:lnTo>
                  <a:lnTo>
                    <a:pt x="53172" y="60081"/>
                  </a:lnTo>
                  <a:lnTo>
                    <a:pt x="49275" y="56591"/>
                  </a:lnTo>
                  <a:lnTo>
                    <a:pt x="46357" y="56194"/>
                  </a:lnTo>
                  <a:lnTo>
                    <a:pt x="40188" y="56653"/>
                  </a:lnTo>
                  <a:lnTo>
                    <a:pt x="38928" y="53938"/>
                  </a:lnTo>
                  <a:lnTo>
                    <a:pt x="35121" y="52169"/>
                  </a:lnTo>
                  <a:lnTo>
                    <a:pt x="30582" y="52208"/>
                  </a:lnTo>
                  <a:lnTo>
                    <a:pt x="29257" y="51512"/>
                  </a:lnTo>
                  <a:lnTo>
                    <a:pt x="31116" y="44636"/>
                  </a:lnTo>
                  <a:lnTo>
                    <a:pt x="23328" y="44057"/>
                  </a:lnTo>
                  <a:lnTo>
                    <a:pt x="21551" y="46269"/>
                  </a:lnTo>
                  <a:lnTo>
                    <a:pt x="18370" y="45558"/>
                  </a:lnTo>
                  <a:lnTo>
                    <a:pt x="17967" y="33764"/>
                  </a:lnTo>
                  <a:lnTo>
                    <a:pt x="9961" y="35127"/>
                  </a:lnTo>
                  <a:lnTo>
                    <a:pt x="2650" y="37869"/>
                  </a:lnTo>
                  <a:lnTo>
                    <a:pt x="3400" y="35036"/>
                  </a:lnTo>
                  <a:lnTo>
                    <a:pt x="2843" y="31575"/>
                  </a:lnTo>
                  <a:lnTo>
                    <a:pt x="0" y="27042"/>
                  </a:lnTo>
                  <a:lnTo>
                    <a:pt x="4172" y="22765"/>
                  </a:lnTo>
                  <a:lnTo>
                    <a:pt x="5739" y="17016"/>
                  </a:lnTo>
                  <a:lnTo>
                    <a:pt x="9951" y="16306"/>
                  </a:lnTo>
                  <a:lnTo>
                    <a:pt x="9563" y="13946"/>
                  </a:lnTo>
                  <a:lnTo>
                    <a:pt x="6399" y="12729"/>
                  </a:lnTo>
                  <a:lnTo>
                    <a:pt x="8403" y="9514"/>
                  </a:lnTo>
                  <a:lnTo>
                    <a:pt x="9407" y="10427"/>
                  </a:lnTo>
                  <a:lnTo>
                    <a:pt x="1386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h6086"/>
            <p:cNvSpPr/>
            <p:nvPr/>
          </p:nvSpPr>
          <p:spPr>
            <a:xfrm>
              <a:off x="6275883" y="2574202"/>
              <a:ext cx="61472" cy="80670"/>
            </a:xfrm>
            <a:custGeom>
              <a:avLst/>
              <a:pathLst>
                <a:path w="61472" h="80670">
                  <a:moveTo>
                    <a:pt x="43652" y="1049"/>
                  </a:moveTo>
                  <a:lnTo>
                    <a:pt x="44867" y="253"/>
                  </a:lnTo>
                  <a:lnTo>
                    <a:pt x="46937" y="1401"/>
                  </a:lnTo>
                  <a:lnTo>
                    <a:pt x="51343" y="6315"/>
                  </a:lnTo>
                  <a:lnTo>
                    <a:pt x="49762" y="6458"/>
                  </a:lnTo>
                  <a:lnTo>
                    <a:pt x="48447" y="7545"/>
                  </a:lnTo>
                  <a:lnTo>
                    <a:pt x="46033" y="14939"/>
                  </a:lnTo>
                  <a:lnTo>
                    <a:pt x="49106" y="17457"/>
                  </a:lnTo>
                  <a:lnTo>
                    <a:pt x="54182" y="19590"/>
                  </a:lnTo>
                  <a:lnTo>
                    <a:pt x="54546" y="22338"/>
                  </a:lnTo>
                  <a:lnTo>
                    <a:pt x="53542" y="24821"/>
                  </a:lnTo>
                  <a:lnTo>
                    <a:pt x="52125" y="25668"/>
                  </a:lnTo>
                  <a:lnTo>
                    <a:pt x="50646" y="29477"/>
                  </a:lnTo>
                  <a:lnTo>
                    <a:pt x="55552" y="34045"/>
                  </a:lnTo>
                  <a:lnTo>
                    <a:pt x="56809" y="38572"/>
                  </a:lnTo>
                  <a:lnTo>
                    <a:pt x="60752" y="40892"/>
                  </a:lnTo>
                  <a:lnTo>
                    <a:pt x="61472" y="42978"/>
                  </a:lnTo>
                  <a:lnTo>
                    <a:pt x="60249" y="45680"/>
                  </a:lnTo>
                  <a:lnTo>
                    <a:pt x="53978" y="45608"/>
                  </a:lnTo>
                  <a:lnTo>
                    <a:pt x="53811" y="51096"/>
                  </a:lnTo>
                  <a:lnTo>
                    <a:pt x="57200" y="53450"/>
                  </a:lnTo>
                  <a:lnTo>
                    <a:pt x="55821" y="57355"/>
                  </a:lnTo>
                  <a:lnTo>
                    <a:pt x="54770" y="57616"/>
                  </a:lnTo>
                  <a:lnTo>
                    <a:pt x="53121" y="59431"/>
                  </a:lnTo>
                  <a:lnTo>
                    <a:pt x="51133" y="67844"/>
                  </a:lnTo>
                  <a:lnTo>
                    <a:pt x="44209" y="71502"/>
                  </a:lnTo>
                  <a:lnTo>
                    <a:pt x="42646" y="75442"/>
                  </a:lnTo>
                  <a:lnTo>
                    <a:pt x="38655" y="80670"/>
                  </a:lnTo>
                  <a:lnTo>
                    <a:pt x="34096" y="79936"/>
                  </a:lnTo>
                  <a:lnTo>
                    <a:pt x="26420" y="76051"/>
                  </a:lnTo>
                  <a:lnTo>
                    <a:pt x="25523" y="73250"/>
                  </a:lnTo>
                  <a:lnTo>
                    <a:pt x="26593" y="71113"/>
                  </a:lnTo>
                  <a:lnTo>
                    <a:pt x="26000" y="69842"/>
                  </a:lnTo>
                  <a:lnTo>
                    <a:pt x="21550" y="64641"/>
                  </a:lnTo>
                  <a:lnTo>
                    <a:pt x="18687" y="63505"/>
                  </a:lnTo>
                  <a:lnTo>
                    <a:pt x="16445" y="63876"/>
                  </a:lnTo>
                  <a:lnTo>
                    <a:pt x="12207" y="66845"/>
                  </a:lnTo>
                  <a:lnTo>
                    <a:pt x="11019" y="73441"/>
                  </a:lnTo>
                  <a:lnTo>
                    <a:pt x="11544" y="75099"/>
                  </a:lnTo>
                  <a:lnTo>
                    <a:pt x="5361" y="74419"/>
                  </a:lnTo>
                  <a:lnTo>
                    <a:pt x="5183" y="72469"/>
                  </a:lnTo>
                  <a:lnTo>
                    <a:pt x="0" y="71329"/>
                  </a:lnTo>
                  <a:lnTo>
                    <a:pt x="233" y="69550"/>
                  </a:lnTo>
                  <a:lnTo>
                    <a:pt x="3150" y="67622"/>
                  </a:lnTo>
                  <a:lnTo>
                    <a:pt x="5906" y="67909"/>
                  </a:lnTo>
                  <a:lnTo>
                    <a:pt x="8661" y="64871"/>
                  </a:lnTo>
                  <a:lnTo>
                    <a:pt x="8480" y="63737"/>
                  </a:lnTo>
                  <a:lnTo>
                    <a:pt x="7163" y="62960"/>
                  </a:lnTo>
                  <a:lnTo>
                    <a:pt x="5159" y="62845"/>
                  </a:lnTo>
                  <a:lnTo>
                    <a:pt x="5505" y="57258"/>
                  </a:lnTo>
                  <a:lnTo>
                    <a:pt x="10648" y="54222"/>
                  </a:lnTo>
                  <a:lnTo>
                    <a:pt x="10911" y="51770"/>
                  </a:lnTo>
                  <a:lnTo>
                    <a:pt x="13191" y="50044"/>
                  </a:lnTo>
                  <a:lnTo>
                    <a:pt x="14673" y="47610"/>
                  </a:lnTo>
                  <a:lnTo>
                    <a:pt x="13715" y="47133"/>
                  </a:lnTo>
                  <a:lnTo>
                    <a:pt x="11053" y="42689"/>
                  </a:lnTo>
                  <a:lnTo>
                    <a:pt x="9059" y="36216"/>
                  </a:lnTo>
                  <a:lnTo>
                    <a:pt x="9724" y="35040"/>
                  </a:lnTo>
                  <a:lnTo>
                    <a:pt x="12165" y="34880"/>
                  </a:lnTo>
                  <a:lnTo>
                    <a:pt x="14789" y="31542"/>
                  </a:lnTo>
                  <a:lnTo>
                    <a:pt x="15811" y="25994"/>
                  </a:lnTo>
                  <a:lnTo>
                    <a:pt x="20463" y="26806"/>
                  </a:lnTo>
                  <a:lnTo>
                    <a:pt x="22843" y="25719"/>
                  </a:lnTo>
                  <a:lnTo>
                    <a:pt x="23347" y="22077"/>
                  </a:lnTo>
                  <a:lnTo>
                    <a:pt x="22403" y="21142"/>
                  </a:lnTo>
                  <a:lnTo>
                    <a:pt x="24024" y="19716"/>
                  </a:lnTo>
                  <a:lnTo>
                    <a:pt x="25327" y="15855"/>
                  </a:lnTo>
                  <a:lnTo>
                    <a:pt x="27239" y="14012"/>
                  </a:lnTo>
                  <a:lnTo>
                    <a:pt x="36348" y="14876"/>
                  </a:lnTo>
                  <a:lnTo>
                    <a:pt x="37355" y="12947"/>
                  </a:lnTo>
                  <a:lnTo>
                    <a:pt x="41957" y="7956"/>
                  </a:lnTo>
                  <a:lnTo>
                    <a:pt x="4110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h6087"/>
            <p:cNvSpPr/>
            <p:nvPr/>
          </p:nvSpPr>
          <p:spPr>
            <a:xfrm>
              <a:off x="6216563" y="2575147"/>
              <a:ext cx="50269" cy="66988"/>
            </a:xfrm>
            <a:custGeom>
              <a:avLst/>
              <a:pathLst>
                <a:path w="50269" h="66988">
                  <a:moveTo>
                    <a:pt x="43662" y="2880"/>
                  </a:moveTo>
                  <a:lnTo>
                    <a:pt x="43542" y="4695"/>
                  </a:lnTo>
                  <a:lnTo>
                    <a:pt x="50269" y="7912"/>
                  </a:lnTo>
                  <a:lnTo>
                    <a:pt x="50065" y="11328"/>
                  </a:lnTo>
                  <a:lnTo>
                    <a:pt x="43873" y="23232"/>
                  </a:lnTo>
                  <a:lnTo>
                    <a:pt x="43986" y="28895"/>
                  </a:lnTo>
                  <a:lnTo>
                    <a:pt x="42975" y="32465"/>
                  </a:lnTo>
                  <a:lnTo>
                    <a:pt x="41903" y="30760"/>
                  </a:lnTo>
                  <a:lnTo>
                    <a:pt x="36390" y="34884"/>
                  </a:lnTo>
                  <a:lnTo>
                    <a:pt x="36151" y="37081"/>
                  </a:lnTo>
                  <a:lnTo>
                    <a:pt x="37937" y="42279"/>
                  </a:lnTo>
                  <a:lnTo>
                    <a:pt x="42716" y="42463"/>
                  </a:lnTo>
                  <a:lnTo>
                    <a:pt x="43713" y="43417"/>
                  </a:lnTo>
                  <a:lnTo>
                    <a:pt x="42583" y="45383"/>
                  </a:lnTo>
                  <a:lnTo>
                    <a:pt x="42683" y="48097"/>
                  </a:lnTo>
                  <a:lnTo>
                    <a:pt x="43519" y="49268"/>
                  </a:lnTo>
                  <a:lnTo>
                    <a:pt x="42077" y="51139"/>
                  </a:lnTo>
                  <a:lnTo>
                    <a:pt x="39239" y="49698"/>
                  </a:lnTo>
                  <a:lnTo>
                    <a:pt x="36562" y="50386"/>
                  </a:lnTo>
                  <a:lnTo>
                    <a:pt x="31318" y="53164"/>
                  </a:lnTo>
                  <a:lnTo>
                    <a:pt x="29462" y="57771"/>
                  </a:lnTo>
                  <a:lnTo>
                    <a:pt x="29238" y="62170"/>
                  </a:lnTo>
                  <a:lnTo>
                    <a:pt x="27909" y="64670"/>
                  </a:lnTo>
                  <a:lnTo>
                    <a:pt x="26704" y="65124"/>
                  </a:lnTo>
                  <a:lnTo>
                    <a:pt x="22796" y="65461"/>
                  </a:lnTo>
                  <a:lnTo>
                    <a:pt x="19522" y="63299"/>
                  </a:lnTo>
                  <a:lnTo>
                    <a:pt x="16894" y="64182"/>
                  </a:lnTo>
                  <a:lnTo>
                    <a:pt x="15391" y="62449"/>
                  </a:lnTo>
                  <a:lnTo>
                    <a:pt x="13736" y="62408"/>
                  </a:lnTo>
                  <a:lnTo>
                    <a:pt x="12275" y="63493"/>
                  </a:lnTo>
                  <a:lnTo>
                    <a:pt x="11664" y="65559"/>
                  </a:lnTo>
                  <a:lnTo>
                    <a:pt x="8810" y="66988"/>
                  </a:lnTo>
                  <a:lnTo>
                    <a:pt x="743" y="65457"/>
                  </a:lnTo>
                  <a:lnTo>
                    <a:pt x="0" y="63180"/>
                  </a:lnTo>
                  <a:lnTo>
                    <a:pt x="3353" y="58621"/>
                  </a:lnTo>
                  <a:lnTo>
                    <a:pt x="6784" y="50104"/>
                  </a:lnTo>
                  <a:lnTo>
                    <a:pt x="9934" y="46449"/>
                  </a:lnTo>
                  <a:lnTo>
                    <a:pt x="6098" y="43401"/>
                  </a:lnTo>
                  <a:lnTo>
                    <a:pt x="5355" y="41045"/>
                  </a:lnTo>
                  <a:lnTo>
                    <a:pt x="5681" y="37970"/>
                  </a:lnTo>
                  <a:lnTo>
                    <a:pt x="10050" y="35638"/>
                  </a:lnTo>
                  <a:lnTo>
                    <a:pt x="14336" y="26861"/>
                  </a:lnTo>
                  <a:lnTo>
                    <a:pt x="10384" y="12933"/>
                  </a:lnTo>
                  <a:lnTo>
                    <a:pt x="9498" y="12020"/>
                  </a:lnTo>
                  <a:lnTo>
                    <a:pt x="15876" y="11240"/>
                  </a:lnTo>
                  <a:lnTo>
                    <a:pt x="18901" y="12583"/>
                  </a:lnTo>
                  <a:lnTo>
                    <a:pt x="22110" y="13039"/>
                  </a:lnTo>
                  <a:lnTo>
                    <a:pt x="25187" y="11300"/>
                  </a:lnTo>
                  <a:lnTo>
                    <a:pt x="25814" y="6702"/>
                  </a:lnTo>
                  <a:lnTo>
                    <a:pt x="28052" y="3936"/>
                  </a:lnTo>
                  <a:lnTo>
                    <a:pt x="3365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h6088"/>
            <p:cNvSpPr/>
            <p:nvPr/>
          </p:nvSpPr>
          <p:spPr>
            <a:xfrm>
              <a:off x="6164626" y="2496134"/>
              <a:ext cx="57718" cy="41243"/>
            </a:xfrm>
            <a:custGeom>
              <a:avLst/>
              <a:pathLst>
                <a:path w="57718" h="41243">
                  <a:moveTo>
                    <a:pt x="41577" y="0"/>
                  </a:moveTo>
                  <a:lnTo>
                    <a:pt x="40993" y="1850"/>
                  </a:lnTo>
                  <a:lnTo>
                    <a:pt x="42027" y="4890"/>
                  </a:lnTo>
                  <a:lnTo>
                    <a:pt x="43644" y="5076"/>
                  </a:lnTo>
                  <a:lnTo>
                    <a:pt x="43981" y="3316"/>
                  </a:lnTo>
                  <a:lnTo>
                    <a:pt x="46665" y="2427"/>
                  </a:lnTo>
                  <a:lnTo>
                    <a:pt x="49611" y="3040"/>
                  </a:lnTo>
                  <a:lnTo>
                    <a:pt x="49182" y="6401"/>
                  </a:lnTo>
                  <a:lnTo>
                    <a:pt x="51275" y="8727"/>
                  </a:lnTo>
                  <a:lnTo>
                    <a:pt x="57718" y="10958"/>
                  </a:lnTo>
                  <a:lnTo>
                    <a:pt x="56979" y="15913"/>
                  </a:lnTo>
                  <a:lnTo>
                    <a:pt x="53822" y="15217"/>
                  </a:lnTo>
                  <a:lnTo>
                    <a:pt x="52112" y="15989"/>
                  </a:lnTo>
                  <a:lnTo>
                    <a:pt x="47908" y="19796"/>
                  </a:lnTo>
                  <a:lnTo>
                    <a:pt x="46176" y="19165"/>
                  </a:lnTo>
                  <a:lnTo>
                    <a:pt x="44723" y="19591"/>
                  </a:lnTo>
                  <a:lnTo>
                    <a:pt x="43086" y="22596"/>
                  </a:lnTo>
                  <a:lnTo>
                    <a:pt x="43391" y="24797"/>
                  </a:lnTo>
                  <a:lnTo>
                    <a:pt x="42832" y="25679"/>
                  </a:lnTo>
                  <a:lnTo>
                    <a:pt x="36018" y="27926"/>
                  </a:lnTo>
                  <a:lnTo>
                    <a:pt x="32593" y="31039"/>
                  </a:lnTo>
                  <a:lnTo>
                    <a:pt x="30669" y="34208"/>
                  </a:lnTo>
                  <a:lnTo>
                    <a:pt x="28609" y="34388"/>
                  </a:lnTo>
                  <a:lnTo>
                    <a:pt x="28319" y="33675"/>
                  </a:lnTo>
                  <a:lnTo>
                    <a:pt x="29423" y="32856"/>
                  </a:lnTo>
                  <a:lnTo>
                    <a:pt x="29420" y="30604"/>
                  </a:lnTo>
                  <a:lnTo>
                    <a:pt x="23365" y="30333"/>
                  </a:lnTo>
                  <a:lnTo>
                    <a:pt x="19128" y="30533"/>
                  </a:lnTo>
                  <a:lnTo>
                    <a:pt x="15366" y="31926"/>
                  </a:lnTo>
                  <a:lnTo>
                    <a:pt x="12896" y="33967"/>
                  </a:lnTo>
                  <a:lnTo>
                    <a:pt x="6096" y="34292"/>
                  </a:lnTo>
                  <a:lnTo>
                    <a:pt x="5246" y="34730"/>
                  </a:lnTo>
                  <a:lnTo>
                    <a:pt x="6175" y="38955"/>
                  </a:lnTo>
                  <a:lnTo>
                    <a:pt x="4762" y="40483"/>
                  </a:lnTo>
                  <a:lnTo>
                    <a:pt x="2147" y="41243"/>
                  </a:lnTo>
                  <a:lnTo>
                    <a:pt x="1176" y="40853"/>
                  </a:lnTo>
                  <a:lnTo>
                    <a:pt x="0" y="39944"/>
                  </a:lnTo>
                  <a:lnTo>
                    <a:pt x="425" y="22598"/>
                  </a:lnTo>
                  <a:lnTo>
                    <a:pt x="5259" y="16273"/>
                  </a:lnTo>
                  <a:lnTo>
                    <a:pt x="7103" y="254"/>
                  </a:lnTo>
                  <a:lnTo>
                    <a:pt x="11550" y="1145"/>
                  </a:lnTo>
                  <a:lnTo>
                    <a:pt x="20724" y="778"/>
                  </a:lnTo>
                  <a:lnTo>
                    <a:pt x="22575" y="1748"/>
                  </a:lnTo>
                  <a:lnTo>
                    <a:pt x="23300" y="3530"/>
                  </a:lnTo>
                  <a:lnTo>
                    <a:pt x="25334" y="5297"/>
                  </a:lnTo>
                  <a:lnTo>
                    <a:pt x="30458" y="5341"/>
                  </a:lnTo>
                  <a:lnTo>
                    <a:pt x="33728" y="126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h6089"/>
            <p:cNvSpPr/>
            <p:nvPr/>
          </p:nvSpPr>
          <p:spPr>
            <a:xfrm>
              <a:off x="6344161" y="2584949"/>
              <a:ext cx="29935" cy="29671"/>
            </a:xfrm>
            <a:custGeom>
              <a:avLst/>
              <a:pathLst>
                <a:path w="29935" h="29671">
                  <a:moveTo>
                    <a:pt x="24611" y="3770"/>
                  </a:moveTo>
                  <a:lnTo>
                    <a:pt x="29935" y="2751"/>
                  </a:lnTo>
                  <a:lnTo>
                    <a:pt x="29237" y="8797"/>
                  </a:lnTo>
                  <a:lnTo>
                    <a:pt x="27438" y="8523"/>
                  </a:lnTo>
                  <a:lnTo>
                    <a:pt x="25780" y="10054"/>
                  </a:lnTo>
                  <a:lnTo>
                    <a:pt x="26723" y="15061"/>
                  </a:lnTo>
                  <a:lnTo>
                    <a:pt x="25231" y="15375"/>
                  </a:lnTo>
                  <a:lnTo>
                    <a:pt x="24157" y="23502"/>
                  </a:lnTo>
                  <a:lnTo>
                    <a:pt x="19967" y="23918"/>
                  </a:lnTo>
                  <a:lnTo>
                    <a:pt x="17838" y="26774"/>
                  </a:lnTo>
                  <a:lnTo>
                    <a:pt x="16796" y="26384"/>
                  </a:lnTo>
                  <a:lnTo>
                    <a:pt x="8191" y="28016"/>
                  </a:lnTo>
                  <a:lnTo>
                    <a:pt x="7573" y="29671"/>
                  </a:lnTo>
                  <a:lnTo>
                    <a:pt x="3508" y="25702"/>
                  </a:lnTo>
                  <a:lnTo>
                    <a:pt x="0" y="25130"/>
                  </a:lnTo>
                  <a:lnTo>
                    <a:pt x="5031" y="17967"/>
                  </a:lnTo>
                  <a:lnTo>
                    <a:pt x="7027" y="13833"/>
                  </a:lnTo>
                  <a:lnTo>
                    <a:pt x="8137" y="14031"/>
                  </a:lnTo>
                  <a:lnTo>
                    <a:pt x="10773" y="16256"/>
                  </a:lnTo>
                  <a:lnTo>
                    <a:pt x="10712" y="17870"/>
                  </a:lnTo>
                  <a:lnTo>
                    <a:pt x="16266" y="16683"/>
                  </a:lnTo>
                  <a:lnTo>
                    <a:pt x="14184" y="13875"/>
                  </a:lnTo>
                  <a:lnTo>
                    <a:pt x="17238" y="12387"/>
                  </a:lnTo>
                  <a:lnTo>
                    <a:pt x="15588" y="7449"/>
                  </a:lnTo>
                  <a:lnTo>
                    <a:pt x="19703" y="4707"/>
                  </a:lnTo>
                  <a:lnTo>
                    <a:pt x="19664" y="3401"/>
                  </a:lnTo>
                  <a:lnTo>
                    <a:pt x="17843" y="1394"/>
                  </a:lnTo>
                  <a:lnTo>
                    <a:pt x="194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h6090"/>
            <p:cNvSpPr/>
            <p:nvPr/>
          </p:nvSpPr>
          <p:spPr>
            <a:xfrm>
              <a:off x="6461066" y="2320058"/>
              <a:ext cx="53016" cy="86307"/>
            </a:xfrm>
            <a:custGeom>
              <a:avLst/>
              <a:pathLst>
                <a:path w="53016" h="86307">
                  <a:moveTo>
                    <a:pt x="28005" y="4471"/>
                  </a:moveTo>
                  <a:lnTo>
                    <a:pt x="31638" y="8750"/>
                  </a:lnTo>
                  <a:lnTo>
                    <a:pt x="33542" y="15572"/>
                  </a:lnTo>
                  <a:lnTo>
                    <a:pt x="37607" y="22468"/>
                  </a:lnTo>
                  <a:lnTo>
                    <a:pt x="42753" y="26262"/>
                  </a:lnTo>
                  <a:lnTo>
                    <a:pt x="53016" y="45059"/>
                  </a:lnTo>
                  <a:lnTo>
                    <a:pt x="50290" y="50037"/>
                  </a:lnTo>
                  <a:lnTo>
                    <a:pt x="44692" y="71927"/>
                  </a:lnTo>
                  <a:lnTo>
                    <a:pt x="32963" y="77098"/>
                  </a:lnTo>
                  <a:lnTo>
                    <a:pt x="28220" y="77648"/>
                  </a:lnTo>
                  <a:lnTo>
                    <a:pt x="29066" y="86307"/>
                  </a:lnTo>
                  <a:lnTo>
                    <a:pt x="16573" y="81148"/>
                  </a:lnTo>
                  <a:lnTo>
                    <a:pt x="7923" y="71554"/>
                  </a:lnTo>
                  <a:lnTo>
                    <a:pt x="4536" y="66844"/>
                  </a:lnTo>
                  <a:lnTo>
                    <a:pt x="9590" y="52279"/>
                  </a:lnTo>
                  <a:lnTo>
                    <a:pt x="11283" y="35752"/>
                  </a:lnTo>
                  <a:lnTo>
                    <a:pt x="9620" y="35025"/>
                  </a:lnTo>
                  <a:lnTo>
                    <a:pt x="7350" y="35592"/>
                  </a:lnTo>
                  <a:lnTo>
                    <a:pt x="4818" y="33947"/>
                  </a:lnTo>
                  <a:lnTo>
                    <a:pt x="4698" y="31946"/>
                  </a:lnTo>
                  <a:lnTo>
                    <a:pt x="6065" y="28782"/>
                  </a:lnTo>
                  <a:lnTo>
                    <a:pt x="3369" y="26376"/>
                  </a:lnTo>
                  <a:lnTo>
                    <a:pt x="622" y="25673"/>
                  </a:lnTo>
                  <a:lnTo>
                    <a:pt x="0" y="22487"/>
                  </a:lnTo>
                  <a:lnTo>
                    <a:pt x="2036" y="22042"/>
                  </a:lnTo>
                  <a:lnTo>
                    <a:pt x="4984" y="17928"/>
                  </a:lnTo>
                  <a:lnTo>
                    <a:pt x="5695" y="12058"/>
                  </a:lnTo>
                  <a:lnTo>
                    <a:pt x="2665" y="8035"/>
                  </a:lnTo>
                  <a:lnTo>
                    <a:pt x="6551" y="4944"/>
                  </a:lnTo>
                  <a:lnTo>
                    <a:pt x="7683" y="3016"/>
                  </a:lnTo>
                  <a:lnTo>
                    <a:pt x="1418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h6091"/>
            <p:cNvSpPr/>
            <p:nvPr/>
          </p:nvSpPr>
          <p:spPr>
            <a:xfrm>
              <a:off x="6211954" y="2712161"/>
              <a:ext cx="55903" cy="37441"/>
            </a:xfrm>
            <a:custGeom>
              <a:avLst/>
              <a:pathLst>
                <a:path w="55903" h="37441">
                  <a:moveTo>
                    <a:pt x="33191" y="2889"/>
                  </a:moveTo>
                  <a:lnTo>
                    <a:pt x="45073" y="3638"/>
                  </a:lnTo>
                  <a:lnTo>
                    <a:pt x="49477" y="4777"/>
                  </a:lnTo>
                  <a:lnTo>
                    <a:pt x="54701" y="9554"/>
                  </a:lnTo>
                  <a:lnTo>
                    <a:pt x="55903" y="10020"/>
                  </a:lnTo>
                  <a:lnTo>
                    <a:pt x="55778" y="11103"/>
                  </a:lnTo>
                  <a:lnTo>
                    <a:pt x="51666" y="13684"/>
                  </a:lnTo>
                  <a:lnTo>
                    <a:pt x="51182" y="19215"/>
                  </a:lnTo>
                  <a:lnTo>
                    <a:pt x="51651" y="20276"/>
                  </a:lnTo>
                  <a:lnTo>
                    <a:pt x="48405" y="19640"/>
                  </a:lnTo>
                  <a:lnTo>
                    <a:pt x="43054" y="19796"/>
                  </a:lnTo>
                  <a:lnTo>
                    <a:pt x="42337" y="20393"/>
                  </a:lnTo>
                  <a:lnTo>
                    <a:pt x="41539" y="24160"/>
                  </a:lnTo>
                  <a:lnTo>
                    <a:pt x="37137" y="27825"/>
                  </a:lnTo>
                  <a:lnTo>
                    <a:pt x="35768" y="26299"/>
                  </a:lnTo>
                  <a:lnTo>
                    <a:pt x="36041" y="24952"/>
                  </a:lnTo>
                  <a:lnTo>
                    <a:pt x="35314" y="24880"/>
                  </a:lnTo>
                  <a:lnTo>
                    <a:pt x="34277" y="27534"/>
                  </a:lnTo>
                  <a:lnTo>
                    <a:pt x="33655" y="26304"/>
                  </a:lnTo>
                  <a:lnTo>
                    <a:pt x="33852" y="22886"/>
                  </a:lnTo>
                  <a:lnTo>
                    <a:pt x="33122" y="21865"/>
                  </a:lnTo>
                  <a:lnTo>
                    <a:pt x="31861" y="21475"/>
                  </a:lnTo>
                  <a:lnTo>
                    <a:pt x="27796" y="22764"/>
                  </a:lnTo>
                  <a:lnTo>
                    <a:pt x="16509" y="30534"/>
                  </a:lnTo>
                  <a:lnTo>
                    <a:pt x="15646" y="37114"/>
                  </a:lnTo>
                  <a:lnTo>
                    <a:pt x="10688" y="37441"/>
                  </a:lnTo>
                  <a:lnTo>
                    <a:pt x="9766" y="37402"/>
                  </a:lnTo>
                  <a:lnTo>
                    <a:pt x="6318" y="34414"/>
                  </a:lnTo>
                  <a:lnTo>
                    <a:pt x="6401" y="33703"/>
                  </a:lnTo>
                  <a:lnTo>
                    <a:pt x="8981" y="33981"/>
                  </a:lnTo>
                  <a:lnTo>
                    <a:pt x="9754" y="26827"/>
                  </a:lnTo>
                  <a:lnTo>
                    <a:pt x="6122" y="25813"/>
                  </a:lnTo>
                  <a:lnTo>
                    <a:pt x="2580" y="26803"/>
                  </a:lnTo>
                  <a:lnTo>
                    <a:pt x="853" y="28579"/>
                  </a:lnTo>
                  <a:lnTo>
                    <a:pt x="0" y="26131"/>
                  </a:lnTo>
                  <a:lnTo>
                    <a:pt x="111" y="23661"/>
                  </a:lnTo>
                  <a:lnTo>
                    <a:pt x="1891" y="21597"/>
                  </a:lnTo>
                  <a:lnTo>
                    <a:pt x="12041" y="18790"/>
                  </a:lnTo>
                  <a:lnTo>
                    <a:pt x="15007" y="19907"/>
                  </a:lnTo>
                  <a:lnTo>
                    <a:pt x="23670" y="18345"/>
                  </a:lnTo>
                  <a:lnTo>
                    <a:pt x="23918" y="14241"/>
                  </a:lnTo>
                  <a:lnTo>
                    <a:pt x="23192" y="13403"/>
                  </a:lnTo>
                  <a:lnTo>
                    <a:pt x="24498" y="12641"/>
                  </a:lnTo>
                  <a:lnTo>
                    <a:pt x="27563" y="5891"/>
                  </a:lnTo>
                  <a:lnTo>
                    <a:pt x="2648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h6092"/>
            <p:cNvSpPr/>
            <p:nvPr/>
          </p:nvSpPr>
          <p:spPr>
            <a:xfrm>
              <a:off x="6321917" y="2580468"/>
              <a:ext cx="41947" cy="39413"/>
            </a:xfrm>
            <a:custGeom>
              <a:avLst/>
              <a:pathLst>
                <a:path w="41947" h="39413">
                  <a:moveTo>
                    <a:pt x="5309" y="48"/>
                  </a:moveTo>
                  <a:lnTo>
                    <a:pt x="9398" y="667"/>
                  </a:lnTo>
                  <a:lnTo>
                    <a:pt x="10455" y="2685"/>
                  </a:lnTo>
                  <a:lnTo>
                    <a:pt x="14577" y="1841"/>
                  </a:lnTo>
                  <a:lnTo>
                    <a:pt x="21280" y="1862"/>
                  </a:lnTo>
                  <a:lnTo>
                    <a:pt x="19876" y="4950"/>
                  </a:lnTo>
                  <a:lnTo>
                    <a:pt x="19820" y="7569"/>
                  </a:lnTo>
                  <a:lnTo>
                    <a:pt x="25487" y="9935"/>
                  </a:lnTo>
                  <a:lnTo>
                    <a:pt x="26936" y="9724"/>
                  </a:lnTo>
                  <a:lnTo>
                    <a:pt x="26857" y="7749"/>
                  </a:lnTo>
                  <a:lnTo>
                    <a:pt x="29577" y="5447"/>
                  </a:lnTo>
                  <a:lnTo>
                    <a:pt x="30383" y="3249"/>
                  </a:lnTo>
                  <a:lnTo>
                    <a:pt x="29773" y="0"/>
                  </a:lnTo>
                  <a:lnTo>
                    <a:pt x="34641" y="2754"/>
                  </a:lnTo>
                  <a:lnTo>
                    <a:pt x="39442" y="3010"/>
                  </a:lnTo>
                  <a:lnTo>
                    <a:pt x="41645" y="4480"/>
                  </a:lnTo>
                  <a:lnTo>
                    <a:pt x="40087" y="5875"/>
                  </a:lnTo>
                  <a:lnTo>
                    <a:pt x="41908" y="7882"/>
                  </a:lnTo>
                  <a:lnTo>
                    <a:pt x="41947" y="9188"/>
                  </a:lnTo>
                  <a:lnTo>
                    <a:pt x="37832" y="11930"/>
                  </a:lnTo>
                  <a:lnTo>
                    <a:pt x="39482" y="16868"/>
                  </a:lnTo>
                  <a:lnTo>
                    <a:pt x="36428" y="18356"/>
                  </a:lnTo>
                  <a:lnTo>
                    <a:pt x="38510" y="21164"/>
                  </a:lnTo>
                  <a:lnTo>
                    <a:pt x="32956" y="22351"/>
                  </a:lnTo>
                  <a:lnTo>
                    <a:pt x="33017" y="20737"/>
                  </a:lnTo>
                  <a:lnTo>
                    <a:pt x="30381" y="18512"/>
                  </a:lnTo>
                  <a:lnTo>
                    <a:pt x="29271" y="18314"/>
                  </a:lnTo>
                  <a:lnTo>
                    <a:pt x="27275" y="22448"/>
                  </a:lnTo>
                  <a:lnTo>
                    <a:pt x="22244" y="29611"/>
                  </a:lnTo>
                  <a:lnTo>
                    <a:pt x="25752" y="30183"/>
                  </a:lnTo>
                  <a:lnTo>
                    <a:pt x="29817" y="34152"/>
                  </a:lnTo>
                  <a:lnTo>
                    <a:pt x="30809" y="35750"/>
                  </a:lnTo>
                  <a:lnTo>
                    <a:pt x="29916" y="37368"/>
                  </a:lnTo>
                  <a:lnTo>
                    <a:pt x="25220" y="39356"/>
                  </a:lnTo>
                  <a:lnTo>
                    <a:pt x="14216" y="39413"/>
                  </a:lnTo>
                  <a:lnTo>
                    <a:pt x="15438" y="36711"/>
                  </a:lnTo>
                  <a:lnTo>
                    <a:pt x="14718" y="34625"/>
                  </a:lnTo>
                  <a:lnTo>
                    <a:pt x="10775" y="32305"/>
                  </a:lnTo>
                  <a:lnTo>
                    <a:pt x="9518" y="27779"/>
                  </a:lnTo>
                  <a:lnTo>
                    <a:pt x="4612" y="23211"/>
                  </a:lnTo>
                  <a:lnTo>
                    <a:pt x="6091" y="19402"/>
                  </a:lnTo>
                  <a:lnTo>
                    <a:pt x="7508" y="18554"/>
                  </a:lnTo>
                  <a:lnTo>
                    <a:pt x="8512" y="16072"/>
                  </a:lnTo>
                  <a:lnTo>
                    <a:pt x="8148" y="13324"/>
                  </a:lnTo>
                  <a:lnTo>
                    <a:pt x="3072" y="11190"/>
                  </a:lnTo>
                  <a:lnTo>
                    <a:pt x="0" y="8672"/>
                  </a:lnTo>
                  <a:lnTo>
                    <a:pt x="2413" y="1278"/>
                  </a:lnTo>
                  <a:lnTo>
                    <a:pt x="3728" y="192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h6093"/>
            <p:cNvSpPr/>
            <p:nvPr/>
          </p:nvSpPr>
          <p:spPr>
            <a:xfrm>
              <a:off x="6307550" y="2454383"/>
              <a:ext cx="35507" cy="25889"/>
            </a:xfrm>
            <a:custGeom>
              <a:avLst/>
              <a:pathLst>
                <a:path w="35507" h="25889">
                  <a:moveTo>
                    <a:pt x="10834" y="0"/>
                  </a:moveTo>
                  <a:lnTo>
                    <a:pt x="19484" y="1229"/>
                  </a:lnTo>
                  <a:lnTo>
                    <a:pt x="25694" y="1760"/>
                  </a:lnTo>
                  <a:lnTo>
                    <a:pt x="29568" y="10905"/>
                  </a:lnTo>
                  <a:lnTo>
                    <a:pt x="33927" y="14558"/>
                  </a:lnTo>
                  <a:lnTo>
                    <a:pt x="35507" y="16841"/>
                  </a:lnTo>
                  <a:lnTo>
                    <a:pt x="34070" y="19859"/>
                  </a:lnTo>
                  <a:lnTo>
                    <a:pt x="21465" y="19938"/>
                  </a:lnTo>
                  <a:lnTo>
                    <a:pt x="14432" y="17197"/>
                  </a:lnTo>
                  <a:lnTo>
                    <a:pt x="12389" y="18366"/>
                  </a:lnTo>
                  <a:lnTo>
                    <a:pt x="10780" y="24130"/>
                  </a:lnTo>
                  <a:lnTo>
                    <a:pt x="4109" y="25889"/>
                  </a:lnTo>
                  <a:lnTo>
                    <a:pt x="892" y="24625"/>
                  </a:lnTo>
                  <a:lnTo>
                    <a:pt x="0" y="23225"/>
                  </a:lnTo>
                  <a:lnTo>
                    <a:pt x="1431" y="17091"/>
                  </a:lnTo>
                  <a:lnTo>
                    <a:pt x="174" y="14627"/>
                  </a:lnTo>
                  <a:lnTo>
                    <a:pt x="3796" y="12820"/>
                  </a:lnTo>
                  <a:lnTo>
                    <a:pt x="7450" y="400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h6094"/>
            <p:cNvSpPr/>
            <p:nvPr/>
          </p:nvSpPr>
          <p:spPr>
            <a:xfrm>
              <a:off x="6222643" y="2733637"/>
              <a:ext cx="24649" cy="25124"/>
            </a:xfrm>
            <a:custGeom>
              <a:avLst/>
              <a:pathLst>
                <a:path w="24649" h="25124">
                  <a:moveTo>
                    <a:pt x="22434" y="389"/>
                  </a:moveTo>
                  <a:lnTo>
                    <a:pt x="23163" y="1410"/>
                  </a:lnTo>
                  <a:lnTo>
                    <a:pt x="22966" y="4828"/>
                  </a:lnTo>
                  <a:lnTo>
                    <a:pt x="23589" y="6058"/>
                  </a:lnTo>
                  <a:lnTo>
                    <a:pt x="24649" y="9099"/>
                  </a:lnTo>
                  <a:lnTo>
                    <a:pt x="23181" y="14713"/>
                  </a:lnTo>
                  <a:lnTo>
                    <a:pt x="20894" y="18035"/>
                  </a:lnTo>
                  <a:lnTo>
                    <a:pt x="18066" y="19688"/>
                  </a:lnTo>
                  <a:lnTo>
                    <a:pt x="16724" y="21447"/>
                  </a:lnTo>
                  <a:lnTo>
                    <a:pt x="17304" y="22062"/>
                  </a:lnTo>
                  <a:lnTo>
                    <a:pt x="13357" y="23891"/>
                  </a:lnTo>
                  <a:lnTo>
                    <a:pt x="9225" y="24020"/>
                  </a:lnTo>
                  <a:lnTo>
                    <a:pt x="6099" y="25124"/>
                  </a:lnTo>
                  <a:lnTo>
                    <a:pt x="3579" y="23681"/>
                  </a:lnTo>
                  <a:lnTo>
                    <a:pt x="2460" y="20926"/>
                  </a:lnTo>
                  <a:lnTo>
                    <a:pt x="1066" y="20131"/>
                  </a:lnTo>
                  <a:lnTo>
                    <a:pt x="0" y="15965"/>
                  </a:lnTo>
                  <a:lnTo>
                    <a:pt x="4958" y="15639"/>
                  </a:lnTo>
                  <a:lnTo>
                    <a:pt x="5821" y="9058"/>
                  </a:lnTo>
                  <a:lnTo>
                    <a:pt x="17108" y="1288"/>
                  </a:lnTo>
                  <a:lnTo>
                    <a:pt x="2117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h6095"/>
            <p:cNvSpPr/>
            <p:nvPr/>
          </p:nvSpPr>
          <p:spPr>
            <a:xfrm>
              <a:off x="4952367" y="3022203"/>
              <a:ext cx="9114" cy="3794"/>
            </a:xfrm>
            <a:custGeom>
              <a:avLst/>
              <a:pathLst>
                <a:path w="9114" h="3794">
                  <a:moveTo>
                    <a:pt x="7285" y="3255"/>
                  </a:move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lnTo>
                    <a:pt x="4398" y="873"/>
                  </a:lnTo>
                  <a:lnTo>
                    <a:pt x="8185" y="591"/>
                  </a:lnTo>
                  <a:lnTo>
                    <a:pt x="9114" y="1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h6096"/>
            <p:cNvSpPr/>
            <p:nvPr/>
          </p:nvSpPr>
          <p:spPr>
            <a:xfrm>
              <a:off x="5377400" y="2996322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h6097"/>
            <p:cNvSpPr/>
            <p:nvPr/>
          </p:nvSpPr>
          <p:spPr>
            <a:xfrm>
              <a:off x="5263577" y="2972467"/>
              <a:ext cx="203" cy="228"/>
            </a:xfrm>
            <a:custGeom>
              <a:avLst/>
              <a:pathLst>
                <a:path w="203" h="228">
                  <a:moveTo>
                    <a:pt x="2" y="145"/>
                  </a:moveTo>
                  <a:lnTo>
                    <a:pt x="0" y="0"/>
                  </a:lnTo>
                  <a:lnTo>
                    <a:pt x="203" y="2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h6098"/>
            <p:cNvSpPr/>
            <p:nvPr/>
          </p:nvSpPr>
          <p:spPr>
            <a:xfrm>
              <a:off x="5407162" y="2941279"/>
              <a:ext cx="2976" cy="4197"/>
            </a:xfrm>
            <a:custGeom>
              <a:avLst/>
              <a:pathLst>
                <a:path w="2976" h="4197">
                  <a:moveTo>
                    <a:pt x="2038" y="0"/>
                  </a:moveTo>
                  <a:lnTo>
                    <a:pt x="2762" y="214"/>
                  </a:lnTo>
                  <a:lnTo>
                    <a:pt x="2976" y="1399"/>
                  </a:ln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h6099"/>
            <p:cNvSpPr/>
            <p:nvPr/>
          </p:nvSpPr>
          <p:spPr>
            <a:xfrm>
              <a:off x="5351411" y="2336918"/>
              <a:ext cx="24941" cy="7494"/>
            </a:xfrm>
            <a:custGeom>
              <a:avLst/>
              <a:pathLst>
                <a:path w="24941" h="7494">
                  <a:moveTo>
                    <a:pt x="9985" y="1483"/>
                  </a:move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lnTo>
                    <a:pt x="15852" y="32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h6100"/>
            <p:cNvSpPr/>
            <p:nvPr/>
          </p:nvSpPr>
          <p:spPr>
            <a:xfrm>
              <a:off x="5316147" y="2316602"/>
              <a:ext cx="32538" cy="26550"/>
            </a:xfrm>
            <a:custGeom>
              <a:avLst/>
              <a:pathLst>
                <a:path w="32538" h="26550">
                  <a:moveTo>
                    <a:pt x="11751" y="1840"/>
                  </a:moveTo>
                  <a:lnTo>
                    <a:pt x="14997" y="1434"/>
                  </a:lnTo>
                  <a:lnTo>
                    <a:pt x="17483" y="3138"/>
                  </a:ln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h6101"/>
            <p:cNvSpPr/>
            <p:nvPr/>
          </p:nvSpPr>
          <p:spPr>
            <a:xfrm>
              <a:off x="5287691" y="2227873"/>
              <a:ext cx="23184" cy="86383"/>
            </a:xfrm>
            <a:custGeom>
              <a:avLst/>
              <a:pathLst>
                <a:path w="23184" h="86383">
                  <a:moveTo>
                    <a:pt x="15049" y="74654"/>
                  </a:move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lnTo>
                    <a:pt x="12725" y="35400"/>
                  </a:ln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h6102"/>
            <p:cNvSpPr/>
            <p:nvPr/>
          </p:nvSpPr>
          <p:spPr>
            <a:xfrm>
              <a:off x="5444950" y="2253001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h6103"/>
            <p:cNvSpPr/>
            <p:nvPr/>
          </p:nvSpPr>
          <p:spPr>
            <a:xfrm>
              <a:off x="5439512" y="2243038"/>
              <a:ext cx="182" cy="26"/>
            </a:xfrm>
            <a:custGeom>
              <a:avLst/>
              <a:pathLst>
                <a:path w="182" h="26">
                  <a:moveTo>
                    <a:pt x="182" y="0"/>
                  </a:moveTo>
                  <a:lnTo>
                    <a:pt x="0" y="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h6104"/>
            <p:cNvSpPr/>
            <p:nvPr/>
          </p:nvSpPr>
          <p:spPr>
            <a:xfrm>
              <a:off x="5439248" y="2238551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h6105"/>
            <p:cNvSpPr/>
            <p:nvPr/>
          </p:nvSpPr>
          <p:spPr>
            <a:xfrm>
              <a:off x="5436530" y="22287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h6106"/>
            <p:cNvSpPr/>
            <p:nvPr/>
          </p:nvSpPr>
          <p:spPr>
            <a:xfrm>
              <a:off x="5308253" y="2201440"/>
              <a:ext cx="5805" cy="24064"/>
            </a:xfrm>
            <a:custGeom>
              <a:avLst/>
              <a:pathLst>
                <a:path w="5805" h="24064">
                  <a:moveTo>
                    <a:pt x="0" y="22526"/>
                  </a:move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lnTo>
                    <a:pt x="1800" y="24064"/>
                  </a:lnTo>
                  <a:lnTo>
                    <a:pt x="478" y="237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h6107"/>
            <p:cNvSpPr/>
            <p:nvPr/>
          </p:nvSpPr>
          <p:spPr>
            <a:xfrm>
              <a:off x="5419189" y="2196728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h6108"/>
            <p:cNvSpPr/>
            <p:nvPr/>
          </p:nvSpPr>
          <p:spPr>
            <a:xfrm>
              <a:off x="5416866" y="2196529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h6109"/>
            <p:cNvSpPr/>
            <p:nvPr/>
          </p:nvSpPr>
          <p:spPr>
            <a:xfrm>
              <a:off x="4861886" y="1315942"/>
              <a:ext cx="3240481" cy="2191285"/>
            </a:xfrm>
            <a:custGeom>
              <a:avLst/>
              <a:pathLst>
                <a:path w="3240481" h="2191285">
                  <a:moveTo>
                    <a:pt x="477597" y="999771"/>
                  </a:moveTo>
                  <a:lnTo>
                    <a:pt x="479026" y="1002643"/>
                  </a:lnTo>
                  <a:lnTo>
                    <a:pt x="474780" y="1004225"/>
                  </a:lnTo>
                  <a:lnTo>
                    <a:pt x="474253" y="1002673"/>
                  </a:lnTo>
                  <a:lnTo>
                    <a:pt x="475296" y="995951"/>
                  </a:lnTo>
                  <a:lnTo>
                    <a:pt x="473219" y="988616"/>
                  </a:lnTo>
                  <a:lnTo>
                    <a:pt x="465173" y="976633"/>
                  </a:lnTo>
                  <a:lnTo>
                    <a:pt x="466276" y="977708"/>
                  </a:lnTo>
                  <a:lnTo>
                    <a:pt x="464810" y="974655"/>
                  </a:lnTo>
                  <a:lnTo>
                    <a:pt x="460787" y="970606"/>
                  </a:lnTo>
                  <a:lnTo>
                    <a:pt x="459798" y="970542"/>
                  </a:lnTo>
                  <a:lnTo>
                    <a:pt x="459861" y="973556"/>
                  </a:lnTo>
                  <a:lnTo>
                    <a:pt x="460909" y="974551"/>
                  </a:lnTo>
                  <a:lnTo>
                    <a:pt x="460530" y="975730"/>
                  </a:lnTo>
                  <a:lnTo>
                    <a:pt x="453470" y="975397"/>
                  </a:lnTo>
                  <a:lnTo>
                    <a:pt x="453146" y="969860"/>
                  </a:lnTo>
                  <a:lnTo>
                    <a:pt x="454193" y="965738"/>
                  </a:lnTo>
                  <a:lnTo>
                    <a:pt x="454839" y="966077"/>
                  </a:lnTo>
                  <a:lnTo>
                    <a:pt x="454837" y="963410"/>
                  </a:lnTo>
                  <a:lnTo>
                    <a:pt x="454108" y="962871"/>
                  </a:lnTo>
                  <a:lnTo>
                    <a:pt x="451379" y="964110"/>
                  </a:lnTo>
                  <a:lnTo>
                    <a:pt x="452298" y="973008"/>
                  </a:lnTo>
                  <a:lnTo>
                    <a:pt x="449687" y="973952"/>
                  </a:lnTo>
                  <a:lnTo>
                    <a:pt x="446536" y="968279"/>
                  </a:lnTo>
                  <a:lnTo>
                    <a:pt x="444508" y="958595"/>
                  </a:lnTo>
                  <a:lnTo>
                    <a:pt x="447906" y="951850"/>
                  </a:lnTo>
                  <a:lnTo>
                    <a:pt x="448143" y="942421"/>
                  </a:lnTo>
                  <a:lnTo>
                    <a:pt x="444963" y="947142"/>
                  </a:lnTo>
                  <a:lnTo>
                    <a:pt x="443528" y="951018"/>
                  </a:lnTo>
                  <a:lnTo>
                    <a:pt x="443160" y="959655"/>
                  </a:lnTo>
                  <a:lnTo>
                    <a:pt x="441736" y="966351"/>
                  </a:lnTo>
                  <a:lnTo>
                    <a:pt x="440766" y="963377"/>
                  </a:lnTo>
                  <a:lnTo>
                    <a:pt x="439345" y="965329"/>
                  </a:lnTo>
                  <a:lnTo>
                    <a:pt x="438347" y="964613"/>
                  </a:lnTo>
                  <a:lnTo>
                    <a:pt x="437285" y="961629"/>
                  </a:lnTo>
                  <a:lnTo>
                    <a:pt x="437605" y="959545"/>
                  </a:lnTo>
                  <a:lnTo>
                    <a:pt x="439348" y="958531"/>
                  </a:lnTo>
                  <a:lnTo>
                    <a:pt x="441101" y="953727"/>
                  </a:lnTo>
                  <a:lnTo>
                    <a:pt x="441178" y="951124"/>
                  </a:lnTo>
                  <a:lnTo>
                    <a:pt x="438946" y="950235"/>
                  </a:lnTo>
                  <a:lnTo>
                    <a:pt x="438776" y="947675"/>
                  </a:lnTo>
                  <a:lnTo>
                    <a:pt x="443028" y="946278"/>
                  </a:lnTo>
                  <a:lnTo>
                    <a:pt x="444828" y="942153"/>
                  </a:lnTo>
                  <a:lnTo>
                    <a:pt x="446572" y="934804"/>
                  </a:lnTo>
                  <a:lnTo>
                    <a:pt x="444042" y="934346"/>
                  </a:lnTo>
                  <a:lnTo>
                    <a:pt x="442814" y="935426"/>
                  </a:lnTo>
                  <a:lnTo>
                    <a:pt x="442779" y="931927"/>
                  </a:lnTo>
                  <a:lnTo>
                    <a:pt x="443970" y="926888"/>
                  </a:lnTo>
                  <a:lnTo>
                    <a:pt x="449177" y="915853"/>
                  </a:lnTo>
                  <a:lnTo>
                    <a:pt x="451644" y="915680"/>
                  </a:lnTo>
                  <a:lnTo>
                    <a:pt x="452480" y="913175"/>
                  </a:lnTo>
                  <a:lnTo>
                    <a:pt x="454137" y="900153"/>
                  </a:lnTo>
                  <a:lnTo>
                    <a:pt x="453956" y="899139"/>
                  </a:lnTo>
                  <a:lnTo>
                    <a:pt x="451963" y="899514"/>
                  </a:lnTo>
                  <a:lnTo>
                    <a:pt x="452162" y="896182"/>
                  </a:lnTo>
                  <a:lnTo>
                    <a:pt x="454835" y="884708"/>
                  </a:lnTo>
                  <a:lnTo>
                    <a:pt x="455458" y="885688"/>
                  </a:lnTo>
                  <a:lnTo>
                    <a:pt x="456172" y="885334"/>
                  </a:lnTo>
                  <a:lnTo>
                    <a:pt x="456545" y="881561"/>
                  </a:lnTo>
                  <a:lnTo>
                    <a:pt x="456951" y="861976"/>
                  </a:lnTo>
                  <a:lnTo>
                    <a:pt x="454731" y="858728"/>
                  </a:lnTo>
                  <a:lnTo>
                    <a:pt x="454284" y="854707"/>
                  </a:lnTo>
                  <a:lnTo>
                    <a:pt x="446432" y="825648"/>
                  </a:lnTo>
                  <a:lnTo>
                    <a:pt x="442412" y="819660"/>
                  </a:lnTo>
                  <a:lnTo>
                    <a:pt x="438003" y="816214"/>
                  </a:lnTo>
                  <a:lnTo>
                    <a:pt x="436636" y="816870"/>
                  </a:lnTo>
                  <a:lnTo>
                    <a:pt x="436038" y="816516"/>
                  </a:lnTo>
                  <a:lnTo>
                    <a:pt x="434749" y="814760"/>
                  </a:lnTo>
                  <a:lnTo>
                    <a:pt x="434118" y="808820"/>
                  </a:lnTo>
                  <a:lnTo>
                    <a:pt x="432281" y="803132"/>
                  </a:lnTo>
                  <a:lnTo>
                    <a:pt x="428905" y="797314"/>
                  </a:lnTo>
                  <a:lnTo>
                    <a:pt x="425339" y="793366"/>
                  </a:lnTo>
                  <a:lnTo>
                    <a:pt x="421462" y="791263"/>
                  </a:lnTo>
                  <a:lnTo>
                    <a:pt x="419435" y="791026"/>
                  </a:lnTo>
                  <a:lnTo>
                    <a:pt x="418225" y="791776"/>
                  </a:lnTo>
                  <a:lnTo>
                    <a:pt x="417755" y="793905"/>
                  </a:lnTo>
                  <a:lnTo>
                    <a:pt x="415854" y="794310"/>
                  </a:lnTo>
                  <a:lnTo>
                    <a:pt x="401959" y="782651"/>
                  </a:lnTo>
                  <a:lnTo>
                    <a:pt x="400068" y="781965"/>
                  </a:lnTo>
                  <a:lnTo>
                    <a:pt x="399136" y="782580"/>
                  </a:lnTo>
                  <a:lnTo>
                    <a:pt x="396975" y="782358"/>
                  </a:lnTo>
                  <a:lnTo>
                    <a:pt x="392698" y="776275"/>
                  </a:lnTo>
                  <a:lnTo>
                    <a:pt x="385941" y="771131"/>
                  </a:lnTo>
                  <a:lnTo>
                    <a:pt x="375857" y="760934"/>
                  </a:lnTo>
                  <a:lnTo>
                    <a:pt x="368080" y="755011"/>
                  </a:lnTo>
                  <a:lnTo>
                    <a:pt x="366779" y="754932"/>
                  </a:lnTo>
                  <a:lnTo>
                    <a:pt x="356565" y="743626"/>
                  </a:lnTo>
                  <a:lnTo>
                    <a:pt x="351391" y="741135"/>
                  </a:lnTo>
                  <a:lnTo>
                    <a:pt x="354044" y="738565"/>
                  </a:lnTo>
                  <a:lnTo>
                    <a:pt x="355213" y="739022"/>
                  </a:lnTo>
                  <a:lnTo>
                    <a:pt x="357455" y="742545"/>
                  </a:lnTo>
                  <a:lnTo>
                    <a:pt x="360044" y="741561"/>
                  </a:lnTo>
                  <a:lnTo>
                    <a:pt x="351630" y="728044"/>
                  </a:lnTo>
                  <a:lnTo>
                    <a:pt x="351273" y="722379"/>
                  </a:lnTo>
                  <a:lnTo>
                    <a:pt x="352091" y="722059"/>
                  </a:lnTo>
                  <a:lnTo>
                    <a:pt x="353456" y="722701"/>
                  </a:lnTo>
                  <a:lnTo>
                    <a:pt x="353863" y="722219"/>
                  </a:lnTo>
                  <a:lnTo>
                    <a:pt x="352134" y="721496"/>
                  </a:lnTo>
                  <a:lnTo>
                    <a:pt x="349145" y="721906"/>
                  </a:lnTo>
                  <a:lnTo>
                    <a:pt x="348112" y="725363"/>
                  </a:lnTo>
                  <a:lnTo>
                    <a:pt x="347251" y="725820"/>
                  </a:lnTo>
                  <a:lnTo>
                    <a:pt x="344528" y="725476"/>
                  </a:lnTo>
                  <a:lnTo>
                    <a:pt x="341064" y="722233"/>
                  </a:lnTo>
                  <a:lnTo>
                    <a:pt x="343078" y="721364"/>
                  </a:lnTo>
                  <a:lnTo>
                    <a:pt x="346409" y="721544"/>
                  </a:lnTo>
                  <a:lnTo>
                    <a:pt x="353074" y="714759"/>
                  </a:lnTo>
                  <a:lnTo>
                    <a:pt x="354108" y="710711"/>
                  </a:lnTo>
                  <a:lnTo>
                    <a:pt x="353778" y="705312"/>
                  </a:lnTo>
                  <a:lnTo>
                    <a:pt x="352859" y="701302"/>
                  </a:lnTo>
                  <a:lnTo>
                    <a:pt x="351410" y="698519"/>
                  </a:lnTo>
                  <a:lnTo>
                    <a:pt x="350351" y="698508"/>
                  </a:lnTo>
                  <a:lnTo>
                    <a:pt x="348802" y="701259"/>
                  </a:lnTo>
                  <a:lnTo>
                    <a:pt x="346895" y="706861"/>
                  </a:lnTo>
                  <a:lnTo>
                    <a:pt x="347224" y="709822"/>
                  </a:lnTo>
                  <a:lnTo>
                    <a:pt x="346030" y="715099"/>
                  </a:lnTo>
                  <a:lnTo>
                    <a:pt x="342960" y="716685"/>
                  </a:lnTo>
                  <a:lnTo>
                    <a:pt x="341876" y="716558"/>
                  </a:lnTo>
                  <a:lnTo>
                    <a:pt x="340744" y="715306"/>
                  </a:lnTo>
                  <a:lnTo>
                    <a:pt x="339859" y="716189"/>
                  </a:lnTo>
                  <a:lnTo>
                    <a:pt x="338568" y="721045"/>
                  </a:lnTo>
                  <a:lnTo>
                    <a:pt x="338180" y="726257"/>
                  </a:lnTo>
                  <a:lnTo>
                    <a:pt x="336430" y="726085"/>
                  </a:lnTo>
                  <a:lnTo>
                    <a:pt x="332223" y="722428"/>
                  </a:lnTo>
                  <a:lnTo>
                    <a:pt x="327963" y="720011"/>
                  </a:lnTo>
                  <a:lnTo>
                    <a:pt x="322350" y="718466"/>
                  </a:lnTo>
                  <a:lnTo>
                    <a:pt x="321441" y="717158"/>
                  </a:lnTo>
                  <a:lnTo>
                    <a:pt x="322654" y="716216"/>
                  </a:lnTo>
                  <a:lnTo>
                    <a:pt x="324751" y="718053"/>
                  </a:lnTo>
                  <a:lnTo>
                    <a:pt x="325739" y="717786"/>
                  </a:lnTo>
                  <a:lnTo>
                    <a:pt x="325301" y="716411"/>
                  </a:lnTo>
                  <a:lnTo>
                    <a:pt x="319196" y="715259"/>
                  </a:lnTo>
                  <a:lnTo>
                    <a:pt x="315748" y="716425"/>
                  </a:lnTo>
                  <a:lnTo>
                    <a:pt x="308212" y="727826"/>
                  </a:lnTo>
                  <a:lnTo>
                    <a:pt x="304527" y="729038"/>
                  </a:lnTo>
                  <a:lnTo>
                    <a:pt x="300184" y="727067"/>
                  </a:lnTo>
                  <a:lnTo>
                    <a:pt x="298257" y="725518"/>
                  </a:lnTo>
                  <a:lnTo>
                    <a:pt x="293201" y="718699"/>
                  </a:lnTo>
                  <a:lnTo>
                    <a:pt x="296083" y="720106"/>
                  </a:lnTo>
                  <a:lnTo>
                    <a:pt x="298119" y="724676"/>
                  </a:lnTo>
                  <a:lnTo>
                    <a:pt x="303631" y="728024"/>
                  </a:lnTo>
                  <a:lnTo>
                    <a:pt x="295238" y="718535"/>
                  </a:lnTo>
                  <a:lnTo>
                    <a:pt x="293478" y="717504"/>
                  </a:lnTo>
                  <a:lnTo>
                    <a:pt x="291479" y="718055"/>
                  </a:lnTo>
                  <a:lnTo>
                    <a:pt x="289339" y="716543"/>
                  </a:lnTo>
                  <a:lnTo>
                    <a:pt x="284548" y="702092"/>
                  </a:lnTo>
                  <a:lnTo>
                    <a:pt x="281205" y="698041"/>
                  </a:lnTo>
                  <a:lnTo>
                    <a:pt x="277822" y="695228"/>
                  </a:lnTo>
                  <a:lnTo>
                    <a:pt x="272507" y="692323"/>
                  </a:lnTo>
                  <a:lnTo>
                    <a:pt x="267786" y="691023"/>
                  </a:lnTo>
                  <a:lnTo>
                    <a:pt x="265216" y="691505"/>
                  </a:lnTo>
                  <a:lnTo>
                    <a:pt x="264249" y="693929"/>
                  </a:lnTo>
                  <a:lnTo>
                    <a:pt x="261971" y="693816"/>
                  </a:lnTo>
                  <a:lnTo>
                    <a:pt x="258282" y="688404"/>
                  </a:lnTo>
                  <a:lnTo>
                    <a:pt x="256804" y="683981"/>
                  </a:lnTo>
                  <a:lnTo>
                    <a:pt x="253948" y="679399"/>
                  </a:lnTo>
                  <a:lnTo>
                    <a:pt x="247269" y="673780"/>
                  </a:lnTo>
                  <a:lnTo>
                    <a:pt x="238846" y="670469"/>
                  </a:lnTo>
                  <a:lnTo>
                    <a:pt x="235123" y="670206"/>
                  </a:lnTo>
                  <a:lnTo>
                    <a:pt x="233337" y="670823"/>
                  </a:lnTo>
                  <a:lnTo>
                    <a:pt x="219242" y="664135"/>
                  </a:lnTo>
                  <a:lnTo>
                    <a:pt x="218679" y="661692"/>
                  </a:lnTo>
                  <a:lnTo>
                    <a:pt x="216942" y="660327"/>
                  </a:lnTo>
                  <a:lnTo>
                    <a:pt x="214182" y="660438"/>
                  </a:lnTo>
                  <a:lnTo>
                    <a:pt x="213212" y="658937"/>
                  </a:lnTo>
                  <a:lnTo>
                    <a:pt x="214382" y="644981"/>
                  </a:lnTo>
                  <a:lnTo>
                    <a:pt x="213651" y="639417"/>
                  </a:lnTo>
                  <a:lnTo>
                    <a:pt x="212380" y="636302"/>
                  </a:lnTo>
                  <a:lnTo>
                    <a:pt x="204229" y="628490"/>
                  </a:lnTo>
                  <a:lnTo>
                    <a:pt x="189759" y="621270"/>
                  </a:lnTo>
                  <a:lnTo>
                    <a:pt x="186146" y="611822"/>
                  </a:lnTo>
                  <a:lnTo>
                    <a:pt x="182185" y="608142"/>
                  </a:lnTo>
                  <a:lnTo>
                    <a:pt x="179865" y="608061"/>
                  </a:lnTo>
                  <a:lnTo>
                    <a:pt x="178954" y="606670"/>
                  </a:lnTo>
                  <a:lnTo>
                    <a:pt x="179971" y="603052"/>
                  </a:lnTo>
                  <a:lnTo>
                    <a:pt x="179594" y="601544"/>
                  </a:lnTo>
                  <a:lnTo>
                    <a:pt x="178070" y="599929"/>
                  </a:lnTo>
                  <a:lnTo>
                    <a:pt x="176811" y="599352"/>
                  </a:lnTo>
                  <a:lnTo>
                    <a:pt x="175187" y="600220"/>
                  </a:lnTo>
                  <a:lnTo>
                    <a:pt x="173960" y="602043"/>
                  </a:lnTo>
                  <a:lnTo>
                    <a:pt x="173969" y="603275"/>
                  </a:lnTo>
                  <a:lnTo>
                    <a:pt x="170724" y="601284"/>
                  </a:lnTo>
                  <a:lnTo>
                    <a:pt x="170623" y="598897"/>
                  </a:lnTo>
                  <a:lnTo>
                    <a:pt x="168999" y="596593"/>
                  </a:lnTo>
                  <a:lnTo>
                    <a:pt x="166107" y="594999"/>
                  </a:lnTo>
                  <a:lnTo>
                    <a:pt x="163280" y="594795"/>
                  </a:lnTo>
                  <a:lnTo>
                    <a:pt x="161936" y="592621"/>
                  </a:lnTo>
                  <a:lnTo>
                    <a:pt x="160127" y="586341"/>
                  </a:lnTo>
                  <a:lnTo>
                    <a:pt x="156848" y="579813"/>
                  </a:lnTo>
                  <a:lnTo>
                    <a:pt x="159900" y="578480"/>
                  </a:lnTo>
                  <a:lnTo>
                    <a:pt x="162667" y="580397"/>
                  </a:lnTo>
                  <a:lnTo>
                    <a:pt x="164376" y="582710"/>
                  </a:lnTo>
                  <a:lnTo>
                    <a:pt x="167819" y="583444"/>
                  </a:lnTo>
                  <a:lnTo>
                    <a:pt x="174431" y="582916"/>
                  </a:lnTo>
                  <a:lnTo>
                    <a:pt x="179498" y="583930"/>
                  </a:lnTo>
                  <a:lnTo>
                    <a:pt x="180920" y="584864"/>
                  </a:lnTo>
                  <a:lnTo>
                    <a:pt x="192215" y="587983"/>
                  </a:lnTo>
                  <a:lnTo>
                    <a:pt x="196324" y="590435"/>
                  </a:lnTo>
                  <a:lnTo>
                    <a:pt x="202953" y="592375"/>
                  </a:lnTo>
                  <a:lnTo>
                    <a:pt x="206439" y="593039"/>
                  </a:lnTo>
                  <a:lnTo>
                    <a:pt x="214205" y="592254"/>
                  </a:lnTo>
                  <a:lnTo>
                    <a:pt x="217466" y="594223"/>
                  </a:lnTo>
                  <a:lnTo>
                    <a:pt x="227872" y="590086"/>
                  </a:lnTo>
                  <a:lnTo>
                    <a:pt x="228981" y="591268"/>
                  </a:lnTo>
                  <a:lnTo>
                    <a:pt x="235669" y="590485"/>
                  </a:lnTo>
                  <a:lnTo>
                    <a:pt x="236785" y="587498"/>
                  </a:lnTo>
                  <a:lnTo>
                    <a:pt x="235957" y="585287"/>
                  </a:lnTo>
                  <a:lnTo>
                    <a:pt x="232340" y="587252"/>
                  </a:lnTo>
                  <a:lnTo>
                    <a:pt x="230411" y="589543"/>
                  </a:lnTo>
                  <a:lnTo>
                    <a:pt x="229667" y="589898"/>
                  </a:lnTo>
                  <a:lnTo>
                    <a:pt x="229582" y="589247"/>
                  </a:lnTo>
                  <a:lnTo>
                    <a:pt x="235216" y="584823"/>
                  </a:lnTo>
                  <a:lnTo>
                    <a:pt x="237543" y="583925"/>
                  </a:lnTo>
                  <a:lnTo>
                    <a:pt x="238965" y="584098"/>
                  </a:lnTo>
                  <a:lnTo>
                    <a:pt x="240302" y="585873"/>
                  </a:lnTo>
                  <a:lnTo>
                    <a:pt x="239970" y="587297"/>
                  </a:lnTo>
                  <a:lnTo>
                    <a:pt x="238586" y="588248"/>
                  </a:lnTo>
                  <a:lnTo>
                    <a:pt x="237125" y="590882"/>
                  </a:lnTo>
                  <a:lnTo>
                    <a:pt x="236928" y="594676"/>
                  </a:lnTo>
                  <a:lnTo>
                    <a:pt x="238583" y="598955"/>
                  </a:lnTo>
                  <a:lnTo>
                    <a:pt x="244236" y="605692"/>
                  </a:lnTo>
                  <a:lnTo>
                    <a:pt x="245965" y="606661"/>
                  </a:lnTo>
                  <a:lnTo>
                    <a:pt x="248466" y="606605"/>
                  </a:lnTo>
                  <a:lnTo>
                    <a:pt x="252946" y="610096"/>
                  </a:lnTo>
                  <a:lnTo>
                    <a:pt x="253654" y="611122"/>
                  </a:lnTo>
                  <a:lnTo>
                    <a:pt x="254989" y="619509"/>
                  </a:lnTo>
                  <a:lnTo>
                    <a:pt x="258987" y="619701"/>
                  </a:lnTo>
                  <a:lnTo>
                    <a:pt x="260419" y="618448"/>
                  </a:lnTo>
                  <a:lnTo>
                    <a:pt x="259161" y="617216"/>
                  </a:lnTo>
                  <a:lnTo>
                    <a:pt x="259975" y="616253"/>
                  </a:lnTo>
                  <a:lnTo>
                    <a:pt x="267199" y="611822"/>
                  </a:lnTo>
                  <a:lnTo>
                    <a:pt x="273273" y="612945"/>
                  </a:lnTo>
                  <a:lnTo>
                    <a:pt x="277291" y="610554"/>
                  </a:lnTo>
                  <a:lnTo>
                    <a:pt x="278556" y="606656"/>
                  </a:lnTo>
                  <a:lnTo>
                    <a:pt x="277664" y="604835"/>
                  </a:lnTo>
                  <a:lnTo>
                    <a:pt x="272200" y="600441"/>
                  </a:lnTo>
                  <a:lnTo>
                    <a:pt x="270555" y="600209"/>
                  </a:lnTo>
                  <a:lnTo>
                    <a:pt x="269838" y="601158"/>
                  </a:lnTo>
                  <a:lnTo>
                    <a:pt x="266900" y="601897"/>
                  </a:lnTo>
                  <a:lnTo>
                    <a:pt x="265615" y="596382"/>
                  </a:lnTo>
                  <a:lnTo>
                    <a:pt x="263287" y="593361"/>
                  </a:lnTo>
                  <a:lnTo>
                    <a:pt x="261653" y="594606"/>
                  </a:lnTo>
                  <a:lnTo>
                    <a:pt x="263629" y="596561"/>
                  </a:lnTo>
                  <a:lnTo>
                    <a:pt x="264915" y="599347"/>
                  </a:lnTo>
                  <a:lnTo>
                    <a:pt x="265378" y="602492"/>
                  </a:lnTo>
                  <a:lnTo>
                    <a:pt x="258377" y="605245"/>
                  </a:lnTo>
                  <a:lnTo>
                    <a:pt x="256761" y="604874"/>
                  </a:lnTo>
                  <a:lnTo>
                    <a:pt x="254467" y="602912"/>
                  </a:lnTo>
                  <a:lnTo>
                    <a:pt x="252046" y="591123"/>
                  </a:lnTo>
                  <a:lnTo>
                    <a:pt x="257894" y="584523"/>
                  </a:lnTo>
                  <a:lnTo>
                    <a:pt x="257767" y="582933"/>
                  </a:lnTo>
                  <a:lnTo>
                    <a:pt x="254936" y="581952"/>
                  </a:lnTo>
                  <a:lnTo>
                    <a:pt x="252982" y="580260"/>
                  </a:lnTo>
                  <a:lnTo>
                    <a:pt x="254241" y="580088"/>
                  </a:lnTo>
                  <a:lnTo>
                    <a:pt x="256373" y="581361"/>
                  </a:lnTo>
                  <a:lnTo>
                    <a:pt x="255945" y="579813"/>
                  </a:lnTo>
                  <a:lnTo>
                    <a:pt x="253644" y="577307"/>
                  </a:lnTo>
                  <a:lnTo>
                    <a:pt x="251216" y="578653"/>
                  </a:lnTo>
                  <a:lnTo>
                    <a:pt x="247141" y="579142"/>
                  </a:lnTo>
                  <a:lnTo>
                    <a:pt x="243698" y="582688"/>
                  </a:lnTo>
                  <a:lnTo>
                    <a:pt x="242727" y="580853"/>
                  </a:lnTo>
                  <a:lnTo>
                    <a:pt x="243059" y="577572"/>
                  </a:lnTo>
                  <a:lnTo>
                    <a:pt x="251004" y="569837"/>
                  </a:lnTo>
                  <a:lnTo>
                    <a:pt x="259162" y="560340"/>
                  </a:lnTo>
                  <a:lnTo>
                    <a:pt x="260870" y="560921"/>
                  </a:lnTo>
                  <a:lnTo>
                    <a:pt x="261126" y="563535"/>
                  </a:lnTo>
                  <a:lnTo>
                    <a:pt x="261024" y="564904"/>
                  </a:lnTo>
                  <a:lnTo>
                    <a:pt x="258690" y="566956"/>
                  </a:lnTo>
                  <a:lnTo>
                    <a:pt x="259361" y="569012"/>
                  </a:lnTo>
                  <a:lnTo>
                    <a:pt x="262158" y="568685"/>
                  </a:lnTo>
                  <a:lnTo>
                    <a:pt x="265486" y="565500"/>
                  </a:lnTo>
                  <a:lnTo>
                    <a:pt x="265664" y="564550"/>
                  </a:lnTo>
                  <a:lnTo>
                    <a:pt x="262809" y="563757"/>
                  </a:lnTo>
                  <a:lnTo>
                    <a:pt x="262288" y="556492"/>
                  </a:lnTo>
                  <a:lnTo>
                    <a:pt x="267851" y="546471"/>
                  </a:lnTo>
                  <a:lnTo>
                    <a:pt x="268517" y="546325"/>
                  </a:lnTo>
                  <a:lnTo>
                    <a:pt x="267958" y="550744"/>
                  </a:lnTo>
                  <a:lnTo>
                    <a:pt x="266015" y="553663"/>
                  </a:lnTo>
                  <a:lnTo>
                    <a:pt x="265801" y="557321"/>
                  </a:lnTo>
                  <a:lnTo>
                    <a:pt x="267081" y="561357"/>
                  </a:lnTo>
                  <a:lnTo>
                    <a:pt x="268402" y="561738"/>
                  </a:lnTo>
                  <a:lnTo>
                    <a:pt x="269325" y="560525"/>
                  </a:lnTo>
                  <a:lnTo>
                    <a:pt x="268216" y="556529"/>
                  </a:lnTo>
                  <a:lnTo>
                    <a:pt x="269706" y="550352"/>
                  </a:lnTo>
                  <a:lnTo>
                    <a:pt x="268875" y="541688"/>
                  </a:lnTo>
                  <a:lnTo>
                    <a:pt x="267043" y="539514"/>
                  </a:lnTo>
                  <a:lnTo>
                    <a:pt x="265192" y="542058"/>
                  </a:lnTo>
                  <a:lnTo>
                    <a:pt x="264203" y="542359"/>
                  </a:lnTo>
                  <a:lnTo>
                    <a:pt x="262955" y="541754"/>
                  </a:lnTo>
                  <a:lnTo>
                    <a:pt x="262095" y="540087"/>
                  </a:lnTo>
                  <a:lnTo>
                    <a:pt x="267570" y="530001"/>
                  </a:lnTo>
                  <a:lnTo>
                    <a:pt x="272117" y="518609"/>
                  </a:lnTo>
                  <a:lnTo>
                    <a:pt x="272499" y="515963"/>
                  </a:lnTo>
                  <a:lnTo>
                    <a:pt x="270522" y="509872"/>
                  </a:lnTo>
                  <a:lnTo>
                    <a:pt x="268021" y="505881"/>
                  </a:lnTo>
                  <a:lnTo>
                    <a:pt x="264293" y="503491"/>
                  </a:lnTo>
                  <a:lnTo>
                    <a:pt x="262095" y="500606"/>
                  </a:lnTo>
                  <a:lnTo>
                    <a:pt x="262448" y="496599"/>
                  </a:lnTo>
                  <a:lnTo>
                    <a:pt x="261859" y="494022"/>
                  </a:lnTo>
                  <a:lnTo>
                    <a:pt x="260684" y="492491"/>
                  </a:lnTo>
                  <a:lnTo>
                    <a:pt x="254843" y="490268"/>
                  </a:lnTo>
                  <a:lnTo>
                    <a:pt x="253258" y="491121"/>
                  </a:lnTo>
                  <a:lnTo>
                    <a:pt x="251005" y="490760"/>
                  </a:lnTo>
                  <a:lnTo>
                    <a:pt x="251078" y="486879"/>
                  </a:lnTo>
                  <a:lnTo>
                    <a:pt x="246786" y="482380"/>
                  </a:lnTo>
                  <a:lnTo>
                    <a:pt x="244165" y="478468"/>
                  </a:lnTo>
                  <a:lnTo>
                    <a:pt x="241659" y="471811"/>
                  </a:lnTo>
                  <a:lnTo>
                    <a:pt x="241062" y="471542"/>
                  </a:lnTo>
                  <a:lnTo>
                    <a:pt x="240237" y="472264"/>
                  </a:lnTo>
                  <a:lnTo>
                    <a:pt x="239219" y="471021"/>
                  </a:lnTo>
                  <a:lnTo>
                    <a:pt x="238712" y="465417"/>
                  </a:lnTo>
                  <a:lnTo>
                    <a:pt x="237716" y="463297"/>
                  </a:lnTo>
                  <a:lnTo>
                    <a:pt x="230787" y="456394"/>
                  </a:lnTo>
                  <a:lnTo>
                    <a:pt x="227721" y="456033"/>
                  </a:lnTo>
                  <a:lnTo>
                    <a:pt x="221113" y="451089"/>
                  </a:lnTo>
                  <a:lnTo>
                    <a:pt x="219883" y="445941"/>
                  </a:lnTo>
                  <a:lnTo>
                    <a:pt x="219554" y="440372"/>
                  </a:lnTo>
                  <a:lnTo>
                    <a:pt x="217947" y="436289"/>
                  </a:lnTo>
                  <a:lnTo>
                    <a:pt x="213111" y="433104"/>
                  </a:lnTo>
                  <a:lnTo>
                    <a:pt x="209949" y="433770"/>
                  </a:lnTo>
                  <a:lnTo>
                    <a:pt x="209125" y="432970"/>
                  </a:lnTo>
                  <a:lnTo>
                    <a:pt x="206676" y="424228"/>
                  </a:lnTo>
                  <a:lnTo>
                    <a:pt x="199750" y="419008"/>
                  </a:lnTo>
                  <a:lnTo>
                    <a:pt x="185462" y="399182"/>
                  </a:lnTo>
                  <a:lnTo>
                    <a:pt x="174868" y="393256"/>
                  </a:lnTo>
                  <a:lnTo>
                    <a:pt x="166506" y="391984"/>
                  </a:lnTo>
                  <a:lnTo>
                    <a:pt x="163980" y="390451"/>
                  </a:lnTo>
                  <a:lnTo>
                    <a:pt x="162551" y="389269"/>
                  </a:lnTo>
                  <a:lnTo>
                    <a:pt x="161084" y="385275"/>
                  </a:lnTo>
                  <a:lnTo>
                    <a:pt x="157194" y="379643"/>
                  </a:lnTo>
                  <a:lnTo>
                    <a:pt x="148478" y="374059"/>
                  </a:lnTo>
                  <a:lnTo>
                    <a:pt x="144607" y="373438"/>
                  </a:lnTo>
                  <a:lnTo>
                    <a:pt x="137090" y="364682"/>
                  </a:lnTo>
                  <a:lnTo>
                    <a:pt x="134983" y="364279"/>
                  </a:lnTo>
                  <a:lnTo>
                    <a:pt x="133274" y="365288"/>
                  </a:lnTo>
                  <a:lnTo>
                    <a:pt x="131990" y="365169"/>
                  </a:lnTo>
                  <a:lnTo>
                    <a:pt x="124516" y="355335"/>
                  </a:lnTo>
                  <a:lnTo>
                    <a:pt x="120546" y="353948"/>
                  </a:lnTo>
                  <a:lnTo>
                    <a:pt x="113607" y="346900"/>
                  </a:lnTo>
                  <a:lnTo>
                    <a:pt x="115864" y="337583"/>
                  </a:lnTo>
                  <a:lnTo>
                    <a:pt x="114841" y="329522"/>
                  </a:lnTo>
                  <a:lnTo>
                    <a:pt x="111133" y="323403"/>
                  </a:lnTo>
                  <a:lnTo>
                    <a:pt x="106546" y="321576"/>
                  </a:lnTo>
                  <a:lnTo>
                    <a:pt x="104934" y="321560"/>
                  </a:lnTo>
                  <a:lnTo>
                    <a:pt x="108787" y="305979"/>
                  </a:lnTo>
                  <a:lnTo>
                    <a:pt x="107249" y="298912"/>
                  </a:lnTo>
                  <a:lnTo>
                    <a:pt x="109040" y="288212"/>
                  </a:lnTo>
                  <a:lnTo>
                    <a:pt x="108045" y="280693"/>
                  </a:lnTo>
                  <a:lnTo>
                    <a:pt x="104850" y="273627"/>
                  </a:lnTo>
                  <a:lnTo>
                    <a:pt x="99352" y="268343"/>
                  </a:lnTo>
                  <a:lnTo>
                    <a:pt x="95602" y="267037"/>
                  </a:lnTo>
                  <a:lnTo>
                    <a:pt x="92860" y="267455"/>
                  </a:lnTo>
                  <a:lnTo>
                    <a:pt x="95818" y="265143"/>
                  </a:lnTo>
                  <a:lnTo>
                    <a:pt x="96696" y="261062"/>
                  </a:lnTo>
                  <a:lnTo>
                    <a:pt x="92037" y="253858"/>
                  </a:lnTo>
                  <a:lnTo>
                    <a:pt x="90908" y="255288"/>
                  </a:lnTo>
                  <a:lnTo>
                    <a:pt x="94285" y="259745"/>
                  </a:lnTo>
                  <a:lnTo>
                    <a:pt x="94751" y="261865"/>
                  </a:lnTo>
                  <a:lnTo>
                    <a:pt x="93456" y="263749"/>
                  </a:lnTo>
                  <a:lnTo>
                    <a:pt x="92294" y="263882"/>
                  </a:lnTo>
                  <a:lnTo>
                    <a:pt x="90909" y="262118"/>
                  </a:lnTo>
                  <a:lnTo>
                    <a:pt x="90810" y="260840"/>
                  </a:lnTo>
                  <a:lnTo>
                    <a:pt x="87971" y="260684"/>
                  </a:lnTo>
                  <a:lnTo>
                    <a:pt x="91377" y="271213"/>
                  </a:lnTo>
                  <a:lnTo>
                    <a:pt x="90766" y="272163"/>
                  </a:lnTo>
                  <a:lnTo>
                    <a:pt x="88645" y="270984"/>
                  </a:lnTo>
                  <a:lnTo>
                    <a:pt x="88687" y="264772"/>
                  </a:lnTo>
                  <a:lnTo>
                    <a:pt x="88183" y="263070"/>
                  </a:lnTo>
                  <a:lnTo>
                    <a:pt x="86896" y="262261"/>
                  </a:lnTo>
                  <a:lnTo>
                    <a:pt x="85808" y="255365"/>
                  </a:lnTo>
                  <a:lnTo>
                    <a:pt x="88438" y="245789"/>
                  </a:lnTo>
                  <a:lnTo>
                    <a:pt x="89920" y="235038"/>
                  </a:lnTo>
                  <a:lnTo>
                    <a:pt x="88700" y="220337"/>
                  </a:lnTo>
                  <a:lnTo>
                    <a:pt x="86896" y="216410"/>
                  </a:lnTo>
                  <a:lnTo>
                    <a:pt x="83695" y="215280"/>
                  </a:lnTo>
                  <a:lnTo>
                    <a:pt x="79546" y="210403"/>
                  </a:lnTo>
                  <a:lnTo>
                    <a:pt x="76962" y="209878"/>
                  </a:lnTo>
                  <a:lnTo>
                    <a:pt x="74315" y="206682"/>
                  </a:lnTo>
                  <a:lnTo>
                    <a:pt x="72971" y="202856"/>
                  </a:lnTo>
                  <a:lnTo>
                    <a:pt x="68426" y="196374"/>
                  </a:lnTo>
                  <a:lnTo>
                    <a:pt x="67090" y="196038"/>
                  </a:lnTo>
                  <a:lnTo>
                    <a:pt x="63155" y="197312"/>
                  </a:lnTo>
                  <a:lnTo>
                    <a:pt x="61577" y="195149"/>
                  </a:lnTo>
                  <a:lnTo>
                    <a:pt x="65856" y="179823"/>
                  </a:lnTo>
                  <a:lnTo>
                    <a:pt x="66717" y="173935"/>
                  </a:lnTo>
                  <a:lnTo>
                    <a:pt x="62198" y="161821"/>
                  </a:lnTo>
                  <a:lnTo>
                    <a:pt x="57457" y="154851"/>
                  </a:lnTo>
                  <a:lnTo>
                    <a:pt x="54136" y="151256"/>
                  </a:lnTo>
                  <a:lnTo>
                    <a:pt x="50230" y="141421"/>
                  </a:lnTo>
                  <a:lnTo>
                    <a:pt x="48490" y="138781"/>
                  </a:lnTo>
                  <a:lnTo>
                    <a:pt x="43659" y="133877"/>
                  </a:lnTo>
                  <a:lnTo>
                    <a:pt x="42197" y="133611"/>
                  </a:lnTo>
                  <a:lnTo>
                    <a:pt x="40193" y="129615"/>
                  </a:lnTo>
                  <a:lnTo>
                    <a:pt x="33023" y="122452"/>
                  </a:lnTo>
                  <a:lnTo>
                    <a:pt x="35791" y="116736"/>
                  </a:lnTo>
                  <a:lnTo>
                    <a:pt x="38016" y="109174"/>
                  </a:lnTo>
                  <a:lnTo>
                    <a:pt x="34295" y="103410"/>
                  </a:lnTo>
                  <a:lnTo>
                    <a:pt x="31504" y="101377"/>
                  </a:lnTo>
                  <a:lnTo>
                    <a:pt x="29372" y="98693"/>
                  </a:lnTo>
                  <a:lnTo>
                    <a:pt x="29691" y="98002"/>
                  </a:lnTo>
                  <a:lnTo>
                    <a:pt x="31434" y="98398"/>
                  </a:lnTo>
                  <a:lnTo>
                    <a:pt x="36407" y="102432"/>
                  </a:lnTo>
                  <a:lnTo>
                    <a:pt x="37460" y="102518"/>
                  </a:lnTo>
                  <a:lnTo>
                    <a:pt x="39544" y="100897"/>
                  </a:lnTo>
                  <a:lnTo>
                    <a:pt x="41827" y="96536"/>
                  </a:lnTo>
                  <a:lnTo>
                    <a:pt x="42540" y="96224"/>
                  </a:lnTo>
                  <a:lnTo>
                    <a:pt x="38882" y="103014"/>
                  </a:lnTo>
                  <a:lnTo>
                    <a:pt x="40764" y="101137"/>
                  </a:lnTo>
                  <a:lnTo>
                    <a:pt x="42943" y="96251"/>
                  </a:lnTo>
                  <a:lnTo>
                    <a:pt x="44052" y="90957"/>
                  </a:lnTo>
                  <a:lnTo>
                    <a:pt x="43323" y="86540"/>
                  </a:lnTo>
                  <a:lnTo>
                    <a:pt x="39005" y="85424"/>
                  </a:lnTo>
                  <a:lnTo>
                    <a:pt x="35792" y="81109"/>
                  </a:lnTo>
                  <a:lnTo>
                    <a:pt x="31087" y="79740"/>
                  </a:lnTo>
                  <a:lnTo>
                    <a:pt x="30214" y="78251"/>
                  </a:lnTo>
                  <a:lnTo>
                    <a:pt x="30333" y="72905"/>
                  </a:lnTo>
                  <a:lnTo>
                    <a:pt x="28830" y="70539"/>
                  </a:lnTo>
                  <a:lnTo>
                    <a:pt x="26590" y="69595"/>
                  </a:lnTo>
                  <a:lnTo>
                    <a:pt x="23333" y="69749"/>
                  </a:lnTo>
                  <a:lnTo>
                    <a:pt x="20669" y="67437"/>
                  </a:lnTo>
                  <a:lnTo>
                    <a:pt x="18797" y="64360"/>
                  </a:lnTo>
                  <a:lnTo>
                    <a:pt x="18416" y="62369"/>
                  </a:lnTo>
                  <a:lnTo>
                    <a:pt x="18539" y="60706"/>
                  </a:lnTo>
                  <a:lnTo>
                    <a:pt x="19399" y="59786"/>
                  </a:lnTo>
                  <a:lnTo>
                    <a:pt x="19304" y="55986"/>
                  </a:lnTo>
                  <a:lnTo>
                    <a:pt x="19454" y="50659"/>
                  </a:lnTo>
                  <a:lnTo>
                    <a:pt x="17089" y="38884"/>
                  </a:lnTo>
                  <a:lnTo>
                    <a:pt x="15301" y="36488"/>
                  </a:lnTo>
                  <a:lnTo>
                    <a:pt x="9293" y="33671"/>
                  </a:lnTo>
                  <a:lnTo>
                    <a:pt x="6340" y="31233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128177" y="616"/>
                  </a:lnTo>
                  <a:lnTo>
                    <a:pt x="246853" y="1652"/>
                  </a:lnTo>
                  <a:lnTo>
                    <a:pt x="241481" y="10312"/>
                  </a:lnTo>
                  <a:lnTo>
                    <a:pt x="236839" y="12659"/>
                  </a:lnTo>
                  <a:lnTo>
                    <a:pt x="236388" y="21820"/>
                  </a:lnTo>
                  <a:lnTo>
                    <a:pt x="234904" y="27789"/>
                  </a:lnTo>
                  <a:lnTo>
                    <a:pt x="357123" y="83978"/>
                  </a:lnTo>
                  <a:lnTo>
                    <a:pt x="370961" y="90383"/>
                  </a:lnTo>
                  <a:lnTo>
                    <a:pt x="479572" y="139250"/>
                  </a:lnTo>
                  <a:lnTo>
                    <a:pt x="502143" y="149338"/>
                  </a:lnTo>
                  <a:lnTo>
                    <a:pt x="548456" y="170143"/>
                  </a:lnTo>
                  <a:lnTo>
                    <a:pt x="592861" y="190099"/>
                  </a:lnTo>
                  <a:lnTo>
                    <a:pt x="606809" y="196354"/>
                  </a:lnTo>
                  <a:lnTo>
                    <a:pt x="645332" y="198661"/>
                  </a:lnTo>
                  <a:lnTo>
                    <a:pt x="682539" y="200861"/>
                  </a:lnTo>
                  <a:lnTo>
                    <a:pt x="743570" y="204196"/>
                  </a:lnTo>
                  <a:lnTo>
                    <a:pt x="845575" y="209564"/>
                  </a:lnTo>
                  <a:lnTo>
                    <a:pt x="901970" y="212001"/>
                  </a:lnTo>
                  <a:lnTo>
                    <a:pt x="904325" y="157914"/>
                  </a:lnTo>
                  <a:lnTo>
                    <a:pt x="1041962" y="163220"/>
                  </a:lnTo>
                  <a:lnTo>
                    <a:pt x="1076787" y="164365"/>
                  </a:lnTo>
                  <a:lnTo>
                    <a:pt x="1080859" y="168837"/>
                  </a:lnTo>
                  <a:lnTo>
                    <a:pt x="1084568" y="166918"/>
                  </a:lnTo>
                  <a:lnTo>
                    <a:pt x="1088140" y="168601"/>
                  </a:lnTo>
                  <a:lnTo>
                    <a:pt x="1091719" y="171023"/>
                  </a:lnTo>
                  <a:lnTo>
                    <a:pt x="1094783" y="175308"/>
                  </a:lnTo>
                  <a:lnTo>
                    <a:pt x="1100726" y="188750"/>
                  </a:lnTo>
                  <a:lnTo>
                    <a:pt x="1107442" y="201658"/>
                  </a:lnTo>
                  <a:lnTo>
                    <a:pt x="1109253" y="203949"/>
                  </a:lnTo>
                  <a:lnTo>
                    <a:pt x="1111097" y="204574"/>
                  </a:lnTo>
                  <a:lnTo>
                    <a:pt x="1121509" y="212036"/>
                  </a:lnTo>
                  <a:lnTo>
                    <a:pt x="1127659" y="212788"/>
                  </a:lnTo>
                  <a:lnTo>
                    <a:pt x="1129397" y="213033"/>
                  </a:lnTo>
                  <a:lnTo>
                    <a:pt x="1132605" y="216193"/>
                  </a:lnTo>
                  <a:lnTo>
                    <a:pt x="1134446" y="216546"/>
                  </a:lnTo>
                  <a:lnTo>
                    <a:pt x="1136357" y="222651"/>
                  </a:lnTo>
                  <a:lnTo>
                    <a:pt x="1142185" y="225450"/>
                  </a:lnTo>
                  <a:lnTo>
                    <a:pt x="1148927" y="234391"/>
                  </a:lnTo>
                  <a:lnTo>
                    <a:pt x="1151717" y="238773"/>
                  </a:lnTo>
                  <a:lnTo>
                    <a:pt x="1158903" y="244570"/>
                  </a:lnTo>
                  <a:lnTo>
                    <a:pt x="1165141" y="247240"/>
                  </a:lnTo>
                  <a:lnTo>
                    <a:pt x="1169456" y="251047"/>
                  </a:lnTo>
                  <a:lnTo>
                    <a:pt x="1171442" y="254381"/>
                  </a:lnTo>
                  <a:lnTo>
                    <a:pt x="1172020" y="258719"/>
                  </a:lnTo>
                  <a:lnTo>
                    <a:pt x="1174133" y="262517"/>
                  </a:lnTo>
                  <a:lnTo>
                    <a:pt x="1177755" y="264270"/>
                  </a:lnTo>
                  <a:lnTo>
                    <a:pt x="1180286" y="266925"/>
                  </a:lnTo>
                  <a:lnTo>
                    <a:pt x="1180044" y="267376"/>
                  </a:lnTo>
                  <a:lnTo>
                    <a:pt x="1188740" y="273851"/>
                  </a:lnTo>
                  <a:lnTo>
                    <a:pt x="1190181" y="275596"/>
                  </a:lnTo>
                  <a:lnTo>
                    <a:pt x="1190568" y="278672"/>
                  </a:lnTo>
                  <a:lnTo>
                    <a:pt x="1204739" y="286725"/>
                  </a:lnTo>
                  <a:lnTo>
                    <a:pt x="1209477" y="286328"/>
                  </a:lnTo>
                  <a:lnTo>
                    <a:pt x="1214819" y="291054"/>
                  </a:lnTo>
                  <a:lnTo>
                    <a:pt x="1219342" y="292883"/>
                  </a:lnTo>
                  <a:lnTo>
                    <a:pt x="1221284" y="296398"/>
                  </a:lnTo>
                  <a:lnTo>
                    <a:pt x="1224592" y="300193"/>
                  </a:lnTo>
                  <a:lnTo>
                    <a:pt x="1226135" y="300940"/>
                  </a:lnTo>
                  <a:lnTo>
                    <a:pt x="1230295" y="300319"/>
                  </a:lnTo>
                  <a:lnTo>
                    <a:pt x="1232464" y="303245"/>
                  </a:lnTo>
                  <a:lnTo>
                    <a:pt x="1232524" y="306437"/>
                  </a:lnTo>
                  <a:lnTo>
                    <a:pt x="1233607" y="309303"/>
                  </a:lnTo>
                  <a:lnTo>
                    <a:pt x="1238227" y="310466"/>
                  </a:lnTo>
                  <a:lnTo>
                    <a:pt x="1241182" y="314369"/>
                  </a:lnTo>
                  <a:lnTo>
                    <a:pt x="1244388" y="323604"/>
                  </a:lnTo>
                  <a:lnTo>
                    <a:pt x="1244114" y="326163"/>
                  </a:lnTo>
                  <a:lnTo>
                    <a:pt x="1244344" y="329516"/>
                  </a:lnTo>
                  <a:lnTo>
                    <a:pt x="1247134" y="338065"/>
                  </a:lnTo>
                  <a:lnTo>
                    <a:pt x="1259659" y="354532"/>
                  </a:lnTo>
                  <a:lnTo>
                    <a:pt x="1262329" y="361703"/>
                  </a:lnTo>
                  <a:lnTo>
                    <a:pt x="1260984" y="375334"/>
                  </a:lnTo>
                  <a:lnTo>
                    <a:pt x="1262471" y="392576"/>
                  </a:lnTo>
                  <a:lnTo>
                    <a:pt x="1274095" y="410894"/>
                  </a:lnTo>
                  <a:lnTo>
                    <a:pt x="1277199" y="423024"/>
                  </a:lnTo>
                  <a:lnTo>
                    <a:pt x="1279379" y="425772"/>
                  </a:lnTo>
                  <a:lnTo>
                    <a:pt x="1291070" y="434781"/>
                  </a:lnTo>
                  <a:lnTo>
                    <a:pt x="1291634" y="437123"/>
                  </a:lnTo>
                  <a:lnTo>
                    <a:pt x="1292991" y="438544"/>
                  </a:lnTo>
                  <a:lnTo>
                    <a:pt x="1299045" y="440982"/>
                  </a:lnTo>
                  <a:lnTo>
                    <a:pt x="1305111" y="442051"/>
                  </a:lnTo>
                  <a:lnTo>
                    <a:pt x="1310368" y="445611"/>
                  </a:lnTo>
                  <a:lnTo>
                    <a:pt x="1310786" y="446145"/>
                  </a:lnTo>
                  <a:lnTo>
                    <a:pt x="1310278" y="448424"/>
                  </a:lnTo>
                  <a:lnTo>
                    <a:pt x="1315144" y="456625"/>
                  </a:lnTo>
                  <a:lnTo>
                    <a:pt x="1321168" y="459113"/>
                  </a:lnTo>
                  <a:lnTo>
                    <a:pt x="1323711" y="462378"/>
                  </a:lnTo>
                  <a:lnTo>
                    <a:pt x="1328400" y="465636"/>
                  </a:lnTo>
                  <a:lnTo>
                    <a:pt x="1335428" y="468492"/>
                  </a:lnTo>
                  <a:lnTo>
                    <a:pt x="1347416" y="470433"/>
                  </a:lnTo>
                  <a:lnTo>
                    <a:pt x="1354995" y="472494"/>
                  </a:lnTo>
                  <a:lnTo>
                    <a:pt x="1355786" y="474412"/>
                  </a:lnTo>
                  <a:lnTo>
                    <a:pt x="1362220" y="482201"/>
                  </a:lnTo>
                  <a:lnTo>
                    <a:pt x="1374742" y="486502"/>
                  </a:lnTo>
                  <a:lnTo>
                    <a:pt x="1379268" y="486055"/>
                  </a:lnTo>
                  <a:lnTo>
                    <a:pt x="1388494" y="496460"/>
                  </a:lnTo>
                  <a:lnTo>
                    <a:pt x="1393088" y="500005"/>
                  </a:lnTo>
                  <a:lnTo>
                    <a:pt x="1399303" y="502452"/>
                  </a:lnTo>
                  <a:lnTo>
                    <a:pt x="1400035" y="501375"/>
                  </a:lnTo>
                  <a:lnTo>
                    <a:pt x="1401961" y="501313"/>
                  </a:lnTo>
                  <a:lnTo>
                    <a:pt x="1402521" y="502831"/>
                  </a:lnTo>
                  <a:lnTo>
                    <a:pt x="1404650" y="504302"/>
                  </a:lnTo>
                  <a:lnTo>
                    <a:pt x="1405316" y="503811"/>
                  </a:lnTo>
                  <a:lnTo>
                    <a:pt x="1410555" y="507183"/>
                  </a:lnTo>
                  <a:lnTo>
                    <a:pt x="1413184" y="506060"/>
                  </a:lnTo>
                  <a:lnTo>
                    <a:pt x="1418743" y="507220"/>
                  </a:lnTo>
                  <a:lnTo>
                    <a:pt x="1419652" y="508241"/>
                  </a:lnTo>
                  <a:lnTo>
                    <a:pt x="1423726" y="507018"/>
                  </a:lnTo>
                  <a:lnTo>
                    <a:pt x="1425499" y="503361"/>
                  </a:lnTo>
                  <a:lnTo>
                    <a:pt x="1426385" y="497841"/>
                  </a:lnTo>
                  <a:lnTo>
                    <a:pt x="1428534" y="494557"/>
                  </a:lnTo>
                  <a:lnTo>
                    <a:pt x="1433432" y="492909"/>
                  </a:lnTo>
                  <a:lnTo>
                    <a:pt x="1437436" y="485835"/>
                  </a:lnTo>
                  <a:lnTo>
                    <a:pt x="1448922" y="479986"/>
                  </a:lnTo>
                  <a:lnTo>
                    <a:pt x="1450923" y="478481"/>
                  </a:lnTo>
                  <a:lnTo>
                    <a:pt x="1450610" y="476373"/>
                  </a:lnTo>
                  <a:lnTo>
                    <a:pt x="1446935" y="474098"/>
                  </a:lnTo>
                  <a:lnTo>
                    <a:pt x="1449729" y="464323"/>
                  </a:lnTo>
                  <a:lnTo>
                    <a:pt x="1453450" y="460387"/>
                  </a:lnTo>
                  <a:lnTo>
                    <a:pt x="1455557" y="450396"/>
                  </a:lnTo>
                  <a:lnTo>
                    <a:pt x="1457553" y="444520"/>
                  </a:lnTo>
                  <a:lnTo>
                    <a:pt x="1466429" y="427341"/>
                  </a:lnTo>
                  <a:lnTo>
                    <a:pt x="1468760" y="424794"/>
                  </a:lnTo>
                  <a:lnTo>
                    <a:pt x="1469779" y="419026"/>
                  </a:lnTo>
                  <a:lnTo>
                    <a:pt x="1471376" y="416370"/>
                  </a:lnTo>
                  <a:lnTo>
                    <a:pt x="1472115" y="416008"/>
                  </a:lnTo>
                  <a:lnTo>
                    <a:pt x="1472686" y="417175"/>
                  </a:lnTo>
                  <a:lnTo>
                    <a:pt x="1476125" y="417465"/>
                  </a:lnTo>
                  <a:lnTo>
                    <a:pt x="1482010" y="414979"/>
                  </a:lnTo>
                  <a:lnTo>
                    <a:pt x="1484719" y="416236"/>
                  </a:lnTo>
                  <a:lnTo>
                    <a:pt x="1488318" y="413720"/>
                  </a:lnTo>
                  <a:lnTo>
                    <a:pt x="1488623" y="412782"/>
                  </a:lnTo>
                  <a:lnTo>
                    <a:pt x="1487731" y="411864"/>
                  </a:lnTo>
                  <a:lnTo>
                    <a:pt x="1488154" y="411466"/>
                  </a:lnTo>
                  <a:lnTo>
                    <a:pt x="1496620" y="412383"/>
                  </a:lnTo>
                  <a:lnTo>
                    <a:pt x="1501253" y="414191"/>
                  </a:lnTo>
                  <a:lnTo>
                    <a:pt x="1504397" y="403665"/>
                  </a:lnTo>
                  <a:lnTo>
                    <a:pt x="1506326" y="401366"/>
                  </a:lnTo>
                  <a:lnTo>
                    <a:pt x="1508954" y="400101"/>
                  </a:lnTo>
                  <a:lnTo>
                    <a:pt x="1510580" y="400383"/>
                  </a:lnTo>
                  <a:lnTo>
                    <a:pt x="1518167" y="404464"/>
                  </a:lnTo>
                  <a:lnTo>
                    <a:pt x="1523364" y="405321"/>
                  </a:lnTo>
                  <a:lnTo>
                    <a:pt x="1526970" y="409279"/>
                  </a:lnTo>
                  <a:lnTo>
                    <a:pt x="1534934" y="411249"/>
                  </a:lnTo>
                  <a:lnTo>
                    <a:pt x="1537669" y="410913"/>
                  </a:lnTo>
                  <a:lnTo>
                    <a:pt x="1539697" y="409384"/>
                  </a:lnTo>
                  <a:lnTo>
                    <a:pt x="1545648" y="408582"/>
                  </a:lnTo>
                  <a:lnTo>
                    <a:pt x="1550760" y="410252"/>
                  </a:lnTo>
                  <a:lnTo>
                    <a:pt x="1555879" y="409954"/>
                  </a:lnTo>
                  <a:lnTo>
                    <a:pt x="1565419" y="410993"/>
                  </a:lnTo>
                  <a:lnTo>
                    <a:pt x="1571933" y="413996"/>
                  </a:lnTo>
                  <a:lnTo>
                    <a:pt x="1582911" y="412803"/>
                  </a:lnTo>
                  <a:lnTo>
                    <a:pt x="1586367" y="411029"/>
                  </a:lnTo>
                  <a:lnTo>
                    <a:pt x="1589491" y="408181"/>
                  </a:lnTo>
                  <a:lnTo>
                    <a:pt x="1590505" y="409924"/>
                  </a:lnTo>
                  <a:lnTo>
                    <a:pt x="1590347" y="414650"/>
                  </a:lnTo>
                  <a:lnTo>
                    <a:pt x="1593940" y="413915"/>
                  </a:lnTo>
                  <a:lnTo>
                    <a:pt x="1595585" y="412682"/>
                  </a:lnTo>
                  <a:lnTo>
                    <a:pt x="1598819" y="413118"/>
                  </a:lnTo>
                  <a:lnTo>
                    <a:pt x="1603064" y="415265"/>
                  </a:lnTo>
                  <a:lnTo>
                    <a:pt x="1607428" y="424236"/>
                  </a:lnTo>
                  <a:lnTo>
                    <a:pt x="1610324" y="425984"/>
                  </a:lnTo>
                  <a:lnTo>
                    <a:pt x="1613130" y="426225"/>
                  </a:lnTo>
                  <a:lnTo>
                    <a:pt x="1614940" y="427375"/>
                  </a:lnTo>
                  <a:lnTo>
                    <a:pt x="1615078" y="428932"/>
                  </a:lnTo>
                  <a:lnTo>
                    <a:pt x="1613824" y="432771"/>
                  </a:lnTo>
                  <a:lnTo>
                    <a:pt x="1614114" y="435227"/>
                  </a:lnTo>
                  <a:lnTo>
                    <a:pt x="1615142" y="436546"/>
                  </a:lnTo>
                  <a:lnTo>
                    <a:pt x="1616172" y="436724"/>
                  </a:lnTo>
                  <a:lnTo>
                    <a:pt x="1617365" y="434936"/>
                  </a:lnTo>
                  <a:lnTo>
                    <a:pt x="1617154" y="431409"/>
                  </a:lnTo>
                  <a:lnTo>
                    <a:pt x="1618149" y="430182"/>
                  </a:lnTo>
                  <a:lnTo>
                    <a:pt x="1618962" y="429795"/>
                  </a:lnTo>
                  <a:lnTo>
                    <a:pt x="1620455" y="430710"/>
                  </a:lnTo>
                  <a:lnTo>
                    <a:pt x="1621133" y="437488"/>
                  </a:lnTo>
                  <a:lnTo>
                    <a:pt x="1619545" y="440297"/>
                  </a:lnTo>
                  <a:lnTo>
                    <a:pt x="1619378" y="442570"/>
                  </a:lnTo>
                  <a:lnTo>
                    <a:pt x="1627176" y="443218"/>
                  </a:lnTo>
                  <a:lnTo>
                    <a:pt x="1631174" y="448403"/>
                  </a:lnTo>
                  <a:lnTo>
                    <a:pt x="1637446" y="448576"/>
                  </a:lnTo>
                  <a:lnTo>
                    <a:pt x="1640165" y="449569"/>
                  </a:lnTo>
                  <a:lnTo>
                    <a:pt x="1640686" y="452376"/>
                  </a:lnTo>
                  <a:lnTo>
                    <a:pt x="1645661" y="460980"/>
                  </a:lnTo>
                  <a:lnTo>
                    <a:pt x="1651945" y="463398"/>
                  </a:lnTo>
                  <a:lnTo>
                    <a:pt x="1654302" y="465920"/>
                  </a:lnTo>
                  <a:lnTo>
                    <a:pt x="1658667" y="468151"/>
                  </a:lnTo>
                  <a:lnTo>
                    <a:pt x="1659446" y="471286"/>
                  </a:lnTo>
                  <a:lnTo>
                    <a:pt x="1667869" y="475164"/>
                  </a:lnTo>
                  <a:lnTo>
                    <a:pt x="1671298" y="481448"/>
                  </a:lnTo>
                  <a:lnTo>
                    <a:pt x="1671390" y="482739"/>
                  </a:lnTo>
                  <a:lnTo>
                    <a:pt x="1670371" y="484206"/>
                  </a:lnTo>
                  <a:lnTo>
                    <a:pt x="1670721" y="484718"/>
                  </a:lnTo>
                  <a:lnTo>
                    <a:pt x="1675834" y="489588"/>
                  </a:lnTo>
                  <a:lnTo>
                    <a:pt x="1680056" y="491449"/>
                  </a:lnTo>
                  <a:lnTo>
                    <a:pt x="1681202" y="492803"/>
                  </a:lnTo>
                  <a:lnTo>
                    <a:pt x="1684262" y="506171"/>
                  </a:lnTo>
                  <a:lnTo>
                    <a:pt x="1684078" y="511807"/>
                  </a:lnTo>
                  <a:lnTo>
                    <a:pt x="1692062" y="522721"/>
                  </a:lnTo>
                  <a:lnTo>
                    <a:pt x="1694860" y="525478"/>
                  </a:lnTo>
                  <a:lnTo>
                    <a:pt x="1697638" y="533555"/>
                  </a:lnTo>
                  <a:lnTo>
                    <a:pt x="1699944" y="544966"/>
                  </a:lnTo>
                  <a:lnTo>
                    <a:pt x="1704060" y="547436"/>
                  </a:lnTo>
                  <a:lnTo>
                    <a:pt x="1705670" y="547317"/>
                  </a:lnTo>
                  <a:lnTo>
                    <a:pt x="1705564" y="551101"/>
                  </a:lnTo>
                  <a:lnTo>
                    <a:pt x="1710748" y="553987"/>
                  </a:lnTo>
                  <a:lnTo>
                    <a:pt x="1710900" y="555244"/>
                  </a:lnTo>
                  <a:lnTo>
                    <a:pt x="1709677" y="557464"/>
                  </a:lnTo>
                  <a:lnTo>
                    <a:pt x="1709882" y="559355"/>
                  </a:lnTo>
                  <a:lnTo>
                    <a:pt x="1711966" y="562384"/>
                  </a:lnTo>
                  <a:lnTo>
                    <a:pt x="1717699" y="564189"/>
                  </a:lnTo>
                  <a:lnTo>
                    <a:pt x="1716611" y="565769"/>
                  </a:lnTo>
                  <a:lnTo>
                    <a:pt x="1714089" y="566931"/>
                  </a:lnTo>
                  <a:lnTo>
                    <a:pt x="1717398" y="570911"/>
                  </a:lnTo>
                  <a:lnTo>
                    <a:pt x="1717580" y="572447"/>
                  </a:lnTo>
                  <a:lnTo>
                    <a:pt x="1716185" y="575655"/>
                  </a:lnTo>
                  <a:lnTo>
                    <a:pt x="1716899" y="577586"/>
                  </a:lnTo>
                  <a:lnTo>
                    <a:pt x="1722934" y="586340"/>
                  </a:lnTo>
                  <a:lnTo>
                    <a:pt x="1722349" y="590616"/>
                  </a:lnTo>
                  <a:lnTo>
                    <a:pt x="1726449" y="595294"/>
                  </a:lnTo>
                  <a:lnTo>
                    <a:pt x="1730038" y="595860"/>
                  </a:lnTo>
                  <a:lnTo>
                    <a:pt x="1731312" y="600802"/>
                  </a:lnTo>
                  <a:lnTo>
                    <a:pt x="1744555" y="606144"/>
                  </a:lnTo>
                  <a:lnTo>
                    <a:pt x="1747596" y="610910"/>
                  </a:lnTo>
                  <a:lnTo>
                    <a:pt x="1747701" y="612609"/>
                  </a:lnTo>
                  <a:lnTo>
                    <a:pt x="1748624" y="613874"/>
                  </a:lnTo>
                  <a:lnTo>
                    <a:pt x="1751758" y="615581"/>
                  </a:lnTo>
                  <a:lnTo>
                    <a:pt x="1752900" y="620776"/>
                  </a:lnTo>
                  <a:lnTo>
                    <a:pt x="1754762" y="624073"/>
                  </a:lnTo>
                  <a:lnTo>
                    <a:pt x="1757690" y="625203"/>
                  </a:lnTo>
                  <a:lnTo>
                    <a:pt x="1760303" y="628940"/>
                  </a:lnTo>
                  <a:lnTo>
                    <a:pt x="1766549" y="641083"/>
                  </a:lnTo>
                  <a:lnTo>
                    <a:pt x="1767426" y="645449"/>
                  </a:lnTo>
                  <a:lnTo>
                    <a:pt x="1769916" y="647679"/>
                  </a:lnTo>
                  <a:lnTo>
                    <a:pt x="1770758" y="650534"/>
                  </a:lnTo>
                  <a:lnTo>
                    <a:pt x="1772963" y="650898"/>
                  </a:lnTo>
                  <a:lnTo>
                    <a:pt x="1778665" y="655062"/>
                  </a:lnTo>
                  <a:lnTo>
                    <a:pt x="1783136" y="661166"/>
                  </a:lnTo>
                  <a:lnTo>
                    <a:pt x="1783748" y="662556"/>
                  </a:lnTo>
                  <a:lnTo>
                    <a:pt x="1785586" y="663974"/>
                  </a:lnTo>
                  <a:lnTo>
                    <a:pt x="1793912" y="665740"/>
                  </a:lnTo>
                  <a:lnTo>
                    <a:pt x="1801665" y="668579"/>
                  </a:lnTo>
                  <a:lnTo>
                    <a:pt x="1803234" y="669752"/>
                  </a:lnTo>
                  <a:lnTo>
                    <a:pt x="1805629" y="675820"/>
                  </a:lnTo>
                  <a:lnTo>
                    <a:pt x="1804734" y="682390"/>
                  </a:lnTo>
                  <a:lnTo>
                    <a:pt x="1808430" y="682389"/>
                  </a:lnTo>
                  <a:lnTo>
                    <a:pt x="1809732" y="683383"/>
                  </a:lnTo>
                  <a:lnTo>
                    <a:pt x="1810026" y="684521"/>
                  </a:lnTo>
                  <a:lnTo>
                    <a:pt x="1808333" y="688477"/>
                  </a:lnTo>
                  <a:lnTo>
                    <a:pt x="1809228" y="692698"/>
                  </a:lnTo>
                  <a:lnTo>
                    <a:pt x="1808834" y="695956"/>
                  </a:lnTo>
                  <a:lnTo>
                    <a:pt x="1807582" y="701342"/>
                  </a:lnTo>
                  <a:lnTo>
                    <a:pt x="1805785" y="703059"/>
                  </a:lnTo>
                  <a:lnTo>
                    <a:pt x="1808708" y="705497"/>
                  </a:lnTo>
                  <a:lnTo>
                    <a:pt x="1809496" y="707030"/>
                  </a:lnTo>
                  <a:lnTo>
                    <a:pt x="1808578" y="709366"/>
                  </a:lnTo>
                  <a:lnTo>
                    <a:pt x="1809855" y="710764"/>
                  </a:lnTo>
                  <a:lnTo>
                    <a:pt x="1811987" y="709671"/>
                  </a:lnTo>
                  <a:lnTo>
                    <a:pt x="1813221" y="710102"/>
                  </a:lnTo>
                  <a:lnTo>
                    <a:pt x="1814467" y="711806"/>
                  </a:lnTo>
                  <a:lnTo>
                    <a:pt x="1815508" y="716563"/>
                  </a:lnTo>
                  <a:lnTo>
                    <a:pt x="1816262" y="720578"/>
                  </a:lnTo>
                  <a:lnTo>
                    <a:pt x="1816186" y="730579"/>
                  </a:lnTo>
                  <a:lnTo>
                    <a:pt x="1813676" y="733980"/>
                  </a:lnTo>
                  <a:lnTo>
                    <a:pt x="1814581" y="739183"/>
                  </a:lnTo>
                  <a:lnTo>
                    <a:pt x="1816228" y="740315"/>
                  </a:lnTo>
                  <a:lnTo>
                    <a:pt x="1817754" y="739471"/>
                  </a:lnTo>
                  <a:lnTo>
                    <a:pt x="1820847" y="743624"/>
                  </a:lnTo>
                  <a:lnTo>
                    <a:pt x="1820188" y="746237"/>
                  </a:lnTo>
                  <a:lnTo>
                    <a:pt x="1821166" y="748677"/>
                  </a:lnTo>
                  <a:lnTo>
                    <a:pt x="1827709" y="751375"/>
                  </a:lnTo>
                  <a:lnTo>
                    <a:pt x="1827391" y="755928"/>
                  </a:lnTo>
                  <a:lnTo>
                    <a:pt x="1828578" y="757374"/>
                  </a:lnTo>
                  <a:lnTo>
                    <a:pt x="1830990" y="757386"/>
                  </a:lnTo>
                  <a:lnTo>
                    <a:pt x="1832508" y="758178"/>
                  </a:lnTo>
                  <a:lnTo>
                    <a:pt x="1833877" y="759994"/>
                  </a:lnTo>
                  <a:lnTo>
                    <a:pt x="1836730" y="766530"/>
                  </a:lnTo>
                  <a:lnTo>
                    <a:pt x="1837134" y="771532"/>
                  </a:lnTo>
                  <a:lnTo>
                    <a:pt x="1840498" y="773946"/>
                  </a:lnTo>
                  <a:lnTo>
                    <a:pt x="1840460" y="777623"/>
                  </a:lnTo>
                  <a:lnTo>
                    <a:pt x="1841581" y="782104"/>
                  </a:lnTo>
                  <a:lnTo>
                    <a:pt x="1843996" y="786214"/>
                  </a:lnTo>
                  <a:lnTo>
                    <a:pt x="1845291" y="793479"/>
                  </a:lnTo>
                  <a:lnTo>
                    <a:pt x="1844855" y="795189"/>
                  </a:lnTo>
                  <a:lnTo>
                    <a:pt x="1845293" y="796186"/>
                  </a:lnTo>
                  <a:lnTo>
                    <a:pt x="1849619" y="797483"/>
                  </a:lnTo>
                  <a:lnTo>
                    <a:pt x="1853570" y="803130"/>
                  </a:lnTo>
                  <a:lnTo>
                    <a:pt x="1852479" y="807400"/>
                  </a:lnTo>
                  <a:lnTo>
                    <a:pt x="1851341" y="808299"/>
                  </a:lnTo>
                  <a:lnTo>
                    <a:pt x="1853245" y="810880"/>
                  </a:lnTo>
                  <a:lnTo>
                    <a:pt x="1854882" y="812715"/>
                  </a:lnTo>
                  <a:lnTo>
                    <a:pt x="1856992" y="812540"/>
                  </a:lnTo>
                  <a:lnTo>
                    <a:pt x="1859583" y="810593"/>
                  </a:lnTo>
                  <a:lnTo>
                    <a:pt x="1869274" y="815491"/>
                  </a:lnTo>
                  <a:lnTo>
                    <a:pt x="1872005" y="814470"/>
                  </a:lnTo>
                  <a:lnTo>
                    <a:pt x="1875589" y="816986"/>
                  </a:lnTo>
                  <a:lnTo>
                    <a:pt x="1882535" y="815186"/>
                  </a:lnTo>
                  <a:lnTo>
                    <a:pt x="1884646" y="815526"/>
                  </a:lnTo>
                  <a:lnTo>
                    <a:pt x="1888621" y="820512"/>
                  </a:lnTo>
                  <a:lnTo>
                    <a:pt x="1894978" y="825840"/>
                  </a:lnTo>
                  <a:lnTo>
                    <a:pt x="1898175" y="827686"/>
                  </a:lnTo>
                  <a:lnTo>
                    <a:pt x="1898380" y="829414"/>
                  </a:lnTo>
                  <a:lnTo>
                    <a:pt x="1899210" y="830649"/>
                  </a:lnTo>
                  <a:lnTo>
                    <a:pt x="1900897" y="830866"/>
                  </a:lnTo>
                  <a:lnTo>
                    <a:pt x="1903295" y="829968"/>
                  </a:lnTo>
                  <a:lnTo>
                    <a:pt x="1904269" y="827924"/>
                  </a:lnTo>
                  <a:lnTo>
                    <a:pt x="1907140" y="828056"/>
                  </a:lnTo>
                  <a:lnTo>
                    <a:pt x="1913001" y="829661"/>
                  </a:lnTo>
                  <a:lnTo>
                    <a:pt x="1915258" y="832339"/>
                  </a:lnTo>
                  <a:lnTo>
                    <a:pt x="1917668" y="832058"/>
                  </a:lnTo>
                  <a:lnTo>
                    <a:pt x="1924355" y="833130"/>
                  </a:lnTo>
                  <a:lnTo>
                    <a:pt x="1927834" y="836468"/>
                  </a:lnTo>
                  <a:lnTo>
                    <a:pt x="1943407" y="847703"/>
                  </a:lnTo>
                  <a:lnTo>
                    <a:pt x="1946048" y="848871"/>
                  </a:lnTo>
                  <a:lnTo>
                    <a:pt x="1955213" y="850877"/>
                  </a:lnTo>
                  <a:lnTo>
                    <a:pt x="1958829" y="849874"/>
                  </a:lnTo>
                  <a:lnTo>
                    <a:pt x="1961418" y="850226"/>
                  </a:lnTo>
                  <a:lnTo>
                    <a:pt x="1964971" y="851963"/>
                  </a:lnTo>
                  <a:lnTo>
                    <a:pt x="1967056" y="851974"/>
                  </a:lnTo>
                  <a:lnTo>
                    <a:pt x="1968912" y="849221"/>
                  </a:lnTo>
                  <a:lnTo>
                    <a:pt x="1974103" y="849575"/>
                  </a:lnTo>
                  <a:lnTo>
                    <a:pt x="1975566" y="850857"/>
                  </a:lnTo>
                  <a:lnTo>
                    <a:pt x="1981800" y="849988"/>
                  </a:lnTo>
                  <a:lnTo>
                    <a:pt x="1982448" y="849562"/>
                  </a:lnTo>
                  <a:lnTo>
                    <a:pt x="1999033" y="852723"/>
                  </a:lnTo>
                  <a:lnTo>
                    <a:pt x="2006914" y="853023"/>
                  </a:lnTo>
                  <a:lnTo>
                    <a:pt x="2011030" y="854335"/>
                  </a:lnTo>
                  <a:lnTo>
                    <a:pt x="2015071" y="860928"/>
                  </a:lnTo>
                  <a:lnTo>
                    <a:pt x="2021170" y="863494"/>
                  </a:lnTo>
                  <a:lnTo>
                    <a:pt x="2022657" y="865069"/>
                  </a:lnTo>
                  <a:lnTo>
                    <a:pt x="2024027" y="869108"/>
                  </a:lnTo>
                  <a:lnTo>
                    <a:pt x="2028017" y="869876"/>
                  </a:lnTo>
                  <a:lnTo>
                    <a:pt x="2029725" y="869210"/>
                  </a:lnTo>
                  <a:lnTo>
                    <a:pt x="2031200" y="869818"/>
                  </a:lnTo>
                  <a:lnTo>
                    <a:pt x="2032478" y="873332"/>
                  </a:lnTo>
                  <a:lnTo>
                    <a:pt x="2036665" y="874505"/>
                  </a:lnTo>
                  <a:lnTo>
                    <a:pt x="2040298" y="873879"/>
                  </a:lnTo>
                  <a:lnTo>
                    <a:pt x="2041288" y="870566"/>
                  </a:lnTo>
                  <a:lnTo>
                    <a:pt x="2039658" y="866062"/>
                  </a:lnTo>
                  <a:lnTo>
                    <a:pt x="2042254" y="863960"/>
                  </a:lnTo>
                  <a:lnTo>
                    <a:pt x="2046195" y="863078"/>
                  </a:lnTo>
                  <a:lnTo>
                    <a:pt x="2050112" y="860431"/>
                  </a:lnTo>
                  <a:lnTo>
                    <a:pt x="2060708" y="858935"/>
                  </a:lnTo>
                  <a:lnTo>
                    <a:pt x="2062752" y="858868"/>
                  </a:lnTo>
                  <a:lnTo>
                    <a:pt x="2064088" y="859640"/>
                  </a:lnTo>
                  <a:lnTo>
                    <a:pt x="2064514" y="867043"/>
                  </a:lnTo>
                  <a:lnTo>
                    <a:pt x="2063727" y="878285"/>
                  </a:lnTo>
                  <a:lnTo>
                    <a:pt x="2062591" y="887297"/>
                  </a:lnTo>
                  <a:lnTo>
                    <a:pt x="2060218" y="896062"/>
                  </a:lnTo>
                  <a:lnTo>
                    <a:pt x="2035107" y="949298"/>
                  </a:lnTo>
                  <a:lnTo>
                    <a:pt x="2027632" y="969620"/>
                  </a:lnTo>
                  <a:lnTo>
                    <a:pt x="2020386" y="995588"/>
                  </a:lnTo>
                  <a:lnTo>
                    <a:pt x="2014961" y="1019666"/>
                  </a:lnTo>
                  <a:lnTo>
                    <a:pt x="2011912" y="1036987"/>
                  </a:lnTo>
                  <a:lnTo>
                    <a:pt x="2009672" y="1056285"/>
                  </a:lnTo>
                  <a:lnTo>
                    <a:pt x="2007684" y="1096633"/>
                  </a:lnTo>
                  <a:lnTo>
                    <a:pt x="2008327" y="1118280"/>
                  </a:lnTo>
                  <a:lnTo>
                    <a:pt x="2008088" y="1134232"/>
                  </a:lnTo>
                  <a:lnTo>
                    <a:pt x="2006222" y="1168117"/>
                  </a:lnTo>
                  <a:lnTo>
                    <a:pt x="2006543" y="1180638"/>
                  </a:lnTo>
                  <a:lnTo>
                    <a:pt x="2008346" y="1210519"/>
                  </a:lnTo>
                  <a:lnTo>
                    <a:pt x="2008191" y="1225740"/>
                  </a:lnTo>
                  <a:lnTo>
                    <a:pt x="2006041" y="1237939"/>
                  </a:lnTo>
                  <a:lnTo>
                    <a:pt x="2000307" y="1253608"/>
                  </a:lnTo>
                  <a:lnTo>
                    <a:pt x="1999085" y="1266873"/>
                  </a:lnTo>
                  <a:lnTo>
                    <a:pt x="1999664" y="1278094"/>
                  </a:lnTo>
                  <a:lnTo>
                    <a:pt x="2004265" y="1293270"/>
                  </a:lnTo>
                  <a:lnTo>
                    <a:pt x="2008355" y="1300695"/>
                  </a:lnTo>
                  <a:lnTo>
                    <a:pt x="2007392" y="1302228"/>
                  </a:lnTo>
                  <a:lnTo>
                    <a:pt x="2008620" y="1312115"/>
                  </a:lnTo>
                  <a:lnTo>
                    <a:pt x="2011814" y="1322247"/>
                  </a:lnTo>
                  <a:lnTo>
                    <a:pt x="2015170" y="1329875"/>
                  </a:lnTo>
                  <a:lnTo>
                    <a:pt x="2019017" y="1336759"/>
                  </a:lnTo>
                  <a:lnTo>
                    <a:pt x="2028878" y="1351402"/>
                  </a:lnTo>
                  <a:lnTo>
                    <a:pt x="2036834" y="1360765"/>
                  </a:lnTo>
                  <a:lnTo>
                    <a:pt x="2049641" y="1372164"/>
                  </a:lnTo>
                  <a:lnTo>
                    <a:pt x="2059186" y="1379128"/>
                  </a:lnTo>
                  <a:lnTo>
                    <a:pt x="2061560" y="1381742"/>
                  </a:lnTo>
                  <a:lnTo>
                    <a:pt x="2061336" y="1382787"/>
                  </a:lnTo>
                  <a:lnTo>
                    <a:pt x="2061344" y="1388537"/>
                  </a:lnTo>
                  <a:lnTo>
                    <a:pt x="2056936" y="1401875"/>
                  </a:lnTo>
                  <a:lnTo>
                    <a:pt x="2053239" y="1409297"/>
                  </a:lnTo>
                  <a:lnTo>
                    <a:pt x="2052315" y="1414549"/>
                  </a:lnTo>
                  <a:lnTo>
                    <a:pt x="2052285" y="1420205"/>
                  </a:lnTo>
                  <a:lnTo>
                    <a:pt x="2053338" y="1424875"/>
                  </a:lnTo>
                  <a:lnTo>
                    <a:pt x="2059237" y="1437688"/>
                  </a:lnTo>
                  <a:lnTo>
                    <a:pt x="2069348" y="1459225"/>
                  </a:lnTo>
                  <a:lnTo>
                    <a:pt x="2075539" y="1468973"/>
                  </a:lnTo>
                  <a:lnTo>
                    <a:pt x="2076826" y="1473020"/>
                  </a:lnTo>
                  <a:lnTo>
                    <a:pt x="2078349" y="1475325"/>
                  </a:lnTo>
                  <a:lnTo>
                    <a:pt x="2079634" y="1480126"/>
                  </a:lnTo>
                  <a:lnTo>
                    <a:pt x="2079869" y="1484255"/>
                  </a:lnTo>
                  <a:lnTo>
                    <a:pt x="2081512" y="1487767"/>
                  </a:lnTo>
                  <a:lnTo>
                    <a:pt x="2083373" y="1491189"/>
                  </a:lnTo>
                  <a:lnTo>
                    <a:pt x="2087293" y="1496011"/>
                  </a:lnTo>
                  <a:lnTo>
                    <a:pt x="2095899" y="1504776"/>
                  </a:lnTo>
                  <a:lnTo>
                    <a:pt x="2104187" y="1511622"/>
                  </a:lnTo>
                  <a:lnTo>
                    <a:pt x="2111438" y="1521112"/>
                  </a:lnTo>
                  <a:lnTo>
                    <a:pt x="2127696" y="1537020"/>
                  </a:lnTo>
                  <a:lnTo>
                    <a:pt x="2136940" y="1546991"/>
                  </a:lnTo>
                  <a:lnTo>
                    <a:pt x="2152399" y="1564640"/>
                  </a:lnTo>
                  <a:lnTo>
                    <a:pt x="2153659" y="1568449"/>
                  </a:lnTo>
                  <a:lnTo>
                    <a:pt x="2158127" y="1573853"/>
                  </a:lnTo>
                  <a:lnTo>
                    <a:pt x="2167479" y="1584760"/>
                  </a:lnTo>
                  <a:lnTo>
                    <a:pt x="2171977" y="1594248"/>
                  </a:lnTo>
                  <a:lnTo>
                    <a:pt x="2172742" y="1596711"/>
                  </a:lnTo>
                  <a:lnTo>
                    <a:pt x="2172576" y="1599465"/>
                  </a:lnTo>
                  <a:lnTo>
                    <a:pt x="2176751" y="1615833"/>
                  </a:lnTo>
                  <a:lnTo>
                    <a:pt x="2178582" y="1619285"/>
                  </a:lnTo>
                  <a:lnTo>
                    <a:pt x="2182216" y="1623830"/>
                  </a:lnTo>
                  <a:lnTo>
                    <a:pt x="2184180" y="1625735"/>
                  </a:lnTo>
                  <a:lnTo>
                    <a:pt x="2184795" y="1627871"/>
                  </a:lnTo>
                  <a:lnTo>
                    <a:pt x="2183635" y="1629109"/>
                  </a:lnTo>
                  <a:lnTo>
                    <a:pt x="2183547" y="1633696"/>
                  </a:lnTo>
                  <a:lnTo>
                    <a:pt x="2185449" y="1638534"/>
                  </a:lnTo>
                  <a:lnTo>
                    <a:pt x="2185058" y="1640500"/>
                  </a:lnTo>
                  <a:lnTo>
                    <a:pt x="2186353" y="1643534"/>
                  </a:lnTo>
                  <a:lnTo>
                    <a:pt x="2190663" y="1648090"/>
                  </a:lnTo>
                  <a:lnTo>
                    <a:pt x="2195575" y="1650975"/>
                  </a:lnTo>
                  <a:lnTo>
                    <a:pt x="2199389" y="1652539"/>
                  </a:lnTo>
                  <a:lnTo>
                    <a:pt x="2206095" y="1657362"/>
                  </a:lnTo>
                  <a:lnTo>
                    <a:pt x="2205619" y="1658176"/>
                  </a:lnTo>
                  <a:lnTo>
                    <a:pt x="2207704" y="1661651"/>
                  </a:lnTo>
                  <a:lnTo>
                    <a:pt x="2210699" y="1663935"/>
                  </a:lnTo>
                  <a:lnTo>
                    <a:pt x="2209406" y="1666828"/>
                  </a:lnTo>
                  <a:lnTo>
                    <a:pt x="2210290" y="1669823"/>
                  </a:lnTo>
                  <a:lnTo>
                    <a:pt x="2211538" y="1672092"/>
                  </a:lnTo>
                  <a:lnTo>
                    <a:pt x="2215375" y="1674353"/>
                  </a:lnTo>
                  <a:lnTo>
                    <a:pt x="2219735" y="1674937"/>
                  </a:lnTo>
                  <a:lnTo>
                    <a:pt x="2223597" y="1673840"/>
                  </a:lnTo>
                  <a:lnTo>
                    <a:pt x="2224840" y="1674776"/>
                  </a:lnTo>
                  <a:lnTo>
                    <a:pt x="2226671" y="1685777"/>
                  </a:lnTo>
                  <a:lnTo>
                    <a:pt x="2229130" y="1692559"/>
                  </a:lnTo>
                  <a:lnTo>
                    <a:pt x="2232710" y="1696707"/>
                  </a:lnTo>
                  <a:lnTo>
                    <a:pt x="2237196" y="1700113"/>
                  </a:lnTo>
                  <a:lnTo>
                    <a:pt x="2244949" y="1703464"/>
                  </a:lnTo>
                  <a:lnTo>
                    <a:pt x="2252192" y="1705457"/>
                  </a:lnTo>
                  <a:lnTo>
                    <a:pt x="2254835" y="1707711"/>
                  </a:lnTo>
                  <a:lnTo>
                    <a:pt x="2260919" y="1710452"/>
                  </a:lnTo>
                  <a:lnTo>
                    <a:pt x="2268432" y="1712352"/>
                  </a:lnTo>
                  <a:lnTo>
                    <a:pt x="2277240" y="1713160"/>
                  </a:lnTo>
                  <a:lnTo>
                    <a:pt x="2287277" y="1713175"/>
                  </a:lnTo>
                  <a:lnTo>
                    <a:pt x="2304246" y="1711866"/>
                  </a:lnTo>
                  <a:lnTo>
                    <a:pt x="2308563" y="1713023"/>
                  </a:lnTo>
                  <a:lnTo>
                    <a:pt x="2316098" y="1712839"/>
                  </a:lnTo>
                  <a:lnTo>
                    <a:pt x="2320432" y="1715213"/>
                  </a:lnTo>
                  <a:lnTo>
                    <a:pt x="2331901" y="1724334"/>
                  </a:lnTo>
                  <a:lnTo>
                    <a:pt x="2332012" y="1726433"/>
                  </a:lnTo>
                  <a:lnTo>
                    <a:pt x="2336455" y="1728431"/>
                  </a:lnTo>
                  <a:lnTo>
                    <a:pt x="2343358" y="1729650"/>
                  </a:lnTo>
                  <a:lnTo>
                    <a:pt x="2349333" y="1729561"/>
                  </a:lnTo>
                  <a:lnTo>
                    <a:pt x="2358714" y="1730316"/>
                  </a:lnTo>
                  <a:lnTo>
                    <a:pt x="2362019" y="1733832"/>
                  </a:lnTo>
                  <a:lnTo>
                    <a:pt x="2364121" y="1740716"/>
                  </a:lnTo>
                  <a:lnTo>
                    <a:pt x="2368561" y="1746945"/>
                  </a:lnTo>
                  <a:lnTo>
                    <a:pt x="2375003" y="1751880"/>
                  </a:lnTo>
                  <a:lnTo>
                    <a:pt x="2381862" y="1760685"/>
                  </a:lnTo>
                  <a:lnTo>
                    <a:pt x="2384502" y="1768851"/>
                  </a:lnTo>
                  <a:lnTo>
                    <a:pt x="2385756" y="1770157"/>
                  </a:lnTo>
                  <a:lnTo>
                    <a:pt x="2392550" y="1773671"/>
                  </a:lnTo>
                  <a:lnTo>
                    <a:pt x="2400006" y="1774522"/>
                  </a:lnTo>
                  <a:lnTo>
                    <a:pt x="2413524" y="1772223"/>
                  </a:lnTo>
                  <a:lnTo>
                    <a:pt x="2426459" y="1768657"/>
                  </a:lnTo>
                  <a:lnTo>
                    <a:pt x="2438830" y="1765013"/>
                  </a:lnTo>
                  <a:lnTo>
                    <a:pt x="2506149" y="1737826"/>
                  </a:lnTo>
                  <a:lnTo>
                    <a:pt x="2520547" y="1733972"/>
                  </a:lnTo>
                  <a:lnTo>
                    <a:pt x="2554722" y="1730738"/>
                  </a:lnTo>
                  <a:lnTo>
                    <a:pt x="2560023" y="1731574"/>
                  </a:lnTo>
                  <a:lnTo>
                    <a:pt x="2567092" y="1731237"/>
                  </a:lnTo>
                  <a:lnTo>
                    <a:pt x="2574080" y="1730159"/>
                  </a:lnTo>
                  <a:lnTo>
                    <a:pt x="2580403" y="1728101"/>
                  </a:lnTo>
                  <a:lnTo>
                    <a:pt x="2586953" y="1724471"/>
                  </a:lnTo>
                  <a:lnTo>
                    <a:pt x="2592020" y="1719884"/>
                  </a:lnTo>
                  <a:lnTo>
                    <a:pt x="2596344" y="1714244"/>
                  </a:lnTo>
                  <a:lnTo>
                    <a:pt x="2598343" y="1710425"/>
                  </a:lnTo>
                  <a:lnTo>
                    <a:pt x="2601663" y="1707622"/>
                  </a:lnTo>
                  <a:lnTo>
                    <a:pt x="2617491" y="1703950"/>
                  </a:lnTo>
                  <a:lnTo>
                    <a:pt x="2624422" y="1701391"/>
                  </a:lnTo>
                  <a:lnTo>
                    <a:pt x="2636182" y="1698373"/>
                  </a:lnTo>
                  <a:lnTo>
                    <a:pt x="2679901" y="1691819"/>
                  </a:lnTo>
                  <a:lnTo>
                    <a:pt x="2682790" y="1692388"/>
                  </a:lnTo>
                  <a:lnTo>
                    <a:pt x="2688991" y="1699452"/>
                  </a:lnTo>
                  <a:lnTo>
                    <a:pt x="2694149" y="1701183"/>
                  </a:lnTo>
                  <a:lnTo>
                    <a:pt x="2697495" y="1698846"/>
                  </a:lnTo>
                  <a:lnTo>
                    <a:pt x="2694276" y="1696570"/>
                  </a:lnTo>
                  <a:lnTo>
                    <a:pt x="2695422" y="1694942"/>
                  </a:lnTo>
                  <a:lnTo>
                    <a:pt x="2700831" y="1694196"/>
                  </a:lnTo>
                  <a:lnTo>
                    <a:pt x="2706412" y="1692368"/>
                  </a:lnTo>
                  <a:lnTo>
                    <a:pt x="2717764" y="1685111"/>
                  </a:lnTo>
                  <a:lnTo>
                    <a:pt x="2726714" y="1680563"/>
                  </a:lnTo>
                  <a:lnTo>
                    <a:pt x="2730007" y="1679912"/>
                  </a:lnTo>
                  <a:lnTo>
                    <a:pt x="2733004" y="1677675"/>
                  </a:lnTo>
                  <a:lnTo>
                    <a:pt x="2738360" y="1671947"/>
                  </a:lnTo>
                  <a:lnTo>
                    <a:pt x="2744237" y="1664118"/>
                  </a:lnTo>
                  <a:lnTo>
                    <a:pt x="2751130" y="1659255"/>
                  </a:lnTo>
                  <a:lnTo>
                    <a:pt x="2766970" y="1650271"/>
                  </a:lnTo>
                  <a:lnTo>
                    <a:pt x="2774095" y="1645190"/>
                  </a:lnTo>
                  <a:lnTo>
                    <a:pt x="2774771" y="1643676"/>
                  </a:lnTo>
                  <a:lnTo>
                    <a:pt x="2778021" y="1640594"/>
                  </a:lnTo>
                  <a:lnTo>
                    <a:pt x="2796506" y="1626115"/>
                  </a:lnTo>
                  <a:lnTo>
                    <a:pt x="2811432" y="1610301"/>
                  </a:lnTo>
                  <a:lnTo>
                    <a:pt x="2815726" y="1602896"/>
                  </a:lnTo>
                  <a:lnTo>
                    <a:pt x="2815050" y="1597899"/>
                  </a:lnTo>
                  <a:lnTo>
                    <a:pt x="2816353" y="1593217"/>
                  </a:lnTo>
                  <a:lnTo>
                    <a:pt x="2816517" y="1586021"/>
                  </a:lnTo>
                  <a:lnTo>
                    <a:pt x="2815610" y="1584308"/>
                  </a:lnTo>
                  <a:lnTo>
                    <a:pt x="2815511" y="1577868"/>
                  </a:lnTo>
                  <a:lnTo>
                    <a:pt x="2817002" y="1573713"/>
                  </a:lnTo>
                  <a:lnTo>
                    <a:pt x="2817289" y="1570212"/>
                  </a:lnTo>
                  <a:lnTo>
                    <a:pt x="2814792" y="1567634"/>
                  </a:lnTo>
                  <a:lnTo>
                    <a:pt x="2814284" y="1565783"/>
                  </a:lnTo>
                  <a:lnTo>
                    <a:pt x="2818304" y="1559555"/>
                  </a:lnTo>
                  <a:lnTo>
                    <a:pt x="2818879" y="1554860"/>
                  </a:lnTo>
                  <a:lnTo>
                    <a:pt x="2822828" y="1550396"/>
                  </a:lnTo>
                  <a:lnTo>
                    <a:pt x="2835143" y="1540433"/>
                  </a:lnTo>
                  <a:lnTo>
                    <a:pt x="2841006" y="1529133"/>
                  </a:lnTo>
                  <a:lnTo>
                    <a:pt x="2838278" y="1526347"/>
                  </a:lnTo>
                  <a:lnTo>
                    <a:pt x="2838038" y="1525080"/>
                  </a:lnTo>
                  <a:lnTo>
                    <a:pt x="2838948" y="1524197"/>
                  </a:lnTo>
                  <a:lnTo>
                    <a:pt x="2838753" y="1523572"/>
                  </a:lnTo>
                  <a:lnTo>
                    <a:pt x="2835112" y="1517483"/>
                  </a:lnTo>
                  <a:lnTo>
                    <a:pt x="2836006" y="1511176"/>
                  </a:lnTo>
                  <a:lnTo>
                    <a:pt x="2834601" y="1507799"/>
                  </a:lnTo>
                  <a:lnTo>
                    <a:pt x="2833724" y="1505760"/>
                  </a:lnTo>
                  <a:lnTo>
                    <a:pt x="2834379" y="1504526"/>
                  </a:lnTo>
                  <a:lnTo>
                    <a:pt x="2834698" y="1499646"/>
                  </a:lnTo>
                  <a:lnTo>
                    <a:pt x="2833961" y="1498685"/>
                  </a:lnTo>
                  <a:lnTo>
                    <a:pt x="2832770" y="1486668"/>
                  </a:lnTo>
                  <a:lnTo>
                    <a:pt x="2832953" y="1480041"/>
                  </a:lnTo>
                  <a:lnTo>
                    <a:pt x="2829941" y="1468818"/>
                  </a:lnTo>
                  <a:lnTo>
                    <a:pt x="2829705" y="1465773"/>
                  </a:lnTo>
                  <a:lnTo>
                    <a:pt x="2834515" y="1448285"/>
                  </a:lnTo>
                  <a:lnTo>
                    <a:pt x="2834106" y="1439145"/>
                  </a:lnTo>
                  <a:lnTo>
                    <a:pt x="2837692" y="1432734"/>
                  </a:lnTo>
                  <a:lnTo>
                    <a:pt x="2837697" y="1431866"/>
                  </a:lnTo>
                  <a:lnTo>
                    <a:pt x="2836842" y="1431463"/>
                  </a:lnTo>
                  <a:lnTo>
                    <a:pt x="2836332" y="1428184"/>
                  </a:lnTo>
                  <a:lnTo>
                    <a:pt x="2837278" y="1423497"/>
                  </a:lnTo>
                  <a:lnTo>
                    <a:pt x="2840181" y="1410455"/>
                  </a:lnTo>
                  <a:lnTo>
                    <a:pt x="2843042" y="1404192"/>
                  </a:lnTo>
                  <a:lnTo>
                    <a:pt x="2845899" y="1401155"/>
                  </a:lnTo>
                  <a:lnTo>
                    <a:pt x="2857705" y="1392492"/>
                  </a:lnTo>
                  <a:lnTo>
                    <a:pt x="2868774" y="1384056"/>
                  </a:lnTo>
                  <a:lnTo>
                    <a:pt x="2879463" y="1380694"/>
                  </a:lnTo>
                  <a:lnTo>
                    <a:pt x="2889898" y="1373138"/>
                  </a:lnTo>
                  <a:lnTo>
                    <a:pt x="2893495" y="1371640"/>
                  </a:lnTo>
                  <a:lnTo>
                    <a:pt x="2915183" y="1364250"/>
                  </a:lnTo>
                  <a:lnTo>
                    <a:pt x="2934575" y="1359098"/>
                  </a:lnTo>
                  <a:lnTo>
                    <a:pt x="2938334" y="1358218"/>
                  </a:lnTo>
                  <a:lnTo>
                    <a:pt x="2952654" y="1354997"/>
                  </a:lnTo>
                  <a:lnTo>
                    <a:pt x="2963305" y="1352906"/>
                  </a:lnTo>
                  <a:lnTo>
                    <a:pt x="2970763" y="1351431"/>
                  </a:lnTo>
                  <a:lnTo>
                    <a:pt x="2976503" y="1350485"/>
                  </a:lnTo>
                  <a:lnTo>
                    <a:pt x="2980577" y="1349041"/>
                  </a:lnTo>
                  <a:lnTo>
                    <a:pt x="2991175" y="1346369"/>
                  </a:lnTo>
                  <a:lnTo>
                    <a:pt x="3005645" y="1343009"/>
                  </a:lnTo>
                  <a:lnTo>
                    <a:pt x="3010161" y="1340077"/>
                  </a:lnTo>
                  <a:lnTo>
                    <a:pt x="3016586" y="1338152"/>
                  </a:lnTo>
                  <a:lnTo>
                    <a:pt x="3020738" y="1335434"/>
                  </a:lnTo>
                  <a:lnTo>
                    <a:pt x="3028852" y="1326230"/>
                  </a:lnTo>
                  <a:lnTo>
                    <a:pt x="3036769" y="1323840"/>
                  </a:lnTo>
                  <a:lnTo>
                    <a:pt x="3038349" y="1323941"/>
                  </a:lnTo>
                  <a:lnTo>
                    <a:pt x="3041619" y="1322541"/>
                  </a:lnTo>
                  <a:lnTo>
                    <a:pt x="3053044" y="1318668"/>
                  </a:lnTo>
                  <a:lnTo>
                    <a:pt x="3057085" y="1318477"/>
                  </a:lnTo>
                  <a:lnTo>
                    <a:pt x="3061777" y="1319583"/>
                  </a:lnTo>
                  <a:lnTo>
                    <a:pt x="3066954" y="1318465"/>
                  </a:lnTo>
                  <a:lnTo>
                    <a:pt x="3069700" y="1317378"/>
                  </a:lnTo>
                  <a:lnTo>
                    <a:pt x="3070305" y="1315976"/>
                  </a:lnTo>
                  <a:lnTo>
                    <a:pt x="3075429" y="1311963"/>
                  </a:lnTo>
                  <a:lnTo>
                    <a:pt x="3078393" y="1309773"/>
                  </a:lnTo>
                  <a:lnTo>
                    <a:pt x="3081275" y="1308868"/>
                  </a:lnTo>
                  <a:lnTo>
                    <a:pt x="3091226" y="1309551"/>
                  </a:lnTo>
                  <a:lnTo>
                    <a:pt x="3100353" y="1308805"/>
                  </a:lnTo>
                  <a:lnTo>
                    <a:pt x="3112022" y="1312190"/>
                  </a:lnTo>
                  <a:lnTo>
                    <a:pt x="3127349" y="1315959"/>
                  </a:lnTo>
                  <a:lnTo>
                    <a:pt x="3149154" y="1318237"/>
                  </a:lnTo>
                  <a:lnTo>
                    <a:pt x="3154405" y="1318333"/>
                  </a:lnTo>
                  <a:lnTo>
                    <a:pt x="3158876" y="1320296"/>
                  </a:lnTo>
                  <a:lnTo>
                    <a:pt x="3164155" y="1320637"/>
                  </a:lnTo>
                  <a:lnTo>
                    <a:pt x="3171318" y="1322907"/>
                  </a:lnTo>
                  <a:lnTo>
                    <a:pt x="3178982" y="1321385"/>
                  </a:lnTo>
                  <a:lnTo>
                    <a:pt x="3183839" y="1321834"/>
                  </a:lnTo>
                  <a:lnTo>
                    <a:pt x="3194014" y="1317306"/>
                  </a:lnTo>
                  <a:lnTo>
                    <a:pt x="3196040" y="1315767"/>
                  </a:lnTo>
                  <a:lnTo>
                    <a:pt x="3196230" y="1309205"/>
                  </a:lnTo>
                  <a:lnTo>
                    <a:pt x="3195963" y="1306647"/>
                  </a:lnTo>
                  <a:lnTo>
                    <a:pt x="3193334" y="1306087"/>
                  </a:lnTo>
                  <a:lnTo>
                    <a:pt x="3195581" y="1302980"/>
                  </a:lnTo>
                  <a:lnTo>
                    <a:pt x="3197659" y="1301394"/>
                  </a:lnTo>
                  <a:lnTo>
                    <a:pt x="3207827" y="1306592"/>
                  </a:lnTo>
                  <a:lnTo>
                    <a:pt x="3210556" y="1308815"/>
                  </a:lnTo>
                  <a:lnTo>
                    <a:pt x="3211161" y="1306924"/>
                  </a:lnTo>
                  <a:lnTo>
                    <a:pt x="3208816" y="1305742"/>
                  </a:lnTo>
                  <a:lnTo>
                    <a:pt x="3207999" y="1306058"/>
                  </a:lnTo>
                  <a:lnTo>
                    <a:pt x="3208416" y="1303361"/>
                  </a:lnTo>
                  <a:lnTo>
                    <a:pt x="3213348" y="1308684"/>
                  </a:lnTo>
                  <a:lnTo>
                    <a:pt x="3214043" y="1311342"/>
                  </a:lnTo>
                  <a:lnTo>
                    <a:pt x="3217969" y="1317106"/>
                  </a:lnTo>
                  <a:lnTo>
                    <a:pt x="3221996" y="1321062"/>
                  </a:lnTo>
                  <a:lnTo>
                    <a:pt x="3227814" y="1338108"/>
                  </a:lnTo>
                  <a:lnTo>
                    <a:pt x="3231007" y="1339189"/>
                  </a:lnTo>
                  <a:lnTo>
                    <a:pt x="3229823" y="1335918"/>
                  </a:lnTo>
                  <a:lnTo>
                    <a:pt x="3230340" y="1330651"/>
                  </a:lnTo>
                  <a:lnTo>
                    <a:pt x="3232347" y="1329264"/>
                  </a:lnTo>
                  <a:lnTo>
                    <a:pt x="3233197" y="1327190"/>
                  </a:lnTo>
                  <a:lnTo>
                    <a:pt x="3232648" y="1324480"/>
                  </a:lnTo>
                  <a:lnTo>
                    <a:pt x="3228391" y="1319254"/>
                  </a:lnTo>
                  <a:lnTo>
                    <a:pt x="3228950" y="1318346"/>
                  </a:lnTo>
                  <a:lnTo>
                    <a:pt x="3231956" y="1318964"/>
                  </a:lnTo>
                  <a:lnTo>
                    <a:pt x="3232912" y="1321674"/>
                  </a:lnTo>
                  <a:lnTo>
                    <a:pt x="3233393" y="1326778"/>
                  </a:lnTo>
                  <a:lnTo>
                    <a:pt x="3231355" y="1334456"/>
                  </a:lnTo>
                  <a:lnTo>
                    <a:pt x="3233564" y="1339550"/>
                  </a:lnTo>
                  <a:lnTo>
                    <a:pt x="3233807" y="1342723"/>
                  </a:lnTo>
                  <a:lnTo>
                    <a:pt x="3233617" y="1346463"/>
                  </a:lnTo>
                  <a:lnTo>
                    <a:pt x="3234532" y="1348831"/>
                  </a:lnTo>
                  <a:lnTo>
                    <a:pt x="3236028" y="1350207"/>
                  </a:lnTo>
                  <a:lnTo>
                    <a:pt x="3239161" y="1351152"/>
                  </a:lnTo>
                  <a:lnTo>
                    <a:pt x="3240481" y="1352471"/>
                  </a:lnTo>
                  <a:lnTo>
                    <a:pt x="3238113" y="1361722"/>
                  </a:lnTo>
                  <a:lnTo>
                    <a:pt x="3234948" y="1365197"/>
                  </a:lnTo>
                  <a:lnTo>
                    <a:pt x="3233294" y="1375843"/>
                  </a:lnTo>
                  <a:lnTo>
                    <a:pt x="3232711" y="1379581"/>
                  </a:lnTo>
                  <a:lnTo>
                    <a:pt x="3230281" y="1386715"/>
                  </a:lnTo>
                  <a:lnTo>
                    <a:pt x="3225650" y="1392009"/>
                  </a:lnTo>
                  <a:lnTo>
                    <a:pt x="3221583" y="1399537"/>
                  </a:lnTo>
                  <a:lnTo>
                    <a:pt x="3221962" y="1401616"/>
                  </a:lnTo>
                  <a:lnTo>
                    <a:pt x="3216253" y="1406924"/>
                  </a:lnTo>
                  <a:lnTo>
                    <a:pt x="3208561" y="1419213"/>
                  </a:lnTo>
                  <a:lnTo>
                    <a:pt x="3206298" y="1421559"/>
                  </a:lnTo>
                  <a:lnTo>
                    <a:pt x="3205752" y="1422379"/>
                  </a:lnTo>
                  <a:lnTo>
                    <a:pt x="3205424" y="1422673"/>
                  </a:lnTo>
                  <a:lnTo>
                    <a:pt x="3203979" y="1423557"/>
                  </a:lnTo>
                  <a:lnTo>
                    <a:pt x="3201617" y="1426785"/>
                  </a:lnTo>
                  <a:lnTo>
                    <a:pt x="3194910" y="1432278"/>
                  </a:lnTo>
                  <a:lnTo>
                    <a:pt x="3192746" y="1434876"/>
                  </a:lnTo>
                  <a:lnTo>
                    <a:pt x="3187904" y="1443384"/>
                  </a:lnTo>
                  <a:lnTo>
                    <a:pt x="3186039" y="1446453"/>
                  </a:lnTo>
                  <a:lnTo>
                    <a:pt x="3183266" y="1453570"/>
                  </a:lnTo>
                  <a:lnTo>
                    <a:pt x="3183596" y="1454393"/>
                  </a:lnTo>
                  <a:lnTo>
                    <a:pt x="3183165" y="1455290"/>
                  </a:lnTo>
                  <a:lnTo>
                    <a:pt x="3183264" y="1455710"/>
                  </a:lnTo>
                  <a:lnTo>
                    <a:pt x="3182638" y="1457793"/>
                  </a:lnTo>
                  <a:lnTo>
                    <a:pt x="3176767" y="1466604"/>
                  </a:lnTo>
                  <a:lnTo>
                    <a:pt x="3174129" y="1474824"/>
                  </a:lnTo>
                  <a:lnTo>
                    <a:pt x="3172731" y="1481811"/>
                  </a:lnTo>
                  <a:lnTo>
                    <a:pt x="3172460" y="1484990"/>
                  </a:lnTo>
                  <a:lnTo>
                    <a:pt x="3173549" y="1493954"/>
                  </a:lnTo>
                  <a:lnTo>
                    <a:pt x="3177041" y="1501608"/>
                  </a:lnTo>
                  <a:lnTo>
                    <a:pt x="3178963" y="1502155"/>
                  </a:lnTo>
                  <a:lnTo>
                    <a:pt x="3180149" y="1507062"/>
                  </a:lnTo>
                  <a:lnTo>
                    <a:pt x="3178404" y="1513146"/>
                  </a:lnTo>
                  <a:lnTo>
                    <a:pt x="3176617" y="1514243"/>
                  </a:lnTo>
                  <a:lnTo>
                    <a:pt x="3176056" y="1515472"/>
                  </a:lnTo>
                  <a:lnTo>
                    <a:pt x="3175885" y="1517276"/>
                  </a:lnTo>
                  <a:lnTo>
                    <a:pt x="3177075" y="1519528"/>
                  </a:lnTo>
                  <a:lnTo>
                    <a:pt x="3176173" y="1520369"/>
                  </a:lnTo>
                  <a:lnTo>
                    <a:pt x="3174992" y="1519323"/>
                  </a:lnTo>
                  <a:lnTo>
                    <a:pt x="3175638" y="1513905"/>
                  </a:lnTo>
                  <a:lnTo>
                    <a:pt x="3176184" y="1513226"/>
                  </a:lnTo>
                  <a:lnTo>
                    <a:pt x="3178252" y="1513005"/>
                  </a:lnTo>
                  <a:lnTo>
                    <a:pt x="3179971" y="1506692"/>
                  </a:lnTo>
                  <a:lnTo>
                    <a:pt x="3179203" y="1503690"/>
                  </a:lnTo>
                  <a:lnTo>
                    <a:pt x="3176391" y="1501070"/>
                  </a:lnTo>
                  <a:lnTo>
                    <a:pt x="3174760" y="1500573"/>
                  </a:lnTo>
                  <a:lnTo>
                    <a:pt x="3177590" y="1507229"/>
                  </a:lnTo>
                  <a:lnTo>
                    <a:pt x="3173233" y="1517090"/>
                  </a:lnTo>
                  <a:lnTo>
                    <a:pt x="3171645" y="1518224"/>
                  </a:lnTo>
                  <a:lnTo>
                    <a:pt x="3168297" y="1518952"/>
                  </a:lnTo>
                  <a:lnTo>
                    <a:pt x="3167095" y="1517548"/>
                  </a:lnTo>
                  <a:lnTo>
                    <a:pt x="3164615" y="1519978"/>
                  </a:lnTo>
                  <a:lnTo>
                    <a:pt x="3158638" y="1532814"/>
                  </a:lnTo>
                  <a:lnTo>
                    <a:pt x="3157962" y="1537434"/>
                  </a:lnTo>
                  <a:lnTo>
                    <a:pt x="3156721" y="1541659"/>
                  </a:lnTo>
                  <a:lnTo>
                    <a:pt x="3155328" y="1541847"/>
                  </a:lnTo>
                  <a:lnTo>
                    <a:pt x="3154548" y="1540590"/>
                  </a:lnTo>
                  <a:lnTo>
                    <a:pt x="3155898" y="1540543"/>
                  </a:lnTo>
                  <a:lnTo>
                    <a:pt x="3157289" y="1539271"/>
                  </a:lnTo>
                  <a:lnTo>
                    <a:pt x="3157899" y="1533208"/>
                  </a:lnTo>
                  <a:lnTo>
                    <a:pt x="3153039" y="1534208"/>
                  </a:lnTo>
                  <a:lnTo>
                    <a:pt x="3147937" y="1536502"/>
                  </a:lnTo>
                  <a:lnTo>
                    <a:pt x="3147883" y="1544548"/>
                  </a:lnTo>
                  <a:lnTo>
                    <a:pt x="3153690" y="1549791"/>
                  </a:lnTo>
                  <a:lnTo>
                    <a:pt x="3155823" y="1548647"/>
                  </a:lnTo>
                  <a:lnTo>
                    <a:pt x="3156343" y="1547914"/>
                  </a:lnTo>
                  <a:lnTo>
                    <a:pt x="3155822" y="1547726"/>
                  </a:lnTo>
                  <a:lnTo>
                    <a:pt x="3154483" y="1548361"/>
                  </a:lnTo>
                  <a:lnTo>
                    <a:pt x="3156234" y="1547259"/>
                  </a:lnTo>
                  <a:lnTo>
                    <a:pt x="3158167" y="1551848"/>
                  </a:lnTo>
                  <a:lnTo>
                    <a:pt x="3158227" y="1552834"/>
                  </a:lnTo>
                  <a:lnTo>
                    <a:pt x="3157260" y="1553183"/>
                  </a:lnTo>
                  <a:lnTo>
                    <a:pt x="3157540" y="1554533"/>
                  </a:lnTo>
                  <a:lnTo>
                    <a:pt x="3159026" y="1555258"/>
                  </a:lnTo>
                  <a:lnTo>
                    <a:pt x="3159957" y="1554570"/>
                  </a:lnTo>
                  <a:lnTo>
                    <a:pt x="3161712" y="1550240"/>
                  </a:lnTo>
                  <a:lnTo>
                    <a:pt x="3163426" y="1548523"/>
                  </a:lnTo>
                  <a:lnTo>
                    <a:pt x="3169993" y="1546540"/>
                  </a:lnTo>
                  <a:lnTo>
                    <a:pt x="3171950" y="1546833"/>
                  </a:lnTo>
                  <a:lnTo>
                    <a:pt x="3177900" y="1542854"/>
                  </a:lnTo>
                  <a:lnTo>
                    <a:pt x="3181194" y="1541549"/>
                  </a:lnTo>
                  <a:lnTo>
                    <a:pt x="3180549" y="1536153"/>
                  </a:lnTo>
                  <a:lnTo>
                    <a:pt x="3185838" y="1540793"/>
                  </a:lnTo>
                  <a:lnTo>
                    <a:pt x="3184952" y="1552824"/>
                  </a:lnTo>
                  <a:lnTo>
                    <a:pt x="3184080" y="1555884"/>
                  </a:lnTo>
                  <a:lnTo>
                    <a:pt x="3180835" y="1559673"/>
                  </a:lnTo>
                  <a:lnTo>
                    <a:pt x="3178606" y="1560916"/>
                  </a:lnTo>
                  <a:lnTo>
                    <a:pt x="3175292" y="1566180"/>
                  </a:lnTo>
                  <a:lnTo>
                    <a:pt x="3171670" y="1566976"/>
                  </a:lnTo>
                  <a:lnTo>
                    <a:pt x="3170939" y="1566786"/>
                  </a:lnTo>
                  <a:lnTo>
                    <a:pt x="3172184" y="1566788"/>
                  </a:lnTo>
                  <a:lnTo>
                    <a:pt x="3173536" y="1565681"/>
                  </a:lnTo>
                  <a:lnTo>
                    <a:pt x="3173757" y="1562374"/>
                  </a:lnTo>
                  <a:lnTo>
                    <a:pt x="3172453" y="1562584"/>
                  </a:lnTo>
                  <a:lnTo>
                    <a:pt x="3163154" y="1570019"/>
                  </a:lnTo>
                  <a:lnTo>
                    <a:pt x="3160880" y="1580141"/>
                  </a:lnTo>
                  <a:lnTo>
                    <a:pt x="3161771" y="1581093"/>
                  </a:lnTo>
                  <a:lnTo>
                    <a:pt x="3161654" y="1583667"/>
                  </a:lnTo>
                  <a:lnTo>
                    <a:pt x="3159074" y="1587033"/>
                  </a:lnTo>
                  <a:lnTo>
                    <a:pt x="3161054" y="1591718"/>
                  </a:lnTo>
                  <a:lnTo>
                    <a:pt x="3165452" y="1593221"/>
                  </a:lnTo>
                  <a:lnTo>
                    <a:pt x="3170203" y="1584552"/>
                  </a:lnTo>
                  <a:lnTo>
                    <a:pt x="3170932" y="1581639"/>
                  </a:lnTo>
                  <a:lnTo>
                    <a:pt x="3168825" y="1584827"/>
                  </a:lnTo>
                  <a:lnTo>
                    <a:pt x="3167440" y="1585550"/>
                  </a:lnTo>
                  <a:lnTo>
                    <a:pt x="3173266" y="1578219"/>
                  </a:lnTo>
                  <a:lnTo>
                    <a:pt x="3178922" y="1574314"/>
                  </a:lnTo>
                  <a:lnTo>
                    <a:pt x="3182477" y="1573925"/>
                  </a:lnTo>
                  <a:lnTo>
                    <a:pt x="3185246" y="1575201"/>
                  </a:lnTo>
                  <a:lnTo>
                    <a:pt x="3180958" y="1581715"/>
                  </a:lnTo>
                  <a:lnTo>
                    <a:pt x="3177065" y="1586126"/>
                  </a:lnTo>
                  <a:lnTo>
                    <a:pt x="3176071" y="1589504"/>
                  </a:lnTo>
                  <a:lnTo>
                    <a:pt x="3175882" y="1599252"/>
                  </a:lnTo>
                  <a:lnTo>
                    <a:pt x="3175977" y="1604625"/>
                  </a:lnTo>
                  <a:lnTo>
                    <a:pt x="3174673" y="1606084"/>
                  </a:lnTo>
                  <a:lnTo>
                    <a:pt x="3170499" y="1618488"/>
                  </a:lnTo>
                  <a:lnTo>
                    <a:pt x="3168978" y="1622967"/>
                  </a:lnTo>
                  <a:lnTo>
                    <a:pt x="3166612" y="1635694"/>
                  </a:lnTo>
                  <a:lnTo>
                    <a:pt x="3166411" y="1643614"/>
                  </a:lnTo>
                  <a:lnTo>
                    <a:pt x="3162488" y="1649531"/>
                  </a:lnTo>
                  <a:lnTo>
                    <a:pt x="3161458" y="1654615"/>
                  </a:lnTo>
                  <a:lnTo>
                    <a:pt x="3161225" y="1669191"/>
                  </a:lnTo>
                  <a:lnTo>
                    <a:pt x="3159335" y="1675345"/>
                  </a:lnTo>
                  <a:lnTo>
                    <a:pt x="3159865" y="1685474"/>
                  </a:lnTo>
                  <a:lnTo>
                    <a:pt x="3157668" y="1689125"/>
                  </a:lnTo>
                  <a:lnTo>
                    <a:pt x="3154063" y="1698256"/>
                  </a:lnTo>
                  <a:lnTo>
                    <a:pt x="3153477" y="1712826"/>
                  </a:lnTo>
                  <a:lnTo>
                    <a:pt x="3152358" y="1713919"/>
                  </a:lnTo>
                  <a:lnTo>
                    <a:pt x="3151817" y="1712950"/>
                  </a:lnTo>
                  <a:lnTo>
                    <a:pt x="3151005" y="1713221"/>
                  </a:lnTo>
                  <a:lnTo>
                    <a:pt x="3147576" y="1719021"/>
                  </a:lnTo>
                  <a:lnTo>
                    <a:pt x="3144756" y="1717195"/>
                  </a:lnTo>
                  <a:lnTo>
                    <a:pt x="3132853" y="1718348"/>
                  </a:lnTo>
                  <a:lnTo>
                    <a:pt x="3129894" y="1688140"/>
                  </a:lnTo>
                  <a:lnTo>
                    <a:pt x="3105038" y="1690459"/>
                  </a:lnTo>
                  <a:lnTo>
                    <a:pt x="3104329" y="1683635"/>
                  </a:lnTo>
                  <a:lnTo>
                    <a:pt x="3097364" y="1682849"/>
                  </a:lnTo>
                  <a:lnTo>
                    <a:pt x="3088723" y="1684102"/>
                  </a:lnTo>
                  <a:lnTo>
                    <a:pt x="3078446" y="1683516"/>
                  </a:lnTo>
                  <a:lnTo>
                    <a:pt x="3073840" y="1688194"/>
                  </a:lnTo>
                  <a:lnTo>
                    <a:pt x="3072252" y="1700231"/>
                  </a:lnTo>
                  <a:lnTo>
                    <a:pt x="3066150" y="1709121"/>
                  </a:lnTo>
                  <a:lnTo>
                    <a:pt x="3066762" y="1714945"/>
                  </a:lnTo>
                  <a:lnTo>
                    <a:pt x="3065320" y="1717210"/>
                  </a:lnTo>
                  <a:lnTo>
                    <a:pt x="3059446" y="1721295"/>
                  </a:lnTo>
                  <a:lnTo>
                    <a:pt x="3058390" y="1723361"/>
                  </a:lnTo>
                  <a:lnTo>
                    <a:pt x="3054456" y="1739094"/>
                  </a:lnTo>
                  <a:lnTo>
                    <a:pt x="3050795" y="1743455"/>
                  </a:lnTo>
                  <a:lnTo>
                    <a:pt x="3046117" y="1751606"/>
                  </a:lnTo>
                  <a:lnTo>
                    <a:pt x="3041772" y="1755736"/>
                  </a:lnTo>
                  <a:lnTo>
                    <a:pt x="3041568" y="1758876"/>
                  </a:lnTo>
                  <a:lnTo>
                    <a:pt x="3038911" y="1758908"/>
                  </a:lnTo>
                  <a:lnTo>
                    <a:pt x="3035282" y="1757093"/>
                  </a:lnTo>
                  <a:lnTo>
                    <a:pt x="3031191" y="1752075"/>
                  </a:lnTo>
                  <a:lnTo>
                    <a:pt x="3026491" y="1753923"/>
                  </a:lnTo>
                  <a:lnTo>
                    <a:pt x="3023869" y="1749306"/>
                  </a:lnTo>
                  <a:lnTo>
                    <a:pt x="3021247" y="1747856"/>
                  </a:lnTo>
                  <a:lnTo>
                    <a:pt x="3015429" y="1749480"/>
                  </a:lnTo>
                  <a:lnTo>
                    <a:pt x="3007823" y="1756453"/>
                  </a:lnTo>
                  <a:lnTo>
                    <a:pt x="3009182" y="1771269"/>
                  </a:lnTo>
                  <a:lnTo>
                    <a:pt x="2884567" y="1781963"/>
                  </a:lnTo>
                  <a:lnTo>
                    <a:pt x="2799975" y="1788729"/>
                  </a:lnTo>
                  <a:lnTo>
                    <a:pt x="2803545" y="1835449"/>
                  </a:lnTo>
                  <a:lnTo>
                    <a:pt x="2805167" y="1855944"/>
                  </a:lnTo>
                  <a:lnTo>
                    <a:pt x="2753388" y="1859852"/>
                  </a:lnTo>
                  <a:lnTo>
                    <a:pt x="2754925" y="1863623"/>
                  </a:lnTo>
                  <a:lnTo>
                    <a:pt x="2756146" y="1864642"/>
                  </a:lnTo>
                  <a:lnTo>
                    <a:pt x="2761044" y="1864811"/>
                  </a:lnTo>
                  <a:lnTo>
                    <a:pt x="2763685" y="1866333"/>
                  </a:lnTo>
                  <a:lnTo>
                    <a:pt x="2764666" y="1867903"/>
                  </a:lnTo>
                  <a:lnTo>
                    <a:pt x="2766466" y="1867771"/>
                  </a:lnTo>
                  <a:lnTo>
                    <a:pt x="2767191" y="1867003"/>
                  </a:lnTo>
                  <a:lnTo>
                    <a:pt x="2772416" y="1866986"/>
                  </a:lnTo>
                  <a:lnTo>
                    <a:pt x="2773948" y="1868009"/>
                  </a:lnTo>
                  <a:lnTo>
                    <a:pt x="2774412" y="1869217"/>
                  </a:lnTo>
                  <a:lnTo>
                    <a:pt x="2773511" y="1871313"/>
                  </a:lnTo>
                  <a:lnTo>
                    <a:pt x="2773676" y="1873304"/>
                  </a:lnTo>
                  <a:lnTo>
                    <a:pt x="2774253" y="1875170"/>
                  </a:lnTo>
                  <a:lnTo>
                    <a:pt x="2775240" y="1875962"/>
                  </a:lnTo>
                  <a:lnTo>
                    <a:pt x="2778236" y="1876023"/>
                  </a:lnTo>
                  <a:lnTo>
                    <a:pt x="2779146" y="1876617"/>
                  </a:lnTo>
                  <a:lnTo>
                    <a:pt x="2781431" y="1881477"/>
                  </a:lnTo>
                  <a:lnTo>
                    <a:pt x="2785787" y="1885629"/>
                  </a:lnTo>
                  <a:lnTo>
                    <a:pt x="2788277" y="1886739"/>
                  </a:lnTo>
                  <a:lnTo>
                    <a:pt x="2791991" y="1886706"/>
                  </a:lnTo>
                  <a:lnTo>
                    <a:pt x="2794973" y="1890998"/>
                  </a:lnTo>
                  <a:lnTo>
                    <a:pt x="2799316" y="1895460"/>
                  </a:lnTo>
                  <a:lnTo>
                    <a:pt x="2798323" y="1896914"/>
                  </a:lnTo>
                  <a:lnTo>
                    <a:pt x="2799387" y="1898125"/>
                  </a:lnTo>
                  <a:lnTo>
                    <a:pt x="2807859" y="1900570"/>
                  </a:lnTo>
                  <a:lnTo>
                    <a:pt x="2808589" y="1898756"/>
                  </a:lnTo>
                  <a:lnTo>
                    <a:pt x="2811998" y="1900064"/>
                  </a:lnTo>
                  <a:lnTo>
                    <a:pt x="2816645" y="1906504"/>
                  </a:lnTo>
                  <a:lnTo>
                    <a:pt x="2823683" y="1907191"/>
                  </a:lnTo>
                  <a:lnTo>
                    <a:pt x="2835971" y="1912496"/>
                  </a:lnTo>
                  <a:lnTo>
                    <a:pt x="2840391" y="1915709"/>
                  </a:lnTo>
                  <a:lnTo>
                    <a:pt x="2845469" y="1920248"/>
                  </a:lnTo>
                  <a:lnTo>
                    <a:pt x="2848703" y="1925885"/>
                  </a:lnTo>
                  <a:lnTo>
                    <a:pt x="2849396" y="1931500"/>
                  </a:lnTo>
                  <a:lnTo>
                    <a:pt x="2848033" y="1932114"/>
                  </a:lnTo>
                  <a:lnTo>
                    <a:pt x="2848184" y="1932845"/>
                  </a:lnTo>
                  <a:lnTo>
                    <a:pt x="2850764" y="1932968"/>
                  </a:lnTo>
                  <a:lnTo>
                    <a:pt x="2852425" y="1940705"/>
                  </a:lnTo>
                  <a:lnTo>
                    <a:pt x="2855211" y="1943493"/>
                  </a:lnTo>
                  <a:lnTo>
                    <a:pt x="2857612" y="1944875"/>
                  </a:lnTo>
                  <a:lnTo>
                    <a:pt x="2866809" y="1944794"/>
                  </a:lnTo>
                  <a:lnTo>
                    <a:pt x="2871061" y="1945661"/>
                  </a:lnTo>
                  <a:lnTo>
                    <a:pt x="2870673" y="1950111"/>
                  </a:lnTo>
                  <a:lnTo>
                    <a:pt x="2878004" y="1949294"/>
                  </a:lnTo>
                  <a:lnTo>
                    <a:pt x="2880311" y="1951250"/>
                  </a:lnTo>
                  <a:lnTo>
                    <a:pt x="2882405" y="1954576"/>
                  </a:lnTo>
                  <a:lnTo>
                    <a:pt x="2875938" y="1975329"/>
                  </a:lnTo>
                  <a:lnTo>
                    <a:pt x="2876715" y="1978205"/>
                  </a:lnTo>
                  <a:lnTo>
                    <a:pt x="2879843" y="1983442"/>
                  </a:lnTo>
                  <a:lnTo>
                    <a:pt x="2877208" y="1985546"/>
                  </a:lnTo>
                  <a:lnTo>
                    <a:pt x="2876858" y="1987347"/>
                  </a:lnTo>
                  <a:lnTo>
                    <a:pt x="2877175" y="1989173"/>
                  </a:lnTo>
                  <a:lnTo>
                    <a:pt x="2879514" y="1988677"/>
                  </a:lnTo>
                  <a:lnTo>
                    <a:pt x="2879069" y="1991332"/>
                  </a:lnTo>
                  <a:lnTo>
                    <a:pt x="2838592" y="1994551"/>
                  </a:lnTo>
                  <a:lnTo>
                    <a:pt x="2819000" y="1996092"/>
                  </a:lnTo>
                  <a:lnTo>
                    <a:pt x="2795367" y="1997868"/>
                  </a:lnTo>
                  <a:lnTo>
                    <a:pt x="2780261" y="1998997"/>
                  </a:lnTo>
                  <a:lnTo>
                    <a:pt x="2770431" y="1999730"/>
                  </a:lnTo>
                  <a:lnTo>
                    <a:pt x="2730057" y="2002715"/>
                  </a:lnTo>
                  <a:lnTo>
                    <a:pt x="2710766" y="2042821"/>
                  </a:lnTo>
                  <a:lnTo>
                    <a:pt x="2703838" y="2057216"/>
                  </a:lnTo>
                  <a:lnTo>
                    <a:pt x="2689715" y="2086548"/>
                  </a:lnTo>
                  <a:lnTo>
                    <a:pt x="2681411" y="2103802"/>
                  </a:lnTo>
                  <a:lnTo>
                    <a:pt x="2684713" y="2107607"/>
                  </a:lnTo>
                  <a:lnTo>
                    <a:pt x="2687386" y="2110609"/>
                  </a:lnTo>
                  <a:lnTo>
                    <a:pt x="2694349" y="2118455"/>
                  </a:lnTo>
                  <a:lnTo>
                    <a:pt x="2700525" y="2125440"/>
                  </a:lnTo>
                  <a:lnTo>
                    <a:pt x="2698974" y="2126610"/>
                  </a:lnTo>
                  <a:lnTo>
                    <a:pt x="2699172" y="2128677"/>
                  </a:lnTo>
                  <a:lnTo>
                    <a:pt x="2698422" y="2130624"/>
                  </a:lnTo>
                  <a:lnTo>
                    <a:pt x="2696465" y="2132997"/>
                  </a:lnTo>
                  <a:lnTo>
                    <a:pt x="2692659" y="2132860"/>
                  </a:lnTo>
                  <a:lnTo>
                    <a:pt x="2690803" y="2135878"/>
                  </a:lnTo>
                  <a:lnTo>
                    <a:pt x="2693037" y="2147463"/>
                  </a:lnTo>
                  <a:lnTo>
                    <a:pt x="2692009" y="2150116"/>
                  </a:lnTo>
                  <a:lnTo>
                    <a:pt x="2688123" y="2153130"/>
                  </a:lnTo>
                  <a:lnTo>
                    <a:pt x="2688882" y="2158178"/>
                  </a:lnTo>
                  <a:lnTo>
                    <a:pt x="2691154" y="2161818"/>
                  </a:lnTo>
                  <a:lnTo>
                    <a:pt x="2692111" y="2166879"/>
                  </a:lnTo>
                  <a:lnTo>
                    <a:pt x="2693096" y="2168104"/>
                  </a:lnTo>
                  <a:lnTo>
                    <a:pt x="2693799" y="2174961"/>
                  </a:lnTo>
                  <a:lnTo>
                    <a:pt x="2690461" y="2179602"/>
                  </a:lnTo>
                  <a:lnTo>
                    <a:pt x="2690072" y="2181045"/>
                  </a:lnTo>
                  <a:lnTo>
                    <a:pt x="2690886" y="2181332"/>
                  </a:lnTo>
                  <a:lnTo>
                    <a:pt x="2690222" y="2185388"/>
                  </a:lnTo>
                  <a:lnTo>
                    <a:pt x="2686066" y="2190894"/>
                  </a:lnTo>
                  <a:lnTo>
                    <a:pt x="2685430" y="2191285"/>
                  </a:lnTo>
                  <a:lnTo>
                    <a:pt x="2673882" y="2181681"/>
                  </a:lnTo>
                  <a:lnTo>
                    <a:pt x="2655638" y="2166143"/>
                  </a:lnTo>
                  <a:lnTo>
                    <a:pt x="2629496" y="2141912"/>
                  </a:lnTo>
                  <a:lnTo>
                    <a:pt x="2622458" y="2135429"/>
                  </a:lnTo>
                  <a:lnTo>
                    <a:pt x="2597837" y="2112911"/>
                  </a:lnTo>
                  <a:lnTo>
                    <a:pt x="2574115" y="2093005"/>
                  </a:lnTo>
                  <a:lnTo>
                    <a:pt x="2548564" y="2072704"/>
                  </a:lnTo>
                  <a:lnTo>
                    <a:pt x="2526431" y="2056834"/>
                  </a:lnTo>
                  <a:lnTo>
                    <a:pt x="2504295" y="2042559"/>
                  </a:lnTo>
                  <a:lnTo>
                    <a:pt x="2491062" y="2035302"/>
                  </a:lnTo>
                  <a:lnTo>
                    <a:pt x="2479302" y="2030144"/>
                  </a:lnTo>
                  <a:lnTo>
                    <a:pt x="2473440" y="2029851"/>
                  </a:lnTo>
                  <a:lnTo>
                    <a:pt x="2468333" y="2027919"/>
                  </a:lnTo>
                  <a:lnTo>
                    <a:pt x="2444338" y="2018003"/>
                  </a:lnTo>
                  <a:lnTo>
                    <a:pt x="2422943" y="2011780"/>
                  </a:lnTo>
                  <a:lnTo>
                    <a:pt x="2404621" y="2008703"/>
                  </a:lnTo>
                  <a:lnTo>
                    <a:pt x="2386139" y="2007503"/>
                  </a:lnTo>
                  <a:lnTo>
                    <a:pt x="2381568" y="2007955"/>
                  </a:lnTo>
                  <a:lnTo>
                    <a:pt x="2379573" y="2007813"/>
                  </a:lnTo>
                  <a:lnTo>
                    <a:pt x="2367275" y="2007950"/>
                  </a:lnTo>
                  <a:lnTo>
                    <a:pt x="2360290" y="2009080"/>
                  </a:lnTo>
                  <a:lnTo>
                    <a:pt x="2344352" y="2012687"/>
                  </a:lnTo>
                  <a:lnTo>
                    <a:pt x="2335541" y="2012546"/>
                  </a:lnTo>
                  <a:lnTo>
                    <a:pt x="2324580" y="2016977"/>
                  </a:lnTo>
                  <a:lnTo>
                    <a:pt x="2319585" y="2021403"/>
                  </a:lnTo>
                  <a:lnTo>
                    <a:pt x="2319587" y="2022064"/>
                  </a:lnTo>
                  <a:lnTo>
                    <a:pt x="2320068" y="2022952"/>
                  </a:lnTo>
                  <a:lnTo>
                    <a:pt x="2318889" y="2023782"/>
                  </a:lnTo>
                  <a:lnTo>
                    <a:pt x="2311195" y="2026902"/>
                  </a:lnTo>
                  <a:lnTo>
                    <a:pt x="2308668" y="2030876"/>
                  </a:lnTo>
                  <a:lnTo>
                    <a:pt x="2309951" y="2033894"/>
                  </a:lnTo>
                  <a:lnTo>
                    <a:pt x="2303591" y="2036702"/>
                  </a:lnTo>
                  <a:lnTo>
                    <a:pt x="2302356" y="2039585"/>
                  </a:lnTo>
                  <a:lnTo>
                    <a:pt x="2296531" y="2039913"/>
                  </a:lnTo>
                  <a:lnTo>
                    <a:pt x="2293415" y="2041467"/>
                  </a:lnTo>
                  <a:lnTo>
                    <a:pt x="2287103" y="2042478"/>
                  </a:lnTo>
                  <a:lnTo>
                    <a:pt x="2281973" y="2045650"/>
                  </a:lnTo>
                  <a:lnTo>
                    <a:pt x="2276757" y="2047848"/>
                  </a:lnTo>
                  <a:lnTo>
                    <a:pt x="2270742" y="2049200"/>
                  </a:lnTo>
                  <a:lnTo>
                    <a:pt x="2264102" y="2051071"/>
                  </a:lnTo>
                  <a:lnTo>
                    <a:pt x="2260047" y="2054275"/>
                  </a:lnTo>
                  <a:lnTo>
                    <a:pt x="2243855" y="2059492"/>
                  </a:lnTo>
                  <a:lnTo>
                    <a:pt x="2237498" y="2062575"/>
                  </a:lnTo>
                  <a:lnTo>
                    <a:pt x="2232757" y="2065107"/>
                  </a:lnTo>
                  <a:lnTo>
                    <a:pt x="2224051" y="2068432"/>
                  </a:lnTo>
                  <a:lnTo>
                    <a:pt x="2222926" y="2069869"/>
                  </a:lnTo>
                  <a:lnTo>
                    <a:pt x="2223841" y="2071233"/>
                  </a:lnTo>
                  <a:lnTo>
                    <a:pt x="2210387" y="2078490"/>
                  </a:lnTo>
                  <a:lnTo>
                    <a:pt x="2199852" y="2078559"/>
                  </a:lnTo>
                  <a:lnTo>
                    <a:pt x="2195847" y="2078947"/>
                  </a:lnTo>
                  <a:lnTo>
                    <a:pt x="2188203" y="2078157"/>
                  </a:lnTo>
                  <a:lnTo>
                    <a:pt x="2184653" y="2079755"/>
                  </a:lnTo>
                  <a:lnTo>
                    <a:pt x="2182804" y="2081971"/>
                  </a:lnTo>
                  <a:lnTo>
                    <a:pt x="2181124" y="2082806"/>
                  </a:lnTo>
                  <a:lnTo>
                    <a:pt x="2177700" y="2082482"/>
                  </a:lnTo>
                  <a:lnTo>
                    <a:pt x="2171935" y="2082080"/>
                  </a:lnTo>
                  <a:lnTo>
                    <a:pt x="2167265" y="2080815"/>
                  </a:lnTo>
                  <a:lnTo>
                    <a:pt x="2156943" y="2076688"/>
                  </a:lnTo>
                  <a:lnTo>
                    <a:pt x="2139332" y="2074899"/>
                  </a:lnTo>
                  <a:lnTo>
                    <a:pt x="2129574" y="2069739"/>
                  </a:lnTo>
                  <a:lnTo>
                    <a:pt x="2119177" y="2066933"/>
                  </a:lnTo>
                  <a:lnTo>
                    <a:pt x="2116217" y="2064836"/>
                  </a:lnTo>
                  <a:lnTo>
                    <a:pt x="2116435" y="2063881"/>
                  </a:lnTo>
                  <a:lnTo>
                    <a:pt x="2114521" y="2061021"/>
                  </a:lnTo>
                  <a:lnTo>
                    <a:pt x="2113583" y="2061604"/>
                  </a:lnTo>
                  <a:lnTo>
                    <a:pt x="2112266" y="2061278"/>
                  </a:lnTo>
                  <a:lnTo>
                    <a:pt x="2105411" y="2057096"/>
                  </a:lnTo>
                  <a:lnTo>
                    <a:pt x="2097080" y="2054124"/>
                  </a:lnTo>
                  <a:lnTo>
                    <a:pt x="2089699" y="2052511"/>
                  </a:lnTo>
                  <a:lnTo>
                    <a:pt x="2082712" y="2051839"/>
                  </a:lnTo>
                  <a:lnTo>
                    <a:pt x="2079835" y="2052084"/>
                  </a:lnTo>
                  <a:lnTo>
                    <a:pt x="2078718" y="2052953"/>
                  </a:lnTo>
                  <a:lnTo>
                    <a:pt x="2072500" y="2052678"/>
                  </a:lnTo>
                  <a:lnTo>
                    <a:pt x="2059736" y="2049753"/>
                  </a:lnTo>
                  <a:lnTo>
                    <a:pt x="2055875" y="2050624"/>
                  </a:lnTo>
                  <a:lnTo>
                    <a:pt x="2045298" y="2049168"/>
                  </a:lnTo>
                  <a:lnTo>
                    <a:pt x="2043562" y="2049693"/>
                  </a:lnTo>
                  <a:lnTo>
                    <a:pt x="2042920" y="2050959"/>
                  </a:lnTo>
                  <a:lnTo>
                    <a:pt x="2041453" y="2051007"/>
                  </a:lnTo>
                  <a:lnTo>
                    <a:pt x="2032006" y="2049657"/>
                  </a:lnTo>
                  <a:lnTo>
                    <a:pt x="2029658" y="2048683"/>
                  </a:lnTo>
                  <a:lnTo>
                    <a:pt x="2015924" y="2039878"/>
                  </a:lnTo>
                  <a:lnTo>
                    <a:pt x="2006161" y="2033847"/>
                  </a:lnTo>
                  <a:lnTo>
                    <a:pt x="1992325" y="2026548"/>
                  </a:lnTo>
                  <a:lnTo>
                    <a:pt x="1983395" y="2022881"/>
                  </a:lnTo>
                  <a:lnTo>
                    <a:pt x="1980680" y="2020835"/>
                  </a:lnTo>
                  <a:lnTo>
                    <a:pt x="1966530" y="2017821"/>
                  </a:lnTo>
                  <a:lnTo>
                    <a:pt x="1954536" y="2016238"/>
                  </a:lnTo>
                  <a:lnTo>
                    <a:pt x="1940432" y="2011508"/>
                  </a:lnTo>
                  <a:lnTo>
                    <a:pt x="1938488" y="2008394"/>
                  </a:lnTo>
                  <a:lnTo>
                    <a:pt x="1933316" y="2003471"/>
                  </a:lnTo>
                  <a:lnTo>
                    <a:pt x="1923393" y="1994719"/>
                  </a:lnTo>
                  <a:lnTo>
                    <a:pt x="1920219" y="1990536"/>
                  </a:lnTo>
                  <a:lnTo>
                    <a:pt x="1914403" y="1983552"/>
                  </a:lnTo>
                  <a:lnTo>
                    <a:pt x="1909663" y="1983655"/>
                  </a:lnTo>
                  <a:lnTo>
                    <a:pt x="1906167" y="1984572"/>
                  </a:lnTo>
                  <a:lnTo>
                    <a:pt x="1904705" y="1986915"/>
                  </a:lnTo>
                  <a:lnTo>
                    <a:pt x="1897137" y="1985452"/>
                  </a:lnTo>
                  <a:lnTo>
                    <a:pt x="1878813" y="1979644"/>
                  </a:lnTo>
                  <a:lnTo>
                    <a:pt x="1861197" y="1975139"/>
                  </a:lnTo>
                  <a:lnTo>
                    <a:pt x="1854899" y="1973604"/>
                  </a:lnTo>
                  <a:lnTo>
                    <a:pt x="1834230" y="1969836"/>
                  </a:lnTo>
                  <a:lnTo>
                    <a:pt x="1823285" y="1969286"/>
                  </a:lnTo>
                  <a:lnTo>
                    <a:pt x="1817658" y="1970052"/>
                  </a:lnTo>
                  <a:lnTo>
                    <a:pt x="1811244" y="1968398"/>
                  </a:lnTo>
                  <a:lnTo>
                    <a:pt x="1800206" y="1963159"/>
                  </a:lnTo>
                  <a:lnTo>
                    <a:pt x="1793198" y="1957836"/>
                  </a:lnTo>
                  <a:lnTo>
                    <a:pt x="1788498" y="1955669"/>
                  </a:lnTo>
                  <a:lnTo>
                    <a:pt x="1788746" y="1952513"/>
                  </a:lnTo>
                  <a:lnTo>
                    <a:pt x="1789400" y="1952139"/>
                  </a:lnTo>
                  <a:lnTo>
                    <a:pt x="1788615" y="1950272"/>
                  </a:lnTo>
                  <a:lnTo>
                    <a:pt x="1785900" y="1949446"/>
                  </a:lnTo>
                  <a:lnTo>
                    <a:pt x="1784311" y="1949991"/>
                  </a:lnTo>
                  <a:lnTo>
                    <a:pt x="1782515" y="1951538"/>
                  </a:lnTo>
                  <a:lnTo>
                    <a:pt x="1783237" y="1952253"/>
                  </a:lnTo>
                  <a:lnTo>
                    <a:pt x="1781968" y="1951344"/>
                  </a:lnTo>
                  <a:lnTo>
                    <a:pt x="1776900" y="1945611"/>
                  </a:lnTo>
                  <a:lnTo>
                    <a:pt x="1771903" y="1943148"/>
                  </a:lnTo>
                  <a:lnTo>
                    <a:pt x="1758101" y="1939146"/>
                  </a:lnTo>
                  <a:lnTo>
                    <a:pt x="1745715" y="1934378"/>
                  </a:lnTo>
                  <a:lnTo>
                    <a:pt x="1701041" y="1918963"/>
                  </a:lnTo>
                  <a:lnTo>
                    <a:pt x="1694127" y="1917319"/>
                  </a:lnTo>
                  <a:lnTo>
                    <a:pt x="1652329" y="1901962"/>
                  </a:lnTo>
                  <a:lnTo>
                    <a:pt x="1650280" y="1897426"/>
                  </a:lnTo>
                  <a:lnTo>
                    <a:pt x="1647682" y="1894997"/>
                  </a:lnTo>
                  <a:lnTo>
                    <a:pt x="1638082" y="1888153"/>
                  </a:lnTo>
                  <a:lnTo>
                    <a:pt x="1635785" y="1885059"/>
                  </a:lnTo>
                  <a:lnTo>
                    <a:pt x="1631634" y="1882240"/>
                  </a:lnTo>
                  <a:lnTo>
                    <a:pt x="1604927" y="1871271"/>
                  </a:lnTo>
                  <a:lnTo>
                    <a:pt x="1606037" y="1868013"/>
                  </a:lnTo>
                  <a:lnTo>
                    <a:pt x="1603791" y="1864515"/>
                  </a:lnTo>
                  <a:lnTo>
                    <a:pt x="1598457" y="1860190"/>
                  </a:lnTo>
                  <a:lnTo>
                    <a:pt x="1590917" y="1858772"/>
                  </a:lnTo>
                  <a:lnTo>
                    <a:pt x="1582872" y="1854757"/>
                  </a:lnTo>
                  <a:lnTo>
                    <a:pt x="1582301" y="1850649"/>
                  </a:lnTo>
                  <a:lnTo>
                    <a:pt x="1580051" y="1846763"/>
                  </a:lnTo>
                  <a:lnTo>
                    <a:pt x="1574922" y="1842662"/>
                  </a:lnTo>
                  <a:lnTo>
                    <a:pt x="1574497" y="1842039"/>
                  </a:lnTo>
                  <a:lnTo>
                    <a:pt x="1571030" y="1839074"/>
                  </a:lnTo>
                  <a:lnTo>
                    <a:pt x="1568256" y="1833523"/>
                  </a:lnTo>
                  <a:lnTo>
                    <a:pt x="1564457" y="1829067"/>
                  </a:lnTo>
                  <a:lnTo>
                    <a:pt x="1546576" y="1819181"/>
                  </a:lnTo>
                  <a:lnTo>
                    <a:pt x="1539480" y="1816781"/>
                  </a:lnTo>
                  <a:lnTo>
                    <a:pt x="1534355" y="1816474"/>
                  </a:lnTo>
                  <a:lnTo>
                    <a:pt x="1530373" y="1817215"/>
                  </a:lnTo>
                  <a:lnTo>
                    <a:pt x="1526327" y="1822175"/>
                  </a:lnTo>
                  <a:lnTo>
                    <a:pt x="1521229" y="1825147"/>
                  </a:lnTo>
                  <a:lnTo>
                    <a:pt x="1520094" y="1825118"/>
                  </a:lnTo>
                  <a:lnTo>
                    <a:pt x="1506643" y="1818629"/>
                  </a:lnTo>
                  <a:lnTo>
                    <a:pt x="1472752" y="1809211"/>
                  </a:lnTo>
                  <a:lnTo>
                    <a:pt x="1463034" y="1808242"/>
                  </a:lnTo>
                  <a:lnTo>
                    <a:pt x="1457675" y="1806161"/>
                  </a:lnTo>
                  <a:lnTo>
                    <a:pt x="1451788" y="1804861"/>
                  </a:lnTo>
                  <a:lnTo>
                    <a:pt x="1424685" y="1792321"/>
                  </a:lnTo>
                  <a:lnTo>
                    <a:pt x="1420749" y="1791411"/>
                  </a:lnTo>
                  <a:lnTo>
                    <a:pt x="1414788" y="1791334"/>
                  </a:lnTo>
                  <a:lnTo>
                    <a:pt x="1403752" y="1786754"/>
                  </a:lnTo>
                  <a:lnTo>
                    <a:pt x="1399624" y="1786432"/>
                  </a:lnTo>
                  <a:lnTo>
                    <a:pt x="1389286" y="1782004"/>
                  </a:lnTo>
                  <a:lnTo>
                    <a:pt x="1385703" y="1781660"/>
                  </a:lnTo>
                  <a:lnTo>
                    <a:pt x="1373526" y="1775559"/>
                  </a:lnTo>
                  <a:lnTo>
                    <a:pt x="1369906" y="1772951"/>
                  </a:lnTo>
                  <a:lnTo>
                    <a:pt x="1367925" y="1768443"/>
                  </a:lnTo>
                  <a:lnTo>
                    <a:pt x="1367825" y="1765782"/>
                  </a:lnTo>
                  <a:lnTo>
                    <a:pt x="1366505" y="1762623"/>
                  </a:lnTo>
                  <a:lnTo>
                    <a:pt x="1361847" y="1753677"/>
                  </a:lnTo>
                  <a:lnTo>
                    <a:pt x="1355915" y="1747860"/>
                  </a:lnTo>
                  <a:lnTo>
                    <a:pt x="1352073" y="1744818"/>
                  </a:lnTo>
                  <a:lnTo>
                    <a:pt x="1348595" y="1743128"/>
                  </a:lnTo>
                  <a:lnTo>
                    <a:pt x="1350348" y="1739407"/>
                  </a:lnTo>
                  <a:lnTo>
                    <a:pt x="1348366" y="1735651"/>
                  </a:lnTo>
                  <a:lnTo>
                    <a:pt x="1344491" y="1732235"/>
                  </a:lnTo>
                  <a:lnTo>
                    <a:pt x="1337145" y="1724408"/>
                  </a:lnTo>
                  <a:lnTo>
                    <a:pt x="1320933" y="1713087"/>
                  </a:lnTo>
                  <a:lnTo>
                    <a:pt x="1318128" y="1710352"/>
                  </a:lnTo>
                  <a:lnTo>
                    <a:pt x="1301544" y="1700640"/>
                  </a:lnTo>
                  <a:lnTo>
                    <a:pt x="1283111" y="1692669"/>
                  </a:lnTo>
                  <a:lnTo>
                    <a:pt x="1278010" y="1691239"/>
                  </a:lnTo>
                  <a:lnTo>
                    <a:pt x="1279333" y="1687129"/>
                  </a:lnTo>
                  <a:lnTo>
                    <a:pt x="1280736" y="1686839"/>
                  </a:lnTo>
                  <a:lnTo>
                    <a:pt x="1280922" y="1685107"/>
                  </a:lnTo>
                  <a:lnTo>
                    <a:pt x="1279766" y="1682946"/>
                  </a:lnTo>
                  <a:lnTo>
                    <a:pt x="1275004" y="1679734"/>
                  </a:lnTo>
                  <a:lnTo>
                    <a:pt x="1272740" y="1679281"/>
                  </a:lnTo>
                  <a:lnTo>
                    <a:pt x="1266156" y="1681870"/>
                  </a:lnTo>
                  <a:lnTo>
                    <a:pt x="1260024" y="1678477"/>
                  </a:lnTo>
                  <a:lnTo>
                    <a:pt x="1247100" y="1675111"/>
                  </a:lnTo>
                  <a:lnTo>
                    <a:pt x="1237396" y="1671872"/>
                  </a:lnTo>
                  <a:lnTo>
                    <a:pt x="1237110" y="1672287"/>
                  </a:lnTo>
                  <a:lnTo>
                    <a:pt x="1235907" y="1671387"/>
                  </a:lnTo>
                  <a:lnTo>
                    <a:pt x="1238101" y="1668978"/>
                  </a:lnTo>
                  <a:lnTo>
                    <a:pt x="1236831" y="1666900"/>
                  </a:lnTo>
                  <a:lnTo>
                    <a:pt x="1233069" y="1665260"/>
                  </a:lnTo>
                  <a:lnTo>
                    <a:pt x="1228769" y="1665324"/>
                  </a:lnTo>
                  <a:lnTo>
                    <a:pt x="1227918" y="1664231"/>
                  </a:lnTo>
                  <a:lnTo>
                    <a:pt x="1223908" y="1664713"/>
                  </a:lnTo>
                  <a:lnTo>
                    <a:pt x="1224514" y="1661472"/>
                  </a:lnTo>
                  <a:lnTo>
                    <a:pt x="1226498" y="1659124"/>
                  </a:lnTo>
                  <a:lnTo>
                    <a:pt x="1225095" y="1656834"/>
                  </a:lnTo>
                  <a:lnTo>
                    <a:pt x="1221570" y="1656037"/>
                  </a:lnTo>
                  <a:lnTo>
                    <a:pt x="1216431" y="1658644"/>
                  </a:lnTo>
                  <a:lnTo>
                    <a:pt x="1207607" y="1653608"/>
                  </a:lnTo>
                  <a:lnTo>
                    <a:pt x="1200818" y="1646941"/>
                  </a:lnTo>
                  <a:lnTo>
                    <a:pt x="1200039" y="1645303"/>
                  </a:lnTo>
                  <a:lnTo>
                    <a:pt x="1200932" y="1643483"/>
                  </a:lnTo>
                  <a:lnTo>
                    <a:pt x="1199952" y="1640024"/>
                  </a:lnTo>
                  <a:lnTo>
                    <a:pt x="1196391" y="1635896"/>
                  </a:lnTo>
                  <a:lnTo>
                    <a:pt x="1193248" y="1625240"/>
                  </a:lnTo>
                  <a:lnTo>
                    <a:pt x="1191406" y="1622918"/>
                  </a:lnTo>
                  <a:lnTo>
                    <a:pt x="1186393" y="1620338"/>
                  </a:lnTo>
                  <a:lnTo>
                    <a:pt x="1178651" y="1614765"/>
                  </a:lnTo>
                  <a:lnTo>
                    <a:pt x="1174110" y="1610702"/>
                  </a:lnTo>
                  <a:lnTo>
                    <a:pt x="1173907" y="1608713"/>
                  </a:lnTo>
                  <a:lnTo>
                    <a:pt x="1167826" y="1601113"/>
                  </a:lnTo>
                  <a:lnTo>
                    <a:pt x="1165068" y="1595489"/>
                  </a:lnTo>
                  <a:lnTo>
                    <a:pt x="1157733" y="1586004"/>
                  </a:lnTo>
                  <a:lnTo>
                    <a:pt x="1147662" y="1570583"/>
                  </a:lnTo>
                  <a:lnTo>
                    <a:pt x="1143196" y="1560813"/>
                  </a:lnTo>
                  <a:lnTo>
                    <a:pt x="1143080" y="1552718"/>
                  </a:lnTo>
                  <a:lnTo>
                    <a:pt x="1143802" y="1550151"/>
                  </a:lnTo>
                  <a:lnTo>
                    <a:pt x="1142111" y="1544082"/>
                  </a:lnTo>
                  <a:lnTo>
                    <a:pt x="1130075" y="1531219"/>
                  </a:lnTo>
                  <a:lnTo>
                    <a:pt x="1128327" y="1527697"/>
                  </a:lnTo>
                  <a:lnTo>
                    <a:pt x="1127453" y="1522609"/>
                  </a:lnTo>
                  <a:lnTo>
                    <a:pt x="1136685" y="1515423"/>
                  </a:lnTo>
                  <a:lnTo>
                    <a:pt x="1146249" y="1513220"/>
                  </a:lnTo>
                  <a:lnTo>
                    <a:pt x="1155671" y="1513036"/>
                  </a:lnTo>
                  <a:lnTo>
                    <a:pt x="1160670" y="1511698"/>
                  </a:lnTo>
                  <a:lnTo>
                    <a:pt x="1164462" y="1512107"/>
                  </a:lnTo>
                  <a:lnTo>
                    <a:pt x="1169171" y="1511365"/>
                  </a:lnTo>
                  <a:lnTo>
                    <a:pt x="1176845" y="1506158"/>
                  </a:lnTo>
                  <a:lnTo>
                    <a:pt x="1179814" y="1499298"/>
                  </a:lnTo>
                  <a:lnTo>
                    <a:pt x="1179791" y="1496973"/>
                  </a:lnTo>
                  <a:lnTo>
                    <a:pt x="1178570" y="1494793"/>
                  </a:lnTo>
                  <a:lnTo>
                    <a:pt x="1174598" y="1492483"/>
                  </a:lnTo>
                  <a:lnTo>
                    <a:pt x="1173913" y="1492259"/>
                  </a:lnTo>
                  <a:lnTo>
                    <a:pt x="1170892" y="1485260"/>
                  </a:lnTo>
                  <a:lnTo>
                    <a:pt x="1167377" y="1481876"/>
                  </a:lnTo>
                  <a:lnTo>
                    <a:pt x="1165587" y="1481540"/>
                  </a:lnTo>
                  <a:lnTo>
                    <a:pt x="1162592" y="1484026"/>
                  </a:lnTo>
                  <a:lnTo>
                    <a:pt x="1160153" y="1484614"/>
                  </a:lnTo>
                  <a:lnTo>
                    <a:pt x="1148130" y="1480081"/>
                  </a:lnTo>
                  <a:lnTo>
                    <a:pt x="1159863" y="1465230"/>
                  </a:lnTo>
                  <a:lnTo>
                    <a:pt x="1161764" y="1461506"/>
                  </a:lnTo>
                  <a:lnTo>
                    <a:pt x="1167039" y="1458000"/>
                  </a:lnTo>
                  <a:lnTo>
                    <a:pt x="1168740" y="1455855"/>
                  </a:lnTo>
                  <a:lnTo>
                    <a:pt x="1171957" y="1449205"/>
                  </a:lnTo>
                  <a:lnTo>
                    <a:pt x="1176478" y="1450673"/>
                  </a:lnTo>
                  <a:lnTo>
                    <a:pt x="1179740" y="1447843"/>
                  </a:lnTo>
                  <a:lnTo>
                    <a:pt x="1181002" y="1445069"/>
                  </a:lnTo>
                  <a:lnTo>
                    <a:pt x="1181606" y="1440676"/>
                  </a:lnTo>
                  <a:lnTo>
                    <a:pt x="1181437" y="1433247"/>
                  </a:lnTo>
                  <a:lnTo>
                    <a:pt x="1183254" y="1429253"/>
                  </a:lnTo>
                  <a:lnTo>
                    <a:pt x="1182315" y="1419416"/>
                  </a:lnTo>
                  <a:lnTo>
                    <a:pt x="1180475" y="1412505"/>
                  </a:lnTo>
                  <a:lnTo>
                    <a:pt x="1181151" y="1410550"/>
                  </a:lnTo>
                  <a:lnTo>
                    <a:pt x="1186974" y="1400801"/>
                  </a:lnTo>
                  <a:lnTo>
                    <a:pt x="1186032" y="1395217"/>
                  </a:lnTo>
                  <a:lnTo>
                    <a:pt x="1182196" y="1391048"/>
                  </a:lnTo>
                  <a:lnTo>
                    <a:pt x="1181244" y="1390933"/>
                  </a:lnTo>
                  <a:lnTo>
                    <a:pt x="1179903" y="1392362"/>
                  </a:lnTo>
                  <a:lnTo>
                    <a:pt x="1178608" y="1392647"/>
                  </a:lnTo>
                  <a:lnTo>
                    <a:pt x="1162711" y="1381575"/>
                  </a:lnTo>
                  <a:lnTo>
                    <a:pt x="1159023" y="1377892"/>
                  </a:lnTo>
                  <a:lnTo>
                    <a:pt x="1152505" y="1362650"/>
                  </a:lnTo>
                  <a:lnTo>
                    <a:pt x="1142222" y="1343805"/>
                  </a:lnTo>
                  <a:lnTo>
                    <a:pt x="1137822" y="1334181"/>
                  </a:lnTo>
                  <a:lnTo>
                    <a:pt x="1136964" y="1328486"/>
                  </a:lnTo>
                  <a:lnTo>
                    <a:pt x="1138376" y="1310195"/>
                  </a:lnTo>
                  <a:lnTo>
                    <a:pt x="1136791" y="1298819"/>
                  </a:lnTo>
                  <a:lnTo>
                    <a:pt x="1133308" y="1285105"/>
                  </a:lnTo>
                  <a:lnTo>
                    <a:pt x="1126835" y="1269390"/>
                  </a:lnTo>
                  <a:lnTo>
                    <a:pt x="1126780" y="1267796"/>
                  </a:lnTo>
                  <a:lnTo>
                    <a:pt x="1124255" y="1262181"/>
                  </a:lnTo>
                  <a:lnTo>
                    <a:pt x="1119032" y="1253620"/>
                  </a:lnTo>
                  <a:lnTo>
                    <a:pt x="1110059" y="1243391"/>
                  </a:lnTo>
                  <a:lnTo>
                    <a:pt x="1101434" y="1235937"/>
                  </a:lnTo>
                  <a:lnTo>
                    <a:pt x="1098317" y="1233676"/>
                  </a:lnTo>
                  <a:lnTo>
                    <a:pt x="1085629" y="1217877"/>
                  </a:lnTo>
                  <a:lnTo>
                    <a:pt x="1073706" y="1204775"/>
                  </a:lnTo>
                  <a:lnTo>
                    <a:pt x="1059122" y="1190839"/>
                  </a:lnTo>
                  <a:lnTo>
                    <a:pt x="1057597" y="1190194"/>
                  </a:lnTo>
                  <a:lnTo>
                    <a:pt x="1051302" y="1180253"/>
                  </a:lnTo>
                  <a:lnTo>
                    <a:pt x="1049965" y="1173002"/>
                  </a:lnTo>
                  <a:lnTo>
                    <a:pt x="1044078" y="1164215"/>
                  </a:lnTo>
                  <a:lnTo>
                    <a:pt x="1035627" y="1155423"/>
                  </a:lnTo>
                  <a:lnTo>
                    <a:pt x="1034820" y="1153180"/>
                  </a:lnTo>
                  <a:lnTo>
                    <a:pt x="1028541" y="1145133"/>
                  </a:lnTo>
                  <a:lnTo>
                    <a:pt x="1017455" y="1134975"/>
                  </a:lnTo>
                  <a:lnTo>
                    <a:pt x="1017025" y="1129871"/>
                  </a:lnTo>
                  <a:lnTo>
                    <a:pt x="1012259" y="1123494"/>
                  </a:lnTo>
                  <a:lnTo>
                    <a:pt x="1012014" y="1121287"/>
                  </a:lnTo>
                  <a:lnTo>
                    <a:pt x="1010147" y="1118798"/>
                  </a:lnTo>
                  <a:lnTo>
                    <a:pt x="1008055" y="1116074"/>
                  </a:lnTo>
                  <a:lnTo>
                    <a:pt x="1006990" y="1110679"/>
                  </a:lnTo>
                  <a:lnTo>
                    <a:pt x="994523" y="1097033"/>
                  </a:lnTo>
                  <a:lnTo>
                    <a:pt x="983467" y="1086584"/>
                  </a:lnTo>
                  <a:lnTo>
                    <a:pt x="974972" y="1079586"/>
                  </a:lnTo>
                  <a:lnTo>
                    <a:pt x="970648" y="1075133"/>
                  </a:lnTo>
                  <a:lnTo>
                    <a:pt x="952798" y="1062300"/>
                  </a:lnTo>
                  <a:lnTo>
                    <a:pt x="951002" y="1059950"/>
                  </a:lnTo>
                  <a:lnTo>
                    <a:pt x="945466" y="1054861"/>
                  </a:lnTo>
                  <a:lnTo>
                    <a:pt x="926420" y="1040048"/>
                  </a:lnTo>
                  <a:lnTo>
                    <a:pt x="915437" y="1032384"/>
                  </a:lnTo>
                  <a:lnTo>
                    <a:pt x="908843" y="1028610"/>
                  </a:lnTo>
                  <a:lnTo>
                    <a:pt x="909301" y="1026748"/>
                  </a:lnTo>
                  <a:lnTo>
                    <a:pt x="908670" y="1026017"/>
                  </a:lnTo>
                  <a:lnTo>
                    <a:pt x="906585" y="1022339"/>
                  </a:lnTo>
                  <a:lnTo>
                    <a:pt x="894216" y="1013503"/>
                  </a:lnTo>
                  <a:lnTo>
                    <a:pt x="890184" y="1009668"/>
                  </a:lnTo>
                  <a:lnTo>
                    <a:pt x="888101" y="1005888"/>
                  </a:lnTo>
                  <a:lnTo>
                    <a:pt x="888142" y="1000640"/>
                  </a:lnTo>
                  <a:lnTo>
                    <a:pt x="883170" y="993691"/>
                  </a:lnTo>
                  <a:lnTo>
                    <a:pt x="881062" y="989912"/>
                  </a:lnTo>
                  <a:lnTo>
                    <a:pt x="877650" y="986027"/>
                  </a:lnTo>
                  <a:lnTo>
                    <a:pt x="867244" y="965259"/>
                  </a:lnTo>
                  <a:lnTo>
                    <a:pt x="862030" y="958917"/>
                  </a:lnTo>
                  <a:lnTo>
                    <a:pt x="855342" y="953636"/>
                  </a:lnTo>
                  <a:lnTo>
                    <a:pt x="855367" y="952720"/>
                  </a:lnTo>
                  <a:lnTo>
                    <a:pt x="856269" y="952095"/>
                  </a:lnTo>
                  <a:lnTo>
                    <a:pt x="854006" y="946707"/>
                  </a:lnTo>
                  <a:lnTo>
                    <a:pt x="851264" y="944505"/>
                  </a:lnTo>
                  <a:lnTo>
                    <a:pt x="850571" y="944487"/>
                  </a:lnTo>
                  <a:lnTo>
                    <a:pt x="844435" y="935872"/>
                  </a:lnTo>
                  <a:lnTo>
                    <a:pt x="834570" y="929695"/>
                  </a:lnTo>
                  <a:lnTo>
                    <a:pt x="820275" y="923496"/>
                  </a:lnTo>
                  <a:lnTo>
                    <a:pt x="807146" y="920211"/>
                  </a:lnTo>
                  <a:lnTo>
                    <a:pt x="795823" y="914173"/>
                  </a:lnTo>
                  <a:lnTo>
                    <a:pt x="783946" y="911387"/>
                  </a:lnTo>
                  <a:lnTo>
                    <a:pt x="782301" y="908466"/>
                  </a:lnTo>
                  <a:lnTo>
                    <a:pt x="781540" y="908358"/>
                  </a:lnTo>
                  <a:lnTo>
                    <a:pt x="777836" y="904213"/>
                  </a:lnTo>
                  <a:lnTo>
                    <a:pt x="777130" y="902356"/>
                  </a:lnTo>
                  <a:lnTo>
                    <a:pt x="773856" y="898183"/>
                  </a:lnTo>
                  <a:lnTo>
                    <a:pt x="769371" y="895962"/>
                  </a:lnTo>
                  <a:lnTo>
                    <a:pt x="766308" y="890804"/>
                  </a:lnTo>
                  <a:lnTo>
                    <a:pt x="763549" y="888396"/>
                  </a:lnTo>
                  <a:lnTo>
                    <a:pt x="760140" y="886755"/>
                  </a:lnTo>
                  <a:lnTo>
                    <a:pt x="752560" y="884985"/>
                  </a:lnTo>
                  <a:lnTo>
                    <a:pt x="744487" y="885572"/>
                  </a:lnTo>
                  <a:lnTo>
                    <a:pt x="744191" y="874490"/>
                  </a:lnTo>
                  <a:lnTo>
                    <a:pt x="741718" y="865462"/>
                  </a:lnTo>
                  <a:lnTo>
                    <a:pt x="743251" y="859021"/>
                  </a:lnTo>
                  <a:lnTo>
                    <a:pt x="743105" y="854966"/>
                  </a:lnTo>
                  <a:lnTo>
                    <a:pt x="741259" y="848523"/>
                  </a:lnTo>
                  <a:lnTo>
                    <a:pt x="742740" y="842559"/>
                  </a:lnTo>
                  <a:lnTo>
                    <a:pt x="746570" y="834656"/>
                  </a:lnTo>
                  <a:lnTo>
                    <a:pt x="750428" y="829830"/>
                  </a:lnTo>
                  <a:lnTo>
                    <a:pt x="757246" y="819000"/>
                  </a:lnTo>
                  <a:lnTo>
                    <a:pt x="759012" y="815062"/>
                  </a:lnTo>
                  <a:lnTo>
                    <a:pt x="759923" y="810465"/>
                  </a:lnTo>
                  <a:lnTo>
                    <a:pt x="764169" y="806277"/>
                  </a:lnTo>
                  <a:lnTo>
                    <a:pt x="763526" y="805321"/>
                  </a:lnTo>
                  <a:lnTo>
                    <a:pt x="764756" y="794379"/>
                  </a:lnTo>
                  <a:lnTo>
                    <a:pt x="764126" y="786103"/>
                  </a:lnTo>
                  <a:lnTo>
                    <a:pt x="762942" y="781776"/>
                  </a:lnTo>
                  <a:lnTo>
                    <a:pt x="759540" y="775948"/>
                  </a:lnTo>
                  <a:lnTo>
                    <a:pt x="754524" y="771570"/>
                  </a:lnTo>
                  <a:lnTo>
                    <a:pt x="752123" y="767220"/>
                  </a:lnTo>
                  <a:lnTo>
                    <a:pt x="750049" y="764844"/>
                  </a:lnTo>
                  <a:lnTo>
                    <a:pt x="746518" y="762634"/>
                  </a:lnTo>
                  <a:lnTo>
                    <a:pt x="747276" y="762576"/>
                  </a:lnTo>
                  <a:lnTo>
                    <a:pt x="746798" y="756946"/>
                  </a:lnTo>
                  <a:lnTo>
                    <a:pt x="743150" y="756940"/>
                  </a:lnTo>
                  <a:lnTo>
                    <a:pt x="738327" y="751738"/>
                  </a:lnTo>
                  <a:lnTo>
                    <a:pt x="737362" y="751599"/>
                  </a:lnTo>
                  <a:lnTo>
                    <a:pt x="734551" y="754972"/>
                  </a:lnTo>
                  <a:lnTo>
                    <a:pt x="734112" y="756458"/>
                  </a:lnTo>
                  <a:lnTo>
                    <a:pt x="736440" y="758186"/>
                  </a:lnTo>
                  <a:lnTo>
                    <a:pt x="738877" y="761462"/>
                  </a:lnTo>
                  <a:lnTo>
                    <a:pt x="734033" y="759886"/>
                  </a:lnTo>
                  <a:lnTo>
                    <a:pt x="726737" y="758629"/>
                  </a:lnTo>
                  <a:lnTo>
                    <a:pt x="723250" y="758933"/>
                  </a:lnTo>
                  <a:lnTo>
                    <a:pt x="722456" y="760788"/>
                  </a:lnTo>
                  <a:lnTo>
                    <a:pt x="721747" y="760995"/>
                  </a:lnTo>
                  <a:lnTo>
                    <a:pt x="711682" y="756645"/>
                  </a:lnTo>
                  <a:lnTo>
                    <a:pt x="706134" y="750821"/>
                  </a:lnTo>
                  <a:lnTo>
                    <a:pt x="703103" y="745780"/>
                  </a:lnTo>
                  <a:lnTo>
                    <a:pt x="700224" y="732133"/>
                  </a:lnTo>
                  <a:lnTo>
                    <a:pt x="698922" y="728321"/>
                  </a:lnTo>
                  <a:lnTo>
                    <a:pt x="694460" y="721464"/>
                  </a:lnTo>
                  <a:lnTo>
                    <a:pt x="694251" y="719967"/>
                  </a:lnTo>
                  <a:lnTo>
                    <a:pt x="695049" y="719464"/>
                  </a:lnTo>
                  <a:lnTo>
                    <a:pt x="694912" y="718428"/>
                  </a:lnTo>
                  <a:lnTo>
                    <a:pt x="693736" y="715601"/>
                  </a:lnTo>
                  <a:lnTo>
                    <a:pt x="691952" y="713596"/>
                  </a:lnTo>
                  <a:lnTo>
                    <a:pt x="686527" y="710715"/>
                  </a:lnTo>
                  <a:lnTo>
                    <a:pt x="684332" y="709912"/>
                  </a:lnTo>
                  <a:lnTo>
                    <a:pt x="683080" y="710265"/>
                  </a:lnTo>
                  <a:lnTo>
                    <a:pt x="679774" y="707498"/>
                  </a:lnTo>
                  <a:lnTo>
                    <a:pt x="666344" y="702979"/>
                  </a:lnTo>
                  <a:lnTo>
                    <a:pt x="656973" y="699877"/>
                  </a:lnTo>
                  <a:lnTo>
                    <a:pt x="653926" y="697255"/>
                  </a:lnTo>
                  <a:lnTo>
                    <a:pt x="644384" y="685698"/>
                  </a:lnTo>
                  <a:lnTo>
                    <a:pt x="639885" y="683335"/>
                  </a:lnTo>
                  <a:lnTo>
                    <a:pt x="634778" y="682062"/>
                  </a:lnTo>
                  <a:lnTo>
                    <a:pt x="635130" y="681370"/>
                  </a:lnTo>
                  <a:lnTo>
                    <a:pt x="636993" y="681398"/>
                  </a:lnTo>
                  <a:lnTo>
                    <a:pt x="641286" y="682454"/>
                  </a:lnTo>
                  <a:lnTo>
                    <a:pt x="643169" y="681614"/>
                  </a:lnTo>
                  <a:lnTo>
                    <a:pt x="639577" y="678577"/>
                  </a:lnTo>
                  <a:lnTo>
                    <a:pt x="640458" y="675906"/>
                  </a:lnTo>
                  <a:lnTo>
                    <a:pt x="640053" y="672706"/>
                  </a:lnTo>
                  <a:lnTo>
                    <a:pt x="631950" y="667926"/>
                  </a:lnTo>
                  <a:lnTo>
                    <a:pt x="631448" y="662447"/>
                  </a:lnTo>
                  <a:lnTo>
                    <a:pt x="628817" y="664028"/>
                  </a:lnTo>
                  <a:lnTo>
                    <a:pt x="629633" y="655143"/>
                  </a:lnTo>
                  <a:lnTo>
                    <a:pt x="626591" y="642319"/>
                  </a:lnTo>
                  <a:lnTo>
                    <a:pt x="629517" y="633172"/>
                  </a:lnTo>
                  <a:lnTo>
                    <a:pt x="628871" y="620005"/>
                  </a:lnTo>
                  <a:lnTo>
                    <a:pt x="632052" y="617562"/>
                  </a:lnTo>
                  <a:lnTo>
                    <a:pt x="638710" y="617311"/>
                  </a:lnTo>
                  <a:lnTo>
                    <a:pt x="639192" y="616744"/>
                  </a:lnTo>
                  <a:lnTo>
                    <a:pt x="635246" y="612878"/>
                  </a:lnTo>
                  <a:lnTo>
                    <a:pt x="631880" y="611285"/>
                  </a:lnTo>
                  <a:lnTo>
                    <a:pt x="624952" y="610255"/>
                  </a:lnTo>
                  <a:lnTo>
                    <a:pt x="617704" y="607606"/>
                  </a:lnTo>
                  <a:lnTo>
                    <a:pt x="610506" y="605901"/>
                  </a:lnTo>
                  <a:lnTo>
                    <a:pt x="609174" y="605344"/>
                  </a:lnTo>
                  <a:lnTo>
                    <a:pt x="607395" y="601483"/>
                  </a:lnTo>
                  <a:lnTo>
                    <a:pt x="600595" y="604985"/>
                  </a:lnTo>
                  <a:lnTo>
                    <a:pt x="598599" y="607703"/>
                  </a:lnTo>
                  <a:lnTo>
                    <a:pt x="598931" y="608305"/>
                  </a:lnTo>
                  <a:lnTo>
                    <a:pt x="602794" y="607403"/>
                  </a:lnTo>
                  <a:lnTo>
                    <a:pt x="604028" y="607780"/>
                  </a:lnTo>
                  <a:lnTo>
                    <a:pt x="600682" y="614365"/>
                  </a:lnTo>
                  <a:lnTo>
                    <a:pt x="596573" y="610194"/>
                  </a:lnTo>
                  <a:lnTo>
                    <a:pt x="594889" y="610677"/>
                  </a:lnTo>
                  <a:lnTo>
                    <a:pt x="592735" y="607708"/>
                  </a:lnTo>
                  <a:lnTo>
                    <a:pt x="592809" y="604066"/>
                  </a:lnTo>
                  <a:lnTo>
                    <a:pt x="590841" y="599935"/>
                  </a:lnTo>
                  <a:lnTo>
                    <a:pt x="586559" y="599207"/>
                  </a:lnTo>
                  <a:lnTo>
                    <a:pt x="583060" y="600656"/>
                  </a:lnTo>
                  <a:lnTo>
                    <a:pt x="579520" y="600648"/>
                  </a:lnTo>
                  <a:lnTo>
                    <a:pt x="578715" y="598852"/>
                  </a:lnTo>
                  <a:lnTo>
                    <a:pt x="576006" y="596517"/>
                  </a:lnTo>
                  <a:lnTo>
                    <a:pt x="571122" y="594731"/>
                  </a:lnTo>
                  <a:lnTo>
                    <a:pt x="569731" y="591183"/>
                  </a:lnTo>
                  <a:lnTo>
                    <a:pt x="563429" y="586138"/>
                  </a:lnTo>
                  <a:lnTo>
                    <a:pt x="557400" y="574957"/>
                  </a:lnTo>
                  <a:lnTo>
                    <a:pt x="555883" y="570286"/>
                  </a:lnTo>
                  <a:lnTo>
                    <a:pt x="552295" y="566209"/>
                  </a:lnTo>
                  <a:lnTo>
                    <a:pt x="550380" y="562608"/>
                  </a:lnTo>
                  <a:lnTo>
                    <a:pt x="550761" y="561698"/>
                  </a:lnTo>
                  <a:lnTo>
                    <a:pt x="550016" y="559617"/>
                  </a:lnTo>
                  <a:lnTo>
                    <a:pt x="546279" y="557003"/>
                  </a:lnTo>
                  <a:lnTo>
                    <a:pt x="543676" y="554171"/>
                  </a:lnTo>
                  <a:lnTo>
                    <a:pt x="543937" y="549091"/>
                  </a:lnTo>
                  <a:lnTo>
                    <a:pt x="541550" y="546179"/>
                  </a:lnTo>
                  <a:lnTo>
                    <a:pt x="536877" y="543532"/>
                  </a:lnTo>
                  <a:lnTo>
                    <a:pt x="531328" y="541488"/>
                  </a:lnTo>
                  <a:lnTo>
                    <a:pt x="524964" y="537660"/>
                  </a:lnTo>
                  <a:lnTo>
                    <a:pt x="518168" y="535595"/>
                  </a:lnTo>
                  <a:lnTo>
                    <a:pt x="517878" y="531067"/>
                  </a:lnTo>
                  <a:lnTo>
                    <a:pt x="515836" y="527668"/>
                  </a:lnTo>
                  <a:lnTo>
                    <a:pt x="512617" y="517241"/>
                  </a:lnTo>
                  <a:lnTo>
                    <a:pt x="499375" y="504910"/>
                  </a:lnTo>
                  <a:lnTo>
                    <a:pt x="495542" y="498292"/>
                  </a:lnTo>
                  <a:lnTo>
                    <a:pt x="495945" y="497435"/>
                  </a:lnTo>
                  <a:lnTo>
                    <a:pt x="500836" y="494883"/>
                  </a:lnTo>
                  <a:lnTo>
                    <a:pt x="502541" y="499847"/>
                  </a:lnTo>
                  <a:lnTo>
                    <a:pt x="503010" y="500218"/>
                  </a:lnTo>
                  <a:lnTo>
                    <a:pt x="505098" y="498719"/>
                  </a:lnTo>
                  <a:lnTo>
                    <a:pt x="505646" y="494864"/>
                  </a:lnTo>
                  <a:lnTo>
                    <a:pt x="502550" y="490494"/>
                  </a:lnTo>
                  <a:lnTo>
                    <a:pt x="500401" y="491571"/>
                  </a:lnTo>
                  <a:lnTo>
                    <a:pt x="498286" y="491436"/>
                  </a:lnTo>
                  <a:lnTo>
                    <a:pt x="494022" y="487832"/>
                  </a:lnTo>
                  <a:lnTo>
                    <a:pt x="488151" y="485376"/>
                  </a:lnTo>
                  <a:lnTo>
                    <a:pt x="486282" y="480995"/>
                  </a:lnTo>
                  <a:lnTo>
                    <a:pt x="481103" y="473360"/>
                  </a:lnTo>
                  <a:lnTo>
                    <a:pt x="473940" y="471360"/>
                  </a:lnTo>
                  <a:lnTo>
                    <a:pt x="473779" y="470896"/>
                  </a:lnTo>
                  <a:lnTo>
                    <a:pt x="476306" y="469039"/>
                  </a:lnTo>
                  <a:lnTo>
                    <a:pt x="473311" y="458361"/>
                  </a:lnTo>
                  <a:lnTo>
                    <a:pt x="475816" y="453950"/>
                  </a:lnTo>
                  <a:lnTo>
                    <a:pt x="471224" y="442369"/>
                  </a:lnTo>
                  <a:lnTo>
                    <a:pt x="472333" y="437912"/>
                  </a:lnTo>
                  <a:lnTo>
                    <a:pt x="471883" y="434589"/>
                  </a:lnTo>
                  <a:lnTo>
                    <a:pt x="469595" y="429236"/>
                  </a:lnTo>
                  <a:lnTo>
                    <a:pt x="466482" y="427293"/>
                  </a:lnTo>
                  <a:lnTo>
                    <a:pt x="462480" y="427367"/>
                  </a:lnTo>
                  <a:lnTo>
                    <a:pt x="459188" y="428313"/>
                  </a:lnTo>
                  <a:lnTo>
                    <a:pt x="453703" y="426181"/>
                  </a:lnTo>
                  <a:lnTo>
                    <a:pt x="452156" y="424564"/>
                  </a:lnTo>
                  <a:lnTo>
                    <a:pt x="451262" y="420794"/>
                  </a:lnTo>
                  <a:lnTo>
                    <a:pt x="455947" y="412420"/>
                  </a:lnTo>
                  <a:lnTo>
                    <a:pt x="456469" y="407901"/>
                  </a:lnTo>
                  <a:lnTo>
                    <a:pt x="455524" y="406142"/>
                  </a:lnTo>
                  <a:lnTo>
                    <a:pt x="453235" y="405255"/>
                  </a:lnTo>
                  <a:lnTo>
                    <a:pt x="451735" y="403664"/>
                  </a:lnTo>
                  <a:lnTo>
                    <a:pt x="451971" y="400431"/>
                  </a:lnTo>
                  <a:lnTo>
                    <a:pt x="451313" y="398771"/>
                  </a:lnTo>
                  <a:lnTo>
                    <a:pt x="444383" y="389748"/>
                  </a:lnTo>
                  <a:lnTo>
                    <a:pt x="441213" y="382436"/>
                  </a:lnTo>
                  <a:lnTo>
                    <a:pt x="437611" y="379553"/>
                  </a:lnTo>
                  <a:lnTo>
                    <a:pt x="435486" y="371252"/>
                  </a:lnTo>
                  <a:lnTo>
                    <a:pt x="431271" y="364324"/>
                  </a:lnTo>
                  <a:lnTo>
                    <a:pt x="431611" y="360994"/>
                  </a:lnTo>
                  <a:lnTo>
                    <a:pt x="430359" y="357454"/>
                  </a:lnTo>
                  <a:lnTo>
                    <a:pt x="428549" y="355736"/>
                  </a:lnTo>
                  <a:lnTo>
                    <a:pt x="426128" y="354805"/>
                  </a:lnTo>
                  <a:lnTo>
                    <a:pt x="423685" y="355546"/>
                  </a:lnTo>
                  <a:lnTo>
                    <a:pt x="422189" y="354220"/>
                  </a:lnTo>
                  <a:lnTo>
                    <a:pt x="424297" y="343864"/>
                  </a:lnTo>
                  <a:lnTo>
                    <a:pt x="423432" y="339534"/>
                  </a:lnTo>
                  <a:lnTo>
                    <a:pt x="421936" y="336521"/>
                  </a:lnTo>
                  <a:lnTo>
                    <a:pt x="423246" y="329652"/>
                  </a:lnTo>
                  <a:lnTo>
                    <a:pt x="423598" y="321438"/>
                  </a:lnTo>
                  <a:lnTo>
                    <a:pt x="422080" y="317060"/>
                  </a:lnTo>
                  <a:lnTo>
                    <a:pt x="418916" y="312701"/>
                  </a:lnTo>
                  <a:lnTo>
                    <a:pt x="416110" y="310847"/>
                  </a:lnTo>
                  <a:lnTo>
                    <a:pt x="415239" y="306463"/>
                  </a:lnTo>
                  <a:lnTo>
                    <a:pt x="415375" y="297775"/>
                  </a:lnTo>
                  <a:lnTo>
                    <a:pt x="414237" y="293221"/>
                  </a:lnTo>
                  <a:lnTo>
                    <a:pt x="411412" y="287886"/>
                  </a:lnTo>
                  <a:lnTo>
                    <a:pt x="401756" y="276331"/>
                  </a:lnTo>
                  <a:lnTo>
                    <a:pt x="393747" y="258924"/>
                  </a:lnTo>
                  <a:lnTo>
                    <a:pt x="392718" y="250611"/>
                  </a:lnTo>
                  <a:lnTo>
                    <a:pt x="390882" y="243765"/>
                  </a:lnTo>
                  <a:lnTo>
                    <a:pt x="392480" y="240946"/>
                  </a:lnTo>
                  <a:lnTo>
                    <a:pt x="394038" y="235601"/>
                  </a:lnTo>
                  <a:lnTo>
                    <a:pt x="395305" y="227346"/>
                  </a:lnTo>
                  <a:lnTo>
                    <a:pt x="395362" y="223177"/>
                  </a:lnTo>
                  <a:lnTo>
                    <a:pt x="393050" y="214218"/>
                  </a:lnTo>
                  <a:lnTo>
                    <a:pt x="393908" y="213587"/>
                  </a:lnTo>
                  <a:lnTo>
                    <a:pt x="393780" y="216299"/>
                  </a:lnTo>
                  <a:lnTo>
                    <a:pt x="396217" y="222126"/>
                  </a:lnTo>
                  <a:lnTo>
                    <a:pt x="399652" y="217796"/>
                  </a:lnTo>
                  <a:lnTo>
                    <a:pt x="400330" y="213163"/>
                  </a:lnTo>
                  <a:lnTo>
                    <a:pt x="398841" y="205237"/>
                  </a:lnTo>
                  <a:lnTo>
                    <a:pt x="396226" y="197519"/>
                  </a:lnTo>
                  <a:lnTo>
                    <a:pt x="395608" y="197233"/>
                  </a:lnTo>
                  <a:lnTo>
                    <a:pt x="395110" y="198390"/>
                  </a:lnTo>
                  <a:lnTo>
                    <a:pt x="388332" y="194116"/>
                  </a:lnTo>
                  <a:lnTo>
                    <a:pt x="371526" y="187646"/>
                  </a:lnTo>
                  <a:lnTo>
                    <a:pt x="353249" y="182505"/>
                  </a:lnTo>
                  <a:lnTo>
                    <a:pt x="351253" y="179722"/>
                  </a:lnTo>
                  <a:lnTo>
                    <a:pt x="344547" y="177946"/>
                  </a:lnTo>
                  <a:lnTo>
                    <a:pt x="342714" y="175960"/>
                  </a:lnTo>
                  <a:lnTo>
                    <a:pt x="345965" y="176210"/>
                  </a:lnTo>
                  <a:lnTo>
                    <a:pt x="346487" y="173749"/>
                  </a:lnTo>
                  <a:lnTo>
                    <a:pt x="344352" y="159467"/>
                  </a:lnTo>
                  <a:lnTo>
                    <a:pt x="340639" y="155102"/>
                  </a:lnTo>
                  <a:lnTo>
                    <a:pt x="319274" y="142245"/>
                  </a:lnTo>
                  <a:lnTo>
                    <a:pt x="317536" y="142386"/>
                  </a:lnTo>
                  <a:lnTo>
                    <a:pt x="316886" y="143078"/>
                  </a:lnTo>
                  <a:lnTo>
                    <a:pt x="313968" y="141418"/>
                  </a:lnTo>
                  <a:lnTo>
                    <a:pt x="312529" y="139085"/>
                  </a:lnTo>
                  <a:lnTo>
                    <a:pt x="311127" y="138600"/>
                  </a:lnTo>
                  <a:lnTo>
                    <a:pt x="311183" y="143736"/>
                  </a:lnTo>
                  <a:lnTo>
                    <a:pt x="312511" y="145524"/>
                  </a:lnTo>
                  <a:lnTo>
                    <a:pt x="312279" y="147242"/>
                  </a:lnTo>
                  <a:lnTo>
                    <a:pt x="309422" y="150698"/>
                  </a:lnTo>
                  <a:lnTo>
                    <a:pt x="307321" y="151261"/>
                  </a:lnTo>
                  <a:lnTo>
                    <a:pt x="305966" y="150417"/>
                  </a:lnTo>
                  <a:lnTo>
                    <a:pt x="304895" y="154908"/>
                  </a:lnTo>
                  <a:lnTo>
                    <a:pt x="293626" y="153943"/>
                  </a:lnTo>
                  <a:lnTo>
                    <a:pt x="290005" y="152821"/>
                  </a:lnTo>
                  <a:lnTo>
                    <a:pt x="279483" y="146392"/>
                  </a:lnTo>
                  <a:lnTo>
                    <a:pt x="277783" y="144952"/>
                  </a:lnTo>
                  <a:lnTo>
                    <a:pt x="274594" y="139678"/>
                  </a:lnTo>
                  <a:lnTo>
                    <a:pt x="258379" y="128542"/>
                  </a:lnTo>
                  <a:lnTo>
                    <a:pt x="253329" y="121080"/>
                  </a:lnTo>
                  <a:lnTo>
                    <a:pt x="250561" y="118823"/>
                  </a:lnTo>
                  <a:lnTo>
                    <a:pt x="246943" y="117215"/>
                  </a:lnTo>
                  <a:lnTo>
                    <a:pt x="239415" y="116522"/>
                  </a:lnTo>
                  <a:lnTo>
                    <a:pt x="236504" y="114581"/>
                  </a:lnTo>
                  <a:lnTo>
                    <a:pt x="234763" y="111023"/>
                  </a:lnTo>
                  <a:lnTo>
                    <a:pt x="233105" y="109303"/>
                  </a:lnTo>
                  <a:lnTo>
                    <a:pt x="230409" y="108478"/>
                  </a:lnTo>
                  <a:lnTo>
                    <a:pt x="228314" y="109066"/>
                  </a:lnTo>
                  <a:lnTo>
                    <a:pt x="225917" y="118504"/>
                  </a:lnTo>
                  <a:lnTo>
                    <a:pt x="226302" y="121577"/>
                  </a:lnTo>
                  <a:lnTo>
                    <a:pt x="228361" y="125937"/>
                  </a:lnTo>
                  <a:lnTo>
                    <a:pt x="228768" y="130750"/>
                  </a:lnTo>
                  <a:lnTo>
                    <a:pt x="226887" y="133793"/>
                  </a:lnTo>
                  <a:lnTo>
                    <a:pt x="225699" y="133908"/>
                  </a:lnTo>
                  <a:lnTo>
                    <a:pt x="223983" y="132482"/>
                  </a:lnTo>
                  <a:lnTo>
                    <a:pt x="223203" y="132673"/>
                  </a:lnTo>
                  <a:lnTo>
                    <a:pt x="220878" y="137404"/>
                  </a:lnTo>
                  <a:lnTo>
                    <a:pt x="219154" y="143509"/>
                  </a:lnTo>
                  <a:lnTo>
                    <a:pt x="219723" y="150499"/>
                  </a:lnTo>
                  <a:lnTo>
                    <a:pt x="218806" y="155368"/>
                  </a:lnTo>
                  <a:lnTo>
                    <a:pt x="217751" y="155969"/>
                  </a:lnTo>
                  <a:lnTo>
                    <a:pt x="216984" y="158297"/>
                  </a:lnTo>
                  <a:lnTo>
                    <a:pt x="218575" y="159741"/>
                  </a:lnTo>
                  <a:lnTo>
                    <a:pt x="215850" y="165420"/>
                  </a:lnTo>
                  <a:lnTo>
                    <a:pt x="214109" y="172112"/>
                  </a:lnTo>
                  <a:lnTo>
                    <a:pt x="213777" y="174437"/>
                  </a:lnTo>
                  <a:lnTo>
                    <a:pt x="214547" y="176712"/>
                  </a:lnTo>
                  <a:lnTo>
                    <a:pt x="212598" y="188938"/>
                  </a:lnTo>
                  <a:lnTo>
                    <a:pt x="212897" y="191987"/>
                  </a:lnTo>
                  <a:lnTo>
                    <a:pt x="214250" y="195339"/>
                  </a:lnTo>
                  <a:lnTo>
                    <a:pt x="218196" y="201917"/>
                  </a:lnTo>
                  <a:lnTo>
                    <a:pt x="216740" y="205839"/>
                  </a:lnTo>
                  <a:lnTo>
                    <a:pt x="217165" y="207294"/>
                  </a:lnTo>
                  <a:lnTo>
                    <a:pt x="219826" y="209984"/>
                  </a:lnTo>
                  <a:lnTo>
                    <a:pt x="227819" y="215130"/>
                  </a:lnTo>
                  <a:lnTo>
                    <a:pt x="228521" y="218663"/>
                  </a:lnTo>
                  <a:lnTo>
                    <a:pt x="227722" y="246392"/>
                  </a:lnTo>
                  <a:lnTo>
                    <a:pt x="226820" y="251759"/>
                  </a:lnTo>
                  <a:lnTo>
                    <a:pt x="228495" y="257136"/>
                  </a:lnTo>
                  <a:lnTo>
                    <a:pt x="230777" y="261134"/>
                  </a:lnTo>
                  <a:lnTo>
                    <a:pt x="232281" y="269562"/>
                  </a:lnTo>
                  <a:lnTo>
                    <a:pt x="231063" y="273609"/>
                  </a:lnTo>
                  <a:lnTo>
                    <a:pt x="231595" y="277582"/>
                  </a:lnTo>
                  <a:lnTo>
                    <a:pt x="229803" y="282725"/>
                  </a:lnTo>
                  <a:lnTo>
                    <a:pt x="228740" y="290828"/>
                  </a:lnTo>
                  <a:lnTo>
                    <a:pt x="228974" y="296785"/>
                  </a:lnTo>
                  <a:lnTo>
                    <a:pt x="225307" y="303805"/>
                  </a:lnTo>
                  <a:lnTo>
                    <a:pt x="228195" y="312663"/>
                  </a:lnTo>
                  <a:lnTo>
                    <a:pt x="231263" y="315584"/>
                  </a:lnTo>
                  <a:lnTo>
                    <a:pt x="232835" y="319756"/>
                  </a:lnTo>
                  <a:lnTo>
                    <a:pt x="233170" y="324382"/>
                  </a:lnTo>
                  <a:lnTo>
                    <a:pt x="236667" y="332248"/>
                  </a:lnTo>
                  <a:lnTo>
                    <a:pt x="241501" y="335254"/>
                  </a:lnTo>
                  <a:lnTo>
                    <a:pt x="242857" y="339608"/>
                  </a:lnTo>
                  <a:lnTo>
                    <a:pt x="246397" y="340266"/>
                  </a:lnTo>
                  <a:lnTo>
                    <a:pt x="248637" y="342856"/>
                  </a:lnTo>
                  <a:lnTo>
                    <a:pt x="248909" y="344372"/>
                  </a:lnTo>
                  <a:lnTo>
                    <a:pt x="248103" y="346885"/>
                  </a:lnTo>
                  <a:lnTo>
                    <a:pt x="248619" y="352362"/>
                  </a:lnTo>
                  <a:lnTo>
                    <a:pt x="250106" y="356445"/>
                  </a:lnTo>
                  <a:lnTo>
                    <a:pt x="255755" y="361252"/>
                  </a:lnTo>
                  <a:lnTo>
                    <a:pt x="259348" y="361577"/>
                  </a:lnTo>
                  <a:lnTo>
                    <a:pt x="260968" y="359659"/>
                  </a:lnTo>
                  <a:lnTo>
                    <a:pt x="259937" y="359934"/>
                  </a:lnTo>
                  <a:lnTo>
                    <a:pt x="259896" y="358878"/>
                  </a:lnTo>
                  <a:lnTo>
                    <a:pt x="261283" y="358173"/>
                  </a:lnTo>
                  <a:lnTo>
                    <a:pt x="264650" y="359569"/>
                  </a:lnTo>
                  <a:lnTo>
                    <a:pt x="267903" y="362092"/>
                  </a:lnTo>
                  <a:lnTo>
                    <a:pt x="272983" y="368929"/>
                  </a:lnTo>
                  <a:lnTo>
                    <a:pt x="282661" y="378762"/>
                  </a:lnTo>
                  <a:lnTo>
                    <a:pt x="283767" y="381154"/>
                  </a:lnTo>
                  <a:lnTo>
                    <a:pt x="290901" y="386622"/>
                  </a:lnTo>
                  <a:lnTo>
                    <a:pt x="298260" y="395810"/>
                  </a:lnTo>
                  <a:lnTo>
                    <a:pt x="304340" y="399833"/>
                  </a:lnTo>
                  <a:lnTo>
                    <a:pt x="307211" y="403598"/>
                  </a:lnTo>
                  <a:lnTo>
                    <a:pt x="310528" y="405847"/>
                  </a:lnTo>
                  <a:lnTo>
                    <a:pt x="315241" y="411874"/>
                  </a:lnTo>
                  <a:lnTo>
                    <a:pt x="317770" y="416664"/>
                  </a:lnTo>
                  <a:lnTo>
                    <a:pt x="323363" y="422028"/>
                  </a:lnTo>
                  <a:lnTo>
                    <a:pt x="324348" y="425744"/>
                  </a:lnTo>
                  <a:lnTo>
                    <a:pt x="321173" y="428973"/>
                  </a:lnTo>
                  <a:lnTo>
                    <a:pt x="320680" y="430719"/>
                  </a:lnTo>
                  <a:lnTo>
                    <a:pt x="322866" y="435355"/>
                  </a:lnTo>
                  <a:lnTo>
                    <a:pt x="329032" y="443662"/>
                  </a:lnTo>
                  <a:lnTo>
                    <a:pt x="331334" y="449415"/>
                  </a:lnTo>
                  <a:lnTo>
                    <a:pt x="331487" y="452316"/>
                  </a:lnTo>
                  <a:lnTo>
                    <a:pt x="328654" y="456551"/>
                  </a:lnTo>
                  <a:lnTo>
                    <a:pt x="328496" y="462841"/>
                  </a:lnTo>
                  <a:lnTo>
                    <a:pt x="331259" y="469498"/>
                  </a:lnTo>
                  <a:lnTo>
                    <a:pt x="333594" y="470129"/>
                  </a:lnTo>
                  <a:lnTo>
                    <a:pt x="336154" y="469740"/>
                  </a:lnTo>
                  <a:lnTo>
                    <a:pt x="337184" y="467438"/>
                  </a:lnTo>
                  <a:lnTo>
                    <a:pt x="335670" y="465441"/>
                  </a:lnTo>
                  <a:lnTo>
                    <a:pt x="337042" y="463384"/>
                  </a:lnTo>
                  <a:lnTo>
                    <a:pt x="340997" y="462753"/>
                  </a:lnTo>
                  <a:lnTo>
                    <a:pt x="345745" y="466339"/>
                  </a:lnTo>
                  <a:lnTo>
                    <a:pt x="347286" y="474595"/>
                  </a:lnTo>
                  <a:lnTo>
                    <a:pt x="347015" y="477461"/>
                  </a:lnTo>
                  <a:lnTo>
                    <a:pt x="348483" y="481370"/>
                  </a:lnTo>
                  <a:lnTo>
                    <a:pt x="352856" y="481964"/>
                  </a:lnTo>
                  <a:lnTo>
                    <a:pt x="358680" y="477954"/>
                  </a:lnTo>
                  <a:lnTo>
                    <a:pt x="362630" y="480151"/>
                  </a:lnTo>
                  <a:lnTo>
                    <a:pt x="364876" y="484215"/>
                  </a:lnTo>
                  <a:lnTo>
                    <a:pt x="364654" y="489805"/>
                  </a:lnTo>
                  <a:lnTo>
                    <a:pt x="367593" y="500299"/>
                  </a:lnTo>
                  <a:lnTo>
                    <a:pt x="370490" y="503851"/>
                  </a:lnTo>
                  <a:lnTo>
                    <a:pt x="370028" y="507923"/>
                  </a:lnTo>
                  <a:lnTo>
                    <a:pt x="371943" y="519168"/>
                  </a:lnTo>
                  <a:lnTo>
                    <a:pt x="380806" y="525591"/>
                  </a:lnTo>
                  <a:lnTo>
                    <a:pt x="385469" y="526026"/>
                  </a:lnTo>
                  <a:lnTo>
                    <a:pt x="392781" y="524399"/>
                  </a:lnTo>
                  <a:lnTo>
                    <a:pt x="395063" y="527370"/>
                  </a:lnTo>
                  <a:lnTo>
                    <a:pt x="397107" y="528892"/>
                  </a:lnTo>
                  <a:lnTo>
                    <a:pt x="398450" y="528983"/>
                  </a:lnTo>
                  <a:lnTo>
                    <a:pt x="397595" y="535896"/>
                  </a:lnTo>
                  <a:lnTo>
                    <a:pt x="394165" y="544357"/>
                  </a:lnTo>
                  <a:lnTo>
                    <a:pt x="394181" y="547555"/>
                  </a:lnTo>
                  <a:lnTo>
                    <a:pt x="402190" y="559072"/>
                  </a:lnTo>
                  <a:lnTo>
                    <a:pt x="399345" y="565296"/>
                  </a:lnTo>
                  <a:lnTo>
                    <a:pt x="399090" y="567755"/>
                  </a:lnTo>
                  <a:lnTo>
                    <a:pt x="401142" y="573779"/>
                  </a:lnTo>
                  <a:lnTo>
                    <a:pt x="399776" y="575523"/>
                  </a:lnTo>
                  <a:lnTo>
                    <a:pt x="399115" y="578446"/>
                  </a:lnTo>
                  <a:lnTo>
                    <a:pt x="400406" y="581046"/>
                  </a:lnTo>
                  <a:lnTo>
                    <a:pt x="403075" y="582041"/>
                  </a:lnTo>
                  <a:lnTo>
                    <a:pt x="403679" y="585969"/>
                  </a:lnTo>
                  <a:lnTo>
                    <a:pt x="401130" y="598266"/>
                  </a:lnTo>
                  <a:lnTo>
                    <a:pt x="402217" y="600187"/>
                  </a:lnTo>
                  <a:lnTo>
                    <a:pt x="406089" y="603915"/>
                  </a:lnTo>
                  <a:lnTo>
                    <a:pt x="406993" y="610490"/>
                  </a:lnTo>
                  <a:lnTo>
                    <a:pt x="409982" y="615856"/>
                  </a:lnTo>
                  <a:lnTo>
                    <a:pt x="411434" y="617410"/>
                  </a:lnTo>
                  <a:lnTo>
                    <a:pt x="413410" y="617579"/>
                  </a:lnTo>
                  <a:lnTo>
                    <a:pt x="417887" y="624951"/>
                  </a:lnTo>
                  <a:lnTo>
                    <a:pt x="420167" y="626080"/>
                  </a:lnTo>
                  <a:lnTo>
                    <a:pt x="421501" y="625865"/>
                  </a:lnTo>
                  <a:lnTo>
                    <a:pt x="429058" y="629288"/>
                  </a:lnTo>
                  <a:lnTo>
                    <a:pt x="437747" y="634623"/>
                  </a:lnTo>
                  <a:lnTo>
                    <a:pt x="441943" y="638415"/>
                  </a:lnTo>
                  <a:lnTo>
                    <a:pt x="445285" y="645109"/>
                  </a:lnTo>
                  <a:lnTo>
                    <a:pt x="445367" y="653443"/>
                  </a:lnTo>
                  <a:lnTo>
                    <a:pt x="446654" y="658917"/>
                  </a:lnTo>
                  <a:lnTo>
                    <a:pt x="449904" y="663789"/>
                  </a:lnTo>
                  <a:lnTo>
                    <a:pt x="452623" y="666291"/>
                  </a:lnTo>
                  <a:lnTo>
                    <a:pt x="455048" y="673445"/>
                  </a:lnTo>
                  <a:lnTo>
                    <a:pt x="456488" y="675502"/>
                  </a:lnTo>
                  <a:lnTo>
                    <a:pt x="454482" y="679634"/>
                  </a:lnTo>
                  <a:lnTo>
                    <a:pt x="454608" y="680945"/>
                  </a:lnTo>
                  <a:lnTo>
                    <a:pt x="466277" y="690282"/>
                  </a:lnTo>
                  <a:lnTo>
                    <a:pt x="474619" y="692450"/>
                  </a:lnTo>
                  <a:lnTo>
                    <a:pt x="480549" y="695839"/>
                  </a:lnTo>
                  <a:lnTo>
                    <a:pt x="481753" y="697825"/>
                  </a:lnTo>
                  <a:lnTo>
                    <a:pt x="481622" y="698840"/>
                  </a:lnTo>
                  <a:lnTo>
                    <a:pt x="480517" y="699436"/>
                  </a:lnTo>
                  <a:lnTo>
                    <a:pt x="478919" y="698931"/>
                  </a:lnTo>
                  <a:lnTo>
                    <a:pt x="475131" y="702857"/>
                  </a:lnTo>
                  <a:lnTo>
                    <a:pt x="474031" y="706245"/>
                  </a:lnTo>
                  <a:lnTo>
                    <a:pt x="473789" y="709897"/>
                  </a:lnTo>
                  <a:lnTo>
                    <a:pt x="474387" y="711824"/>
                  </a:lnTo>
                  <a:lnTo>
                    <a:pt x="479367" y="717574"/>
                  </a:lnTo>
                  <a:lnTo>
                    <a:pt x="479255" y="719071"/>
                  </a:lnTo>
                  <a:lnTo>
                    <a:pt x="480073" y="720197"/>
                  </a:lnTo>
                  <a:lnTo>
                    <a:pt x="485495" y="726272"/>
                  </a:lnTo>
                  <a:lnTo>
                    <a:pt x="487674" y="727826"/>
                  </a:lnTo>
                  <a:lnTo>
                    <a:pt x="488506" y="733507"/>
                  </a:lnTo>
                  <a:lnTo>
                    <a:pt x="485171" y="735769"/>
                  </a:lnTo>
                  <a:lnTo>
                    <a:pt x="482923" y="740815"/>
                  </a:lnTo>
                  <a:lnTo>
                    <a:pt x="488651" y="746851"/>
                  </a:lnTo>
                  <a:lnTo>
                    <a:pt x="497046" y="761578"/>
                  </a:lnTo>
                  <a:lnTo>
                    <a:pt x="502687" y="762143"/>
                  </a:lnTo>
                  <a:lnTo>
                    <a:pt x="506174" y="759057"/>
                  </a:lnTo>
                  <a:lnTo>
                    <a:pt x="506392" y="757217"/>
                  </a:lnTo>
                  <a:lnTo>
                    <a:pt x="500287" y="749970"/>
                  </a:lnTo>
                  <a:lnTo>
                    <a:pt x="494707" y="745081"/>
                  </a:lnTo>
                  <a:lnTo>
                    <a:pt x="493639" y="742031"/>
                  </a:lnTo>
                  <a:lnTo>
                    <a:pt x="492338" y="730768"/>
                  </a:lnTo>
                  <a:lnTo>
                    <a:pt x="490307" y="722843"/>
                  </a:lnTo>
                  <a:lnTo>
                    <a:pt x="490401" y="722271"/>
                  </a:lnTo>
                  <a:lnTo>
                    <a:pt x="492443" y="721866"/>
                  </a:lnTo>
                  <a:lnTo>
                    <a:pt x="493656" y="720474"/>
                  </a:lnTo>
                  <a:lnTo>
                    <a:pt x="501037" y="726922"/>
                  </a:lnTo>
                  <a:lnTo>
                    <a:pt x="504186" y="732268"/>
                  </a:lnTo>
                  <a:lnTo>
                    <a:pt x="509185" y="736264"/>
                  </a:lnTo>
                  <a:lnTo>
                    <a:pt x="511090" y="739715"/>
                  </a:lnTo>
                  <a:lnTo>
                    <a:pt x="519864" y="746035"/>
                  </a:lnTo>
                  <a:lnTo>
                    <a:pt x="518783" y="751014"/>
                  </a:lnTo>
                  <a:lnTo>
                    <a:pt x="518305" y="762437"/>
                  </a:lnTo>
                  <a:lnTo>
                    <a:pt x="522654" y="765301"/>
                  </a:lnTo>
                  <a:lnTo>
                    <a:pt x="531161" y="768218"/>
                  </a:lnTo>
                  <a:lnTo>
                    <a:pt x="530023" y="768434"/>
                  </a:lnTo>
                  <a:lnTo>
                    <a:pt x="527522" y="774894"/>
                  </a:lnTo>
                  <a:lnTo>
                    <a:pt x="527471" y="780503"/>
                  </a:lnTo>
                  <a:lnTo>
                    <a:pt x="534708" y="789520"/>
                  </a:lnTo>
                  <a:lnTo>
                    <a:pt x="535784" y="794721"/>
                  </a:lnTo>
                  <a:lnTo>
                    <a:pt x="534774" y="801234"/>
                  </a:lnTo>
                  <a:lnTo>
                    <a:pt x="535862" y="808940"/>
                  </a:lnTo>
                  <a:lnTo>
                    <a:pt x="538457" y="817152"/>
                  </a:lnTo>
                  <a:lnTo>
                    <a:pt x="540389" y="819207"/>
                  </a:lnTo>
                  <a:lnTo>
                    <a:pt x="540952" y="821545"/>
                  </a:lnTo>
                  <a:lnTo>
                    <a:pt x="535770" y="834950"/>
                  </a:lnTo>
                  <a:lnTo>
                    <a:pt x="536740" y="839690"/>
                  </a:lnTo>
                  <a:lnTo>
                    <a:pt x="537707" y="841412"/>
                  </a:lnTo>
                  <a:lnTo>
                    <a:pt x="537774" y="849534"/>
                  </a:lnTo>
                  <a:lnTo>
                    <a:pt x="539193" y="850756"/>
                  </a:lnTo>
                  <a:lnTo>
                    <a:pt x="539934" y="857483"/>
                  </a:lnTo>
                  <a:lnTo>
                    <a:pt x="546088" y="863220"/>
                  </a:lnTo>
                  <a:lnTo>
                    <a:pt x="548435" y="863834"/>
                  </a:lnTo>
                  <a:lnTo>
                    <a:pt x="549559" y="866632"/>
                  </a:lnTo>
                  <a:lnTo>
                    <a:pt x="550863" y="877329"/>
                  </a:lnTo>
                  <a:lnTo>
                    <a:pt x="553649" y="882301"/>
                  </a:lnTo>
                  <a:lnTo>
                    <a:pt x="557977" y="887951"/>
                  </a:lnTo>
                  <a:lnTo>
                    <a:pt x="569172" y="890494"/>
                  </a:lnTo>
                  <a:lnTo>
                    <a:pt x="567586" y="897754"/>
                  </a:lnTo>
                  <a:lnTo>
                    <a:pt x="571850" y="911085"/>
                  </a:lnTo>
                  <a:lnTo>
                    <a:pt x="573979" y="912777"/>
                  </a:lnTo>
                  <a:lnTo>
                    <a:pt x="576285" y="917335"/>
                  </a:lnTo>
                  <a:lnTo>
                    <a:pt x="576130" y="919326"/>
                  </a:lnTo>
                  <a:lnTo>
                    <a:pt x="574945" y="920145"/>
                  </a:lnTo>
                  <a:lnTo>
                    <a:pt x="575254" y="923831"/>
                  </a:lnTo>
                  <a:lnTo>
                    <a:pt x="579634" y="936677"/>
                  </a:lnTo>
                  <a:lnTo>
                    <a:pt x="583095" y="943298"/>
                  </a:lnTo>
                  <a:lnTo>
                    <a:pt x="586065" y="945134"/>
                  </a:lnTo>
                  <a:lnTo>
                    <a:pt x="593035" y="951313"/>
                  </a:lnTo>
                  <a:lnTo>
                    <a:pt x="593939" y="957201"/>
                  </a:lnTo>
                  <a:lnTo>
                    <a:pt x="599494" y="966259"/>
                  </a:lnTo>
                  <a:lnTo>
                    <a:pt x="601215" y="973956"/>
                  </a:lnTo>
                  <a:lnTo>
                    <a:pt x="602417" y="976383"/>
                  </a:lnTo>
                  <a:lnTo>
                    <a:pt x="601639" y="981535"/>
                  </a:lnTo>
                  <a:lnTo>
                    <a:pt x="594077" y="992536"/>
                  </a:lnTo>
                  <a:lnTo>
                    <a:pt x="592422" y="998539"/>
                  </a:lnTo>
                  <a:lnTo>
                    <a:pt x="592200" y="1006443"/>
                  </a:lnTo>
                  <a:lnTo>
                    <a:pt x="592898" y="1010890"/>
                  </a:lnTo>
                  <a:lnTo>
                    <a:pt x="597099" y="1017349"/>
                  </a:lnTo>
                  <a:lnTo>
                    <a:pt x="596025" y="1024030"/>
                  </a:lnTo>
                  <a:lnTo>
                    <a:pt x="596947" y="1029819"/>
                  </a:lnTo>
                  <a:lnTo>
                    <a:pt x="603832" y="1042426"/>
                  </a:lnTo>
                  <a:lnTo>
                    <a:pt x="609078" y="1047942"/>
                  </a:lnTo>
                  <a:lnTo>
                    <a:pt x="611948" y="1049230"/>
                  </a:lnTo>
                  <a:lnTo>
                    <a:pt x="626268" y="1053440"/>
                  </a:lnTo>
                  <a:lnTo>
                    <a:pt x="634476" y="1053654"/>
                  </a:lnTo>
                  <a:lnTo>
                    <a:pt x="634023" y="1054853"/>
                  </a:lnTo>
                  <a:lnTo>
                    <a:pt x="629252" y="1056630"/>
                  </a:lnTo>
                  <a:lnTo>
                    <a:pt x="625272" y="1053580"/>
                  </a:lnTo>
                  <a:lnTo>
                    <a:pt x="622637" y="1053553"/>
                  </a:lnTo>
                  <a:lnTo>
                    <a:pt x="623952" y="1061047"/>
                  </a:lnTo>
                  <a:lnTo>
                    <a:pt x="626585" y="1061806"/>
                  </a:lnTo>
                  <a:lnTo>
                    <a:pt x="630755" y="1061068"/>
                  </a:lnTo>
                  <a:lnTo>
                    <a:pt x="636657" y="1053955"/>
                  </a:lnTo>
                  <a:lnTo>
                    <a:pt x="637448" y="1049631"/>
                  </a:lnTo>
                  <a:lnTo>
                    <a:pt x="635576" y="1045759"/>
                  </a:lnTo>
                  <a:lnTo>
                    <a:pt x="633797" y="1037012"/>
                  </a:lnTo>
                  <a:lnTo>
                    <a:pt x="634678" y="1035463"/>
                  </a:lnTo>
                  <a:lnTo>
                    <a:pt x="638696" y="1032956"/>
                  </a:lnTo>
                  <a:lnTo>
                    <a:pt x="645512" y="1034317"/>
                  </a:lnTo>
                  <a:lnTo>
                    <a:pt x="647111" y="1039316"/>
                  </a:lnTo>
                  <a:lnTo>
                    <a:pt x="650356" y="1043551"/>
                  </a:lnTo>
                  <a:lnTo>
                    <a:pt x="655613" y="1047989"/>
                  </a:lnTo>
                  <a:lnTo>
                    <a:pt x="660257" y="1050440"/>
                  </a:lnTo>
                  <a:lnTo>
                    <a:pt x="668842" y="1057649"/>
                  </a:lnTo>
                  <a:lnTo>
                    <a:pt x="670688" y="1071530"/>
                  </a:lnTo>
                  <a:lnTo>
                    <a:pt x="676525" y="1073603"/>
                  </a:lnTo>
                  <a:lnTo>
                    <a:pt x="681761" y="1072758"/>
                  </a:lnTo>
                  <a:lnTo>
                    <a:pt x="687987" y="1070464"/>
                  </a:lnTo>
                  <a:lnTo>
                    <a:pt x="690194" y="1075209"/>
                  </a:lnTo>
                  <a:lnTo>
                    <a:pt x="688580" y="1078307"/>
                  </a:lnTo>
                  <a:lnTo>
                    <a:pt x="686522" y="1079416"/>
                  </a:lnTo>
                  <a:lnTo>
                    <a:pt x="685961" y="1085587"/>
                  </a:lnTo>
                  <a:lnTo>
                    <a:pt x="687246" y="1088274"/>
                  </a:lnTo>
                  <a:lnTo>
                    <a:pt x="692645" y="1092817"/>
                  </a:lnTo>
                  <a:lnTo>
                    <a:pt x="698119" y="1100154"/>
                  </a:lnTo>
                  <a:lnTo>
                    <a:pt x="698951" y="1104882"/>
                  </a:lnTo>
                  <a:lnTo>
                    <a:pt x="698274" y="1109480"/>
                  </a:lnTo>
                  <a:lnTo>
                    <a:pt x="699901" y="1114987"/>
                  </a:lnTo>
                  <a:lnTo>
                    <a:pt x="699541" y="1117433"/>
                  </a:lnTo>
                  <a:lnTo>
                    <a:pt x="699611" y="1118553"/>
                  </a:lnTo>
                  <a:lnTo>
                    <a:pt x="701736" y="1120673"/>
                  </a:lnTo>
                  <a:lnTo>
                    <a:pt x="718424" y="1128773"/>
                  </a:lnTo>
                  <a:lnTo>
                    <a:pt x="723907" y="1132581"/>
                  </a:lnTo>
                  <a:lnTo>
                    <a:pt x="722582" y="1135030"/>
                  </a:lnTo>
                  <a:lnTo>
                    <a:pt x="722460" y="1136685"/>
                  </a:lnTo>
                  <a:lnTo>
                    <a:pt x="726538" y="1143738"/>
                  </a:lnTo>
                  <a:lnTo>
                    <a:pt x="727462" y="1150562"/>
                  </a:lnTo>
                  <a:lnTo>
                    <a:pt x="727351" y="1155821"/>
                  </a:lnTo>
                  <a:lnTo>
                    <a:pt x="727120" y="1162440"/>
                  </a:lnTo>
                  <a:lnTo>
                    <a:pt x="725548" y="1169420"/>
                  </a:lnTo>
                  <a:lnTo>
                    <a:pt x="722769" y="1175246"/>
                  </a:lnTo>
                  <a:lnTo>
                    <a:pt x="713688" y="1185162"/>
                  </a:lnTo>
                  <a:lnTo>
                    <a:pt x="709126" y="1187865"/>
                  </a:lnTo>
                  <a:lnTo>
                    <a:pt x="698849" y="1190098"/>
                  </a:lnTo>
                  <a:lnTo>
                    <a:pt x="693639" y="1193551"/>
                  </a:lnTo>
                  <a:lnTo>
                    <a:pt x="692669" y="1196779"/>
                  </a:lnTo>
                  <a:lnTo>
                    <a:pt x="691520" y="1198054"/>
                  </a:lnTo>
                  <a:lnTo>
                    <a:pt x="688350" y="1198682"/>
                  </a:lnTo>
                  <a:lnTo>
                    <a:pt x="684368" y="1200826"/>
                  </a:lnTo>
                  <a:lnTo>
                    <a:pt x="682961" y="1202423"/>
                  </a:lnTo>
                  <a:lnTo>
                    <a:pt x="682657" y="1204401"/>
                  </a:lnTo>
                  <a:lnTo>
                    <a:pt x="678679" y="1207827"/>
                  </a:lnTo>
                  <a:lnTo>
                    <a:pt x="673133" y="1208426"/>
                  </a:lnTo>
                  <a:lnTo>
                    <a:pt x="671540" y="1210075"/>
                  </a:lnTo>
                  <a:lnTo>
                    <a:pt x="672836" y="1210674"/>
                  </a:lnTo>
                  <a:lnTo>
                    <a:pt x="670381" y="1211003"/>
                  </a:lnTo>
                  <a:lnTo>
                    <a:pt x="665045" y="1210601"/>
                  </a:lnTo>
                  <a:lnTo>
                    <a:pt x="663137" y="1209636"/>
                  </a:lnTo>
                  <a:lnTo>
                    <a:pt x="659630" y="1206675"/>
                  </a:lnTo>
                  <a:lnTo>
                    <a:pt x="656010" y="1202014"/>
                  </a:lnTo>
                  <a:lnTo>
                    <a:pt x="651345" y="1192398"/>
                  </a:lnTo>
                  <a:lnTo>
                    <a:pt x="649626" y="1181193"/>
                  </a:lnTo>
                  <a:lnTo>
                    <a:pt x="646752" y="1167132"/>
                  </a:lnTo>
                  <a:lnTo>
                    <a:pt x="645636" y="1156439"/>
                  </a:lnTo>
                  <a:lnTo>
                    <a:pt x="639930" y="1146361"/>
                  </a:lnTo>
                  <a:lnTo>
                    <a:pt x="639105" y="1142929"/>
                  </a:lnTo>
                  <a:lnTo>
                    <a:pt x="636275" y="1137089"/>
                  </a:lnTo>
                  <a:lnTo>
                    <a:pt x="630677" y="1127844"/>
                  </a:lnTo>
                  <a:lnTo>
                    <a:pt x="623795" y="1121686"/>
                  </a:lnTo>
                  <a:lnTo>
                    <a:pt x="605599" y="1112008"/>
                  </a:lnTo>
                  <a:lnTo>
                    <a:pt x="599803" y="1107469"/>
                  </a:lnTo>
                  <a:lnTo>
                    <a:pt x="592517" y="1099729"/>
                  </a:lnTo>
                  <a:lnTo>
                    <a:pt x="578294" y="1081191"/>
                  </a:lnTo>
                  <a:lnTo>
                    <a:pt x="556832" y="1058010"/>
                  </a:lnTo>
                  <a:lnTo>
                    <a:pt x="534594" y="1041536"/>
                  </a:lnTo>
                  <a:lnTo>
                    <a:pt x="514762" y="1028680"/>
                  </a:lnTo>
                  <a:lnTo>
                    <a:pt x="522976" y="1033403"/>
                  </a:lnTo>
                  <a:lnTo>
                    <a:pt x="520603" y="1031365"/>
                  </a:lnTo>
                  <a:lnTo>
                    <a:pt x="510288" y="1025381"/>
                  </a:lnTo>
                  <a:lnTo>
                    <a:pt x="509542" y="1022903"/>
                  </a:lnTo>
                  <a:lnTo>
                    <a:pt x="505445" y="1017749"/>
                  </a:lnTo>
                  <a:lnTo>
                    <a:pt x="503837" y="1017155"/>
                  </a:lnTo>
                  <a:lnTo>
                    <a:pt x="500598" y="1017546"/>
                  </a:lnTo>
                  <a:lnTo>
                    <a:pt x="499370" y="1016812"/>
                  </a:lnTo>
                  <a:lnTo>
                    <a:pt x="496601" y="1013561"/>
                  </a:lnTo>
                  <a:lnTo>
                    <a:pt x="494614" y="1000568"/>
                  </a:lnTo>
                  <a:lnTo>
                    <a:pt x="492597" y="997930"/>
                  </a:lnTo>
                  <a:lnTo>
                    <a:pt x="489798" y="996077"/>
                  </a:lnTo>
                  <a:lnTo>
                    <a:pt x="488936" y="995818"/>
                  </a:lnTo>
                  <a:lnTo>
                    <a:pt x="488227" y="997425"/>
                  </a:lnTo>
                  <a:lnTo>
                    <a:pt x="488790" y="999052"/>
                  </a:lnTo>
                  <a:lnTo>
                    <a:pt x="487759" y="1000925"/>
                  </a:lnTo>
                  <a:lnTo>
                    <a:pt x="486593" y="1001238"/>
                  </a:lnTo>
                  <a:close/>
                  <a:moveTo>
                    <a:pt x="607563" y="600622"/>
                  </a:moveTo>
                  <a:lnTo>
                    <a:pt x="607272" y="599800"/>
                  </a:lnTo>
                  <a:lnTo>
                    <a:pt x="603074" y="599427"/>
                  </a:lnTo>
                  <a:lnTo>
                    <a:pt x="607463" y="601366"/>
                  </a:lnTo>
                  <a:close/>
                  <a:moveTo>
                    <a:pt x="605563" y="601544"/>
                  </a:moveTo>
                  <a:lnTo>
                    <a:pt x="607388" y="601403"/>
                  </a:lnTo>
                  <a:close/>
                  <a:moveTo>
                    <a:pt x="1965778" y="1661262"/>
                  </a:moveTo>
                  <a:lnTo>
                    <a:pt x="1965961" y="1661177"/>
                  </a:lnTo>
                  <a:close/>
                  <a:moveTo>
                    <a:pt x="1984632" y="1651722"/>
                  </a:moveTo>
                  <a:lnTo>
                    <a:pt x="1984423" y="1649633"/>
                  </a:lnTo>
                  <a:close/>
                  <a:moveTo>
                    <a:pt x="2930420" y="1428055"/>
                  </a:moveTo>
                  <a:lnTo>
                    <a:pt x="2930273" y="1428079"/>
                  </a:lnTo>
                  <a:close/>
                  <a:moveTo>
                    <a:pt x="2929662" y="1386516"/>
                  </a:moveTo>
                  <a:lnTo>
                    <a:pt x="2929678" y="1385911"/>
                  </a:lnTo>
                  <a:lnTo>
                    <a:pt x="2929670" y="1386220"/>
                  </a:lnTo>
                  <a:close/>
                  <a:moveTo>
                    <a:pt x="2935038" y="1393202"/>
                  </a:moveTo>
                  <a:lnTo>
                    <a:pt x="2935013" y="1392848"/>
                  </a:lnTo>
                  <a:close/>
                  <a:moveTo>
                    <a:pt x="2938775" y="1401646"/>
                  </a:moveTo>
                  <a:lnTo>
                    <a:pt x="2938777" y="14014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h6110"/>
            <p:cNvSpPr/>
            <p:nvPr/>
          </p:nvSpPr>
          <p:spPr>
            <a:xfrm>
              <a:off x="5314046" y="2178305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h6111"/>
            <p:cNvSpPr/>
            <p:nvPr/>
          </p:nvSpPr>
          <p:spPr>
            <a:xfrm>
              <a:off x="5427974" y="2182384"/>
              <a:ext cx="4652" cy="7696"/>
            </a:xfrm>
            <a:custGeom>
              <a:avLst/>
              <a:pathLst>
                <a:path w="4652" h="7696">
                  <a:moveTo>
                    <a:pt x="4652" y="4367"/>
                  </a:moveTo>
                  <a:lnTo>
                    <a:pt x="4557" y="5469"/>
                  </a:lnTo>
                  <a:lnTo>
                    <a:pt x="2661" y="7696"/>
                  </a:ln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h6112"/>
            <p:cNvSpPr/>
            <p:nvPr/>
          </p:nvSpPr>
          <p:spPr>
            <a:xfrm>
              <a:off x="5316406" y="2179911"/>
              <a:ext cx="1291" cy="1693"/>
            </a:xfrm>
            <a:custGeom>
              <a:avLst/>
              <a:pathLst>
                <a:path w="1291" h="1693">
                  <a:moveTo>
                    <a:pt x="0" y="686"/>
                  </a:moveTo>
                  <a:lnTo>
                    <a:pt x="460" y="0"/>
                  </a:lnTo>
                  <a:lnTo>
                    <a:pt x="1291" y="234"/>
                  </a:lnTo>
                  <a:lnTo>
                    <a:pt x="649" y="16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h6113"/>
            <p:cNvSpPr/>
            <p:nvPr/>
          </p:nvSpPr>
          <p:spPr>
            <a:xfrm>
              <a:off x="5429729" y="2178892"/>
              <a:ext cx="123" cy="587"/>
            </a:xfrm>
            <a:custGeom>
              <a:avLst/>
              <a:pathLst>
                <a:path w="123" h="587">
                  <a:moveTo>
                    <a:pt x="123" y="587"/>
                  </a:moveTo>
                  <a:lnTo>
                    <a:pt x="0" y="441"/>
                  </a:lnTo>
                  <a:lnTo>
                    <a:pt x="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h6114"/>
            <p:cNvSpPr/>
            <p:nvPr/>
          </p:nvSpPr>
          <p:spPr>
            <a:xfrm>
              <a:off x="5410170" y="2178947"/>
              <a:ext cx="203" cy="277"/>
            </a:xfrm>
            <a:custGeom>
              <a:avLst/>
              <a:pathLst>
                <a:path w="203" h="277">
                  <a:moveTo>
                    <a:pt x="203" y="277"/>
                  </a:moveTo>
                  <a:lnTo>
                    <a:pt x="0" y="222"/>
                  </a:lnTo>
                  <a:lnTo>
                    <a:pt x="9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h6115"/>
            <p:cNvSpPr/>
            <p:nvPr/>
          </p:nvSpPr>
          <p:spPr>
            <a:xfrm>
              <a:off x="5429166" y="2178875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h6116"/>
            <p:cNvSpPr/>
            <p:nvPr/>
          </p:nvSpPr>
          <p:spPr>
            <a:xfrm>
              <a:off x="5410008" y="2177433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h6117"/>
            <p:cNvSpPr/>
            <p:nvPr/>
          </p:nvSpPr>
          <p:spPr>
            <a:xfrm>
              <a:off x="5405026" y="2175656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h6118"/>
            <p:cNvSpPr/>
            <p:nvPr/>
          </p:nvSpPr>
          <p:spPr>
            <a:xfrm>
              <a:off x="5404441" y="217429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h6119"/>
            <p:cNvSpPr/>
            <p:nvPr/>
          </p:nvSpPr>
          <p:spPr>
            <a:xfrm>
              <a:off x="5406962" y="2169391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h6120"/>
            <p:cNvSpPr/>
            <p:nvPr/>
          </p:nvSpPr>
          <p:spPr>
            <a:xfrm>
              <a:off x="5401145" y="2165334"/>
              <a:ext cx="162" cy="177"/>
            </a:xfrm>
            <a:custGeom>
              <a:avLst/>
              <a:pathLst>
                <a:path w="162" h="177">
                  <a:moveTo>
                    <a:pt x="162" y="0"/>
                  </a:moveTo>
                  <a:lnTo>
                    <a:pt x="0" y="1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h6121"/>
            <p:cNvSpPr/>
            <p:nvPr/>
          </p:nvSpPr>
          <p:spPr>
            <a:xfrm>
              <a:off x="5410253" y="2140167"/>
              <a:ext cx="19209" cy="30141"/>
            </a:xfrm>
            <a:custGeom>
              <a:avLst/>
              <a:pathLst>
                <a:path w="19209" h="30141">
                  <a:moveTo>
                    <a:pt x="17290" y="6019"/>
                  </a:move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lnTo>
                    <a:pt x="8973" y="15673"/>
                  </a:ln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h6122"/>
            <p:cNvSpPr/>
            <p:nvPr/>
          </p:nvSpPr>
          <p:spPr>
            <a:xfrm>
              <a:off x="5417400" y="2141995"/>
              <a:ext cx="300" cy="264"/>
            </a:xfrm>
            <a:custGeom>
              <a:avLst/>
              <a:pathLst>
                <a:path w="300" h="264">
                  <a:moveTo>
                    <a:pt x="300" y="264"/>
                  </a:moveTo>
                  <a:lnTo>
                    <a:pt x="0" y="132"/>
                  </a:lnTo>
                  <a:lnTo>
                    <a:pt x="4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h6123"/>
            <p:cNvSpPr/>
            <p:nvPr/>
          </p:nvSpPr>
          <p:spPr>
            <a:xfrm>
              <a:off x="5404381" y="2133964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h6124"/>
            <p:cNvSpPr/>
            <p:nvPr/>
          </p:nvSpPr>
          <p:spPr>
            <a:xfrm>
              <a:off x="5406471" y="2130560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h6125"/>
            <p:cNvSpPr/>
            <p:nvPr/>
          </p:nvSpPr>
          <p:spPr>
            <a:xfrm>
              <a:off x="5394681" y="2069448"/>
              <a:ext cx="981" cy="2061"/>
            </a:xfrm>
            <a:custGeom>
              <a:avLst/>
              <a:pathLst>
                <a:path w="981" h="2061">
                  <a:moveTo>
                    <a:pt x="792" y="613"/>
                  </a:moveTo>
                  <a:lnTo>
                    <a:pt x="981" y="206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h6126"/>
            <p:cNvSpPr/>
            <p:nvPr/>
          </p:nvSpPr>
          <p:spPr>
            <a:xfrm>
              <a:off x="5200350" y="2044712"/>
              <a:ext cx="13057" cy="9737"/>
            </a:xfrm>
            <a:custGeom>
              <a:avLst/>
              <a:pathLst>
                <a:path w="13057" h="9737">
                  <a:moveTo>
                    <a:pt x="2263" y="4239"/>
                  </a:move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lnTo>
                    <a:pt x="12125" y="9736"/>
                  </a:lnTo>
                  <a:lnTo>
                    <a:pt x="7457" y="60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h6127"/>
            <p:cNvSpPr/>
            <p:nvPr/>
          </p:nvSpPr>
          <p:spPr>
            <a:xfrm>
              <a:off x="5203711" y="2040089"/>
              <a:ext cx="4367" cy="4312"/>
            </a:xfrm>
            <a:custGeom>
              <a:avLst/>
              <a:pathLst>
                <a:path w="4367" h="4312">
                  <a:moveTo>
                    <a:pt x="4145" y="2989"/>
                  </a:move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h6128"/>
            <p:cNvSpPr/>
            <p:nvPr/>
          </p:nvSpPr>
          <p:spPr>
            <a:xfrm>
              <a:off x="5345431" y="2037725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h6129"/>
            <p:cNvSpPr/>
            <p:nvPr/>
          </p:nvSpPr>
          <p:spPr>
            <a:xfrm>
              <a:off x="5212944" y="2023634"/>
              <a:ext cx="1137" cy="3002"/>
            </a:xfrm>
            <a:custGeom>
              <a:avLst/>
              <a:pathLst>
                <a:path w="1137" h="3002">
                  <a:moveTo>
                    <a:pt x="575" y="3002"/>
                  </a:moveTo>
                  <a:lnTo>
                    <a:pt x="0" y="478"/>
                  </a:lnTo>
                  <a:lnTo>
                    <a:pt x="588" y="0"/>
                  </a:lnTo>
                  <a:lnTo>
                    <a:pt x="881" y="939"/>
                  </a:lnTo>
                  <a:lnTo>
                    <a:pt x="1137" y="25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h6130"/>
            <p:cNvSpPr/>
            <p:nvPr/>
          </p:nvSpPr>
          <p:spPr>
            <a:xfrm>
              <a:off x="5212462" y="2021723"/>
              <a:ext cx="653" cy="1014"/>
            </a:xfrm>
            <a:custGeom>
              <a:avLst/>
              <a:pathLst>
                <a:path w="653" h="1014">
                  <a:moveTo>
                    <a:pt x="623" y="1014"/>
                  </a:moveTo>
                  <a:lnTo>
                    <a:pt x="0" y="432"/>
                  </a:lnTo>
                  <a:lnTo>
                    <a:pt x="6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h6131"/>
            <p:cNvSpPr/>
            <p:nvPr/>
          </p:nvSpPr>
          <p:spPr>
            <a:xfrm>
              <a:off x="5346666" y="2018356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h6132"/>
            <p:cNvSpPr/>
            <p:nvPr/>
          </p:nvSpPr>
          <p:spPr>
            <a:xfrm>
              <a:off x="5347537" y="2016324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h6133"/>
            <p:cNvSpPr/>
            <p:nvPr/>
          </p:nvSpPr>
          <p:spPr>
            <a:xfrm>
              <a:off x="5331508" y="2002577"/>
              <a:ext cx="85" cy="190"/>
            </a:xfrm>
            <a:custGeom>
              <a:avLst/>
              <a:pathLst>
                <a:path w="85" h="190">
                  <a:moveTo>
                    <a:pt x="85" y="19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h6134"/>
            <p:cNvSpPr/>
            <p:nvPr/>
          </p:nvSpPr>
          <p:spPr>
            <a:xfrm>
              <a:off x="5328166" y="1991345"/>
              <a:ext cx="6174" cy="9714"/>
            </a:xfrm>
            <a:custGeom>
              <a:avLst/>
              <a:pathLst>
                <a:path w="6174" h="9714">
                  <a:moveTo>
                    <a:pt x="1862" y="8539"/>
                  </a:moveTo>
                  <a:lnTo>
                    <a:pt x="0" y="2143"/>
                  </a:ln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h6135"/>
            <p:cNvSpPr/>
            <p:nvPr/>
          </p:nvSpPr>
          <p:spPr>
            <a:xfrm>
              <a:off x="5094235" y="1990647"/>
              <a:ext cx="430" cy="1480"/>
            </a:xfrm>
            <a:custGeom>
              <a:avLst/>
              <a:pathLst>
                <a:path w="430" h="1480">
                  <a:moveTo>
                    <a:pt x="430" y="1480"/>
                  </a:moveTo>
                  <a:lnTo>
                    <a:pt x="0" y="1056"/>
                  </a:lnTo>
                  <a:lnTo>
                    <a:pt x="30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h6136"/>
            <p:cNvSpPr/>
            <p:nvPr/>
          </p:nvSpPr>
          <p:spPr>
            <a:xfrm>
              <a:off x="5085327" y="1985347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h6137"/>
            <p:cNvSpPr/>
            <p:nvPr/>
          </p:nvSpPr>
          <p:spPr>
            <a:xfrm>
              <a:off x="5351634" y="1969437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h6138"/>
            <p:cNvSpPr/>
            <p:nvPr/>
          </p:nvSpPr>
          <p:spPr>
            <a:xfrm>
              <a:off x="5455407" y="1925834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h6139"/>
            <p:cNvSpPr/>
            <p:nvPr/>
          </p:nvSpPr>
          <p:spPr>
            <a:xfrm>
              <a:off x="5453798" y="1921809"/>
              <a:ext cx="248" cy="140"/>
            </a:xfrm>
            <a:custGeom>
              <a:avLst/>
              <a:pathLst>
                <a:path w="248" h="140">
                  <a:moveTo>
                    <a:pt x="248" y="140"/>
                  </a:moveTo>
                  <a:lnTo>
                    <a:pt x="0" y="40"/>
                  </a:lnTo>
                  <a:lnTo>
                    <a:pt x="1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h6140"/>
            <p:cNvSpPr/>
            <p:nvPr/>
          </p:nvSpPr>
          <p:spPr>
            <a:xfrm>
              <a:off x="5444566" y="1918675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h6141"/>
            <p:cNvSpPr/>
            <p:nvPr/>
          </p:nvSpPr>
          <p:spPr>
            <a:xfrm>
              <a:off x="5451763" y="1918620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h6142"/>
            <p:cNvSpPr/>
            <p:nvPr/>
          </p:nvSpPr>
          <p:spPr>
            <a:xfrm>
              <a:off x="5445470" y="19180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h6143"/>
            <p:cNvSpPr/>
            <p:nvPr/>
          </p:nvSpPr>
          <p:spPr>
            <a:xfrm>
              <a:off x="5445439" y="1917456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h6144"/>
            <p:cNvSpPr/>
            <p:nvPr/>
          </p:nvSpPr>
          <p:spPr>
            <a:xfrm>
              <a:off x="5266023" y="1916909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h6145"/>
            <p:cNvSpPr/>
            <p:nvPr/>
          </p:nvSpPr>
          <p:spPr>
            <a:xfrm>
              <a:off x="5447613" y="1916295"/>
              <a:ext cx="395" cy="646"/>
            </a:xfrm>
            <a:custGeom>
              <a:avLst/>
              <a:pathLst>
                <a:path w="395" h="646">
                  <a:moveTo>
                    <a:pt x="293" y="486"/>
                  </a:moveTo>
                  <a:lnTo>
                    <a:pt x="0" y="646"/>
                  </a:lnTo>
                  <a:lnTo>
                    <a:pt x="3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h6146"/>
            <p:cNvSpPr/>
            <p:nvPr/>
          </p:nvSpPr>
          <p:spPr>
            <a:xfrm>
              <a:off x="5112713" y="1913423"/>
              <a:ext cx="3395" cy="5814"/>
            </a:xfrm>
            <a:custGeom>
              <a:avLst/>
              <a:pathLst>
                <a:path w="3395" h="5814">
                  <a:moveTo>
                    <a:pt x="1950" y="835"/>
                  </a:moveTo>
                  <a:lnTo>
                    <a:pt x="3395" y="5814"/>
                  </a:lnTo>
                  <a:lnTo>
                    <a:pt x="0" y="1936"/>
                  </a:lnTo>
                  <a:lnTo>
                    <a:pt x="41" y="138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h6147"/>
            <p:cNvSpPr/>
            <p:nvPr/>
          </p:nvSpPr>
          <p:spPr>
            <a:xfrm>
              <a:off x="5105816" y="1913380"/>
              <a:ext cx="6387" cy="5701"/>
            </a:xfrm>
            <a:custGeom>
              <a:avLst/>
              <a:pathLst>
                <a:path w="6387" h="5701">
                  <a:moveTo>
                    <a:pt x="2504" y="3175"/>
                  </a:moveTo>
                  <a:lnTo>
                    <a:pt x="23" y="2503"/>
                  </a:lnTo>
                  <a:lnTo>
                    <a:pt x="0" y="1082"/>
                  </a:lnTo>
                  <a:lnTo>
                    <a:pt x="2675" y="0"/>
                  </a:lnTo>
                  <a:lnTo>
                    <a:pt x="6387" y="57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h6148"/>
            <p:cNvSpPr/>
            <p:nvPr/>
          </p:nvSpPr>
          <p:spPr>
            <a:xfrm>
              <a:off x="5437853" y="1914865"/>
              <a:ext cx="649" cy="777"/>
            </a:xfrm>
            <a:custGeom>
              <a:avLst/>
              <a:pathLst>
                <a:path w="649" h="777">
                  <a:moveTo>
                    <a:pt x="0" y="777"/>
                  </a:moveTo>
                  <a:lnTo>
                    <a:pt x="649" y="0"/>
                  </a:lnTo>
                  <a:lnTo>
                    <a:pt x="420" y="7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h6149"/>
            <p:cNvSpPr/>
            <p:nvPr/>
          </p:nvSpPr>
          <p:spPr>
            <a:xfrm>
              <a:off x="5410062" y="1909977"/>
              <a:ext cx="2139" cy="4032"/>
            </a:xfrm>
            <a:custGeom>
              <a:avLst/>
              <a:pathLst>
                <a:path w="2139" h="4032">
                  <a:moveTo>
                    <a:pt x="0" y="0"/>
                  </a:moveTo>
                  <a:lnTo>
                    <a:pt x="1124" y="1391"/>
                  </a:lnTo>
                  <a:lnTo>
                    <a:pt x="2139" y="4032"/>
                  </a:lnTo>
                  <a:lnTo>
                    <a:pt x="682" y="29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h6150"/>
            <p:cNvSpPr/>
            <p:nvPr/>
          </p:nvSpPr>
          <p:spPr>
            <a:xfrm>
              <a:off x="5264634" y="190951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h6151"/>
            <p:cNvSpPr/>
            <p:nvPr/>
          </p:nvSpPr>
          <p:spPr>
            <a:xfrm>
              <a:off x="5004778" y="1888642"/>
              <a:ext cx="5782" cy="5891"/>
            </a:xfrm>
            <a:custGeom>
              <a:avLst/>
              <a:pathLst>
                <a:path w="5782" h="5891">
                  <a:moveTo>
                    <a:pt x="3847" y="5891"/>
                  </a:moveTo>
                  <a:lnTo>
                    <a:pt x="3826" y="3908"/>
                  </a:lnTo>
                  <a:lnTo>
                    <a:pt x="2389" y="2054"/>
                  </a:ln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h6152"/>
            <p:cNvSpPr/>
            <p:nvPr/>
          </p:nvSpPr>
          <p:spPr>
            <a:xfrm>
              <a:off x="5004359" y="18888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h6153"/>
            <p:cNvSpPr/>
            <p:nvPr/>
          </p:nvSpPr>
          <p:spPr>
            <a:xfrm>
              <a:off x="5122677" y="1875125"/>
              <a:ext cx="662" cy="1031"/>
            </a:xfrm>
            <a:custGeom>
              <a:avLst/>
              <a:pathLst>
                <a:path w="662" h="1031">
                  <a:moveTo>
                    <a:pt x="284" y="1031"/>
                  </a:moveTo>
                  <a:lnTo>
                    <a:pt x="0" y="138"/>
                  </a:lnTo>
                  <a:lnTo>
                    <a:pt x="6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h6154"/>
            <p:cNvSpPr/>
            <p:nvPr/>
          </p:nvSpPr>
          <p:spPr>
            <a:xfrm>
              <a:off x="5315268" y="1855519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h6155"/>
            <p:cNvSpPr/>
            <p:nvPr/>
          </p:nvSpPr>
          <p:spPr>
            <a:xfrm>
              <a:off x="4992045" y="1831401"/>
              <a:ext cx="22318" cy="41119"/>
            </a:xfrm>
            <a:custGeom>
              <a:avLst/>
              <a:pathLst>
                <a:path w="22318" h="41119">
                  <a:moveTo>
                    <a:pt x="1806" y="29710"/>
                  </a:move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lnTo>
                    <a:pt x="21740" y="9836"/>
                  </a:ln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h6156"/>
            <p:cNvSpPr/>
            <p:nvPr/>
          </p:nvSpPr>
          <p:spPr>
            <a:xfrm>
              <a:off x="4975027" y="1836050"/>
              <a:ext cx="873" cy="2408"/>
            </a:xfrm>
            <a:custGeom>
              <a:avLst/>
              <a:pathLst>
                <a:path w="873" h="2408">
                  <a:moveTo>
                    <a:pt x="0" y="2408"/>
                  </a:moveTo>
                  <a:lnTo>
                    <a:pt x="51" y="0"/>
                  </a:lnTo>
                  <a:lnTo>
                    <a:pt x="873" y="89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h6157"/>
            <p:cNvSpPr/>
            <p:nvPr/>
          </p:nvSpPr>
          <p:spPr>
            <a:xfrm>
              <a:off x="4968523" y="1834956"/>
              <a:ext cx="3507" cy="2441"/>
            </a:xfrm>
            <a:custGeom>
              <a:avLst/>
              <a:pathLst>
                <a:path w="3507" h="2441">
                  <a:moveTo>
                    <a:pt x="0" y="1826"/>
                  </a:moveTo>
                  <a:lnTo>
                    <a:pt x="694" y="181"/>
                  </a:lnTo>
                  <a:lnTo>
                    <a:pt x="1669" y="0"/>
                  </a:lnTo>
                  <a:lnTo>
                    <a:pt x="3507" y="1232"/>
                  </a:lnTo>
                  <a:lnTo>
                    <a:pt x="2576" y="24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h6158"/>
            <p:cNvSpPr/>
            <p:nvPr/>
          </p:nvSpPr>
          <p:spPr>
            <a:xfrm>
              <a:off x="4972289" y="1835659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h6159"/>
            <p:cNvSpPr/>
            <p:nvPr/>
          </p:nvSpPr>
          <p:spPr>
            <a:xfrm>
              <a:off x="5257637" y="1816232"/>
              <a:ext cx="13904" cy="13031"/>
            </a:xfrm>
            <a:custGeom>
              <a:avLst/>
              <a:pathLst>
                <a:path w="13904" h="13031">
                  <a:moveTo>
                    <a:pt x="3322" y="882"/>
                  </a:move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lnTo>
                    <a:pt x="4756" y="4922"/>
                  </a:lnTo>
                  <a:lnTo>
                    <a:pt x="2910" y="425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h6160"/>
            <p:cNvSpPr/>
            <p:nvPr/>
          </p:nvSpPr>
          <p:spPr>
            <a:xfrm>
              <a:off x="5287208" y="1812184"/>
              <a:ext cx="7506" cy="7737"/>
            </a:xfrm>
            <a:custGeom>
              <a:avLst/>
              <a:pathLst>
                <a:path w="7506" h="7737">
                  <a:moveTo>
                    <a:pt x="283" y="504"/>
                  </a:move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lnTo>
                    <a:pt x="6098" y="7192"/>
                  </a:ln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h6161"/>
            <p:cNvSpPr/>
            <p:nvPr/>
          </p:nvSpPr>
          <p:spPr>
            <a:xfrm>
              <a:off x="5320530" y="1814066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h6162"/>
            <p:cNvSpPr/>
            <p:nvPr/>
          </p:nvSpPr>
          <p:spPr>
            <a:xfrm>
              <a:off x="5253673" y="1812216"/>
              <a:ext cx="3581" cy="3504"/>
            </a:xfrm>
            <a:custGeom>
              <a:avLst/>
              <a:pathLst>
                <a:path w="3581" h="3504">
                  <a:moveTo>
                    <a:pt x="3581" y="1714"/>
                  </a:move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lnTo>
                    <a:pt x="1289" y="12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h6163"/>
            <p:cNvSpPr/>
            <p:nvPr/>
          </p:nvSpPr>
          <p:spPr>
            <a:xfrm>
              <a:off x="5256585" y="18136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h6164"/>
            <p:cNvSpPr/>
            <p:nvPr/>
          </p:nvSpPr>
          <p:spPr>
            <a:xfrm>
              <a:off x="5250487" y="1810146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h6165"/>
            <p:cNvSpPr/>
            <p:nvPr/>
          </p:nvSpPr>
          <p:spPr>
            <a:xfrm>
              <a:off x="5250416" y="1808973"/>
              <a:ext cx="1907" cy="2193"/>
            </a:xfrm>
            <a:custGeom>
              <a:avLst/>
              <a:pathLst>
                <a:path w="1907" h="2193">
                  <a:moveTo>
                    <a:pt x="0" y="374"/>
                  </a:moveTo>
                  <a:lnTo>
                    <a:pt x="538" y="0"/>
                  </a:lnTo>
                  <a:lnTo>
                    <a:pt x="1907" y="21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h6166"/>
            <p:cNvSpPr/>
            <p:nvPr/>
          </p:nvSpPr>
          <p:spPr>
            <a:xfrm>
              <a:off x="5355244" y="1806826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h6167"/>
            <p:cNvSpPr/>
            <p:nvPr/>
          </p:nvSpPr>
          <p:spPr>
            <a:xfrm>
              <a:off x="5111933" y="1805372"/>
              <a:ext cx="224" cy="182"/>
            </a:xfrm>
            <a:custGeom>
              <a:avLst/>
              <a:pathLst>
                <a:path w="224" h="182">
                  <a:moveTo>
                    <a:pt x="0" y="134"/>
                  </a:moveTo>
                  <a:lnTo>
                    <a:pt x="191" y="0"/>
                  </a:lnTo>
                  <a:lnTo>
                    <a:pt x="224" y="1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h6168"/>
            <p:cNvSpPr/>
            <p:nvPr/>
          </p:nvSpPr>
          <p:spPr>
            <a:xfrm>
              <a:off x="5112242" y="18026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h6169"/>
            <p:cNvSpPr/>
            <p:nvPr/>
          </p:nvSpPr>
          <p:spPr>
            <a:xfrm>
              <a:off x="5249247" y="1797843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h6170"/>
            <p:cNvSpPr/>
            <p:nvPr/>
          </p:nvSpPr>
          <p:spPr>
            <a:xfrm>
              <a:off x="5210119" y="1794612"/>
              <a:ext cx="97" cy="221"/>
            </a:xfrm>
            <a:custGeom>
              <a:avLst/>
              <a:pathLst>
                <a:path w="97" h="221">
                  <a:moveTo>
                    <a:pt x="97" y="0"/>
                  </a:moveTo>
                  <a:lnTo>
                    <a:pt x="0" y="2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h6171"/>
            <p:cNvSpPr/>
            <p:nvPr/>
          </p:nvSpPr>
          <p:spPr>
            <a:xfrm>
              <a:off x="5245085" y="1790092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h6172"/>
            <p:cNvSpPr/>
            <p:nvPr/>
          </p:nvSpPr>
          <p:spPr>
            <a:xfrm>
              <a:off x="5243547" y="1788588"/>
              <a:ext cx="1338" cy="1955"/>
            </a:xfrm>
            <a:custGeom>
              <a:avLst/>
              <a:pathLst>
                <a:path w="1338" h="1955">
                  <a:moveTo>
                    <a:pt x="0" y="1955"/>
                  </a:moveTo>
                  <a:lnTo>
                    <a:pt x="986" y="0"/>
                  </a:lnTo>
                  <a:lnTo>
                    <a:pt x="1338" y="6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h6173"/>
            <p:cNvSpPr/>
            <p:nvPr/>
          </p:nvSpPr>
          <p:spPr>
            <a:xfrm>
              <a:off x="5210529" y="1788046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h6174"/>
            <p:cNvSpPr/>
            <p:nvPr/>
          </p:nvSpPr>
          <p:spPr>
            <a:xfrm>
              <a:off x="5243817" y="1787182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h6175"/>
            <p:cNvSpPr/>
            <p:nvPr/>
          </p:nvSpPr>
          <p:spPr>
            <a:xfrm>
              <a:off x="5293262" y="1755685"/>
              <a:ext cx="40324" cy="56127"/>
            </a:xfrm>
            <a:custGeom>
              <a:avLst/>
              <a:pathLst>
                <a:path w="40324" h="56127">
                  <a:moveTo>
                    <a:pt x="2206" y="41954"/>
                  </a:move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lnTo>
                    <a:pt x="36992" y="16943"/>
                  </a:ln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h6176"/>
            <p:cNvSpPr/>
            <p:nvPr/>
          </p:nvSpPr>
          <p:spPr>
            <a:xfrm>
              <a:off x="5208205" y="1782640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h6177"/>
            <p:cNvSpPr/>
            <p:nvPr/>
          </p:nvSpPr>
          <p:spPr>
            <a:xfrm>
              <a:off x="5198342" y="1778262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h6178"/>
            <p:cNvSpPr/>
            <p:nvPr/>
          </p:nvSpPr>
          <p:spPr>
            <a:xfrm>
              <a:off x="5198848" y="1778336"/>
              <a:ext cx="406" cy="31"/>
            </a:xfrm>
            <a:custGeom>
              <a:avLst/>
              <a:pathLst>
                <a:path w="406" h="31">
                  <a:moveTo>
                    <a:pt x="0" y="31"/>
                  </a:moveTo>
                  <a:lnTo>
                    <a:pt x="4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h6179"/>
            <p:cNvSpPr/>
            <p:nvPr/>
          </p:nvSpPr>
          <p:spPr>
            <a:xfrm>
              <a:off x="5198261" y="1775563"/>
              <a:ext cx="903" cy="1397"/>
            </a:xfrm>
            <a:custGeom>
              <a:avLst/>
              <a:pathLst>
                <a:path w="903" h="1397">
                  <a:moveTo>
                    <a:pt x="0" y="0"/>
                  </a:moveTo>
                  <a:lnTo>
                    <a:pt x="903" y="1397"/>
                  </a:lnTo>
                  <a:lnTo>
                    <a:pt x="289" y="13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h6180"/>
            <p:cNvSpPr/>
            <p:nvPr/>
          </p:nvSpPr>
          <p:spPr>
            <a:xfrm>
              <a:off x="5195597" y="1772494"/>
              <a:ext cx="1041" cy="1676"/>
            </a:xfrm>
            <a:custGeom>
              <a:avLst/>
              <a:pathLst>
                <a:path w="1041" h="1676">
                  <a:moveTo>
                    <a:pt x="0" y="1676"/>
                  </a:moveTo>
                  <a:lnTo>
                    <a:pt x="19" y="0"/>
                  </a:lnTo>
                  <a:lnTo>
                    <a:pt x="1041" y="11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h6181"/>
            <p:cNvSpPr/>
            <p:nvPr/>
          </p:nvSpPr>
          <p:spPr>
            <a:xfrm>
              <a:off x="5194706" y="1773006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h6182"/>
            <p:cNvSpPr/>
            <p:nvPr/>
          </p:nvSpPr>
          <p:spPr>
            <a:xfrm>
              <a:off x="5194783" y="177281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h6183"/>
            <p:cNvSpPr/>
            <p:nvPr/>
          </p:nvSpPr>
          <p:spPr>
            <a:xfrm>
              <a:off x="5194394" y="1771915"/>
              <a:ext cx="349" cy="545"/>
            </a:xfrm>
            <a:custGeom>
              <a:avLst/>
              <a:pathLst>
                <a:path w="349" h="545">
                  <a:moveTo>
                    <a:pt x="0" y="545"/>
                  </a:moveTo>
                  <a:lnTo>
                    <a:pt x="261" y="0"/>
                  </a:lnTo>
                  <a:lnTo>
                    <a:pt x="349" y="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h6184"/>
            <p:cNvSpPr/>
            <p:nvPr/>
          </p:nvSpPr>
          <p:spPr>
            <a:xfrm>
              <a:off x="5195335" y="1771413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h6185"/>
            <p:cNvSpPr/>
            <p:nvPr/>
          </p:nvSpPr>
          <p:spPr>
            <a:xfrm>
              <a:off x="5194388" y="1771131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h6186"/>
            <p:cNvSpPr/>
            <p:nvPr/>
          </p:nvSpPr>
          <p:spPr>
            <a:xfrm>
              <a:off x="5196352" y="1771102"/>
              <a:ext cx="158" cy="114"/>
            </a:xfrm>
            <a:custGeom>
              <a:avLst/>
              <a:pathLst>
                <a:path w="158" h="114">
                  <a:moveTo>
                    <a:pt x="158" y="0"/>
                  </a:moveTo>
                  <a:lnTo>
                    <a:pt x="0" y="1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h6187"/>
            <p:cNvSpPr/>
            <p:nvPr/>
          </p:nvSpPr>
          <p:spPr>
            <a:xfrm>
              <a:off x="5195319" y="1770861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h6188"/>
            <p:cNvSpPr/>
            <p:nvPr/>
          </p:nvSpPr>
          <p:spPr>
            <a:xfrm>
              <a:off x="5200338" y="1770301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h6189"/>
            <p:cNvSpPr/>
            <p:nvPr/>
          </p:nvSpPr>
          <p:spPr>
            <a:xfrm>
              <a:off x="5239588" y="1768156"/>
              <a:ext cx="1580" cy="759"/>
            </a:xfrm>
            <a:custGeom>
              <a:avLst/>
              <a:pathLst>
                <a:path w="1580" h="759">
                  <a:moveTo>
                    <a:pt x="0" y="556"/>
                  </a:moveTo>
                  <a:lnTo>
                    <a:pt x="1580" y="0"/>
                  </a:lnTo>
                  <a:lnTo>
                    <a:pt x="1191" y="7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h6190"/>
            <p:cNvSpPr/>
            <p:nvPr/>
          </p:nvSpPr>
          <p:spPr>
            <a:xfrm>
              <a:off x="5195547" y="1764544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h6191"/>
            <p:cNvSpPr/>
            <p:nvPr/>
          </p:nvSpPr>
          <p:spPr>
            <a:xfrm>
              <a:off x="5195240" y="1761337"/>
              <a:ext cx="2284" cy="5410"/>
            </a:xfrm>
            <a:custGeom>
              <a:avLst/>
              <a:pathLst>
                <a:path w="2284" h="5410">
                  <a:moveTo>
                    <a:pt x="2284" y="795"/>
                  </a:move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lnTo>
                    <a:pt x="1595" y="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h6192"/>
            <p:cNvSpPr/>
            <p:nvPr/>
          </p:nvSpPr>
          <p:spPr>
            <a:xfrm>
              <a:off x="5194596" y="1761007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h6193"/>
            <p:cNvSpPr/>
            <p:nvPr/>
          </p:nvSpPr>
          <p:spPr>
            <a:xfrm>
              <a:off x="5187191" y="1751973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h6194"/>
            <p:cNvSpPr/>
            <p:nvPr/>
          </p:nvSpPr>
          <p:spPr>
            <a:xfrm>
              <a:off x="5191596" y="1707078"/>
              <a:ext cx="45879" cy="70573"/>
            </a:xfrm>
            <a:custGeom>
              <a:avLst/>
              <a:pathLst>
                <a:path w="45879" h="70573">
                  <a:moveTo>
                    <a:pt x="32631" y="59791"/>
                  </a:move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lnTo>
                    <a:pt x="24338" y="31898"/>
                  </a:ln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h6195"/>
            <p:cNvSpPr/>
            <p:nvPr/>
          </p:nvSpPr>
          <p:spPr>
            <a:xfrm>
              <a:off x="4689292" y="1701907"/>
              <a:ext cx="14039" cy="36518"/>
            </a:xfrm>
            <a:custGeom>
              <a:avLst/>
              <a:pathLst>
                <a:path w="14039" h="36518">
                  <a:moveTo>
                    <a:pt x="11961" y="0"/>
                  </a:move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lnTo>
                    <a:pt x="14039" y="15712"/>
                  </a:ln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h6196"/>
            <p:cNvSpPr/>
            <p:nvPr/>
          </p:nvSpPr>
          <p:spPr>
            <a:xfrm>
              <a:off x="5195979" y="1706370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h6197"/>
            <p:cNvSpPr/>
            <p:nvPr/>
          </p:nvSpPr>
          <p:spPr>
            <a:xfrm>
              <a:off x="5194004" y="1705151"/>
              <a:ext cx="1909" cy="2061"/>
            </a:xfrm>
            <a:custGeom>
              <a:avLst/>
              <a:pathLst>
                <a:path w="1909" h="2061">
                  <a:moveTo>
                    <a:pt x="1909" y="1077"/>
                  </a:moveTo>
                  <a:lnTo>
                    <a:pt x="234" y="2061"/>
                  </a:lnTo>
                  <a:lnTo>
                    <a:pt x="0" y="241"/>
                  </a:lnTo>
                  <a:lnTo>
                    <a:pt x="14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h6198"/>
            <p:cNvSpPr/>
            <p:nvPr/>
          </p:nvSpPr>
          <p:spPr>
            <a:xfrm>
              <a:off x="5197716" y="1705115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h6199"/>
            <p:cNvSpPr/>
            <p:nvPr/>
          </p:nvSpPr>
          <p:spPr>
            <a:xfrm>
              <a:off x="5111963" y="1667197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h6200"/>
            <p:cNvSpPr/>
            <p:nvPr/>
          </p:nvSpPr>
          <p:spPr>
            <a:xfrm>
              <a:off x="4965745" y="1656824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h6201"/>
            <p:cNvSpPr/>
            <p:nvPr/>
          </p:nvSpPr>
          <p:spPr>
            <a:xfrm>
              <a:off x="5110199" y="1647148"/>
              <a:ext cx="2708" cy="3645"/>
            </a:xfrm>
            <a:custGeom>
              <a:avLst/>
              <a:pathLst>
                <a:path w="2708" h="3645">
                  <a:moveTo>
                    <a:pt x="867" y="0"/>
                  </a:moveTo>
                  <a:lnTo>
                    <a:pt x="2708" y="1250"/>
                  </a:lnTo>
                  <a:lnTo>
                    <a:pt x="2695" y="3419"/>
                  </a:lnTo>
                  <a:lnTo>
                    <a:pt x="1198" y="3645"/>
                  </a:lnTo>
                  <a:lnTo>
                    <a:pt x="0" y="24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h6202"/>
            <p:cNvSpPr/>
            <p:nvPr/>
          </p:nvSpPr>
          <p:spPr>
            <a:xfrm>
              <a:off x="5113970" y="1646574"/>
              <a:ext cx="301" cy="745"/>
            </a:xfrm>
            <a:custGeom>
              <a:avLst/>
              <a:pathLst>
                <a:path w="301" h="745">
                  <a:moveTo>
                    <a:pt x="0" y="745"/>
                  </a:moveTo>
                  <a:lnTo>
                    <a:pt x="42" y="0"/>
                  </a:lnTo>
                  <a:lnTo>
                    <a:pt x="301" y="3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h6203"/>
            <p:cNvSpPr/>
            <p:nvPr/>
          </p:nvSpPr>
          <p:spPr>
            <a:xfrm>
              <a:off x="5104912" y="1642489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h6204"/>
            <p:cNvSpPr/>
            <p:nvPr/>
          </p:nvSpPr>
          <p:spPr>
            <a:xfrm>
              <a:off x="5104040" y="1638541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h6205"/>
            <p:cNvSpPr/>
            <p:nvPr/>
          </p:nvSpPr>
          <p:spPr>
            <a:xfrm>
              <a:off x="5097964" y="1633303"/>
              <a:ext cx="1873" cy="1416"/>
            </a:xfrm>
            <a:custGeom>
              <a:avLst/>
              <a:pathLst>
                <a:path w="1873" h="1416">
                  <a:moveTo>
                    <a:pt x="1873" y="1416"/>
                  </a:moveTo>
                  <a:lnTo>
                    <a:pt x="0" y="470"/>
                  </a:lnTo>
                  <a:lnTo>
                    <a:pt x="407" y="0"/>
                  </a:lnTo>
                  <a:lnTo>
                    <a:pt x="1453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h6206"/>
            <p:cNvSpPr/>
            <p:nvPr/>
          </p:nvSpPr>
          <p:spPr>
            <a:xfrm>
              <a:off x="5090838" y="1628177"/>
              <a:ext cx="128" cy="251"/>
            </a:xfrm>
            <a:custGeom>
              <a:avLst/>
              <a:pathLst>
                <a:path w="128" h="251">
                  <a:moveTo>
                    <a:pt x="128" y="0"/>
                  </a:moveTo>
                  <a:lnTo>
                    <a:pt x="0" y="25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h6207"/>
            <p:cNvSpPr/>
            <p:nvPr/>
          </p:nvSpPr>
          <p:spPr>
            <a:xfrm>
              <a:off x="4939848" y="1570104"/>
              <a:ext cx="2356" cy="2064"/>
            </a:xfrm>
            <a:custGeom>
              <a:avLst/>
              <a:pathLst>
                <a:path w="2356" h="2064">
                  <a:moveTo>
                    <a:pt x="2356" y="1655"/>
                  </a:moveTo>
                  <a:lnTo>
                    <a:pt x="1548" y="2064"/>
                  </a:lnTo>
                  <a:lnTo>
                    <a:pt x="0" y="1252"/>
                  </a:lnTo>
                  <a:lnTo>
                    <a:pt x="127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h6208"/>
            <p:cNvSpPr/>
            <p:nvPr/>
          </p:nvSpPr>
          <p:spPr>
            <a:xfrm>
              <a:off x="5102083" y="1433313"/>
              <a:ext cx="8988" cy="3968"/>
            </a:xfrm>
            <a:custGeom>
              <a:avLst/>
              <a:pathLst>
                <a:path w="8988" h="3968">
                  <a:moveTo>
                    <a:pt x="1205" y="1100"/>
                  </a:moveTo>
                  <a:lnTo>
                    <a:pt x="0" y="0"/>
                  </a:lnTo>
                  <a:lnTo>
                    <a:pt x="492" y="4"/>
                  </a:lnTo>
                  <a:lnTo>
                    <a:pt x="6111" y="433"/>
                  </a:ln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h6209"/>
            <p:cNvSpPr/>
            <p:nvPr/>
          </p:nvSpPr>
          <p:spPr>
            <a:xfrm>
              <a:off x="5090307" y="1424953"/>
              <a:ext cx="14422" cy="18136"/>
            </a:xfrm>
            <a:custGeom>
              <a:avLst/>
              <a:pathLst>
                <a:path w="14422" h="18136">
                  <a:moveTo>
                    <a:pt x="3699" y="376"/>
                  </a:moveTo>
                  <a:lnTo>
                    <a:pt x="5910" y="2381"/>
                  </a:lnTo>
                  <a:lnTo>
                    <a:pt x="7158" y="6959"/>
                  </a:ln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h6210"/>
            <p:cNvSpPr/>
            <p:nvPr/>
          </p:nvSpPr>
          <p:spPr>
            <a:xfrm>
              <a:off x="4886717" y="1406590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h6211"/>
            <p:cNvSpPr/>
            <p:nvPr/>
          </p:nvSpPr>
          <p:spPr>
            <a:xfrm>
              <a:off x="4885404" y="1405669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h6212"/>
            <p:cNvSpPr/>
            <p:nvPr/>
          </p:nvSpPr>
          <p:spPr>
            <a:xfrm>
              <a:off x="4848543" y="1329057"/>
              <a:ext cx="416" cy="2816"/>
            </a:xfrm>
            <a:custGeom>
              <a:avLst/>
              <a:pathLst>
                <a:path w="416" h="2816">
                  <a:moveTo>
                    <a:pt x="416" y="2120"/>
                  </a:moveTo>
                  <a:lnTo>
                    <a:pt x="123" y="281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h6213"/>
            <p:cNvSpPr/>
            <p:nvPr/>
          </p:nvSpPr>
          <p:spPr>
            <a:xfrm>
              <a:off x="4847135" y="1328307"/>
              <a:ext cx="284" cy="501"/>
            </a:xfrm>
            <a:custGeom>
              <a:avLst/>
              <a:pathLst>
                <a:path w="284" h="501">
                  <a:moveTo>
                    <a:pt x="284" y="73"/>
                  </a:moveTo>
                  <a:lnTo>
                    <a:pt x="0" y="501"/>
                  </a:lnTo>
                  <a:lnTo>
                    <a:pt x="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h6214"/>
            <p:cNvSpPr/>
            <p:nvPr/>
          </p:nvSpPr>
          <p:spPr>
            <a:xfrm>
              <a:off x="4843382" y="1324689"/>
              <a:ext cx="493" cy="1467"/>
            </a:xfrm>
            <a:custGeom>
              <a:avLst/>
              <a:pathLst>
                <a:path w="493" h="1467">
                  <a:moveTo>
                    <a:pt x="493" y="1467"/>
                  </a:moveTo>
                  <a:lnTo>
                    <a:pt x="0" y="522"/>
                  </a:lnTo>
                  <a:lnTo>
                    <a:pt x="15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h6215"/>
            <p:cNvSpPr/>
            <p:nvPr/>
          </p:nvSpPr>
          <p:spPr>
            <a:xfrm>
              <a:off x="5927213" y="2726739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h6216"/>
            <p:cNvSpPr/>
            <p:nvPr/>
          </p:nvSpPr>
          <p:spPr>
            <a:xfrm>
              <a:off x="5903667" y="2707064"/>
              <a:ext cx="14670" cy="9145"/>
            </a:xfrm>
            <a:custGeom>
              <a:avLst/>
              <a:pathLst>
                <a:path w="14670" h="9145">
                  <a:moveTo>
                    <a:pt x="0" y="3253"/>
                  </a:move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lnTo>
                    <a:pt x="13717" y="1954"/>
                  </a:ln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h6217"/>
            <p:cNvSpPr/>
            <p:nvPr/>
          </p:nvSpPr>
          <p:spPr>
            <a:xfrm>
              <a:off x="5886816" y="2682743"/>
              <a:ext cx="15672" cy="17373"/>
            </a:xfrm>
            <a:custGeom>
              <a:avLst/>
              <a:pathLst>
                <a:path w="15672" h="17373">
                  <a:moveTo>
                    <a:pt x="12773" y="17373"/>
                  </a:move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lnTo>
                    <a:pt x="12866" y="4619"/>
                  </a:lnTo>
                  <a:lnTo>
                    <a:pt x="15672" y="11531"/>
                  </a:lnTo>
                  <a:lnTo>
                    <a:pt x="14897" y="150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h6218"/>
            <p:cNvSpPr/>
            <p:nvPr/>
          </p:nvSpPr>
          <p:spPr>
            <a:xfrm>
              <a:off x="5883253" y="2672998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h6219"/>
            <p:cNvSpPr/>
            <p:nvPr/>
          </p:nvSpPr>
          <p:spPr>
            <a:xfrm>
              <a:off x="5919941" y="25071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h6220"/>
            <p:cNvSpPr/>
            <p:nvPr/>
          </p:nvSpPr>
          <p:spPr>
            <a:xfrm>
              <a:off x="5915927" y="2506345"/>
              <a:ext cx="166" cy="59"/>
            </a:xfrm>
            <a:custGeom>
              <a:avLst/>
              <a:pathLst>
                <a:path w="166" h="59">
                  <a:moveTo>
                    <a:pt x="0" y="59"/>
                  </a:moveTo>
                  <a:lnTo>
                    <a:pt x="16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h6221"/>
            <p:cNvSpPr/>
            <p:nvPr/>
          </p:nvSpPr>
          <p:spPr>
            <a:xfrm>
              <a:off x="5913149" y="2501105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h6222"/>
            <p:cNvSpPr/>
            <p:nvPr/>
          </p:nvSpPr>
          <p:spPr>
            <a:xfrm>
              <a:off x="5912745" y="2499990"/>
              <a:ext cx="774" cy="1105"/>
            </a:xfrm>
            <a:custGeom>
              <a:avLst/>
              <a:pathLst>
                <a:path w="774" h="1105">
                  <a:moveTo>
                    <a:pt x="0" y="331"/>
                  </a:moveTo>
                  <a:lnTo>
                    <a:pt x="739" y="0"/>
                  </a:lnTo>
                  <a:lnTo>
                    <a:pt x="774" y="11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h6223"/>
            <p:cNvSpPr/>
            <p:nvPr/>
          </p:nvSpPr>
          <p:spPr>
            <a:xfrm>
              <a:off x="5911906" y="2497417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h6224"/>
            <p:cNvSpPr/>
            <p:nvPr/>
          </p:nvSpPr>
          <p:spPr>
            <a:xfrm>
              <a:off x="5539475" y="2348340"/>
              <a:ext cx="13835" cy="29186"/>
            </a:xfrm>
            <a:custGeom>
              <a:avLst/>
              <a:pathLst>
                <a:path w="13835" h="29186">
                  <a:moveTo>
                    <a:pt x="730" y="0"/>
                  </a:move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lnTo>
                    <a:pt x="1261" y="13531"/>
                  </a:lnTo>
                  <a:lnTo>
                    <a:pt x="0" y="53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h6225"/>
            <p:cNvSpPr/>
            <p:nvPr/>
          </p:nvSpPr>
          <p:spPr>
            <a:xfrm>
              <a:off x="5495301" y="2356144"/>
              <a:ext cx="478" cy="366"/>
            </a:xfrm>
            <a:custGeom>
              <a:avLst/>
              <a:pathLst>
                <a:path w="478" h="366">
                  <a:moveTo>
                    <a:pt x="321" y="0"/>
                  </a:moveTo>
                  <a:lnTo>
                    <a:pt x="478" y="100"/>
                  </a:lnTo>
                  <a:lnTo>
                    <a:pt x="0" y="3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h6226"/>
            <p:cNvSpPr/>
            <p:nvPr/>
          </p:nvSpPr>
          <p:spPr>
            <a:xfrm>
              <a:off x="5491772" y="2335913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h6227"/>
            <p:cNvSpPr/>
            <p:nvPr/>
          </p:nvSpPr>
          <p:spPr>
            <a:xfrm>
              <a:off x="5490618" y="2327284"/>
              <a:ext cx="11668" cy="15489"/>
            </a:xfrm>
            <a:custGeom>
              <a:avLst/>
              <a:pathLst>
                <a:path w="11668" h="15489">
                  <a:moveTo>
                    <a:pt x="3741" y="9274"/>
                  </a:move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lnTo>
                    <a:pt x="7225" y="14810"/>
                  </a:lnTo>
                  <a:lnTo>
                    <a:pt x="4762" y="15489"/>
                  </a:lnTo>
                  <a:lnTo>
                    <a:pt x="3426" y="111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h6228"/>
            <p:cNvSpPr/>
            <p:nvPr/>
          </p:nvSpPr>
          <p:spPr>
            <a:xfrm>
              <a:off x="5491436" y="2334832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h6229"/>
            <p:cNvSpPr/>
            <p:nvPr/>
          </p:nvSpPr>
          <p:spPr>
            <a:xfrm>
              <a:off x="5489368" y="2332357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h6230"/>
            <p:cNvSpPr/>
            <p:nvPr/>
          </p:nvSpPr>
          <p:spPr>
            <a:xfrm>
              <a:off x="5489193" y="2320071"/>
              <a:ext cx="5812" cy="7210"/>
            </a:xfrm>
            <a:custGeom>
              <a:avLst/>
              <a:pathLst>
                <a:path w="5812" h="7210">
                  <a:moveTo>
                    <a:pt x="2816" y="0"/>
                  </a:move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lnTo>
                    <a:pt x="2505" y="3190"/>
                  </a:lnTo>
                  <a:lnTo>
                    <a:pt x="0" y="2855"/>
                  </a:lnTo>
                  <a:lnTo>
                    <a:pt x="1627" y="4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h6231"/>
            <p:cNvSpPr/>
            <p:nvPr/>
          </p:nvSpPr>
          <p:spPr>
            <a:xfrm>
              <a:off x="5490632" y="2318955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h6232"/>
            <p:cNvSpPr/>
            <p:nvPr/>
          </p:nvSpPr>
          <p:spPr>
            <a:xfrm>
              <a:off x="5472461" y="2288844"/>
              <a:ext cx="2323" cy="3175"/>
            </a:xfrm>
            <a:custGeom>
              <a:avLst/>
              <a:pathLst>
                <a:path w="2323" h="3175">
                  <a:moveTo>
                    <a:pt x="2323" y="445"/>
                  </a:move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lnTo>
                    <a:pt x="19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h6233"/>
            <p:cNvSpPr/>
            <p:nvPr/>
          </p:nvSpPr>
          <p:spPr>
            <a:xfrm>
              <a:off x="5473361" y="228760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h6234"/>
            <p:cNvSpPr/>
            <p:nvPr/>
          </p:nvSpPr>
          <p:spPr>
            <a:xfrm>
              <a:off x="5470958" y="2284642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h6235"/>
            <p:cNvSpPr/>
            <p:nvPr/>
          </p:nvSpPr>
          <p:spPr>
            <a:xfrm>
              <a:off x="5459985" y="2256920"/>
              <a:ext cx="19465" cy="28995"/>
            </a:xfrm>
            <a:custGeom>
              <a:avLst/>
              <a:pathLst>
                <a:path w="19465" h="28995">
                  <a:moveTo>
                    <a:pt x="0" y="6090"/>
                  </a:move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lnTo>
                    <a:pt x="13569" y="9399"/>
                  </a:ln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h6236"/>
            <p:cNvSpPr/>
            <p:nvPr/>
          </p:nvSpPr>
          <p:spPr>
            <a:xfrm>
              <a:off x="5713553" y="2262692"/>
              <a:ext cx="2660" cy="2319"/>
            </a:xfrm>
            <a:custGeom>
              <a:avLst/>
              <a:pathLst>
                <a:path w="2660" h="2319">
                  <a:moveTo>
                    <a:pt x="208" y="124"/>
                  </a:move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lnTo>
                    <a:pt x="0" y="9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h6237"/>
            <p:cNvSpPr/>
            <p:nvPr/>
          </p:nvSpPr>
          <p:spPr>
            <a:xfrm>
              <a:off x="5712815" y="2261059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h6238"/>
            <p:cNvSpPr/>
            <p:nvPr/>
          </p:nvSpPr>
          <p:spPr>
            <a:xfrm>
              <a:off x="5713556" y="2260825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h6239"/>
            <p:cNvSpPr/>
            <p:nvPr/>
          </p:nvSpPr>
          <p:spPr>
            <a:xfrm>
              <a:off x="5482639" y="2257008"/>
              <a:ext cx="200" cy="409"/>
            </a:xfrm>
            <a:custGeom>
              <a:avLst/>
              <a:pathLst>
                <a:path w="200" h="409">
                  <a:moveTo>
                    <a:pt x="200" y="326"/>
                  </a:moveTo>
                  <a:lnTo>
                    <a:pt x="0" y="409"/>
                  </a:lnTo>
                  <a:lnTo>
                    <a:pt x="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h6240"/>
            <p:cNvSpPr/>
            <p:nvPr/>
          </p:nvSpPr>
          <p:spPr>
            <a:xfrm>
              <a:off x="5462344" y="2245044"/>
              <a:ext cx="1107" cy="1315"/>
            </a:xfrm>
            <a:custGeom>
              <a:avLst/>
              <a:pathLst>
                <a:path w="1107" h="1315">
                  <a:moveTo>
                    <a:pt x="1107" y="292"/>
                  </a:moveTo>
                  <a:lnTo>
                    <a:pt x="0" y="1315"/>
                  </a:lnTo>
                  <a:lnTo>
                    <a:pt x="8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h6241"/>
            <p:cNvSpPr/>
            <p:nvPr/>
          </p:nvSpPr>
          <p:spPr>
            <a:xfrm>
              <a:off x="5459638" y="2232512"/>
              <a:ext cx="5219" cy="5835"/>
            </a:xfrm>
            <a:custGeom>
              <a:avLst/>
              <a:pathLst>
                <a:path w="5219" h="5835">
                  <a:moveTo>
                    <a:pt x="5219" y="0"/>
                  </a:move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lnTo>
                    <a:pt x="0" y="3160"/>
                  </a:lnTo>
                  <a:lnTo>
                    <a:pt x="512" y="2049"/>
                  </a:lnTo>
                  <a:lnTo>
                    <a:pt x="2264" y="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h6242"/>
            <p:cNvSpPr/>
            <p:nvPr/>
          </p:nvSpPr>
          <p:spPr>
            <a:xfrm>
              <a:off x="5454870" y="2184368"/>
              <a:ext cx="4977" cy="13856"/>
            </a:xfrm>
            <a:custGeom>
              <a:avLst/>
              <a:pathLst>
                <a:path w="4977" h="13856">
                  <a:moveTo>
                    <a:pt x="1659" y="12533"/>
                  </a:moveTo>
                  <a:lnTo>
                    <a:pt x="0" y="7635"/>
                  </a:lnTo>
                  <a:lnTo>
                    <a:pt x="761" y="3548"/>
                  </a:ln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h6243"/>
            <p:cNvSpPr/>
            <p:nvPr/>
          </p:nvSpPr>
          <p:spPr>
            <a:xfrm>
              <a:off x="5488364" y="1982925"/>
              <a:ext cx="7568" cy="15659"/>
            </a:xfrm>
            <a:custGeom>
              <a:avLst/>
              <a:pathLst>
                <a:path w="7568" h="15659">
                  <a:moveTo>
                    <a:pt x="2021" y="11333"/>
                  </a:move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lnTo>
                    <a:pt x="486" y="64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h6244"/>
            <p:cNvSpPr/>
            <p:nvPr/>
          </p:nvSpPr>
          <p:spPr>
            <a:xfrm>
              <a:off x="5464958" y="1925964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h6245"/>
            <p:cNvSpPr/>
            <p:nvPr/>
          </p:nvSpPr>
          <p:spPr>
            <a:xfrm>
              <a:off x="5466602" y="1923751"/>
              <a:ext cx="1714" cy="1544"/>
            </a:xfrm>
            <a:custGeom>
              <a:avLst/>
              <a:pathLst>
                <a:path w="1714" h="1544">
                  <a:moveTo>
                    <a:pt x="135" y="1544"/>
                  </a:moveTo>
                  <a:lnTo>
                    <a:pt x="0" y="1046"/>
                  </a:lnTo>
                  <a:lnTo>
                    <a:pt x="17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h6246"/>
            <p:cNvSpPr/>
            <p:nvPr/>
          </p:nvSpPr>
          <p:spPr>
            <a:xfrm>
              <a:off x="5463926" y="1922138"/>
              <a:ext cx="543" cy="655"/>
            </a:xfrm>
            <a:custGeom>
              <a:avLst/>
              <a:pathLst>
                <a:path w="543" h="655">
                  <a:moveTo>
                    <a:pt x="543" y="0"/>
                  </a:moveTo>
                  <a:lnTo>
                    <a:pt x="0" y="655"/>
                  </a:lnTo>
                  <a:lnTo>
                    <a:pt x="58" y="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h6247"/>
            <p:cNvSpPr/>
            <p:nvPr/>
          </p:nvSpPr>
          <p:spPr>
            <a:xfrm>
              <a:off x="5463219" y="1922247"/>
              <a:ext cx="277" cy="352"/>
            </a:xfrm>
            <a:custGeom>
              <a:avLst/>
              <a:pathLst>
                <a:path w="277" h="352">
                  <a:moveTo>
                    <a:pt x="0" y="117"/>
                  </a:moveTo>
                  <a:lnTo>
                    <a:pt x="277" y="0"/>
                  </a:lnTo>
                  <a:lnTo>
                    <a:pt x="140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h6248"/>
            <p:cNvSpPr/>
            <p:nvPr/>
          </p:nvSpPr>
          <p:spPr>
            <a:xfrm>
              <a:off x="6121931" y="2996774"/>
              <a:ext cx="314" cy="430"/>
            </a:xfrm>
            <a:custGeom>
              <a:avLst/>
              <a:pathLst>
                <a:path w="314" h="430">
                  <a:moveTo>
                    <a:pt x="162" y="430"/>
                  </a:moveTo>
                  <a:lnTo>
                    <a:pt x="0" y="146"/>
                  </a:lnTo>
                  <a:lnTo>
                    <a:pt x="3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h6249"/>
            <p:cNvSpPr/>
            <p:nvPr/>
          </p:nvSpPr>
          <p:spPr>
            <a:xfrm>
              <a:off x="6085043" y="2981291"/>
              <a:ext cx="300" cy="965"/>
            </a:xfrm>
            <a:custGeom>
              <a:avLst/>
              <a:pathLst>
                <a:path w="300" h="965">
                  <a:moveTo>
                    <a:pt x="300" y="0"/>
                  </a:moveTo>
                  <a:lnTo>
                    <a:pt x="66" y="965"/>
                  </a:lnTo>
                  <a:lnTo>
                    <a:pt x="0" y="3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h6250"/>
            <p:cNvSpPr/>
            <p:nvPr/>
          </p:nvSpPr>
          <p:spPr>
            <a:xfrm>
              <a:off x="6085457" y="2980669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h6251"/>
            <p:cNvSpPr/>
            <p:nvPr/>
          </p:nvSpPr>
          <p:spPr>
            <a:xfrm>
              <a:off x="6078497" y="29758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h6252"/>
            <p:cNvSpPr/>
            <p:nvPr/>
          </p:nvSpPr>
          <p:spPr>
            <a:xfrm>
              <a:off x="6069075" y="29717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h6253"/>
            <p:cNvSpPr/>
            <p:nvPr/>
          </p:nvSpPr>
          <p:spPr>
            <a:xfrm>
              <a:off x="6069462" y="297128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h6254"/>
            <p:cNvSpPr/>
            <p:nvPr/>
          </p:nvSpPr>
          <p:spPr>
            <a:xfrm>
              <a:off x="6060679" y="2961502"/>
              <a:ext cx="215" cy="233"/>
            </a:xfrm>
            <a:custGeom>
              <a:avLst/>
              <a:pathLst>
                <a:path w="215" h="233">
                  <a:moveTo>
                    <a:pt x="215" y="233"/>
                  </a:moveTo>
                  <a:lnTo>
                    <a:pt x="0" y="222"/>
                  </a:lnTo>
                  <a:lnTo>
                    <a:pt x="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h6255"/>
            <p:cNvSpPr/>
            <p:nvPr/>
          </p:nvSpPr>
          <p:spPr>
            <a:xfrm>
              <a:off x="6060838" y="29557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h6256"/>
            <p:cNvSpPr/>
            <p:nvPr/>
          </p:nvSpPr>
          <p:spPr>
            <a:xfrm>
              <a:off x="6057481" y="2951208"/>
              <a:ext cx="310" cy="43"/>
            </a:xfrm>
            <a:custGeom>
              <a:avLst/>
              <a:pathLst>
                <a:path w="310" h="43">
                  <a:moveTo>
                    <a:pt x="0" y="43"/>
                  </a:moveTo>
                  <a:lnTo>
                    <a:pt x="31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h6257"/>
            <p:cNvSpPr/>
            <p:nvPr/>
          </p:nvSpPr>
          <p:spPr>
            <a:xfrm>
              <a:off x="6057240" y="2950919"/>
              <a:ext cx="515" cy="160"/>
            </a:xfrm>
            <a:custGeom>
              <a:avLst/>
              <a:pathLst>
                <a:path w="515" h="160">
                  <a:moveTo>
                    <a:pt x="515" y="160"/>
                  </a:moveTo>
                  <a:lnTo>
                    <a:pt x="0" y="157"/>
                  </a:lnTo>
                  <a:lnTo>
                    <a:pt x="20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h6258"/>
            <p:cNvSpPr/>
            <p:nvPr/>
          </p:nvSpPr>
          <p:spPr>
            <a:xfrm>
              <a:off x="6055334" y="2945677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h6259"/>
            <p:cNvSpPr/>
            <p:nvPr/>
          </p:nvSpPr>
          <p:spPr>
            <a:xfrm>
              <a:off x="6054263" y="2945220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h6260"/>
            <p:cNvSpPr/>
            <p:nvPr/>
          </p:nvSpPr>
          <p:spPr>
            <a:xfrm>
              <a:off x="6054590" y="29447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h6261"/>
            <p:cNvSpPr/>
            <p:nvPr/>
          </p:nvSpPr>
          <p:spPr>
            <a:xfrm>
              <a:off x="6054996" y="2944428"/>
              <a:ext cx="187" cy="189"/>
            </a:xfrm>
            <a:custGeom>
              <a:avLst/>
              <a:pathLst>
                <a:path w="187" h="189">
                  <a:moveTo>
                    <a:pt x="187" y="189"/>
                  </a:moveTo>
                  <a:lnTo>
                    <a:pt x="0" y="160"/>
                  </a:lnTo>
                  <a:lnTo>
                    <a:pt x="1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h6262"/>
            <p:cNvSpPr/>
            <p:nvPr/>
          </p:nvSpPr>
          <p:spPr>
            <a:xfrm>
              <a:off x="6054993" y="2944081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h6263"/>
            <p:cNvSpPr/>
            <p:nvPr/>
          </p:nvSpPr>
          <p:spPr>
            <a:xfrm>
              <a:off x="6054633" y="2944040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h6264"/>
            <p:cNvSpPr/>
            <p:nvPr/>
          </p:nvSpPr>
          <p:spPr>
            <a:xfrm>
              <a:off x="6054383" y="2943552"/>
              <a:ext cx="210" cy="301"/>
            </a:xfrm>
            <a:custGeom>
              <a:avLst/>
              <a:pathLst>
                <a:path w="210" h="301">
                  <a:moveTo>
                    <a:pt x="210" y="301"/>
                  </a:moveTo>
                  <a:lnTo>
                    <a:pt x="0" y="196"/>
                  </a:lnTo>
                  <a:lnTo>
                    <a:pt x="13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h6265"/>
            <p:cNvSpPr/>
            <p:nvPr/>
          </p:nvSpPr>
          <p:spPr>
            <a:xfrm>
              <a:off x="6052347" y="2942292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h6266"/>
            <p:cNvSpPr/>
            <p:nvPr/>
          </p:nvSpPr>
          <p:spPr>
            <a:xfrm>
              <a:off x="6052047" y="2942567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h6267"/>
            <p:cNvSpPr/>
            <p:nvPr/>
          </p:nvSpPr>
          <p:spPr>
            <a:xfrm>
              <a:off x="6053011" y="2941610"/>
              <a:ext cx="142" cy="48"/>
            </a:xfrm>
            <a:custGeom>
              <a:avLst/>
              <a:pathLst>
                <a:path w="142" h="48">
                  <a:moveTo>
                    <a:pt x="0" y="0"/>
                  </a:moveTo>
                  <a:lnTo>
                    <a:pt x="142" y="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h6268"/>
            <p:cNvSpPr/>
            <p:nvPr/>
          </p:nvSpPr>
          <p:spPr>
            <a:xfrm>
              <a:off x="6051936" y="2940980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h6269"/>
            <p:cNvSpPr/>
            <p:nvPr/>
          </p:nvSpPr>
          <p:spPr>
            <a:xfrm>
              <a:off x="6050257" y="29395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h6270"/>
            <p:cNvSpPr/>
            <p:nvPr/>
          </p:nvSpPr>
          <p:spPr>
            <a:xfrm>
              <a:off x="6049755" y="2939334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h6271"/>
            <p:cNvSpPr/>
            <p:nvPr/>
          </p:nvSpPr>
          <p:spPr>
            <a:xfrm>
              <a:off x="6048674" y="293885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h6272"/>
            <p:cNvSpPr/>
            <p:nvPr/>
          </p:nvSpPr>
          <p:spPr>
            <a:xfrm>
              <a:off x="6048727" y="293865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h6273"/>
            <p:cNvSpPr/>
            <p:nvPr/>
          </p:nvSpPr>
          <p:spPr>
            <a:xfrm>
              <a:off x="6034747" y="2823442"/>
              <a:ext cx="230" cy="127"/>
            </a:xfrm>
            <a:custGeom>
              <a:avLst/>
              <a:pathLst>
                <a:path w="230" h="127">
                  <a:moveTo>
                    <a:pt x="157" y="127"/>
                  </a:moveTo>
                  <a:lnTo>
                    <a:pt x="0" y="31"/>
                  </a:lnTo>
                  <a:lnTo>
                    <a:pt x="23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h6274"/>
            <p:cNvSpPr/>
            <p:nvPr/>
          </p:nvSpPr>
          <p:spPr>
            <a:xfrm>
              <a:off x="6038275" y="2763490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h6275"/>
            <p:cNvSpPr/>
            <p:nvPr/>
          </p:nvSpPr>
          <p:spPr>
            <a:xfrm>
              <a:off x="5972161" y="2666167"/>
              <a:ext cx="1006" cy="1409"/>
            </a:xfrm>
            <a:custGeom>
              <a:avLst/>
              <a:pathLst>
                <a:path w="1006" h="1409">
                  <a:moveTo>
                    <a:pt x="0" y="0"/>
                  </a:moveTo>
                  <a:lnTo>
                    <a:pt x="870" y="474"/>
                  </a:lnTo>
                  <a:lnTo>
                    <a:pt x="1006" y="1409"/>
                  </a:lnTo>
                  <a:lnTo>
                    <a:pt x="203" y="12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h6276"/>
            <p:cNvSpPr/>
            <p:nvPr/>
          </p:nvSpPr>
          <p:spPr>
            <a:xfrm>
              <a:off x="6442812" y="3169189"/>
              <a:ext cx="866" cy="733"/>
            </a:xfrm>
            <a:custGeom>
              <a:avLst/>
              <a:pathLst>
                <a:path w="866" h="733">
                  <a:moveTo>
                    <a:pt x="96" y="0"/>
                  </a:moveTo>
                  <a:lnTo>
                    <a:pt x="866" y="666"/>
                  </a:lnTo>
                  <a:lnTo>
                    <a:pt x="0" y="7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h6277"/>
            <p:cNvSpPr/>
            <p:nvPr/>
          </p:nvSpPr>
          <p:spPr>
            <a:xfrm>
              <a:off x="6643625" y="3269822"/>
              <a:ext cx="1918" cy="539"/>
            </a:xfrm>
            <a:custGeom>
              <a:avLst/>
              <a:pathLst>
                <a:path w="1918" h="539">
                  <a:moveTo>
                    <a:pt x="1918" y="14"/>
                  </a:moveTo>
                  <a:lnTo>
                    <a:pt x="1504" y="5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h6278"/>
            <p:cNvSpPr/>
            <p:nvPr/>
          </p:nvSpPr>
          <p:spPr>
            <a:xfrm>
              <a:off x="6942411" y="3368822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h6279"/>
            <p:cNvSpPr/>
            <p:nvPr/>
          </p:nvSpPr>
          <p:spPr>
            <a:xfrm>
              <a:off x="6934694" y="2708057"/>
              <a:ext cx="961" cy="972"/>
            </a:xfrm>
            <a:custGeom>
              <a:avLst/>
              <a:pathLst>
                <a:path w="961" h="972">
                  <a:moveTo>
                    <a:pt x="961" y="0"/>
                  </a:moveTo>
                  <a:lnTo>
                    <a:pt x="578" y="949"/>
                  </a:lnTo>
                  <a:lnTo>
                    <a:pt x="0" y="9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h6280"/>
            <p:cNvSpPr/>
            <p:nvPr/>
          </p:nvSpPr>
          <p:spPr>
            <a:xfrm>
              <a:off x="7073607" y="3394032"/>
              <a:ext cx="312" cy="241"/>
            </a:xfrm>
            <a:custGeom>
              <a:avLst/>
              <a:pathLst>
                <a:path w="312" h="241">
                  <a:moveTo>
                    <a:pt x="0" y="35"/>
                  </a:moveTo>
                  <a:lnTo>
                    <a:pt x="265" y="0"/>
                  </a:lnTo>
                  <a:lnTo>
                    <a:pt x="312" y="2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h6281"/>
            <p:cNvSpPr/>
            <p:nvPr/>
          </p:nvSpPr>
          <p:spPr>
            <a:xfrm>
              <a:off x="7074457" y="3393594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h6282"/>
            <p:cNvSpPr/>
            <p:nvPr/>
          </p:nvSpPr>
          <p:spPr>
            <a:xfrm>
              <a:off x="7081296" y="3389709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h6283"/>
            <p:cNvSpPr/>
            <p:nvPr/>
          </p:nvSpPr>
          <p:spPr>
            <a:xfrm>
              <a:off x="7086195" y="3386343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h6284"/>
            <p:cNvSpPr/>
            <p:nvPr/>
          </p:nvSpPr>
          <p:spPr>
            <a:xfrm>
              <a:off x="7090246" y="3384074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h6285"/>
            <p:cNvSpPr/>
            <p:nvPr/>
          </p:nvSpPr>
          <p:spPr>
            <a:xfrm>
              <a:off x="7148110" y="3360394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h6286"/>
            <p:cNvSpPr/>
            <p:nvPr/>
          </p:nvSpPr>
          <p:spPr>
            <a:xfrm>
              <a:off x="7072525" y="2976813"/>
              <a:ext cx="139" cy="416"/>
            </a:xfrm>
            <a:custGeom>
              <a:avLst/>
              <a:pathLst>
                <a:path w="139" h="416">
                  <a:moveTo>
                    <a:pt x="0" y="416"/>
                  </a:moveTo>
                  <a:lnTo>
                    <a:pt x="1" y="0"/>
                  </a:lnTo>
                  <a:lnTo>
                    <a:pt x="139" y="20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h6287"/>
            <p:cNvSpPr/>
            <p:nvPr/>
          </p:nvSpPr>
          <p:spPr>
            <a:xfrm>
              <a:off x="7493436" y="2746647"/>
              <a:ext cx="2314" cy="1912"/>
            </a:xfrm>
            <a:custGeom>
              <a:avLst/>
              <a:pathLst>
                <a:path w="2314" h="1912">
                  <a:moveTo>
                    <a:pt x="740" y="1912"/>
                  </a:moveTo>
                  <a:lnTo>
                    <a:pt x="0" y="1568"/>
                  </a:lnTo>
                  <a:lnTo>
                    <a:pt x="2201" y="0"/>
                  </a:lnTo>
                  <a:lnTo>
                    <a:pt x="2314" y="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h6288"/>
            <p:cNvSpPr/>
            <p:nvPr/>
          </p:nvSpPr>
          <p:spPr>
            <a:xfrm>
              <a:off x="7496438" y="2743983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h6289"/>
            <p:cNvSpPr/>
            <p:nvPr/>
          </p:nvSpPr>
          <p:spPr>
            <a:xfrm>
              <a:off x="7498335" y="2744646"/>
              <a:ext cx="235" cy="362"/>
            </a:xfrm>
            <a:custGeom>
              <a:avLst/>
              <a:pathLst>
                <a:path w="235" h="362">
                  <a:moveTo>
                    <a:pt x="0" y="326"/>
                  </a:moveTo>
                  <a:lnTo>
                    <a:pt x="235" y="0"/>
                  </a:lnTo>
                  <a:lnTo>
                    <a:pt x="159" y="3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h6290"/>
            <p:cNvSpPr/>
            <p:nvPr/>
          </p:nvSpPr>
          <p:spPr>
            <a:xfrm>
              <a:off x="7483900" y="2738252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h6291"/>
            <p:cNvSpPr/>
            <p:nvPr/>
          </p:nvSpPr>
          <p:spPr>
            <a:xfrm>
              <a:off x="7531374" y="2829689"/>
              <a:ext cx="260" cy="56"/>
            </a:xfrm>
            <a:custGeom>
              <a:avLst/>
              <a:pathLst>
                <a:path w="260" h="56">
                  <a:moveTo>
                    <a:pt x="260" y="5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h6292"/>
            <p:cNvSpPr/>
            <p:nvPr/>
          </p:nvSpPr>
          <p:spPr>
            <a:xfrm>
              <a:off x="7529092" y="282906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h6293"/>
            <p:cNvSpPr/>
            <p:nvPr/>
          </p:nvSpPr>
          <p:spPr>
            <a:xfrm>
              <a:off x="7530730" y="2828686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h6294"/>
            <p:cNvSpPr/>
            <p:nvPr/>
          </p:nvSpPr>
          <p:spPr>
            <a:xfrm>
              <a:off x="7693459" y="2799894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h6295"/>
            <p:cNvSpPr/>
            <p:nvPr/>
          </p:nvSpPr>
          <p:spPr>
            <a:xfrm>
              <a:off x="7693129" y="2762996"/>
              <a:ext cx="1258" cy="6495"/>
            </a:xfrm>
            <a:custGeom>
              <a:avLst/>
              <a:pathLst>
                <a:path w="1258" h="6495">
                  <a:moveTo>
                    <a:pt x="1258" y="1005"/>
                  </a:moveTo>
                  <a:lnTo>
                    <a:pt x="846" y="3755"/>
                  </a:lnTo>
                  <a:lnTo>
                    <a:pt x="1009" y="6495"/>
                  </a:lnTo>
                  <a:lnTo>
                    <a:pt x="0" y="4205"/>
                  </a:lnTo>
                  <a:lnTo>
                    <a:pt x="62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h6296"/>
            <p:cNvSpPr/>
            <p:nvPr/>
          </p:nvSpPr>
          <p:spPr>
            <a:xfrm>
              <a:off x="7693728" y="2762359"/>
              <a:ext cx="964" cy="1713"/>
            </a:xfrm>
            <a:custGeom>
              <a:avLst/>
              <a:pathLst>
                <a:path w="964" h="1713">
                  <a:moveTo>
                    <a:pt x="905" y="274"/>
                  </a:moveTo>
                  <a:lnTo>
                    <a:pt x="964" y="171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h6297"/>
            <p:cNvSpPr/>
            <p:nvPr/>
          </p:nvSpPr>
          <p:spPr>
            <a:xfrm>
              <a:off x="7693859" y="2758073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h6298"/>
            <p:cNvSpPr/>
            <p:nvPr/>
          </p:nvSpPr>
          <p:spPr>
            <a:xfrm>
              <a:off x="7503995" y="2635607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h6299"/>
            <p:cNvSpPr/>
            <p:nvPr/>
          </p:nvSpPr>
          <p:spPr>
            <a:xfrm>
              <a:off x="7578448" y="2597842"/>
              <a:ext cx="159" cy="95"/>
            </a:xfrm>
            <a:custGeom>
              <a:avLst/>
              <a:pathLst>
                <a:path w="159" h="95">
                  <a:moveTo>
                    <a:pt x="159" y="0"/>
                  </a:moveTo>
                  <a:lnTo>
                    <a:pt x="0" y="9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h6300"/>
            <p:cNvSpPr/>
            <p:nvPr/>
          </p:nvSpPr>
          <p:spPr>
            <a:xfrm>
              <a:off x="7578831" y="2597207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h6301"/>
            <p:cNvSpPr/>
            <p:nvPr/>
          </p:nvSpPr>
          <p:spPr>
            <a:xfrm>
              <a:off x="7575984" y="2597225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h6302"/>
            <p:cNvSpPr/>
            <p:nvPr/>
          </p:nvSpPr>
          <p:spPr>
            <a:xfrm>
              <a:off x="7576392" y="2597183"/>
              <a:ext cx="1" cy="166"/>
            </a:xfrm>
            <a:custGeom>
              <a:avLst/>
              <a:pathLst>
                <a:path w="1" h="166">
                  <a:moveTo>
                    <a:pt x="1" y="16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h6303"/>
            <p:cNvSpPr/>
            <p:nvPr/>
          </p:nvSpPr>
          <p:spPr>
            <a:xfrm>
              <a:off x="7578110" y="2596531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h6304"/>
            <p:cNvSpPr/>
            <p:nvPr/>
          </p:nvSpPr>
          <p:spPr>
            <a:xfrm>
              <a:off x="7765048" y="2551762"/>
              <a:ext cx="866" cy="646"/>
            </a:xfrm>
            <a:custGeom>
              <a:avLst/>
              <a:pathLst>
                <a:path w="866" h="646">
                  <a:moveTo>
                    <a:pt x="866" y="0"/>
                  </a:moveTo>
                  <a:lnTo>
                    <a:pt x="654" y="462"/>
                  </a:lnTo>
                  <a:lnTo>
                    <a:pt x="0" y="6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h6305"/>
            <p:cNvSpPr/>
            <p:nvPr/>
          </p:nvSpPr>
          <p:spPr>
            <a:xfrm>
              <a:off x="7766088" y="2551877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h6306"/>
            <p:cNvSpPr/>
            <p:nvPr/>
          </p:nvSpPr>
          <p:spPr>
            <a:xfrm>
              <a:off x="7764245" y="2550903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h6307"/>
            <p:cNvSpPr/>
            <p:nvPr/>
          </p:nvSpPr>
          <p:spPr>
            <a:xfrm>
              <a:off x="7765661" y="2550869"/>
              <a:ext cx="39" cy="137"/>
            </a:xfrm>
            <a:custGeom>
              <a:avLst/>
              <a:pathLst>
                <a:path w="39" h="137">
                  <a:moveTo>
                    <a:pt x="39" y="0"/>
                  </a:move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h6308"/>
            <p:cNvSpPr/>
            <p:nvPr/>
          </p:nvSpPr>
          <p:spPr>
            <a:xfrm>
              <a:off x="7764155" y="2550600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h6309"/>
            <p:cNvSpPr/>
            <p:nvPr/>
          </p:nvSpPr>
          <p:spPr>
            <a:xfrm>
              <a:off x="7764202" y="2549837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h6310"/>
            <p:cNvSpPr/>
            <p:nvPr/>
          </p:nvSpPr>
          <p:spPr>
            <a:xfrm>
              <a:off x="7764627" y="2549767"/>
              <a:ext cx="152" cy="241"/>
            </a:xfrm>
            <a:custGeom>
              <a:avLst/>
              <a:pathLst>
                <a:path w="152" h="241">
                  <a:moveTo>
                    <a:pt x="19" y="0"/>
                  </a:moveTo>
                  <a:lnTo>
                    <a:pt x="152" y="241"/>
                  </a:lnTo>
                  <a:lnTo>
                    <a:pt x="0" y="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h6311"/>
            <p:cNvSpPr/>
            <p:nvPr/>
          </p:nvSpPr>
          <p:spPr>
            <a:xfrm>
              <a:off x="7758383" y="2545755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h6312"/>
            <p:cNvSpPr/>
            <p:nvPr/>
          </p:nvSpPr>
          <p:spPr>
            <a:xfrm>
              <a:off x="7759404" y="254579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h6313"/>
            <p:cNvSpPr/>
            <p:nvPr/>
          </p:nvSpPr>
          <p:spPr>
            <a:xfrm>
              <a:off x="7757294" y="2545122"/>
              <a:ext cx="868" cy="1112"/>
            </a:xfrm>
            <a:custGeom>
              <a:avLst/>
              <a:pathLst>
                <a:path w="868" h="1112">
                  <a:moveTo>
                    <a:pt x="0" y="0"/>
                  </a:moveTo>
                  <a:lnTo>
                    <a:pt x="868" y="11"/>
                  </a:lnTo>
                  <a:lnTo>
                    <a:pt x="821" y="111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h6314"/>
            <p:cNvSpPr/>
            <p:nvPr/>
          </p:nvSpPr>
          <p:spPr>
            <a:xfrm>
              <a:off x="7759320" y="2545245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h6315"/>
            <p:cNvSpPr/>
            <p:nvPr/>
          </p:nvSpPr>
          <p:spPr>
            <a:xfrm>
              <a:off x="7756677" y="2544739"/>
              <a:ext cx="885" cy="585"/>
            </a:xfrm>
            <a:custGeom>
              <a:avLst/>
              <a:pathLst>
                <a:path w="885" h="585">
                  <a:moveTo>
                    <a:pt x="513" y="185"/>
                  </a:moveTo>
                  <a:lnTo>
                    <a:pt x="485" y="585"/>
                  </a:lnTo>
                  <a:lnTo>
                    <a:pt x="0" y="385"/>
                  </a:lnTo>
                  <a:lnTo>
                    <a:pt x="8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h6316"/>
            <p:cNvSpPr/>
            <p:nvPr/>
          </p:nvSpPr>
          <p:spPr>
            <a:xfrm>
              <a:off x="7757764" y="2544321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h6317"/>
            <p:cNvSpPr/>
            <p:nvPr/>
          </p:nvSpPr>
          <p:spPr>
            <a:xfrm>
              <a:off x="7758375" y="2544044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h6318"/>
            <p:cNvSpPr/>
            <p:nvPr/>
          </p:nvSpPr>
          <p:spPr>
            <a:xfrm>
              <a:off x="7758579" y="2543691"/>
              <a:ext cx="267" cy="253"/>
            </a:xfrm>
            <a:custGeom>
              <a:avLst/>
              <a:pathLst>
                <a:path w="267" h="253">
                  <a:moveTo>
                    <a:pt x="267" y="20"/>
                  </a:moveTo>
                  <a:lnTo>
                    <a:pt x="239" y="2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h6319"/>
            <p:cNvSpPr/>
            <p:nvPr/>
          </p:nvSpPr>
          <p:spPr>
            <a:xfrm>
              <a:off x="7754621" y="2539416"/>
              <a:ext cx="1666" cy="3464"/>
            </a:xfrm>
            <a:custGeom>
              <a:avLst/>
              <a:pathLst>
                <a:path w="1666" h="3464">
                  <a:moveTo>
                    <a:pt x="0" y="1690"/>
                  </a:moveTo>
                  <a:lnTo>
                    <a:pt x="266" y="0"/>
                  </a:lnTo>
                  <a:lnTo>
                    <a:pt x="1194" y="965"/>
                  </a:lnTo>
                  <a:lnTo>
                    <a:pt x="1165" y="2204"/>
                  </a:lnTo>
                  <a:lnTo>
                    <a:pt x="1666" y="3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h6320"/>
            <p:cNvSpPr/>
            <p:nvPr/>
          </p:nvSpPr>
          <p:spPr>
            <a:xfrm>
              <a:off x="7756242" y="2540288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h6321"/>
            <p:cNvSpPr/>
            <p:nvPr/>
          </p:nvSpPr>
          <p:spPr>
            <a:xfrm>
              <a:off x="7750130" y="2527890"/>
              <a:ext cx="21191" cy="24684"/>
            </a:xfrm>
            <a:custGeom>
              <a:avLst/>
              <a:pathLst>
                <a:path w="21191" h="24684">
                  <a:moveTo>
                    <a:pt x="3537" y="7382"/>
                  </a:move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lnTo>
                    <a:pt x="16463" y="24684"/>
                  </a:ln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h6322"/>
            <p:cNvSpPr/>
            <p:nvPr/>
          </p:nvSpPr>
          <p:spPr>
            <a:xfrm>
              <a:off x="7755297" y="2539041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h6323"/>
            <p:cNvSpPr/>
            <p:nvPr/>
          </p:nvSpPr>
          <p:spPr>
            <a:xfrm>
              <a:off x="7754954" y="2538142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h6324"/>
            <p:cNvSpPr/>
            <p:nvPr/>
          </p:nvSpPr>
          <p:spPr>
            <a:xfrm>
              <a:off x="7756869" y="2537191"/>
              <a:ext cx="1260" cy="1215"/>
            </a:xfrm>
            <a:custGeom>
              <a:avLst/>
              <a:pathLst>
                <a:path w="1260" h="1215">
                  <a:moveTo>
                    <a:pt x="927" y="1215"/>
                  </a:move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lnTo>
                    <a:pt x="1260" y="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h6325"/>
            <p:cNvSpPr/>
            <p:nvPr/>
          </p:nvSpPr>
          <p:spPr>
            <a:xfrm>
              <a:off x="7751486" y="2536282"/>
              <a:ext cx="2812" cy="2875"/>
            </a:xfrm>
            <a:custGeom>
              <a:avLst/>
              <a:pathLst>
                <a:path w="2812" h="2875">
                  <a:moveTo>
                    <a:pt x="1533" y="1309"/>
                  </a:moveTo>
                  <a:lnTo>
                    <a:pt x="2812" y="2875"/>
                  </a:lnTo>
                  <a:lnTo>
                    <a:pt x="0" y="883"/>
                  </a:lnTo>
                  <a:lnTo>
                    <a:pt x="108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h6326"/>
            <p:cNvSpPr/>
            <p:nvPr/>
          </p:nvSpPr>
          <p:spPr>
            <a:xfrm>
              <a:off x="7754073" y="2536435"/>
              <a:ext cx="342" cy="471"/>
            </a:xfrm>
            <a:custGeom>
              <a:avLst/>
              <a:pathLst>
                <a:path w="342" h="471">
                  <a:moveTo>
                    <a:pt x="99" y="0"/>
                  </a:moveTo>
                  <a:lnTo>
                    <a:pt x="342" y="471"/>
                  </a:lnTo>
                  <a:lnTo>
                    <a:pt x="0" y="44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h6327"/>
            <p:cNvSpPr/>
            <p:nvPr/>
          </p:nvSpPr>
          <p:spPr>
            <a:xfrm>
              <a:off x="7756425" y="2535956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h6328"/>
            <p:cNvSpPr/>
            <p:nvPr/>
          </p:nvSpPr>
          <p:spPr>
            <a:xfrm>
              <a:off x="7758505" y="2535940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h6329"/>
            <p:cNvSpPr/>
            <p:nvPr/>
          </p:nvSpPr>
          <p:spPr>
            <a:xfrm>
              <a:off x="7755219" y="2535289"/>
              <a:ext cx="778" cy="1477"/>
            </a:xfrm>
            <a:custGeom>
              <a:avLst/>
              <a:pathLst>
                <a:path w="778" h="1477">
                  <a:moveTo>
                    <a:pt x="778" y="535"/>
                  </a:moveTo>
                  <a:lnTo>
                    <a:pt x="0" y="1477"/>
                  </a:lnTo>
                  <a:lnTo>
                    <a:pt x="6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h6330"/>
            <p:cNvSpPr/>
            <p:nvPr/>
          </p:nvSpPr>
          <p:spPr>
            <a:xfrm>
              <a:off x="7756735" y="2535266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h6331"/>
            <p:cNvSpPr/>
            <p:nvPr/>
          </p:nvSpPr>
          <p:spPr>
            <a:xfrm>
              <a:off x="7754683" y="2534822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h6332"/>
            <p:cNvSpPr/>
            <p:nvPr/>
          </p:nvSpPr>
          <p:spPr>
            <a:xfrm>
              <a:off x="7756078" y="2534057"/>
              <a:ext cx="468" cy="743"/>
            </a:xfrm>
            <a:custGeom>
              <a:avLst/>
              <a:pathLst>
                <a:path w="468" h="743">
                  <a:moveTo>
                    <a:pt x="101" y="675"/>
                  </a:moveTo>
                  <a:lnTo>
                    <a:pt x="0" y="0"/>
                  </a:lnTo>
                  <a:lnTo>
                    <a:pt x="468" y="7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h6333"/>
            <p:cNvSpPr/>
            <p:nvPr/>
          </p:nvSpPr>
          <p:spPr>
            <a:xfrm>
              <a:off x="7754830" y="2534138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h6334"/>
            <p:cNvSpPr/>
            <p:nvPr/>
          </p:nvSpPr>
          <p:spPr>
            <a:xfrm>
              <a:off x="7756078" y="2533620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h6335"/>
            <p:cNvSpPr/>
            <p:nvPr/>
          </p:nvSpPr>
          <p:spPr>
            <a:xfrm>
              <a:off x="7755710" y="2532809"/>
              <a:ext cx="324" cy="464"/>
            </a:xfrm>
            <a:custGeom>
              <a:avLst/>
              <a:pathLst>
                <a:path w="324" h="464">
                  <a:moveTo>
                    <a:pt x="0" y="0"/>
                  </a:moveTo>
                  <a:lnTo>
                    <a:pt x="324" y="224"/>
                  </a:lnTo>
                  <a:lnTo>
                    <a:pt x="99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h6336"/>
            <p:cNvSpPr/>
            <p:nvPr/>
          </p:nvSpPr>
          <p:spPr>
            <a:xfrm>
              <a:off x="7755899" y="2532548"/>
              <a:ext cx="531" cy="501"/>
            </a:xfrm>
            <a:custGeom>
              <a:avLst/>
              <a:pathLst>
                <a:path w="531" h="501">
                  <a:moveTo>
                    <a:pt x="454" y="501"/>
                  </a:moveTo>
                  <a:lnTo>
                    <a:pt x="0" y="0"/>
                  </a:lnTo>
                  <a:lnTo>
                    <a:pt x="531" y="1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h6337"/>
            <p:cNvSpPr/>
            <p:nvPr/>
          </p:nvSpPr>
          <p:spPr>
            <a:xfrm>
              <a:off x="7751615" y="2530188"/>
              <a:ext cx="1525" cy="356"/>
            </a:xfrm>
            <a:custGeom>
              <a:avLst/>
              <a:pathLst>
                <a:path w="1525" h="356">
                  <a:moveTo>
                    <a:pt x="215" y="356"/>
                  </a:moveTo>
                  <a:lnTo>
                    <a:pt x="0" y="146"/>
                  </a:lnTo>
                  <a:lnTo>
                    <a:pt x="152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h6338"/>
            <p:cNvSpPr/>
            <p:nvPr/>
          </p:nvSpPr>
          <p:spPr>
            <a:xfrm>
              <a:off x="7751330" y="2529877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h6339"/>
            <p:cNvSpPr/>
            <p:nvPr/>
          </p:nvSpPr>
          <p:spPr>
            <a:xfrm>
              <a:off x="7753234" y="2530158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h6340"/>
            <p:cNvSpPr/>
            <p:nvPr/>
          </p:nvSpPr>
          <p:spPr>
            <a:xfrm>
              <a:off x="7751641" y="2529595"/>
              <a:ext cx="209" cy="445"/>
            </a:xfrm>
            <a:custGeom>
              <a:avLst/>
              <a:pathLst>
                <a:path w="209" h="445">
                  <a:moveTo>
                    <a:pt x="0" y="218"/>
                  </a:moveTo>
                  <a:lnTo>
                    <a:pt x="69" y="0"/>
                  </a:lnTo>
                  <a:lnTo>
                    <a:pt x="209" y="4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h6341"/>
            <p:cNvSpPr/>
            <p:nvPr/>
          </p:nvSpPr>
          <p:spPr>
            <a:xfrm>
              <a:off x="7751986" y="2529160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h6342"/>
            <p:cNvSpPr/>
            <p:nvPr/>
          </p:nvSpPr>
          <p:spPr>
            <a:xfrm>
              <a:off x="7753798" y="2527746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h6343"/>
            <p:cNvSpPr/>
            <p:nvPr/>
          </p:nvSpPr>
          <p:spPr>
            <a:xfrm>
              <a:off x="7752927" y="2527996"/>
              <a:ext cx="205" cy="505"/>
            </a:xfrm>
            <a:custGeom>
              <a:avLst/>
              <a:pathLst>
                <a:path w="205" h="505">
                  <a:moveTo>
                    <a:pt x="0" y="505"/>
                  </a:moveTo>
                  <a:lnTo>
                    <a:pt x="205" y="0"/>
                  </a:lnTo>
                  <a:lnTo>
                    <a:pt x="124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h6344"/>
            <p:cNvSpPr/>
            <p:nvPr/>
          </p:nvSpPr>
          <p:spPr>
            <a:xfrm>
              <a:off x="7753359" y="2527829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h6345"/>
            <p:cNvSpPr/>
            <p:nvPr/>
          </p:nvSpPr>
          <p:spPr>
            <a:xfrm>
              <a:off x="8064213" y="3000922"/>
              <a:ext cx="733" cy="725"/>
            </a:xfrm>
            <a:custGeom>
              <a:avLst/>
              <a:pathLst>
                <a:path w="733" h="725">
                  <a:moveTo>
                    <a:pt x="0" y="0"/>
                  </a:moveTo>
                  <a:lnTo>
                    <a:pt x="733" y="371"/>
                  </a:lnTo>
                  <a:lnTo>
                    <a:pt x="633" y="7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h6346"/>
            <p:cNvSpPr/>
            <p:nvPr/>
          </p:nvSpPr>
          <p:spPr>
            <a:xfrm>
              <a:off x="8062496" y="2999973"/>
              <a:ext cx="920" cy="1164"/>
            </a:xfrm>
            <a:custGeom>
              <a:avLst/>
              <a:pathLst>
                <a:path w="920" h="1164">
                  <a:moveTo>
                    <a:pt x="163" y="1164"/>
                  </a:moveTo>
                  <a:lnTo>
                    <a:pt x="0" y="0"/>
                  </a:lnTo>
                  <a:lnTo>
                    <a:pt x="920" y="9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h6347"/>
            <p:cNvSpPr/>
            <p:nvPr/>
          </p:nvSpPr>
          <p:spPr>
            <a:xfrm>
              <a:off x="8060964" y="2998955"/>
              <a:ext cx="1195" cy="821"/>
            </a:xfrm>
            <a:custGeom>
              <a:avLst/>
              <a:pathLst>
                <a:path w="1195" h="821">
                  <a:moveTo>
                    <a:pt x="0" y="77"/>
                  </a:moveTo>
                  <a:lnTo>
                    <a:pt x="432" y="0"/>
                  </a:lnTo>
                  <a:lnTo>
                    <a:pt x="1195" y="8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h6348"/>
            <p:cNvSpPr/>
            <p:nvPr/>
          </p:nvSpPr>
          <p:spPr>
            <a:xfrm>
              <a:off x="8059851" y="2997919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h6349"/>
            <p:cNvSpPr/>
            <p:nvPr/>
          </p:nvSpPr>
          <p:spPr>
            <a:xfrm>
              <a:off x="8058832" y="2996308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h6350"/>
            <p:cNvSpPr/>
            <p:nvPr/>
          </p:nvSpPr>
          <p:spPr>
            <a:xfrm>
              <a:off x="8057601" y="2991787"/>
              <a:ext cx="981" cy="3991"/>
            </a:xfrm>
            <a:custGeom>
              <a:avLst/>
              <a:pathLst>
                <a:path w="981" h="3991">
                  <a:moveTo>
                    <a:pt x="0" y="0"/>
                  </a:moveTo>
                  <a:lnTo>
                    <a:pt x="770" y="1389"/>
                  </a:lnTo>
                  <a:lnTo>
                    <a:pt x="981" y="39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h6351"/>
            <p:cNvSpPr/>
            <p:nvPr/>
          </p:nvSpPr>
          <p:spPr>
            <a:xfrm>
              <a:off x="8065389" y="2979266"/>
              <a:ext cx="6113" cy="22202"/>
            </a:xfrm>
            <a:custGeom>
              <a:avLst/>
              <a:pathLst>
                <a:path w="6113" h="22202">
                  <a:moveTo>
                    <a:pt x="5134" y="13454"/>
                  </a:moveTo>
                  <a:lnTo>
                    <a:pt x="5185" y="9545"/>
                  </a:ln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h6352"/>
            <p:cNvSpPr/>
            <p:nvPr/>
          </p:nvSpPr>
          <p:spPr>
            <a:xfrm>
              <a:off x="8057340" y="2985088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h6353"/>
            <p:cNvSpPr/>
            <p:nvPr/>
          </p:nvSpPr>
          <p:spPr>
            <a:xfrm>
              <a:off x="8056992" y="2979868"/>
              <a:ext cx="362" cy="820"/>
            </a:xfrm>
            <a:custGeom>
              <a:avLst/>
              <a:pathLst>
                <a:path w="362" h="820">
                  <a:moveTo>
                    <a:pt x="0" y="260"/>
                  </a:moveTo>
                  <a:lnTo>
                    <a:pt x="255" y="0"/>
                  </a:lnTo>
                  <a:lnTo>
                    <a:pt x="362" y="82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h6354"/>
            <p:cNvSpPr/>
            <p:nvPr/>
          </p:nvSpPr>
          <p:spPr>
            <a:xfrm>
              <a:off x="8056661" y="2976616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h6355"/>
            <p:cNvSpPr/>
            <p:nvPr/>
          </p:nvSpPr>
          <p:spPr>
            <a:xfrm>
              <a:off x="8067940" y="2973500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h6356"/>
            <p:cNvSpPr/>
            <p:nvPr/>
          </p:nvSpPr>
          <p:spPr>
            <a:xfrm>
              <a:off x="8056249" y="2973861"/>
              <a:ext cx="444" cy="1754"/>
            </a:xfrm>
            <a:custGeom>
              <a:avLst/>
              <a:pathLst>
                <a:path w="444" h="1754">
                  <a:moveTo>
                    <a:pt x="0" y="0"/>
                  </a:moveTo>
                  <a:lnTo>
                    <a:pt x="444" y="411"/>
                  </a:lnTo>
                  <a:lnTo>
                    <a:pt x="248" y="17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h6357"/>
            <p:cNvSpPr/>
            <p:nvPr/>
          </p:nvSpPr>
          <p:spPr>
            <a:xfrm>
              <a:off x="8056547" y="2968090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h6358"/>
            <p:cNvSpPr/>
            <p:nvPr/>
          </p:nvSpPr>
          <p:spPr>
            <a:xfrm>
              <a:off x="8058780" y="2962750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h6359"/>
            <p:cNvSpPr/>
            <p:nvPr/>
          </p:nvSpPr>
          <p:spPr>
            <a:xfrm>
              <a:off x="8073017" y="2956972"/>
              <a:ext cx="4636" cy="14200"/>
            </a:xfrm>
            <a:custGeom>
              <a:avLst/>
              <a:pathLst>
                <a:path w="4636" h="14200">
                  <a:moveTo>
                    <a:pt x="4636" y="10859"/>
                  </a:moveTo>
                  <a:lnTo>
                    <a:pt x="3022" y="14200"/>
                  </a:lnTo>
                  <a:lnTo>
                    <a:pt x="2628" y="13755"/>
                  </a:lnTo>
                  <a:lnTo>
                    <a:pt x="3763" y="8296"/>
                  </a:ln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h6360"/>
            <p:cNvSpPr/>
            <p:nvPr/>
          </p:nvSpPr>
          <p:spPr>
            <a:xfrm>
              <a:off x="8060508" y="2959987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h6361"/>
            <p:cNvSpPr/>
            <p:nvPr/>
          </p:nvSpPr>
          <p:spPr>
            <a:xfrm>
              <a:off x="8060944" y="2958625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h6362"/>
            <p:cNvSpPr/>
            <p:nvPr/>
          </p:nvSpPr>
          <p:spPr>
            <a:xfrm>
              <a:off x="8061501" y="2956503"/>
              <a:ext cx="713" cy="1686"/>
            </a:xfrm>
            <a:custGeom>
              <a:avLst/>
              <a:pathLst>
                <a:path w="713" h="1686">
                  <a:moveTo>
                    <a:pt x="0" y="1486"/>
                  </a:moveTo>
                  <a:lnTo>
                    <a:pt x="713" y="0"/>
                  </a:lnTo>
                  <a:lnTo>
                    <a:pt x="26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h6363"/>
            <p:cNvSpPr/>
            <p:nvPr/>
          </p:nvSpPr>
          <p:spPr>
            <a:xfrm>
              <a:off x="8069775" y="2957041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h6364"/>
            <p:cNvSpPr/>
            <p:nvPr/>
          </p:nvSpPr>
          <p:spPr>
            <a:xfrm>
              <a:off x="8072685" y="2956560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h6365"/>
            <p:cNvSpPr/>
            <p:nvPr/>
          </p:nvSpPr>
          <p:spPr>
            <a:xfrm>
              <a:off x="8068434" y="2956419"/>
              <a:ext cx="308" cy="311"/>
            </a:xfrm>
            <a:custGeom>
              <a:avLst/>
              <a:pathLst>
                <a:path w="308" h="311">
                  <a:moveTo>
                    <a:pt x="0" y="0"/>
                  </a:moveTo>
                  <a:lnTo>
                    <a:pt x="308" y="120"/>
                  </a:lnTo>
                  <a:lnTo>
                    <a:pt x="267" y="3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h6366"/>
            <p:cNvSpPr/>
            <p:nvPr/>
          </p:nvSpPr>
          <p:spPr>
            <a:xfrm>
              <a:off x="8070103" y="2955899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h6367"/>
            <p:cNvSpPr/>
            <p:nvPr/>
          </p:nvSpPr>
          <p:spPr>
            <a:xfrm>
              <a:off x="8067912" y="2955557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h6368"/>
            <p:cNvSpPr/>
            <p:nvPr/>
          </p:nvSpPr>
          <p:spPr>
            <a:xfrm>
              <a:off x="8071468" y="2955369"/>
              <a:ext cx="177" cy="321"/>
            </a:xfrm>
            <a:custGeom>
              <a:avLst/>
              <a:pathLst>
                <a:path w="177" h="321">
                  <a:moveTo>
                    <a:pt x="0" y="217"/>
                  </a:moveTo>
                  <a:lnTo>
                    <a:pt x="59" y="0"/>
                  </a:lnTo>
                  <a:lnTo>
                    <a:pt x="177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h6369"/>
            <p:cNvSpPr/>
            <p:nvPr/>
          </p:nvSpPr>
          <p:spPr>
            <a:xfrm>
              <a:off x="8066735" y="2954560"/>
              <a:ext cx="491" cy="1322"/>
            </a:xfrm>
            <a:custGeom>
              <a:avLst/>
              <a:pathLst>
                <a:path w="491" h="1322">
                  <a:moveTo>
                    <a:pt x="0" y="818"/>
                  </a:moveTo>
                  <a:lnTo>
                    <a:pt x="491" y="0"/>
                  </a:lnTo>
                  <a:lnTo>
                    <a:pt x="423" y="13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h6370"/>
            <p:cNvSpPr/>
            <p:nvPr/>
          </p:nvSpPr>
          <p:spPr>
            <a:xfrm>
              <a:off x="8067834" y="2954794"/>
              <a:ext cx="196" cy="426"/>
            </a:xfrm>
            <a:custGeom>
              <a:avLst/>
              <a:pathLst>
                <a:path w="196" h="426">
                  <a:moveTo>
                    <a:pt x="6" y="426"/>
                  </a:moveTo>
                  <a:lnTo>
                    <a:pt x="0" y="0"/>
                  </a:lnTo>
                  <a:lnTo>
                    <a:pt x="196" y="4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h6371"/>
            <p:cNvSpPr/>
            <p:nvPr/>
          </p:nvSpPr>
          <p:spPr>
            <a:xfrm>
              <a:off x="8063697" y="2954222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h6372"/>
            <p:cNvSpPr/>
            <p:nvPr/>
          </p:nvSpPr>
          <p:spPr>
            <a:xfrm>
              <a:off x="8063258" y="2953839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h6373"/>
            <p:cNvSpPr/>
            <p:nvPr/>
          </p:nvSpPr>
          <p:spPr>
            <a:xfrm>
              <a:off x="8067914" y="2953848"/>
              <a:ext cx="337" cy="404"/>
            </a:xfrm>
            <a:custGeom>
              <a:avLst/>
              <a:pathLst>
                <a:path w="337" h="404">
                  <a:moveTo>
                    <a:pt x="0" y="16"/>
                  </a:moveTo>
                  <a:lnTo>
                    <a:pt x="224" y="0"/>
                  </a:lnTo>
                  <a:lnTo>
                    <a:pt x="337" y="4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h6374"/>
            <p:cNvSpPr/>
            <p:nvPr/>
          </p:nvSpPr>
          <p:spPr>
            <a:xfrm>
              <a:off x="8064501" y="2952195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h6375"/>
            <p:cNvSpPr/>
            <p:nvPr/>
          </p:nvSpPr>
          <p:spPr>
            <a:xfrm>
              <a:off x="8026015" y="2908002"/>
              <a:ext cx="787" cy="399"/>
            </a:xfrm>
            <a:custGeom>
              <a:avLst/>
              <a:pathLst>
                <a:path w="787" h="399">
                  <a:moveTo>
                    <a:pt x="787" y="399"/>
                  </a:moveTo>
                  <a:lnTo>
                    <a:pt x="0" y="257"/>
                  </a:lnTo>
                  <a:lnTo>
                    <a:pt x="64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h6376"/>
            <p:cNvSpPr/>
            <p:nvPr/>
          </p:nvSpPr>
          <p:spPr>
            <a:xfrm>
              <a:off x="8027407" y="2906816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h6377"/>
            <p:cNvSpPr/>
            <p:nvPr/>
          </p:nvSpPr>
          <p:spPr>
            <a:xfrm>
              <a:off x="8027628" y="2905908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h6378"/>
            <p:cNvSpPr/>
            <p:nvPr/>
          </p:nvSpPr>
          <p:spPr>
            <a:xfrm>
              <a:off x="8025328" y="2902007"/>
              <a:ext cx="3758" cy="2843"/>
            </a:xfrm>
            <a:custGeom>
              <a:avLst/>
              <a:pathLst>
                <a:path w="3758" h="2843">
                  <a:moveTo>
                    <a:pt x="3758" y="0"/>
                  </a:moveTo>
                  <a:lnTo>
                    <a:pt x="2045" y="1912"/>
                  </a:lnTo>
                  <a:lnTo>
                    <a:pt x="0" y="28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h6379"/>
            <p:cNvSpPr/>
            <p:nvPr/>
          </p:nvSpPr>
          <p:spPr>
            <a:xfrm>
              <a:off x="8030059" y="2901898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h6380"/>
            <p:cNvSpPr/>
            <p:nvPr/>
          </p:nvSpPr>
          <p:spPr>
            <a:xfrm>
              <a:off x="8044032" y="2888664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h6381"/>
            <p:cNvSpPr/>
            <p:nvPr/>
          </p:nvSpPr>
          <p:spPr>
            <a:xfrm>
              <a:off x="8038312" y="2884900"/>
              <a:ext cx="4810" cy="3787"/>
            </a:xfrm>
            <a:custGeom>
              <a:avLst/>
              <a:pathLst>
                <a:path w="4810" h="3787">
                  <a:moveTo>
                    <a:pt x="912" y="509"/>
                  </a:moveTo>
                  <a:lnTo>
                    <a:pt x="4810" y="3787"/>
                  </a:lnTo>
                  <a:lnTo>
                    <a:pt x="529" y="1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h6382"/>
            <p:cNvSpPr/>
            <p:nvPr/>
          </p:nvSpPr>
          <p:spPr>
            <a:xfrm>
              <a:off x="8031891" y="2882290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h6383"/>
            <p:cNvSpPr/>
            <p:nvPr/>
          </p:nvSpPr>
          <p:spPr>
            <a:xfrm>
              <a:off x="8033644" y="2880341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h6384"/>
            <p:cNvSpPr/>
            <p:nvPr/>
          </p:nvSpPr>
          <p:spPr>
            <a:xfrm>
              <a:off x="8020567" y="2870296"/>
              <a:ext cx="315" cy="400"/>
            </a:xfrm>
            <a:custGeom>
              <a:avLst/>
              <a:pathLst>
                <a:path w="315" h="400">
                  <a:moveTo>
                    <a:pt x="0" y="400"/>
                  </a:moveTo>
                  <a:lnTo>
                    <a:pt x="211" y="0"/>
                  </a:lnTo>
                  <a:lnTo>
                    <a:pt x="315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h6385"/>
            <p:cNvSpPr/>
            <p:nvPr/>
          </p:nvSpPr>
          <p:spPr>
            <a:xfrm>
              <a:off x="8020647" y="2869171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h6386"/>
            <p:cNvSpPr/>
            <p:nvPr/>
          </p:nvSpPr>
          <p:spPr>
            <a:xfrm>
              <a:off x="8029495" y="2862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h6387"/>
            <p:cNvSpPr/>
            <p:nvPr/>
          </p:nvSpPr>
          <p:spPr>
            <a:xfrm>
              <a:off x="8013806" y="2860898"/>
              <a:ext cx="4249" cy="294"/>
            </a:xfrm>
            <a:custGeom>
              <a:avLst/>
              <a:pathLst>
                <a:path w="4249" h="294">
                  <a:moveTo>
                    <a:pt x="0" y="294"/>
                  </a:moveTo>
                  <a:lnTo>
                    <a:pt x="1458" y="0"/>
                  </a:lnTo>
                  <a:lnTo>
                    <a:pt x="4249" y="1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h6388"/>
            <p:cNvSpPr/>
            <p:nvPr/>
          </p:nvSpPr>
          <p:spPr>
            <a:xfrm>
              <a:off x="8030427" y="286097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h6389"/>
            <p:cNvSpPr/>
            <p:nvPr/>
          </p:nvSpPr>
          <p:spPr>
            <a:xfrm>
              <a:off x="8021094" y="286076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h6390"/>
            <p:cNvSpPr/>
            <p:nvPr/>
          </p:nvSpPr>
          <p:spPr>
            <a:xfrm>
              <a:off x="8022136" y="2860425"/>
              <a:ext cx="339" cy="144"/>
            </a:xfrm>
            <a:custGeom>
              <a:avLst/>
              <a:pathLst>
                <a:path w="339" h="144">
                  <a:moveTo>
                    <a:pt x="339" y="0"/>
                  </a:moveTo>
                  <a:lnTo>
                    <a:pt x="0" y="1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h6391"/>
            <p:cNvSpPr/>
            <p:nvPr/>
          </p:nvSpPr>
          <p:spPr>
            <a:xfrm>
              <a:off x="8037773" y="2858422"/>
              <a:ext cx="350" cy="298"/>
            </a:xfrm>
            <a:custGeom>
              <a:avLst/>
              <a:pathLst>
                <a:path w="350" h="298">
                  <a:moveTo>
                    <a:pt x="0" y="14"/>
                  </a:moveTo>
                  <a:lnTo>
                    <a:pt x="181" y="0"/>
                  </a:lnTo>
                  <a:lnTo>
                    <a:pt x="350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h6392"/>
            <p:cNvSpPr/>
            <p:nvPr/>
          </p:nvSpPr>
          <p:spPr>
            <a:xfrm>
              <a:off x="8038352" y="2857739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h6393"/>
            <p:cNvSpPr/>
            <p:nvPr/>
          </p:nvSpPr>
          <p:spPr>
            <a:xfrm>
              <a:off x="8041725" y="2857345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h6394"/>
            <p:cNvSpPr/>
            <p:nvPr/>
          </p:nvSpPr>
          <p:spPr>
            <a:xfrm>
              <a:off x="8042342" y="2857276"/>
              <a:ext cx="307" cy="282"/>
            </a:xfrm>
            <a:custGeom>
              <a:avLst/>
              <a:pathLst>
                <a:path w="307" h="282">
                  <a:moveTo>
                    <a:pt x="0" y="274"/>
                  </a:moveTo>
                  <a:lnTo>
                    <a:pt x="295" y="0"/>
                  </a:lnTo>
                  <a:lnTo>
                    <a:pt x="307" y="2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h6395"/>
            <p:cNvSpPr/>
            <p:nvPr/>
          </p:nvSpPr>
          <p:spPr>
            <a:xfrm>
              <a:off x="8038406" y="2856906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h6396"/>
            <p:cNvSpPr/>
            <p:nvPr/>
          </p:nvSpPr>
          <p:spPr>
            <a:xfrm>
              <a:off x="8040679" y="2857056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h6397"/>
            <p:cNvSpPr/>
            <p:nvPr/>
          </p:nvSpPr>
          <p:spPr>
            <a:xfrm>
              <a:off x="8034827" y="2856276"/>
              <a:ext cx="493" cy="997"/>
            </a:xfrm>
            <a:custGeom>
              <a:avLst/>
              <a:pathLst>
                <a:path w="493" h="997">
                  <a:moveTo>
                    <a:pt x="95" y="997"/>
                  </a:moveTo>
                  <a:lnTo>
                    <a:pt x="0" y="30"/>
                  </a:lnTo>
                  <a:lnTo>
                    <a:pt x="4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h6398"/>
            <p:cNvSpPr/>
            <p:nvPr/>
          </p:nvSpPr>
          <p:spPr>
            <a:xfrm>
              <a:off x="8037982" y="2856183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h6399"/>
            <p:cNvSpPr/>
            <p:nvPr/>
          </p:nvSpPr>
          <p:spPr>
            <a:xfrm>
              <a:off x="8041259" y="2855608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h6400"/>
            <p:cNvSpPr/>
            <p:nvPr/>
          </p:nvSpPr>
          <p:spPr>
            <a:xfrm>
              <a:off x="8035010" y="2854312"/>
              <a:ext cx="563" cy="744"/>
            </a:xfrm>
            <a:custGeom>
              <a:avLst/>
              <a:pathLst>
                <a:path w="563" h="744">
                  <a:moveTo>
                    <a:pt x="116" y="88"/>
                  </a:moveTo>
                  <a:lnTo>
                    <a:pt x="563" y="0"/>
                  </a:lnTo>
                  <a:lnTo>
                    <a:pt x="0" y="7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h6401"/>
            <p:cNvSpPr/>
            <p:nvPr/>
          </p:nvSpPr>
          <p:spPr>
            <a:xfrm>
              <a:off x="8014671" y="2854346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h6402"/>
            <p:cNvSpPr/>
            <p:nvPr/>
          </p:nvSpPr>
          <p:spPr>
            <a:xfrm>
              <a:off x="8016741" y="2854116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h6403"/>
            <p:cNvSpPr/>
            <p:nvPr/>
          </p:nvSpPr>
          <p:spPr>
            <a:xfrm>
              <a:off x="8013061" y="2853999"/>
              <a:ext cx="1058" cy="431"/>
            </a:xfrm>
            <a:custGeom>
              <a:avLst/>
              <a:pathLst>
                <a:path w="1058" h="431">
                  <a:moveTo>
                    <a:pt x="0" y="202"/>
                  </a:moveTo>
                  <a:lnTo>
                    <a:pt x="598" y="0"/>
                  </a:lnTo>
                  <a:lnTo>
                    <a:pt x="1058" y="4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h6404"/>
            <p:cNvSpPr/>
            <p:nvPr/>
          </p:nvSpPr>
          <p:spPr>
            <a:xfrm>
              <a:off x="8040480" y="2845922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h6405"/>
            <p:cNvSpPr/>
            <p:nvPr/>
          </p:nvSpPr>
          <p:spPr>
            <a:xfrm>
              <a:off x="8039996" y="2845509"/>
              <a:ext cx="497" cy="542"/>
            </a:xfrm>
            <a:custGeom>
              <a:avLst/>
              <a:pathLst>
                <a:path w="497" h="542">
                  <a:moveTo>
                    <a:pt x="497" y="542"/>
                  </a:moveTo>
                  <a:lnTo>
                    <a:pt x="0" y="406"/>
                  </a:lnTo>
                  <a:lnTo>
                    <a:pt x="21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h6406"/>
            <p:cNvSpPr/>
            <p:nvPr/>
          </p:nvSpPr>
          <p:spPr>
            <a:xfrm>
              <a:off x="8038863" y="2844901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h6407"/>
            <p:cNvSpPr/>
            <p:nvPr/>
          </p:nvSpPr>
          <p:spPr>
            <a:xfrm>
              <a:off x="8038656" y="2844860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h6408"/>
            <p:cNvSpPr/>
            <p:nvPr/>
          </p:nvSpPr>
          <p:spPr>
            <a:xfrm>
              <a:off x="8035628" y="2844382"/>
              <a:ext cx="2996" cy="558"/>
            </a:xfrm>
            <a:custGeom>
              <a:avLst/>
              <a:pathLst>
                <a:path w="2996" h="558">
                  <a:moveTo>
                    <a:pt x="0" y="219"/>
                  </a:moveTo>
                  <a:lnTo>
                    <a:pt x="445" y="0"/>
                  </a:lnTo>
                  <a:lnTo>
                    <a:pt x="2996" y="5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h6409"/>
            <p:cNvSpPr/>
            <p:nvPr/>
          </p:nvSpPr>
          <p:spPr>
            <a:xfrm>
              <a:off x="8081601" y="2731093"/>
              <a:ext cx="30705" cy="41020"/>
            </a:xfrm>
            <a:custGeom>
              <a:avLst/>
              <a:pathLst>
                <a:path w="30705" h="41020">
                  <a:moveTo>
                    <a:pt x="13762" y="7468"/>
                  </a:move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lnTo>
                    <a:pt x="24417" y="15856"/>
                  </a:ln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h6410"/>
            <p:cNvSpPr/>
            <p:nvPr/>
          </p:nvSpPr>
          <p:spPr>
            <a:xfrm>
              <a:off x="8097025" y="2737927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h6411"/>
            <p:cNvSpPr/>
            <p:nvPr/>
          </p:nvSpPr>
          <p:spPr>
            <a:xfrm>
              <a:off x="8100525" y="2651754"/>
              <a:ext cx="5442" cy="7071"/>
            </a:xfrm>
            <a:custGeom>
              <a:avLst/>
              <a:pathLst>
                <a:path w="5442" h="7071">
                  <a:moveTo>
                    <a:pt x="392" y="0"/>
                  </a:move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lnTo>
                    <a:pt x="1666" y="2939"/>
                  </a:ln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h6412"/>
            <p:cNvSpPr/>
            <p:nvPr/>
          </p:nvSpPr>
          <p:spPr>
            <a:xfrm>
              <a:off x="8083540" y="2632759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h6413"/>
            <p:cNvSpPr/>
            <p:nvPr/>
          </p:nvSpPr>
          <p:spPr>
            <a:xfrm>
              <a:off x="7927107" y="2633564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h6414"/>
            <p:cNvSpPr/>
            <p:nvPr/>
          </p:nvSpPr>
          <p:spPr>
            <a:xfrm>
              <a:off x="8080381" y="2629814"/>
              <a:ext cx="973" cy="2087"/>
            </a:xfrm>
            <a:custGeom>
              <a:avLst/>
              <a:pathLst>
                <a:path w="973" h="2087">
                  <a:moveTo>
                    <a:pt x="901" y="0"/>
                  </a:moveTo>
                  <a:lnTo>
                    <a:pt x="973" y="1637"/>
                  </a:lnTo>
                  <a:lnTo>
                    <a:pt x="0" y="20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h6415"/>
            <p:cNvSpPr/>
            <p:nvPr/>
          </p:nvSpPr>
          <p:spPr>
            <a:xfrm>
              <a:off x="8077514" y="2629075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h6416"/>
            <p:cNvSpPr/>
            <p:nvPr/>
          </p:nvSpPr>
          <p:spPr>
            <a:xfrm>
              <a:off x="8079061" y="2628646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h6417"/>
            <p:cNvSpPr/>
            <p:nvPr/>
          </p:nvSpPr>
          <p:spPr>
            <a:xfrm>
              <a:off x="8091457" y="2620872"/>
              <a:ext cx="3092" cy="8488"/>
            </a:xfrm>
            <a:custGeom>
              <a:avLst/>
              <a:pathLst>
                <a:path w="3092" h="8488">
                  <a:moveTo>
                    <a:pt x="963" y="2074"/>
                  </a:move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h6418"/>
            <p:cNvSpPr/>
            <p:nvPr/>
          </p:nvSpPr>
          <p:spPr>
            <a:xfrm>
              <a:off x="8026030" y="2615739"/>
              <a:ext cx="37944" cy="15289"/>
            </a:xfrm>
            <a:custGeom>
              <a:avLst/>
              <a:pathLst>
                <a:path w="37944" h="15289">
                  <a:moveTo>
                    <a:pt x="9431" y="9028"/>
                  </a:moveTo>
                  <a:lnTo>
                    <a:pt x="12508" y="9505"/>
                  </a:lnTo>
                  <a:lnTo>
                    <a:pt x="19092" y="8559"/>
                  </a:lnTo>
                  <a:lnTo>
                    <a:pt x="26948" y="4440"/>
                  </a:lnTo>
                  <a:lnTo>
                    <a:pt x="31105" y="0"/>
                  </a:lnTo>
                  <a:lnTo>
                    <a:pt x="35764" y="719"/>
                  </a:lnTo>
                  <a:lnTo>
                    <a:pt x="37944" y="1646"/>
                  </a:lnTo>
                  <a:lnTo>
                    <a:pt x="35436" y="810"/>
                  </a:lnTo>
                  <a:lnTo>
                    <a:pt x="33216" y="1570"/>
                  </a:lnTo>
                  <a:lnTo>
                    <a:pt x="31148" y="414"/>
                  </a:lnTo>
                  <a:lnTo>
                    <a:pt x="31206" y="640"/>
                  </a:lnTo>
                  <a:lnTo>
                    <a:pt x="31191" y="830"/>
                  </a:lnTo>
                  <a:lnTo>
                    <a:pt x="29845" y="1743"/>
                  </a:lnTo>
                  <a:lnTo>
                    <a:pt x="28931" y="4591"/>
                  </a:lnTo>
                  <a:lnTo>
                    <a:pt x="24841" y="6625"/>
                  </a:lnTo>
                  <a:lnTo>
                    <a:pt x="20875" y="10497"/>
                  </a:lnTo>
                  <a:lnTo>
                    <a:pt x="12821" y="12516"/>
                  </a:lnTo>
                  <a:lnTo>
                    <a:pt x="8396" y="10707"/>
                  </a:lnTo>
                  <a:lnTo>
                    <a:pt x="7147" y="9139"/>
                  </a:lnTo>
                  <a:lnTo>
                    <a:pt x="4138" y="11269"/>
                  </a:lnTo>
                  <a:lnTo>
                    <a:pt x="1396" y="14990"/>
                  </a:lnTo>
                  <a:lnTo>
                    <a:pt x="866" y="15289"/>
                  </a:lnTo>
                  <a:lnTo>
                    <a:pt x="0" y="14403"/>
                  </a:lnTo>
                  <a:lnTo>
                    <a:pt x="6233" y="7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h6419"/>
            <p:cNvSpPr/>
            <p:nvPr/>
          </p:nvSpPr>
          <p:spPr>
            <a:xfrm>
              <a:off x="8072381" y="2622577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h6420"/>
            <p:cNvSpPr/>
            <p:nvPr/>
          </p:nvSpPr>
          <p:spPr>
            <a:xfrm>
              <a:off x="8068286" y="2618965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h6421"/>
            <p:cNvSpPr/>
            <p:nvPr/>
          </p:nvSpPr>
          <p:spPr>
            <a:xfrm>
              <a:off x="8066702" y="2618457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h6422"/>
            <p:cNvSpPr/>
            <p:nvPr/>
          </p:nvSpPr>
          <p:spPr>
            <a:xfrm>
              <a:off x="8064448" y="2617160"/>
              <a:ext cx="5726" cy="2102"/>
            </a:xfrm>
            <a:custGeom>
              <a:avLst/>
              <a:pathLst>
                <a:path w="5726" h="2102">
                  <a:moveTo>
                    <a:pt x="868" y="0"/>
                  </a:moveTo>
                  <a:lnTo>
                    <a:pt x="5726" y="2102"/>
                  </a:lnTo>
                  <a:lnTo>
                    <a:pt x="0" y="2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tx6423"/>
            <p:cNvSpPr/>
            <p:nvPr/>
          </p:nvSpPr>
          <p:spPr>
            <a:xfrm>
              <a:off x="5552778" y="3700771"/>
              <a:ext cx="35579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Fuente</a:t>
              </a:r>
            </a:p>
          </p:txBody>
        </p:sp>
        <p:sp>
          <p:nvSpPr>
            <p:cNvPr id="6424" name="rc6424"/>
            <p:cNvSpPr/>
            <p:nvPr/>
          </p:nvSpPr>
          <p:spPr>
            <a:xfrm>
              <a:off x="5244046" y="3857851"/>
              <a:ext cx="143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25" name="rc6425"/>
            <p:cNvSpPr/>
            <p:nvPr/>
          </p:nvSpPr>
          <p:spPr>
            <a:xfrm>
              <a:off x="5244766" y="3858571"/>
              <a:ext cx="142560" cy="142560"/>
            </a:xfrm>
            <a:prstGeom prst="rect">
              <a:avLst/>
            </a:prstGeom>
            <a:solidFill>
              <a:srgbClr val="66666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26" name="rc6426"/>
            <p:cNvSpPr/>
            <p:nvPr/>
          </p:nvSpPr>
          <p:spPr>
            <a:xfrm>
              <a:off x="5244046" y="4065114"/>
              <a:ext cx="143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27" name="rc6427"/>
            <p:cNvSpPr/>
            <p:nvPr/>
          </p:nvSpPr>
          <p:spPr>
            <a:xfrm>
              <a:off x="5244766" y="4065834"/>
              <a:ext cx="142560" cy="142560"/>
            </a:xfrm>
            <a:prstGeom prst="rect">
              <a:avLst/>
            </a:prstGeom>
            <a:solidFill>
              <a:srgbClr val="66666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28" name="tx6428"/>
            <p:cNvSpPr/>
            <p:nvPr/>
          </p:nvSpPr>
          <p:spPr>
            <a:xfrm>
              <a:off x="5451309" y="3898030"/>
              <a:ext cx="61283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Muestra directa</a:t>
              </a:r>
            </a:p>
          </p:txBody>
        </p:sp>
        <p:sp>
          <p:nvSpPr>
            <p:cNvPr id="6429" name="tx6429"/>
            <p:cNvSpPr/>
            <p:nvPr/>
          </p:nvSpPr>
          <p:spPr>
            <a:xfrm>
              <a:off x="5451309" y="4105293"/>
              <a:ext cx="76599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muestra directa</a:t>
              </a:r>
            </a:p>
          </p:txBody>
        </p:sp>
        <p:sp>
          <p:nvSpPr>
            <p:cNvPr id="6430" name="tx6430"/>
            <p:cNvSpPr/>
            <p:nvPr/>
          </p:nvSpPr>
          <p:spPr>
            <a:xfrm>
              <a:off x="6583755" y="3700771"/>
              <a:ext cx="69878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Ancho IC95%</a:t>
              </a:r>
            </a:p>
          </p:txBody>
        </p:sp>
        <p:sp>
          <p:nvSpPr>
            <p:cNvPr id="6431" name="tx6431"/>
            <p:cNvSpPr/>
            <p:nvPr/>
          </p:nvSpPr>
          <p:spPr>
            <a:xfrm>
              <a:off x="6831557" y="3824215"/>
              <a:ext cx="203179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(pp)</a:t>
              </a:r>
            </a:p>
          </p:txBody>
        </p:sp>
        <p:sp>
          <p:nvSpPr>
            <p:cNvPr id="6432" name="rc6432"/>
            <p:cNvSpPr/>
            <p:nvPr/>
          </p:nvSpPr>
          <p:spPr>
            <a:xfrm>
              <a:off x="6308742" y="3981295"/>
              <a:ext cx="143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3" name="rc6433"/>
            <p:cNvSpPr/>
            <p:nvPr/>
          </p:nvSpPr>
          <p:spPr>
            <a:xfrm>
              <a:off x="6312342" y="3984895"/>
              <a:ext cx="136799" cy="136799"/>
            </a:xfrm>
            <a:prstGeom prst="rect">
              <a:avLst/>
            </a:prstGeom>
            <a:solidFill>
              <a:srgbClr val="F7F7F7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34" name="rc6434"/>
            <p:cNvSpPr/>
            <p:nvPr/>
          </p:nvSpPr>
          <p:spPr>
            <a:xfrm>
              <a:off x="6964779" y="3981295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5" name="rc6435"/>
            <p:cNvSpPr/>
            <p:nvPr/>
          </p:nvSpPr>
          <p:spPr>
            <a:xfrm>
              <a:off x="6968379" y="3984895"/>
              <a:ext cx="136800" cy="13679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36" name="rc6436"/>
            <p:cNvSpPr/>
            <p:nvPr/>
          </p:nvSpPr>
          <p:spPr>
            <a:xfrm>
              <a:off x="6308742" y="4188558"/>
              <a:ext cx="143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7" name="rc6437"/>
            <p:cNvSpPr/>
            <p:nvPr/>
          </p:nvSpPr>
          <p:spPr>
            <a:xfrm>
              <a:off x="6312342" y="4192158"/>
              <a:ext cx="136799" cy="136799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38" name="rc6438"/>
            <p:cNvSpPr/>
            <p:nvPr/>
          </p:nvSpPr>
          <p:spPr>
            <a:xfrm>
              <a:off x="6964779" y="4188558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9" name="rc6439"/>
            <p:cNvSpPr/>
            <p:nvPr/>
          </p:nvSpPr>
          <p:spPr>
            <a:xfrm>
              <a:off x="6968379" y="4192158"/>
              <a:ext cx="136800" cy="136799"/>
            </a:xfrm>
            <a:prstGeom prst="rect">
              <a:avLst/>
            </a:prstGeom>
            <a:solidFill>
              <a:srgbClr val="969696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40" name="rc6440"/>
            <p:cNvSpPr/>
            <p:nvPr/>
          </p:nvSpPr>
          <p:spPr>
            <a:xfrm>
              <a:off x="6308742" y="4395820"/>
              <a:ext cx="143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1" name="rc6441"/>
            <p:cNvSpPr/>
            <p:nvPr/>
          </p:nvSpPr>
          <p:spPr>
            <a:xfrm>
              <a:off x="6312342" y="4399420"/>
              <a:ext cx="136799" cy="136799"/>
            </a:xfrm>
            <a:prstGeom prst="rect">
              <a:avLst/>
            </a:prstGeom>
            <a:solidFill>
              <a:srgbClr val="636363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42" name="rc6442"/>
            <p:cNvSpPr/>
            <p:nvPr/>
          </p:nvSpPr>
          <p:spPr>
            <a:xfrm>
              <a:off x="6964779" y="4395820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3" name="rc6443"/>
            <p:cNvSpPr/>
            <p:nvPr/>
          </p:nvSpPr>
          <p:spPr>
            <a:xfrm>
              <a:off x="6968379" y="4399420"/>
              <a:ext cx="136800" cy="136799"/>
            </a:xfrm>
            <a:prstGeom prst="rect">
              <a:avLst/>
            </a:prstGeom>
            <a:solidFill>
              <a:srgbClr val="252525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44" name="rc6444"/>
            <p:cNvSpPr/>
            <p:nvPr/>
          </p:nvSpPr>
          <p:spPr>
            <a:xfrm>
              <a:off x="6308742" y="4603083"/>
              <a:ext cx="143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5" name="rc6445"/>
            <p:cNvSpPr/>
            <p:nvPr/>
          </p:nvSpPr>
          <p:spPr>
            <a:xfrm>
              <a:off x="6312342" y="4606683"/>
              <a:ext cx="136799" cy="136799"/>
            </a:xfrm>
            <a:prstGeom prst="rect">
              <a:avLst/>
            </a:prstGeom>
            <a:solidFill>
              <a:srgbClr val="FDF0D5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46" name="tx6446"/>
            <p:cNvSpPr/>
            <p:nvPr/>
          </p:nvSpPr>
          <p:spPr>
            <a:xfrm>
              <a:off x="6516005" y="4021474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15%-23%</a:t>
              </a:r>
            </a:p>
          </p:txBody>
        </p:sp>
        <p:sp>
          <p:nvSpPr>
            <p:cNvPr id="6447" name="tx6447"/>
            <p:cNvSpPr/>
            <p:nvPr/>
          </p:nvSpPr>
          <p:spPr>
            <a:xfrm>
              <a:off x="7172041" y="4021474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23%-25%</a:t>
              </a:r>
            </a:p>
          </p:txBody>
        </p:sp>
        <p:sp>
          <p:nvSpPr>
            <p:cNvPr id="6448" name="tx6448"/>
            <p:cNvSpPr/>
            <p:nvPr/>
          </p:nvSpPr>
          <p:spPr>
            <a:xfrm>
              <a:off x="6516005" y="4228737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25%-26%</a:t>
              </a:r>
            </a:p>
          </p:txBody>
        </p:sp>
        <p:sp>
          <p:nvSpPr>
            <p:cNvPr id="6449" name="tx6449"/>
            <p:cNvSpPr/>
            <p:nvPr/>
          </p:nvSpPr>
          <p:spPr>
            <a:xfrm>
              <a:off x="7172041" y="4228737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26%-27%</a:t>
              </a:r>
            </a:p>
          </p:txBody>
        </p:sp>
        <p:sp>
          <p:nvSpPr>
            <p:cNvPr id="6450" name="tx6450"/>
            <p:cNvSpPr/>
            <p:nvPr/>
          </p:nvSpPr>
          <p:spPr>
            <a:xfrm>
              <a:off x="6516005" y="4435999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27%-29%</a:t>
              </a:r>
            </a:p>
          </p:txBody>
        </p:sp>
        <p:sp>
          <p:nvSpPr>
            <p:cNvPr id="6451" name="tx6451"/>
            <p:cNvSpPr/>
            <p:nvPr/>
          </p:nvSpPr>
          <p:spPr>
            <a:xfrm>
              <a:off x="7172041" y="4435999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29%-54%</a:t>
              </a:r>
            </a:p>
          </p:txBody>
        </p:sp>
        <p:sp>
          <p:nvSpPr>
            <p:cNvPr id="6452" name="tx6452"/>
            <p:cNvSpPr/>
            <p:nvPr/>
          </p:nvSpPr>
          <p:spPr>
            <a:xfrm>
              <a:off x="6516005" y="4643262"/>
              <a:ext cx="32625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dato</a:t>
              </a:r>
            </a:p>
          </p:txBody>
        </p:sp>
        <p:sp>
          <p:nvSpPr>
            <p:cNvPr id="6453" name="tx6453"/>
            <p:cNvSpPr/>
            <p:nvPr/>
          </p:nvSpPr>
          <p:spPr>
            <a:xfrm>
              <a:off x="5915482" y="1076899"/>
              <a:ext cx="970635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B. Tratamiento</a:t>
              </a:r>
            </a:p>
          </p:txBody>
        </p:sp>
        <p:sp>
          <p:nvSpPr>
            <p:cNvPr id="6454" name="rc6454"/>
            <p:cNvSpPr/>
            <p:nvPr/>
          </p:nvSpPr>
          <p:spPr>
            <a:xfrm>
              <a:off x="8738949" y="1206378"/>
              <a:ext cx="3765315" cy="24104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5" name="ph6455"/>
            <p:cNvSpPr/>
            <p:nvPr/>
          </p:nvSpPr>
          <p:spPr>
            <a:xfrm>
              <a:off x="10559168" y="2648587"/>
              <a:ext cx="36042" cy="30318"/>
            </a:xfrm>
            <a:custGeom>
              <a:avLst/>
              <a:pathLst>
                <a:path w="36042" h="30318">
                  <a:moveTo>
                    <a:pt x="28947" y="110"/>
                  </a:moveTo>
                  <a:lnTo>
                    <a:pt x="31085" y="1640"/>
                  </a:lnTo>
                  <a:lnTo>
                    <a:pt x="34547" y="2112"/>
                  </a:lnTo>
                  <a:lnTo>
                    <a:pt x="36042" y="3612"/>
                  </a:lnTo>
                  <a:lnTo>
                    <a:pt x="34563" y="11010"/>
                  </a:lnTo>
                  <a:lnTo>
                    <a:pt x="34088" y="12387"/>
                  </a:lnTo>
                  <a:lnTo>
                    <a:pt x="31272" y="13859"/>
                  </a:lnTo>
                  <a:lnTo>
                    <a:pt x="27392" y="13301"/>
                  </a:lnTo>
                  <a:lnTo>
                    <a:pt x="27074" y="16470"/>
                  </a:lnTo>
                  <a:lnTo>
                    <a:pt x="24890" y="17291"/>
                  </a:lnTo>
                  <a:lnTo>
                    <a:pt x="21480" y="17218"/>
                  </a:lnTo>
                  <a:lnTo>
                    <a:pt x="18683" y="19700"/>
                  </a:lnTo>
                  <a:lnTo>
                    <a:pt x="17020" y="24895"/>
                  </a:lnTo>
                  <a:lnTo>
                    <a:pt x="14803" y="27703"/>
                  </a:lnTo>
                  <a:lnTo>
                    <a:pt x="6846" y="28296"/>
                  </a:lnTo>
                  <a:lnTo>
                    <a:pt x="4988" y="29458"/>
                  </a:lnTo>
                  <a:lnTo>
                    <a:pt x="3083" y="29308"/>
                  </a:lnTo>
                  <a:lnTo>
                    <a:pt x="0" y="30318"/>
                  </a:lnTo>
                  <a:lnTo>
                    <a:pt x="280" y="16268"/>
                  </a:lnTo>
                  <a:lnTo>
                    <a:pt x="2077" y="9258"/>
                  </a:lnTo>
                  <a:lnTo>
                    <a:pt x="4186" y="4245"/>
                  </a:lnTo>
                  <a:lnTo>
                    <a:pt x="5185" y="4730"/>
                  </a:lnTo>
                  <a:lnTo>
                    <a:pt x="8165" y="3250"/>
                  </a:lnTo>
                  <a:lnTo>
                    <a:pt x="12120" y="3323"/>
                  </a:lnTo>
                  <a:lnTo>
                    <a:pt x="15695" y="7751"/>
                  </a:lnTo>
                  <a:lnTo>
                    <a:pt x="17552" y="6519"/>
                  </a:lnTo>
                  <a:lnTo>
                    <a:pt x="19311" y="1558"/>
                  </a:lnTo>
                  <a:lnTo>
                    <a:pt x="2417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h6456"/>
            <p:cNvSpPr/>
            <p:nvPr/>
          </p:nvSpPr>
          <p:spPr>
            <a:xfrm>
              <a:off x="10547823" y="2616175"/>
              <a:ext cx="37573" cy="40163"/>
            </a:xfrm>
            <a:custGeom>
              <a:avLst/>
              <a:pathLst>
                <a:path w="37573" h="40163">
                  <a:moveTo>
                    <a:pt x="27827" y="10382"/>
                  </a:moveTo>
                  <a:lnTo>
                    <a:pt x="31782" y="11302"/>
                  </a:lnTo>
                  <a:lnTo>
                    <a:pt x="35617" y="11267"/>
                  </a:lnTo>
                  <a:lnTo>
                    <a:pt x="36398" y="12017"/>
                  </a:lnTo>
                  <a:lnTo>
                    <a:pt x="34748" y="21968"/>
                  </a:lnTo>
                  <a:lnTo>
                    <a:pt x="37519" y="23364"/>
                  </a:lnTo>
                  <a:lnTo>
                    <a:pt x="37573" y="24679"/>
                  </a:lnTo>
                  <a:lnTo>
                    <a:pt x="34472" y="23255"/>
                  </a:lnTo>
                  <a:lnTo>
                    <a:pt x="33408" y="27916"/>
                  </a:lnTo>
                  <a:lnTo>
                    <a:pt x="30425" y="28872"/>
                  </a:lnTo>
                  <a:lnTo>
                    <a:pt x="30656" y="33971"/>
                  </a:lnTo>
                  <a:lnTo>
                    <a:pt x="28896" y="38931"/>
                  </a:lnTo>
                  <a:lnTo>
                    <a:pt x="27040" y="40163"/>
                  </a:lnTo>
                  <a:lnTo>
                    <a:pt x="23465" y="35735"/>
                  </a:lnTo>
                  <a:lnTo>
                    <a:pt x="19510" y="35662"/>
                  </a:lnTo>
                  <a:lnTo>
                    <a:pt x="16530" y="37142"/>
                  </a:lnTo>
                  <a:lnTo>
                    <a:pt x="15531" y="36657"/>
                  </a:lnTo>
                  <a:lnTo>
                    <a:pt x="14679" y="34894"/>
                  </a:lnTo>
                  <a:lnTo>
                    <a:pt x="9955" y="33553"/>
                  </a:lnTo>
                  <a:lnTo>
                    <a:pt x="8043" y="28673"/>
                  </a:lnTo>
                  <a:lnTo>
                    <a:pt x="5532" y="27229"/>
                  </a:lnTo>
                  <a:lnTo>
                    <a:pt x="3768" y="27622"/>
                  </a:lnTo>
                  <a:lnTo>
                    <a:pt x="0" y="25872"/>
                  </a:lnTo>
                  <a:lnTo>
                    <a:pt x="1988" y="17458"/>
                  </a:lnTo>
                  <a:lnTo>
                    <a:pt x="3637" y="15643"/>
                  </a:lnTo>
                  <a:lnTo>
                    <a:pt x="4688" y="15382"/>
                  </a:lnTo>
                  <a:lnTo>
                    <a:pt x="6067" y="11477"/>
                  </a:lnTo>
                  <a:lnTo>
                    <a:pt x="2678" y="9123"/>
                  </a:lnTo>
                  <a:lnTo>
                    <a:pt x="2844" y="3636"/>
                  </a:lnTo>
                  <a:lnTo>
                    <a:pt x="9116" y="3707"/>
                  </a:lnTo>
                  <a:lnTo>
                    <a:pt x="20121" y="3650"/>
                  </a:lnTo>
                  <a:lnTo>
                    <a:pt x="24816" y="1661"/>
                  </a:lnTo>
                  <a:lnTo>
                    <a:pt x="25709" y="44"/>
                  </a:lnTo>
                  <a:lnTo>
                    <a:pt x="2638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h6457"/>
            <p:cNvSpPr/>
            <p:nvPr/>
          </p:nvSpPr>
          <p:spPr>
            <a:xfrm>
              <a:off x="10559874" y="2645718"/>
              <a:ext cx="57615" cy="53837"/>
            </a:xfrm>
            <a:custGeom>
              <a:avLst/>
              <a:pathLst>
                <a:path w="57615" h="53837">
                  <a:moveTo>
                    <a:pt x="52886" y="72"/>
                  </a:moveTo>
                  <a:lnTo>
                    <a:pt x="52959" y="1758"/>
                  </a:lnTo>
                  <a:lnTo>
                    <a:pt x="51833" y="3837"/>
                  </a:lnTo>
                  <a:lnTo>
                    <a:pt x="52622" y="5736"/>
                  </a:lnTo>
                  <a:lnTo>
                    <a:pt x="54036" y="6226"/>
                  </a:lnTo>
                  <a:lnTo>
                    <a:pt x="53619" y="12265"/>
                  </a:lnTo>
                  <a:lnTo>
                    <a:pt x="50150" y="11705"/>
                  </a:lnTo>
                  <a:lnTo>
                    <a:pt x="49421" y="16388"/>
                  </a:lnTo>
                  <a:lnTo>
                    <a:pt x="45376" y="24353"/>
                  </a:lnTo>
                  <a:lnTo>
                    <a:pt x="45246" y="27489"/>
                  </a:lnTo>
                  <a:lnTo>
                    <a:pt x="47740" y="34054"/>
                  </a:lnTo>
                  <a:lnTo>
                    <a:pt x="53123" y="32371"/>
                  </a:lnTo>
                  <a:lnTo>
                    <a:pt x="57615" y="33194"/>
                  </a:lnTo>
                  <a:lnTo>
                    <a:pt x="56787" y="34805"/>
                  </a:lnTo>
                  <a:lnTo>
                    <a:pt x="55553" y="34280"/>
                  </a:lnTo>
                  <a:lnTo>
                    <a:pt x="54276" y="35392"/>
                  </a:lnTo>
                  <a:lnTo>
                    <a:pt x="53153" y="38465"/>
                  </a:lnTo>
                  <a:lnTo>
                    <a:pt x="51902" y="39317"/>
                  </a:lnTo>
                  <a:lnTo>
                    <a:pt x="48989" y="43988"/>
                  </a:lnTo>
                  <a:lnTo>
                    <a:pt x="45010" y="46031"/>
                  </a:lnTo>
                  <a:lnTo>
                    <a:pt x="40970" y="46210"/>
                  </a:lnTo>
                  <a:lnTo>
                    <a:pt x="38811" y="50179"/>
                  </a:lnTo>
                  <a:lnTo>
                    <a:pt x="31945" y="50178"/>
                  </a:lnTo>
                  <a:lnTo>
                    <a:pt x="30293" y="53322"/>
                  </a:lnTo>
                  <a:lnTo>
                    <a:pt x="28562" y="53837"/>
                  </a:lnTo>
                  <a:lnTo>
                    <a:pt x="22048" y="50299"/>
                  </a:lnTo>
                  <a:lnTo>
                    <a:pt x="18138" y="48204"/>
                  </a:lnTo>
                  <a:lnTo>
                    <a:pt x="15713" y="47720"/>
                  </a:lnTo>
                  <a:lnTo>
                    <a:pt x="10965" y="43951"/>
                  </a:lnTo>
                  <a:lnTo>
                    <a:pt x="3403" y="39445"/>
                  </a:lnTo>
                  <a:lnTo>
                    <a:pt x="0" y="39288"/>
                  </a:lnTo>
                  <a:lnTo>
                    <a:pt x="5963" y="34475"/>
                  </a:lnTo>
                  <a:lnTo>
                    <a:pt x="4282" y="32328"/>
                  </a:lnTo>
                  <a:lnTo>
                    <a:pt x="6141" y="31165"/>
                  </a:lnTo>
                  <a:lnTo>
                    <a:pt x="14098" y="30572"/>
                  </a:lnTo>
                  <a:lnTo>
                    <a:pt x="16315" y="27764"/>
                  </a:lnTo>
                  <a:lnTo>
                    <a:pt x="17977" y="22569"/>
                  </a:lnTo>
                  <a:lnTo>
                    <a:pt x="20774" y="20088"/>
                  </a:lnTo>
                  <a:lnTo>
                    <a:pt x="24184" y="20160"/>
                  </a:lnTo>
                  <a:lnTo>
                    <a:pt x="26369" y="19340"/>
                  </a:lnTo>
                  <a:lnTo>
                    <a:pt x="26686" y="16171"/>
                  </a:lnTo>
                  <a:lnTo>
                    <a:pt x="30566" y="16728"/>
                  </a:lnTo>
                  <a:lnTo>
                    <a:pt x="33382" y="15257"/>
                  </a:lnTo>
                  <a:lnTo>
                    <a:pt x="33857" y="13879"/>
                  </a:lnTo>
                  <a:lnTo>
                    <a:pt x="35433" y="15673"/>
                  </a:lnTo>
                  <a:lnTo>
                    <a:pt x="42247" y="12331"/>
                  </a:lnTo>
                  <a:lnTo>
                    <a:pt x="41741" y="9577"/>
                  </a:lnTo>
                  <a:lnTo>
                    <a:pt x="39378" y="9039"/>
                  </a:lnTo>
                  <a:lnTo>
                    <a:pt x="40080" y="5205"/>
                  </a:lnTo>
                  <a:lnTo>
                    <a:pt x="41733" y="4437"/>
                  </a:lnTo>
                  <a:lnTo>
                    <a:pt x="47795" y="6277"/>
                  </a:lnTo>
                  <a:lnTo>
                    <a:pt x="49854" y="5508"/>
                  </a:lnTo>
                  <a:lnTo>
                    <a:pt x="4916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h6458"/>
            <p:cNvSpPr/>
            <p:nvPr/>
          </p:nvSpPr>
          <p:spPr>
            <a:xfrm>
              <a:off x="10582806" y="2600010"/>
              <a:ext cx="14737" cy="21154"/>
            </a:xfrm>
            <a:custGeom>
              <a:avLst/>
              <a:pathLst>
                <a:path w="14737" h="21154">
                  <a:moveTo>
                    <a:pt x="9801" y="4710"/>
                  </a:moveTo>
                  <a:lnTo>
                    <a:pt x="12289" y="6310"/>
                  </a:lnTo>
                  <a:lnTo>
                    <a:pt x="14174" y="8613"/>
                  </a:lnTo>
                  <a:lnTo>
                    <a:pt x="13851" y="10125"/>
                  </a:lnTo>
                  <a:lnTo>
                    <a:pt x="14737" y="13990"/>
                  </a:lnTo>
                  <a:lnTo>
                    <a:pt x="14611" y="19170"/>
                  </a:lnTo>
                  <a:lnTo>
                    <a:pt x="12899" y="20679"/>
                  </a:lnTo>
                  <a:lnTo>
                    <a:pt x="11136" y="21154"/>
                  </a:lnTo>
                  <a:lnTo>
                    <a:pt x="9023" y="20224"/>
                  </a:lnTo>
                  <a:lnTo>
                    <a:pt x="6947" y="17939"/>
                  </a:lnTo>
                  <a:lnTo>
                    <a:pt x="8080" y="16689"/>
                  </a:lnTo>
                  <a:lnTo>
                    <a:pt x="8203" y="15167"/>
                  </a:lnTo>
                  <a:lnTo>
                    <a:pt x="1766" y="15528"/>
                  </a:lnTo>
                  <a:lnTo>
                    <a:pt x="1741" y="13430"/>
                  </a:lnTo>
                  <a:lnTo>
                    <a:pt x="3197" y="13404"/>
                  </a:lnTo>
                  <a:lnTo>
                    <a:pt x="4324" y="11650"/>
                  </a:lnTo>
                  <a:lnTo>
                    <a:pt x="0" y="11713"/>
                  </a:lnTo>
                  <a:lnTo>
                    <a:pt x="2129" y="8857"/>
                  </a:lnTo>
                  <a:lnTo>
                    <a:pt x="6318" y="8441"/>
                  </a:lnTo>
                  <a:lnTo>
                    <a:pt x="7393" y="314"/>
                  </a:lnTo>
                  <a:lnTo>
                    <a:pt x="888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h6459"/>
            <p:cNvSpPr/>
            <p:nvPr/>
          </p:nvSpPr>
          <p:spPr>
            <a:xfrm>
              <a:off x="10590254" y="2642745"/>
              <a:ext cx="19474" cy="18646"/>
            </a:xfrm>
            <a:custGeom>
              <a:avLst/>
              <a:pathLst>
                <a:path w="19474" h="18646">
                  <a:moveTo>
                    <a:pt x="18782" y="2972"/>
                  </a:moveTo>
                  <a:lnTo>
                    <a:pt x="19474" y="8481"/>
                  </a:lnTo>
                  <a:lnTo>
                    <a:pt x="17415" y="9250"/>
                  </a:lnTo>
                  <a:lnTo>
                    <a:pt x="11353" y="7410"/>
                  </a:lnTo>
                  <a:lnTo>
                    <a:pt x="9700" y="8178"/>
                  </a:lnTo>
                  <a:lnTo>
                    <a:pt x="8998" y="12012"/>
                  </a:lnTo>
                  <a:lnTo>
                    <a:pt x="11361" y="12549"/>
                  </a:lnTo>
                  <a:lnTo>
                    <a:pt x="11867" y="15304"/>
                  </a:lnTo>
                  <a:lnTo>
                    <a:pt x="5053" y="18646"/>
                  </a:lnTo>
                  <a:lnTo>
                    <a:pt x="3477" y="16852"/>
                  </a:lnTo>
                  <a:lnTo>
                    <a:pt x="4957" y="9455"/>
                  </a:lnTo>
                  <a:lnTo>
                    <a:pt x="3462" y="7955"/>
                  </a:lnTo>
                  <a:lnTo>
                    <a:pt x="0" y="7483"/>
                  </a:lnTo>
                  <a:lnTo>
                    <a:pt x="2692" y="4416"/>
                  </a:lnTo>
                  <a:lnTo>
                    <a:pt x="2539" y="3089"/>
                  </a:lnTo>
                  <a:lnTo>
                    <a:pt x="1541" y="2930"/>
                  </a:lnTo>
                  <a:lnTo>
                    <a:pt x="1562" y="1881"/>
                  </a:lnTo>
                  <a:lnTo>
                    <a:pt x="3567" y="1333"/>
                  </a:lnTo>
                  <a:lnTo>
                    <a:pt x="8327" y="1758"/>
                  </a:lnTo>
                  <a:lnTo>
                    <a:pt x="13228" y="4065"/>
                  </a:lnTo>
                  <a:lnTo>
                    <a:pt x="1635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h6460"/>
            <p:cNvSpPr/>
            <p:nvPr/>
          </p:nvSpPr>
          <p:spPr>
            <a:xfrm>
              <a:off x="10578249" y="2632892"/>
              <a:ext cx="25232" cy="17335"/>
            </a:xfrm>
            <a:custGeom>
              <a:avLst/>
              <a:pathLst>
                <a:path w="25232" h="17335">
                  <a:moveTo>
                    <a:pt x="23794" y="2644"/>
                  </a:moveTo>
                  <a:lnTo>
                    <a:pt x="23749" y="4526"/>
                  </a:lnTo>
                  <a:lnTo>
                    <a:pt x="22289" y="6658"/>
                  </a:lnTo>
                  <a:lnTo>
                    <a:pt x="22104" y="9302"/>
                  </a:lnTo>
                  <a:lnTo>
                    <a:pt x="25232" y="13918"/>
                  </a:lnTo>
                  <a:lnTo>
                    <a:pt x="20331" y="11611"/>
                  </a:lnTo>
                  <a:lnTo>
                    <a:pt x="15571" y="11185"/>
                  </a:lnTo>
                  <a:lnTo>
                    <a:pt x="13566" y="11734"/>
                  </a:lnTo>
                  <a:lnTo>
                    <a:pt x="13545" y="12783"/>
                  </a:lnTo>
                  <a:lnTo>
                    <a:pt x="14543" y="12942"/>
                  </a:lnTo>
                  <a:lnTo>
                    <a:pt x="14696" y="14268"/>
                  </a:lnTo>
                  <a:lnTo>
                    <a:pt x="12004" y="17335"/>
                  </a:lnTo>
                  <a:lnTo>
                    <a:pt x="9866" y="15806"/>
                  </a:lnTo>
                  <a:lnTo>
                    <a:pt x="5096" y="15695"/>
                  </a:lnTo>
                  <a:lnTo>
                    <a:pt x="230" y="17254"/>
                  </a:lnTo>
                  <a:lnTo>
                    <a:pt x="0" y="12155"/>
                  </a:lnTo>
                  <a:lnTo>
                    <a:pt x="2983" y="11199"/>
                  </a:lnTo>
                  <a:lnTo>
                    <a:pt x="4046" y="6538"/>
                  </a:lnTo>
                  <a:lnTo>
                    <a:pt x="7147" y="7962"/>
                  </a:lnTo>
                  <a:lnTo>
                    <a:pt x="7093" y="6647"/>
                  </a:lnTo>
                  <a:lnTo>
                    <a:pt x="8901" y="4683"/>
                  </a:lnTo>
                  <a:lnTo>
                    <a:pt x="13566" y="3303"/>
                  </a:lnTo>
                  <a:lnTo>
                    <a:pt x="17616" y="1166"/>
                  </a:lnTo>
                  <a:lnTo>
                    <a:pt x="176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h6461"/>
            <p:cNvSpPr/>
            <p:nvPr/>
          </p:nvSpPr>
          <p:spPr>
            <a:xfrm>
              <a:off x="10527623" y="2642047"/>
              <a:ext cx="38214" cy="46239"/>
            </a:xfrm>
            <a:custGeom>
              <a:avLst/>
              <a:pathLst>
                <a:path w="38214" h="46239">
                  <a:moveTo>
                    <a:pt x="23968" y="1750"/>
                  </a:moveTo>
                  <a:lnTo>
                    <a:pt x="25733" y="1357"/>
                  </a:lnTo>
                  <a:lnTo>
                    <a:pt x="28243" y="2801"/>
                  </a:lnTo>
                  <a:lnTo>
                    <a:pt x="30155" y="7681"/>
                  </a:lnTo>
                  <a:lnTo>
                    <a:pt x="34880" y="9022"/>
                  </a:lnTo>
                  <a:lnTo>
                    <a:pt x="35731" y="10785"/>
                  </a:lnTo>
                  <a:lnTo>
                    <a:pt x="33623" y="15799"/>
                  </a:lnTo>
                  <a:lnTo>
                    <a:pt x="31826" y="22809"/>
                  </a:lnTo>
                  <a:lnTo>
                    <a:pt x="31545" y="36858"/>
                  </a:lnTo>
                  <a:lnTo>
                    <a:pt x="34628" y="35848"/>
                  </a:lnTo>
                  <a:lnTo>
                    <a:pt x="36533" y="35999"/>
                  </a:lnTo>
                  <a:lnTo>
                    <a:pt x="38214" y="38145"/>
                  </a:lnTo>
                  <a:lnTo>
                    <a:pt x="32250" y="42959"/>
                  </a:lnTo>
                  <a:lnTo>
                    <a:pt x="30791" y="42930"/>
                  </a:lnTo>
                  <a:lnTo>
                    <a:pt x="26669" y="40143"/>
                  </a:lnTo>
                  <a:lnTo>
                    <a:pt x="23067" y="40437"/>
                  </a:lnTo>
                  <a:lnTo>
                    <a:pt x="20311" y="41886"/>
                  </a:lnTo>
                  <a:lnTo>
                    <a:pt x="19549" y="44008"/>
                  </a:lnTo>
                  <a:lnTo>
                    <a:pt x="16722" y="45831"/>
                  </a:lnTo>
                  <a:lnTo>
                    <a:pt x="15106" y="46239"/>
                  </a:lnTo>
                  <a:lnTo>
                    <a:pt x="14222" y="45706"/>
                  </a:lnTo>
                  <a:lnTo>
                    <a:pt x="9022" y="41524"/>
                  </a:lnTo>
                  <a:lnTo>
                    <a:pt x="6297" y="40143"/>
                  </a:lnTo>
                  <a:lnTo>
                    <a:pt x="2932" y="33885"/>
                  </a:lnTo>
                  <a:lnTo>
                    <a:pt x="356" y="30635"/>
                  </a:lnTo>
                  <a:lnTo>
                    <a:pt x="0" y="29845"/>
                  </a:lnTo>
                  <a:lnTo>
                    <a:pt x="641" y="28926"/>
                  </a:lnTo>
                  <a:lnTo>
                    <a:pt x="4047" y="19581"/>
                  </a:lnTo>
                  <a:lnTo>
                    <a:pt x="7722" y="12825"/>
                  </a:lnTo>
                  <a:lnTo>
                    <a:pt x="11713" y="7597"/>
                  </a:lnTo>
                  <a:lnTo>
                    <a:pt x="13276" y="3657"/>
                  </a:lnTo>
                  <a:lnTo>
                    <a:pt x="2020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h6462"/>
            <p:cNvSpPr/>
            <p:nvPr/>
          </p:nvSpPr>
          <p:spPr>
            <a:xfrm>
              <a:off x="10605120" y="2646436"/>
              <a:ext cx="37802" cy="33336"/>
            </a:xfrm>
            <a:custGeom>
              <a:avLst/>
              <a:pathLst>
                <a:path w="37802" h="33336">
                  <a:moveTo>
                    <a:pt x="18687" y="3499"/>
                  </a:moveTo>
                  <a:lnTo>
                    <a:pt x="20425" y="7303"/>
                  </a:lnTo>
                  <a:lnTo>
                    <a:pt x="24256" y="7101"/>
                  </a:lnTo>
                  <a:lnTo>
                    <a:pt x="23808" y="6094"/>
                  </a:lnTo>
                  <a:lnTo>
                    <a:pt x="30869" y="13190"/>
                  </a:lnTo>
                  <a:lnTo>
                    <a:pt x="32881" y="14912"/>
                  </a:lnTo>
                  <a:lnTo>
                    <a:pt x="37802" y="15160"/>
                  </a:lnTo>
                  <a:lnTo>
                    <a:pt x="37506" y="19253"/>
                  </a:lnTo>
                  <a:lnTo>
                    <a:pt x="32822" y="18924"/>
                  </a:lnTo>
                  <a:lnTo>
                    <a:pt x="26052" y="21385"/>
                  </a:lnTo>
                  <a:lnTo>
                    <a:pt x="15268" y="25701"/>
                  </a:lnTo>
                  <a:lnTo>
                    <a:pt x="14897" y="29283"/>
                  </a:lnTo>
                  <a:lnTo>
                    <a:pt x="12369" y="32476"/>
                  </a:lnTo>
                  <a:lnTo>
                    <a:pt x="7876" y="31653"/>
                  </a:lnTo>
                  <a:lnTo>
                    <a:pt x="2493" y="33336"/>
                  </a:lnTo>
                  <a:lnTo>
                    <a:pt x="0" y="26771"/>
                  </a:lnTo>
                  <a:lnTo>
                    <a:pt x="129" y="23635"/>
                  </a:lnTo>
                  <a:lnTo>
                    <a:pt x="4175" y="15670"/>
                  </a:lnTo>
                  <a:lnTo>
                    <a:pt x="4904" y="10987"/>
                  </a:lnTo>
                  <a:lnTo>
                    <a:pt x="8372" y="11547"/>
                  </a:lnTo>
                  <a:lnTo>
                    <a:pt x="8789" y="5508"/>
                  </a:lnTo>
                  <a:lnTo>
                    <a:pt x="12332" y="6173"/>
                  </a:lnTo>
                  <a:lnTo>
                    <a:pt x="12871" y="2966"/>
                  </a:lnTo>
                  <a:lnTo>
                    <a:pt x="13995" y="977"/>
                  </a:lnTo>
                  <a:lnTo>
                    <a:pt x="1573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h6463"/>
            <p:cNvSpPr/>
            <p:nvPr/>
          </p:nvSpPr>
          <p:spPr>
            <a:xfrm>
              <a:off x="10600354" y="2618293"/>
              <a:ext cx="40274" cy="41333"/>
            </a:xfrm>
            <a:custGeom>
              <a:avLst/>
              <a:pathLst>
                <a:path w="40274" h="41333">
                  <a:moveTo>
                    <a:pt x="20175" y="845"/>
                  </a:moveTo>
                  <a:lnTo>
                    <a:pt x="24025" y="7685"/>
                  </a:lnTo>
                  <a:lnTo>
                    <a:pt x="24363" y="10293"/>
                  </a:lnTo>
                  <a:lnTo>
                    <a:pt x="24189" y="16403"/>
                  </a:lnTo>
                  <a:lnTo>
                    <a:pt x="21035" y="16337"/>
                  </a:lnTo>
                  <a:lnTo>
                    <a:pt x="19290" y="18112"/>
                  </a:lnTo>
                  <a:lnTo>
                    <a:pt x="21428" y="20961"/>
                  </a:lnTo>
                  <a:lnTo>
                    <a:pt x="25846" y="22025"/>
                  </a:lnTo>
                  <a:lnTo>
                    <a:pt x="37249" y="29788"/>
                  </a:lnTo>
                  <a:lnTo>
                    <a:pt x="40274" y="30967"/>
                  </a:lnTo>
                  <a:lnTo>
                    <a:pt x="39632" y="32948"/>
                  </a:lnTo>
                  <a:lnTo>
                    <a:pt x="39536" y="37410"/>
                  </a:lnTo>
                  <a:lnTo>
                    <a:pt x="36358" y="39168"/>
                  </a:lnTo>
                  <a:lnTo>
                    <a:pt x="35636" y="41333"/>
                  </a:lnTo>
                  <a:lnTo>
                    <a:pt x="28574" y="34237"/>
                  </a:lnTo>
                  <a:lnTo>
                    <a:pt x="29022" y="35244"/>
                  </a:lnTo>
                  <a:lnTo>
                    <a:pt x="25192" y="35446"/>
                  </a:lnTo>
                  <a:lnTo>
                    <a:pt x="23454" y="31642"/>
                  </a:lnTo>
                  <a:lnTo>
                    <a:pt x="20501" y="28143"/>
                  </a:lnTo>
                  <a:lnTo>
                    <a:pt x="18762" y="29120"/>
                  </a:lnTo>
                  <a:lnTo>
                    <a:pt x="17638" y="31109"/>
                  </a:lnTo>
                  <a:lnTo>
                    <a:pt x="17099" y="34316"/>
                  </a:lnTo>
                  <a:lnTo>
                    <a:pt x="13556" y="33651"/>
                  </a:lnTo>
                  <a:lnTo>
                    <a:pt x="12142" y="33161"/>
                  </a:lnTo>
                  <a:lnTo>
                    <a:pt x="11353" y="31262"/>
                  </a:lnTo>
                  <a:lnTo>
                    <a:pt x="12479" y="29183"/>
                  </a:lnTo>
                  <a:lnTo>
                    <a:pt x="12406" y="27497"/>
                  </a:lnTo>
                  <a:lnTo>
                    <a:pt x="8682" y="27425"/>
                  </a:lnTo>
                  <a:lnTo>
                    <a:pt x="6255" y="24452"/>
                  </a:lnTo>
                  <a:lnTo>
                    <a:pt x="3128" y="28517"/>
                  </a:lnTo>
                  <a:lnTo>
                    <a:pt x="0" y="23901"/>
                  </a:lnTo>
                  <a:lnTo>
                    <a:pt x="185" y="21257"/>
                  </a:lnTo>
                  <a:lnTo>
                    <a:pt x="1644" y="19126"/>
                  </a:lnTo>
                  <a:lnTo>
                    <a:pt x="1689" y="17244"/>
                  </a:lnTo>
                  <a:lnTo>
                    <a:pt x="3667" y="17206"/>
                  </a:lnTo>
                  <a:lnTo>
                    <a:pt x="4833" y="20978"/>
                  </a:lnTo>
                  <a:lnTo>
                    <a:pt x="5710" y="21476"/>
                  </a:lnTo>
                  <a:lnTo>
                    <a:pt x="9192" y="18614"/>
                  </a:lnTo>
                  <a:lnTo>
                    <a:pt x="10567" y="2268"/>
                  </a:lnTo>
                  <a:lnTo>
                    <a:pt x="12506" y="2459"/>
                  </a:lnTo>
                  <a:lnTo>
                    <a:pt x="1593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h6464"/>
            <p:cNvSpPr/>
            <p:nvPr/>
          </p:nvSpPr>
          <p:spPr>
            <a:xfrm>
              <a:off x="10593956" y="2611580"/>
              <a:ext cx="16965" cy="28188"/>
            </a:xfrm>
            <a:custGeom>
              <a:avLst/>
              <a:pathLst>
                <a:path w="16965" h="28188">
                  <a:moveTo>
                    <a:pt x="12767" y="1658"/>
                  </a:moveTo>
                  <a:lnTo>
                    <a:pt x="14125" y="1819"/>
                  </a:lnTo>
                  <a:lnTo>
                    <a:pt x="13744" y="8567"/>
                  </a:lnTo>
                  <a:lnTo>
                    <a:pt x="16965" y="8981"/>
                  </a:lnTo>
                  <a:lnTo>
                    <a:pt x="15590" y="25326"/>
                  </a:lnTo>
                  <a:lnTo>
                    <a:pt x="12108" y="28188"/>
                  </a:lnTo>
                  <a:lnTo>
                    <a:pt x="11231" y="27690"/>
                  </a:lnTo>
                  <a:lnTo>
                    <a:pt x="10065" y="23918"/>
                  </a:lnTo>
                  <a:lnTo>
                    <a:pt x="8087" y="23956"/>
                  </a:lnTo>
                  <a:lnTo>
                    <a:pt x="1952" y="21311"/>
                  </a:lnTo>
                  <a:lnTo>
                    <a:pt x="80" y="20777"/>
                  </a:lnTo>
                  <a:lnTo>
                    <a:pt x="0" y="16273"/>
                  </a:lnTo>
                  <a:lnTo>
                    <a:pt x="2577" y="15996"/>
                  </a:lnTo>
                  <a:lnTo>
                    <a:pt x="2443" y="10685"/>
                  </a:lnTo>
                  <a:lnTo>
                    <a:pt x="3347" y="8477"/>
                  </a:lnTo>
                  <a:lnTo>
                    <a:pt x="7119" y="5704"/>
                  </a:lnTo>
                  <a:lnTo>
                    <a:pt x="9578" y="5298"/>
                  </a:lnTo>
                  <a:lnTo>
                    <a:pt x="10256" y="2624"/>
                  </a:lnTo>
                  <a:lnTo>
                    <a:pt x="979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h6465"/>
            <p:cNvSpPr/>
            <p:nvPr/>
          </p:nvSpPr>
          <p:spPr>
            <a:xfrm>
              <a:off x="10572541" y="2610136"/>
              <a:ext cx="31670" cy="29403"/>
            </a:xfrm>
            <a:custGeom>
              <a:avLst/>
              <a:pathLst>
                <a:path w="31670" h="29403">
                  <a:moveTo>
                    <a:pt x="28672" y="221"/>
                  </a:moveTo>
                  <a:lnTo>
                    <a:pt x="28671" y="1437"/>
                  </a:lnTo>
                  <a:lnTo>
                    <a:pt x="31210" y="1444"/>
                  </a:lnTo>
                  <a:lnTo>
                    <a:pt x="31670" y="4069"/>
                  </a:lnTo>
                  <a:lnTo>
                    <a:pt x="30992" y="6742"/>
                  </a:lnTo>
                  <a:lnTo>
                    <a:pt x="28534" y="7148"/>
                  </a:lnTo>
                  <a:lnTo>
                    <a:pt x="24761" y="9922"/>
                  </a:lnTo>
                  <a:lnTo>
                    <a:pt x="23858" y="12129"/>
                  </a:lnTo>
                  <a:lnTo>
                    <a:pt x="23991" y="17440"/>
                  </a:lnTo>
                  <a:lnTo>
                    <a:pt x="21414" y="17717"/>
                  </a:lnTo>
                  <a:lnTo>
                    <a:pt x="21495" y="22222"/>
                  </a:lnTo>
                  <a:lnTo>
                    <a:pt x="23366" y="22755"/>
                  </a:lnTo>
                  <a:lnTo>
                    <a:pt x="23324" y="23922"/>
                  </a:lnTo>
                  <a:lnTo>
                    <a:pt x="19273" y="26059"/>
                  </a:lnTo>
                  <a:lnTo>
                    <a:pt x="14609" y="27439"/>
                  </a:lnTo>
                  <a:lnTo>
                    <a:pt x="12801" y="29403"/>
                  </a:lnTo>
                  <a:lnTo>
                    <a:pt x="10030" y="28007"/>
                  </a:lnTo>
                  <a:lnTo>
                    <a:pt x="11680" y="18056"/>
                  </a:lnTo>
                  <a:lnTo>
                    <a:pt x="10899" y="17306"/>
                  </a:lnTo>
                  <a:lnTo>
                    <a:pt x="7064" y="17340"/>
                  </a:lnTo>
                  <a:lnTo>
                    <a:pt x="3109" y="16421"/>
                  </a:lnTo>
                  <a:lnTo>
                    <a:pt x="1662" y="6038"/>
                  </a:lnTo>
                  <a:lnTo>
                    <a:pt x="991" y="6082"/>
                  </a:lnTo>
                  <a:lnTo>
                    <a:pt x="0" y="4485"/>
                  </a:lnTo>
                  <a:lnTo>
                    <a:pt x="618" y="2829"/>
                  </a:lnTo>
                  <a:lnTo>
                    <a:pt x="9222" y="1197"/>
                  </a:lnTo>
                  <a:lnTo>
                    <a:pt x="10264" y="1588"/>
                  </a:lnTo>
                  <a:lnTo>
                    <a:pt x="14589" y="1524"/>
                  </a:lnTo>
                  <a:lnTo>
                    <a:pt x="13462" y="3278"/>
                  </a:lnTo>
                  <a:lnTo>
                    <a:pt x="12006" y="3305"/>
                  </a:lnTo>
                  <a:lnTo>
                    <a:pt x="12031" y="5403"/>
                  </a:lnTo>
                  <a:lnTo>
                    <a:pt x="18468" y="5042"/>
                  </a:lnTo>
                  <a:lnTo>
                    <a:pt x="18345" y="6563"/>
                  </a:lnTo>
                  <a:lnTo>
                    <a:pt x="17212" y="7813"/>
                  </a:lnTo>
                  <a:lnTo>
                    <a:pt x="19288" y="10098"/>
                  </a:lnTo>
                  <a:lnTo>
                    <a:pt x="21401" y="11029"/>
                  </a:lnTo>
                  <a:lnTo>
                    <a:pt x="23164" y="10553"/>
                  </a:lnTo>
                  <a:lnTo>
                    <a:pt x="24876" y="9045"/>
                  </a:lnTo>
                  <a:lnTo>
                    <a:pt x="25002" y="3864"/>
                  </a:lnTo>
                  <a:lnTo>
                    <a:pt x="2411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h6466"/>
            <p:cNvSpPr/>
            <p:nvPr/>
          </p:nvSpPr>
          <p:spPr>
            <a:xfrm>
              <a:off x="9120966" y="1316129"/>
              <a:ext cx="89905" cy="45576"/>
            </a:xfrm>
            <a:custGeom>
              <a:avLst/>
              <a:pathLst>
                <a:path w="89905" h="45576">
                  <a:moveTo>
                    <a:pt x="89905" y="428"/>
                  </a:moveTo>
                  <a:lnTo>
                    <a:pt x="87504" y="30451"/>
                  </a:lnTo>
                  <a:lnTo>
                    <a:pt x="58075" y="45576"/>
                  </a:lnTo>
                  <a:lnTo>
                    <a:pt x="19158" y="40714"/>
                  </a:lnTo>
                  <a:lnTo>
                    <a:pt x="10840" y="44000"/>
                  </a:lnTo>
                  <a:lnTo>
                    <a:pt x="10829" y="40004"/>
                  </a:lnTo>
                  <a:lnTo>
                    <a:pt x="10074" y="37371"/>
                  </a:lnTo>
                  <a:lnTo>
                    <a:pt x="8718" y="36144"/>
                  </a:lnTo>
                  <a:lnTo>
                    <a:pt x="3370" y="34167"/>
                  </a:lnTo>
                  <a:lnTo>
                    <a:pt x="3675" y="29325"/>
                  </a:lnTo>
                  <a:lnTo>
                    <a:pt x="7519" y="26365"/>
                  </a:lnTo>
                  <a:lnTo>
                    <a:pt x="6849" y="14052"/>
                  </a:lnTo>
                  <a:lnTo>
                    <a:pt x="5614" y="10492"/>
                  </a:lnTo>
                  <a:lnTo>
                    <a:pt x="2981" y="11496"/>
                  </a:lnTo>
                  <a:lnTo>
                    <a:pt x="2178" y="10555"/>
                  </a:lnTo>
                  <a:lnTo>
                    <a:pt x="4141" y="6198"/>
                  </a:lnTo>
                  <a:lnTo>
                    <a:pt x="1471" y="4642"/>
                  </a:lnTo>
                  <a:lnTo>
                    <a:pt x="277" y="2785"/>
                  </a:lnTo>
                  <a:lnTo>
                    <a:pt x="0" y="1053"/>
                  </a:lnTo>
                  <a:lnTo>
                    <a:pt x="2254" y="1092"/>
                  </a:lnTo>
                  <a:lnTo>
                    <a:pt x="1794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h6467"/>
            <p:cNvSpPr/>
            <p:nvPr/>
          </p:nvSpPr>
          <p:spPr>
            <a:xfrm>
              <a:off x="9082694" y="1315942"/>
              <a:ext cx="49112" cy="46961"/>
            </a:xfrm>
            <a:custGeom>
              <a:avLst/>
              <a:pathLst>
                <a:path w="49112" h="46961">
                  <a:moveTo>
                    <a:pt x="38272" y="1241"/>
                  </a:moveTo>
                  <a:lnTo>
                    <a:pt x="38549" y="2972"/>
                  </a:lnTo>
                  <a:lnTo>
                    <a:pt x="39743" y="4830"/>
                  </a:lnTo>
                  <a:lnTo>
                    <a:pt x="42413" y="6385"/>
                  </a:lnTo>
                  <a:lnTo>
                    <a:pt x="40450" y="10743"/>
                  </a:lnTo>
                  <a:lnTo>
                    <a:pt x="41253" y="11684"/>
                  </a:lnTo>
                  <a:lnTo>
                    <a:pt x="43886" y="10680"/>
                  </a:lnTo>
                  <a:lnTo>
                    <a:pt x="45121" y="14239"/>
                  </a:lnTo>
                  <a:lnTo>
                    <a:pt x="45791" y="26552"/>
                  </a:lnTo>
                  <a:lnTo>
                    <a:pt x="41947" y="29513"/>
                  </a:lnTo>
                  <a:lnTo>
                    <a:pt x="41642" y="34355"/>
                  </a:lnTo>
                  <a:lnTo>
                    <a:pt x="46990" y="36331"/>
                  </a:lnTo>
                  <a:lnTo>
                    <a:pt x="48346" y="37559"/>
                  </a:lnTo>
                  <a:lnTo>
                    <a:pt x="49102" y="40191"/>
                  </a:lnTo>
                  <a:lnTo>
                    <a:pt x="49112" y="44187"/>
                  </a:lnTo>
                  <a:lnTo>
                    <a:pt x="42094" y="46961"/>
                  </a:lnTo>
                  <a:lnTo>
                    <a:pt x="28226" y="31494"/>
                  </a:lnTo>
                  <a:lnTo>
                    <a:pt x="15328" y="30138"/>
                  </a:lnTo>
                  <a:lnTo>
                    <a:pt x="15541" y="28114"/>
                  </a:lnTo>
                  <a:lnTo>
                    <a:pt x="20108" y="26192"/>
                  </a:lnTo>
                  <a:lnTo>
                    <a:pt x="15895" y="24753"/>
                  </a:lnTo>
                  <a:lnTo>
                    <a:pt x="14965" y="20441"/>
                  </a:lnTo>
                  <a:lnTo>
                    <a:pt x="12914" y="17342"/>
                  </a:lnTo>
                  <a:lnTo>
                    <a:pt x="6567" y="14386"/>
                  </a:lnTo>
                  <a:lnTo>
                    <a:pt x="2191" y="15392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40526" y="1279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h6468"/>
            <p:cNvSpPr/>
            <p:nvPr/>
          </p:nvSpPr>
          <p:spPr>
            <a:xfrm>
              <a:off x="9069350" y="1329057"/>
              <a:ext cx="416" cy="2816"/>
            </a:xfrm>
            <a:custGeom>
              <a:avLst/>
              <a:pathLst>
                <a:path w="416" h="2816">
                  <a:moveTo>
                    <a:pt x="123" y="2816"/>
                  </a:moveTo>
                  <a:lnTo>
                    <a:pt x="0" y="0"/>
                  </a:lnTo>
                  <a:lnTo>
                    <a:pt x="416" y="212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h6469"/>
            <p:cNvSpPr/>
            <p:nvPr/>
          </p:nvSpPr>
          <p:spPr>
            <a:xfrm>
              <a:off x="9067943" y="1328307"/>
              <a:ext cx="284" cy="501"/>
            </a:xfrm>
            <a:custGeom>
              <a:avLst/>
              <a:pathLst>
                <a:path w="284" h="501">
                  <a:moveTo>
                    <a:pt x="0" y="501"/>
                  </a:moveTo>
                  <a:lnTo>
                    <a:pt x="35" y="0"/>
                  </a:lnTo>
                  <a:lnTo>
                    <a:pt x="284" y="73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h6470"/>
            <p:cNvSpPr/>
            <p:nvPr/>
          </p:nvSpPr>
          <p:spPr>
            <a:xfrm>
              <a:off x="9064189" y="1324689"/>
              <a:ext cx="493" cy="1467"/>
            </a:xfrm>
            <a:custGeom>
              <a:avLst/>
              <a:pathLst>
                <a:path w="493" h="1467">
                  <a:moveTo>
                    <a:pt x="0" y="522"/>
                  </a:moveTo>
                  <a:lnTo>
                    <a:pt x="150" y="0"/>
                  </a:lnTo>
                  <a:lnTo>
                    <a:pt x="493" y="1467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h6471"/>
            <p:cNvSpPr/>
            <p:nvPr/>
          </p:nvSpPr>
          <p:spPr>
            <a:xfrm>
              <a:off x="9212852" y="1831401"/>
              <a:ext cx="22318" cy="41119"/>
            </a:xfrm>
            <a:custGeom>
              <a:avLst/>
              <a:pathLst>
                <a:path w="22318" h="41119">
                  <a:moveTo>
                    <a:pt x="21740" y="9836"/>
                  </a:move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lnTo>
                    <a:pt x="1806" y="29710"/>
                  </a:ln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h6472"/>
            <p:cNvSpPr/>
            <p:nvPr/>
          </p:nvSpPr>
          <p:spPr>
            <a:xfrm>
              <a:off x="9101111" y="1346580"/>
              <a:ext cx="147042" cy="203129"/>
            </a:xfrm>
            <a:custGeom>
              <a:avLst/>
              <a:pathLst>
                <a:path w="147042" h="203129">
                  <a:moveTo>
                    <a:pt x="129895" y="102165"/>
                  </a:moveTo>
                  <a:lnTo>
                    <a:pt x="138915" y="112633"/>
                  </a:lnTo>
                  <a:lnTo>
                    <a:pt x="140318" y="173986"/>
                  </a:lnTo>
                  <a:lnTo>
                    <a:pt x="143929" y="193232"/>
                  </a:lnTo>
                  <a:lnTo>
                    <a:pt x="147042" y="198645"/>
                  </a:lnTo>
                  <a:lnTo>
                    <a:pt x="144753" y="203129"/>
                  </a:lnTo>
                  <a:lnTo>
                    <a:pt x="121105" y="202611"/>
                  </a:lnTo>
                  <a:lnTo>
                    <a:pt x="122373" y="163149"/>
                  </a:lnTo>
                  <a:lnTo>
                    <a:pt x="124717" y="160096"/>
                  </a:lnTo>
                  <a:lnTo>
                    <a:pt x="118529" y="156303"/>
                  </a:lnTo>
                  <a:lnTo>
                    <a:pt x="118090" y="154015"/>
                  </a:lnTo>
                  <a:lnTo>
                    <a:pt x="116574" y="153099"/>
                  </a:lnTo>
                  <a:lnTo>
                    <a:pt x="111335" y="153156"/>
                  </a:lnTo>
                  <a:lnTo>
                    <a:pt x="105098" y="156358"/>
                  </a:lnTo>
                  <a:lnTo>
                    <a:pt x="102293" y="159402"/>
                  </a:lnTo>
                  <a:lnTo>
                    <a:pt x="97385" y="157328"/>
                  </a:lnTo>
                  <a:lnTo>
                    <a:pt x="90398" y="156112"/>
                  </a:lnTo>
                  <a:lnTo>
                    <a:pt x="85563" y="157817"/>
                  </a:lnTo>
                  <a:lnTo>
                    <a:pt x="82878" y="159742"/>
                  </a:lnTo>
                  <a:lnTo>
                    <a:pt x="76174" y="159375"/>
                  </a:lnTo>
                  <a:lnTo>
                    <a:pt x="63578" y="167701"/>
                  </a:lnTo>
                  <a:lnTo>
                    <a:pt x="54554" y="172218"/>
                  </a:lnTo>
                  <a:lnTo>
                    <a:pt x="50010" y="165735"/>
                  </a:lnTo>
                  <a:lnTo>
                    <a:pt x="48673" y="165399"/>
                  </a:lnTo>
                  <a:lnTo>
                    <a:pt x="44738" y="166674"/>
                  </a:lnTo>
                  <a:lnTo>
                    <a:pt x="43160" y="164510"/>
                  </a:lnTo>
                  <a:lnTo>
                    <a:pt x="47439" y="149184"/>
                  </a:lnTo>
                  <a:lnTo>
                    <a:pt x="48300" y="143297"/>
                  </a:lnTo>
                  <a:lnTo>
                    <a:pt x="43782" y="131183"/>
                  </a:lnTo>
                  <a:lnTo>
                    <a:pt x="39040" y="124212"/>
                  </a:lnTo>
                  <a:lnTo>
                    <a:pt x="35719" y="120617"/>
                  </a:lnTo>
                  <a:lnTo>
                    <a:pt x="31813" y="110782"/>
                  </a:lnTo>
                  <a:lnTo>
                    <a:pt x="30073" y="108142"/>
                  </a:lnTo>
                  <a:lnTo>
                    <a:pt x="25242" y="103238"/>
                  </a:lnTo>
                  <a:lnTo>
                    <a:pt x="23780" y="102973"/>
                  </a:lnTo>
                  <a:lnTo>
                    <a:pt x="21776" y="98976"/>
                  </a:lnTo>
                  <a:lnTo>
                    <a:pt x="14606" y="91813"/>
                  </a:lnTo>
                  <a:lnTo>
                    <a:pt x="17374" y="86098"/>
                  </a:lnTo>
                  <a:lnTo>
                    <a:pt x="19599" y="78536"/>
                  </a:lnTo>
                  <a:lnTo>
                    <a:pt x="15878" y="72772"/>
                  </a:lnTo>
                  <a:lnTo>
                    <a:pt x="13087" y="70739"/>
                  </a:lnTo>
                  <a:lnTo>
                    <a:pt x="10955" y="68054"/>
                  </a:lnTo>
                  <a:lnTo>
                    <a:pt x="11274" y="67364"/>
                  </a:lnTo>
                  <a:lnTo>
                    <a:pt x="13017" y="67760"/>
                  </a:lnTo>
                  <a:lnTo>
                    <a:pt x="17990" y="71794"/>
                  </a:lnTo>
                  <a:lnTo>
                    <a:pt x="19043" y="71880"/>
                  </a:lnTo>
                  <a:lnTo>
                    <a:pt x="21127" y="70259"/>
                  </a:lnTo>
                  <a:lnTo>
                    <a:pt x="23410" y="65897"/>
                  </a:lnTo>
                  <a:lnTo>
                    <a:pt x="24123" y="65585"/>
                  </a:lnTo>
                  <a:lnTo>
                    <a:pt x="20465" y="72375"/>
                  </a:lnTo>
                  <a:lnTo>
                    <a:pt x="22347" y="70498"/>
                  </a:lnTo>
                  <a:lnTo>
                    <a:pt x="24527" y="65613"/>
                  </a:lnTo>
                  <a:lnTo>
                    <a:pt x="25635" y="60318"/>
                  </a:lnTo>
                  <a:lnTo>
                    <a:pt x="24906" y="55902"/>
                  </a:lnTo>
                  <a:lnTo>
                    <a:pt x="20588" y="54786"/>
                  </a:lnTo>
                  <a:lnTo>
                    <a:pt x="17375" y="50470"/>
                  </a:lnTo>
                  <a:lnTo>
                    <a:pt x="12670" y="49102"/>
                  </a:lnTo>
                  <a:lnTo>
                    <a:pt x="11797" y="47612"/>
                  </a:lnTo>
                  <a:lnTo>
                    <a:pt x="11916" y="42267"/>
                  </a:lnTo>
                  <a:lnTo>
                    <a:pt x="10413" y="39900"/>
                  </a:lnTo>
                  <a:lnTo>
                    <a:pt x="8173" y="38956"/>
                  </a:lnTo>
                  <a:lnTo>
                    <a:pt x="4916" y="39110"/>
                  </a:lnTo>
                  <a:lnTo>
                    <a:pt x="2252" y="36799"/>
                  </a:lnTo>
                  <a:lnTo>
                    <a:pt x="380" y="33721"/>
                  </a:lnTo>
                  <a:lnTo>
                    <a:pt x="0" y="31730"/>
                  </a:lnTo>
                  <a:lnTo>
                    <a:pt x="122" y="30068"/>
                  </a:lnTo>
                  <a:lnTo>
                    <a:pt x="982" y="29147"/>
                  </a:lnTo>
                  <a:lnTo>
                    <a:pt x="887" y="25347"/>
                  </a:lnTo>
                  <a:lnTo>
                    <a:pt x="23677" y="16323"/>
                  </a:lnTo>
                  <a:lnTo>
                    <a:pt x="30695" y="13549"/>
                  </a:lnTo>
                  <a:lnTo>
                    <a:pt x="39013" y="10263"/>
                  </a:lnTo>
                  <a:lnTo>
                    <a:pt x="77930" y="15125"/>
                  </a:lnTo>
                  <a:lnTo>
                    <a:pt x="107360" y="0"/>
                  </a:lnTo>
                  <a:lnTo>
                    <a:pt x="105457" y="47744"/>
                  </a:lnTo>
                  <a:lnTo>
                    <a:pt x="126218" y="9391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h6473"/>
            <p:cNvSpPr/>
            <p:nvPr/>
          </p:nvSpPr>
          <p:spPr>
            <a:xfrm>
              <a:off x="9107524" y="1406590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h6474"/>
            <p:cNvSpPr/>
            <p:nvPr/>
          </p:nvSpPr>
          <p:spPr>
            <a:xfrm>
              <a:off x="9106211" y="1405669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h6475"/>
            <p:cNvSpPr/>
            <p:nvPr/>
          </p:nvSpPr>
          <p:spPr>
            <a:xfrm>
              <a:off x="9343484" y="1875125"/>
              <a:ext cx="662" cy="1031"/>
            </a:xfrm>
            <a:custGeom>
              <a:avLst/>
              <a:pathLst>
                <a:path w="662" h="1031">
                  <a:moveTo>
                    <a:pt x="0" y="138"/>
                  </a:moveTo>
                  <a:lnTo>
                    <a:pt x="662" y="0"/>
                  </a:lnTo>
                  <a:lnTo>
                    <a:pt x="284" y="103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h6476"/>
            <p:cNvSpPr/>
            <p:nvPr/>
          </p:nvSpPr>
          <p:spPr>
            <a:xfrm>
              <a:off x="9195834" y="1836050"/>
              <a:ext cx="873" cy="2408"/>
            </a:xfrm>
            <a:custGeom>
              <a:avLst/>
              <a:pathLst>
                <a:path w="873" h="2408">
                  <a:moveTo>
                    <a:pt x="51" y="0"/>
                  </a:moveTo>
                  <a:lnTo>
                    <a:pt x="873" y="890"/>
                  </a:lnTo>
                  <a:lnTo>
                    <a:pt x="0" y="2408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h6477"/>
            <p:cNvSpPr/>
            <p:nvPr/>
          </p:nvSpPr>
          <p:spPr>
            <a:xfrm>
              <a:off x="9189330" y="1834956"/>
              <a:ext cx="3507" cy="2441"/>
            </a:xfrm>
            <a:custGeom>
              <a:avLst/>
              <a:pathLst>
                <a:path w="3507" h="2441">
                  <a:moveTo>
                    <a:pt x="3507" y="1232"/>
                  </a:moveTo>
                  <a:lnTo>
                    <a:pt x="2576" y="2441"/>
                  </a:lnTo>
                  <a:lnTo>
                    <a:pt x="0" y="1826"/>
                  </a:lnTo>
                  <a:lnTo>
                    <a:pt x="694" y="181"/>
                  </a:lnTo>
                  <a:lnTo>
                    <a:pt x="1669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h6478"/>
            <p:cNvSpPr/>
            <p:nvPr/>
          </p:nvSpPr>
          <p:spPr>
            <a:xfrm>
              <a:off x="9193096" y="1835659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h6479"/>
            <p:cNvSpPr/>
            <p:nvPr/>
          </p:nvSpPr>
          <p:spPr>
            <a:xfrm>
              <a:off x="9332740" y="1805372"/>
              <a:ext cx="224" cy="182"/>
            </a:xfrm>
            <a:custGeom>
              <a:avLst/>
              <a:pathLst>
                <a:path w="224" h="182">
                  <a:moveTo>
                    <a:pt x="191" y="0"/>
                  </a:moveTo>
                  <a:lnTo>
                    <a:pt x="224" y="182"/>
                  </a:lnTo>
                  <a:lnTo>
                    <a:pt x="0" y="13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h6480"/>
            <p:cNvSpPr/>
            <p:nvPr/>
          </p:nvSpPr>
          <p:spPr>
            <a:xfrm>
              <a:off x="9333050" y="18026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h6481"/>
            <p:cNvSpPr/>
            <p:nvPr/>
          </p:nvSpPr>
          <p:spPr>
            <a:xfrm>
              <a:off x="9415590" y="177281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h6482"/>
            <p:cNvSpPr/>
            <p:nvPr/>
          </p:nvSpPr>
          <p:spPr>
            <a:xfrm>
              <a:off x="9415201" y="1771915"/>
              <a:ext cx="349" cy="545"/>
            </a:xfrm>
            <a:custGeom>
              <a:avLst/>
              <a:pathLst>
                <a:path w="349" h="545">
                  <a:moveTo>
                    <a:pt x="261" y="0"/>
                  </a:moveTo>
                  <a:lnTo>
                    <a:pt x="349" y="201"/>
                  </a:lnTo>
                  <a:lnTo>
                    <a:pt x="0" y="545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h6483"/>
            <p:cNvSpPr/>
            <p:nvPr/>
          </p:nvSpPr>
          <p:spPr>
            <a:xfrm>
              <a:off x="9415196" y="1771131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h6484"/>
            <p:cNvSpPr/>
            <p:nvPr/>
          </p:nvSpPr>
          <p:spPr>
            <a:xfrm>
              <a:off x="9407999" y="1751973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h6485"/>
            <p:cNvSpPr/>
            <p:nvPr/>
          </p:nvSpPr>
          <p:spPr>
            <a:xfrm>
              <a:off x="8910100" y="1701907"/>
              <a:ext cx="14039" cy="36518"/>
            </a:xfrm>
            <a:custGeom>
              <a:avLst/>
              <a:pathLst>
                <a:path w="14039" h="36518">
                  <a:moveTo>
                    <a:pt x="14039" y="15712"/>
                  </a:move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lnTo>
                    <a:pt x="11961" y="0"/>
                  </a:ln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h6486"/>
            <p:cNvSpPr/>
            <p:nvPr/>
          </p:nvSpPr>
          <p:spPr>
            <a:xfrm>
              <a:off x="9155665" y="1499680"/>
              <a:ext cx="330104" cy="398302"/>
            </a:xfrm>
            <a:custGeom>
              <a:avLst/>
              <a:pathLst>
                <a:path w="330104" h="398302">
                  <a:moveTo>
                    <a:pt x="90199" y="50029"/>
                  </a:moveTo>
                  <a:lnTo>
                    <a:pt x="92488" y="45545"/>
                  </a:lnTo>
                  <a:lnTo>
                    <a:pt x="99832" y="46268"/>
                  </a:lnTo>
                  <a:lnTo>
                    <a:pt x="101042" y="57594"/>
                  </a:lnTo>
                  <a:lnTo>
                    <a:pt x="106255" y="67152"/>
                  </a:lnTo>
                  <a:lnTo>
                    <a:pt x="111966" y="72998"/>
                  </a:lnTo>
                  <a:lnTo>
                    <a:pt x="108949" y="77735"/>
                  </a:lnTo>
                  <a:lnTo>
                    <a:pt x="110286" y="80446"/>
                  </a:lnTo>
                  <a:lnTo>
                    <a:pt x="107787" y="83765"/>
                  </a:lnTo>
                  <a:lnTo>
                    <a:pt x="107804" y="89180"/>
                  </a:lnTo>
                  <a:lnTo>
                    <a:pt x="111265" y="88663"/>
                  </a:lnTo>
                  <a:lnTo>
                    <a:pt x="115719" y="86403"/>
                  </a:lnTo>
                  <a:lnTo>
                    <a:pt x="123491" y="92517"/>
                  </a:lnTo>
                  <a:lnTo>
                    <a:pt x="123228" y="98296"/>
                  </a:lnTo>
                  <a:lnTo>
                    <a:pt x="124089" y="104588"/>
                  </a:lnTo>
                  <a:lnTo>
                    <a:pt x="131216" y="114850"/>
                  </a:lnTo>
                  <a:lnTo>
                    <a:pt x="133214" y="127414"/>
                  </a:lnTo>
                  <a:lnTo>
                    <a:pt x="133158" y="133252"/>
                  </a:lnTo>
                  <a:lnTo>
                    <a:pt x="138533" y="136011"/>
                  </a:lnTo>
                  <a:lnTo>
                    <a:pt x="147868" y="143804"/>
                  </a:lnTo>
                  <a:lnTo>
                    <a:pt x="164979" y="193942"/>
                  </a:lnTo>
                  <a:lnTo>
                    <a:pt x="179781" y="200481"/>
                  </a:lnTo>
                  <a:lnTo>
                    <a:pt x="183910" y="223621"/>
                  </a:lnTo>
                  <a:lnTo>
                    <a:pt x="189456" y="228324"/>
                  </a:lnTo>
                  <a:lnTo>
                    <a:pt x="201289" y="233201"/>
                  </a:lnTo>
                  <a:lnTo>
                    <a:pt x="209634" y="234627"/>
                  </a:lnTo>
                  <a:lnTo>
                    <a:pt x="216159" y="233655"/>
                  </a:lnTo>
                  <a:lnTo>
                    <a:pt x="217555" y="226515"/>
                  </a:lnTo>
                  <a:lnTo>
                    <a:pt x="220971" y="222348"/>
                  </a:lnTo>
                  <a:lnTo>
                    <a:pt x="220992" y="219891"/>
                  </a:lnTo>
                  <a:lnTo>
                    <a:pt x="222058" y="218322"/>
                  </a:lnTo>
                  <a:lnTo>
                    <a:pt x="226463" y="216980"/>
                  </a:lnTo>
                  <a:lnTo>
                    <a:pt x="229887" y="217954"/>
                  </a:lnTo>
                  <a:lnTo>
                    <a:pt x="231368" y="216094"/>
                  </a:lnTo>
                  <a:lnTo>
                    <a:pt x="234239" y="219859"/>
                  </a:lnTo>
                  <a:lnTo>
                    <a:pt x="237557" y="222108"/>
                  </a:lnTo>
                  <a:lnTo>
                    <a:pt x="242269" y="228136"/>
                  </a:lnTo>
                  <a:lnTo>
                    <a:pt x="244799" y="232926"/>
                  </a:lnTo>
                  <a:lnTo>
                    <a:pt x="250392" y="238290"/>
                  </a:lnTo>
                  <a:lnTo>
                    <a:pt x="251377" y="242005"/>
                  </a:lnTo>
                  <a:lnTo>
                    <a:pt x="248202" y="245234"/>
                  </a:lnTo>
                  <a:lnTo>
                    <a:pt x="247709" y="246980"/>
                  </a:lnTo>
                  <a:lnTo>
                    <a:pt x="249894" y="251616"/>
                  </a:lnTo>
                  <a:lnTo>
                    <a:pt x="256061" y="259923"/>
                  </a:lnTo>
                  <a:lnTo>
                    <a:pt x="258363" y="265677"/>
                  </a:lnTo>
                  <a:lnTo>
                    <a:pt x="258516" y="268578"/>
                  </a:lnTo>
                  <a:lnTo>
                    <a:pt x="255682" y="272812"/>
                  </a:lnTo>
                  <a:lnTo>
                    <a:pt x="255525" y="279103"/>
                  </a:lnTo>
                  <a:lnTo>
                    <a:pt x="258288" y="285759"/>
                  </a:lnTo>
                  <a:lnTo>
                    <a:pt x="260623" y="286390"/>
                  </a:lnTo>
                  <a:lnTo>
                    <a:pt x="263183" y="286002"/>
                  </a:lnTo>
                  <a:lnTo>
                    <a:pt x="264213" y="283700"/>
                  </a:lnTo>
                  <a:lnTo>
                    <a:pt x="262698" y="281703"/>
                  </a:lnTo>
                  <a:lnTo>
                    <a:pt x="264071" y="279646"/>
                  </a:lnTo>
                  <a:lnTo>
                    <a:pt x="268026" y="279014"/>
                  </a:lnTo>
                  <a:lnTo>
                    <a:pt x="272774" y="282600"/>
                  </a:lnTo>
                  <a:lnTo>
                    <a:pt x="274315" y="290857"/>
                  </a:lnTo>
                  <a:lnTo>
                    <a:pt x="274044" y="293722"/>
                  </a:lnTo>
                  <a:lnTo>
                    <a:pt x="275512" y="297632"/>
                  </a:lnTo>
                  <a:lnTo>
                    <a:pt x="279885" y="298226"/>
                  </a:lnTo>
                  <a:lnTo>
                    <a:pt x="285709" y="294216"/>
                  </a:lnTo>
                  <a:lnTo>
                    <a:pt x="289658" y="296413"/>
                  </a:lnTo>
                  <a:lnTo>
                    <a:pt x="291905" y="300476"/>
                  </a:lnTo>
                  <a:lnTo>
                    <a:pt x="291683" y="306067"/>
                  </a:lnTo>
                  <a:lnTo>
                    <a:pt x="294622" y="316561"/>
                  </a:lnTo>
                  <a:lnTo>
                    <a:pt x="297519" y="320112"/>
                  </a:lnTo>
                  <a:lnTo>
                    <a:pt x="297057" y="324184"/>
                  </a:lnTo>
                  <a:lnTo>
                    <a:pt x="298971" y="335429"/>
                  </a:lnTo>
                  <a:lnTo>
                    <a:pt x="307835" y="341853"/>
                  </a:lnTo>
                  <a:lnTo>
                    <a:pt x="312498" y="342288"/>
                  </a:lnTo>
                  <a:lnTo>
                    <a:pt x="319810" y="340661"/>
                  </a:lnTo>
                  <a:lnTo>
                    <a:pt x="322091" y="343631"/>
                  </a:lnTo>
                  <a:lnTo>
                    <a:pt x="324135" y="345154"/>
                  </a:lnTo>
                  <a:lnTo>
                    <a:pt x="325479" y="345244"/>
                  </a:lnTo>
                  <a:lnTo>
                    <a:pt x="324624" y="352158"/>
                  </a:lnTo>
                  <a:lnTo>
                    <a:pt x="321193" y="360619"/>
                  </a:lnTo>
                  <a:lnTo>
                    <a:pt x="321210" y="363816"/>
                  </a:lnTo>
                  <a:lnTo>
                    <a:pt x="329218" y="375334"/>
                  </a:lnTo>
                  <a:lnTo>
                    <a:pt x="326374" y="381558"/>
                  </a:lnTo>
                  <a:lnTo>
                    <a:pt x="326119" y="384017"/>
                  </a:lnTo>
                  <a:lnTo>
                    <a:pt x="328171" y="390040"/>
                  </a:lnTo>
                  <a:lnTo>
                    <a:pt x="326805" y="391785"/>
                  </a:lnTo>
                  <a:lnTo>
                    <a:pt x="326143" y="394707"/>
                  </a:lnTo>
                  <a:lnTo>
                    <a:pt x="327434" y="397307"/>
                  </a:lnTo>
                  <a:lnTo>
                    <a:pt x="330104" y="398302"/>
                  </a:lnTo>
                  <a:lnTo>
                    <a:pt x="178032" y="386098"/>
                  </a:lnTo>
                  <a:lnTo>
                    <a:pt x="186190" y="376602"/>
                  </a:lnTo>
                  <a:lnTo>
                    <a:pt x="187899" y="377183"/>
                  </a:lnTo>
                  <a:lnTo>
                    <a:pt x="188155" y="379796"/>
                  </a:lnTo>
                  <a:lnTo>
                    <a:pt x="188052" y="381166"/>
                  </a:lnTo>
                  <a:lnTo>
                    <a:pt x="185718" y="383217"/>
                  </a:lnTo>
                  <a:lnTo>
                    <a:pt x="186389" y="385273"/>
                  </a:lnTo>
                  <a:lnTo>
                    <a:pt x="189187" y="384946"/>
                  </a:lnTo>
                  <a:lnTo>
                    <a:pt x="192514" y="381761"/>
                  </a:lnTo>
                  <a:lnTo>
                    <a:pt x="192693" y="380811"/>
                  </a:lnTo>
                  <a:lnTo>
                    <a:pt x="189837" y="380018"/>
                  </a:lnTo>
                  <a:lnTo>
                    <a:pt x="189317" y="372754"/>
                  </a:lnTo>
                  <a:lnTo>
                    <a:pt x="194880" y="362733"/>
                  </a:lnTo>
                  <a:lnTo>
                    <a:pt x="195546" y="362587"/>
                  </a:lnTo>
                  <a:lnTo>
                    <a:pt x="194987" y="367006"/>
                  </a:lnTo>
                  <a:lnTo>
                    <a:pt x="193043" y="369924"/>
                  </a:lnTo>
                  <a:lnTo>
                    <a:pt x="192829" y="373583"/>
                  </a:lnTo>
                  <a:lnTo>
                    <a:pt x="194110" y="377619"/>
                  </a:lnTo>
                  <a:lnTo>
                    <a:pt x="195430" y="378000"/>
                  </a:lnTo>
                  <a:lnTo>
                    <a:pt x="196354" y="376786"/>
                  </a:lnTo>
                  <a:lnTo>
                    <a:pt x="195244" y="372791"/>
                  </a:lnTo>
                  <a:lnTo>
                    <a:pt x="196735" y="366614"/>
                  </a:lnTo>
                  <a:lnTo>
                    <a:pt x="195903" y="357950"/>
                  </a:lnTo>
                  <a:lnTo>
                    <a:pt x="194072" y="355775"/>
                  </a:lnTo>
                  <a:lnTo>
                    <a:pt x="192221" y="358319"/>
                  </a:lnTo>
                  <a:lnTo>
                    <a:pt x="191232" y="358621"/>
                  </a:lnTo>
                  <a:lnTo>
                    <a:pt x="189984" y="358016"/>
                  </a:lnTo>
                  <a:lnTo>
                    <a:pt x="189124" y="356348"/>
                  </a:lnTo>
                  <a:lnTo>
                    <a:pt x="194599" y="346262"/>
                  </a:lnTo>
                  <a:lnTo>
                    <a:pt x="199146" y="334871"/>
                  </a:lnTo>
                  <a:lnTo>
                    <a:pt x="199528" y="332225"/>
                  </a:lnTo>
                  <a:lnTo>
                    <a:pt x="197551" y="326133"/>
                  </a:lnTo>
                  <a:lnTo>
                    <a:pt x="195049" y="322142"/>
                  </a:lnTo>
                  <a:lnTo>
                    <a:pt x="191321" y="319753"/>
                  </a:lnTo>
                  <a:lnTo>
                    <a:pt x="189124" y="316868"/>
                  </a:lnTo>
                  <a:lnTo>
                    <a:pt x="189477" y="312860"/>
                  </a:lnTo>
                  <a:lnTo>
                    <a:pt x="188887" y="310284"/>
                  </a:lnTo>
                  <a:lnTo>
                    <a:pt x="187712" y="308752"/>
                  </a:lnTo>
                  <a:lnTo>
                    <a:pt x="181872" y="306530"/>
                  </a:lnTo>
                  <a:lnTo>
                    <a:pt x="180287" y="307382"/>
                  </a:lnTo>
                  <a:lnTo>
                    <a:pt x="178034" y="307022"/>
                  </a:lnTo>
                  <a:lnTo>
                    <a:pt x="178106" y="303140"/>
                  </a:lnTo>
                  <a:lnTo>
                    <a:pt x="173815" y="298642"/>
                  </a:lnTo>
                  <a:lnTo>
                    <a:pt x="171193" y="294729"/>
                  </a:lnTo>
                  <a:lnTo>
                    <a:pt x="168687" y="288073"/>
                  </a:lnTo>
                  <a:lnTo>
                    <a:pt x="168091" y="287803"/>
                  </a:lnTo>
                  <a:lnTo>
                    <a:pt x="167266" y="288526"/>
                  </a:lnTo>
                  <a:lnTo>
                    <a:pt x="166247" y="287282"/>
                  </a:lnTo>
                  <a:lnTo>
                    <a:pt x="165741" y="281679"/>
                  </a:lnTo>
                  <a:lnTo>
                    <a:pt x="164744" y="279558"/>
                  </a:lnTo>
                  <a:lnTo>
                    <a:pt x="157816" y="272655"/>
                  </a:lnTo>
                  <a:lnTo>
                    <a:pt x="154750" y="272295"/>
                  </a:lnTo>
                  <a:lnTo>
                    <a:pt x="148142" y="267351"/>
                  </a:lnTo>
                  <a:lnTo>
                    <a:pt x="146912" y="262203"/>
                  </a:lnTo>
                  <a:lnTo>
                    <a:pt x="146582" y="256634"/>
                  </a:lnTo>
                  <a:lnTo>
                    <a:pt x="144976" y="252551"/>
                  </a:lnTo>
                  <a:lnTo>
                    <a:pt x="140140" y="249366"/>
                  </a:lnTo>
                  <a:lnTo>
                    <a:pt x="136977" y="250031"/>
                  </a:lnTo>
                  <a:lnTo>
                    <a:pt x="136154" y="249231"/>
                  </a:lnTo>
                  <a:lnTo>
                    <a:pt x="133704" y="240490"/>
                  </a:lnTo>
                  <a:lnTo>
                    <a:pt x="126778" y="235269"/>
                  </a:lnTo>
                  <a:lnTo>
                    <a:pt x="112491" y="215443"/>
                  </a:lnTo>
                  <a:lnTo>
                    <a:pt x="101897" y="209518"/>
                  </a:lnTo>
                  <a:lnTo>
                    <a:pt x="93534" y="208246"/>
                  </a:lnTo>
                  <a:lnTo>
                    <a:pt x="91009" y="206713"/>
                  </a:lnTo>
                  <a:lnTo>
                    <a:pt x="89580" y="205531"/>
                  </a:lnTo>
                  <a:lnTo>
                    <a:pt x="88113" y="201536"/>
                  </a:lnTo>
                  <a:lnTo>
                    <a:pt x="84222" y="195905"/>
                  </a:lnTo>
                  <a:lnTo>
                    <a:pt x="75507" y="190321"/>
                  </a:lnTo>
                  <a:lnTo>
                    <a:pt x="71636" y="189700"/>
                  </a:lnTo>
                  <a:lnTo>
                    <a:pt x="64119" y="180943"/>
                  </a:lnTo>
                  <a:lnTo>
                    <a:pt x="62012" y="180540"/>
                  </a:lnTo>
                  <a:lnTo>
                    <a:pt x="60303" y="181550"/>
                  </a:lnTo>
                  <a:lnTo>
                    <a:pt x="59018" y="181431"/>
                  </a:lnTo>
                  <a:lnTo>
                    <a:pt x="51545" y="171597"/>
                  </a:lnTo>
                  <a:lnTo>
                    <a:pt x="47575" y="170210"/>
                  </a:lnTo>
                  <a:lnTo>
                    <a:pt x="40636" y="163161"/>
                  </a:lnTo>
                  <a:lnTo>
                    <a:pt x="42892" y="153845"/>
                  </a:lnTo>
                  <a:lnTo>
                    <a:pt x="41869" y="145784"/>
                  </a:lnTo>
                  <a:lnTo>
                    <a:pt x="38162" y="139665"/>
                  </a:lnTo>
                  <a:lnTo>
                    <a:pt x="33575" y="137837"/>
                  </a:lnTo>
                  <a:lnTo>
                    <a:pt x="31962" y="137822"/>
                  </a:lnTo>
                  <a:lnTo>
                    <a:pt x="35815" y="122241"/>
                  </a:lnTo>
                  <a:lnTo>
                    <a:pt x="34277" y="115174"/>
                  </a:lnTo>
                  <a:lnTo>
                    <a:pt x="36069" y="104474"/>
                  </a:lnTo>
                  <a:lnTo>
                    <a:pt x="35074" y="96955"/>
                  </a:lnTo>
                  <a:lnTo>
                    <a:pt x="31878" y="89888"/>
                  </a:lnTo>
                  <a:lnTo>
                    <a:pt x="26381" y="84605"/>
                  </a:lnTo>
                  <a:lnTo>
                    <a:pt x="22630" y="83299"/>
                  </a:lnTo>
                  <a:lnTo>
                    <a:pt x="19889" y="83717"/>
                  </a:lnTo>
                  <a:lnTo>
                    <a:pt x="22847" y="81405"/>
                  </a:lnTo>
                  <a:lnTo>
                    <a:pt x="23724" y="77324"/>
                  </a:lnTo>
                  <a:lnTo>
                    <a:pt x="19065" y="70119"/>
                  </a:lnTo>
                  <a:lnTo>
                    <a:pt x="17937" y="71550"/>
                  </a:lnTo>
                  <a:lnTo>
                    <a:pt x="21314" y="76006"/>
                  </a:lnTo>
                  <a:lnTo>
                    <a:pt x="21780" y="78127"/>
                  </a:lnTo>
                  <a:lnTo>
                    <a:pt x="20485" y="80011"/>
                  </a:lnTo>
                  <a:lnTo>
                    <a:pt x="19322" y="80144"/>
                  </a:lnTo>
                  <a:lnTo>
                    <a:pt x="17938" y="78380"/>
                  </a:lnTo>
                  <a:lnTo>
                    <a:pt x="17839" y="77101"/>
                  </a:lnTo>
                  <a:lnTo>
                    <a:pt x="15000" y="76946"/>
                  </a:lnTo>
                  <a:lnTo>
                    <a:pt x="18405" y="87474"/>
                  </a:lnTo>
                  <a:lnTo>
                    <a:pt x="17795" y="88425"/>
                  </a:lnTo>
                  <a:lnTo>
                    <a:pt x="15674" y="87246"/>
                  </a:lnTo>
                  <a:lnTo>
                    <a:pt x="15716" y="81034"/>
                  </a:lnTo>
                  <a:lnTo>
                    <a:pt x="15212" y="79331"/>
                  </a:lnTo>
                  <a:lnTo>
                    <a:pt x="13925" y="78523"/>
                  </a:lnTo>
                  <a:lnTo>
                    <a:pt x="12836" y="71626"/>
                  </a:lnTo>
                  <a:lnTo>
                    <a:pt x="15467" y="62051"/>
                  </a:lnTo>
                  <a:lnTo>
                    <a:pt x="16949" y="51299"/>
                  </a:lnTo>
                  <a:lnTo>
                    <a:pt x="15729" y="36598"/>
                  </a:lnTo>
                  <a:lnTo>
                    <a:pt x="13924" y="32671"/>
                  </a:lnTo>
                  <a:lnTo>
                    <a:pt x="10724" y="31541"/>
                  </a:lnTo>
                  <a:lnTo>
                    <a:pt x="6575" y="26665"/>
                  </a:lnTo>
                  <a:lnTo>
                    <a:pt x="3991" y="26139"/>
                  </a:lnTo>
                  <a:lnTo>
                    <a:pt x="1344" y="22943"/>
                  </a:lnTo>
                  <a:lnTo>
                    <a:pt x="0" y="19118"/>
                  </a:lnTo>
                  <a:lnTo>
                    <a:pt x="9024" y="14601"/>
                  </a:lnTo>
                  <a:lnTo>
                    <a:pt x="21620" y="6275"/>
                  </a:lnTo>
                  <a:lnTo>
                    <a:pt x="28324" y="6642"/>
                  </a:lnTo>
                  <a:lnTo>
                    <a:pt x="31008" y="4717"/>
                  </a:lnTo>
                  <a:lnTo>
                    <a:pt x="35843" y="3012"/>
                  </a:lnTo>
                  <a:lnTo>
                    <a:pt x="42831" y="4228"/>
                  </a:lnTo>
                  <a:lnTo>
                    <a:pt x="47738" y="6302"/>
                  </a:lnTo>
                  <a:lnTo>
                    <a:pt x="50544" y="3258"/>
                  </a:lnTo>
                  <a:lnTo>
                    <a:pt x="56781" y="56"/>
                  </a:lnTo>
                  <a:lnTo>
                    <a:pt x="62020" y="0"/>
                  </a:lnTo>
                  <a:lnTo>
                    <a:pt x="63535" y="915"/>
                  </a:lnTo>
                  <a:lnTo>
                    <a:pt x="63974" y="3203"/>
                  </a:lnTo>
                  <a:lnTo>
                    <a:pt x="70163" y="6996"/>
                  </a:lnTo>
                  <a:lnTo>
                    <a:pt x="67818" y="10049"/>
                  </a:lnTo>
                  <a:lnTo>
                    <a:pt x="66551" y="4951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h6487"/>
            <p:cNvSpPr/>
            <p:nvPr/>
          </p:nvSpPr>
          <p:spPr>
            <a:xfrm>
              <a:off x="9186553" y="1656824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h6488"/>
            <p:cNvSpPr/>
            <p:nvPr/>
          </p:nvSpPr>
          <p:spPr>
            <a:xfrm>
              <a:off x="9160655" y="1570104"/>
              <a:ext cx="2356" cy="2064"/>
            </a:xfrm>
            <a:custGeom>
              <a:avLst/>
              <a:pathLst>
                <a:path w="2356" h="2064">
                  <a:moveTo>
                    <a:pt x="1548" y="2064"/>
                  </a:moveTo>
                  <a:lnTo>
                    <a:pt x="0" y="1252"/>
                  </a:lnTo>
                  <a:lnTo>
                    <a:pt x="1272" y="0"/>
                  </a:lnTo>
                  <a:lnTo>
                    <a:pt x="2356" y="1655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h6489"/>
            <p:cNvSpPr/>
            <p:nvPr/>
          </p:nvSpPr>
          <p:spPr>
            <a:xfrm>
              <a:off x="9419149" y="1778262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h6490"/>
            <p:cNvSpPr/>
            <p:nvPr/>
          </p:nvSpPr>
          <p:spPr>
            <a:xfrm>
              <a:off x="9419655" y="1778336"/>
              <a:ext cx="406" cy="31"/>
            </a:xfrm>
            <a:custGeom>
              <a:avLst/>
              <a:pathLst>
                <a:path w="406" h="31">
                  <a:moveTo>
                    <a:pt x="406" y="0"/>
                  </a:moveTo>
                  <a:lnTo>
                    <a:pt x="0" y="3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h6491"/>
            <p:cNvSpPr/>
            <p:nvPr/>
          </p:nvSpPr>
          <p:spPr>
            <a:xfrm>
              <a:off x="9419068" y="1775563"/>
              <a:ext cx="903" cy="1397"/>
            </a:xfrm>
            <a:custGeom>
              <a:avLst/>
              <a:pathLst>
                <a:path w="903" h="1397">
                  <a:moveTo>
                    <a:pt x="903" y="1397"/>
                  </a:moveTo>
                  <a:lnTo>
                    <a:pt x="289" y="13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h6492"/>
            <p:cNvSpPr/>
            <p:nvPr/>
          </p:nvSpPr>
          <p:spPr>
            <a:xfrm>
              <a:off x="9416404" y="1772494"/>
              <a:ext cx="1041" cy="1676"/>
            </a:xfrm>
            <a:custGeom>
              <a:avLst/>
              <a:pathLst>
                <a:path w="1041" h="1676">
                  <a:moveTo>
                    <a:pt x="19" y="0"/>
                  </a:moveTo>
                  <a:lnTo>
                    <a:pt x="1041" y="1130"/>
                  </a:lnTo>
                  <a:lnTo>
                    <a:pt x="0" y="167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h6493"/>
            <p:cNvSpPr/>
            <p:nvPr/>
          </p:nvSpPr>
          <p:spPr>
            <a:xfrm>
              <a:off x="9415514" y="1773006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h6494"/>
            <p:cNvSpPr/>
            <p:nvPr/>
          </p:nvSpPr>
          <p:spPr>
            <a:xfrm>
              <a:off x="9416142" y="1771413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h6495"/>
            <p:cNvSpPr/>
            <p:nvPr/>
          </p:nvSpPr>
          <p:spPr>
            <a:xfrm>
              <a:off x="9417159" y="1771102"/>
              <a:ext cx="158" cy="114"/>
            </a:xfrm>
            <a:custGeom>
              <a:avLst/>
              <a:pathLst>
                <a:path w="158" h="114">
                  <a:moveTo>
                    <a:pt x="0" y="114"/>
                  </a:moveTo>
                  <a:lnTo>
                    <a:pt x="158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h6496"/>
            <p:cNvSpPr/>
            <p:nvPr/>
          </p:nvSpPr>
          <p:spPr>
            <a:xfrm>
              <a:off x="9416127" y="1770861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h6497"/>
            <p:cNvSpPr/>
            <p:nvPr/>
          </p:nvSpPr>
          <p:spPr>
            <a:xfrm>
              <a:off x="9421145" y="1770301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h6498"/>
            <p:cNvSpPr/>
            <p:nvPr/>
          </p:nvSpPr>
          <p:spPr>
            <a:xfrm>
              <a:off x="9416354" y="1764544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h6499"/>
            <p:cNvSpPr/>
            <p:nvPr/>
          </p:nvSpPr>
          <p:spPr>
            <a:xfrm>
              <a:off x="9416047" y="1761337"/>
              <a:ext cx="2284" cy="5410"/>
            </a:xfrm>
            <a:custGeom>
              <a:avLst/>
              <a:pathLst>
                <a:path w="2284" h="5410">
                  <a:moveTo>
                    <a:pt x="1595" y="58"/>
                  </a:moveTo>
                  <a:lnTo>
                    <a:pt x="2284" y="795"/>
                  </a:ln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h6500"/>
            <p:cNvSpPr/>
            <p:nvPr/>
          </p:nvSpPr>
          <p:spPr>
            <a:xfrm>
              <a:off x="9415403" y="1761007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h6501"/>
            <p:cNvSpPr/>
            <p:nvPr/>
          </p:nvSpPr>
          <p:spPr>
            <a:xfrm>
              <a:off x="9416786" y="1706370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h6502"/>
            <p:cNvSpPr/>
            <p:nvPr/>
          </p:nvSpPr>
          <p:spPr>
            <a:xfrm>
              <a:off x="9414812" y="1705151"/>
              <a:ext cx="1909" cy="2061"/>
            </a:xfrm>
            <a:custGeom>
              <a:avLst/>
              <a:pathLst>
                <a:path w="1909" h="2061">
                  <a:moveTo>
                    <a:pt x="234" y="2061"/>
                  </a:moveTo>
                  <a:lnTo>
                    <a:pt x="0" y="241"/>
                  </a:lnTo>
                  <a:lnTo>
                    <a:pt x="1486" y="0"/>
                  </a:lnTo>
                  <a:lnTo>
                    <a:pt x="1909" y="1077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h6503"/>
            <p:cNvSpPr/>
            <p:nvPr/>
          </p:nvSpPr>
          <p:spPr>
            <a:xfrm>
              <a:off x="9418523" y="1705115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h6504"/>
            <p:cNvSpPr/>
            <p:nvPr/>
          </p:nvSpPr>
          <p:spPr>
            <a:xfrm>
              <a:off x="9536075" y="1855519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h6505"/>
            <p:cNvSpPr/>
            <p:nvPr/>
          </p:nvSpPr>
          <p:spPr>
            <a:xfrm>
              <a:off x="9478444" y="1816232"/>
              <a:ext cx="13904" cy="13031"/>
            </a:xfrm>
            <a:custGeom>
              <a:avLst/>
              <a:pathLst>
                <a:path w="13904" h="13031">
                  <a:moveTo>
                    <a:pt x="4756" y="4922"/>
                  </a:moveTo>
                  <a:lnTo>
                    <a:pt x="2910" y="4255"/>
                  </a:lnTo>
                  <a:lnTo>
                    <a:pt x="0" y="0"/>
                  </a:lnTo>
                  <a:lnTo>
                    <a:pt x="3322" y="882"/>
                  </a:ln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h6506"/>
            <p:cNvSpPr/>
            <p:nvPr/>
          </p:nvSpPr>
          <p:spPr>
            <a:xfrm>
              <a:off x="9474480" y="1812216"/>
              <a:ext cx="3581" cy="3504"/>
            </a:xfrm>
            <a:custGeom>
              <a:avLst/>
              <a:pathLst>
                <a:path w="3581" h="3504">
                  <a:moveTo>
                    <a:pt x="1289" y="1259"/>
                  </a:moveTo>
                  <a:lnTo>
                    <a:pt x="3581" y="1714"/>
                  </a:ln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h6507"/>
            <p:cNvSpPr/>
            <p:nvPr/>
          </p:nvSpPr>
          <p:spPr>
            <a:xfrm>
              <a:off x="9477392" y="18136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h6508"/>
            <p:cNvSpPr/>
            <p:nvPr/>
          </p:nvSpPr>
          <p:spPr>
            <a:xfrm>
              <a:off x="9471295" y="1810146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h6509"/>
            <p:cNvSpPr/>
            <p:nvPr/>
          </p:nvSpPr>
          <p:spPr>
            <a:xfrm>
              <a:off x="9471224" y="1808973"/>
              <a:ext cx="1907" cy="2193"/>
            </a:xfrm>
            <a:custGeom>
              <a:avLst/>
              <a:pathLst>
                <a:path w="1907" h="2193">
                  <a:moveTo>
                    <a:pt x="538" y="0"/>
                  </a:moveTo>
                  <a:lnTo>
                    <a:pt x="1907" y="2193"/>
                  </a:lnTo>
                  <a:lnTo>
                    <a:pt x="0" y="37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h6510"/>
            <p:cNvSpPr/>
            <p:nvPr/>
          </p:nvSpPr>
          <p:spPr>
            <a:xfrm>
              <a:off x="9470055" y="1797843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h6511"/>
            <p:cNvSpPr/>
            <p:nvPr/>
          </p:nvSpPr>
          <p:spPr>
            <a:xfrm>
              <a:off x="9430926" y="1794612"/>
              <a:ext cx="97" cy="221"/>
            </a:xfrm>
            <a:custGeom>
              <a:avLst/>
              <a:pathLst>
                <a:path w="97" h="221">
                  <a:moveTo>
                    <a:pt x="0" y="221"/>
                  </a:moveTo>
                  <a:lnTo>
                    <a:pt x="97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h6512"/>
            <p:cNvSpPr/>
            <p:nvPr/>
          </p:nvSpPr>
          <p:spPr>
            <a:xfrm>
              <a:off x="9465893" y="1790092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h6513"/>
            <p:cNvSpPr/>
            <p:nvPr/>
          </p:nvSpPr>
          <p:spPr>
            <a:xfrm>
              <a:off x="9464354" y="1788588"/>
              <a:ext cx="1338" cy="1955"/>
            </a:xfrm>
            <a:custGeom>
              <a:avLst/>
              <a:pathLst>
                <a:path w="1338" h="1955">
                  <a:moveTo>
                    <a:pt x="986" y="0"/>
                  </a:moveTo>
                  <a:lnTo>
                    <a:pt x="1338" y="615"/>
                  </a:lnTo>
                  <a:lnTo>
                    <a:pt x="0" y="1955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h6514"/>
            <p:cNvSpPr/>
            <p:nvPr/>
          </p:nvSpPr>
          <p:spPr>
            <a:xfrm>
              <a:off x="9431337" y="1788046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h6515"/>
            <p:cNvSpPr/>
            <p:nvPr/>
          </p:nvSpPr>
          <p:spPr>
            <a:xfrm>
              <a:off x="9464624" y="1787182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h6516"/>
            <p:cNvSpPr/>
            <p:nvPr/>
          </p:nvSpPr>
          <p:spPr>
            <a:xfrm>
              <a:off x="9429012" y="1782640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h6517"/>
            <p:cNvSpPr/>
            <p:nvPr/>
          </p:nvSpPr>
          <p:spPr>
            <a:xfrm>
              <a:off x="9460395" y="1768156"/>
              <a:ext cx="1580" cy="759"/>
            </a:xfrm>
            <a:custGeom>
              <a:avLst/>
              <a:pathLst>
                <a:path w="1580" h="759">
                  <a:moveTo>
                    <a:pt x="1580" y="0"/>
                  </a:moveTo>
                  <a:lnTo>
                    <a:pt x="1191" y="759"/>
                  </a:lnTo>
                  <a:lnTo>
                    <a:pt x="0" y="55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h6518"/>
            <p:cNvSpPr/>
            <p:nvPr/>
          </p:nvSpPr>
          <p:spPr>
            <a:xfrm>
              <a:off x="9412403" y="1707078"/>
              <a:ext cx="45879" cy="70573"/>
            </a:xfrm>
            <a:custGeom>
              <a:avLst/>
              <a:pathLst>
                <a:path w="45879" h="70573">
                  <a:moveTo>
                    <a:pt x="24338" y="31898"/>
                  </a:move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lnTo>
                    <a:pt x="32631" y="59791"/>
                  </a:ln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h6519"/>
            <p:cNvSpPr/>
            <p:nvPr/>
          </p:nvSpPr>
          <p:spPr>
            <a:xfrm>
              <a:off x="9332770" y="1667197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h6520"/>
            <p:cNvSpPr/>
            <p:nvPr/>
          </p:nvSpPr>
          <p:spPr>
            <a:xfrm>
              <a:off x="9331006" y="1647148"/>
              <a:ext cx="2708" cy="3645"/>
            </a:xfrm>
            <a:custGeom>
              <a:avLst/>
              <a:pathLst>
                <a:path w="2708" h="3645">
                  <a:moveTo>
                    <a:pt x="1198" y="3645"/>
                  </a:moveTo>
                  <a:lnTo>
                    <a:pt x="0" y="2455"/>
                  </a:lnTo>
                  <a:lnTo>
                    <a:pt x="867" y="0"/>
                  </a:lnTo>
                  <a:lnTo>
                    <a:pt x="2708" y="1250"/>
                  </a:lnTo>
                  <a:lnTo>
                    <a:pt x="2695" y="3419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h6521"/>
            <p:cNvSpPr/>
            <p:nvPr/>
          </p:nvSpPr>
          <p:spPr>
            <a:xfrm>
              <a:off x="9334777" y="1646574"/>
              <a:ext cx="301" cy="745"/>
            </a:xfrm>
            <a:custGeom>
              <a:avLst/>
              <a:pathLst>
                <a:path w="301" h="745">
                  <a:moveTo>
                    <a:pt x="42" y="0"/>
                  </a:moveTo>
                  <a:lnTo>
                    <a:pt x="301" y="368"/>
                  </a:lnTo>
                  <a:lnTo>
                    <a:pt x="0" y="745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h6522"/>
            <p:cNvSpPr/>
            <p:nvPr/>
          </p:nvSpPr>
          <p:spPr>
            <a:xfrm>
              <a:off x="9325719" y="1642489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h6523"/>
            <p:cNvSpPr/>
            <p:nvPr/>
          </p:nvSpPr>
          <p:spPr>
            <a:xfrm>
              <a:off x="9324847" y="1638541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h6524"/>
            <p:cNvSpPr/>
            <p:nvPr/>
          </p:nvSpPr>
          <p:spPr>
            <a:xfrm>
              <a:off x="9318772" y="1633303"/>
              <a:ext cx="1873" cy="1416"/>
            </a:xfrm>
            <a:custGeom>
              <a:avLst/>
              <a:pathLst>
                <a:path w="1873" h="1416">
                  <a:moveTo>
                    <a:pt x="0" y="470"/>
                  </a:moveTo>
                  <a:lnTo>
                    <a:pt x="407" y="0"/>
                  </a:lnTo>
                  <a:lnTo>
                    <a:pt x="1453" y="298"/>
                  </a:lnTo>
                  <a:lnTo>
                    <a:pt x="1873" y="1416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h6525"/>
            <p:cNvSpPr/>
            <p:nvPr/>
          </p:nvSpPr>
          <p:spPr>
            <a:xfrm>
              <a:off x="9311645" y="1628177"/>
              <a:ext cx="128" cy="251"/>
            </a:xfrm>
            <a:custGeom>
              <a:avLst/>
              <a:pathLst>
                <a:path w="128" h="251">
                  <a:moveTo>
                    <a:pt x="0" y="251"/>
                  </a:moveTo>
                  <a:lnTo>
                    <a:pt x="128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h6526"/>
            <p:cNvSpPr/>
            <p:nvPr/>
          </p:nvSpPr>
          <p:spPr>
            <a:xfrm>
              <a:off x="9227329" y="1419575"/>
              <a:ext cx="159704" cy="314732"/>
            </a:xfrm>
            <a:custGeom>
              <a:avLst/>
              <a:pathLst>
                <a:path w="159704" h="314732">
                  <a:moveTo>
                    <a:pt x="53442" y="33553"/>
                  </a:moveTo>
                  <a:lnTo>
                    <a:pt x="53093" y="43750"/>
                  </a:lnTo>
                  <a:lnTo>
                    <a:pt x="54367" y="48195"/>
                  </a:lnTo>
                  <a:lnTo>
                    <a:pt x="56859" y="47473"/>
                  </a:lnTo>
                  <a:lnTo>
                    <a:pt x="60221" y="58242"/>
                  </a:lnTo>
                  <a:lnTo>
                    <a:pt x="73939" y="56108"/>
                  </a:lnTo>
                  <a:lnTo>
                    <a:pt x="71214" y="61787"/>
                  </a:lnTo>
                  <a:lnTo>
                    <a:pt x="69474" y="68479"/>
                  </a:lnTo>
                  <a:lnTo>
                    <a:pt x="69141" y="70804"/>
                  </a:lnTo>
                  <a:lnTo>
                    <a:pt x="69911" y="73079"/>
                  </a:lnTo>
                  <a:lnTo>
                    <a:pt x="67962" y="85305"/>
                  </a:lnTo>
                  <a:lnTo>
                    <a:pt x="68262" y="88354"/>
                  </a:lnTo>
                  <a:lnTo>
                    <a:pt x="69615" y="91706"/>
                  </a:lnTo>
                  <a:lnTo>
                    <a:pt x="73560" y="98284"/>
                  </a:lnTo>
                  <a:lnTo>
                    <a:pt x="72104" y="102206"/>
                  </a:lnTo>
                  <a:lnTo>
                    <a:pt x="72530" y="103661"/>
                  </a:lnTo>
                  <a:lnTo>
                    <a:pt x="75191" y="106351"/>
                  </a:lnTo>
                  <a:lnTo>
                    <a:pt x="83183" y="111497"/>
                  </a:lnTo>
                  <a:lnTo>
                    <a:pt x="83886" y="115030"/>
                  </a:lnTo>
                  <a:lnTo>
                    <a:pt x="83087" y="142759"/>
                  </a:lnTo>
                  <a:lnTo>
                    <a:pt x="82185" y="148126"/>
                  </a:lnTo>
                  <a:lnTo>
                    <a:pt x="83859" y="153503"/>
                  </a:lnTo>
                  <a:lnTo>
                    <a:pt x="86141" y="157501"/>
                  </a:lnTo>
                  <a:lnTo>
                    <a:pt x="87645" y="165929"/>
                  </a:lnTo>
                  <a:lnTo>
                    <a:pt x="86428" y="169976"/>
                  </a:lnTo>
                  <a:lnTo>
                    <a:pt x="86959" y="173949"/>
                  </a:lnTo>
                  <a:lnTo>
                    <a:pt x="85168" y="179092"/>
                  </a:lnTo>
                  <a:lnTo>
                    <a:pt x="84104" y="187195"/>
                  </a:lnTo>
                  <a:lnTo>
                    <a:pt x="84338" y="193152"/>
                  </a:lnTo>
                  <a:lnTo>
                    <a:pt x="80672" y="200171"/>
                  </a:lnTo>
                  <a:lnTo>
                    <a:pt x="83560" y="209030"/>
                  </a:lnTo>
                  <a:lnTo>
                    <a:pt x="86628" y="211951"/>
                  </a:lnTo>
                  <a:lnTo>
                    <a:pt x="88200" y="216123"/>
                  </a:lnTo>
                  <a:lnTo>
                    <a:pt x="88534" y="220749"/>
                  </a:lnTo>
                  <a:lnTo>
                    <a:pt x="92031" y="228615"/>
                  </a:lnTo>
                  <a:lnTo>
                    <a:pt x="96865" y="231621"/>
                  </a:lnTo>
                  <a:lnTo>
                    <a:pt x="98222" y="235975"/>
                  </a:lnTo>
                  <a:lnTo>
                    <a:pt x="101761" y="236633"/>
                  </a:lnTo>
                  <a:lnTo>
                    <a:pt x="104002" y="239223"/>
                  </a:lnTo>
                  <a:lnTo>
                    <a:pt x="104273" y="240739"/>
                  </a:lnTo>
                  <a:lnTo>
                    <a:pt x="103467" y="243252"/>
                  </a:lnTo>
                  <a:lnTo>
                    <a:pt x="103984" y="248729"/>
                  </a:lnTo>
                  <a:lnTo>
                    <a:pt x="105470" y="252812"/>
                  </a:lnTo>
                  <a:lnTo>
                    <a:pt x="111120" y="257619"/>
                  </a:lnTo>
                  <a:lnTo>
                    <a:pt x="114713" y="257944"/>
                  </a:lnTo>
                  <a:lnTo>
                    <a:pt x="116332" y="256026"/>
                  </a:lnTo>
                  <a:lnTo>
                    <a:pt x="115302" y="256301"/>
                  </a:lnTo>
                  <a:lnTo>
                    <a:pt x="115260" y="255245"/>
                  </a:lnTo>
                  <a:lnTo>
                    <a:pt x="116647" y="254540"/>
                  </a:lnTo>
                  <a:lnTo>
                    <a:pt x="120015" y="255936"/>
                  </a:lnTo>
                  <a:lnTo>
                    <a:pt x="123267" y="258459"/>
                  </a:lnTo>
                  <a:lnTo>
                    <a:pt x="128348" y="265296"/>
                  </a:lnTo>
                  <a:lnTo>
                    <a:pt x="138025" y="275129"/>
                  </a:lnTo>
                  <a:lnTo>
                    <a:pt x="139131" y="277521"/>
                  </a:lnTo>
                  <a:lnTo>
                    <a:pt x="146266" y="282989"/>
                  </a:lnTo>
                  <a:lnTo>
                    <a:pt x="153624" y="292177"/>
                  </a:lnTo>
                  <a:lnTo>
                    <a:pt x="159704" y="296200"/>
                  </a:lnTo>
                  <a:lnTo>
                    <a:pt x="158222" y="298059"/>
                  </a:lnTo>
                  <a:lnTo>
                    <a:pt x="154799" y="297085"/>
                  </a:lnTo>
                  <a:lnTo>
                    <a:pt x="150393" y="298428"/>
                  </a:lnTo>
                  <a:lnTo>
                    <a:pt x="149328" y="299997"/>
                  </a:lnTo>
                  <a:lnTo>
                    <a:pt x="149307" y="302454"/>
                  </a:lnTo>
                  <a:lnTo>
                    <a:pt x="145891" y="306621"/>
                  </a:lnTo>
                  <a:lnTo>
                    <a:pt x="144495" y="313760"/>
                  </a:lnTo>
                  <a:lnTo>
                    <a:pt x="137970" y="314732"/>
                  </a:lnTo>
                  <a:lnTo>
                    <a:pt x="129624" y="313306"/>
                  </a:lnTo>
                  <a:lnTo>
                    <a:pt x="117792" y="308430"/>
                  </a:lnTo>
                  <a:lnTo>
                    <a:pt x="112246" y="303727"/>
                  </a:lnTo>
                  <a:lnTo>
                    <a:pt x="108117" y="280587"/>
                  </a:lnTo>
                  <a:lnTo>
                    <a:pt x="93315" y="274047"/>
                  </a:lnTo>
                  <a:lnTo>
                    <a:pt x="76204" y="223909"/>
                  </a:lnTo>
                  <a:lnTo>
                    <a:pt x="66869" y="216117"/>
                  </a:lnTo>
                  <a:lnTo>
                    <a:pt x="61494" y="213358"/>
                  </a:lnTo>
                  <a:lnTo>
                    <a:pt x="61550" y="207519"/>
                  </a:lnTo>
                  <a:lnTo>
                    <a:pt x="59551" y="194955"/>
                  </a:lnTo>
                  <a:lnTo>
                    <a:pt x="52424" y="184693"/>
                  </a:lnTo>
                  <a:lnTo>
                    <a:pt x="51564" y="178401"/>
                  </a:lnTo>
                  <a:lnTo>
                    <a:pt x="51827" y="172623"/>
                  </a:lnTo>
                  <a:lnTo>
                    <a:pt x="44055" y="166509"/>
                  </a:lnTo>
                  <a:lnTo>
                    <a:pt x="39601" y="168768"/>
                  </a:lnTo>
                  <a:lnTo>
                    <a:pt x="36139" y="169285"/>
                  </a:lnTo>
                  <a:lnTo>
                    <a:pt x="36123" y="163870"/>
                  </a:lnTo>
                  <a:lnTo>
                    <a:pt x="38622" y="160552"/>
                  </a:lnTo>
                  <a:lnTo>
                    <a:pt x="37284" y="157840"/>
                  </a:lnTo>
                  <a:lnTo>
                    <a:pt x="40302" y="153103"/>
                  </a:lnTo>
                  <a:lnTo>
                    <a:pt x="34591" y="147257"/>
                  </a:lnTo>
                  <a:lnTo>
                    <a:pt x="29378" y="137700"/>
                  </a:lnTo>
                  <a:lnTo>
                    <a:pt x="28168" y="126373"/>
                  </a:lnTo>
                  <a:lnTo>
                    <a:pt x="20823" y="125650"/>
                  </a:lnTo>
                  <a:lnTo>
                    <a:pt x="17710" y="120238"/>
                  </a:lnTo>
                  <a:lnTo>
                    <a:pt x="14099" y="100991"/>
                  </a:lnTo>
                  <a:lnTo>
                    <a:pt x="12697" y="39639"/>
                  </a:lnTo>
                  <a:lnTo>
                    <a:pt x="3676" y="29171"/>
                  </a:lnTo>
                  <a:lnTo>
                    <a:pt x="0" y="20921"/>
                  </a:lnTo>
                  <a:lnTo>
                    <a:pt x="4009" y="19017"/>
                  </a:lnTo>
                  <a:lnTo>
                    <a:pt x="7305" y="16137"/>
                  </a:lnTo>
                  <a:lnTo>
                    <a:pt x="24218" y="5353"/>
                  </a:lnTo>
                  <a:lnTo>
                    <a:pt x="31886" y="2164"/>
                  </a:lnTo>
                  <a:lnTo>
                    <a:pt x="33695" y="3958"/>
                  </a:lnTo>
                  <a:lnTo>
                    <a:pt x="45342" y="0"/>
                  </a:lnTo>
                  <a:lnTo>
                    <a:pt x="48940" y="1184"/>
                  </a:lnTo>
                  <a:lnTo>
                    <a:pt x="52894" y="3995"/>
                  </a:lnTo>
                  <a:lnTo>
                    <a:pt x="57026" y="15607"/>
                  </a:lnTo>
                  <a:lnTo>
                    <a:pt x="54976" y="19939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h6527"/>
            <p:cNvSpPr/>
            <p:nvPr/>
          </p:nvSpPr>
          <p:spPr>
            <a:xfrm>
              <a:off x="9311114" y="1424953"/>
              <a:ext cx="14422" cy="18136"/>
            </a:xfrm>
            <a:custGeom>
              <a:avLst/>
              <a:pathLst>
                <a:path w="14422" h="18136">
                  <a:moveTo>
                    <a:pt x="7158" y="6959"/>
                  </a:move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lnTo>
                    <a:pt x="3699" y="376"/>
                  </a:lnTo>
                  <a:lnTo>
                    <a:pt x="5910" y="238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h6528"/>
            <p:cNvSpPr/>
            <p:nvPr/>
          </p:nvSpPr>
          <p:spPr>
            <a:xfrm>
              <a:off x="9206568" y="1316558"/>
              <a:ext cx="122978" cy="161259"/>
            </a:xfrm>
            <a:custGeom>
              <a:avLst/>
              <a:pathLst>
                <a:path w="122978" h="161259">
                  <a:moveTo>
                    <a:pt x="117607" y="9696"/>
                  </a:moveTo>
                  <a:lnTo>
                    <a:pt x="112964" y="12043"/>
                  </a:lnTo>
                  <a:lnTo>
                    <a:pt x="112513" y="21204"/>
                  </a:lnTo>
                  <a:lnTo>
                    <a:pt x="111030" y="27173"/>
                  </a:lnTo>
                  <a:lnTo>
                    <a:pt x="110591" y="28535"/>
                  </a:lnTo>
                  <a:lnTo>
                    <a:pt x="107275" y="29315"/>
                  </a:lnTo>
                  <a:lnTo>
                    <a:pt x="104097" y="26751"/>
                  </a:lnTo>
                  <a:lnTo>
                    <a:pt x="98533" y="27519"/>
                  </a:lnTo>
                  <a:lnTo>
                    <a:pt x="97957" y="29082"/>
                  </a:lnTo>
                  <a:lnTo>
                    <a:pt x="98400" y="32596"/>
                  </a:lnTo>
                  <a:lnTo>
                    <a:pt x="94150" y="38145"/>
                  </a:lnTo>
                  <a:lnTo>
                    <a:pt x="94429" y="42514"/>
                  </a:lnTo>
                  <a:lnTo>
                    <a:pt x="93776" y="44384"/>
                  </a:lnTo>
                  <a:lnTo>
                    <a:pt x="85995" y="51060"/>
                  </a:lnTo>
                  <a:lnTo>
                    <a:pt x="83948" y="54813"/>
                  </a:lnTo>
                  <a:lnTo>
                    <a:pt x="91137" y="63591"/>
                  </a:lnTo>
                  <a:lnTo>
                    <a:pt x="89322" y="67249"/>
                  </a:lnTo>
                  <a:lnTo>
                    <a:pt x="91491" y="80468"/>
                  </a:lnTo>
                  <a:lnTo>
                    <a:pt x="89973" y="85377"/>
                  </a:lnTo>
                  <a:lnTo>
                    <a:pt x="89319" y="94797"/>
                  </a:lnTo>
                  <a:lnTo>
                    <a:pt x="91841" y="98366"/>
                  </a:lnTo>
                  <a:lnTo>
                    <a:pt x="94451" y="100316"/>
                  </a:lnTo>
                  <a:lnTo>
                    <a:pt x="101229" y="102500"/>
                  </a:lnTo>
                  <a:lnTo>
                    <a:pt x="102645" y="106822"/>
                  </a:lnTo>
                  <a:lnTo>
                    <a:pt x="104439" y="108449"/>
                  </a:lnTo>
                  <a:lnTo>
                    <a:pt x="102042" y="117888"/>
                  </a:lnTo>
                  <a:lnTo>
                    <a:pt x="102428" y="120961"/>
                  </a:lnTo>
                  <a:lnTo>
                    <a:pt x="104486" y="125320"/>
                  </a:lnTo>
                  <a:lnTo>
                    <a:pt x="104893" y="130133"/>
                  </a:lnTo>
                  <a:lnTo>
                    <a:pt x="103013" y="133177"/>
                  </a:lnTo>
                  <a:lnTo>
                    <a:pt x="101824" y="133292"/>
                  </a:lnTo>
                  <a:lnTo>
                    <a:pt x="100109" y="131866"/>
                  </a:lnTo>
                  <a:lnTo>
                    <a:pt x="99329" y="132057"/>
                  </a:lnTo>
                  <a:lnTo>
                    <a:pt x="97003" y="136787"/>
                  </a:lnTo>
                  <a:lnTo>
                    <a:pt x="95279" y="142893"/>
                  </a:lnTo>
                  <a:lnTo>
                    <a:pt x="95848" y="149883"/>
                  </a:lnTo>
                  <a:lnTo>
                    <a:pt x="94932" y="154751"/>
                  </a:lnTo>
                  <a:lnTo>
                    <a:pt x="93877" y="155353"/>
                  </a:lnTo>
                  <a:lnTo>
                    <a:pt x="93110" y="157681"/>
                  </a:lnTo>
                  <a:lnTo>
                    <a:pt x="94700" y="159125"/>
                  </a:lnTo>
                  <a:lnTo>
                    <a:pt x="80982" y="161259"/>
                  </a:lnTo>
                  <a:lnTo>
                    <a:pt x="77620" y="150490"/>
                  </a:lnTo>
                  <a:lnTo>
                    <a:pt x="75128" y="151212"/>
                  </a:lnTo>
                  <a:lnTo>
                    <a:pt x="73854" y="146767"/>
                  </a:lnTo>
                  <a:lnTo>
                    <a:pt x="74203" y="136570"/>
                  </a:lnTo>
                  <a:lnTo>
                    <a:pt x="75737" y="122956"/>
                  </a:lnTo>
                  <a:lnTo>
                    <a:pt x="77787" y="118623"/>
                  </a:lnTo>
                  <a:lnTo>
                    <a:pt x="73655" y="107012"/>
                  </a:lnTo>
                  <a:lnTo>
                    <a:pt x="69701" y="104201"/>
                  </a:lnTo>
                  <a:lnTo>
                    <a:pt x="66103" y="103016"/>
                  </a:lnTo>
                  <a:lnTo>
                    <a:pt x="54456" y="106975"/>
                  </a:lnTo>
                  <a:lnTo>
                    <a:pt x="52647" y="105181"/>
                  </a:lnTo>
                  <a:lnTo>
                    <a:pt x="44979" y="108370"/>
                  </a:lnTo>
                  <a:lnTo>
                    <a:pt x="28066" y="119154"/>
                  </a:lnTo>
                  <a:lnTo>
                    <a:pt x="24770" y="122034"/>
                  </a:lnTo>
                  <a:lnTo>
                    <a:pt x="20760" y="123938"/>
                  </a:lnTo>
                  <a:lnTo>
                    <a:pt x="0" y="77767"/>
                  </a:lnTo>
                  <a:lnTo>
                    <a:pt x="1902" y="30022"/>
                  </a:lnTo>
                  <a:lnTo>
                    <a:pt x="4303" y="0"/>
                  </a:lnTo>
                  <a:lnTo>
                    <a:pt x="122978" y="103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h6529"/>
            <p:cNvSpPr/>
            <p:nvPr/>
          </p:nvSpPr>
          <p:spPr>
            <a:xfrm>
              <a:off x="9084544" y="1330328"/>
              <a:ext cx="40244" cy="41600"/>
            </a:xfrm>
            <a:custGeom>
              <a:avLst/>
              <a:pathLst>
                <a:path w="40244" h="41600">
                  <a:moveTo>
                    <a:pt x="4717" y="0"/>
                  </a:moveTo>
                  <a:lnTo>
                    <a:pt x="11064" y="2956"/>
                  </a:lnTo>
                  <a:lnTo>
                    <a:pt x="13115" y="6054"/>
                  </a:lnTo>
                  <a:lnTo>
                    <a:pt x="14045" y="10367"/>
                  </a:lnTo>
                  <a:lnTo>
                    <a:pt x="18258" y="11805"/>
                  </a:lnTo>
                  <a:lnTo>
                    <a:pt x="13691" y="13728"/>
                  </a:lnTo>
                  <a:lnTo>
                    <a:pt x="13478" y="15752"/>
                  </a:lnTo>
                  <a:lnTo>
                    <a:pt x="26376" y="17108"/>
                  </a:lnTo>
                  <a:lnTo>
                    <a:pt x="40244" y="32575"/>
                  </a:lnTo>
                  <a:lnTo>
                    <a:pt x="17454" y="41600"/>
                  </a:lnTo>
                  <a:lnTo>
                    <a:pt x="17604" y="36273"/>
                  </a:lnTo>
                  <a:lnTo>
                    <a:pt x="15239" y="24498"/>
                  </a:lnTo>
                  <a:lnTo>
                    <a:pt x="13451" y="22102"/>
                  </a:lnTo>
                  <a:lnTo>
                    <a:pt x="7443" y="19285"/>
                  </a:lnTo>
                  <a:lnTo>
                    <a:pt x="4490" y="16847"/>
                  </a:lnTo>
                  <a:lnTo>
                    <a:pt x="0" y="130"/>
                  </a:lnTo>
                  <a:lnTo>
                    <a:pt x="341" y="100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h6530"/>
            <p:cNvSpPr/>
            <p:nvPr/>
          </p:nvSpPr>
          <p:spPr>
            <a:xfrm>
              <a:off x="9421157" y="2044712"/>
              <a:ext cx="13057" cy="9737"/>
            </a:xfrm>
            <a:custGeom>
              <a:avLst/>
              <a:pathLst>
                <a:path w="13057" h="9737">
                  <a:moveTo>
                    <a:pt x="12125" y="9736"/>
                  </a:moveTo>
                  <a:lnTo>
                    <a:pt x="7457" y="6060"/>
                  </a:lnTo>
                  <a:lnTo>
                    <a:pt x="2263" y="4239"/>
                  </a:ln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h6531"/>
            <p:cNvSpPr/>
            <p:nvPr/>
          </p:nvSpPr>
          <p:spPr>
            <a:xfrm>
              <a:off x="9424519" y="2040089"/>
              <a:ext cx="4367" cy="4312"/>
            </a:xfrm>
            <a:custGeom>
              <a:avLst/>
              <a:pathLst>
                <a:path w="4367" h="4312">
                  <a:moveTo>
                    <a:pt x="0" y="0"/>
                  </a:moveTo>
                  <a:lnTo>
                    <a:pt x="4145" y="2989"/>
                  </a:ln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h6532"/>
            <p:cNvSpPr/>
            <p:nvPr/>
          </p:nvSpPr>
          <p:spPr>
            <a:xfrm>
              <a:off x="9315042" y="1990647"/>
              <a:ext cx="430" cy="1480"/>
            </a:xfrm>
            <a:custGeom>
              <a:avLst/>
              <a:pathLst>
                <a:path w="430" h="1480">
                  <a:moveTo>
                    <a:pt x="0" y="1056"/>
                  </a:moveTo>
                  <a:lnTo>
                    <a:pt x="308" y="0"/>
                  </a:lnTo>
                  <a:lnTo>
                    <a:pt x="430" y="148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h6533"/>
            <p:cNvSpPr/>
            <p:nvPr/>
          </p:nvSpPr>
          <p:spPr>
            <a:xfrm>
              <a:off x="9306134" y="1985347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h6534"/>
            <p:cNvSpPr/>
            <p:nvPr/>
          </p:nvSpPr>
          <p:spPr>
            <a:xfrm>
              <a:off x="9239542" y="1885779"/>
              <a:ext cx="340198" cy="191740"/>
            </a:xfrm>
            <a:custGeom>
              <a:avLst/>
              <a:pathLst>
                <a:path w="340198" h="191740">
                  <a:moveTo>
                    <a:pt x="250145" y="40653"/>
                  </a:moveTo>
                  <a:lnTo>
                    <a:pt x="253134" y="46019"/>
                  </a:lnTo>
                  <a:lnTo>
                    <a:pt x="254586" y="47573"/>
                  </a:lnTo>
                  <a:lnTo>
                    <a:pt x="256562" y="47742"/>
                  </a:lnTo>
                  <a:lnTo>
                    <a:pt x="261039" y="55114"/>
                  </a:lnTo>
                  <a:lnTo>
                    <a:pt x="263319" y="56242"/>
                  </a:lnTo>
                  <a:lnTo>
                    <a:pt x="264652" y="56027"/>
                  </a:lnTo>
                  <a:lnTo>
                    <a:pt x="272210" y="59451"/>
                  </a:lnTo>
                  <a:lnTo>
                    <a:pt x="280899" y="64785"/>
                  </a:lnTo>
                  <a:lnTo>
                    <a:pt x="285095" y="68578"/>
                  </a:lnTo>
                  <a:lnTo>
                    <a:pt x="288437" y="75272"/>
                  </a:lnTo>
                  <a:lnTo>
                    <a:pt x="288518" y="83606"/>
                  </a:lnTo>
                  <a:lnTo>
                    <a:pt x="289805" y="89080"/>
                  </a:lnTo>
                  <a:lnTo>
                    <a:pt x="293056" y="93951"/>
                  </a:lnTo>
                  <a:lnTo>
                    <a:pt x="295775" y="96453"/>
                  </a:lnTo>
                  <a:lnTo>
                    <a:pt x="298200" y="103608"/>
                  </a:lnTo>
                  <a:lnTo>
                    <a:pt x="299640" y="105665"/>
                  </a:lnTo>
                  <a:lnTo>
                    <a:pt x="297634" y="109797"/>
                  </a:lnTo>
                  <a:lnTo>
                    <a:pt x="297760" y="111108"/>
                  </a:lnTo>
                  <a:lnTo>
                    <a:pt x="309429" y="120444"/>
                  </a:lnTo>
                  <a:lnTo>
                    <a:pt x="317770" y="122612"/>
                  </a:lnTo>
                  <a:lnTo>
                    <a:pt x="323701" y="126001"/>
                  </a:lnTo>
                  <a:lnTo>
                    <a:pt x="324905" y="127988"/>
                  </a:lnTo>
                  <a:lnTo>
                    <a:pt x="324774" y="129003"/>
                  </a:lnTo>
                  <a:lnTo>
                    <a:pt x="323669" y="129599"/>
                  </a:lnTo>
                  <a:lnTo>
                    <a:pt x="322071" y="129093"/>
                  </a:lnTo>
                  <a:lnTo>
                    <a:pt x="318283" y="133020"/>
                  </a:lnTo>
                  <a:lnTo>
                    <a:pt x="317183" y="136408"/>
                  </a:lnTo>
                  <a:lnTo>
                    <a:pt x="316941" y="140059"/>
                  </a:lnTo>
                  <a:lnTo>
                    <a:pt x="317539" y="141987"/>
                  </a:lnTo>
                  <a:lnTo>
                    <a:pt x="322518" y="147736"/>
                  </a:lnTo>
                  <a:lnTo>
                    <a:pt x="322407" y="149234"/>
                  </a:lnTo>
                  <a:lnTo>
                    <a:pt x="323224" y="150359"/>
                  </a:lnTo>
                  <a:lnTo>
                    <a:pt x="328647" y="156434"/>
                  </a:lnTo>
                  <a:lnTo>
                    <a:pt x="330826" y="157989"/>
                  </a:lnTo>
                  <a:lnTo>
                    <a:pt x="331657" y="163670"/>
                  </a:lnTo>
                  <a:lnTo>
                    <a:pt x="328323" y="165932"/>
                  </a:lnTo>
                  <a:lnTo>
                    <a:pt x="326075" y="170977"/>
                  </a:lnTo>
                  <a:lnTo>
                    <a:pt x="331802" y="177014"/>
                  </a:lnTo>
                  <a:lnTo>
                    <a:pt x="340198" y="191740"/>
                  </a:lnTo>
                  <a:lnTo>
                    <a:pt x="339223" y="191643"/>
                  </a:lnTo>
                  <a:lnTo>
                    <a:pt x="211232" y="185174"/>
                  </a:lnTo>
                  <a:lnTo>
                    <a:pt x="209931" y="185094"/>
                  </a:lnTo>
                  <a:lnTo>
                    <a:pt x="199717" y="173788"/>
                  </a:lnTo>
                  <a:lnTo>
                    <a:pt x="194543" y="171298"/>
                  </a:lnTo>
                  <a:lnTo>
                    <a:pt x="197196" y="168727"/>
                  </a:lnTo>
                  <a:lnTo>
                    <a:pt x="198365" y="169185"/>
                  </a:lnTo>
                  <a:lnTo>
                    <a:pt x="200607" y="172708"/>
                  </a:lnTo>
                  <a:lnTo>
                    <a:pt x="203195" y="171724"/>
                  </a:lnTo>
                  <a:lnTo>
                    <a:pt x="194782" y="158207"/>
                  </a:lnTo>
                  <a:lnTo>
                    <a:pt x="194425" y="152541"/>
                  </a:lnTo>
                  <a:lnTo>
                    <a:pt x="195243" y="152221"/>
                  </a:lnTo>
                  <a:lnTo>
                    <a:pt x="196608" y="152864"/>
                  </a:lnTo>
                  <a:lnTo>
                    <a:pt x="197015" y="152381"/>
                  </a:lnTo>
                  <a:lnTo>
                    <a:pt x="195286" y="151659"/>
                  </a:lnTo>
                  <a:lnTo>
                    <a:pt x="192297" y="152068"/>
                  </a:lnTo>
                  <a:lnTo>
                    <a:pt x="191264" y="155526"/>
                  </a:lnTo>
                  <a:lnTo>
                    <a:pt x="190403" y="155982"/>
                  </a:lnTo>
                  <a:lnTo>
                    <a:pt x="187680" y="155639"/>
                  </a:lnTo>
                  <a:lnTo>
                    <a:pt x="184216" y="152396"/>
                  </a:lnTo>
                  <a:lnTo>
                    <a:pt x="186229" y="151527"/>
                  </a:lnTo>
                  <a:lnTo>
                    <a:pt x="189561" y="151706"/>
                  </a:lnTo>
                  <a:lnTo>
                    <a:pt x="196226" y="144922"/>
                  </a:lnTo>
                  <a:lnTo>
                    <a:pt x="197259" y="140874"/>
                  </a:lnTo>
                  <a:lnTo>
                    <a:pt x="196930" y="135474"/>
                  </a:lnTo>
                  <a:lnTo>
                    <a:pt x="196011" y="131464"/>
                  </a:lnTo>
                  <a:lnTo>
                    <a:pt x="194562" y="128682"/>
                  </a:lnTo>
                  <a:lnTo>
                    <a:pt x="193503" y="128671"/>
                  </a:lnTo>
                  <a:lnTo>
                    <a:pt x="191953" y="131422"/>
                  </a:lnTo>
                  <a:lnTo>
                    <a:pt x="190047" y="137023"/>
                  </a:lnTo>
                  <a:lnTo>
                    <a:pt x="190376" y="139985"/>
                  </a:lnTo>
                  <a:lnTo>
                    <a:pt x="189182" y="145262"/>
                  </a:lnTo>
                  <a:lnTo>
                    <a:pt x="186112" y="146848"/>
                  </a:lnTo>
                  <a:lnTo>
                    <a:pt x="185028" y="146720"/>
                  </a:lnTo>
                  <a:lnTo>
                    <a:pt x="183896" y="145469"/>
                  </a:lnTo>
                  <a:lnTo>
                    <a:pt x="183010" y="146352"/>
                  </a:lnTo>
                  <a:lnTo>
                    <a:pt x="181719" y="151208"/>
                  </a:lnTo>
                  <a:lnTo>
                    <a:pt x="181331" y="156419"/>
                  </a:lnTo>
                  <a:lnTo>
                    <a:pt x="179582" y="156247"/>
                  </a:lnTo>
                  <a:lnTo>
                    <a:pt x="175375" y="152591"/>
                  </a:lnTo>
                  <a:lnTo>
                    <a:pt x="171115" y="150174"/>
                  </a:lnTo>
                  <a:lnTo>
                    <a:pt x="165502" y="148628"/>
                  </a:lnTo>
                  <a:lnTo>
                    <a:pt x="164593" y="147320"/>
                  </a:lnTo>
                  <a:lnTo>
                    <a:pt x="165806" y="146379"/>
                  </a:lnTo>
                  <a:lnTo>
                    <a:pt x="167903" y="148215"/>
                  </a:lnTo>
                  <a:lnTo>
                    <a:pt x="168891" y="147949"/>
                  </a:lnTo>
                  <a:lnTo>
                    <a:pt x="168453" y="146574"/>
                  </a:lnTo>
                  <a:lnTo>
                    <a:pt x="162348" y="145422"/>
                  </a:lnTo>
                  <a:lnTo>
                    <a:pt x="158899" y="146588"/>
                  </a:lnTo>
                  <a:lnTo>
                    <a:pt x="151363" y="157989"/>
                  </a:lnTo>
                  <a:lnTo>
                    <a:pt x="147679" y="159201"/>
                  </a:lnTo>
                  <a:lnTo>
                    <a:pt x="143336" y="157229"/>
                  </a:lnTo>
                  <a:lnTo>
                    <a:pt x="141409" y="155681"/>
                  </a:lnTo>
                  <a:lnTo>
                    <a:pt x="136353" y="148862"/>
                  </a:lnTo>
                  <a:lnTo>
                    <a:pt x="139235" y="150268"/>
                  </a:lnTo>
                  <a:lnTo>
                    <a:pt x="141271" y="154838"/>
                  </a:lnTo>
                  <a:lnTo>
                    <a:pt x="146783" y="158187"/>
                  </a:lnTo>
                  <a:lnTo>
                    <a:pt x="138390" y="148697"/>
                  </a:lnTo>
                  <a:lnTo>
                    <a:pt x="136629" y="147667"/>
                  </a:lnTo>
                  <a:lnTo>
                    <a:pt x="134631" y="148217"/>
                  </a:lnTo>
                  <a:lnTo>
                    <a:pt x="132491" y="146706"/>
                  </a:lnTo>
                  <a:lnTo>
                    <a:pt x="127700" y="132254"/>
                  </a:lnTo>
                  <a:lnTo>
                    <a:pt x="124356" y="128203"/>
                  </a:lnTo>
                  <a:lnTo>
                    <a:pt x="120974" y="125391"/>
                  </a:lnTo>
                  <a:lnTo>
                    <a:pt x="115659" y="122485"/>
                  </a:lnTo>
                  <a:lnTo>
                    <a:pt x="110938" y="121186"/>
                  </a:lnTo>
                  <a:lnTo>
                    <a:pt x="108368" y="121667"/>
                  </a:lnTo>
                  <a:lnTo>
                    <a:pt x="107401" y="124091"/>
                  </a:lnTo>
                  <a:lnTo>
                    <a:pt x="105123" y="123979"/>
                  </a:lnTo>
                  <a:lnTo>
                    <a:pt x="101434" y="118567"/>
                  </a:lnTo>
                  <a:lnTo>
                    <a:pt x="99956" y="114143"/>
                  </a:lnTo>
                  <a:lnTo>
                    <a:pt x="97100" y="109561"/>
                  </a:lnTo>
                  <a:lnTo>
                    <a:pt x="90420" y="103942"/>
                  </a:lnTo>
                  <a:lnTo>
                    <a:pt x="81998" y="100632"/>
                  </a:lnTo>
                  <a:lnTo>
                    <a:pt x="78275" y="100368"/>
                  </a:lnTo>
                  <a:lnTo>
                    <a:pt x="76489" y="100985"/>
                  </a:lnTo>
                  <a:lnTo>
                    <a:pt x="62394" y="94298"/>
                  </a:lnTo>
                  <a:lnTo>
                    <a:pt x="61831" y="91855"/>
                  </a:lnTo>
                  <a:lnTo>
                    <a:pt x="60094" y="90489"/>
                  </a:lnTo>
                  <a:lnTo>
                    <a:pt x="57334" y="90600"/>
                  </a:lnTo>
                  <a:lnTo>
                    <a:pt x="56364" y="89100"/>
                  </a:lnTo>
                  <a:lnTo>
                    <a:pt x="57534" y="75144"/>
                  </a:lnTo>
                  <a:lnTo>
                    <a:pt x="56803" y="69580"/>
                  </a:lnTo>
                  <a:lnTo>
                    <a:pt x="55532" y="66465"/>
                  </a:lnTo>
                  <a:lnTo>
                    <a:pt x="47381" y="58653"/>
                  </a:lnTo>
                  <a:lnTo>
                    <a:pt x="32911" y="51433"/>
                  </a:lnTo>
                  <a:lnTo>
                    <a:pt x="29297" y="41984"/>
                  </a:lnTo>
                  <a:lnTo>
                    <a:pt x="25337" y="38304"/>
                  </a:lnTo>
                  <a:lnTo>
                    <a:pt x="23016" y="38224"/>
                  </a:lnTo>
                  <a:lnTo>
                    <a:pt x="22106" y="36833"/>
                  </a:lnTo>
                  <a:lnTo>
                    <a:pt x="23123" y="33215"/>
                  </a:lnTo>
                  <a:lnTo>
                    <a:pt x="22746" y="31707"/>
                  </a:lnTo>
                  <a:lnTo>
                    <a:pt x="21222" y="30091"/>
                  </a:lnTo>
                  <a:lnTo>
                    <a:pt x="19963" y="29515"/>
                  </a:lnTo>
                  <a:lnTo>
                    <a:pt x="18339" y="30382"/>
                  </a:lnTo>
                  <a:lnTo>
                    <a:pt x="17112" y="32205"/>
                  </a:lnTo>
                  <a:lnTo>
                    <a:pt x="17121" y="33438"/>
                  </a:lnTo>
                  <a:lnTo>
                    <a:pt x="13876" y="31446"/>
                  </a:lnTo>
                  <a:lnTo>
                    <a:pt x="13775" y="29060"/>
                  </a:lnTo>
                  <a:lnTo>
                    <a:pt x="12151" y="26755"/>
                  </a:lnTo>
                  <a:lnTo>
                    <a:pt x="9259" y="25162"/>
                  </a:lnTo>
                  <a:lnTo>
                    <a:pt x="6432" y="24958"/>
                  </a:lnTo>
                  <a:lnTo>
                    <a:pt x="5088" y="22784"/>
                  </a:lnTo>
                  <a:lnTo>
                    <a:pt x="3279" y="16504"/>
                  </a:lnTo>
                  <a:lnTo>
                    <a:pt x="0" y="9976"/>
                  </a:lnTo>
                  <a:lnTo>
                    <a:pt x="3051" y="8643"/>
                  </a:lnTo>
                  <a:lnTo>
                    <a:pt x="5819" y="10560"/>
                  </a:lnTo>
                  <a:lnTo>
                    <a:pt x="7527" y="12873"/>
                  </a:lnTo>
                  <a:lnTo>
                    <a:pt x="10971" y="13607"/>
                  </a:lnTo>
                  <a:lnTo>
                    <a:pt x="17583" y="13079"/>
                  </a:lnTo>
                  <a:lnTo>
                    <a:pt x="22650" y="14093"/>
                  </a:lnTo>
                  <a:lnTo>
                    <a:pt x="24072" y="15027"/>
                  </a:lnTo>
                  <a:lnTo>
                    <a:pt x="35367" y="18145"/>
                  </a:lnTo>
                  <a:lnTo>
                    <a:pt x="39476" y="20597"/>
                  </a:lnTo>
                  <a:lnTo>
                    <a:pt x="46105" y="22538"/>
                  </a:lnTo>
                  <a:lnTo>
                    <a:pt x="49591" y="23202"/>
                  </a:lnTo>
                  <a:lnTo>
                    <a:pt x="57357" y="22417"/>
                  </a:lnTo>
                  <a:lnTo>
                    <a:pt x="60618" y="24386"/>
                  </a:lnTo>
                  <a:lnTo>
                    <a:pt x="71023" y="20248"/>
                  </a:lnTo>
                  <a:lnTo>
                    <a:pt x="72133" y="21431"/>
                  </a:lnTo>
                  <a:lnTo>
                    <a:pt x="78821" y="20648"/>
                  </a:lnTo>
                  <a:lnTo>
                    <a:pt x="79937" y="17660"/>
                  </a:lnTo>
                  <a:lnTo>
                    <a:pt x="79109" y="15450"/>
                  </a:lnTo>
                  <a:lnTo>
                    <a:pt x="75492" y="17414"/>
                  </a:lnTo>
                  <a:lnTo>
                    <a:pt x="73563" y="19706"/>
                  </a:lnTo>
                  <a:lnTo>
                    <a:pt x="72819" y="20061"/>
                  </a:lnTo>
                  <a:lnTo>
                    <a:pt x="72734" y="19410"/>
                  </a:lnTo>
                  <a:lnTo>
                    <a:pt x="78368" y="14986"/>
                  </a:lnTo>
                  <a:lnTo>
                    <a:pt x="80695" y="14088"/>
                  </a:lnTo>
                  <a:lnTo>
                    <a:pt x="82116" y="14260"/>
                  </a:lnTo>
                  <a:lnTo>
                    <a:pt x="83454" y="16036"/>
                  </a:lnTo>
                  <a:lnTo>
                    <a:pt x="83122" y="17459"/>
                  </a:lnTo>
                  <a:lnTo>
                    <a:pt x="81737" y="18411"/>
                  </a:lnTo>
                  <a:lnTo>
                    <a:pt x="80277" y="21044"/>
                  </a:lnTo>
                  <a:lnTo>
                    <a:pt x="80080" y="24838"/>
                  </a:lnTo>
                  <a:lnTo>
                    <a:pt x="81735" y="29118"/>
                  </a:lnTo>
                  <a:lnTo>
                    <a:pt x="87388" y="35855"/>
                  </a:lnTo>
                  <a:lnTo>
                    <a:pt x="89116" y="36823"/>
                  </a:lnTo>
                  <a:lnTo>
                    <a:pt x="91618" y="36768"/>
                  </a:lnTo>
                  <a:lnTo>
                    <a:pt x="96098" y="40258"/>
                  </a:lnTo>
                  <a:lnTo>
                    <a:pt x="96806" y="41284"/>
                  </a:lnTo>
                  <a:lnTo>
                    <a:pt x="98141" y="49672"/>
                  </a:lnTo>
                  <a:lnTo>
                    <a:pt x="102139" y="49864"/>
                  </a:lnTo>
                  <a:lnTo>
                    <a:pt x="103571" y="48610"/>
                  </a:lnTo>
                  <a:lnTo>
                    <a:pt x="102313" y="47379"/>
                  </a:lnTo>
                  <a:lnTo>
                    <a:pt x="103127" y="46415"/>
                  </a:lnTo>
                  <a:lnTo>
                    <a:pt x="110351" y="41985"/>
                  </a:lnTo>
                  <a:lnTo>
                    <a:pt x="116424" y="43107"/>
                  </a:lnTo>
                  <a:lnTo>
                    <a:pt x="120443" y="40717"/>
                  </a:lnTo>
                  <a:lnTo>
                    <a:pt x="121708" y="36819"/>
                  </a:lnTo>
                  <a:lnTo>
                    <a:pt x="120816" y="34997"/>
                  </a:lnTo>
                  <a:lnTo>
                    <a:pt x="115352" y="30604"/>
                  </a:lnTo>
                  <a:lnTo>
                    <a:pt x="113707" y="30372"/>
                  </a:lnTo>
                  <a:lnTo>
                    <a:pt x="112990" y="31321"/>
                  </a:lnTo>
                  <a:lnTo>
                    <a:pt x="110052" y="32059"/>
                  </a:lnTo>
                  <a:lnTo>
                    <a:pt x="108767" y="26545"/>
                  </a:lnTo>
                  <a:lnTo>
                    <a:pt x="106439" y="23524"/>
                  </a:lnTo>
                  <a:lnTo>
                    <a:pt x="104805" y="24769"/>
                  </a:lnTo>
                  <a:lnTo>
                    <a:pt x="106781" y="26723"/>
                  </a:lnTo>
                  <a:lnTo>
                    <a:pt x="108067" y="29510"/>
                  </a:lnTo>
                  <a:lnTo>
                    <a:pt x="108530" y="32655"/>
                  </a:lnTo>
                  <a:lnTo>
                    <a:pt x="101529" y="35407"/>
                  </a:lnTo>
                  <a:lnTo>
                    <a:pt x="99913" y="35036"/>
                  </a:lnTo>
                  <a:lnTo>
                    <a:pt x="97619" y="33075"/>
                  </a:lnTo>
                  <a:lnTo>
                    <a:pt x="95198" y="21286"/>
                  </a:lnTo>
                  <a:lnTo>
                    <a:pt x="101046" y="14686"/>
                  </a:lnTo>
                  <a:lnTo>
                    <a:pt x="100919" y="13096"/>
                  </a:lnTo>
                  <a:lnTo>
                    <a:pt x="98088" y="12114"/>
                  </a:lnTo>
                  <a:lnTo>
                    <a:pt x="96134" y="10423"/>
                  </a:lnTo>
                  <a:lnTo>
                    <a:pt x="97393" y="10250"/>
                  </a:lnTo>
                  <a:lnTo>
                    <a:pt x="99525" y="11524"/>
                  </a:lnTo>
                  <a:lnTo>
                    <a:pt x="99097" y="9976"/>
                  </a:lnTo>
                  <a:lnTo>
                    <a:pt x="96796" y="7470"/>
                  </a:lnTo>
                  <a:lnTo>
                    <a:pt x="94368" y="8815"/>
                  </a:lnTo>
                  <a:lnTo>
                    <a:pt x="90293" y="9305"/>
                  </a:lnTo>
                  <a:lnTo>
                    <a:pt x="86850" y="12850"/>
                  </a:lnTo>
                  <a:lnTo>
                    <a:pt x="85879" y="11016"/>
                  </a:lnTo>
                  <a:lnTo>
                    <a:pt x="86211" y="7735"/>
                  </a:lnTo>
                  <a:lnTo>
                    <a:pt x="94155" y="0"/>
                  </a:lnTo>
                  <a:lnTo>
                    <a:pt x="246227" y="12204"/>
                  </a:lnTo>
                  <a:lnTo>
                    <a:pt x="246831" y="16132"/>
                  </a:lnTo>
                  <a:lnTo>
                    <a:pt x="244282" y="28428"/>
                  </a:lnTo>
                  <a:lnTo>
                    <a:pt x="245369" y="30350"/>
                  </a:lnTo>
                  <a:lnTo>
                    <a:pt x="249241" y="34078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h6535"/>
            <p:cNvSpPr/>
            <p:nvPr/>
          </p:nvSpPr>
          <p:spPr>
            <a:xfrm>
              <a:off x="9333520" y="1913423"/>
              <a:ext cx="3395" cy="5814"/>
            </a:xfrm>
            <a:custGeom>
              <a:avLst/>
              <a:pathLst>
                <a:path w="3395" h="5814">
                  <a:moveTo>
                    <a:pt x="41" y="138"/>
                  </a:moveTo>
                  <a:lnTo>
                    <a:pt x="803" y="0"/>
                  </a:lnTo>
                  <a:lnTo>
                    <a:pt x="1950" y="835"/>
                  </a:lnTo>
                  <a:lnTo>
                    <a:pt x="3395" y="5814"/>
                  </a:lnTo>
                  <a:lnTo>
                    <a:pt x="0" y="193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h6536"/>
            <p:cNvSpPr/>
            <p:nvPr/>
          </p:nvSpPr>
          <p:spPr>
            <a:xfrm>
              <a:off x="9326624" y="1913380"/>
              <a:ext cx="6387" cy="5701"/>
            </a:xfrm>
            <a:custGeom>
              <a:avLst/>
              <a:pathLst>
                <a:path w="6387" h="5701">
                  <a:moveTo>
                    <a:pt x="2675" y="0"/>
                  </a:moveTo>
                  <a:lnTo>
                    <a:pt x="6387" y="5701"/>
                  </a:lnTo>
                  <a:lnTo>
                    <a:pt x="2504" y="3175"/>
                  </a:lnTo>
                  <a:lnTo>
                    <a:pt x="23" y="2503"/>
                  </a:lnTo>
                  <a:lnTo>
                    <a:pt x="0" y="1082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h6537"/>
            <p:cNvSpPr/>
            <p:nvPr/>
          </p:nvSpPr>
          <p:spPr>
            <a:xfrm>
              <a:off x="9225586" y="1888642"/>
              <a:ext cx="5782" cy="5891"/>
            </a:xfrm>
            <a:custGeom>
              <a:avLst/>
              <a:pathLst>
                <a:path w="5782" h="5891">
                  <a:moveTo>
                    <a:pt x="2389" y="2054"/>
                  </a:move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lnTo>
                    <a:pt x="3847" y="5891"/>
                  </a:lnTo>
                  <a:lnTo>
                    <a:pt x="3826" y="3908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h6538"/>
            <p:cNvSpPr/>
            <p:nvPr/>
          </p:nvSpPr>
          <p:spPr>
            <a:xfrm>
              <a:off x="9225167" y="18888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h6539"/>
            <p:cNvSpPr/>
            <p:nvPr/>
          </p:nvSpPr>
          <p:spPr>
            <a:xfrm>
              <a:off x="9615488" y="2069448"/>
              <a:ext cx="981" cy="2061"/>
            </a:xfrm>
            <a:custGeom>
              <a:avLst/>
              <a:pathLst>
                <a:path w="981" h="2061">
                  <a:moveTo>
                    <a:pt x="981" y="2061"/>
                  </a:moveTo>
                  <a:lnTo>
                    <a:pt x="0" y="0"/>
                  </a:lnTo>
                  <a:lnTo>
                    <a:pt x="792" y="613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h6540"/>
            <p:cNvSpPr/>
            <p:nvPr/>
          </p:nvSpPr>
          <p:spPr>
            <a:xfrm>
              <a:off x="9573001" y="2036416"/>
              <a:ext cx="40854" cy="47744"/>
            </a:xfrm>
            <a:custGeom>
              <a:avLst/>
              <a:pathLst>
                <a:path w="40854" h="47744">
                  <a:moveTo>
                    <a:pt x="28476" y="30540"/>
                  </a:moveTo>
                  <a:lnTo>
                    <a:pt x="27998" y="41963"/>
                  </a:lnTo>
                  <a:lnTo>
                    <a:pt x="32346" y="44827"/>
                  </a:lnTo>
                  <a:lnTo>
                    <a:pt x="40854" y="47744"/>
                  </a:lnTo>
                  <a:lnTo>
                    <a:pt x="18728" y="42304"/>
                  </a:lnTo>
                  <a:lnTo>
                    <a:pt x="12380" y="41668"/>
                  </a:lnTo>
                  <a:lnTo>
                    <a:pt x="15866" y="38583"/>
                  </a:lnTo>
                  <a:lnTo>
                    <a:pt x="16085" y="36742"/>
                  </a:lnTo>
                  <a:lnTo>
                    <a:pt x="9980" y="29495"/>
                  </a:lnTo>
                  <a:lnTo>
                    <a:pt x="4400" y="24606"/>
                  </a:lnTo>
                  <a:lnTo>
                    <a:pt x="3332" y="21557"/>
                  </a:lnTo>
                  <a:lnTo>
                    <a:pt x="2031" y="10294"/>
                  </a:lnTo>
                  <a:lnTo>
                    <a:pt x="0" y="2369"/>
                  </a:lnTo>
                  <a:lnTo>
                    <a:pt x="94" y="1797"/>
                  </a:lnTo>
                  <a:lnTo>
                    <a:pt x="2135" y="1392"/>
                  </a:lnTo>
                  <a:lnTo>
                    <a:pt x="3349" y="0"/>
                  </a:lnTo>
                  <a:lnTo>
                    <a:pt x="10730" y="6447"/>
                  </a:lnTo>
                  <a:lnTo>
                    <a:pt x="13878" y="11794"/>
                  </a:lnTo>
                  <a:lnTo>
                    <a:pt x="18877" y="15790"/>
                  </a:lnTo>
                  <a:lnTo>
                    <a:pt x="20783" y="19241"/>
                  </a:lnTo>
                  <a:lnTo>
                    <a:pt x="29557" y="2556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h6541"/>
            <p:cNvSpPr/>
            <p:nvPr/>
          </p:nvSpPr>
          <p:spPr>
            <a:xfrm>
              <a:off x="9566239" y="2037725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h6542"/>
            <p:cNvSpPr/>
            <p:nvPr/>
          </p:nvSpPr>
          <p:spPr>
            <a:xfrm>
              <a:off x="9433752" y="2023634"/>
              <a:ext cx="1137" cy="3002"/>
            </a:xfrm>
            <a:custGeom>
              <a:avLst/>
              <a:pathLst>
                <a:path w="1137" h="3002">
                  <a:moveTo>
                    <a:pt x="881" y="939"/>
                  </a:moveTo>
                  <a:lnTo>
                    <a:pt x="1137" y="2596"/>
                  </a:lnTo>
                  <a:lnTo>
                    <a:pt x="575" y="3002"/>
                  </a:lnTo>
                  <a:lnTo>
                    <a:pt x="0" y="478"/>
                  </a:lnTo>
                  <a:lnTo>
                    <a:pt x="588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h6543"/>
            <p:cNvSpPr/>
            <p:nvPr/>
          </p:nvSpPr>
          <p:spPr>
            <a:xfrm>
              <a:off x="9433269" y="2021723"/>
              <a:ext cx="653" cy="1014"/>
            </a:xfrm>
            <a:custGeom>
              <a:avLst/>
              <a:pathLst>
                <a:path w="653" h="1014">
                  <a:moveTo>
                    <a:pt x="0" y="432"/>
                  </a:moveTo>
                  <a:lnTo>
                    <a:pt x="653" y="0"/>
                  </a:lnTo>
                  <a:lnTo>
                    <a:pt x="623" y="101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h6544"/>
            <p:cNvSpPr/>
            <p:nvPr/>
          </p:nvSpPr>
          <p:spPr>
            <a:xfrm>
              <a:off x="9567473" y="2018356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h6545"/>
            <p:cNvSpPr/>
            <p:nvPr/>
          </p:nvSpPr>
          <p:spPr>
            <a:xfrm>
              <a:off x="9568344" y="2016324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h6546"/>
            <p:cNvSpPr/>
            <p:nvPr/>
          </p:nvSpPr>
          <p:spPr>
            <a:xfrm>
              <a:off x="9552316" y="2002577"/>
              <a:ext cx="85" cy="190"/>
            </a:xfrm>
            <a:custGeom>
              <a:avLst/>
              <a:pathLst>
                <a:path w="85" h="190">
                  <a:moveTo>
                    <a:pt x="0" y="0"/>
                  </a:moveTo>
                  <a:lnTo>
                    <a:pt x="85" y="19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h6547"/>
            <p:cNvSpPr/>
            <p:nvPr/>
          </p:nvSpPr>
          <p:spPr>
            <a:xfrm>
              <a:off x="9548973" y="1991345"/>
              <a:ext cx="6174" cy="9714"/>
            </a:xfrm>
            <a:custGeom>
              <a:avLst/>
              <a:pathLst>
                <a:path w="6174" h="9714">
                  <a:moveTo>
                    <a:pt x="0" y="2143"/>
                  </a:move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lnTo>
                    <a:pt x="1862" y="8539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h6548"/>
            <p:cNvSpPr/>
            <p:nvPr/>
          </p:nvSpPr>
          <p:spPr>
            <a:xfrm>
              <a:off x="9572441" y="1969437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h6549"/>
            <p:cNvSpPr/>
            <p:nvPr/>
          </p:nvSpPr>
          <p:spPr>
            <a:xfrm>
              <a:off x="9486830" y="1916909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h6550"/>
            <p:cNvSpPr/>
            <p:nvPr/>
          </p:nvSpPr>
          <p:spPr>
            <a:xfrm>
              <a:off x="9485442" y="190951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h6551"/>
            <p:cNvSpPr/>
            <p:nvPr/>
          </p:nvSpPr>
          <p:spPr>
            <a:xfrm>
              <a:off x="9637673" y="2196529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h6552"/>
            <p:cNvSpPr/>
            <p:nvPr/>
          </p:nvSpPr>
          <p:spPr>
            <a:xfrm>
              <a:off x="9630977" y="2178947"/>
              <a:ext cx="203" cy="277"/>
            </a:xfrm>
            <a:custGeom>
              <a:avLst/>
              <a:pathLst>
                <a:path w="203" h="277">
                  <a:moveTo>
                    <a:pt x="0" y="222"/>
                  </a:moveTo>
                  <a:lnTo>
                    <a:pt x="92" y="0"/>
                  </a:lnTo>
                  <a:lnTo>
                    <a:pt x="203" y="27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h6553"/>
            <p:cNvSpPr/>
            <p:nvPr/>
          </p:nvSpPr>
          <p:spPr>
            <a:xfrm>
              <a:off x="9630816" y="2177433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h6554"/>
            <p:cNvSpPr/>
            <p:nvPr/>
          </p:nvSpPr>
          <p:spPr>
            <a:xfrm>
              <a:off x="9625833" y="2175656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h6555"/>
            <p:cNvSpPr/>
            <p:nvPr/>
          </p:nvSpPr>
          <p:spPr>
            <a:xfrm>
              <a:off x="9625248" y="217429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h6556"/>
            <p:cNvSpPr/>
            <p:nvPr/>
          </p:nvSpPr>
          <p:spPr>
            <a:xfrm>
              <a:off x="9627770" y="2169391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h6557"/>
            <p:cNvSpPr/>
            <p:nvPr/>
          </p:nvSpPr>
          <p:spPr>
            <a:xfrm>
              <a:off x="9621952" y="2165334"/>
              <a:ext cx="162" cy="177"/>
            </a:xfrm>
            <a:custGeom>
              <a:avLst/>
              <a:pathLst>
                <a:path w="162" h="177">
                  <a:moveTo>
                    <a:pt x="0" y="177"/>
                  </a:moveTo>
                  <a:lnTo>
                    <a:pt x="16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h6558"/>
            <p:cNvSpPr/>
            <p:nvPr/>
          </p:nvSpPr>
          <p:spPr>
            <a:xfrm>
              <a:off x="9578766" y="2077423"/>
              <a:ext cx="80213" cy="162350"/>
            </a:xfrm>
            <a:custGeom>
              <a:avLst/>
              <a:pathLst>
                <a:path w="80213" h="162350">
                  <a:moveTo>
                    <a:pt x="38702" y="39753"/>
                  </a:moveTo>
                  <a:lnTo>
                    <a:pt x="39790" y="47459"/>
                  </a:lnTo>
                  <a:lnTo>
                    <a:pt x="42385" y="55672"/>
                  </a:lnTo>
                  <a:lnTo>
                    <a:pt x="44317" y="57727"/>
                  </a:lnTo>
                  <a:lnTo>
                    <a:pt x="44880" y="60064"/>
                  </a:lnTo>
                  <a:lnTo>
                    <a:pt x="39698" y="73469"/>
                  </a:lnTo>
                  <a:lnTo>
                    <a:pt x="40668" y="78209"/>
                  </a:lnTo>
                  <a:lnTo>
                    <a:pt x="41635" y="79932"/>
                  </a:lnTo>
                  <a:lnTo>
                    <a:pt x="41702" y="88054"/>
                  </a:lnTo>
                  <a:lnTo>
                    <a:pt x="43121" y="89275"/>
                  </a:lnTo>
                  <a:lnTo>
                    <a:pt x="43862" y="96003"/>
                  </a:lnTo>
                  <a:lnTo>
                    <a:pt x="50016" y="101739"/>
                  </a:lnTo>
                  <a:lnTo>
                    <a:pt x="52363" y="102353"/>
                  </a:lnTo>
                  <a:lnTo>
                    <a:pt x="53487" y="105151"/>
                  </a:lnTo>
                  <a:lnTo>
                    <a:pt x="54792" y="115848"/>
                  </a:lnTo>
                  <a:lnTo>
                    <a:pt x="57578" y="120820"/>
                  </a:lnTo>
                  <a:lnTo>
                    <a:pt x="61905" y="126470"/>
                  </a:lnTo>
                  <a:lnTo>
                    <a:pt x="73100" y="129014"/>
                  </a:lnTo>
                  <a:lnTo>
                    <a:pt x="71514" y="136273"/>
                  </a:lnTo>
                  <a:lnTo>
                    <a:pt x="75778" y="149604"/>
                  </a:lnTo>
                  <a:lnTo>
                    <a:pt x="77907" y="151296"/>
                  </a:lnTo>
                  <a:lnTo>
                    <a:pt x="80213" y="155854"/>
                  </a:lnTo>
                  <a:lnTo>
                    <a:pt x="80059" y="157845"/>
                  </a:lnTo>
                  <a:lnTo>
                    <a:pt x="78873" y="158664"/>
                  </a:lnTo>
                  <a:lnTo>
                    <a:pt x="79182" y="162350"/>
                  </a:lnTo>
                  <a:lnTo>
                    <a:pt x="77158" y="161506"/>
                  </a:lnTo>
                  <a:lnTo>
                    <a:pt x="68866" y="136935"/>
                  </a:lnTo>
                  <a:lnTo>
                    <a:pt x="64006" y="133072"/>
                  </a:lnTo>
                  <a:lnTo>
                    <a:pt x="46638" y="139541"/>
                  </a:lnTo>
                  <a:lnTo>
                    <a:pt x="7663" y="107958"/>
                  </a:lnTo>
                  <a:lnTo>
                    <a:pt x="2125" y="36418"/>
                  </a:lnTo>
                  <a:lnTo>
                    <a:pt x="0" y="0"/>
                  </a:lnTo>
                  <a:lnTo>
                    <a:pt x="974" y="97"/>
                  </a:lnTo>
                  <a:lnTo>
                    <a:pt x="6616" y="662"/>
                  </a:lnTo>
                  <a:lnTo>
                    <a:pt x="12963" y="1297"/>
                  </a:lnTo>
                  <a:lnTo>
                    <a:pt x="35090" y="6737"/>
                  </a:lnTo>
                  <a:lnTo>
                    <a:pt x="33951" y="6953"/>
                  </a:lnTo>
                  <a:lnTo>
                    <a:pt x="31451" y="13414"/>
                  </a:lnTo>
                  <a:lnTo>
                    <a:pt x="31399" y="19023"/>
                  </a:lnTo>
                  <a:lnTo>
                    <a:pt x="38636" y="28039"/>
                  </a:lnTo>
                  <a:lnTo>
                    <a:pt x="39712" y="3324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h6559"/>
            <p:cNvSpPr/>
            <p:nvPr/>
          </p:nvSpPr>
          <p:spPr>
            <a:xfrm>
              <a:off x="9625189" y="2133964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h6560"/>
            <p:cNvSpPr/>
            <p:nvPr/>
          </p:nvSpPr>
          <p:spPr>
            <a:xfrm>
              <a:off x="9627279" y="2130560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h6561"/>
            <p:cNvSpPr/>
            <p:nvPr/>
          </p:nvSpPr>
          <p:spPr>
            <a:xfrm>
              <a:off x="9660055" y="2238551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h6562"/>
            <p:cNvSpPr/>
            <p:nvPr/>
          </p:nvSpPr>
          <p:spPr>
            <a:xfrm>
              <a:off x="9657337" y="22287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h6563"/>
            <p:cNvSpPr/>
            <p:nvPr/>
          </p:nvSpPr>
          <p:spPr>
            <a:xfrm>
              <a:off x="9639996" y="2196728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h6564"/>
            <p:cNvSpPr/>
            <p:nvPr/>
          </p:nvSpPr>
          <p:spPr>
            <a:xfrm>
              <a:off x="9675677" y="2184368"/>
              <a:ext cx="4977" cy="13856"/>
            </a:xfrm>
            <a:custGeom>
              <a:avLst/>
              <a:pathLst>
                <a:path w="4977" h="13856">
                  <a:moveTo>
                    <a:pt x="761" y="3548"/>
                  </a:move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lnTo>
                    <a:pt x="1659" y="12533"/>
                  </a:lnTo>
                  <a:lnTo>
                    <a:pt x="0" y="763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h6565"/>
            <p:cNvSpPr/>
            <p:nvPr/>
          </p:nvSpPr>
          <p:spPr>
            <a:xfrm>
              <a:off x="9648782" y="2182384"/>
              <a:ext cx="4652" cy="7696"/>
            </a:xfrm>
            <a:custGeom>
              <a:avLst/>
              <a:pathLst>
                <a:path w="4652" h="7696">
                  <a:moveTo>
                    <a:pt x="2661" y="7696"/>
                  </a:move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lnTo>
                    <a:pt x="4652" y="4367"/>
                  </a:lnTo>
                  <a:lnTo>
                    <a:pt x="4557" y="546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h6566"/>
            <p:cNvSpPr/>
            <p:nvPr/>
          </p:nvSpPr>
          <p:spPr>
            <a:xfrm>
              <a:off x="9650536" y="2178892"/>
              <a:ext cx="123" cy="587"/>
            </a:xfrm>
            <a:custGeom>
              <a:avLst/>
              <a:pathLst>
                <a:path w="123" h="587">
                  <a:moveTo>
                    <a:pt x="0" y="441"/>
                  </a:moveTo>
                  <a:lnTo>
                    <a:pt x="94" y="0"/>
                  </a:lnTo>
                  <a:lnTo>
                    <a:pt x="123" y="58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h6567"/>
            <p:cNvSpPr/>
            <p:nvPr/>
          </p:nvSpPr>
          <p:spPr>
            <a:xfrm>
              <a:off x="9649974" y="2178875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h6568"/>
            <p:cNvSpPr/>
            <p:nvPr/>
          </p:nvSpPr>
          <p:spPr>
            <a:xfrm>
              <a:off x="9631060" y="2140167"/>
              <a:ext cx="19209" cy="30141"/>
            </a:xfrm>
            <a:custGeom>
              <a:avLst/>
              <a:pathLst>
                <a:path w="19209" h="30141">
                  <a:moveTo>
                    <a:pt x="8973" y="15673"/>
                  </a:move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lnTo>
                    <a:pt x="17290" y="6019"/>
                  </a:ln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h6569"/>
            <p:cNvSpPr/>
            <p:nvPr/>
          </p:nvSpPr>
          <p:spPr>
            <a:xfrm>
              <a:off x="9638207" y="2141995"/>
              <a:ext cx="300" cy="264"/>
            </a:xfrm>
            <a:custGeom>
              <a:avLst/>
              <a:pathLst>
                <a:path w="300" h="264">
                  <a:moveTo>
                    <a:pt x="0" y="132"/>
                  </a:moveTo>
                  <a:lnTo>
                    <a:pt x="40" y="0"/>
                  </a:lnTo>
                  <a:lnTo>
                    <a:pt x="300" y="26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h6570"/>
            <p:cNvSpPr/>
            <p:nvPr/>
          </p:nvSpPr>
          <p:spPr>
            <a:xfrm>
              <a:off x="9732320" y="2433375"/>
              <a:ext cx="77835" cy="93570"/>
            </a:xfrm>
            <a:custGeom>
              <a:avLst/>
              <a:pathLst>
                <a:path w="77835" h="93570">
                  <a:moveTo>
                    <a:pt x="72956" y="17597"/>
                  </a:moveTo>
                  <a:lnTo>
                    <a:pt x="72834" y="19252"/>
                  </a:lnTo>
                  <a:lnTo>
                    <a:pt x="76911" y="26305"/>
                  </a:lnTo>
                  <a:lnTo>
                    <a:pt x="77835" y="33129"/>
                  </a:lnTo>
                  <a:lnTo>
                    <a:pt x="77724" y="38388"/>
                  </a:lnTo>
                  <a:lnTo>
                    <a:pt x="77494" y="45007"/>
                  </a:lnTo>
                  <a:lnTo>
                    <a:pt x="75921" y="51987"/>
                  </a:lnTo>
                  <a:lnTo>
                    <a:pt x="73143" y="57813"/>
                  </a:lnTo>
                  <a:lnTo>
                    <a:pt x="64061" y="67729"/>
                  </a:lnTo>
                  <a:lnTo>
                    <a:pt x="59500" y="70432"/>
                  </a:lnTo>
                  <a:lnTo>
                    <a:pt x="49223" y="72665"/>
                  </a:lnTo>
                  <a:lnTo>
                    <a:pt x="44012" y="76118"/>
                  </a:lnTo>
                  <a:lnTo>
                    <a:pt x="43043" y="79346"/>
                  </a:lnTo>
                  <a:lnTo>
                    <a:pt x="41893" y="80621"/>
                  </a:lnTo>
                  <a:lnTo>
                    <a:pt x="38724" y="81249"/>
                  </a:lnTo>
                  <a:lnTo>
                    <a:pt x="34741" y="83393"/>
                  </a:lnTo>
                  <a:lnTo>
                    <a:pt x="33334" y="84990"/>
                  </a:lnTo>
                  <a:lnTo>
                    <a:pt x="33030" y="86968"/>
                  </a:lnTo>
                  <a:lnTo>
                    <a:pt x="29052" y="90394"/>
                  </a:lnTo>
                  <a:lnTo>
                    <a:pt x="23507" y="90993"/>
                  </a:lnTo>
                  <a:lnTo>
                    <a:pt x="21913" y="92642"/>
                  </a:lnTo>
                  <a:lnTo>
                    <a:pt x="23210" y="93241"/>
                  </a:lnTo>
                  <a:lnTo>
                    <a:pt x="20755" y="93570"/>
                  </a:lnTo>
                  <a:lnTo>
                    <a:pt x="15419" y="93168"/>
                  </a:lnTo>
                  <a:lnTo>
                    <a:pt x="13511" y="92203"/>
                  </a:lnTo>
                  <a:lnTo>
                    <a:pt x="10003" y="89242"/>
                  </a:lnTo>
                  <a:lnTo>
                    <a:pt x="6383" y="84581"/>
                  </a:lnTo>
                  <a:lnTo>
                    <a:pt x="1719" y="74965"/>
                  </a:lnTo>
                  <a:lnTo>
                    <a:pt x="0" y="63760"/>
                  </a:lnTo>
                  <a:lnTo>
                    <a:pt x="19229" y="60933"/>
                  </a:lnTo>
                  <a:lnTo>
                    <a:pt x="21921" y="43803"/>
                  </a:lnTo>
                  <a:lnTo>
                    <a:pt x="29126" y="11453"/>
                  </a:lnTo>
                  <a:lnTo>
                    <a:pt x="49914" y="0"/>
                  </a:lnTo>
                  <a:lnTo>
                    <a:pt x="49984" y="1120"/>
                  </a:lnTo>
                  <a:lnTo>
                    <a:pt x="52109" y="3240"/>
                  </a:lnTo>
                  <a:lnTo>
                    <a:pt x="68797" y="11340"/>
                  </a:lnTo>
                  <a:lnTo>
                    <a:pt x="74281" y="15148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h6571"/>
            <p:cNvSpPr/>
            <p:nvPr/>
          </p:nvSpPr>
          <p:spPr>
            <a:xfrm>
              <a:off x="9572493" y="2259240"/>
              <a:ext cx="210102" cy="237895"/>
            </a:xfrm>
            <a:custGeom>
              <a:avLst/>
              <a:pathLst>
                <a:path w="210102" h="237895">
                  <a:moveTo>
                    <a:pt x="111416" y="30658"/>
                  </a:moveTo>
                  <a:lnTo>
                    <a:pt x="112618" y="33084"/>
                  </a:lnTo>
                  <a:lnTo>
                    <a:pt x="111840" y="38237"/>
                  </a:lnTo>
                  <a:lnTo>
                    <a:pt x="104278" y="49237"/>
                  </a:lnTo>
                  <a:lnTo>
                    <a:pt x="102623" y="55241"/>
                  </a:lnTo>
                  <a:lnTo>
                    <a:pt x="102401" y="63145"/>
                  </a:lnTo>
                  <a:lnTo>
                    <a:pt x="103099" y="67592"/>
                  </a:lnTo>
                  <a:lnTo>
                    <a:pt x="107300" y="74050"/>
                  </a:lnTo>
                  <a:lnTo>
                    <a:pt x="106226" y="80731"/>
                  </a:lnTo>
                  <a:lnTo>
                    <a:pt x="107148" y="86520"/>
                  </a:lnTo>
                  <a:lnTo>
                    <a:pt x="114033" y="99128"/>
                  </a:lnTo>
                  <a:lnTo>
                    <a:pt x="119279" y="104643"/>
                  </a:lnTo>
                  <a:lnTo>
                    <a:pt x="122149" y="105932"/>
                  </a:lnTo>
                  <a:lnTo>
                    <a:pt x="136469" y="110141"/>
                  </a:lnTo>
                  <a:lnTo>
                    <a:pt x="144677" y="110356"/>
                  </a:lnTo>
                  <a:lnTo>
                    <a:pt x="144224" y="111555"/>
                  </a:lnTo>
                  <a:lnTo>
                    <a:pt x="139453" y="113331"/>
                  </a:lnTo>
                  <a:lnTo>
                    <a:pt x="135473" y="110281"/>
                  </a:lnTo>
                  <a:lnTo>
                    <a:pt x="132838" y="110255"/>
                  </a:lnTo>
                  <a:lnTo>
                    <a:pt x="134153" y="117749"/>
                  </a:lnTo>
                  <a:lnTo>
                    <a:pt x="136786" y="118508"/>
                  </a:lnTo>
                  <a:lnTo>
                    <a:pt x="140956" y="117770"/>
                  </a:lnTo>
                  <a:lnTo>
                    <a:pt x="146858" y="110657"/>
                  </a:lnTo>
                  <a:lnTo>
                    <a:pt x="147649" y="106333"/>
                  </a:lnTo>
                  <a:lnTo>
                    <a:pt x="145777" y="102461"/>
                  </a:lnTo>
                  <a:lnTo>
                    <a:pt x="143998" y="93714"/>
                  </a:lnTo>
                  <a:lnTo>
                    <a:pt x="144879" y="92164"/>
                  </a:lnTo>
                  <a:lnTo>
                    <a:pt x="148897" y="89658"/>
                  </a:lnTo>
                  <a:lnTo>
                    <a:pt x="155713" y="91018"/>
                  </a:lnTo>
                  <a:lnTo>
                    <a:pt x="157312" y="96017"/>
                  </a:lnTo>
                  <a:lnTo>
                    <a:pt x="160557" y="100253"/>
                  </a:lnTo>
                  <a:lnTo>
                    <a:pt x="165814" y="104691"/>
                  </a:lnTo>
                  <a:lnTo>
                    <a:pt x="170458" y="107142"/>
                  </a:lnTo>
                  <a:lnTo>
                    <a:pt x="179043" y="114351"/>
                  </a:lnTo>
                  <a:lnTo>
                    <a:pt x="180889" y="128232"/>
                  </a:lnTo>
                  <a:lnTo>
                    <a:pt x="186726" y="130305"/>
                  </a:lnTo>
                  <a:lnTo>
                    <a:pt x="191962" y="129460"/>
                  </a:lnTo>
                  <a:lnTo>
                    <a:pt x="198188" y="127166"/>
                  </a:lnTo>
                  <a:lnTo>
                    <a:pt x="200395" y="131910"/>
                  </a:lnTo>
                  <a:lnTo>
                    <a:pt x="198781" y="135009"/>
                  </a:lnTo>
                  <a:lnTo>
                    <a:pt x="196723" y="136118"/>
                  </a:lnTo>
                  <a:lnTo>
                    <a:pt x="196162" y="142289"/>
                  </a:lnTo>
                  <a:lnTo>
                    <a:pt x="197447" y="144976"/>
                  </a:lnTo>
                  <a:lnTo>
                    <a:pt x="202846" y="149519"/>
                  </a:lnTo>
                  <a:lnTo>
                    <a:pt x="208320" y="156856"/>
                  </a:lnTo>
                  <a:lnTo>
                    <a:pt x="209152" y="161584"/>
                  </a:lnTo>
                  <a:lnTo>
                    <a:pt x="208475" y="166182"/>
                  </a:lnTo>
                  <a:lnTo>
                    <a:pt x="210102" y="171688"/>
                  </a:lnTo>
                  <a:lnTo>
                    <a:pt x="209742" y="174134"/>
                  </a:lnTo>
                  <a:lnTo>
                    <a:pt x="188954" y="185587"/>
                  </a:lnTo>
                  <a:lnTo>
                    <a:pt x="181748" y="217938"/>
                  </a:lnTo>
                  <a:lnTo>
                    <a:pt x="179056" y="235068"/>
                  </a:lnTo>
                  <a:lnTo>
                    <a:pt x="159827" y="237895"/>
                  </a:lnTo>
                  <a:lnTo>
                    <a:pt x="156953" y="223834"/>
                  </a:lnTo>
                  <a:lnTo>
                    <a:pt x="155837" y="213141"/>
                  </a:lnTo>
                  <a:lnTo>
                    <a:pt x="150131" y="203063"/>
                  </a:lnTo>
                  <a:lnTo>
                    <a:pt x="149306" y="199631"/>
                  </a:lnTo>
                  <a:lnTo>
                    <a:pt x="146476" y="193791"/>
                  </a:lnTo>
                  <a:lnTo>
                    <a:pt x="140878" y="184545"/>
                  </a:lnTo>
                  <a:lnTo>
                    <a:pt x="133997" y="178387"/>
                  </a:lnTo>
                  <a:lnTo>
                    <a:pt x="115800" y="168709"/>
                  </a:lnTo>
                  <a:lnTo>
                    <a:pt x="110004" y="164171"/>
                  </a:lnTo>
                  <a:lnTo>
                    <a:pt x="102718" y="156430"/>
                  </a:lnTo>
                  <a:lnTo>
                    <a:pt x="88495" y="137893"/>
                  </a:lnTo>
                  <a:lnTo>
                    <a:pt x="67033" y="114712"/>
                  </a:lnTo>
                  <a:lnTo>
                    <a:pt x="44795" y="98238"/>
                  </a:lnTo>
                  <a:lnTo>
                    <a:pt x="24963" y="85382"/>
                  </a:lnTo>
                  <a:lnTo>
                    <a:pt x="33177" y="90104"/>
                  </a:lnTo>
                  <a:lnTo>
                    <a:pt x="30804" y="88067"/>
                  </a:lnTo>
                  <a:lnTo>
                    <a:pt x="20489" y="82083"/>
                  </a:lnTo>
                  <a:lnTo>
                    <a:pt x="19744" y="79605"/>
                  </a:lnTo>
                  <a:lnTo>
                    <a:pt x="15646" y="74450"/>
                  </a:lnTo>
                  <a:lnTo>
                    <a:pt x="14039" y="73857"/>
                  </a:lnTo>
                  <a:lnTo>
                    <a:pt x="10799" y="74248"/>
                  </a:lnTo>
                  <a:lnTo>
                    <a:pt x="9571" y="73513"/>
                  </a:lnTo>
                  <a:lnTo>
                    <a:pt x="6802" y="70263"/>
                  </a:lnTo>
                  <a:lnTo>
                    <a:pt x="4816" y="57270"/>
                  </a:lnTo>
                  <a:lnTo>
                    <a:pt x="2798" y="54632"/>
                  </a:lnTo>
                  <a:lnTo>
                    <a:pt x="0" y="52779"/>
                  </a:lnTo>
                  <a:lnTo>
                    <a:pt x="93296" y="0"/>
                  </a:lnTo>
                  <a:lnTo>
                    <a:pt x="96266" y="1836"/>
                  </a:lnTo>
                  <a:lnTo>
                    <a:pt x="103236" y="8014"/>
                  </a:lnTo>
                  <a:lnTo>
                    <a:pt x="104141" y="13902"/>
                  </a:lnTo>
                  <a:lnTo>
                    <a:pt x="109696" y="22961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h6572"/>
            <p:cNvSpPr/>
            <p:nvPr/>
          </p:nvSpPr>
          <p:spPr>
            <a:xfrm>
              <a:off x="9572218" y="2336918"/>
              <a:ext cx="24941" cy="7494"/>
            </a:xfrm>
            <a:custGeom>
              <a:avLst/>
              <a:pathLst>
                <a:path w="24941" h="7494">
                  <a:moveTo>
                    <a:pt x="15852" y="3237"/>
                  </a:moveTo>
                  <a:lnTo>
                    <a:pt x="9985" y="1483"/>
                  </a:ln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h6573"/>
            <p:cNvSpPr/>
            <p:nvPr/>
          </p:nvSpPr>
          <p:spPr>
            <a:xfrm>
              <a:off x="9710175" y="2332357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h6574"/>
            <p:cNvSpPr/>
            <p:nvPr/>
          </p:nvSpPr>
          <p:spPr>
            <a:xfrm>
              <a:off x="9693268" y="2288844"/>
              <a:ext cx="2323" cy="3175"/>
            </a:xfrm>
            <a:custGeom>
              <a:avLst/>
              <a:pathLst>
                <a:path w="2323" h="3175">
                  <a:moveTo>
                    <a:pt x="1914" y="0"/>
                  </a:moveTo>
                  <a:lnTo>
                    <a:pt x="2323" y="445"/>
                  </a:ln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h6575"/>
            <p:cNvSpPr/>
            <p:nvPr/>
          </p:nvSpPr>
          <p:spPr>
            <a:xfrm>
              <a:off x="9694169" y="228760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h6576"/>
            <p:cNvSpPr/>
            <p:nvPr/>
          </p:nvSpPr>
          <p:spPr>
            <a:xfrm>
              <a:off x="9691765" y="2284642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h6577"/>
            <p:cNvSpPr/>
            <p:nvPr/>
          </p:nvSpPr>
          <p:spPr>
            <a:xfrm>
              <a:off x="9680792" y="2256920"/>
              <a:ext cx="19465" cy="28995"/>
            </a:xfrm>
            <a:custGeom>
              <a:avLst/>
              <a:pathLst>
                <a:path w="19465" h="28995">
                  <a:moveTo>
                    <a:pt x="13569" y="9399"/>
                  </a:move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lnTo>
                    <a:pt x="0" y="6090"/>
                  </a:ln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h6578"/>
            <p:cNvSpPr/>
            <p:nvPr/>
          </p:nvSpPr>
          <p:spPr>
            <a:xfrm>
              <a:off x="9703446" y="2257008"/>
              <a:ext cx="200" cy="409"/>
            </a:xfrm>
            <a:custGeom>
              <a:avLst/>
              <a:pathLst>
                <a:path w="200" h="409">
                  <a:moveTo>
                    <a:pt x="0" y="409"/>
                  </a:moveTo>
                  <a:lnTo>
                    <a:pt x="75" y="0"/>
                  </a:lnTo>
                  <a:lnTo>
                    <a:pt x="200" y="326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h6579"/>
            <p:cNvSpPr/>
            <p:nvPr/>
          </p:nvSpPr>
          <p:spPr>
            <a:xfrm>
              <a:off x="9760282" y="2348340"/>
              <a:ext cx="13835" cy="29186"/>
            </a:xfrm>
            <a:custGeom>
              <a:avLst/>
              <a:pathLst>
                <a:path w="13835" h="29186">
                  <a:moveTo>
                    <a:pt x="1261" y="13531"/>
                  </a:moveTo>
                  <a:lnTo>
                    <a:pt x="0" y="5350"/>
                  </a:lnTo>
                  <a:lnTo>
                    <a:pt x="730" y="0"/>
                  </a:ln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h6580"/>
            <p:cNvSpPr/>
            <p:nvPr/>
          </p:nvSpPr>
          <p:spPr>
            <a:xfrm>
              <a:off x="9716109" y="2356144"/>
              <a:ext cx="478" cy="366"/>
            </a:xfrm>
            <a:custGeom>
              <a:avLst/>
              <a:pathLst>
                <a:path w="478" h="366">
                  <a:moveTo>
                    <a:pt x="478" y="100"/>
                  </a:moveTo>
                  <a:lnTo>
                    <a:pt x="0" y="366"/>
                  </a:lnTo>
                  <a:lnTo>
                    <a:pt x="321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h6581"/>
            <p:cNvSpPr/>
            <p:nvPr/>
          </p:nvSpPr>
          <p:spPr>
            <a:xfrm>
              <a:off x="9712580" y="2335913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h6582"/>
            <p:cNvSpPr/>
            <p:nvPr/>
          </p:nvSpPr>
          <p:spPr>
            <a:xfrm>
              <a:off x="9711425" y="2327284"/>
              <a:ext cx="11668" cy="15489"/>
            </a:xfrm>
            <a:custGeom>
              <a:avLst/>
              <a:pathLst>
                <a:path w="11668" h="15489">
                  <a:moveTo>
                    <a:pt x="7225" y="14810"/>
                  </a:moveTo>
                  <a:lnTo>
                    <a:pt x="4762" y="15489"/>
                  </a:lnTo>
                  <a:lnTo>
                    <a:pt x="3426" y="11152"/>
                  </a:lnTo>
                  <a:lnTo>
                    <a:pt x="3741" y="9274"/>
                  </a:ln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h6583"/>
            <p:cNvSpPr/>
            <p:nvPr/>
          </p:nvSpPr>
          <p:spPr>
            <a:xfrm>
              <a:off x="9712243" y="2334832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h6584"/>
            <p:cNvSpPr/>
            <p:nvPr/>
          </p:nvSpPr>
          <p:spPr>
            <a:xfrm>
              <a:off x="9710000" y="2320071"/>
              <a:ext cx="5812" cy="7210"/>
            </a:xfrm>
            <a:custGeom>
              <a:avLst/>
              <a:pathLst>
                <a:path w="5812" h="7210">
                  <a:moveTo>
                    <a:pt x="2505" y="3190"/>
                  </a:moveTo>
                  <a:lnTo>
                    <a:pt x="0" y="2855"/>
                  </a:lnTo>
                  <a:lnTo>
                    <a:pt x="1627" y="484"/>
                  </a:lnTo>
                  <a:lnTo>
                    <a:pt x="2816" y="0"/>
                  </a:ln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h6585"/>
            <p:cNvSpPr/>
            <p:nvPr/>
          </p:nvSpPr>
          <p:spPr>
            <a:xfrm>
              <a:off x="9711439" y="2318955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h6586"/>
            <p:cNvSpPr/>
            <p:nvPr/>
          </p:nvSpPr>
          <p:spPr>
            <a:xfrm>
              <a:off x="9508498" y="2227873"/>
              <a:ext cx="23184" cy="86383"/>
            </a:xfrm>
            <a:custGeom>
              <a:avLst/>
              <a:pathLst>
                <a:path w="23184" h="86383">
                  <a:moveTo>
                    <a:pt x="12725" y="35400"/>
                  </a:move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lnTo>
                    <a:pt x="15049" y="74654"/>
                  </a:ln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h6587"/>
            <p:cNvSpPr/>
            <p:nvPr/>
          </p:nvSpPr>
          <p:spPr>
            <a:xfrm>
              <a:off x="9529060" y="2201440"/>
              <a:ext cx="5805" cy="24064"/>
            </a:xfrm>
            <a:custGeom>
              <a:avLst/>
              <a:pathLst>
                <a:path w="5805" h="24064">
                  <a:moveTo>
                    <a:pt x="1800" y="24064"/>
                  </a:moveTo>
                  <a:lnTo>
                    <a:pt x="478" y="23783"/>
                  </a:lnTo>
                  <a:lnTo>
                    <a:pt x="0" y="22526"/>
                  </a:ln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h6588"/>
            <p:cNvSpPr/>
            <p:nvPr/>
          </p:nvSpPr>
          <p:spPr>
            <a:xfrm>
              <a:off x="9534854" y="2178305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h6589"/>
            <p:cNvSpPr/>
            <p:nvPr/>
          </p:nvSpPr>
          <p:spPr>
            <a:xfrm>
              <a:off x="9536954" y="2316602"/>
              <a:ext cx="32538" cy="26550"/>
            </a:xfrm>
            <a:custGeom>
              <a:avLst/>
              <a:pathLst>
                <a:path w="32538" h="26550">
                  <a:moveTo>
                    <a:pt x="17483" y="3138"/>
                  </a:move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lnTo>
                    <a:pt x="11751" y="1840"/>
                  </a:lnTo>
                  <a:lnTo>
                    <a:pt x="14997" y="1434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h6590"/>
            <p:cNvSpPr/>
            <p:nvPr/>
          </p:nvSpPr>
          <p:spPr>
            <a:xfrm>
              <a:off x="9665757" y="2253001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h6591"/>
            <p:cNvSpPr/>
            <p:nvPr/>
          </p:nvSpPr>
          <p:spPr>
            <a:xfrm>
              <a:off x="9683151" y="2245044"/>
              <a:ext cx="1107" cy="1315"/>
            </a:xfrm>
            <a:custGeom>
              <a:avLst/>
              <a:pathLst>
                <a:path w="1107" h="1315">
                  <a:moveTo>
                    <a:pt x="0" y="1315"/>
                  </a:moveTo>
                  <a:lnTo>
                    <a:pt x="862" y="0"/>
                  </a:lnTo>
                  <a:lnTo>
                    <a:pt x="1107" y="292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h6592"/>
            <p:cNvSpPr/>
            <p:nvPr/>
          </p:nvSpPr>
          <p:spPr>
            <a:xfrm>
              <a:off x="9660320" y="2243038"/>
              <a:ext cx="182" cy="26"/>
            </a:xfrm>
            <a:custGeom>
              <a:avLst/>
              <a:pathLst>
                <a:path w="182" h="26">
                  <a:moveTo>
                    <a:pt x="0" y="26"/>
                  </a:moveTo>
                  <a:lnTo>
                    <a:pt x="182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h6593"/>
            <p:cNvSpPr/>
            <p:nvPr/>
          </p:nvSpPr>
          <p:spPr>
            <a:xfrm>
              <a:off x="9680445" y="2232512"/>
              <a:ext cx="5219" cy="5835"/>
            </a:xfrm>
            <a:custGeom>
              <a:avLst/>
              <a:pathLst>
                <a:path w="5219" h="5835">
                  <a:moveTo>
                    <a:pt x="0" y="3160"/>
                  </a:moveTo>
                  <a:lnTo>
                    <a:pt x="512" y="2049"/>
                  </a:lnTo>
                  <a:lnTo>
                    <a:pt x="2264" y="663"/>
                  </a:lnTo>
                  <a:lnTo>
                    <a:pt x="5219" y="0"/>
                  </a:ln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h6594"/>
            <p:cNvSpPr/>
            <p:nvPr/>
          </p:nvSpPr>
          <p:spPr>
            <a:xfrm>
              <a:off x="9450774" y="2070954"/>
              <a:ext cx="215014" cy="249214"/>
            </a:xfrm>
            <a:custGeom>
              <a:avLst/>
              <a:pathLst>
                <a:path w="215014" h="249214">
                  <a:moveTo>
                    <a:pt x="196858" y="143404"/>
                  </a:moveTo>
                  <a:lnTo>
                    <a:pt x="205149" y="167975"/>
                  </a:lnTo>
                  <a:lnTo>
                    <a:pt x="207174" y="168819"/>
                  </a:lnTo>
                  <a:lnTo>
                    <a:pt x="211554" y="181666"/>
                  </a:lnTo>
                  <a:lnTo>
                    <a:pt x="215014" y="188286"/>
                  </a:lnTo>
                  <a:lnTo>
                    <a:pt x="121718" y="241066"/>
                  </a:lnTo>
                  <a:lnTo>
                    <a:pt x="120856" y="240806"/>
                  </a:lnTo>
                  <a:lnTo>
                    <a:pt x="120146" y="242413"/>
                  </a:lnTo>
                  <a:lnTo>
                    <a:pt x="120710" y="244041"/>
                  </a:lnTo>
                  <a:lnTo>
                    <a:pt x="119678" y="245913"/>
                  </a:lnTo>
                  <a:lnTo>
                    <a:pt x="118512" y="246226"/>
                  </a:lnTo>
                  <a:lnTo>
                    <a:pt x="109516" y="244760"/>
                  </a:lnTo>
                  <a:lnTo>
                    <a:pt x="110946" y="247632"/>
                  </a:lnTo>
                  <a:lnTo>
                    <a:pt x="106700" y="249214"/>
                  </a:lnTo>
                  <a:lnTo>
                    <a:pt x="106172" y="247661"/>
                  </a:lnTo>
                  <a:lnTo>
                    <a:pt x="107215" y="240940"/>
                  </a:lnTo>
                  <a:lnTo>
                    <a:pt x="105139" y="233604"/>
                  </a:lnTo>
                  <a:lnTo>
                    <a:pt x="97092" y="221621"/>
                  </a:lnTo>
                  <a:lnTo>
                    <a:pt x="98195" y="222696"/>
                  </a:lnTo>
                  <a:lnTo>
                    <a:pt x="96730" y="219644"/>
                  </a:lnTo>
                  <a:lnTo>
                    <a:pt x="92706" y="215594"/>
                  </a:lnTo>
                  <a:lnTo>
                    <a:pt x="91718" y="215530"/>
                  </a:lnTo>
                  <a:lnTo>
                    <a:pt x="91780" y="218544"/>
                  </a:lnTo>
                  <a:lnTo>
                    <a:pt x="92829" y="219540"/>
                  </a:lnTo>
                  <a:lnTo>
                    <a:pt x="92449" y="220718"/>
                  </a:lnTo>
                  <a:lnTo>
                    <a:pt x="85389" y="220386"/>
                  </a:lnTo>
                  <a:lnTo>
                    <a:pt x="85066" y="214849"/>
                  </a:lnTo>
                  <a:lnTo>
                    <a:pt x="86113" y="210726"/>
                  </a:lnTo>
                  <a:lnTo>
                    <a:pt x="86758" y="211065"/>
                  </a:lnTo>
                  <a:lnTo>
                    <a:pt x="86756" y="208398"/>
                  </a:lnTo>
                  <a:lnTo>
                    <a:pt x="86028" y="207860"/>
                  </a:lnTo>
                  <a:lnTo>
                    <a:pt x="83299" y="209098"/>
                  </a:lnTo>
                  <a:lnTo>
                    <a:pt x="84217" y="217997"/>
                  </a:lnTo>
                  <a:lnTo>
                    <a:pt x="81606" y="218940"/>
                  </a:lnTo>
                  <a:lnTo>
                    <a:pt x="78455" y="213267"/>
                  </a:lnTo>
                  <a:lnTo>
                    <a:pt x="76428" y="203583"/>
                  </a:lnTo>
                  <a:lnTo>
                    <a:pt x="79826" y="196839"/>
                  </a:lnTo>
                  <a:lnTo>
                    <a:pt x="80062" y="187409"/>
                  </a:lnTo>
                  <a:lnTo>
                    <a:pt x="76882" y="192130"/>
                  </a:lnTo>
                  <a:lnTo>
                    <a:pt x="75447" y="196006"/>
                  </a:lnTo>
                  <a:lnTo>
                    <a:pt x="75079" y="204643"/>
                  </a:lnTo>
                  <a:lnTo>
                    <a:pt x="73656" y="211340"/>
                  </a:lnTo>
                  <a:lnTo>
                    <a:pt x="72686" y="208366"/>
                  </a:lnTo>
                  <a:lnTo>
                    <a:pt x="71265" y="210318"/>
                  </a:lnTo>
                  <a:lnTo>
                    <a:pt x="70266" y="209601"/>
                  </a:lnTo>
                  <a:lnTo>
                    <a:pt x="69204" y="206618"/>
                  </a:lnTo>
                  <a:lnTo>
                    <a:pt x="69524" y="204534"/>
                  </a:lnTo>
                  <a:lnTo>
                    <a:pt x="71268" y="203520"/>
                  </a:lnTo>
                  <a:lnTo>
                    <a:pt x="73021" y="198715"/>
                  </a:lnTo>
                  <a:lnTo>
                    <a:pt x="73098" y="196112"/>
                  </a:lnTo>
                  <a:lnTo>
                    <a:pt x="70865" y="195223"/>
                  </a:lnTo>
                  <a:lnTo>
                    <a:pt x="70696" y="192664"/>
                  </a:lnTo>
                  <a:lnTo>
                    <a:pt x="74947" y="191266"/>
                  </a:lnTo>
                  <a:lnTo>
                    <a:pt x="76748" y="187142"/>
                  </a:lnTo>
                  <a:lnTo>
                    <a:pt x="78491" y="179792"/>
                  </a:lnTo>
                  <a:lnTo>
                    <a:pt x="75962" y="179335"/>
                  </a:lnTo>
                  <a:lnTo>
                    <a:pt x="74733" y="180415"/>
                  </a:lnTo>
                  <a:lnTo>
                    <a:pt x="74699" y="176916"/>
                  </a:lnTo>
                  <a:lnTo>
                    <a:pt x="75890" y="171876"/>
                  </a:lnTo>
                  <a:lnTo>
                    <a:pt x="81096" y="160842"/>
                  </a:lnTo>
                  <a:lnTo>
                    <a:pt x="83563" y="160668"/>
                  </a:lnTo>
                  <a:lnTo>
                    <a:pt x="84400" y="158163"/>
                  </a:lnTo>
                  <a:lnTo>
                    <a:pt x="86057" y="145141"/>
                  </a:lnTo>
                  <a:lnTo>
                    <a:pt x="85875" y="144127"/>
                  </a:lnTo>
                  <a:lnTo>
                    <a:pt x="83882" y="144502"/>
                  </a:lnTo>
                  <a:lnTo>
                    <a:pt x="84081" y="141171"/>
                  </a:lnTo>
                  <a:lnTo>
                    <a:pt x="86755" y="129697"/>
                  </a:lnTo>
                  <a:lnTo>
                    <a:pt x="87378" y="130676"/>
                  </a:lnTo>
                  <a:lnTo>
                    <a:pt x="88091" y="130322"/>
                  </a:lnTo>
                  <a:lnTo>
                    <a:pt x="88465" y="126549"/>
                  </a:lnTo>
                  <a:lnTo>
                    <a:pt x="88870" y="106964"/>
                  </a:lnTo>
                  <a:lnTo>
                    <a:pt x="86650" y="103716"/>
                  </a:lnTo>
                  <a:lnTo>
                    <a:pt x="86204" y="99695"/>
                  </a:lnTo>
                  <a:lnTo>
                    <a:pt x="78352" y="70636"/>
                  </a:lnTo>
                  <a:lnTo>
                    <a:pt x="74331" y="64648"/>
                  </a:lnTo>
                  <a:lnTo>
                    <a:pt x="69922" y="61202"/>
                  </a:lnTo>
                  <a:lnTo>
                    <a:pt x="68556" y="61858"/>
                  </a:lnTo>
                  <a:lnTo>
                    <a:pt x="67958" y="61504"/>
                  </a:lnTo>
                  <a:lnTo>
                    <a:pt x="66668" y="59748"/>
                  </a:lnTo>
                  <a:lnTo>
                    <a:pt x="66038" y="53808"/>
                  </a:lnTo>
                  <a:lnTo>
                    <a:pt x="64201" y="48121"/>
                  </a:lnTo>
                  <a:lnTo>
                    <a:pt x="60824" y="42303"/>
                  </a:lnTo>
                  <a:lnTo>
                    <a:pt x="57258" y="38354"/>
                  </a:lnTo>
                  <a:lnTo>
                    <a:pt x="53382" y="36251"/>
                  </a:lnTo>
                  <a:lnTo>
                    <a:pt x="51354" y="36014"/>
                  </a:lnTo>
                  <a:lnTo>
                    <a:pt x="50144" y="36765"/>
                  </a:lnTo>
                  <a:lnTo>
                    <a:pt x="49675" y="38893"/>
                  </a:lnTo>
                  <a:lnTo>
                    <a:pt x="47774" y="39298"/>
                  </a:lnTo>
                  <a:lnTo>
                    <a:pt x="33878" y="27640"/>
                  </a:lnTo>
                  <a:lnTo>
                    <a:pt x="31988" y="26954"/>
                  </a:lnTo>
                  <a:lnTo>
                    <a:pt x="31055" y="27568"/>
                  </a:lnTo>
                  <a:lnTo>
                    <a:pt x="28895" y="27346"/>
                  </a:lnTo>
                  <a:lnTo>
                    <a:pt x="24617" y="21263"/>
                  </a:lnTo>
                  <a:lnTo>
                    <a:pt x="17860" y="16119"/>
                  </a:lnTo>
                  <a:lnTo>
                    <a:pt x="7777" y="5922"/>
                  </a:lnTo>
                  <a:lnTo>
                    <a:pt x="0" y="0"/>
                  </a:lnTo>
                  <a:lnTo>
                    <a:pt x="127991" y="6468"/>
                  </a:lnTo>
                  <a:lnTo>
                    <a:pt x="130116" y="42887"/>
                  </a:lnTo>
                  <a:lnTo>
                    <a:pt x="135654" y="114427"/>
                  </a:lnTo>
                  <a:lnTo>
                    <a:pt x="174629" y="146010"/>
                  </a:lnTo>
                  <a:lnTo>
                    <a:pt x="191997" y="139541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h6595"/>
            <p:cNvSpPr/>
            <p:nvPr/>
          </p:nvSpPr>
          <p:spPr>
            <a:xfrm>
              <a:off x="9537213" y="2179911"/>
              <a:ext cx="1291" cy="1693"/>
            </a:xfrm>
            <a:custGeom>
              <a:avLst/>
              <a:pathLst>
                <a:path w="1291" h="1693">
                  <a:moveTo>
                    <a:pt x="460" y="0"/>
                  </a:moveTo>
                  <a:lnTo>
                    <a:pt x="1291" y="234"/>
                  </a:lnTo>
                  <a:lnTo>
                    <a:pt x="649" y="1693"/>
                  </a:lnTo>
                  <a:lnTo>
                    <a:pt x="0" y="686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h6596"/>
            <p:cNvSpPr/>
            <p:nvPr/>
          </p:nvSpPr>
          <p:spPr>
            <a:xfrm>
              <a:off x="11707116" y="2960933"/>
              <a:ext cx="188837" cy="142318"/>
            </a:xfrm>
            <a:custGeom>
              <a:avLst/>
              <a:pathLst>
                <a:path w="188837" h="142318">
                  <a:moveTo>
                    <a:pt x="158075" y="5076"/>
                  </a:moveTo>
                  <a:lnTo>
                    <a:pt x="159888" y="1186"/>
                  </a:lnTo>
                  <a:lnTo>
                    <a:pt x="163087" y="4826"/>
                  </a:lnTo>
                  <a:lnTo>
                    <a:pt x="161271" y="7330"/>
                  </a:lnTo>
                  <a:lnTo>
                    <a:pt x="167867" y="12557"/>
                  </a:lnTo>
                  <a:lnTo>
                    <a:pt x="170149" y="9386"/>
                  </a:lnTo>
                  <a:lnTo>
                    <a:pt x="175315" y="12783"/>
                  </a:lnTo>
                  <a:lnTo>
                    <a:pt x="173794" y="15276"/>
                  </a:lnTo>
                  <a:lnTo>
                    <a:pt x="174013" y="17418"/>
                  </a:lnTo>
                  <a:lnTo>
                    <a:pt x="179417" y="21718"/>
                  </a:lnTo>
                  <a:lnTo>
                    <a:pt x="181579" y="21364"/>
                  </a:lnTo>
                  <a:lnTo>
                    <a:pt x="184807" y="21519"/>
                  </a:lnTo>
                  <a:lnTo>
                    <a:pt x="184154" y="25406"/>
                  </a:lnTo>
                  <a:lnTo>
                    <a:pt x="183258" y="25414"/>
                  </a:lnTo>
                  <a:lnTo>
                    <a:pt x="183150" y="29976"/>
                  </a:lnTo>
                  <a:lnTo>
                    <a:pt x="186944" y="30044"/>
                  </a:lnTo>
                  <a:lnTo>
                    <a:pt x="188837" y="31824"/>
                  </a:lnTo>
                  <a:lnTo>
                    <a:pt x="188139" y="35446"/>
                  </a:lnTo>
                  <a:lnTo>
                    <a:pt x="185725" y="38784"/>
                  </a:lnTo>
                  <a:lnTo>
                    <a:pt x="178667" y="40476"/>
                  </a:lnTo>
                  <a:lnTo>
                    <a:pt x="177837" y="43561"/>
                  </a:lnTo>
                  <a:lnTo>
                    <a:pt x="173140" y="43073"/>
                  </a:lnTo>
                  <a:lnTo>
                    <a:pt x="168852" y="43559"/>
                  </a:lnTo>
                  <a:lnTo>
                    <a:pt x="168673" y="45875"/>
                  </a:lnTo>
                  <a:lnTo>
                    <a:pt x="169891" y="51858"/>
                  </a:lnTo>
                  <a:lnTo>
                    <a:pt x="167438" y="58431"/>
                  </a:lnTo>
                  <a:lnTo>
                    <a:pt x="167265" y="64362"/>
                  </a:lnTo>
                  <a:lnTo>
                    <a:pt x="165263" y="72806"/>
                  </a:lnTo>
                  <a:lnTo>
                    <a:pt x="168415" y="75357"/>
                  </a:lnTo>
                  <a:lnTo>
                    <a:pt x="169577" y="75323"/>
                  </a:lnTo>
                  <a:lnTo>
                    <a:pt x="169485" y="79245"/>
                  </a:lnTo>
                  <a:lnTo>
                    <a:pt x="168335" y="79120"/>
                  </a:lnTo>
                  <a:lnTo>
                    <a:pt x="167333" y="79008"/>
                  </a:lnTo>
                  <a:lnTo>
                    <a:pt x="167278" y="82182"/>
                  </a:lnTo>
                  <a:lnTo>
                    <a:pt x="161536" y="81965"/>
                  </a:lnTo>
                  <a:lnTo>
                    <a:pt x="161574" y="78441"/>
                  </a:lnTo>
                  <a:lnTo>
                    <a:pt x="158181" y="79413"/>
                  </a:lnTo>
                  <a:lnTo>
                    <a:pt x="156401" y="86192"/>
                  </a:lnTo>
                  <a:lnTo>
                    <a:pt x="154630" y="88847"/>
                  </a:lnTo>
                  <a:lnTo>
                    <a:pt x="151389" y="89146"/>
                  </a:lnTo>
                  <a:lnTo>
                    <a:pt x="148809" y="90550"/>
                  </a:lnTo>
                  <a:lnTo>
                    <a:pt x="149072" y="96422"/>
                  </a:lnTo>
                  <a:lnTo>
                    <a:pt x="140528" y="99267"/>
                  </a:lnTo>
                  <a:lnTo>
                    <a:pt x="140187" y="100411"/>
                  </a:lnTo>
                  <a:lnTo>
                    <a:pt x="142105" y="102318"/>
                  </a:lnTo>
                  <a:lnTo>
                    <a:pt x="142082" y="104841"/>
                  </a:lnTo>
                  <a:lnTo>
                    <a:pt x="144308" y="112196"/>
                  </a:lnTo>
                  <a:lnTo>
                    <a:pt x="137475" y="112221"/>
                  </a:lnTo>
                  <a:lnTo>
                    <a:pt x="134516" y="117241"/>
                  </a:lnTo>
                  <a:lnTo>
                    <a:pt x="129206" y="117110"/>
                  </a:lnTo>
                  <a:lnTo>
                    <a:pt x="122385" y="115832"/>
                  </a:lnTo>
                  <a:lnTo>
                    <a:pt x="121041" y="114378"/>
                  </a:lnTo>
                  <a:lnTo>
                    <a:pt x="115765" y="112054"/>
                  </a:lnTo>
                  <a:lnTo>
                    <a:pt x="114207" y="112272"/>
                  </a:lnTo>
                  <a:lnTo>
                    <a:pt x="112498" y="110769"/>
                  </a:lnTo>
                  <a:lnTo>
                    <a:pt x="112435" y="107847"/>
                  </a:lnTo>
                  <a:lnTo>
                    <a:pt x="105170" y="107902"/>
                  </a:lnTo>
                  <a:lnTo>
                    <a:pt x="104446" y="111513"/>
                  </a:lnTo>
                  <a:lnTo>
                    <a:pt x="102260" y="116455"/>
                  </a:lnTo>
                  <a:lnTo>
                    <a:pt x="101783" y="125067"/>
                  </a:lnTo>
                  <a:lnTo>
                    <a:pt x="102707" y="137960"/>
                  </a:lnTo>
                  <a:lnTo>
                    <a:pt x="100795" y="142318"/>
                  </a:lnTo>
                  <a:lnTo>
                    <a:pt x="96839" y="140126"/>
                  </a:lnTo>
                  <a:lnTo>
                    <a:pt x="88876" y="135729"/>
                  </a:lnTo>
                  <a:lnTo>
                    <a:pt x="91053" y="132628"/>
                  </a:lnTo>
                  <a:lnTo>
                    <a:pt x="87002" y="128880"/>
                  </a:lnTo>
                  <a:lnTo>
                    <a:pt x="86564" y="127068"/>
                  </a:lnTo>
                  <a:lnTo>
                    <a:pt x="97366" y="125407"/>
                  </a:lnTo>
                  <a:lnTo>
                    <a:pt x="97403" y="124688"/>
                  </a:lnTo>
                  <a:lnTo>
                    <a:pt x="89518" y="125840"/>
                  </a:lnTo>
                  <a:lnTo>
                    <a:pt x="86580" y="124282"/>
                  </a:lnTo>
                  <a:lnTo>
                    <a:pt x="85348" y="121637"/>
                  </a:lnTo>
                  <a:lnTo>
                    <a:pt x="88505" y="120538"/>
                  </a:lnTo>
                  <a:lnTo>
                    <a:pt x="88229" y="116631"/>
                  </a:lnTo>
                  <a:lnTo>
                    <a:pt x="85304" y="110369"/>
                  </a:lnTo>
                  <a:lnTo>
                    <a:pt x="87554" y="109661"/>
                  </a:lnTo>
                  <a:lnTo>
                    <a:pt x="87428" y="108485"/>
                  </a:lnTo>
                  <a:lnTo>
                    <a:pt x="85207" y="106217"/>
                  </a:lnTo>
                  <a:lnTo>
                    <a:pt x="83160" y="108146"/>
                  </a:lnTo>
                  <a:lnTo>
                    <a:pt x="84550" y="114999"/>
                  </a:lnTo>
                  <a:lnTo>
                    <a:pt x="83481" y="115180"/>
                  </a:lnTo>
                  <a:lnTo>
                    <a:pt x="82380" y="107675"/>
                  </a:lnTo>
                  <a:lnTo>
                    <a:pt x="79049" y="104349"/>
                  </a:lnTo>
                  <a:lnTo>
                    <a:pt x="75694" y="97566"/>
                  </a:lnTo>
                  <a:lnTo>
                    <a:pt x="74906" y="93776"/>
                  </a:lnTo>
                  <a:lnTo>
                    <a:pt x="75567" y="90397"/>
                  </a:lnTo>
                  <a:lnTo>
                    <a:pt x="73302" y="89951"/>
                  </a:lnTo>
                  <a:lnTo>
                    <a:pt x="67793" y="93346"/>
                  </a:lnTo>
                  <a:lnTo>
                    <a:pt x="66809" y="95033"/>
                  </a:lnTo>
                  <a:lnTo>
                    <a:pt x="64051" y="91762"/>
                  </a:lnTo>
                  <a:lnTo>
                    <a:pt x="66425" y="89789"/>
                  </a:lnTo>
                  <a:lnTo>
                    <a:pt x="68858" y="89746"/>
                  </a:lnTo>
                  <a:lnTo>
                    <a:pt x="71413" y="87466"/>
                  </a:lnTo>
                  <a:lnTo>
                    <a:pt x="72363" y="81217"/>
                  </a:lnTo>
                  <a:lnTo>
                    <a:pt x="74425" y="76913"/>
                  </a:lnTo>
                  <a:lnTo>
                    <a:pt x="79736" y="70575"/>
                  </a:lnTo>
                  <a:lnTo>
                    <a:pt x="76233" y="69129"/>
                  </a:lnTo>
                  <a:lnTo>
                    <a:pt x="68175" y="69280"/>
                  </a:lnTo>
                  <a:lnTo>
                    <a:pt x="67988" y="68286"/>
                  </a:lnTo>
                  <a:lnTo>
                    <a:pt x="68825" y="67590"/>
                  </a:lnTo>
                  <a:lnTo>
                    <a:pt x="70100" y="69034"/>
                  </a:lnTo>
                  <a:lnTo>
                    <a:pt x="71163" y="68912"/>
                  </a:lnTo>
                  <a:lnTo>
                    <a:pt x="70936" y="67067"/>
                  </a:lnTo>
                  <a:lnTo>
                    <a:pt x="65615" y="64567"/>
                  </a:lnTo>
                  <a:lnTo>
                    <a:pt x="60506" y="66540"/>
                  </a:lnTo>
                  <a:lnTo>
                    <a:pt x="58765" y="68557"/>
                  </a:lnTo>
                  <a:lnTo>
                    <a:pt x="54939" y="68879"/>
                  </a:lnTo>
                  <a:lnTo>
                    <a:pt x="44700" y="66532"/>
                  </a:lnTo>
                  <a:lnTo>
                    <a:pt x="45023" y="62962"/>
                  </a:lnTo>
                  <a:lnTo>
                    <a:pt x="42240" y="62637"/>
                  </a:lnTo>
                  <a:lnTo>
                    <a:pt x="37745" y="64307"/>
                  </a:lnTo>
                  <a:lnTo>
                    <a:pt x="35358" y="66465"/>
                  </a:lnTo>
                  <a:lnTo>
                    <a:pt x="30452" y="66664"/>
                  </a:lnTo>
                  <a:lnTo>
                    <a:pt x="29297" y="71041"/>
                  </a:lnTo>
                  <a:lnTo>
                    <a:pt x="31158" y="72340"/>
                  </a:lnTo>
                  <a:lnTo>
                    <a:pt x="34757" y="77087"/>
                  </a:lnTo>
                  <a:lnTo>
                    <a:pt x="19772" y="78235"/>
                  </a:lnTo>
                  <a:lnTo>
                    <a:pt x="18171" y="77105"/>
                  </a:lnTo>
                  <a:lnTo>
                    <a:pt x="17091" y="78042"/>
                  </a:lnTo>
                  <a:lnTo>
                    <a:pt x="13929" y="78656"/>
                  </a:lnTo>
                  <a:lnTo>
                    <a:pt x="7653" y="75651"/>
                  </a:lnTo>
                  <a:lnTo>
                    <a:pt x="5885" y="72260"/>
                  </a:lnTo>
                  <a:lnTo>
                    <a:pt x="5573" y="67253"/>
                  </a:lnTo>
                  <a:lnTo>
                    <a:pt x="2290" y="62331"/>
                  </a:lnTo>
                  <a:lnTo>
                    <a:pt x="0" y="56400"/>
                  </a:lnTo>
                  <a:lnTo>
                    <a:pt x="11759" y="53381"/>
                  </a:lnTo>
                  <a:lnTo>
                    <a:pt x="55478" y="46828"/>
                  </a:lnTo>
                  <a:lnTo>
                    <a:pt x="58367" y="47397"/>
                  </a:lnTo>
                  <a:lnTo>
                    <a:pt x="64569" y="54461"/>
                  </a:lnTo>
                  <a:lnTo>
                    <a:pt x="69727" y="56192"/>
                  </a:lnTo>
                  <a:lnTo>
                    <a:pt x="73073" y="53854"/>
                  </a:lnTo>
                  <a:lnTo>
                    <a:pt x="69853" y="51578"/>
                  </a:lnTo>
                  <a:lnTo>
                    <a:pt x="70999" y="49950"/>
                  </a:lnTo>
                  <a:lnTo>
                    <a:pt x="76408" y="49205"/>
                  </a:lnTo>
                  <a:lnTo>
                    <a:pt x="81989" y="47377"/>
                  </a:lnTo>
                  <a:lnTo>
                    <a:pt x="93341" y="40120"/>
                  </a:lnTo>
                  <a:lnTo>
                    <a:pt x="102291" y="35572"/>
                  </a:lnTo>
                  <a:lnTo>
                    <a:pt x="105584" y="34920"/>
                  </a:lnTo>
                  <a:lnTo>
                    <a:pt x="108581" y="32684"/>
                  </a:lnTo>
                  <a:lnTo>
                    <a:pt x="113937" y="26955"/>
                  </a:lnTo>
                  <a:lnTo>
                    <a:pt x="119814" y="19127"/>
                  </a:lnTo>
                  <a:lnTo>
                    <a:pt x="126707" y="14263"/>
                  </a:lnTo>
                  <a:lnTo>
                    <a:pt x="142547" y="5280"/>
                  </a:lnTo>
                  <a:lnTo>
                    <a:pt x="144993" y="5206"/>
                  </a:lnTo>
                  <a:lnTo>
                    <a:pt x="150260" y="529"/>
                  </a:lnTo>
                  <a:lnTo>
                    <a:pt x="15175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h6597"/>
            <p:cNvSpPr/>
            <p:nvPr/>
          </p:nvSpPr>
          <p:spPr>
            <a:xfrm>
              <a:off x="11736414" y="3023571"/>
              <a:ext cx="68105" cy="73092"/>
            </a:xfrm>
            <a:custGeom>
              <a:avLst/>
              <a:pathLst>
                <a:path w="68105" h="73092">
                  <a:moveTo>
                    <a:pt x="15725" y="324"/>
                  </a:moveTo>
                  <a:lnTo>
                    <a:pt x="15402" y="3895"/>
                  </a:lnTo>
                  <a:lnTo>
                    <a:pt x="25641" y="6242"/>
                  </a:lnTo>
                  <a:lnTo>
                    <a:pt x="29467" y="5919"/>
                  </a:lnTo>
                  <a:lnTo>
                    <a:pt x="31208" y="3902"/>
                  </a:lnTo>
                  <a:lnTo>
                    <a:pt x="36317" y="1930"/>
                  </a:lnTo>
                  <a:lnTo>
                    <a:pt x="41638" y="4429"/>
                  </a:lnTo>
                  <a:lnTo>
                    <a:pt x="41865" y="6274"/>
                  </a:lnTo>
                  <a:lnTo>
                    <a:pt x="40802" y="6396"/>
                  </a:lnTo>
                  <a:lnTo>
                    <a:pt x="39527" y="4952"/>
                  </a:lnTo>
                  <a:lnTo>
                    <a:pt x="38690" y="5648"/>
                  </a:lnTo>
                  <a:lnTo>
                    <a:pt x="38877" y="6642"/>
                  </a:lnTo>
                  <a:lnTo>
                    <a:pt x="46935" y="6492"/>
                  </a:lnTo>
                  <a:lnTo>
                    <a:pt x="50438" y="7937"/>
                  </a:lnTo>
                  <a:lnTo>
                    <a:pt x="45127" y="14276"/>
                  </a:lnTo>
                  <a:lnTo>
                    <a:pt x="43065" y="18580"/>
                  </a:lnTo>
                  <a:lnTo>
                    <a:pt x="42115" y="24828"/>
                  </a:lnTo>
                  <a:lnTo>
                    <a:pt x="39560" y="27108"/>
                  </a:lnTo>
                  <a:lnTo>
                    <a:pt x="37127" y="27151"/>
                  </a:lnTo>
                  <a:lnTo>
                    <a:pt x="34753" y="29125"/>
                  </a:lnTo>
                  <a:lnTo>
                    <a:pt x="37511" y="32395"/>
                  </a:lnTo>
                  <a:lnTo>
                    <a:pt x="38495" y="30709"/>
                  </a:lnTo>
                  <a:lnTo>
                    <a:pt x="44004" y="27313"/>
                  </a:lnTo>
                  <a:lnTo>
                    <a:pt x="46269" y="27760"/>
                  </a:lnTo>
                  <a:lnTo>
                    <a:pt x="45608" y="31138"/>
                  </a:lnTo>
                  <a:lnTo>
                    <a:pt x="46396" y="34928"/>
                  </a:lnTo>
                  <a:lnTo>
                    <a:pt x="49751" y="41712"/>
                  </a:lnTo>
                  <a:lnTo>
                    <a:pt x="53082" y="45037"/>
                  </a:lnTo>
                  <a:lnTo>
                    <a:pt x="54183" y="52542"/>
                  </a:lnTo>
                  <a:lnTo>
                    <a:pt x="55252" y="52362"/>
                  </a:lnTo>
                  <a:lnTo>
                    <a:pt x="53862" y="45508"/>
                  </a:lnTo>
                  <a:lnTo>
                    <a:pt x="55909" y="43580"/>
                  </a:lnTo>
                  <a:lnTo>
                    <a:pt x="58130" y="45848"/>
                  </a:lnTo>
                  <a:lnTo>
                    <a:pt x="58256" y="47023"/>
                  </a:lnTo>
                  <a:lnTo>
                    <a:pt x="56006" y="47731"/>
                  </a:lnTo>
                  <a:lnTo>
                    <a:pt x="58931" y="53994"/>
                  </a:lnTo>
                  <a:lnTo>
                    <a:pt x="59207" y="57901"/>
                  </a:lnTo>
                  <a:lnTo>
                    <a:pt x="56050" y="58999"/>
                  </a:lnTo>
                  <a:lnTo>
                    <a:pt x="57282" y="61645"/>
                  </a:lnTo>
                  <a:lnTo>
                    <a:pt x="60220" y="63202"/>
                  </a:lnTo>
                  <a:lnTo>
                    <a:pt x="68105" y="62050"/>
                  </a:lnTo>
                  <a:lnTo>
                    <a:pt x="68068" y="62770"/>
                  </a:lnTo>
                  <a:lnTo>
                    <a:pt x="57266" y="64430"/>
                  </a:lnTo>
                  <a:lnTo>
                    <a:pt x="57704" y="66242"/>
                  </a:lnTo>
                  <a:lnTo>
                    <a:pt x="61755" y="69990"/>
                  </a:lnTo>
                  <a:lnTo>
                    <a:pt x="59578" y="73092"/>
                  </a:lnTo>
                  <a:lnTo>
                    <a:pt x="55806" y="72382"/>
                  </a:lnTo>
                  <a:lnTo>
                    <a:pt x="51754" y="69299"/>
                  </a:lnTo>
                  <a:lnTo>
                    <a:pt x="44536" y="68529"/>
                  </a:lnTo>
                  <a:lnTo>
                    <a:pt x="40517" y="65358"/>
                  </a:lnTo>
                  <a:lnTo>
                    <a:pt x="36546" y="65870"/>
                  </a:lnTo>
                  <a:lnTo>
                    <a:pt x="32922" y="65432"/>
                  </a:lnTo>
                  <a:lnTo>
                    <a:pt x="27187" y="61452"/>
                  </a:lnTo>
                  <a:lnTo>
                    <a:pt x="23907" y="56257"/>
                  </a:lnTo>
                  <a:lnTo>
                    <a:pt x="21374" y="56408"/>
                  </a:lnTo>
                  <a:lnTo>
                    <a:pt x="19109" y="58057"/>
                  </a:lnTo>
                  <a:lnTo>
                    <a:pt x="15948" y="57233"/>
                  </a:lnTo>
                  <a:lnTo>
                    <a:pt x="13860" y="55672"/>
                  </a:lnTo>
                  <a:lnTo>
                    <a:pt x="9666" y="50367"/>
                  </a:lnTo>
                  <a:lnTo>
                    <a:pt x="9433" y="46408"/>
                  </a:lnTo>
                  <a:lnTo>
                    <a:pt x="10577" y="43729"/>
                  </a:lnTo>
                  <a:lnTo>
                    <a:pt x="6653" y="37032"/>
                  </a:lnTo>
                  <a:lnTo>
                    <a:pt x="6977" y="28605"/>
                  </a:lnTo>
                  <a:lnTo>
                    <a:pt x="5993" y="24258"/>
                  </a:lnTo>
                  <a:lnTo>
                    <a:pt x="5459" y="14449"/>
                  </a:lnTo>
                  <a:lnTo>
                    <a:pt x="1860" y="9703"/>
                  </a:lnTo>
                  <a:lnTo>
                    <a:pt x="0" y="8404"/>
                  </a:lnTo>
                  <a:lnTo>
                    <a:pt x="1154" y="4026"/>
                  </a:lnTo>
                  <a:lnTo>
                    <a:pt x="6060" y="3827"/>
                  </a:lnTo>
                  <a:lnTo>
                    <a:pt x="8447" y="1669"/>
                  </a:lnTo>
                  <a:lnTo>
                    <a:pt x="12942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h6598"/>
            <p:cNvSpPr/>
            <p:nvPr/>
          </p:nvSpPr>
          <p:spPr>
            <a:xfrm>
              <a:off x="11957113" y="2795739"/>
              <a:ext cx="31811" cy="25737"/>
            </a:xfrm>
            <a:custGeom>
              <a:avLst/>
              <a:pathLst>
                <a:path w="31811" h="25737">
                  <a:moveTo>
                    <a:pt x="13783" y="245"/>
                  </a:moveTo>
                  <a:lnTo>
                    <a:pt x="15840" y="2880"/>
                  </a:lnTo>
                  <a:lnTo>
                    <a:pt x="21437" y="6248"/>
                  </a:lnTo>
                  <a:lnTo>
                    <a:pt x="27770" y="8110"/>
                  </a:lnTo>
                  <a:lnTo>
                    <a:pt x="27764" y="9203"/>
                  </a:lnTo>
                  <a:lnTo>
                    <a:pt x="31700" y="9117"/>
                  </a:lnTo>
                  <a:lnTo>
                    <a:pt x="31811" y="14095"/>
                  </a:lnTo>
                  <a:lnTo>
                    <a:pt x="31430" y="25658"/>
                  </a:lnTo>
                  <a:lnTo>
                    <a:pt x="26187" y="25737"/>
                  </a:lnTo>
                  <a:lnTo>
                    <a:pt x="27333" y="22890"/>
                  </a:lnTo>
                  <a:lnTo>
                    <a:pt x="18719" y="21395"/>
                  </a:lnTo>
                  <a:lnTo>
                    <a:pt x="21047" y="16616"/>
                  </a:lnTo>
                  <a:lnTo>
                    <a:pt x="21357" y="12983"/>
                  </a:lnTo>
                  <a:lnTo>
                    <a:pt x="18403" y="12650"/>
                  </a:lnTo>
                  <a:lnTo>
                    <a:pt x="16258" y="13518"/>
                  </a:lnTo>
                  <a:lnTo>
                    <a:pt x="14678" y="15088"/>
                  </a:lnTo>
                  <a:lnTo>
                    <a:pt x="14984" y="20392"/>
                  </a:lnTo>
                  <a:lnTo>
                    <a:pt x="11827" y="20310"/>
                  </a:lnTo>
                  <a:lnTo>
                    <a:pt x="8409" y="16437"/>
                  </a:lnTo>
                  <a:lnTo>
                    <a:pt x="6141" y="11047"/>
                  </a:lnTo>
                  <a:lnTo>
                    <a:pt x="3393" y="9839"/>
                  </a:lnTo>
                  <a:lnTo>
                    <a:pt x="0" y="9822"/>
                  </a:lnTo>
                  <a:lnTo>
                    <a:pt x="6" y="8488"/>
                  </a:lnTo>
                  <a:lnTo>
                    <a:pt x="3930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h6599"/>
            <p:cNvSpPr/>
            <p:nvPr/>
          </p:nvSpPr>
          <p:spPr>
            <a:xfrm>
              <a:off x="11916418" y="2805561"/>
              <a:ext cx="72125" cy="40438"/>
            </a:xfrm>
            <a:custGeom>
              <a:avLst/>
              <a:pathLst>
                <a:path w="72125" h="40438">
                  <a:moveTo>
                    <a:pt x="40695" y="0"/>
                  </a:moveTo>
                  <a:lnTo>
                    <a:pt x="44088" y="17"/>
                  </a:lnTo>
                  <a:lnTo>
                    <a:pt x="46837" y="1225"/>
                  </a:lnTo>
                  <a:lnTo>
                    <a:pt x="49104" y="6615"/>
                  </a:lnTo>
                  <a:lnTo>
                    <a:pt x="52522" y="10488"/>
                  </a:lnTo>
                  <a:lnTo>
                    <a:pt x="55680" y="10570"/>
                  </a:lnTo>
                  <a:lnTo>
                    <a:pt x="55373" y="5266"/>
                  </a:lnTo>
                  <a:lnTo>
                    <a:pt x="56953" y="3696"/>
                  </a:lnTo>
                  <a:lnTo>
                    <a:pt x="59099" y="2828"/>
                  </a:lnTo>
                  <a:lnTo>
                    <a:pt x="62053" y="3161"/>
                  </a:lnTo>
                  <a:lnTo>
                    <a:pt x="61742" y="6794"/>
                  </a:lnTo>
                  <a:lnTo>
                    <a:pt x="59414" y="11573"/>
                  </a:lnTo>
                  <a:lnTo>
                    <a:pt x="68028" y="13068"/>
                  </a:lnTo>
                  <a:lnTo>
                    <a:pt x="66883" y="15915"/>
                  </a:lnTo>
                  <a:lnTo>
                    <a:pt x="72125" y="15836"/>
                  </a:lnTo>
                  <a:lnTo>
                    <a:pt x="71647" y="26829"/>
                  </a:lnTo>
                  <a:lnTo>
                    <a:pt x="67464" y="26824"/>
                  </a:lnTo>
                  <a:lnTo>
                    <a:pt x="67446" y="33163"/>
                  </a:lnTo>
                  <a:lnTo>
                    <a:pt x="68523" y="36154"/>
                  </a:lnTo>
                  <a:lnTo>
                    <a:pt x="68558" y="39147"/>
                  </a:lnTo>
                  <a:lnTo>
                    <a:pt x="57888" y="40438"/>
                  </a:lnTo>
                  <a:lnTo>
                    <a:pt x="57069" y="32604"/>
                  </a:lnTo>
                  <a:lnTo>
                    <a:pt x="47143" y="29761"/>
                  </a:lnTo>
                  <a:lnTo>
                    <a:pt x="44077" y="27308"/>
                  </a:lnTo>
                  <a:lnTo>
                    <a:pt x="39392" y="29272"/>
                  </a:lnTo>
                  <a:lnTo>
                    <a:pt x="39014" y="31055"/>
                  </a:lnTo>
                  <a:lnTo>
                    <a:pt x="37087" y="30891"/>
                  </a:lnTo>
                  <a:lnTo>
                    <a:pt x="36532" y="23375"/>
                  </a:lnTo>
                  <a:lnTo>
                    <a:pt x="26774" y="23385"/>
                  </a:lnTo>
                  <a:lnTo>
                    <a:pt x="14702" y="18839"/>
                  </a:lnTo>
                  <a:lnTo>
                    <a:pt x="6506" y="19839"/>
                  </a:lnTo>
                  <a:lnTo>
                    <a:pt x="6509" y="17933"/>
                  </a:lnTo>
                  <a:lnTo>
                    <a:pt x="877" y="18180"/>
                  </a:lnTo>
                  <a:lnTo>
                    <a:pt x="0" y="16141"/>
                  </a:lnTo>
                  <a:lnTo>
                    <a:pt x="655" y="14907"/>
                  </a:lnTo>
                  <a:lnTo>
                    <a:pt x="974" y="10027"/>
                  </a:lnTo>
                  <a:lnTo>
                    <a:pt x="14946" y="3861"/>
                  </a:lnTo>
                  <a:lnTo>
                    <a:pt x="26103" y="3127"/>
                  </a:lnTo>
                  <a:lnTo>
                    <a:pt x="27431" y="1525"/>
                  </a:lnTo>
                  <a:lnTo>
                    <a:pt x="29996" y="403"/>
                  </a:lnTo>
                  <a:lnTo>
                    <a:pt x="31384" y="372"/>
                  </a:lnTo>
                  <a:lnTo>
                    <a:pt x="31190" y="5572"/>
                  </a:lnTo>
                  <a:lnTo>
                    <a:pt x="37182" y="5729"/>
                  </a:lnTo>
                  <a:lnTo>
                    <a:pt x="37756" y="2470"/>
                  </a:lnTo>
                  <a:lnTo>
                    <a:pt x="39312" y="38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h6600"/>
            <p:cNvSpPr/>
            <p:nvPr/>
          </p:nvSpPr>
          <p:spPr>
            <a:xfrm>
              <a:off x="11849664" y="2886245"/>
              <a:ext cx="141428" cy="124062"/>
            </a:xfrm>
            <a:custGeom>
              <a:avLst/>
              <a:pathLst>
                <a:path w="141428" h="124062">
                  <a:moveTo>
                    <a:pt x="70502" y="4021"/>
                  </a:moveTo>
                  <a:lnTo>
                    <a:pt x="71649" y="4644"/>
                  </a:lnTo>
                  <a:lnTo>
                    <a:pt x="77348" y="4757"/>
                  </a:lnTo>
                  <a:lnTo>
                    <a:pt x="77339" y="3542"/>
                  </a:lnTo>
                  <a:lnTo>
                    <a:pt x="79639" y="3802"/>
                  </a:lnTo>
                  <a:lnTo>
                    <a:pt x="77893" y="9756"/>
                  </a:lnTo>
                  <a:lnTo>
                    <a:pt x="80657" y="9496"/>
                  </a:lnTo>
                  <a:lnTo>
                    <a:pt x="84646" y="7345"/>
                  </a:lnTo>
                  <a:lnTo>
                    <a:pt x="82936" y="13515"/>
                  </a:lnTo>
                  <a:lnTo>
                    <a:pt x="84030" y="20303"/>
                  </a:lnTo>
                  <a:lnTo>
                    <a:pt x="88035" y="22509"/>
                  </a:lnTo>
                  <a:lnTo>
                    <a:pt x="91196" y="21258"/>
                  </a:lnTo>
                  <a:lnTo>
                    <a:pt x="92498" y="19781"/>
                  </a:lnTo>
                  <a:lnTo>
                    <a:pt x="91669" y="17221"/>
                  </a:lnTo>
                  <a:lnTo>
                    <a:pt x="89046" y="17853"/>
                  </a:lnTo>
                  <a:lnTo>
                    <a:pt x="88742" y="16378"/>
                  </a:lnTo>
                  <a:lnTo>
                    <a:pt x="90937" y="14725"/>
                  </a:lnTo>
                  <a:lnTo>
                    <a:pt x="94326" y="17505"/>
                  </a:lnTo>
                  <a:lnTo>
                    <a:pt x="95777" y="34934"/>
                  </a:lnTo>
                  <a:lnTo>
                    <a:pt x="97087" y="40184"/>
                  </a:lnTo>
                  <a:lnTo>
                    <a:pt x="98410" y="41050"/>
                  </a:lnTo>
                  <a:lnTo>
                    <a:pt x="103566" y="40589"/>
                  </a:lnTo>
                  <a:lnTo>
                    <a:pt x="104324" y="39539"/>
                  </a:lnTo>
                  <a:lnTo>
                    <a:pt x="108031" y="39882"/>
                  </a:lnTo>
                  <a:lnTo>
                    <a:pt x="108974" y="43794"/>
                  </a:lnTo>
                  <a:lnTo>
                    <a:pt x="111306" y="44037"/>
                  </a:lnTo>
                  <a:lnTo>
                    <a:pt x="110078" y="40184"/>
                  </a:lnTo>
                  <a:lnTo>
                    <a:pt x="114803" y="41308"/>
                  </a:lnTo>
                  <a:lnTo>
                    <a:pt x="116351" y="25062"/>
                  </a:lnTo>
                  <a:lnTo>
                    <a:pt x="140382" y="23776"/>
                  </a:lnTo>
                  <a:lnTo>
                    <a:pt x="140655" y="32629"/>
                  </a:lnTo>
                  <a:lnTo>
                    <a:pt x="140406" y="42162"/>
                  </a:lnTo>
                  <a:lnTo>
                    <a:pt x="141428" y="64514"/>
                  </a:lnTo>
                  <a:lnTo>
                    <a:pt x="132452" y="62308"/>
                  </a:lnTo>
                  <a:lnTo>
                    <a:pt x="133974" y="65754"/>
                  </a:lnTo>
                  <a:lnTo>
                    <a:pt x="115602" y="64211"/>
                  </a:lnTo>
                  <a:lnTo>
                    <a:pt x="115898" y="68068"/>
                  </a:lnTo>
                  <a:lnTo>
                    <a:pt x="115349" y="70355"/>
                  </a:lnTo>
                  <a:lnTo>
                    <a:pt x="115659" y="72303"/>
                  </a:lnTo>
                  <a:lnTo>
                    <a:pt x="110984" y="76548"/>
                  </a:lnTo>
                  <a:lnTo>
                    <a:pt x="110368" y="83352"/>
                  </a:lnTo>
                  <a:lnTo>
                    <a:pt x="101534" y="83972"/>
                  </a:lnTo>
                  <a:lnTo>
                    <a:pt x="101307" y="95912"/>
                  </a:lnTo>
                  <a:lnTo>
                    <a:pt x="83842" y="95914"/>
                  </a:lnTo>
                  <a:lnTo>
                    <a:pt x="84527" y="123760"/>
                  </a:lnTo>
                  <a:lnTo>
                    <a:pt x="77697" y="124062"/>
                  </a:lnTo>
                  <a:lnTo>
                    <a:pt x="79330" y="111599"/>
                  </a:lnTo>
                  <a:lnTo>
                    <a:pt x="62795" y="109790"/>
                  </a:lnTo>
                  <a:lnTo>
                    <a:pt x="52899" y="105942"/>
                  </a:lnTo>
                  <a:lnTo>
                    <a:pt x="53642" y="92546"/>
                  </a:lnTo>
                  <a:lnTo>
                    <a:pt x="52322" y="92178"/>
                  </a:lnTo>
                  <a:lnTo>
                    <a:pt x="48495" y="96084"/>
                  </a:lnTo>
                  <a:lnTo>
                    <a:pt x="44702" y="92170"/>
                  </a:lnTo>
                  <a:lnTo>
                    <a:pt x="41764" y="91085"/>
                  </a:lnTo>
                  <a:lnTo>
                    <a:pt x="39114" y="92597"/>
                  </a:lnTo>
                  <a:lnTo>
                    <a:pt x="39031" y="96052"/>
                  </a:lnTo>
                  <a:lnTo>
                    <a:pt x="36869" y="96406"/>
                  </a:lnTo>
                  <a:lnTo>
                    <a:pt x="31466" y="92106"/>
                  </a:lnTo>
                  <a:lnTo>
                    <a:pt x="31247" y="89964"/>
                  </a:lnTo>
                  <a:lnTo>
                    <a:pt x="32767" y="87471"/>
                  </a:lnTo>
                  <a:lnTo>
                    <a:pt x="27601" y="84074"/>
                  </a:lnTo>
                  <a:lnTo>
                    <a:pt x="25319" y="87245"/>
                  </a:lnTo>
                  <a:lnTo>
                    <a:pt x="18724" y="82019"/>
                  </a:lnTo>
                  <a:lnTo>
                    <a:pt x="20539" y="79514"/>
                  </a:lnTo>
                  <a:lnTo>
                    <a:pt x="17340" y="75874"/>
                  </a:lnTo>
                  <a:lnTo>
                    <a:pt x="15527" y="79764"/>
                  </a:lnTo>
                  <a:lnTo>
                    <a:pt x="9203" y="74688"/>
                  </a:lnTo>
                  <a:lnTo>
                    <a:pt x="7712" y="75218"/>
                  </a:lnTo>
                  <a:lnTo>
                    <a:pt x="2445" y="79895"/>
                  </a:lnTo>
                  <a:lnTo>
                    <a:pt x="0" y="79968"/>
                  </a:lnTo>
                  <a:lnTo>
                    <a:pt x="7125" y="74888"/>
                  </a:lnTo>
                  <a:lnTo>
                    <a:pt x="7800" y="73373"/>
                  </a:lnTo>
                  <a:lnTo>
                    <a:pt x="11051" y="70291"/>
                  </a:lnTo>
                  <a:lnTo>
                    <a:pt x="29535" y="55812"/>
                  </a:lnTo>
                  <a:lnTo>
                    <a:pt x="44462" y="39998"/>
                  </a:lnTo>
                  <a:lnTo>
                    <a:pt x="48756" y="32593"/>
                  </a:lnTo>
                  <a:lnTo>
                    <a:pt x="48079" y="27596"/>
                  </a:lnTo>
                  <a:lnTo>
                    <a:pt x="49382" y="22914"/>
                  </a:lnTo>
                  <a:lnTo>
                    <a:pt x="49547" y="15718"/>
                  </a:lnTo>
                  <a:lnTo>
                    <a:pt x="51694" y="16433"/>
                  </a:lnTo>
                  <a:lnTo>
                    <a:pt x="57039" y="16646"/>
                  </a:lnTo>
                  <a:lnTo>
                    <a:pt x="60872" y="15008"/>
                  </a:lnTo>
                  <a:lnTo>
                    <a:pt x="61852" y="8932"/>
                  </a:lnTo>
                  <a:lnTo>
                    <a:pt x="64009" y="2681"/>
                  </a:lnTo>
                  <a:lnTo>
                    <a:pt x="65734" y="1370"/>
                  </a:lnTo>
                  <a:lnTo>
                    <a:pt x="70152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h6601"/>
            <p:cNvSpPr/>
            <p:nvPr/>
          </p:nvSpPr>
          <p:spPr>
            <a:xfrm>
              <a:off x="11841632" y="3017368"/>
              <a:ext cx="125629" cy="87303"/>
            </a:xfrm>
            <a:custGeom>
              <a:avLst/>
              <a:pathLst>
                <a:path w="125629" h="87303">
                  <a:moveTo>
                    <a:pt x="97444" y="4619"/>
                  </a:moveTo>
                  <a:lnTo>
                    <a:pt x="101244" y="36849"/>
                  </a:lnTo>
                  <a:lnTo>
                    <a:pt x="117553" y="35345"/>
                  </a:lnTo>
                  <a:lnTo>
                    <a:pt x="117936" y="39177"/>
                  </a:lnTo>
                  <a:lnTo>
                    <a:pt x="121821" y="38802"/>
                  </a:lnTo>
                  <a:lnTo>
                    <a:pt x="123196" y="38673"/>
                  </a:lnTo>
                  <a:lnTo>
                    <a:pt x="123934" y="46037"/>
                  </a:lnTo>
                  <a:lnTo>
                    <a:pt x="125629" y="80537"/>
                  </a:lnTo>
                  <a:lnTo>
                    <a:pt x="41036" y="87303"/>
                  </a:lnTo>
                  <a:lnTo>
                    <a:pt x="39654" y="69802"/>
                  </a:lnTo>
                  <a:lnTo>
                    <a:pt x="24584" y="70855"/>
                  </a:lnTo>
                  <a:lnTo>
                    <a:pt x="21684" y="69665"/>
                  </a:lnTo>
                  <a:lnTo>
                    <a:pt x="13282" y="70176"/>
                  </a:lnTo>
                  <a:lnTo>
                    <a:pt x="10726" y="69075"/>
                  </a:lnTo>
                  <a:lnTo>
                    <a:pt x="9006" y="66537"/>
                  </a:lnTo>
                  <a:lnTo>
                    <a:pt x="0" y="60806"/>
                  </a:lnTo>
                  <a:lnTo>
                    <a:pt x="2959" y="55787"/>
                  </a:lnTo>
                  <a:lnTo>
                    <a:pt x="9792" y="55761"/>
                  </a:lnTo>
                  <a:lnTo>
                    <a:pt x="7566" y="48407"/>
                  </a:lnTo>
                  <a:lnTo>
                    <a:pt x="7589" y="45884"/>
                  </a:lnTo>
                  <a:lnTo>
                    <a:pt x="5670" y="43977"/>
                  </a:lnTo>
                  <a:lnTo>
                    <a:pt x="6012" y="42833"/>
                  </a:lnTo>
                  <a:lnTo>
                    <a:pt x="14556" y="39987"/>
                  </a:lnTo>
                  <a:lnTo>
                    <a:pt x="14293" y="34115"/>
                  </a:lnTo>
                  <a:lnTo>
                    <a:pt x="16873" y="32711"/>
                  </a:lnTo>
                  <a:lnTo>
                    <a:pt x="20114" y="32412"/>
                  </a:lnTo>
                  <a:lnTo>
                    <a:pt x="21885" y="29758"/>
                  </a:lnTo>
                  <a:lnTo>
                    <a:pt x="23665" y="22979"/>
                  </a:lnTo>
                  <a:lnTo>
                    <a:pt x="27058" y="22006"/>
                  </a:lnTo>
                  <a:lnTo>
                    <a:pt x="27020" y="25531"/>
                  </a:lnTo>
                  <a:lnTo>
                    <a:pt x="32762" y="25748"/>
                  </a:lnTo>
                  <a:lnTo>
                    <a:pt x="32817" y="22574"/>
                  </a:lnTo>
                  <a:lnTo>
                    <a:pt x="33819" y="22686"/>
                  </a:lnTo>
                  <a:lnTo>
                    <a:pt x="34069" y="24161"/>
                  </a:lnTo>
                  <a:lnTo>
                    <a:pt x="37044" y="26940"/>
                  </a:lnTo>
                  <a:lnTo>
                    <a:pt x="40421" y="26968"/>
                  </a:lnTo>
                  <a:lnTo>
                    <a:pt x="41501" y="24820"/>
                  </a:lnTo>
                  <a:lnTo>
                    <a:pt x="44191" y="25818"/>
                  </a:lnTo>
                  <a:lnTo>
                    <a:pt x="43246" y="28986"/>
                  </a:lnTo>
                  <a:lnTo>
                    <a:pt x="42235" y="28614"/>
                  </a:lnTo>
                  <a:lnTo>
                    <a:pt x="41600" y="31897"/>
                  </a:lnTo>
                  <a:lnTo>
                    <a:pt x="47135" y="31506"/>
                  </a:lnTo>
                  <a:lnTo>
                    <a:pt x="47322" y="28463"/>
                  </a:lnTo>
                  <a:lnTo>
                    <a:pt x="55699" y="27925"/>
                  </a:lnTo>
                  <a:lnTo>
                    <a:pt x="55683" y="32651"/>
                  </a:lnTo>
                  <a:lnTo>
                    <a:pt x="59737" y="32818"/>
                  </a:lnTo>
                  <a:lnTo>
                    <a:pt x="59984" y="23198"/>
                  </a:lnTo>
                  <a:lnTo>
                    <a:pt x="68663" y="22571"/>
                  </a:lnTo>
                  <a:lnTo>
                    <a:pt x="67391" y="6446"/>
                  </a:lnTo>
                  <a:lnTo>
                    <a:pt x="79976" y="5287"/>
                  </a:lnTo>
                  <a:lnTo>
                    <a:pt x="79859" y="2506"/>
                  </a:lnTo>
                  <a:lnTo>
                    <a:pt x="82469" y="2408"/>
                  </a:lnTo>
                  <a:lnTo>
                    <a:pt x="82326" y="6415"/>
                  </a:lnTo>
                  <a:lnTo>
                    <a:pt x="91643" y="5498"/>
                  </a:lnTo>
                  <a:lnTo>
                    <a:pt x="91570" y="528"/>
                  </a:lnTo>
                  <a:lnTo>
                    <a:pt x="97512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h6602"/>
            <p:cNvSpPr/>
            <p:nvPr/>
          </p:nvSpPr>
          <p:spPr>
            <a:xfrm>
              <a:off x="11896978" y="2875498"/>
              <a:ext cx="18420" cy="27393"/>
            </a:xfrm>
            <a:custGeom>
              <a:avLst/>
              <a:pathLst>
                <a:path w="18420" h="27393">
                  <a:moveTo>
                    <a:pt x="9804" y="4270"/>
                  </a:moveTo>
                  <a:lnTo>
                    <a:pt x="14688" y="4529"/>
                  </a:lnTo>
                  <a:lnTo>
                    <a:pt x="16784" y="6214"/>
                  </a:lnTo>
                  <a:lnTo>
                    <a:pt x="18420" y="12117"/>
                  </a:lnTo>
                  <a:lnTo>
                    <a:pt x="16695" y="13428"/>
                  </a:lnTo>
                  <a:lnTo>
                    <a:pt x="14538" y="19679"/>
                  </a:lnTo>
                  <a:lnTo>
                    <a:pt x="13558" y="25755"/>
                  </a:lnTo>
                  <a:lnTo>
                    <a:pt x="9725" y="27393"/>
                  </a:lnTo>
                  <a:lnTo>
                    <a:pt x="4380" y="27180"/>
                  </a:lnTo>
                  <a:lnTo>
                    <a:pt x="2233" y="26465"/>
                  </a:lnTo>
                  <a:lnTo>
                    <a:pt x="1325" y="24752"/>
                  </a:lnTo>
                  <a:lnTo>
                    <a:pt x="1227" y="18312"/>
                  </a:lnTo>
                  <a:lnTo>
                    <a:pt x="2717" y="14157"/>
                  </a:lnTo>
                  <a:lnTo>
                    <a:pt x="3004" y="10656"/>
                  </a:lnTo>
                  <a:lnTo>
                    <a:pt x="508" y="8078"/>
                  </a:lnTo>
                  <a:lnTo>
                    <a:pt x="0" y="6227"/>
                  </a:lnTo>
                  <a:lnTo>
                    <a:pt x="4020" y="0"/>
                  </a:lnTo>
                  <a:lnTo>
                    <a:pt x="8449" y="1527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h6603"/>
            <p:cNvSpPr/>
            <p:nvPr/>
          </p:nvSpPr>
          <p:spPr>
            <a:xfrm>
              <a:off x="11900999" y="2843811"/>
              <a:ext cx="94695" cy="86471"/>
            </a:xfrm>
            <a:custGeom>
              <a:avLst/>
              <a:pathLst>
                <a:path w="94695" h="86471">
                  <a:moveTo>
                    <a:pt x="40141" y="7607"/>
                  </a:moveTo>
                  <a:lnTo>
                    <a:pt x="42862" y="7860"/>
                  </a:lnTo>
                  <a:lnTo>
                    <a:pt x="44469" y="7264"/>
                  </a:lnTo>
                  <a:lnTo>
                    <a:pt x="46643" y="5215"/>
                  </a:lnTo>
                  <a:lnTo>
                    <a:pt x="47189" y="8643"/>
                  </a:lnTo>
                  <a:lnTo>
                    <a:pt x="45420" y="12009"/>
                  </a:lnTo>
                  <a:lnTo>
                    <a:pt x="47659" y="13209"/>
                  </a:lnTo>
                  <a:lnTo>
                    <a:pt x="50380" y="12385"/>
                  </a:lnTo>
                  <a:lnTo>
                    <a:pt x="53762" y="15008"/>
                  </a:lnTo>
                  <a:lnTo>
                    <a:pt x="51000" y="18129"/>
                  </a:lnTo>
                  <a:lnTo>
                    <a:pt x="51416" y="18318"/>
                  </a:lnTo>
                  <a:lnTo>
                    <a:pt x="53828" y="18256"/>
                  </a:lnTo>
                  <a:lnTo>
                    <a:pt x="57818" y="16623"/>
                  </a:lnTo>
                  <a:lnTo>
                    <a:pt x="62164" y="16365"/>
                  </a:lnTo>
                  <a:lnTo>
                    <a:pt x="67161" y="17737"/>
                  </a:lnTo>
                  <a:lnTo>
                    <a:pt x="68760" y="17832"/>
                  </a:lnTo>
                  <a:lnTo>
                    <a:pt x="71210" y="19392"/>
                  </a:lnTo>
                  <a:lnTo>
                    <a:pt x="66057" y="31369"/>
                  </a:lnTo>
                  <a:lnTo>
                    <a:pt x="71893" y="32302"/>
                  </a:lnTo>
                  <a:lnTo>
                    <a:pt x="74238" y="29601"/>
                  </a:lnTo>
                  <a:lnTo>
                    <a:pt x="77631" y="31395"/>
                  </a:lnTo>
                  <a:lnTo>
                    <a:pt x="77522" y="34901"/>
                  </a:lnTo>
                  <a:lnTo>
                    <a:pt x="76224" y="39564"/>
                  </a:lnTo>
                  <a:lnTo>
                    <a:pt x="78581" y="45761"/>
                  </a:lnTo>
                  <a:lnTo>
                    <a:pt x="82726" y="46890"/>
                  </a:lnTo>
                  <a:lnTo>
                    <a:pt x="82213" y="50394"/>
                  </a:lnTo>
                  <a:lnTo>
                    <a:pt x="79082" y="51115"/>
                  </a:lnTo>
                  <a:lnTo>
                    <a:pt x="78898" y="55910"/>
                  </a:lnTo>
                  <a:lnTo>
                    <a:pt x="82037" y="60129"/>
                  </a:lnTo>
                  <a:lnTo>
                    <a:pt x="86985" y="62198"/>
                  </a:lnTo>
                  <a:lnTo>
                    <a:pt x="93610" y="60908"/>
                  </a:lnTo>
                  <a:lnTo>
                    <a:pt x="94695" y="74837"/>
                  </a:lnTo>
                  <a:lnTo>
                    <a:pt x="89320" y="75063"/>
                  </a:lnTo>
                  <a:lnTo>
                    <a:pt x="89048" y="66210"/>
                  </a:lnTo>
                  <a:lnTo>
                    <a:pt x="65016" y="67496"/>
                  </a:lnTo>
                  <a:lnTo>
                    <a:pt x="63468" y="83742"/>
                  </a:lnTo>
                  <a:lnTo>
                    <a:pt x="58744" y="82618"/>
                  </a:lnTo>
                  <a:lnTo>
                    <a:pt x="59972" y="86471"/>
                  </a:lnTo>
                  <a:lnTo>
                    <a:pt x="57640" y="86228"/>
                  </a:lnTo>
                  <a:lnTo>
                    <a:pt x="56696" y="82316"/>
                  </a:lnTo>
                  <a:lnTo>
                    <a:pt x="52990" y="81973"/>
                  </a:lnTo>
                  <a:lnTo>
                    <a:pt x="52232" y="83023"/>
                  </a:lnTo>
                  <a:lnTo>
                    <a:pt x="47075" y="83484"/>
                  </a:lnTo>
                  <a:lnTo>
                    <a:pt x="45752" y="82619"/>
                  </a:lnTo>
                  <a:lnTo>
                    <a:pt x="44442" y="77368"/>
                  </a:lnTo>
                  <a:lnTo>
                    <a:pt x="42991" y="59939"/>
                  </a:lnTo>
                  <a:lnTo>
                    <a:pt x="39602" y="57159"/>
                  </a:lnTo>
                  <a:lnTo>
                    <a:pt x="37407" y="58812"/>
                  </a:lnTo>
                  <a:lnTo>
                    <a:pt x="37711" y="60287"/>
                  </a:lnTo>
                  <a:lnTo>
                    <a:pt x="40334" y="59655"/>
                  </a:lnTo>
                  <a:lnTo>
                    <a:pt x="41164" y="62215"/>
                  </a:lnTo>
                  <a:lnTo>
                    <a:pt x="39862" y="63692"/>
                  </a:lnTo>
                  <a:lnTo>
                    <a:pt x="36700" y="64943"/>
                  </a:lnTo>
                  <a:lnTo>
                    <a:pt x="32695" y="62737"/>
                  </a:lnTo>
                  <a:lnTo>
                    <a:pt x="31602" y="55949"/>
                  </a:lnTo>
                  <a:lnTo>
                    <a:pt x="33311" y="49779"/>
                  </a:lnTo>
                  <a:lnTo>
                    <a:pt x="29323" y="51930"/>
                  </a:lnTo>
                  <a:lnTo>
                    <a:pt x="26558" y="52190"/>
                  </a:lnTo>
                  <a:lnTo>
                    <a:pt x="28305" y="46236"/>
                  </a:lnTo>
                  <a:lnTo>
                    <a:pt x="26004" y="45977"/>
                  </a:lnTo>
                  <a:lnTo>
                    <a:pt x="26013" y="47191"/>
                  </a:lnTo>
                  <a:lnTo>
                    <a:pt x="20315" y="47078"/>
                  </a:lnTo>
                  <a:lnTo>
                    <a:pt x="19167" y="46455"/>
                  </a:lnTo>
                  <a:lnTo>
                    <a:pt x="18817" y="42434"/>
                  </a:lnTo>
                  <a:lnTo>
                    <a:pt x="14400" y="43804"/>
                  </a:lnTo>
                  <a:lnTo>
                    <a:pt x="12764" y="37901"/>
                  </a:lnTo>
                  <a:lnTo>
                    <a:pt x="10668" y="36216"/>
                  </a:lnTo>
                  <a:lnTo>
                    <a:pt x="5783" y="35957"/>
                  </a:lnTo>
                  <a:lnTo>
                    <a:pt x="4429" y="33214"/>
                  </a:lnTo>
                  <a:lnTo>
                    <a:pt x="0" y="31687"/>
                  </a:lnTo>
                  <a:lnTo>
                    <a:pt x="574" y="26991"/>
                  </a:lnTo>
                  <a:lnTo>
                    <a:pt x="4524" y="22527"/>
                  </a:lnTo>
                  <a:lnTo>
                    <a:pt x="16839" y="12564"/>
                  </a:lnTo>
                  <a:lnTo>
                    <a:pt x="22701" y="1264"/>
                  </a:lnTo>
                  <a:lnTo>
                    <a:pt x="29298" y="1541"/>
                  </a:lnTo>
                  <a:lnTo>
                    <a:pt x="29316" y="334"/>
                  </a:lnTo>
                  <a:lnTo>
                    <a:pt x="30236" y="0"/>
                  </a:lnTo>
                  <a:lnTo>
                    <a:pt x="33565" y="331"/>
                  </a:lnTo>
                  <a:lnTo>
                    <a:pt x="38347" y="2486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h6604"/>
            <p:cNvSpPr/>
            <p:nvPr/>
          </p:nvSpPr>
          <p:spPr>
            <a:xfrm>
              <a:off x="11752181" y="2829689"/>
              <a:ext cx="260" cy="56"/>
            </a:xfrm>
            <a:custGeom>
              <a:avLst/>
              <a:pathLst>
                <a:path w="260" h="56">
                  <a:moveTo>
                    <a:pt x="0" y="0"/>
                  </a:moveTo>
                  <a:lnTo>
                    <a:pt x="260" y="56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h6605"/>
            <p:cNvSpPr/>
            <p:nvPr/>
          </p:nvSpPr>
          <p:spPr>
            <a:xfrm>
              <a:off x="11749900" y="282906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h6606"/>
            <p:cNvSpPr/>
            <p:nvPr/>
          </p:nvSpPr>
          <p:spPr>
            <a:xfrm>
              <a:off x="11751537" y="2828686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h6607"/>
            <p:cNvSpPr/>
            <p:nvPr/>
          </p:nvSpPr>
          <p:spPr>
            <a:xfrm>
              <a:off x="11967056" y="2809834"/>
              <a:ext cx="113841" cy="152538"/>
            </a:xfrm>
            <a:custGeom>
              <a:avLst/>
              <a:pathLst>
                <a:path w="113841" h="152538">
                  <a:moveTo>
                    <a:pt x="26530" y="519"/>
                  </a:moveTo>
                  <a:lnTo>
                    <a:pt x="26860" y="4875"/>
                  </a:lnTo>
                  <a:lnTo>
                    <a:pt x="28147" y="8198"/>
                  </a:lnTo>
                  <a:lnTo>
                    <a:pt x="32806" y="2651"/>
                  </a:lnTo>
                  <a:lnTo>
                    <a:pt x="51437" y="22680"/>
                  </a:lnTo>
                  <a:lnTo>
                    <a:pt x="51384" y="29844"/>
                  </a:lnTo>
                  <a:lnTo>
                    <a:pt x="52371" y="31809"/>
                  </a:lnTo>
                  <a:lnTo>
                    <a:pt x="53571" y="31784"/>
                  </a:lnTo>
                  <a:lnTo>
                    <a:pt x="53967" y="37252"/>
                  </a:lnTo>
                  <a:lnTo>
                    <a:pt x="61928" y="48376"/>
                  </a:lnTo>
                  <a:lnTo>
                    <a:pt x="67561" y="48402"/>
                  </a:lnTo>
                  <a:lnTo>
                    <a:pt x="67514" y="52060"/>
                  </a:lnTo>
                  <a:lnTo>
                    <a:pt x="66092" y="51995"/>
                  </a:lnTo>
                  <a:lnTo>
                    <a:pt x="68038" y="55552"/>
                  </a:lnTo>
                  <a:lnTo>
                    <a:pt x="69154" y="56756"/>
                  </a:lnTo>
                  <a:lnTo>
                    <a:pt x="71440" y="56772"/>
                  </a:lnTo>
                  <a:lnTo>
                    <a:pt x="75955" y="62230"/>
                  </a:lnTo>
                  <a:lnTo>
                    <a:pt x="90017" y="72728"/>
                  </a:lnTo>
                  <a:lnTo>
                    <a:pt x="108231" y="86325"/>
                  </a:lnTo>
                  <a:lnTo>
                    <a:pt x="110299" y="109733"/>
                  </a:lnTo>
                  <a:lnTo>
                    <a:pt x="111299" y="120823"/>
                  </a:lnTo>
                  <a:lnTo>
                    <a:pt x="112563" y="120803"/>
                  </a:lnTo>
                  <a:lnTo>
                    <a:pt x="112753" y="137217"/>
                  </a:lnTo>
                  <a:lnTo>
                    <a:pt x="113841" y="151209"/>
                  </a:lnTo>
                  <a:lnTo>
                    <a:pt x="104811" y="152538"/>
                  </a:lnTo>
                  <a:lnTo>
                    <a:pt x="103442" y="146190"/>
                  </a:lnTo>
                  <a:lnTo>
                    <a:pt x="103408" y="142669"/>
                  </a:lnTo>
                  <a:lnTo>
                    <a:pt x="75933" y="145606"/>
                  </a:lnTo>
                  <a:lnTo>
                    <a:pt x="73463" y="121847"/>
                  </a:lnTo>
                  <a:lnTo>
                    <a:pt x="62631" y="121670"/>
                  </a:lnTo>
                  <a:lnTo>
                    <a:pt x="62283" y="133904"/>
                  </a:lnTo>
                  <a:lnTo>
                    <a:pt x="41443" y="135120"/>
                  </a:lnTo>
                  <a:lnTo>
                    <a:pt x="41182" y="139089"/>
                  </a:lnTo>
                  <a:lnTo>
                    <a:pt x="24057" y="141388"/>
                  </a:lnTo>
                  <a:lnTo>
                    <a:pt x="24036" y="140924"/>
                  </a:lnTo>
                  <a:lnTo>
                    <a:pt x="23014" y="118572"/>
                  </a:lnTo>
                  <a:lnTo>
                    <a:pt x="23263" y="109039"/>
                  </a:lnTo>
                  <a:lnTo>
                    <a:pt x="28638" y="108813"/>
                  </a:lnTo>
                  <a:lnTo>
                    <a:pt x="27553" y="94885"/>
                  </a:lnTo>
                  <a:lnTo>
                    <a:pt x="20927" y="96174"/>
                  </a:lnTo>
                  <a:lnTo>
                    <a:pt x="15980" y="94105"/>
                  </a:lnTo>
                  <a:lnTo>
                    <a:pt x="12841" y="89886"/>
                  </a:lnTo>
                  <a:lnTo>
                    <a:pt x="13024" y="85092"/>
                  </a:lnTo>
                  <a:lnTo>
                    <a:pt x="16155" y="84370"/>
                  </a:lnTo>
                  <a:lnTo>
                    <a:pt x="16669" y="80866"/>
                  </a:lnTo>
                  <a:lnTo>
                    <a:pt x="12524" y="79737"/>
                  </a:lnTo>
                  <a:lnTo>
                    <a:pt x="10166" y="73540"/>
                  </a:lnTo>
                  <a:lnTo>
                    <a:pt x="11465" y="68877"/>
                  </a:lnTo>
                  <a:lnTo>
                    <a:pt x="11573" y="65371"/>
                  </a:lnTo>
                  <a:lnTo>
                    <a:pt x="8180" y="63577"/>
                  </a:lnTo>
                  <a:lnTo>
                    <a:pt x="5836" y="66278"/>
                  </a:lnTo>
                  <a:lnTo>
                    <a:pt x="0" y="65346"/>
                  </a:lnTo>
                  <a:lnTo>
                    <a:pt x="5153" y="53369"/>
                  </a:lnTo>
                  <a:lnTo>
                    <a:pt x="2702" y="51809"/>
                  </a:lnTo>
                  <a:lnTo>
                    <a:pt x="1104" y="51713"/>
                  </a:lnTo>
                  <a:lnTo>
                    <a:pt x="1984" y="47919"/>
                  </a:lnTo>
                  <a:lnTo>
                    <a:pt x="5594" y="48907"/>
                  </a:lnTo>
                  <a:lnTo>
                    <a:pt x="6308" y="51743"/>
                  </a:lnTo>
                  <a:lnTo>
                    <a:pt x="8561" y="51794"/>
                  </a:lnTo>
                  <a:lnTo>
                    <a:pt x="8293" y="44174"/>
                  </a:lnTo>
                  <a:lnTo>
                    <a:pt x="7518" y="45354"/>
                  </a:lnTo>
                  <a:lnTo>
                    <a:pt x="3925" y="45044"/>
                  </a:lnTo>
                  <a:lnTo>
                    <a:pt x="3339" y="38161"/>
                  </a:lnTo>
                  <a:lnTo>
                    <a:pt x="8240" y="39279"/>
                  </a:lnTo>
                  <a:lnTo>
                    <a:pt x="7250" y="36164"/>
                  </a:lnTo>
                  <a:lnTo>
                    <a:pt x="17920" y="34874"/>
                  </a:lnTo>
                  <a:lnTo>
                    <a:pt x="17885" y="31880"/>
                  </a:lnTo>
                  <a:lnTo>
                    <a:pt x="16808" y="28889"/>
                  </a:lnTo>
                  <a:lnTo>
                    <a:pt x="16826" y="22551"/>
                  </a:lnTo>
                  <a:lnTo>
                    <a:pt x="21009" y="22555"/>
                  </a:lnTo>
                  <a:lnTo>
                    <a:pt x="21487" y="11562"/>
                  </a:lnTo>
                  <a:lnTo>
                    <a:pt x="2186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h6608"/>
            <p:cNvSpPr/>
            <p:nvPr/>
          </p:nvSpPr>
          <p:spPr>
            <a:xfrm>
              <a:off x="11914266" y="2799894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h6609"/>
            <p:cNvSpPr/>
            <p:nvPr/>
          </p:nvSpPr>
          <p:spPr>
            <a:xfrm>
              <a:off x="11912400" y="2739027"/>
              <a:ext cx="76354" cy="76561"/>
            </a:xfrm>
            <a:custGeom>
              <a:avLst/>
              <a:pathLst>
                <a:path w="76354" h="76561">
                  <a:moveTo>
                    <a:pt x="11054" y="12001"/>
                  </a:moveTo>
                  <a:lnTo>
                    <a:pt x="12367" y="34781"/>
                  </a:lnTo>
                  <a:lnTo>
                    <a:pt x="17469" y="34591"/>
                  </a:lnTo>
                  <a:lnTo>
                    <a:pt x="18248" y="36007"/>
                  </a:lnTo>
                  <a:lnTo>
                    <a:pt x="30067" y="34770"/>
                  </a:lnTo>
                  <a:lnTo>
                    <a:pt x="30916" y="37613"/>
                  </a:lnTo>
                  <a:lnTo>
                    <a:pt x="30225" y="43484"/>
                  </a:lnTo>
                  <a:lnTo>
                    <a:pt x="45561" y="47615"/>
                  </a:lnTo>
                  <a:lnTo>
                    <a:pt x="49336" y="47304"/>
                  </a:lnTo>
                  <a:lnTo>
                    <a:pt x="54060" y="40717"/>
                  </a:lnTo>
                  <a:lnTo>
                    <a:pt x="55768" y="39387"/>
                  </a:lnTo>
                  <a:lnTo>
                    <a:pt x="68356" y="52919"/>
                  </a:lnTo>
                  <a:lnTo>
                    <a:pt x="76354" y="61516"/>
                  </a:lnTo>
                  <a:lnTo>
                    <a:pt x="72498" y="61790"/>
                  </a:lnTo>
                  <a:lnTo>
                    <a:pt x="72483" y="64822"/>
                  </a:lnTo>
                  <a:lnTo>
                    <a:pt x="66150" y="62960"/>
                  </a:lnTo>
                  <a:lnTo>
                    <a:pt x="60554" y="59592"/>
                  </a:lnTo>
                  <a:lnTo>
                    <a:pt x="58497" y="56957"/>
                  </a:lnTo>
                  <a:lnTo>
                    <a:pt x="48644" y="56712"/>
                  </a:lnTo>
                  <a:lnTo>
                    <a:pt x="44720" y="65200"/>
                  </a:lnTo>
                  <a:lnTo>
                    <a:pt x="44713" y="66534"/>
                  </a:lnTo>
                  <a:lnTo>
                    <a:pt x="43331" y="66918"/>
                  </a:lnTo>
                  <a:lnTo>
                    <a:pt x="41774" y="69004"/>
                  </a:lnTo>
                  <a:lnTo>
                    <a:pt x="41200" y="72263"/>
                  </a:lnTo>
                  <a:lnTo>
                    <a:pt x="35208" y="72106"/>
                  </a:lnTo>
                  <a:lnTo>
                    <a:pt x="35403" y="66906"/>
                  </a:lnTo>
                  <a:lnTo>
                    <a:pt x="34014" y="66937"/>
                  </a:lnTo>
                  <a:lnTo>
                    <a:pt x="31449" y="68059"/>
                  </a:lnTo>
                  <a:lnTo>
                    <a:pt x="30121" y="69662"/>
                  </a:lnTo>
                  <a:lnTo>
                    <a:pt x="18964" y="70395"/>
                  </a:lnTo>
                  <a:lnTo>
                    <a:pt x="4992" y="76561"/>
                  </a:lnTo>
                  <a:lnTo>
                    <a:pt x="4255" y="75600"/>
                  </a:lnTo>
                  <a:lnTo>
                    <a:pt x="3064" y="63583"/>
                  </a:lnTo>
                  <a:lnTo>
                    <a:pt x="3247" y="56956"/>
                  </a:lnTo>
                  <a:lnTo>
                    <a:pt x="235" y="45734"/>
                  </a:lnTo>
                  <a:lnTo>
                    <a:pt x="0" y="42688"/>
                  </a:lnTo>
                  <a:lnTo>
                    <a:pt x="4809" y="25200"/>
                  </a:lnTo>
                  <a:lnTo>
                    <a:pt x="4400" y="16060"/>
                  </a:lnTo>
                  <a:lnTo>
                    <a:pt x="7986" y="9649"/>
                  </a:lnTo>
                  <a:lnTo>
                    <a:pt x="7991" y="8782"/>
                  </a:lnTo>
                  <a:lnTo>
                    <a:pt x="7136" y="8378"/>
                  </a:lnTo>
                  <a:lnTo>
                    <a:pt x="6626" y="5099"/>
                  </a:lnTo>
                  <a:lnTo>
                    <a:pt x="7572" y="412"/>
                  </a:lnTo>
                  <a:lnTo>
                    <a:pt x="10362" y="0"/>
                  </a:lnTo>
                  <a:lnTo>
                    <a:pt x="11039" y="11738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h6610"/>
            <p:cNvSpPr/>
            <p:nvPr/>
          </p:nvSpPr>
          <p:spPr>
            <a:xfrm>
              <a:off x="11913936" y="2762996"/>
              <a:ext cx="1258" cy="6495"/>
            </a:xfrm>
            <a:custGeom>
              <a:avLst/>
              <a:pathLst>
                <a:path w="1258" h="6495">
                  <a:moveTo>
                    <a:pt x="0" y="4205"/>
                  </a:moveTo>
                  <a:lnTo>
                    <a:pt x="627" y="0"/>
                  </a:lnTo>
                  <a:lnTo>
                    <a:pt x="1258" y="1005"/>
                  </a:lnTo>
                  <a:lnTo>
                    <a:pt x="846" y="3755"/>
                  </a:lnTo>
                  <a:lnTo>
                    <a:pt x="1009" y="6495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h6611"/>
            <p:cNvSpPr/>
            <p:nvPr/>
          </p:nvSpPr>
          <p:spPr>
            <a:xfrm>
              <a:off x="11914535" y="2762359"/>
              <a:ext cx="964" cy="1713"/>
            </a:xfrm>
            <a:custGeom>
              <a:avLst/>
              <a:pathLst>
                <a:path w="964" h="1713">
                  <a:moveTo>
                    <a:pt x="964" y="1713"/>
                  </a:moveTo>
                  <a:lnTo>
                    <a:pt x="0" y="0"/>
                  </a:lnTo>
                  <a:lnTo>
                    <a:pt x="905" y="274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h6612"/>
            <p:cNvSpPr/>
            <p:nvPr/>
          </p:nvSpPr>
          <p:spPr>
            <a:xfrm>
              <a:off x="11914666" y="2758073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h6613"/>
            <p:cNvSpPr/>
            <p:nvPr/>
          </p:nvSpPr>
          <p:spPr>
            <a:xfrm>
              <a:off x="11963228" y="2931505"/>
              <a:ext cx="128648" cy="166400"/>
            </a:xfrm>
            <a:custGeom>
              <a:avLst/>
              <a:pathLst>
                <a:path w="128648" h="166400">
                  <a:moveTo>
                    <a:pt x="77291" y="177"/>
                  </a:moveTo>
                  <a:lnTo>
                    <a:pt x="79761" y="23935"/>
                  </a:lnTo>
                  <a:lnTo>
                    <a:pt x="107236" y="20998"/>
                  </a:lnTo>
                  <a:lnTo>
                    <a:pt x="107270" y="24519"/>
                  </a:lnTo>
                  <a:lnTo>
                    <a:pt x="108639" y="30867"/>
                  </a:lnTo>
                  <a:lnTo>
                    <a:pt x="117669" y="29538"/>
                  </a:lnTo>
                  <a:lnTo>
                    <a:pt x="119442" y="43908"/>
                  </a:lnTo>
                  <a:lnTo>
                    <a:pt x="118782" y="46383"/>
                  </a:lnTo>
                  <a:lnTo>
                    <a:pt x="122032" y="80173"/>
                  </a:lnTo>
                  <a:lnTo>
                    <a:pt x="124842" y="79972"/>
                  </a:lnTo>
                  <a:lnTo>
                    <a:pt x="126018" y="87623"/>
                  </a:lnTo>
                  <a:lnTo>
                    <a:pt x="124095" y="87833"/>
                  </a:lnTo>
                  <a:lnTo>
                    <a:pt x="125743" y="98720"/>
                  </a:lnTo>
                  <a:lnTo>
                    <a:pt x="123550" y="98898"/>
                  </a:lnTo>
                  <a:lnTo>
                    <a:pt x="123596" y="107546"/>
                  </a:lnTo>
                  <a:lnTo>
                    <a:pt x="125290" y="107054"/>
                  </a:lnTo>
                  <a:lnTo>
                    <a:pt x="126105" y="116366"/>
                  </a:lnTo>
                  <a:lnTo>
                    <a:pt x="119622" y="117090"/>
                  </a:lnTo>
                  <a:lnTo>
                    <a:pt x="120022" y="124404"/>
                  </a:lnTo>
                  <a:lnTo>
                    <a:pt x="126632" y="123911"/>
                  </a:lnTo>
                  <a:lnTo>
                    <a:pt x="126854" y="126856"/>
                  </a:lnTo>
                  <a:lnTo>
                    <a:pt x="125197" y="131700"/>
                  </a:lnTo>
                  <a:lnTo>
                    <a:pt x="120196" y="131841"/>
                  </a:lnTo>
                  <a:lnTo>
                    <a:pt x="120422" y="135227"/>
                  </a:lnTo>
                  <a:lnTo>
                    <a:pt x="121007" y="139794"/>
                  </a:lnTo>
                  <a:lnTo>
                    <a:pt x="127122" y="139304"/>
                  </a:lnTo>
                  <a:lnTo>
                    <a:pt x="127289" y="140890"/>
                  </a:lnTo>
                  <a:lnTo>
                    <a:pt x="128648" y="155706"/>
                  </a:lnTo>
                  <a:lnTo>
                    <a:pt x="4033" y="166400"/>
                  </a:lnTo>
                  <a:lnTo>
                    <a:pt x="2339" y="131900"/>
                  </a:lnTo>
                  <a:lnTo>
                    <a:pt x="1601" y="124536"/>
                  </a:lnTo>
                  <a:lnTo>
                    <a:pt x="226" y="124664"/>
                  </a:lnTo>
                  <a:lnTo>
                    <a:pt x="0" y="121508"/>
                  </a:lnTo>
                  <a:lnTo>
                    <a:pt x="18861" y="119307"/>
                  </a:lnTo>
                  <a:lnTo>
                    <a:pt x="19059" y="115542"/>
                  </a:lnTo>
                  <a:lnTo>
                    <a:pt x="17865" y="96295"/>
                  </a:lnTo>
                  <a:lnTo>
                    <a:pt x="15408" y="96426"/>
                  </a:lnTo>
                  <a:lnTo>
                    <a:pt x="15520" y="87220"/>
                  </a:lnTo>
                  <a:lnTo>
                    <a:pt x="8709" y="88195"/>
                  </a:lnTo>
                  <a:lnTo>
                    <a:pt x="6496" y="87069"/>
                  </a:lnTo>
                  <a:lnTo>
                    <a:pt x="5470" y="83057"/>
                  </a:lnTo>
                  <a:lnTo>
                    <a:pt x="5076" y="77351"/>
                  </a:lnTo>
                  <a:lnTo>
                    <a:pt x="1765" y="77541"/>
                  </a:lnTo>
                  <a:lnTo>
                    <a:pt x="742" y="73906"/>
                  </a:lnTo>
                  <a:lnTo>
                    <a:pt x="1354" y="67865"/>
                  </a:lnTo>
                  <a:lnTo>
                    <a:pt x="3713" y="64198"/>
                  </a:lnTo>
                  <a:lnTo>
                    <a:pt x="7486" y="64258"/>
                  </a:lnTo>
                  <a:lnTo>
                    <a:pt x="7559" y="61406"/>
                  </a:lnTo>
                  <a:lnTo>
                    <a:pt x="4717" y="61386"/>
                  </a:lnTo>
                  <a:lnTo>
                    <a:pt x="4711" y="56915"/>
                  </a:lnTo>
                  <a:lnTo>
                    <a:pt x="9243" y="56979"/>
                  </a:lnTo>
                  <a:lnTo>
                    <a:pt x="9212" y="58201"/>
                  </a:lnTo>
                  <a:lnTo>
                    <a:pt x="15418" y="58362"/>
                  </a:lnTo>
                  <a:lnTo>
                    <a:pt x="16343" y="28326"/>
                  </a:lnTo>
                  <a:lnTo>
                    <a:pt x="13110" y="24392"/>
                  </a:lnTo>
                  <a:lnTo>
                    <a:pt x="1785" y="25095"/>
                  </a:lnTo>
                  <a:lnTo>
                    <a:pt x="2334" y="22808"/>
                  </a:lnTo>
                  <a:lnTo>
                    <a:pt x="2038" y="18951"/>
                  </a:lnTo>
                  <a:lnTo>
                    <a:pt x="20410" y="20494"/>
                  </a:lnTo>
                  <a:lnTo>
                    <a:pt x="18888" y="17048"/>
                  </a:lnTo>
                  <a:lnTo>
                    <a:pt x="27864" y="19253"/>
                  </a:lnTo>
                  <a:lnTo>
                    <a:pt x="27885" y="19717"/>
                  </a:lnTo>
                  <a:lnTo>
                    <a:pt x="45010" y="17418"/>
                  </a:lnTo>
                  <a:lnTo>
                    <a:pt x="45271" y="13449"/>
                  </a:lnTo>
                  <a:lnTo>
                    <a:pt x="66111" y="12233"/>
                  </a:lnTo>
                  <a:lnTo>
                    <a:pt x="6645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h6614"/>
            <p:cNvSpPr/>
            <p:nvPr/>
          </p:nvSpPr>
          <p:spPr>
            <a:xfrm>
              <a:off x="11872380" y="2955898"/>
              <a:ext cx="109908" cy="100646"/>
            </a:xfrm>
            <a:custGeom>
              <a:avLst/>
              <a:pathLst>
                <a:path w="109908" h="100646">
                  <a:moveTo>
                    <a:pt x="107191" y="3933"/>
                  </a:moveTo>
                  <a:lnTo>
                    <a:pt x="106266" y="33969"/>
                  </a:lnTo>
                  <a:lnTo>
                    <a:pt x="100060" y="33808"/>
                  </a:lnTo>
                  <a:lnTo>
                    <a:pt x="100091" y="32586"/>
                  </a:lnTo>
                  <a:lnTo>
                    <a:pt x="95559" y="32523"/>
                  </a:lnTo>
                  <a:lnTo>
                    <a:pt x="95566" y="36993"/>
                  </a:lnTo>
                  <a:lnTo>
                    <a:pt x="98407" y="37013"/>
                  </a:lnTo>
                  <a:lnTo>
                    <a:pt x="98334" y="39865"/>
                  </a:lnTo>
                  <a:lnTo>
                    <a:pt x="94561" y="39805"/>
                  </a:lnTo>
                  <a:lnTo>
                    <a:pt x="92202" y="43472"/>
                  </a:lnTo>
                  <a:lnTo>
                    <a:pt x="91590" y="49513"/>
                  </a:lnTo>
                  <a:lnTo>
                    <a:pt x="92613" y="53148"/>
                  </a:lnTo>
                  <a:lnTo>
                    <a:pt x="95924" y="52958"/>
                  </a:lnTo>
                  <a:lnTo>
                    <a:pt x="96318" y="58664"/>
                  </a:lnTo>
                  <a:lnTo>
                    <a:pt x="97345" y="62676"/>
                  </a:lnTo>
                  <a:lnTo>
                    <a:pt x="99557" y="63802"/>
                  </a:lnTo>
                  <a:lnTo>
                    <a:pt x="106369" y="62827"/>
                  </a:lnTo>
                  <a:lnTo>
                    <a:pt x="106256" y="72033"/>
                  </a:lnTo>
                  <a:lnTo>
                    <a:pt x="108713" y="71902"/>
                  </a:lnTo>
                  <a:lnTo>
                    <a:pt x="109908" y="91149"/>
                  </a:lnTo>
                  <a:lnTo>
                    <a:pt x="109709" y="94914"/>
                  </a:lnTo>
                  <a:lnTo>
                    <a:pt x="90848" y="97115"/>
                  </a:lnTo>
                  <a:lnTo>
                    <a:pt x="91074" y="100271"/>
                  </a:lnTo>
                  <a:lnTo>
                    <a:pt x="87188" y="100646"/>
                  </a:lnTo>
                  <a:lnTo>
                    <a:pt x="86806" y="96815"/>
                  </a:lnTo>
                  <a:lnTo>
                    <a:pt x="70496" y="98319"/>
                  </a:lnTo>
                  <a:lnTo>
                    <a:pt x="66697" y="66089"/>
                  </a:lnTo>
                  <a:lnTo>
                    <a:pt x="66764" y="61469"/>
                  </a:lnTo>
                  <a:lnTo>
                    <a:pt x="60822" y="61998"/>
                  </a:lnTo>
                  <a:lnTo>
                    <a:pt x="60896" y="66967"/>
                  </a:lnTo>
                  <a:lnTo>
                    <a:pt x="51579" y="67885"/>
                  </a:lnTo>
                  <a:lnTo>
                    <a:pt x="51722" y="63877"/>
                  </a:lnTo>
                  <a:lnTo>
                    <a:pt x="49112" y="63976"/>
                  </a:lnTo>
                  <a:lnTo>
                    <a:pt x="49229" y="66756"/>
                  </a:lnTo>
                  <a:lnTo>
                    <a:pt x="36643" y="67916"/>
                  </a:lnTo>
                  <a:lnTo>
                    <a:pt x="37916" y="84041"/>
                  </a:lnTo>
                  <a:lnTo>
                    <a:pt x="29237" y="84668"/>
                  </a:lnTo>
                  <a:lnTo>
                    <a:pt x="28989" y="94288"/>
                  </a:lnTo>
                  <a:lnTo>
                    <a:pt x="24936" y="94121"/>
                  </a:lnTo>
                  <a:lnTo>
                    <a:pt x="24952" y="89395"/>
                  </a:lnTo>
                  <a:lnTo>
                    <a:pt x="16575" y="89932"/>
                  </a:lnTo>
                  <a:lnTo>
                    <a:pt x="16387" y="92976"/>
                  </a:lnTo>
                  <a:lnTo>
                    <a:pt x="10853" y="93366"/>
                  </a:lnTo>
                  <a:lnTo>
                    <a:pt x="11488" y="90083"/>
                  </a:lnTo>
                  <a:lnTo>
                    <a:pt x="12498" y="90456"/>
                  </a:lnTo>
                  <a:lnTo>
                    <a:pt x="13444" y="87287"/>
                  </a:lnTo>
                  <a:lnTo>
                    <a:pt x="10754" y="86289"/>
                  </a:lnTo>
                  <a:lnTo>
                    <a:pt x="9673" y="88437"/>
                  </a:lnTo>
                  <a:lnTo>
                    <a:pt x="6297" y="88410"/>
                  </a:lnTo>
                  <a:lnTo>
                    <a:pt x="3322" y="85631"/>
                  </a:lnTo>
                  <a:lnTo>
                    <a:pt x="3072" y="84155"/>
                  </a:lnTo>
                  <a:lnTo>
                    <a:pt x="4222" y="84281"/>
                  </a:lnTo>
                  <a:lnTo>
                    <a:pt x="4314" y="80358"/>
                  </a:lnTo>
                  <a:lnTo>
                    <a:pt x="3152" y="80392"/>
                  </a:lnTo>
                  <a:lnTo>
                    <a:pt x="0" y="77841"/>
                  </a:lnTo>
                  <a:lnTo>
                    <a:pt x="2001" y="69398"/>
                  </a:lnTo>
                  <a:lnTo>
                    <a:pt x="2175" y="63467"/>
                  </a:lnTo>
                  <a:lnTo>
                    <a:pt x="4627" y="56894"/>
                  </a:lnTo>
                  <a:lnTo>
                    <a:pt x="3410" y="50910"/>
                  </a:lnTo>
                  <a:lnTo>
                    <a:pt x="3588" y="48594"/>
                  </a:lnTo>
                  <a:lnTo>
                    <a:pt x="7877" y="48109"/>
                  </a:lnTo>
                  <a:lnTo>
                    <a:pt x="12574" y="48596"/>
                  </a:lnTo>
                  <a:lnTo>
                    <a:pt x="13404" y="45511"/>
                  </a:lnTo>
                  <a:lnTo>
                    <a:pt x="20462" y="43820"/>
                  </a:lnTo>
                  <a:lnTo>
                    <a:pt x="22876" y="40481"/>
                  </a:lnTo>
                  <a:lnTo>
                    <a:pt x="23574" y="36859"/>
                  </a:lnTo>
                  <a:lnTo>
                    <a:pt x="21680" y="35079"/>
                  </a:lnTo>
                  <a:lnTo>
                    <a:pt x="17887" y="35012"/>
                  </a:lnTo>
                  <a:lnTo>
                    <a:pt x="17994" y="30449"/>
                  </a:lnTo>
                  <a:lnTo>
                    <a:pt x="18890" y="30442"/>
                  </a:lnTo>
                  <a:lnTo>
                    <a:pt x="19543" y="26555"/>
                  </a:lnTo>
                  <a:lnTo>
                    <a:pt x="16315" y="26399"/>
                  </a:lnTo>
                  <a:lnTo>
                    <a:pt x="16398" y="22944"/>
                  </a:lnTo>
                  <a:lnTo>
                    <a:pt x="19048" y="21432"/>
                  </a:lnTo>
                  <a:lnTo>
                    <a:pt x="21986" y="22517"/>
                  </a:lnTo>
                  <a:lnTo>
                    <a:pt x="25780" y="26431"/>
                  </a:lnTo>
                  <a:lnTo>
                    <a:pt x="29606" y="22525"/>
                  </a:lnTo>
                  <a:lnTo>
                    <a:pt x="30926" y="22893"/>
                  </a:lnTo>
                  <a:lnTo>
                    <a:pt x="30183" y="36289"/>
                  </a:lnTo>
                  <a:lnTo>
                    <a:pt x="40079" y="40137"/>
                  </a:lnTo>
                  <a:lnTo>
                    <a:pt x="56614" y="41946"/>
                  </a:lnTo>
                  <a:lnTo>
                    <a:pt x="54981" y="54409"/>
                  </a:lnTo>
                  <a:lnTo>
                    <a:pt x="61812" y="54107"/>
                  </a:lnTo>
                  <a:lnTo>
                    <a:pt x="61126" y="26261"/>
                  </a:lnTo>
                  <a:lnTo>
                    <a:pt x="78591" y="26259"/>
                  </a:lnTo>
                  <a:lnTo>
                    <a:pt x="78819" y="14319"/>
                  </a:lnTo>
                  <a:lnTo>
                    <a:pt x="87652" y="13699"/>
                  </a:lnTo>
                  <a:lnTo>
                    <a:pt x="88268" y="6895"/>
                  </a:lnTo>
                  <a:lnTo>
                    <a:pt x="92943" y="2650"/>
                  </a:lnTo>
                  <a:lnTo>
                    <a:pt x="92633" y="702"/>
                  </a:lnTo>
                  <a:lnTo>
                    <a:pt x="103958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h6615"/>
            <p:cNvSpPr/>
            <p:nvPr/>
          </p:nvSpPr>
          <p:spPr>
            <a:xfrm>
              <a:off x="11917295" y="2823495"/>
              <a:ext cx="58321" cy="38633"/>
            </a:xfrm>
            <a:custGeom>
              <a:avLst/>
              <a:pathLst>
                <a:path w="58321" h="38633">
                  <a:moveTo>
                    <a:pt x="13824" y="905"/>
                  </a:moveTo>
                  <a:lnTo>
                    <a:pt x="25897" y="5451"/>
                  </a:lnTo>
                  <a:lnTo>
                    <a:pt x="35655" y="5441"/>
                  </a:lnTo>
                  <a:lnTo>
                    <a:pt x="36209" y="12957"/>
                  </a:lnTo>
                  <a:lnTo>
                    <a:pt x="38137" y="13121"/>
                  </a:lnTo>
                  <a:lnTo>
                    <a:pt x="38515" y="11338"/>
                  </a:lnTo>
                  <a:lnTo>
                    <a:pt x="43199" y="9374"/>
                  </a:lnTo>
                  <a:lnTo>
                    <a:pt x="46266" y="11827"/>
                  </a:lnTo>
                  <a:lnTo>
                    <a:pt x="56191" y="14670"/>
                  </a:lnTo>
                  <a:lnTo>
                    <a:pt x="57011" y="22504"/>
                  </a:lnTo>
                  <a:lnTo>
                    <a:pt x="58000" y="25619"/>
                  </a:lnTo>
                  <a:lnTo>
                    <a:pt x="53099" y="24501"/>
                  </a:lnTo>
                  <a:lnTo>
                    <a:pt x="53685" y="31383"/>
                  </a:lnTo>
                  <a:lnTo>
                    <a:pt x="57278" y="31694"/>
                  </a:lnTo>
                  <a:lnTo>
                    <a:pt x="58054" y="30513"/>
                  </a:lnTo>
                  <a:lnTo>
                    <a:pt x="58321" y="38134"/>
                  </a:lnTo>
                  <a:lnTo>
                    <a:pt x="56069" y="38083"/>
                  </a:lnTo>
                  <a:lnTo>
                    <a:pt x="55354" y="35247"/>
                  </a:lnTo>
                  <a:lnTo>
                    <a:pt x="51745" y="34258"/>
                  </a:lnTo>
                  <a:lnTo>
                    <a:pt x="50864" y="38053"/>
                  </a:lnTo>
                  <a:lnTo>
                    <a:pt x="45867" y="36681"/>
                  </a:lnTo>
                  <a:lnTo>
                    <a:pt x="41521" y="36939"/>
                  </a:lnTo>
                  <a:lnTo>
                    <a:pt x="37531" y="38572"/>
                  </a:lnTo>
                  <a:lnTo>
                    <a:pt x="35119" y="38633"/>
                  </a:lnTo>
                  <a:lnTo>
                    <a:pt x="34703" y="38445"/>
                  </a:lnTo>
                  <a:lnTo>
                    <a:pt x="37465" y="35324"/>
                  </a:lnTo>
                  <a:lnTo>
                    <a:pt x="34083" y="32701"/>
                  </a:lnTo>
                  <a:lnTo>
                    <a:pt x="31362" y="33525"/>
                  </a:lnTo>
                  <a:lnTo>
                    <a:pt x="29123" y="32325"/>
                  </a:lnTo>
                  <a:lnTo>
                    <a:pt x="30892" y="28958"/>
                  </a:lnTo>
                  <a:lnTo>
                    <a:pt x="30346" y="25531"/>
                  </a:lnTo>
                  <a:lnTo>
                    <a:pt x="28173" y="27580"/>
                  </a:lnTo>
                  <a:lnTo>
                    <a:pt x="26565" y="28175"/>
                  </a:lnTo>
                  <a:lnTo>
                    <a:pt x="23844" y="27923"/>
                  </a:lnTo>
                  <a:lnTo>
                    <a:pt x="22051" y="22802"/>
                  </a:lnTo>
                  <a:lnTo>
                    <a:pt x="17268" y="20647"/>
                  </a:lnTo>
                  <a:lnTo>
                    <a:pt x="13939" y="20315"/>
                  </a:lnTo>
                  <a:lnTo>
                    <a:pt x="13019" y="20650"/>
                  </a:lnTo>
                  <a:lnTo>
                    <a:pt x="13001" y="21856"/>
                  </a:lnTo>
                  <a:lnTo>
                    <a:pt x="6404" y="21580"/>
                  </a:lnTo>
                  <a:lnTo>
                    <a:pt x="3676" y="18794"/>
                  </a:lnTo>
                  <a:lnTo>
                    <a:pt x="3436" y="17527"/>
                  </a:lnTo>
                  <a:lnTo>
                    <a:pt x="4346" y="16644"/>
                  </a:lnTo>
                  <a:lnTo>
                    <a:pt x="4151" y="16019"/>
                  </a:lnTo>
                  <a:lnTo>
                    <a:pt x="510" y="9930"/>
                  </a:lnTo>
                  <a:lnTo>
                    <a:pt x="1405" y="3623"/>
                  </a:lnTo>
                  <a:lnTo>
                    <a:pt x="0" y="246"/>
                  </a:lnTo>
                  <a:lnTo>
                    <a:pt x="5631" y="0"/>
                  </a:lnTo>
                  <a:lnTo>
                    <a:pt x="5628" y="1905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h6616"/>
            <p:cNvSpPr/>
            <p:nvPr/>
          </p:nvSpPr>
          <p:spPr>
            <a:xfrm>
              <a:off x="10719582" y="2046740"/>
              <a:ext cx="61475" cy="66969"/>
            </a:xfrm>
            <a:custGeom>
              <a:avLst/>
              <a:pathLst>
                <a:path w="61475" h="66969">
                  <a:moveTo>
                    <a:pt x="47000" y="2196"/>
                  </a:moveTo>
                  <a:lnTo>
                    <a:pt x="48670" y="3531"/>
                  </a:lnTo>
                  <a:lnTo>
                    <a:pt x="61475" y="6997"/>
                  </a:lnTo>
                  <a:lnTo>
                    <a:pt x="60449" y="15678"/>
                  </a:lnTo>
                  <a:lnTo>
                    <a:pt x="61151" y="19614"/>
                  </a:lnTo>
                  <a:lnTo>
                    <a:pt x="60936" y="35547"/>
                  </a:lnTo>
                  <a:lnTo>
                    <a:pt x="55821" y="41135"/>
                  </a:lnTo>
                  <a:lnTo>
                    <a:pt x="53969" y="46948"/>
                  </a:lnTo>
                  <a:lnTo>
                    <a:pt x="53312" y="49960"/>
                  </a:lnTo>
                  <a:lnTo>
                    <a:pt x="45170" y="58594"/>
                  </a:lnTo>
                  <a:lnTo>
                    <a:pt x="44639" y="57459"/>
                  </a:lnTo>
                  <a:lnTo>
                    <a:pt x="38428" y="44192"/>
                  </a:lnTo>
                  <a:lnTo>
                    <a:pt x="13913" y="66969"/>
                  </a:lnTo>
                  <a:lnTo>
                    <a:pt x="12913" y="64123"/>
                  </a:lnTo>
                  <a:lnTo>
                    <a:pt x="0" y="48949"/>
                  </a:lnTo>
                  <a:lnTo>
                    <a:pt x="11191" y="37308"/>
                  </a:lnTo>
                  <a:lnTo>
                    <a:pt x="18526" y="31952"/>
                  </a:lnTo>
                  <a:lnTo>
                    <a:pt x="20789" y="26779"/>
                  </a:lnTo>
                  <a:lnTo>
                    <a:pt x="13781" y="16755"/>
                  </a:lnTo>
                  <a:lnTo>
                    <a:pt x="12254" y="15782"/>
                  </a:lnTo>
                  <a:lnTo>
                    <a:pt x="7767" y="14803"/>
                  </a:lnTo>
                  <a:lnTo>
                    <a:pt x="5290" y="10093"/>
                  </a:lnTo>
                  <a:lnTo>
                    <a:pt x="17867" y="1320"/>
                  </a:lnTo>
                  <a:lnTo>
                    <a:pt x="19727" y="0"/>
                  </a:lnTo>
                  <a:lnTo>
                    <a:pt x="19992" y="3460"/>
                  </a:lnTo>
                  <a:lnTo>
                    <a:pt x="22523" y="10235"/>
                  </a:lnTo>
                  <a:lnTo>
                    <a:pt x="29808" y="3916"/>
                  </a:lnTo>
                  <a:lnTo>
                    <a:pt x="38688" y="6977"/>
                  </a:lnTo>
                  <a:lnTo>
                    <a:pt x="39701" y="2540"/>
                  </a:lnTo>
                  <a:lnTo>
                    <a:pt x="42842" y="71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h6617"/>
            <p:cNvSpPr/>
            <p:nvPr/>
          </p:nvSpPr>
          <p:spPr>
            <a:xfrm>
              <a:off x="10477290" y="2205126"/>
              <a:ext cx="36222" cy="48053"/>
            </a:xfrm>
            <a:custGeom>
              <a:avLst/>
              <a:pathLst>
                <a:path w="36222" h="48053">
                  <a:moveTo>
                    <a:pt x="15529" y="2229"/>
                  </a:moveTo>
                  <a:lnTo>
                    <a:pt x="16420" y="2696"/>
                  </a:lnTo>
                  <a:lnTo>
                    <a:pt x="17485" y="2185"/>
                  </a:lnTo>
                  <a:lnTo>
                    <a:pt x="18087" y="11458"/>
                  </a:lnTo>
                  <a:lnTo>
                    <a:pt x="24845" y="12672"/>
                  </a:lnTo>
                  <a:lnTo>
                    <a:pt x="31482" y="18782"/>
                  </a:lnTo>
                  <a:lnTo>
                    <a:pt x="32672" y="15231"/>
                  </a:lnTo>
                  <a:lnTo>
                    <a:pt x="36222" y="16057"/>
                  </a:lnTo>
                  <a:lnTo>
                    <a:pt x="36041" y="16975"/>
                  </a:lnTo>
                  <a:lnTo>
                    <a:pt x="31433" y="21435"/>
                  </a:lnTo>
                  <a:lnTo>
                    <a:pt x="30781" y="20763"/>
                  </a:lnTo>
                  <a:lnTo>
                    <a:pt x="29211" y="21101"/>
                  </a:lnTo>
                  <a:lnTo>
                    <a:pt x="30583" y="27311"/>
                  </a:lnTo>
                  <a:lnTo>
                    <a:pt x="27450" y="45973"/>
                  </a:lnTo>
                  <a:lnTo>
                    <a:pt x="24387" y="45610"/>
                  </a:lnTo>
                  <a:lnTo>
                    <a:pt x="24370" y="44535"/>
                  </a:lnTo>
                  <a:lnTo>
                    <a:pt x="21552" y="43440"/>
                  </a:lnTo>
                  <a:lnTo>
                    <a:pt x="10588" y="42955"/>
                  </a:lnTo>
                  <a:lnTo>
                    <a:pt x="6115" y="45902"/>
                  </a:lnTo>
                  <a:lnTo>
                    <a:pt x="4247" y="47945"/>
                  </a:lnTo>
                  <a:lnTo>
                    <a:pt x="2870" y="48053"/>
                  </a:lnTo>
                  <a:lnTo>
                    <a:pt x="2433" y="43433"/>
                  </a:lnTo>
                  <a:lnTo>
                    <a:pt x="6794" y="23324"/>
                  </a:lnTo>
                  <a:lnTo>
                    <a:pt x="8104" y="22672"/>
                  </a:lnTo>
                  <a:lnTo>
                    <a:pt x="11448" y="23365"/>
                  </a:lnTo>
                  <a:lnTo>
                    <a:pt x="9846" y="19371"/>
                  </a:lnTo>
                  <a:lnTo>
                    <a:pt x="0" y="17719"/>
                  </a:lnTo>
                  <a:lnTo>
                    <a:pt x="2250" y="15421"/>
                  </a:lnTo>
                  <a:lnTo>
                    <a:pt x="1230" y="9958"/>
                  </a:lnTo>
                  <a:lnTo>
                    <a:pt x="2748" y="7922"/>
                  </a:lnTo>
                  <a:lnTo>
                    <a:pt x="1538" y="6967"/>
                  </a:lnTo>
                  <a:lnTo>
                    <a:pt x="3013" y="5927"/>
                  </a:lnTo>
                  <a:lnTo>
                    <a:pt x="5020" y="4491"/>
                  </a:lnTo>
                  <a:lnTo>
                    <a:pt x="7870" y="8182"/>
                  </a:lnTo>
                  <a:lnTo>
                    <a:pt x="9544" y="8072"/>
                  </a:lnTo>
                  <a:lnTo>
                    <a:pt x="14149" y="2725"/>
                  </a:lnTo>
                  <a:lnTo>
                    <a:pt x="15065" y="34"/>
                  </a:lnTo>
                  <a:lnTo>
                    <a:pt x="158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h6618"/>
            <p:cNvSpPr/>
            <p:nvPr/>
          </p:nvSpPr>
          <p:spPr>
            <a:xfrm>
              <a:off x="10675067" y="2052177"/>
              <a:ext cx="65304" cy="43512"/>
            </a:xfrm>
            <a:custGeom>
              <a:avLst/>
              <a:pathLst>
                <a:path w="65304" h="43512">
                  <a:moveTo>
                    <a:pt x="24523" y="5142"/>
                  </a:moveTo>
                  <a:lnTo>
                    <a:pt x="28119" y="6758"/>
                  </a:lnTo>
                  <a:lnTo>
                    <a:pt x="34381" y="2719"/>
                  </a:lnTo>
                  <a:lnTo>
                    <a:pt x="37130" y="6135"/>
                  </a:lnTo>
                  <a:lnTo>
                    <a:pt x="48131" y="2412"/>
                  </a:lnTo>
                  <a:lnTo>
                    <a:pt x="49096" y="5000"/>
                  </a:lnTo>
                  <a:lnTo>
                    <a:pt x="49805" y="4657"/>
                  </a:lnTo>
                  <a:lnTo>
                    <a:pt x="52282" y="9366"/>
                  </a:lnTo>
                  <a:lnTo>
                    <a:pt x="56769" y="10346"/>
                  </a:lnTo>
                  <a:lnTo>
                    <a:pt x="58297" y="11319"/>
                  </a:lnTo>
                  <a:lnTo>
                    <a:pt x="65304" y="21343"/>
                  </a:lnTo>
                  <a:lnTo>
                    <a:pt x="63042" y="26516"/>
                  </a:lnTo>
                  <a:lnTo>
                    <a:pt x="55706" y="31871"/>
                  </a:lnTo>
                  <a:lnTo>
                    <a:pt x="44515" y="43512"/>
                  </a:lnTo>
                  <a:lnTo>
                    <a:pt x="41113" y="40273"/>
                  </a:lnTo>
                  <a:lnTo>
                    <a:pt x="35585" y="37572"/>
                  </a:lnTo>
                  <a:lnTo>
                    <a:pt x="34560" y="30511"/>
                  </a:lnTo>
                  <a:lnTo>
                    <a:pt x="29086" y="26031"/>
                  </a:lnTo>
                  <a:lnTo>
                    <a:pt x="17240" y="29174"/>
                  </a:lnTo>
                  <a:lnTo>
                    <a:pt x="15238" y="27971"/>
                  </a:lnTo>
                  <a:lnTo>
                    <a:pt x="9369" y="27112"/>
                  </a:lnTo>
                  <a:lnTo>
                    <a:pt x="6088" y="29348"/>
                  </a:lnTo>
                  <a:lnTo>
                    <a:pt x="4284" y="29487"/>
                  </a:lnTo>
                  <a:lnTo>
                    <a:pt x="105" y="26316"/>
                  </a:lnTo>
                  <a:lnTo>
                    <a:pt x="0" y="24348"/>
                  </a:lnTo>
                  <a:lnTo>
                    <a:pt x="3422" y="23885"/>
                  </a:lnTo>
                  <a:lnTo>
                    <a:pt x="7673" y="19631"/>
                  </a:lnTo>
                  <a:lnTo>
                    <a:pt x="9124" y="17375"/>
                  </a:lnTo>
                  <a:lnTo>
                    <a:pt x="9841" y="13716"/>
                  </a:lnTo>
                  <a:lnTo>
                    <a:pt x="14565" y="5825"/>
                  </a:lnTo>
                  <a:lnTo>
                    <a:pt x="19052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h6619"/>
            <p:cNvSpPr/>
            <p:nvPr/>
          </p:nvSpPr>
          <p:spPr>
            <a:xfrm>
              <a:off x="10693131" y="1787229"/>
              <a:ext cx="73824" cy="65753"/>
            </a:xfrm>
            <a:custGeom>
              <a:avLst/>
              <a:pathLst>
                <a:path w="73824" h="65753">
                  <a:moveTo>
                    <a:pt x="57432" y="3877"/>
                  </a:moveTo>
                  <a:lnTo>
                    <a:pt x="60861" y="10161"/>
                  </a:lnTo>
                  <a:lnTo>
                    <a:pt x="60952" y="11452"/>
                  </a:lnTo>
                  <a:lnTo>
                    <a:pt x="59934" y="12919"/>
                  </a:lnTo>
                  <a:lnTo>
                    <a:pt x="60284" y="13431"/>
                  </a:lnTo>
                  <a:lnTo>
                    <a:pt x="65396" y="18301"/>
                  </a:lnTo>
                  <a:lnTo>
                    <a:pt x="69619" y="20162"/>
                  </a:lnTo>
                  <a:lnTo>
                    <a:pt x="70764" y="21516"/>
                  </a:lnTo>
                  <a:lnTo>
                    <a:pt x="73824" y="34884"/>
                  </a:lnTo>
                  <a:lnTo>
                    <a:pt x="73641" y="40520"/>
                  </a:lnTo>
                  <a:lnTo>
                    <a:pt x="65640" y="44121"/>
                  </a:lnTo>
                  <a:lnTo>
                    <a:pt x="61349" y="49635"/>
                  </a:lnTo>
                  <a:lnTo>
                    <a:pt x="63370" y="51912"/>
                  </a:lnTo>
                  <a:lnTo>
                    <a:pt x="61234" y="51454"/>
                  </a:lnTo>
                  <a:lnTo>
                    <a:pt x="54792" y="54898"/>
                  </a:lnTo>
                  <a:lnTo>
                    <a:pt x="52696" y="57267"/>
                  </a:lnTo>
                  <a:lnTo>
                    <a:pt x="53324" y="60066"/>
                  </a:lnTo>
                  <a:lnTo>
                    <a:pt x="46027" y="65753"/>
                  </a:lnTo>
                  <a:lnTo>
                    <a:pt x="35916" y="65073"/>
                  </a:lnTo>
                  <a:lnTo>
                    <a:pt x="31196" y="62380"/>
                  </a:lnTo>
                  <a:lnTo>
                    <a:pt x="26683" y="61031"/>
                  </a:lnTo>
                  <a:lnTo>
                    <a:pt x="20101" y="61303"/>
                  </a:lnTo>
                  <a:lnTo>
                    <a:pt x="23817" y="50981"/>
                  </a:lnTo>
                  <a:lnTo>
                    <a:pt x="24624" y="27906"/>
                  </a:lnTo>
                  <a:lnTo>
                    <a:pt x="0" y="25305"/>
                  </a:lnTo>
                  <a:lnTo>
                    <a:pt x="831" y="12088"/>
                  </a:lnTo>
                  <a:lnTo>
                    <a:pt x="31448" y="15260"/>
                  </a:lnTo>
                  <a:lnTo>
                    <a:pt x="35974" y="14615"/>
                  </a:lnTo>
                  <a:lnTo>
                    <a:pt x="36007" y="11190"/>
                  </a:lnTo>
                  <a:lnTo>
                    <a:pt x="41486" y="11167"/>
                  </a:lnTo>
                  <a:lnTo>
                    <a:pt x="41917" y="10579"/>
                  </a:lnTo>
                  <a:lnTo>
                    <a:pt x="41357" y="8545"/>
                  </a:lnTo>
                  <a:lnTo>
                    <a:pt x="42188" y="6929"/>
                  </a:lnTo>
                  <a:lnTo>
                    <a:pt x="49012" y="6399"/>
                  </a:lnTo>
                  <a:lnTo>
                    <a:pt x="49035" y="8539"/>
                  </a:lnTo>
                  <a:lnTo>
                    <a:pt x="51152" y="8647"/>
                  </a:lnTo>
                  <a:lnTo>
                    <a:pt x="52248" y="6993"/>
                  </a:lnTo>
                  <a:lnTo>
                    <a:pt x="52234" y="5033"/>
                  </a:lnTo>
                  <a:lnTo>
                    <a:pt x="4900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h6620"/>
            <p:cNvSpPr/>
            <p:nvPr/>
          </p:nvSpPr>
          <p:spPr>
            <a:xfrm>
              <a:off x="10461787" y="2259034"/>
              <a:ext cx="59033" cy="63104"/>
            </a:xfrm>
            <a:custGeom>
              <a:avLst/>
              <a:pathLst>
                <a:path w="59033" h="63104">
                  <a:moveTo>
                    <a:pt x="12946" y="5644"/>
                  </a:moveTo>
                  <a:lnTo>
                    <a:pt x="17309" y="7491"/>
                  </a:lnTo>
                  <a:lnTo>
                    <a:pt x="17200" y="11783"/>
                  </a:lnTo>
                  <a:lnTo>
                    <a:pt x="33435" y="15319"/>
                  </a:lnTo>
                  <a:lnTo>
                    <a:pt x="33999" y="19384"/>
                  </a:lnTo>
                  <a:lnTo>
                    <a:pt x="41416" y="24650"/>
                  </a:lnTo>
                  <a:lnTo>
                    <a:pt x="43331" y="25233"/>
                  </a:lnTo>
                  <a:lnTo>
                    <a:pt x="43948" y="33561"/>
                  </a:lnTo>
                  <a:lnTo>
                    <a:pt x="45086" y="36119"/>
                  </a:lnTo>
                  <a:lnTo>
                    <a:pt x="49595" y="40266"/>
                  </a:lnTo>
                  <a:lnTo>
                    <a:pt x="50299" y="43114"/>
                  </a:lnTo>
                  <a:lnTo>
                    <a:pt x="48605" y="47487"/>
                  </a:lnTo>
                  <a:lnTo>
                    <a:pt x="59033" y="54730"/>
                  </a:lnTo>
                  <a:lnTo>
                    <a:pt x="59026" y="58655"/>
                  </a:lnTo>
                  <a:lnTo>
                    <a:pt x="55083" y="60705"/>
                  </a:lnTo>
                  <a:lnTo>
                    <a:pt x="55535" y="62856"/>
                  </a:lnTo>
                  <a:lnTo>
                    <a:pt x="54059" y="63104"/>
                  </a:lnTo>
                  <a:lnTo>
                    <a:pt x="44263" y="59621"/>
                  </a:lnTo>
                  <a:lnTo>
                    <a:pt x="26354" y="42594"/>
                  </a:lnTo>
                  <a:lnTo>
                    <a:pt x="27866" y="40490"/>
                  </a:lnTo>
                  <a:lnTo>
                    <a:pt x="27750" y="38875"/>
                  </a:lnTo>
                  <a:lnTo>
                    <a:pt x="24799" y="35891"/>
                  </a:lnTo>
                  <a:lnTo>
                    <a:pt x="24960" y="32681"/>
                  </a:lnTo>
                  <a:lnTo>
                    <a:pt x="25787" y="31993"/>
                  </a:lnTo>
                  <a:lnTo>
                    <a:pt x="22826" y="29095"/>
                  </a:lnTo>
                  <a:lnTo>
                    <a:pt x="15634" y="25205"/>
                  </a:lnTo>
                  <a:lnTo>
                    <a:pt x="11166" y="16815"/>
                  </a:lnTo>
                  <a:lnTo>
                    <a:pt x="8075" y="14480"/>
                  </a:lnTo>
                  <a:lnTo>
                    <a:pt x="0" y="5239"/>
                  </a:lnTo>
                  <a:lnTo>
                    <a:pt x="1371" y="1071"/>
                  </a:lnTo>
                  <a:lnTo>
                    <a:pt x="4262" y="5257"/>
                  </a:lnTo>
                  <a:lnTo>
                    <a:pt x="6663" y="5008"/>
                  </a:lnTo>
                  <a:lnTo>
                    <a:pt x="3890" y="2371"/>
                  </a:lnTo>
                  <a:lnTo>
                    <a:pt x="7033" y="0"/>
                  </a:lnTo>
                  <a:lnTo>
                    <a:pt x="8450" y="240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h6621"/>
            <p:cNvSpPr/>
            <p:nvPr/>
          </p:nvSpPr>
          <p:spPr>
            <a:xfrm>
              <a:off x="10463474" y="2215085"/>
              <a:ext cx="25264" cy="33474"/>
            </a:xfrm>
            <a:custGeom>
              <a:avLst/>
              <a:pathLst>
                <a:path w="25264" h="33474">
                  <a:moveTo>
                    <a:pt x="23662" y="9412"/>
                  </a:moveTo>
                  <a:lnTo>
                    <a:pt x="25264" y="13406"/>
                  </a:lnTo>
                  <a:lnTo>
                    <a:pt x="21920" y="12713"/>
                  </a:lnTo>
                  <a:lnTo>
                    <a:pt x="20610" y="13365"/>
                  </a:lnTo>
                  <a:lnTo>
                    <a:pt x="16249" y="33474"/>
                  </a:lnTo>
                  <a:lnTo>
                    <a:pt x="13264" y="32694"/>
                  </a:lnTo>
                  <a:lnTo>
                    <a:pt x="10953" y="30515"/>
                  </a:lnTo>
                  <a:lnTo>
                    <a:pt x="0" y="18038"/>
                  </a:lnTo>
                  <a:lnTo>
                    <a:pt x="4188" y="15773"/>
                  </a:lnTo>
                  <a:lnTo>
                    <a:pt x="9239" y="6097"/>
                  </a:lnTo>
                  <a:lnTo>
                    <a:pt x="11706" y="6034"/>
                  </a:lnTo>
                  <a:lnTo>
                    <a:pt x="15046" y="0"/>
                  </a:lnTo>
                  <a:lnTo>
                    <a:pt x="16067" y="5462"/>
                  </a:lnTo>
                  <a:lnTo>
                    <a:pt x="13816" y="776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h6622"/>
            <p:cNvSpPr/>
            <p:nvPr/>
          </p:nvSpPr>
          <p:spPr>
            <a:xfrm>
              <a:off x="10802595" y="1928551"/>
              <a:ext cx="50857" cy="56597"/>
            </a:xfrm>
            <a:custGeom>
              <a:avLst/>
              <a:pathLst>
                <a:path w="50857" h="56597">
                  <a:moveTo>
                    <a:pt x="28723" y="1264"/>
                  </a:moveTo>
                  <a:lnTo>
                    <a:pt x="31857" y="2971"/>
                  </a:lnTo>
                  <a:lnTo>
                    <a:pt x="32999" y="8167"/>
                  </a:lnTo>
                  <a:lnTo>
                    <a:pt x="34861" y="11463"/>
                  </a:lnTo>
                  <a:lnTo>
                    <a:pt x="37789" y="12593"/>
                  </a:lnTo>
                  <a:lnTo>
                    <a:pt x="40402" y="16331"/>
                  </a:lnTo>
                  <a:lnTo>
                    <a:pt x="46648" y="28474"/>
                  </a:lnTo>
                  <a:lnTo>
                    <a:pt x="47525" y="32839"/>
                  </a:lnTo>
                  <a:lnTo>
                    <a:pt x="50015" y="35070"/>
                  </a:lnTo>
                  <a:lnTo>
                    <a:pt x="50857" y="37925"/>
                  </a:lnTo>
                  <a:lnTo>
                    <a:pt x="41531" y="49446"/>
                  </a:lnTo>
                  <a:lnTo>
                    <a:pt x="34606" y="56597"/>
                  </a:lnTo>
                  <a:lnTo>
                    <a:pt x="14195" y="34940"/>
                  </a:lnTo>
                  <a:lnTo>
                    <a:pt x="3924" y="43200"/>
                  </a:lnTo>
                  <a:lnTo>
                    <a:pt x="2570" y="41672"/>
                  </a:lnTo>
                  <a:lnTo>
                    <a:pt x="0" y="31038"/>
                  </a:lnTo>
                  <a:lnTo>
                    <a:pt x="14539" y="28463"/>
                  </a:lnTo>
                  <a:lnTo>
                    <a:pt x="14193" y="15542"/>
                  </a:lnTo>
                  <a:lnTo>
                    <a:pt x="24667" y="13696"/>
                  </a:lnTo>
                  <a:lnTo>
                    <a:pt x="25375" y="12150"/>
                  </a:lnTo>
                  <a:lnTo>
                    <a:pt x="21654" y="4016"/>
                  </a:lnTo>
                  <a:lnTo>
                    <a:pt x="2780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h6623"/>
            <p:cNvSpPr/>
            <p:nvPr/>
          </p:nvSpPr>
          <p:spPr>
            <a:xfrm>
              <a:off x="10725468" y="1948107"/>
              <a:ext cx="81051" cy="64161"/>
            </a:xfrm>
            <a:custGeom>
              <a:avLst/>
              <a:pathLst>
                <a:path w="81051" h="64161">
                  <a:moveTo>
                    <a:pt x="10418" y="989"/>
                  </a:moveTo>
                  <a:lnTo>
                    <a:pt x="31531" y="9852"/>
                  </a:lnTo>
                  <a:lnTo>
                    <a:pt x="41440" y="13273"/>
                  </a:lnTo>
                  <a:lnTo>
                    <a:pt x="79697" y="22117"/>
                  </a:lnTo>
                  <a:lnTo>
                    <a:pt x="81051" y="23644"/>
                  </a:lnTo>
                  <a:lnTo>
                    <a:pt x="74278" y="29251"/>
                  </a:lnTo>
                  <a:lnTo>
                    <a:pt x="67010" y="64161"/>
                  </a:lnTo>
                  <a:lnTo>
                    <a:pt x="66371" y="62414"/>
                  </a:lnTo>
                  <a:lnTo>
                    <a:pt x="62763" y="60237"/>
                  </a:lnTo>
                  <a:lnTo>
                    <a:pt x="59004" y="55540"/>
                  </a:lnTo>
                  <a:lnTo>
                    <a:pt x="56412" y="53421"/>
                  </a:lnTo>
                  <a:lnTo>
                    <a:pt x="51924" y="53137"/>
                  </a:lnTo>
                  <a:lnTo>
                    <a:pt x="50992" y="52798"/>
                  </a:lnTo>
                  <a:lnTo>
                    <a:pt x="49999" y="50658"/>
                  </a:lnTo>
                  <a:lnTo>
                    <a:pt x="46372" y="50049"/>
                  </a:lnTo>
                  <a:lnTo>
                    <a:pt x="35123" y="53933"/>
                  </a:lnTo>
                  <a:lnTo>
                    <a:pt x="29108" y="57265"/>
                  </a:lnTo>
                  <a:lnTo>
                    <a:pt x="22283" y="55618"/>
                  </a:lnTo>
                  <a:lnTo>
                    <a:pt x="18792" y="58777"/>
                  </a:lnTo>
                  <a:lnTo>
                    <a:pt x="19497" y="53462"/>
                  </a:lnTo>
                  <a:lnTo>
                    <a:pt x="13246" y="55041"/>
                  </a:lnTo>
                  <a:lnTo>
                    <a:pt x="0" y="41943"/>
                  </a:lnTo>
                  <a:lnTo>
                    <a:pt x="1312" y="34375"/>
                  </a:lnTo>
                  <a:lnTo>
                    <a:pt x="10112" y="28779"/>
                  </a:lnTo>
                  <a:lnTo>
                    <a:pt x="12241" y="29499"/>
                  </a:lnTo>
                  <a:lnTo>
                    <a:pt x="13543" y="31329"/>
                  </a:lnTo>
                  <a:lnTo>
                    <a:pt x="15771" y="31177"/>
                  </a:lnTo>
                  <a:lnTo>
                    <a:pt x="15632" y="21102"/>
                  </a:lnTo>
                  <a:lnTo>
                    <a:pt x="4011" y="12156"/>
                  </a:lnTo>
                  <a:lnTo>
                    <a:pt x="7287" y="9017"/>
                  </a:lnTo>
                  <a:lnTo>
                    <a:pt x="4716" y="7036"/>
                  </a:lnTo>
                  <a:lnTo>
                    <a:pt x="809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h6624"/>
            <p:cNvSpPr/>
            <p:nvPr/>
          </p:nvSpPr>
          <p:spPr>
            <a:xfrm>
              <a:off x="10557457" y="1813623"/>
              <a:ext cx="149995" cy="170644"/>
            </a:xfrm>
            <a:custGeom>
              <a:avLst/>
              <a:pathLst>
                <a:path w="149995" h="170644">
                  <a:moveTo>
                    <a:pt x="67489" y="9626"/>
                  </a:moveTo>
                  <a:lnTo>
                    <a:pt x="97047" y="66326"/>
                  </a:lnTo>
                  <a:lnTo>
                    <a:pt x="149995" y="81966"/>
                  </a:lnTo>
                  <a:lnTo>
                    <a:pt x="141187" y="86603"/>
                  </a:lnTo>
                  <a:lnTo>
                    <a:pt x="140748" y="100404"/>
                  </a:lnTo>
                  <a:lnTo>
                    <a:pt x="139337" y="100541"/>
                  </a:lnTo>
                  <a:lnTo>
                    <a:pt x="140069" y="98387"/>
                  </a:lnTo>
                  <a:lnTo>
                    <a:pt x="127976" y="99389"/>
                  </a:lnTo>
                  <a:lnTo>
                    <a:pt x="121379" y="104727"/>
                  </a:lnTo>
                  <a:lnTo>
                    <a:pt x="111567" y="99034"/>
                  </a:lnTo>
                  <a:lnTo>
                    <a:pt x="110023" y="99023"/>
                  </a:lnTo>
                  <a:lnTo>
                    <a:pt x="108050" y="102081"/>
                  </a:lnTo>
                  <a:lnTo>
                    <a:pt x="115989" y="116342"/>
                  </a:lnTo>
                  <a:lnTo>
                    <a:pt x="119851" y="116213"/>
                  </a:lnTo>
                  <a:lnTo>
                    <a:pt x="121069" y="129714"/>
                  </a:lnTo>
                  <a:lnTo>
                    <a:pt x="125818" y="128526"/>
                  </a:lnTo>
                  <a:lnTo>
                    <a:pt x="132673" y="131443"/>
                  </a:lnTo>
                  <a:lnTo>
                    <a:pt x="133277" y="131949"/>
                  </a:lnTo>
                  <a:lnTo>
                    <a:pt x="132506" y="135055"/>
                  </a:lnTo>
                  <a:lnTo>
                    <a:pt x="135308" y="135316"/>
                  </a:lnTo>
                  <a:lnTo>
                    <a:pt x="139744" y="138488"/>
                  </a:lnTo>
                  <a:lnTo>
                    <a:pt x="140252" y="139692"/>
                  </a:lnTo>
                  <a:lnTo>
                    <a:pt x="142039" y="145270"/>
                  </a:lnTo>
                  <a:lnTo>
                    <a:pt x="138174" y="142211"/>
                  </a:lnTo>
                  <a:lnTo>
                    <a:pt x="136276" y="141642"/>
                  </a:lnTo>
                  <a:lnTo>
                    <a:pt x="134474" y="142037"/>
                  </a:lnTo>
                  <a:lnTo>
                    <a:pt x="134713" y="143693"/>
                  </a:lnTo>
                  <a:lnTo>
                    <a:pt x="137020" y="152270"/>
                  </a:lnTo>
                  <a:lnTo>
                    <a:pt x="144836" y="170261"/>
                  </a:lnTo>
                  <a:lnTo>
                    <a:pt x="137448" y="170644"/>
                  </a:lnTo>
                  <a:lnTo>
                    <a:pt x="120240" y="169992"/>
                  </a:lnTo>
                  <a:lnTo>
                    <a:pt x="119369" y="167608"/>
                  </a:lnTo>
                  <a:lnTo>
                    <a:pt x="120071" y="158872"/>
                  </a:lnTo>
                  <a:lnTo>
                    <a:pt x="119549" y="157835"/>
                  </a:lnTo>
                  <a:lnTo>
                    <a:pt x="120155" y="155249"/>
                  </a:lnTo>
                  <a:lnTo>
                    <a:pt x="118058" y="153488"/>
                  </a:lnTo>
                  <a:lnTo>
                    <a:pt x="114175" y="152086"/>
                  </a:lnTo>
                  <a:lnTo>
                    <a:pt x="107191" y="147580"/>
                  </a:lnTo>
                  <a:lnTo>
                    <a:pt x="98765" y="145797"/>
                  </a:lnTo>
                  <a:lnTo>
                    <a:pt x="89217" y="142169"/>
                  </a:lnTo>
                  <a:lnTo>
                    <a:pt x="88074" y="145693"/>
                  </a:lnTo>
                  <a:lnTo>
                    <a:pt x="83640" y="145030"/>
                  </a:lnTo>
                  <a:lnTo>
                    <a:pt x="78624" y="141838"/>
                  </a:lnTo>
                  <a:lnTo>
                    <a:pt x="72034" y="132508"/>
                  </a:lnTo>
                  <a:lnTo>
                    <a:pt x="71483" y="128076"/>
                  </a:lnTo>
                  <a:lnTo>
                    <a:pt x="70034" y="124985"/>
                  </a:lnTo>
                  <a:lnTo>
                    <a:pt x="65431" y="124915"/>
                  </a:lnTo>
                  <a:lnTo>
                    <a:pt x="64107" y="122477"/>
                  </a:lnTo>
                  <a:lnTo>
                    <a:pt x="58331" y="121572"/>
                  </a:lnTo>
                  <a:lnTo>
                    <a:pt x="61035" y="108097"/>
                  </a:lnTo>
                  <a:lnTo>
                    <a:pt x="59671" y="99247"/>
                  </a:lnTo>
                  <a:lnTo>
                    <a:pt x="60185" y="88660"/>
                  </a:lnTo>
                  <a:lnTo>
                    <a:pt x="58959" y="74626"/>
                  </a:lnTo>
                  <a:lnTo>
                    <a:pt x="58042" y="72171"/>
                  </a:lnTo>
                  <a:lnTo>
                    <a:pt x="50447" y="63464"/>
                  </a:lnTo>
                  <a:lnTo>
                    <a:pt x="42955" y="60559"/>
                  </a:lnTo>
                  <a:lnTo>
                    <a:pt x="34344" y="52992"/>
                  </a:lnTo>
                  <a:lnTo>
                    <a:pt x="31551" y="48823"/>
                  </a:lnTo>
                  <a:lnTo>
                    <a:pt x="27041" y="47365"/>
                  </a:lnTo>
                  <a:lnTo>
                    <a:pt x="26974" y="51116"/>
                  </a:lnTo>
                  <a:lnTo>
                    <a:pt x="22629" y="56827"/>
                  </a:lnTo>
                  <a:lnTo>
                    <a:pt x="22731" y="64117"/>
                  </a:lnTo>
                  <a:lnTo>
                    <a:pt x="21221" y="66427"/>
                  </a:lnTo>
                  <a:lnTo>
                    <a:pt x="16643" y="61295"/>
                  </a:lnTo>
                  <a:lnTo>
                    <a:pt x="15875" y="56539"/>
                  </a:lnTo>
                  <a:lnTo>
                    <a:pt x="13886" y="57520"/>
                  </a:lnTo>
                  <a:lnTo>
                    <a:pt x="7179" y="50809"/>
                  </a:lnTo>
                  <a:lnTo>
                    <a:pt x="8960" y="46952"/>
                  </a:lnTo>
                  <a:lnTo>
                    <a:pt x="0" y="43771"/>
                  </a:lnTo>
                  <a:lnTo>
                    <a:pt x="18147" y="11212"/>
                  </a:lnTo>
                  <a:lnTo>
                    <a:pt x="2469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h6625"/>
            <p:cNvSpPr/>
            <p:nvPr/>
          </p:nvSpPr>
          <p:spPr>
            <a:xfrm>
              <a:off x="10527012" y="2128831"/>
              <a:ext cx="164876" cy="198340"/>
            </a:xfrm>
            <a:custGeom>
              <a:avLst/>
              <a:pathLst>
                <a:path w="164876" h="198340">
                  <a:moveTo>
                    <a:pt x="93876" y="6800"/>
                  </a:moveTo>
                  <a:lnTo>
                    <a:pt x="103174" y="3577"/>
                  </a:lnTo>
                  <a:lnTo>
                    <a:pt x="104216" y="9273"/>
                  </a:lnTo>
                  <a:lnTo>
                    <a:pt x="110834" y="8915"/>
                  </a:lnTo>
                  <a:lnTo>
                    <a:pt x="111688" y="4433"/>
                  </a:lnTo>
                  <a:lnTo>
                    <a:pt x="113396" y="15617"/>
                  </a:lnTo>
                  <a:lnTo>
                    <a:pt x="118007" y="11536"/>
                  </a:lnTo>
                  <a:lnTo>
                    <a:pt x="119799" y="23574"/>
                  </a:lnTo>
                  <a:lnTo>
                    <a:pt x="111704" y="23643"/>
                  </a:lnTo>
                  <a:lnTo>
                    <a:pt x="112021" y="24709"/>
                  </a:lnTo>
                  <a:lnTo>
                    <a:pt x="108939" y="35028"/>
                  </a:lnTo>
                  <a:lnTo>
                    <a:pt x="118209" y="37215"/>
                  </a:lnTo>
                  <a:lnTo>
                    <a:pt x="119202" y="44107"/>
                  </a:lnTo>
                  <a:lnTo>
                    <a:pt x="122089" y="51768"/>
                  </a:lnTo>
                  <a:lnTo>
                    <a:pt x="117410" y="54079"/>
                  </a:lnTo>
                  <a:lnTo>
                    <a:pt x="117653" y="57124"/>
                  </a:lnTo>
                  <a:lnTo>
                    <a:pt x="122200" y="62179"/>
                  </a:lnTo>
                  <a:lnTo>
                    <a:pt x="122425" y="66240"/>
                  </a:lnTo>
                  <a:lnTo>
                    <a:pt x="123953" y="72295"/>
                  </a:lnTo>
                  <a:lnTo>
                    <a:pt x="123341" y="79863"/>
                  </a:lnTo>
                  <a:lnTo>
                    <a:pt x="121934" y="79650"/>
                  </a:lnTo>
                  <a:lnTo>
                    <a:pt x="120954" y="86012"/>
                  </a:lnTo>
                  <a:lnTo>
                    <a:pt x="114093" y="85188"/>
                  </a:lnTo>
                  <a:lnTo>
                    <a:pt x="111301" y="94840"/>
                  </a:lnTo>
                  <a:lnTo>
                    <a:pt x="111332" y="99467"/>
                  </a:lnTo>
                  <a:lnTo>
                    <a:pt x="118931" y="101970"/>
                  </a:lnTo>
                  <a:lnTo>
                    <a:pt x="120327" y="107357"/>
                  </a:lnTo>
                  <a:lnTo>
                    <a:pt x="124153" y="109261"/>
                  </a:lnTo>
                  <a:lnTo>
                    <a:pt x="130538" y="110202"/>
                  </a:lnTo>
                  <a:lnTo>
                    <a:pt x="129063" y="122157"/>
                  </a:lnTo>
                  <a:lnTo>
                    <a:pt x="126432" y="120483"/>
                  </a:lnTo>
                  <a:lnTo>
                    <a:pt x="125349" y="124808"/>
                  </a:lnTo>
                  <a:lnTo>
                    <a:pt x="127992" y="128341"/>
                  </a:lnTo>
                  <a:lnTo>
                    <a:pt x="132928" y="129011"/>
                  </a:lnTo>
                  <a:lnTo>
                    <a:pt x="138908" y="133877"/>
                  </a:lnTo>
                  <a:lnTo>
                    <a:pt x="138238" y="139659"/>
                  </a:lnTo>
                  <a:lnTo>
                    <a:pt x="141621" y="141879"/>
                  </a:lnTo>
                  <a:lnTo>
                    <a:pt x="139286" y="145578"/>
                  </a:lnTo>
                  <a:lnTo>
                    <a:pt x="138664" y="147206"/>
                  </a:lnTo>
                  <a:lnTo>
                    <a:pt x="140738" y="150132"/>
                  </a:lnTo>
                  <a:lnTo>
                    <a:pt x="141965" y="151125"/>
                  </a:lnTo>
                  <a:lnTo>
                    <a:pt x="145521" y="151813"/>
                  </a:lnTo>
                  <a:lnTo>
                    <a:pt x="144341" y="160774"/>
                  </a:lnTo>
                  <a:lnTo>
                    <a:pt x="147362" y="161117"/>
                  </a:lnTo>
                  <a:lnTo>
                    <a:pt x="147944" y="157378"/>
                  </a:lnTo>
                  <a:lnTo>
                    <a:pt x="156383" y="158396"/>
                  </a:lnTo>
                  <a:lnTo>
                    <a:pt x="156411" y="161743"/>
                  </a:lnTo>
                  <a:lnTo>
                    <a:pt x="159627" y="160919"/>
                  </a:lnTo>
                  <a:lnTo>
                    <a:pt x="159557" y="158576"/>
                  </a:lnTo>
                  <a:lnTo>
                    <a:pt x="164876" y="158432"/>
                  </a:lnTo>
                  <a:lnTo>
                    <a:pt x="163164" y="165312"/>
                  </a:lnTo>
                  <a:lnTo>
                    <a:pt x="158508" y="165442"/>
                  </a:lnTo>
                  <a:lnTo>
                    <a:pt x="158229" y="169078"/>
                  </a:lnTo>
                  <a:lnTo>
                    <a:pt x="157253" y="171579"/>
                  </a:lnTo>
                  <a:lnTo>
                    <a:pt x="148332" y="180590"/>
                  </a:lnTo>
                  <a:lnTo>
                    <a:pt x="149296" y="184985"/>
                  </a:lnTo>
                  <a:lnTo>
                    <a:pt x="144214" y="190337"/>
                  </a:lnTo>
                  <a:lnTo>
                    <a:pt x="142940" y="195574"/>
                  </a:lnTo>
                  <a:lnTo>
                    <a:pt x="140642" y="196341"/>
                  </a:lnTo>
                  <a:lnTo>
                    <a:pt x="141033" y="198340"/>
                  </a:lnTo>
                  <a:lnTo>
                    <a:pt x="138657" y="197801"/>
                  </a:lnTo>
                  <a:lnTo>
                    <a:pt x="136636" y="192845"/>
                  </a:lnTo>
                  <a:lnTo>
                    <a:pt x="140087" y="194149"/>
                  </a:lnTo>
                  <a:lnTo>
                    <a:pt x="140913" y="188688"/>
                  </a:lnTo>
                  <a:lnTo>
                    <a:pt x="134930" y="185703"/>
                  </a:lnTo>
                  <a:lnTo>
                    <a:pt x="131808" y="188182"/>
                  </a:lnTo>
                  <a:lnTo>
                    <a:pt x="122218" y="183975"/>
                  </a:lnTo>
                  <a:lnTo>
                    <a:pt x="115865" y="172491"/>
                  </a:lnTo>
                  <a:lnTo>
                    <a:pt x="114025" y="167087"/>
                  </a:lnTo>
                  <a:lnTo>
                    <a:pt x="88779" y="160781"/>
                  </a:lnTo>
                  <a:lnTo>
                    <a:pt x="71909" y="155081"/>
                  </a:lnTo>
                  <a:lnTo>
                    <a:pt x="65641" y="154264"/>
                  </a:lnTo>
                  <a:lnTo>
                    <a:pt x="47466" y="155324"/>
                  </a:lnTo>
                  <a:lnTo>
                    <a:pt x="39607" y="145142"/>
                  </a:lnTo>
                  <a:lnTo>
                    <a:pt x="37464" y="140582"/>
                  </a:lnTo>
                  <a:lnTo>
                    <a:pt x="32206" y="138510"/>
                  </a:lnTo>
                  <a:lnTo>
                    <a:pt x="22074" y="124638"/>
                  </a:lnTo>
                  <a:lnTo>
                    <a:pt x="21295" y="112745"/>
                  </a:lnTo>
                  <a:lnTo>
                    <a:pt x="12128" y="111378"/>
                  </a:lnTo>
                  <a:lnTo>
                    <a:pt x="13494" y="106414"/>
                  </a:lnTo>
                  <a:lnTo>
                    <a:pt x="0" y="102600"/>
                  </a:lnTo>
                  <a:lnTo>
                    <a:pt x="2065" y="94762"/>
                  </a:lnTo>
                  <a:lnTo>
                    <a:pt x="11870" y="97508"/>
                  </a:lnTo>
                  <a:lnTo>
                    <a:pt x="11050" y="92815"/>
                  </a:lnTo>
                  <a:lnTo>
                    <a:pt x="15196" y="87748"/>
                  </a:lnTo>
                  <a:lnTo>
                    <a:pt x="21598" y="86746"/>
                  </a:lnTo>
                  <a:lnTo>
                    <a:pt x="21687" y="87810"/>
                  </a:lnTo>
                  <a:lnTo>
                    <a:pt x="25239" y="87211"/>
                  </a:lnTo>
                  <a:lnTo>
                    <a:pt x="25146" y="86184"/>
                  </a:lnTo>
                  <a:lnTo>
                    <a:pt x="17808" y="81160"/>
                  </a:lnTo>
                  <a:lnTo>
                    <a:pt x="17765" y="79848"/>
                  </a:lnTo>
                  <a:lnTo>
                    <a:pt x="22488" y="80151"/>
                  </a:lnTo>
                  <a:lnTo>
                    <a:pt x="22462" y="75060"/>
                  </a:lnTo>
                  <a:lnTo>
                    <a:pt x="34667" y="75465"/>
                  </a:lnTo>
                  <a:lnTo>
                    <a:pt x="38965" y="63596"/>
                  </a:lnTo>
                  <a:lnTo>
                    <a:pt x="46568" y="63654"/>
                  </a:lnTo>
                  <a:lnTo>
                    <a:pt x="49441" y="75297"/>
                  </a:lnTo>
                  <a:lnTo>
                    <a:pt x="54547" y="75252"/>
                  </a:lnTo>
                  <a:lnTo>
                    <a:pt x="54742" y="68282"/>
                  </a:lnTo>
                  <a:lnTo>
                    <a:pt x="63179" y="69303"/>
                  </a:lnTo>
                  <a:lnTo>
                    <a:pt x="62779" y="75163"/>
                  </a:lnTo>
                  <a:lnTo>
                    <a:pt x="65294" y="75135"/>
                  </a:lnTo>
                  <a:lnTo>
                    <a:pt x="66047" y="67837"/>
                  </a:lnTo>
                  <a:lnTo>
                    <a:pt x="70257" y="57455"/>
                  </a:lnTo>
                  <a:lnTo>
                    <a:pt x="68213" y="55556"/>
                  </a:lnTo>
                  <a:lnTo>
                    <a:pt x="73116" y="43837"/>
                  </a:lnTo>
                  <a:lnTo>
                    <a:pt x="75876" y="44727"/>
                  </a:lnTo>
                  <a:lnTo>
                    <a:pt x="89770" y="44882"/>
                  </a:lnTo>
                  <a:lnTo>
                    <a:pt x="92256" y="40409"/>
                  </a:lnTo>
                  <a:lnTo>
                    <a:pt x="93959" y="38987"/>
                  </a:lnTo>
                  <a:lnTo>
                    <a:pt x="106985" y="45167"/>
                  </a:lnTo>
                  <a:lnTo>
                    <a:pt x="111724" y="41626"/>
                  </a:lnTo>
                  <a:lnTo>
                    <a:pt x="108133" y="38618"/>
                  </a:lnTo>
                  <a:lnTo>
                    <a:pt x="105095" y="38775"/>
                  </a:lnTo>
                  <a:lnTo>
                    <a:pt x="106583" y="31932"/>
                  </a:lnTo>
                  <a:lnTo>
                    <a:pt x="104341" y="27112"/>
                  </a:lnTo>
                  <a:lnTo>
                    <a:pt x="99573" y="21236"/>
                  </a:lnTo>
                  <a:lnTo>
                    <a:pt x="95295" y="17525"/>
                  </a:lnTo>
                  <a:lnTo>
                    <a:pt x="91878" y="11721"/>
                  </a:lnTo>
                  <a:lnTo>
                    <a:pt x="8151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h6626"/>
            <p:cNvSpPr/>
            <p:nvPr/>
          </p:nvSpPr>
          <p:spPr>
            <a:xfrm>
              <a:off x="10666409" y="1972496"/>
              <a:ext cx="126069" cy="84480"/>
            </a:xfrm>
            <a:custGeom>
              <a:avLst/>
              <a:pathLst>
                <a:path w="126069" h="84480">
                  <a:moveTo>
                    <a:pt x="10417" y="8736"/>
                  </a:moveTo>
                  <a:lnTo>
                    <a:pt x="11288" y="11120"/>
                  </a:lnTo>
                  <a:lnTo>
                    <a:pt x="28496" y="11772"/>
                  </a:lnTo>
                  <a:lnTo>
                    <a:pt x="35884" y="11388"/>
                  </a:lnTo>
                  <a:lnTo>
                    <a:pt x="60371" y="9986"/>
                  </a:lnTo>
                  <a:lnTo>
                    <a:pt x="59059" y="17555"/>
                  </a:lnTo>
                  <a:lnTo>
                    <a:pt x="72305" y="30652"/>
                  </a:lnTo>
                  <a:lnTo>
                    <a:pt x="78556" y="29073"/>
                  </a:lnTo>
                  <a:lnTo>
                    <a:pt x="77851" y="34389"/>
                  </a:lnTo>
                  <a:lnTo>
                    <a:pt x="81343" y="31229"/>
                  </a:lnTo>
                  <a:lnTo>
                    <a:pt x="88167" y="32876"/>
                  </a:lnTo>
                  <a:lnTo>
                    <a:pt x="94182" y="29544"/>
                  </a:lnTo>
                  <a:lnTo>
                    <a:pt x="105431" y="25660"/>
                  </a:lnTo>
                  <a:lnTo>
                    <a:pt x="109058" y="26269"/>
                  </a:lnTo>
                  <a:lnTo>
                    <a:pt x="110051" y="28410"/>
                  </a:lnTo>
                  <a:lnTo>
                    <a:pt x="110983" y="28749"/>
                  </a:lnTo>
                  <a:lnTo>
                    <a:pt x="115471" y="29033"/>
                  </a:lnTo>
                  <a:lnTo>
                    <a:pt x="118063" y="31152"/>
                  </a:lnTo>
                  <a:lnTo>
                    <a:pt x="121822" y="35848"/>
                  </a:lnTo>
                  <a:lnTo>
                    <a:pt x="125430" y="38025"/>
                  </a:lnTo>
                  <a:lnTo>
                    <a:pt x="126069" y="39772"/>
                  </a:lnTo>
                  <a:lnTo>
                    <a:pt x="98967" y="46926"/>
                  </a:lnTo>
                  <a:lnTo>
                    <a:pt x="82484" y="63711"/>
                  </a:lnTo>
                  <a:lnTo>
                    <a:pt x="82982" y="78160"/>
                  </a:lnTo>
                  <a:lnTo>
                    <a:pt x="75696" y="84480"/>
                  </a:lnTo>
                  <a:lnTo>
                    <a:pt x="73166" y="77705"/>
                  </a:lnTo>
                  <a:lnTo>
                    <a:pt x="72901" y="74244"/>
                  </a:lnTo>
                  <a:lnTo>
                    <a:pt x="68656" y="69118"/>
                  </a:lnTo>
                  <a:lnTo>
                    <a:pt x="60672" y="64351"/>
                  </a:lnTo>
                  <a:lnTo>
                    <a:pt x="60407" y="61579"/>
                  </a:lnTo>
                  <a:lnTo>
                    <a:pt x="55265" y="54423"/>
                  </a:lnTo>
                  <a:lnTo>
                    <a:pt x="48392" y="49991"/>
                  </a:lnTo>
                  <a:lnTo>
                    <a:pt x="43066" y="44311"/>
                  </a:lnTo>
                  <a:lnTo>
                    <a:pt x="33613" y="39399"/>
                  </a:lnTo>
                  <a:lnTo>
                    <a:pt x="31307" y="29422"/>
                  </a:lnTo>
                  <a:lnTo>
                    <a:pt x="25213" y="29677"/>
                  </a:lnTo>
                  <a:lnTo>
                    <a:pt x="25748" y="26360"/>
                  </a:lnTo>
                  <a:lnTo>
                    <a:pt x="20730" y="25683"/>
                  </a:lnTo>
                  <a:lnTo>
                    <a:pt x="10334" y="25891"/>
                  </a:lnTo>
                  <a:lnTo>
                    <a:pt x="1709" y="11987"/>
                  </a:lnTo>
                  <a:lnTo>
                    <a:pt x="0" y="5071"/>
                  </a:lnTo>
                  <a:lnTo>
                    <a:pt x="111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h6627"/>
            <p:cNvSpPr/>
            <p:nvPr/>
          </p:nvSpPr>
          <p:spPr>
            <a:xfrm>
              <a:off x="10635951" y="2131732"/>
              <a:ext cx="147434" cy="112536"/>
            </a:xfrm>
            <a:custGeom>
              <a:avLst/>
              <a:pathLst>
                <a:path w="147434" h="112536">
                  <a:moveTo>
                    <a:pt x="25176" y="8789"/>
                  </a:moveTo>
                  <a:lnTo>
                    <a:pt x="28751" y="11899"/>
                  </a:lnTo>
                  <a:lnTo>
                    <a:pt x="36096" y="15522"/>
                  </a:lnTo>
                  <a:lnTo>
                    <a:pt x="41769" y="6896"/>
                  </a:lnTo>
                  <a:lnTo>
                    <a:pt x="47211" y="15378"/>
                  </a:lnTo>
                  <a:lnTo>
                    <a:pt x="56187" y="15007"/>
                  </a:lnTo>
                  <a:lnTo>
                    <a:pt x="58586" y="11953"/>
                  </a:lnTo>
                  <a:lnTo>
                    <a:pt x="62583" y="10222"/>
                  </a:lnTo>
                  <a:lnTo>
                    <a:pt x="72360" y="13581"/>
                  </a:lnTo>
                  <a:lnTo>
                    <a:pt x="76518" y="18371"/>
                  </a:lnTo>
                  <a:lnTo>
                    <a:pt x="81008" y="21157"/>
                  </a:lnTo>
                  <a:lnTo>
                    <a:pt x="82879" y="24982"/>
                  </a:lnTo>
                  <a:lnTo>
                    <a:pt x="88077" y="23311"/>
                  </a:lnTo>
                  <a:lnTo>
                    <a:pt x="91026" y="26760"/>
                  </a:lnTo>
                  <a:lnTo>
                    <a:pt x="97997" y="30327"/>
                  </a:lnTo>
                  <a:lnTo>
                    <a:pt x="102324" y="36568"/>
                  </a:lnTo>
                  <a:lnTo>
                    <a:pt x="105180" y="37877"/>
                  </a:lnTo>
                  <a:lnTo>
                    <a:pt x="106511" y="45831"/>
                  </a:lnTo>
                  <a:lnTo>
                    <a:pt x="106458" y="51991"/>
                  </a:lnTo>
                  <a:lnTo>
                    <a:pt x="109550" y="53125"/>
                  </a:lnTo>
                  <a:lnTo>
                    <a:pt x="114120" y="53348"/>
                  </a:lnTo>
                  <a:lnTo>
                    <a:pt x="115413" y="56688"/>
                  </a:lnTo>
                  <a:lnTo>
                    <a:pt x="114052" y="62685"/>
                  </a:lnTo>
                  <a:lnTo>
                    <a:pt x="112843" y="63731"/>
                  </a:lnTo>
                  <a:lnTo>
                    <a:pt x="111283" y="68433"/>
                  </a:lnTo>
                  <a:lnTo>
                    <a:pt x="117439" y="79590"/>
                  </a:lnTo>
                  <a:lnTo>
                    <a:pt x="119403" y="84418"/>
                  </a:lnTo>
                  <a:lnTo>
                    <a:pt x="119916" y="89639"/>
                  </a:lnTo>
                  <a:lnTo>
                    <a:pt x="125709" y="90277"/>
                  </a:lnTo>
                  <a:lnTo>
                    <a:pt x="126804" y="93936"/>
                  </a:lnTo>
                  <a:lnTo>
                    <a:pt x="130040" y="98186"/>
                  </a:lnTo>
                  <a:lnTo>
                    <a:pt x="136228" y="97629"/>
                  </a:lnTo>
                  <a:lnTo>
                    <a:pt x="138511" y="99974"/>
                  </a:lnTo>
                  <a:lnTo>
                    <a:pt x="146469" y="102221"/>
                  </a:lnTo>
                  <a:lnTo>
                    <a:pt x="147434" y="104289"/>
                  </a:lnTo>
                  <a:lnTo>
                    <a:pt x="139865" y="103702"/>
                  </a:lnTo>
                  <a:lnTo>
                    <a:pt x="138919" y="104486"/>
                  </a:lnTo>
                  <a:lnTo>
                    <a:pt x="126355" y="101939"/>
                  </a:lnTo>
                  <a:lnTo>
                    <a:pt x="122850" y="103339"/>
                  </a:lnTo>
                  <a:lnTo>
                    <a:pt x="120453" y="105195"/>
                  </a:lnTo>
                  <a:lnTo>
                    <a:pt x="115475" y="104958"/>
                  </a:lnTo>
                  <a:lnTo>
                    <a:pt x="110612" y="107663"/>
                  </a:lnTo>
                  <a:lnTo>
                    <a:pt x="109032" y="107634"/>
                  </a:lnTo>
                  <a:lnTo>
                    <a:pt x="106417" y="104338"/>
                  </a:lnTo>
                  <a:lnTo>
                    <a:pt x="103626" y="107267"/>
                  </a:lnTo>
                  <a:lnTo>
                    <a:pt x="102448" y="103837"/>
                  </a:lnTo>
                  <a:lnTo>
                    <a:pt x="101651" y="103696"/>
                  </a:lnTo>
                  <a:lnTo>
                    <a:pt x="98049" y="105437"/>
                  </a:lnTo>
                  <a:lnTo>
                    <a:pt x="93167" y="105581"/>
                  </a:lnTo>
                  <a:lnTo>
                    <a:pt x="73438" y="112140"/>
                  </a:lnTo>
                  <a:lnTo>
                    <a:pt x="66836" y="112536"/>
                  </a:lnTo>
                  <a:lnTo>
                    <a:pt x="62908" y="111356"/>
                  </a:lnTo>
                  <a:lnTo>
                    <a:pt x="62546" y="109566"/>
                  </a:lnTo>
                  <a:lnTo>
                    <a:pt x="67741" y="107937"/>
                  </a:lnTo>
                  <a:lnTo>
                    <a:pt x="70156" y="98141"/>
                  </a:lnTo>
                  <a:lnTo>
                    <a:pt x="73083" y="95814"/>
                  </a:lnTo>
                  <a:lnTo>
                    <a:pt x="76776" y="94542"/>
                  </a:lnTo>
                  <a:lnTo>
                    <a:pt x="71427" y="91748"/>
                  </a:lnTo>
                  <a:lnTo>
                    <a:pt x="60890" y="91306"/>
                  </a:lnTo>
                  <a:lnTo>
                    <a:pt x="59640" y="88475"/>
                  </a:lnTo>
                  <a:lnTo>
                    <a:pt x="57477" y="87497"/>
                  </a:lnTo>
                  <a:lnTo>
                    <a:pt x="52197" y="94295"/>
                  </a:lnTo>
                  <a:lnTo>
                    <a:pt x="45679" y="88419"/>
                  </a:lnTo>
                  <a:lnTo>
                    <a:pt x="46854" y="87531"/>
                  </a:lnTo>
                  <a:lnTo>
                    <a:pt x="47899" y="88523"/>
                  </a:lnTo>
                  <a:lnTo>
                    <a:pt x="51707" y="84902"/>
                  </a:lnTo>
                  <a:lnTo>
                    <a:pt x="54069" y="76687"/>
                  </a:lnTo>
                  <a:lnTo>
                    <a:pt x="41431" y="75043"/>
                  </a:lnTo>
                  <a:lnTo>
                    <a:pt x="47470" y="82946"/>
                  </a:lnTo>
                  <a:lnTo>
                    <a:pt x="32969" y="82822"/>
                  </a:lnTo>
                  <a:lnTo>
                    <a:pt x="32843" y="77258"/>
                  </a:lnTo>
                  <a:lnTo>
                    <a:pt x="34089" y="69783"/>
                  </a:lnTo>
                  <a:lnTo>
                    <a:pt x="44919" y="65189"/>
                  </a:lnTo>
                  <a:lnTo>
                    <a:pt x="40494" y="62762"/>
                  </a:lnTo>
                  <a:lnTo>
                    <a:pt x="36556" y="64214"/>
                  </a:lnTo>
                  <a:lnTo>
                    <a:pt x="32782" y="57793"/>
                  </a:lnTo>
                  <a:lnTo>
                    <a:pt x="31819" y="60932"/>
                  </a:lnTo>
                  <a:lnTo>
                    <a:pt x="32366" y="62870"/>
                  </a:lnTo>
                  <a:lnTo>
                    <a:pt x="33413" y="63491"/>
                  </a:lnTo>
                  <a:lnTo>
                    <a:pt x="29296" y="70518"/>
                  </a:lnTo>
                  <a:lnTo>
                    <a:pt x="22769" y="67492"/>
                  </a:lnTo>
                  <a:lnTo>
                    <a:pt x="15300" y="65963"/>
                  </a:lnTo>
                  <a:lnTo>
                    <a:pt x="15013" y="69394"/>
                  </a:lnTo>
                  <a:lnTo>
                    <a:pt x="13485" y="63339"/>
                  </a:lnTo>
                  <a:lnTo>
                    <a:pt x="13261" y="59278"/>
                  </a:lnTo>
                  <a:lnTo>
                    <a:pt x="8714" y="54223"/>
                  </a:lnTo>
                  <a:lnTo>
                    <a:pt x="8471" y="51178"/>
                  </a:lnTo>
                  <a:lnTo>
                    <a:pt x="13150" y="48867"/>
                  </a:lnTo>
                  <a:lnTo>
                    <a:pt x="10262" y="41206"/>
                  </a:lnTo>
                  <a:lnTo>
                    <a:pt x="9269" y="34314"/>
                  </a:lnTo>
                  <a:lnTo>
                    <a:pt x="0" y="32127"/>
                  </a:lnTo>
                  <a:lnTo>
                    <a:pt x="3082" y="21808"/>
                  </a:lnTo>
                  <a:lnTo>
                    <a:pt x="2765" y="20742"/>
                  </a:lnTo>
                  <a:lnTo>
                    <a:pt x="10860" y="20673"/>
                  </a:lnTo>
                  <a:lnTo>
                    <a:pt x="9067" y="8635"/>
                  </a:lnTo>
                  <a:lnTo>
                    <a:pt x="8995" y="8148"/>
                  </a:lnTo>
                  <a:lnTo>
                    <a:pt x="21584" y="11651"/>
                  </a:lnTo>
                  <a:lnTo>
                    <a:pt x="2308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h6628"/>
            <p:cNvSpPr/>
            <p:nvPr/>
          </p:nvSpPr>
          <p:spPr>
            <a:xfrm>
              <a:off x="10754481" y="1827749"/>
              <a:ext cx="33883" cy="39712"/>
            </a:xfrm>
            <a:custGeom>
              <a:avLst/>
              <a:pathLst>
                <a:path w="33883" h="39712">
                  <a:moveTo>
                    <a:pt x="20275" y="10913"/>
                  </a:moveTo>
                  <a:lnTo>
                    <a:pt x="23073" y="13671"/>
                  </a:lnTo>
                  <a:lnTo>
                    <a:pt x="25851" y="21747"/>
                  </a:lnTo>
                  <a:lnTo>
                    <a:pt x="28157" y="33158"/>
                  </a:lnTo>
                  <a:lnTo>
                    <a:pt x="32273" y="35629"/>
                  </a:lnTo>
                  <a:lnTo>
                    <a:pt x="33883" y="35510"/>
                  </a:lnTo>
                  <a:lnTo>
                    <a:pt x="33777" y="39294"/>
                  </a:lnTo>
                  <a:lnTo>
                    <a:pt x="32498" y="39712"/>
                  </a:lnTo>
                  <a:lnTo>
                    <a:pt x="26955" y="36311"/>
                  </a:lnTo>
                  <a:lnTo>
                    <a:pt x="17231" y="34567"/>
                  </a:lnTo>
                  <a:lnTo>
                    <a:pt x="13650" y="34012"/>
                  </a:lnTo>
                  <a:lnTo>
                    <a:pt x="12011" y="22950"/>
                  </a:lnTo>
                  <a:lnTo>
                    <a:pt x="9471" y="22546"/>
                  </a:lnTo>
                  <a:lnTo>
                    <a:pt x="2020" y="11391"/>
                  </a:lnTo>
                  <a:lnTo>
                    <a:pt x="0" y="9115"/>
                  </a:lnTo>
                  <a:lnTo>
                    <a:pt x="4291" y="3600"/>
                  </a:lnTo>
                  <a:lnTo>
                    <a:pt x="12291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h6629"/>
            <p:cNvSpPr/>
            <p:nvPr/>
          </p:nvSpPr>
          <p:spPr>
            <a:xfrm>
              <a:off x="10691652" y="1911269"/>
              <a:ext cx="49588" cy="72615"/>
            </a:xfrm>
            <a:custGeom>
              <a:avLst/>
              <a:pathLst>
                <a:path w="49588" h="72615">
                  <a:moveTo>
                    <a:pt x="35237" y="5233"/>
                  </a:moveTo>
                  <a:lnTo>
                    <a:pt x="35686" y="18235"/>
                  </a:lnTo>
                  <a:lnTo>
                    <a:pt x="37210" y="28659"/>
                  </a:lnTo>
                  <a:lnTo>
                    <a:pt x="43257" y="31236"/>
                  </a:lnTo>
                  <a:lnTo>
                    <a:pt x="44234" y="37827"/>
                  </a:lnTo>
                  <a:lnTo>
                    <a:pt x="41915" y="36838"/>
                  </a:lnTo>
                  <a:lnTo>
                    <a:pt x="38533" y="43874"/>
                  </a:lnTo>
                  <a:lnTo>
                    <a:pt x="41103" y="45855"/>
                  </a:lnTo>
                  <a:lnTo>
                    <a:pt x="37828" y="48994"/>
                  </a:lnTo>
                  <a:lnTo>
                    <a:pt x="49448" y="57940"/>
                  </a:lnTo>
                  <a:lnTo>
                    <a:pt x="49588" y="68015"/>
                  </a:lnTo>
                  <a:lnTo>
                    <a:pt x="47359" y="68167"/>
                  </a:lnTo>
                  <a:lnTo>
                    <a:pt x="46058" y="66337"/>
                  </a:lnTo>
                  <a:lnTo>
                    <a:pt x="43928" y="65617"/>
                  </a:lnTo>
                  <a:lnTo>
                    <a:pt x="35128" y="71213"/>
                  </a:lnTo>
                  <a:lnTo>
                    <a:pt x="10641" y="72615"/>
                  </a:lnTo>
                  <a:lnTo>
                    <a:pt x="2825" y="54625"/>
                  </a:lnTo>
                  <a:lnTo>
                    <a:pt x="519" y="46048"/>
                  </a:lnTo>
                  <a:lnTo>
                    <a:pt x="279" y="44392"/>
                  </a:lnTo>
                  <a:lnTo>
                    <a:pt x="2081" y="43997"/>
                  </a:lnTo>
                  <a:lnTo>
                    <a:pt x="3979" y="44565"/>
                  </a:lnTo>
                  <a:lnTo>
                    <a:pt x="7844" y="47624"/>
                  </a:lnTo>
                  <a:lnTo>
                    <a:pt x="6058" y="42047"/>
                  </a:lnTo>
                  <a:lnTo>
                    <a:pt x="9303" y="42051"/>
                  </a:lnTo>
                  <a:lnTo>
                    <a:pt x="13371" y="43690"/>
                  </a:lnTo>
                  <a:lnTo>
                    <a:pt x="18876" y="42662"/>
                  </a:lnTo>
                  <a:lnTo>
                    <a:pt x="16873" y="40516"/>
                  </a:lnTo>
                  <a:lnTo>
                    <a:pt x="18827" y="35255"/>
                  </a:lnTo>
                  <a:lnTo>
                    <a:pt x="13102" y="32169"/>
                  </a:lnTo>
                  <a:lnTo>
                    <a:pt x="14793" y="28009"/>
                  </a:lnTo>
                  <a:lnTo>
                    <a:pt x="15672" y="28370"/>
                  </a:lnTo>
                  <a:lnTo>
                    <a:pt x="16923" y="25428"/>
                  </a:lnTo>
                  <a:lnTo>
                    <a:pt x="7675" y="20827"/>
                  </a:lnTo>
                  <a:lnTo>
                    <a:pt x="6318" y="16024"/>
                  </a:lnTo>
                  <a:lnTo>
                    <a:pt x="0" y="13715"/>
                  </a:lnTo>
                  <a:lnTo>
                    <a:pt x="484" y="3345"/>
                  </a:lnTo>
                  <a:lnTo>
                    <a:pt x="5142" y="2896"/>
                  </a:lnTo>
                  <a:lnTo>
                    <a:pt x="6553" y="2758"/>
                  </a:lnTo>
                  <a:lnTo>
                    <a:pt x="3502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h6630"/>
            <p:cNvSpPr/>
            <p:nvPr/>
          </p:nvSpPr>
          <p:spPr>
            <a:xfrm>
              <a:off x="10665676" y="2235429"/>
              <a:ext cx="96984" cy="116568"/>
            </a:xfrm>
            <a:custGeom>
              <a:avLst/>
              <a:pathLst>
                <a:path w="96984" h="116568">
                  <a:moveTo>
                    <a:pt x="72723" y="140"/>
                  </a:moveTo>
                  <a:lnTo>
                    <a:pt x="73901" y="3571"/>
                  </a:lnTo>
                  <a:lnTo>
                    <a:pt x="76899" y="7217"/>
                  </a:lnTo>
                  <a:lnTo>
                    <a:pt x="79405" y="15879"/>
                  </a:lnTo>
                  <a:lnTo>
                    <a:pt x="80653" y="15263"/>
                  </a:lnTo>
                  <a:lnTo>
                    <a:pt x="84477" y="19027"/>
                  </a:lnTo>
                  <a:lnTo>
                    <a:pt x="83923" y="19707"/>
                  </a:lnTo>
                  <a:lnTo>
                    <a:pt x="76537" y="17878"/>
                  </a:lnTo>
                  <a:lnTo>
                    <a:pt x="75196" y="18371"/>
                  </a:lnTo>
                  <a:lnTo>
                    <a:pt x="78381" y="21440"/>
                  </a:lnTo>
                  <a:lnTo>
                    <a:pt x="82046" y="22508"/>
                  </a:lnTo>
                  <a:lnTo>
                    <a:pt x="82094" y="23474"/>
                  </a:lnTo>
                  <a:lnTo>
                    <a:pt x="80573" y="25247"/>
                  </a:lnTo>
                  <a:lnTo>
                    <a:pt x="76163" y="23789"/>
                  </a:lnTo>
                  <a:lnTo>
                    <a:pt x="75751" y="21491"/>
                  </a:lnTo>
                  <a:lnTo>
                    <a:pt x="72378" y="24668"/>
                  </a:lnTo>
                  <a:lnTo>
                    <a:pt x="77667" y="26142"/>
                  </a:lnTo>
                  <a:lnTo>
                    <a:pt x="79089" y="27775"/>
                  </a:lnTo>
                  <a:lnTo>
                    <a:pt x="79059" y="32964"/>
                  </a:lnTo>
                  <a:lnTo>
                    <a:pt x="76758" y="32723"/>
                  </a:lnTo>
                  <a:lnTo>
                    <a:pt x="76555" y="34510"/>
                  </a:lnTo>
                  <a:lnTo>
                    <a:pt x="81331" y="41563"/>
                  </a:lnTo>
                  <a:lnTo>
                    <a:pt x="88395" y="43827"/>
                  </a:lnTo>
                  <a:lnTo>
                    <a:pt x="86712" y="62461"/>
                  </a:lnTo>
                  <a:lnTo>
                    <a:pt x="96984" y="71650"/>
                  </a:lnTo>
                  <a:lnTo>
                    <a:pt x="86368" y="81696"/>
                  </a:lnTo>
                  <a:lnTo>
                    <a:pt x="86240" y="82981"/>
                  </a:lnTo>
                  <a:lnTo>
                    <a:pt x="89616" y="91682"/>
                  </a:lnTo>
                  <a:lnTo>
                    <a:pt x="88847" y="110058"/>
                  </a:lnTo>
                  <a:lnTo>
                    <a:pt x="89489" y="114827"/>
                  </a:lnTo>
                  <a:lnTo>
                    <a:pt x="88353" y="115383"/>
                  </a:lnTo>
                  <a:lnTo>
                    <a:pt x="84283" y="114937"/>
                  </a:lnTo>
                  <a:lnTo>
                    <a:pt x="78338" y="111619"/>
                  </a:lnTo>
                  <a:lnTo>
                    <a:pt x="72224" y="116568"/>
                  </a:lnTo>
                  <a:lnTo>
                    <a:pt x="58950" y="110891"/>
                  </a:lnTo>
                  <a:lnTo>
                    <a:pt x="53804" y="107097"/>
                  </a:lnTo>
                  <a:lnTo>
                    <a:pt x="49739" y="100201"/>
                  </a:lnTo>
                  <a:lnTo>
                    <a:pt x="47835" y="93379"/>
                  </a:lnTo>
                  <a:lnTo>
                    <a:pt x="44202" y="89100"/>
                  </a:lnTo>
                  <a:lnTo>
                    <a:pt x="30382" y="84629"/>
                  </a:lnTo>
                  <a:lnTo>
                    <a:pt x="23880" y="87646"/>
                  </a:lnTo>
                  <a:lnTo>
                    <a:pt x="22748" y="89573"/>
                  </a:lnTo>
                  <a:lnTo>
                    <a:pt x="18862" y="92664"/>
                  </a:lnTo>
                  <a:lnTo>
                    <a:pt x="17445" y="93791"/>
                  </a:lnTo>
                  <a:lnTo>
                    <a:pt x="2656" y="91788"/>
                  </a:lnTo>
                  <a:lnTo>
                    <a:pt x="2369" y="91743"/>
                  </a:lnTo>
                  <a:lnTo>
                    <a:pt x="1978" y="89744"/>
                  </a:lnTo>
                  <a:lnTo>
                    <a:pt x="4276" y="88976"/>
                  </a:lnTo>
                  <a:lnTo>
                    <a:pt x="5550" y="83740"/>
                  </a:lnTo>
                  <a:lnTo>
                    <a:pt x="10632" y="78388"/>
                  </a:lnTo>
                  <a:lnTo>
                    <a:pt x="9668" y="73992"/>
                  </a:lnTo>
                  <a:lnTo>
                    <a:pt x="18589" y="64981"/>
                  </a:lnTo>
                  <a:lnTo>
                    <a:pt x="19565" y="62481"/>
                  </a:lnTo>
                  <a:lnTo>
                    <a:pt x="19844" y="58844"/>
                  </a:lnTo>
                  <a:lnTo>
                    <a:pt x="24500" y="58715"/>
                  </a:lnTo>
                  <a:lnTo>
                    <a:pt x="26212" y="51835"/>
                  </a:lnTo>
                  <a:lnTo>
                    <a:pt x="20892" y="51978"/>
                  </a:lnTo>
                  <a:lnTo>
                    <a:pt x="20963" y="54321"/>
                  </a:lnTo>
                  <a:lnTo>
                    <a:pt x="17747" y="55146"/>
                  </a:lnTo>
                  <a:lnTo>
                    <a:pt x="17719" y="51798"/>
                  </a:lnTo>
                  <a:lnTo>
                    <a:pt x="9280" y="50781"/>
                  </a:lnTo>
                  <a:lnTo>
                    <a:pt x="8698" y="54520"/>
                  </a:lnTo>
                  <a:lnTo>
                    <a:pt x="5677" y="54176"/>
                  </a:lnTo>
                  <a:lnTo>
                    <a:pt x="6857" y="45216"/>
                  </a:lnTo>
                  <a:lnTo>
                    <a:pt x="3301" y="44527"/>
                  </a:lnTo>
                  <a:lnTo>
                    <a:pt x="2074" y="43535"/>
                  </a:lnTo>
                  <a:lnTo>
                    <a:pt x="0" y="40608"/>
                  </a:lnTo>
                  <a:lnTo>
                    <a:pt x="621" y="38980"/>
                  </a:lnTo>
                  <a:lnTo>
                    <a:pt x="20346" y="41460"/>
                  </a:lnTo>
                  <a:lnTo>
                    <a:pt x="21503" y="38191"/>
                  </a:lnTo>
                  <a:lnTo>
                    <a:pt x="25481" y="38664"/>
                  </a:lnTo>
                  <a:lnTo>
                    <a:pt x="27263" y="23719"/>
                  </a:lnTo>
                  <a:lnTo>
                    <a:pt x="33298" y="23462"/>
                  </a:lnTo>
                  <a:lnTo>
                    <a:pt x="33074" y="17977"/>
                  </a:lnTo>
                  <a:lnTo>
                    <a:pt x="35458" y="17748"/>
                  </a:lnTo>
                  <a:lnTo>
                    <a:pt x="36501" y="18362"/>
                  </a:lnTo>
                  <a:lnTo>
                    <a:pt x="37862" y="17244"/>
                  </a:lnTo>
                  <a:lnTo>
                    <a:pt x="35862" y="14978"/>
                  </a:lnTo>
                  <a:lnTo>
                    <a:pt x="27501" y="13819"/>
                  </a:lnTo>
                  <a:lnTo>
                    <a:pt x="23569" y="6180"/>
                  </a:lnTo>
                  <a:lnTo>
                    <a:pt x="32822" y="5869"/>
                  </a:lnTo>
                  <a:lnTo>
                    <a:pt x="33183" y="7660"/>
                  </a:lnTo>
                  <a:lnTo>
                    <a:pt x="37111" y="8839"/>
                  </a:lnTo>
                  <a:lnTo>
                    <a:pt x="43713" y="8443"/>
                  </a:lnTo>
                  <a:lnTo>
                    <a:pt x="63442" y="1885"/>
                  </a:lnTo>
                  <a:lnTo>
                    <a:pt x="68325" y="1741"/>
                  </a:lnTo>
                  <a:lnTo>
                    <a:pt x="719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h6631"/>
            <p:cNvSpPr/>
            <p:nvPr/>
          </p:nvSpPr>
          <p:spPr>
            <a:xfrm>
              <a:off x="10572571" y="1860989"/>
              <a:ext cx="114695" cy="197085"/>
            </a:xfrm>
            <a:custGeom>
              <a:avLst/>
              <a:pathLst>
                <a:path w="114695" h="197085">
                  <a:moveTo>
                    <a:pt x="16437" y="1457"/>
                  </a:moveTo>
                  <a:lnTo>
                    <a:pt x="19231" y="5627"/>
                  </a:lnTo>
                  <a:lnTo>
                    <a:pt x="27842" y="13194"/>
                  </a:lnTo>
                  <a:lnTo>
                    <a:pt x="35333" y="16098"/>
                  </a:lnTo>
                  <a:lnTo>
                    <a:pt x="42928" y="24806"/>
                  </a:lnTo>
                  <a:lnTo>
                    <a:pt x="43846" y="27261"/>
                  </a:lnTo>
                  <a:lnTo>
                    <a:pt x="45071" y="41294"/>
                  </a:lnTo>
                  <a:lnTo>
                    <a:pt x="44558" y="51881"/>
                  </a:lnTo>
                  <a:lnTo>
                    <a:pt x="45922" y="60732"/>
                  </a:lnTo>
                  <a:lnTo>
                    <a:pt x="43217" y="74207"/>
                  </a:lnTo>
                  <a:lnTo>
                    <a:pt x="48994" y="75111"/>
                  </a:lnTo>
                  <a:lnTo>
                    <a:pt x="50317" y="77549"/>
                  </a:lnTo>
                  <a:lnTo>
                    <a:pt x="54921" y="77620"/>
                  </a:lnTo>
                  <a:lnTo>
                    <a:pt x="56370" y="80711"/>
                  </a:lnTo>
                  <a:lnTo>
                    <a:pt x="56921" y="85142"/>
                  </a:lnTo>
                  <a:lnTo>
                    <a:pt x="63511" y="94473"/>
                  </a:lnTo>
                  <a:lnTo>
                    <a:pt x="68526" y="97665"/>
                  </a:lnTo>
                  <a:lnTo>
                    <a:pt x="72961" y="98327"/>
                  </a:lnTo>
                  <a:lnTo>
                    <a:pt x="74104" y="94803"/>
                  </a:lnTo>
                  <a:lnTo>
                    <a:pt x="83652" y="98432"/>
                  </a:lnTo>
                  <a:lnTo>
                    <a:pt x="92077" y="100215"/>
                  </a:lnTo>
                  <a:lnTo>
                    <a:pt x="99061" y="104721"/>
                  </a:lnTo>
                  <a:lnTo>
                    <a:pt x="102945" y="106123"/>
                  </a:lnTo>
                  <a:lnTo>
                    <a:pt x="105042" y="107884"/>
                  </a:lnTo>
                  <a:lnTo>
                    <a:pt x="104436" y="110469"/>
                  </a:lnTo>
                  <a:lnTo>
                    <a:pt x="104957" y="111507"/>
                  </a:lnTo>
                  <a:lnTo>
                    <a:pt x="93838" y="116578"/>
                  </a:lnTo>
                  <a:lnTo>
                    <a:pt x="95548" y="123494"/>
                  </a:lnTo>
                  <a:lnTo>
                    <a:pt x="104173" y="137398"/>
                  </a:lnTo>
                  <a:lnTo>
                    <a:pt x="105252" y="140015"/>
                  </a:lnTo>
                  <a:lnTo>
                    <a:pt x="105620" y="145910"/>
                  </a:lnTo>
                  <a:lnTo>
                    <a:pt x="109879" y="152682"/>
                  </a:lnTo>
                  <a:lnTo>
                    <a:pt x="107731" y="161212"/>
                  </a:lnTo>
                  <a:lnTo>
                    <a:pt x="111284" y="161284"/>
                  </a:lnTo>
                  <a:lnTo>
                    <a:pt x="107934" y="173420"/>
                  </a:lnTo>
                  <a:lnTo>
                    <a:pt x="105664" y="181628"/>
                  </a:lnTo>
                  <a:lnTo>
                    <a:pt x="107804" y="181652"/>
                  </a:lnTo>
                  <a:lnTo>
                    <a:pt x="111342" y="183028"/>
                  </a:lnTo>
                  <a:lnTo>
                    <a:pt x="112075" y="183611"/>
                  </a:lnTo>
                  <a:lnTo>
                    <a:pt x="112687" y="186249"/>
                  </a:lnTo>
                  <a:lnTo>
                    <a:pt x="114695" y="186849"/>
                  </a:lnTo>
                  <a:lnTo>
                    <a:pt x="110284" y="193657"/>
                  </a:lnTo>
                  <a:lnTo>
                    <a:pt x="109256" y="192854"/>
                  </a:lnTo>
                  <a:lnTo>
                    <a:pt x="103247" y="197085"/>
                  </a:lnTo>
                  <a:lnTo>
                    <a:pt x="99933" y="193261"/>
                  </a:lnTo>
                  <a:lnTo>
                    <a:pt x="96306" y="192747"/>
                  </a:lnTo>
                  <a:lnTo>
                    <a:pt x="85025" y="184368"/>
                  </a:lnTo>
                  <a:lnTo>
                    <a:pt x="83054" y="180334"/>
                  </a:lnTo>
                  <a:lnTo>
                    <a:pt x="83701" y="177378"/>
                  </a:lnTo>
                  <a:lnTo>
                    <a:pt x="89069" y="178554"/>
                  </a:lnTo>
                  <a:lnTo>
                    <a:pt x="88627" y="179295"/>
                  </a:lnTo>
                  <a:lnTo>
                    <a:pt x="94876" y="177302"/>
                  </a:lnTo>
                  <a:lnTo>
                    <a:pt x="90309" y="174065"/>
                  </a:lnTo>
                  <a:lnTo>
                    <a:pt x="85857" y="172057"/>
                  </a:lnTo>
                  <a:lnTo>
                    <a:pt x="85101" y="174471"/>
                  </a:lnTo>
                  <a:lnTo>
                    <a:pt x="82500" y="171260"/>
                  </a:lnTo>
                  <a:lnTo>
                    <a:pt x="83110" y="169151"/>
                  </a:lnTo>
                  <a:lnTo>
                    <a:pt x="77398" y="165973"/>
                  </a:lnTo>
                  <a:lnTo>
                    <a:pt x="76549" y="163088"/>
                  </a:lnTo>
                  <a:lnTo>
                    <a:pt x="76884" y="158291"/>
                  </a:lnTo>
                  <a:lnTo>
                    <a:pt x="65721" y="140577"/>
                  </a:lnTo>
                  <a:lnTo>
                    <a:pt x="59610" y="140681"/>
                  </a:lnTo>
                  <a:lnTo>
                    <a:pt x="58668" y="142314"/>
                  </a:lnTo>
                  <a:lnTo>
                    <a:pt x="57052" y="143281"/>
                  </a:lnTo>
                  <a:lnTo>
                    <a:pt x="52304" y="142127"/>
                  </a:lnTo>
                  <a:lnTo>
                    <a:pt x="46883" y="137807"/>
                  </a:lnTo>
                  <a:lnTo>
                    <a:pt x="42510" y="131280"/>
                  </a:lnTo>
                  <a:lnTo>
                    <a:pt x="37543" y="116112"/>
                  </a:lnTo>
                  <a:lnTo>
                    <a:pt x="32719" y="120650"/>
                  </a:lnTo>
                  <a:lnTo>
                    <a:pt x="30903" y="116431"/>
                  </a:lnTo>
                  <a:lnTo>
                    <a:pt x="35429" y="101450"/>
                  </a:lnTo>
                  <a:lnTo>
                    <a:pt x="30736" y="97454"/>
                  </a:lnTo>
                  <a:lnTo>
                    <a:pt x="25904" y="95968"/>
                  </a:lnTo>
                  <a:lnTo>
                    <a:pt x="25044" y="98165"/>
                  </a:lnTo>
                  <a:lnTo>
                    <a:pt x="23951" y="97837"/>
                  </a:lnTo>
                  <a:lnTo>
                    <a:pt x="20253" y="93186"/>
                  </a:lnTo>
                  <a:lnTo>
                    <a:pt x="22728" y="93198"/>
                  </a:lnTo>
                  <a:lnTo>
                    <a:pt x="25152" y="91990"/>
                  </a:lnTo>
                  <a:lnTo>
                    <a:pt x="29302" y="85945"/>
                  </a:lnTo>
                  <a:lnTo>
                    <a:pt x="26592" y="82425"/>
                  </a:lnTo>
                  <a:lnTo>
                    <a:pt x="22179" y="79126"/>
                  </a:lnTo>
                  <a:lnTo>
                    <a:pt x="15262" y="83931"/>
                  </a:lnTo>
                  <a:lnTo>
                    <a:pt x="11367" y="77851"/>
                  </a:lnTo>
                  <a:lnTo>
                    <a:pt x="11704" y="73890"/>
                  </a:lnTo>
                  <a:lnTo>
                    <a:pt x="9579" y="65978"/>
                  </a:lnTo>
                  <a:lnTo>
                    <a:pt x="5084" y="54354"/>
                  </a:lnTo>
                  <a:lnTo>
                    <a:pt x="0" y="45111"/>
                  </a:lnTo>
                  <a:lnTo>
                    <a:pt x="5356" y="40172"/>
                  </a:lnTo>
                  <a:lnTo>
                    <a:pt x="5526" y="38123"/>
                  </a:lnTo>
                  <a:lnTo>
                    <a:pt x="1530" y="13929"/>
                  </a:lnTo>
                  <a:lnTo>
                    <a:pt x="6108" y="19062"/>
                  </a:lnTo>
                  <a:lnTo>
                    <a:pt x="7617" y="16752"/>
                  </a:lnTo>
                  <a:lnTo>
                    <a:pt x="7515" y="9462"/>
                  </a:lnTo>
                  <a:lnTo>
                    <a:pt x="11861" y="3750"/>
                  </a:lnTo>
                  <a:lnTo>
                    <a:pt x="1192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h6632"/>
            <p:cNvSpPr/>
            <p:nvPr/>
          </p:nvSpPr>
          <p:spPr>
            <a:xfrm>
              <a:off x="10614274" y="2023550"/>
              <a:ext cx="41142" cy="33913"/>
            </a:xfrm>
            <a:custGeom>
              <a:avLst/>
              <a:pathLst>
                <a:path w="41142" h="33913">
                  <a:moveTo>
                    <a:pt x="21813" y="877"/>
                  </a:moveTo>
                  <a:lnTo>
                    <a:pt x="26172" y="4060"/>
                  </a:lnTo>
                  <a:lnTo>
                    <a:pt x="41142" y="32285"/>
                  </a:lnTo>
                  <a:lnTo>
                    <a:pt x="33699" y="31342"/>
                  </a:lnTo>
                  <a:lnTo>
                    <a:pt x="33408" y="32362"/>
                  </a:lnTo>
                  <a:lnTo>
                    <a:pt x="31155" y="32365"/>
                  </a:lnTo>
                  <a:lnTo>
                    <a:pt x="30288" y="33847"/>
                  </a:lnTo>
                  <a:lnTo>
                    <a:pt x="28916" y="33886"/>
                  </a:lnTo>
                  <a:lnTo>
                    <a:pt x="24065" y="27732"/>
                  </a:lnTo>
                  <a:lnTo>
                    <a:pt x="21922" y="30762"/>
                  </a:lnTo>
                  <a:lnTo>
                    <a:pt x="17010" y="30719"/>
                  </a:lnTo>
                  <a:lnTo>
                    <a:pt x="16498" y="33570"/>
                  </a:lnTo>
                  <a:lnTo>
                    <a:pt x="10358" y="33913"/>
                  </a:lnTo>
                  <a:lnTo>
                    <a:pt x="9461" y="28252"/>
                  </a:lnTo>
                  <a:lnTo>
                    <a:pt x="10060" y="27249"/>
                  </a:lnTo>
                  <a:lnTo>
                    <a:pt x="4988" y="18882"/>
                  </a:lnTo>
                  <a:lnTo>
                    <a:pt x="1324" y="16632"/>
                  </a:lnTo>
                  <a:lnTo>
                    <a:pt x="417" y="14005"/>
                  </a:lnTo>
                  <a:lnTo>
                    <a:pt x="0" y="7743"/>
                  </a:lnTo>
                  <a:lnTo>
                    <a:pt x="6709" y="8249"/>
                  </a:lnTo>
                  <a:lnTo>
                    <a:pt x="7402" y="6263"/>
                  </a:lnTo>
                  <a:lnTo>
                    <a:pt x="9195" y="5057"/>
                  </a:lnTo>
                  <a:lnTo>
                    <a:pt x="10885" y="4960"/>
                  </a:lnTo>
                  <a:lnTo>
                    <a:pt x="13423" y="6883"/>
                  </a:lnTo>
                  <a:lnTo>
                    <a:pt x="2148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h6633"/>
            <p:cNvSpPr/>
            <p:nvPr/>
          </p:nvSpPr>
          <p:spPr>
            <a:xfrm>
              <a:off x="10738055" y="2233672"/>
              <a:ext cx="78165" cy="45584"/>
            </a:xfrm>
            <a:custGeom>
              <a:avLst/>
              <a:pathLst>
                <a:path w="78165" h="45584">
                  <a:moveTo>
                    <a:pt x="36815" y="2547"/>
                  </a:moveTo>
                  <a:lnTo>
                    <a:pt x="35690" y="3480"/>
                  </a:lnTo>
                  <a:lnTo>
                    <a:pt x="39976" y="4765"/>
                  </a:lnTo>
                  <a:lnTo>
                    <a:pt x="39423" y="7594"/>
                  </a:lnTo>
                  <a:lnTo>
                    <a:pt x="45264" y="8409"/>
                  </a:lnTo>
                  <a:lnTo>
                    <a:pt x="46183" y="11867"/>
                  </a:lnTo>
                  <a:lnTo>
                    <a:pt x="49477" y="12298"/>
                  </a:lnTo>
                  <a:lnTo>
                    <a:pt x="53895" y="14624"/>
                  </a:lnTo>
                  <a:lnTo>
                    <a:pt x="51988" y="23291"/>
                  </a:lnTo>
                  <a:lnTo>
                    <a:pt x="60549" y="24355"/>
                  </a:lnTo>
                  <a:lnTo>
                    <a:pt x="67848" y="22852"/>
                  </a:lnTo>
                  <a:lnTo>
                    <a:pt x="75378" y="26697"/>
                  </a:lnTo>
                  <a:lnTo>
                    <a:pt x="76553" y="31108"/>
                  </a:lnTo>
                  <a:lnTo>
                    <a:pt x="74549" y="32999"/>
                  </a:lnTo>
                  <a:lnTo>
                    <a:pt x="77615" y="35165"/>
                  </a:lnTo>
                  <a:lnTo>
                    <a:pt x="78165" y="37250"/>
                  </a:lnTo>
                  <a:lnTo>
                    <a:pt x="74739" y="38582"/>
                  </a:lnTo>
                  <a:lnTo>
                    <a:pt x="69980" y="37884"/>
                  </a:lnTo>
                  <a:lnTo>
                    <a:pt x="67774" y="36858"/>
                  </a:lnTo>
                  <a:lnTo>
                    <a:pt x="67126" y="41145"/>
                  </a:lnTo>
                  <a:lnTo>
                    <a:pt x="51862" y="35973"/>
                  </a:lnTo>
                  <a:lnTo>
                    <a:pt x="38911" y="33268"/>
                  </a:lnTo>
                  <a:lnTo>
                    <a:pt x="26283" y="35598"/>
                  </a:lnTo>
                  <a:lnTo>
                    <a:pt x="16158" y="44155"/>
                  </a:lnTo>
                  <a:lnTo>
                    <a:pt x="16016" y="45584"/>
                  </a:lnTo>
                  <a:lnTo>
                    <a:pt x="8952" y="43320"/>
                  </a:lnTo>
                  <a:lnTo>
                    <a:pt x="4176" y="36267"/>
                  </a:lnTo>
                  <a:lnTo>
                    <a:pt x="4379" y="34480"/>
                  </a:lnTo>
                  <a:lnTo>
                    <a:pt x="6680" y="34721"/>
                  </a:lnTo>
                  <a:lnTo>
                    <a:pt x="6710" y="29532"/>
                  </a:lnTo>
                  <a:lnTo>
                    <a:pt x="5288" y="27899"/>
                  </a:lnTo>
                  <a:lnTo>
                    <a:pt x="0" y="26425"/>
                  </a:lnTo>
                  <a:lnTo>
                    <a:pt x="3372" y="23248"/>
                  </a:lnTo>
                  <a:lnTo>
                    <a:pt x="3784" y="25547"/>
                  </a:lnTo>
                  <a:lnTo>
                    <a:pt x="8194" y="27004"/>
                  </a:lnTo>
                  <a:lnTo>
                    <a:pt x="9715" y="25231"/>
                  </a:lnTo>
                  <a:lnTo>
                    <a:pt x="9667" y="24265"/>
                  </a:lnTo>
                  <a:lnTo>
                    <a:pt x="6002" y="23197"/>
                  </a:lnTo>
                  <a:lnTo>
                    <a:pt x="2817" y="20128"/>
                  </a:lnTo>
                  <a:lnTo>
                    <a:pt x="4158" y="19635"/>
                  </a:lnTo>
                  <a:lnTo>
                    <a:pt x="11544" y="21464"/>
                  </a:lnTo>
                  <a:lnTo>
                    <a:pt x="12098" y="20784"/>
                  </a:lnTo>
                  <a:lnTo>
                    <a:pt x="8274" y="17020"/>
                  </a:lnTo>
                  <a:lnTo>
                    <a:pt x="7026" y="17636"/>
                  </a:lnTo>
                  <a:lnTo>
                    <a:pt x="4520" y="8974"/>
                  </a:lnTo>
                  <a:lnTo>
                    <a:pt x="1522" y="5328"/>
                  </a:lnTo>
                  <a:lnTo>
                    <a:pt x="4314" y="2399"/>
                  </a:lnTo>
                  <a:lnTo>
                    <a:pt x="6928" y="5695"/>
                  </a:lnTo>
                  <a:lnTo>
                    <a:pt x="8508" y="5724"/>
                  </a:lnTo>
                  <a:lnTo>
                    <a:pt x="13372" y="3019"/>
                  </a:lnTo>
                  <a:lnTo>
                    <a:pt x="18349" y="3255"/>
                  </a:lnTo>
                  <a:lnTo>
                    <a:pt x="20747" y="1399"/>
                  </a:lnTo>
                  <a:lnTo>
                    <a:pt x="2425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h6634"/>
            <p:cNvSpPr/>
            <p:nvPr/>
          </p:nvSpPr>
          <p:spPr>
            <a:xfrm>
              <a:off x="10529629" y="1716043"/>
              <a:ext cx="215750" cy="108792"/>
            </a:xfrm>
            <a:custGeom>
              <a:avLst/>
              <a:pathLst>
                <a:path w="215750" h="108792">
                  <a:moveTo>
                    <a:pt x="63645" y="281"/>
                  </a:moveTo>
                  <a:lnTo>
                    <a:pt x="71232" y="4363"/>
                  </a:lnTo>
                  <a:lnTo>
                    <a:pt x="76428" y="5220"/>
                  </a:lnTo>
                  <a:lnTo>
                    <a:pt x="80035" y="9178"/>
                  </a:lnTo>
                  <a:lnTo>
                    <a:pt x="87999" y="11148"/>
                  </a:lnTo>
                  <a:lnTo>
                    <a:pt x="90733" y="10812"/>
                  </a:lnTo>
                  <a:lnTo>
                    <a:pt x="92761" y="9283"/>
                  </a:lnTo>
                  <a:lnTo>
                    <a:pt x="98713" y="8481"/>
                  </a:lnTo>
                  <a:lnTo>
                    <a:pt x="103824" y="10151"/>
                  </a:lnTo>
                  <a:lnTo>
                    <a:pt x="108943" y="9853"/>
                  </a:lnTo>
                  <a:lnTo>
                    <a:pt x="118483" y="10892"/>
                  </a:lnTo>
                  <a:lnTo>
                    <a:pt x="124998" y="13895"/>
                  </a:lnTo>
                  <a:lnTo>
                    <a:pt x="135976" y="12702"/>
                  </a:lnTo>
                  <a:lnTo>
                    <a:pt x="139431" y="10928"/>
                  </a:lnTo>
                  <a:lnTo>
                    <a:pt x="142556" y="8080"/>
                  </a:lnTo>
                  <a:lnTo>
                    <a:pt x="143570" y="9823"/>
                  </a:lnTo>
                  <a:lnTo>
                    <a:pt x="143411" y="14549"/>
                  </a:lnTo>
                  <a:lnTo>
                    <a:pt x="147005" y="13814"/>
                  </a:lnTo>
                  <a:lnTo>
                    <a:pt x="148650" y="12581"/>
                  </a:lnTo>
                  <a:lnTo>
                    <a:pt x="151884" y="13016"/>
                  </a:lnTo>
                  <a:lnTo>
                    <a:pt x="156129" y="15164"/>
                  </a:lnTo>
                  <a:lnTo>
                    <a:pt x="160493" y="24135"/>
                  </a:lnTo>
                  <a:lnTo>
                    <a:pt x="163388" y="25883"/>
                  </a:lnTo>
                  <a:lnTo>
                    <a:pt x="166194" y="26124"/>
                  </a:lnTo>
                  <a:lnTo>
                    <a:pt x="168005" y="27274"/>
                  </a:lnTo>
                  <a:lnTo>
                    <a:pt x="168143" y="28831"/>
                  </a:lnTo>
                  <a:lnTo>
                    <a:pt x="166889" y="32670"/>
                  </a:lnTo>
                  <a:lnTo>
                    <a:pt x="167179" y="35126"/>
                  </a:lnTo>
                  <a:lnTo>
                    <a:pt x="168206" y="36445"/>
                  </a:lnTo>
                  <a:lnTo>
                    <a:pt x="169237" y="36622"/>
                  </a:lnTo>
                  <a:lnTo>
                    <a:pt x="170430" y="34835"/>
                  </a:lnTo>
                  <a:lnTo>
                    <a:pt x="170218" y="31308"/>
                  </a:lnTo>
                  <a:lnTo>
                    <a:pt x="171214" y="30081"/>
                  </a:lnTo>
                  <a:lnTo>
                    <a:pt x="172027" y="29694"/>
                  </a:lnTo>
                  <a:lnTo>
                    <a:pt x="173520" y="30609"/>
                  </a:lnTo>
                  <a:lnTo>
                    <a:pt x="174198" y="37387"/>
                  </a:lnTo>
                  <a:lnTo>
                    <a:pt x="172610" y="40196"/>
                  </a:lnTo>
                  <a:lnTo>
                    <a:pt x="172443" y="42469"/>
                  </a:lnTo>
                  <a:lnTo>
                    <a:pt x="180240" y="43117"/>
                  </a:lnTo>
                  <a:lnTo>
                    <a:pt x="184239" y="48302"/>
                  </a:lnTo>
                  <a:lnTo>
                    <a:pt x="190511" y="48475"/>
                  </a:lnTo>
                  <a:lnTo>
                    <a:pt x="193229" y="49468"/>
                  </a:lnTo>
                  <a:lnTo>
                    <a:pt x="193751" y="52275"/>
                  </a:lnTo>
                  <a:lnTo>
                    <a:pt x="198726" y="60879"/>
                  </a:lnTo>
                  <a:lnTo>
                    <a:pt x="205009" y="63297"/>
                  </a:lnTo>
                  <a:lnTo>
                    <a:pt x="207366" y="65819"/>
                  </a:lnTo>
                  <a:lnTo>
                    <a:pt x="211732" y="68050"/>
                  </a:lnTo>
                  <a:lnTo>
                    <a:pt x="212511" y="71185"/>
                  </a:lnTo>
                  <a:lnTo>
                    <a:pt x="215736" y="76219"/>
                  </a:lnTo>
                  <a:lnTo>
                    <a:pt x="215750" y="78179"/>
                  </a:lnTo>
                  <a:lnTo>
                    <a:pt x="214655" y="79833"/>
                  </a:lnTo>
                  <a:lnTo>
                    <a:pt x="212537" y="79725"/>
                  </a:lnTo>
                  <a:lnTo>
                    <a:pt x="212514" y="77585"/>
                  </a:lnTo>
                  <a:lnTo>
                    <a:pt x="205690" y="78115"/>
                  </a:lnTo>
                  <a:lnTo>
                    <a:pt x="204859" y="79730"/>
                  </a:lnTo>
                  <a:lnTo>
                    <a:pt x="205419" y="81765"/>
                  </a:lnTo>
                  <a:lnTo>
                    <a:pt x="204988" y="82353"/>
                  </a:lnTo>
                  <a:lnTo>
                    <a:pt x="199509" y="82376"/>
                  </a:lnTo>
                  <a:lnTo>
                    <a:pt x="199476" y="85801"/>
                  </a:lnTo>
                  <a:lnTo>
                    <a:pt x="194950" y="86446"/>
                  </a:lnTo>
                  <a:lnTo>
                    <a:pt x="164333" y="83274"/>
                  </a:lnTo>
                  <a:lnTo>
                    <a:pt x="165045" y="71952"/>
                  </a:lnTo>
                  <a:lnTo>
                    <a:pt x="151429" y="77074"/>
                  </a:lnTo>
                  <a:lnTo>
                    <a:pt x="145434" y="60757"/>
                  </a:lnTo>
                  <a:lnTo>
                    <a:pt x="112865" y="73007"/>
                  </a:lnTo>
                  <a:lnTo>
                    <a:pt x="106932" y="85967"/>
                  </a:lnTo>
                  <a:lnTo>
                    <a:pt x="106126" y="85822"/>
                  </a:lnTo>
                  <a:lnTo>
                    <a:pt x="95317" y="107206"/>
                  </a:lnTo>
                  <a:lnTo>
                    <a:pt x="52526" y="97580"/>
                  </a:lnTo>
                  <a:lnTo>
                    <a:pt x="45974" y="108792"/>
                  </a:lnTo>
                  <a:lnTo>
                    <a:pt x="27648" y="91966"/>
                  </a:lnTo>
                  <a:lnTo>
                    <a:pt x="15769" y="84898"/>
                  </a:lnTo>
                  <a:lnTo>
                    <a:pt x="3675" y="76272"/>
                  </a:lnTo>
                  <a:lnTo>
                    <a:pt x="0" y="73997"/>
                  </a:lnTo>
                  <a:lnTo>
                    <a:pt x="2794" y="64222"/>
                  </a:lnTo>
                  <a:lnTo>
                    <a:pt x="6515" y="60286"/>
                  </a:lnTo>
                  <a:lnTo>
                    <a:pt x="8621" y="50295"/>
                  </a:lnTo>
                  <a:lnTo>
                    <a:pt x="10618" y="44419"/>
                  </a:lnTo>
                  <a:lnTo>
                    <a:pt x="19494" y="27240"/>
                  </a:lnTo>
                  <a:lnTo>
                    <a:pt x="21825" y="24693"/>
                  </a:lnTo>
                  <a:lnTo>
                    <a:pt x="22844" y="18925"/>
                  </a:lnTo>
                  <a:lnTo>
                    <a:pt x="24441" y="16269"/>
                  </a:lnTo>
                  <a:lnTo>
                    <a:pt x="25180" y="15907"/>
                  </a:lnTo>
                  <a:lnTo>
                    <a:pt x="25750" y="17074"/>
                  </a:lnTo>
                  <a:lnTo>
                    <a:pt x="29189" y="17364"/>
                  </a:lnTo>
                  <a:lnTo>
                    <a:pt x="35074" y="14878"/>
                  </a:lnTo>
                  <a:lnTo>
                    <a:pt x="37783" y="16135"/>
                  </a:lnTo>
                  <a:lnTo>
                    <a:pt x="41383" y="13619"/>
                  </a:lnTo>
                  <a:lnTo>
                    <a:pt x="41688" y="12681"/>
                  </a:lnTo>
                  <a:lnTo>
                    <a:pt x="40796" y="11763"/>
                  </a:lnTo>
                  <a:lnTo>
                    <a:pt x="41218" y="11365"/>
                  </a:lnTo>
                  <a:lnTo>
                    <a:pt x="49685" y="12282"/>
                  </a:lnTo>
                  <a:lnTo>
                    <a:pt x="54318" y="14090"/>
                  </a:lnTo>
                  <a:lnTo>
                    <a:pt x="57461" y="3564"/>
                  </a:lnTo>
                  <a:lnTo>
                    <a:pt x="59391" y="1265"/>
                  </a:lnTo>
                  <a:lnTo>
                    <a:pt x="62019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h6635"/>
            <p:cNvSpPr/>
            <p:nvPr/>
          </p:nvSpPr>
          <p:spPr>
            <a:xfrm>
              <a:off x="10665508" y="1912011"/>
              <a:ext cx="45020" cy="42948"/>
            </a:xfrm>
            <a:custGeom>
              <a:avLst/>
              <a:pathLst>
                <a:path w="45020" h="42948">
                  <a:moveTo>
                    <a:pt x="32018" y="0"/>
                  </a:moveTo>
                  <a:lnTo>
                    <a:pt x="31286" y="2153"/>
                  </a:lnTo>
                  <a:lnTo>
                    <a:pt x="26628" y="2602"/>
                  </a:lnTo>
                  <a:lnTo>
                    <a:pt x="26143" y="12973"/>
                  </a:lnTo>
                  <a:lnTo>
                    <a:pt x="32462" y="15282"/>
                  </a:lnTo>
                  <a:lnTo>
                    <a:pt x="33819" y="20084"/>
                  </a:lnTo>
                  <a:lnTo>
                    <a:pt x="43067" y="24686"/>
                  </a:lnTo>
                  <a:lnTo>
                    <a:pt x="41816" y="27627"/>
                  </a:lnTo>
                  <a:lnTo>
                    <a:pt x="40937" y="27266"/>
                  </a:lnTo>
                  <a:lnTo>
                    <a:pt x="39246" y="31426"/>
                  </a:lnTo>
                  <a:lnTo>
                    <a:pt x="44971" y="34512"/>
                  </a:lnTo>
                  <a:lnTo>
                    <a:pt x="43017" y="39774"/>
                  </a:lnTo>
                  <a:lnTo>
                    <a:pt x="45020" y="41919"/>
                  </a:lnTo>
                  <a:lnTo>
                    <a:pt x="39515" y="42948"/>
                  </a:lnTo>
                  <a:lnTo>
                    <a:pt x="35447" y="41308"/>
                  </a:lnTo>
                  <a:lnTo>
                    <a:pt x="32202" y="41304"/>
                  </a:lnTo>
                  <a:lnTo>
                    <a:pt x="31694" y="40100"/>
                  </a:lnTo>
                  <a:lnTo>
                    <a:pt x="27258" y="36928"/>
                  </a:lnTo>
                  <a:lnTo>
                    <a:pt x="24455" y="36667"/>
                  </a:lnTo>
                  <a:lnTo>
                    <a:pt x="25226" y="33561"/>
                  </a:lnTo>
                  <a:lnTo>
                    <a:pt x="24622" y="33055"/>
                  </a:lnTo>
                  <a:lnTo>
                    <a:pt x="17767" y="30138"/>
                  </a:lnTo>
                  <a:lnTo>
                    <a:pt x="13018" y="31326"/>
                  </a:lnTo>
                  <a:lnTo>
                    <a:pt x="11800" y="17825"/>
                  </a:lnTo>
                  <a:lnTo>
                    <a:pt x="7938" y="17954"/>
                  </a:lnTo>
                  <a:lnTo>
                    <a:pt x="0" y="3693"/>
                  </a:lnTo>
                  <a:lnTo>
                    <a:pt x="1972" y="636"/>
                  </a:lnTo>
                  <a:lnTo>
                    <a:pt x="3516" y="646"/>
                  </a:lnTo>
                  <a:lnTo>
                    <a:pt x="13328" y="6339"/>
                  </a:lnTo>
                  <a:lnTo>
                    <a:pt x="19925" y="100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h6636"/>
            <p:cNvSpPr/>
            <p:nvPr/>
          </p:nvSpPr>
          <p:spPr>
            <a:xfrm>
              <a:off x="10491632" y="2101612"/>
              <a:ext cx="147104" cy="124727"/>
            </a:xfrm>
            <a:custGeom>
              <a:avLst/>
              <a:pathLst>
                <a:path w="147104" h="124727">
                  <a:moveTo>
                    <a:pt x="52623" y="2026"/>
                  </a:moveTo>
                  <a:lnTo>
                    <a:pt x="60352" y="14673"/>
                  </a:lnTo>
                  <a:lnTo>
                    <a:pt x="66486" y="18828"/>
                  </a:lnTo>
                  <a:lnTo>
                    <a:pt x="68940" y="18048"/>
                  </a:lnTo>
                  <a:lnTo>
                    <a:pt x="78593" y="18082"/>
                  </a:lnTo>
                  <a:lnTo>
                    <a:pt x="91897" y="7502"/>
                  </a:lnTo>
                  <a:lnTo>
                    <a:pt x="96885" y="5896"/>
                  </a:lnTo>
                  <a:lnTo>
                    <a:pt x="79111" y="39290"/>
                  </a:lnTo>
                  <a:lnTo>
                    <a:pt x="78521" y="43981"/>
                  </a:lnTo>
                  <a:lnTo>
                    <a:pt x="93052" y="44467"/>
                  </a:lnTo>
                  <a:lnTo>
                    <a:pt x="96500" y="45296"/>
                  </a:lnTo>
                  <a:lnTo>
                    <a:pt x="96219" y="39920"/>
                  </a:lnTo>
                  <a:lnTo>
                    <a:pt x="99072" y="47456"/>
                  </a:lnTo>
                  <a:lnTo>
                    <a:pt x="90433" y="64534"/>
                  </a:lnTo>
                  <a:lnTo>
                    <a:pt x="102146" y="61446"/>
                  </a:lnTo>
                  <a:lnTo>
                    <a:pt x="104344" y="71280"/>
                  </a:lnTo>
                  <a:lnTo>
                    <a:pt x="120404" y="66575"/>
                  </a:lnTo>
                  <a:lnTo>
                    <a:pt x="118125" y="56958"/>
                  </a:lnTo>
                  <a:lnTo>
                    <a:pt x="129639" y="51478"/>
                  </a:lnTo>
                  <a:lnTo>
                    <a:pt x="132295" y="54158"/>
                  </a:lnTo>
                  <a:lnTo>
                    <a:pt x="132419" y="58234"/>
                  </a:lnTo>
                  <a:lnTo>
                    <a:pt x="137025" y="58653"/>
                  </a:lnTo>
                  <a:lnTo>
                    <a:pt x="135731" y="55488"/>
                  </a:lnTo>
                  <a:lnTo>
                    <a:pt x="134952" y="48455"/>
                  </a:lnTo>
                  <a:lnTo>
                    <a:pt x="139720" y="54332"/>
                  </a:lnTo>
                  <a:lnTo>
                    <a:pt x="141962" y="59151"/>
                  </a:lnTo>
                  <a:lnTo>
                    <a:pt x="140475" y="65995"/>
                  </a:lnTo>
                  <a:lnTo>
                    <a:pt x="143513" y="65837"/>
                  </a:lnTo>
                  <a:lnTo>
                    <a:pt x="147104" y="68846"/>
                  </a:lnTo>
                  <a:lnTo>
                    <a:pt x="142364" y="72387"/>
                  </a:lnTo>
                  <a:lnTo>
                    <a:pt x="129338" y="66206"/>
                  </a:lnTo>
                  <a:lnTo>
                    <a:pt x="127635" y="67629"/>
                  </a:lnTo>
                  <a:lnTo>
                    <a:pt x="125150" y="72101"/>
                  </a:lnTo>
                  <a:lnTo>
                    <a:pt x="111256" y="71947"/>
                  </a:lnTo>
                  <a:lnTo>
                    <a:pt x="108496" y="71057"/>
                  </a:lnTo>
                  <a:lnTo>
                    <a:pt x="103592" y="82775"/>
                  </a:lnTo>
                  <a:lnTo>
                    <a:pt x="105637" y="84674"/>
                  </a:lnTo>
                  <a:lnTo>
                    <a:pt x="101427" y="95057"/>
                  </a:lnTo>
                  <a:lnTo>
                    <a:pt x="100674" y="102355"/>
                  </a:lnTo>
                  <a:lnTo>
                    <a:pt x="98158" y="102382"/>
                  </a:lnTo>
                  <a:lnTo>
                    <a:pt x="98559" y="96522"/>
                  </a:lnTo>
                  <a:lnTo>
                    <a:pt x="90121" y="95501"/>
                  </a:lnTo>
                  <a:lnTo>
                    <a:pt x="89926" y="102472"/>
                  </a:lnTo>
                  <a:lnTo>
                    <a:pt x="84820" y="102516"/>
                  </a:lnTo>
                  <a:lnTo>
                    <a:pt x="81947" y="90873"/>
                  </a:lnTo>
                  <a:lnTo>
                    <a:pt x="74344" y="90815"/>
                  </a:lnTo>
                  <a:lnTo>
                    <a:pt x="70046" y="102685"/>
                  </a:lnTo>
                  <a:lnTo>
                    <a:pt x="57842" y="102279"/>
                  </a:lnTo>
                  <a:lnTo>
                    <a:pt x="57867" y="107370"/>
                  </a:lnTo>
                  <a:lnTo>
                    <a:pt x="53145" y="107067"/>
                  </a:lnTo>
                  <a:lnTo>
                    <a:pt x="53188" y="108380"/>
                  </a:lnTo>
                  <a:lnTo>
                    <a:pt x="60526" y="113403"/>
                  </a:lnTo>
                  <a:lnTo>
                    <a:pt x="60618" y="114430"/>
                  </a:lnTo>
                  <a:lnTo>
                    <a:pt x="57066" y="115030"/>
                  </a:lnTo>
                  <a:lnTo>
                    <a:pt x="56978" y="113965"/>
                  </a:lnTo>
                  <a:lnTo>
                    <a:pt x="50575" y="114967"/>
                  </a:lnTo>
                  <a:lnTo>
                    <a:pt x="46429" y="120035"/>
                  </a:lnTo>
                  <a:lnTo>
                    <a:pt x="47250" y="124727"/>
                  </a:lnTo>
                  <a:lnTo>
                    <a:pt x="37445" y="121982"/>
                  </a:lnTo>
                  <a:lnTo>
                    <a:pt x="21699" y="120490"/>
                  </a:lnTo>
                  <a:lnTo>
                    <a:pt x="21880" y="119571"/>
                  </a:lnTo>
                  <a:lnTo>
                    <a:pt x="18329" y="118746"/>
                  </a:lnTo>
                  <a:lnTo>
                    <a:pt x="17140" y="122296"/>
                  </a:lnTo>
                  <a:lnTo>
                    <a:pt x="10503" y="116187"/>
                  </a:lnTo>
                  <a:lnTo>
                    <a:pt x="3745" y="114972"/>
                  </a:lnTo>
                  <a:lnTo>
                    <a:pt x="3143" y="105699"/>
                  </a:lnTo>
                  <a:lnTo>
                    <a:pt x="2078" y="106210"/>
                  </a:lnTo>
                  <a:lnTo>
                    <a:pt x="1187" y="105743"/>
                  </a:lnTo>
                  <a:lnTo>
                    <a:pt x="1481" y="103514"/>
                  </a:lnTo>
                  <a:lnTo>
                    <a:pt x="3290" y="98617"/>
                  </a:lnTo>
                  <a:lnTo>
                    <a:pt x="0" y="97376"/>
                  </a:lnTo>
                  <a:lnTo>
                    <a:pt x="3391" y="89484"/>
                  </a:lnTo>
                  <a:lnTo>
                    <a:pt x="5477" y="87001"/>
                  </a:lnTo>
                  <a:lnTo>
                    <a:pt x="6398" y="84595"/>
                  </a:lnTo>
                  <a:lnTo>
                    <a:pt x="5964" y="83563"/>
                  </a:lnTo>
                  <a:lnTo>
                    <a:pt x="4263" y="83160"/>
                  </a:lnTo>
                  <a:lnTo>
                    <a:pt x="4679" y="80712"/>
                  </a:lnTo>
                  <a:lnTo>
                    <a:pt x="5942" y="79569"/>
                  </a:lnTo>
                  <a:lnTo>
                    <a:pt x="7513" y="79680"/>
                  </a:lnTo>
                  <a:lnTo>
                    <a:pt x="7137" y="81518"/>
                  </a:lnTo>
                  <a:lnTo>
                    <a:pt x="8873" y="81073"/>
                  </a:lnTo>
                  <a:lnTo>
                    <a:pt x="9903" y="79659"/>
                  </a:lnTo>
                  <a:lnTo>
                    <a:pt x="10750" y="73203"/>
                  </a:lnTo>
                  <a:lnTo>
                    <a:pt x="7421" y="71908"/>
                  </a:lnTo>
                  <a:lnTo>
                    <a:pt x="2241" y="71238"/>
                  </a:lnTo>
                  <a:lnTo>
                    <a:pt x="2750" y="62586"/>
                  </a:lnTo>
                  <a:lnTo>
                    <a:pt x="5664" y="65306"/>
                  </a:lnTo>
                  <a:lnTo>
                    <a:pt x="7828" y="65997"/>
                  </a:lnTo>
                  <a:lnTo>
                    <a:pt x="7803" y="59391"/>
                  </a:lnTo>
                  <a:lnTo>
                    <a:pt x="12475" y="60088"/>
                  </a:lnTo>
                  <a:lnTo>
                    <a:pt x="12978" y="56298"/>
                  </a:lnTo>
                  <a:lnTo>
                    <a:pt x="8150" y="55581"/>
                  </a:lnTo>
                  <a:lnTo>
                    <a:pt x="8878" y="51986"/>
                  </a:lnTo>
                  <a:lnTo>
                    <a:pt x="28860" y="54534"/>
                  </a:lnTo>
                  <a:lnTo>
                    <a:pt x="28989" y="53633"/>
                  </a:lnTo>
                  <a:lnTo>
                    <a:pt x="33782" y="55318"/>
                  </a:lnTo>
                  <a:lnTo>
                    <a:pt x="33511" y="57368"/>
                  </a:lnTo>
                  <a:lnTo>
                    <a:pt x="36949" y="57966"/>
                  </a:lnTo>
                  <a:lnTo>
                    <a:pt x="36348" y="52835"/>
                  </a:lnTo>
                  <a:lnTo>
                    <a:pt x="35178" y="49879"/>
                  </a:lnTo>
                  <a:lnTo>
                    <a:pt x="38622" y="41916"/>
                  </a:lnTo>
                  <a:lnTo>
                    <a:pt x="31185" y="41279"/>
                  </a:lnTo>
                  <a:lnTo>
                    <a:pt x="30826" y="36045"/>
                  </a:lnTo>
                  <a:lnTo>
                    <a:pt x="29826" y="33040"/>
                  </a:lnTo>
                  <a:lnTo>
                    <a:pt x="28154" y="31173"/>
                  </a:lnTo>
                  <a:lnTo>
                    <a:pt x="30312" y="26838"/>
                  </a:lnTo>
                  <a:lnTo>
                    <a:pt x="28887" y="26671"/>
                  </a:lnTo>
                  <a:lnTo>
                    <a:pt x="30185" y="14055"/>
                  </a:lnTo>
                  <a:lnTo>
                    <a:pt x="4722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h6637"/>
            <p:cNvSpPr/>
            <p:nvPr/>
          </p:nvSpPr>
          <p:spPr>
            <a:xfrm>
              <a:off x="10473082" y="2088757"/>
              <a:ext cx="57172" cy="124552"/>
            </a:xfrm>
            <a:custGeom>
              <a:avLst/>
              <a:pathLst>
                <a:path w="57172" h="124552">
                  <a:moveTo>
                    <a:pt x="39152" y="12688"/>
                  </a:moveTo>
                  <a:lnTo>
                    <a:pt x="44529" y="3596"/>
                  </a:lnTo>
                  <a:lnTo>
                    <a:pt x="48035" y="5821"/>
                  </a:lnTo>
                  <a:lnTo>
                    <a:pt x="43714" y="15570"/>
                  </a:lnTo>
                  <a:lnTo>
                    <a:pt x="40317" y="20730"/>
                  </a:lnTo>
                  <a:lnTo>
                    <a:pt x="42999" y="23711"/>
                  </a:lnTo>
                  <a:lnTo>
                    <a:pt x="43791" y="26330"/>
                  </a:lnTo>
                  <a:lnTo>
                    <a:pt x="40310" y="27651"/>
                  </a:lnTo>
                  <a:lnTo>
                    <a:pt x="41804" y="30249"/>
                  </a:lnTo>
                  <a:lnTo>
                    <a:pt x="44459" y="30602"/>
                  </a:lnTo>
                  <a:lnTo>
                    <a:pt x="45629" y="39315"/>
                  </a:lnTo>
                  <a:lnTo>
                    <a:pt x="47438" y="39526"/>
                  </a:lnTo>
                  <a:lnTo>
                    <a:pt x="48863" y="39693"/>
                  </a:lnTo>
                  <a:lnTo>
                    <a:pt x="46704" y="44028"/>
                  </a:lnTo>
                  <a:lnTo>
                    <a:pt x="48376" y="45895"/>
                  </a:lnTo>
                  <a:lnTo>
                    <a:pt x="49376" y="48900"/>
                  </a:lnTo>
                  <a:lnTo>
                    <a:pt x="49736" y="54134"/>
                  </a:lnTo>
                  <a:lnTo>
                    <a:pt x="57172" y="54771"/>
                  </a:lnTo>
                  <a:lnTo>
                    <a:pt x="53729" y="62734"/>
                  </a:lnTo>
                  <a:lnTo>
                    <a:pt x="54899" y="65691"/>
                  </a:lnTo>
                  <a:lnTo>
                    <a:pt x="55500" y="70821"/>
                  </a:lnTo>
                  <a:lnTo>
                    <a:pt x="52062" y="70223"/>
                  </a:lnTo>
                  <a:lnTo>
                    <a:pt x="52332" y="68173"/>
                  </a:lnTo>
                  <a:lnTo>
                    <a:pt x="47540" y="66488"/>
                  </a:lnTo>
                  <a:lnTo>
                    <a:pt x="47411" y="67389"/>
                  </a:lnTo>
                  <a:lnTo>
                    <a:pt x="27428" y="64841"/>
                  </a:lnTo>
                  <a:lnTo>
                    <a:pt x="26701" y="68436"/>
                  </a:lnTo>
                  <a:lnTo>
                    <a:pt x="31529" y="69153"/>
                  </a:lnTo>
                  <a:lnTo>
                    <a:pt x="31026" y="72943"/>
                  </a:lnTo>
                  <a:lnTo>
                    <a:pt x="26354" y="72246"/>
                  </a:lnTo>
                  <a:lnTo>
                    <a:pt x="26379" y="78852"/>
                  </a:lnTo>
                  <a:lnTo>
                    <a:pt x="24214" y="78161"/>
                  </a:lnTo>
                  <a:lnTo>
                    <a:pt x="21301" y="75441"/>
                  </a:lnTo>
                  <a:lnTo>
                    <a:pt x="20791" y="84093"/>
                  </a:lnTo>
                  <a:lnTo>
                    <a:pt x="25972" y="84763"/>
                  </a:lnTo>
                  <a:lnTo>
                    <a:pt x="29300" y="86058"/>
                  </a:lnTo>
                  <a:lnTo>
                    <a:pt x="28454" y="92514"/>
                  </a:lnTo>
                  <a:lnTo>
                    <a:pt x="27423" y="93929"/>
                  </a:lnTo>
                  <a:lnTo>
                    <a:pt x="25688" y="94373"/>
                  </a:lnTo>
                  <a:lnTo>
                    <a:pt x="26063" y="92535"/>
                  </a:lnTo>
                  <a:lnTo>
                    <a:pt x="24492" y="92424"/>
                  </a:lnTo>
                  <a:lnTo>
                    <a:pt x="23229" y="93567"/>
                  </a:lnTo>
                  <a:lnTo>
                    <a:pt x="22814" y="96015"/>
                  </a:lnTo>
                  <a:lnTo>
                    <a:pt x="24514" y="96418"/>
                  </a:lnTo>
                  <a:lnTo>
                    <a:pt x="24949" y="97450"/>
                  </a:lnTo>
                  <a:lnTo>
                    <a:pt x="24027" y="99856"/>
                  </a:lnTo>
                  <a:lnTo>
                    <a:pt x="21941" y="102339"/>
                  </a:lnTo>
                  <a:lnTo>
                    <a:pt x="18550" y="110231"/>
                  </a:lnTo>
                  <a:lnTo>
                    <a:pt x="21840" y="111472"/>
                  </a:lnTo>
                  <a:lnTo>
                    <a:pt x="20032" y="116369"/>
                  </a:lnTo>
                  <a:lnTo>
                    <a:pt x="19273" y="116404"/>
                  </a:lnTo>
                  <a:lnTo>
                    <a:pt x="18357" y="119095"/>
                  </a:lnTo>
                  <a:lnTo>
                    <a:pt x="13752" y="124442"/>
                  </a:lnTo>
                  <a:lnTo>
                    <a:pt x="12078" y="124552"/>
                  </a:lnTo>
                  <a:lnTo>
                    <a:pt x="9228" y="120861"/>
                  </a:lnTo>
                  <a:lnTo>
                    <a:pt x="7221" y="122297"/>
                  </a:lnTo>
                  <a:lnTo>
                    <a:pt x="8645" y="118140"/>
                  </a:lnTo>
                  <a:lnTo>
                    <a:pt x="9543" y="111930"/>
                  </a:lnTo>
                  <a:lnTo>
                    <a:pt x="6879" y="107320"/>
                  </a:lnTo>
                  <a:lnTo>
                    <a:pt x="6597" y="104257"/>
                  </a:lnTo>
                  <a:lnTo>
                    <a:pt x="6476" y="72660"/>
                  </a:lnTo>
                  <a:lnTo>
                    <a:pt x="16258" y="55804"/>
                  </a:lnTo>
                  <a:lnTo>
                    <a:pt x="10336" y="46577"/>
                  </a:lnTo>
                  <a:lnTo>
                    <a:pt x="4455" y="17873"/>
                  </a:lnTo>
                  <a:lnTo>
                    <a:pt x="0" y="16117"/>
                  </a:lnTo>
                  <a:lnTo>
                    <a:pt x="5411" y="11722"/>
                  </a:lnTo>
                  <a:lnTo>
                    <a:pt x="2703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h6638"/>
            <p:cNvSpPr/>
            <p:nvPr/>
          </p:nvSpPr>
          <p:spPr>
            <a:xfrm>
              <a:off x="10765280" y="1873406"/>
              <a:ext cx="65115" cy="96817"/>
            </a:xfrm>
            <a:custGeom>
              <a:avLst/>
              <a:pathLst>
                <a:path w="65115" h="96817">
                  <a:moveTo>
                    <a:pt x="27091" y="0"/>
                  </a:moveTo>
                  <a:lnTo>
                    <a:pt x="27296" y="1890"/>
                  </a:lnTo>
                  <a:lnTo>
                    <a:pt x="29380" y="4920"/>
                  </a:lnTo>
                  <a:lnTo>
                    <a:pt x="35113" y="6725"/>
                  </a:lnTo>
                  <a:lnTo>
                    <a:pt x="34024" y="8305"/>
                  </a:lnTo>
                  <a:lnTo>
                    <a:pt x="31502" y="9467"/>
                  </a:lnTo>
                  <a:lnTo>
                    <a:pt x="34812" y="13446"/>
                  </a:lnTo>
                  <a:lnTo>
                    <a:pt x="34994" y="14983"/>
                  </a:lnTo>
                  <a:lnTo>
                    <a:pt x="33599" y="18191"/>
                  </a:lnTo>
                  <a:lnTo>
                    <a:pt x="34313" y="20122"/>
                  </a:lnTo>
                  <a:lnTo>
                    <a:pt x="40348" y="28875"/>
                  </a:lnTo>
                  <a:lnTo>
                    <a:pt x="39763" y="33151"/>
                  </a:lnTo>
                  <a:lnTo>
                    <a:pt x="43863" y="37830"/>
                  </a:lnTo>
                  <a:lnTo>
                    <a:pt x="47451" y="38396"/>
                  </a:lnTo>
                  <a:lnTo>
                    <a:pt x="48726" y="43337"/>
                  </a:lnTo>
                  <a:lnTo>
                    <a:pt x="61969" y="48680"/>
                  </a:lnTo>
                  <a:lnTo>
                    <a:pt x="65010" y="53446"/>
                  </a:lnTo>
                  <a:lnTo>
                    <a:pt x="65115" y="55145"/>
                  </a:lnTo>
                  <a:lnTo>
                    <a:pt x="58969" y="59161"/>
                  </a:lnTo>
                  <a:lnTo>
                    <a:pt x="62689" y="67295"/>
                  </a:lnTo>
                  <a:lnTo>
                    <a:pt x="61982" y="68841"/>
                  </a:lnTo>
                  <a:lnTo>
                    <a:pt x="51507" y="70687"/>
                  </a:lnTo>
                  <a:lnTo>
                    <a:pt x="51854" y="83609"/>
                  </a:lnTo>
                  <a:lnTo>
                    <a:pt x="37314" y="86184"/>
                  </a:lnTo>
                  <a:lnTo>
                    <a:pt x="39885" y="96817"/>
                  </a:lnTo>
                  <a:lnTo>
                    <a:pt x="1628" y="87974"/>
                  </a:lnTo>
                  <a:lnTo>
                    <a:pt x="7444" y="69217"/>
                  </a:lnTo>
                  <a:lnTo>
                    <a:pt x="10588" y="65971"/>
                  </a:lnTo>
                  <a:lnTo>
                    <a:pt x="13278" y="66737"/>
                  </a:lnTo>
                  <a:lnTo>
                    <a:pt x="14143" y="63134"/>
                  </a:lnTo>
                  <a:lnTo>
                    <a:pt x="9634" y="60459"/>
                  </a:lnTo>
                  <a:lnTo>
                    <a:pt x="8404" y="58643"/>
                  </a:lnTo>
                  <a:lnTo>
                    <a:pt x="13246" y="52310"/>
                  </a:lnTo>
                  <a:lnTo>
                    <a:pt x="3026" y="50616"/>
                  </a:lnTo>
                  <a:lnTo>
                    <a:pt x="0" y="39601"/>
                  </a:lnTo>
                  <a:lnTo>
                    <a:pt x="4188" y="38967"/>
                  </a:lnTo>
                  <a:lnTo>
                    <a:pt x="7563" y="26861"/>
                  </a:lnTo>
                  <a:lnTo>
                    <a:pt x="16716" y="21829"/>
                  </a:lnTo>
                  <a:lnTo>
                    <a:pt x="21483" y="13735"/>
                  </a:lnTo>
                  <a:lnTo>
                    <a:pt x="22026" y="12248"/>
                  </a:lnTo>
                  <a:lnTo>
                    <a:pt x="20018" y="8650"/>
                  </a:lnTo>
                  <a:lnTo>
                    <a:pt x="18692" y="324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h6639"/>
            <p:cNvSpPr/>
            <p:nvPr/>
          </p:nvSpPr>
          <p:spPr>
            <a:xfrm>
              <a:off x="10641959" y="2072776"/>
              <a:ext cx="91536" cy="83939"/>
            </a:xfrm>
            <a:custGeom>
              <a:avLst/>
              <a:pathLst>
                <a:path w="91536" h="83939">
                  <a:moveTo>
                    <a:pt x="19748" y="4090"/>
                  </a:moveTo>
                  <a:lnTo>
                    <a:pt x="27408" y="10157"/>
                  </a:lnTo>
                  <a:lnTo>
                    <a:pt x="33213" y="5717"/>
                  </a:lnTo>
                  <a:lnTo>
                    <a:pt x="37392" y="8888"/>
                  </a:lnTo>
                  <a:lnTo>
                    <a:pt x="39196" y="8749"/>
                  </a:lnTo>
                  <a:lnTo>
                    <a:pt x="42476" y="6513"/>
                  </a:lnTo>
                  <a:lnTo>
                    <a:pt x="48345" y="7372"/>
                  </a:lnTo>
                  <a:lnTo>
                    <a:pt x="50348" y="8575"/>
                  </a:lnTo>
                  <a:lnTo>
                    <a:pt x="62193" y="5432"/>
                  </a:lnTo>
                  <a:lnTo>
                    <a:pt x="67668" y="9912"/>
                  </a:lnTo>
                  <a:lnTo>
                    <a:pt x="68693" y="16973"/>
                  </a:lnTo>
                  <a:lnTo>
                    <a:pt x="74220" y="19674"/>
                  </a:lnTo>
                  <a:lnTo>
                    <a:pt x="77623" y="22913"/>
                  </a:lnTo>
                  <a:lnTo>
                    <a:pt x="90536" y="38087"/>
                  </a:lnTo>
                  <a:lnTo>
                    <a:pt x="91536" y="40933"/>
                  </a:lnTo>
                  <a:lnTo>
                    <a:pt x="67768" y="62019"/>
                  </a:lnTo>
                  <a:lnTo>
                    <a:pt x="79561" y="75863"/>
                  </a:lnTo>
                  <a:lnTo>
                    <a:pt x="82069" y="82268"/>
                  </a:lnTo>
                  <a:lnTo>
                    <a:pt x="76871" y="83939"/>
                  </a:lnTo>
                  <a:lnTo>
                    <a:pt x="75000" y="80113"/>
                  </a:lnTo>
                  <a:lnTo>
                    <a:pt x="70510" y="77327"/>
                  </a:lnTo>
                  <a:lnTo>
                    <a:pt x="66351" y="72537"/>
                  </a:lnTo>
                  <a:lnTo>
                    <a:pt x="56574" y="69178"/>
                  </a:lnTo>
                  <a:lnTo>
                    <a:pt x="52578" y="70909"/>
                  </a:lnTo>
                  <a:lnTo>
                    <a:pt x="50178" y="73964"/>
                  </a:lnTo>
                  <a:lnTo>
                    <a:pt x="41203" y="74335"/>
                  </a:lnTo>
                  <a:lnTo>
                    <a:pt x="35761" y="65853"/>
                  </a:lnTo>
                  <a:lnTo>
                    <a:pt x="33192" y="61282"/>
                  </a:lnTo>
                  <a:lnTo>
                    <a:pt x="35770" y="59623"/>
                  </a:lnTo>
                  <a:lnTo>
                    <a:pt x="29772" y="56407"/>
                  </a:lnTo>
                  <a:lnTo>
                    <a:pt x="35109" y="57288"/>
                  </a:lnTo>
                  <a:lnTo>
                    <a:pt x="37919" y="56103"/>
                  </a:lnTo>
                  <a:lnTo>
                    <a:pt x="26046" y="43150"/>
                  </a:lnTo>
                  <a:lnTo>
                    <a:pt x="19495" y="39704"/>
                  </a:lnTo>
                  <a:lnTo>
                    <a:pt x="16501" y="36084"/>
                  </a:lnTo>
                  <a:lnTo>
                    <a:pt x="16476" y="33684"/>
                  </a:lnTo>
                  <a:lnTo>
                    <a:pt x="12936" y="30827"/>
                  </a:lnTo>
                  <a:lnTo>
                    <a:pt x="11226" y="33347"/>
                  </a:lnTo>
                  <a:lnTo>
                    <a:pt x="0" y="14707"/>
                  </a:lnTo>
                  <a:lnTo>
                    <a:pt x="9481" y="7441"/>
                  </a:lnTo>
                  <a:lnTo>
                    <a:pt x="2007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h6640"/>
            <p:cNvSpPr/>
            <p:nvPr/>
          </p:nvSpPr>
          <p:spPr>
            <a:xfrm>
              <a:off x="10726679" y="1894759"/>
              <a:ext cx="31889" cy="22789"/>
            </a:xfrm>
            <a:custGeom>
              <a:avLst/>
              <a:pathLst>
                <a:path w="31889" h="22789">
                  <a:moveTo>
                    <a:pt x="23647" y="0"/>
                  </a:moveTo>
                  <a:lnTo>
                    <a:pt x="31877" y="767"/>
                  </a:lnTo>
                  <a:lnTo>
                    <a:pt x="31889" y="2314"/>
                  </a:lnTo>
                  <a:lnTo>
                    <a:pt x="26971" y="1837"/>
                  </a:lnTo>
                  <a:lnTo>
                    <a:pt x="24197" y="3348"/>
                  </a:lnTo>
                  <a:lnTo>
                    <a:pt x="14221" y="13587"/>
                  </a:lnTo>
                  <a:lnTo>
                    <a:pt x="16988" y="14374"/>
                  </a:lnTo>
                  <a:lnTo>
                    <a:pt x="18601" y="16471"/>
                  </a:lnTo>
                  <a:lnTo>
                    <a:pt x="16619" y="22789"/>
                  </a:lnTo>
                  <a:lnTo>
                    <a:pt x="210" y="21743"/>
                  </a:lnTo>
                  <a:lnTo>
                    <a:pt x="0" y="16509"/>
                  </a:lnTo>
                  <a:lnTo>
                    <a:pt x="1594" y="15765"/>
                  </a:lnTo>
                  <a:lnTo>
                    <a:pt x="11057" y="4704"/>
                  </a:lnTo>
                  <a:lnTo>
                    <a:pt x="17958" y="148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h6641"/>
            <p:cNvSpPr/>
            <p:nvPr/>
          </p:nvSpPr>
          <p:spPr>
            <a:xfrm>
              <a:off x="10451436" y="1792316"/>
              <a:ext cx="184560" cy="282529"/>
            </a:xfrm>
            <a:custGeom>
              <a:avLst/>
              <a:pathLst>
                <a:path w="184560" h="282529">
                  <a:moveTo>
                    <a:pt x="93962" y="8625"/>
                  </a:moveTo>
                  <a:lnTo>
                    <a:pt x="105841" y="15694"/>
                  </a:lnTo>
                  <a:lnTo>
                    <a:pt x="124167" y="32520"/>
                  </a:lnTo>
                  <a:lnTo>
                    <a:pt x="106020" y="65078"/>
                  </a:lnTo>
                  <a:lnTo>
                    <a:pt x="114981" y="68259"/>
                  </a:lnTo>
                  <a:lnTo>
                    <a:pt x="113200" y="72117"/>
                  </a:lnTo>
                  <a:lnTo>
                    <a:pt x="119907" y="78827"/>
                  </a:lnTo>
                  <a:lnTo>
                    <a:pt x="121896" y="77847"/>
                  </a:lnTo>
                  <a:lnTo>
                    <a:pt x="122664" y="82602"/>
                  </a:lnTo>
                  <a:lnTo>
                    <a:pt x="126660" y="106796"/>
                  </a:lnTo>
                  <a:lnTo>
                    <a:pt x="126490" y="108844"/>
                  </a:lnTo>
                  <a:lnTo>
                    <a:pt x="121134" y="113784"/>
                  </a:lnTo>
                  <a:lnTo>
                    <a:pt x="126219" y="123027"/>
                  </a:lnTo>
                  <a:lnTo>
                    <a:pt x="130713" y="134651"/>
                  </a:lnTo>
                  <a:lnTo>
                    <a:pt x="132838" y="142563"/>
                  </a:lnTo>
                  <a:lnTo>
                    <a:pt x="132501" y="146524"/>
                  </a:lnTo>
                  <a:lnTo>
                    <a:pt x="136397" y="152603"/>
                  </a:lnTo>
                  <a:lnTo>
                    <a:pt x="143314" y="147799"/>
                  </a:lnTo>
                  <a:lnTo>
                    <a:pt x="147726" y="151098"/>
                  </a:lnTo>
                  <a:lnTo>
                    <a:pt x="150437" y="154618"/>
                  </a:lnTo>
                  <a:lnTo>
                    <a:pt x="146286" y="160663"/>
                  </a:lnTo>
                  <a:lnTo>
                    <a:pt x="143862" y="161871"/>
                  </a:lnTo>
                  <a:lnTo>
                    <a:pt x="141387" y="161858"/>
                  </a:lnTo>
                  <a:lnTo>
                    <a:pt x="145086" y="166509"/>
                  </a:lnTo>
                  <a:lnTo>
                    <a:pt x="146179" y="166838"/>
                  </a:lnTo>
                  <a:lnTo>
                    <a:pt x="147039" y="164641"/>
                  </a:lnTo>
                  <a:lnTo>
                    <a:pt x="151871" y="166127"/>
                  </a:lnTo>
                  <a:lnTo>
                    <a:pt x="156563" y="170123"/>
                  </a:lnTo>
                  <a:lnTo>
                    <a:pt x="152037" y="185104"/>
                  </a:lnTo>
                  <a:lnTo>
                    <a:pt x="153854" y="189323"/>
                  </a:lnTo>
                  <a:lnTo>
                    <a:pt x="158678" y="184785"/>
                  </a:lnTo>
                  <a:lnTo>
                    <a:pt x="163645" y="199953"/>
                  </a:lnTo>
                  <a:lnTo>
                    <a:pt x="168018" y="206480"/>
                  </a:lnTo>
                  <a:lnTo>
                    <a:pt x="173438" y="210800"/>
                  </a:lnTo>
                  <a:lnTo>
                    <a:pt x="175149" y="212374"/>
                  </a:lnTo>
                  <a:lnTo>
                    <a:pt x="184560" y="229890"/>
                  </a:lnTo>
                  <a:lnTo>
                    <a:pt x="184326" y="231234"/>
                  </a:lnTo>
                  <a:lnTo>
                    <a:pt x="176261" y="238117"/>
                  </a:lnTo>
                  <a:lnTo>
                    <a:pt x="173723" y="236194"/>
                  </a:lnTo>
                  <a:lnTo>
                    <a:pt x="172033" y="236292"/>
                  </a:lnTo>
                  <a:lnTo>
                    <a:pt x="170240" y="237498"/>
                  </a:lnTo>
                  <a:lnTo>
                    <a:pt x="169547" y="239483"/>
                  </a:lnTo>
                  <a:lnTo>
                    <a:pt x="162837" y="238978"/>
                  </a:lnTo>
                  <a:lnTo>
                    <a:pt x="159984" y="238010"/>
                  </a:lnTo>
                  <a:lnTo>
                    <a:pt x="159528" y="236171"/>
                  </a:lnTo>
                  <a:lnTo>
                    <a:pt x="157808" y="234416"/>
                  </a:lnTo>
                  <a:lnTo>
                    <a:pt x="139489" y="235110"/>
                  </a:lnTo>
                  <a:lnTo>
                    <a:pt x="141800" y="238260"/>
                  </a:lnTo>
                  <a:lnTo>
                    <a:pt x="140836" y="240016"/>
                  </a:lnTo>
                  <a:lnTo>
                    <a:pt x="134250" y="236381"/>
                  </a:lnTo>
                  <a:lnTo>
                    <a:pt x="129322" y="244663"/>
                  </a:lnTo>
                  <a:lnTo>
                    <a:pt x="137764" y="251940"/>
                  </a:lnTo>
                  <a:lnTo>
                    <a:pt x="142378" y="265857"/>
                  </a:lnTo>
                  <a:lnTo>
                    <a:pt x="141753" y="266253"/>
                  </a:lnTo>
                  <a:lnTo>
                    <a:pt x="131401" y="263486"/>
                  </a:lnTo>
                  <a:lnTo>
                    <a:pt x="127948" y="263530"/>
                  </a:lnTo>
                  <a:lnTo>
                    <a:pt x="125960" y="264375"/>
                  </a:lnTo>
                  <a:lnTo>
                    <a:pt x="121419" y="257961"/>
                  </a:lnTo>
                  <a:lnTo>
                    <a:pt x="118188" y="255578"/>
                  </a:lnTo>
                  <a:lnTo>
                    <a:pt x="112208" y="254019"/>
                  </a:lnTo>
                  <a:lnTo>
                    <a:pt x="104974" y="248431"/>
                  </a:lnTo>
                  <a:lnTo>
                    <a:pt x="99048" y="259802"/>
                  </a:lnTo>
                  <a:lnTo>
                    <a:pt x="95562" y="257511"/>
                  </a:lnTo>
                  <a:lnTo>
                    <a:pt x="93875" y="262086"/>
                  </a:lnTo>
                  <a:lnTo>
                    <a:pt x="89711" y="261663"/>
                  </a:lnTo>
                  <a:lnTo>
                    <a:pt x="86993" y="257763"/>
                  </a:lnTo>
                  <a:lnTo>
                    <a:pt x="87784" y="282529"/>
                  </a:lnTo>
                  <a:lnTo>
                    <a:pt x="67799" y="269724"/>
                  </a:lnTo>
                  <a:lnTo>
                    <a:pt x="43720" y="269910"/>
                  </a:lnTo>
                  <a:lnTo>
                    <a:pt x="30708" y="270096"/>
                  </a:lnTo>
                  <a:lnTo>
                    <a:pt x="30012" y="269592"/>
                  </a:lnTo>
                  <a:lnTo>
                    <a:pt x="18123" y="260532"/>
                  </a:lnTo>
                  <a:lnTo>
                    <a:pt x="10082" y="245018"/>
                  </a:lnTo>
                  <a:lnTo>
                    <a:pt x="11186" y="233231"/>
                  </a:lnTo>
                  <a:lnTo>
                    <a:pt x="17511" y="233298"/>
                  </a:lnTo>
                  <a:lnTo>
                    <a:pt x="28931" y="217966"/>
                  </a:lnTo>
                  <a:lnTo>
                    <a:pt x="13029" y="214956"/>
                  </a:lnTo>
                  <a:lnTo>
                    <a:pt x="16981" y="175688"/>
                  </a:lnTo>
                  <a:lnTo>
                    <a:pt x="14737" y="173796"/>
                  </a:lnTo>
                  <a:lnTo>
                    <a:pt x="20952" y="166932"/>
                  </a:lnTo>
                  <a:lnTo>
                    <a:pt x="19542" y="163939"/>
                  </a:lnTo>
                  <a:lnTo>
                    <a:pt x="13468" y="163445"/>
                  </a:lnTo>
                  <a:lnTo>
                    <a:pt x="13085" y="160375"/>
                  </a:lnTo>
                  <a:lnTo>
                    <a:pt x="10258" y="161874"/>
                  </a:lnTo>
                  <a:lnTo>
                    <a:pt x="3189" y="159069"/>
                  </a:lnTo>
                  <a:lnTo>
                    <a:pt x="0" y="163599"/>
                  </a:lnTo>
                  <a:lnTo>
                    <a:pt x="24046" y="94212"/>
                  </a:lnTo>
                  <a:lnTo>
                    <a:pt x="22658" y="91713"/>
                  </a:lnTo>
                  <a:lnTo>
                    <a:pt x="22186" y="93199"/>
                  </a:lnTo>
                  <a:lnTo>
                    <a:pt x="570" y="81257"/>
                  </a:lnTo>
                  <a:lnTo>
                    <a:pt x="5019" y="71159"/>
                  </a:lnTo>
                  <a:lnTo>
                    <a:pt x="7519" y="71047"/>
                  </a:lnTo>
                  <a:lnTo>
                    <a:pt x="9100" y="74571"/>
                  </a:lnTo>
                  <a:lnTo>
                    <a:pt x="13676" y="68204"/>
                  </a:lnTo>
                  <a:lnTo>
                    <a:pt x="19187" y="57317"/>
                  </a:lnTo>
                  <a:lnTo>
                    <a:pt x="18865" y="56974"/>
                  </a:lnTo>
                  <a:lnTo>
                    <a:pt x="24890" y="47302"/>
                  </a:lnTo>
                  <a:lnTo>
                    <a:pt x="25593" y="43924"/>
                  </a:lnTo>
                  <a:lnTo>
                    <a:pt x="30483" y="37877"/>
                  </a:lnTo>
                  <a:lnTo>
                    <a:pt x="35908" y="27928"/>
                  </a:lnTo>
                  <a:lnTo>
                    <a:pt x="36574" y="27437"/>
                  </a:lnTo>
                  <a:lnTo>
                    <a:pt x="41813" y="30809"/>
                  </a:lnTo>
                  <a:lnTo>
                    <a:pt x="44441" y="29686"/>
                  </a:lnTo>
                  <a:lnTo>
                    <a:pt x="50000" y="30846"/>
                  </a:lnTo>
                  <a:lnTo>
                    <a:pt x="50910" y="31867"/>
                  </a:lnTo>
                  <a:lnTo>
                    <a:pt x="54983" y="30644"/>
                  </a:lnTo>
                  <a:lnTo>
                    <a:pt x="56757" y="26987"/>
                  </a:lnTo>
                  <a:lnTo>
                    <a:pt x="57643" y="21467"/>
                  </a:lnTo>
                  <a:lnTo>
                    <a:pt x="59792" y="18183"/>
                  </a:lnTo>
                  <a:lnTo>
                    <a:pt x="64689" y="16536"/>
                  </a:lnTo>
                  <a:lnTo>
                    <a:pt x="68693" y="9461"/>
                  </a:lnTo>
                  <a:lnTo>
                    <a:pt x="80180" y="3613"/>
                  </a:lnTo>
                  <a:lnTo>
                    <a:pt x="82181" y="2108"/>
                  </a:lnTo>
                  <a:lnTo>
                    <a:pt x="8186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h6642"/>
            <p:cNvSpPr/>
            <p:nvPr/>
          </p:nvSpPr>
          <p:spPr>
            <a:xfrm>
              <a:off x="10676744" y="1998179"/>
              <a:ext cx="62566" cy="49881"/>
            </a:xfrm>
            <a:custGeom>
              <a:avLst/>
              <a:pathLst>
                <a:path w="62566" h="49881">
                  <a:moveTo>
                    <a:pt x="15414" y="677"/>
                  </a:moveTo>
                  <a:lnTo>
                    <a:pt x="14878" y="3994"/>
                  </a:lnTo>
                  <a:lnTo>
                    <a:pt x="20972" y="3739"/>
                  </a:lnTo>
                  <a:lnTo>
                    <a:pt x="23279" y="13715"/>
                  </a:lnTo>
                  <a:lnTo>
                    <a:pt x="32731" y="18628"/>
                  </a:lnTo>
                  <a:lnTo>
                    <a:pt x="38057" y="24307"/>
                  </a:lnTo>
                  <a:lnTo>
                    <a:pt x="44930" y="28740"/>
                  </a:lnTo>
                  <a:lnTo>
                    <a:pt x="50073" y="35896"/>
                  </a:lnTo>
                  <a:lnTo>
                    <a:pt x="50337" y="38667"/>
                  </a:lnTo>
                  <a:lnTo>
                    <a:pt x="58321" y="43435"/>
                  </a:lnTo>
                  <a:lnTo>
                    <a:pt x="62566" y="48561"/>
                  </a:lnTo>
                  <a:lnTo>
                    <a:pt x="60705" y="49881"/>
                  </a:lnTo>
                  <a:lnTo>
                    <a:pt x="41107" y="43595"/>
                  </a:lnTo>
                  <a:lnTo>
                    <a:pt x="35728" y="46992"/>
                  </a:lnTo>
                  <a:lnTo>
                    <a:pt x="33639" y="41812"/>
                  </a:lnTo>
                  <a:lnTo>
                    <a:pt x="26141" y="31885"/>
                  </a:lnTo>
                  <a:lnTo>
                    <a:pt x="20114" y="28352"/>
                  </a:lnTo>
                  <a:lnTo>
                    <a:pt x="14933" y="35814"/>
                  </a:lnTo>
                  <a:lnTo>
                    <a:pt x="8968" y="39641"/>
                  </a:lnTo>
                  <a:lnTo>
                    <a:pt x="3761" y="36229"/>
                  </a:lnTo>
                  <a:lnTo>
                    <a:pt x="7111" y="24093"/>
                  </a:lnTo>
                  <a:lnTo>
                    <a:pt x="3558" y="24022"/>
                  </a:lnTo>
                  <a:lnTo>
                    <a:pt x="5706" y="15492"/>
                  </a:lnTo>
                  <a:lnTo>
                    <a:pt x="1446" y="8720"/>
                  </a:lnTo>
                  <a:lnTo>
                    <a:pt x="1079" y="2825"/>
                  </a:lnTo>
                  <a:lnTo>
                    <a:pt x="0" y="208"/>
                  </a:lnTo>
                  <a:lnTo>
                    <a:pt x="1039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h6643"/>
            <p:cNvSpPr/>
            <p:nvPr/>
          </p:nvSpPr>
          <p:spPr>
            <a:xfrm>
              <a:off x="10747146" y="1862317"/>
              <a:ext cx="46448" cy="37950"/>
            </a:xfrm>
            <a:custGeom>
              <a:avLst/>
              <a:pathLst>
                <a:path w="46448" h="37950">
                  <a:moveTo>
                    <a:pt x="34290" y="1743"/>
                  </a:moveTo>
                  <a:lnTo>
                    <a:pt x="39833" y="5144"/>
                  </a:lnTo>
                  <a:lnTo>
                    <a:pt x="41112" y="4726"/>
                  </a:lnTo>
                  <a:lnTo>
                    <a:pt x="46296" y="7612"/>
                  </a:lnTo>
                  <a:lnTo>
                    <a:pt x="46448" y="8869"/>
                  </a:lnTo>
                  <a:lnTo>
                    <a:pt x="45225" y="11089"/>
                  </a:lnTo>
                  <a:lnTo>
                    <a:pt x="36826" y="14336"/>
                  </a:lnTo>
                  <a:lnTo>
                    <a:pt x="38152" y="19740"/>
                  </a:lnTo>
                  <a:lnTo>
                    <a:pt x="40160" y="23337"/>
                  </a:lnTo>
                  <a:lnTo>
                    <a:pt x="39617" y="24824"/>
                  </a:lnTo>
                  <a:lnTo>
                    <a:pt x="34850" y="32918"/>
                  </a:lnTo>
                  <a:lnTo>
                    <a:pt x="25697" y="37950"/>
                  </a:lnTo>
                  <a:lnTo>
                    <a:pt x="24048" y="32670"/>
                  </a:lnTo>
                  <a:lnTo>
                    <a:pt x="11410" y="33209"/>
                  </a:lnTo>
                  <a:lnTo>
                    <a:pt x="3180" y="32441"/>
                  </a:lnTo>
                  <a:lnTo>
                    <a:pt x="3285" y="27247"/>
                  </a:lnTo>
                  <a:lnTo>
                    <a:pt x="1292" y="25663"/>
                  </a:lnTo>
                  <a:lnTo>
                    <a:pt x="0" y="26103"/>
                  </a:lnTo>
                  <a:lnTo>
                    <a:pt x="4663" y="16442"/>
                  </a:lnTo>
                  <a:lnTo>
                    <a:pt x="13558" y="6057"/>
                  </a:lnTo>
                  <a:lnTo>
                    <a:pt x="21223" y="1052"/>
                  </a:lnTo>
                  <a:lnTo>
                    <a:pt x="2456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h6644"/>
            <p:cNvSpPr/>
            <p:nvPr/>
          </p:nvSpPr>
          <p:spPr>
            <a:xfrm>
              <a:off x="10698205" y="1886151"/>
              <a:ext cx="52226" cy="27877"/>
            </a:xfrm>
            <a:custGeom>
              <a:avLst/>
              <a:pathLst>
                <a:path w="52226" h="27877">
                  <a:moveTo>
                    <a:pt x="48940" y="2270"/>
                  </a:moveTo>
                  <a:lnTo>
                    <a:pt x="50233" y="1830"/>
                  </a:lnTo>
                  <a:lnTo>
                    <a:pt x="52226" y="3414"/>
                  </a:lnTo>
                  <a:lnTo>
                    <a:pt x="52121" y="8608"/>
                  </a:lnTo>
                  <a:lnTo>
                    <a:pt x="46432" y="10098"/>
                  </a:lnTo>
                  <a:lnTo>
                    <a:pt x="39530" y="13312"/>
                  </a:lnTo>
                  <a:lnTo>
                    <a:pt x="30068" y="24373"/>
                  </a:lnTo>
                  <a:lnTo>
                    <a:pt x="28473" y="25118"/>
                  </a:lnTo>
                  <a:lnTo>
                    <a:pt x="0" y="27877"/>
                  </a:lnTo>
                  <a:lnTo>
                    <a:pt x="439" y="14075"/>
                  </a:lnTo>
                  <a:lnTo>
                    <a:pt x="9247" y="9439"/>
                  </a:lnTo>
                  <a:lnTo>
                    <a:pt x="31971" y="7310"/>
                  </a:lnTo>
                  <a:lnTo>
                    <a:pt x="35945" y="6420"/>
                  </a:lnTo>
                  <a:lnTo>
                    <a:pt x="38512" y="2594"/>
                  </a:lnTo>
                  <a:lnTo>
                    <a:pt x="4580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h6645"/>
            <p:cNvSpPr/>
            <p:nvPr/>
          </p:nvSpPr>
          <p:spPr>
            <a:xfrm>
              <a:off x="10495157" y="2026732"/>
              <a:ext cx="184721" cy="146160"/>
            </a:xfrm>
            <a:custGeom>
              <a:avLst/>
              <a:pathLst>
                <a:path w="184721" h="146160">
                  <a:moveTo>
                    <a:pt x="115807" y="1755"/>
                  </a:moveTo>
                  <a:lnTo>
                    <a:pt x="116263" y="3594"/>
                  </a:lnTo>
                  <a:lnTo>
                    <a:pt x="119117" y="4561"/>
                  </a:lnTo>
                  <a:lnTo>
                    <a:pt x="119534" y="10823"/>
                  </a:lnTo>
                  <a:lnTo>
                    <a:pt x="120441" y="13450"/>
                  </a:lnTo>
                  <a:lnTo>
                    <a:pt x="124105" y="15700"/>
                  </a:lnTo>
                  <a:lnTo>
                    <a:pt x="129177" y="24067"/>
                  </a:lnTo>
                  <a:lnTo>
                    <a:pt x="128578" y="25070"/>
                  </a:lnTo>
                  <a:lnTo>
                    <a:pt x="129475" y="30731"/>
                  </a:lnTo>
                  <a:lnTo>
                    <a:pt x="135615" y="30388"/>
                  </a:lnTo>
                  <a:lnTo>
                    <a:pt x="136127" y="27537"/>
                  </a:lnTo>
                  <a:lnTo>
                    <a:pt x="141039" y="27580"/>
                  </a:lnTo>
                  <a:lnTo>
                    <a:pt x="143182" y="24550"/>
                  </a:lnTo>
                  <a:lnTo>
                    <a:pt x="148033" y="30705"/>
                  </a:lnTo>
                  <a:lnTo>
                    <a:pt x="149405" y="30665"/>
                  </a:lnTo>
                  <a:lnTo>
                    <a:pt x="150272" y="29183"/>
                  </a:lnTo>
                  <a:lnTo>
                    <a:pt x="143714" y="40753"/>
                  </a:lnTo>
                  <a:lnTo>
                    <a:pt x="143489" y="45103"/>
                  </a:lnTo>
                  <a:lnTo>
                    <a:pt x="152279" y="46365"/>
                  </a:lnTo>
                  <a:lnTo>
                    <a:pt x="156283" y="53484"/>
                  </a:lnTo>
                  <a:lnTo>
                    <a:pt x="146802" y="60750"/>
                  </a:lnTo>
                  <a:lnTo>
                    <a:pt x="158029" y="79391"/>
                  </a:lnTo>
                  <a:lnTo>
                    <a:pt x="159738" y="76871"/>
                  </a:lnTo>
                  <a:lnTo>
                    <a:pt x="163278" y="79727"/>
                  </a:lnTo>
                  <a:lnTo>
                    <a:pt x="163303" y="82128"/>
                  </a:lnTo>
                  <a:lnTo>
                    <a:pt x="166298" y="85747"/>
                  </a:lnTo>
                  <a:lnTo>
                    <a:pt x="172849" y="89193"/>
                  </a:lnTo>
                  <a:lnTo>
                    <a:pt x="184721" y="102147"/>
                  </a:lnTo>
                  <a:lnTo>
                    <a:pt x="181912" y="103332"/>
                  </a:lnTo>
                  <a:lnTo>
                    <a:pt x="176575" y="102451"/>
                  </a:lnTo>
                  <a:lnTo>
                    <a:pt x="182572" y="105667"/>
                  </a:lnTo>
                  <a:lnTo>
                    <a:pt x="179994" y="107325"/>
                  </a:lnTo>
                  <a:lnTo>
                    <a:pt x="182564" y="111896"/>
                  </a:lnTo>
                  <a:lnTo>
                    <a:pt x="176890" y="120522"/>
                  </a:lnTo>
                  <a:lnTo>
                    <a:pt x="169545" y="116899"/>
                  </a:lnTo>
                  <a:lnTo>
                    <a:pt x="165970" y="113789"/>
                  </a:lnTo>
                  <a:lnTo>
                    <a:pt x="163876" y="105000"/>
                  </a:lnTo>
                  <a:lnTo>
                    <a:pt x="162379" y="116651"/>
                  </a:lnTo>
                  <a:lnTo>
                    <a:pt x="149790" y="113148"/>
                  </a:lnTo>
                  <a:lnTo>
                    <a:pt x="149862" y="113636"/>
                  </a:lnTo>
                  <a:lnTo>
                    <a:pt x="145251" y="117717"/>
                  </a:lnTo>
                  <a:lnTo>
                    <a:pt x="143543" y="106532"/>
                  </a:lnTo>
                  <a:lnTo>
                    <a:pt x="142688" y="111014"/>
                  </a:lnTo>
                  <a:lnTo>
                    <a:pt x="136071" y="111372"/>
                  </a:lnTo>
                  <a:lnTo>
                    <a:pt x="135029" y="105676"/>
                  </a:lnTo>
                  <a:lnTo>
                    <a:pt x="125731" y="108899"/>
                  </a:lnTo>
                  <a:lnTo>
                    <a:pt x="113371" y="102099"/>
                  </a:lnTo>
                  <a:lnTo>
                    <a:pt x="123733" y="113820"/>
                  </a:lnTo>
                  <a:lnTo>
                    <a:pt x="127149" y="119624"/>
                  </a:lnTo>
                  <a:lnTo>
                    <a:pt x="131428" y="123335"/>
                  </a:lnTo>
                  <a:lnTo>
                    <a:pt x="132207" y="130367"/>
                  </a:lnTo>
                  <a:lnTo>
                    <a:pt x="133501" y="133533"/>
                  </a:lnTo>
                  <a:lnTo>
                    <a:pt x="128894" y="133114"/>
                  </a:lnTo>
                  <a:lnTo>
                    <a:pt x="128771" y="129038"/>
                  </a:lnTo>
                  <a:lnTo>
                    <a:pt x="126114" y="126358"/>
                  </a:lnTo>
                  <a:lnTo>
                    <a:pt x="114600" y="131838"/>
                  </a:lnTo>
                  <a:lnTo>
                    <a:pt x="116879" y="141455"/>
                  </a:lnTo>
                  <a:lnTo>
                    <a:pt x="100820" y="146160"/>
                  </a:lnTo>
                  <a:lnTo>
                    <a:pt x="98622" y="136325"/>
                  </a:lnTo>
                  <a:lnTo>
                    <a:pt x="86908" y="139414"/>
                  </a:lnTo>
                  <a:lnTo>
                    <a:pt x="95548" y="122336"/>
                  </a:lnTo>
                  <a:lnTo>
                    <a:pt x="92695" y="114800"/>
                  </a:lnTo>
                  <a:lnTo>
                    <a:pt x="92975" y="120175"/>
                  </a:lnTo>
                  <a:lnTo>
                    <a:pt x="89528" y="119347"/>
                  </a:lnTo>
                  <a:lnTo>
                    <a:pt x="74997" y="118861"/>
                  </a:lnTo>
                  <a:lnTo>
                    <a:pt x="75587" y="114170"/>
                  </a:lnTo>
                  <a:lnTo>
                    <a:pt x="93360" y="80776"/>
                  </a:lnTo>
                  <a:lnTo>
                    <a:pt x="88373" y="82382"/>
                  </a:lnTo>
                  <a:lnTo>
                    <a:pt x="75068" y="92962"/>
                  </a:lnTo>
                  <a:lnTo>
                    <a:pt x="65416" y="92928"/>
                  </a:lnTo>
                  <a:lnTo>
                    <a:pt x="62962" y="93708"/>
                  </a:lnTo>
                  <a:lnTo>
                    <a:pt x="56827" y="89553"/>
                  </a:lnTo>
                  <a:lnTo>
                    <a:pt x="49098" y="76906"/>
                  </a:lnTo>
                  <a:lnTo>
                    <a:pt x="43698" y="74879"/>
                  </a:lnTo>
                  <a:lnTo>
                    <a:pt x="26661" y="88934"/>
                  </a:lnTo>
                  <a:lnTo>
                    <a:pt x="25363" y="101551"/>
                  </a:lnTo>
                  <a:lnTo>
                    <a:pt x="23554" y="101340"/>
                  </a:lnTo>
                  <a:lnTo>
                    <a:pt x="22384" y="92626"/>
                  </a:lnTo>
                  <a:lnTo>
                    <a:pt x="19729" y="92274"/>
                  </a:lnTo>
                  <a:lnTo>
                    <a:pt x="18235" y="89676"/>
                  </a:lnTo>
                  <a:lnTo>
                    <a:pt x="21715" y="88355"/>
                  </a:lnTo>
                  <a:lnTo>
                    <a:pt x="20924" y="85735"/>
                  </a:lnTo>
                  <a:lnTo>
                    <a:pt x="18242" y="82755"/>
                  </a:lnTo>
                  <a:lnTo>
                    <a:pt x="21639" y="77595"/>
                  </a:lnTo>
                  <a:lnTo>
                    <a:pt x="25960" y="67846"/>
                  </a:lnTo>
                  <a:lnTo>
                    <a:pt x="22454" y="65621"/>
                  </a:lnTo>
                  <a:lnTo>
                    <a:pt x="17077" y="74713"/>
                  </a:lnTo>
                  <a:lnTo>
                    <a:pt x="4956" y="62024"/>
                  </a:lnTo>
                  <a:lnTo>
                    <a:pt x="17819" y="55101"/>
                  </a:lnTo>
                  <a:lnTo>
                    <a:pt x="0" y="35494"/>
                  </a:lnTo>
                  <a:lnTo>
                    <a:pt x="24078" y="35307"/>
                  </a:lnTo>
                  <a:lnTo>
                    <a:pt x="44063" y="48113"/>
                  </a:lnTo>
                  <a:lnTo>
                    <a:pt x="43272" y="23347"/>
                  </a:lnTo>
                  <a:lnTo>
                    <a:pt x="45990" y="27247"/>
                  </a:lnTo>
                  <a:lnTo>
                    <a:pt x="50154" y="27670"/>
                  </a:lnTo>
                  <a:lnTo>
                    <a:pt x="51841" y="23094"/>
                  </a:lnTo>
                  <a:lnTo>
                    <a:pt x="55327" y="25386"/>
                  </a:lnTo>
                  <a:lnTo>
                    <a:pt x="61253" y="14014"/>
                  </a:lnTo>
                  <a:lnTo>
                    <a:pt x="68488" y="19603"/>
                  </a:lnTo>
                  <a:lnTo>
                    <a:pt x="74467" y="21162"/>
                  </a:lnTo>
                  <a:lnTo>
                    <a:pt x="77698" y="23544"/>
                  </a:lnTo>
                  <a:lnTo>
                    <a:pt x="82240" y="29958"/>
                  </a:lnTo>
                  <a:lnTo>
                    <a:pt x="84227" y="29113"/>
                  </a:lnTo>
                  <a:lnTo>
                    <a:pt x="87680" y="29069"/>
                  </a:lnTo>
                  <a:lnTo>
                    <a:pt x="98032" y="31837"/>
                  </a:lnTo>
                  <a:lnTo>
                    <a:pt x="98657" y="31441"/>
                  </a:lnTo>
                  <a:lnTo>
                    <a:pt x="94043" y="17524"/>
                  </a:lnTo>
                  <a:lnTo>
                    <a:pt x="85602" y="10247"/>
                  </a:lnTo>
                  <a:lnTo>
                    <a:pt x="90529" y="1965"/>
                  </a:lnTo>
                  <a:lnTo>
                    <a:pt x="97115" y="5600"/>
                  </a:lnTo>
                  <a:lnTo>
                    <a:pt x="98079" y="3843"/>
                  </a:lnTo>
                  <a:lnTo>
                    <a:pt x="95768" y="693"/>
                  </a:lnTo>
                  <a:lnTo>
                    <a:pt x="11408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h6646"/>
            <p:cNvSpPr/>
            <p:nvPr/>
          </p:nvSpPr>
          <p:spPr>
            <a:xfrm>
              <a:off x="10416833" y="1873573"/>
              <a:ext cx="96143" cy="231301"/>
            </a:xfrm>
            <a:custGeom>
              <a:avLst/>
              <a:pathLst>
                <a:path w="96143" h="231301">
                  <a:moveTo>
                    <a:pt x="56788" y="11942"/>
                  </a:moveTo>
                  <a:lnTo>
                    <a:pt x="57260" y="10456"/>
                  </a:lnTo>
                  <a:lnTo>
                    <a:pt x="58649" y="12955"/>
                  </a:lnTo>
                  <a:lnTo>
                    <a:pt x="34602" y="82342"/>
                  </a:lnTo>
                  <a:lnTo>
                    <a:pt x="37792" y="77812"/>
                  </a:lnTo>
                  <a:lnTo>
                    <a:pt x="44860" y="80617"/>
                  </a:lnTo>
                  <a:lnTo>
                    <a:pt x="47688" y="79118"/>
                  </a:lnTo>
                  <a:lnTo>
                    <a:pt x="48070" y="82188"/>
                  </a:lnTo>
                  <a:lnTo>
                    <a:pt x="54145" y="82682"/>
                  </a:lnTo>
                  <a:lnTo>
                    <a:pt x="55554" y="85675"/>
                  </a:lnTo>
                  <a:lnTo>
                    <a:pt x="49340" y="92539"/>
                  </a:lnTo>
                  <a:lnTo>
                    <a:pt x="51584" y="94431"/>
                  </a:lnTo>
                  <a:lnTo>
                    <a:pt x="47631" y="133699"/>
                  </a:lnTo>
                  <a:lnTo>
                    <a:pt x="63534" y="136708"/>
                  </a:lnTo>
                  <a:lnTo>
                    <a:pt x="52114" y="152041"/>
                  </a:lnTo>
                  <a:lnTo>
                    <a:pt x="45789" y="151974"/>
                  </a:lnTo>
                  <a:lnTo>
                    <a:pt x="44684" y="163761"/>
                  </a:lnTo>
                  <a:lnTo>
                    <a:pt x="52726" y="179275"/>
                  </a:lnTo>
                  <a:lnTo>
                    <a:pt x="64614" y="188335"/>
                  </a:lnTo>
                  <a:lnTo>
                    <a:pt x="65311" y="188838"/>
                  </a:lnTo>
                  <a:lnTo>
                    <a:pt x="78323" y="188653"/>
                  </a:lnTo>
                  <a:lnTo>
                    <a:pt x="96143" y="208260"/>
                  </a:lnTo>
                  <a:lnTo>
                    <a:pt x="83280" y="215184"/>
                  </a:lnTo>
                  <a:lnTo>
                    <a:pt x="61660" y="226906"/>
                  </a:lnTo>
                  <a:lnTo>
                    <a:pt x="56248" y="231301"/>
                  </a:lnTo>
                  <a:lnTo>
                    <a:pt x="32695" y="222019"/>
                  </a:lnTo>
                  <a:lnTo>
                    <a:pt x="30454" y="218787"/>
                  </a:lnTo>
                  <a:lnTo>
                    <a:pt x="26095" y="218048"/>
                  </a:lnTo>
                  <a:lnTo>
                    <a:pt x="24381" y="216858"/>
                  </a:lnTo>
                  <a:lnTo>
                    <a:pt x="23405" y="212435"/>
                  </a:lnTo>
                  <a:lnTo>
                    <a:pt x="20707" y="207900"/>
                  </a:lnTo>
                  <a:lnTo>
                    <a:pt x="10037" y="197493"/>
                  </a:lnTo>
                  <a:lnTo>
                    <a:pt x="10054" y="192908"/>
                  </a:lnTo>
                  <a:lnTo>
                    <a:pt x="17326" y="187510"/>
                  </a:lnTo>
                  <a:lnTo>
                    <a:pt x="17867" y="184158"/>
                  </a:lnTo>
                  <a:lnTo>
                    <a:pt x="21696" y="182082"/>
                  </a:lnTo>
                  <a:lnTo>
                    <a:pt x="20901" y="175969"/>
                  </a:lnTo>
                  <a:lnTo>
                    <a:pt x="17613" y="174345"/>
                  </a:lnTo>
                  <a:lnTo>
                    <a:pt x="15965" y="170330"/>
                  </a:lnTo>
                  <a:lnTo>
                    <a:pt x="16201" y="159756"/>
                  </a:lnTo>
                  <a:lnTo>
                    <a:pt x="12740" y="149602"/>
                  </a:lnTo>
                  <a:lnTo>
                    <a:pt x="7996" y="147956"/>
                  </a:lnTo>
                  <a:lnTo>
                    <a:pt x="9604" y="132559"/>
                  </a:lnTo>
                  <a:lnTo>
                    <a:pt x="10150" y="132689"/>
                  </a:lnTo>
                  <a:lnTo>
                    <a:pt x="10734" y="119636"/>
                  </a:lnTo>
                  <a:lnTo>
                    <a:pt x="10195" y="117026"/>
                  </a:lnTo>
                  <a:lnTo>
                    <a:pt x="9311" y="112736"/>
                  </a:lnTo>
                  <a:lnTo>
                    <a:pt x="7737" y="113475"/>
                  </a:lnTo>
                  <a:lnTo>
                    <a:pt x="6369" y="106805"/>
                  </a:lnTo>
                  <a:lnTo>
                    <a:pt x="8210" y="96973"/>
                  </a:lnTo>
                  <a:lnTo>
                    <a:pt x="2521" y="89936"/>
                  </a:lnTo>
                  <a:lnTo>
                    <a:pt x="6258" y="86490"/>
                  </a:lnTo>
                  <a:lnTo>
                    <a:pt x="1692" y="86427"/>
                  </a:lnTo>
                  <a:lnTo>
                    <a:pt x="0" y="85398"/>
                  </a:lnTo>
                  <a:lnTo>
                    <a:pt x="1541" y="82904"/>
                  </a:lnTo>
                  <a:lnTo>
                    <a:pt x="1854" y="79037"/>
                  </a:lnTo>
                  <a:lnTo>
                    <a:pt x="720" y="71627"/>
                  </a:lnTo>
                  <a:lnTo>
                    <a:pt x="2759" y="72308"/>
                  </a:lnTo>
                  <a:lnTo>
                    <a:pt x="2072" y="74392"/>
                  </a:lnTo>
                  <a:lnTo>
                    <a:pt x="7239" y="76105"/>
                  </a:lnTo>
                  <a:lnTo>
                    <a:pt x="8915" y="70941"/>
                  </a:lnTo>
                  <a:lnTo>
                    <a:pt x="3749" y="69218"/>
                  </a:lnTo>
                  <a:lnTo>
                    <a:pt x="10237" y="52505"/>
                  </a:lnTo>
                  <a:lnTo>
                    <a:pt x="21021" y="30174"/>
                  </a:lnTo>
                  <a:lnTo>
                    <a:pt x="21579" y="30441"/>
                  </a:lnTo>
                  <a:lnTo>
                    <a:pt x="25312" y="23527"/>
                  </a:lnTo>
                  <a:lnTo>
                    <a:pt x="34534" y="5013"/>
                  </a:lnTo>
                  <a:lnTo>
                    <a:pt x="34668" y="1142"/>
                  </a:lnTo>
                  <a:lnTo>
                    <a:pt x="3517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h6647"/>
            <p:cNvSpPr/>
            <p:nvPr/>
          </p:nvSpPr>
          <p:spPr>
            <a:xfrm>
              <a:off x="10726889" y="1894987"/>
              <a:ext cx="52533" cy="66392"/>
            </a:xfrm>
            <a:custGeom>
              <a:avLst/>
              <a:pathLst>
                <a:path w="52533" h="66392">
                  <a:moveTo>
                    <a:pt x="45954" y="5280"/>
                  </a:moveTo>
                  <a:lnTo>
                    <a:pt x="42579" y="17386"/>
                  </a:lnTo>
                  <a:lnTo>
                    <a:pt x="38390" y="18020"/>
                  </a:lnTo>
                  <a:lnTo>
                    <a:pt x="41417" y="29035"/>
                  </a:lnTo>
                  <a:lnTo>
                    <a:pt x="51637" y="30729"/>
                  </a:lnTo>
                  <a:lnTo>
                    <a:pt x="46794" y="37062"/>
                  </a:lnTo>
                  <a:lnTo>
                    <a:pt x="48024" y="38878"/>
                  </a:lnTo>
                  <a:lnTo>
                    <a:pt x="52533" y="41553"/>
                  </a:lnTo>
                  <a:lnTo>
                    <a:pt x="51669" y="45155"/>
                  </a:lnTo>
                  <a:lnTo>
                    <a:pt x="48978" y="44390"/>
                  </a:lnTo>
                  <a:lnTo>
                    <a:pt x="45834" y="47635"/>
                  </a:lnTo>
                  <a:lnTo>
                    <a:pt x="40019" y="66392"/>
                  </a:lnTo>
                  <a:lnTo>
                    <a:pt x="30110" y="62972"/>
                  </a:lnTo>
                  <a:lnTo>
                    <a:pt x="8996" y="54109"/>
                  </a:lnTo>
                  <a:lnTo>
                    <a:pt x="8020" y="47517"/>
                  </a:lnTo>
                  <a:lnTo>
                    <a:pt x="1972" y="44940"/>
                  </a:lnTo>
                  <a:lnTo>
                    <a:pt x="448" y="34517"/>
                  </a:lnTo>
                  <a:lnTo>
                    <a:pt x="0" y="21514"/>
                  </a:lnTo>
                  <a:lnTo>
                    <a:pt x="16408" y="22561"/>
                  </a:lnTo>
                  <a:lnTo>
                    <a:pt x="18391" y="16243"/>
                  </a:lnTo>
                  <a:lnTo>
                    <a:pt x="16777" y="14146"/>
                  </a:lnTo>
                  <a:lnTo>
                    <a:pt x="14011" y="13358"/>
                  </a:lnTo>
                  <a:lnTo>
                    <a:pt x="23986" y="3120"/>
                  </a:lnTo>
                  <a:lnTo>
                    <a:pt x="26760" y="1608"/>
                  </a:lnTo>
                  <a:lnTo>
                    <a:pt x="31678" y="2085"/>
                  </a:lnTo>
                  <a:lnTo>
                    <a:pt x="31667" y="538"/>
                  </a:lnTo>
                  <a:lnTo>
                    <a:pt x="443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h6648"/>
            <p:cNvSpPr/>
            <p:nvPr/>
          </p:nvSpPr>
          <p:spPr>
            <a:xfrm>
              <a:off x="10638647" y="2054893"/>
              <a:ext cx="23391" cy="25324"/>
            </a:xfrm>
            <a:custGeom>
              <a:avLst/>
              <a:pathLst>
                <a:path w="23391" h="25324">
                  <a:moveTo>
                    <a:pt x="16769" y="942"/>
                  </a:moveTo>
                  <a:lnTo>
                    <a:pt x="16276" y="5637"/>
                  </a:lnTo>
                  <a:lnTo>
                    <a:pt x="16479" y="7094"/>
                  </a:lnTo>
                  <a:lnTo>
                    <a:pt x="21636" y="10918"/>
                  </a:lnTo>
                  <a:lnTo>
                    <a:pt x="23391" y="17882"/>
                  </a:lnTo>
                  <a:lnTo>
                    <a:pt x="12794" y="25324"/>
                  </a:lnTo>
                  <a:lnTo>
                    <a:pt x="8789" y="18204"/>
                  </a:lnTo>
                  <a:lnTo>
                    <a:pt x="0" y="16942"/>
                  </a:lnTo>
                  <a:lnTo>
                    <a:pt x="224" y="12592"/>
                  </a:lnTo>
                  <a:lnTo>
                    <a:pt x="6783" y="1022"/>
                  </a:lnTo>
                  <a:lnTo>
                    <a:pt x="9035" y="1019"/>
                  </a:lnTo>
                  <a:lnTo>
                    <a:pt x="932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h6649"/>
            <p:cNvSpPr/>
            <p:nvPr/>
          </p:nvSpPr>
          <p:spPr>
            <a:xfrm>
              <a:off x="10678235" y="2026531"/>
              <a:ext cx="59214" cy="32403"/>
            </a:xfrm>
            <a:custGeom>
              <a:avLst/>
              <a:pathLst>
                <a:path w="59214" h="32403">
                  <a:moveTo>
                    <a:pt x="24649" y="3533"/>
                  </a:moveTo>
                  <a:lnTo>
                    <a:pt x="32147" y="13460"/>
                  </a:lnTo>
                  <a:lnTo>
                    <a:pt x="34236" y="18639"/>
                  </a:lnTo>
                  <a:lnTo>
                    <a:pt x="39615" y="15242"/>
                  </a:lnTo>
                  <a:lnTo>
                    <a:pt x="59214" y="21529"/>
                  </a:lnTo>
                  <a:lnTo>
                    <a:pt x="46637" y="30302"/>
                  </a:lnTo>
                  <a:lnTo>
                    <a:pt x="45928" y="30646"/>
                  </a:lnTo>
                  <a:lnTo>
                    <a:pt x="44963" y="28057"/>
                  </a:lnTo>
                  <a:lnTo>
                    <a:pt x="33962" y="31781"/>
                  </a:lnTo>
                  <a:lnTo>
                    <a:pt x="31213" y="28364"/>
                  </a:lnTo>
                  <a:lnTo>
                    <a:pt x="24950" y="32403"/>
                  </a:lnTo>
                  <a:lnTo>
                    <a:pt x="21355" y="30788"/>
                  </a:lnTo>
                  <a:lnTo>
                    <a:pt x="15884" y="25645"/>
                  </a:lnTo>
                  <a:lnTo>
                    <a:pt x="9030" y="21306"/>
                  </a:lnTo>
                  <a:lnTo>
                    <a:pt x="7022" y="20706"/>
                  </a:lnTo>
                  <a:lnTo>
                    <a:pt x="6410" y="18068"/>
                  </a:lnTo>
                  <a:lnTo>
                    <a:pt x="5677" y="17485"/>
                  </a:lnTo>
                  <a:lnTo>
                    <a:pt x="2139" y="16109"/>
                  </a:lnTo>
                  <a:lnTo>
                    <a:pt x="0" y="16086"/>
                  </a:lnTo>
                  <a:lnTo>
                    <a:pt x="2269" y="7877"/>
                  </a:lnTo>
                  <a:lnTo>
                    <a:pt x="7476" y="11289"/>
                  </a:lnTo>
                  <a:lnTo>
                    <a:pt x="13441" y="7461"/>
                  </a:lnTo>
                  <a:lnTo>
                    <a:pt x="1862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h6650"/>
            <p:cNvSpPr/>
            <p:nvPr/>
          </p:nvSpPr>
          <p:spPr>
            <a:xfrm>
              <a:off x="10624947" y="1776800"/>
              <a:ext cx="146765" cy="118789"/>
            </a:xfrm>
            <a:custGeom>
              <a:avLst/>
              <a:pathLst>
                <a:path w="146765" h="118789">
                  <a:moveTo>
                    <a:pt x="56111" y="16317"/>
                  </a:moveTo>
                  <a:lnTo>
                    <a:pt x="69727" y="11195"/>
                  </a:lnTo>
                  <a:lnTo>
                    <a:pt x="69015" y="22517"/>
                  </a:lnTo>
                  <a:lnTo>
                    <a:pt x="68184" y="35734"/>
                  </a:lnTo>
                  <a:lnTo>
                    <a:pt x="92809" y="38335"/>
                  </a:lnTo>
                  <a:lnTo>
                    <a:pt x="92002" y="61409"/>
                  </a:lnTo>
                  <a:lnTo>
                    <a:pt x="88285" y="71731"/>
                  </a:lnTo>
                  <a:lnTo>
                    <a:pt x="94867" y="71460"/>
                  </a:lnTo>
                  <a:lnTo>
                    <a:pt x="99381" y="72808"/>
                  </a:lnTo>
                  <a:lnTo>
                    <a:pt x="104100" y="75502"/>
                  </a:lnTo>
                  <a:lnTo>
                    <a:pt x="114211" y="76182"/>
                  </a:lnTo>
                  <a:lnTo>
                    <a:pt x="121509" y="70495"/>
                  </a:lnTo>
                  <a:lnTo>
                    <a:pt x="120880" y="67695"/>
                  </a:lnTo>
                  <a:lnTo>
                    <a:pt x="122976" y="65326"/>
                  </a:lnTo>
                  <a:lnTo>
                    <a:pt x="129418" y="61883"/>
                  </a:lnTo>
                  <a:lnTo>
                    <a:pt x="131554" y="62340"/>
                  </a:lnTo>
                  <a:lnTo>
                    <a:pt x="139005" y="73495"/>
                  </a:lnTo>
                  <a:lnTo>
                    <a:pt x="141545" y="73899"/>
                  </a:lnTo>
                  <a:lnTo>
                    <a:pt x="143184" y="84961"/>
                  </a:lnTo>
                  <a:lnTo>
                    <a:pt x="146765" y="85516"/>
                  </a:lnTo>
                  <a:lnTo>
                    <a:pt x="143422" y="86569"/>
                  </a:lnTo>
                  <a:lnTo>
                    <a:pt x="135757" y="91574"/>
                  </a:lnTo>
                  <a:lnTo>
                    <a:pt x="126862" y="101959"/>
                  </a:lnTo>
                  <a:lnTo>
                    <a:pt x="122199" y="111620"/>
                  </a:lnTo>
                  <a:lnTo>
                    <a:pt x="119064" y="109350"/>
                  </a:lnTo>
                  <a:lnTo>
                    <a:pt x="111770" y="111945"/>
                  </a:lnTo>
                  <a:lnTo>
                    <a:pt x="109203" y="115770"/>
                  </a:lnTo>
                  <a:lnTo>
                    <a:pt x="105230" y="116661"/>
                  </a:lnTo>
                  <a:lnTo>
                    <a:pt x="82505" y="118789"/>
                  </a:lnTo>
                  <a:lnTo>
                    <a:pt x="29557" y="103149"/>
                  </a:lnTo>
                  <a:lnTo>
                    <a:pt x="0" y="46449"/>
                  </a:lnTo>
                  <a:lnTo>
                    <a:pt x="10809" y="25065"/>
                  </a:lnTo>
                  <a:lnTo>
                    <a:pt x="11614" y="25210"/>
                  </a:lnTo>
                  <a:lnTo>
                    <a:pt x="17547" y="12250"/>
                  </a:lnTo>
                  <a:lnTo>
                    <a:pt x="50116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h6651"/>
            <p:cNvSpPr/>
            <p:nvPr/>
          </p:nvSpPr>
          <p:spPr>
            <a:xfrm>
              <a:off x="10624875" y="2001566"/>
              <a:ext cx="50943" cy="61575"/>
            </a:xfrm>
            <a:custGeom>
              <a:avLst/>
              <a:pathLst>
                <a:path w="50943" h="61575">
                  <a:moveTo>
                    <a:pt x="24579" y="17714"/>
                  </a:moveTo>
                  <a:lnTo>
                    <a:pt x="24245" y="22511"/>
                  </a:lnTo>
                  <a:lnTo>
                    <a:pt x="25094" y="25396"/>
                  </a:lnTo>
                  <a:lnTo>
                    <a:pt x="30806" y="28574"/>
                  </a:lnTo>
                  <a:lnTo>
                    <a:pt x="30195" y="30683"/>
                  </a:lnTo>
                  <a:lnTo>
                    <a:pt x="32797" y="33894"/>
                  </a:lnTo>
                  <a:lnTo>
                    <a:pt x="33553" y="31479"/>
                  </a:lnTo>
                  <a:lnTo>
                    <a:pt x="38005" y="33488"/>
                  </a:lnTo>
                  <a:lnTo>
                    <a:pt x="42571" y="36725"/>
                  </a:lnTo>
                  <a:lnTo>
                    <a:pt x="36322" y="38717"/>
                  </a:lnTo>
                  <a:lnTo>
                    <a:pt x="36764" y="37977"/>
                  </a:lnTo>
                  <a:lnTo>
                    <a:pt x="31396" y="36801"/>
                  </a:lnTo>
                  <a:lnTo>
                    <a:pt x="30750" y="39757"/>
                  </a:lnTo>
                  <a:lnTo>
                    <a:pt x="32720" y="43791"/>
                  </a:lnTo>
                  <a:lnTo>
                    <a:pt x="44002" y="52170"/>
                  </a:lnTo>
                  <a:lnTo>
                    <a:pt x="47629" y="52684"/>
                  </a:lnTo>
                  <a:lnTo>
                    <a:pt x="50943" y="56508"/>
                  </a:lnTo>
                  <a:lnTo>
                    <a:pt x="49865" y="56687"/>
                  </a:lnTo>
                  <a:lnTo>
                    <a:pt x="47178" y="61158"/>
                  </a:lnTo>
                  <a:lnTo>
                    <a:pt x="39051" y="61575"/>
                  </a:lnTo>
                  <a:lnTo>
                    <a:pt x="30048" y="58964"/>
                  </a:lnTo>
                  <a:lnTo>
                    <a:pt x="30541" y="54269"/>
                  </a:lnTo>
                  <a:lnTo>
                    <a:pt x="15571" y="26045"/>
                  </a:lnTo>
                  <a:lnTo>
                    <a:pt x="11212" y="22862"/>
                  </a:lnTo>
                  <a:lnTo>
                    <a:pt x="10887" y="21984"/>
                  </a:lnTo>
                  <a:lnTo>
                    <a:pt x="11121" y="20640"/>
                  </a:lnTo>
                  <a:lnTo>
                    <a:pt x="1710" y="3124"/>
                  </a:lnTo>
                  <a:lnTo>
                    <a:pt x="0" y="1550"/>
                  </a:lnTo>
                  <a:lnTo>
                    <a:pt x="4748" y="2704"/>
                  </a:lnTo>
                  <a:lnTo>
                    <a:pt x="6364" y="1737"/>
                  </a:lnTo>
                  <a:lnTo>
                    <a:pt x="7305" y="103"/>
                  </a:lnTo>
                  <a:lnTo>
                    <a:pt x="1341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h6652"/>
            <p:cNvSpPr/>
            <p:nvPr/>
          </p:nvSpPr>
          <p:spPr>
            <a:xfrm>
              <a:off x="10654923" y="2047838"/>
              <a:ext cx="39196" cy="35095"/>
            </a:xfrm>
            <a:custGeom>
              <a:avLst/>
              <a:pathLst>
                <a:path w="39196" h="35095">
                  <a:moveTo>
                    <a:pt x="39196" y="4338"/>
                  </a:moveTo>
                  <a:lnTo>
                    <a:pt x="34709" y="10164"/>
                  </a:lnTo>
                  <a:lnTo>
                    <a:pt x="29985" y="18055"/>
                  </a:lnTo>
                  <a:lnTo>
                    <a:pt x="29268" y="21714"/>
                  </a:lnTo>
                  <a:lnTo>
                    <a:pt x="27817" y="23970"/>
                  </a:lnTo>
                  <a:lnTo>
                    <a:pt x="23566" y="28224"/>
                  </a:lnTo>
                  <a:lnTo>
                    <a:pt x="20143" y="28687"/>
                  </a:lnTo>
                  <a:lnTo>
                    <a:pt x="20249" y="30655"/>
                  </a:lnTo>
                  <a:lnTo>
                    <a:pt x="14444" y="35095"/>
                  </a:lnTo>
                  <a:lnTo>
                    <a:pt x="6784" y="29028"/>
                  </a:lnTo>
                  <a:lnTo>
                    <a:pt x="7114" y="24937"/>
                  </a:lnTo>
                  <a:lnTo>
                    <a:pt x="5360" y="17973"/>
                  </a:lnTo>
                  <a:lnTo>
                    <a:pt x="202" y="14149"/>
                  </a:lnTo>
                  <a:lnTo>
                    <a:pt x="0" y="12692"/>
                  </a:lnTo>
                  <a:lnTo>
                    <a:pt x="9003" y="15302"/>
                  </a:lnTo>
                  <a:lnTo>
                    <a:pt x="17130" y="14886"/>
                  </a:lnTo>
                  <a:lnTo>
                    <a:pt x="19817" y="10415"/>
                  </a:lnTo>
                  <a:lnTo>
                    <a:pt x="20895" y="10236"/>
                  </a:lnTo>
                  <a:lnTo>
                    <a:pt x="26903" y="6005"/>
                  </a:lnTo>
                  <a:lnTo>
                    <a:pt x="27932" y="6808"/>
                  </a:lnTo>
                  <a:lnTo>
                    <a:pt x="3234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h6653"/>
            <p:cNvSpPr/>
            <p:nvPr/>
          </p:nvSpPr>
          <p:spPr>
            <a:xfrm>
              <a:off x="10638313" y="2189525"/>
              <a:ext cx="74414" cy="87363"/>
            </a:xfrm>
            <a:custGeom>
              <a:avLst/>
              <a:pathLst>
                <a:path w="74414" h="87363">
                  <a:moveTo>
                    <a:pt x="34194" y="6421"/>
                  </a:moveTo>
                  <a:lnTo>
                    <a:pt x="38133" y="4969"/>
                  </a:lnTo>
                  <a:lnTo>
                    <a:pt x="42558" y="7396"/>
                  </a:lnTo>
                  <a:lnTo>
                    <a:pt x="31727" y="11989"/>
                  </a:lnTo>
                  <a:lnTo>
                    <a:pt x="30481" y="19465"/>
                  </a:lnTo>
                  <a:lnTo>
                    <a:pt x="30607" y="25029"/>
                  </a:lnTo>
                  <a:lnTo>
                    <a:pt x="45108" y="25153"/>
                  </a:lnTo>
                  <a:lnTo>
                    <a:pt x="39069" y="17250"/>
                  </a:lnTo>
                  <a:lnTo>
                    <a:pt x="51707" y="18894"/>
                  </a:lnTo>
                  <a:lnTo>
                    <a:pt x="49345" y="27109"/>
                  </a:lnTo>
                  <a:lnTo>
                    <a:pt x="45537" y="30730"/>
                  </a:lnTo>
                  <a:lnTo>
                    <a:pt x="44492" y="29738"/>
                  </a:lnTo>
                  <a:lnTo>
                    <a:pt x="43318" y="30626"/>
                  </a:lnTo>
                  <a:lnTo>
                    <a:pt x="49835" y="36502"/>
                  </a:lnTo>
                  <a:lnTo>
                    <a:pt x="55115" y="29704"/>
                  </a:lnTo>
                  <a:lnTo>
                    <a:pt x="57279" y="30682"/>
                  </a:lnTo>
                  <a:lnTo>
                    <a:pt x="58528" y="33513"/>
                  </a:lnTo>
                  <a:lnTo>
                    <a:pt x="69065" y="33955"/>
                  </a:lnTo>
                  <a:lnTo>
                    <a:pt x="74414" y="36749"/>
                  </a:lnTo>
                  <a:lnTo>
                    <a:pt x="70721" y="38021"/>
                  </a:lnTo>
                  <a:lnTo>
                    <a:pt x="67794" y="40348"/>
                  </a:lnTo>
                  <a:lnTo>
                    <a:pt x="65379" y="50144"/>
                  </a:lnTo>
                  <a:lnTo>
                    <a:pt x="60184" y="51773"/>
                  </a:lnTo>
                  <a:lnTo>
                    <a:pt x="50932" y="52084"/>
                  </a:lnTo>
                  <a:lnTo>
                    <a:pt x="54864" y="59722"/>
                  </a:lnTo>
                  <a:lnTo>
                    <a:pt x="63225" y="60882"/>
                  </a:lnTo>
                  <a:lnTo>
                    <a:pt x="65224" y="63148"/>
                  </a:lnTo>
                  <a:lnTo>
                    <a:pt x="63864" y="64265"/>
                  </a:lnTo>
                  <a:lnTo>
                    <a:pt x="62821" y="63651"/>
                  </a:lnTo>
                  <a:lnTo>
                    <a:pt x="60437" y="63881"/>
                  </a:lnTo>
                  <a:lnTo>
                    <a:pt x="60661" y="69366"/>
                  </a:lnTo>
                  <a:lnTo>
                    <a:pt x="54626" y="69622"/>
                  </a:lnTo>
                  <a:lnTo>
                    <a:pt x="52844" y="84567"/>
                  </a:lnTo>
                  <a:lnTo>
                    <a:pt x="48866" y="84094"/>
                  </a:lnTo>
                  <a:lnTo>
                    <a:pt x="47709" y="87363"/>
                  </a:lnTo>
                  <a:lnTo>
                    <a:pt x="27984" y="84884"/>
                  </a:lnTo>
                  <a:lnTo>
                    <a:pt x="30320" y="81185"/>
                  </a:lnTo>
                  <a:lnTo>
                    <a:pt x="26936" y="78965"/>
                  </a:lnTo>
                  <a:lnTo>
                    <a:pt x="27606" y="73183"/>
                  </a:lnTo>
                  <a:lnTo>
                    <a:pt x="21626" y="68317"/>
                  </a:lnTo>
                  <a:lnTo>
                    <a:pt x="16691" y="67646"/>
                  </a:lnTo>
                  <a:lnTo>
                    <a:pt x="14048" y="64113"/>
                  </a:lnTo>
                  <a:lnTo>
                    <a:pt x="15130" y="59789"/>
                  </a:lnTo>
                  <a:lnTo>
                    <a:pt x="17762" y="61463"/>
                  </a:lnTo>
                  <a:lnTo>
                    <a:pt x="19237" y="49508"/>
                  </a:lnTo>
                  <a:lnTo>
                    <a:pt x="12852" y="48567"/>
                  </a:lnTo>
                  <a:lnTo>
                    <a:pt x="9025" y="46663"/>
                  </a:lnTo>
                  <a:lnTo>
                    <a:pt x="7629" y="41276"/>
                  </a:lnTo>
                  <a:lnTo>
                    <a:pt x="31" y="38773"/>
                  </a:lnTo>
                  <a:lnTo>
                    <a:pt x="0" y="34146"/>
                  </a:lnTo>
                  <a:lnTo>
                    <a:pt x="2792" y="24494"/>
                  </a:lnTo>
                  <a:lnTo>
                    <a:pt x="9653" y="25318"/>
                  </a:lnTo>
                  <a:lnTo>
                    <a:pt x="10633" y="18956"/>
                  </a:lnTo>
                  <a:lnTo>
                    <a:pt x="12040" y="19169"/>
                  </a:lnTo>
                  <a:lnTo>
                    <a:pt x="12652" y="11600"/>
                  </a:lnTo>
                  <a:lnTo>
                    <a:pt x="12938" y="8170"/>
                  </a:lnTo>
                  <a:lnTo>
                    <a:pt x="20407" y="9699"/>
                  </a:lnTo>
                  <a:lnTo>
                    <a:pt x="26934" y="12725"/>
                  </a:lnTo>
                  <a:lnTo>
                    <a:pt x="31051" y="5698"/>
                  </a:lnTo>
                  <a:lnTo>
                    <a:pt x="30004" y="5077"/>
                  </a:lnTo>
                  <a:lnTo>
                    <a:pt x="29457" y="3138"/>
                  </a:lnTo>
                  <a:lnTo>
                    <a:pt x="3042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h6654"/>
            <p:cNvSpPr/>
            <p:nvPr/>
          </p:nvSpPr>
          <p:spPr>
            <a:xfrm>
              <a:off x="10463159" y="2222102"/>
              <a:ext cx="113069" cy="106591"/>
            </a:xfrm>
            <a:custGeom>
              <a:avLst/>
              <a:pathLst>
                <a:path w="113069" h="106591">
                  <a:moveTo>
                    <a:pt x="65918" y="1491"/>
                  </a:moveTo>
                  <a:lnTo>
                    <a:pt x="63852" y="9329"/>
                  </a:lnTo>
                  <a:lnTo>
                    <a:pt x="77347" y="13143"/>
                  </a:lnTo>
                  <a:lnTo>
                    <a:pt x="75980" y="18107"/>
                  </a:lnTo>
                  <a:lnTo>
                    <a:pt x="85147" y="19474"/>
                  </a:lnTo>
                  <a:lnTo>
                    <a:pt x="85927" y="31367"/>
                  </a:lnTo>
                  <a:lnTo>
                    <a:pt x="96058" y="45239"/>
                  </a:lnTo>
                  <a:lnTo>
                    <a:pt x="101317" y="47311"/>
                  </a:lnTo>
                  <a:lnTo>
                    <a:pt x="103460" y="51871"/>
                  </a:lnTo>
                  <a:lnTo>
                    <a:pt x="111319" y="62053"/>
                  </a:lnTo>
                  <a:lnTo>
                    <a:pt x="112338" y="70118"/>
                  </a:lnTo>
                  <a:lnTo>
                    <a:pt x="113069" y="75903"/>
                  </a:lnTo>
                  <a:lnTo>
                    <a:pt x="88944" y="67826"/>
                  </a:lnTo>
                  <a:lnTo>
                    <a:pt x="68863" y="102761"/>
                  </a:lnTo>
                  <a:lnTo>
                    <a:pt x="68485" y="106591"/>
                  </a:lnTo>
                  <a:lnTo>
                    <a:pt x="65542" y="105234"/>
                  </a:lnTo>
                  <a:lnTo>
                    <a:pt x="64283" y="103460"/>
                  </a:lnTo>
                  <a:lnTo>
                    <a:pt x="61352" y="101868"/>
                  </a:lnTo>
                  <a:lnTo>
                    <a:pt x="55637" y="99413"/>
                  </a:lnTo>
                  <a:lnTo>
                    <a:pt x="54163" y="99787"/>
                  </a:lnTo>
                  <a:lnTo>
                    <a:pt x="53711" y="97637"/>
                  </a:lnTo>
                  <a:lnTo>
                    <a:pt x="57654" y="95586"/>
                  </a:lnTo>
                  <a:lnTo>
                    <a:pt x="57661" y="91661"/>
                  </a:lnTo>
                  <a:lnTo>
                    <a:pt x="47233" y="84418"/>
                  </a:lnTo>
                  <a:lnTo>
                    <a:pt x="48927" y="80045"/>
                  </a:lnTo>
                  <a:lnTo>
                    <a:pt x="48223" y="77198"/>
                  </a:lnTo>
                  <a:lnTo>
                    <a:pt x="43714" y="73050"/>
                  </a:lnTo>
                  <a:lnTo>
                    <a:pt x="42576" y="70492"/>
                  </a:lnTo>
                  <a:lnTo>
                    <a:pt x="41960" y="62164"/>
                  </a:lnTo>
                  <a:lnTo>
                    <a:pt x="40044" y="61581"/>
                  </a:lnTo>
                  <a:lnTo>
                    <a:pt x="32627" y="56315"/>
                  </a:lnTo>
                  <a:lnTo>
                    <a:pt x="32064" y="52251"/>
                  </a:lnTo>
                  <a:lnTo>
                    <a:pt x="15828" y="48714"/>
                  </a:lnTo>
                  <a:lnTo>
                    <a:pt x="15937" y="44423"/>
                  </a:lnTo>
                  <a:lnTo>
                    <a:pt x="11574" y="42575"/>
                  </a:lnTo>
                  <a:lnTo>
                    <a:pt x="7078" y="39339"/>
                  </a:lnTo>
                  <a:lnTo>
                    <a:pt x="5661" y="36931"/>
                  </a:lnTo>
                  <a:lnTo>
                    <a:pt x="2518" y="39302"/>
                  </a:lnTo>
                  <a:lnTo>
                    <a:pt x="5291" y="41939"/>
                  </a:lnTo>
                  <a:lnTo>
                    <a:pt x="2890" y="42189"/>
                  </a:lnTo>
                  <a:lnTo>
                    <a:pt x="0" y="38002"/>
                  </a:lnTo>
                  <a:lnTo>
                    <a:pt x="1561" y="36567"/>
                  </a:lnTo>
                  <a:lnTo>
                    <a:pt x="3460" y="30368"/>
                  </a:lnTo>
                  <a:lnTo>
                    <a:pt x="8072" y="28258"/>
                  </a:lnTo>
                  <a:lnTo>
                    <a:pt x="13840" y="28418"/>
                  </a:lnTo>
                  <a:lnTo>
                    <a:pt x="15457" y="30868"/>
                  </a:lnTo>
                  <a:lnTo>
                    <a:pt x="17001" y="31077"/>
                  </a:lnTo>
                  <a:lnTo>
                    <a:pt x="18377" y="30969"/>
                  </a:lnTo>
                  <a:lnTo>
                    <a:pt x="20246" y="28926"/>
                  </a:lnTo>
                  <a:lnTo>
                    <a:pt x="24719" y="25979"/>
                  </a:lnTo>
                  <a:lnTo>
                    <a:pt x="35683" y="26464"/>
                  </a:lnTo>
                  <a:lnTo>
                    <a:pt x="38501" y="27560"/>
                  </a:lnTo>
                  <a:lnTo>
                    <a:pt x="38518" y="28634"/>
                  </a:lnTo>
                  <a:lnTo>
                    <a:pt x="41580" y="28997"/>
                  </a:lnTo>
                  <a:lnTo>
                    <a:pt x="44714" y="10335"/>
                  </a:lnTo>
                  <a:lnTo>
                    <a:pt x="43342" y="4125"/>
                  </a:lnTo>
                  <a:lnTo>
                    <a:pt x="44912" y="3787"/>
                  </a:lnTo>
                  <a:lnTo>
                    <a:pt x="45564" y="4459"/>
                  </a:lnTo>
                  <a:lnTo>
                    <a:pt x="5017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h6655"/>
            <p:cNvSpPr/>
            <p:nvPr/>
          </p:nvSpPr>
          <p:spPr>
            <a:xfrm>
              <a:off x="10422354" y="2999996"/>
              <a:ext cx="22892" cy="31395"/>
            </a:xfrm>
            <a:custGeom>
              <a:avLst/>
              <a:pathLst>
                <a:path w="22892" h="31395">
                  <a:moveTo>
                    <a:pt x="7647" y="0"/>
                  </a:moveTo>
                  <a:lnTo>
                    <a:pt x="15891" y="3945"/>
                  </a:lnTo>
                  <a:lnTo>
                    <a:pt x="16877" y="7283"/>
                  </a:lnTo>
                  <a:lnTo>
                    <a:pt x="19622" y="7293"/>
                  </a:lnTo>
                  <a:lnTo>
                    <a:pt x="21807" y="10171"/>
                  </a:lnTo>
                  <a:lnTo>
                    <a:pt x="22542" y="13442"/>
                  </a:lnTo>
                  <a:lnTo>
                    <a:pt x="22183" y="19432"/>
                  </a:lnTo>
                  <a:lnTo>
                    <a:pt x="22892" y="25512"/>
                  </a:lnTo>
                  <a:lnTo>
                    <a:pt x="18557" y="23400"/>
                  </a:lnTo>
                  <a:lnTo>
                    <a:pt x="17332" y="24329"/>
                  </a:lnTo>
                  <a:lnTo>
                    <a:pt x="16140" y="26471"/>
                  </a:lnTo>
                  <a:lnTo>
                    <a:pt x="18691" y="29214"/>
                  </a:lnTo>
                  <a:lnTo>
                    <a:pt x="17894" y="31395"/>
                  </a:lnTo>
                  <a:lnTo>
                    <a:pt x="12665" y="27954"/>
                  </a:lnTo>
                  <a:lnTo>
                    <a:pt x="9807" y="24360"/>
                  </a:lnTo>
                  <a:lnTo>
                    <a:pt x="6048" y="21513"/>
                  </a:lnTo>
                  <a:lnTo>
                    <a:pt x="1607" y="21081"/>
                  </a:lnTo>
                  <a:lnTo>
                    <a:pt x="919" y="20470"/>
                  </a:lnTo>
                  <a:lnTo>
                    <a:pt x="1588" y="16632"/>
                  </a:lnTo>
                  <a:lnTo>
                    <a:pt x="0" y="15685"/>
                  </a:lnTo>
                  <a:lnTo>
                    <a:pt x="1656" y="10462"/>
                  </a:lnTo>
                  <a:lnTo>
                    <a:pt x="1930" y="7260"/>
                  </a:lnTo>
                  <a:lnTo>
                    <a:pt x="1268" y="3329"/>
                  </a:lnTo>
                  <a:lnTo>
                    <a:pt x="1902" y="236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h6656"/>
            <p:cNvSpPr/>
            <p:nvPr/>
          </p:nvSpPr>
          <p:spPr>
            <a:xfrm>
              <a:off x="10417880" y="2971782"/>
              <a:ext cx="37979" cy="54184"/>
            </a:xfrm>
            <a:custGeom>
              <a:avLst/>
              <a:pathLst>
                <a:path w="37979" h="54184">
                  <a:moveTo>
                    <a:pt x="18939" y="877"/>
                  </a:moveTo>
                  <a:lnTo>
                    <a:pt x="18980" y="1457"/>
                  </a:lnTo>
                  <a:lnTo>
                    <a:pt x="17523" y="6647"/>
                  </a:lnTo>
                  <a:lnTo>
                    <a:pt x="17218" y="10903"/>
                  </a:lnTo>
                  <a:lnTo>
                    <a:pt x="21211" y="14287"/>
                  </a:lnTo>
                  <a:lnTo>
                    <a:pt x="22702" y="14449"/>
                  </a:lnTo>
                  <a:lnTo>
                    <a:pt x="28611" y="11566"/>
                  </a:lnTo>
                  <a:lnTo>
                    <a:pt x="30924" y="13110"/>
                  </a:lnTo>
                  <a:lnTo>
                    <a:pt x="35400" y="13141"/>
                  </a:lnTo>
                  <a:lnTo>
                    <a:pt x="37133" y="17783"/>
                  </a:lnTo>
                  <a:lnTo>
                    <a:pt x="34669" y="24184"/>
                  </a:lnTo>
                  <a:lnTo>
                    <a:pt x="33827" y="29624"/>
                  </a:lnTo>
                  <a:lnTo>
                    <a:pt x="34254" y="31120"/>
                  </a:lnTo>
                  <a:lnTo>
                    <a:pt x="35740" y="32168"/>
                  </a:lnTo>
                  <a:lnTo>
                    <a:pt x="37679" y="35137"/>
                  </a:lnTo>
                  <a:lnTo>
                    <a:pt x="37979" y="43236"/>
                  </a:lnTo>
                  <a:lnTo>
                    <a:pt x="31910" y="49754"/>
                  </a:lnTo>
                  <a:lnTo>
                    <a:pt x="30025" y="50101"/>
                  </a:lnTo>
                  <a:lnTo>
                    <a:pt x="28784" y="51764"/>
                  </a:lnTo>
                  <a:lnTo>
                    <a:pt x="28349" y="54184"/>
                  </a:lnTo>
                  <a:lnTo>
                    <a:pt x="27365" y="53726"/>
                  </a:lnTo>
                  <a:lnTo>
                    <a:pt x="26657" y="47646"/>
                  </a:lnTo>
                  <a:lnTo>
                    <a:pt x="27016" y="41656"/>
                  </a:lnTo>
                  <a:lnTo>
                    <a:pt x="26280" y="38385"/>
                  </a:lnTo>
                  <a:lnTo>
                    <a:pt x="24096" y="35507"/>
                  </a:lnTo>
                  <a:lnTo>
                    <a:pt x="21350" y="35497"/>
                  </a:lnTo>
                  <a:lnTo>
                    <a:pt x="20365" y="32159"/>
                  </a:lnTo>
                  <a:lnTo>
                    <a:pt x="12121" y="28214"/>
                  </a:lnTo>
                  <a:lnTo>
                    <a:pt x="6376" y="30579"/>
                  </a:lnTo>
                  <a:lnTo>
                    <a:pt x="4592" y="29346"/>
                  </a:lnTo>
                  <a:lnTo>
                    <a:pt x="4825" y="28093"/>
                  </a:lnTo>
                  <a:lnTo>
                    <a:pt x="0" y="22406"/>
                  </a:lnTo>
                  <a:lnTo>
                    <a:pt x="3695" y="20198"/>
                  </a:lnTo>
                  <a:lnTo>
                    <a:pt x="4943" y="17822"/>
                  </a:lnTo>
                  <a:lnTo>
                    <a:pt x="5780" y="10442"/>
                  </a:lnTo>
                  <a:lnTo>
                    <a:pt x="11010" y="8102"/>
                  </a:lnTo>
                  <a:lnTo>
                    <a:pt x="1687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h6657"/>
            <p:cNvSpPr/>
            <p:nvPr/>
          </p:nvSpPr>
          <p:spPr>
            <a:xfrm>
              <a:off x="10434754" y="2952441"/>
              <a:ext cx="21806" cy="33790"/>
            </a:xfrm>
            <a:custGeom>
              <a:avLst/>
              <a:pathLst>
                <a:path w="21806" h="33790">
                  <a:moveTo>
                    <a:pt x="7416" y="1647"/>
                  </a:moveTo>
                  <a:lnTo>
                    <a:pt x="16928" y="13462"/>
                  </a:lnTo>
                  <a:lnTo>
                    <a:pt x="21806" y="18129"/>
                  </a:lnTo>
                  <a:lnTo>
                    <a:pt x="20801" y="21411"/>
                  </a:lnTo>
                  <a:lnTo>
                    <a:pt x="19652" y="22706"/>
                  </a:lnTo>
                  <a:lnTo>
                    <a:pt x="19079" y="29561"/>
                  </a:lnTo>
                  <a:lnTo>
                    <a:pt x="18526" y="32482"/>
                  </a:lnTo>
                  <a:lnTo>
                    <a:pt x="14050" y="32451"/>
                  </a:lnTo>
                  <a:lnTo>
                    <a:pt x="11737" y="30907"/>
                  </a:lnTo>
                  <a:lnTo>
                    <a:pt x="5828" y="33790"/>
                  </a:lnTo>
                  <a:lnTo>
                    <a:pt x="4337" y="33628"/>
                  </a:lnTo>
                  <a:lnTo>
                    <a:pt x="344" y="30243"/>
                  </a:lnTo>
                  <a:lnTo>
                    <a:pt x="649" y="25988"/>
                  </a:lnTo>
                  <a:lnTo>
                    <a:pt x="2106" y="20798"/>
                  </a:lnTo>
                  <a:lnTo>
                    <a:pt x="2065" y="20218"/>
                  </a:lnTo>
                  <a:lnTo>
                    <a:pt x="0" y="19340"/>
                  </a:lnTo>
                  <a:lnTo>
                    <a:pt x="3552" y="9891"/>
                  </a:lnTo>
                  <a:lnTo>
                    <a:pt x="3702" y="7180"/>
                  </a:lnTo>
                  <a:lnTo>
                    <a:pt x="2677" y="7052"/>
                  </a:lnTo>
                  <a:lnTo>
                    <a:pt x="791" y="6760"/>
                  </a:lnTo>
                  <a:lnTo>
                    <a:pt x="1360" y="3097"/>
                  </a:lnTo>
                  <a:lnTo>
                    <a:pt x="776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h6658"/>
            <p:cNvSpPr/>
            <p:nvPr/>
          </p:nvSpPr>
          <p:spPr>
            <a:xfrm>
              <a:off x="10372879" y="2950738"/>
              <a:ext cx="39010" cy="29989"/>
            </a:xfrm>
            <a:custGeom>
              <a:avLst/>
              <a:pathLst>
                <a:path w="39010" h="29989">
                  <a:moveTo>
                    <a:pt x="20033" y="28"/>
                  </a:moveTo>
                  <a:lnTo>
                    <a:pt x="29784" y="5339"/>
                  </a:lnTo>
                  <a:lnTo>
                    <a:pt x="37128" y="7774"/>
                  </a:lnTo>
                  <a:lnTo>
                    <a:pt x="38706" y="9179"/>
                  </a:lnTo>
                  <a:lnTo>
                    <a:pt x="39010" y="17000"/>
                  </a:lnTo>
                  <a:lnTo>
                    <a:pt x="37048" y="18682"/>
                  </a:lnTo>
                  <a:lnTo>
                    <a:pt x="35803" y="18792"/>
                  </a:lnTo>
                  <a:lnTo>
                    <a:pt x="30044" y="16311"/>
                  </a:lnTo>
                  <a:lnTo>
                    <a:pt x="27765" y="16138"/>
                  </a:lnTo>
                  <a:lnTo>
                    <a:pt x="22229" y="24530"/>
                  </a:lnTo>
                  <a:lnTo>
                    <a:pt x="19704" y="22811"/>
                  </a:lnTo>
                  <a:lnTo>
                    <a:pt x="18429" y="23326"/>
                  </a:lnTo>
                  <a:lnTo>
                    <a:pt x="18035" y="25798"/>
                  </a:lnTo>
                  <a:lnTo>
                    <a:pt x="19802" y="26573"/>
                  </a:lnTo>
                  <a:lnTo>
                    <a:pt x="21889" y="26335"/>
                  </a:lnTo>
                  <a:lnTo>
                    <a:pt x="21860" y="27141"/>
                  </a:lnTo>
                  <a:lnTo>
                    <a:pt x="20483" y="29062"/>
                  </a:lnTo>
                  <a:lnTo>
                    <a:pt x="17680" y="29989"/>
                  </a:lnTo>
                  <a:lnTo>
                    <a:pt x="12158" y="28685"/>
                  </a:lnTo>
                  <a:lnTo>
                    <a:pt x="6144" y="25469"/>
                  </a:lnTo>
                  <a:lnTo>
                    <a:pt x="0" y="23471"/>
                  </a:lnTo>
                  <a:lnTo>
                    <a:pt x="302" y="23074"/>
                  </a:lnTo>
                  <a:lnTo>
                    <a:pt x="4476" y="22911"/>
                  </a:lnTo>
                  <a:lnTo>
                    <a:pt x="11703" y="21150"/>
                  </a:lnTo>
                  <a:lnTo>
                    <a:pt x="10565" y="17027"/>
                  </a:lnTo>
                  <a:lnTo>
                    <a:pt x="13298" y="13797"/>
                  </a:lnTo>
                  <a:lnTo>
                    <a:pt x="15508" y="12420"/>
                  </a:lnTo>
                  <a:lnTo>
                    <a:pt x="16737" y="7821"/>
                  </a:lnTo>
                  <a:lnTo>
                    <a:pt x="15998" y="6589"/>
                  </a:lnTo>
                  <a:lnTo>
                    <a:pt x="17782" y="1671"/>
                  </a:lnTo>
                  <a:lnTo>
                    <a:pt x="18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h6659"/>
            <p:cNvSpPr/>
            <p:nvPr/>
          </p:nvSpPr>
          <p:spPr>
            <a:xfrm>
              <a:off x="10384238" y="2991962"/>
              <a:ext cx="25608" cy="34332"/>
            </a:xfrm>
            <a:custGeom>
              <a:avLst/>
              <a:pathLst>
                <a:path w="25608" h="34332">
                  <a:moveTo>
                    <a:pt x="9782" y="0"/>
                  </a:moveTo>
                  <a:lnTo>
                    <a:pt x="13308" y="2278"/>
                  </a:lnTo>
                  <a:lnTo>
                    <a:pt x="18374" y="4272"/>
                  </a:lnTo>
                  <a:lnTo>
                    <a:pt x="21020" y="4092"/>
                  </a:lnTo>
                  <a:lnTo>
                    <a:pt x="25608" y="6684"/>
                  </a:lnTo>
                  <a:lnTo>
                    <a:pt x="23654" y="12872"/>
                  </a:lnTo>
                  <a:lnTo>
                    <a:pt x="23352" y="23339"/>
                  </a:lnTo>
                  <a:lnTo>
                    <a:pt x="22638" y="24276"/>
                  </a:lnTo>
                  <a:lnTo>
                    <a:pt x="21334" y="23962"/>
                  </a:lnTo>
                  <a:lnTo>
                    <a:pt x="18857" y="32641"/>
                  </a:lnTo>
                  <a:lnTo>
                    <a:pt x="17805" y="34061"/>
                  </a:lnTo>
                  <a:lnTo>
                    <a:pt x="16584" y="34332"/>
                  </a:lnTo>
                  <a:lnTo>
                    <a:pt x="0" y="24620"/>
                  </a:lnTo>
                  <a:lnTo>
                    <a:pt x="2351" y="19542"/>
                  </a:lnTo>
                  <a:lnTo>
                    <a:pt x="10299" y="16617"/>
                  </a:lnTo>
                  <a:lnTo>
                    <a:pt x="10452" y="10119"/>
                  </a:lnTo>
                  <a:lnTo>
                    <a:pt x="6175" y="5910"/>
                  </a:lnTo>
                  <a:lnTo>
                    <a:pt x="6054" y="2289"/>
                  </a:lnTo>
                  <a:lnTo>
                    <a:pt x="7044" y="8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h6660"/>
            <p:cNvSpPr/>
            <p:nvPr/>
          </p:nvSpPr>
          <p:spPr>
            <a:xfrm>
              <a:off x="10390560" y="2973549"/>
              <a:ext cx="33101" cy="31361"/>
            </a:xfrm>
            <a:custGeom>
              <a:avLst/>
              <a:pathLst>
                <a:path w="33101" h="31361">
                  <a:moveTo>
                    <a:pt x="4548" y="1718"/>
                  </a:moveTo>
                  <a:lnTo>
                    <a:pt x="15562" y="4163"/>
                  </a:lnTo>
                  <a:lnTo>
                    <a:pt x="19512" y="6402"/>
                  </a:lnTo>
                  <a:lnTo>
                    <a:pt x="25733" y="6960"/>
                  </a:lnTo>
                  <a:lnTo>
                    <a:pt x="29605" y="5799"/>
                  </a:lnTo>
                  <a:lnTo>
                    <a:pt x="33101" y="8674"/>
                  </a:lnTo>
                  <a:lnTo>
                    <a:pt x="32264" y="16054"/>
                  </a:lnTo>
                  <a:lnTo>
                    <a:pt x="31015" y="18430"/>
                  </a:lnTo>
                  <a:lnTo>
                    <a:pt x="27320" y="20638"/>
                  </a:lnTo>
                  <a:lnTo>
                    <a:pt x="32145" y="26325"/>
                  </a:lnTo>
                  <a:lnTo>
                    <a:pt x="31912" y="27579"/>
                  </a:lnTo>
                  <a:lnTo>
                    <a:pt x="31384" y="29821"/>
                  </a:lnTo>
                  <a:lnTo>
                    <a:pt x="23613" y="31361"/>
                  </a:lnTo>
                  <a:lnTo>
                    <a:pt x="23815" y="27194"/>
                  </a:lnTo>
                  <a:lnTo>
                    <a:pt x="20679" y="22290"/>
                  </a:lnTo>
                  <a:lnTo>
                    <a:pt x="19286" y="25096"/>
                  </a:lnTo>
                  <a:lnTo>
                    <a:pt x="14698" y="22505"/>
                  </a:lnTo>
                  <a:lnTo>
                    <a:pt x="12051" y="22684"/>
                  </a:lnTo>
                  <a:lnTo>
                    <a:pt x="6986" y="20691"/>
                  </a:lnTo>
                  <a:lnTo>
                    <a:pt x="3460" y="18412"/>
                  </a:lnTo>
                  <a:lnTo>
                    <a:pt x="722" y="18421"/>
                  </a:lnTo>
                  <a:lnTo>
                    <a:pt x="3802" y="14449"/>
                  </a:lnTo>
                  <a:lnTo>
                    <a:pt x="3817" y="11204"/>
                  </a:lnTo>
                  <a:lnTo>
                    <a:pt x="1850" y="10668"/>
                  </a:lnTo>
                  <a:lnTo>
                    <a:pt x="0" y="7178"/>
                  </a:lnTo>
                  <a:lnTo>
                    <a:pt x="2802" y="6250"/>
                  </a:lnTo>
                  <a:lnTo>
                    <a:pt x="4179" y="4330"/>
                  </a:lnTo>
                  <a:lnTo>
                    <a:pt x="4208" y="3524"/>
                  </a:lnTo>
                  <a:lnTo>
                    <a:pt x="2122" y="3762"/>
                  </a:lnTo>
                  <a:lnTo>
                    <a:pt x="355" y="2986"/>
                  </a:lnTo>
                  <a:lnTo>
                    <a:pt x="748" y="515"/>
                  </a:lnTo>
                  <a:lnTo>
                    <a:pt x="2023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h6661"/>
            <p:cNvSpPr/>
            <p:nvPr/>
          </p:nvSpPr>
          <p:spPr>
            <a:xfrm>
              <a:off x="10395108" y="2959493"/>
              <a:ext cx="43348" cy="22730"/>
            </a:xfrm>
            <a:custGeom>
              <a:avLst/>
              <a:pathLst>
                <a:path w="43348" h="22730">
                  <a:moveTo>
                    <a:pt x="43348" y="128"/>
                  </a:moveTo>
                  <a:lnTo>
                    <a:pt x="43197" y="2839"/>
                  </a:lnTo>
                  <a:lnTo>
                    <a:pt x="39645" y="12288"/>
                  </a:lnTo>
                  <a:lnTo>
                    <a:pt x="33782" y="20390"/>
                  </a:lnTo>
                  <a:lnTo>
                    <a:pt x="28552" y="22730"/>
                  </a:lnTo>
                  <a:lnTo>
                    <a:pt x="25056" y="19855"/>
                  </a:lnTo>
                  <a:lnTo>
                    <a:pt x="21185" y="21016"/>
                  </a:lnTo>
                  <a:lnTo>
                    <a:pt x="14964" y="20458"/>
                  </a:lnTo>
                  <a:lnTo>
                    <a:pt x="11014" y="18219"/>
                  </a:lnTo>
                  <a:lnTo>
                    <a:pt x="0" y="15774"/>
                  </a:lnTo>
                  <a:lnTo>
                    <a:pt x="5535" y="7382"/>
                  </a:lnTo>
                  <a:lnTo>
                    <a:pt x="7814" y="7555"/>
                  </a:lnTo>
                  <a:lnTo>
                    <a:pt x="13574" y="10037"/>
                  </a:lnTo>
                  <a:lnTo>
                    <a:pt x="14819" y="9926"/>
                  </a:lnTo>
                  <a:lnTo>
                    <a:pt x="16697" y="9088"/>
                  </a:lnTo>
                  <a:lnTo>
                    <a:pt x="19537" y="9742"/>
                  </a:lnTo>
                  <a:lnTo>
                    <a:pt x="31824" y="16374"/>
                  </a:lnTo>
                  <a:lnTo>
                    <a:pt x="36920" y="10245"/>
                  </a:lnTo>
                  <a:lnTo>
                    <a:pt x="39992" y="2381"/>
                  </a:lnTo>
                  <a:lnTo>
                    <a:pt x="423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h6662"/>
            <p:cNvSpPr/>
            <p:nvPr/>
          </p:nvSpPr>
          <p:spPr>
            <a:xfrm>
              <a:off x="10408993" y="2949616"/>
              <a:ext cx="33524" cy="26252"/>
            </a:xfrm>
            <a:custGeom>
              <a:avLst/>
              <a:pathLst>
                <a:path w="33524" h="26252">
                  <a:moveTo>
                    <a:pt x="33524" y="2825"/>
                  </a:moveTo>
                  <a:lnTo>
                    <a:pt x="27121" y="5923"/>
                  </a:lnTo>
                  <a:lnTo>
                    <a:pt x="26552" y="9585"/>
                  </a:lnTo>
                  <a:lnTo>
                    <a:pt x="28438" y="9877"/>
                  </a:lnTo>
                  <a:lnTo>
                    <a:pt x="26107" y="12258"/>
                  </a:lnTo>
                  <a:lnTo>
                    <a:pt x="23035" y="20123"/>
                  </a:lnTo>
                  <a:lnTo>
                    <a:pt x="17939" y="26252"/>
                  </a:lnTo>
                  <a:lnTo>
                    <a:pt x="5652" y="19619"/>
                  </a:lnTo>
                  <a:lnTo>
                    <a:pt x="2812" y="18965"/>
                  </a:lnTo>
                  <a:lnTo>
                    <a:pt x="934" y="19804"/>
                  </a:lnTo>
                  <a:lnTo>
                    <a:pt x="2896" y="18122"/>
                  </a:lnTo>
                  <a:lnTo>
                    <a:pt x="2592" y="10301"/>
                  </a:lnTo>
                  <a:lnTo>
                    <a:pt x="1014" y="8896"/>
                  </a:lnTo>
                  <a:lnTo>
                    <a:pt x="0" y="6610"/>
                  </a:lnTo>
                  <a:lnTo>
                    <a:pt x="2016" y="5451"/>
                  </a:lnTo>
                  <a:lnTo>
                    <a:pt x="5875" y="9343"/>
                  </a:lnTo>
                  <a:lnTo>
                    <a:pt x="8366" y="8362"/>
                  </a:lnTo>
                  <a:lnTo>
                    <a:pt x="13070" y="9890"/>
                  </a:lnTo>
                  <a:lnTo>
                    <a:pt x="17851" y="7786"/>
                  </a:lnTo>
                  <a:lnTo>
                    <a:pt x="22863" y="4520"/>
                  </a:lnTo>
                  <a:lnTo>
                    <a:pt x="24765" y="2296"/>
                  </a:lnTo>
                  <a:lnTo>
                    <a:pt x="32898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h6663"/>
            <p:cNvSpPr/>
            <p:nvPr/>
          </p:nvSpPr>
          <p:spPr>
            <a:xfrm>
              <a:off x="10342739" y="2996774"/>
              <a:ext cx="314" cy="430"/>
            </a:xfrm>
            <a:custGeom>
              <a:avLst/>
              <a:pathLst>
                <a:path w="314" h="430">
                  <a:moveTo>
                    <a:pt x="0" y="146"/>
                  </a:moveTo>
                  <a:lnTo>
                    <a:pt x="314" y="0"/>
                  </a:lnTo>
                  <a:lnTo>
                    <a:pt x="162" y="43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h6664"/>
            <p:cNvSpPr/>
            <p:nvPr/>
          </p:nvSpPr>
          <p:spPr>
            <a:xfrm>
              <a:off x="10320091" y="2972540"/>
              <a:ext cx="74599" cy="44043"/>
            </a:xfrm>
            <a:custGeom>
              <a:avLst/>
              <a:pathLst>
                <a:path w="74599" h="44043">
                  <a:moveTo>
                    <a:pt x="58933" y="3667"/>
                  </a:moveTo>
                  <a:lnTo>
                    <a:pt x="64947" y="6883"/>
                  </a:lnTo>
                  <a:lnTo>
                    <a:pt x="70469" y="8187"/>
                  </a:lnTo>
                  <a:lnTo>
                    <a:pt x="72319" y="11678"/>
                  </a:lnTo>
                  <a:lnTo>
                    <a:pt x="74287" y="12213"/>
                  </a:lnTo>
                  <a:lnTo>
                    <a:pt x="74272" y="15459"/>
                  </a:lnTo>
                  <a:lnTo>
                    <a:pt x="71191" y="19431"/>
                  </a:lnTo>
                  <a:lnTo>
                    <a:pt x="70202" y="21711"/>
                  </a:lnTo>
                  <a:lnTo>
                    <a:pt x="70323" y="25332"/>
                  </a:lnTo>
                  <a:lnTo>
                    <a:pt x="74599" y="29541"/>
                  </a:lnTo>
                  <a:lnTo>
                    <a:pt x="74446" y="36039"/>
                  </a:lnTo>
                  <a:lnTo>
                    <a:pt x="66499" y="38964"/>
                  </a:lnTo>
                  <a:lnTo>
                    <a:pt x="64147" y="44043"/>
                  </a:lnTo>
                  <a:lnTo>
                    <a:pt x="45714" y="36071"/>
                  </a:lnTo>
                  <a:lnTo>
                    <a:pt x="40614" y="34642"/>
                  </a:lnTo>
                  <a:lnTo>
                    <a:pt x="41936" y="30531"/>
                  </a:lnTo>
                  <a:lnTo>
                    <a:pt x="43339" y="30241"/>
                  </a:lnTo>
                  <a:lnTo>
                    <a:pt x="43525" y="28509"/>
                  </a:lnTo>
                  <a:lnTo>
                    <a:pt x="42369" y="26349"/>
                  </a:lnTo>
                  <a:lnTo>
                    <a:pt x="37608" y="23136"/>
                  </a:lnTo>
                  <a:lnTo>
                    <a:pt x="35344" y="22683"/>
                  </a:lnTo>
                  <a:lnTo>
                    <a:pt x="28759" y="25273"/>
                  </a:lnTo>
                  <a:lnTo>
                    <a:pt x="22627" y="21879"/>
                  </a:lnTo>
                  <a:lnTo>
                    <a:pt x="9704" y="18514"/>
                  </a:lnTo>
                  <a:lnTo>
                    <a:pt x="0" y="15274"/>
                  </a:lnTo>
                  <a:lnTo>
                    <a:pt x="1197" y="13315"/>
                  </a:lnTo>
                  <a:lnTo>
                    <a:pt x="7270" y="15212"/>
                  </a:lnTo>
                  <a:lnTo>
                    <a:pt x="8715" y="17946"/>
                  </a:lnTo>
                  <a:lnTo>
                    <a:pt x="11306" y="18635"/>
                  </a:lnTo>
                  <a:lnTo>
                    <a:pt x="13799" y="10504"/>
                  </a:lnTo>
                  <a:lnTo>
                    <a:pt x="17880" y="5889"/>
                  </a:lnTo>
                  <a:lnTo>
                    <a:pt x="19069" y="5632"/>
                  </a:lnTo>
                  <a:lnTo>
                    <a:pt x="21530" y="6602"/>
                  </a:lnTo>
                  <a:lnTo>
                    <a:pt x="23473" y="9263"/>
                  </a:lnTo>
                  <a:lnTo>
                    <a:pt x="25629" y="9360"/>
                  </a:lnTo>
                  <a:lnTo>
                    <a:pt x="28631" y="5534"/>
                  </a:lnTo>
                  <a:lnTo>
                    <a:pt x="28625" y="3691"/>
                  </a:lnTo>
                  <a:lnTo>
                    <a:pt x="32779" y="3719"/>
                  </a:lnTo>
                  <a:lnTo>
                    <a:pt x="34527" y="4582"/>
                  </a:lnTo>
                  <a:lnTo>
                    <a:pt x="37200" y="4158"/>
                  </a:lnTo>
                  <a:lnTo>
                    <a:pt x="48822" y="0"/>
                  </a:lnTo>
                  <a:lnTo>
                    <a:pt x="53091" y="1272"/>
                  </a:lnTo>
                  <a:lnTo>
                    <a:pt x="52788" y="167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h6665"/>
            <p:cNvSpPr/>
            <p:nvPr/>
          </p:nvSpPr>
          <p:spPr>
            <a:xfrm>
              <a:off x="9484385" y="2972467"/>
              <a:ext cx="203" cy="228"/>
            </a:xfrm>
            <a:custGeom>
              <a:avLst/>
              <a:pathLst>
                <a:path w="203" h="228">
                  <a:moveTo>
                    <a:pt x="0" y="0"/>
                  </a:moveTo>
                  <a:lnTo>
                    <a:pt x="203" y="228"/>
                  </a:lnTo>
                  <a:lnTo>
                    <a:pt x="2" y="1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h6666"/>
            <p:cNvSpPr/>
            <p:nvPr/>
          </p:nvSpPr>
          <p:spPr>
            <a:xfrm>
              <a:off x="9627969" y="2941279"/>
              <a:ext cx="2976" cy="4197"/>
            </a:xfrm>
            <a:custGeom>
              <a:avLst/>
              <a:pathLst>
                <a:path w="2976" h="4197">
                  <a:moveTo>
                    <a:pt x="2976" y="1399"/>
                  </a:move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lnTo>
                    <a:pt x="2038" y="0"/>
                  </a:lnTo>
                  <a:lnTo>
                    <a:pt x="2762" y="2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h6667"/>
            <p:cNvSpPr/>
            <p:nvPr/>
          </p:nvSpPr>
          <p:spPr>
            <a:xfrm>
              <a:off x="9173175" y="3022203"/>
              <a:ext cx="9114" cy="3794"/>
            </a:xfrm>
            <a:custGeom>
              <a:avLst/>
              <a:pathLst>
                <a:path w="9114" h="3794">
                  <a:moveTo>
                    <a:pt x="4398" y="873"/>
                  </a:moveTo>
                  <a:lnTo>
                    <a:pt x="8185" y="591"/>
                  </a:lnTo>
                  <a:lnTo>
                    <a:pt x="9114" y="1850"/>
                  </a:lnTo>
                  <a:lnTo>
                    <a:pt x="7285" y="3255"/>
                  </a:ln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h6668"/>
            <p:cNvSpPr/>
            <p:nvPr/>
          </p:nvSpPr>
          <p:spPr>
            <a:xfrm>
              <a:off x="10400822" y="2995840"/>
              <a:ext cx="39913" cy="52338"/>
            </a:xfrm>
            <a:custGeom>
              <a:avLst/>
              <a:pathLst>
                <a:path w="39913" h="52338">
                  <a:moveTo>
                    <a:pt x="21121" y="7531"/>
                  </a:moveTo>
                  <a:lnTo>
                    <a:pt x="21650" y="5288"/>
                  </a:lnTo>
                  <a:lnTo>
                    <a:pt x="23434" y="6521"/>
                  </a:lnTo>
                  <a:lnTo>
                    <a:pt x="22800" y="7485"/>
                  </a:lnTo>
                  <a:lnTo>
                    <a:pt x="23462" y="11416"/>
                  </a:lnTo>
                  <a:lnTo>
                    <a:pt x="23187" y="14618"/>
                  </a:lnTo>
                  <a:lnTo>
                    <a:pt x="21531" y="19841"/>
                  </a:lnTo>
                  <a:lnTo>
                    <a:pt x="23120" y="20788"/>
                  </a:lnTo>
                  <a:lnTo>
                    <a:pt x="22451" y="24626"/>
                  </a:lnTo>
                  <a:lnTo>
                    <a:pt x="23138" y="25237"/>
                  </a:lnTo>
                  <a:lnTo>
                    <a:pt x="27579" y="25669"/>
                  </a:lnTo>
                  <a:lnTo>
                    <a:pt x="31338" y="28516"/>
                  </a:lnTo>
                  <a:lnTo>
                    <a:pt x="34196" y="32110"/>
                  </a:lnTo>
                  <a:lnTo>
                    <a:pt x="39425" y="35551"/>
                  </a:lnTo>
                  <a:lnTo>
                    <a:pt x="39913" y="38504"/>
                  </a:lnTo>
                  <a:lnTo>
                    <a:pt x="37851" y="40647"/>
                  </a:lnTo>
                  <a:lnTo>
                    <a:pt x="33178" y="41785"/>
                  </a:lnTo>
                  <a:lnTo>
                    <a:pt x="31047" y="43821"/>
                  </a:lnTo>
                  <a:lnTo>
                    <a:pt x="26363" y="52338"/>
                  </a:lnTo>
                  <a:lnTo>
                    <a:pt x="19016" y="44510"/>
                  </a:lnTo>
                  <a:lnTo>
                    <a:pt x="2804" y="33189"/>
                  </a:lnTo>
                  <a:lnTo>
                    <a:pt x="0" y="30454"/>
                  </a:lnTo>
                  <a:lnTo>
                    <a:pt x="1220" y="30184"/>
                  </a:lnTo>
                  <a:lnTo>
                    <a:pt x="2272" y="28763"/>
                  </a:lnTo>
                  <a:lnTo>
                    <a:pt x="4750" y="20085"/>
                  </a:lnTo>
                  <a:lnTo>
                    <a:pt x="6053" y="20398"/>
                  </a:lnTo>
                  <a:lnTo>
                    <a:pt x="6767" y="19461"/>
                  </a:lnTo>
                  <a:lnTo>
                    <a:pt x="7070" y="8994"/>
                  </a:lnTo>
                  <a:lnTo>
                    <a:pt x="9024" y="2806"/>
                  </a:lnTo>
                  <a:lnTo>
                    <a:pt x="10417" y="0"/>
                  </a:lnTo>
                  <a:lnTo>
                    <a:pt x="13552" y="4904"/>
                  </a:lnTo>
                  <a:lnTo>
                    <a:pt x="13351" y="9071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h6669"/>
            <p:cNvSpPr/>
            <p:nvPr/>
          </p:nvSpPr>
          <p:spPr>
            <a:xfrm>
              <a:off x="9598207" y="2996322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h6670"/>
            <p:cNvSpPr/>
            <p:nvPr/>
          </p:nvSpPr>
          <p:spPr>
            <a:xfrm>
              <a:off x="11739826" y="3264251"/>
              <a:ext cx="41513" cy="65539"/>
            </a:xfrm>
            <a:custGeom>
              <a:avLst/>
              <a:pathLst>
                <a:path w="41513" h="65539">
                  <a:moveTo>
                    <a:pt x="4937" y="1082"/>
                  </a:moveTo>
                  <a:lnTo>
                    <a:pt x="6781" y="5771"/>
                  </a:lnTo>
                  <a:lnTo>
                    <a:pt x="13586" y="7976"/>
                  </a:lnTo>
                  <a:lnTo>
                    <a:pt x="17822" y="7941"/>
                  </a:lnTo>
                  <a:lnTo>
                    <a:pt x="17691" y="12884"/>
                  </a:lnTo>
                  <a:lnTo>
                    <a:pt x="20662" y="16218"/>
                  </a:lnTo>
                  <a:lnTo>
                    <a:pt x="28537" y="18842"/>
                  </a:lnTo>
                  <a:lnTo>
                    <a:pt x="32035" y="22019"/>
                  </a:lnTo>
                  <a:lnTo>
                    <a:pt x="33624" y="23656"/>
                  </a:lnTo>
                  <a:lnTo>
                    <a:pt x="34551" y="26142"/>
                  </a:lnTo>
                  <a:lnTo>
                    <a:pt x="34486" y="30637"/>
                  </a:lnTo>
                  <a:lnTo>
                    <a:pt x="37385" y="31902"/>
                  </a:lnTo>
                  <a:lnTo>
                    <a:pt x="34524" y="35977"/>
                  </a:lnTo>
                  <a:lnTo>
                    <a:pt x="38834" y="40857"/>
                  </a:lnTo>
                  <a:lnTo>
                    <a:pt x="41513" y="45592"/>
                  </a:lnTo>
                  <a:lnTo>
                    <a:pt x="38433" y="44400"/>
                  </a:lnTo>
                  <a:lnTo>
                    <a:pt x="32030" y="48101"/>
                  </a:lnTo>
                  <a:lnTo>
                    <a:pt x="30633" y="54252"/>
                  </a:lnTo>
                  <a:lnTo>
                    <a:pt x="31976" y="57250"/>
                  </a:lnTo>
                  <a:lnTo>
                    <a:pt x="31428" y="58321"/>
                  </a:lnTo>
                  <a:lnTo>
                    <a:pt x="29455" y="59493"/>
                  </a:lnTo>
                  <a:lnTo>
                    <a:pt x="25407" y="57209"/>
                  </a:lnTo>
                  <a:lnTo>
                    <a:pt x="21806" y="61468"/>
                  </a:lnTo>
                  <a:lnTo>
                    <a:pt x="21706" y="62743"/>
                  </a:lnTo>
                  <a:lnTo>
                    <a:pt x="22815" y="63285"/>
                  </a:lnTo>
                  <a:lnTo>
                    <a:pt x="21849" y="65195"/>
                  </a:lnTo>
                  <a:lnTo>
                    <a:pt x="18483" y="65383"/>
                  </a:lnTo>
                  <a:lnTo>
                    <a:pt x="14069" y="65539"/>
                  </a:lnTo>
                  <a:lnTo>
                    <a:pt x="13088" y="59601"/>
                  </a:lnTo>
                  <a:lnTo>
                    <a:pt x="19367" y="55281"/>
                  </a:lnTo>
                  <a:lnTo>
                    <a:pt x="22852" y="51066"/>
                  </a:lnTo>
                  <a:lnTo>
                    <a:pt x="23731" y="49533"/>
                  </a:lnTo>
                  <a:lnTo>
                    <a:pt x="23779" y="44387"/>
                  </a:lnTo>
                  <a:lnTo>
                    <a:pt x="22056" y="41347"/>
                  </a:lnTo>
                  <a:lnTo>
                    <a:pt x="20394" y="43260"/>
                  </a:lnTo>
                  <a:lnTo>
                    <a:pt x="14309" y="37849"/>
                  </a:lnTo>
                  <a:lnTo>
                    <a:pt x="8013" y="35379"/>
                  </a:lnTo>
                  <a:lnTo>
                    <a:pt x="7009" y="35528"/>
                  </a:lnTo>
                  <a:lnTo>
                    <a:pt x="7233" y="39164"/>
                  </a:lnTo>
                  <a:lnTo>
                    <a:pt x="5177" y="40907"/>
                  </a:lnTo>
                  <a:lnTo>
                    <a:pt x="4592" y="38179"/>
                  </a:lnTo>
                  <a:lnTo>
                    <a:pt x="5629" y="36856"/>
                  </a:lnTo>
                  <a:lnTo>
                    <a:pt x="4411" y="34853"/>
                  </a:lnTo>
                  <a:lnTo>
                    <a:pt x="3359" y="34349"/>
                  </a:lnTo>
                  <a:lnTo>
                    <a:pt x="4186" y="31769"/>
                  </a:lnTo>
                  <a:lnTo>
                    <a:pt x="8275" y="30966"/>
                  </a:lnTo>
                  <a:lnTo>
                    <a:pt x="3369" y="25144"/>
                  </a:lnTo>
                  <a:lnTo>
                    <a:pt x="3317" y="18458"/>
                  </a:lnTo>
                  <a:lnTo>
                    <a:pt x="4681" y="16278"/>
                  </a:lnTo>
                  <a:lnTo>
                    <a:pt x="1694" y="12951"/>
                  </a:lnTo>
                  <a:lnTo>
                    <a:pt x="3075" y="11441"/>
                  </a:lnTo>
                  <a:lnTo>
                    <a:pt x="1934" y="7695"/>
                  </a:lnTo>
                  <a:lnTo>
                    <a:pt x="148" y="4931"/>
                  </a:lnTo>
                  <a:lnTo>
                    <a:pt x="0" y="3032"/>
                  </a:lnTo>
                  <a:lnTo>
                    <a:pt x="401" y="283"/>
                  </a:lnTo>
                  <a:lnTo>
                    <a:pt x="96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h6671"/>
            <p:cNvSpPr/>
            <p:nvPr/>
          </p:nvSpPr>
          <p:spPr>
            <a:xfrm>
              <a:off x="11639063" y="3185420"/>
              <a:ext cx="10443" cy="15197"/>
            </a:xfrm>
            <a:custGeom>
              <a:avLst/>
              <a:pathLst>
                <a:path w="10443" h="15197">
                  <a:moveTo>
                    <a:pt x="5072" y="0"/>
                  </a:moveTo>
                  <a:lnTo>
                    <a:pt x="7548" y="2834"/>
                  </a:lnTo>
                  <a:lnTo>
                    <a:pt x="10443" y="8595"/>
                  </a:lnTo>
                  <a:lnTo>
                    <a:pt x="9559" y="11347"/>
                  </a:lnTo>
                  <a:lnTo>
                    <a:pt x="5261" y="15197"/>
                  </a:lnTo>
                  <a:lnTo>
                    <a:pt x="6256" y="12989"/>
                  </a:lnTo>
                  <a:lnTo>
                    <a:pt x="4257" y="11593"/>
                  </a:lnTo>
                  <a:lnTo>
                    <a:pt x="687" y="10946"/>
                  </a:lnTo>
                  <a:lnTo>
                    <a:pt x="2168" y="10048"/>
                  </a:lnTo>
                  <a:lnTo>
                    <a:pt x="4130" y="10066"/>
                  </a:lnTo>
                  <a:lnTo>
                    <a:pt x="4465" y="8279"/>
                  </a:lnTo>
                  <a:lnTo>
                    <a:pt x="2507" y="4700"/>
                  </a:lnTo>
                  <a:lnTo>
                    <a:pt x="0" y="240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h6672"/>
            <p:cNvSpPr/>
            <p:nvPr/>
          </p:nvSpPr>
          <p:spPr>
            <a:xfrm>
              <a:off x="11652780" y="3305849"/>
              <a:ext cx="94447" cy="70180"/>
            </a:xfrm>
            <a:custGeom>
              <a:avLst/>
              <a:pathLst>
                <a:path w="94447" h="70180">
                  <a:moveTo>
                    <a:pt x="27146" y="748"/>
                  </a:moveTo>
                  <a:lnTo>
                    <a:pt x="31509" y="1519"/>
                  </a:lnTo>
                  <a:lnTo>
                    <a:pt x="35244" y="1041"/>
                  </a:lnTo>
                  <a:lnTo>
                    <a:pt x="36970" y="2534"/>
                  </a:lnTo>
                  <a:lnTo>
                    <a:pt x="37181" y="4555"/>
                  </a:lnTo>
                  <a:lnTo>
                    <a:pt x="36447" y="4836"/>
                  </a:lnTo>
                  <a:lnTo>
                    <a:pt x="39554" y="7349"/>
                  </a:lnTo>
                  <a:lnTo>
                    <a:pt x="46347" y="5120"/>
                  </a:lnTo>
                  <a:lnTo>
                    <a:pt x="51939" y="8140"/>
                  </a:lnTo>
                  <a:lnTo>
                    <a:pt x="58139" y="10475"/>
                  </a:lnTo>
                  <a:lnTo>
                    <a:pt x="61536" y="12926"/>
                  </a:lnTo>
                  <a:lnTo>
                    <a:pt x="66738" y="10790"/>
                  </a:lnTo>
                  <a:lnTo>
                    <a:pt x="72760" y="10552"/>
                  </a:lnTo>
                  <a:lnTo>
                    <a:pt x="72785" y="11589"/>
                  </a:lnTo>
                  <a:lnTo>
                    <a:pt x="64134" y="14998"/>
                  </a:lnTo>
                  <a:lnTo>
                    <a:pt x="66790" y="18997"/>
                  </a:lnTo>
                  <a:lnTo>
                    <a:pt x="68531" y="20265"/>
                  </a:lnTo>
                  <a:lnTo>
                    <a:pt x="80524" y="25251"/>
                  </a:lnTo>
                  <a:lnTo>
                    <a:pt x="91576" y="27737"/>
                  </a:lnTo>
                  <a:lnTo>
                    <a:pt x="94447" y="30800"/>
                  </a:lnTo>
                  <a:lnTo>
                    <a:pt x="92014" y="31183"/>
                  </a:lnTo>
                  <a:lnTo>
                    <a:pt x="90534" y="33068"/>
                  </a:lnTo>
                  <a:lnTo>
                    <a:pt x="88024" y="35636"/>
                  </a:lnTo>
                  <a:lnTo>
                    <a:pt x="85374" y="41385"/>
                  </a:lnTo>
                  <a:lnTo>
                    <a:pt x="87585" y="42661"/>
                  </a:lnTo>
                  <a:lnTo>
                    <a:pt x="86028" y="46662"/>
                  </a:lnTo>
                  <a:lnTo>
                    <a:pt x="78020" y="41737"/>
                  </a:lnTo>
                  <a:lnTo>
                    <a:pt x="72621" y="39308"/>
                  </a:lnTo>
                  <a:lnTo>
                    <a:pt x="69397" y="36479"/>
                  </a:lnTo>
                  <a:lnTo>
                    <a:pt x="65814" y="41783"/>
                  </a:lnTo>
                  <a:lnTo>
                    <a:pt x="61367" y="43872"/>
                  </a:lnTo>
                  <a:lnTo>
                    <a:pt x="59547" y="45501"/>
                  </a:lnTo>
                  <a:lnTo>
                    <a:pt x="58625" y="42125"/>
                  </a:lnTo>
                  <a:lnTo>
                    <a:pt x="52560" y="40223"/>
                  </a:lnTo>
                  <a:lnTo>
                    <a:pt x="38360" y="48939"/>
                  </a:lnTo>
                  <a:lnTo>
                    <a:pt x="37337" y="50579"/>
                  </a:lnTo>
                  <a:lnTo>
                    <a:pt x="40255" y="50938"/>
                  </a:lnTo>
                  <a:lnTo>
                    <a:pt x="36592" y="55070"/>
                  </a:lnTo>
                  <a:lnTo>
                    <a:pt x="35866" y="56995"/>
                  </a:lnTo>
                  <a:lnTo>
                    <a:pt x="35517" y="59522"/>
                  </a:lnTo>
                  <a:lnTo>
                    <a:pt x="38946" y="62340"/>
                  </a:lnTo>
                  <a:lnTo>
                    <a:pt x="36203" y="70115"/>
                  </a:lnTo>
                  <a:lnTo>
                    <a:pt x="30564" y="69882"/>
                  </a:lnTo>
                  <a:lnTo>
                    <a:pt x="28457" y="69069"/>
                  </a:lnTo>
                  <a:lnTo>
                    <a:pt x="27949" y="66871"/>
                  </a:lnTo>
                  <a:lnTo>
                    <a:pt x="20637" y="70180"/>
                  </a:lnTo>
                  <a:lnTo>
                    <a:pt x="17969" y="68097"/>
                  </a:lnTo>
                  <a:lnTo>
                    <a:pt x="16594" y="64587"/>
                  </a:lnTo>
                  <a:lnTo>
                    <a:pt x="13383" y="64012"/>
                  </a:lnTo>
                  <a:lnTo>
                    <a:pt x="10855" y="64819"/>
                  </a:lnTo>
                  <a:lnTo>
                    <a:pt x="9155" y="63792"/>
                  </a:lnTo>
                  <a:lnTo>
                    <a:pt x="8603" y="60665"/>
                  </a:lnTo>
                  <a:lnTo>
                    <a:pt x="3549" y="61371"/>
                  </a:lnTo>
                  <a:lnTo>
                    <a:pt x="5774" y="57492"/>
                  </a:lnTo>
                  <a:lnTo>
                    <a:pt x="4191" y="54233"/>
                  </a:lnTo>
                  <a:lnTo>
                    <a:pt x="0" y="49131"/>
                  </a:lnTo>
                  <a:lnTo>
                    <a:pt x="1620" y="49697"/>
                  </a:lnTo>
                  <a:lnTo>
                    <a:pt x="5777" y="46975"/>
                  </a:lnTo>
                  <a:lnTo>
                    <a:pt x="3875" y="44084"/>
                  </a:lnTo>
                  <a:lnTo>
                    <a:pt x="4355" y="40992"/>
                  </a:lnTo>
                  <a:lnTo>
                    <a:pt x="5834" y="38663"/>
                  </a:lnTo>
                  <a:lnTo>
                    <a:pt x="12547" y="37946"/>
                  </a:lnTo>
                  <a:lnTo>
                    <a:pt x="17568" y="25090"/>
                  </a:lnTo>
                  <a:lnTo>
                    <a:pt x="19792" y="22305"/>
                  </a:lnTo>
                  <a:lnTo>
                    <a:pt x="24454" y="11105"/>
                  </a:lnTo>
                  <a:lnTo>
                    <a:pt x="26715" y="4733"/>
                  </a:lnTo>
                  <a:lnTo>
                    <a:pt x="25865" y="663"/>
                  </a:lnTo>
                  <a:lnTo>
                    <a:pt x="26804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h6673"/>
            <p:cNvSpPr/>
            <p:nvPr/>
          </p:nvSpPr>
          <p:spPr>
            <a:xfrm>
              <a:off x="11615187" y="3192426"/>
              <a:ext cx="28030" cy="26547"/>
            </a:xfrm>
            <a:custGeom>
              <a:avLst/>
              <a:pathLst>
                <a:path w="28030" h="26547">
                  <a:moveTo>
                    <a:pt x="16914" y="1464"/>
                  </a:moveTo>
                  <a:lnTo>
                    <a:pt x="20492" y="4030"/>
                  </a:lnTo>
                  <a:lnTo>
                    <a:pt x="20664" y="5716"/>
                  </a:lnTo>
                  <a:lnTo>
                    <a:pt x="19020" y="10770"/>
                  </a:lnTo>
                  <a:lnTo>
                    <a:pt x="22512" y="12718"/>
                  </a:lnTo>
                  <a:lnTo>
                    <a:pt x="24559" y="14817"/>
                  </a:lnTo>
                  <a:lnTo>
                    <a:pt x="28030" y="20209"/>
                  </a:lnTo>
                  <a:lnTo>
                    <a:pt x="26745" y="23942"/>
                  </a:lnTo>
                  <a:lnTo>
                    <a:pt x="22801" y="26503"/>
                  </a:lnTo>
                  <a:lnTo>
                    <a:pt x="21043" y="23806"/>
                  </a:lnTo>
                  <a:lnTo>
                    <a:pt x="19988" y="23259"/>
                  </a:lnTo>
                  <a:lnTo>
                    <a:pt x="17539" y="23720"/>
                  </a:lnTo>
                  <a:lnTo>
                    <a:pt x="12384" y="26547"/>
                  </a:lnTo>
                  <a:lnTo>
                    <a:pt x="8800" y="26330"/>
                  </a:lnTo>
                  <a:lnTo>
                    <a:pt x="1164" y="25394"/>
                  </a:lnTo>
                  <a:lnTo>
                    <a:pt x="0" y="18991"/>
                  </a:lnTo>
                  <a:lnTo>
                    <a:pt x="6453" y="16409"/>
                  </a:lnTo>
                  <a:lnTo>
                    <a:pt x="8756" y="11121"/>
                  </a:lnTo>
                  <a:lnTo>
                    <a:pt x="9298" y="6329"/>
                  </a:lnTo>
                  <a:lnTo>
                    <a:pt x="8015" y="1961"/>
                  </a:lnTo>
                  <a:lnTo>
                    <a:pt x="9585" y="1130"/>
                  </a:lnTo>
                  <a:lnTo>
                    <a:pt x="12275" y="1091"/>
                  </a:lnTo>
                  <a:lnTo>
                    <a:pt x="1410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h6674"/>
            <p:cNvSpPr/>
            <p:nvPr/>
          </p:nvSpPr>
          <p:spPr>
            <a:xfrm>
              <a:off x="11623897" y="3215686"/>
              <a:ext cx="23974" cy="27913"/>
            </a:xfrm>
            <a:custGeom>
              <a:avLst/>
              <a:pathLst>
                <a:path w="23974" h="27913">
                  <a:moveTo>
                    <a:pt x="12332" y="546"/>
                  </a:moveTo>
                  <a:lnTo>
                    <a:pt x="14090" y="3243"/>
                  </a:lnTo>
                  <a:lnTo>
                    <a:pt x="15231" y="6433"/>
                  </a:lnTo>
                  <a:lnTo>
                    <a:pt x="23870" y="10751"/>
                  </a:lnTo>
                  <a:lnTo>
                    <a:pt x="21626" y="13377"/>
                  </a:lnTo>
                  <a:lnTo>
                    <a:pt x="21636" y="11041"/>
                  </a:lnTo>
                  <a:lnTo>
                    <a:pt x="20451" y="12985"/>
                  </a:lnTo>
                  <a:lnTo>
                    <a:pt x="22042" y="15462"/>
                  </a:lnTo>
                  <a:lnTo>
                    <a:pt x="23974" y="21547"/>
                  </a:lnTo>
                  <a:lnTo>
                    <a:pt x="20728" y="21815"/>
                  </a:lnTo>
                  <a:lnTo>
                    <a:pt x="20667" y="26424"/>
                  </a:lnTo>
                  <a:lnTo>
                    <a:pt x="16213" y="27913"/>
                  </a:lnTo>
                  <a:lnTo>
                    <a:pt x="12815" y="27001"/>
                  </a:lnTo>
                  <a:lnTo>
                    <a:pt x="6029" y="22217"/>
                  </a:lnTo>
                  <a:lnTo>
                    <a:pt x="2378" y="16790"/>
                  </a:lnTo>
                  <a:lnTo>
                    <a:pt x="1169" y="14275"/>
                  </a:lnTo>
                  <a:lnTo>
                    <a:pt x="2642" y="11853"/>
                  </a:lnTo>
                  <a:lnTo>
                    <a:pt x="2415" y="7568"/>
                  </a:lnTo>
                  <a:lnTo>
                    <a:pt x="1047" y="6095"/>
                  </a:lnTo>
                  <a:lnTo>
                    <a:pt x="0" y="6054"/>
                  </a:lnTo>
                  <a:lnTo>
                    <a:pt x="90" y="3070"/>
                  </a:lnTo>
                  <a:lnTo>
                    <a:pt x="3674" y="3287"/>
                  </a:lnTo>
                  <a:lnTo>
                    <a:pt x="8829" y="460"/>
                  </a:lnTo>
                  <a:lnTo>
                    <a:pt x="1127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h6675"/>
            <p:cNvSpPr/>
            <p:nvPr/>
          </p:nvSpPr>
          <p:spPr>
            <a:xfrm>
              <a:off x="11721722" y="3181718"/>
              <a:ext cx="27117" cy="19669"/>
            </a:xfrm>
            <a:custGeom>
              <a:avLst/>
              <a:pathLst>
                <a:path w="27117" h="19669">
                  <a:moveTo>
                    <a:pt x="27117" y="3694"/>
                  </a:moveTo>
                  <a:lnTo>
                    <a:pt x="24442" y="7071"/>
                  </a:lnTo>
                  <a:lnTo>
                    <a:pt x="27047" y="9837"/>
                  </a:lnTo>
                  <a:lnTo>
                    <a:pt x="26071" y="10887"/>
                  </a:lnTo>
                  <a:lnTo>
                    <a:pt x="22364" y="8299"/>
                  </a:lnTo>
                  <a:lnTo>
                    <a:pt x="21148" y="8699"/>
                  </a:lnTo>
                  <a:lnTo>
                    <a:pt x="12655" y="16782"/>
                  </a:lnTo>
                  <a:lnTo>
                    <a:pt x="12310" y="15425"/>
                  </a:lnTo>
                  <a:lnTo>
                    <a:pt x="9708" y="13066"/>
                  </a:lnTo>
                  <a:lnTo>
                    <a:pt x="8818" y="13303"/>
                  </a:lnTo>
                  <a:lnTo>
                    <a:pt x="5051" y="15976"/>
                  </a:lnTo>
                  <a:lnTo>
                    <a:pt x="7236" y="17723"/>
                  </a:lnTo>
                  <a:lnTo>
                    <a:pt x="7503" y="19669"/>
                  </a:lnTo>
                  <a:lnTo>
                    <a:pt x="112" y="16207"/>
                  </a:lnTo>
                  <a:lnTo>
                    <a:pt x="439" y="12301"/>
                  </a:lnTo>
                  <a:lnTo>
                    <a:pt x="0" y="10824"/>
                  </a:lnTo>
                  <a:lnTo>
                    <a:pt x="451" y="10273"/>
                  </a:lnTo>
                  <a:lnTo>
                    <a:pt x="2767" y="8412"/>
                  </a:lnTo>
                  <a:lnTo>
                    <a:pt x="5495" y="7927"/>
                  </a:lnTo>
                  <a:lnTo>
                    <a:pt x="8830" y="5337"/>
                  </a:lnTo>
                  <a:lnTo>
                    <a:pt x="10340" y="6381"/>
                  </a:lnTo>
                  <a:lnTo>
                    <a:pt x="13111" y="4386"/>
                  </a:lnTo>
                  <a:lnTo>
                    <a:pt x="12662" y="2212"/>
                  </a:lnTo>
                  <a:lnTo>
                    <a:pt x="13198" y="750"/>
                  </a:lnTo>
                  <a:lnTo>
                    <a:pt x="17512" y="551"/>
                  </a:lnTo>
                  <a:lnTo>
                    <a:pt x="20548" y="3460"/>
                  </a:lnTo>
                  <a:lnTo>
                    <a:pt x="2360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h6676"/>
            <p:cNvSpPr/>
            <p:nvPr/>
          </p:nvSpPr>
          <p:spPr>
            <a:xfrm>
              <a:off x="11575984" y="3269321"/>
              <a:ext cx="81710" cy="51352"/>
            </a:xfrm>
            <a:custGeom>
              <a:avLst/>
              <a:pathLst>
                <a:path w="81710" h="51352">
                  <a:moveTo>
                    <a:pt x="57229" y="0"/>
                  </a:moveTo>
                  <a:lnTo>
                    <a:pt x="60170" y="3230"/>
                  </a:lnTo>
                  <a:lnTo>
                    <a:pt x="61550" y="3885"/>
                  </a:lnTo>
                  <a:lnTo>
                    <a:pt x="59726" y="6549"/>
                  </a:lnTo>
                  <a:lnTo>
                    <a:pt x="61360" y="8387"/>
                  </a:lnTo>
                  <a:lnTo>
                    <a:pt x="67243" y="9072"/>
                  </a:lnTo>
                  <a:lnTo>
                    <a:pt x="67374" y="6812"/>
                  </a:lnTo>
                  <a:lnTo>
                    <a:pt x="74877" y="9489"/>
                  </a:lnTo>
                  <a:lnTo>
                    <a:pt x="81681" y="12166"/>
                  </a:lnTo>
                  <a:lnTo>
                    <a:pt x="81016" y="13890"/>
                  </a:lnTo>
                  <a:lnTo>
                    <a:pt x="77003" y="18203"/>
                  </a:lnTo>
                  <a:lnTo>
                    <a:pt x="76249" y="20516"/>
                  </a:lnTo>
                  <a:lnTo>
                    <a:pt x="77052" y="20957"/>
                  </a:lnTo>
                  <a:lnTo>
                    <a:pt x="76110" y="22421"/>
                  </a:lnTo>
                  <a:lnTo>
                    <a:pt x="76091" y="24074"/>
                  </a:lnTo>
                  <a:lnTo>
                    <a:pt x="77568" y="28820"/>
                  </a:lnTo>
                  <a:lnTo>
                    <a:pt x="79423" y="33029"/>
                  </a:lnTo>
                  <a:lnTo>
                    <a:pt x="81710" y="33908"/>
                  </a:lnTo>
                  <a:lnTo>
                    <a:pt x="80043" y="36527"/>
                  </a:lnTo>
                  <a:lnTo>
                    <a:pt x="77019" y="37794"/>
                  </a:lnTo>
                  <a:lnTo>
                    <a:pt x="74273" y="35889"/>
                  </a:lnTo>
                  <a:lnTo>
                    <a:pt x="64697" y="37192"/>
                  </a:lnTo>
                  <a:lnTo>
                    <a:pt x="63348" y="40975"/>
                  </a:lnTo>
                  <a:lnTo>
                    <a:pt x="60182" y="45579"/>
                  </a:lnTo>
                  <a:lnTo>
                    <a:pt x="58005" y="43663"/>
                  </a:lnTo>
                  <a:lnTo>
                    <a:pt x="45907" y="47518"/>
                  </a:lnTo>
                  <a:lnTo>
                    <a:pt x="41915" y="43687"/>
                  </a:lnTo>
                  <a:lnTo>
                    <a:pt x="40371" y="45558"/>
                  </a:lnTo>
                  <a:lnTo>
                    <a:pt x="42758" y="50635"/>
                  </a:lnTo>
                  <a:lnTo>
                    <a:pt x="41645" y="51352"/>
                  </a:lnTo>
                  <a:lnTo>
                    <a:pt x="27358" y="48196"/>
                  </a:lnTo>
                  <a:lnTo>
                    <a:pt x="18346" y="48164"/>
                  </a:lnTo>
                  <a:lnTo>
                    <a:pt x="13747" y="47766"/>
                  </a:lnTo>
                  <a:lnTo>
                    <a:pt x="7596" y="48522"/>
                  </a:lnTo>
                  <a:lnTo>
                    <a:pt x="3429" y="46362"/>
                  </a:lnTo>
                  <a:lnTo>
                    <a:pt x="0" y="45878"/>
                  </a:lnTo>
                  <a:lnTo>
                    <a:pt x="2485" y="43266"/>
                  </a:lnTo>
                  <a:lnTo>
                    <a:pt x="5278" y="38580"/>
                  </a:lnTo>
                  <a:lnTo>
                    <a:pt x="4497" y="37518"/>
                  </a:lnTo>
                  <a:lnTo>
                    <a:pt x="3034" y="37581"/>
                  </a:lnTo>
                  <a:lnTo>
                    <a:pt x="2137" y="35650"/>
                  </a:lnTo>
                  <a:lnTo>
                    <a:pt x="9477" y="35510"/>
                  </a:lnTo>
                  <a:lnTo>
                    <a:pt x="13281" y="31638"/>
                  </a:lnTo>
                  <a:lnTo>
                    <a:pt x="14571" y="28676"/>
                  </a:lnTo>
                  <a:lnTo>
                    <a:pt x="17461" y="24780"/>
                  </a:lnTo>
                  <a:lnTo>
                    <a:pt x="18942" y="23882"/>
                  </a:lnTo>
                  <a:lnTo>
                    <a:pt x="21703" y="24495"/>
                  </a:lnTo>
                  <a:lnTo>
                    <a:pt x="23657" y="24011"/>
                  </a:lnTo>
                  <a:lnTo>
                    <a:pt x="21097" y="20121"/>
                  </a:lnTo>
                  <a:lnTo>
                    <a:pt x="25185" y="19803"/>
                  </a:lnTo>
                  <a:lnTo>
                    <a:pt x="27380" y="18687"/>
                  </a:lnTo>
                  <a:lnTo>
                    <a:pt x="28285" y="18189"/>
                  </a:lnTo>
                  <a:lnTo>
                    <a:pt x="28387" y="16412"/>
                  </a:lnTo>
                  <a:lnTo>
                    <a:pt x="30905" y="16539"/>
                  </a:lnTo>
                  <a:lnTo>
                    <a:pt x="32708" y="17392"/>
                  </a:lnTo>
                  <a:lnTo>
                    <a:pt x="33174" y="14690"/>
                  </a:lnTo>
                  <a:lnTo>
                    <a:pt x="38021" y="11797"/>
                  </a:lnTo>
                  <a:lnTo>
                    <a:pt x="41557" y="11001"/>
                  </a:lnTo>
                  <a:lnTo>
                    <a:pt x="49743" y="11363"/>
                  </a:lnTo>
                  <a:lnTo>
                    <a:pt x="53538" y="10589"/>
                  </a:lnTo>
                  <a:lnTo>
                    <a:pt x="54793" y="8188"/>
                  </a:lnTo>
                  <a:lnTo>
                    <a:pt x="52187" y="1463"/>
                  </a:lnTo>
                  <a:lnTo>
                    <a:pt x="55031" y="12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h6677"/>
            <p:cNvSpPr/>
            <p:nvPr/>
          </p:nvSpPr>
          <p:spPr>
            <a:xfrm>
              <a:off x="11594331" y="3303229"/>
              <a:ext cx="85253" cy="55947"/>
            </a:xfrm>
            <a:custGeom>
              <a:avLst/>
              <a:pathLst>
                <a:path w="85253" h="55947">
                  <a:moveTo>
                    <a:pt x="63961" y="2252"/>
                  </a:moveTo>
                  <a:lnTo>
                    <a:pt x="76490" y="5886"/>
                  </a:lnTo>
                  <a:lnTo>
                    <a:pt x="78242" y="5163"/>
                  </a:lnTo>
                  <a:lnTo>
                    <a:pt x="79340" y="2963"/>
                  </a:lnTo>
                  <a:lnTo>
                    <a:pt x="84932" y="2341"/>
                  </a:lnTo>
                  <a:lnTo>
                    <a:pt x="85253" y="2619"/>
                  </a:lnTo>
                  <a:lnTo>
                    <a:pt x="84314" y="3283"/>
                  </a:lnTo>
                  <a:lnTo>
                    <a:pt x="85163" y="7352"/>
                  </a:lnTo>
                  <a:lnTo>
                    <a:pt x="82903" y="13724"/>
                  </a:lnTo>
                  <a:lnTo>
                    <a:pt x="78241" y="24925"/>
                  </a:lnTo>
                  <a:lnTo>
                    <a:pt x="76016" y="27709"/>
                  </a:lnTo>
                  <a:lnTo>
                    <a:pt x="70996" y="40566"/>
                  </a:lnTo>
                  <a:lnTo>
                    <a:pt x="64282" y="41283"/>
                  </a:lnTo>
                  <a:lnTo>
                    <a:pt x="62804" y="43611"/>
                  </a:lnTo>
                  <a:lnTo>
                    <a:pt x="62324" y="46704"/>
                  </a:lnTo>
                  <a:lnTo>
                    <a:pt x="64226" y="49595"/>
                  </a:lnTo>
                  <a:lnTo>
                    <a:pt x="60069" y="52316"/>
                  </a:lnTo>
                  <a:lnTo>
                    <a:pt x="58448" y="51750"/>
                  </a:lnTo>
                  <a:lnTo>
                    <a:pt x="57066" y="49648"/>
                  </a:lnTo>
                  <a:lnTo>
                    <a:pt x="52159" y="52772"/>
                  </a:lnTo>
                  <a:lnTo>
                    <a:pt x="49666" y="53401"/>
                  </a:lnTo>
                  <a:lnTo>
                    <a:pt x="46623" y="53060"/>
                  </a:lnTo>
                  <a:lnTo>
                    <a:pt x="45036" y="54132"/>
                  </a:lnTo>
                  <a:lnTo>
                    <a:pt x="43978" y="55947"/>
                  </a:lnTo>
                  <a:lnTo>
                    <a:pt x="38468" y="55235"/>
                  </a:lnTo>
                  <a:lnTo>
                    <a:pt x="34599" y="49029"/>
                  </a:lnTo>
                  <a:lnTo>
                    <a:pt x="32736" y="47806"/>
                  </a:lnTo>
                  <a:lnTo>
                    <a:pt x="28583" y="47404"/>
                  </a:lnTo>
                  <a:lnTo>
                    <a:pt x="25017" y="42663"/>
                  </a:lnTo>
                  <a:lnTo>
                    <a:pt x="21570" y="40528"/>
                  </a:lnTo>
                  <a:lnTo>
                    <a:pt x="16865" y="38870"/>
                  </a:lnTo>
                  <a:lnTo>
                    <a:pt x="8644" y="37676"/>
                  </a:lnTo>
                  <a:lnTo>
                    <a:pt x="6927" y="40078"/>
                  </a:lnTo>
                  <a:lnTo>
                    <a:pt x="5991" y="39856"/>
                  </a:lnTo>
                  <a:lnTo>
                    <a:pt x="3738" y="33693"/>
                  </a:lnTo>
                  <a:lnTo>
                    <a:pt x="5863" y="31648"/>
                  </a:lnTo>
                  <a:lnTo>
                    <a:pt x="2522" y="24951"/>
                  </a:lnTo>
                  <a:lnTo>
                    <a:pt x="0" y="14256"/>
                  </a:lnTo>
                  <a:lnTo>
                    <a:pt x="9012" y="14288"/>
                  </a:lnTo>
                  <a:lnTo>
                    <a:pt x="23299" y="17443"/>
                  </a:lnTo>
                  <a:lnTo>
                    <a:pt x="24412" y="16727"/>
                  </a:lnTo>
                  <a:lnTo>
                    <a:pt x="22024" y="11649"/>
                  </a:lnTo>
                  <a:lnTo>
                    <a:pt x="23568" y="9778"/>
                  </a:lnTo>
                  <a:lnTo>
                    <a:pt x="27561" y="13610"/>
                  </a:lnTo>
                  <a:lnTo>
                    <a:pt x="39659" y="9754"/>
                  </a:lnTo>
                  <a:lnTo>
                    <a:pt x="41835" y="11671"/>
                  </a:lnTo>
                  <a:lnTo>
                    <a:pt x="45002" y="7066"/>
                  </a:lnTo>
                  <a:lnTo>
                    <a:pt x="46351" y="3283"/>
                  </a:lnTo>
                  <a:lnTo>
                    <a:pt x="55926" y="1980"/>
                  </a:lnTo>
                  <a:lnTo>
                    <a:pt x="58672" y="3885"/>
                  </a:lnTo>
                  <a:lnTo>
                    <a:pt x="61696" y="2619"/>
                  </a:lnTo>
                  <a:lnTo>
                    <a:pt x="63363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h6678"/>
            <p:cNvSpPr/>
            <p:nvPr/>
          </p:nvSpPr>
          <p:spPr>
            <a:xfrm>
              <a:off x="11679263" y="3274580"/>
              <a:ext cx="59700" cy="44195"/>
            </a:xfrm>
            <a:custGeom>
              <a:avLst/>
              <a:pathLst>
                <a:path w="59700" h="44195">
                  <a:moveTo>
                    <a:pt x="42433" y="720"/>
                  </a:moveTo>
                  <a:lnTo>
                    <a:pt x="44015" y="1222"/>
                  </a:lnTo>
                  <a:lnTo>
                    <a:pt x="42761" y="3110"/>
                  </a:lnTo>
                  <a:lnTo>
                    <a:pt x="45212" y="5491"/>
                  </a:lnTo>
                  <a:lnTo>
                    <a:pt x="51396" y="0"/>
                  </a:lnTo>
                  <a:lnTo>
                    <a:pt x="58718" y="863"/>
                  </a:lnTo>
                  <a:lnTo>
                    <a:pt x="59291" y="4346"/>
                  </a:lnTo>
                  <a:lnTo>
                    <a:pt x="59700" y="5388"/>
                  </a:lnTo>
                  <a:lnTo>
                    <a:pt x="57623" y="6428"/>
                  </a:lnTo>
                  <a:lnTo>
                    <a:pt x="54909" y="5521"/>
                  </a:lnTo>
                  <a:lnTo>
                    <a:pt x="54321" y="2951"/>
                  </a:lnTo>
                  <a:lnTo>
                    <a:pt x="53307" y="3305"/>
                  </a:lnTo>
                  <a:lnTo>
                    <a:pt x="48305" y="13672"/>
                  </a:lnTo>
                  <a:lnTo>
                    <a:pt x="50416" y="18682"/>
                  </a:lnTo>
                  <a:lnTo>
                    <a:pt x="53440" y="21022"/>
                  </a:lnTo>
                  <a:lnTo>
                    <a:pt x="55230" y="23514"/>
                  </a:lnTo>
                  <a:lnTo>
                    <a:pt x="54546" y="24710"/>
                  </a:lnTo>
                  <a:lnTo>
                    <a:pt x="57306" y="25244"/>
                  </a:lnTo>
                  <a:lnTo>
                    <a:pt x="55429" y="27061"/>
                  </a:lnTo>
                  <a:lnTo>
                    <a:pt x="53238" y="26862"/>
                  </a:lnTo>
                  <a:lnTo>
                    <a:pt x="49250" y="33415"/>
                  </a:lnTo>
                  <a:lnTo>
                    <a:pt x="46277" y="41821"/>
                  </a:lnTo>
                  <a:lnTo>
                    <a:pt x="40255" y="42059"/>
                  </a:lnTo>
                  <a:lnTo>
                    <a:pt x="35053" y="44195"/>
                  </a:lnTo>
                  <a:lnTo>
                    <a:pt x="31656" y="41744"/>
                  </a:lnTo>
                  <a:lnTo>
                    <a:pt x="25455" y="39409"/>
                  </a:lnTo>
                  <a:lnTo>
                    <a:pt x="19863" y="36389"/>
                  </a:lnTo>
                  <a:lnTo>
                    <a:pt x="13071" y="38618"/>
                  </a:lnTo>
                  <a:lnTo>
                    <a:pt x="9964" y="36105"/>
                  </a:lnTo>
                  <a:lnTo>
                    <a:pt x="10697" y="35824"/>
                  </a:lnTo>
                  <a:lnTo>
                    <a:pt x="10487" y="33803"/>
                  </a:lnTo>
                  <a:lnTo>
                    <a:pt x="8760" y="32310"/>
                  </a:lnTo>
                  <a:lnTo>
                    <a:pt x="5026" y="32789"/>
                  </a:lnTo>
                  <a:lnTo>
                    <a:pt x="663" y="32017"/>
                  </a:lnTo>
                  <a:lnTo>
                    <a:pt x="321" y="31269"/>
                  </a:lnTo>
                  <a:lnTo>
                    <a:pt x="0" y="30990"/>
                  </a:lnTo>
                  <a:lnTo>
                    <a:pt x="2490" y="30091"/>
                  </a:lnTo>
                  <a:lnTo>
                    <a:pt x="2975" y="26935"/>
                  </a:lnTo>
                  <a:lnTo>
                    <a:pt x="726" y="26885"/>
                  </a:lnTo>
                  <a:lnTo>
                    <a:pt x="540" y="24010"/>
                  </a:lnTo>
                  <a:lnTo>
                    <a:pt x="2344" y="21456"/>
                  </a:lnTo>
                  <a:lnTo>
                    <a:pt x="6910" y="18009"/>
                  </a:lnTo>
                  <a:lnTo>
                    <a:pt x="7098" y="15815"/>
                  </a:lnTo>
                  <a:lnTo>
                    <a:pt x="10099" y="13222"/>
                  </a:lnTo>
                  <a:lnTo>
                    <a:pt x="13618" y="10029"/>
                  </a:lnTo>
                  <a:lnTo>
                    <a:pt x="11191" y="7144"/>
                  </a:lnTo>
                  <a:lnTo>
                    <a:pt x="12709" y="5759"/>
                  </a:lnTo>
                  <a:lnTo>
                    <a:pt x="15518" y="7161"/>
                  </a:lnTo>
                  <a:lnTo>
                    <a:pt x="16498" y="6170"/>
                  </a:lnTo>
                  <a:lnTo>
                    <a:pt x="15743" y="3038"/>
                  </a:lnTo>
                  <a:lnTo>
                    <a:pt x="17438" y="2710"/>
                  </a:lnTo>
                  <a:lnTo>
                    <a:pt x="21898" y="5599"/>
                  </a:lnTo>
                  <a:lnTo>
                    <a:pt x="26503" y="2328"/>
                  </a:lnTo>
                  <a:lnTo>
                    <a:pt x="27152" y="3461"/>
                  </a:lnTo>
                  <a:lnTo>
                    <a:pt x="27179" y="4517"/>
                  </a:lnTo>
                  <a:lnTo>
                    <a:pt x="29236" y="7297"/>
                  </a:lnTo>
                  <a:lnTo>
                    <a:pt x="24870" y="10518"/>
                  </a:lnTo>
                  <a:lnTo>
                    <a:pt x="24657" y="12441"/>
                  </a:lnTo>
                  <a:lnTo>
                    <a:pt x="28074" y="11324"/>
                  </a:lnTo>
                  <a:lnTo>
                    <a:pt x="33524" y="6703"/>
                  </a:lnTo>
                  <a:lnTo>
                    <a:pt x="33942" y="5341"/>
                  </a:lnTo>
                  <a:lnTo>
                    <a:pt x="32466" y="6181"/>
                  </a:lnTo>
                  <a:lnTo>
                    <a:pt x="30530" y="3161"/>
                  </a:lnTo>
                  <a:lnTo>
                    <a:pt x="32599" y="1565"/>
                  </a:lnTo>
                  <a:lnTo>
                    <a:pt x="37462" y="501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h6679"/>
            <p:cNvSpPr/>
            <p:nvPr/>
          </p:nvSpPr>
          <p:spPr>
            <a:xfrm>
              <a:off x="11742745" y="3299630"/>
              <a:ext cx="20860" cy="37834"/>
            </a:xfrm>
            <a:custGeom>
              <a:avLst/>
              <a:pathLst>
                <a:path w="20860" h="37834">
                  <a:moveTo>
                    <a:pt x="5094" y="0"/>
                  </a:moveTo>
                  <a:lnTo>
                    <a:pt x="11390" y="2469"/>
                  </a:lnTo>
                  <a:lnTo>
                    <a:pt x="17475" y="7881"/>
                  </a:lnTo>
                  <a:lnTo>
                    <a:pt x="19137" y="5968"/>
                  </a:lnTo>
                  <a:lnTo>
                    <a:pt x="20860" y="9007"/>
                  </a:lnTo>
                  <a:lnTo>
                    <a:pt x="20811" y="14153"/>
                  </a:lnTo>
                  <a:lnTo>
                    <a:pt x="19933" y="15687"/>
                  </a:lnTo>
                  <a:lnTo>
                    <a:pt x="16448" y="19902"/>
                  </a:lnTo>
                  <a:lnTo>
                    <a:pt x="10169" y="24222"/>
                  </a:lnTo>
                  <a:lnTo>
                    <a:pt x="11150" y="30160"/>
                  </a:lnTo>
                  <a:lnTo>
                    <a:pt x="15564" y="30004"/>
                  </a:lnTo>
                  <a:lnTo>
                    <a:pt x="19393" y="36130"/>
                  </a:lnTo>
                  <a:lnTo>
                    <a:pt x="19504" y="37075"/>
                  </a:lnTo>
                  <a:lnTo>
                    <a:pt x="18159" y="37834"/>
                  </a:lnTo>
                  <a:lnTo>
                    <a:pt x="8997" y="34083"/>
                  </a:lnTo>
                  <a:lnTo>
                    <a:pt x="1979" y="29210"/>
                  </a:lnTo>
                  <a:lnTo>
                    <a:pt x="669" y="25285"/>
                  </a:lnTo>
                  <a:lnTo>
                    <a:pt x="1995" y="19988"/>
                  </a:lnTo>
                  <a:lnTo>
                    <a:pt x="5055" y="19201"/>
                  </a:lnTo>
                  <a:lnTo>
                    <a:pt x="6856" y="17443"/>
                  </a:lnTo>
                  <a:lnTo>
                    <a:pt x="3358" y="15125"/>
                  </a:lnTo>
                  <a:lnTo>
                    <a:pt x="0" y="14955"/>
                  </a:lnTo>
                  <a:lnTo>
                    <a:pt x="670" y="11902"/>
                  </a:lnTo>
                  <a:lnTo>
                    <a:pt x="2640" y="10262"/>
                  </a:lnTo>
                  <a:lnTo>
                    <a:pt x="5093" y="10180"/>
                  </a:lnTo>
                  <a:lnTo>
                    <a:pt x="5944" y="8525"/>
                  </a:lnTo>
                  <a:lnTo>
                    <a:pt x="2258" y="5527"/>
                  </a:lnTo>
                  <a:lnTo>
                    <a:pt x="4314" y="3785"/>
                  </a:lnTo>
                  <a:lnTo>
                    <a:pt x="4090" y="14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h6680"/>
            <p:cNvSpPr/>
            <p:nvPr/>
          </p:nvSpPr>
          <p:spPr>
            <a:xfrm>
              <a:off x="11733410" y="3424900"/>
              <a:ext cx="16806" cy="22287"/>
            </a:xfrm>
            <a:custGeom>
              <a:avLst/>
              <a:pathLst>
                <a:path w="16806" h="22287">
                  <a:moveTo>
                    <a:pt x="16777" y="2928"/>
                  </a:moveTo>
                  <a:lnTo>
                    <a:pt x="16806" y="4609"/>
                  </a:lnTo>
                  <a:lnTo>
                    <a:pt x="13137" y="11675"/>
                  </a:lnTo>
                  <a:lnTo>
                    <a:pt x="13537" y="14148"/>
                  </a:lnTo>
                  <a:lnTo>
                    <a:pt x="12652" y="14998"/>
                  </a:lnTo>
                  <a:lnTo>
                    <a:pt x="12550" y="16525"/>
                  </a:lnTo>
                  <a:lnTo>
                    <a:pt x="13157" y="16313"/>
                  </a:lnTo>
                  <a:lnTo>
                    <a:pt x="5853" y="22287"/>
                  </a:lnTo>
                  <a:lnTo>
                    <a:pt x="1895" y="20658"/>
                  </a:lnTo>
                  <a:lnTo>
                    <a:pt x="0" y="19951"/>
                  </a:lnTo>
                  <a:lnTo>
                    <a:pt x="408" y="17931"/>
                  </a:lnTo>
                  <a:lnTo>
                    <a:pt x="4197" y="9062"/>
                  </a:lnTo>
                  <a:lnTo>
                    <a:pt x="7189" y="6493"/>
                  </a:lnTo>
                  <a:lnTo>
                    <a:pt x="7479" y="4874"/>
                  </a:lnTo>
                  <a:lnTo>
                    <a:pt x="3220" y="4495"/>
                  </a:lnTo>
                  <a:lnTo>
                    <a:pt x="2869" y="713"/>
                  </a:lnTo>
                  <a:lnTo>
                    <a:pt x="5906" y="759"/>
                  </a:lnTo>
                  <a:lnTo>
                    <a:pt x="754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h6681"/>
            <p:cNvSpPr/>
            <p:nvPr/>
          </p:nvSpPr>
          <p:spPr>
            <a:xfrm>
              <a:off x="11761994" y="3451669"/>
              <a:ext cx="13737" cy="26318"/>
            </a:xfrm>
            <a:custGeom>
              <a:avLst/>
              <a:pathLst>
                <a:path w="13737" h="26318">
                  <a:moveTo>
                    <a:pt x="7898" y="2213"/>
                  </a:moveTo>
                  <a:lnTo>
                    <a:pt x="11503" y="151"/>
                  </a:lnTo>
                  <a:lnTo>
                    <a:pt x="13737" y="11736"/>
                  </a:lnTo>
                  <a:lnTo>
                    <a:pt x="12708" y="14389"/>
                  </a:lnTo>
                  <a:lnTo>
                    <a:pt x="8822" y="17403"/>
                  </a:lnTo>
                  <a:lnTo>
                    <a:pt x="6062" y="17066"/>
                  </a:lnTo>
                  <a:lnTo>
                    <a:pt x="4298" y="22484"/>
                  </a:lnTo>
                  <a:lnTo>
                    <a:pt x="1544" y="26316"/>
                  </a:lnTo>
                  <a:lnTo>
                    <a:pt x="0" y="26318"/>
                  </a:lnTo>
                  <a:lnTo>
                    <a:pt x="393" y="16372"/>
                  </a:lnTo>
                  <a:lnTo>
                    <a:pt x="4103" y="3921"/>
                  </a:lnTo>
                  <a:lnTo>
                    <a:pt x="4561" y="287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h6682"/>
            <p:cNvSpPr/>
            <p:nvPr/>
          </p:nvSpPr>
          <p:spPr>
            <a:xfrm>
              <a:off x="11633210" y="3237234"/>
              <a:ext cx="24533" cy="24194"/>
            </a:xfrm>
            <a:custGeom>
              <a:avLst/>
              <a:pathLst>
                <a:path w="24533" h="24194">
                  <a:moveTo>
                    <a:pt x="17902" y="266"/>
                  </a:moveTo>
                  <a:lnTo>
                    <a:pt x="19869" y="884"/>
                  </a:lnTo>
                  <a:lnTo>
                    <a:pt x="19496" y="5889"/>
                  </a:lnTo>
                  <a:lnTo>
                    <a:pt x="23567" y="10619"/>
                  </a:lnTo>
                  <a:lnTo>
                    <a:pt x="24533" y="19424"/>
                  </a:lnTo>
                  <a:lnTo>
                    <a:pt x="23295" y="20976"/>
                  </a:lnTo>
                  <a:lnTo>
                    <a:pt x="20929" y="20003"/>
                  </a:lnTo>
                  <a:lnTo>
                    <a:pt x="18001" y="17768"/>
                  </a:lnTo>
                  <a:lnTo>
                    <a:pt x="18632" y="19663"/>
                  </a:lnTo>
                  <a:lnTo>
                    <a:pt x="16477" y="22181"/>
                  </a:lnTo>
                  <a:lnTo>
                    <a:pt x="11317" y="22656"/>
                  </a:lnTo>
                  <a:lnTo>
                    <a:pt x="10373" y="24194"/>
                  </a:lnTo>
                  <a:lnTo>
                    <a:pt x="3710" y="22802"/>
                  </a:lnTo>
                  <a:lnTo>
                    <a:pt x="4136" y="21564"/>
                  </a:lnTo>
                  <a:lnTo>
                    <a:pt x="2983" y="20612"/>
                  </a:lnTo>
                  <a:lnTo>
                    <a:pt x="1587" y="21359"/>
                  </a:lnTo>
                  <a:lnTo>
                    <a:pt x="1743" y="19300"/>
                  </a:lnTo>
                  <a:lnTo>
                    <a:pt x="450" y="17167"/>
                  </a:lnTo>
                  <a:lnTo>
                    <a:pt x="439" y="15867"/>
                  </a:lnTo>
                  <a:lnTo>
                    <a:pt x="2040" y="12813"/>
                  </a:lnTo>
                  <a:lnTo>
                    <a:pt x="0" y="12627"/>
                  </a:lnTo>
                  <a:lnTo>
                    <a:pt x="635" y="10422"/>
                  </a:lnTo>
                  <a:lnTo>
                    <a:pt x="3046" y="8449"/>
                  </a:lnTo>
                  <a:lnTo>
                    <a:pt x="3501" y="5453"/>
                  </a:lnTo>
                  <a:lnTo>
                    <a:pt x="6900" y="6365"/>
                  </a:lnTo>
                  <a:lnTo>
                    <a:pt x="11353" y="4877"/>
                  </a:lnTo>
                  <a:lnTo>
                    <a:pt x="11415" y="267"/>
                  </a:lnTo>
                  <a:lnTo>
                    <a:pt x="1466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h6683"/>
            <p:cNvSpPr/>
            <p:nvPr/>
          </p:nvSpPr>
          <p:spPr>
            <a:xfrm>
              <a:off x="11705340" y="3378882"/>
              <a:ext cx="22047" cy="18073"/>
            </a:xfrm>
            <a:custGeom>
              <a:avLst/>
              <a:pathLst>
                <a:path w="22047" h="18073">
                  <a:moveTo>
                    <a:pt x="14929" y="844"/>
                  </a:moveTo>
                  <a:lnTo>
                    <a:pt x="17510" y="2764"/>
                  </a:lnTo>
                  <a:lnTo>
                    <a:pt x="16523" y="6539"/>
                  </a:lnTo>
                  <a:lnTo>
                    <a:pt x="16929" y="9873"/>
                  </a:lnTo>
                  <a:lnTo>
                    <a:pt x="19335" y="14788"/>
                  </a:lnTo>
                  <a:lnTo>
                    <a:pt x="22047" y="16781"/>
                  </a:lnTo>
                  <a:lnTo>
                    <a:pt x="16603" y="16502"/>
                  </a:lnTo>
                  <a:lnTo>
                    <a:pt x="4424" y="17274"/>
                  </a:lnTo>
                  <a:lnTo>
                    <a:pt x="1025" y="18073"/>
                  </a:lnTo>
                  <a:lnTo>
                    <a:pt x="0" y="16295"/>
                  </a:lnTo>
                  <a:lnTo>
                    <a:pt x="208" y="13920"/>
                  </a:lnTo>
                  <a:lnTo>
                    <a:pt x="2312" y="3119"/>
                  </a:lnTo>
                  <a:lnTo>
                    <a:pt x="3408" y="2741"/>
                  </a:lnTo>
                  <a:lnTo>
                    <a:pt x="4589" y="2941"/>
                  </a:lnTo>
                  <a:lnTo>
                    <a:pt x="5556" y="1166"/>
                  </a:lnTo>
                  <a:lnTo>
                    <a:pt x="763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h6684"/>
            <p:cNvSpPr/>
            <p:nvPr/>
          </p:nvSpPr>
          <p:spPr>
            <a:xfrm>
              <a:off x="11610163" y="3102773"/>
              <a:ext cx="31997" cy="25037"/>
            </a:xfrm>
            <a:custGeom>
              <a:avLst/>
              <a:pathLst>
                <a:path w="31997" h="25037">
                  <a:moveTo>
                    <a:pt x="10503" y="0"/>
                  </a:moveTo>
                  <a:lnTo>
                    <a:pt x="14478" y="3604"/>
                  </a:lnTo>
                  <a:lnTo>
                    <a:pt x="15624" y="3695"/>
                  </a:lnTo>
                  <a:lnTo>
                    <a:pt x="16986" y="2741"/>
                  </a:lnTo>
                  <a:lnTo>
                    <a:pt x="18228" y="2114"/>
                  </a:lnTo>
                  <a:lnTo>
                    <a:pt x="20012" y="2542"/>
                  </a:lnTo>
                  <a:lnTo>
                    <a:pt x="31997" y="8884"/>
                  </a:lnTo>
                  <a:lnTo>
                    <a:pt x="31934" y="10124"/>
                  </a:lnTo>
                  <a:lnTo>
                    <a:pt x="28411" y="11793"/>
                  </a:lnTo>
                  <a:lnTo>
                    <a:pt x="27642" y="14487"/>
                  </a:lnTo>
                  <a:lnTo>
                    <a:pt x="29708" y="17960"/>
                  </a:lnTo>
                  <a:lnTo>
                    <a:pt x="31315" y="18933"/>
                  </a:lnTo>
                  <a:lnTo>
                    <a:pt x="31109" y="21517"/>
                  </a:lnTo>
                  <a:lnTo>
                    <a:pt x="26471" y="23506"/>
                  </a:lnTo>
                  <a:lnTo>
                    <a:pt x="21170" y="24567"/>
                  </a:lnTo>
                  <a:lnTo>
                    <a:pt x="15277" y="23114"/>
                  </a:lnTo>
                  <a:lnTo>
                    <a:pt x="14264" y="22119"/>
                  </a:lnTo>
                  <a:lnTo>
                    <a:pt x="12005" y="25037"/>
                  </a:lnTo>
                  <a:lnTo>
                    <a:pt x="8361" y="24103"/>
                  </a:lnTo>
                  <a:lnTo>
                    <a:pt x="6549" y="22514"/>
                  </a:lnTo>
                  <a:lnTo>
                    <a:pt x="7099" y="20457"/>
                  </a:lnTo>
                  <a:lnTo>
                    <a:pt x="4880" y="19941"/>
                  </a:lnTo>
                  <a:lnTo>
                    <a:pt x="3997" y="23684"/>
                  </a:lnTo>
                  <a:lnTo>
                    <a:pt x="575" y="24632"/>
                  </a:lnTo>
                  <a:lnTo>
                    <a:pt x="0" y="24251"/>
                  </a:lnTo>
                  <a:lnTo>
                    <a:pt x="135" y="22920"/>
                  </a:lnTo>
                  <a:lnTo>
                    <a:pt x="3088" y="20401"/>
                  </a:lnTo>
                  <a:lnTo>
                    <a:pt x="4541" y="15975"/>
                  </a:lnTo>
                  <a:lnTo>
                    <a:pt x="2664" y="14144"/>
                  </a:lnTo>
                  <a:lnTo>
                    <a:pt x="2529" y="12402"/>
                  </a:lnTo>
                  <a:lnTo>
                    <a:pt x="4806" y="6824"/>
                  </a:lnTo>
                  <a:lnTo>
                    <a:pt x="8316" y="5038"/>
                  </a:lnTo>
                  <a:lnTo>
                    <a:pt x="7963" y="4328"/>
                  </a:lnTo>
                  <a:lnTo>
                    <a:pt x="9642" y="14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h6685"/>
            <p:cNvSpPr/>
            <p:nvPr/>
          </p:nvSpPr>
          <p:spPr>
            <a:xfrm>
              <a:off x="11727568" y="3277203"/>
              <a:ext cx="20532" cy="22620"/>
            </a:xfrm>
            <a:custGeom>
              <a:avLst/>
              <a:pathLst>
                <a:path w="20532" h="22620">
                  <a:moveTo>
                    <a:pt x="16938" y="3326"/>
                  </a:moveTo>
                  <a:lnTo>
                    <a:pt x="15575" y="5506"/>
                  </a:lnTo>
                  <a:lnTo>
                    <a:pt x="15627" y="12192"/>
                  </a:lnTo>
                  <a:lnTo>
                    <a:pt x="20532" y="18014"/>
                  </a:lnTo>
                  <a:lnTo>
                    <a:pt x="16443" y="18817"/>
                  </a:lnTo>
                  <a:lnTo>
                    <a:pt x="15616" y="21397"/>
                  </a:lnTo>
                  <a:lnTo>
                    <a:pt x="9818" y="21596"/>
                  </a:lnTo>
                  <a:lnTo>
                    <a:pt x="9001" y="22620"/>
                  </a:lnTo>
                  <a:lnTo>
                    <a:pt x="6241" y="22087"/>
                  </a:lnTo>
                  <a:lnTo>
                    <a:pt x="6924" y="20891"/>
                  </a:lnTo>
                  <a:lnTo>
                    <a:pt x="5134" y="18399"/>
                  </a:lnTo>
                  <a:lnTo>
                    <a:pt x="2111" y="16058"/>
                  </a:lnTo>
                  <a:lnTo>
                    <a:pt x="0" y="11048"/>
                  </a:lnTo>
                  <a:lnTo>
                    <a:pt x="5002" y="682"/>
                  </a:lnTo>
                  <a:lnTo>
                    <a:pt x="6015" y="327"/>
                  </a:lnTo>
                  <a:lnTo>
                    <a:pt x="6604" y="2898"/>
                  </a:lnTo>
                  <a:lnTo>
                    <a:pt x="9318" y="3805"/>
                  </a:lnTo>
                  <a:lnTo>
                    <a:pt x="11394" y="2764"/>
                  </a:lnTo>
                  <a:lnTo>
                    <a:pt x="10986" y="1723"/>
                  </a:lnTo>
                  <a:lnTo>
                    <a:pt x="1395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h6686"/>
            <p:cNvSpPr/>
            <p:nvPr/>
          </p:nvSpPr>
          <p:spPr>
            <a:xfrm>
              <a:off x="11733826" y="3398986"/>
              <a:ext cx="33581" cy="32738"/>
            </a:xfrm>
            <a:custGeom>
              <a:avLst/>
              <a:pathLst>
                <a:path w="33581" h="32738">
                  <a:moveTo>
                    <a:pt x="13691" y="2010"/>
                  </a:moveTo>
                  <a:lnTo>
                    <a:pt x="17235" y="3582"/>
                  </a:lnTo>
                  <a:lnTo>
                    <a:pt x="20206" y="3548"/>
                  </a:lnTo>
                  <a:lnTo>
                    <a:pt x="25971" y="5611"/>
                  </a:lnTo>
                  <a:lnTo>
                    <a:pt x="28600" y="3877"/>
                  </a:lnTo>
                  <a:lnTo>
                    <a:pt x="27859" y="6519"/>
                  </a:lnTo>
                  <a:lnTo>
                    <a:pt x="29225" y="10187"/>
                  </a:lnTo>
                  <a:lnTo>
                    <a:pt x="31771" y="10832"/>
                  </a:lnTo>
                  <a:lnTo>
                    <a:pt x="32585" y="12409"/>
                  </a:lnTo>
                  <a:lnTo>
                    <a:pt x="28699" y="16992"/>
                  </a:lnTo>
                  <a:lnTo>
                    <a:pt x="28314" y="14491"/>
                  </a:lnTo>
                  <a:lnTo>
                    <a:pt x="27083" y="14582"/>
                  </a:lnTo>
                  <a:lnTo>
                    <a:pt x="27982" y="19231"/>
                  </a:lnTo>
                  <a:lnTo>
                    <a:pt x="30279" y="20757"/>
                  </a:lnTo>
                  <a:lnTo>
                    <a:pt x="33581" y="24563"/>
                  </a:lnTo>
                  <a:lnTo>
                    <a:pt x="31646" y="25406"/>
                  </a:lnTo>
                  <a:lnTo>
                    <a:pt x="26988" y="29648"/>
                  </a:lnTo>
                  <a:lnTo>
                    <a:pt x="22229" y="32738"/>
                  </a:lnTo>
                  <a:lnTo>
                    <a:pt x="21139" y="30646"/>
                  </a:lnTo>
                  <a:lnTo>
                    <a:pt x="21175" y="29016"/>
                  </a:lnTo>
                  <a:lnTo>
                    <a:pt x="24171" y="29151"/>
                  </a:lnTo>
                  <a:lnTo>
                    <a:pt x="22933" y="26336"/>
                  </a:lnTo>
                  <a:lnTo>
                    <a:pt x="19481" y="24795"/>
                  </a:lnTo>
                  <a:lnTo>
                    <a:pt x="16896" y="24751"/>
                  </a:lnTo>
                  <a:lnTo>
                    <a:pt x="16361" y="28842"/>
                  </a:lnTo>
                  <a:lnTo>
                    <a:pt x="7124" y="25913"/>
                  </a:lnTo>
                  <a:lnTo>
                    <a:pt x="5490" y="26673"/>
                  </a:lnTo>
                  <a:lnTo>
                    <a:pt x="2453" y="26627"/>
                  </a:lnTo>
                  <a:lnTo>
                    <a:pt x="526" y="26636"/>
                  </a:lnTo>
                  <a:lnTo>
                    <a:pt x="2355" y="22836"/>
                  </a:lnTo>
                  <a:lnTo>
                    <a:pt x="5146" y="20790"/>
                  </a:lnTo>
                  <a:lnTo>
                    <a:pt x="4448" y="19475"/>
                  </a:lnTo>
                  <a:lnTo>
                    <a:pt x="1502" y="19236"/>
                  </a:lnTo>
                  <a:lnTo>
                    <a:pt x="0" y="12945"/>
                  </a:lnTo>
                  <a:lnTo>
                    <a:pt x="2153" y="9521"/>
                  </a:lnTo>
                  <a:lnTo>
                    <a:pt x="3327" y="3112"/>
                  </a:lnTo>
                  <a:lnTo>
                    <a:pt x="3827" y="1110"/>
                  </a:lnTo>
                  <a:lnTo>
                    <a:pt x="8192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h6687"/>
            <p:cNvSpPr/>
            <p:nvPr/>
          </p:nvSpPr>
          <p:spPr>
            <a:xfrm>
              <a:off x="11722024" y="3263036"/>
              <a:ext cx="20877" cy="17035"/>
            </a:xfrm>
            <a:custGeom>
              <a:avLst/>
              <a:pathLst>
                <a:path w="20877" h="17035">
                  <a:moveTo>
                    <a:pt x="12629" y="1515"/>
                  </a:moveTo>
                  <a:lnTo>
                    <a:pt x="11324" y="3741"/>
                  </a:lnTo>
                  <a:lnTo>
                    <a:pt x="14246" y="4487"/>
                  </a:lnTo>
                  <a:lnTo>
                    <a:pt x="16380" y="315"/>
                  </a:lnTo>
                  <a:lnTo>
                    <a:pt x="17801" y="4247"/>
                  </a:lnTo>
                  <a:lnTo>
                    <a:pt x="17949" y="6146"/>
                  </a:lnTo>
                  <a:lnTo>
                    <a:pt x="19735" y="8910"/>
                  </a:lnTo>
                  <a:lnTo>
                    <a:pt x="20877" y="12656"/>
                  </a:lnTo>
                  <a:lnTo>
                    <a:pt x="19496" y="14167"/>
                  </a:lnTo>
                  <a:lnTo>
                    <a:pt x="16530" y="15890"/>
                  </a:lnTo>
                  <a:lnTo>
                    <a:pt x="15957" y="12407"/>
                  </a:lnTo>
                  <a:lnTo>
                    <a:pt x="8634" y="11543"/>
                  </a:lnTo>
                  <a:lnTo>
                    <a:pt x="2450" y="17035"/>
                  </a:lnTo>
                  <a:lnTo>
                    <a:pt x="0" y="14654"/>
                  </a:lnTo>
                  <a:lnTo>
                    <a:pt x="1254" y="12766"/>
                  </a:lnTo>
                  <a:lnTo>
                    <a:pt x="3482" y="13393"/>
                  </a:lnTo>
                  <a:lnTo>
                    <a:pt x="4340" y="9493"/>
                  </a:lnTo>
                  <a:lnTo>
                    <a:pt x="3578" y="4906"/>
                  </a:lnTo>
                  <a:lnTo>
                    <a:pt x="523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h6688"/>
            <p:cNvSpPr/>
            <p:nvPr/>
          </p:nvSpPr>
          <p:spPr>
            <a:xfrm>
              <a:off x="11675956" y="3242561"/>
              <a:ext cx="21552" cy="15883"/>
            </a:xfrm>
            <a:custGeom>
              <a:avLst/>
              <a:pathLst>
                <a:path w="21552" h="15883">
                  <a:moveTo>
                    <a:pt x="20463" y="1417"/>
                  </a:moveTo>
                  <a:lnTo>
                    <a:pt x="21552" y="2399"/>
                  </a:lnTo>
                  <a:lnTo>
                    <a:pt x="20999" y="3570"/>
                  </a:lnTo>
                  <a:lnTo>
                    <a:pt x="17527" y="6427"/>
                  </a:lnTo>
                  <a:lnTo>
                    <a:pt x="18988" y="10417"/>
                  </a:lnTo>
                  <a:lnTo>
                    <a:pt x="18888" y="13808"/>
                  </a:lnTo>
                  <a:lnTo>
                    <a:pt x="17989" y="15883"/>
                  </a:lnTo>
                  <a:lnTo>
                    <a:pt x="14858" y="13271"/>
                  </a:lnTo>
                  <a:lnTo>
                    <a:pt x="11776" y="12165"/>
                  </a:lnTo>
                  <a:lnTo>
                    <a:pt x="7530" y="11769"/>
                  </a:lnTo>
                  <a:lnTo>
                    <a:pt x="5769" y="13176"/>
                  </a:lnTo>
                  <a:lnTo>
                    <a:pt x="3846" y="14925"/>
                  </a:lnTo>
                  <a:lnTo>
                    <a:pt x="986" y="14231"/>
                  </a:lnTo>
                  <a:lnTo>
                    <a:pt x="1445" y="11768"/>
                  </a:lnTo>
                  <a:lnTo>
                    <a:pt x="2607" y="8724"/>
                  </a:lnTo>
                  <a:lnTo>
                    <a:pt x="0" y="5166"/>
                  </a:lnTo>
                  <a:lnTo>
                    <a:pt x="4065" y="1134"/>
                  </a:lnTo>
                  <a:lnTo>
                    <a:pt x="6629" y="890"/>
                  </a:lnTo>
                  <a:lnTo>
                    <a:pt x="1021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h6689"/>
            <p:cNvSpPr/>
            <p:nvPr/>
          </p:nvSpPr>
          <p:spPr>
            <a:xfrm>
              <a:off x="11712190" y="3453722"/>
              <a:ext cx="34135" cy="28563"/>
            </a:xfrm>
            <a:custGeom>
              <a:avLst/>
              <a:pathLst>
                <a:path w="34135" h="28563">
                  <a:moveTo>
                    <a:pt x="13746" y="931"/>
                  </a:moveTo>
                  <a:lnTo>
                    <a:pt x="13249" y="5321"/>
                  </a:lnTo>
                  <a:lnTo>
                    <a:pt x="16075" y="5349"/>
                  </a:lnTo>
                  <a:lnTo>
                    <a:pt x="21182" y="3600"/>
                  </a:lnTo>
                  <a:lnTo>
                    <a:pt x="24568" y="7430"/>
                  </a:lnTo>
                  <a:lnTo>
                    <a:pt x="28082" y="3926"/>
                  </a:lnTo>
                  <a:lnTo>
                    <a:pt x="28777" y="4615"/>
                  </a:lnTo>
                  <a:lnTo>
                    <a:pt x="30666" y="8122"/>
                  </a:lnTo>
                  <a:lnTo>
                    <a:pt x="34135" y="9789"/>
                  </a:lnTo>
                  <a:lnTo>
                    <a:pt x="33909" y="21429"/>
                  </a:lnTo>
                  <a:lnTo>
                    <a:pt x="29291" y="27757"/>
                  </a:lnTo>
                  <a:lnTo>
                    <a:pt x="27451" y="28563"/>
                  </a:lnTo>
                  <a:lnTo>
                    <a:pt x="26142" y="28364"/>
                  </a:lnTo>
                  <a:lnTo>
                    <a:pt x="0" y="4132"/>
                  </a:lnTo>
                  <a:lnTo>
                    <a:pt x="1247" y="4375"/>
                  </a:lnTo>
                  <a:lnTo>
                    <a:pt x="2965" y="6024"/>
                  </a:lnTo>
                  <a:lnTo>
                    <a:pt x="8620" y="6164"/>
                  </a:lnTo>
                  <a:lnTo>
                    <a:pt x="133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h6690"/>
            <p:cNvSpPr/>
            <p:nvPr/>
          </p:nvSpPr>
          <p:spPr>
            <a:xfrm>
              <a:off x="11686906" y="3161042"/>
              <a:ext cx="26245" cy="30379"/>
            </a:xfrm>
            <a:custGeom>
              <a:avLst/>
              <a:pathLst>
                <a:path w="26245" h="30379">
                  <a:moveTo>
                    <a:pt x="7977" y="1372"/>
                  </a:moveTo>
                  <a:lnTo>
                    <a:pt x="9257" y="2311"/>
                  </a:lnTo>
                  <a:lnTo>
                    <a:pt x="11308" y="958"/>
                  </a:lnTo>
                  <a:lnTo>
                    <a:pt x="15023" y="4727"/>
                  </a:lnTo>
                  <a:lnTo>
                    <a:pt x="16912" y="10783"/>
                  </a:lnTo>
                  <a:lnTo>
                    <a:pt x="15345" y="11166"/>
                  </a:lnTo>
                  <a:lnTo>
                    <a:pt x="14294" y="12567"/>
                  </a:lnTo>
                  <a:lnTo>
                    <a:pt x="17820" y="16848"/>
                  </a:lnTo>
                  <a:lnTo>
                    <a:pt x="20842" y="18405"/>
                  </a:lnTo>
                  <a:lnTo>
                    <a:pt x="22880" y="18553"/>
                  </a:lnTo>
                  <a:lnTo>
                    <a:pt x="26075" y="20791"/>
                  </a:lnTo>
                  <a:lnTo>
                    <a:pt x="26245" y="26750"/>
                  </a:lnTo>
                  <a:lnTo>
                    <a:pt x="24678" y="30379"/>
                  </a:lnTo>
                  <a:lnTo>
                    <a:pt x="17807" y="29503"/>
                  </a:lnTo>
                  <a:lnTo>
                    <a:pt x="17044" y="25007"/>
                  </a:lnTo>
                  <a:lnTo>
                    <a:pt x="15351" y="23123"/>
                  </a:lnTo>
                  <a:lnTo>
                    <a:pt x="14028" y="23447"/>
                  </a:lnTo>
                  <a:lnTo>
                    <a:pt x="8940" y="17306"/>
                  </a:lnTo>
                  <a:lnTo>
                    <a:pt x="5584" y="14609"/>
                  </a:lnTo>
                  <a:lnTo>
                    <a:pt x="1368" y="13315"/>
                  </a:lnTo>
                  <a:lnTo>
                    <a:pt x="0" y="13561"/>
                  </a:lnTo>
                  <a:lnTo>
                    <a:pt x="6189" y="8607"/>
                  </a:lnTo>
                  <a:lnTo>
                    <a:pt x="7135" y="3662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h6691"/>
            <p:cNvSpPr/>
            <p:nvPr/>
          </p:nvSpPr>
          <p:spPr>
            <a:xfrm>
              <a:off x="11681875" y="3189602"/>
              <a:ext cx="40286" cy="17388"/>
            </a:xfrm>
            <a:custGeom>
              <a:avLst/>
              <a:pathLst>
                <a:path w="40286" h="17388">
                  <a:moveTo>
                    <a:pt x="92" y="0"/>
                  </a:moveTo>
                  <a:lnTo>
                    <a:pt x="6928" y="3829"/>
                  </a:lnTo>
                  <a:lnTo>
                    <a:pt x="7562" y="6575"/>
                  </a:lnTo>
                  <a:lnTo>
                    <a:pt x="16575" y="9137"/>
                  </a:lnTo>
                  <a:lnTo>
                    <a:pt x="19524" y="7433"/>
                  </a:lnTo>
                  <a:lnTo>
                    <a:pt x="21917" y="4613"/>
                  </a:lnTo>
                  <a:lnTo>
                    <a:pt x="22838" y="943"/>
                  </a:lnTo>
                  <a:lnTo>
                    <a:pt x="29708" y="1819"/>
                  </a:lnTo>
                  <a:lnTo>
                    <a:pt x="35074" y="3207"/>
                  </a:lnTo>
                  <a:lnTo>
                    <a:pt x="36401" y="4327"/>
                  </a:lnTo>
                  <a:lnTo>
                    <a:pt x="40286" y="4417"/>
                  </a:lnTo>
                  <a:lnTo>
                    <a:pt x="39959" y="8323"/>
                  </a:lnTo>
                  <a:lnTo>
                    <a:pt x="34030" y="9337"/>
                  </a:lnTo>
                  <a:lnTo>
                    <a:pt x="34764" y="10597"/>
                  </a:lnTo>
                  <a:lnTo>
                    <a:pt x="34580" y="11783"/>
                  </a:lnTo>
                  <a:lnTo>
                    <a:pt x="32467" y="16539"/>
                  </a:lnTo>
                  <a:lnTo>
                    <a:pt x="30771" y="15520"/>
                  </a:lnTo>
                  <a:lnTo>
                    <a:pt x="30268" y="13786"/>
                  </a:lnTo>
                  <a:lnTo>
                    <a:pt x="30585" y="12741"/>
                  </a:lnTo>
                  <a:lnTo>
                    <a:pt x="31640" y="12182"/>
                  </a:lnTo>
                  <a:lnTo>
                    <a:pt x="31234" y="9094"/>
                  </a:lnTo>
                  <a:lnTo>
                    <a:pt x="29785" y="9058"/>
                  </a:lnTo>
                  <a:lnTo>
                    <a:pt x="26853" y="13359"/>
                  </a:lnTo>
                  <a:lnTo>
                    <a:pt x="23892" y="12736"/>
                  </a:lnTo>
                  <a:lnTo>
                    <a:pt x="21134" y="15916"/>
                  </a:lnTo>
                  <a:lnTo>
                    <a:pt x="17413" y="17388"/>
                  </a:lnTo>
                  <a:lnTo>
                    <a:pt x="11134" y="15801"/>
                  </a:lnTo>
                  <a:lnTo>
                    <a:pt x="5699" y="15866"/>
                  </a:lnTo>
                  <a:lnTo>
                    <a:pt x="4069" y="15234"/>
                  </a:lnTo>
                  <a:lnTo>
                    <a:pt x="2115" y="12654"/>
                  </a:lnTo>
                  <a:lnTo>
                    <a:pt x="4196" y="11482"/>
                  </a:lnTo>
                  <a:lnTo>
                    <a:pt x="569" y="10628"/>
                  </a:lnTo>
                  <a:lnTo>
                    <a:pt x="0" y="6304"/>
                  </a:lnTo>
                  <a:lnTo>
                    <a:pt x="2556" y="5451"/>
                  </a:lnTo>
                  <a:lnTo>
                    <a:pt x="1100" y="509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h6692"/>
            <p:cNvSpPr/>
            <p:nvPr/>
          </p:nvSpPr>
          <p:spPr>
            <a:xfrm>
              <a:off x="11644348" y="3223917"/>
              <a:ext cx="13512" cy="13583"/>
            </a:xfrm>
            <a:custGeom>
              <a:avLst/>
              <a:pathLst>
                <a:path w="13512" h="13583">
                  <a:moveTo>
                    <a:pt x="5704" y="48"/>
                  </a:moveTo>
                  <a:lnTo>
                    <a:pt x="6842" y="1971"/>
                  </a:lnTo>
                  <a:lnTo>
                    <a:pt x="7700" y="1448"/>
                  </a:lnTo>
                  <a:lnTo>
                    <a:pt x="12824" y="7080"/>
                  </a:lnTo>
                  <a:lnTo>
                    <a:pt x="11236" y="5455"/>
                  </a:lnTo>
                  <a:lnTo>
                    <a:pt x="8724" y="5216"/>
                  </a:lnTo>
                  <a:lnTo>
                    <a:pt x="8566" y="6878"/>
                  </a:lnTo>
                  <a:lnTo>
                    <a:pt x="9299" y="8348"/>
                  </a:lnTo>
                  <a:lnTo>
                    <a:pt x="13512" y="9584"/>
                  </a:lnTo>
                  <a:lnTo>
                    <a:pt x="11720" y="12865"/>
                  </a:lnTo>
                  <a:lnTo>
                    <a:pt x="6764" y="13583"/>
                  </a:lnTo>
                  <a:lnTo>
                    <a:pt x="3522" y="13316"/>
                  </a:lnTo>
                  <a:lnTo>
                    <a:pt x="1590" y="7232"/>
                  </a:lnTo>
                  <a:lnTo>
                    <a:pt x="0" y="4755"/>
                  </a:lnTo>
                  <a:lnTo>
                    <a:pt x="1184" y="2810"/>
                  </a:lnTo>
                  <a:lnTo>
                    <a:pt x="1174" y="5147"/>
                  </a:lnTo>
                  <a:lnTo>
                    <a:pt x="3418" y="2520"/>
                  </a:lnTo>
                  <a:lnTo>
                    <a:pt x="452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h6693"/>
            <p:cNvSpPr/>
            <p:nvPr/>
          </p:nvSpPr>
          <p:spPr>
            <a:xfrm>
              <a:off x="11681726" y="3254331"/>
              <a:ext cx="24832" cy="11621"/>
            </a:xfrm>
            <a:custGeom>
              <a:avLst/>
              <a:pathLst>
                <a:path w="24832" h="11621">
                  <a:moveTo>
                    <a:pt x="1760" y="0"/>
                  </a:moveTo>
                  <a:lnTo>
                    <a:pt x="6006" y="395"/>
                  </a:lnTo>
                  <a:lnTo>
                    <a:pt x="9088" y="1502"/>
                  </a:lnTo>
                  <a:lnTo>
                    <a:pt x="12219" y="4113"/>
                  </a:lnTo>
                  <a:lnTo>
                    <a:pt x="13118" y="2038"/>
                  </a:lnTo>
                  <a:lnTo>
                    <a:pt x="13447" y="3933"/>
                  </a:lnTo>
                  <a:lnTo>
                    <a:pt x="19408" y="7766"/>
                  </a:lnTo>
                  <a:lnTo>
                    <a:pt x="21203" y="9811"/>
                  </a:lnTo>
                  <a:lnTo>
                    <a:pt x="24832" y="11085"/>
                  </a:lnTo>
                  <a:lnTo>
                    <a:pt x="17835" y="11621"/>
                  </a:lnTo>
                  <a:lnTo>
                    <a:pt x="11095" y="11071"/>
                  </a:lnTo>
                  <a:lnTo>
                    <a:pt x="10717" y="9690"/>
                  </a:lnTo>
                  <a:lnTo>
                    <a:pt x="8286" y="10627"/>
                  </a:lnTo>
                  <a:lnTo>
                    <a:pt x="4941" y="3212"/>
                  </a:lnTo>
                  <a:lnTo>
                    <a:pt x="0" y="140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h6694"/>
            <p:cNvSpPr/>
            <p:nvPr/>
          </p:nvSpPr>
          <p:spPr>
            <a:xfrm>
              <a:off x="11656809" y="3375731"/>
              <a:ext cx="51940" cy="53122"/>
            </a:xfrm>
            <a:custGeom>
              <a:avLst/>
              <a:pathLst>
                <a:path w="51940" h="53122">
                  <a:moveTo>
                    <a:pt x="32173" y="233"/>
                  </a:moveTo>
                  <a:lnTo>
                    <a:pt x="40192" y="3974"/>
                  </a:lnTo>
                  <a:lnTo>
                    <a:pt x="40201" y="5944"/>
                  </a:lnTo>
                  <a:lnTo>
                    <a:pt x="43129" y="5583"/>
                  </a:lnTo>
                  <a:lnTo>
                    <a:pt x="47715" y="7027"/>
                  </a:lnTo>
                  <a:lnTo>
                    <a:pt x="51715" y="5494"/>
                  </a:lnTo>
                  <a:lnTo>
                    <a:pt x="51940" y="5892"/>
                  </a:lnTo>
                  <a:lnTo>
                    <a:pt x="50844" y="6270"/>
                  </a:lnTo>
                  <a:lnTo>
                    <a:pt x="48740" y="17071"/>
                  </a:lnTo>
                  <a:lnTo>
                    <a:pt x="48531" y="19446"/>
                  </a:lnTo>
                  <a:lnTo>
                    <a:pt x="49557" y="21224"/>
                  </a:lnTo>
                  <a:lnTo>
                    <a:pt x="42177" y="24693"/>
                  </a:lnTo>
                  <a:lnTo>
                    <a:pt x="40383" y="29474"/>
                  </a:lnTo>
                  <a:lnTo>
                    <a:pt x="40611" y="30346"/>
                  </a:lnTo>
                  <a:lnTo>
                    <a:pt x="40596" y="31696"/>
                  </a:lnTo>
                  <a:lnTo>
                    <a:pt x="39440" y="33110"/>
                  </a:lnTo>
                  <a:lnTo>
                    <a:pt x="37146" y="33388"/>
                  </a:lnTo>
                  <a:lnTo>
                    <a:pt x="36897" y="38433"/>
                  </a:lnTo>
                  <a:lnTo>
                    <a:pt x="33605" y="41546"/>
                  </a:lnTo>
                  <a:lnTo>
                    <a:pt x="32473" y="46442"/>
                  </a:lnTo>
                  <a:lnTo>
                    <a:pt x="26980" y="52499"/>
                  </a:lnTo>
                  <a:lnTo>
                    <a:pt x="24516" y="51193"/>
                  </a:lnTo>
                  <a:lnTo>
                    <a:pt x="23722" y="53122"/>
                  </a:lnTo>
                  <a:lnTo>
                    <a:pt x="0" y="33216"/>
                  </a:lnTo>
                  <a:lnTo>
                    <a:pt x="6964" y="27840"/>
                  </a:lnTo>
                  <a:lnTo>
                    <a:pt x="2577" y="26703"/>
                  </a:lnTo>
                  <a:lnTo>
                    <a:pt x="1090" y="23893"/>
                  </a:lnTo>
                  <a:lnTo>
                    <a:pt x="6003" y="20209"/>
                  </a:lnTo>
                  <a:lnTo>
                    <a:pt x="12697" y="23128"/>
                  </a:lnTo>
                  <a:lnTo>
                    <a:pt x="17264" y="19940"/>
                  </a:lnTo>
                  <a:lnTo>
                    <a:pt x="17062" y="10550"/>
                  </a:lnTo>
                  <a:lnTo>
                    <a:pt x="20841" y="9580"/>
                  </a:lnTo>
                  <a:lnTo>
                    <a:pt x="21310" y="7746"/>
                  </a:lnTo>
                  <a:lnTo>
                    <a:pt x="20933" y="4364"/>
                  </a:lnTo>
                  <a:lnTo>
                    <a:pt x="31075" y="4435"/>
                  </a:lnTo>
                  <a:lnTo>
                    <a:pt x="2653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h6695"/>
            <p:cNvSpPr/>
            <p:nvPr/>
          </p:nvSpPr>
          <p:spPr>
            <a:xfrm>
              <a:off x="11747517" y="3395267"/>
              <a:ext cx="15727" cy="9330"/>
            </a:xfrm>
            <a:custGeom>
              <a:avLst/>
              <a:pathLst>
                <a:path w="15727" h="9330">
                  <a:moveTo>
                    <a:pt x="15367" y="664"/>
                  </a:moveTo>
                  <a:lnTo>
                    <a:pt x="15727" y="1203"/>
                  </a:lnTo>
                  <a:lnTo>
                    <a:pt x="14909" y="7596"/>
                  </a:lnTo>
                  <a:lnTo>
                    <a:pt x="12280" y="9330"/>
                  </a:lnTo>
                  <a:lnTo>
                    <a:pt x="6515" y="7268"/>
                  </a:lnTo>
                  <a:lnTo>
                    <a:pt x="3543" y="7301"/>
                  </a:lnTo>
                  <a:lnTo>
                    <a:pt x="0" y="5729"/>
                  </a:lnTo>
                  <a:lnTo>
                    <a:pt x="3749" y="1122"/>
                  </a:lnTo>
                  <a:lnTo>
                    <a:pt x="7347" y="365"/>
                  </a:lnTo>
                  <a:lnTo>
                    <a:pt x="8577" y="1319"/>
                  </a:lnTo>
                  <a:lnTo>
                    <a:pt x="101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h6696"/>
            <p:cNvSpPr/>
            <p:nvPr/>
          </p:nvSpPr>
          <p:spPr>
            <a:xfrm>
              <a:off x="11721713" y="3212333"/>
              <a:ext cx="17112" cy="18767"/>
            </a:xfrm>
            <a:custGeom>
              <a:avLst/>
              <a:pathLst>
                <a:path w="17112" h="18767">
                  <a:moveTo>
                    <a:pt x="10642" y="938"/>
                  </a:moveTo>
                  <a:lnTo>
                    <a:pt x="12670" y="2062"/>
                  </a:lnTo>
                  <a:lnTo>
                    <a:pt x="13413" y="4793"/>
                  </a:lnTo>
                  <a:lnTo>
                    <a:pt x="12357" y="5133"/>
                  </a:lnTo>
                  <a:lnTo>
                    <a:pt x="12454" y="6150"/>
                  </a:lnTo>
                  <a:lnTo>
                    <a:pt x="15838" y="6541"/>
                  </a:lnTo>
                  <a:lnTo>
                    <a:pt x="17112" y="6514"/>
                  </a:lnTo>
                  <a:lnTo>
                    <a:pt x="16813" y="7799"/>
                  </a:lnTo>
                  <a:lnTo>
                    <a:pt x="13885" y="8749"/>
                  </a:lnTo>
                  <a:lnTo>
                    <a:pt x="12685" y="12620"/>
                  </a:lnTo>
                  <a:lnTo>
                    <a:pt x="14480" y="12945"/>
                  </a:lnTo>
                  <a:lnTo>
                    <a:pt x="14340" y="14275"/>
                  </a:lnTo>
                  <a:lnTo>
                    <a:pt x="11833" y="18200"/>
                  </a:lnTo>
                  <a:lnTo>
                    <a:pt x="9075" y="18767"/>
                  </a:lnTo>
                  <a:lnTo>
                    <a:pt x="5033" y="18267"/>
                  </a:lnTo>
                  <a:lnTo>
                    <a:pt x="2195" y="17103"/>
                  </a:lnTo>
                  <a:lnTo>
                    <a:pt x="3573" y="15086"/>
                  </a:lnTo>
                  <a:lnTo>
                    <a:pt x="2188" y="13572"/>
                  </a:lnTo>
                  <a:lnTo>
                    <a:pt x="2515" y="9948"/>
                  </a:lnTo>
                  <a:lnTo>
                    <a:pt x="646" y="7994"/>
                  </a:lnTo>
                  <a:lnTo>
                    <a:pt x="0" y="6039"/>
                  </a:lnTo>
                  <a:lnTo>
                    <a:pt x="2106" y="3195"/>
                  </a:lnTo>
                  <a:lnTo>
                    <a:pt x="539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h6697"/>
            <p:cNvSpPr/>
            <p:nvPr/>
          </p:nvSpPr>
          <p:spPr>
            <a:xfrm>
              <a:off x="11784196" y="3121673"/>
              <a:ext cx="26915" cy="30106"/>
            </a:xfrm>
            <a:custGeom>
              <a:avLst/>
              <a:pathLst>
                <a:path w="26915" h="30106">
                  <a:moveTo>
                    <a:pt x="19076" y="4530"/>
                  </a:moveTo>
                  <a:lnTo>
                    <a:pt x="23600" y="5263"/>
                  </a:lnTo>
                  <a:lnTo>
                    <a:pt x="23017" y="7374"/>
                  </a:lnTo>
                  <a:lnTo>
                    <a:pt x="25065" y="14733"/>
                  </a:lnTo>
                  <a:lnTo>
                    <a:pt x="26234" y="16409"/>
                  </a:lnTo>
                  <a:lnTo>
                    <a:pt x="26915" y="21534"/>
                  </a:lnTo>
                  <a:lnTo>
                    <a:pt x="25461" y="26523"/>
                  </a:lnTo>
                  <a:lnTo>
                    <a:pt x="22248" y="30106"/>
                  </a:lnTo>
                  <a:lnTo>
                    <a:pt x="22187" y="28483"/>
                  </a:lnTo>
                  <a:lnTo>
                    <a:pt x="13926" y="23479"/>
                  </a:lnTo>
                  <a:lnTo>
                    <a:pt x="6478" y="23620"/>
                  </a:lnTo>
                  <a:lnTo>
                    <a:pt x="0" y="22019"/>
                  </a:lnTo>
                  <a:lnTo>
                    <a:pt x="1986" y="20739"/>
                  </a:lnTo>
                  <a:lnTo>
                    <a:pt x="2388" y="19230"/>
                  </a:lnTo>
                  <a:lnTo>
                    <a:pt x="601" y="13269"/>
                  </a:lnTo>
                  <a:lnTo>
                    <a:pt x="131" y="8876"/>
                  </a:lnTo>
                  <a:lnTo>
                    <a:pt x="813" y="5032"/>
                  </a:lnTo>
                  <a:lnTo>
                    <a:pt x="412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h6698"/>
            <p:cNvSpPr/>
            <p:nvPr/>
          </p:nvSpPr>
          <p:spPr>
            <a:xfrm>
              <a:off x="11692521" y="3202339"/>
              <a:ext cx="19069" cy="18612"/>
            </a:xfrm>
            <a:custGeom>
              <a:avLst/>
              <a:pathLst>
                <a:path w="19069" h="18612">
                  <a:moveTo>
                    <a:pt x="16207" y="622"/>
                  </a:moveTo>
                  <a:lnTo>
                    <a:pt x="18514" y="3581"/>
                  </a:lnTo>
                  <a:lnTo>
                    <a:pt x="17562" y="10722"/>
                  </a:lnTo>
                  <a:lnTo>
                    <a:pt x="19069" y="15725"/>
                  </a:lnTo>
                  <a:lnTo>
                    <a:pt x="17328" y="17376"/>
                  </a:lnTo>
                  <a:lnTo>
                    <a:pt x="12932" y="18612"/>
                  </a:lnTo>
                  <a:lnTo>
                    <a:pt x="6413" y="17615"/>
                  </a:lnTo>
                  <a:lnTo>
                    <a:pt x="6559" y="15450"/>
                  </a:lnTo>
                  <a:lnTo>
                    <a:pt x="3444" y="14644"/>
                  </a:lnTo>
                  <a:lnTo>
                    <a:pt x="147" y="15588"/>
                  </a:lnTo>
                  <a:lnTo>
                    <a:pt x="0" y="15578"/>
                  </a:lnTo>
                  <a:lnTo>
                    <a:pt x="215" y="13790"/>
                  </a:lnTo>
                  <a:lnTo>
                    <a:pt x="6766" y="4651"/>
                  </a:lnTo>
                  <a:lnTo>
                    <a:pt x="10488" y="3179"/>
                  </a:lnTo>
                  <a:lnTo>
                    <a:pt x="1324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h6699"/>
            <p:cNvSpPr/>
            <p:nvPr/>
          </p:nvSpPr>
          <p:spPr>
            <a:xfrm>
              <a:off x="11760909" y="3396471"/>
              <a:ext cx="11500" cy="23273"/>
            </a:xfrm>
            <a:custGeom>
              <a:avLst/>
              <a:pathLst>
                <a:path w="11500" h="23273">
                  <a:moveTo>
                    <a:pt x="7262" y="377"/>
                  </a:moveTo>
                  <a:lnTo>
                    <a:pt x="8682" y="3085"/>
                  </a:lnTo>
                  <a:lnTo>
                    <a:pt x="11500" y="6019"/>
                  </a:lnTo>
                  <a:lnTo>
                    <a:pt x="3196" y="23273"/>
                  </a:lnTo>
                  <a:lnTo>
                    <a:pt x="899" y="21747"/>
                  </a:lnTo>
                  <a:lnTo>
                    <a:pt x="0" y="17097"/>
                  </a:lnTo>
                  <a:lnTo>
                    <a:pt x="1231" y="17007"/>
                  </a:lnTo>
                  <a:lnTo>
                    <a:pt x="1616" y="19507"/>
                  </a:lnTo>
                  <a:lnTo>
                    <a:pt x="5502" y="14924"/>
                  </a:lnTo>
                  <a:lnTo>
                    <a:pt x="4688" y="13348"/>
                  </a:lnTo>
                  <a:lnTo>
                    <a:pt x="2142" y="12703"/>
                  </a:lnTo>
                  <a:lnTo>
                    <a:pt x="776" y="9034"/>
                  </a:lnTo>
                  <a:lnTo>
                    <a:pt x="1517" y="6392"/>
                  </a:lnTo>
                  <a:lnTo>
                    <a:pt x="233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h6700"/>
            <p:cNvSpPr/>
            <p:nvPr/>
          </p:nvSpPr>
          <p:spPr>
            <a:xfrm>
              <a:off x="11728298" y="3369587"/>
              <a:ext cx="31029" cy="32511"/>
            </a:xfrm>
            <a:custGeom>
              <a:avLst/>
              <a:pathLst>
                <a:path w="31029" h="32511">
                  <a:moveTo>
                    <a:pt x="19588" y="3386"/>
                  </a:moveTo>
                  <a:lnTo>
                    <a:pt x="20647" y="6284"/>
                  </a:lnTo>
                  <a:lnTo>
                    <a:pt x="20142" y="11823"/>
                  </a:lnTo>
                  <a:lnTo>
                    <a:pt x="22357" y="14761"/>
                  </a:lnTo>
                  <a:lnTo>
                    <a:pt x="25835" y="16223"/>
                  </a:lnTo>
                  <a:lnTo>
                    <a:pt x="28656" y="14804"/>
                  </a:lnTo>
                  <a:lnTo>
                    <a:pt x="31029" y="20952"/>
                  </a:lnTo>
                  <a:lnTo>
                    <a:pt x="30809" y="23314"/>
                  </a:lnTo>
                  <a:lnTo>
                    <a:pt x="29370" y="25679"/>
                  </a:lnTo>
                  <a:lnTo>
                    <a:pt x="27797" y="26999"/>
                  </a:lnTo>
                  <a:lnTo>
                    <a:pt x="26567" y="26045"/>
                  </a:lnTo>
                  <a:lnTo>
                    <a:pt x="22968" y="26801"/>
                  </a:lnTo>
                  <a:lnTo>
                    <a:pt x="19219" y="31409"/>
                  </a:lnTo>
                  <a:lnTo>
                    <a:pt x="13720" y="29398"/>
                  </a:lnTo>
                  <a:lnTo>
                    <a:pt x="9355" y="30509"/>
                  </a:lnTo>
                  <a:lnTo>
                    <a:pt x="8856" y="32511"/>
                  </a:lnTo>
                  <a:lnTo>
                    <a:pt x="2480" y="31045"/>
                  </a:lnTo>
                  <a:lnTo>
                    <a:pt x="0" y="27321"/>
                  </a:lnTo>
                  <a:lnTo>
                    <a:pt x="3343" y="24866"/>
                  </a:lnTo>
                  <a:lnTo>
                    <a:pt x="4735" y="22914"/>
                  </a:lnTo>
                  <a:lnTo>
                    <a:pt x="11575" y="21831"/>
                  </a:lnTo>
                  <a:lnTo>
                    <a:pt x="14079" y="22639"/>
                  </a:lnTo>
                  <a:lnTo>
                    <a:pt x="15512" y="21040"/>
                  </a:lnTo>
                  <a:lnTo>
                    <a:pt x="15701" y="17824"/>
                  </a:lnTo>
                  <a:lnTo>
                    <a:pt x="13433" y="17426"/>
                  </a:lnTo>
                  <a:lnTo>
                    <a:pt x="9015" y="8608"/>
                  </a:lnTo>
                  <a:lnTo>
                    <a:pt x="8706" y="6773"/>
                  </a:lnTo>
                  <a:lnTo>
                    <a:pt x="9549" y="4240"/>
                  </a:lnTo>
                  <a:lnTo>
                    <a:pt x="11675" y="3735"/>
                  </a:lnTo>
                  <a:lnTo>
                    <a:pt x="12181" y="2364"/>
                  </a:lnTo>
                  <a:lnTo>
                    <a:pt x="10096" y="2122"/>
                  </a:lnTo>
                  <a:lnTo>
                    <a:pt x="7133" y="4317"/>
                  </a:lnTo>
                  <a:lnTo>
                    <a:pt x="8382" y="2788"/>
                  </a:lnTo>
                  <a:lnTo>
                    <a:pt x="8358" y="1274"/>
                  </a:lnTo>
                  <a:lnTo>
                    <a:pt x="984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h6701"/>
            <p:cNvSpPr/>
            <p:nvPr/>
          </p:nvSpPr>
          <p:spPr>
            <a:xfrm>
              <a:off x="11676822" y="3216844"/>
              <a:ext cx="18611" cy="16267"/>
            </a:xfrm>
            <a:custGeom>
              <a:avLst/>
              <a:pathLst>
                <a:path w="18611" h="16267">
                  <a:moveTo>
                    <a:pt x="3213" y="0"/>
                  </a:moveTo>
                  <a:lnTo>
                    <a:pt x="6626" y="3610"/>
                  </a:lnTo>
                  <a:lnTo>
                    <a:pt x="7317" y="3702"/>
                  </a:lnTo>
                  <a:lnTo>
                    <a:pt x="7908" y="2144"/>
                  </a:lnTo>
                  <a:lnTo>
                    <a:pt x="10309" y="4849"/>
                  </a:lnTo>
                  <a:lnTo>
                    <a:pt x="12280" y="4406"/>
                  </a:lnTo>
                  <a:lnTo>
                    <a:pt x="12934" y="1101"/>
                  </a:lnTo>
                  <a:lnTo>
                    <a:pt x="14191" y="415"/>
                  </a:lnTo>
                  <a:lnTo>
                    <a:pt x="15699" y="1073"/>
                  </a:lnTo>
                  <a:lnTo>
                    <a:pt x="15846" y="1083"/>
                  </a:lnTo>
                  <a:lnTo>
                    <a:pt x="15967" y="1286"/>
                  </a:lnTo>
                  <a:lnTo>
                    <a:pt x="15587" y="2183"/>
                  </a:lnTo>
                  <a:lnTo>
                    <a:pt x="15363" y="1282"/>
                  </a:lnTo>
                  <a:lnTo>
                    <a:pt x="12775" y="2804"/>
                  </a:lnTo>
                  <a:lnTo>
                    <a:pt x="14131" y="3920"/>
                  </a:lnTo>
                  <a:lnTo>
                    <a:pt x="12413" y="5443"/>
                  </a:lnTo>
                  <a:lnTo>
                    <a:pt x="15016" y="9077"/>
                  </a:lnTo>
                  <a:lnTo>
                    <a:pt x="15872" y="10310"/>
                  </a:lnTo>
                  <a:lnTo>
                    <a:pt x="18130" y="10160"/>
                  </a:lnTo>
                  <a:lnTo>
                    <a:pt x="18611" y="11017"/>
                  </a:lnTo>
                  <a:lnTo>
                    <a:pt x="18161" y="13513"/>
                  </a:lnTo>
                  <a:lnTo>
                    <a:pt x="17156" y="14399"/>
                  </a:lnTo>
                  <a:lnTo>
                    <a:pt x="11768" y="16267"/>
                  </a:lnTo>
                  <a:lnTo>
                    <a:pt x="9199" y="15575"/>
                  </a:lnTo>
                  <a:lnTo>
                    <a:pt x="4513" y="12313"/>
                  </a:lnTo>
                  <a:lnTo>
                    <a:pt x="0" y="8280"/>
                  </a:lnTo>
                  <a:lnTo>
                    <a:pt x="1322" y="4527"/>
                  </a:lnTo>
                  <a:lnTo>
                    <a:pt x="102" y="3020"/>
                  </a:lnTo>
                  <a:lnTo>
                    <a:pt x="1130" y="82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h6702"/>
            <p:cNvSpPr/>
            <p:nvPr/>
          </p:nvSpPr>
          <p:spPr>
            <a:xfrm>
              <a:off x="11728205" y="3109531"/>
              <a:ext cx="129729" cy="87015"/>
            </a:xfrm>
            <a:custGeom>
              <a:avLst/>
              <a:pathLst>
                <a:path w="129729" h="87015">
                  <a:moveTo>
                    <a:pt x="50322" y="0"/>
                  </a:moveTo>
                  <a:lnTo>
                    <a:pt x="56215" y="1198"/>
                  </a:lnTo>
                  <a:lnTo>
                    <a:pt x="58523" y="2597"/>
                  </a:lnTo>
                  <a:lnTo>
                    <a:pt x="59713" y="4244"/>
                  </a:lnTo>
                  <a:lnTo>
                    <a:pt x="63239" y="2864"/>
                  </a:lnTo>
                  <a:lnTo>
                    <a:pt x="64118" y="5280"/>
                  </a:lnTo>
                  <a:lnTo>
                    <a:pt x="63537" y="10194"/>
                  </a:lnTo>
                  <a:lnTo>
                    <a:pt x="60785" y="9933"/>
                  </a:lnTo>
                  <a:lnTo>
                    <a:pt x="58985" y="11517"/>
                  </a:lnTo>
                  <a:lnTo>
                    <a:pt x="60114" y="12141"/>
                  </a:lnTo>
                  <a:lnTo>
                    <a:pt x="56803" y="17174"/>
                  </a:lnTo>
                  <a:lnTo>
                    <a:pt x="56121" y="21018"/>
                  </a:lnTo>
                  <a:lnTo>
                    <a:pt x="56592" y="25411"/>
                  </a:lnTo>
                  <a:lnTo>
                    <a:pt x="58378" y="31372"/>
                  </a:lnTo>
                  <a:lnTo>
                    <a:pt x="57976" y="32881"/>
                  </a:lnTo>
                  <a:lnTo>
                    <a:pt x="55990" y="34161"/>
                  </a:lnTo>
                  <a:lnTo>
                    <a:pt x="62468" y="35762"/>
                  </a:lnTo>
                  <a:lnTo>
                    <a:pt x="69917" y="35621"/>
                  </a:lnTo>
                  <a:lnTo>
                    <a:pt x="78177" y="40625"/>
                  </a:lnTo>
                  <a:lnTo>
                    <a:pt x="78238" y="42248"/>
                  </a:lnTo>
                  <a:lnTo>
                    <a:pt x="77303" y="41648"/>
                  </a:lnTo>
                  <a:lnTo>
                    <a:pt x="76179" y="42603"/>
                  </a:lnTo>
                  <a:lnTo>
                    <a:pt x="80032" y="45381"/>
                  </a:lnTo>
                  <a:lnTo>
                    <a:pt x="83701" y="46588"/>
                  </a:lnTo>
                  <a:lnTo>
                    <a:pt x="85650" y="46243"/>
                  </a:lnTo>
                  <a:lnTo>
                    <a:pt x="87295" y="47892"/>
                  </a:lnTo>
                  <a:lnTo>
                    <a:pt x="92939" y="49442"/>
                  </a:lnTo>
                  <a:lnTo>
                    <a:pt x="95390" y="48444"/>
                  </a:lnTo>
                  <a:lnTo>
                    <a:pt x="98601" y="50025"/>
                  </a:lnTo>
                  <a:lnTo>
                    <a:pt x="104859" y="51540"/>
                  </a:lnTo>
                  <a:lnTo>
                    <a:pt x="106751" y="50374"/>
                  </a:lnTo>
                  <a:lnTo>
                    <a:pt x="109068" y="51427"/>
                  </a:lnTo>
                  <a:lnTo>
                    <a:pt x="113761" y="58613"/>
                  </a:lnTo>
                  <a:lnTo>
                    <a:pt x="113104" y="60080"/>
                  </a:lnTo>
                  <a:lnTo>
                    <a:pt x="110482" y="59292"/>
                  </a:lnTo>
                  <a:lnTo>
                    <a:pt x="109087" y="60023"/>
                  </a:lnTo>
                  <a:lnTo>
                    <a:pt x="109049" y="63108"/>
                  </a:lnTo>
                  <a:lnTo>
                    <a:pt x="107877" y="66263"/>
                  </a:lnTo>
                  <a:lnTo>
                    <a:pt x="109413" y="70034"/>
                  </a:lnTo>
                  <a:lnTo>
                    <a:pt x="110635" y="71053"/>
                  </a:lnTo>
                  <a:lnTo>
                    <a:pt x="115532" y="71222"/>
                  </a:lnTo>
                  <a:lnTo>
                    <a:pt x="118173" y="72744"/>
                  </a:lnTo>
                  <a:lnTo>
                    <a:pt x="119154" y="74315"/>
                  </a:lnTo>
                  <a:lnTo>
                    <a:pt x="120955" y="74182"/>
                  </a:lnTo>
                  <a:lnTo>
                    <a:pt x="121680" y="73414"/>
                  </a:lnTo>
                  <a:lnTo>
                    <a:pt x="126904" y="73397"/>
                  </a:lnTo>
                  <a:lnTo>
                    <a:pt x="128437" y="74421"/>
                  </a:lnTo>
                  <a:lnTo>
                    <a:pt x="128900" y="75628"/>
                  </a:lnTo>
                  <a:lnTo>
                    <a:pt x="128000" y="77724"/>
                  </a:lnTo>
                  <a:lnTo>
                    <a:pt x="128165" y="79715"/>
                  </a:lnTo>
                  <a:lnTo>
                    <a:pt x="128742" y="81581"/>
                  </a:lnTo>
                  <a:lnTo>
                    <a:pt x="129729" y="82373"/>
                  </a:lnTo>
                  <a:lnTo>
                    <a:pt x="125310" y="87015"/>
                  </a:lnTo>
                  <a:lnTo>
                    <a:pt x="124314" y="84644"/>
                  </a:lnTo>
                  <a:lnTo>
                    <a:pt x="126492" y="82038"/>
                  </a:lnTo>
                  <a:lnTo>
                    <a:pt x="122548" y="80162"/>
                  </a:lnTo>
                  <a:lnTo>
                    <a:pt x="118777" y="79868"/>
                  </a:lnTo>
                  <a:lnTo>
                    <a:pt x="118269" y="84071"/>
                  </a:lnTo>
                  <a:lnTo>
                    <a:pt x="115589" y="86799"/>
                  </a:lnTo>
                  <a:lnTo>
                    <a:pt x="113500" y="85935"/>
                  </a:lnTo>
                  <a:lnTo>
                    <a:pt x="111902" y="82278"/>
                  </a:lnTo>
                  <a:lnTo>
                    <a:pt x="108709" y="78707"/>
                  </a:lnTo>
                  <a:lnTo>
                    <a:pt x="104296" y="76950"/>
                  </a:lnTo>
                  <a:lnTo>
                    <a:pt x="102075" y="81044"/>
                  </a:lnTo>
                  <a:lnTo>
                    <a:pt x="108677" y="83811"/>
                  </a:lnTo>
                  <a:lnTo>
                    <a:pt x="107547" y="86429"/>
                  </a:lnTo>
                  <a:lnTo>
                    <a:pt x="99326" y="81907"/>
                  </a:lnTo>
                  <a:lnTo>
                    <a:pt x="97749" y="83385"/>
                  </a:lnTo>
                  <a:lnTo>
                    <a:pt x="95136" y="81777"/>
                  </a:lnTo>
                  <a:lnTo>
                    <a:pt x="95807" y="77354"/>
                  </a:lnTo>
                  <a:lnTo>
                    <a:pt x="98684" y="74077"/>
                  </a:lnTo>
                  <a:lnTo>
                    <a:pt x="98333" y="71763"/>
                  </a:lnTo>
                  <a:lnTo>
                    <a:pt x="94709" y="70654"/>
                  </a:lnTo>
                  <a:lnTo>
                    <a:pt x="89621" y="70733"/>
                  </a:lnTo>
                  <a:lnTo>
                    <a:pt x="86745" y="71403"/>
                  </a:lnTo>
                  <a:lnTo>
                    <a:pt x="86194" y="73227"/>
                  </a:lnTo>
                  <a:lnTo>
                    <a:pt x="80622" y="69584"/>
                  </a:lnTo>
                  <a:lnTo>
                    <a:pt x="76020" y="73343"/>
                  </a:lnTo>
                  <a:lnTo>
                    <a:pt x="75943" y="72359"/>
                  </a:lnTo>
                  <a:lnTo>
                    <a:pt x="73152" y="69102"/>
                  </a:lnTo>
                  <a:lnTo>
                    <a:pt x="53956" y="70405"/>
                  </a:lnTo>
                  <a:lnTo>
                    <a:pt x="54224" y="69819"/>
                  </a:lnTo>
                  <a:lnTo>
                    <a:pt x="50014" y="69000"/>
                  </a:lnTo>
                  <a:lnTo>
                    <a:pt x="49877" y="70673"/>
                  </a:lnTo>
                  <a:lnTo>
                    <a:pt x="48030" y="72006"/>
                  </a:lnTo>
                  <a:lnTo>
                    <a:pt x="46014" y="72974"/>
                  </a:lnTo>
                  <a:lnTo>
                    <a:pt x="43323" y="72594"/>
                  </a:lnTo>
                  <a:lnTo>
                    <a:pt x="43415" y="71288"/>
                  </a:lnTo>
                  <a:lnTo>
                    <a:pt x="44509" y="70197"/>
                  </a:lnTo>
                  <a:lnTo>
                    <a:pt x="49527" y="69695"/>
                  </a:lnTo>
                  <a:lnTo>
                    <a:pt x="51802" y="61963"/>
                  </a:lnTo>
                  <a:lnTo>
                    <a:pt x="47313" y="61434"/>
                  </a:lnTo>
                  <a:lnTo>
                    <a:pt x="46905" y="59148"/>
                  </a:lnTo>
                  <a:lnTo>
                    <a:pt x="50979" y="54838"/>
                  </a:lnTo>
                  <a:lnTo>
                    <a:pt x="51169" y="53874"/>
                  </a:lnTo>
                  <a:lnTo>
                    <a:pt x="49614" y="51247"/>
                  </a:lnTo>
                  <a:lnTo>
                    <a:pt x="49698" y="48890"/>
                  </a:lnTo>
                  <a:lnTo>
                    <a:pt x="47053" y="46202"/>
                  </a:lnTo>
                  <a:lnTo>
                    <a:pt x="45370" y="46140"/>
                  </a:lnTo>
                  <a:lnTo>
                    <a:pt x="42200" y="48988"/>
                  </a:lnTo>
                  <a:lnTo>
                    <a:pt x="39946" y="49823"/>
                  </a:lnTo>
                  <a:lnTo>
                    <a:pt x="35228" y="49985"/>
                  </a:lnTo>
                  <a:lnTo>
                    <a:pt x="24726" y="42395"/>
                  </a:lnTo>
                  <a:lnTo>
                    <a:pt x="27634" y="38661"/>
                  </a:lnTo>
                  <a:lnTo>
                    <a:pt x="23782" y="36360"/>
                  </a:lnTo>
                  <a:lnTo>
                    <a:pt x="22860" y="37397"/>
                  </a:lnTo>
                  <a:lnTo>
                    <a:pt x="23943" y="38083"/>
                  </a:lnTo>
                  <a:lnTo>
                    <a:pt x="22467" y="38724"/>
                  </a:lnTo>
                  <a:lnTo>
                    <a:pt x="18460" y="35327"/>
                  </a:lnTo>
                  <a:lnTo>
                    <a:pt x="13131" y="32384"/>
                  </a:lnTo>
                  <a:lnTo>
                    <a:pt x="14635" y="30137"/>
                  </a:lnTo>
                  <a:lnTo>
                    <a:pt x="12327" y="26839"/>
                  </a:lnTo>
                  <a:lnTo>
                    <a:pt x="5216" y="23995"/>
                  </a:lnTo>
                  <a:lnTo>
                    <a:pt x="4557" y="25717"/>
                  </a:lnTo>
                  <a:lnTo>
                    <a:pt x="451" y="25296"/>
                  </a:lnTo>
                  <a:lnTo>
                    <a:pt x="0" y="19775"/>
                  </a:lnTo>
                  <a:lnTo>
                    <a:pt x="1358" y="18570"/>
                  </a:lnTo>
                  <a:lnTo>
                    <a:pt x="8680" y="20447"/>
                  </a:lnTo>
                  <a:lnTo>
                    <a:pt x="13417" y="13743"/>
                  </a:lnTo>
                  <a:lnTo>
                    <a:pt x="17140" y="9772"/>
                  </a:lnTo>
                  <a:lnTo>
                    <a:pt x="19632" y="8413"/>
                  </a:lnTo>
                  <a:lnTo>
                    <a:pt x="21918" y="9154"/>
                  </a:lnTo>
                  <a:lnTo>
                    <a:pt x="22122" y="10875"/>
                  </a:lnTo>
                  <a:lnTo>
                    <a:pt x="22341" y="12510"/>
                  </a:lnTo>
                  <a:lnTo>
                    <a:pt x="18179" y="11309"/>
                  </a:lnTo>
                  <a:lnTo>
                    <a:pt x="18778" y="14963"/>
                  </a:lnTo>
                  <a:lnTo>
                    <a:pt x="23086" y="16283"/>
                  </a:lnTo>
                  <a:lnTo>
                    <a:pt x="23695" y="16130"/>
                  </a:lnTo>
                  <a:lnTo>
                    <a:pt x="24575" y="13413"/>
                  </a:lnTo>
                  <a:lnTo>
                    <a:pt x="26662" y="13356"/>
                  </a:lnTo>
                  <a:lnTo>
                    <a:pt x="26995" y="17147"/>
                  </a:lnTo>
                  <a:lnTo>
                    <a:pt x="31335" y="19559"/>
                  </a:lnTo>
                  <a:lnTo>
                    <a:pt x="32487" y="22634"/>
                  </a:lnTo>
                  <a:lnTo>
                    <a:pt x="31362" y="24534"/>
                  </a:lnTo>
                  <a:lnTo>
                    <a:pt x="31365" y="28203"/>
                  </a:lnTo>
                  <a:lnTo>
                    <a:pt x="36275" y="30270"/>
                  </a:lnTo>
                  <a:lnTo>
                    <a:pt x="38732" y="27929"/>
                  </a:lnTo>
                  <a:lnTo>
                    <a:pt x="37303" y="22862"/>
                  </a:lnTo>
                  <a:lnTo>
                    <a:pt x="38870" y="21241"/>
                  </a:lnTo>
                  <a:lnTo>
                    <a:pt x="43128" y="24778"/>
                  </a:lnTo>
                  <a:lnTo>
                    <a:pt x="46981" y="20242"/>
                  </a:lnTo>
                  <a:lnTo>
                    <a:pt x="45381" y="16590"/>
                  </a:lnTo>
                  <a:lnTo>
                    <a:pt x="45119" y="12837"/>
                  </a:lnTo>
                  <a:lnTo>
                    <a:pt x="47528" y="8825"/>
                  </a:lnTo>
                  <a:lnTo>
                    <a:pt x="46861" y="4815"/>
                  </a:lnTo>
                  <a:lnTo>
                    <a:pt x="48193" y="58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h6703"/>
            <p:cNvSpPr/>
            <p:nvPr/>
          </p:nvSpPr>
          <p:spPr>
            <a:xfrm>
              <a:off x="11633923" y="3255002"/>
              <a:ext cx="22018" cy="23807"/>
            </a:xfrm>
            <a:custGeom>
              <a:avLst/>
              <a:pathLst>
                <a:path w="22018" h="23807">
                  <a:moveTo>
                    <a:pt x="20216" y="2235"/>
                  </a:moveTo>
                  <a:lnTo>
                    <a:pt x="21260" y="3502"/>
                  </a:lnTo>
                  <a:lnTo>
                    <a:pt x="22018" y="10596"/>
                  </a:lnTo>
                  <a:lnTo>
                    <a:pt x="21617" y="17344"/>
                  </a:lnTo>
                  <a:lnTo>
                    <a:pt x="20322" y="22345"/>
                  </a:lnTo>
                  <a:lnTo>
                    <a:pt x="16938" y="23807"/>
                  </a:lnTo>
                  <a:lnTo>
                    <a:pt x="9435" y="21131"/>
                  </a:lnTo>
                  <a:lnTo>
                    <a:pt x="9304" y="23391"/>
                  </a:lnTo>
                  <a:lnTo>
                    <a:pt x="3421" y="22706"/>
                  </a:lnTo>
                  <a:lnTo>
                    <a:pt x="1787" y="20868"/>
                  </a:lnTo>
                  <a:lnTo>
                    <a:pt x="3611" y="18203"/>
                  </a:lnTo>
                  <a:lnTo>
                    <a:pt x="2231" y="17548"/>
                  </a:lnTo>
                  <a:lnTo>
                    <a:pt x="6747" y="12190"/>
                  </a:lnTo>
                  <a:lnTo>
                    <a:pt x="6746" y="11248"/>
                  </a:lnTo>
                  <a:lnTo>
                    <a:pt x="676" y="4770"/>
                  </a:lnTo>
                  <a:lnTo>
                    <a:pt x="0" y="3255"/>
                  </a:lnTo>
                  <a:lnTo>
                    <a:pt x="874" y="3591"/>
                  </a:lnTo>
                  <a:lnTo>
                    <a:pt x="2270" y="2844"/>
                  </a:lnTo>
                  <a:lnTo>
                    <a:pt x="3423" y="3796"/>
                  </a:lnTo>
                  <a:lnTo>
                    <a:pt x="2997" y="5034"/>
                  </a:lnTo>
                  <a:lnTo>
                    <a:pt x="9660" y="6426"/>
                  </a:lnTo>
                  <a:lnTo>
                    <a:pt x="10604" y="4888"/>
                  </a:lnTo>
                  <a:lnTo>
                    <a:pt x="15764" y="4413"/>
                  </a:lnTo>
                  <a:lnTo>
                    <a:pt x="17919" y="1895"/>
                  </a:lnTo>
                  <a:lnTo>
                    <a:pt x="1728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h6704"/>
            <p:cNvSpPr/>
            <p:nvPr/>
          </p:nvSpPr>
          <p:spPr>
            <a:xfrm>
              <a:off x="11592875" y="3149543"/>
              <a:ext cx="35109" cy="36149"/>
            </a:xfrm>
            <a:custGeom>
              <a:avLst/>
              <a:pathLst>
                <a:path w="35109" h="36149">
                  <a:moveTo>
                    <a:pt x="15386" y="2540"/>
                  </a:moveTo>
                  <a:lnTo>
                    <a:pt x="18395" y="4250"/>
                  </a:lnTo>
                  <a:lnTo>
                    <a:pt x="21063" y="7890"/>
                  </a:lnTo>
                  <a:lnTo>
                    <a:pt x="21151" y="8655"/>
                  </a:lnTo>
                  <a:lnTo>
                    <a:pt x="19529" y="8986"/>
                  </a:lnTo>
                  <a:lnTo>
                    <a:pt x="19126" y="9758"/>
                  </a:lnTo>
                  <a:lnTo>
                    <a:pt x="20055" y="11240"/>
                  </a:lnTo>
                  <a:lnTo>
                    <a:pt x="25721" y="10849"/>
                  </a:lnTo>
                  <a:lnTo>
                    <a:pt x="26572" y="10175"/>
                  </a:lnTo>
                  <a:lnTo>
                    <a:pt x="29462" y="11347"/>
                  </a:lnTo>
                  <a:lnTo>
                    <a:pt x="30102" y="15075"/>
                  </a:lnTo>
                  <a:lnTo>
                    <a:pt x="32932" y="19493"/>
                  </a:lnTo>
                  <a:lnTo>
                    <a:pt x="34040" y="19664"/>
                  </a:lnTo>
                  <a:lnTo>
                    <a:pt x="35109" y="26491"/>
                  </a:lnTo>
                  <a:lnTo>
                    <a:pt x="32725" y="28048"/>
                  </a:lnTo>
                  <a:lnTo>
                    <a:pt x="26788" y="28837"/>
                  </a:lnTo>
                  <a:lnTo>
                    <a:pt x="24311" y="31295"/>
                  </a:lnTo>
                  <a:lnTo>
                    <a:pt x="19955" y="33080"/>
                  </a:lnTo>
                  <a:lnTo>
                    <a:pt x="20260" y="35609"/>
                  </a:lnTo>
                  <a:lnTo>
                    <a:pt x="17771" y="35086"/>
                  </a:lnTo>
                  <a:lnTo>
                    <a:pt x="17387" y="33952"/>
                  </a:lnTo>
                  <a:lnTo>
                    <a:pt x="14848" y="32415"/>
                  </a:lnTo>
                  <a:lnTo>
                    <a:pt x="14490" y="36149"/>
                  </a:lnTo>
                  <a:lnTo>
                    <a:pt x="13918" y="36125"/>
                  </a:lnTo>
                  <a:lnTo>
                    <a:pt x="12419" y="35939"/>
                  </a:lnTo>
                  <a:lnTo>
                    <a:pt x="6976" y="30136"/>
                  </a:lnTo>
                  <a:lnTo>
                    <a:pt x="6090" y="25835"/>
                  </a:lnTo>
                  <a:lnTo>
                    <a:pt x="3057" y="24771"/>
                  </a:lnTo>
                  <a:lnTo>
                    <a:pt x="2583" y="25029"/>
                  </a:lnTo>
                  <a:lnTo>
                    <a:pt x="2922" y="26208"/>
                  </a:lnTo>
                  <a:lnTo>
                    <a:pt x="0" y="25957"/>
                  </a:lnTo>
                  <a:lnTo>
                    <a:pt x="4512" y="18490"/>
                  </a:lnTo>
                  <a:lnTo>
                    <a:pt x="4643" y="13006"/>
                  </a:lnTo>
                  <a:lnTo>
                    <a:pt x="6716" y="6475"/>
                  </a:lnTo>
                  <a:lnTo>
                    <a:pt x="8000" y="5698"/>
                  </a:lnTo>
                  <a:lnTo>
                    <a:pt x="10526" y="6453"/>
                  </a:lnTo>
                  <a:lnTo>
                    <a:pt x="10936" y="1705"/>
                  </a:lnTo>
                  <a:lnTo>
                    <a:pt x="13677" y="1122"/>
                  </a:lnTo>
                  <a:lnTo>
                    <a:pt x="1428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h6705"/>
            <p:cNvSpPr/>
            <p:nvPr/>
          </p:nvSpPr>
          <p:spPr>
            <a:xfrm>
              <a:off x="11713738" y="3133526"/>
              <a:ext cx="71225" cy="50955"/>
            </a:xfrm>
            <a:custGeom>
              <a:avLst/>
              <a:pathLst>
                <a:path w="71225" h="50955">
                  <a:moveTo>
                    <a:pt x="26795" y="2844"/>
                  </a:moveTo>
                  <a:lnTo>
                    <a:pt x="29103" y="6142"/>
                  </a:lnTo>
                  <a:lnTo>
                    <a:pt x="27599" y="8389"/>
                  </a:lnTo>
                  <a:lnTo>
                    <a:pt x="32928" y="11332"/>
                  </a:lnTo>
                  <a:lnTo>
                    <a:pt x="36934" y="14729"/>
                  </a:lnTo>
                  <a:lnTo>
                    <a:pt x="38411" y="14088"/>
                  </a:lnTo>
                  <a:lnTo>
                    <a:pt x="37327" y="13402"/>
                  </a:lnTo>
                  <a:lnTo>
                    <a:pt x="38250" y="12365"/>
                  </a:lnTo>
                  <a:lnTo>
                    <a:pt x="42101" y="14666"/>
                  </a:lnTo>
                  <a:lnTo>
                    <a:pt x="39193" y="18400"/>
                  </a:lnTo>
                  <a:lnTo>
                    <a:pt x="49695" y="25990"/>
                  </a:lnTo>
                  <a:lnTo>
                    <a:pt x="54413" y="25828"/>
                  </a:lnTo>
                  <a:lnTo>
                    <a:pt x="56667" y="24993"/>
                  </a:lnTo>
                  <a:lnTo>
                    <a:pt x="59838" y="22145"/>
                  </a:lnTo>
                  <a:lnTo>
                    <a:pt x="61521" y="22207"/>
                  </a:lnTo>
                  <a:lnTo>
                    <a:pt x="64165" y="24895"/>
                  </a:lnTo>
                  <a:lnTo>
                    <a:pt x="64081" y="27252"/>
                  </a:lnTo>
                  <a:lnTo>
                    <a:pt x="65636" y="29878"/>
                  </a:lnTo>
                  <a:lnTo>
                    <a:pt x="65446" y="30843"/>
                  </a:lnTo>
                  <a:lnTo>
                    <a:pt x="61372" y="35153"/>
                  </a:lnTo>
                  <a:lnTo>
                    <a:pt x="61780" y="37439"/>
                  </a:lnTo>
                  <a:lnTo>
                    <a:pt x="66269" y="37968"/>
                  </a:lnTo>
                  <a:lnTo>
                    <a:pt x="63995" y="45700"/>
                  </a:lnTo>
                  <a:lnTo>
                    <a:pt x="58976" y="46201"/>
                  </a:lnTo>
                  <a:lnTo>
                    <a:pt x="57882" y="47292"/>
                  </a:lnTo>
                  <a:lnTo>
                    <a:pt x="57790" y="48599"/>
                  </a:lnTo>
                  <a:lnTo>
                    <a:pt x="60482" y="48979"/>
                  </a:lnTo>
                  <a:lnTo>
                    <a:pt x="62498" y="48011"/>
                  </a:lnTo>
                  <a:lnTo>
                    <a:pt x="64344" y="46677"/>
                  </a:lnTo>
                  <a:lnTo>
                    <a:pt x="64481" y="45004"/>
                  </a:lnTo>
                  <a:lnTo>
                    <a:pt x="68691" y="45823"/>
                  </a:lnTo>
                  <a:lnTo>
                    <a:pt x="68423" y="46409"/>
                  </a:lnTo>
                  <a:lnTo>
                    <a:pt x="67795" y="47673"/>
                  </a:lnTo>
                  <a:lnTo>
                    <a:pt x="68325" y="49122"/>
                  </a:lnTo>
                  <a:lnTo>
                    <a:pt x="70442" y="48842"/>
                  </a:lnTo>
                  <a:lnTo>
                    <a:pt x="71225" y="50438"/>
                  </a:lnTo>
                  <a:lnTo>
                    <a:pt x="58983" y="50955"/>
                  </a:lnTo>
                  <a:lnTo>
                    <a:pt x="54655" y="50495"/>
                  </a:lnTo>
                  <a:lnTo>
                    <a:pt x="47832" y="44441"/>
                  </a:lnTo>
                  <a:lnTo>
                    <a:pt x="44405" y="41308"/>
                  </a:lnTo>
                  <a:lnTo>
                    <a:pt x="41919" y="44209"/>
                  </a:lnTo>
                  <a:lnTo>
                    <a:pt x="41403" y="43963"/>
                  </a:lnTo>
                  <a:lnTo>
                    <a:pt x="39111" y="41881"/>
                  </a:lnTo>
                  <a:lnTo>
                    <a:pt x="37837" y="38420"/>
                  </a:lnTo>
                  <a:lnTo>
                    <a:pt x="31724" y="35756"/>
                  </a:lnTo>
                  <a:lnTo>
                    <a:pt x="22612" y="36025"/>
                  </a:lnTo>
                  <a:lnTo>
                    <a:pt x="18211" y="32575"/>
                  </a:lnTo>
                  <a:lnTo>
                    <a:pt x="11661" y="32591"/>
                  </a:lnTo>
                  <a:lnTo>
                    <a:pt x="10668" y="29402"/>
                  </a:lnTo>
                  <a:lnTo>
                    <a:pt x="12074" y="25466"/>
                  </a:lnTo>
                  <a:lnTo>
                    <a:pt x="13975" y="24891"/>
                  </a:lnTo>
                  <a:lnTo>
                    <a:pt x="16520" y="26935"/>
                  </a:lnTo>
                  <a:lnTo>
                    <a:pt x="18550" y="24753"/>
                  </a:lnTo>
                  <a:lnTo>
                    <a:pt x="18143" y="23326"/>
                  </a:lnTo>
                  <a:lnTo>
                    <a:pt x="10258" y="18121"/>
                  </a:lnTo>
                  <a:lnTo>
                    <a:pt x="7798" y="19311"/>
                  </a:lnTo>
                  <a:lnTo>
                    <a:pt x="1153" y="18670"/>
                  </a:lnTo>
                  <a:lnTo>
                    <a:pt x="0" y="18036"/>
                  </a:lnTo>
                  <a:lnTo>
                    <a:pt x="686" y="12005"/>
                  </a:lnTo>
                  <a:lnTo>
                    <a:pt x="5602" y="12255"/>
                  </a:lnTo>
                  <a:lnTo>
                    <a:pt x="8782" y="10782"/>
                  </a:lnTo>
                  <a:lnTo>
                    <a:pt x="15059" y="5894"/>
                  </a:lnTo>
                  <a:lnTo>
                    <a:pt x="14291" y="3875"/>
                  </a:lnTo>
                  <a:lnTo>
                    <a:pt x="14282" y="1624"/>
                  </a:lnTo>
                  <a:lnTo>
                    <a:pt x="14919" y="1301"/>
                  </a:lnTo>
                  <a:lnTo>
                    <a:pt x="19024" y="1721"/>
                  </a:lnTo>
                  <a:lnTo>
                    <a:pt x="1968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h6706"/>
            <p:cNvSpPr/>
            <p:nvPr/>
          </p:nvSpPr>
          <p:spPr>
            <a:xfrm>
              <a:off x="11725776" y="3202551"/>
              <a:ext cx="15649" cy="11844"/>
            </a:xfrm>
            <a:custGeom>
              <a:avLst/>
              <a:pathLst>
                <a:path w="15649" h="11844">
                  <a:moveTo>
                    <a:pt x="15573" y="2787"/>
                  </a:moveTo>
                  <a:lnTo>
                    <a:pt x="15649" y="7781"/>
                  </a:lnTo>
                  <a:lnTo>
                    <a:pt x="12260" y="10790"/>
                  </a:lnTo>
                  <a:lnTo>
                    <a:pt x="8607" y="11844"/>
                  </a:lnTo>
                  <a:lnTo>
                    <a:pt x="6579" y="10719"/>
                  </a:lnTo>
                  <a:lnTo>
                    <a:pt x="1328" y="9781"/>
                  </a:lnTo>
                  <a:lnTo>
                    <a:pt x="0" y="7854"/>
                  </a:lnTo>
                  <a:lnTo>
                    <a:pt x="726" y="3864"/>
                  </a:lnTo>
                  <a:lnTo>
                    <a:pt x="2714" y="2192"/>
                  </a:lnTo>
                  <a:lnTo>
                    <a:pt x="3049" y="2570"/>
                  </a:lnTo>
                  <a:lnTo>
                    <a:pt x="62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h6707"/>
            <p:cNvSpPr/>
            <p:nvPr/>
          </p:nvSpPr>
          <p:spPr>
            <a:xfrm>
              <a:off x="11732588" y="3246089"/>
              <a:ext cx="41664" cy="26138"/>
            </a:xfrm>
            <a:custGeom>
              <a:avLst/>
              <a:pathLst>
                <a:path w="41664" h="26138">
                  <a:moveTo>
                    <a:pt x="41664" y="1664"/>
                  </a:moveTo>
                  <a:lnTo>
                    <a:pt x="40341" y="3385"/>
                  </a:lnTo>
                  <a:lnTo>
                    <a:pt x="39295" y="4784"/>
                  </a:lnTo>
                  <a:lnTo>
                    <a:pt x="36849" y="5478"/>
                  </a:lnTo>
                  <a:lnTo>
                    <a:pt x="32859" y="4481"/>
                  </a:lnTo>
                  <a:lnTo>
                    <a:pt x="30863" y="4889"/>
                  </a:lnTo>
                  <a:lnTo>
                    <a:pt x="27708" y="7867"/>
                  </a:lnTo>
                  <a:lnTo>
                    <a:pt x="26855" y="9358"/>
                  </a:lnTo>
                  <a:lnTo>
                    <a:pt x="27713" y="19367"/>
                  </a:lnTo>
                  <a:lnTo>
                    <a:pt x="25914" y="25553"/>
                  </a:lnTo>
                  <a:lnTo>
                    <a:pt x="25060" y="26103"/>
                  </a:lnTo>
                  <a:lnTo>
                    <a:pt x="20824" y="26138"/>
                  </a:lnTo>
                  <a:lnTo>
                    <a:pt x="14019" y="23933"/>
                  </a:lnTo>
                  <a:lnTo>
                    <a:pt x="12175" y="19244"/>
                  </a:lnTo>
                  <a:lnTo>
                    <a:pt x="8199" y="18162"/>
                  </a:lnTo>
                  <a:lnTo>
                    <a:pt x="7639" y="18445"/>
                  </a:lnTo>
                  <a:lnTo>
                    <a:pt x="7238" y="21194"/>
                  </a:lnTo>
                  <a:lnTo>
                    <a:pt x="5816" y="17262"/>
                  </a:lnTo>
                  <a:lnTo>
                    <a:pt x="3102" y="14755"/>
                  </a:lnTo>
                  <a:lnTo>
                    <a:pt x="0" y="12936"/>
                  </a:lnTo>
                  <a:lnTo>
                    <a:pt x="2074" y="10733"/>
                  </a:lnTo>
                  <a:lnTo>
                    <a:pt x="12427" y="10702"/>
                  </a:lnTo>
                  <a:lnTo>
                    <a:pt x="13096" y="3119"/>
                  </a:lnTo>
                  <a:lnTo>
                    <a:pt x="9044" y="2453"/>
                  </a:lnTo>
                  <a:lnTo>
                    <a:pt x="8451" y="544"/>
                  </a:lnTo>
                  <a:lnTo>
                    <a:pt x="14763" y="3424"/>
                  </a:lnTo>
                  <a:lnTo>
                    <a:pt x="17125" y="3412"/>
                  </a:lnTo>
                  <a:lnTo>
                    <a:pt x="18618" y="3052"/>
                  </a:lnTo>
                  <a:lnTo>
                    <a:pt x="18586" y="2122"/>
                  </a:lnTo>
                  <a:lnTo>
                    <a:pt x="28837" y="1818"/>
                  </a:lnTo>
                  <a:lnTo>
                    <a:pt x="35378" y="686"/>
                  </a:lnTo>
                  <a:lnTo>
                    <a:pt x="3598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h6708"/>
            <p:cNvSpPr/>
            <p:nvPr/>
          </p:nvSpPr>
          <p:spPr>
            <a:xfrm>
              <a:off x="11660313" y="3183369"/>
              <a:ext cx="10051" cy="15980"/>
            </a:xfrm>
            <a:custGeom>
              <a:avLst/>
              <a:pathLst>
                <a:path w="10051" h="15980">
                  <a:moveTo>
                    <a:pt x="910" y="0"/>
                  </a:moveTo>
                  <a:lnTo>
                    <a:pt x="3208" y="3039"/>
                  </a:lnTo>
                  <a:lnTo>
                    <a:pt x="5810" y="4747"/>
                  </a:lnTo>
                  <a:lnTo>
                    <a:pt x="6570" y="3809"/>
                  </a:lnTo>
                  <a:lnTo>
                    <a:pt x="7342" y="2425"/>
                  </a:lnTo>
                  <a:lnTo>
                    <a:pt x="10051" y="2700"/>
                  </a:lnTo>
                  <a:lnTo>
                    <a:pt x="9612" y="8473"/>
                  </a:lnTo>
                  <a:lnTo>
                    <a:pt x="7905" y="13881"/>
                  </a:lnTo>
                  <a:lnTo>
                    <a:pt x="5364" y="15980"/>
                  </a:lnTo>
                  <a:lnTo>
                    <a:pt x="4217" y="14800"/>
                  </a:lnTo>
                  <a:lnTo>
                    <a:pt x="1433" y="14283"/>
                  </a:lnTo>
                  <a:lnTo>
                    <a:pt x="1478" y="10788"/>
                  </a:lnTo>
                  <a:lnTo>
                    <a:pt x="2337" y="10754"/>
                  </a:lnTo>
                  <a:lnTo>
                    <a:pt x="2666" y="9365"/>
                  </a:lnTo>
                  <a:lnTo>
                    <a:pt x="177" y="7040"/>
                  </a:lnTo>
                  <a:lnTo>
                    <a:pt x="1364" y="6244"/>
                  </a:lnTo>
                  <a:lnTo>
                    <a:pt x="1200" y="3613"/>
                  </a:lnTo>
                  <a:lnTo>
                    <a:pt x="388" y="3218"/>
                  </a:lnTo>
                  <a:lnTo>
                    <a:pt x="0" y="725"/>
                  </a:lnTo>
                  <a:lnTo>
                    <a:pt x="13" y="3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h6709"/>
            <p:cNvSpPr/>
            <p:nvPr/>
          </p:nvSpPr>
          <p:spPr>
            <a:xfrm>
              <a:off x="11649525" y="3173959"/>
              <a:ext cx="18539" cy="14157"/>
            </a:xfrm>
            <a:custGeom>
              <a:avLst/>
              <a:pathLst>
                <a:path w="18539" h="14157">
                  <a:moveTo>
                    <a:pt x="16752" y="5697"/>
                  </a:moveTo>
                  <a:lnTo>
                    <a:pt x="18539" y="10092"/>
                  </a:lnTo>
                  <a:lnTo>
                    <a:pt x="16530" y="10632"/>
                  </a:lnTo>
                  <a:lnTo>
                    <a:pt x="16416" y="12449"/>
                  </a:lnTo>
                  <a:lnTo>
                    <a:pt x="17357" y="13220"/>
                  </a:lnTo>
                  <a:lnTo>
                    <a:pt x="16597" y="14157"/>
                  </a:lnTo>
                  <a:lnTo>
                    <a:pt x="13996" y="12449"/>
                  </a:lnTo>
                  <a:lnTo>
                    <a:pt x="11697" y="9410"/>
                  </a:lnTo>
                  <a:lnTo>
                    <a:pt x="10801" y="9445"/>
                  </a:lnTo>
                  <a:lnTo>
                    <a:pt x="10787" y="10136"/>
                  </a:lnTo>
                  <a:lnTo>
                    <a:pt x="2296" y="12191"/>
                  </a:lnTo>
                  <a:lnTo>
                    <a:pt x="55" y="10895"/>
                  </a:lnTo>
                  <a:lnTo>
                    <a:pt x="0" y="9129"/>
                  </a:lnTo>
                  <a:lnTo>
                    <a:pt x="2234" y="6731"/>
                  </a:lnTo>
                  <a:lnTo>
                    <a:pt x="1712" y="4881"/>
                  </a:lnTo>
                  <a:lnTo>
                    <a:pt x="2211" y="4173"/>
                  </a:lnTo>
                  <a:lnTo>
                    <a:pt x="4405" y="4699"/>
                  </a:lnTo>
                  <a:lnTo>
                    <a:pt x="9846" y="7724"/>
                  </a:lnTo>
                  <a:lnTo>
                    <a:pt x="9507" y="5396"/>
                  </a:lnTo>
                  <a:lnTo>
                    <a:pt x="12903" y="5535"/>
                  </a:lnTo>
                  <a:lnTo>
                    <a:pt x="1489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h6710"/>
            <p:cNvSpPr/>
            <p:nvPr/>
          </p:nvSpPr>
          <p:spPr>
            <a:xfrm>
              <a:off x="11632026" y="3170572"/>
              <a:ext cx="19733" cy="17252"/>
            </a:xfrm>
            <a:custGeom>
              <a:avLst/>
              <a:pathLst>
                <a:path w="19733" h="17252">
                  <a:moveTo>
                    <a:pt x="2262" y="62"/>
                  </a:moveTo>
                  <a:lnTo>
                    <a:pt x="2669" y="1307"/>
                  </a:lnTo>
                  <a:lnTo>
                    <a:pt x="4798" y="1183"/>
                  </a:lnTo>
                  <a:lnTo>
                    <a:pt x="6655" y="2562"/>
                  </a:lnTo>
                  <a:lnTo>
                    <a:pt x="6936" y="3698"/>
                  </a:lnTo>
                  <a:lnTo>
                    <a:pt x="9570" y="5172"/>
                  </a:lnTo>
                  <a:lnTo>
                    <a:pt x="13163" y="5352"/>
                  </a:lnTo>
                  <a:lnTo>
                    <a:pt x="17690" y="3043"/>
                  </a:lnTo>
                  <a:lnTo>
                    <a:pt x="18656" y="2410"/>
                  </a:lnTo>
                  <a:lnTo>
                    <a:pt x="19407" y="3505"/>
                  </a:lnTo>
                  <a:lnTo>
                    <a:pt x="18621" y="7830"/>
                  </a:lnTo>
                  <a:lnTo>
                    <a:pt x="19212" y="8268"/>
                  </a:lnTo>
                  <a:lnTo>
                    <a:pt x="19733" y="10118"/>
                  </a:lnTo>
                  <a:lnTo>
                    <a:pt x="17499" y="12516"/>
                  </a:lnTo>
                  <a:lnTo>
                    <a:pt x="17554" y="14282"/>
                  </a:lnTo>
                  <a:lnTo>
                    <a:pt x="17323" y="15940"/>
                  </a:lnTo>
                  <a:lnTo>
                    <a:pt x="16313" y="16048"/>
                  </a:lnTo>
                  <a:lnTo>
                    <a:pt x="13961" y="16110"/>
                  </a:lnTo>
                  <a:lnTo>
                    <a:pt x="12109" y="14848"/>
                  </a:lnTo>
                  <a:lnTo>
                    <a:pt x="7037" y="17252"/>
                  </a:lnTo>
                  <a:lnTo>
                    <a:pt x="4750" y="16847"/>
                  </a:lnTo>
                  <a:lnTo>
                    <a:pt x="0" y="9346"/>
                  </a:lnTo>
                  <a:lnTo>
                    <a:pt x="2220" y="7704"/>
                  </a:lnTo>
                  <a:lnTo>
                    <a:pt x="3288" y="7759"/>
                  </a:lnTo>
                  <a:lnTo>
                    <a:pt x="206" y="2144"/>
                  </a:lnTo>
                  <a:lnTo>
                    <a:pt x="6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h6711"/>
            <p:cNvSpPr/>
            <p:nvPr/>
          </p:nvSpPr>
          <p:spPr>
            <a:xfrm>
              <a:off x="11634207" y="3196366"/>
              <a:ext cx="19919" cy="16933"/>
            </a:xfrm>
            <a:custGeom>
              <a:avLst/>
              <a:pathLst>
                <a:path w="19919" h="16933">
                  <a:moveTo>
                    <a:pt x="9114" y="646"/>
                  </a:moveTo>
                  <a:lnTo>
                    <a:pt x="11112" y="2042"/>
                  </a:lnTo>
                  <a:lnTo>
                    <a:pt x="10117" y="4250"/>
                  </a:lnTo>
                  <a:lnTo>
                    <a:pt x="9983" y="6407"/>
                  </a:lnTo>
                  <a:lnTo>
                    <a:pt x="11217" y="7055"/>
                  </a:lnTo>
                  <a:lnTo>
                    <a:pt x="13871" y="6755"/>
                  </a:lnTo>
                  <a:lnTo>
                    <a:pt x="15027" y="5182"/>
                  </a:lnTo>
                  <a:lnTo>
                    <a:pt x="17568" y="4137"/>
                  </a:lnTo>
                  <a:lnTo>
                    <a:pt x="18172" y="5661"/>
                  </a:lnTo>
                  <a:lnTo>
                    <a:pt x="19919" y="8075"/>
                  </a:lnTo>
                  <a:lnTo>
                    <a:pt x="19036" y="11028"/>
                  </a:lnTo>
                  <a:lnTo>
                    <a:pt x="16339" y="12399"/>
                  </a:lnTo>
                  <a:lnTo>
                    <a:pt x="13927" y="15341"/>
                  </a:lnTo>
                  <a:lnTo>
                    <a:pt x="14536" y="16402"/>
                  </a:lnTo>
                  <a:lnTo>
                    <a:pt x="12434" y="16933"/>
                  </a:lnTo>
                  <a:lnTo>
                    <a:pt x="11481" y="15854"/>
                  </a:lnTo>
                  <a:lnTo>
                    <a:pt x="9009" y="16269"/>
                  </a:lnTo>
                  <a:lnTo>
                    <a:pt x="5538" y="10877"/>
                  </a:lnTo>
                  <a:lnTo>
                    <a:pt x="3491" y="8778"/>
                  </a:lnTo>
                  <a:lnTo>
                    <a:pt x="0" y="6830"/>
                  </a:lnTo>
                  <a:lnTo>
                    <a:pt x="1644" y="1776"/>
                  </a:lnTo>
                  <a:lnTo>
                    <a:pt x="1471" y="90"/>
                  </a:lnTo>
                  <a:lnTo>
                    <a:pt x="554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h6712"/>
            <p:cNvSpPr/>
            <p:nvPr/>
          </p:nvSpPr>
          <p:spPr>
            <a:xfrm>
              <a:off x="11757517" y="3249475"/>
              <a:ext cx="105438" cy="66197"/>
            </a:xfrm>
            <a:custGeom>
              <a:avLst/>
              <a:pathLst>
                <a:path w="105438" h="66197">
                  <a:moveTo>
                    <a:pt x="17058" y="1430"/>
                  </a:moveTo>
                  <a:lnTo>
                    <a:pt x="19828" y="9328"/>
                  </a:lnTo>
                  <a:lnTo>
                    <a:pt x="28570" y="7921"/>
                  </a:lnTo>
                  <a:lnTo>
                    <a:pt x="29464" y="13999"/>
                  </a:lnTo>
                  <a:lnTo>
                    <a:pt x="36390" y="11396"/>
                  </a:lnTo>
                  <a:lnTo>
                    <a:pt x="40553" y="12588"/>
                  </a:lnTo>
                  <a:lnTo>
                    <a:pt x="44593" y="12565"/>
                  </a:lnTo>
                  <a:lnTo>
                    <a:pt x="47335" y="15006"/>
                  </a:lnTo>
                  <a:lnTo>
                    <a:pt x="45345" y="17204"/>
                  </a:lnTo>
                  <a:lnTo>
                    <a:pt x="47907" y="18854"/>
                  </a:lnTo>
                  <a:lnTo>
                    <a:pt x="49886" y="18525"/>
                  </a:lnTo>
                  <a:lnTo>
                    <a:pt x="53915" y="16219"/>
                  </a:lnTo>
                  <a:lnTo>
                    <a:pt x="55296" y="15017"/>
                  </a:lnTo>
                  <a:lnTo>
                    <a:pt x="56181" y="11741"/>
                  </a:lnTo>
                  <a:lnTo>
                    <a:pt x="58561" y="11452"/>
                  </a:lnTo>
                  <a:lnTo>
                    <a:pt x="60293" y="13344"/>
                  </a:lnTo>
                  <a:lnTo>
                    <a:pt x="64530" y="14491"/>
                  </a:lnTo>
                  <a:lnTo>
                    <a:pt x="65177" y="12520"/>
                  </a:lnTo>
                  <a:lnTo>
                    <a:pt x="67284" y="12464"/>
                  </a:lnTo>
                  <a:lnTo>
                    <a:pt x="68115" y="13350"/>
                  </a:lnTo>
                  <a:lnTo>
                    <a:pt x="68900" y="15622"/>
                  </a:lnTo>
                  <a:lnTo>
                    <a:pt x="68501" y="17411"/>
                  </a:lnTo>
                  <a:lnTo>
                    <a:pt x="69356" y="18566"/>
                  </a:lnTo>
                  <a:lnTo>
                    <a:pt x="74210" y="15197"/>
                  </a:lnTo>
                  <a:lnTo>
                    <a:pt x="77440" y="16835"/>
                  </a:lnTo>
                  <a:lnTo>
                    <a:pt x="79379" y="15140"/>
                  </a:lnTo>
                  <a:lnTo>
                    <a:pt x="79538" y="13221"/>
                  </a:lnTo>
                  <a:lnTo>
                    <a:pt x="83265" y="14387"/>
                  </a:lnTo>
                  <a:lnTo>
                    <a:pt x="86037" y="17233"/>
                  </a:lnTo>
                  <a:lnTo>
                    <a:pt x="84839" y="20412"/>
                  </a:lnTo>
                  <a:lnTo>
                    <a:pt x="86285" y="24966"/>
                  </a:lnTo>
                  <a:lnTo>
                    <a:pt x="88159" y="27199"/>
                  </a:lnTo>
                  <a:lnTo>
                    <a:pt x="91995" y="28890"/>
                  </a:lnTo>
                  <a:lnTo>
                    <a:pt x="94919" y="26768"/>
                  </a:lnTo>
                  <a:lnTo>
                    <a:pt x="97264" y="26658"/>
                  </a:lnTo>
                  <a:lnTo>
                    <a:pt x="99289" y="30814"/>
                  </a:lnTo>
                  <a:lnTo>
                    <a:pt x="98657" y="34514"/>
                  </a:lnTo>
                  <a:lnTo>
                    <a:pt x="99210" y="35483"/>
                  </a:lnTo>
                  <a:lnTo>
                    <a:pt x="102638" y="36956"/>
                  </a:lnTo>
                  <a:lnTo>
                    <a:pt x="96519" y="40221"/>
                  </a:lnTo>
                  <a:lnTo>
                    <a:pt x="95110" y="45759"/>
                  </a:lnTo>
                  <a:lnTo>
                    <a:pt x="93014" y="44152"/>
                  </a:lnTo>
                  <a:lnTo>
                    <a:pt x="93209" y="47926"/>
                  </a:lnTo>
                  <a:lnTo>
                    <a:pt x="96039" y="51015"/>
                  </a:lnTo>
                  <a:lnTo>
                    <a:pt x="99132" y="51325"/>
                  </a:lnTo>
                  <a:lnTo>
                    <a:pt x="99554" y="54686"/>
                  </a:lnTo>
                  <a:lnTo>
                    <a:pt x="97984" y="57243"/>
                  </a:lnTo>
                  <a:lnTo>
                    <a:pt x="99988" y="59727"/>
                  </a:lnTo>
                  <a:lnTo>
                    <a:pt x="104201" y="61546"/>
                  </a:lnTo>
                  <a:lnTo>
                    <a:pt x="105438" y="65464"/>
                  </a:lnTo>
                  <a:lnTo>
                    <a:pt x="95608" y="66197"/>
                  </a:lnTo>
                  <a:lnTo>
                    <a:pt x="92309" y="62526"/>
                  </a:lnTo>
                  <a:lnTo>
                    <a:pt x="84398" y="62753"/>
                  </a:lnTo>
                  <a:lnTo>
                    <a:pt x="81268" y="59724"/>
                  </a:lnTo>
                  <a:lnTo>
                    <a:pt x="79611" y="59406"/>
                  </a:lnTo>
                  <a:lnTo>
                    <a:pt x="81046" y="58182"/>
                  </a:lnTo>
                  <a:lnTo>
                    <a:pt x="80289" y="56568"/>
                  </a:lnTo>
                  <a:lnTo>
                    <a:pt x="66837" y="51150"/>
                  </a:lnTo>
                  <a:lnTo>
                    <a:pt x="65399" y="48770"/>
                  </a:lnTo>
                  <a:lnTo>
                    <a:pt x="58864" y="45645"/>
                  </a:lnTo>
                  <a:lnTo>
                    <a:pt x="53699" y="46147"/>
                  </a:lnTo>
                  <a:lnTo>
                    <a:pt x="52499" y="47378"/>
                  </a:lnTo>
                  <a:lnTo>
                    <a:pt x="52324" y="51604"/>
                  </a:lnTo>
                  <a:lnTo>
                    <a:pt x="48164" y="53300"/>
                  </a:lnTo>
                  <a:lnTo>
                    <a:pt x="43997" y="50488"/>
                  </a:lnTo>
                  <a:lnTo>
                    <a:pt x="42527" y="52191"/>
                  </a:lnTo>
                  <a:lnTo>
                    <a:pt x="40480" y="51704"/>
                  </a:lnTo>
                  <a:lnTo>
                    <a:pt x="38963" y="49674"/>
                  </a:lnTo>
                  <a:lnTo>
                    <a:pt x="39212" y="48589"/>
                  </a:lnTo>
                  <a:lnTo>
                    <a:pt x="37475" y="47976"/>
                  </a:lnTo>
                  <a:lnTo>
                    <a:pt x="31375" y="47707"/>
                  </a:lnTo>
                  <a:lnTo>
                    <a:pt x="27449" y="48591"/>
                  </a:lnTo>
                  <a:lnTo>
                    <a:pt x="26571" y="44704"/>
                  </a:lnTo>
                  <a:lnTo>
                    <a:pt x="24769" y="44905"/>
                  </a:lnTo>
                  <a:lnTo>
                    <a:pt x="21956" y="46597"/>
                  </a:lnTo>
                  <a:lnTo>
                    <a:pt x="21011" y="48312"/>
                  </a:lnTo>
                  <a:lnTo>
                    <a:pt x="19694" y="46678"/>
                  </a:lnTo>
                  <a:lnTo>
                    <a:pt x="16794" y="45413"/>
                  </a:lnTo>
                  <a:lnTo>
                    <a:pt x="16859" y="40919"/>
                  </a:lnTo>
                  <a:lnTo>
                    <a:pt x="15933" y="38432"/>
                  </a:lnTo>
                  <a:lnTo>
                    <a:pt x="14344" y="36796"/>
                  </a:lnTo>
                  <a:lnTo>
                    <a:pt x="10845" y="33619"/>
                  </a:lnTo>
                  <a:lnTo>
                    <a:pt x="2970" y="30994"/>
                  </a:lnTo>
                  <a:lnTo>
                    <a:pt x="0" y="27661"/>
                  </a:lnTo>
                  <a:lnTo>
                    <a:pt x="130" y="22718"/>
                  </a:lnTo>
                  <a:lnTo>
                    <a:pt x="985" y="22167"/>
                  </a:lnTo>
                  <a:lnTo>
                    <a:pt x="2783" y="15981"/>
                  </a:lnTo>
                  <a:lnTo>
                    <a:pt x="1925" y="5972"/>
                  </a:lnTo>
                  <a:lnTo>
                    <a:pt x="2778" y="4481"/>
                  </a:lnTo>
                  <a:lnTo>
                    <a:pt x="5933" y="1503"/>
                  </a:lnTo>
                  <a:lnTo>
                    <a:pt x="7929" y="1095"/>
                  </a:lnTo>
                  <a:lnTo>
                    <a:pt x="11919" y="2092"/>
                  </a:lnTo>
                  <a:lnTo>
                    <a:pt x="14365" y="1398"/>
                  </a:lnTo>
                  <a:lnTo>
                    <a:pt x="15411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h6713"/>
            <p:cNvSpPr/>
            <p:nvPr/>
          </p:nvSpPr>
          <p:spPr>
            <a:xfrm>
              <a:off x="11692669" y="3205920"/>
              <a:ext cx="31559" cy="24509"/>
            </a:xfrm>
            <a:custGeom>
              <a:avLst/>
              <a:pathLst>
                <a:path w="31559" h="24509">
                  <a:moveTo>
                    <a:pt x="23414" y="2448"/>
                  </a:moveTo>
                  <a:lnTo>
                    <a:pt x="21964" y="6539"/>
                  </a:lnTo>
                  <a:lnTo>
                    <a:pt x="25049" y="11615"/>
                  </a:lnTo>
                  <a:lnTo>
                    <a:pt x="30170" y="10649"/>
                  </a:lnTo>
                  <a:lnTo>
                    <a:pt x="31151" y="9607"/>
                  </a:lnTo>
                  <a:lnTo>
                    <a:pt x="29044" y="12451"/>
                  </a:lnTo>
                  <a:lnTo>
                    <a:pt x="29691" y="14406"/>
                  </a:lnTo>
                  <a:lnTo>
                    <a:pt x="31559" y="16360"/>
                  </a:lnTo>
                  <a:lnTo>
                    <a:pt x="28499" y="15892"/>
                  </a:lnTo>
                  <a:lnTo>
                    <a:pt x="26199" y="16444"/>
                  </a:lnTo>
                  <a:lnTo>
                    <a:pt x="22871" y="20521"/>
                  </a:lnTo>
                  <a:lnTo>
                    <a:pt x="22888" y="21758"/>
                  </a:lnTo>
                  <a:lnTo>
                    <a:pt x="21680" y="20384"/>
                  </a:lnTo>
                  <a:lnTo>
                    <a:pt x="16801" y="20640"/>
                  </a:lnTo>
                  <a:lnTo>
                    <a:pt x="13216" y="24509"/>
                  </a:lnTo>
                  <a:lnTo>
                    <a:pt x="10600" y="23526"/>
                  </a:lnTo>
                  <a:lnTo>
                    <a:pt x="9335" y="24024"/>
                  </a:lnTo>
                  <a:lnTo>
                    <a:pt x="5126" y="23448"/>
                  </a:lnTo>
                  <a:lnTo>
                    <a:pt x="5577" y="21272"/>
                  </a:lnTo>
                  <a:lnTo>
                    <a:pt x="4287" y="18827"/>
                  </a:lnTo>
                  <a:lnTo>
                    <a:pt x="1995" y="17600"/>
                  </a:lnTo>
                  <a:lnTo>
                    <a:pt x="1327" y="15257"/>
                  </a:lnTo>
                  <a:lnTo>
                    <a:pt x="1903" y="13007"/>
                  </a:lnTo>
                  <a:lnTo>
                    <a:pt x="120" y="12209"/>
                  </a:lnTo>
                  <a:lnTo>
                    <a:pt x="0" y="12006"/>
                  </a:lnTo>
                  <a:lnTo>
                    <a:pt x="3297" y="11062"/>
                  </a:lnTo>
                  <a:lnTo>
                    <a:pt x="6411" y="11868"/>
                  </a:lnTo>
                  <a:lnTo>
                    <a:pt x="6265" y="14034"/>
                  </a:lnTo>
                  <a:lnTo>
                    <a:pt x="12784" y="15030"/>
                  </a:lnTo>
                  <a:lnTo>
                    <a:pt x="17180" y="13795"/>
                  </a:lnTo>
                  <a:lnTo>
                    <a:pt x="18921" y="12144"/>
                  </a:lnTo>
                  <a:lnTo>
                    <a:pt x="17414" y="7141"/>
                  </a:lnTo>
                  <a:lnTo>
                    <a:pt x="1836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h6714"/>
            <p:cNvSpPr/>
            <p:nvPr/>
          </p:nvSpPr>
          <p:spPr>
            <a:xfrm>
              <a:off x="11716914" y="3298600"/>
              <a:ext cx="47751" cy="44365"/>
            </a:xfrm>
            <a:custGeom>
              <a:avLst/>
              <a:pathLst>
                <a:path w="47751" h="44365">
                  <a:moveTo>
                    <a:pt x="26271" y="0"/>
                  </a:moveTo>
                  <a:lnTo>
                    <a:pt x="27323" y="504"/>
                  </a:lnTo>
                  <a:lnTo>
                    <a:pt x="28541" y="2507"/>
                  </a:lnTo>
                  <a:lnTo>
                    <a:pt x="27504" y="3830"/>
                  </a:lnTo>
                  <a:lnTo>
                    <a:pt x="28089" y="6557"/>
                  </a:lnTo>
                  <a:lnTo>
                    <a:pt x="31775" y="9555"/>
                  </a:lnTo>
                  <a:lnTo>
                    <a:pt x="30924" y="11210"/>
                  </a:lnTo>
                  <a:lnTo>
                    <a:pt x="28472" y="11292"/>
                  </a:lnTo>
                  <a:lnTo>
                    <a:pt x="26501" y="12932"/>
                  </a:lnTo>
                  <a:lnTo>
                    <a:pt x="25831" y="15985"/>
                  </a:lnTo>
                  <a:lnTo>
                    <a:pt x="29189" y="16155"/>
                  </a:lnTo>
                  <a:lnTo>
                    <a:pt x="32688" y="18473"/>
                  </a:lnTo>
                  <a:lnTo>
                    <a:pt x="30887" y="20231"/>
                  </a:lnTo>
                  <a:lnTo>
                    <a:pt x="27826" y="21018"/>
                  </a:lnTo>
                  <a:lnTo>
                    <a:pt x="26500" y="26315"/>
                  </a:lnTo>
                  <a:lnTo>
                    <a:pt x="27810" y="30240"/>
                  </a:lnTo>
                  <a:lnTo>
                    <a:pt x="34829" y="35113"/>
                  </a:lnTo>
                  <a:lnTo>
                    <a:pt x="43990" y="38864"/>
                  </a:lnTo>
                  <a:lnTo>
                    <a:pt x="46247" y="40375"/>
                  </a:lnTo>
                  <a:lnTo>
                    <a:pt x="47751" y="42045"/>
                  </a:lnTo>
                  <a:lnTo>
                    <a:pt x="45029" y="44365"/>
                  </a:lnTo>
                  <a:lnTo>
                    <a:pt x="43678" y="42011"/>
                  </a:lnTo>
                  <a:lnTo>
                    <a:pt x="39370" y="41504"/>
                  </a:lnTo>
                  <a:lnTo>
                    <a:pt x="33081" y="42742"/>
                  </a:lnTo>
                  <a:lnTo>
                    <a:pt x="26400" y="40317"/>
                  </a:lnTo>
                  <a:lnTo>
                    <a:pt x="27880" y="38432"/>
                  </a:lnTo>
                  <a:lnTo>
                    <a:pt x="30313" y="38048"/>
                  </a:lnTo>
                  <a:lnTo>
                    <a:pt x="27442" y="34985"/>
                  </a:lnTo>
                  <a:lnTo>
                    <a:pt x="16390" y="32500"/>
                  </a:lnTo>
                  <a:lnTo>
                    <a:pt x="4397" y="27514"/>
                  </a:lnTo>
                  <a:lnTo>
                    <a:pt x="2656" y="26246"/>
                  </a:lnTo>
                  <a:lnTo>
                    <a:pt x="0" y="22247"/>
                  </a:lnTo>
                  <a:lnTo>
                    <a:pt x="8651" y="18838"/>
                  </a:lnTo>
                  <a:lnTo>
                    <a:pt x="8626" y="17800"/>
                  </a:lnTo>
                  <a:lnTo>
                    <a:pt x="11599" y="9394"/>
                  </a:lnTo>
                  <a:lnTo>
                    <a:pt x="15587" y="2842"/>
                  </a:lnTo>
                  <a:lnTo>
                    <a:pt x="17778" y="3040"/>
                  </a:lnTo>
                  <a:lnTo>
                    <a:pt x="19656" y="1223"/>
                  </a:lnTo>
                  <a:lnTo>
                    <a:pt x="20472" y="19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h6715"/>
            <p:cNvSpPr/>
            <p:nvPr/>
          </p:nvSpPr>
          <p:spPr>
            <a:xfrm>
              <a:off x="11647870" y="3160480"/>
              <a:ext cx="16638" cy="21202"/>
            </a:xfrm>
            <a:custGeom>
              <a:avLst/>
              <a:pathLst>
                <a:path w="16638" h="21202">
                  <a:moveTo>
                    <a:pt x="14500" y="9194"/>
                  </a:moveTo>
                  <a:lnTo>
                    <a:pt x="14350" y="10943"/>
                  </a:lnTo>
                  <a:lnTo>
                    <a:pt x="13398" y="12252"/>
                  </a:lnTo>
                  <a:lnTo>
                    <a:pt x="15194" y="13159"/>
                  </a:lnTo>
                  <a:lnTo>
                    <a:pt x="16638" y="12637"/>
                  </a:lnTo>
                  <a:lnTo>
                    <a:pt x="16550" y="13478"/>
                  </a:lnTo>
                  <a:lnTo>
                    <a:pt x="14558" y="19014"/>
                  </a:lnTo>
                  <a:lnTo>
                    <a:pt x="11163" y="18875"/>
                  </a:lnTo>
                  <a:lnTo>
                    <a:pt x="11501" y="21202"/>
                  </a:lnTo>
                  <a:lnTo>
                    <a:pt x="6060" y="18178"/>
                  </a:lnTo>
                  <a:lnTo>
                    <a:pt x="3867" y="17651"/>
                  </a:lnTo>
                  <a:lnTo>
                    <a:pt x="3368" y="18360"/>
                  </a:lnTo>
                  <a:lnTo>
                    <a:pt x="2777" y="17922"/>
                  </a:lnTo>
                  <a:lnTo>
                    <a:pt x="3563" y="13596"/>
                  </a:lnTo>
                  <a:lnTo>
                    <a:pt x="2811" y="12501"/>
                  </a:lnTo>
                  <a:lnTo>
                    <a:pt x="1845" y="13135"/>
                  </a:lnTo>
                  <a:lnTo>
                    <a:pt x="0" y="9640"/>
                  </a:lnTo>
                  <a:lnTo>
                    <a:pt x="1869" y="7868"/>
                  </a:lnTo>
                  <a:lnTo>
                    <a:pt x="2472" y="5188"/>
                  </a:lnTo>
                  <a:lnTo>
                    <a:pt x="2428" y="2840"/>
                  </a:lnTo>
                  <a:lnTo>
                    <a:pt x="935" y="1826"/>
                  </a:lnTo>
                  <a:lnTo>
                    <a:pt x="3192" y="605"/>
                  </a:lnTo>
                  <a:lnTo>
                    <a:pt x="411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h6716"/>
            <p:cNvSpPr/>
            <p:nvPr/>
          </p:nvSpPr>
          <p:spPr>
            <a:xfrm>
              <a:off x="11738332" y="3423549"/>
              <a:ext cx="31748" cy="74073"/>
            </a:xfrm>
            <a:custGeom>
              <a:avLst/>
              <a:pathLst>
                <a:path w="31748" h="74073">
                  <a:moveTo>
                    <a:pt x="31748" y="3001"/>
                  </a:moveTo>
                  <a:lnTo>
                    <a:pt x="30064" y="8499"/>
                  </a:lnTo>
                  <a:lnTo>
                    <a:pt x="27567" y="11933"/>
                  </a:lnTo>
                  <a:lnTo>
                    <a:pt x="25639" y="22168"/>
                  </a:lnTo>
                  <a:lnTo>
                    <a:pt x="26022" y="23682"/>
                  </a:lnTo>
                  <a:lnTo>
                    <a:pt x="30478" y="23959"/>
                  </a:lnTo>
                  <a:lnTo>
                    <a:pt x="30526" y="28119"/>
                  </a:lnTo>
                  <a:lnTo>
                    <a:pt x="28223" y="28407"/>
                  </a:lnTo>
                  <a:lnTo>
                    <a:pt x="27765" y="32041"/>
                  </a:lnTo>
                  <a:lnTo>
                    <a:pt x="24055" y="44491"/>
                  </a:lnTo>
                  <a:lnTo>
                    <a:pt x="23661" y="54437"/>
                  </a:lnTo>
                  <a:lnTo>
                    <a:pt x="23421" y="61384"/>
                  </a:lnTo>
                  <a:lnTo>
                    <a:pt x="20847" y="69228"/>
                  </a:lnTo>
                  <a:lnTo>
                    <a:pt x="18243" y="74073"/>
                  </a:lnTo>
                  <a:lnTo>
                    <a:pt x="0" y="58536"/>
                  </a:lnTo>
                  <a:lnTo>
                    <a:pt x="1309" y="58735"/>
                  </a:lnTo>
                  <a:lnTo>
                    <a:pt x="3149" y="57929"/>
                  </a:lnTo>
                  <a:lnTo>
                    <a:pt x="7767" y="51601"/>
                  </a:lnTo>
                  <a:lnTo>
                    <a:pt x="7993" y="39961"/>
                  </a:lnTo>
                  <a:lnTo>
                    <a:pt x="4524" y="38295"/>
                  </a:lnTo>
                  <a:lnTo>
                    <a:pt x="2635" y="34787"/>
                  </a:lnTo>
                  <a:lnTo>
                    <a:pt x="4274" y="33689"/>
                  </a:lnTo>
                  <a:lnTo>
                    <a:pt x="5684" y="34749"/>
                  </a:lnTo>
                  <a:lnTo>
                    <a:pt x="5646" y="35686"/>
                  </a:lnTo>
                  <a:lnTo>
                    <a:pt x="7787" y="35527"/>
                  </a:lnTo>
                  <a:lnTo>
                    <a:pt x="15751" y="32256"/>
                  </a:lnTo>
                  <a:lnTo>
                    <a:pt x="17368" y="30232"/>
                  </a:lnTo>
                  <a:lnTo>
                    <a:pt x="17167" y="28896"/>
                  </a:lnTo>
                  <a:lnTo>
                    <a:pt x="14579" y="24882"/>
                  </a:lnTo>
                  <a:lnTo>
                    <a:pt x="11430" y="23841"/>
                  </a:lnTo>
                  <a:lnTo>
                    <a:pt x="14751" y="19310"/>
                  </a:lnTo>
                  <a:lnTo>
                    <a:pt x="12757" y="15910"/>
                  </a:lnTo>
                  <a:lnTo>
                    <a:pt x="8614" y="15498"/>
                  </a:lnTo>
                  <a:lnTo>
                    <a:pt x="8215" y="13026"/>
                  </a:lnTo>
                  <a:lnTo>
                    <a:pt x="11884" y="5960"/>
                  </a:lnTo>
                  <a:lnTo>
                    <a:pt x="11855" y="4279"/>
                  </a:lnTo>
                  <a:lnTo>
                    <a:pt x="12390" y="188"/>
                  </a:lnTo>
                  <a:lnTo>
                    <a:pt x="14975" y="232"/>
                  </a:lnTo>
                  <a:lnTo>
                    <a:pt x="18426" y="1772"/>
                  </a:lnTo>
                  <a:lnTo>
                    <a:pt x="19665" y="4587"/>
                  </a:lnTo>
                  <a:lnTo>
                    <a:pt x="16668" y="4453"/>
                  </a:lnTo>
                  <a:lnTo>
                    <a:pt x="16632" y="6083"/>
                  </a:lnTo>
                  <a:lnTo>
                    <a:pt x="17723" y="8175"/>
                  </a:lnTo>
                  <a:lnTo>
                    <a:pt x="22482" y="5085"/>
                  </a:lnTo>
                  <a:lnTo>
                    <a:pt x="27140" y="843"/>
                  </a:lnTo>
                  <a:lnTo>
                    <a:pt x="29074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h6717"/>
            <p:cNvSpPr/>
            <p:nvPr/>
          </p:nvSpPr>
          <p:spPr>
            <a:xfrm>
              <a:off x="11607157" y="3136281"/>
              <a:ext cx="47556" cy="43636"/>
            </a:xfrm>
            <a:custGeom>
              <a:avLst/>
              <a:pathLst>
                <a:path w="47556" h="43636">
                  <a:moveTo>
                    <a:pt x="42624" y="458"/>
                  </a:moveTo>
                  <a:lnTo>
                    <a:pt x="41939" y="3389"/>
                  </a:lnTo>
                  <a:lnTo>
                    <a:pt x="42520" y="8373"/>
                  </a:lnTo>
                  <a:lnTo>
                    <a:pt x="43971" y="10410"/>
                  </a:lnTo>
                  <a:lnTo>
                    <a:pt x="45698" y="11049"/>
                  </a:lnTo>
                  <a:lnTo>
                    <a:pt x="47021" y="12457"/>
                  </a:lnTo>
                  <a:lnTo>
                    <a:pt x="47418" y="15479"/>
                  </a:lnTo>
                  <a:lnTo>
                    <a:pt x="47556" y="18326"/>
                  </a:lnTo>
                  <a:lnTo>
                    <a:pt x="44836" y="21920"/>
                  </a:lnTo>
                  <a:lnTo>
                    <a:pt x="42211" y="23229"/>
                  </a:lnTo>
                  <a:lnTo>
                    <a:pt x="37489" y="24328"/>
                  </a:lnTo>
                  <a:lnTo>
                    <a:pt x="31490" y="31944"/>
                  </a:lnTo>
                  <a:lnTo>
                    <a:pt x="29580" y="33322"/>
                  </a:lnTo>
                  <a:lnTo>
                    <a:pt x="29152" y="34852"/>
                  </a:lnTo>
                  <a:lnTo>
                    <a:pt x="29667" y="35473"/>
                  </a:lnTo>
                  <a:lnTo>
                    <a:pt x="27538" y="35597"/>
                  </a:lnTo>
                  <a:lnTo>
                    <a:pt x="27132" y="34352"/>
                  </a:lnTo>
                  <a:lnTo>
                    <a:pt x="25557" y="34290"/>
                  </a:lnTo>
                  <a:lnTo>
                    <a:pt x="25075" y="36434"/>
                  </a:lnTo>
                  <a:lnTo>
                    <a:pt x="28157" y="42049"/>
                  </a:lnTo>
                  <a:lnTo>
                    <a:pt x="27089" y="41994"/>
                  </a:lnTo>
                  <a:lnTo>
                    <a:pt x="24869" y="43636"/>
                  </a:lnTo>
                  <a:lnTo>
                    <a:pt x="23111" y="41752"/>
                  </a:lnTo>
                  <a:lnTo>
                    <a:pt x="23542" y="41176"/>
                  </a:lnTo>
                  <a:lnTo>
                    <a:pt x="21605" y="39510"/>
                  </a:lnTo>
                  <a:lnTo>
                    <a:pt x="20827" y="39753"/>
                  </a:lnTo>
                  <a:lnTo>
                    <a:pt x="19758" y="32926"/>
                  </a:lnTo>
                  <a:lnTo>
                    <a:pt x="20992" y="30607"/>
                  </a:lnTo>
                  <a:lnTo>
                    <a:pt x="26149" y="26035"/>
                  </a:lnTo>
                  <a:lnTo>
                    <a:pt x="25410" y="24528"/>
                  </a:lnTo>
                  <a:lnTo>
                    <a:pt x="23200" y="22855"/>
                  </a:lnTo>
                  <a:lnTo>
                    <a:pt x="21910" y="22689"/>
                  </a:lnTo>
                  <a:lnTo>
                    <a:pt x="21435" y="19284"/>
                  </a:lnTo>
                  <a:lnTo>
                    <a:pt x="19323" y="18523"/>
                  </a:lnTo>
                  <a:lnTo>
                    <a:pt x="17082" y="19437"/>
                  </a:lnTo>
                  <a:lnTo>
                    <a:pt x="15501" y="21759"/>
                  </a:lnTo>
                  <a:lnTo>
                    <a:pt x="12290" y="23437"/>
                  </a:lnTo>
                  <a:lnTo>
                    <a:pt x="11440" y="24111"/>
                  </a:lnTo>
                  <a:lnTo>
                    <a:pt x="5773" y="24502"/>
                  </a:lnTo>
                  <a:lnTo>
                    <a:pt x="4844" y="23021"/>
                  </a:lnTo>
                  <a:lnTo>
                    <a:pt x="5247" y="22248"/>
                  </a:lnTo>
                  <a:lnTo>
                    <a:pt x="6869" y="21917"/>
                  </a:lnTo>
                  <a:lnTo>
                    <a:pt x="6781" y="21152"/>
                  </a:lnTo>
                  <a:lnTo>
                    <a:pt x="4113" y="17512"/>
                  </a:lnTo>
                  <a:lnTo>
                    <a:pt x="1104" y="15802"/>
                  </a:lnTo>
                  <a:lnTo>
                    <a:pt x="0" y="13262"/>
                  </a:lnTo>
                  <a:lnTo>
                    <a:pt x="615" y="10682"/>
                  </a:lnTo>
                  <a:lnTo>
                    <a:pt x="3271" y="7523"/>
                  </a:lnTo>
                  <a:lnTo>
                    <a:pt x="6503" y="6890"/>
                  </a:lnTo>
                  <a:lnTo>
                    <a:pt x="5899" y="4883"/>
                  </a:lnTo>
                  <a:lnTo>
                    <a:pt x="7252" y="4362"/>
                  </a:lnTo>
                  <a:lnTo>
                    <a:pt x="9661" y="5293"/>
                  </a:lnTo>
                  <a:lnTo>
                    <a:pt x="16262" y="15201"/>
                  </a:lnTo>
                  <a:lnTo>
                    <a:pt x="18711" y="17220"/>
                  </a:lnTo>
                  <a:lnTo>
                    <a:pt x="20067" y="16566"/>
                  </a:lnTo>
                  <a:lnTo>
                    <a:pt x="21342" y="14425"/>
                  </a:lnTo>
                  <a:lnTo>
                    <a:pt x="23688" y="15771"/>
                  </a:lnTo>
                  <a:lnTo>
                    <a:pt x="27250" y="16088"/>
                  </a:lnTo>
                  <a:lnTo>
                    <a:pt x="29496" y="12926"/>
                  </a:lnTo>
                  <a:lnTo>
                    <a:pt x="33994" y="12760"/>
                  </a:lnTo>
                  <a:lnTo>
                    <a:pt x="38950" y="13880"/>
                  </a:lnTo>
                  <a:lnTo>
                    <a:pt x="38381" y="9478"/>
                  </a:lnTo>
                  <a:lnTo>
                    <a:pt x="37159" y="8979"/>
                  </a:lnTo>
                  <a:lnTo>
                    <a:pt x="39388" y="2046"/>
                  </a:lnTo>
                  <a:lnTo>
                    <a:pt x="4214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h6718"/>
            <p:cNvSpPr/>
            <p:nvPr/>
          </p:nvSpPr>
          <p:spPr>
            <a:xfrm>
              <a:off x="11650861" y="3228576"/>
              <a:ext cx="35500" cy="72889"/>
            </a:xfrm>
            <a:custGeom>
              <a:avLst/>
              <a:pathLst>
                <a:path w="35500" h="72889">
                  <a:moveTo>
                    <a:pt x="16758" y="3758"/>
                  </a:moveTo>
                  <a:lnTo>
                    <a:pt x="15890" y="3332"/>
                  </a:lnTo>
                  <a:lnTo>
                    <a:pt x="11876" y="5423"/>
                  </a:lnTo>
                  <a:lnTo>
                    <a:pt x="13440" y="8236"/>
                  </a:lnTo>
                  <a:lnTo>
                    <a:pt x="12178" y="12730"/>
                  </a:lnTo>
                  <a:lnTo>
                    <a:pt x="9287" y="13994"/>
                  </a:lnTo>
                  <a:lnTo>
                    <a:pt x="7709" y="16777"/>
                  </a:lnTo>
                  <a:lnTo>
                    <a:pt x="8657" y="17686"/>
                  </a:lnTo>
                  <a:lnTo>
                    <a:pt x="11776" y="16312"/>
                  </a:lnTo>
                  <a:lnTo>
                    <a:pt x="22199" y="19806"/>
                  </a:lnTo>
                  <a:lnTo>
                    <a:pt x="23846" y="21004"/>
                  </a:lnTo>
                  <a:lnTo>
                    <a:pt x="24403" y="23908"/>
                  </a:lnTo>
                  <a:lnTo>
                    <a:pt x="23991" y="24685"/>
                  </a:lnTo>
                  <a:lnTo>
                    <a:pt x="26540" y="25754"/>
                  </a:lnTo>
                  <a:lnTo>
                    <a:pt x="26081" y="28217"/>
                  </a:lnTo>
                  <a:lnTo>
                    <a:pt x="28940" y="28910"/>
                  </a:lnTo>
                  <a:lnTo>
                    <a:pt x="28740" y="29827"/>
                  </a:lnTo>
                  <a:lnTo>
                    <a:pt x="21747" y="30654"/>
                  </a:lnTo>
                  <a:lnTo>
                    <a:pt x="20122" y="31897"/>
                  </a:lnTo>
                  <a:lnTo>
                    <a:pt x="16497" y="40026"/>
                  </a:lnTo>
                  <a:lnTo>
                    <a:pt x="16657" y="41993"/>
                  </a:lnTo>
                  <a:lnTo>
                    <a:pt x="18443" y="44785"/>
                  </a:lnTo>
                  <a:lnTo>
                    <a:pt x="18201" y="49301"/>
                  </a:lnTo>
                  <a:lnTo>
                    <a:pt x="18969" y="50616"/>
                  </a:lnTo>
                  <a:lnTo>
                    <a:pt x="20366" y="51190"/>
                  </a:lnTo>
                  <a:lnTo>
                    <a:pt x="26296" y="59868"/>
                  </a:lnTo>
                  <a:lnTo>
                    <a:pt x="28348" y="58905"/>
                  </a:lnTo>
                  <a:lnTo>
                    <a:pt x="32426" y="61961"/>
                  </a:lnTo>
                  <a:lnTo>
                    <a:pt x="35500" y="61819"/>
                  </a:lnTo>
                  <a:lnTo>
                    <a:pt x="35312" y="64013"/>
                  </a:lnTo>
                  <a:lnTo>
                    <a:pt x="30745" y="67460"/>
                  </a:lnTo>
                  <a:lnTo>
                    <a:pt x="28942" y="70014"/>
                  </a:lnTo>
                  <a:lnTo>
                    <a:pt x="29128" y="72889"/>
                  </a:lnTo>
                  <a:lnTo>
                    <a:pt x="26540" y="72785"/>
                  </a:lnTo>
                  <a:lnTo>
                    <a:pt x="25693" y="71656"/>
                  </a:lnTo>
                  <a:lnTo>
                    <a:pt x="25344" y="63883"/>
                  </a:lnTo>
                  <a:lnTo>
                    <a:pt x="19603" y="60228"/>
                  </a:lnTo>
                  <a:lnTo>
                    <a:pt x="17279" y="57734"/>
                  </a:lnTo>
                  <a:lnTo>
                    <a:pt x="7983" y="56318"/>
                  </a:lnTo>
                  <a:lnTo>
                    <a:pt x="2174" y="61701"/>
                  </a:lnTo>
                  <a:lnTo>
                    <a:pt x="1372" y="61261"/>
                  </a:lnTo>
                  <a:lnTo>
                    <a:pt x="2126" y="58948"/>
                  </a:lnTo>
                  <a:lnTo>
                    <a:pt x="6139" y="54635"/>
                  </a:lnTo>
                  <a:lnTo>
                    <a:pt x="6804" y="52911"/>
                  </a:lnTo>
                  <a:lnTo>
                    <a:pt x="0" y="50233"/>
                  </a:lnTo>
                  <a:lnTo>
                    <a:pt x="3384" y="48771"/>
                  </a:lnTo>
                  <a:lnTo>
                    <a:pt x="4679" y="43770"/>
                  </a:lnTo>
                  <a:lnTo>
                    <a:pt x="5079" y="37022"/>
                  </a:lnTo>
                  <a:lnTo>
                    <a:pt x="4322" y="29928"/>
                  </a:lnTo>
                  <a:lnTo>
                    <a:pt x="3278" y="28661"/>
                  </a:lnTo>
                  <a:lnTo>
                    <a:pt x="5644" y="29634"/>
                  </a:lnTo>
                  <a:lnTo>
                    <a:pt x="6882" y="28082"/>
                  </a:lnTo>
                  <a:lnTo>
                    <a:pt x="5916" y="19278"/>
                  </a:lnTo>
                  <a:lnTo>
                    <a:pt x="1845" y="14547"/>
                  </a:lnTo>
                  <a:lnTo>
                    <a:pt x="2218" y="9543"/>
                  </a:lnTo>
                  <a:lnTo>
                    <a:pt x="251" y="8924"/>
                  </a:lnTo>
                  <a:lnTo>
                    <a:pt x="5207" y="8207"/>
                  </a:lnTo>
                  <a:lnTo>
                    <a:pt x="6999" y="4925"/>
                  </a:lnTo>
                  <a:lnTo>
                    <a:pt x="2786" y="3689"/>
                  </a:lnTo>
                  <a:lnTo>
                    <a:pt x="2053" y="2219"/>
                  </a:lnTo>
                  <a:lnTo>
                    <a:pt x="2211" y="557"/>
                  </a:lnTo>
                  <a:lnTo>
                    <a:pt x="4723" y="796"/>
                  </a:lnTo>
                  <a:lnTo>
                    <a:pt x="6311" y="2422"/>
                  </a:lnTo>
                  <a:lnTo>
                    <a:pt x="10028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h6719"/>
            <p:cNvSpPr/>
            <p:nvPr/>
          </p:nvSpPr>
          <p:spPr>
            <a:xfrm>
              <a:off x="11608846" y="3117821"/>
              <a:ext cx="43044" cy="35680"/>
            </a:xfrm>
            <a:custGeom>
              <a:avLst/>
              <a:pathLst>
                <a:path w="43044" h="35680">
                  <a:moveTo>
                    <a:pt x="39486" y="146"/>
                  </a:moveTo>
                  <a:lnTo>
                    <a:pt x="41296" y="1889"/>
                  </a:lnTo>
                  <a:lnTo>
                    <a:pt x="43044" y="5095"/>
                  </a:lnTo>
                  <a:lnTo>
                    <a:pt x="40792" y="8520"/>
                  </a:lnTo>
                  <a:lnTo>
                    <a:pt x="39757" y="8804"/>
                  </a:lnTo>
                  <a:lnTo>
                    <a:pt x="38524" y="14736"/>
                  </a:lnTo>
                  <a:lnTo>
                    <a:pt x="38902" y="15676"/>
                  </a:lnTo>
                  <a:lnTo>
                    <a:pt x="39912" y="15392"/>
                  </a:lnTo>
                  <a:lnTo>
                    <a:pt x="40607" y="16123"/>
                  </a:lnTo>
                  <a:lnTo>
                    <a:pt x="40457" y="18460"/>
                  </a:lnTo>
                  <a:lnTo>
                    <a:pt x="37699" y="20507"/>
                  </a:lnTo>
                  <a:lnTo>
                    <a:pt x="35470" y="27439"/>
                  </a:lnTo>
                  <a:lnTo>
                    <a:pt x="36692" y="27938"/>
                  </a:lnTo>
                  <a:lnTo>
                    <a:pt x="37261" y="32341"/>
                  </a:lnTo>
                  <a:lnTo>
                    <a:pt x="32305" y="31220"/>
                  </a:lnTo>
                  <a:lnTo>
                    <a:pt x="27807" y="31386"/>
                  </a:lnTo>
                  <a:lnTo>
                    <a:pt x="25561" y="34548"/>
                  </a:lnTo>
                  <a:lnTo>
                    <a:pt x="21999" y="34231"/>
                  </a:lnTo>
                  <a:lnTo>
                    <a:pt x="19653" y="32885"/>
                  </a:lnTo>
                  <a:lnTo>
                    <a:pt x="18378" y="35026"/>
                  </a:lnTo>
                  <a:lnTo>
                    <a:pt x="17022" y="35680"/>
                  </a:lnTo>
                  <a:lnTo>
                    <a:pt x="14573" y="33661"/>
                  </a:lnTo>
                  <a:lnTo>
                    <a:pt x="7972" y="23753"/>
                  </a:lnTo>
                  <a:lnTo>
                    <a:pt x="5563" y="22822"/>
                  </a:lnTo>
                  <a:lnTo>
                    <a:pt x="4210" y="23344"/>
                  </a:lnTo>
                  <a:lnTo>
                    <a:pt x="4740" y="21884"/>
                  </a:lnTo>
                  <a:lnTo>
                    <a:pt x="4573" y="17608"/>
                  </a:lnTo>
                  <a:lnTo>
                    <a:pt x="1203" y="13546"/>
                  </a:lnTo>
                  <a:lnTo>
                    <a:pt x="0" y="10645"/>
                  </a:lnTo>
                  <a:lnTo>
                    <a:pt x="449" y="10126"/>
                  </a:lnTo>
                  <a:lnTo>
                    <a:pt x="1774" y="11328"/>
                  </a:lnTo>
                  <a:lnTo>
                    <a:pt x="4469" y="11529"/>
                  </a:lnTo>
                  <a:lnTo>
                    <a:pt x="5314" y="8636"/>
                  </a:lnTo>
                  <a:lnTo>
                    <a:pt x="6197" y="4894"/>
                  </a:lnTo>
                  <a:lnTo>
                    <a:pt x="8417" y="5409"/>
                  </a:lnTo>
                  <a:lnTo>
                    <a:pt x="7866" y="7466"/>
                  </a:lnTo>
                  <a:lnTo>
                    <a:pt x="9678" y="9055"/>
                  </a:lnTo>
                  <a:lnTo>
                    <a:pt x="13322" y="9990"/>
                  </a:lnTo>
                  <a:lnTo>
                    <a:pt x="15581" y="7071"/>
                  </a:lnTo>
                  <a:lnTo>
                    <a:pt x="16594" y="8066"/>
                  </a:lnTo>
                  <a:lnTo>
                    <a:pt x="22487" y="9519"/>
                  </a:lnTo>
                  <a:lnTo>
                    <a:pt x="27788" y="8458"/>
                  </a:lnTo>
                  <a:lnTo>
                    <a:pt x="32426" y="6469"/>
                  </a:lnTo>
                  <a:lnTo>
                    <a:pt x="32632" y="3886"/>
                  </a:lnTo>
                  <a:lnTo>
                    <a:pt x="31025" y="2912"/>
                  </a:lnTo>
                  <a:lnTo>
                    <a:pt x="3244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h6720"/>
            <p:cNvSpPr/>
            <p:nvPr/>
          </p:nvSpPr>
          <p:spPr>
            <a:xfrm>
              <a:off x="11554787" y="3239633"/>
              <a:ext cx="51841" cy="65338"/>
            </a:xfrm>
            <a:custGeom>
              <a:avLst/>
              <a:pathLst>
                <a:path w="51841" h="65338">
                  <a:moveTo>
                    <a:pt x="42932" y="0"/>
                  </a:moveTo>
                  <a:lnTo>
                    <a:pt x="44356" y="1824"/>
                  </a:lnTo>
                  <a:lnTo>
                    <a:pt x="45088" y="4611"/>
                  </a:lnTo>
                  <a:lnTo>
                    <a:pt x="43896" y="5738"/>
                  </a:lnTo>
                  <a:lnTo>
                    <a:pt x="43974" y="8321"/>
                  </a:lnTo>
                  <a:lnTo>
                    <a:pt x="45739" y="10631"/>
                  </a:lnTo>
                  <a:lnTo>
                    <a:pt x="45473" y="12928"/>
                  </a:lnTo>
                  <a:lnTo>
                    <a:pt x="43379" y="17123"/>
                  </a:lnTo>
                  <a:lnTo>
                    <a:pt x="44214" y="20955"/>
                  </a:lnTo>
                  <a:lnTo>
                    <a:pt x="51841" y="28823"/>
                  </a:lnTo>
                  <a:lnTo>
                    <a:pt x="51630" y="34339"/>
                  </a:lnTo>
                  <a:lnTo>
                    <a:pt x="50656" y="36745"/>
                  </a:lnTo>
                  <a:lnTo>
                    <a:pt x="48379" y="37936"/>
                  </a:lnTo>
                  <a:lnTo>
                    <a:pt x="47493" y="42158"/>
                  </a:lnTo>
                  <a:lnTo>
                    <a:pt x="47803" y="45315"/>
                  </a:lnTo>
                  <a:lnTo>
                    <a:pt x="49584" y="46100"/>
                  </a:lnTo>
                  <a:lnTo>
                    <a:pt x="49481" y="47877"/>
                  </a:lnTo>
                  <a:lnTo>
                    <a:pt x="48577" y="48375"/>
                  </a:lnTo>
                  <a:lnTo>
                    <a:pt x="46382" y="49491"/>
                  </a:lnTo>
                  <a:lnTo>
                    <a:pt x="42293" y="49808"/>
                  </a:lnTo>
                  <a:lnTo>
                    <a:pt x="44854" y="53699"/>
                  </a:lnTo>
                  <a:lnTo>
                    <a:pt x="42900" y="54183"/>
                  </a:lnTo>
                  <a:lnTo>
                    <a:pt x="40138" y="53569"/>
                  </a:lnTo>
                  <a:lnTo>
                    <a:pt x="38658" y="54468"/>
                  </a:lnTo>
                  <a:lnTo>
                    <a:pt x="35768" y="58364"/>
                  </a:lnTo>
                  <a:lnTo>
                    <a:pt x="34478" y="61326"/>
                  </a:lnTo>
                  <a:lnTo>
                    <a:pt x="30674" y="65198"/>
                  </a:lnTo>
                  <a:lnTo>
                    <a:pt x="23333" y="65338"/>
                  </a:lnTo>
                  <a:lnTo>
                    <a:pt x="22735" y="63862"/>
                  </a:lnTo>
                  <a:lnTo>
                    <a:pt x="17938" y="62045"/>
                  </a:lnTo>
                  <a:lnTo>
                    <a:pt x="14685" y="62084"/>
                  </a:lnTo>
                  <a:lnTo>
                    <a:pt x="11851" y="63973"/>
                  </a:lnTo>
                  <a:lnTo>
                    <a:pt x="0" y="60172"/>
                  </a:lnTo>
                  <a:lnTo>
                    <a:pt x="2889" y="58969"/>
                  </a:lnTo>
                  <a:lnTo>
                    <a:pt x="547" y="54164"/>
                  </a:lnTo>
                  <a:lnTo>
                    <a:pt x="1287" y="51271"/>
                  </a:lnTo>
                  <a:lnTo>
                    <a:pt x="6208" y="50867"/>
                  </a:lnTo>
                  <a:lnTo>
                    <a:pt x="10804" y="45512"/>
                  </a:lnTo>
                  <a:lnTo>
                    <a:pt x="20800" y="42771"/>
                  </a:lnTo>
                  <a:lnTo>
                    <a:pt x="22969" y="34566"/>
                  </a:lnTo>
                  <a:lnTo>
                    <a:pt x="27252" y="28413"/>
                  </a:lnTo>
                  <a:lnTo>
                    <a:pt x="27568" y="23655"/>
                  </a:lnTo>
                  <a:lnTo>
                    <a:pt x="29517" y="19874"/>
                  </a:lnTo>
                  <a:lnTo>
                    <a:pt x="31837" y="10382"/>
                  </a:lnTo>
                  <a:lnTo>
                    <a:pt x="31779" y="7494"/>
                  </a:lnTo>
                  <a:lnTo>
                    <a:pt x="37926" y="6133"/>
                  </a:lnTo>
                  <a:lnTo>
                    <a:pt x="41758" y="469"/>
                  </a:lnTo>
                  <a:lnTo>
                    <a:pt x="40821" y="21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h6721"/>
            <p:cNvSpPr/>
            <p:nvPr/>
          </p:nvSpPr>
          <p:spPr>
            <a:xfrm>
              <a:off x="11773395" y="3434397"/>
              <a:ext cx="9824" cy="14541"/>
            </a:xfrm>
            <a:custGeom>
              <a:avLst/>
              <a:pathLst>
                <a:path w="9824" h="14541">
                  <a:moveTo>
                    <a:pt x="9824" y="6985"/>
                  </a:moveTo>
                  <a:lnTo>
                    <a:pt x="8273" y="8155"/>
                  </a:lnTo>
                  <a:lnTo>
                    <a:pt x="8471" y="10222"/>
                  </a:lnTo>
                  <a:lnTo>
                    <a:pt x="7721" y="12168"/>
                  </a:lnTo>
                  <a:lnTo>
                    <a:pt x="5764" y="14541"/>
                  </a:lnTo>
                  <a:lnTo>
                    <a:pt x="1958" y="14405"/>
                  </a:lnTo>
                  <a:lnTo>
                    <a:pt x="0" y="9865"/>
                  </a:lnTo>
                  <a:lnTo>
                    <a:pt x="3422" y="5600"/>
                  </a:lnTo>
                  <a:lnTo>
                    <a:pt x="364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h6722"/>
            <p:cNvSpPr/>
            <p:nvPr/>
          </p:nvSpPr>
          <p:spPr>
            <a:xfrm>
              <a:off x="11724760" y="3166102"/>
              <a:ext cx="36810" cy="21997"/>
            </a:xfrm>
            <a:custGeom>
              <a:avLst/>
              <a:pathLst>
                <a:path w="36810" h="21997">
                  <a:moveTo>
                    <a:pt x="7189" y="0"/>
                  </a:moveTo>
                  <a:lnTo>
                    <a:pt x="11589" y="3449"/>
                  </a:lnTo>
                  <a:lnTo>
                    <a:pt x="20702" y="3180"/>
                  </a:lnTo>
                  <a:lnTo>
                    <a:pt x="26814" y="5844"/>
                  </a:lnTo>
                  <a:lnTo>
                    <a:pt x="28088" y="9306"/>
                  </a:lnTo>
                  <a:lnTo>
                    <a:pt x="30380" y="11388"/>
                  </a:lnTo>
                  <a:lnTo>
                    <a:pt x="30897" y="11633"/>
                  </a:lnTo>
                  <a:lnTo>
                    <a:pt x="33382" y="8732"/>
                  </a:lnTo>
                  <a:lnTo>
                    <a:pt x="36810" y="11865"/>
                  </a:lnTo>
                  <a:lnTo>
                    <a:pt x="29718" y="20385"/>
                  </a:lnTo>
                  <a:lnTo>
                    <a:pt x="25738" y="17437"/>
                  </a:lnTo>
                  <a:lnTo>
                    <a:pt x="24079" y="19310"/>
                  </a:lnTo>
                  <a:lnTo>
                    <a:pt x="20569" y="15616"/>
                  </a:lnTo>
                  <a:lnTo>
                    <a:pt x="17510" y="19076"/>
                  </a:lnTo>
                  <a:lnTo>
                    <a:pt x="14473" y="16167"/>
                  </a:lnTo>
                  <a:lnTo>
                    <a:pt x="10160" y="16367"/>
                  </a:lnTo>
                  <a:lnTo>
                    <a:pt x="9624" y="17828"/>
                  </a:lnTo>
                  <a:lnTo>
                    <a:pt x="10073" y="20003"/>
                  </a:lnTo>
                  <a:lnTo>
                    <a:pt x="7302" y="21997"/>
                  </a:lnTo>
                  <a:lnTo>
                    <a:pt x="5792" y="20953"/>
                  </a:lnTo>
                  <a:lnTo>
                    <a:pt x="3704" y="16932"/>
                  </a:lnTo>
                  <a:lnTo>
                    <a:pt x="3667" y="11638"/>
                  </a:lnTo>
                  <a:lnTo>
                    <a:pt x="712" y="11520"/>
                  </a:lnTo>
                  <a:lnTo>
                    <a:pt x="0" y="1950"/>
                  </a:lnTo>
                  <a:lnTo>
                    <a:pt x="638" y="1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h6723"/>
            <p:cNvSpPr/>
            <p:nvPr/>
          </p:nvSpPr>
          <p:spPr>
            <a:xfrm>
              <a:off x="11649368" y="3151760"/>
              <a:ext cx="15441" cy="21879"/>
            </a:xfrm>
            <a:custGeom>
              <a:avLst/>
              <a:pathLst>
                <a:path w="15441" h="21879">
                  <a:moveTo>
                    <a:pt x="8154" y="2096"/>
                  </a:moveTo>
                  <a:lnTo>
                    <a:pt x="9633" y="4176"/>
                  </a:lnTo>
                  <a:lnTo>
                    <a:pt x="13031" y="5831"/>
                  </a:lnTo>
                  <a:lnTo>
                    <a:pt x="15173" y="5656"/>
                  </a:lnTo>
                  <a:lnTo>
                    <a:pt x="12226" y="12849"/>
                  </a:lnTo>
                  <a:lnTo>
                    <a:pt x="15441" y="14921"/>
                  </a:lnTo>
                  <a:lnTo>
                    <a:pt x="15140" y="21357"/>
                  </a:lnTo>
                  <a:lnTo>
                    <a:pt x="13696" y="21879"/>
                  </a:lnTo>
                  <a:lnTo>
                    <a:pt x="11899" y="20971"/>
                  </a:lnTo>
                  <a:lnTo>
                    <a:pt x="12852" y="19663"/>
                  </a:lnTo>
                  <a:lnTo>
                    <a:pt x="13001" y="17913"/>
                  </a:lnTo>
                  <a:lnTo>
                    <a:pt x="2615" y="8719"/>
                  </a:lnTo>
                  <a:lnTo>
                    <a:pt x="1693" y="9325"/>
                  </a:lnTo>
                  <a:lnTo>
                    <a:pt x="0" y="7750"/>
                  </a:lnTo>
                  <a:lnTo>
                    <a:pt x="2625" y="6440"/>
                  </a:lnTo>
                  <a:lnTo>
                    <a:pt x="5344" y="2847"/>
                  </a:lnTo>
                  <a:lnTo>
                    <a:pt x="520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h6724"/>
            <p:cNvSpPr/>
            <p:nvPr/>
          </p:nvSpPr>
          <p:spPr>
            <a:xfrm>
              <a:off x="11920953" y="3247108"/>
              <a:ext cx="44146" cy="63385"/>
            </a:xfrm>
            <a:custGeom>
              <a:avLst/>
              <a:pathLst>
                <a:path w="44146" h="63385">
                  <a:moveTo>
                    <a:pt x="7535" y="0"/>
                  </a:moveTo>
                  <a:lnTo>
                    <a:pt x="11138" y="334"/>
                  </a:lnTo>
                  <a:lnTo>
                    <a:pt x="9774" y="947"/>
                  </a:lnTo>
                  <a:lnTo>
                    <a:pt x="9926" y="1679"/>
                  </a:lnTo>
                  <a:lnTo>
                    <a:pt x="12506" y="1802"/>
                  </a:lnTo>
                  <a:lnTo>
                    <a:pt x="14166" y="9538"/>
                  </a:lnTo>
                  <a:lnTo>
                    <a:pt x="16952" y="12326"/>
                  </a:lnTo>
                  <a:lnTo>
                    <a:pt x="19353" y="13708"/>
                  </a:lnTo>
                  <a:lnTo>
                    <a:pt x="28551" y="13627"/>
                  </a:lnTo>
                  <a:lnTo>
                    <a:pt x="32802" y="14494"/>
                  </a:lnTo>
                  <a:lnTo>
                    <a:pt x="32414" y="18945"/>
                  </a:lnTo>
                  <a:lnTo>
                    <a:pt x="39746" y="18128"/>
                  </a:lnTo>
                  <a:lnTo>
                    <a:pt x="42052" y="20084"/>
                  </a:lnTo>
                  <a:lnTo>
                    <a:pt x="44146" y="23410"/>
                  </a:lnTo>
                  <a:lnTo>
                    <a:pt x="37680" y="44162"/>
                  </a:lnTo>
                  <a:lnTo>
                    <a:pt x="38457" y="47038"/>
                  </a:lnTo>
                  <a:lnTo>
                    <a:pt x="41585" y="52276"/>
                  </a:lnTo>
                  <a:lnTo>
                    <a:pt x="38949" y="54379"/>
                  </a:lnTo>
                  <a:lnTo>
                    <a:pt x="38600" y="56181"/>
                  </a:lnTo>
                  <a:lnTo>
                    <a:pt x="38916" y="58006"/>
                  </a:lnTo>
                  <a:lnTo>
                    <a:pt x="41255" y="57511"/>
                  </a:lnTo>
                  <a:lnTo>
                    <a:pt x="40810" y="60166"/>
                  </a:lnTo>
                  <a:lnTo>
                    <a:pt x="333" y="63385"/>
                  </a:lnTo>
                  <a:lnTo>
                    <a:pt x="0" y="54957"/>
                  </a:lnTo>
                  <a:lnTo>
                    <a:pt x="1832" y="52737"/>
                  </a:lnTo>
                  <a:lnTo>
                    <a:pt x="8260" y="50334"/>
                  </a:lnTo>
                  <a:lnTo>
                    <a:pt x="9737" y="50847"/>
                  </a:lnTo>
                  <a:lnTo>
                    <a:pt x="9144" y="57041"/>
                  </a:lnTo>
                  <a:lnTo>
                    <a:pt x="14475" y="56686"/>
                  </a:lnTo>
                  <a:lnTo>
                    <a:pt x="14356" y="54354"/>
                  </a:lnTo>
                  <a:lnTo>
                    <a:pt x="15784" y="53540"/>
                  </a:lnTo>
                  <a:lnTo>
                    <a:pt x="20304" y="53716"/>
                  </a:lnTo>
                  <a:lnTo>
                    <a:pt x="20564" y="56216"/>
                  </a:lnTo>
                  <a:lnTo>
                    <a:pt x="24605" y="55966"/>
                  </a:lnTo>
                  <a:lnTo>
                    <a:pt x="22394" y="48511"/>
                  </a:lnTo>
                  <a:lnTo>
                    <a:pt x="20135" y="48705"/>
                  </a:lnTo>
                  <a:lnTo>
                    <a:pt x="20098" y="50160"/>
                  </a:lnTo>
                  <a:lnTo>
                    <a:pt x="18627" y="50170"/>
                  </a:lnTo>
                  <a:lnTo>
                    <a:pt x="18133" y="41719"/>
                  </a:lnTo>
                  <a:lnTo>
                    <a:pt x="25717" y="39766"/>
                  </a:lnTo>
                  <a:lnTo>
                    <a:pt x="24999" y="33981"/>
                  </a:lnTo>
                  <a:lnTo>
                    <a:pt x="19148" y="33846"/>
                  </a:lnTo>
                  <a:lnTo>
                    <a:pt x="19267" y="29071"/>
                  </a:lnTo>
                  <a:lnTo>
                    <a:pt x="18054" y="27201"/>
                  </a:lnTo>
                  <a:lnTo>
                    <a:pt x="12375" y="26780"/>
                  </a:lnTo>
                  <a:lnTo>
                    <a:pt x="14296" y="24247"/>
                  </a:lnTo>
                  <a:lnTo>
                    <a:pt x="14275" y="18137"/>
                  </a:lnTo>
                  <a:lnTo>
                    <a:pt x="6676" y="19833"/>
                  </a:lnTo>
                  <a:lnTo>
                    <a:pt x="5965" y="18488"/>
                  </a:lnTo>
                  <a:lnTo>
                    <a:pt x="9476" y="16904"/>
                  </a:lnTo>
                  <a:lnTo>
                    <a:pt x="7480" y="15516"/>
                  </a:lnTo>
                  <a:lnTo>
                    <a:pt x="6189" y="12847"/>
                  </a:lnTo>
                  <a:lnTo>
                    <a:pt x="6924" y="12252"/>
                  </a:lnTo>
                  <a:lnTo>
                    <a:pt x="9187" y="13046"/>
                  </a:lnTo>
                  <a:lnTo>
                    <a:pt x="9639" y="12628"/>
                  </a:lnTo>
                  <a:lnTo>
                    <a:pt x="6557" y="3660"/>
                  </a:lnTo>
                  <a:lnTo>
                    <a:pt x="6888" y="99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h6725"/>
            <p:cNvSpPr/>
            <p:nvPr/>
          </p:nvSpPr>
          <p:spPr>
            <a:xfrm>
              <a:off x="11687502" y="3265039"/>
              <a:ext cx="12059" cy="8765"/>
            </a:xfrm>
            <a:custGeom>
              <a:avLst/>
              <a:pathLst>
                <a:path w="12059" h="8765">
                  <a:moveTo>
                    <a:pt x="12059" y="913"/>
                  </a:moveTo>
                  <a:lnTo>
                    <a:pt x="10112" y="3307"/>
                  </a:lnTo>
                  <a:lnTo>
                    <a:pt x="9878" y="4819"/>
                  </a:lnTo>
                  <a:lnTo>
                    <a:pt x="11199" y="8765"/>
                  </a:lnTo>
                  <a:lnTo>
                    <a:pt x="4658" y="6920"/>
                  </a:lnTo>
                  <a:lnTo>
                    <a:pt x="4379" y="6025"/>
                  </a:lnTo>
                  <a:lnTo>
                    <a:pt x="3445" y="5857"/>
                  </a:lnTo>
                  <a:lnTo>
                    <a:pt x="2439" y="7406"/>
                  </a:lnTo>
                  <a:lnTo>
                    <a:pt x="1387" y="7518"/>
                  </a:lnTo>
                  <a:lnTo>
                    <a:pt x="227" y="7126"/>
                  </a:lnTo>
                  <a:lnTo>
                    <a:pt x="0" y="6205"/>
                  </a:lnTo>
                  <a:lnTo>
                    <a:pt x="4287" y="0"/>
                  </a:lnTo>
                  <a:lnTo>
                    <a:pt x="5320" y="36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h6726"/>
            <p:cNvSpPr/>
            <p:nvPr/>
          </p:nvSpPr>
          <p:spPr>
            <a:xfrm>
              <a:off x="11637988" y="3212220"/>
              <a:ext cx="14793" cy="14217"/>
            </a:xfrm>
            <a:custGeom>
              <a:avLst/>
              <a:pathLst>
                <a:path w="14793" h="14217">
                  <a:moveTo>
                    <a:pt x="8654" y="1079"/>
                  </a:moveTo>
                  <a:lnTo>
                    <a:pt x="10756" y="548"/>
                  </a:lnTo>
                  <a:lnTo>
                    <a:pt x="14793" y="8354"/>
                  </a:lnTo>
                  <a:lnTo>
                    <a:pt x="14061" y="13144"/>
                  </a:lnTo>
                  <a:lnTo>
                    <a:pt x="13203" y="13668"/>
                  </a:lnTo>
                  <a:lnTo>
                    <a:pt x="12065" y="11745"/>
                  </a:lnTo>
                  <a:lnTo>
                    <a:pt x="10889" y="11696"/>
                  </a:lnTo>
                  <a:lnTo>
                    <a:pt x="9779" y="14217"/>
                  </a:lnTo>
                  <a:lnTo>
                    <a:pt x="1140" y="9899"/>
                  </a:lnTo>
                  <a:lnTo>
                    <a:pt x="0" y="6709"/>
                  </a:lnTo>
                  <a:lnTo>
                    <a:pt x="3944" y="4148"/>
                  </a:lnTo>
                  <a:lnTo>
                    <a:pt x="5229" y="415"/>
                  </a:lnTo>
                  <a:lnTo>
                    <a:pt x="770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h6727"/>
            <p:cNvSpPr/>
            <p:nvPr/>
          </p:nvSpPr>
          <p:spPr>
            <a:xfrm>
              <a:off x="11651821" y="3184095"/>
              <a:ext cx="9855" cy="6314"/>
            </a:xfrm>
            <a:custGeom>
              <a:avLst/>
              <a:pathLst>
                <a:path w="9855" h="6314">
                  <a:moveTo>
                    <a:pt x="8879" y="2492"/>
                  </a:moveTo>
                  <a:lnTo>
                    <a:pt x="9691" y="2887"/>
                  </a:lnTo>
                  <a:lnTo>
                    <a:pt x="9855" y="5518"/>
                  </a:lnTo>
                  <a:lnTo>
                    <a:pt x="8669" y="6314"/>
                  </a:lnTo>
                  <a:lnTo>
                    <a:pt x="2251" y="6022"/>
                  </a:lnTo>
                  <a:lnTo>
                    <a:pt x="0" y="2055"/>
                  </a:lnTo>
                  <a:lnTo>
                    <a:pt x="849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h6728"/>
            <p:cNvSpPr/>
            <p:nvPr/>
          </p:nvSpPr>
          <p:spPr>
            <a:xfrm>
              <a:off x="11653469" y="3190117"/>
              <a:ext cx="9510" cy="12059"/>
            </a:xfrm>
            <a:custGeom>
              <a:avLst/>
              <a:pathLst>
                <a:path w="9510" h="12059">
                  <a:moveTo>
                    <a:pt x="7021" y="292"/>
                  </a:moveTo>
                  <a:lnTo>
                    <a:pt x="9510" y="2617"/>
                  </a:lnTo>
                  <a:lnTo>
                    <a:pt x="9180" y="4006"/>
                  </a:lnTo>
                  <a:lnTo>
                    <a:pt x="8321" y="4040"/>
                  </a:lnTo>
                  <a:lnTo>
                    <a:pt x="8276" y="7535"/>
                  </a:lnTo>
                  <a:lnTo>
                    <a:pt x="8314" y="12059"/>
                  </a:lnTo>
                  <a:lnTo>
                    <a:pt x="5850" y="11834"/>
                  </a:lnTo>
                  <a:lnTo>
                    <a:pt x="1840" y="9167"/>
                  </a:lnTo>
                  <a:lnTo>
                    <a:pt x="0" y="6897"/>
                  </a:lnTo>
                  <a:lnTo>
                    <a:pt x="60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h6729"/>
            <p:cNvSpPr/>
            <p:nvPr/>
          </p:nvSpPr>
          <p:spPr>
            <a:xfrm>
              <a:off x="11712327" y="3338918"/>
              <a:ext cx="49616" cy="37903"/>
            </a:xfrm>
            <a:custGeom>
              <a:avLst/>
              <a:pathLst>
                <a:path w="49616" h="37903">
                  <a:moveTo>
                    <a:pt x="37668" y="2424"/>
                  </a:moveTo>
                  <a:lnTo>
                    <a:pt x="43956" y="1187"/>
                  </a:lnTo>
                  <a:lnTo>
                    <a:pt x="48264" y="1693"/>
                  </a:lnTo>
                  <a:lnTo>
                    <a:pt x="49616" y="4048"/>
                  </a:lnTo>
                  <a:lnTo>
                    <a:pt x="48001" y="9503"/>
                  </a:lnTo>
                  <a:lnTo>
                    <a:pt x="48812" y="11997"/>
                  </a:lnTo>
                  <a:lnTo>
                    <a:pt x="45710" y="17299"/>
                  </a:lnTo>
                  <a:lnTo>
                    <a:pt x="44737" y="21983"/>
                  </a:lnTo>
                  <a:lnTo>
                    <a:pt x="46769" y="26575"/>
                  </a:lnTo>
                  <a:lnTo>
                    <a:pt x="46400" y="28933"/>
                  </a:lnTo>
                  <a:lnTo>
                    <a:pt x="44299" y="29158"/>
                  </a:lnTo>
                  <a:lnTo>
                    <a:pt x="42581" y="31271"/>
                  </a:lnTo>
                  <a:lnTo>
                    <a:pt x="39735" y="30825"/>
                  </a:lnTo>
                  <a:lnTo>
                    <a:pt x="36452" y="32298"/>
                  </a:lnTo>
                  <a:lnTo>
                    <a:pt x="35558" y="34055"/>
                  </a:lnTo>
                  <a:lnTo>
                    <a:pt x="25815" y="30669"/>
                  </a:lnTo>
                  <a:lnTo>
                    <a:pt x="24329" y="31944"/>
                  </a:lnTo>
                  <a:lnTo>
                    <a:pt x="24352" y="33457"/>
                  </a:lnTo>
                  <a:lnTo>
                    <a:pt x="23104" y="34986"/>
                  </a:lnTo>
                  <a:lnTo>
                    <a:pt x="17243" y="37903"/>
                  </a:lnTo>
                  <a:lnTo>
                    <a:pt x="15650" y="37053"/>
                  </a:lnTo>
                  <a:lnTo>
                    <a:pt x="11353" y="33960"/>
                  </a:lnTo>
                  <a:lnTo>
                    <a:pt x="11179" y="33283"/>
                  </a:lnTo>
                  <a:lnTo>
                    <a:pt x="13358" y="31224"/>
                  </a:lnTo>
                  <a:lnTo>
                    <a:pt x="12374" y="26086"/>
                  </a:lnTo>
                  <a:lnTo>
                    <a:pt x="5421" y="22872"/>
                  </a:lnTo>
                  <a:lnTo>
                    <a:pt x="3261" y="23895"/>
                  </a:lnTo>
                  <a:lnTo>
                    <a:pt x="1170" y="21863"/>
                  </a:lnTo>
                  <a:lnTo>
                    <a:pt x="655" y="20250"/>
                  </a:lnTo>
                  <a:lnTo>
                    <a:pt x="1465" y="15898"/>
                  </a:lnTo>
                  <a:lnTo>
                    <a:pt x="0" y="12432"/>
                  </a:lnTo>
                  <a:lnTo>
                    <a:pt x="1819" y="10803"/>
                  </a:lnTo>
                  <a:lnTo>
                    <a:pt x="6266" y="8714"/>
                  </a:lnTo>
                  <a:lnTo>
                    <a:pt x="9850" y="3410"/>
                  </a:lnTo>
                  <a:lnTo>
                    <a:pt x="13073" y="6239"/>
                  </a:lnTo>
                  <a:lnTo>
                    <a:pt x="18472" y="8668"/>
                  </a:lnTo>
                  <a:lnTo>
                    <a:pt x="26480" y="13593"/>
                  </a:lnTo>
                  <a:lnTo>
                    <a:pt x="28037" y="9592"/>
                  </a:lnTo>
                  <a:lnTo>
                    <a:pt x="25826" y="8316"/>
                  </a:lnTo>
                  <a:lnTo>
                    <a:pt x="28477" y="2567"/>
                  </a:lnTo>
                  <a:lnTo>
                    <a:pt x="3098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h6730"/>
            <p:cNvSpPr/>
            <p:nvPr/>
          </p:nvSpPr>
          <p:spPr>
            <a:xfrm>
              <a:off x="11658570" y="3225125"/>
              <a:ext cx="24015" cy="29205"/>
            </a:xfrm>
            <a:custGeom>
              <a:avLst/>
              <a:pathLst>
                <a:path w="24015" h="29205">
                  <a:moveTo>
                    <a:pt x="22764" y="4033"/>
                  </a:moveTo>
                  <a:lnTo>
                    <a:pt x="22170" y="5919"/>
                  </a:lnTo>
                  <a:lnTo>
                    <a:pt x="22412" y="9656"/>
                  </a:lnTo>
                  <a:lnTo>
                    <a:pt x="23478" y="11613"/>
                  </a:lnTo>
                  <a:lnTo>
                    <a:pt x="23610" y="14039"/>
                  </a:lnTo>
                  <a:lnTo>
                    <a:pt x="22096" y="16247"/>
                  </a:lnTo>
                  <a:lnTo>
                    <a:pt x="24015" y="18326"/>
                  </a:lnTo>
                  <a:lnTo>
                    <a:pt x="21451" y="18571"/>
                  </a:lnTo>
                  <a:lnTo>
                    <a:pt x="17385" y="22603"/>
                  </a:lnTo>
                  <a:lnTo>
                    <a:pt x="19992" y="26161"/>
                  </a:lnTo>
                  <a:lnTo>
                    <a:pt x="18831" y="29205"/>
                  </a:lnTo>
                  <a:lnTo>
                    <a:pt x="16282" y="28136"/>
                  </a:lnTo>
                  <a:lnTo>
                    <a:pt x="16694" y="27359"/>
                  </a:lnTo>
                  <a:lnTo>
                    <a:pt x="16137" y="24455"/>
                  </a:lnTo>
                  <a:lnTo>
                    <a:pt x="14490" y="23257"/>
                  </a:lnTo>
                  <a:lnTo>
                    <a:pt x="4067" y="19764"/>
                  </a:lnTo>
                  <a:lnTo>
                    <a:pt x="947" y="21137"/>
                  </a:lnTo>
                  <a:lnTo>
                    <a:pt x="0" y="20229"/>
                  </a:lnTo>
                  <a:lnTo>
                    <a:pt x="1578" y="17445"/>
                  </a:lnTo>
                  <a:lnTo>
                    <a:pt x="4468" y="16181"/>
                  </a:lnTo>
                  <a:lnTo>
                    <a:pt x="5731" y="11687"/>
                  </a:lnTo>
                  <a:lnTo>
                    <a:pt x="4167" y="8874"/>
                  </a:lnTo>
                  <a:lnTo>
                    <a:pt x="8180" y="6783"/>
                  </a:lnTo>
                  <a:lnTo>
                    <a:pt x="9048" y="7209"/>
                  </a:lnTo>
                  <a:lnTo>
                    <a:pt x="10587" y="7814"/>
                  </a:lnTo>
                  <a:lnTo>
                    <a:pt x="13214" y="6034"/>
                  </a:lnTo>
                  <a:lnTo>
                    <a:pt x="13493" y="5700"/>
                  </a:lnTo>
                  <a:lnTo>
                    <a:pt x="12061" y="4834"/>
                  </a:lnTo>
                  <a:lnTo>
                    <a:pt x="12750" y="3309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h6731"/>
            <p:cNvSpPr/>
            <p:nvPr/>
          </p:nvSpPr>
          <p:spPr>
            <a:xfrm>
              <a:off x="11688297" y="3346072"/>
              <a:ext cx="39680" cy="35751"/>
            </a:xfrm>
            <a:custGeom>
              <a:avLst/>
              <a:pathLst>
                <a:path w="39680" h="35751">
                  <a:moveTo>
                    <a:pt x="23108" y="1902"/>
                  </a:moveTo>
                  <a:lnTo>
                    <a:pt x="24030" y="5277"/>
                  </a:lnTo>
                  <a:lnTo>
                    <a:pt x="25496" y="8744"/>
                  </a:lnTo>
                  <a:lnTo>
                    <a:pt x="24686" y="13096"/>
                  </a:lnTo>
                  <a:lnTo>
                    <a:pt x="25201" y="14708"/>
                  </a:lnTo>
                  <a:lnTo>
                    <a:pt x="27292" y="16740"/>
                  </a:lnTo>
                  <a:lnTo>
                    <a:pt x="29452" y="15718"/>
                  </a:lnTo>
                  <a:lnTo>
                    <a:pt x="36405" y="18932"/>
                  </a:lnTo>
                  <a:lnTo>
                    <a:pt x="37389" y="24069"/>
                  </a:lnTo>
                  <a:lnTo>
                    <a:pt x="35209" y="26128"/>
                  </a:lnTo>
                  <a:lnTo>
                    <a:pt x="35384" y="26806"/>
                  </a:lnTo>
                  <a:lnTo>
                    <a:pt x="39680" y="29898"/>
                  </a:lnTo>
                  <a:lnTo>
                    <a:pt x="34554" y="35574"/>
                  </a:lnTo>
                  <a:lnTo>
                    <a:pt x="31972" y="33654"/>
                  </a:lnTo>
                  <a:lnTo>
                    <a:pt x="24673" y="32809"/>
                  </a:lnTo>
                  <a:lnTo>
                    <a:pt x="22600" y="33976"/>
                  </a:lnTo>
                  <a:lnTo>
                    <a:pt x="21633" y="35751"/>
                  </a:lnTo>
                  <a:lnTo>
                    <a:pt x="20452" y="35551"/>
                  </a:lnTo>
                  <a:lnTo>
                    <a:pt x="20228" y="35153"/>
                  </a:lnTo>
                  <a:lnTo>
                    <a:pt x="28627" y="29217"/>
                  </a:lnTo>
                  <a:lnTo>
                    <a:pt x="29756" y="25250"/>
                  </a:lnTo>
                  <a:lnTo>
                    <a:pt x="29793" y="17572"/>
                  </a:lnTo>
                  <a:lnTo>
                    <a:pt x="19930" y="20998"/>
                  </a:lnTo>
                  <a:lnTo>
                    <a:pt x="18046" y="22036"/>
                  </a:lnTo>
                  <a:lnTo>
                    <a:pt x="13724" y="27100"/>
                  </a:lnTo>
                  <a:lnTo>
                    <a:pt x="8763" y="29082"/>
                  </a:lnTo>
                  <a:lnTo>
                    <a:pt x="8704" y="33633"/>
                  </a:lnTo>
                  <a:lnTo>
                    <a:pt x="686" y="29892"/>
                  </a:lnTo>
                  <a:lnTo>
                    <a:pt x="3429" y="22116"/>
                  </a:lnTo>
                  <a:lnTo>
                    <a:pt x="0" y="19298"/>
                  </a:lnTo>
                  <a:lnTo>
                    <a:pt x="349" y="16772"/>
                  </a:lnTo>
                  <a:lnTo>
                    <a:pt x="1075" y="14847"/>
                  </a:lnTo>
                  <a:lnTo>
                    <a:pt x="4738" y="10715"/>
                  </a:lnTo>
                  <a:lnTo>
                    <a:pt x="1820" y="10356"/>
                  </a:lnTo>
                  <a:lnTo>
                    <a:pt x="2843" y="8715"/>
                  </a:lnTo>
                  <a:lnTo>
                    <a:pt x="1704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h6732"/>
            <p:cNvSpPr/>
            <p:nvPr/>
          </p:nvSpPr>
          <p:spPr>
            <a:xfrm>
              <a:off x="11536533" y="3293799"/>
              <a:ext cx="44729" cy="39002"/>
            </a:xfrm>
            <a:custGeom>
              <a:avLst/>
              <a:pathLst>
                <a:path w="44729" h="39002">
                  <a:moveTo>
                    <a:pt x="9489" y="2537"/>
                  </a:moveTo>
                  <a:lnTo>
                    <a:pt x="14678" y="5779"/>
                  </a:lnTo>
                  <a:lnTo>
                    <a:pt x="18254" y="6006"/>
                  </a:lnTo>
                  <a:lnTo>
                    <a:pt x="30106" y="9808"/>
                  </a:lnTo>
                  <a:lnTo>
                    <a:pt x="32940" y="7918"/>
                  </a:lnTo>
                  <a:lnTo>
                    <a:pt x="36193" y="7879"/>
                  </a:lnTo>
                  <a:lnTo>
                    <a:pt x="40990" y="9697"/>
                  </a:lnTo>
                  <a:lnTo>
                    <a:pt x="41588" y="11172"/>
                  </a:lnTo>
                  <a:lnTo>
                    <a:pt x="42486" y="13103"/>
                  </a:lnTo>
                  <a:lnTo>
                    <a:pt x="43948" y="13040"/>
                  </a:lnTo>
                  <a:lnTo>
                    <a:pt x="44729" y="14102"/>
                  </a:lnTo>
                  <a:lnTo>
                    <a:pt x="41937" y="18788"/>
                  </a:lnTo>
                  <a:lnTo>
                    <a:pt x="39451" y="21400"/>
                  </a:lnTo>
                  <a:lnTo>
                    <a:pt x="39953" y="23976"/>
                  </a:lnTo>
                  <a:lnTo>
                    <a:pt x="38426" y="25785"/>
                  </a:lnTo>
                  <a:lnTo>
                    <a:pt x="36144" y="25774"/>
                  </a:lnTo>
                  <a:lnTo>
                    <a:pt x="36368" y="24477"/>
                  </a:lnTo>
                  <a:lnTo>
                    <a:pt x="35722" y="23765"/>
                  </a:lnTo>
                  <a:lnTo>
                    <a:pt x="29637" y="26182"/>
                  </a:lnTo>
                  <a:lnTo>
                    <a:pt x="25683" y="29208"/>
                  </a:lnTo>
                  <a:lnTo>
                    <a:pt x="23968" y="34221"/>
                  </a:lnTo>
                  <a:lnTo>
                    <a:pt x="23680" y="39002"/>
                  </a:lnTo>
                  <a:lnTo>
                    <a:pt x="15521" y="38948"/>
                  </a:lnTo>
                  <a:lnTo>
                    <a:pt x="6051" y="36824"/>
                  </a:lnTo>
                  <a:lnTo>
                    <a:pt x="1964" y="34453"/>
                  </a:lnTo>
                  <a:lnTo>
                    <a:pt x="1713" y="34047"/>
                  </a:lnTo>
                  <a:lnTo>
                    <a:pt x="686" y="29716"/>
                  </a:lnTo>
                  <a:lnTo>
                    <a:pt x="7499" y="24894"/>
                  </a:lnTo>
                  <a:lnTo>
                    <a:pt x="8877" y="22013"/>
                  </a:lnTo>
                  <a:lnTo>
                    <a:pt x="8893" y="17649"/>
                  </a:lnTo>
                  <a:lnTo>
                    <a:pt x="6492" y="11336"/>
                  </a:lnTo>
                  <a:lnTo>
                    <a:pt x="0" y="2367"/>
                  </a:lnTo>
                  <a:lnTo>
                    <a:pt x="359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h6733"/>
            <p:cNvSpPr/>
            <p:nvPr/>
          </p:nvSpPr>
          <p:spPr>
            <a:xfrm>
              <a:off x="11726773" y="3177968"/>
              <a:ext cx="86148" cy="41270"/>
            </a:xfrm>
            <a:custGeom>
              <a:avLst/>
              <a:pathLst>
                <a:path w="86148" h="41270">
                  <a:moveTo>
                    <a:pt x="41619" y="6054"/>
                  </a:moveTo>
                  <a:lnTo>
                    <a:pt x="45948" y="6514"/>
                  </a:lnTo>
                  <a:lnTo>
                    <a:pt x="58190" y="5996"/>
                  </a:lnTo>
                  <a:lnTo>
                    <a:pt x="57407" y="4401"/>
                  </a:lnTo>
                  <a:lnTo>
                    <a:pt x="55290" y="4681"/>
                  </a:lnTo>
                  <a:lnTo>
                    <a:pt x="54760" y="3232"/>
                  </a:lnTo>
                  <a:lnTo>
                    <a:pt x="55388" y="1968"/>
                  </a:lnTo>
                  <a:lnTo>
                    <a:pt x="74584" y="665"/>
                  </a:lnTo>
                  <a:lnTo>
                    <a:pt x="77375" y="3922"/>
                  </a:lnTo>
                  <a:lnTo>
                    <a:pt x="77452" y="4906"/>
                  </a:lnTo>
                  <a:lnTo>
                    <a:pt x="75930" y="5742"/>
                  </a:lnTo>
                  <a:lnTo>
                    <a:pt x="77129" y="10154"/>
                  </a:lnTo>
                  <a:lnTo>
                    <a:pt x="81075" y="9561"/>
                  </a:lnTo>
                  <a:lnTo>
                    <a:pt x="82923" y="6883"/>
                  </a:lnTo>
                  <a:lnTo>
                    <a:pt x="82390" y="6310"/>
                  </a:lnTo>
                  <a:lnTo>
                    <a:pt x="85206" y="4829"/>
                  </a:lnTo>
                  <a:lnTo>
                    <a:pt x="85699" y="5171"/>
                  </a:lnTo>
                  <a:lnTo>
                    <a:pt x="86148" y="8947"/>
                  </a:lnTo>
                  <a:lnTo>
                    <a:pt x="80375" y="13717"/>
                  </a:lnTo>
                  <a:lnTo>
                    <a:pt x="78527" y="13693"/>
                  </a:lnTo>
                  <a:lnTo>
                    <a:pt x="75922" y="12560"/>
                  </a:lnTo>
                  <a:lnTo>
                    <a:pt x="74574" y="13863"/>
                  </a:lnTo>
                  <a:lnTo>
                    <a:pt x="74488" y="15532"/>
                  </a:lnTo>
                  <a:lnTo>
                    <a:pt x="80704" y="17500"/>
                  </a:lnTo>
                  <a:lnTo>
                    <a:pt x="80345" y="18678"/>
                  </a:lnTo>
                  <a:lnTo>
                    <a:pt x="76027" y="17820"/>
                  </a:lnTo>
                  <a:lnTo>
                    <a:pt x="69435" y="26254"/>
                  </a:lnTo>
                  <a:lnTo>
                    <a:pt x="61317" y="31630"/>
                  </a:lnTo>
                  <a:lnTo>
                    <a:pt x="56461" y="31782"/>
                  </a:lnTo>
                  <a:lnTo>
                    <a:pt x="50534" y="33979"/>
                  </a:lnTo>
                  <a:lnTo>
                    <a:pt x="35251" y="36324"/>
                  </a:lnTo>
                  <a:lnTo>
                    <a:pt x="32912" y="37933"/>
                  </a:lnTo>
                  <a:lnTo>
                    <a:pt x="29722" y="37080"/>
                  </a:lnTo>
                  <a:lnTo>
                    <a:pt x="29518" y="35915"/>
                  </a:lnTo>
                  <a:lnTo>
                    <a:pt x="27333" y="34817"/>
                  </a:lnTo>
                  <a:lnTo>
                    <a:pt x="23698" y="34099"/>
                  </a:lnTo>
                  <a:lnTo>
                    <a:pt x="23130" y="34951"/>
                  </a:lnTo>
                  <a:lnTo>
                    <a:pt x="23697" y="36143"/>
                  </a:lnTo>
                  <a:lnTo>
                    <a:pt x="21902" y="40415"/>
                  </a:lnTo>
                  <a:lnTo>
                    <a:pt x="16298" y="41270"/>
                  </a:lnTo>
                  <a:lnTo>
                    <a:pt x="12233" y="40182"/>
                  </a:lnTo>
                  <a:lnTo>
                    <a:pt x="10778" y="40905"/>
                  </a:lnTo>
                  <a:lnTo>
                    <a:pt x="7394" y="40515"/>
                  </a:lnTo>
                  <a:lnTo>
                    <a:pt x="7297" y="39498"/>
                  </a:lnTo>
                  <a:lnTo>
                    <a:pt x="8353" y="39158"/>
                  </a:lnTo>
                  <a:lnTo>
                    <a:pt x="7610" y="36427"/>
                  </a:lnTo>
                  <a:lnTo>
                    <a:pt x="11263" y="35374"/>
                  </a:lnTo>
                  <a:lnTo>
                    <a:pt x="14652" y="32364"/>
                  </a:lnTo>
                  <a:lnTo>
                    <a:pt x="14576" y="27370"/>
                  </a:lnTo>
                  <a:lnTo>
                    <a:pt x="5213" y="24583"/>
                  </a:lnTo>
                  <a:lnTo>
                    <a:pt x="2052" y="27153"/>
                  </a:lnTo>
                  <a:lnTo>
                    <a:pt x="1718" y="26776"/>
                  </a:lnTo>
                  <a:lnTo>
                    <a:pt x="2452" y="23420"/>
                  </a:lnTo>
                  <a:lnTo>
                    <a:pt x="2185" y="21474"/>
                  </a:lnTo>
                  <a:lnTo>
                    <a:pt x="0" y="19726"/>
                  </a:lnTo>
                  <a:lnTo>
                    <a:pt x="3767" y="17054"/>
                  </a:lnTo>
                  <a:lnTo>
                    <a:pt x="4657" y="16816"/>
                  </a:lnTo>
                  <a:lnTo>
                    <a:pt x="7259" y="19175"/>
                  </a:lnTo>
                  <a:lnTo>
                    <a:pt x="7604" y="20533"/>
                  </a:lnTo>
                  <a:lnTo>
                    <a:pt x="16097" y="12450"/>
                  </a:lnTo>
                  <a:lnTo>
                    <a:pt x="17313" y="12050"/>
                  </a:lnTo>
                  <a:lnTo>
                    <a:pt x="21020" y="14638"/>
                  </a:lnTo>
                  <a:lnTo>
                    <a:pt x="21996" y="13588"/>
                  </a:lnTo>
                  <a:lnTo>
                    <a:pt x="19391" y="10821"/>
                  </a:lnTo>
                  <a:lnTo>
                    <a:pt x="22066" y="7444"/>
                  </a:lnTo>
                  <a:lnTo>
                    <a:pt x="23725" y="5571"/>
                  </a:lnTo>
                  <a:lnTo>
                    <a:pt x="27705" y="8519"/>
                  </a:lnTo>
                  <a:lnTo>
                    <a:pt x="34797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h6734"/>
            <p:cNvSpPr/>
            <p:nvPr/>
          </p:nvSpPr>
          <p:spPr>
            <a:xfrm>
              <a:off x="11636310" y="3159511"/>
              <a:ext cx="14752" cy="16413"/>
            </a:xfrm>
            <a:custGeom>
              <a:avLst/>
              <a:pathLst>
                <a:path w="14752" h="16413">
                  <a:moveTo>
                    <a:pt x="13058" y="0"/>
                  </a:moveTo>
                  <a:lnTo>
                    <a:pt x="14752" y="1574"/>
                  </a:lnTo>
                  <a:lnTo>
                    <a:pt x="12495" y="2796"/>
                  </a:lnTo>
                  <a:lnTo>
                    <a:pt x="13989" y="3809"/>
                  </a:lnTo>
                  <a:lnTo>
                    <a:pt x="14032" y="6157"/>
                  </a:lnTo>
                  <a:lnTo>
                    <a:pt x="13429" y="8838"/>
                  </a:lnTo>
                  <a:lnTo>
                    <a:pt x="11560" y="10609"/>
                  </a:lnTo>
                  <a:lnTo>
                    <a:pt x="13406" y="14104"/>
                  </a:lnTo>
                  <a:lnTo>
                    <a:pt x="8879" y="16413"/>
                  </a:lnTo>
                  <a:lnTo>
                    <a:pt x="5286" y="16233"/>
                  </a:lnTo>
                  <a:lnTo>
                    <a:pt x="2652" y="14759"/>
                  </a:lnTo>
                  <a:lnTo>
                    <a:pt x="2372" y="13623"/>
                  </a:lnTo>
                  <a:lnTo>
                    <a:pt x="515" y="12244"/>
                  </a:lnTo>
                  <a:lnTo>
                    <a:pt x="0" y="11623"/>
                  </a:lnTo>
                  <a:lnTo>
                    <a:pt x="427" y="10093"/>
                  </a:lnTo>
                  <a:lnTo>
                    <a:pt x="2337" y="8715"/>
                  </a:lnTo>
                  <a:lnTo>
                    <a:pt x="8336" y="109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h6735"/>
            <p:cNvSpPr/>
            <p:nvPr/>
          </p:nvSpPr>
          <p:spPr>
            <a:xfrm>
              <a:off x="11531948" y="3207549"/>
              <a:ext cx="64598" cy="92256"/>
            </a:xfrm>
            <a:custGeom>
              <a:avLst/>
              <a:pathLst>
                <a:path w="64598" h="92256">
                  <a:moveTo>
                    <a:pt x="30022" y="1788"/>
                  </a:moveTo>
                  <a:lnTo>
                    <a:pt x="30892" y="1833"/>
                  </a:lnTo>
                  <a:lnTo>
                    <a:pt x="27586" y="3358"/>
                  </a:lnTo>
                  <a:lnTo>
                    <a:pt x="27411" y="8943"/>
                  </a:lnTo>
                  <a:lnTo>
                    <a:pt x="30786" y="9804"/>
                  </a:lnTo>
                  <a:lnTo>
                    <a:pt x="38301" y="14525"/>
                  </a:lnTo>
                  <a:lnTo>
                    <a:pt x="43374" y="22142"/>
                  </a:lnTo>
                  <a:lnTo>
                    <a:pt x="46337" y="21911"/>
                  </a:lnTo>
                  <a:lnTo>
                    <a:pt x="58303" y="26892"/>
                  </a:lnTo>
                  <a:lnTo>
                    <a:pt x="63660" y="32105"/>
                  </a:lnTo>
                  <a:lnTo>
                    <a:pt x="64598" y="32553"/>
                  </a:lnTo>
                  <a:lnTo>
                    <a:pt x="60766" y="38217"/>
                  </a:lnTo>
                  <a:lnTo>
                    <a:pt x="54619" y="39578"/>
                  </a:lnTo>
                  <a:lnTo>
                    <a:pt x="54677" y="42466"/>
                  </a:lnTo>
                  <a:lnTo>
                    <a:pt x="52357" y="51958"/>
                  </a:lnTo>
                  <a:lnTo>
                    <a:pt x="50408" y="55739"/>
                  </a:lnTo>
                  <a:lnTo>
                    <a:pt x="50092" y="60497"/>
                  </a:lnTo>
                  <a:lnTo>
                    <a:pt x="45809" y="66649"/>
                  </a:lnTo>
                  <a:lnTo>
                    <a:pt x="43639" y="74855"/>
                  </a:lnTo>
                  <a:lnTo>
                    <a:pt x="33644" y="77596"/>
                  </a:lnTo>
                  <a:lnTo>
                    <a:pt x="29048" y="82950"/>
                  </a:lnTo>
                  <a:lnTo>
                    <a:pt x="24127" y="83354"/>
                  </a:lnTo>
                  <a:lnTo>
                    <a:pt x="23387" y="86248"/>
                  </a:lnTo>
                  <a:lnTo>
                    <a:pt x="25729" y="91052"/>
                  </a:lnTo>
                  <a:lnTo>
                    <a:pt x="22839" y="92256"/>
                  </a:lnTo>
                  <a:lnTo>
                    <a:pt x="19263" y="92029"/>
                  </a:lnTo>
                  <a:lnTo>
                    <a:pt x="14074" y="88786"/>
                  </a:lnTo>
                  <a:lnTo>
                    <a:pt x="8183" y="86249"/>
                  </a:lnTo>
                  <a:lnTo>
                    <a:pt x="4585" y="88616"/>
                  </a:lnTo>
                  <a:lnTo>
                    <a:pt x="0" y="82361"/>
                  </a:lnTo>
                  <a:lnTo>
                    <a:pt x="560" y="80635"/>
                  </a:lnTo>
                  <a:lnTo>
                    <a:pt x="9240" y="53912"/>
                  </a:lnTo>
                  <a:lnTo>
                    <a:pt x="2675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h6736"/>
            <p:cNvSpPr/>
            <p:nvPr/>
          </p:nvSpPr>
          <p:spPr>
            <a:xfrm>
              <a:off x="11689235" y="3218126"/>
              <a:ext cx="4388" cy="7795"/>
            </a:xfrm>
            <a:custGeom>
              <a:avLst/>
              <a:pathLst>
                <a:path w="4388" h="7795">
                  <a:moveTo>
                    <a:pt x="3174" y="900"/>
                  </a:moveTo>
                  <a:lnTo>
                    <a:pt x="4388" y="5278"/>
                  </a:lnTo>
                  <a:lnTo>
                    <a:pt x="2603" y="7795"/>
                  </a:lnTo>
                  <a:lnTo>
                    <a:pt x="0" y="4161"/>
                  </a:lnTo>
                  <a:lnTo>
                    <a:pt x="1718" y="2638"/>
                  </a:lnTo>
                  <a:lnTo>
                    <a:pt x="362" y="1522"/>
                  </a:lnTo>
                  <a:lnTo>
                    <a:pt x="294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h6737"/>
            <p:cNvSpPr/>
            <p:nvPr/>
          </p:nvSpPr>
          <p:spPr>
            <a:xfrm>
              <a:off x="11901695" y="3262217"/>
              <a:ext cx="44975" cy="49817"/>
            </a:xfrm>
            <a:custGeom>
              <a:avLst/>
              <a:pathLst>
                <a:path w="44975" h="49817">
                  <a:moveTo>
                    <a:pt x="24490" y="0"/>
                  </a:moveTo>
                  <a:lnTo>
                    <a:pt x="25072" y="628"/>
                  </a:lnTo>
                  <a:lnTo>
                    <a:pt x="23177" y="4420"/>
                  </a:lnTo>
                  <a:lnTo>
                    <a:pt x="24350" y="7105"/>
                  </a:lnTo>
                  <a:lnTo>
                    <a:pt x="25264" y="6381"/>
                  </a:lnTo>
                  <a:lnTo>
                    <a:pt x="25223" y="3379"/>
                  </a:lnTo>
                  <a:lnTo>
                    <a:pt x="25934" y="4724"/>
                  </a:lnTo>
                  <a:lnTo>
                    <a:pt x="33532" y="3028"/>
                  </a:lnTo>
                  <a:lnTo>
                    <a:pt x="33554" y="9138"/>
                  </a:lnTo>
                  <a:lnTo>
                    <a:pt x="31632" y="11671"/>
                  </a:lnTo>
                  <a:lnTo>
                    <a:pt x="37312" y="12092"/>
                  </a:lnTo>
                  <a:lnTo>
                    <a:pt x="38525" y="13963"/>
                  </a:lnTo>
                  <a:lnTo>
                    <a:pt x="38406" y="18738"/>
                  </a:lnTo>
                  <a:lnTo>
                    <a:pt x="44257" y="18872"/>
                  </a:lnTo>
                  <a:lnTo>
                    <a:pt x="44975" y="24657"/>
                  </a:lnTo>
                  <a:lnTo>
                    <a:pt x="37391" y="26610"/>
                  </a:lnTo>
                  <a:lnTo>
                    <a:pt x="37884" y="35061"/>
                  </a:lnTo>
                  <a:lnTo>
                    <a:pt x="39356" y="35051"/>
                  </a:lnTo>
                  <a:lnTo>
                    <a:pt x="39392" y="33596"/>
                  </a:lnTo>
                  <a:lnTo>
                    <a:pt x="41652" y="33402"/>
                  </a:lnTo>
                  <a:lnTo>
                    <a:pt x="43862" y="40857"/>
                  </a:lnTo>
                  <a:lnTo>
                    <a:pt x="39822" y="41107"/>
                  </a:lnTo>
                  <a:lnTo>
                    <a:pt x="39562" y="38607"/>
                  </a:lnTo>
                  <a:lnTo>
                    <a:pt x="35042" y="38431"/>
                  </a:lnTo>
                  <a:lnTo>
                    <a:pt x="33614" y="39245"/>
                  </a:lnTo>
                  <a:lnTo>
                    <a:pt x="33733" y="41577"/>
                  </a:lnTo>
                  <a:lnTo>
                    <a:pt x="28402" y="41933"/>
                  </a:lnTo>
                  <a:lnTo>
                    <a:pt x="28994" y="35739"/>
                  </a:lnTo>
                  <a:lnTo>
                    <a:pt x="27518" y="35226"/>
                  </a:lnTo>
                  <a:lnTo>
                    <a:pt x="21090" y="37629"/>
                  </a:lnTo>
                  <a:lnTo>
                    <a:pt x="19257" y="39848"/>
                  </a:lnTo>
                  <a:lnTo>
                    <a:pt x="19591" y="48276"/>
                  </a:lnTo>
                  <a:lnTo>
                    <a:pt x="0" y="49817"/>
                  </a:lnTo>
                  <a:lnTo>
                    <a:pt x="1150" y="48896"/>
                  </a:lnTo>
                  <a:lnTo>
                    <a:pt x="5849" y="41099"/>
                  </a:lnTo>
                  <a:lnTo>
                    <a:pt x="8013" y="36873"/>
                  </a:lnTo>
                  <a:lnTo>
                    <a:pt x="10259" y="29884"/>
                  </a:lnTo>
                  <a:lnTo>
                    <a:pt x="7900" y="22250"/>
                  </a:lnTo>
                  <a:lnTo>
                    <a:pt x="9611" y="17539"/>
                  </a:lnTo>
                  <a:lnTo>
                    <a:pt x="12749" y="17815"/>
                  </a:lnTo>
                  <a:lnTo>
                    <a:pt x="18071" y="15871"/>
                  </a:lnTo>
                  <a:lnTo>
                    <a:pt x="21324" y="16375"/>
                  </a:lnTo>
                  <a:lnTo>
                    <a:pt x="21579" y="15621"/>
                  </a:lnTo>
                  <a:lnTo>
                    <a:pt x="19715" y="12179"/>
                  </a:lnTo>
                  <a:lnTo>
                    <a:pt x="18400" y="7002"/>
                  </a:lnTo>
                  <a:lnTo>
                    <a:pt x="23566" y="21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h6738"/>
            <p:cNvSpPr/>
            <p:nvPr/>
          </p:nvSpPr>
          <p:spPr>
            <a:xfrm>
              <a:off x="11632101" y="3187420"/>
              <a:ext cx="11428" cy="9037"/>
            </a:xfrm>
            <a:custGeom>
              <a:avLst/>
              <a:pathLst>
                <a:path w="11428" h="9037">
                  <a:moveTo>
                    <a:pt x="6962" y="404"/>
                  </a:moveTo>
                  <a:lnTo>
                    <a:pt x="9469" y="2700"/>
                  </a:lnTo>
                  <a:lnTo>
                    <a:pt x="11428" y="6279"/>
                  </a:lnTo>
                  <a:lnTo>
                    <a:pt x="11092" y="8067"/>
                  </a:lnTo>
                  <a:lnTo>
                    <a:pt x="9130" y="8048"/>
                  </a:lnTo>
                  <a:lnTo>
                    <a:pt x="7649" y="8946"/>
                  </a:lnTo>
                  <a:lnTo>
                    <a:pt x="3578" y="9037"/>
                  </a:lnTo>
                  <a:lnTo>
                    <a:pt x="0" y="6471"/>
                  </a:lnTo>
                  <a:lnTo>
                    <a:pt x="467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h6739"/>
            <p:cNvSpPr/>
            <p:nvPr/>
          </p:nvSpPr>
          <p:spPr>
            <a:xfrm>
              <a:off x="11703920" y="3277741"/>
              <a:ext cx="9285" cy="9279"/>
            </a:xfrm>
            <a:custGeom>
              <a:avLst/>
              <a:pathLst>
                <a:path w="9285" h="9279">
                  <a:moveTo>
                    <a:pt x="7808" y="3019"/>
                  </a:moveTo>
                  <a:lnTo>
                    <a:pt x="9285" y="2179"/>
                  </a:lnTo>
                  <a:lnTo>
                    <a:pt x="8867" y="3542"/>
                  </a:lnTo>
                  <a:lnTo>
                    <a:pt x="3417" y="8163"/>
                  </a:lnTo>
                  <a:lnTo>
                    <a:pt x="0" y="9279"/>
                  </a:lnTo>
                  <a:lnTo>
                    <a:pt x="213" y="7356"/>
                  </a:lnTo>
                  <a:lnTo>
                    <a:pt x="4579" y="4135"/>
                  </a:lnTo>
                  <a:lnTo>
                    <a:pt x="2522" y="1355"/>
                  </a:lnTo>
                  <a:lnTo>
                    <a:pt x="2494" y="299"/>
                  </a:lnTo>
                  <a:lnTo>
                    <a:pt x="587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h6740"/>
            <p:cNvSpPr/>
            <p:nvPr/>
          </p:nvSpPr>
          <p:spPr>
            <a:xfrm>
              <a:off x="11774350" y="3294179"/>
              <a:ext cx="64213" cy="16842"/>
            </a:xfrm>
            <a:custGeom>
              <a:avLst/>
              <a:pathLst>
                <a:path w="64213" h="16842">
                  <a:moveTo>
                    <a:pt x="9739" y="0"/>
                  </a:moveTo>
                  <a:lnTo>
                    <a:pt x="10617" y="3887"/>
                  </a:lnTo>
                  <a:lnTo>
                    <a:pt x="14543" y="3003"/>
                  </a:lnTo>
                  <a:lnTo>
                    <a:pt x="20642" y="3271"/>
                  </a:lnTo>
                  <a:lnTo>
                    <a:pt x="22380" y="3885"/>
                  </a:lnTo>
                  <a:lnTo>
                    <a:pt x="22130" y="4969"/>
                  </a:lnTo>
                  <a:lnTo>
                    <a:pt x="23648" y="7000"/>
                  </a:lnTo>
                  <a:lnTo>
                    <a:pt x="25695" y="7487"/>
                  </a:lnTo>
                  <a:lnTo>
                    <a:pt x="27165" y="5784"/>
                  </a:lnTo>
                  <a:lnTo>
                    <a:pt x="31331" y="8595"/>
                  </a:lnTo>
                  <a:lnTo>
                    <a:pt x="35491" y="6899"/>
                  </a:lnTo>
                  <a:lnTo>
                    <a:pt x="35667" y="2674"/>
                  </a:lnTo>
                  <a:lnTo>
                    <a:pt x="36867" y="1443"/>
                  </a:lnTo>
                  <a:lnTo>
                    <a:pt x="42031" y="940"/>
                  </a:lnTo>
                  <a:lnTo>
                    <a:pt x="48566" y="4065"/>
                  </a:lnTo>
                  <a:lnTo>
                    <a:pt x="50004" y="6446"/>
                  </a:lnTo>
                  <a:lnTo>
                    <a:pt x="63456" y="11864"/>
                  </a:lnTo>
                  <a:lnTo>
                    <a:pt x="64213" y="13478"/>
                  </a:lnTo>
                  <a:lnTo>
                    <a:pt x="62778" y="14702"/>
                  </a:lnTo>
                  <a:lnTo>
                    <a:pt x="57731" y="11922"/>
                  </a:lnTo>
                  <a:lnTo>
                    <a:pt x="54994" y="13032"/>
                  </a:lnTo>
                  <a:lnTo>
                    <a:pt x="52673" y="16164"/>
                  </a:lnTo>
                  <a:lnTo>
                    <a:pt x="45911" y="16494"/>
                  </a:lnTo>
                  <a:lnTo>
                    <a:pt x="43156" y="13941"/>
                  </a:lnTo>
                  <a:lnTo>
                    <a:pt x="38320" y="16842"/>
                  </a:lnTo>
                  <a:lnTo>
                    <a:pt x="29528" y="13046"/>
                  </a:lnTo>
                  <a:lnTo>
                    <a:pt x="29155" y="10876"/>
                  </a:lnTo>
                  <a:lnTo>
                    <a:pt x="25622" y="9429"/>
                  </a:lnTo>
                  <a:lnTo>
                    <a:pt x="24025" y="13021"/>
                  </a:lnTo>
                  <a:lnTo>
                    <a:pt x="20407" y="15082"/>
                  </a:lnTo>
                  <a:lnTo>
                    <a:pt x="14243" y="15897"/>
                  </a:lnTo>
                  <a:lnTo>
                    <a:pt x="6989" y="15665"/>
                  </a:lnTo>
                  <a:lnTo>
                    <a:pt x="4310" y="10929"/>
                  </a:lnTo>
                  <a:lnTo>
                    <a:pt x="0" y="6049"/>
                  </a:lnTo>
                  <a:lnTo>
                    <a:pt x="2861" y="1974"/>
                  </a:lnTo>
                  <a:lnTo>
                    <a:pt x="4179" y="3608"/>
                  </a:lnTo>
                  <a:lnTo>
                    <a:pt x="5124" y="1892"/>
                  </a:lnTo>
                  <a:lnTo>
                    <a:pt x="7936" y="20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h6741"/>
            <p:cNvSpPr/>
            <p:nvPr/>
          </p:nvSpPr>
          <p:spPr>
            <a:xfrm>
              <a:off x="11705152" y="3418223"/>
              <a:ext cx="35736" cy="41663"/>
            </a:xfrm>
            <a:custGeom>
              <a:avLst/>
              <a:pathLst>
                <a:path w="35736" h="41663">
                  <a:moveTo>
                    <a:pt x="33122" y="239"/>
                  </a:moveTo>
                  <a:lnTo>
                    <a:pt x="33819" y="1553"/>
                  </a:lnTo>
                  <a:lnTo>
                    <a:pt x="31029" y="3599"/>
                  </a:lnTo>
                  <a:lnTo>
                    <a:pt x="29200" y="7400"/>
                  </a:lnTo>
                  <a:lnTo>
                    <a:pt x="31127" y="7390"/>
                  </a:lnTo>
                  <a:lnTo>
                    <a:pt x="31478" y="11172"/>
                  </a:lnTo>
                  <a:lnTo>
                    <a:pt x="35736" y="11552"/>
                  </a:lnTo>
                  <a:lnTo>
                    <a:pt x="35447" y="13170"/>
                  </a:lnTo>
                  <a:lnTo>
                    <a:pt x="32454" y="15739"/>
                  </a:lnTo>
                  <a:lnTo>
                    <a:pt x="28666" y="24608"/>
                  </a:lnTo>
                  <a:lnTo>
                    <a:pt x="28257" y="26628"/>
                  </a:lnTo>
                  <a:lnTo>
                    <a:pt x="30153" y="27335"/>
                  </a:lnTo>
                  <a:lnTo>
                    <a:pt x="29560" y="28968"/>
                  </a:lnTo>
                  <a:lnTo>
                    <a:pt x="27346" y="28501"/>
                  </a:lnTo>
                  <a:lnTo>
                    <a:pt x="20347" y="35499"/>
                  </a:lnTo>
                  <a:lnTo>
                    <a:pt x="15658" y="41663"/>
                  </a:lnTo>
                  <a:lnTo>
                    <a:pt x="10003" y="41523"/>
                  </a:lnTo>
                  <a:lnTo>
                    <a:pt x="8285" y="39874"/>
                  </a:lnTo>
                  <a:lnTo>
                    <a:pt x="7037" y="39631"/>
                  </a:lnTo>
                  <a:lnTo>
                    <a:pt x="0" y="33148"/>
                  </a:lnTo>
                  <a:lnTo>
                    <a:pt x="2416" y="33851"/>
                  </a:lnTo>
                  <a:lnTo>
                    <a:pt x="6446" y="36225"/>
                  </a:lnTo>
                  <a:lnTo>
                    <a:pt x="10018" y="30597"/>
                  </a:lnTo>
                  <a:lnTo>
                    <a:pt x="13456" y="29647"/>
                  </a:lnTo>
                  <a:lnTo>
                    <a:pt x="13909" y="27585"/>
                  </a:lnTo>
                  <a:lnTo>
                    <a:pt x="13338" y="25088"/>
                  </a:lnTo>
                  <a:lnTo>
                    <a:pt x="14056" y="21521"/>
                  </a:lnTo>
                  <a:lnTo>
                    <a:pt x="16608" y="20933"/>
                  </a:lnTo>
                  <a:lnTo>
                    <a:pt x="20770" y="21631"/>
                  </a:lnTo>
                  <a:lnTo>
                    <a:pt x="22996" y="17748"/>
                  </a:lnTo>
                  <a:lnTo>
                    <a:pt x="22325" y="16385"/>
                  </a:lnTo>
                  <a:lnTo>
                    <a:pt x="24777" y="5195"/>
                  </a:lnTo>
                  <a:lnTo>
                    <a:pt x="27890" y="3509"/>
                  </a:lnTo>
                  <a:lnTo>
                    <a:pt x="29173" y="2962"/>
                  </a:lnTo>
                  <a:lnTo>
                    <a:pt x="28097" y="922"/>
                  </a:lnTo>
                  <a:lnTo>
                    <a:pt x="30176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h6742"/>
            <p:cNvSpPr/>
            <p:nvPr/>
          </p:nvSpPr>
          <p:spPr>
            <a:xfrm>
              <a:off x="11701739" y="3226305"/>
              <a:ext cx="13817" cy="5953"/>
            </a:xfrm>
            <a:custGeom>
              <a:avLst/>
              <a:pathLst>
                <a:path w="13817" h="5953">
                  <a:moveTo>
                    <a:pt x="13817" y="1374"/>
                  </a:moveTo>
                  <a:lnTo>
                    <a:pt x="11789" y="5887"/>
                  </a:lnTo>
                  <a:lnTo>
                    <a:pt x="8190" y="5833"/>
                  </a:lnTo>
                  <a:lnTo>
                    <a:pt x="2645" y="4342"/>
                  </a:lnTo>
                  <a:lnTo>
                    <a:pt x="1337" y="5953"/>
                  </a:lnTo>
                  <a:lnTo>
                    <a:pt x="0" y="5431"/>
                  </a:lnTo>
                  <a:lnTo>
                    <a:pt x="265" y="3639"/>
                  </a:lnTo>
                  <a:lnTo>
                    <a:pt x="1530" y="3142"/>
                  </a:lnTo>
                  <a:lnTo>
                    <a:pt x="4145" y="4124"/>
                  </a:lnTo>
                  <a:lnTo>
                    <a:pt x="7731" y="255"/>
                  </a:lnTo>
                  <a:lnTo>
                    <a:pt x="1261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h6743"/>
            <p:cNvSpPr/>
            <p:nvPr/>
          </p:nvSpPr>
          <p:spPr>
            <a:xfrm>
              <a:off x="11678454" y="3174358"/>
              <a:ext cx="26259" cy="24382"/>
            </a:xfrm>
            <a:custGeom>
              <a:avLst/>
              <a:pathLst>
                <a:path w="26259" h="24382">
                  <a:moveTo>
                    <a:pt x="9820" y="0"/>
                  </a:moveTo>
                  <a:lnTo>
                    <a:pt x="14036" y="1294"/>
                  </a:lnTo>
                  <a:lnTo>
                    <a:pt x="17392" y="3991"/>
                  </a:lnTo>
                  <a:lnTo>
                    <a:pt x="22480" y="10131"/>
                  </a:lnTo>
                  <a:lnTo>
                    <a:pt x="23803" y="9807"/>
                  </a:lnTo>
                  <a:lnTo>
                    <a:pt x="25496" y="11692"/>
                  </a:lnTo>
                  <a:lnTo>
                    <a:pt x="26259" y="16187"/>
                  </a:lnTo>
                  <a:lnTo>
                    <a:pt x="25338" y="19857"/>
                  </a:lnTo>
                  <a:lnTo>
                    <a:pt x="22945" y="22677"/>
                  </a:lnTo>
                  <a:lnTo>
                    <a:pt x="19996" y="24382"/>
                  </a:lnTo>
                  <a:lnTo>
                    <a:pt x="10983" y="21819"/>
                  </a:lnTo>
                  <a:lnTo>
                    <a:pt x="10349" y="19073"/>
                  </a:lnTo>
                  <a:lnTo>
                    <a:pt x="3513" y="15244"/>
                  </a:lnTo>
                  <a:lnTo>
                    <a:pt x="564" y="12221"/>
                  </a:lnTo>
                  <a:lnTo>
                    <a:pt x="0" y="8765"/>
                  </a:lnTo>
                  <a:lnTo>
                    <a:pt x="2826" y="8292"/>
                  </a:lnTo>
                  <a:lnTo>
                    <a:pt x="6069" y="3910"/>
                  </a:lnTo>
                  <a:lnTo>
                    <a:pt x="6419" y="824"/>
                  </a:lnTo>
                  <a:lnTo>
                    <a:pt x="8451" y="245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h6744"/>
            <p:cNvSpPr/>
            <p:nvPr/>
          </p:nvSpPr>
          <p:spPr>
            <a:xfrm>
              <a:off x="11758309" y="3303608"/>
              <a:ext cx="94816" cy="55155"/>
            </a:xfrm>
            <a:custGeom>
              <a:avLst/>
              <a:pathLst>
                <a:path w="94816" h="55155">
                  <a:moveTo>
                    <a:pt x="45195" y="1447"/>
                  </a:moveTo>
                  <a:lnTo>
                    <a:pt x="45569" y="3617"/>
                  </a:lnTo>
                  <a:lnTo>
                    <a:pt x="54360" y="7413"/>
                  </a:lnTo>
                  <a:lnTo>
                    <a:pt x="59196" y="4512"/>
                  </a:lnTo>
                  <a:lnTo>
                    <a:pt x="61952" y="7065"/>
                  </a:lnTo>
                  <a:lnTo>
                    <a:pt x="68714" y="6735"/>
                  </a:lnTo>
                  <a:lnTo>
                    <a:pt x="71035" y="3603"/>
                  </a:lnTo>
                  <a:lnTo>
                    <a:pt x="73772" y="2493"/>
                  </a:lnTo>
                  <a:lnTo>
                    <a:pt x="78819" y="5273"/>
                  </a:lnTo>
                  <a:lnTo>
                    <a:pt x="80476" y="5591"/>
                  </a:lnTo>
                  <a:lnTo>
                    <a:pt x="83606" y="8620"/>
                  </a:lnTo>
                  <a:lnTo>
                    <a:pt x="91517" y="8393"/>
                  </a:lnTo>
                  <a:lnTo>
                    <a:pt x="94816" y="12064"/>
                  </a:lnTo>
                  <a:lnTo>
                    <a:pt x="54442" y="15049"/>
                  </a:lnTo>
                  <a:lnTo>
                    <a:pt x="35151" y="55155"/>
                  </a:lnTo>
                  <a:lnTo>
                    <a:pt x="33975" y="54796"/>
                  </a:lnTo>
                  <a:lnTo>
                    <a:pt x="33435" y="53782"/>
                  </a:lnTo>
                  <a:lnTo>
                    <a:pt x="33969" y="52034"/>
                  </a:lnTo>
                  <a:lnTo>
                    <a:pt x="35618" y="51346"/>
                  </a:lnTo>
                  <a:lnTo>
                    <a:pt x="35307" y="48707"/>
                  </a:lnTo>
                  <a:lnTo>
                    <a:pt x="29127" y="43784"/>
                  </a:lnTo>
                  <a:lnTo>
                    <a:pt x="24138" y="44821"/>
                  </a:lnTo>
                  <a:lnTo>
                    <a:pt x="19332" y="44191"/>
                  </a:lnTo>
                  <a:lnTo>
                    <a:pt x="10183" y="36465"/>
                  </a:lnTo>
                  <a:lnTo>
                    <a:pt x="6654" y="35279"/>
                  </a:lnTo>
                  <a:lnTo>
                    <a:pt x="4852" y="35368"/>
                  </a:lnTo>
                  <a:lnTo>
                    <a:pt x="2595" y="33856"/>
                  </a:lnTo>
                  <a:lnTo>
                    <a:pt x="3940" y="33097"/>
                  </a:lnTo>
                  <a:lnTo>
                    <a:pt x="3828" y="32152"/>
                  </a:lnTo>
                  <a:lnTo>
                    <a:pt x="0" y="26026"/>
                  </a:lnTo>
                  <a:lnTo>
                    <a:pt x="3365" y="25838"/>
                  </a:lnTo>
                  <a:lnTo>
                    <a:pt x="4332" y="23928"/>
                  </a:lnTo>
                  <a:lnTo>
                    <a:pt x="3222" y="23386"/>
                  </a:lnTo>
                  <a:lnTo>
                    <a:pt x="3323" y="22111"/>
                  </a:lnTo>
                  <a:lnTo>
                    <a:pt x="6923" y="17852"/>
                  </a:lnTo>
                  <a:lnTo>
                    <a:pt x="10971" y="20136"/>
                  </a:lnTo>
                  <a:lnTo>
                    <a:pt x="12944" y="18964"/>
                  </a:lnTo>
                  <a:lnTo>
                    <a:pt x="13493" y="17893"/>
                  </a:lnTo>
                  <a:lnTo>
                    <a:pt x="12150" y="14895"/>
                  </a:lnTo>
                  <a:lnTo>
                    <a:pt x="13547" y="8744"/>
                  </a:lnTo>
                  <a:lnTo>
                    <a:pt x="19949" y="5043"/>
                  </a:lnTo>
                  <a:lnTo>
                    <a:pt x="23030" y="6236"/>
                  </a:lnTo>
                  <a:lnTo>
                    <a:pt x="30284" y="6468"/>
                  </a:lnTo>
                  <a:lnTo>
                    <a:pt x="36448" y="5653"/>
                  </a:lnTo>
                  <a:lnTo>
                    <a:pt x="40065" y="3592"/>
                  </a:lnTo>
                  <a:lnTo>
                    <a:pt x="41663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h6745"/>
            <p:cNvSpPr/>
            <p:nvPr/>
          </p:nvSpPr>
          <p:spPr>
            <a:xfrm>
              <a:off x="11538497" y="3315199"/>
              <a:ext cx="94301" cy="57577"/>
            </a:xfrm>
            <a:custGeom>
              <a:avLst/>
              <a:pathLst>
                <a:path w="94301" h="57577">
                  <a:moveTo>
                    <a:pt x="40916" y="484"/>
                  </a:moveTo>
                  <a:lnTo>
                    <a:pt x="45082" y="2643"/>
                  </a:lnTo>
                  <a:lnTo>
                    <a:pt x="51233" y="1888"/>
                  </a:lnTo>
                  <a:lnTo>
                    <a:pt x="55833" y="2286"/>
                  </a:lnTo>
                  <a:lnTo>
                    <a:pt x="58355" y="12981"/>
                  </a:lnTo>
                  <a:lnTo>
                    <a:pt x="61696" y="19678"/>
                  </a:lnTo>
                  <a:lnTo>
                    <a:pt x="59572" y="21724"/>
                  </a:lnTo>
                  <a:lnTo>
                    <a:pt x="61824" y="27886"/>
                  </a:lnTo>
                  <a:lnTo>
                    <a:pt x="62761" y="28108"/>
                  </a:lnTo>
                  <a:lnTo>
                    <a:pt x="64477" y="25706"/>
                  </a:lnTo>
                  <a:lnTo>
                    <a:pt x="72698" y="26900"/>
                  </a:lnTo>
                  <a:lnTo>
                    <a:pt x="77404" y="28559"/>
                  </a:lnTo>
                  <a:lnTo>
                    <a:pt x="80850" y="30693"/>
                  </a:lnTo>
                  <a:lnTo>
                    <a:pt x="84416" y="35434"/>
                  </a:lnTo>
                  <a:lnTo>
                    <a:pt x="88569" y="35836"/>
                  </a:lnTo>
                  <a:lnTo>
                    <a:pt x="90432" y="37060"/>
                  </a:lnTo>
                  <a:lnTo>
                    <a:pt x="94301" y="43266"/>
                  </a:lnTo>
                  <a:lnTo>
                    <a:pt x="88086" y="40756"/>
                  </a:lnTo>
                  <a:lnTo>
                    <a:pt x="86694" y="39035"/>
                  </a:lnTo>
                  <a:lnTo>
                    <a:pt x="81436" y="44284"/>
                  </a:lnTo>
                  <a:lnTo>
                    <a:pt x="76742" y="54933"/>
                  </a:lnTo>
                  <a:lnTo>
                    <a:pt x="70628" y="57577"/>
                  </a:lnTo>
                  <a:lnTo>
                    <a:pt x="48491" y="43303"/>
                  </a:lnTo>
                  <a:lnTo>
                    <a:pt x="35258" y="36045"/>
                  </a:lnTo>
                  <a:lnTo>
                    <a:pt x="23498" y="30887"/>
                  </a:lnTo>
                  <a:lnTo>
                    <a:pt x="17636" y="30594"/>
                  </a:lnTo>
                  <a:lnTo>
                    <a:pt x="12530" y="28662"/>
                  </a:lnTo>
                  <a:lnTo>
                    <a:pt x="8263" y="26620"/>
                  </a:lnTo>
                  <a:lnTo>
                    <a:pt x="0" y="13053"/>
                  </a:lnTo>
                  <a:lnTo>
                    <a:pt x="4086" y="15424"/>
                  </a:lnTo>
                  <a:lnTo>
                    <a:pt x="13556" y="17548"/>
                  </a:lnTo>
                  <a:lnTo>
                    <a:pt x="21715" y="17601"/>
                  </a:lnTo>
                  <a:lnTo>
                    <a:pt x="22003" y="12821"/>
                  </a:lnTo>
                  <a:lnTo>
                    <a:pt x="23718" y="7808"/>
                  </a:lnTo>
                  <a:lnTo>
                    <a:pt x="27672" y="4781"/>
                  </a:lnTo>
                  <a:lnTo>
                    <a:pt x="33758" y="2364"/>
                  </a:lnTo>
                  <a:lnTo>
                    <a:pt x="34403" y="3076"/>
                  </a:lnTo>
                  <a:lnTo>
                    <a:pt x="34180" y="4374"/>
                  </a:lnTo>
                  <a:lnTo>
                    <a:pt x="36461" y="4385"/>
                  </a:lnTo>
                  <a:lnTo>
                    <a:pt x="37988" y="2576"/>
                  </a:lnTo>
                  <a:lnTo>
                    <a:pt x="3748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h6746"/>
            <p:cNvSpPr/>
            <p:nvPr/>
          </p:nvSpPr>
          <p:spPr>
            <a:xfrm>
              <a:off x="11694884" y="3145532"/>
              <a:ext cx="37404" cy="48487"/>
            </a:xfrm>
            <a:custGeom>
              <a:avLst/>
              <a:pathLst>
                <a:path w="37404" h="48487">
                  <a:moveTo>
                    <a:pt x="18854" y="6030"/>
                  </a:moveTo>
                  <a:lnTo>
                    <a:pt x="20008" y="6664"/>
                  </a:lnTo>
                  <a:lnTo>
                    <a:pt x="26652" y="7306"/>
                  </a:lnTo>
                  <a:lnTo>
                    <a:pt x="29112" y="6115"/>
                  </a:lnTo>
                  <a:lnTo>
                    <a:pt x="36997" y="11320"/>
                  </a:lnTo>
                  <a:lnTo>
                    <a:pt x="37404" y="12747"/>
                  </a:lnTo>
                  <a:lnTo>
                    <a:pt x="35375" y="14929"/>
                  </a:lnTo>
                  <a:lnTo>
                    <a:pt x="32829" y="12885"/>
                  </a:lnTo>
                  <a:lnTo>
                    <a:pt x="30929" y="13460"/>
                  </a:lnTo>
                  <a:lnTo>
                    <a:pt x="29522" y="17396"/>
                  </a:lnTo>
                  <a:lnTo>
                    <a:pt x="30515" y="20585"/>
                  </a:lnTo>
                  <a:lnTo>
                    <a:pt x="29876" y="22520"/>
                  </a:lnTo>
                  <a:lnTo>
                    <a:pt x="30589" y="32090"/>
                  </a:lnTo>
                  <a:lnTo>
                    <a:pt x="33544" y="32208"/>
                  </a:lnTo>
                  <a:lnTo>
                    <a:pt x="33580" y="37502"/>
                  </a:lnTo>
                  <a:lnTo>
                    <a:pt x="35669" y="41523"/>
                  </a:lnTo>
                  <a:lnTo>
                    <a:pt x="32333" y="44113"/>
                  </a:lnTo>
                  <a:lnTo>
                    <a:pt x="29605" y="44598"/>
                  </a:lnTo>
                  <a:lnTo>
                    <a:pt x="27290" y="46459"/>
                  </a:lnTo>
                  <a:lnTo>
                    <a:pt x="26838" y="47010"/>
                  </a:lnTo>
                  <a:lnTo>
                    <a:pt x="27277" y="48487"/>
                  </a:lnTo>
                  <a:lnTo>
                    <a:pt x="23392" y="48397"/>
                  </a:lnTo>
                  <a:lnTo>
                    <a:pt x="22066" y="47277"/>
                  </a:lnTo>
                  <a:lnTo>
                    <a:pt x="16700" y="45889"/>
                  </a:lnTo>
                  <a:lnTo>
                    <a:pt x="18267" y="42260"/>
                  </a:lnTo>
                  <a:lnTo>
                    <a:pt x="18097" y="36301"/>
                  </a:lnTo>
                  <a:lnTo>
                    <a:pt x="14902" y="34063"/>
                  </a:lnTo>
                  <a:lnTo>
                    <a:pt x="12864" y="33915"/>
                  </a:lnTo>
                  <a:lnTo>
                    <a:pt x="9842" y="32358"/>
                  </a:lnTo>
                  <a:lnTo>
                    <a:pt x="6316" y="28077"/>
                  </a:lnTo>
                  <a:lnTo>
                    <a:pt x="7367" y="26676"/>
                  </a:lnTo>
                  <a:lnTo>
                    <a:pt x="8934" y="26293"/>
                  </a:lnTo>
                  <a:lnTo>
                    <a:pt x="7046" y="20237"/>
                  </a:lnTo>
                  <a:lnTo>
                    <a:pt x="3330" y="16469"/>
                  </a:lnTo>
                  <a:lnTo>
                    <a:pt x="1279" y="17821"/>
                  </a:lnTo>
                  <a:lnTo>
                    <a:pt x="0" y="16882"/>
                  </a:lnTo>
                  <a:lnTo>
                    <a:pt x="1065" y="14888"/>
                  </a:lnTo>
                  <a:lnTo>
                    <a:pt x="3831" y="14089"/>
                  </a:lnTo>
                  <a:lnTo>
                    <a:pt x="5858" y="12578"/>
                  </a:lnTo>
                  <a:lnTo>
                    <a:pt x="7082" y="10633"/>
                  </a:lnTo>
                  <a:lnTo>
                    <a:pt x="6533" y="7389"/>
                  </a:lnTo>
                  <a:lnTo>
                    <a:pt x="9228" y="3711"/>
                  </a:lnTo>
                  <a:lnTo>
                    <a:pt x="10212" y="4109"/>
                  </a:lnTo>
                  <a:lnTo>
                    <a:pt x="11282" y="4404"/>
                  </a:lnTo>
                  <a:lnTo>
                    <a:pt x="13951" y="3352"/>
                  </a:lnTo>
                  <a:lnTo>
                    <a:pt x="14918" y="669"/>
                  </a:lnTo>
                  <a:lnTo>
                    <a:pt x="1954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h6747"/>
            <p:cNvSpPr/>
            <p:nvPr/>
          </p:nvSpPr>
          <p:spPr>
            <a:xfrm>
              <a:off x="11676497" y="3193419"/>
              <a:ext cx="9574" cy="8836"/>
            </a:xfrm>
            <a:custGeom>
              <a:avLst/>
              <a:pathLst>
                <a:path w="9574" h="8836">
                  <a:moveTo>
                    <a:pt x="6477" y="1281"/>
                  </a:moveTo>
                  <a:lnTo>
                    <a:pt x="7933" y="1634"/>
                  </a:lnTo>
                  <a:lnTo>
                    <a:pt x="5377" y="2486"/>
                  </a:lnTo>
                  <a:lnTo>
                    <a:pt x="5946" y="6811"/>
                  </a:lnTo>
                  <a:lnTo>
                    <a:pt x="9574" y="7664"/>
                  </a:lnTo>
                  <a:lnTo>
                    <a:pt x="7492" y="8836"/>
                  </a:lnTo>
                  <a:lnTo>
                    <a:pt x="1492" y="8644"/>
                  </a:lnTo>
                  <a:lnTo>
                    <a:pt x="0" y="5916"/>
                  </a:lnTo>
                  <a:lnTo>
                    <a:pt x="379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h6748"/>
            <p:cNvSpPr/>
            <p:nvPr/>
          </p:nvSpPr>
          <p:spPr>
            <a:xfrm>
              <a:off x="11652075" y="3284894"/>
              <a:ext cx="30163" cy="24221"/>
            </a:xfrm>
            <a:custGeom>
              <a:avLst/>
              <a:pathLst>
                <a:path w="30163" h="24221">
                  <a:moveTo>
                    <a:pt x="16065" y="1416"/>
                  </a:moveTo>
                  <a:lnTo>
                    <a:pt x="18390" y="3910"/>
                  </a:lnTo>
                  <a:lnTo>
                    <a:pt x="24130" y="7565"/>
                  </a:lnTo>
                  <a:lnTo>
                    <a:pt x="24479" y="15338"/>
                  </a:lnTo>
                  <a:lnTo>
                    <a:pt x="25326" y="16467"/>
                  </a:lnTo>
                  <a:lnTo>
                    <a:pt x="27914" y="16571"/>
                  </a:lnTo>
                  <a:lnTo>
                    <a:pt x="30163" y="16621"/>
                  </a:lnTo>
                  <a:lnTo>
                    <a:pt x="29678" y="19776"/>
                  </a:lnTo>
                  <a:lnTo>
                    <a:pt x="27187" y="20676"/>
                  </a:lnTo>
                  <a:lnTo>
                    <a:pt x="21596" y="21298"/>
                  </a:lnTo>
                  <a:lnTo>
                    <a:pt x="20497" y="23499"/>
                  </a:lnTo>
                  <a:lnTo>
                    <a:pt x="18746" y="24221"/>
                  </a:lnTo>
                  <a:lnTo>
                    <a:pt x="6217" y="20588"/>
                  </a:lnTo>
                  <a:lnTo>
                    <a:pt x="5619" y="18335"/>
                  </a:lnTo>
                  <a:lnTo>
                    <a:pt x="3332" y="17456"/>
                  </a:lnTo>
                  <a:lnTo>
                    <a:pt x="1477" y="13247"/>
                  </a:lnTo>
                  <a:lnTo>
                    <a:pt x="0" y="8501"/>
                  </a:lnTo>
                  <a:lnTo>
                    <a:pt x="19" y="6847"/>
                  </a:lnTo>
                  <a:lnTo>
                    <a:pt x="961" y="5383"/>
                  </a:lnTo>
                  <a:lnTo>
                    <a:pt x="676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h6749"/>
            <p:cNvSpPr/>
            <p:nvPr/>
          </p:nvSpPr>
          <p:spPr>
            <a:xfrm>
              <a:off x="11716589" y="3240331"/>
              <a:ext cx="29094" cy="22228"/>
            </a:xfrm>
            <a:custGeom>
              <a:avLst/>
              <a:pathLst>
                <a:path w="29094" h="22228">
                  <a:moveTo>
                    <a:pt x="6272" y="204"/>
                  </a:moveTo>
                  <a:lnTo>
                    <a:pt x="7721" y="2012"/>
                  </a:lnTo>
                  <a:lnTo>
                    <a:pt x="12418" y="647"/>
                  </a:lnTo>
                  <a:lnTo>
                    <a:pt x="13346" y="1521"/>
                  </a:lnTo>
                  <a:lnTo>
                    <a:pt x="16797" y="2493"/>
                  </a:lnTo>
                  <a:lnTo>
                    <a:pt x="20899" y="2983"/>
                  </a:lnTo>
                  <a:lnTo>
                    <a:pt x="24450" y="6302"/>
                  </a:lnTo>
                  <a:lnTo>
                    <a:pt x="25043" y="8211"/>
                  </a:lnTo>
                  <a:lnTo>
                    <a:pt x="29094" y="8877"/>
                  </a:lnTo>
                  <a:lnTo>
                    <a:pt x="28425" y="16460"/>
                  </a:lnTo>
                  <a:lnTo>
                    <a:pt x="18073" y="16491"/>
                  </a:lnTo>
                  <a:lnTo>
                    <a:pt x="15998" y="18695"/>
                  </a:lnTo>
                  <a:lnTo>
                    <a:pt x="19101" y="20513"/>
                  </a:lnTo>
                  <a:lnTo>
                    <a:pt x="17659" y="22228"/>
                  </a:lnTo>
                  <a:lnTo>
                    <a:pt x="11419" y="16718"/>
                  </a:lnTo>
                  <a:lnTo>
                    <a:pt x="11696" y="17678"/>
                  </a:lnTo>
                  <a:lnTo>
                    <a:pt x="10133" y="18832"/>
                  </a:lnTo>
                  <a:lnTo>
                    <a:pt x="5970" y="18306"/>
                  </a:lnTo>
                  <a:lnTo>
                    <a:pt x="6110" y="16803"/>
                  </a:lnTo>
                  <a:lnTo>
                    <a:pt x="12861" y="15246"/>
                  </a:lnTo>
                  <a:lnTo>
                    <a:pt x="12104" y="13735"/>
                  </a:lnTo>
                  <a:lnTo>
                    <a:pt x="8691" y="11872"/>
                  </a:lnTo>
                  <a:lnTo>
                    <a:pt x="816" y="12409"/>
                  </a:lnTo>
                  <a:lnTo>
                    <a:pt x="0" y="2893"/>
                  </a:lnTo>
                  <a:lnTo>
                    <a:pt x="557" y="1592"/>
                  </a:lnTo>
                  <a:lnTo>
                    <a:pt x="497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h6750"/>
            <p:cNvSpPr/>
            <p:nvPr/>
          </p:nvSpPr>
          <p:spPr>
            <a:xfrm>
              <a:off x="11697193" y="3395384"/>
              <a:ext cx="25448" cy="21236"/>
            </a:xfrm>
            <a:custGeom>
              <a:avLst/>
              <a:pathLst>
                <a:path w="25448" h="21236">
                  <a:moveTo>
                    <a:pt x="25448" y="1411"/>
                  </a:moveTo>
                  <a:lnTo>
                    <a:pt x="24039" y="4012"/>
                  </a:lnTo>
                  <a:lnTo>
                    <a:pt x="19297" y="4272"/>
                  </a:lnTo>
                  <a:lnTo>
                    <a:pt x="17100" y="7893"/>
                  </a:lnTo>
                  <a:lnTo>
                    <a:pt x="16521" y="9701"/>
                  </a:lnTo>
                  <a:lnTo>
                    <a:pt x="16944" y="10492"/>
                  </a:lnTo>
                  <a:lnTo>
                    <a:pt x="18824" y="10353"/>
                  </a:lnTo>
                  <a:lnTo>
                    <a:pt x="16345" y="15837"/>
                  </a:lnTo>
                  <a:lnTo>
                    <a:pt x="15506" y="15868"/>
                  </a:lnTo>
                  <a:lnTo>
                    <a:pt x="14902" y="19266"/>
                  </a:lnTo>
                  <a:lnTo>
                    <a:pt x="10811" y="21166"/>
                  </a:lnTo>
                  <a:lnTo>
                    <a:pt x="9548" y="20336"/>
                  </a:lnTo>
                  <a:lnTo>
                    <a:pt x="7921" y="20302"/>
                  </a:lnTo>
                  <a:lnTo>
                    <a:pt x="7459" y="21180"/>
                  </a:lnTo>
                  <a:lnTo>
                    <a:pt x="6118" y="21236"/>
                  </a:lnTo>
                  <a:lnTo>
                    <a:pt x="4194" y="19321"/>
                  </a:lnTo>
                  <a:lnTo>
                    <a:pt x="1361" y="12290"/>
                  </a:lnTo>
                  <a:lnTo>
                    <a:pt x="2292" y="9523"/>
                  </a:lnTo>
                  <a:lnTo>
                    <a:pt x="768" y="9416"/>
                  </a:lnTo>
                  <a:lnTo>
                    <a:pt x="227" y="10692"/>
                  </a:lnTo>
                  <a:lnTo>
                    <a:pt x="0" y="9821"/>
                  </a:lnTo>
                  <a:lnTo>
                    <a:pt x="1793" y="5039"/>
                  </a:lnTo>
                  <a:lnTo>
                    <a:pt x="9173" y="1570"/>
                  </a:lnTo>
                  <a:lnTo>
                    <a:pt x="12571" y="771"/>
                  </a:lnTo>
                  <a:lnTo>
                    <a:pt x="247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h6751"/>
            <p:cNvSpPr/>
            <p:nvPr/>
          </p:nvSpPr>
          <p:spPr>
            <a:xfrm>
              <a:off x="11756954" y="3384392"/>
              <a:ext cx="7595" cy="11539"/>
            </a:xfrm>
            <a:custGeom>
              <a:avLst/>
              <a:pathLst>
                <a:path w="7595" h="11539">
                  <a:moveTo>
                    <a:pt x="7595" y="553"/>
                  </a:moveTo>
                  <a:lnTo>
                    <a:pt x="5931" y="11539"/>
                  </a:lnTo>
                  <a:lnTo>
                    <a:pt x="714" y="10874"/>
                  </a:lnTo>
                  <a:lnTo>
                    <a:pt x="2153" y="8509"/>
                  </a:lnTo>
                  <a:lnTo>
                    <a:pt x="2373" y="6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h6752"/>
            <p:cNvSpPr/>
            <p:nvPr/>
          </p:nvSpPr>
          <p:spPr>
            <a:xfrm>
              <a:off x="11670984" y="3255738"/>
              <a:ext cx="21897" cy="32063"/>
            </a:xfrm>
            <a:custGeom>
              <a:avLst/>
              <a:pathLst>
                <a:path w="21897" h="32063">
                  <a:moveTo>
                    <a:pt x="15683" y="1805"/>
                  </a:moveTo>
                  <a:lnTo>
                    <a:pt x="19028" y="9220"/>
                  </a:lnTo>
                  <a:lnTo>
                    <a:pt x="21459" y="8283"/>
                  </a:lnTo>
                  <a:lnTo>
                    <a:pt x="21837" y="9664"/>
                  </a:lnTo>
                  <a:lnTo>
                    <a:pt x="20804" y="9301"/>
                  </a:lnTo>
                  <a:lnTo>
                    <a:pt x="16517" y="15506"/>
                  </a:lnTo>
                  <a:lnTo>
                    <a:pt x="16745" y="16427"/>
                  </a:lnTo>
                  <a:lnTo>
                    <a:pt x="17905" y="16820"/>
                  </a:lnTo>
                  <a:lnTo>
                    <a:pt x="18957" y="16708"/>
                  </a:lnTo>
                  <a:lnTo>
                    <a:pt x="19963" y="15158"/>
                  </a:lnTo>
                  <a:lnTo>
                    <a:pt x="20897" y="15326"/>
                  </a:lnTo>
                  <a:lnTo>
                    <a:pt x="21176" y="16221"/>
                  </a:lnTo>
                  <a:lnTo>
                    <a:pt x="19897" y="18650"/>
                  </a:lnTo>
                  <a:lnTo>
                    <a:pt x="20128" y="20228"/>
                  </a:lnTo>
                  <a:lnTo>
                    <a:pt x="21695" y="22504"/>
                  </a:lnTo>
                  <a:lnTo>
                    <a:pt x="20987" y="24601"/>
                  </a:lnTo>
                  <a:lnTo>
                    <a:pt x="19470" y="25986"/>
                  </a:lnTo>
                  <a:lnTo>
                    <a:pt x="21897" y="28870"/>
                  </a:lnTo>
                  <a:lnTo>
                    <a:pt x="18377" y="32063"/>
                  </a:lnTo>
                  <a:lnTo>
                    <a:pt x="13474" y="27225"/>
                  </a:lnTo>
                  <a:lnTo>
                    <a:pt x="9649" y="25112"/>
                  </a:lnTo>
                  <a:lnTo>
                    <a:pt x="6216" y="19822"/>
                  </a:lnTo>
                  <a:lnTo>
                    <a:pt x="8303" y="14176"/>
                  </a:lnTo>
                  <a:lnTo>
                    <a:pt x="7503" y="11278"/>
                  </a:lnTo>
                  <a:lnTo>
                    <a:pt x="4645" y="10597"/>
                  </a:lnTo>
                  <a:lnTo>
                    <a:pt x="0" y="4735"/>
                  </a:lnTo>
                  <a:lnTo>
                    <a:pt x="1624" y="3491"/>
                  </a:lnTo>
                  <a:lnTo>
                    <a:pt x="8617" y="2665"/>
                  </a:lnTo>
                  <a:lnTo>
                    <a:pt x="8818" y="1748"/>
                  </a:lnTo>
                  <a:lnTo>
                    <a:pt x="1074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h6753"/>
            <p:cNvSpPr/>
            <p:nvPr/>
          </p:nvSpPr>
          <p:spPr>
            <a:xfrm>
              <a:off x="11680531" y="3404801"/>
              <a:ext cx="35128" cy="47273"/>
            </a:xfrm>
            <a:custGeom>
              <a:avLst/>
              <a:pathLst>
                <a:path w="35128" h="47273">
                  <a:moveTo>
                    <a:pt x="18954" y="106"/>
                  </a:moveTo>
                  <a:lnTo>
                    <a:pt x="18023" y="2873"/>
                  </a:lnTo>
                  <a:lnTo>
                    <a:pt x="20856" y="9904"/>
                  </a:lnTo>
                  <a:lnTo>
                    <a:pt x="22780" y="11819"/>
                  </a:lnTo>
                  <a:lnTo>
                    <a:pt x="24121" y="11763"/>
                  </a:lnTo>
                  <a:lnTo>
                    <a:pt x="23497" y="12974"/>
                  </a:lnTo>
                  <a:lnTo>
                    <a:pt x="24586" y="13829"/>
                  </a:lnTo>
                  <a:lnTo>
                    <a:pt x="29647" y="14697"/>
                  </a:lnTo>
                  <a:lnTo>
                    <a:pt x="35128" y="18312"/>
                  </a:lnTo>
                  <a:lnTo>
                    <a:pt x="32681" y="22718"/>
                  </a:lnTo>
                  <a:lnTo>
                    <a:pt x="33789" y="23805"/>
                  </a:lnTo>
                  <a:lnTo>
                    <a:pt x="34102" y="24299"/>
                  </a:lnTo>
                  <a:lnTo>
                    <a:pt x="26338" y="33233"/>
                  </a:lnTo>
                  <a:lnTo>
                    <a:pt x="22668" y="32191"/>
                  </a:lnTo>
                  <a:lnTo>
                    <a:pt x="20830" y="34515"/>
                  </a:lnTo>
                  <a:lnTo>
                    <a:pt x="20191" y="36861"/>
                  </a:lnTo>
                  <a:lnTo>
                    <a:pt x="27036" y="47273"/>
                  </a:lnTo>
                  <a:lnTo>
                    <a:pt x="24620" y="46569"/>
                  </a:lnTo>
                  <a:lnTo>
                    <a:pt x="0" y="24051"/>
                  </a:lnTo>
                  <a:lnTo>
                    <a:pt x="793" y="22122"/>
                  </a:lnTo>
                  <a:lnTo>
                    <a:pt x="3258" y="23428"/>
                  </a:lnTo>
                  <a:lnTo>
                    <a:pt x="8751" y="17372"/>
                  </a:lnTo>
                  <a:lnTo>
                    <a:pt x="9883" y="12476"/>
                  </a:lnTo>
                  <a:lnTo>
                    <a:pt x="13174" y="9363"/>
                  </a:lnTo>
                  <a:lnTo>
                    <a:pt x="13424" y="4318"/>
                  </a:lnTo>
                  <a:lnTo>
                    <a:pt x="15718" y="4040"/>
                  </a:lnTo>
                  <a:lnTo>
                    <a:pt x="16874" y="2626"/>
                  </a:lnTo>
                  <a:lnTo>
                    <a:pt x="16889" y="1276"/>
                  </a:lnTo>
                  <a:lnTo>
                    <a:pt x="1743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h6754"/>
            <p:cNvSpPr/>
            <p:nvPr/>
          </p:nvSpPr>
          <p:spPr>
            <a:xfrm>
              <a:off x="11747886" y="3367851"/>
              <a:ext cx="20350" cy="17960"/>
            </a:xfrm>
            <a:custGeom>
              <a:avLst/>
              <a:pathLst>
                <a:path w="20350" h="17960">
                  <a:moveTo>
                    <a:pt x="10841" y="0"/>
                  </a:moveTo>
                  <a:lnTo>
                    <a:pt x="20350" y="7672"/>
                  </a:lnTo>
                  <a:lnTo>
                    <a:pt x="19358" y="12930"/>
                  </a:lnTo>
                  <a:lnTo>
                    <a:pt x="15052" y="12716"/>
                  </a:lnTo>
                  <a:lnTo>
                    <a:pt x="14868" y="15080"/>
                  </a:lnTo>
                  <a:lnTo>
                    <a:pt x="16663" y="17094"/>
                  </a:lnTo>
                  <a:lnTo>
                    <a:pt x="9067" y="16541"/>
                  </a:lnTo>
                  <a:lnTo>
                    <a:pt x="6246" y="17960"/>
                  </a:lnTo>
                  <a:lnTo>
                    <a:pt x="2769" y="16498"/>
                  </a:lnTo>
                  <a:lnTo>
                    <a:pt x="553" y="13559"/>
                  </a:lnTo>
                  <a:lnTo>
                    <a:pt x="1058" y="8021"/>
                  </a:lnTo>
                  <a:lnTo>
                    <a:pt x="0" y="5122"/>
                  </a:lnTo>
                  <a:lnTo>
                    <a:pt x="894" y="3365"/>
                  </a:lnTo>
                  <a:lnTo>
                    <a:pt x="4177" y="1892"/>
                  </a:lnTo>
                  <a:lnTo>
                    <a:pt x="7022" y="2338"/>
                  </a:lnTo>
                  <a:lnTo>
                    <a:pt x="8740" y="22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h6755"/>
            <p:cNvSpPr/>
            <p:nvPr/>
          </p:nvSpPr>
          <p:spPr>
            <a:xfrm>
              <a:off x="11612375" y="3217821"/>
              <a:ext cx="24336" cy="35843"/>
            </a:xfrm>
            <a:custGeom>
              <a:avLst/>
              <a:pathLst>
                <a:path w="24336" h="35843">
                  <a:moveTo>
                    <a:pt x="11611" y="935"/>
                  </a:moveTo>
                  <a:lnTo>
                    <a:pt x="11521" y="3919"/>
                  </a:lnTo>
                  <a:lnTo>
                    <a:pt x="12568" y="3961"/>
                  </a:lnTo>
                  <a:lnTo>
                    <a:pt x="13936" y="5433"/>
                  </a:lnTo>
                  <a:lnTo>
                    <a:pt x="14163" y="9718"/>
                  </a:lnTo>
                  <a:lnTo>
                    <a:pt x="12691" y="12141"/>
                  </a:lnTo>
                  <a:lnTo>
                    <a:pt x="13899" y="14655"/>
                  </a:lnTo>
                  <a:lnTo>
                    <a:pt x="17550" y="20082"/>
                  </a:lnTo>
                  <a:lnTo>
                    <a:pt x="24336" y="24866"/>
                  </a:lnTo>
                  <a:lnTo>
                    <a:pt x="23881" y="27862"/>
                  </a:lnTo>
                  <a:lnTo>
                    <a:pt x="21470" y="29835"/>
                  </a:lnTo>
                  <a:lnTo>
                    <a:pt x="20834" y="32040"/>
                  </a:lnTo>
                  <a:lnTo>
                    <a:pt x="17321" y="35843"/>
                  </a:lnTo>
                  <a:lnTo>
                    <a:pt x="12277" y="34805"/>
                  </a:lnTo>
                  <a:lnTo>
                    <a:pt x="11926" y="30595"/>
                  </a:lnTo>
                  <a:lnTo>
                    <a:pt x="12850" y="28261"/>
                  </a:lnTo>
                  <a:lnTo>
                    <a:pt x="10856" y="26724"/>
                  </a:lnTo>
                  <a:lnTo>
                    <a:pt x="6065" y="28028"/>
                  </a:lnTo>
                  <a:lnTo>
                    <a:pt x="5296" y="27391"/>
                  </a:lnTo>
                  <a:lnTo>
                    <a:pt x="5822" y="24971"/>
                  </a:lnTo>
                  <a:lnTo>
                    <a:pt x="1287" y="19359"/>
                  </a:lnTo>
                  <a:lnTo>
                    <a:pt x="0" y="15379"/>
                  </a:lnTo>
                  <a:lnTo>
                    <a:pt x="4317" y="13054"/>
                  </a:lnTo>
                  <a:lnTo>
                    <a:pt x="4494" y="8433"/>
                  </a:lnTo>
                  <a:lnTo>
                    <a:pt x="2387" y="5035"/>
                  </a:lnTo>
                  <a:lnTo>
                    <a:pt x="2605" y="4070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h6756"/>
            <p:cNvSpPr/>
            <p:nvPr/>
          </p:nvSpPr>
          <p:spPr>
            <a:xfrm>
              <a:off x="11664531" y="3179357"/>
              <a:ext cx="18444" cy="21875"/>
            </a:xfrm>
            <a:custGeom>
              <a:avLst/>
              <a:pathLst>
                <a:path w="18444" h="21875">
                  <a:moveTo>
                    <a:pt x="8568" y="4591"/>
                  </a:moveTo>
                  <a:lnTo>
                    <a:pt x="9363" y="4929"/>
                  </a:lnTo>
                  <a:lnTo>
                    <a:pt x="11916" y="5431"/>
                  </a:lnTo>
                  <a:lnTo>
                    <a:pt x="12518" y="3435"/>
                  </a:lnTo>
                  <a:lnTo>
                    <a:pt x="13923" y="3765"/>
                  </a:lnTo>
                  <a:lnTo>
                    <a:pt x="14487" y="7222"/>
                  </a:lnTo>
                  <a:lnTo>
                    <a:pt x="17437" y="10244"/>
                  </a:lnTo>
                  <a:lnTo>
                    <a:pt x="18444" y="15344"/>
                  </a:lnTo>
                  <a:lnTo>
                    <a:pt x="15765" y="14062"/>
                  </a:lnTo>
                  <a:lnTo>
                    <a:pt x="11966" y="19978"/>
                  </a:lnTo>
                  <a:lnTo>
                    <a:pt x="3897" y="21875"/>
                  </a:lnTo>
                  <a:lnTo>
                    <a:pt x="521" y="20824"/>
                  </a:lnTo>
                  <a:lnTo>
                    <a:pt x="0" y="18812"/>
                  </a:lnTo>
                  <a:lnTo>
                    <a:pt x="1146" y="19992"/>
                  </a:lnTo>
                  <a:lnTo>
                    <a:pt x="3687" y="17893"/>
                  </a:lnTo>
                  <a:lnTo>
                    <a:pt x="5394" y="12485"/>
                  </a:lnTo>
                  <a:lnTo>
                    <a:pt x="5833" y="6711"/>
                  </a:lnTo>
                  <a:lnTo>
                    <a:pt x="3124" y="6437"/>
                  </a:lnTo>
                  <a:lnTo>
                    <a:pt x="2352" y="7821"/>
                  </a:lnTo>
                  <a:lnTo>
                    <a:pt x="1411" y="7051"/>
                  </a:lnTo>
                  <a:lnTo>
                    <a:pt x="1524" y="5234"/>
                  </a:lnTo>
                  <a:lnTo>
                    <a:pt x="3533" y="4694"/>
                  </a:lnTo>
                  <a:lnTo>
                    <a:pt x="1747" y="298"/>
                  </a:lnTo>
                  <a:lnTo>
                    <a:pt x="650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h6757"/>
            <p:cNvSpPr/>
            <p:nvPr/>
          </p:nvSpPr>
          <p:spPr>
            <a:xfrm>
              <a:off x="11725439" y="3439048"/>
              <a:ext cx="30261" cy="22104"/>
            </a:xfrm>
            <a:custGeom>
              <a:avLst/>
              <a:pathLst>
                <a:path w="30261" h="22104">
                  <a:moveTo>
                    <a:pt x="25650" y="411"/>
                  </a:moveTo>
                  <a:lnTo>
                    <a:pt x="27644" y="3811"/>
                  </a:lnTo>
                  <a:lnTo>
                    <a:pt x="24324" y="8342"/>
                  </a:lnTo>
                  <a:lnTo>
                    <a:pt x="27472" y="9383"/>
                  </a:lnTo>
                  <a:lnTo>
                    <a:pt x="30060" y="13398"/>
                  </a:lnTo>
                  <a:lnTo>
                    <a:pt x="30261" y="14733"/>
                  </a:lnTo>
                  <a:lnTo>
                    <a:pt x="28644" y="16757"/>
                  </a:lnTo>
                  <a:lnTo>
                    <a:pt x="20680" y="20028"/>
                  </a:lnTo>
                  <a:lnTo>
                    <a:pt x="18539" y="20187"/>
                  </a:lnTo>
                  <a:lnTo>
                    <a:pt x="18577" y="19250"/>
                  </a:lnTo>
                  <a:lnTo>
                    <a:pt x="17167" y="18190"/>
                  </a:lnTo>
                  <a:lnTo>
                    <a:pt x="15528" y="19288"/>
                  </a:lnTo>
                  <a:lnTo>
                    <a:pt x="14832" y="18599"/>
                  </a:lnTo>
                  <a:lnTo>
                    <a:pt x="11318" y="22104"/>
                  </a:lnTo>
                  <a:lnTo>
                    <a:pt x="7933" y="18274"/>
                  </a:lnTo>
                  <a:lnTo>
                    <a:pt x="2826" y="20022"/>
                  </a:lnTo>
                  <a:lnTo>
                    <a:pt x="0" y="19995"/>
                  </a:lnTo>
                  <a:lnTo>
                    <a:pt x="496" y="15605"/>
                  </a:lnTo>
                  <a:lnTo>
                    <a:pt x="60" y="14673"/>
                  </a:lnTo>
                  <a:lnTo>
                    <a:pt x="7059" y="7675"/>
                  </a:lnTo>
                  <a:lnTo>
                    <a:pt x="9273" y="8143"/>
                  </a:lnTo>
                  <a:lnTo>
                    <a:pt x="9866" y="6510"/>
                  </a:lnTo>
                  <a:lnTo>
                    <a:pt x="13823" y="8139"/>
                  </a:lnTo>
                  <a:lnTo>
                    <a:pt x="21128" y="2164"/>
                  </a:lnTo>
                  <a:lnTo>
                    <a:pt x="20521" y="2377"/>
                  </a:lnTo>
                  <a:lnTo>
                    <a:pt x="20623" y="849"/>
                  </a:lnTo>
                  <a:lnTo>
                    <a:pt x="215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h6758"/>
            <p:cNvSpPr/>
            <p:nvPr/>
          </p:nvSpPr>
          <p:spPr>
            <a:xfrm>
              <a:off x="11680667" y="3227861"/>
              <a:ext cx="34861" cy="18204"/>
            </a:xfrm>
            <a:custGeom>
              <a:avLst/>
              <a:pathLst>
                <a:path w="34861" h="18204">
                  <a:moveTo>
                    <a:pt x="17128" y="1507"/>
                  </a:moveTo>
                  <a:lnTo>
                    <a:pt x="21337" y="2083"/>
                  </a:lnTo>
                  <a:lnTo>
                    <a:pt x="21072" y="3875"/>
                  </a:lnTo>
                  <a:lnTo>
                    <a:pt x="22410" y="4396"/>
                  </a:lnTo>
                  <a:lnTo>
                    <a:pt x="23718" y="2786"/>
                  </a:lnTo>
                  <a:lnTo>
                    <a:pt x="29262" y="4277"/>
                  </a:lnTo>
                  <a:lnTo>
                    <a:pt x="32861" y="4331"/>
                  </a:lnTo>
                  <a:lnTo>
                    <a:pt x="32245" y="6104"/>
                  </a:lnTo>
                  <a:lnTo>
                    <a:pt x="32217" y="11329"/>
                  </a:lnTo>
                  <a:lnTo>
                    <a:pt x="33502" y="13310"/>
                  </a:lnTo>
                  <a:lnTo>
                    <a:pt x="33867" y="16058"/>
                  </a:lnTo>
                  <a:lnTo>
                    <a:pt x="34861" y="16597"/>
                  </a:lnTo>
                  <a:lnTo>
                    <a:pt x="34158" y="17789"/>
                  </a:lnTo>
                  <a:lnTo>
                    <a:pt x="32637" y="18204"/>
                  </a:lnTo>
                  <a:lnTo>
                    <a:pt x="28717" y="16861"/>
                  </a:lnTo>
                  <a:lnTo>
                    <a:pt x="26351" y="12195"/>
                  </a:lnTo>
                  <a:lnTo>
                    <a:pt x="24311" y="14670"/>
                  </a:lnTo>
                  <a:lnTo>
                    <a:pt x="21585" y="15636"/>
                  </a:lnTo>
                  <a:lnTo>
                    <a:pt x="15753" y="16117"/>
                  </a:lnTo>
                  <a:lnTo>
                    <a:pt x="5505" y="14700"/>
                  </a:lnTo>
                  <a:lnTo>
                    <a:pt x="1918" y="15590"/>
                  </a:lnTo>
                  <a:lnTo>
                    <a:pt x="0" y="13510"/>
                  </a:lnTo>
                  <a:lnTo>
                    <a:pt x="1513" y="11302"/>
                  </a:lnTo>
                  <a:lnTo>
                    <a:pt x="1382" y="8876"/>
                  </a:lnTo>
                  <a:lnTo>
                    <a:pt x="316" y="6919"/>
                  </a:lnTo>
                  <a:lnTo>
                    <a:pt x="74" y="3182"/>
                  </a:lnTo>
                  <a:lnTo>
                    <a:pt x="668" y="1296"/>
                  </a:lnTo>
                  <a:lnTo>
                    <a:pt x="5354" y="4558"/>
                  </a:lnTo>
                  <a:lnTo>
                    <a:pt x="7922" y="5249"/>
                  </a:lnTo>
                  <a:lnTo>
                    <a:pt x="13311" y="3381"/>
                  </a:lnTo>
                  <a:lnTo>
                    <a:pt x="14316" y="2496"/>
                  </a:lnTo>
                  <a:lnTo>
                    <a:pt x="1476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h6759"/>
            <p:cNvSpPr/>
            <p:nvPr/>
          </p:nvSpPr>
          <p:spPr>
            <a:xfrm>
              <a:off x="11762885" y="3384945"/>
              <a:ext cx="10355" cy="14610"/>
            </a:xfrm>
            <a:custGeom>
              <a:avLst/>
              <a:pathLst>
                <a:path w="10355" h="14610">
                  <a:moveTo>
                    <a:pt x="6497" y="3192"/>
                  </a:moveTo>
                  <a:lnTo>
                    <a:pt x="8185" y="2628"/>
                  </a:lnTo>
                  <a:lnTo>
                    <a:pt x="9274" y="1318"/>
                  </a:lnTo>
                  <a:lnTo>
                    <a:pt x="10018" y="2277"/>
                  </a:lnTo>
                  <a:lnTo>
                    <a:pt x="10355" y="8774"/>
                  </a:lnTo>
                  <a:lnTo>
                    <a:pt x="8264" y="10125"/>
                  </a:lnTo>
                  <a:lnTo>
                    <a:pt x="7006" y="12071"/>
                  </a:lnTo>
                  <a:lnTo>
                    <a:pt x="6706" y="14610"/>
                  </a:lnTo>
                  <a:lnTo>
                    <a:pt x="5286" y="11902"/>
                  </a:lnTo>
                  <a:lnTo>
                    <a:pt x="359" y="11525"/>
                  </a:lnTo>
                  <a:lnTo>
                    <a:pt x="0" y="10986"/>
                  </a:lnTo>
                  <a:lnTo>
                    <a:pt x="16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h6760"/>
            <p:cNvSpPr/>
            <p:nvPr/>
          </p:nvSpPr>
          <p:spPr>
            <a:xfrm>
              <a:off x="11760903" y="3228256"/>
              <a:ext cx="68236" cy="40073"/>
            </a:xfrm>
            <a:custGeom>
              <a:avLst/>
              <a:pathLst>
                <a:path w="68236" h="40073">
                  <a:moveTo>
                    <a:pt x="14508" y="1238"/>
                  </a:moveTo>
                  <a:lnTo>
                    <a:pt x="13864" y="2662"/>
                  </a:lnTo>
                  <a:lnTo>
                    <a:pt x="17316" y="3995"/>
                  </a:lnTo>
                  <a:lnTo>
                    <a:pt x="19312" y="3696"/>
                  </a:lnTo>
                  <a:lnTo>
                    <a:pt x="24844" y="4708"/>
                  </a:lnTo>
                  <a:lnTo>
                    <a:pt x="26248" y="7423"/>
                  </a:lnTo>
                  <a:lnTo>
                    <a:pt x="25992" y="9766"/>
                  </a:lnTo>
                  <a:lnTo>
                    <a:pt x="27221" y="10945"/>
                  </a:lnTo>
                  <a:lnTo>
                    <a:pt x="38308" y="11044"/>
                  </a:lnTo>
                  <a:lnTo>
                    <a:pt x="41835" y="9878"/>
                  </a:lnTo>
                  <a:lnTo>
                    <a:pt x="40982" y="15776"/>
                  </a:lnTo>
                  <a:lnTo>
                    <a:pt x="56410" y="25119"/>
                  </a:lnTo>
                  <a:lnTo>
                    <a:pt x="59703" y="25045"/>
                  </a:lnTo>
                  <a:lnTo>
                    <a:pt x="62332" y="26893"/>
                  </a:lnTo>
                  <a:lnTo>
                    <a:pt x="65755" y="25598"/>
                  </a:lnTo>
                  <a:lnTo>
                    <a:pt x="68236" y="29345"/>
                  </a:lnTo>
                  <a:lnTo>
                    <a:pt x="62310" y="32112"/>
                  </a:lnTo>
                  <a:lnTo>
                    <a:pt x="61791" y="33738"/>
                  </a:lnTo>
                  <a:lnTo>
                    <a:pt x="61144" y="35710"/>
                  </a:lnTo>
                  <a:lnTo>
                    <a:pt x="56907" y="34563"/>
                  </a:lnTo>
                  <a:lnTo>
                    <a:pt x="55175" y="32671"/>
                  </a:lnTo>
                  <a:lnTo>
                    <a:pt x="52795" y="32960"/>
                  </a:lnTo>
                  <a:lnTo>
                    <a:pt x="51910" y="36236"/>
                  </a:lnTo>
                  <a:lnTo>
                    <a:pt x="50529" y="37437"/>
                  </a:lnTo>
                  <a:lnTo>
                    <a:pt x="46500" y="39744"/>
                  </a:lnTo>
                  <a:lnTo>
                    <a:pt x="44521" y="40073"/>
                  </a:lnTo>
                  <a:lnTo>
                    <a:pt x="41959" y="38423"/>
                  </a:lnTo>
                  <a:lnTo>
                    <a:pt x="43949" y="36225"/>
                  </a:lnTo>
                  <a:lnTo>
                    <a:pt x="41207" y="33784"/>
                  </a:lnTo>
                  <a:lnTo>
                    <a:pt x="37167" y="33807"/>
                  </a:lnTo>
                  <a:lnTo>
                    <a:pt x="33004" y="32615"/>
                  </a:lnTo>
                  <a:lnTo>
                    <a:pt x="26078" y="35218"/>
                  </a:lnTo>
                  <a:lnTo>
                    <a:pt x="25184" y="29140"/>
                  </a:lnTo>
                  <a:lnTo>
                    <a:pt x="16442" y="30547"/>
                  </a:lnTo>
                  <a:lnTo>
                    <a:pt x="13672" y="22649"/>
                  </a:lnTo>
                  <a:lnTo>
                    <a:pt x="12025" y="21218"/>
                  </a:lnTo>
                  <a:lnTo>
                    <a:pt x="13348" y="19497"/>
                  </a:lnTo>
                  <a:lnTo>
                    <a:pt x="7664" y="17833"/>
                  </a:lnTo>
                  <a:lnTo>
                    <a:pt x="3261" y="15925"/>
                  </a:lnTo>
                  <a:lnTo>
                    <a:pt x="0" y="13188"/>
                  </a:lnTo>
                  <a:lnTo>
                    <a:pt x="7986" y="8917"/>
                  </a:lnTo>
                  <a:lnTo>
                    <a:pt x="8970" y="6272"/>
                  </a:lnTo>
                  <a:lnTo>
                    <a:pt x="8417" y="3845"/>
                  </a:lnTo>
                  <a:lnTo>
                    <a:pt x="9859" y="127"/>
                  </a:lnTo>
                  <a:lnTo>
                    <a:pt x="1086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h6761"/>
            <p:cNvSpPr/>
            <p:nvPr/>
          </p:nvSpPr>
          <p:spPr>
            <a:xfrm>
              <a:off x="11661595" y="3156247"/>
              <a:ext cx="23278" cy="28541"/>
            </a:xfrm>
            <a:custGeom>
              <a:avLst/>
              <a:pathLst>
                <a:path w="23278" h="28541">
                  <a:moveTo>
                    <a:pt x="9159" y="577"/>
                  </a:moveTo>
                  <a:lnTo>
                    <a:pt x="9963" y="1093"/>
                  </a:lnTo>
                  <a:lnTo>
                    <a:pt x="11294" y="4671"/>
                  </a:lnTo>
                  <a:lnTo>
                    <a:pt x="12871" y="3831"/>
                  </a:lnTo>
                  <a:lnTo>
                    <a:pt x="13064" y="2994"/>
                  </a:lnTo>
                  <a:lnTo>
                    <a:pt x="15031" y="8769"/>
                  </a:lnTo>
                  <a:lnTo>
                    <a:pt x="14097" y="11719"/>
                  </a:lnTo>
                  <a:lnTo>
                    <a:pt x="16729" y="11316"/>
                  </a:lnTo>
                  <a:lnTo>
                    <a:pt x="18543" y="11867"/>
                  </a:lnTo>
                  <a:lnTo>
                    <a:pt x="21267" y="14023"/>
                  </a:lnTo>
                  <a:lnTo>
                    <a:pt x="21190" y="17034"/>
                  </a:lnTo>
                  <a:lnTo>
                    <a:pt x="23278" y="18934"/>
                  </a:lnTo>
                  <a:lnTo>
                    <a:pt x="22928" y="22020"/>
                  </a:lnTo>
                  <a:lnTo>
                    <a:pt x="19685" y="26402"/>
                  </a:lnTo>
                  <a:lnTo>
                    <a:pt x="16858" y="26875"/>
                  </a:lnTo>
                  <a:lnTo>
                    <a:pt x="15454" y="26545"/>
                  </a:lnTo>
                  <a:lnTo>
                    <a:pt x="14852" y="28541"/>
                  </a:lnTo>
                  <a:lnTo>
                    <a:pt x="12299" y="28039"/>
                  </a:lnTo>
                  <a:lnTo>
                    <a:pt x="11504" y="27701"/>
                  </a:lnTo>
                  <a:lnTo>
                    <a:pt x="9441" y="23109"/>
                  </a:lnTo>
                  <a:lnTo>
                    <a:pt x="4682" y="23408"/>
                  </a:lnTo>
                  <a:lnTo>
                    <a:pt x="2825" y="17711"/>
                  </a:lnTo>
                  <a:lnTo>
                    <a:pt x="2913" y="16870"/>
                  </a:lnTo>
                  <a:lnTo>
                    <a:pt x="3214" y="10434"/>
                  </a:lnTo>
                  <a:lnTo>
                    <a:pt x="0" y="8362"/>
                  </a:lnTo>
                  <a:lnTo>
                    <a:pt x="2946" y="1169"/>
                  </a:lnTo>
                  <a:lnTo>
                    <a:pt x="3858" y="1646"/>
                  </a:lnTo>
                  <a:lnTo>
                    <a:pt x="669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h6762"/>
            <p:cNvSpPr/>
            <p:nvPr/>
          </p:nvSpPr>
          <p:spPr>
            <a:xfrm>
              <a:off x="11761753" y="3474120"/>
              <a:ext cx="13051" cy="13354"/>
            </a:xfrm>
            <a:custGeom>
              <a:avLst/>
              <a:pathLst>
                <a:path w="13051" h="13354">
                  <a:moveTo>
                    <a:pt x="9822" y="0"/>
                  </a:moveTo>
                  <a:lnTo>
                    <a:pt x="12095" y="3640"/>
                  </a:lnTo>
                  <a:lnTo>
                    <a:pt x="13051" y="8701"/>
                  </a:lnTo>
                  <a:lnTo>
                    <a:pt x="11415" y="8648"/>
                  </a:lnTo>
                  <a:lnTo>
                    <a:pt x="5477" y="13354"/>
                  </a:lnTo>
                  <a:lnTo>
                    <a:pt x="2466" y="13248"/>
                  </a:lnTo>
                  <a:lnTo>
                    <a:pt x="0" y="10813"/>
                  </a:lnTo>
                  <a:lnTo>
                    <a:pt x="240" y="3866"/>
                  </a:lnTo>
                  <a:lnTo>
                    <a:pt x="1784" y="3865"/>
                  </a:lnTo>
                  <a:lnTo>
                    <a:pt x="4539" y="3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h6763"/>
            <p:cNvSpPr/>
            <p:nvPr/>
          </p:nvSpPr>
          <p:spPr>
            <a:xfrm>
              <a:off x="11704029" y="3395384"/>
              <a:ext cx="33125" cy="33221"/>
            </a:xfrm>
            <a:custGeom>
              <a:avLst/>
              <a:pathLst>
                <a:path w="33125" h="33221">
                  <a:moveTo>
                    <a:pt x="23359" y="278"/>
                  </a:moveTo>
                  <a:lnTo>
                    <a:pt x="24268" y="1524"/>
                  </a:lnTo>
                  <a:lnTo>
                    <a:pt x="26749" y="5248"/>
                  </a:lnTo>
                  <a:lnTo>
                    <a:pt x="33125" y="6713"/>
                  </a:lnTo>
                  <a:lnTo>
                    <a:pt x="31950" y="13123"/>
                  </a:lnTo>
                  <a:lnTo>
                    <a:pt x="29797" y="16547"/>
                  </a:lnTo>
                  <a:lnTo>
                    <a:pt x="31299" y="22838"/>
                  </a:lnTo>
                  <a:lnTo>
                    <a:pt x="29220" y="23760"/>
                  </a:lnTo>
                  <a:lnTo>
                    <a:pt x="30296" y="25801"/>
                  </a:lnTo>
                  <a:lnTo>
                    <a:pt x="29013" y="26347"/>
                  </a:lnTo>
                  <a:lnTo>
                    <a:pt x="27087" y="24885"/>
                  </a:lnTo>
                  <a:lnTo>
                    <a:pt x="22851" y="23756"/>
                  </a:lnTo>
                  <a:lnTo>
                    <a:pt x="23187" y="21509"/>
                  </a:lnTo>
                  <a:lnTo>
                    <a:pt x="24780" y="21255"/>
                  </a:lnTo>
                  <a:lnTo>
                    <a:pt x="24884" y="19499"/>
                  </a:lnTo>
                  <a:lnTo>
                    <a:pt x="19227" y="19346"/>
                  </a:lnTo>
                  <a:lnTo>
                    <a:pt x="17925" y="17621"/>
                  </a:lnTo>
                  <a:lnTo>
                    <a:pt x="15787" y="18745"/>
                  </a:lnTo>
                  <a:lnTo>
                    <a:pt x="14417" y="21645"/>
                  </a:lnTo>
                  <a:lnTo>
                    <a:pt x="15933" y="22555"/>
                  </a:lnTo>
                  <a:lnTo>
                    <a:pt x="16414" y="27495"/>
                  </a:lnTo>
                  <a:lnTo>
                    <a:pt x="13082" y="33083"/>
                  </a:lnTo>
                  <a:lnTo>
                    <a:pt x="10997" y="32187"/>
                  </a:lnTo>
                  <a:lnTo>
                    <a:pt x="10291" y="33221"/>
                  </a:lnTo>
                  <a:lnTo>
                    <a:pt x="9184" y="32135"/>
                  </a:lnTo>
                  <a:lnTo>
                    <a:pt x="11631" y="27729"/>
                  </a:lnTo>
                  <a:lnTo>
                    <a:pt x="6150" y="24114"/>
                  </a:lnTo>
                  <a:lnTo>
                    <a:pt x="1088" y="23246"/>
                  </a:lnTo>
                  <a:lnTo>
                    <a:pt x="0" y="22391"/>
                  </a:lnTo>
                  <a:lnTo>
                    <a:pt x="623" y="21180"/>
                  </a:lnTo>
                  <a:lnTo>
                    <a:pt x="1085" y="20302"/>
                  </a:lnTo>
                  <a:lnTo>
                    <a:pt x="2712" y="20336"/>
                  </a:lnTo>
                  <a:lnTo>
                    <a:pt x="3975" y="21166"/>
                  </a:lnTo>
                  <a:lnTo>
                    <a:pt x="8066" y="19266"/>
                  </a:lnTo>
                  <a:lnTo>
                    <a:pt x="8670" y="15868"/>
                  </a:lnTo>
                  <a:lnTo>
                    <a:pt x="9509" y="15837"/>
                  </a:lnTo>
                  <a:lnTo>
                    <a:pt x="11989" y="10353"/>
                  </a:lnTo>
                  <a:lnTo>
                    <a:pt x="10108" y="10492"/>
                  </a:lnTo>
                  <a:lnTo>
                    <a:pt x="9685" y="9701"/>
                  </a:lnTo>
                  <a:lnTo>
                    <a:pt x="10264" y="7893"/>
                  </a:lnTo>
                  <a:lnTo>
                    <a:pt x="12461" y="4272"/>
                  </a:lnTo>
                  <a:lnTo>
                    <a:pt x="17203" y="4012"/>
                  </a:lnTo>
                  <a:lnTo>
                    <a:pt x="18612" y="1411"/>
                  </a:lnTo>
                  <a:lnTo>
                    <a:pt x="1791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h6764"/>
            <p:cNvSpPr/>
            <p:nvPr/>
          </p:nvSpPr>
          <p:spPr>
            <a:xfrm>
              <a:off x="11648135" y="3201436"/>
              <a:ext cx="31901" cy="27091"/>
            </a:xfrm>
            <a:custGeom>
              <a:avLst/>
              <a:pathLst>
                <a:path w="31901" h="27091">
                  <a:moveTo>
                    <a:pt x="10321" y="1141"/>
                  </a:moveTo>
                  <a:lnTo>
                    <a:pt x="12982" y="3476"/>
                  </a:lnTo>
                  <a:lnTo>
                    <a:pt x="14182" y="1824"/>
                  </a:lnTo>
                  <a:lnTo>
                    <a:pt x="14738" y="1193"/>
                  </a:lnTo>
                  <a:lnTo>
                    <a:pt x="16970" y="2257"/>
                  </a:lnTo>
                  <a:lnTo>
                    <a:pt x="11844" y="6995"/>
                  </a:lnTo>
                  <a:lnTo>
                    <a:pt x="11369" y="9391"/>
                  </a:lnTo>
                  <a:lnTo>
                    <a:pt x="17518" y="10994"/>
                  </a:lnTo>
                  <a:lnTo>
                    <a:pt x="15943" y="9185"/>
                  </a:lnTo>
                  <a:lnTo>
                    <a:pt x="17581" y="4621"/>
                  </a:lnTo>
                  <a:lnTo>
                    <a:pt x="18424" y="4059"/>
                  </a:lnTo>
                  <a:lnTo>
                    <a:pt x="18451" y="9437"/>
                  </a:lnTo>
                  <a:lnTo>
                    <a:pt x="19302" y="10661"/>
                  </a:lnTo>
                  <a:lnTo>
                    <a:pt x="22067" y="11818"/>
                  </a:lnTo>
                  <a:lnTo>
                    <a:pt x="24533" y="10861"/>
                  </a:lnTo>
                  <a:lnTo>
                    <a:pt x="26672" y="11992"/>
                  </a:lnTo>
                  <a:lnTo>
                    <a:pt x="27886" y="13749"/>
                  </a:lnTo>
                  <a:lnTo>
                    <a:pt x="30602" y="14459"/>
                  </a:lnTo>
                  <a:lnTo>
                    <a:pt x="31732" y="13444"/>
                  </a:lnTo>
                  <a:lnTo>
                    <a:pt x="31901" y="15407"/>
                  </a:lnTo>
                  <a:lnTo>
                    <a:pt x="29817" y="16236"/>
                  </a:lnTo>
                  <a:lnTo>
                    <a:pt x="28789" y="18428"/>
                  </a:lnTo>
                  <a:lnTo>
                    <a:pt x="30010" y="19934"/>
                  </a:lnTo>
                  <a:lnTo>
                    <a:pt x="28687" y="23688"/>
                  </a:lnTo>
                  <a:lnTo>
                    <a:pt x="23186" y="26998"/>
                  </a:lnTo>
                  <a:lnTo>
                    <a:pt x="18704" y="27091"/>
                  </a:lnTo>
                  <a:lnTo>
                    <a:pt x="17654" y="24608"/>
                  </a:lnTo>
                  <a:lnTo>
                    <a:pt x="17939" y="22927"/>
                  </a:lnTo>
                  <a:lnTo>
                    <a:pt x="16146" y="21839"/>
                  </a:lnTo>
                  <a:lnTo>
                    <a:pt x="10310" y="20134"/>
                  </a:lnTo>
                  <a:lnTo>
                    <a:pt x="7776" y="20384"/>
                  </a:lnTo>
                  <a:lnTo>
                    <a:pt x="4646" y="19138"/>
                  </a:lnTo>
                  <a:lnTo>
                    <a:pt x="609" y="11332"/>
                  </a:lnTo>
                  <a:lnTo>
                    <a:pt x="0" y="10271"/>
                  </a:lnTo>
                  <a:lnTo>
                    <a:pt x="2412" y="7329"/>
                  </a:lnTo>
                  <a:lnTo>
                    <a:pt x="5108" y="5958"/>
                  </a:lnTo>
                  <a:lnTo>
                    <a:pt x="5992" y="3005"/>
                  </a:lnTo>
                  <a:lnTo>
                    <a:pt x="4245" y="591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h6765"/>
            <p:cNvSpPr/>
            <p:nvPr/>
          </p:nvSpPr>
          <p:spPr>
            <a:xfrm>
              <a:off x="11679867" y="3204836"/>
              <a:ext cx="19420" cy="16856"/>
            </a:xfrm>
            <a:custGeom>
              <a:avLst/>
              <a:pathLst>
                <a:path w="19420" h="16856">
                  <a:moveTo>
                    <a:pt x="19420" y="2153"/>
                  </a:moveTo>
                  <a:lnTo>
                    <a:pt x="12869" y="11293"/>
                  </a:lnTo>
                  <a:lnTo>
                    <a:pt x="12653" y="13080"/>
                  </a:lnTo>
                  <a:lnTo>
                    <a:pt x="11146" y="12423"/>
                  </a:lnTo>
                  <a:lnTo>
                    <a:pt x="9888" y="13109"/>
                  </a:lnTo>
                  <a:lnTo>
                    <a:pt x="9235" y="16413"/>
                  </a:lnTo>
                  <a:lnTo>
                    <a:pt x="7264" y="16856"/>
                  </a:lnTo>
                  <a:lnTo>
                    <a:pt x="4863" y="14152"/>
                  </a:lnTo>
                  <a:lnTo>
                    <a:pt x="4272" y="15709"/>
                  </a:lnTo>
                  <a:lnTo>
                    <a:pt x="3580" y="15618"/>
                  </a:lnTo>
                  <a:lnTo>
                    <a:pt x="168" y="12007"/>
                  </a:lnTo>
                  <a:lnTo>
                    <a:pt x="0" y="10044"/>
                  </a:lnTo>
                  <a:lnTo>
                    <a:pt x="1037" y="9081"/>
                  </a:lnTo>
                  <a:lnTo>
                    <a:pt x="44" y="6457"/>
                  </a:lnTo>
                  <a:lnTo>
                    <a:pt x="3715" y="5961"/>
                  </a:lnTo>
                  <a:lnTo>
                    <a:pt x="6028" y="1711"/>
                  </a:lnTo>
                  <a:lnTo>
                    <a:pt x="6077" y="0"/>
                  </a:lnTo>
                  <a:lnTo>
                    <a:pt x="7706" y="631"/>
                  </a:lnTo>
                  <a:lnTo>
                    <a:pt x="13142" y="56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h6766"/>
            <p:cNvSpPr/>
            <p:nvPr/>
          </p:nvSpPr>
          <p:spPr>
            <a:xfrm>
              <a:off x="11609126" y="3352878"/>
              <a:ext cx="78758" cy="56069"/>
            </a:xfrm>
            <a:custGeom>
              <a:avLst/>
              <a:pathLst>
                <a:path w="78758" h="56069">
                  <a:moveTo>
                    <a:pt x="17457" y="3077"/>
                  </a:moveTo>
                  <a:lnTo>
                    <a:pt x="23673" y="5587"/>
                  </a:lnTo>
                  <a:lnTo>
                    <a:pt x="29182" y="6298"/>
                  </a:lnTo>
                  <a:lnTo>
                    <a:pt x="30241" y="4484"/>
                  </a:lnTo>
                  <a:lnTo>
                    <a:pt x="31828" y="3411"/>
                  </a:lnTo>
                  <a:lnTo>
                    <a:pt x="34871" y="3752"/>
                  </a:lnTo>
                  <a:lnTo>
                    <a:pt x="37364" y="3124"/>
                  </a:lnTo>
                  <a:lnTo>
                    <a:pt x="42271" y="0"/>
                  </a:lnTo>
                  <a:lnTo>
                    <a:pt x="43653" y="2102"/>
                  </a:lnTo>
                  <a:lnTo>
                    <a:pt x="47844" y="7204"/>
                  </a:lnTo>
                  <a:lnTo>
                    <a:pt x="49428" y="10463"/>
                  </a:lnTo>
                  <a:lnTo>
                    <a:pt x="47202" y="14342"/>
                  </a:lnTo>
                  <a:lnTo>
                    <a:pt x="52257" y="13636"/>
                  </a:lnTo>
                  <a:lnTo>
                    <a:pt x="52809" y="16763"/>
                  </a:lnTo>
                  <a:lnTo>
                    <a:pt x="54509" y="17790"/>
                  </a:lnTo>
                  <a:lnTo>
                    <a:pt x="57037" y="16983"/>
                  </a:lnTo>
                  <a:lnTo>
                    <a:pt x="60247" y="17558"/>
                  </a:lnTo>
                  <a:lnTo>
                    <a:pt x="61623" y="21068"/>
                  </a:lnTo>
                  <a:lnTo>
                    <a:pt x="64291" y="23151"/>
                  </a:lnTo>
                  <a:lnTo>
                    <a:pt x="71603" y="19842"/>
                  </a:lnTo>
                  <a:lnTo>
                    <a:pt x="72111" y="22040"/>
                  </a:lnTo>
                  <a:lnTo>
                    <a:pt x="74217" y="22853"/>
                  </a:lnTo>
                  <a:lnTo>
                    <a:pt x="78758" y="27289"/>
                  </a:lnTo>
                  <a:lnTo>
                    <a:pt x="68617" y="27217"/>
                  </a:lnTo>
                  <a:lnTo>
                    <a:pt x="68993" y="30600"/>
                  </a:lnTo>
                  <a:lnTo>
                    <a:pt x="68524" y="32433"/>
                  </a:lnTo>
                  <a:lnTo>
                    <a:pt x="64745" y="33404"/>
                  </a:lnTo>
                  <a:lnTo>
                    <a:pt x="64947" y="42793"/>
                  </a:lnTo>
                  <a:lnTo>
                    <a:pt x="60381" y="45981"/>
                  </a:lnTo>
                  <a:lnTo>
                    <a:pt x="53686" y="43062"/>
                  </a:lnTo>
                  <a:lnTo>
                    <a:pt x="48773" y="46746"/>
                  </a:lnTo>
                  <a:lnTo>
                    <a:pt x="50260" y="49557"/>
                  </a:lnTo>
                  <a:lnTo>
                    <a:pt x="54647" y="50693"/>
                  </a:lnTo>
                  <a:lnTo>
                    <a:pt x="47683" y="56069"/>
                  </a:lnTo>
                  <a:lnTo>
                    <a:pt x="22132" y="35768"/>
                  </a:lnTo>
                  <a:lnTo>
                    <a:pt x="0" y="19898"/>
                  </a:lnTo>
                  <a:lnTo>
                    <a:pt x="6114" y="17254"/>
                  </a:lnTo>
                  <a:lnTo>
                    <a:pt x="10808" y="6605"/>
                  </a:lnTo>
                  <a:lnTo>
                    <a:pt x="16065" y="135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h6767"/>
            <p:cNvSpPr/>
            <p:nvPr/>
          </p:nvSpPr>
          <p:spPr>
            <a:xfrm>
              <a:off x="11707154" y="3257049"/>
              <a:ext cx="27499" cy="22542"/>
            </a:xfrm>
            <a:custGeom>
              <a:avLst/>
              <a:pathLst>
                <a:path w="27499" h="22542">
                  <a:moveTo>
                    <a:pt x="10349" y="602"/>
                  </a:moveTo>
                  <a:lnTo>
                    <a:pt x="12491" y="988"/>
                  </a:lnTo>
                  <a:lnTo>
                    <a:pt x="15545" y="85"/>
                  </a:lnTo>
                  <a:lnTo>
                    <a:pt x="15405" y="1588"/>
                  </a:lnTo>
                  <a:lnTo>
                    <a:pt x="19567" y="2114"/>
                  </a:lnTo>
                  <a:lnTo>
                    <a:pt x="21131" y="960"/>
                  </a:lnTo>
                  <a:lnTo>
                    <a:pt x="20854" y="0"/>
                  </a:lnTo>
                  <a:lnTo>
                    <a:pt x="27094" y="5510"/>
                  </a:lnTo>
                  <a:lnTo>
                    <a:pt x="27499" y="7502"/>
                  </a:lnTo>
                  <a:lnTo>
                    <a:pt x="20107" y="5986"/>
                  </a:lnTo>
                  <a:lnTo>
                    <a:pt x="18448" y="10893"/>
                  </a:lnTo>
                  <a:lnTo>
                    <a:pt x="19210" y="15480"/>
                  </a:lnTo>
                  <a:lnTo>
                    <a:pt x="18351" y="19379"/>
                  </a:lnTo>
                  <a:lnTo>
                    <a:pt x="16124" y="18753"/>
                  </a:lnTo>
                  <a:lnTo>
                    <a:pt x="14542" y="18251"/>
                  </a:lnTo>
                  <a:lnTo>
                    <a:pt x="9571" y="22542"/>
                  </a:lnTo>
                  <a:lnTo>
                    <a:pt x="4707" y="19096"/>
                  </a:lnTo>
                  <a:lnTo>
                    <a:pt x="4288" y="13666"/>
                  </a:lnTo>
                  <a:lnTo>
                    <a:pt x="0" y="7989"/>
                  </a:lnTo>
                  <a:lnTo>
                    <a:pt x="1990" y="6725"/>
                  </a:lnTo>
                  <a:lnTo>
                    <a:pt x="1165" y="447"/>
                  </a:lnTo>
                  <a:lnTo>
                    <a:pt x="7896" y="3215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h6768"/>
            <p:cNvSpPr/>
            <p:nvPr/>
          </p:nvSpPr>
          <p:spPr>
            <a:xfrm>
              <a:off x="11599156" y="3181959"/>
              <a:ext cx="30136" cy="39933"/>
            </a:xfrm>
            <a:custGeom>
              <a:avLst/>
              <a:pathLst>
                <a:path w="30136" h="39933">
                  <a:moveTo>
                    <a:pt x="11106" y="1536"/>
                  </a:moveTo>
                  <a:lnTo>
                    <a:pt x="11490" y="2671"/>
                  </a:lnTo>
                  <a:lnTo>
                    <a:pt x="13979" y="3193"/>
                  </a:lnTo>
                  <a:lnTo>
                    <a:pt x="14957" y="6712"/>
                  </a:lnTo>
                  <a:lnTo>
                    <a:pt x="25015" y="5773"/>
                  </a:lnTo>
                  <a:lnTo>
                    <a:pt x="25775" y="6612"/>
                  </a:lnTo>
                  <a:lnTo>
                    <a:pt x="25789" y="8796"/>
                  </a:lnTo>
                  <a:lnTo>
                    <a:pt x="28215" y="9137"/>
                  </a:lnTo>
                  <a:lnTo>
                    <a:pt x="29895" y="8545"/>
                  </a:lnTo>
                  <a:lnTo>
                    <a:pt x="30136" y="10467"/>
                  </a:lnTo>
                  <a:lnTo>
                    <a:pt x="28306" y="11558"/>
                  </a:lnTo>
                  <a:lnTo>
                    <a:pt x="25615" y="11598"/>
                  </a:lnTo>
                  <a:lnTo>
                    <a:pt x="24045" y="12429"/>
                  </a:lnTo>
                  <a:lnTo>
                    <a:pt x="25328" y="16796"/>
                  </a:lnTo>
                  <a:lnTo>
                    <a:pt x="24787" y="21588"/>
                  </a:lnTo>
                  <a:lnTo>
                    <a:pt x="22483" y="26876"/>
                  </a:lnTo>
                  <a:lnTo>
                    <a:pt x="16030" y="29458"/>
                  </a:lnTo>
                  <a:lnTo>
                    <a:pt x="17195" y="35862"/>
                  </a:lnTo>
                  <a:lnTo>
                    <a:pt x="15825" y="39933"/>
                  </a:lnTo>
                  <a:lnTo>
                    <a:pt x="13339" y="39450"/>
                  </a:lnTo>
                  <a:lnTo>
                    <a:pt x="11014" y="34371"/>
                  </a:lnTo>
                  <a:lnTo>
                    <a:pt x="585" y="24794"/>
                  </a:lnTo>
                  <a:lnTo>
                    <a:pt x="1957" y="21679"/>
                  </a:lnTo>
                  <a:lnTo>
                    <a:pt x="3898" y="19680"/>
                  </a:lnTo>
                  <a:lnTo>
                    <a:pt x="3547" y="12531"/>
                  </a:lnTo>
                  <a:lnTo>
                    <a:pt x="0" y="6628"/>
                  </a:lnTo>
                  <a:lnTo>
                    <a:pt x="631" y="4578"/>
                  </a:lnTo>
                  <a:lnTo>
                    <a:pt x="4978" y="4862"/>
                  </a:lnTo>
                  <a:lnTo>
                    <a:pt x="7465" y="4521"/>
                  </a:lnTo>
                  <a:lnTo>
                    <a:pt x="7637" y="3710"/>
                  </a:lnTo>
                  <a:lnTo>
                    <a:pt x="8209" y="3734"/>
                  </a:lnTo>
                  <a:lnTo>
                    <a:pt x="856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h6769"/>
            <p:cNvSpPr/>
            <p:nvPr/>
          </p:nvSpPr>
          <p:spPr>
            <a:xfrm>
              <a:off x="11763972" y="3426551"/>
              <a:ext cx="13071" cy="27330"/>
            </a:xfrm>
            <a:custGeom>
              <a:avLst/>
              <a:pathLst>
                <a:path w="13071" h="27330">
                  <a:moveTo>
                    <a:pt x="13071" y="7846"/>
                  </a:moveTo>
                  <a:lnTo>
                    <a:pt x="12845" y="13446"/>
                  </a:lnTo>
                  <a:lnTo>
                    <a:pt x="9422" y="17711"/>
                  </a:lnTo>
                  <a:lnTo>
                    <a:pt x="11381" y="22251"/>
                  </a:lnTo>
                  <a:lnTo>
                    <a:pt x="9525" y="25268"/>
                  </a:lnTo>
                  <a:lnTo>
                    <a:pt x="5920" y="27330"/>
                  </a:lnTo>
                  <a:lnTo>
                    <a:pt x="4886" y="25117"/>
                  </a:lnTo>
                  <a:lnTo>
                    <a:pt x="4838" y="20957"/>
                  </a:lnTo>
                  <a:lnTo>
                    <a:pt x="382" y="20681"/>
                  </a:lnTo>
                  <a:lnTo>
                    <a:pt x="0" y="19167"/>
                  </a:lnTo>
                  <a:lnTo>
                    <a:pt x="1927" y="8931"/>
                  </a:lnTo>
                  <a:lnTo>
                    <a:pt x="4424" y="5498"/>
                  </a:lnTo>
                  <a:lnTo>
                    <a:pt x="610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h6770"/>
            <p:cNvSpPr/>
            <p:nvPr/>
          </p:nvSpPr>
          <p:spPr>
            <a:xfrm>
              <a:off x="11746385" y="3100674"/>
              <a:ext cx="45060" cy="39127"/>
            </a:xfrm>
            <a:custGeom>
              <a:avLst/>
              <a:pathLst>
                <a:path w="45060" h="39127">
                  <a:moveTo>
                    <a:pt x="26872" y="1045"/>
                  </a:moveTo>
                  <a:lnTo>
                    <a:pt x="27024" y="1788"/>
                  </a:lnTo>
                  <a:lnTo>
                    <a:pt x="25218" y="4450"/>
                  </a:lnTo>
                  <a:lnTo>
                    <a:pt x="25267" y="5558"/>
                  </a:lnTo>
                  <a:lnTo>
                    <a:pt x="26317" y="6361"/>
                  </a:lnTo>
                  <a:lnTo>
                    <a:pt x="28574" y="5304"/>
                  </a:lnTo>
                  <a:lnTo>
                    <a:pt x="28951" y="3893"/>
                  </a:lnTo>
                  <a:lnTo>
                    <a:pt x="31224" y="2100"/>
                  </a:lnTo>
                  <a:lnTo>
                    <a:pt x="37409" y="3239"/>
                  </a:lnTo>
                  <a:lnTo>
                    <a:pt x="41271" y="855"/>
                  </a:lnTo>
                  <a:lnTo>
                    <a:pt x="45060" y="11721"/>
                  </a:lnTo>
                  <a:lnTo>
                    <a:pt x="41533" y="13101"/>
                  </a:lnTo>
                  <a:lnTo>
                    <a:pt x="40344" y="11454"/>
                  </a:lnTo>
                  <a:lnTo>
                    <a:pt x="38036" y="10055"/>
                  </a:lnTo>
                  <a:lnTo>
                    <a:pt x="32143" y="8857"/>
                  </a:lnTo>
                  <a:lnTo>
                    <a:pt x="30013" y="9439"/>
                  </a:lnTo>
                  <a:lnTo>
                    <a:pt x="28682" y="13672"/>
                  </a:lnTo>
                  <a:lnTo>
                    <a:pt x="29349" y="17682"/>
                  </a:lnTo>
                  <a:lnTo>
                    <a:pt x="26939" y="21694"/>
                  </a:lnTo>
                  <a:lnTo>
                    <a:pt x="27202" y="25447"/>
                  </a:lnTo>
                  <a:lnTo>
                    <a:pt x="28801" y="29100"/>
                  </a:lnTo>
                  <a:lnTo>
                    <a:pt x="24949" y="33635"/>
                  </a:lnTo>
                  <a:lnTo>
                    <a:pt x="20691" y="30098"/>
                  </a:lnTo>
                  <a:lnTo>
                    <a:pt x="19124" y="31719"/>
                  </a:lnTo>
                  <a:lnTo>
                    <a:pt x="20552" y="36786"/>
                  </a:lnTo>
                  <a:lnTo>
                    <a:pt x="18096" y="39127"/>
                  </a:lnTo>
                  <a:lnTo>
                    <a:pt x="13185" y="37060"/>
                  </a:lnTo>
                  <a:lnTo>
                    <a:pt x="13182" y="33391"/>
                  </a:lnTo>
                  <a:lnTo>
                    <a:pt x="14307" y="31492"/>
                  </a:lnTo>
                  <a:lnTo>
                    <a:pt x="13155" y="28416"/>
                  </a:lnTo>
                  <a:lnTo>
                    <a:pt x="8815" y="26004"/>
                  </a:lnTo>
                  <a:lnTo>
                    <a:pt x="8483" y="22214"/>
                  </a:lnTo>
                  <a:lnTo>
                    <a:pt x="6396" y="22270"/>
                  </a:lnTo>
                  <a:lnTo>
                    <a:pt x="5515" y="24987"/>
                  </a:lnTo>
                  <a:lnTo>
                    <a:pt x="4906" y="25140"/>
                  </a:lnTo>
                  <a:lnTo>
                    <a:pt x="598" y="23820"/>
                  </a:lnTo>
                  <a:lnTo>
                    <a:pt x="0" y="20167"/>
                  </a:lnTo>
                  <a:lnTo>
                    <a:pt x="4162" y="21367"/>
                  </a:lnTo>
                  <a:lnTo>
                    <a:pt x="3943" y="19732"/>
                  </a:lnTo>
                  <a:lnTo>
                    <a:pt x="6410" y="19274"/>
                  </a:lnTo>
                  <a:lnTo>
                    <a:pt x="6572" y="16998"/>
                  </a:lnTo>
                  <a:lnTo>
                    <a:pt x="4117" y="13724"/>
                  </a:lnTo>
                  <a:lnTo>
                    <a:pt x="4922" y="14253"/>
                  </a:lnTo>
                  <a:lnTo>
                    <a:pt x="7248" y="15746"/>
                  </a:lnTo>
                  <a:lnTo>
                    <a:pt x="8814" y="13608"/>
                  </a:lnTo>
                  <a:lnTo>
                    <a:pt x="8901" y="9062"/>
                  </a:lnTo>
                  <a:lnTo>
                    <a:pt x="14522" y="6852"/>
                  </a:lnTo>
                  <a:lnTo>
                    <a:pt x="2095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h6771"/>
            <p:cNvSpPr/>
            <p:nvPr/>
          </p:nvSpPr>
          <p:spPr>
            <a:xfrm>
              <a:off x="11659504" y="3197652"/>
              <a:ext cx="26440" cy="18243"/>
            </a:xfrm>
            <a:custGeom>
              <a:avLst/>
              <a:pathLst>
                <a:path w="26440" h="18243">
                  <a:moveTo>
                    <a:pt x="5026" y="516"/>
                  </a:moveTo>
                  <a:lnTo>
                    <a:pt x="5547" y="2529"/>
                  </a:lnTo>
                  <a:lnTo>
                    <a:pt x="8923" y="3579"/>
                  </a:lnTo>
                  <a:lnTo>
                    <a:pt x="16993" y="1683"/>
                  </a:lnTo>
                  <a:lnTo>
                    <a:pt x="18486" y="4412"/>
                  </a:lnTo>
                  <a:lnTo>
                    <a:pt x="24486" y="4603"/>
                  </a:lnTo>
                  <a:lnTo>
                    <a:pt x="26440" y="7184"/>
                  </a:lnTo>
                  <a:lnTo>
                    <a:pt x="26392" y="8895"/>
                  </a:lnTo>
                  <a:lnTo>
                    <a:pt x="24078" y="13145"/>
                  </a:lnTo>
                  <a:lnTo>
                    <a:pt x="20407" y="13641"/>
                  </a:lnTo>
                  <a:lnTo>
                    <a:pt x="21400" y="16265"/>
                  </a:lnTo>
                  <a:lnTo>
                    <a:pt x="20363" y="17228"/>
                  </a:lnTo>
                  <a:lnTo>
                    <a:pt x="19233" y="18243"/>
                  </a:lnTo>
                  <a:lnTo>
                    <a:pt x="16516" y="17534"/>
                  </a:lnTo>
                  <a:lnTo>
                    <a:pt x="15302" y="15776"/>
                  </a:lnTo>
                  <a:lnTo>
                    <a:pt x="13163" y="14645"/>
                  </a:lnTo>
                  <a:lnTo>
                    <a:pt x="10697" y="15602"/>
                  </a:lnTo>
                  <a:lnTo>
                    <a:pt x="7933" y="14445"/>
                  </a:lnTo>
                  <a:lnTo>
                    <a:pt x="7081" y="13221"/>
                  </a:lnTo>
                  <a:lnTo>
                    <a:pt x="7055" y="7843"/>
                  </a:lnTo>
                  <a:lnTo>
                    <a:pt x="6212" y="8405"/>
                  </a:lnTo>
                  <a:lnTo>
                    <a:pt x="4574" y="12969"/>
                  </a:lnTo>
                  <a:lnTo>
                    <a:pt x="6148" y="14778"/>
                  </a:lnTo>
                  <a:lnTo>
                    <a:pt x="0" y="13175"/>
                  </a:lnTo>
                  <a:lnTo>
                    <a:pt x="474" y="10779"/>
                  </a:lnTo>
                  <a:lnTo>
                    <a:pt x="5601" y="6041"/>
                  </a:lnTo>
                  <a:lnTo>
                    <a:pt x="3368" y="4977"/>
                  </a:lnTo>
                  <a:lnTo>
                    <a:pt x="2812" y="5608"/>
                  </a:lnTo>
                  <a:lnTo>
                    <a:pt x="2279" y="4523"/>
                  </a:lnTo>
                  <a:lnTo>
                    <a:pt x="224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h6772"/>
            <p:cNvSpPr/>
            <p:nvPr/>
          </p:nvSpPr>
          <p:spPr>
            <a:xfrm>
              <a:off x="11762754" y="3372251"/>
              <a:ext cx="23777" cy="30238"/>
            </a:xfrm>
            <a:custGeom>
              <a:avLst/>
              <a:pathLst>
                <a:path w="23777" h="30238">
                  <a:moveTo>
                    <a:pt x="23777" y="907"/>
                  </a:moveTo>
                  <a:lnTo>
                    <a:pt x="9654" y="30238"/>
                  </a:lnTo>
                  <a:lnTo>
                    <a:pt x="6836" y="27305"/>
                  </a:lnTo>
                  <a:lnTo>
                    <a:pt x="7137" y="24766"/>
                  </a:lnTo>
                  <a:lnTo>
                    <a:pt x="8395" y="22820"/>
                  </a:lnTo>
                  <a:lnTo>
                    <a:pt x="10486" y="21468"/>
                  </a:lnTo>
                  <a:lnTo>
                    <a:pt x="10148" y="14972"/>
                  </a:lnTo>
                  <a:lnTo>
                    <a:pt x="9404" y="14012"/>
                  </a:lnTo>
                  <a:lnTo>
                    <a:pt x="8316" y="15322"/>
                  </a:lnTo>
                  <a:lnTo>
                    <a:pt x="6628" y="15886"/>
                  </a:lnTo>
                  <a:lnTo>
                    <a:pt x="1795" y="12694"/>
                  </a:lnTo>
                  <a:lnTo>
                    <a:pt x="0" y="10680"/>
                  </a:lnTo>
                  <a:lnTo>
                    <a:pt x="184" y="8316"/>
                  </a:lnTo>
                  <a:lnTo>
                    <a:pt x="4489" y="8529"/>
                  </a:lnTo>
                  <a:lnTo>
                    <a:pt x="5482" y="3272"/>
                  </a:lnTo>
                  <a:lnTo>
                    <a:pt x="10646" y="2682"/>
                  </a:lnTo>
                  <a:lnTo>
                    <a:pt x="12361" y="917"/>
                  </a:lnTo>
                  <a:lnTo>
                    <a:pt x="2149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h6773"/>
            <p:cNvSpPr/>
            <p:nvPr/>
          </p:nvSpPr>
          <p:spPr>
            <a:xfrm>
              <a:off x="11733349" y="3260845"/>
              <a:ext cx="5055" cy="6678"/>
            </a:xfrm>
            <a:custGeom>
              <a:avLst/>
              <a:pathLst>
                <a:path w="5055" h="6678">
                  <a:moveTo>
                    <a:pt x="0" y="5933"/>
                  </a:moveTo>
                  <a:lnTo>
                    <a:pt x="1305" y="3706"/>
                  </a:lnTo>
                  <a:lnTo>
                    <a:pt x="899" y="1714"/>
                  </a:lnTo>
                  <a:lnTo>
                    <a:pt x="2341" y="0"/>
                  </a:lnTo>
                  <a:lnTo>
                    <a:pt x="5055" y="2506"/>
                  </a:lnTo>
                  <a:lnTo>
                    <a:pt x="2922" y="6678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h6774"/>
            <p:cNvSpPr/>
            <p:nvPr/>
          </p:nvSpPr>
          <p:spPr>
            <a:xfrm>
              <a:off x="11693483" y="3240057"/>
              <a:ext cx="35966" cy="25359"/>
            </a:xfrm>
            <a:custGeom>
              <a:avLst/>
              <a:pathLst>
                <a:path w="35966" h="25359">
                  <a:moveTo>
                    <a:pt x="19821" y="6008"/>
                  </a:moveTo>
                  <a:lnTo>
                    <a:pt x="21342" y="5593"/>
                  </a:lnTo>
                  <a:lnTo>
                    <a:pt x="22045" y="4402"/>
                  </a:lnTo>
                  <a:lnTo>
                    <a:pt x="21050" y="3862"/>
                  </a:lnTo>
                  <a:lnTo>
                    <a:pt x="20686" y="1114"/>
                  </a:lnTo>
                  <a:lnTo>
                    <a:pt x="23663" y="1865"/>
                  </a:lnTo>
                  <a:lnTo>
                    <a:pt x="23105" y="3166"/>
                  </a:lnTo>
                  <a:lnTo>
                    <a:pt x="23922" y="12683"/>
                  </a:lnTo>
                  <a:lnTo>
                    <a:pt x="31797" y="12145"/>
                  </a:lnTo>
                  <a:lnTo>
                    <a:pt x="35210" y="14009"/>
                  </a:lnTo>
                  <a:lnTo>
                    <a:pt x="35966" y="15519"/>
                  </a:lnTo>
                  <a:lnTo>
                    <a:pt x="29216" y="17076"/>
                  </a:lnTo>
                  <a:lnTo>
                    <a:pt x="26162" y="17979"/>
                  </a:lnTo>
                  <a:lnTo>
                    <a:pt x="24020" y="17593"/>
                  </a:lnTo>
                  <a:lnTo>
                    <a:pt x="21567" y="20207"/>
                  </a:lnTo>
                  <a:lnTo>
                    <a:pt x="14836" y="17439"/>
                  </a:lnTo>
                  <a:lnTo>
                    <a:pt x="15661" y="23716"/>
                  </a:lnTo>
                  <a:lnTo>
                    <a:pt x="13671" y="24980"/>
                  </a:lnTo>
                  <a:lnTo>
                    <a:pt x="13074" y="25359"/>
                  </a:lnTo>
                  <a:lnTo>
                    <a:pt x="9445" y="24085"/>
                  </a:lnTo>
                  <a:lnTo>
                    <a:pt x="7651" y="22040"/>
                  </a:lnTo>
                  <a:lnTo>
                    <a:pt x="1690" y="18207"/>
                  </a:lnTo>
                  <a:lnTo>
                    <a:pt x="1361" y="16312"/>
                  </a:lnTo>
                  <a:lnTo>
                    <a:pt x="1461" y="12921"/>
                  </a:lnTo>
                  <a:lnTo>
                    <a:pt x="0" y="8931"/>
                  </a:lnTo>
                  <a:lnTo>
                    <a:pt x="3472" y="6075"/>
                  </a:lnTo>
                  <a:lnTo>
                    <a:pt x="4025" y="4903"/>
                  </a:lnTo>
                  <a:lnTo>
                    <a:pt x="2936" y="3921"/>
                  </a:lnTo>
                  <a:lnTo>
                    <a:pt x="8769" y="3440"/>
                  </a:lnTo>
                  <a:lnTo>
                    <a:pt x="11494" y="2475"/>
                  </a:lnTo>
                  <a:lnTo>
                    <a:pt x="13534" y="0"/>
                  </a:lnTo>
                  <a:lnTo>
                    <a:pt x="15900" y="4666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h6775"/>
            <p:cNvSpPr/>
            <p:nvPr/>
          </p:nvSpPr>
          <p:spPr>
            <a:xfrm>
              <a:off x="11612831" y="3175792"/>
              <a:ext cx="23945" cy="18099"/>
            </a:xfrm>
            <a:custGeom>
              <a:avLst/>
              <a:pathLst>
                <a:path w="23945" h="18099">
                  <a:moveTo>
                    <a:pt x="17868" y="1665"/>
                  </a:moveTo>
                  <a:lnTo>
                    <a:pt x="17437" y="2241"/>
                  </a:lnTo>
                  <a:lnTo>
                    <a:pt x="19195" y="4126"/>
                  </a:lnTo>
                  <a:lnTo>
                    <a:pt x="23945" y="11627"/>
                  </a:lnTo>
                  <a:lnTo>
                    <a:pt x="19270" y="18099"/>
                  </a:lnTo>
                  <a:lnTo>
                    <a:pt x="16461" y="16634"/>
                  </a:lnTo>
                  <a:lnTo>
                    <a:pt x="16220" y="14712"/>
                  </a:lnTo>
                  <a:lnTo>
                    <a:pt x="14541" y="15304"/>
                  </a:lnTo>
                  <a:lnTo>
                    <a:pt x="12115" y="14964"/>
                  </a:lnTo>
                  <a:lnTo>
                    <a:pt x="12101" y="12780"/>
                  </a:lnTo>
                  <a:lnTo>
                    <a:pt x="11341" y="11940"/>
                  </a:lnTo>
                  <a:lnTo>
                    <a:pt x="1283" y="12879"/>
                  </a:lnTo>
                  <a:lnTo>
                    <a:pt x="304" y="9360"/>
                  </a:lnTo>
                  <a:lnTo>
                    <a:pt x="0" y="6832"/>
                  </a:lnTo>
                  <a:lnTo>
                    <a:pt x="4355" y="5047"/>
                  </a:lnTo>
                  <a:lnTo>
                    <a:pt x="6832" y="2589"/>
                  </a:lnTo>
                  <a:lnTo>
                    <a:pt x="12769" y="1800"/>
                  </a:lnTo>
                  <a:lnTo>
                    <a:pt x="15153" y="243"/>
                  </a:lnTo>
                  <a:lnTo>
                    <a:pt x="1593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h6776"/>
            <p:cNvSpPr/>
            <p:nvPr/>
          </p:nvSpPr>
          <p:spPr>
            <a:xfrm>
              <a:off x="11697001" y="3363645"/>
              <a:ext cx="21089" cy="19113"/>
            </a:xfrm>
            <a:custGeom>
              <a:avLst/>
              <a:pathLst>
                <a:path w="21089" h="19113">
                  <a:moveTo>
                    <a:pt x="21089" y="0"/>
                  </a:moveTo>
                  <a:lnTo>
                    <a:pt x="21052" y="7677"/>
                  </a:lnTo>
                  <a:lnTo>
                    <a:pt x="19923" y="11645"/>
                  </a:lnTo>
                  <a:lnTo>
                    <a:pt x="11523" y="17580"/>
                  </a:lnTo>
                  <a:lnTo>
                    <a:pt x="7523" y="19113"/>
                  </a:lnTo>
                  <a:lnTo>
                    <a:pt x="2937" y="17670"/>
                  </a:lnTo>
                  <a:lnTo>
                    <a:pt x="9" y="18030"/>
                  </a:lnTo>
                  <a:lnTo>
                    <a:pt x="0" y="16060"/>
                  </a:lnTo>
                  <a:lnTo>
                    <a:pt x="59" y="11509"/>
                  </a:lnTo>
                  <a:lnTo>
                    <a:pt x="5019" y="9527"/>
                  </a:lnTo>
                  <a:lnTo>
                    <a:pt x="9342" y="4464"/>
                  </a:lnTo>
                  <a:lnTo>
                    <a:pt x="11226" y="342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h6777"/>
            <p:cNvSpPr/>
            <p:nvPr/>
          </p:nvSpPr>
          <p:spPr>
            <a:xfrm>
              <a:off x="11850532" y="3280531"/>
              <a:ext cx="32389" cy="34408"/>
            </a:xfrm>
            <a:custGeom>
              <a:avLst/>
              <a:pathLst>
                <a:path w="32389" h="34408">
                  <a:moveTo>
                    <a:pt x="29179" y="1354"/>
                  </a:moveTo>
                  <a:lnTo>
                    <a:pt x="27041" y="5850"/>
                  </a:lnTo>
                  <a:lnTo>
                    <a:pt x="24611" y="4100"/>
                  </a:lnTo>
                  <a:lnTo>
                    <a:pt x="24111" y="9661"/>
                  </a:lnTo>
                  <a:lnTo>
                    <a:pt x="24073" y="10434"/>
                  </a:lnTo>
                  <a:lnTo>
                    <a:pt x="27690" y="10664"/>
                  </a:lnTo>
                  <a:lnTo>
                    <a:pt x="26357" y="15819"/>
                  </a:lnTo>
                  <a:lnTo>
                    <a:pt x="32389" y="21111"/>
                  </a:lnTo>
                  <a:lnTo>
                    <a:pt x="27429" y="26956"/>
                  </a:lnTo>
                  <a:lnTo>
                    <a:pt x="27529" y="33279"/>
                  </a:lnTo>
                  <a:lnTo>
                    <a:pt x="12423" y="34408"/>
                  </a:lnTo>
                  <a:lnTo>
                    <a:pt x="11186" y="30489"/>
                  </a:lnTo>
                  <a:lnTo>
                    <a:pt x="6973" y="28670"/>
                  </a:lnTo>
                  <a:lnTo>
                    <a:pt x="4969" y="26186"/>
                  </a:lnTo>
                  <a:lnTo>
                    <a:pt x="6539" y="23630"/>
                  </a:lnTo>
                  <a:lnTo>
                    <a:pt x="6117" y="20268"/>
                  </a:lnTo>
                  <a:lnTo>
                    <a:pt x="3024" y="19959"/>
                  </a:lnTo>
                  <a:lnTo>
                    <a:pt x="195" y="16869"/>
                  </a:lnTo>
                  <a:lnTo>
                    <a:pt x="0" y="13095"/>
                  </a:lnTo>
                  <a:lnTo>
                    <a:pt x="2095" y="14702"/>
                  </a:lnTo>
                  <a:lnTo>
                    <a:pt x="3504" y="9165"/>
                  </a:lnTo>
                  <a:lnTo>
                    <a:pt x="9623" y="5900"/>
                  </a:lnTo>
                  <a:lnTo>
                    <a:pt x="9264" y="7092"/>
                  </a:lnTo>
                  <a:lnTo>
                    <a:pt x="9886" y="8868"/>
                  </a:lnTo>
                  <a:lnTo>
                    <a:pt x="17296" y="11870"/>
                  </a:lnTo>
                  <a:lnTo>
                    <a:pt x="17563" y="4190"/>
                  </a:lnTo>
                  <a:lnTo>
                    <a:pt x="21596" y="4171"/>
                  </a:lnTo>
                  <a:lnTo>
                    <a:pt x="23580" y="3203"/>
                  </a:lnTo>
                  <a:lnTo>
                    <a:pt x="2517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h6778"/>
            <p:cNvSpPr/>
            <p:nvPr/>
          </p:nvSpPr>
          <p:spPr>
            <a:xfrm>
              <a:off x="11700723" y="3413006"/>
              <a:ext cx="32319" cy="41442"/>
            </a:xfrm>
            <a:custGeom>
              <a:avLst/>
              <a:pathLst>
                <a:path w="32319" h="41442">
                  <a:moveTo>
                    <a:pt x="22533" y="1725"/>
                  </a:moveTo>
                  <a:lnTo>
                    <a:pt x="28190" y="1878"/>
                  </a:lnTo>
                  <a:lnTo>
                    <a:pt x="28086" y="3633"/>
                  </a:lnTo>
                  <a:lnTo>
                    <a:pt x="26493" y="3888"/>
                  </a:lnTo>
                  <a:lnTo>
                    <a:pt x="26157" y="6135"/>
                  </a:lnTo>
                  <a:lnTo>
                    <a:pt x="30393" y="7264"/>
                  </a:lnTo>
                  <a:lnTo>
                    <a:pt x="32319" y="8726"/>
                  </a:lnTo>
                  <a:lnTo>
                    <a:pt x="29206" y="10412"/>
                  </a:lnTo>
                  <a:lnTo>
                    <a:pt x="26754" y="21602"/>
                  </a:lnTo>
                  <a:lnTo>
                    <a:pt x="27425" y="22965"/>
                  </a:lnTo>
                  <a:lnTo>
                    <a:pt x="25199" y="26848"/>
                  </a:lnTo>
                  <a:lnTo>
                    <a:pt x="21038" y="26150"/>
                  </a:lnTo>
                  <a:lnTo>
                    <a:pt x="18485" y="26738"/>
                  </a:lnTo>
                  <a:lnTo>
                    <a:pt x="17767" y="30305"/>
                  </a:lnTo>
                  <a:lnTo>
                    <a:pt x="18339" y="32802"/>
                  </a:lnTo>
                  <a:lnTo>
                    <a:pt x="17885" y="34864"/>
                  </a:lnTo>
                  <a:lnTo>
                    <a:pt x="14447" y="35814"/>
                  </a:lnTo>
                  <a:lnTo>
                    <a:pt x="10876" y="41442"/>
                  </a:lnTo>
                  <a:lnTo>
                    <a:pt x="6845" y="39068"/>
                  </a:lnTo>
                  <a:lnTo>
                    <a:pt x="0" y="28657"/>
                  </a:lnTo>
                  <a:lnTo>
                    <a:pt x="638" y="26310"/>
                  </a:lnTo>
                  <a:lnTo>
                    <a:pt x="2476" y="23986"/>
                  </a:lnTo>
                  <a:lnTo>
                    <a:pt x="6147" y="25028"/>
                  </a:lnTo>
                  <a:lnTo>
                    <a:pt x="13910" y="16094"/>
                  </a:lnTo>
                  <a:lnTo>
                    <a:pt x="13597" y="15600"/>
                  </a:lnTo>
                  <a:lnTo>
                    <a:pt x="14303" y="14566"/>
                  </a:lnTo>
                  <a:lnTo>
                    <a:pt x="16388" y="15462"/>
                  </a:lnTo>
                  <a:lnTo>
                    <a:pt x="19720" y="9874"/>
                  </a:lnTo>
                  <a:lnTo>
                    <a:pt x="19239" y="4934"/>
                  </a:lnTo>
                  <a:lnTo>
                    <a:pt x="17723" y="4024"/>
                  </a:lnTo>
                  <a:lnTo>
                    <a:pt x="19093" y="1123"/>
                  </a:lnTo>
                  <a:lnTo>
                    <a:pt x="2123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h6779"/>
            <p:cNvSpPr/>
            <p:nvPr/>
          </p:nvSpPr>
          <p:spPr>
            <a:xfrm>
              <a:off x="11708728" y="3197925"/>
              <a:ext cx="20497" cy="19610"/>
            </a:xfrm>
            <a:custGeom>
              <a:avLst/>
              <a:pathLst>
                <a:path w="20497" h="19610">
                  <a:moveTo>
                    <a:pt x="20497" y="3462"/>
                  </a:moveTo>
                  <a:lnTo>
                    <a:pt x="19763" y="6818"/>
                  </a:lnTo>
                  <a:lnTo>
                    <a:pt x="17775" y="8490"/>
                  </a:lnTo>
                  <a:lnTo>
                    <a:pt x="17048" y="12480"/>
                  </a:lnTo>
                  <a:lnTo>
                    <a:pt x="18376" y="14407"/>
                  </a:lnTo>
                  <a:lnTo>
                    <a:pt x="15092" y="17602"/>
                  </a:lnTo>
                  <a:lnTo>
                    <a:pt x="14110" y="18644"/>
                  </a:lnTo>
                  <a:lnTo>
                    <a:pt x="8990" y="19610"/>
                  </a:lnTo>
                  <a:lnTo>
                    <a:pt x="5905" y="14535"/>
                  </a:lnTo>
                  <a:lnTo>
                    <a:pt x="7354" y="10443"/>
                  </a:lnTo>
                  <a:lnTo>
                    <a:pt x="2307" y="7995"/>
                  </a:lnTo>
                  <a:lnTo>
                    <a:pt x="0" y="5036"/>
                  </a:lnTo>
                  <a:lnTo>
                    <a:pt x="2931" y="734"/>
                  </a:lnTo>
                  <a:lnTo>
                    <a:pt x="4381" y="771"/>
                  </a:lnTo>
                  <a:lnTo>
                    <a:pt x="4787" y="3858"/>
                  </a:lnTo>
                  <a:lnTo>
                    <a:pt x="3732" y="4418"/>
                  </a:lnTo>
                  <a:lnTo>
                    <a:pt x="3415" y="5463"/>
                  </a:lnTo>
                  <a:lnTo>
                    <a:pt x="3918" y="7197"/>
                  </a:lnTo>
                  <a:lnTo>
                    <a:pt x="5614" y="8216"/>
                  </a:lnTo>
                  <a:lnTo>
                    <a:pt x="7727" y="3459"/>
                  </a:lnTo>
                  <a:lnTo>
                    <a:pt x="7911" y="2274"/>
                  </a:lnTo>
                  <a:lnTo>
                    <a:pt x="7177" y="1014"/>
                  </a:lnTo>
                  <a:lnTo>
                    <a:pt x="1310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h6780"/>
            <p:cNvSpPr/>
            <p:nvPr/>
          </p:nvSpPr>
          <p:spPr>
            <a:xfrm>
              <a:off x="11691838" y="3218130"/>
              <a:ext cx="6408" cy="11238"/>
            </a:xfrm>
            <a:custGeom>
              <a:avLst/>
              <a:pathLst>
                <a:path w="6408" h="11238">
                  <a:moveTo>
                    <a:pt x="2733" y="797"/>
                  </a:moveTo>
                  <a:lnTo>
                    <a:pt x="2157" y="3048"/>
                  </a:lnTo>
                  <a:lnTo>
                    <a:pt x="2825" y="5390"/>
                  </a:lnTo>
                  <a:lnTo>
                    <a:pt x="5117" y="6618"/>
                  </a:lnTo>
                  <a:lnTo>
                    <a:pt x="6408" y="9063"/>
                  </a:lnTo>
                  <a:lnTo>
                    <a:pt x="5957" y="11238"/>
                  </a:lnTo>
                  <a:lnTo>
                    <a:pt x="3595" y="9731"/>
                  </a:lnTo>
                  <a:lnTo>
                    <a:pt x="3113" y="8874"/>
                  </a:lnTo>
                  <a:lnTo>
                    <a:pt x="855" y="9024"/>
                  </a:lnTo>
                  <a:lnTo>
                    <a:pt x="0" y="7791"/>
                  </a:lnTo>
                  <a:lnTo>
                    <a:pt x="1785" y="5275"/>
                  </a:lnTo>
                  <a:lnTo>
                    <a:pt x="571" y="896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h6781"/>
            <p:cNvSpPr/>
            <p:nvPr/>
          </p:nvSpPr>
          <p:spPr>
            <a:xfrm>
              <a:off x="11690882" y="3265038"/>
              <a:ext cx="20980" cy="16703"/>
            </a:xfrm>
            <a:custGeom>
              <a:avLst/>
              <a:pathLst>
                <a:path w="20980" h="16703">
                  <a:moveTo>
                    <a:pt x="20561" y="5677"/>
                  </a:moveTo>
                  <a:lnTo>
                    <a:pt x="20980" y="11107"/>
                  </a:lnTo>
                  <a:lnTo>
                    <a:pt x="18911" y="12703"/>
                  </a:lnTo>
                  <a:lnTo>
                    <a:pt x="15533" y="13003"/>
                  </a:lnTo>
                  <a:lnTo>
                    <a:pt x="14884" y="11870"/>
                  </a:lnTo>
                  <a:lnTo>
                    <a:pt x="10279" y="15141"/>
                  </a:lnTo>
                  <a:lnTo>
                    <a:pt x="5819" y="12252"/>
                  </a:lnTo>
                  <a:lnTo>
                    <a:pt x="4125" y="12580"/>
                  </a:lnTo>
                  <a:lnTo>
                    <a:pt x="4879" y="15712"/>
                  </a:lnTo>
                  <a:lnTo>
                    <a:pt x="3899" y="16703"/>
                  </a:lnTo>
                  <a:lnTo>
                    <a:pt x="1090" y="15301"/>
                  </a:lnTo>
                  <a:lnTo>
                    <a:pt x="1797" y="13205"/>
                  </a:lnTo>
                  <a:lnTo>
                    <a:pt x="230" y="10928"/>
                  </a:lnTo>
                  <a:lnTo>
                    <a:pt x="0" y="9350"/>
                  </a:lnTo>
                  <a:lnTo>
                    <a:pt x="1278" y="6921"/>
                  </a:lnTo>
                  <a:lnTo>
                    <a:pt x="7818" y="8766"/>
                  </a:lnTo>
                  <a:lnTo>
                    <a:pt x="6497" y="4821"/>
                  </a:lnTo>
                  <a:lnTo>
                    <a:pt x="6732" y="3308"/>
                  </a:lnTo>
                  <a:lnTo>
                    <a:pt x="8679" y="914"/>
                  </a:lnTo>
                  <a:lnTo>
                    <a:pt x="15676" y="378"/>
                  </a:lnTo>
                  <a:lnTo>
                    <a:pt x="1627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h6782"/>
            <p:cNvSpPr/>
            <p:nvPr/>
          </p:nvSpPr>
          <p:spPr>
            <a:xfrm>
              <a:off x="11712884" y="3221813"/>
              <a:ext cx="20459" cy="20530"/>
            </a:xfrm>
            <a:custGeom>
              <a:avLst/>
              <a:pathLst>
                <a:path w="20459" h="20530">
                  <a:moveTo>
                    <a:pt x="11344" y="468"/>
                  </a:moveTo>
                  <a:lnTo>
                    <a:pt x="11017" y="4092"/>
                  </a:lnTo>
                  <a:lnTo>
                    <a:pt x="12402" y="5606"/>
                  </a:lnTo>
                  <a:lnTo>
                    <a:pt x="11024" y="7623"/>
                  </a:lnTo>
                  <a:lnTo>
                    <a:pt x="9865" y="9331"/>
                  </a:lnTo>
                  <a:lnTo>
                    <a:pt x="12224" y="13421"/>
                  </a:lnTo>
                  <a:lnTo>
                    <a:pt x="20459" y="14033"/>
                  </a:lnTo>
                  <a:lnTo>
                    <a:pt x="19513" y="17792"/>
                  </a:lnTo>
                  <a:lnTo>
                    <a:pt x="16123" y="19165"/>
                  </a:lnTo>
                  <a:lnTo>
                    <a:pt x="11426" y="20530"/>
                  </a:lnTo>
                  <a:lnTo>
                    <a:pt x="9977" y="18722"/>
                  </a:lnTo>
                  <a:lnTo>
                    <a:pt x="8680" y="18517"/>
                  </a:lnTo>
                  <a:lnTo>
                    <a:pt x="4262" y="20110"/>
                  </a:lnTo>
                  <a:lnTo>
                    <a:pt x="1285" y="19358"/>
                  </a:lnTo>
                  <a:lnTo>
                    <a:pt x="0" y="17377"/>
                  </a:lnTo>
                  <a:lnTo>
                    <a:pt x="27" y="12152"/>
                  </a:lnTo>
                  <a:lnTo>
                    <a:pt x="644" y="10379"/>
                  </a:lnTo>
                  <a:lnTo>
                    <a:pt x="2672" y="5866"/>
                  </a:lnTo>
                  <a:lnTo>
                    <a:pt x="2656" y="4629"/>
                  </a:lnTo>
                  <a:lnTo>
                    <a:pt x="5983" y="551"/>
                  </a:lnTo>
                  <a:lnTo>
                    <a:pt x="828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h6783"/>
            <p:cNvSpPr/>
            <p:nvPr/>
          </p:nvSpPr>
          <p:spPr>
            <a:xfrm>
              <a:off x="11722749" y="3224059"/>
              <a:ext cx="45818" cy="25454"/>
            </a:xfrm>
            <a:custGeom>
              <a:avLst/>
              <a:pathLst>
                <a:path w="45818" h="25454">
                  <a:moveTo>
                    <a:pt x="17998" y="446"/>
                  </a:moveTo>
                  <a:lnTo>
                    <a:pt x="20626" y="4361"/>
                  </a:lnTo>
                  <a:lnTo>
                    <a:pt x="25459" y="9212"/>
                  </a:lnTo>
                  <a:lnTo>
                    <a:pt x="25889" y="11340"/>
                  </a:lnTo>
                  <a:lnTo>
                    <a:pt x="25066" y="12663"/>
                  </a:lnTo>
                  <a:lnTo>
                    <a:pt x="35150" y="13158"/>
                  </a:lnTo>
                  <a:lnTo>
                    <a:pt x="37855" y="15006"/>
                  </a:lnTo>
                  <a:lnTo>
                    <a:pt x="38153" y="17384"/>
                  </a:lnTo>
                  <a:lnTo>
                    <a:pt x="41414" y="20121"/>
                  </a:lnTo>
                  <a:lnTo>
                    <a:pt x="45818" y="22029"/>
                  </a:lnTo>
                  <a:lnTo>
                    <a:pt x="45216" y="22716"/>
                  </a:lnTo>
                  <a:lnTo>
                    <a:pt x="38675" y="23847"/>
                  </a:lnTo>
                  <a:lnTo>
                    <a:pt x="28424" y="24152"/>
                  </a:lnTo>
                  <a:lnTo>
                    <a:pt x="28456" y="25082"/>
                  </a:lnTo>
                  <a:lnTo>
                    <a:pt x="26963" y="25442"/>
                  </a:lnTo>
                  <a:lnTo>
                    <a:pt x="24601" y="25454"/>
                  </a:lnTo>
                  <a:lnTo>
                    <a:pt x="18289" y="22573"/>
                  </a:lnTo>
                  <a:lnTo>
                    <a:pt x="14739" y="19254"/>
                  </a:lnTo>
                  <a:lnTo>
                    <a:pt x="10637" y="18765"/>
                  </a:lnTo>
                  <a:lnTo>
                    <a:pt x="7185" y="17792"/>
                  </a:lnTo>
                  <a:lnTo>
                    <a:pt x="6258" y="16919"/>
                  </a:lnTo>
                  <a:lnTo>
                    <a:pt x="9648" y="15545"/>
                  </a:lnTo>
                  <a:lnTo>
                    <a:pt x="10594" y="11787"/>
                  </a:lnTo>
                  <a:lnTo>
                    <a:pt x="2359" y="11175"/>
                  </a:lnTo>
                  <a:lnTo>
                    <a:pt x="0" y="7085"/>
                  </a:lnTo>
                  <a:lnTo>
                    <a:pt x="1159" y="5377"/>
                  </a:lnTo>
                  <a:lnTo>
                    <a:pt x="3996" y="6541"/>
                  </a:lnTo>
                  <a:lnTo>
                    <a:pt x="8038" y="7041"/>
                  </a:lnTo>
                  <a:lnTo>
                    <a:pt x="10797" y="6474"/>
                  </a:lnTo>
                  <a:lnTo>
                    <a:pt x="13304" y="2548"/>
                  </a:lnTo>
                  <a:lnTo>
                    <a:pt x="13444" y="1218"/>
                  </a:lnTo>
                  <a:lnTo>
                    <a:pt x="11649" y="893"/>
                  </a:lnTo>
                  <a:lnTo>
                    <a:pt x="1587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h6784"/>
            <p:cNvSpPr/>
            <p:nvPr/>
          </p:nvSpPr>
          <p:spPr>
            <a:xfrm>
              <a:off x="11734399" y="3179115"/>
              <a:ext cx="197691" cy="134695"/>
            </a:xfrm>
            <a:custGeom>
              <a:avLst/>
              <a:pathLst>
                <a:path w="197691" h="134695">
                  <a:moveTo>
                    <a:pt x="80000" y="3643"/>
                  </a:moveTo>
                  <a:lnTo>
                    <a:pt x="80551" y="1819"/>
                  </a:lnTo>
                  <a:lnTo>
                    <a:pt x="83427" y="1149"/>
                  </a:lnTo>
                  <a:lnTo>
                    <a:pt x="88515" y="1070"/>
                  </a:lnTo>
                  <a:lnTo>
                    <a:pt x="92139" y="2179"/>
                  </a:lnTo>
                  <a:lnTo>
                    <a:pt x="92490" y="4493"/>
                  </a:lnTo>
                  <a:lnTo>
                    <a:pt x="89613" y="7770"/>
                  </a:lnTo>
                  <a:lnTo>
                    <a:pt x="88942" y="12193"/>
                  </a:lnTo>
                  <a:lnTo>
                    <a:pt x="91555" y="13801"/>
                  </a:lnTo>
                  <a:lnTo>
                    <a:pt x="93132" y="12323"/>
                  </a:lnTo>
                  <a:lnTo>
                    <a:pt x="101353" y="16845"/>
                  </a:lnTo>
                  <a:lnTo>
                    <a:pt x="102483" y="14227"/>
                  </a:lnTo>
                  <a:lnTo>
                    <a:pt x="95881" y="11460"/>
                  </a:lnTo>
                  <a:lnTo>
                    <a:pt x="98102" y="7366"/>
                  </a:lnTo>
                  <a:lnTo>
                    <a:pt x="102515" y="9123"/>
                  </a:lnTo>
                  <a:lnTo>
                    <a:pt x="105709" y="12694"/>
                  </a:lnTo>
                  <a:lnTo>
                    <a:pt x="107306" y="16350"/>
                  </a:lnTo>
                  <a:lnTo>
                    <a:pt x="109395" y="17215"/>
                  </a:lnTo>
                  <a:lnTo>
                    <a:pt x="112075" y="14487"/>
                  </a:lnTo>
                  <a:lnTo>
                    <a:pt x="112583" y="10284"/>
                  </a:lnTo>
                  <a:lnTo>
                    <a:pt x="116354" y="10578"/>
                  </a:lnTo>
                  <a:lnTo>
                    <a:pt x="120298" y="12454"/>
                  </a:lnTo>
                  <a:lnTo>
                    <a:pt x="118120" y="15060"/>
                  </a:lnTo>
                  <a:lnTo>
                    <a:pt x="119117" y="17430"/>
                  </a:lnTo>
                  <a:lnTo>
                    <a:pt x="123535" y="12789"/>
                  </a:lnTo>
                  <a:lnTo>
                    <a:pt x="126531" y="12850"/>
                  </a:lnTo>
                  <a:lnTo>
                    <a:pt x="127440" y="13444"/>
                  </a:lnTo>
                  <a:lnTo>
                    <a:pt x="129726" y="18304"/>
                  </a:lnTo>
                  <a:lnTo>
                    <a:pt x="134082" y="22456"/>
                  </a:lnTo>
                  <a:lnTo>
                    <a:pt x="136571" y="23566"/>
                  </a:lnTo>
                  <a:lnTo>
                    <a:pt x="140286" y="23533"/>
                  </a:lnTo>
                  <a:lnTo>
                    <a:pt x="143268" y="27825"/>
                  </a:lnTo>
                  <a:lnTo>
                    <a:pt x="147611" y="32287"/>
                  </a:lnTo>
                  <a:lnTo>
                    <a:pt x="146618" y="33741"/>
                  </a:lnTo>
                  <a:lnTo>
                    <a:pt x="147682" y="34952"/>
                  </a:lnTo>
                  <a:lnTo>
                    <a:pt x="156154" y="37397"/>
                  </a:lnTo>
                  <a:lnTo>
                    <a:pt x="156884" y="35583"/>
                  </a:lnTo>
                  <a:lnTo>
                    <a:pt x="160293" y="36891"/>
                  </a:lnTo>
                  <a:lnTo>
                    <a:pt x="164940" y="43331"/>
                  </a:lnTo>
                  <a:lnTo>
                    <a:pt x="171978" y="44018"/>
                  </a:lnTo>
                  <a:lnTo>
                    <a:pt x="184266" y="49323"/>
                  </a:lnTo>
                  <a:lnTo>
                    <a:pt x="188686" y="52536"/>
                  </a:lnTo>
                  <a:lnTo>
                    <a:pt x="193764" y="57075"/>
                  </a:lnTo>
                  <a:lnTo>
                    <a:pt x="196998" y="62712"/>
                  </a:lnTo>
                  <a:lnTo>
                    <a:pt x="197691" y="68328"/>
                  </a:lnTo>
                  <a:lnTo>
                    <a:pt x="194089" y="67993"/>
                  </a:lnTo>
                  <a:lnTo>
                    <a:pt x="193441" y="68992"/>
                  </a:lnTo>
                  <a:lnTo>
                    <a:pt x="193111" y="71654"/>
                  </a:lnTo>
                  <a:lnTo>
                    <a:pt x="196193" y="80621"/>
                  </a:lnTo>
                  <a:lnTo>
                    <a:pt x="195741" y="81040"/>
                  </a:lnTo>
                  <a:lnTo>
                    <a:pt x="193477" y="80246"/>
                  </a:lnTo>
                  <a:lnTo>
                    <a:pt x="192743" y="80840"/>
                  </a:lnTo>
                  <a:lnTo>
                    <a:pt x="194034" y="83510"/>
                  </a:lnTo>
                  <a:lnTo>
                    <a:pt x="196030" y="84898"/>
                  </a:lnTo>
                  <a:lnTo>
                    <a:pt x="192518" y="86481"/>
                  </a:lnTo>
                  <a:lnTo>
                    <a:pt x="192560" y="89483"/>
                  </a:lnTo>
                  <a:lnTo>
                    <a:pt x="191646" y="90207"/>
                  </a:lnTo>
                  <a:lnTo>
                    <a:pt x="190473" y="87522"/>
                  </a:lnTo>
                  <a:lnTo>
                    <a:pt x="192368" y="83730"/>
                  </a:lnTo>
                  <a:lnTo>
                    <a:pt x="191785" y="83102"/>
                  </a:lnTo>
                  <a:lnTo>
                    <a:pt x="190862" y="83318"/>
                  </a:lnTo>
                  <a:lnTo>
                    <a:pt x="185696" y="90104"/>
                  </a:lnTo>
                  <a:lnTo>
                    <a:pt x="187011" y="95281"/>
                  </a:lnTo>
                  <a:lnTo>
                    <a:pt x="188875" y="98723"/>
                  </a:lnTo>
                  <a:lnTo>
                    <a:pt x="188620" y="99478"/>
                  </a:lnTo>
                  <a:lnTo>
                    <a:pt x="185367" y="98974"/>
                  </a:lnTo>
                  <a:lnTo>
                    <a:pt x="180045" y="100917"/>
                  </a:lnTo>
                  <a:lnTo>
                    <a:pt x="176907" y="100641"/>
                  </a:lnTo>
                  <a:lnTo>
                    <a:pt x="175195" y="105352"/>
                  </a:lnTo>
                  <a:lnTo>
                    <a:pt x="177555" y="112986"/>
                  </a:lnTo>
                  <a:lnTo>
                    <a:pt x="175309" y="119976"/>
                  </a:lnTo>
                  <a:lnTo>
                    <a:pt x="173145" y="124201"/>
                  </a:lnTo>
                  <a:lnTo>
                    <a:pt x="168446" y="131998"/>
                  </a:lnTo>
                  <a:lnTo>
                    <a:pt x="167295" y="132919"/>
                  </a:lnTo>
                  <a:lnTo>
                    <a:pt x="143662" y="134695"/>
                  </a:lnTo>
                  <a:lnTo>
                    <a:pt x="143562" y="128372"/>
                  </a:lnTo>
                  <a:lnTo>
                    <a:pt x="148522" y="122527"/>
                  </a:lnTo>
                  <a:lnTo>
                    <a:pt x="142490" y="117235"/>
                  </a:lnTo>
                  <a:lnTo>
                    <a:pt x="143823" y="112080"/>
                  </a:lnTo>
                  <a:lnTo>
                    <a:pt x="140206" y="111850"/>
                  </a:lnTo>
                  <a:lnTo>
                    <a:pt x="140244" y="111078"/>
                  </a:lnTo>
                  <a:lnTo>
                    <a:pt x="140744" y="105516"/>
                  </a:lnTo>
                  <a:lnTo>
                    <a:pt x="143174" y="107267"/>
                  </a:lnTo>
                  <a:lnTo>
                    <a:pt x="145312" y="102771"/>
                  </a:lnTo>
                  <a:lnTo>
                    <a:pt x="141304" y="101416"/>
                  </a:lnTo>
                  <a:lnTo>
                    <a:pt x="139713" y="104620"/>
                  </a:lnTo>
                  <a:lnTo>
                    <a:pt x="137730" y="105587"/>
                  </a:lnTo>
                  <a:lnTo>
                    <a:pt x="133696" y="105606"/>
                  </a:lnTo>
                  <a:lnTo>
                    <a:pt x="133429" y="113286"/>
                  </a:lnTo>
                  <a:lnTo>
                    <a:pt x="126020" y="110284"/>
                  </a:lnTo>
                  <a:lnTo>
                    <a:pt x="125398" y="108509"/>
                  </a:lnTo>
                  <a:lnTo>
                    <a:pt x="125756" y="107316"/>
                  </a:lnTo>
                  <a:lnTo>
                    <a:pt x="122328" y="105843"/>
                  </a:lnTo>
                  <a:lnTo>
                    <a:pt x="121776" y="104874"/>
                  </a:lnTo>
                  <a:lnTo>
                    <a:pt x="122407" y="101174"/>
                  </a:lnTo>
                  <a:lnTo>
                    <a:pt x="120382" y="97018"/>
                  </a:lnTo>
                  <a:lnTo>
                    <a:pt x="118038" y="97128"/>
                  </a:lnTo>
                  <a:lnTo>
                    <a:pt x="115114" y="99250"/>
                  </a:lnTo>
                  <a:lnTo>
                    <a:pt x="111278" y="97559"/>
                  </a:lnTo>
                  <a:lnTo>
                    <a:pt x="109403" y="95326"/>
                  </a:lnTo>
                  <a:lnTo>
                    <a:pt x="107957" y="90772"/>
                  </a:lnTo>
                  <a:lnTo>
                    <a:pt x="109155" y="87593"/>
                  </a:lnTo>
                  <a:lnTo>
                    <a:pt x="106383" y="84747"/>
                  </a:lnTo>
                  <a:lnTo>
                    <a:pt x="102656" y="83581"/>
                  </a:lnTo>
                  <a:lnTo>
                    <a:pt x="102497" y="85500"/>
                  </a:lnTo>
                  <a:lnTo>
                    <a:pt x="100559" y="87194"/>
                  </a:lnTo>
                  <a:lnTo>
                    <a:pt x="97329" y="85557"/>
                  </a:lnTo>
                  <a:lnTo>
                    <a:pt x="92474" y="88926"/>
                  </a:lnTo>
                  <a:lnTo>
                    <a:pt x="91619" y="87771"/>
                  </a:lnTo>
                  <a:lnTo>
                    <a:pt x="92019" y="85982"/>
                  </a:lnTo>
                  <a:lnTo>
                    <a:pt x="91233" y="83710"/>
                  </a:lnTo>
                  <a:lnTo>
                    <a:pt x="90402" y="82824"/>
                  </a:lnTo>
                  <a:lnTo>
                    <a:pt x="88296" y="82879"/>
                  </a:lnTo>
                  <a:lnTo>
                    <a:pt x="88814" y="81253"/>
                  </a:lnTo>
                  <a:lnTo>
                    <a:pt x="94740" y="78486"/>
                  </a:lnTo>
                  <a:lnTo>
                    <a:pt x="92260" y="74739"/>
                  </a:lnTo>
                  <a:lnTo>
                    <a:pt x="88836" y="76034"/>
                  </a:lnTo>
                  <a:lnTo>
                    <a:pt x="86207" y="74186"/>
                  </a:lnTo>
                  <a:lnTo>
                    <a:pt x="82915" y="74260"/>
                  </a:lnTo>
                  <a:lnTo>
                    <a:pt x="67487" y="64917"/>
                  </a:lnTo>
                  <a:lnTo>
                    <a:pt x="68339" y="59019"/>
                  </a:lnTo>
                  <a:lnTo>
                    <a:pt x="64813" y="60185"/>
                  </a:lnTo>
                  <a:lnTo>
                    <a:pt x="53725" y="60086"/>
                  </a:lnTo>
                  <a:lnTo>
                    <a:pt x="52496" y="58907"/>
                  </a:lnTo>
                  <a:lnTo>
                    <a:pt x="52752" y="56564"/>
                  </a:lnTo>
                  <a:lnTo>
                    <a:pt x="51348" y="53849"/>
                  </a:lnTo>
                  <a:lnTo>
                    <a:pt x="45816" y="52837"/>
                  </a:lnTo>
                  <a:lnTo>
                    <a:pt x="43820" y="53136"/>
                  </a:lnTo>
                  <a:lnTo>
                    <a:pt x="40368" y="51803"/>
                  </a:lnTo>
                  <a:lnTo>
                    <a:pt x="41012" y="50379"/>
                  </a:lnTo>
                  <a:lnTo>
                    <a:pt x="37372" y="49141"/>
                  </a:lnTo>
                  <a:lnTo>
                    <a:pt x="36363" y="49268"/>
                  </a:lnTo>
                  <a:lnTo>
                    <a:pt x="34921" y="52986"/>
                  </a:lnTo>
                  <a:lnTo>
                    <a:pt x="35474" y="55413"/>
                  </a:lnTo>
                  <a:lnTo>
                    <a:pt x="34491" y="58058"/>
                  </a:lnTo>
                  <a:lnTo>
                    <a:pt x="26504" y="62329"/>
                  </a:lnTo>
                  <a:lnTo>
                    <a:pt x="26206" y="59950"/>
                  </a:lnTo>
                  <a:lnTo>
                    <a:pt x="23501" y="58103"/>
                  </a:lnTo>
                  <a:lnTo>
                    <a:pt x="13416" y="57608"/>
                  </a:lnTo>
                  <a:lnTo>
                    <a:pt x="14239" y="56285"/>
                  </a:lnTo>
                  <a:lnTo>
                    <a:pt x="13810" y="54157"/>
                  </a:lnTo>
                  <a:lnTo>
                    <a:pt x="8976" y="49306"/>
                  </a:lnTo>
                  <a:lnTo>
                    <a:pt x="6349" y="45391"/>
                  </a:lnTo>
                  <a:lnTo>
                    <a:pt x="4224" y="44944"/>
                  </a:lnTo>
                  <a:lnTo>
                    <a:pt x="0" y="45838"/>
                  </a:lnTo>
                  <a:lnTo>
                    <a:pt x="1199" y="41966"/>
                  </a:lnTo>
                  <a:lnTo>
                    <a:pt x="4127" y="41017"/>
                  </a:lnTo>
                  <a:lnTo>
                    <a:pt x="4426" y="39732"/>
                  </a:lnTo>
                  <a:lnTo>
                    <a:pt x="3153" y="39758"/>
                  </a:lnTo>
                  <a:lnTo>
                    <a:pt x="4608" y="39034"/>
                  </a:lnTo>
                  <a:lnTo>
                    <a:pt x="8672" y="40123"/>
                  </a:lnTo>
                  <a:lnTo>
                    <a:pt x="14276" y="39267"/>
                  </a:lnTo>
                  <a:lnTo>
                    <a:pt x="16071" y="34995"/>
                  </a:lnTo>
                  <a:lnTo>
                    <a:pt x="15504" y="33804"/>
                  </a:lnTo>
                  <a:lnTo>
                    <a:pt x="16072" y="32952"/>
                  </a:lnTo>
                  <a:lnTo>
                    <a:pt x="19708" y="33670"/>
                  </a:lnTo>
                  <a:lnTo>
                    <a:pt x="21893" y="34768"/>
                  </a:lnTo>
                  <a:lnTo>
                    <a:pt x="22096" y="35933"/>
                  </a:lnTo>
                  <a:lnTo>
                    <a:pt x="25286" y="36786"/>
                  </a:lnTo>
                  <a:lnTo>
                    <a:pt x="27625" y="35177"/>
                  </a:lnTo>
                  <a:lnTo>
                    <a:pt x="42908" y="32831"/>
                  </a:lnTo>
                  <a:lnTo>
                    <a:pt x="48835" y="30635"/>
                  </a:lnTo>
                  <a:lnTo>
                    <a:pt x="53691" y="30483"/>
                  </a:lnTo>
                  <a:lnTo>
                    <a:pt x="61809" y="25107"/>
                  </a:lnTo>
                  <a:lnTo>
                    <a:pt x="68401" y="16673"/>
                  </a:lnTo>
                  <a:lnTo>
                    <a:pt x="72720" y="17531"/>
                  </a:lnTo>
                  <a:lnTo>
                    <a:pt x="73078" y="16353"/>
                  </a:lnTo>
                  <a:lnTo>
                    <a:pt x="66863" y="14385"/>
                  </a:lnTo>
                  <a:lnTo>
                    <a:pt x="66948" y="12716"/>
                  </a:lnTo>
                  <a:lnTo>
                    <a:pt x="68296" y="11413"/>
                  </a:lnTo>
                  <a:lnTo>
                    <a:pt x="70901" y="12546"/>
                  </a:lnTo>
                  <a:lnTo>
                    <a:pt x="72749" y="12570"/>
                  </a:lnTo>
                  <a:lnTo>
                    <a:pt x="78522" y="7800"/>
                  </a:lnTo>
                  <a:lnTo>
                    <a:pt x="78073" y="4024"/>
                  </a:lnTo>
                  <a:lnTo>
                    <a:pt x="77580" y="3681"/>
                  </a:lnTo>
                  <a:lnTo>
                    <a:pt x="74765" y="5163"/>
                  </a:lnTo>
                  <a:lnTo>
                    <a:pt x="75297" y="5736"/>
                  </a:lnTo>
                  <a:lnTo>
                    <a:pt x="73449" y="8414"/>
                  </a:lnTo>
                  <a:lnTo>
                    <a:pt x="69503" y="9007"/>
                  </a:lnTo>
                  <a:lnTo>
                    <a:pt x="68304" y="4595"/>
                  </a:lnTo>
                  <a:lnTo>
                    <a:pt x="69826" y="3759"/>
                  </a:lnTo>
                  <a:lnTo>
                    <a:pt x="7442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h6785"/>
            <p:cNvSpPr/>
            <p:nvPr/>
          </p:nvSpPr>
          <p:spPr>
            <a:xfrm>
              <a:off x="11559359" y="3205484"/>
              <a:ext cx="81311" cy="81229"/>
            </a:xfrm>
            <a:custGeom>
              <a:avLst/>
              <a:pathLst>
                <a:path w="81311" h="81229">
                  <a:moveTo>
                    <a:pt x="28221" y="192"/>
                  </a:moveTo>
                  <a:lnTo>
                    <a:pt x="35982" y="3278"/>
                  </a:lnTo>
                  <a:lnTo>
                    <a:pt x="40383" y="1269"/>
                  </a:lnTo>
                  <a:lnTo>
                    <a:pt x="50812" y="10845"/>
                  </a:lnTo>
                  <a:lnTo>
                    <a:pt x="53136" y="15925"/>
                  </a:lnTo>
                  <a:lnTo>
                    <a:pt x="55622" y="16407"/>
                  </a:lnTo>
                  <a:lnTo>
                    <a:pt x="55404" y="17372"/>
                  </a:lnTo>
                  <a:lnTo>
                    <a:pt x="57511" y="20770"/>
                  </a:lnTo>
                  <a:lnTo>
                    <a:pt x="57334" y="25391"/>
                  </a:lnTo>
                  <a:lnTo>
                    <a:pt x="53016" y="27716"/>
                  </a:lnTo>
                  <a:lnTo>
                    <a:pt x="54303" y="31696"/>
                  </a:lnTo>
                  <a:lnTo>
                    <a:pt x="58838" y="37308"/>
                  </a:lnTo>
                  <a:lnTo>
                    <a:pt x="58313" y="39728"/>
                  </a:lnTo>
                  <a:lnTo>
                    <a:pt x="59082" y="40365"/>
                  </a:lnTo>
                  <a:lnTo>
                    <a:pt x="63872" y="39061"/>
                  </a:lnTo>
                  <a:lnTo>
                    <a:pt x="65866" y="40598"/>
                  </a:lnTo>
                  <a:lnTo>
                    <a:pt x="64943" y="42932"/>
                  </a:lnTo>
                  <a:lnTo>
                    <a:pt x="65293" y="47142"/>
                  </a:lnTo>
                  <a:lnTo>
                    <a:pt x="70338" y="48180"/>
                  </a:lnTo>
                  <a:lnTo>
                    <a:pt x="73851" y="44377"/>
                  </a:lnTo>
                  <a:lnTo>
                    <a:pt x="75891" y="44563"/>
                  </a:lnTo>
                  <a:lnTo>
                    <a:pt x="74291" y="47616"/>
                  </a:lnTo>
                  <a:lnTo>
                    <a:pt x="74302" y="48917"/>
                  </a:lnTo>
                  <a:lnTo>
                    <a:pt x="75595" y="51049"/>
                  </a:lnTo>
                  <a:lnTo>
                    <a:pt x="75439" y="53108"/>
                  </a:lnTo>
                  <a:lnTo>
                    <a:pt x="74564" y="52773"/>
                  </a:lnTo>
                  <a:lnTo>
                    <a:pt x="75241" y="54288"/>
                  </a:lnTo>
                  <a:lnTo>
                    <a:pt x="81311" y="60766"/>
                  </a:lnTo>
                  <a:lnTo>
                    <a:pt x="81311" y="61708"/>
                  </a:lnTo>
                  <a:lnTo>
                    <a:pt x="76795" y="67066"/>
                  </a:lnTo>
                  <a:lnTo>
                    <a:pt x="73854" y="63836"/>
                  </a:lnTo>
                  <a:lnTo>
                    <a:pt x="71656" y="63958"/>
                  </a:lnTo>
                  <a:lnTo>
                    <a:pt x="68812" y="65299"/>
                  </a:lnTo>
                  <a:lnTo>
                    <a:pt x="71418" y="72024"/>
                  </a:lnTo>
                  <a:lnTo>
                    <a:pt x="70164" y="74426"/>
                  </a:lnTo>
                  <a:lnTo>
                    <a:pt x="66368" y="75199"/>
                  </a:lnTo>
                  <a:lnTo>
                    <a:pt x="58183" y="74838"/>
                  </a:lnTo>
                  <a:lnTo>
                    <a:pt x="54647" y="75633"/>
                  </a:lnTo>
                  <a:lnTo>
                    <a:pt x="49799" y="78527"/>
                  </a:lnTo>
                  <a:lnTo>
                    <a:pt x="49333" y="81229"/>
                  </a:lnTo>
                  <a:lnTo>
                    <a:pt x="47530" y="80375"/>
                  </a:lnTo>
                  <a:lnTo>
                    <a:pt x="45013" y="80248"/>
                  </a:lnTo>
                  <a:lnTo>
                    <a:pt x="43232" y="79464"/>
                  </a:lnTo>
                  <a:lnTo>
                    <a:pt x="42922" y="76306"/>
                  </a:lnTo>
                  <a:lnTo>
                    <a:pt x="43808" y="72084"/>
                  </a:lnTo>
                  <a:lnTo>
                    <a:pt x="46084" y="70894"/>
                  </a:lnTo>
                  <a:lnTo>
                    <a:pt x="47059" y="68487"/>
                  </a:lnTo>
                  <a:lnTo>
                    <a:pt x="47269" y="62972"/>
                  </a:lnTo>
                  <a:lnTo>
                    <a:pt x="39642" y="55104"/>
                  </a:lnTo>
                  <a:lnTo>
                    <a:pt x="38808" y="51272"/>
                  </a:lnTo>
                  <a:lnTo>
                    <a:pt x="40901" y="47077"/>
                  </a:lnTo>
                  <a:lnTo>
                    <a:pt x="41167" y="44780"/>
                  </a:lnTo>
                  <a:lnTo>
                    <a:pt x="39403" y="42470"/>
                  </a:lnTo>
                  <a:lnTo>
                    <a:pt x="39324" y="39886"/>
                  </a:lnTo>
                  <a:lnTo>
                    <a:pt x="40517" y="38760"/>
                  </a:lnTo>
                  <a:lnTo>
                    <a:pt x="39785" y="35973"/>
                  </a:lnTo>
                  <a:lnTo>
                    <a:pt x="38360" y="34148"/>
                  </a:lnTo>
                  <a:lnTo>
                    <a:pt x="36249" y="34170"/>
                  </a:lnTo>
                  <a:lnTo>
                    <a:pt x="30891" y="28957"/>
                  </a:lnTo>
                  <a:lnTo>
                    <a:pt x="18926" y="23976"/>
                  </a:lnTo>
                  <a:lnTo>
                    <a:pt x="15963" y="24207"/>
                  </a:lnTo>
                  <a:lnTo>
                    <a:pt x="10890" y="16590"/>
                  </a:lnTo>
                  <a:lnTo>
                    <a:pt x="3375" y="11869"/>
                  </a:lnTo>
                  <a:lnTo>
                    <a:pt x="0" y="11007"/>
                  </a:lnTo>
                  <a:lnTo>
                    <a:pt x="175" y="5423"/>
                  </a:lnTo>
                  <a:lnTo>
                    <a:pt x="3481" y="3898"/>
                  </a:lnTo>
                  <a:lnTo>
                    <a:pt x="2611" y="3853"/>
                  </a:lnTo>
                  <a:lnTo>
                    <a:pt x="3152" y="3690"/>
                  </a:lnTo>
                  <a:lnTo>
                    <a:pt x="5751" y="4376"/>
                  </a:lnTo>
                  <a:lnTo>
                    <a:pt x="10367" y="7023"/>
                  </a:lnTo>
                  <a:lnTo>
                    <a:pt x="15105" y="8021"/>
                  </a:lnTo>
                  <a:lnTo>
                    <a:pt x="19198" y="6147"/>
                  </a:lnTo>
                  <a:lnTo>
                    <a:pt x="20495" y="2155"/>
                  </a:lnTo>
                  <a:lnTo>
                    <a:pt x="20217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h6786"/>
            <p:cNvSpPr/>
            <p:nvPr/>
          </p:nvSpPr>
          <p:spPr>
            <a:xfrm>
              <a:off x="11619447" y="3154805"/>
              <a:ext cx="13859" cy="14402"/>
            </a:xfrm>
            <a:custGeom>
              <a:avLst/>
              <a:pathLst>
                <a:path w="13859" h="14402">
                  <a:moveTo>
                    <a:pt x="7033" y="0"/>
                  </a:moveTo>
                  <a:lnTo>
                    <a:pt x="9144" y="760"/>
                  </a:lnTo>
                  <a:lnTo>
                    <a:pt x="9620" y="4165"/>
                  </a:lnTo>
                  <a:lnTo>
                    <a:pt x="10910" y="4331"/>
                  </a:lnTo>
                  <a:lnTo>
                    <a:pt x="13120" y="6004"/>
                  </a:lnTo>
                  <a:lnTo>
                    <a:pt x="13859" y="7511"/>
                  </a:lnTo>
                  <a:lnTo>
                    <a:pt x="8702" y="12083"/>
                  </a:lnTo>
                  <a:lnTo>
                    <a:pt x="7467" y="14402"/>
                  </a:lnTo>
                  <a:lnTo>
                    <a:pt x="6360" y="14232"/>
                  </a:lnTo>
                  <a:lnTo>
                    <a:pt x="3530" y="9814"/>
                  </a:lnTo>
                  <a:lnTo>
                    <a:pt x="2890" y="6085"/>
                  </a:lnTo>
                  <a:lnTo>
                    <a:pt x="0" y="4913"/>
                  </a:lnTo>
                  <a:lnTo>
                    <a:pt x="3210" y="3235"/>
                  </a:lnTo>
                  <a:lnTo>
                    <a:pt x="4792" y="91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h6787"/>
            <p:cNvSpPr/>
            <p:nvPr/>
          </p:nvSpPr>
          <p:spPr>
            <a:xfrm>
              <a:off x="11756576" y="3482769"/>
              <a:ext cx="19917" cy="24458"/>
            </a:xfrm>
            <a:custGeom>
              <a:avLst/>
              <a:pathLst>
                <a:path w="19917" h="24458">
                  <a:moveTo>
                    <a:pt x="18228" y="52"/>
                  </a:moveTo>
                  <a:lnTo>
                    <a:pt x="19214" y="1277"/>
                  </a:lnTo>
                  <a:lnTo>
                    <a:pt x="19917" y="8134"/>
                  </a:lnTo>
                  <a:lnTo>
                    <a:pt x="16579" y="12775"/>
                  </a:lnTo>
                  <a:lnTo>
                    <a:pt x="16190" y="14218"/>
                  </a:lnTo>
                  <a:lnTo>
                    <a:pt x="17004" y="14505"/>
                  </a:lnTo>
                  <a:lnTo>
                    <a:pt x="16340" y="18561"/>
                  </a:lnTo>
                  <a:lnTo>
                    <a:pt x="12184" y="24067"/>
                  </a:lnTo>
                  <a:lnTo>
                    <a:pt x="11548" y="24458"/>
                  </a:lnTo>
                  <a:lnTo>
                    <a:pt x="0" y="14854"/>
                  </a:lnTo>
                  <a:lnTo>
                    <a:pt x="2604" y="10008"/>
                  </a:lnTo>
                  <a:lnTo>
                    <a:pt x="5177" y="2164"/>
                  </a:lnTo>
                  <a:lnTo>
                    <a:pt x="7644" y="4600"/>
                  </a:lnTo>
                  <a:lnTo>
                    <a:pt x="10655" y="4705"/>
                  </a:lnTo>
                  <a:lnTo>
                    <a:pt x="16593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h6788"/>
            <p:cNvSpPr/>
            <p:nvPr/>
          </p:nvSpPr>
          <p:spPr>
            <a:xfrm>
              <a:off x="11652049" y="3220575"/>
              <a:ext cx="20015" cy="12363"/>
            </a:xfrm>
            <a:custGeom>
              <a:avLst/>
              <a:pathLst>
                <a:path w="20015" h="12363">
                  <a:moveTo>
                    <a:pt x="3862" y="1245"/>
                  </a:moveTo>
                  <a:lnTo>
                    <a:pt x="6396" y="996"/>
                  </a:lnTo>
                  <a:lnTo>
                    <a:pt x="12232" y="2701"/>
                  </a:lnTo>
                  <a:lnTo>
                    <a:pt x="14024" y="3788"/>
                  </a:lnTo>
                  <a:lnTo>
                    <a:pt x="13740" y="5469"/>
                  </a:lnTo>
                  <a:lnTo>
                    <a:pt x="14790" y="7952"/>
                  </a:lnTo>
                  <a:lnTo>
                    <a:pt x="19271" y="7859"/>
                  </a:lnTo>
                  <a:lnTo>
                    <a:pt x="18582" y="9384"/>
                  </a:lnTo>
                  <a:lnTo>
                    <a:pt x="20015" y="10250"/>
                  </a:lnTo>
                  <a:lnTo>
                    <a:pt x="19735" y="10584"/>
                  </a:lnTo>
                  <a:lnTo>
                    <a:pt x="17109" y="12363"/>
                  </a:lnTo>
                  <a:lnTo>
                    <a:pt x="15570" y="11759"/>
                  </a:lnTo>
                  <a:lnTo>
                    <a:pt x="8841" y="8000"/>
                  </a:lnTo>
                  <a:lnTo>
                    <a:pt x="5123" y="10422"/>
                  </a:lnTo>
                  <a:lnTo>
                    <a:pt x="0" y="479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h6789"/>
            <p:cNvSpPr/>
            <p:nvPr/>
          </p:nvSpPr>
          <p:spPr>
            <a:xfrm>
              <a:off x="11558325" y="3174315"/>
              <a:ext cx="48468" cy="39190"/>
            </a:xfrm>
            <a:custGeom>
              <a:avLst/>
              <a:pathLst>
                <a:path w="48468" h="39190">
                  <a:moveTo>
                    <a:pt x="40640" y="1064"/>
                  </a:moveTo>
                  <a:lnTo>
                    <a:pt x="41526" y="5364"/>
                  </a:lnTo>
                  <a:lnTo>
                    <a:pt x="46969" y="11167"/>
                  </a:lnTo>
                  <a:lnTo>
                    <a:pt x="48468" y="11354"/>
                  </a:lnTo>
                  <a:lnTo>
                    <a:pt x="48296" y="12165"/>
                  </a:lnTo>
                  <a:lnTo>
                    <a:pt x="45809" y="12506"/>
                  </a:lnTo>
                  <a:lnTo>
                    <a:pt x="41462" y="12222"/>
                  </a:lnTo>
                  <a:lnTo>
                    <a:pt x="40831" y="14272"/>
                  </a:lnTo>
                  <a:lnTo>
                    <a:pt x="44378" y="20175"/>
                  </a:lnTo>
                  <a:lnTo>
                    <a:pt x="44729" y="27323"/>
                  </a:lnTo>
                  <a:lnTo>
                    <a:pt x="42788" y="29323"/>
                  </a:lnTo>
                  <a:lnTo>
                    <a:pt x="41417" y="32438"/>
                  </a:lnTo>
                  <a:lnTo>
                    <a:pt x="37016" y="34447"/>
                  </a:lnTo>
                  <a:lnTo>
                    <a:pt x="29254" y="31361"/>
                  </a:lnTo>
                  <a:lnTo>
                    <a:pt x="21251" y="31169"/>
                  </a:lnTo>
                  <a:lnTo>
                    <a:pt x="21529" y="33325"/>
                  </a:lnTo>
                  <a:lnTo>
                    <a:pt x="20232" y="37316"/>
                  </a:lnTo>
                  <a:lnTo>
                    <a:pt x="16139" y="39190"/>
                  </a:lnTo>
                  <a:lnTo>
                    <a:pt x="11401" y="38193"/>
                  </a:lnTo>
                  <a:lnTo>
                    <a:pt x="6785" y="35545"/>
                  </a:lnTo>
                  <a:lnTo>
                    <a:pt x="4186" y="34859"/>
                  </a:lnTo>
                  <a:lnTo>
                    <a:pt x="3645" y="35022"/>
                  </a:lnTo>
                  <a:lnTo>
                    <a:pt x="374" y="33233"/>
                  </a:lnTo>
                  <a:lnTo>
                    <a:pt x="0" y="32096"/>
                  </a:lnTo>
                  <a:lnTo>
                    <a:pt x="940" y="29996"/>
                  </a:lnTo>
                  <a:lnTo>
                    <a:pt x="4755" y="28730"/>
                  </a:lnTo>
                  <a:lnTo>
                    <a:pt x="5551" y="24977"/>
                  </a:lnTo>
                  <a:lnTo>
                    <a:pt x="6881" y="22159"/>
                  </a:lnTo>
                  <a:lnTo>
                    <a:pt x="8423" y="20747"/>
                  </a:lnTo>
                  <a:lnTo>
                    <a:pt x="23034" y="17649"/>
                  </a:lnTo>
                  <a:lnTo>
                    <a:pt x="25608" y="13349"/>
                  </a:lnTo>
                  <a:lnTo>
                    <a:pt x="28900" y="10286"/>
                  </a:lnTo>
                  <a:lnTo>
                    <a:pt x="34550" y="1186"/>
                  </a:lnTo>
                  <a:lnTo>
                    <a:pt x="37472" y="1436"/>
                  </a:lnTo>
                  <a:lnTo>
                    <a:pt x="37133" y="258"/>
                  </a:lnTo>
                  <a:lnTo>
                    <a:pt x="3760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h6790"/>
            <p:cNvSpPr/>
            <p:nvPr/>
          </p:nvSpPr>
          <p:spPr>
            <a:xfrm>
              <a:off x="11644136" y="3184854"/>
              <a:ext cx="18181" cy="20058"/>
            </a:xfrm>
            <a:custGeom>
              <a:avLst/>
              <a:pathLst>
                <a:path w="18181" h="20058">
                  <a:moveTo>
                    <a:pt x="7685" y="1296"/>
                  </a:moveTo>
                  <a:lnTo>
                    <a:pt x="9937" y="5262"/>
                  </a:lnTo>
                  <a:lnTo>
                    <a:pt x="9333" y="12160"/>
                  </a:lnTo>
                  <a:lnTo>
                    <a:pt x="11174" y="14430"/>
                  </a:lnTo>
                  <a:lnTo>
                    <a:pt x="15184" y="17097"/>
                  </a:lnTo>
                  <a:lnTo>
                    <a:pt x="17648" y="17321"/>
                  </a:lnTo>
                  <a:lnTo>
                    <a:pt x="18181" y="18406"/>
                  </a:lnTo>
                  <a:lnTo>
                    <a:pt x="16981" y="20058"/>
                  </a:lnTo>
                  <a:lnTo>
                    <a:pt x="14320" y="17723"/>
                  </a:lnTo>
                  <a:lnTo>
                    <a:pt x="8938" y="16582"/>
                  </a:lnTo>
                  <a:lnTo>
                    <a:pt x="8244" y="17173"/>
                  </a:lnTo>
                  <a:lnTo>
                    <a:pt x="7640" y="15649"/>
                  </a:lnTo>
                  <a:lnTo>
                    <a:pt x="5099" y="16694"/>
                  </a:lnTo>
                  <a:lnTo>
                    <a:pt x="3943" y="18267"/>
                  </a:lnTo>
                  <a:lnTo>
                    <a:pt x="1289" y="18567"/>
                  </a:lnTo>
                  <a:lnTo>
                    <a:pt x="55" y="17919"/>
                  </a:lnTo>
                  <a:lnTo>
                    <a:pt x="188" y="15762"/>
                  </a:lnTo>
                  <a:lnTo>
                    <a:pt x="4487" y="11912"/>
                  </a:lnTo>
                  <a:lnTo>
                    <a:pt x="5371" y="9160"/>
                  </a:lnTo>
                  <a:lnTo>
                    <a:pt x="2476" y="3400"/>
                  </a:lnTo>
                  <a:lnTo>
                    <a:pt x="0" y="565"/>
                  </a:lnTo>
                  <a:lnTo>
                    <a:pt x="1852" y="1827"/>
                  </a:lnTo>
                  <a:lnTo>
                    <a:pt x="4203" y="1765"/>
                  </a:lnTo>
                  <a:lnTo>
                    <a:pt x="5213" y="1658"/>
                  </a:lnTo>
                  <a:lnTo>
                    <a:pt x="54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h6791"/>
            <p:cNvSpPr/>
            <p:nvPr/>
          </p:nvSpPr>
          <p:spPr>
            <a:xfrm>
              <a:off x="11721864" y="3371709"/>
              <a:ext cx="22134" cy="25199"/>
            </a:xfrm>
            <a:custGeom>
              <a:avLst/>
              <a:pathLst>
                <a:path w="22134" h="25199">
                  <a:moveTo>
                    <a:pt x="18615" y="242"/>
                  </a:moveTo>
                  <a:lnTo>
                    <a:pt x="18109" y="1613"/>
                  </a:lnTo>
                  <a:lnTo>
                    <a:pt x="15982" y="2118"/>
                  </a:lnTo>
                  <a:lnTo>
                    <a:pt x="15140" y="4651"/>
                  </a:lnTo>
                  <a:lnTo>
                    <a:pt x="15449" y="6486"/>
                  </a:lnTo>
                  <a:lnTo>
                    <a:pt x="19866" y="15304"/>
                  </a:lnTo>
                  <a:lnTo>
                    <a:pt x="22134" y="15702"/>
                  </a:lnTo>
                  <a:lnTo>
                    <a:pt x="21946" y="18918"/>
                  </a:lnTo>
                  <a:lnTo>
                    <a:pt x="20512" y="20517"/>
                  </a:lnTo>
                  <a:lnTo>
                    <a:pt x="18008" y="19708"/>
                  </a:lnTo>
                  <a:lnTo>
                    <a:pt x="11169" y="20792"/>
                  </a:lnTo>
                  <a:lnTo>
                    <a:pt x="9776" y="22744"/>
                  </a:lnTo>
                  <a:lnTo>
                    <a:pt x="6433" y="25199"/>
                  </a:lnTo>
                  <a:lnTo>
                    <a:pt x="5523" y="23954"/>
                  </a:lnTo>
                  <a:lnTo>
                    <a:pt x="2811" y="21961"/>
                  </a:lnTo>
                  <a:lnTo>
                    <a:pt x="406" y="17046"/>
                  </a:lnTo>
                  <a:lnTo>
                    <a:pt x="0" y="13712"/>
                  </a:lnTo>
                  <a:lnTo>
                    <a:pt x="986" y="9937"/>
                  </a:lnTo>
                  <a:lnTo>
                    <a:pt x="6113" y="4261"/>
                  </a:lnTo>
                  <a:lnTo>
                    <a:pt x="7706" y="5111"/>
                  </a:lnTo>
                  <a:lnTo>
                    <a:pt x="13567" y="2195"/>
                  </a:lnTo>
                  <a:lnTo>
                    <a:pt x="16529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h6792"/>
            <p:cNvSpPr/>
            <p:nvPr/>
          </p:nvSpPr>
          <p:spPr>
            <a:xfrm>
              <a:off x="11766293" y="3468736"/>
              <a:ext cx="5283" cy="5417"/>
            </a:xfrm>
            <a:custGeom>
              <a:avLst/>
              <a:pathLst>
                <a:path w="5283" h="5417">
                  <a:moveTo>
                    <a:pt x="4524" y="336"/>
                  </a:moveTo>
                  <a:lnTo>
                    <a:pt x="5283" y="5384"/>
                  </a:lnTo>
                  <a:lnTo>
                    <a:pt x="0" y="5417"/>
                  </a:lnTo>
                  <a:lnTo>
                    <a:pt x="17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h6793"/>
            <p:cNvSpPr/>
            <p:nvPr/>
          </p:nvSpPr>
          <p:spPr>
            <a:xfrm>
              <a:off x="11667359" y="3260473"/>
              <a:ext cx="22003" cy="30064"/>
            </a:xfrm>
            <a:custGeom>
              <a:avLst/>
              <a:pathLst>
                <a:path w="22003" h="30064">
                  <a:moveTo>
                    <a:pt x="8270" y="5862"/>
                  </a:moveTo>
                  <a:lnTo>
                    <a:pt x="11129" y="6543"/>
                  </a:lnTo>
                  <a:lnTo>
                    <a:pt x="11928" y="9441"/>
                  </a:lnTo>
                  <a:lnTo>
                    <a:pt x="9841" y="15087"/>
                  </a:lnTo>
                  <a:lnTo>
                    <a:pt x="13274" y="20377"/>
                  </a:lnTo>
                  <a:lnTo>
                    <a:pt x="17100" y="22490"/>
                  </a:lnTo>
                  <a:lnTo>
                    <a:pt x="22003" y="27328"/>
                  </a:lnTo>
                  <a:lnTo>
                    <a:pt x="19002" y="29921"/>
                  </a:lnTo>
                  <a:lnTo>
                    <a:pt x="15928" y="30064"/>
                  </a:lnTo>
                  <a:lnTo>
                    <a:pt x="11850" y="27007"/>
                  </a:lnTo>
                  <a:lnTo>
                    <a:pt x="9798" y="27970"/>
                  </a:lnTo>
                  <a:lnTo>
                    <a:pt x="3869" y="19292"/>
                  </a:lnTo>
                  <a:lnTo>
                    <a:pt x="2471" y="18719"/>
                  </a:lnTo>
                  <a:lnTo>
                    <a:pt x="1704" y="17403"/>
                  </a:lnTo>
                  <a:lnTo>
                    <a:pt x="1945" y="12887"/>
                  </a:lnTo>
                  <a:lnTo>
                    <a:pt x="159" y="10095"/>
                  </a:lnTo>
                  <a:lnTo>
                    <a:pt x="0" y="8129"/>
                  </a:lnTo>
                  <a:lnTo>
                    <a:pt x="362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h6794"/>
            <p:cNvSpPr/>
            <p:nvPr/>
          </p:nvSpPr>
          <p:spPr>
            <a:xfrm>
              <a:off x="11757065" y="3338887"/>
              <a:ext cx="36862" cy="36635"/>
            </a:xfrm>
            <a:custGeom>
              <a:avLst/>
              <a:pathLst>
                <a:path w="36862" h="36635">
                  <a:moveTo>
                    <a:pt x="7898" y="0"/>
                  </a:moveTo>
                  <a:lnTo>
                    <a:pt x="11427" y="1186"/>
                  </a:lnTo>
                  <a:lnTo>
                    <a:pt x="20576" y="8912"/>
                  </a:lnTo>
                  <a:lnTo>
                    <a:pt x="25382" y="9542"/>
                  </a:lnTo>
                  <a:lnTo>
                    <a:pt x="30371" y="8504"/>
                  </a:lnTo>
                  <a:lnTo>
                    <a:pt x="36551" y="13428"/>
                  </a:lnTo>
                  <a:lnTo>
                    <a:pt x="36862" y="16067"/>
                  </a:lnTo>
                  <a:lnTo>
                    <a:pt x="35213" y="16754"/>
                  </a:lnTo>
                  <a:lnTo>
                    <a:pt x="34679" y="18502"/>
                  </a:lnTo>
                  <a:lnTo>
                    <a:pt x="35219" y="19516"/>
                  </a:lnTo>
                  <a:lnTo>
                    <a:pt x="36395" y="19875"/>
                  </a:lnTo>
                  <a:lnTo>
                    <a:pt x="29466" y="34271"/>
                  </a:lnTo>
                  <a:lnTo>
                    <a:pt x="27181" y="33363"/>
                  </a:lnTo>
                  <a:lnTo>
                    <a:pt x="18051" y="34280"/>
                  </a:lnTo>
                  <a:lnTo>
                    <a:pt x="16335" y="36046"/>
                  </a:lnTo>
                  <a:lnTo>
                    <a:pt x="11171" y="36635"/>
                  </a:lnTo>
                  <a:lnTo>
                    <a:pt x="1663" y="28963"/>
                  </a:lnTo>
                  <a:lnTo>
                    <a:pt x="2031" y="26606"/>
                  </a:lnTo>
                  <a:lnTo>
                    <a:pt x="0" y="22013"/>
                  </a:lnTo>
                  <a:lnTo>
                    <a:pt x="973" y="17329"/>
                  </a:lnTo>
                  <a:lnTo>
                    <a:pt x="4074" y="12027"/>
                  </a:lnTo>
                  <a:lnTo>
                    <a:pt x="3264" y="9534"/>
                  </a:lnTo>
                  <a:lnTo>
                    <a:pt x="4878" y="4078"/>
                  </a:lnTo>
                  <a:lnTo>
                    <a:pt x="7600" y="1758"/>
                  </a:lnTo>
                  <a:lnTo>
                    <a:pt x="6096" y="8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h6795"/>
            <p:cNvSpPr/>
            <p:nvPr/>
          </p:nvSpPr>
          <p:spPr>
            <a:xfrm>
              <a:off x="10175764" y="1967930"/>
              <a:ext cx="87155" cy="59941"/>
            </a:xfrm>
            <a:custGeom>
              <a:avLst/>
              <a:pathLst>
                <a:path w="87155" h="59941">
                  <a:moveTo>
                    <a:pt x="57554" y="2021"/>
                  </a:moveTo>
                  <a:lnTo>
                    <a:pt x="67370" y="6072"/>
                  </a:lnTo>
                  <a:lnTo>
                    <a:pt x="78965" y="12498"/>
                  </a:lnTo>
                  <a:lnTo>
                    <a:pt x="81154" y="17082"/>
                  </a:lnTo>
                  <a:lnTo>
                    <a:pt x="81897" y="20984"/>
                  </a:lnTo>
                  <a:lnTo>
                    <a:pt x="79059" y="20792"/>
                  </a:lnTo>
                  <a:lnTo>
                    <a:pt x="80281" y="22628"/>
                  </a:lnTo>
                  <a:lnTo>
                    <a:pt x="83762" y="24306"/>
                  </a:lnTo>
                  <a:lnTo>
                    <a:pt x="84928" y="29778"/>
                  </a:lnTo>
                  <a:lnTo>
                    <a:pt x="87144" y="32097"/>
                  </a:lnTo>
                  <a:lnTo>
                    <a:pt x="87155" y="34354"/>
                  </a:lnTo>
                  <a:lnTo>
                    <a:pt x="85765" y="37322"/>
                  </a:lnTo>
                  <a:lnTo>
                    <a:pt x="84829" y="41759"/>
                  </a:lnTo>
                  <a:lnTo>
                    <a:pt x="84143" y="46334"/>
                  </a:lnTo>
                  <a:lnTo>
                    <a:pt x="83763" y="46739"/>
                  </a:lnTo>
                  <a:lnTo>
                    <a:pt x="74414" y="44904"/>
                  </a:lnTo>
                  <a:lnTo>
                    <a:pt x="77098" y="50679"/>
                  </a:lnTo>
                  <a:lnTo>
                    <a:pt x="75350" y="50556"/>
                  </a:lnTo>
                  <a:lnTo>
                    <a:pt x="70457" y="52882"/>
                  </a:lnTo>
                  <a:lnTo>
                    <a:pt x="63290" y="50108"/>
                  </a:lnTo>
                  <a:lnTo>
                    <a:pt x="64656" y="46461"/>
                  </a:lnTo>
                  <a:lnTo>
                    <a:pt x="62614" y="43272"/>
                  </a:lnTo>
                  <a:lnTo>
                    <a:pt x="52905" y="48502"/>
                  </a:lnTo>
                  <a:lnTo>
                    <a:pt x="54175" y="53699"/>
                  </a:lnTo>
                  <a:lnTo>
                    <a:pt x="50806" y="59112"/>
                  </a:lnTo>
                  <a:lnTo>
                    <a:pt x="49181" y="59941"/>
                  </a:lnTo>
                  <a:lnTo>
                    <a:pt x="47290" y="58600"/>
                  </a:lnTo>
                  <a:lnTo>
                    <a:pt x="45642" y="55926"/>
                  </a:lnTo>
                  <a:lnTo>
                    <a:pt x="46599" y="54099"/>
                  </a:lnTo>
                  <a:lnTo>
                    <a:pt x="43798" y="51914"/>
                  </a:lnTo>
                  <a:lnTo>
                    <a:pt x="38614" y="52827"/>
                  </a:lnTo>
                  <a:lnTo>
                    <a:pt x="31233" y="46634"/>
                  </a:lnTo>
                  <a:lnTo>
                    <a:pt x="28061" y="46093"/>
                  </a:lnTo>
                  <a:lnTo>
                    <a:pt x="27628" y="52892"/>
                  </a:lnTo>
                  <a:lnTo>
                    <a:pt x="28664" y="56683"/>
                  </a:lnTo>
                  <a:lnTo>
                    <a:pt x="27402" y="58427"/>
                  </a:lnTo>
                  <a:lnTo>
                    <a:pt x="25011" y="57453"/>
                  </a:lnTo>
                  <a:lnTo>
                    <a:pt x="20780" y="58408"/>
                  </a:lnTo>
                  <a:lnTo>
                    <a:pt x="15505" y="53759"/>
                  </a:lnTo>
                  <a:lnTo>
                    <a:pt x="10335" y="52043"/>
                  </a:lnTo>
                  <a:lnTo>
                    <a:pt x="9628" y="46757"/>
                  </a:lnTo>
                  <a:lnTo>
                    <a:pt x="13877" y="45181"/>
                  </a:lnTo>
                  <a:lnTo>
                    <a:pt x="16734" y="45074"/>
                  </a:lnTo>
                  <a:lnTo>
                    <a:pt x="18211" y="43310"/>
                  </a:lnTo>
                  <a:lnTo>
                    <a:pt x="17966" y="41504"/>
                  </a:lnTo>
                  <a:lnTo>
                    <a:pt x="16567" y="38639"/>
                  </a:lnTo>
                  <a:lnTo>
                    <a:pt x="15082" y="37778"/>
                  </a:lnTo>
                  <a:lnTo>
                    <a:pt x="8133" y="37296"/>
                  </a:lnTo>
                  <a:lnTo>
                    <a:pt x="9483" y="34079"/>
                  </a:lnTo>
                  <a:lnTo>
                    <a:pt x="0" y="27606"/>
                  </a:lnTo>
                  <a:lnTo>
                    <a:pt x="1169" y="23926"/>
                  </a:lnTo>
                  <a:lnTo>
                    <a:pt x="2931" y="22312"/>
                  </a:lnTo>
                  <a:lnTo>
                    <a:pt x="10378" y="21770"/>
                  </a:lnTo>
                  <a:lnTo>
                    <a:pt x="11607" y="20791"/>
                  </a:lnTo>
                  <a:lnTo>
                    <a:pt x="11810" y="18510"/>
                  </a:lnTo>
                  <a:lnTo>
                    <a:pt x="9679" y="15538"/>
                  </a:lnTo>
                  <a:lnTo>
                    <a:pt x="7899" y="16626"/>
                  </a:lnTo>
                  <a:lnTo>
                    <a:pt x="5380" y="16863"/>
                  </a:lnTo>
                  <a:lnTo>
                    <a:pt x="2525" y="13033"/>
                  </a:lnTo>
                  <a:lnTo>
                    <a:pt x="3736" y="10913"/>
                  </a:lnTo>
                  <a:lnTo>
                    <a:pt x="11688" y="9285"/>
                  </a:lnTo>
                  <a:lnTo>
                    <a:pt x="10193" y="3998"/>
                  </a:lnTo>
                  <a:lnTo>
                    <a:pt x="20164" y="0"/>
                  </a:lnTo>
                  <a:lnTo>
                    <a:pt x="22497" y="6332"/>
                  </a:lnTo>
                  <a:lnTo>
                    <a:pt x="28483" y="7397"/>
                  </a:lnTo>
                  <a:lnTo>
                    <a:pt x="32201" y="9848"/>
                  </a:lnTo>
                  <a:lnTo>
                    <a:pt x="33400" y="7727"/>
                  </a:lnTo>
                  <a:lnTo>
                    <a:pt x="31056" y="5682"/>
                  </a:lnTo>
                  <a:lnTo>
                    <a:pt x="31236" y="3662"/>
                  </a:lnTo>
                  <a:lnTo>
                    <a:pt x="33186" y="2510"/>
                  </a:lnTo>
                  <a:lnTo>
                    <a:pt x="33953" y="5334"/>
                  </a:lnTo>
                  <a:lnTo>
                    <a:pt x="34902" y="6109"/>
                  </a:lnTo>
                  <a:lnTo>
                    <a:pt x="42138" y="6925"/>
                  </a:lnTo>
                  <a:lnTo>
                    <a:pt x="43566" y="8471"/>
                  </a:lnTo>
                  <a:lnTo>
                    <a:pt x="46805" y="7175"/>
                  </a:lnTo>
                  <a:lnTo>
                    <a:pt x="48861" y="2597"/>
                  </a:lnTo>
                  <a:lnTo>
                    <a:pt x="52054" y="3189"/>
                  </a:lnTo>
                  <a:lnTo>
                    <a:pt x="54036" y="345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h6796"/>
            <p:cNvSpPr/>
            <p:nvPr/>
          </p:nvSpPr>
          <p:spPr>
            <a:xfrm>
              <a:off x="10006826" y="1811729"/>
              <a:ext cx="34969" cy="39791"/>
            </a:xfrm>
            <a:custGeom>
              <a:avLst/>
              <a:pathLst>
                <a:path w="34969" h="39791">
                  <a:moveTo>
                    <a:pt x="17074" y="0"/>
                  </a:moveTo>
                  <a:lnTo>
                    <a:pt x="21840" y="828"/>
                  </a:lnTo>
                  <a:lnTo>
                    <a:pt x="23456" y="2438"/>
                  </a:lnTo>
                  <a:lnTo>
                    <a:pt x="30020" y="3953"/>
                  </a:lnTo>
                  <a:lnTo>
                    <a:pt x="32096" y="5100"/>
                  </a:lnTo>
                  <a:lnTo>
                    <a:pt x="31809" y="5900"/>
                  </a:lnTo>
                  <a:lnTo>
                    <a:pt x="29876" y="6830"/>
                  </a:lnTo>
                  <a:lnTo>
                    <a:pt x="30626" y="8023"/>
                  </a:lnTo>
                  <a:lnTo>
                    <a:pt x="32256" y="10227"/>
                  </a:lnTo>
                  <a:lnTo>
                    <a:pt x="34969" y="11457"/>
                  </a:lnTo>
                  <a:lnTo>
                    <a:pt x="31124" y="14426"/>
                  </a:lnTo>
                  <a:lnTo>
                    <a:pt x="30109" y="21766"/>
                  </a:lnTo>
                  <a:lnTo>
                    <a:pt x="24740" y="30221"/>
                  </a:lnTo>
                  <a:lnTo>
                    <a:pt x="12978" y="36841"/>
                  </a:lnTo>
                  <a:lnTo>
                    <a:pt x="11657" y="39791"/>
                  </a:lnTo>
                  <a:lnTo>
                    <a:pt x="9140" y="39491"/>
                  </a:lnTo>
                  <a:lnTo>
                    <a:pt x="9596" y="33776"/>
                  </a:lnTo>
                  <a:lnTo>
                    <a:pt x="6010" y="37065"/>
                  </a:lnTo>
                  <a:lnTo>
                    <a:pt x="2916" y="38301"/>
                  </a:lnTo>
                  <a:lnTo>
                    <a:pt x="3781" y="33290"/>
                  </a:lnTo>
                  <a:lnTo>
                    <a:pt x="866" y="22570"/>
                  </a:lnTo>
                  <a:lnTo>
                    <a:pt x="1680" y="20087"/>
                  </a:lnTo>
                  <a:lnTo>
                    <a:pt x="1833" y="15884"/>
                  </a:lnTo>
                  <a:lnTo>
                    <a:pt x="0" y="14535"/>
                  </a:lnTo>
                  <a:lnTo>
                    <a:pt x="5129" y="7333"/>
                  </a:lnTo>
                  <a:lnTo>
                    <a:pt x="6129" y="7695"/>
                  </a:lnTo>
                  <a:lnTo>
                    <a:pt x="5014" y="11106"/>
                  </a:lnTo>
                  <a:lnTo>
                    <a:pt x="10215" y="11025"/>
                  </a:lnTo>
                  <a:lnTo>
                    <a:pt x="8368" y="581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h6797"/>
            <p:cNvSpPr/>
            <p:nvPr/>
          </p:nvSpPr>
          <p:spPr>
            <a:xfrm>
              <a:off x="10243134" y="1960275"/>
              <a:ext cx="42008" cy="52725"/>
            </a:xfrm>
            <a:custGeom>
              <a:avLst/>
              <a:pathLst>
                <a:path w="42008" h="52725">
                  <a:moveTo>
                    <a:pt x="32279" y="3271"/>
                  </a:moveTo>
                  <a:lnTo>
                    <a:pt x="32946" y="1131"/>
                  </a:lnTo>
                  <a:lnTo>
                    <a:pt x="35759" y="4736"/>
                  </a:lnTo>
                  <a:lnTo>
                    <a:pt x="32318" y="9881"/>
                  </a:lnTo>
                  <a:lnTo>
                    <a:pt x="36668" y="12110"/>
                  </a:lnTo>
                  <a:lnTo>
                    <a:pt x="32684" y="13402"/>
                  </a:lnTo>
                  <a:lnTo>
                    <a:pt x="32929" y="22309"/>
                  </a:lnTo>
                  <a:lnTo>
                    <a:pt x="37559" y="28677"/>
                  </a:lnTo>
                  <a:lnTo>
                    <a:pt x="42008" y="30139"/>
                  </a:lnTo>
                  <a:lnTo>
                    <a:pt x="41928" y="35392"/>
                  </a:lnTo>
                  <a:lnTo>
                    <a:pt x="41337" y="37390"/>
                  </a:lnTo>
                  <a:lnTo>
                    <a:pt x="37478" y="38753"/>
                  </a:lnTo>
                  <a:lnTo>
                    <a:pt x="33969" y="43583"/>
                  </a:lnTo>
                  <a:lnTo>
                    <a:pt x="34220" y="44328"/>
                  </a:lnTo>
                  <a:lnTo>
                    <a:pt x="32887" y="44722"/>
                  </a:lnTo>
                  <a:lnTo>
                    <a:pt x="33463" y="48036"/>
                  </a:lnTo>
                  <a:lnTo>
                    <a:pt x="32547" y="50132"/>
                  </a:lnTo>
                  <a:lnTo>
                    <a:pt x="29835" y="52574"/>
                  </a:lnTo>
                  <a:lnTo>
                    <a:pt x="28116" y="52725"/>
                  </a:lnTo>
                  <a:lnTo>
                    <a:pt x="19059" y="49171"/>
                  </a:lnTo>
                  <a:lnTo>
                    <a:pt x="17459" y="49413"/>
                  </a:lnTo>
                  <a:lnTo>
                    <a:pt x="18395" y="44976"/>
                  </a:lnTo>
                  <a:lnTo>
                    <a:pt x="19785" y="42009"/>
                  </a:lnTo>
                  <a:lnTo>
                    <a:pt x="19774" y="39752"/>
                  </a:lnTo>
                  <a:lnTo>
                    <a:pt x="17558" y="37432"/>
                  </a:lnTo>
                  <a:lnTo>
                    <a:pt x="16391" y="31961"/>
                  </a:lnTo>
                  <a:lnTo>
                    <a:pt x="12911" y="30283"/>
                  </a:lnTo>
                  <a:lnTo>
                    <a:pt x="11689" y="28447"/>
                  </a:lnTo>
                  <a:lnTo>
                    <a:pt x="14527" y="28639"/>
                  </a:lnTo>
                  <a:lnTo>
                    <a:pt x="13784" y="24736"/>
                  </a:lnTo>
                  <a:lnTo>
                    <a:pt x="11595" y="20153"/>
                  </a:lnTo>
                  <a:lnTo>
                    <a:pt x="0" y="13727"/>
                  </a:lnTo>
                  <a:lnTo>
                    <a:pt x="4487" y="9391"/>
                  </a:lnTo>
                  <a:lnTo>
                    <a:pt x="24024" y="8397"/>
                  </a:lnTo>
                  <a:lnTo>
                    <a:pt x="26869" y="6277"/>
                  </a:lnTo>
                  <a:lnTo>
                    <a:pt x="26766" y="3405"/>
                  </a:lnTo>
                  <a:lnTo>
                    <a:pt x="27990" y="1323"/>
                  </a:lnTo>
                  <a:lnTo>
                    <a:pt x="3007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h6798"/>
            <p:cNvSpPr/>
            <p:nvPr/>
          </p:nvSpPr>
          <p:spPr>
            <a:xfrm>
              <a:off x="10132425" y="2001304"/>
              <a:ext cx="61550" cy="37211"/>
            </a:xfrm>
            <a:custGeom>
              <a:avLst/>
              <a:pathLst>
                <a:path w="61550" h="37211">
                  <a:moveTo>
                    <a:pt x="28820" y="711"/>
                  </a:moveTo>
                  <a:lnTo>
                    <a:pt x="32622" y="4661"/>
                  </a:lnTo>
                  <a:lnTo>
                    <a:pt x="34410" y="5462"/>
                  </a:lnTo>
                  <a:lnTo>
                    <a:pt x="44557" y="6341"/>
                  </a:lnTo>
                  <a:lnTo>
                    <a:pt x="44388" y="2642"/>
                  </a:lnTo>
                  <a:lnTo>
                    <a:pt x="45549" y="694"/>
                  </a:lnTo>
                  <a:lnTo>
                    <a:pt x="48670" y="1942"/>
                  </a:lnTo>
                  <a:lnTo>
                    <a:pt x="51276" y="4387"/>
                  </a:lnTo>
                  <a:lnTo>
                    <a:pt x="51471" y="3922"/>
                  </a:lnTo>
                  <a:lnTo>
                    <a:pt x="58421" y="4404"/>
                  </a:lnTo>
                  <a:lnTo>
                    <a:pt x="59905" y="5265"/>
                  </a:lnTo>
                  <a:lnTo>
                    <a:pt x="61304" y="8129"/>
                  </a:lnTo>
                  <a:lnTo>
                    <a:pt x="61550" y="9935"/>
                  </a:lnTo>
                  <a:lnTo>
                    <a:pt x="60072" y="11699"/>
                  </a:lnTo>
                  <a:lnTo>
                    <a:pt x="57216" y="11806"/>
                  </a:lnTo>
                  <a:lnTo>
                    <a:pt x="52966" y="13382"/>
                  </a:lnTo>
                  <a:lnTo>
                    <a:pt x="53674" y="18669"/>
                  </a:lnTo>
                  <a:lnTo>
                    <a:pt x="53978" y="24611"/>
                  </a:lnTo>
                  <a:lnTo>
                    <a:pt x="55642" y="30670"/>
                  </a:lnTo>
                  <a:lnTo>
                    <a:pt x="50877" y="33979"/>
                  </a:lnTo>
                  <a:lnTo>
                    <a:pt x="47622" y="34836"/>
                  </a:lnTo>
                  <a:lnTo>
                    <a:pt x="45889" y="34591"/>
                  </a:lnTo>
                  <a:lnTo>
                    <a:pt x="42450" y="32910"/>
                  </a:lnTo>
                  <a:lnTo>
                    <a:pt x="38493" y="32345"/>
                  </a:lnTo>
                  <a:lnTo>
                    <a:pt x="35975" y="32938"/>
                  </a:lnTo>
                  <a:lnTo>
                    <a:pt x="37426" y="35737"/>
                  </a:lnTo>
                  <a:lnTo>
                    <a:pt x="35146" y="37211"/>
                  </a:lnTo>
                  <a:lnTo>
                    <a:pt x="29949" y="34229"/>
                  </a:lnTo>
                  <a:lnTo>
                    <a:pt x="24576" y="32661"/>
                  </a:lnTo>
                  <a:lnTo>
                    <a:pt x="16597" y="35142"/>
                  </a:lnTo>
                  <a:lnTo>
                    <a:pt x="13303" y="35311"/>
                  </a:lnTo>
                  <a:lnTo>
                    <a:pt x="10361" y="34302"/>
                  </a:lnTo>
                  <a:lnTo>
                    <a:pt x="8314" y="34920"/>
                  </a:lnTo>
                  <a:lnTo>
                    <a:pt x="9904" y="30570"/>
                  </a:lnTo>
                  <a:lnTo>
                    <a:pt x="5243" y="29356"/>
                  </a:lnTo>
                  <a:lnTo>
                    <a:pt x="1622" y="30988"/>
                  </a:lnTo>
                  <a:lnTo>
                    <a:pt x="0" y="29923"/>
                  </a:lnTo>
                  <a:lnTo>
                    <a:pt x="166" y="28952"/>
                  </a:lnTo>
                  <a:lnTo>
                    <a:pt x="2777" y="28180"/>
                  </a:lnTo>
                  <a:lnTo>
                    <a:pt x="3555" y="28480"/>
                  </a:lnTo>
                  <a:lnTo>
                    <a:pt x="4376" y="22058"/>
                  </a:lnTo>
                  <a:lnTo>
                    <a:pt x="7209" y="25919"/>
                  </a:lnTo>
                  <a:lnTo>
                    <a:pt x="7730" y="26178"/>
                  </a:lnTo>
                  <a:lnTo>
                    <a:pt x="8624" y="24681"/>
                  </a:lnTo>
                  <a:lnTo>
                    <a:pt x="7256" y="17371"/>
                  </a:lnTo>
                  <a:lnTo>
                    <a:pt x="11284" y="14506"/>
                  </a:lnTo>
                  <a:lnTo>
                    <a:pt x="13737" y="8079"/>
                  </a:lnTo>
                  <a:lnTo>
                    <a:pt x="15753" y="8985"/>
                  </a:lnTo>
                  <a:lnTo>
                    <a:pt x="18420" y="13876"/>
                  </a:lnTo>
                  <a:lnTo>
                    <a:pt x="20900" y="14327"/>
                  </a:lnTo>
                  <a:lnTo>
                    <a:pt x="17467" y="8904"/>
                  </a:lnTo>
                  <a:lnTo>
                    <a:pt x="26907" y="5396"/>
                  </a:lnTo>
                  <a:lnTo>
                    <a:pt x="2574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h6799"/>
            <p:cNvSpPr/>
            <p:nvPr/>
          </p:nvSpPr>
          <p:spPr>
            <a:xfrm>
              <a:off x="10110207" y="1780230"/>
              <a:ext cx="61743" cy="103110"/>
            </a:xfrm>
            <a:custGeom>
              <a:avLst/>
              <a:pathLst>
                <a:path w="61743" h="103110">
                  <a:moveTo>
                    <a:pt x="25026" y="2458"/>
                  </a:moveTo>
                  <a:lnTo>
                    <a:pt x="26464" y="5741"/>
                  </a:lnTo>
                  <a:lnTo>
                    <a:pt x="29076" y="8216"/>
                  </a:lnTo>
                  <a:lnTo>
                    <a:pt x="34135" y="10362"/>
                  </a:lnTo>
                  <a:lnTo>
                    <a:pt x="36011" y="9892"/>
                  </a:lnTo>
                  <a:lnTo>
                    <a:pt x="37379" y="8188"/>
                  </a:lnTo>
                  <a:lnTo>
                    <a:pt x="36381" y="14183"/>
                  </a:lnTo>
                  <a:lnTo>
                    <a:pt x="33385" y="17839"/>
                  </a:lnTo>
                  <a:lnTo>
                    <a:pt x="31835" y="18608"/>
                  </a:lnTo>
                  <a:lnTo>
                    <a:pt x="29256" y="23255"/>
                  </a:lnTo>
                  <a:lnTo>
                    <a:pt x="30876" y="28316"/>
                  </a:lnTo>
                  <a:lnTo>
                    <a:pt x="31227" y="49765"/>
                  </a:lnTo>
                  <a:lnTo>
                    <a:pt x="30578" y="59228"/>
                  </a:lnTo>
                  <a:lnTo>
                    <a:pt x="32495" y="62352"/>
                  </a:lnTo>
                  <a:lnTo>
                    <a:pt x="43685" y="60345"/>
                  </a:lnTo>
                  <a:lnTo>
                    <a:pt x="50034" y="66984"/>
                  </a:lnTo>
                  <a:lnTo>
                    <a:pt x="49917" y="68136"/>
                  </a:lnTo>
                  <a:lnTo>
                    <a:pt x="48573" y="67759"/>
                  </a:lnTo>
                  <a:lnTo>
                    <a:pt x="47638" y="68602"/>
                  </a:lnTo>
                  <a:lnTo>
                    <a:pt x="50197" y="74015"/>
                  </a:lnTo>
                  <a:lnTo>
                    <a:pt x="54761" y="79693"/>
                  </a:lnTo>
                  <a:lnTo>
                    <a:pt x="59729" y="83439"/>
                  </a:lnTo>
                  <a:lnTo>
                    <a:pt x="61743" y="86844"/>
                  </a:lnTo>
                  <a:lnTo>
                    <a:pt x="58501" y="87970"/>
                  </a:lnTo>
                  <a:lnTo>
                    <a:pt x="57555" y="90398"/>
                  </a:lnTo>
                  <a:lnTo>
                    <a:pt x="59435" y="95068"/>
                  </a:lnTo>
                  <a:lnTo>
                    <a:pt x="60733" y="102266"/>
                  </a:lnTo>
                  <a:lnTo>
                    <a:pt x="59534" y="103022"/>
                  </a:lnTo>
                  <a:lnTo>
                    <a:pt x="57392" y="102703"/>
                  </a:lnTo>
                  <a:lnTo>
                    <a:pt x="53387" y="99664"/>
                  </a:lnTo>
                  <a:lnTo>
                    <a:pt x="46498" y="99834"/>
                  </a:lnTo>
                  <a:lnTo>
                    <a:pt x="42340" y="100957"/>
                  </a:lnTo>
                  <a:lnTo>
                    <a:pt x="42643" y="102558"/>
                  </a:lnTo>
                  <a:lnTo>
                    <a:pt x="39205" y="103110"/>
                  </a:lnTo>
                  <a:lnTo>
                    <a:pt x="37826" y="100035"/>
                  </a:lnTo>
                  <a:lnTo>
                    <a:pt x="34792" y="102966"/>
                  </a:lnTo>
                  <a:lnTo>
                    <a:pt x="30504" y="96068"/>
                  </a:lnTo>
                  <a:lnTo>
                    <a:pt x="30252" y="94072"/>
                  </a:lnTo>
                  <a:lnTo>
                    <a:pt x="31090" y="91887"/>
                  </a:lnTo>
                  <a:lnTo>
                    <a:pt x="30607" y="89152"/>
                  </a:lnTo>
                  <a:lnTo>
                    <a:pt x="26758" y="83504"/>
                  </a:lnTo>
                  <a:lnTo>
                    <a:pt x="20180" y="78249"/>
                  </a:lnTo>
                  <a:lnTo>
                    <a:pt x="17107" y="78558"/>
                  </a:lnTo>
                  <a:lnTo>
                    <a:pt x="15605" y="77788"/>
                  </a:lnTo>
                  <a:lnTo>
                    <a:pt x="12884" y="73437"/>
                  </a:lnTo>
                  <a:lnTo>
                    <a:pt x="10887" y="64098"/>
                  </a:lnTo>
                  <a:lnTo>
                    <a:pt x="8168" y="61363"/>
                  </a:lnTo>
                  <a:lnTo>
                    <a:pt x="6379" y="60835"/>
                  </a:lnTo>
                  <a:lnTo>
                    <a:pt x="4876" y="62096"/>
                  </a:lnTo>
                  <a:lnTo>
                    <a:pt x="0" y="60572"/>
                  </a:lnTo>
                  <a:lnTo>
                    <a:pt x="3622" y="55342"/>
                  </a:lnTo>
                  <a:lnTo>
                    <a:pt x="7188" y="53595"/>
                  </a:lnTo>
                  <a:lnTo>
                    <a:pt x="8456" y="50532"/>
                  </a:lnTo>
                  <a:lnTo>
                    <a:pt x="4628" y="45874"/>
                  </a:lnTo>
                  <a:lnTo>
                    <a:pt x="5301" y="42174"/>
                  </a:lnTo>
                  <a:lnTo>
                    <a:pt x="6611" y="41629"/>
                  </a:lnTo>
                  <a:lnTo>
                    <a:pt x="13493" y="43082"/>
                  </a:lnTo>
                  <a:lnTo>
                    <a:pt x="14261" y="39380"/>
                  </a:lnTo>
                  <a:lnTo>
                    <a:pt x="12730" y="38299"/>
                  </a:lnTo>
                  <a:lnTo>
                    <a:pt x="12787" y="28822"/>
                  </a:lnTo>
                  <a:lnTo>
                    <a:pt x="7443" y="27259"/>
                  </a:lnTo>
                  <a:lnTo>
                    <a:pt x="11898" y="17279"/>
                  </a:lnTo>
                  <a:lnTo>
                    <a:pt x="9912" y="15644"/>
                  </a:lnTo>
                  <a:lnTo>
                    <a:pt x="8817" y="14753"/>
                  </a:lnTo>
                  <a:lnTo>
                    <a:pt x="8723" y="7094"/>
                  </a:lnTo>
                  <a:lnTo>
                    <a:pt x="14766" y="7087"/>
                  </a:lnTo>
                  <a:lnTo>
                    <a:pt x="13404" y="1189"/>
                  </a:lnTo>
                  <a:lnTo>
                    <a:pt x="8483" y="1453"/>
                  </a:lnTo>
                  <a:lnTo>
                    <a:pt x="8526" y="225"/>
                  </a:lnTo>
                  <a:lnTo>
                    <a:pt x="2090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h6800"/>
            <p:cNvSpPr/>
            <p:nvPr/>
          </p:nvSpPr>
          <p:spPr>
            <a:xfrm>
              <a:off x="10070702" y="1887797"/>
              <a:ext cx="73558" cy="40545"/>
            </a:xfrm>
            <a:custGeom>
              <a:avLst/>
              <a:pathLst>
                <a:path w="73558" h="40545">
                  <a:moveTo>
                    <a:pt x="62010" y="0"/>
                  </a:moveTo>
                  <a:lnTo>
                    <a:pt x="62807" y="2906"/>
                  </a:lnTo>
                  <a:lnTo>
                    <a:pt x="61485" y="6797"/>
                  </a:lnTo>
                  <a:lnTo>
                    <a:pt x="58775" y="5739"/>
                  </a:lnTo>
                  <a:lnTo>
                    <a:pt x="59593" y="4192"/>
                  </a:lnTo>
                  <a:lnTo>
                    <a:pt x="59020" y="2241"/>
                  </a:lnTo>
                  <a:lnTo>
                    <a:pt x="55916" y="3750"/>
                  </a:lnTo>
                  <a:lnTo>
                    <a:pt x="57813" y="6881"/>
                  </a:lnTo>
                  <a:lnTo>
                    <a:pt x="53119" y="6857"/>
                  </a:lnTo>
                  <a:lnTo>
                    <a:pt x="52456" y="9185"/>
                  </a:lnTo>
                  <a:lnTo>
                    <a:pt x="55572" y="12223"/>
                  </a:lnTo>
                  <a:lnTo>
                    <a:pt x="57784" y="10261"/>
                  </a:lnTo>
                  <a:lnTo>
                    <a:pt x="67143" y="12428"/>
                  </a:lnTo>
                  <a:lnTo>
                    <a:pt x="66918" y="13355"/>
                  </a:lnTo>
                  <a:lnTo>
                    <a:pt x="65898" y="12979"/>
                  </a:lnTo>
                  <a:lnTo>
                    <a:pt x="62434" y="17095"/>
                  </a:lnTo>
                  <a:lnTo>
                    <a:pt x="62243" y="21126"/>
                  </a:lnTo>
                  <a:lnTo>
                    <a:pt x="70600" y="23955"/>
                  </a:lnTo>
                  <a:lnTo>
                    <a:pt x="71618" y="24269"/>
                  </a:lnTo>
                  <a:lnTo>
                    <a:pt x="73558" y="30276"/>
                  </a:lnTo>
                  <a:lnTo>
                    <a:pt x="68452" y="36045"/>
                  </a:lnTo>
                  <a:lnTo>
                    <a:pt x="63153" y="30661"/>
                  </a:lnTo>
                  <a:lnTo>
                    <a:pt x="62817" y="40545"/>
                  </a:lnTo>
                  <a:lnTo>
                    <a:pt x="56750" y="32208"/>
                  </a:lnTo>
                  <a:lnTo>
                    <a:pt x="51032" y="34811"/>
                  </a:lnTo>
                  <a:lnTo>
                    <a:pt x="41837" y="33278"/>
                  </a:lnTo>
                  <a:lnTo>
                    <a:pt x="40287" y="34090"/>
                  </a:lnTo>
                  <a:lnTo>
                    <a:pt x="41478" y="36417"/>
                  </a:lnTo>
                  <a:lnTo>
                    <a:pt x="40422" y="37047"/>
                  </a:lnTo>
                  <a:lnTo>
                    <a:pt x="38394" y="37231"/>
                  </a:lnTo>
                  <a:lnTo>
                    <a:pt x="36103" y="34893"/>
                  </a:lnTo>
                  <a:lnTo>
                    <a:pt x="34123" y="36815"/>
                  </a:lnTo>
                  <a:lnTo>
                    <a:pt x="31224" y="33247"/>
                  </a:lnTo>
                  <a:lnTo>
                    <a:pt x="23579" y="31731"/>
                  </a:lnTo>
                  <a:lnTo>
                    <a:pt x="19630" y="32946"/>
                  </a:lnTo>
                  <a:lnTo>
                    <a:pt x="15707" y="35287"/>
                  </a:lnTo>
                  <a:lnTo>
                    <a:pt x="14266" y="33004"/>
                  </a:lnTo>
                  <a:lnTo>
                    <a:pt x="16730" y="29570"/>
                  </a:lnTo>
                  <a:lnTo>
                    <a:pt x="12013" y="30714"/>
                  </a:lnTo>
                  <a:lnTo>
                    <a:pt x="11044" y="29567"/>
                  </a:lnTo>
                  <a:lnTo>
                    <a:pt x="11599" y="25704"/>
                  </a:lnTo>
                  <a:lnTo>
                    <a:pt x="13589" y="25187"/>
                  </a:lnTo>
                  <a:lnTo>
                    <a:pt x="13891" y="23334"/>
                  </a:lnTo>
                  <a:lnTo>
                    <a:pt x="11768" y="20946"/>
                  </a:lnTo>
                  <a:lnTo>
                    <a:pt x="8356" y="20687"/>
                  </a:lnTo>
                  <a:lnTo>
                    <a:pt x="10285" y="24509"/>
                  </a:lnTo>
                  <a:lnTo>
                    <a:pt x="9760" y="26696"/>
                  </a:lnTo>
                  <a:lnTo>
                    <a:pt x="7137" y="26047"/>
                  </a:lnTo>
                  <a:lnTo>
                    <a:pt x="5825" y="29120"/>
                  </a:lnTo>
                  <a:lnTo>
                    <a:pt x="1204" y="29998"/>
                  </a:lnTo>
                  <a:lnTo>
                    <a:pt x="1095" y="23811"/>
                  </a:lnTo>
                  <a:lnTo>
                    <a:pt x="5595" y="23504"/>
                  </a:lnTo>
                  <a:lnTo>
                    <a:pt x="6131" y="21319"/>
                  </a:lnTo>
                  <a:lnTo>
                    <a:pt x="3033" y="18482"/>
                  </a:lnTo>
                  <a:lnTo>
                    <a:pt x="2088" y="15427"/>
                  </a:lnTo>
                  <a:lnTo>
                    <a:pt x="3813" y="13797"/>
                  </a:lnTo>
                  <a:lnTo>
                    <a:pt x="0" y="10759"/>
                  </a:lnTo>
                  <a:lnTo>
                    <a:pt x="330" y="8146"/>
                  </a:lnTo>
                  <a:lnTo>
                    <a:pt x="8658" y="4983"/>
                  </a:lnTo>
                  <a:lnTo>
                    <a:pt x="17005" y="4326"/>
                  </a:lnTo>
                  <a:lnTo>
                    <a:pt x="19212" y="1630"/>
                  </a:lnTo>
                  <a:lnTo>
                    <a:pt x="20847" y="2836"/>
                  </a:lnTo>
                  <a:lnTo>
                    <a:pt x="38631" y="3695"/>
                  </a:lnTo>
                  <a:lnTo>
                    <a:pt x="39065" y="923"/>
                  </a:lnTo>
                  <a:lnTo>
                    <a:pt x="41737" y="673"/>
                  </a:lnTo>
                  <a:lnTo>
                    <a:pt x="48184" y="2171"/>
                  </a:lnTo>
                  <a:lnTo>
                    <a:pt x="50413" y="3621"/>
                  </a:lnTo>
                  <a:lnTo>
                    <a:pt x="54706" y="1976"/>
                  </a:lnTo>
                  <a:lnTo>
                    <a:pt x="56480" y="45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h6801"/>
            <p:cNvSpPr/>
            <p:nvPr/>
          </p:nvSpPr>
          <p:spPr>
            <a:xfrm>
              <a:off x="10099442" y="2026239"/>
              <a:ext cx="89339" cy="119918"/>
            </a:xfrm>
            <a:custGeom>
              <a:avLst/>
              <a:pathLst>
                <a:path w="89339" h="119918">
                  <a:moveTo>
                    <a:pt x="27902" y="4166"/>
                  </a:moveTo>
                  <a:lnTo>
                    <a:pt x="32139" y="1850"/>
                  </a:lnTo>
                  <a:lnTo>
                    <a:pt x="35760" y="3245"/>
                  </a:lnTo>
                  <a:lnTo>
                    <a:pt x="33149" y="4017"/>
                  </a:lnTo>
                  <a:lnTo>
                    <a:pt x="32983" y="4989"/>
                  </a:lnTo>
                  <a:lnTo>
                    <a:pt x="34606" y="6053"/>
                  </a:lnTo>
                  <a:lnTo>
                    <a:pt x="38226" y="4421"/>
                  </a:lnTo>
                  <a:lnTo>
                    <a:pt x="42887" y="5635"/>
                  </a:lnTo>
                  <a:lnTo>
                    <a:pt x="41297" y="9986"/>
                  </a:lnTo>
                  <a:lnTo>
                    <a:pt x="43344" y="9367"/>
                  </a:lnTo>
                  <a:lnTo>
                    <a:pt x="41633" y="13327"/>
                  </a:lnTo>
                  <a:lnTo>
                    <a:pt x="42376" y="14964"/>
                  </a:lnTo>
                  <a:lnTo>
                    <a:pt x="48166" y="16126"/>
                  </a:lnTo>
                  <a:lnTo>
                    <a:pt x="53097" y="15544"/>
                  </a:lnTo>
                  <a:lnTo>
                    <a:pt x="57148" y="17528"/>
                  </a:lnTo>
                  <a:lnTo>
                    <a:pt x="57972" y="19943"/>
                  </a:lnTo>
                  <a:lnTo>
                    <a:pt x="62670" y="19333"/>
                  </a:lnTo>
                  <a:lnTo>
                    <a:pt x="63564" y="19751"/>
                  </a:lnTo>
                  <a:lnTo>
                    <a:pt x="63310" y="22159"/>
                  </a:lnTo>
                  <a:lnTo>
                    <a:pt x="62018" y="22272"/>
                  </a:lnTo>
                  <a:lnTo>
                    <a:pt x="61397" y="23947"/>
                  </a:lnTo>
                  <a:lnTo>
                    <a:pt x="62883" y="27488"/>
                  </a:lnTo>
                  <a:lnTo>
                    <a:pt x="66173" y="28459"/>
                  </a:lnTo>
                  <a:lnTo>
                    <a:pt x="67988" y="29949"/>
                  </a:lnTo>
                  <a:lnTo>
                    <a:pt x="71461" y="39238"/>
                  </a:lnTo>
                  <a:lnTo>
                    <a:pt x="76663" y="40310"/>
                  </a:lnTo>
                  <a:lnTo>
                    <a:pt x="77872" y="42306"/>
                  </a:lnTo>
                  <a:lnTo>
                    <a:pt x="81222" y="43040"/>
                  </a:lnTo>
                  <a:lnTo>
                    <a:pt x="80637" y="44417"/>
                  </a:lnTo>
                  <a:lnTo>
                    <a:pt x="82137" y="47359"/>
                  </a:lnTo>
                  <a:lnTo>
                    <a:pt x="84247" y="47290"/>
                  </a:lnTo>
                  <a:lnTo>
                    <a:pt x="87677" y="49233"/>
                  </a:lnTo>
                  <a:lnTo>
                    <a:pt x="89339" y="51560"/>
                  </a:lnTo>
                  <a:lnTo>
                    <a:pt x="86798" y="56132"/>
                  </a:lnTo>
                  <a:lnTo>
                    <a:pt x="84235" y="53666"/>
                  </a:lnTo>
                  <a:lnTo>
                    <a:pt x="78877" y="54281"/>
                  </a:lnTo>
                  <a:lnTo>
                    <a:pt x="78360" y="55444"/>
                  </a:lnTo>
                  <a:lnTo>
                    <a:pt x="78571" y="59661"/>
                  </a:lnTo>
                  <a:lnTo>
                    <a:pt x="82304" y="60596"/>
                  </a:lnTo>
                  <a:lnTo>
                    <a:pt x="83313" y="61458"/>
                  </a:lnTo>
                  <a:lnTo>
                    <a:pt x="83241" y="63369"/>
                  </a:lnTo>
                  <a:lnTo>
                    <a:pt x="81621" y="61952"/>
                  </a:lnTo>
                  <a:lnTo>
                    <a:pt x="78912" y="62359"/>
                  </a:lnTo>
                  <a:lnTo>
                    <a:pt x="75036" y="65713"/>
                  </a:lnTo>
                  <a:lnTo>
                    <a:pt x="71797" y="73611"/>
                  </a:lnTo>
                  <a:lnTo>
                    <a:pt x="72070" y="77346"/>
                  </a:lnTo>
                  <a:lnTo>
                    <a:pt x="71018" y="81212"/>
                  </a:lnTo>
                  <a:lnTo>
                    <a:pt x="66805" y="82626"/>
                  </a:lnTo>
                  <a:lnTo>
                    <a:pt x="67919" y="83243"/>
                  </a:lnTo>
                  <a:lnTo>
                    <a:pt x="66676" y="85042"/>
                  </a:lnTo>
                  <a:lnTo>
                    <a:pt x="69119" y="85694"/>
                  </a:lnTo>
                  <a:lnTo>
                    <a:pt x="70656" y="90513"/>
                  </a:lnTo>
                  <a:lnTo>
                    <a:pt x="68020" y="95519"/>
                  </a:lnTo>
                  <a:lnTo>
                    <a:pt x="64452" y="98711"/>
                  </a:lnTo>
                  <a:lnTo>
                    <a:pt x="63845" y="102573"/>
                  </a:lnTo>
                  <a:lnTo>
                    <a:pt x="66722" y="102238"/>
                  </a:lnTo>
                  <a:lnTo>
                    <a:pt x="65365" y="106049"/>
                  </a:lnTo>
                  <a:lnTo>
                    <a:pt x="64034" y="105770"/>
                  </a:lnTo>
                  <a:lnTo>
                    <a:pt x="59099" y="108862"/>
                  </a:lnTo>
                  <a:lnTo>
                    <a:pt x="50256" y="119918"/>
                  </a:lnTo>
                  <a:lnTo>
                    <a:pt x="45046" y="114267"/>
                  </a:lnTo>
                  <a:lnTo>
                    <a:pt x="42718" y="107829"/>
                  </a:lnTo>
                  <a:lnTo>
                    <a:pt x="38839" y="105255"/>
                  </a:lnTo>
                  <a:lnTo>
                    <a:pt x="38132" y="102045"/>
                  </a:lnTo>
                  <a:lnTo>
                    <a:pt x="34065" y="99161"/>
                  </a:lnTo>
                  <a:lnTo>
                    <a:pt x="24705" y="96794"/>
                  </a:lnTo>
                  <a:lnTo>
                    <a:pt x="19524" y="93035"/>
                  </a:lnTo>
                  <a:lnTo>
                    <a:pt x="14653" y="86833"/>
                  </a:lnTo>
                  <a:lnTo>
                    <a:pt x="12103" y="86713"/>
                  </a:lnTo>
                  <a:lnTo>
                    <a:pt x="7767" y="78738"/>
                  </a:lnTo>
                  <a:lnTo>
                    <a:pt x="0" y="73695"/>
                  </a:lnTo>
                  <a:lnTo>
                    <a:pt x="77" y="71540"/>
                  </a:lnTo>
                  <a:lnTo>
                    <a:pt x="981" y="70542"/>
                  </a:lnTo>
                  <a:lnTo>
                    <a:pt x="399" y="67246"/>
                  </a:lnTo>
                  <a:lnTo>
                    <a:pt x="5210" y="64631"/>
                  </a:lnTo>
                  <a:lnTo>
                    <a:pt x="5963" y="65169"/>
                  </a:lnTo>
                  <a:lnTo>
                    <a:pt x="7460" y="64516"/>
                  </a:lnTo>
                  <a:lnTo>
                    <a:pt x="9568" y="61483"/>
                  </a:lnTo>
                  <a:lnTo>
                    <a:pt x="8491" y="57466"/>
                  </a:lnTo>
                  <a:lnTo>
                    <a:pt x="7054" y="56076"/>
                  </a:lnTo>
                  <a:lnTo>
                    <a:pt x="6290" y="54096"/>
                  </a:lnTo>
                  <a:lnTo>
                    <a:pt x="9174" y="43406"/>
                  </a:lnTo>
                  <a:lnTo>
                    <a:pt x="2185" y="34172"/>
                  </a:lnTo>
                  <a:lnTo>
                    <a:pt x="1486" y="28447"/>
                  </a:lnTo>
                  <a:lnTo>
                    <a:pt x="6102" y="18633"/>
                  </a:lnTo>
                  <a:lnTo>
                    <a:pt x="5894" y="17450"/>
                  </a:lnTo>
                  <a:lnTo>
                    <a:pt x="3527" y="14499"/>
                  </a:lnTo>
                  <a:lnTo>
                    <a:pt x="1153" y="13312"/>
                  </a:lnTo>
                  <a:lnTo>
                    <a:pt x="965" y="12046"/>
                  </a:lnTo>
                  <a:lnTo>
                    <a:pt x="5357" y="9695"/>
                  </a:lnTo>
                  <a:lnTo>
                    <a:pt x="6882" y="5342"/>
                  </a:lnTo>
                  <a:lnTo>
                    <a:pt x="5253" y="499"/>
                  </a:lnTo>
                  <a:lnTo>
                    <a:pt x="728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h6802"/>
            <p:cNvSpPr/>
            <p:nvPr/>
          </p:nvSpPr>
          <p:spPr>
            <a:xfrm>
              <a:off x="10084676" y="1552026"/>
              <a:ext cx="169540" cy="184072"/>
            </a:xfrm>
            <a:custGeom>
              <a:avLst/>
              <a:pathLst>
                <a:path w="169540" h="184072">
                  <a:moveTo>
                    <a:pt x="86757" y="340"/>
                  </a:moveTo>
                  <a:lnTo>
                    <a:pt x="86027" y="3749"/>
                  </a:lnTo>
                  <a:lnTo>
                    <a:pt x="88368" y="4342"/>
                  </a:lnTo>
                  <a:lnTo>
                    <a:pt x="89215" y="470"/>
                  </a:lnTo>
                  <a:lnTo>
                    <a:pt x="94938" y="4660"/>
                  </a:lnTo>
                  <a:lnTo>
                    <a:pt x="95486" y="4972"/>
                  </a:lnTo>
                  <a:lnTo>
                    <a:pt x="98398" y="18720"/>
                  </a:lnTo>
                  <a:lnTo>
                    <a:pt x="106528" y="21202"/>
                  </a:lnTo>
                  <a:lnTo>
                    <a:pt x="106271" y="29108"/>
                  </a:lnTo>
                  <a:lnTo>
                    <a:pt x="112531" y="28876"/>
                  </a:lnTo>
                  <a:lnTo>
                    <a:pt x="112714" y="25423"/>
                  </a:lnTo>
                  <a:lnTo>
                    <a:pt x="116978" y="25554"/>
                  </a:lnTo>
                  <a:lnTo>
                    <a:pt x="116765" y="32129"/>
                  </a:lnTo>
                  <a:lnTo>
                    <a:pt x="118648" y="36311"/>
                  </a:lnTo>
                  <a:lnTo>
                    <a:pt x="120484" y="36313"/>
                  </a:lnTo>
                  <a:lnTo>
                    <a:pt x="120302" y="45500"/>
                  </a:lnTo>
                  <a:lnTo>
                    <a:pt x="138170" y="46011"/>
                  </a:lnTo>
                  <a:lnTo>
                    <a:pt x="138141" y="43279"/>
                  </a:lnTo>
                  <a:lnTo>
                    <a:pt x="138690" y="42778"/>
                  </a:lnTo>
                  <a:lnTo>
                    <a:pt x="144601" y="42951"/>
                  </a:lnTo>
                  <a:lnTo>
                    <a:pt x="146936" y="44310"/>
                  </a:lnTo>
                  <a:lnTo>
                    <a:pt x="152532" y="50330"/>
                  </a:lnTo>
                  <a:lnTo>
                    <a:pt x="155703" y="52398"/>
                  </a:lnTo>
                  <a:lnTo>
                    <a:pt x="153462" y="65967"/>
                  </a:lnTo>
                  <a:lnTo>
                    <a:pt x="157924" y="67849"/>
                  </a:lnTo>
                  <a:lnTo>
                    <a:pt x="157391" y="84244"/>
                  </a:lnTo>
                  <a:lnTo>
                    <a:pt x="164562" y="84439"/>
                  </a:lnTo>
                  <a:lnTo>
                    <a:pt x="166644" y="85428"/>
                  </a:lnTo>
                  <a:lnTo>
                    <a:pt x="166888" y="88609"/>
                  </a:lnTo>
                  <a:lnTo>
                    <a:pt x="165631" y="92877"/>
                  </a:lnTo>
                  <a:lnTo>
                    <a:pt x="165225" y="97871"/>
                  </a:lnTo>
                  <a:lnTo>
                    <a:pt x="168476" y="100865"/>
                  </a:lnTo>
                  <a:lnTo>
                    <a:pt x="168977" y="103756"/>
                  </a:lnTo>
                  <a:lnTo>
                    <a:pt x="169540" y="106192"/>
                  </a:lnTo>
                  <a:lnTo>
                    <a:pt x="163204" y="105263"/>
                  </a:lnTo>
                  <a:lnTo>
                    <a:pt x="160113" y="108524"/>
                  </a:lnTo>
                  <a:lnTo>
                    <a:pt x="156050" y="111000"/>
                  </a:lnTo>
                  <a:lnTo>
                    <a:pt x="157096" y="116132"/>
                  </a:lnTo>
                  <a:lnTo>
                    <a:pt x="162872" y="116315"/>
                  </a:lnTo>
                  <a:lnTo>
                    <a:pt x="162703" y="122384"/>
                  </a:lnTo>
                  <a:lnTo>
                    <a:pt x="156384" y="118521"/>
                  </a:lnTo>
                  <a:lnTo>
                    <a:pt x="154139" y="121266"/>
                  </a:lnTo>
                  <a:lnTo>
                    <a:pt x="154378" y="121905"/>
                  </a:lnTo>
                  <a:lnTo>
                    <a:pt x="152242" y="123578"/>
                  </a:lnTo>
                  <a:lnTo>
                    <a:pt x="141426" y="129307"/>
                  </a:lnTo>
                  <a:lnTo>
                    <a:pt x="134042" y="136503"/>
                  </a:lnTo>
                  <a:lnTo>
                    <a:pt x="133135" y="138174"/>
                  </a:lnTo>
                  <a:lnTo>
                    <a:pt x="133526" y="140625"/>
                  </a:lnTo>
                  <a:lnTo>
                    <a:pt x="146895" y="141123"/>
                  </a:lnTo>
                  <a:lnTo>
                    <a:pt x="146917" y="158654"/>
                  </a:lnTo>
                  <a:lnTo>
                    <a:pt x="142557" y="158566"/>
                  </a:lnTo>
                  <a:lnTo>
                    <a:pt x="142665" y="170374"/>
                  </a:lnTo>
                  <a:lnTo>
                    <a:pt x="134939" y="170846"/>
                  </a:lnTo>
                  <a:lnTo>
                    <a:pt x="141272" y="174626"/>
                  </a:lnTo>
                  <a:lnTo>
                    <a:pt x="140175" y="180138"/>
                  </a:lnTo>
                  <a:lnTo>
                    <a:pt x="135361" y="180883"/>
                  </a:lnTo>
                  <a:lnTo>
                    <a:pt x="134442" y="180589"/>
                  </a:lnTo>
                  <a:lnTo>
                    <a:pt x="133704" y="179028"/>
                  </a:lnTo>
                  <a:lnTo>
                    <a:pt x="132853" y="179208"/>
                  </a:lnTo>
                  <a:lnTo>
                    <a:pt x="131611" y="179921"/>
                  </a:lnTo>
                  <a:lnTo>
                    <a:pt x="131409" y="184072"/>
                  </a:lnTo>
                  <a:lnTo>
                    <a:pt x="129415" y="183404"/>
                  </a:lnTo>
                  <a:lnTo>
                    <a:pt x="127685" y="181815"/>
                  </a:lnTo>
                  <a:lnTo>
                    <a:pt x="127626" y="180156"/>
                  </a:lnTo>
                  <a:lnTo>
                    <a:pt x="129717" y="173078"/>
                  </a:lnTo>
                  <a:lnTo>
                    <a:pt x="111459" y="174230"/>
                  </a:lnTo>
                  <a:lnTo>
                    <a:pt x="96840" y="168885"/>
                  </a:lnTo>
                  <a:lnTo>
                    <a:pt x="91830" y="170597"/>
                  </a:lnTo>
                  <a:lnTo>
                    <a:pt x="90347" y="172826"/>
                  </a:lnTo>
                  <a:lnTo>
                    <a:pt x="92234" y="173884"/>
                  </a:lnTo>
                  <a:lnTo>
                    <a:pt x="94250" y="177466"/>
                  </a:lnTo>
                  <a:lnTo>
                    <a:pt x="83901" y="177139"/>
                  </a:lnTo>
                  <a:lnTo>
                    <a:pt x="82992" y="173890"/>
                  </a:lnTo>
                  <a:lnTo>
                    <a:pt x="73411" y="173591"/>
                  </a:lnTo>
                  <a:lnTo>
                    <a:pt x="69335" y="177728"/>
                  </a:lnTo>
                  <a:lnTo>
                    <a:pt x="71196" y="180106"/>
                  </a:lnTo>
                  <a:lnTo>
                    <a:pt x="71272" y="181241"/>
                  </a:lnTo>
                  <a:lnTo>
                    <a:pt x="70518" y="181244"/>
                  </a:lnTo>
                  <a:lnTo>
                    <a:pt x="67721" y="178362"/>
                  </a:lnTo>
                  <a:lnTo>
                    <a:pt x="68738" y="173446"/>
                  </a:lnTo>
                  <a:lnTo>
                    <a:pt x="60214" y="172795"/>
                  </a:lnTo>
                  <a:lnTo>
                    <a:pt x="60062" y="178617"/>
                  </a:lnTo>
                  <a:lnTo>
                    <a:pt x="54251" y="177485"/>
                  </a:lnTo>
                  <a:lnTo>
                    <a:pt x="54469" y="169315"/>
                  </a:lnTo>
                  <a:lnTo>
                    <a:pt x="56403" y="169891"/>
                  </a:lnTo>
                  <a:lnTo>
                    <a:pt x="57923" y="168451"/>
                  </a:lnTo>
                  <a:lnTo>
                    <a:pt x="55338" y="164489"/>
                  </a:lnTo>
                  <a:lnTo>
                    <a:pt x="54230" y="160157"/>
                  </a:lnTo>
                  <a:lnTo>
                    <a:pt x="55375" y="156617"/>
                  </a:lnTo>
                  <a:lnTo>
                    <a:pt x="51349" y="156082"/>
                  </a:lnTo>
                  <a:lnTo>
                    <a:pt x="45992" y="153791"/>
                  </a:lnTo>
                  <a:lnTo>
                    <a:pt x="43805" y="150036"/>
                  </a:lnTo>
                  <a:lnTo>
                    <a:pt x="44613" y="148003"/>
                  </a:lnTo>
                  <a:lnTo>
                    <a:pt x="44213" y="145363"/>
                  </a:lnTo>
                  <a:lnTo>
                    <a:pt x="42804" y="141963"/>
                  </a:lnTo>
                  <a:lnTo>
                    <a:pt x="41227" y="140371"/>
                  </a:lnTo>
                  <a:lnTo>
                    <a:pt x="40961" y="138081"/>
                  </a:lnTo>
                  <a:lnTo>
                    <a:pt x="46439" y="116276"/>
                  </a:lnTo>
                  <a:lnTo>
                    <a:pt x="28072" y="109547"/>
                  </a:lnTo>
                  <a:lnTo>
                    <a:pt x="28332" y="107283"/>
                  </a:lnTo>
                  <a:lnTo>
                    <a:pt x="23837" y="102975"/>
                  </a:lnTo>
                  <a:lnTo>
                    <a:pt x="18524" y="101812"/>
                  </a:lnTo>
                  <a:lnTo>
                    <a:pt x="15778" y="100359"/>
                  </a:lnTo>
                  <a:lnTo>
                    <a:pt x="12303" y="104751"/>
                  </a:lnTo>
                  <a:lnTo>
                    <a:pt x="10432" y="103187"/>
                  </a:lnTo>
                  <a:lnTo>
                    <a:pt x="7446" y="107099"/>
                  </a:lnTo>
                  <a:lnTo>
                    <a:pt x="2941" y="106564"/>
                  </a:lnTo>
                  <a:lnTo>
                    <a:pt x="8608" y="99514"/>
                  </a:lnTo>
                  <a:lnTo>
                    <a:pt x="0" y="91865"/>
                  </a:lnTo>
                  <a:lnTo>
                    <a:pt x="15082" y="73540"/>
                  </a:lnTo>
                  <a:lnTo>
                    <a:pt x="7546" y="73553"/>
                  </a:lnTo>
                  <a:lnTo>
                    <a:pt x="9880" y="68977"/>
                  </a:lnTo>
                  <a:lnTo>
                    <a:pt x="14359" y="64535"/>
                  </a:lnTo>
                  <a:lnTo>
                    <a:pt x="6768" y="54760"/>
                  </a:lnTo>
                  <a:lnTo>
                    <a:pt x="12999" y="54861"/>
                  </a:lnTo>
                  <a:lnTo>
                    <a:pt x="15206" y="53650"/>
                  </a:lnTo>
                  <a:lnTo>
                    <a:pt x="16795" y="49172"/>
                  </a:lnTo>
                  <a:lnTo>
                    <a:pt x="16847" y="45096"/>
                  </a:lnTo>
                  <a:lnTo>
                    <a:pt x="19257" y="43999"/>
                  </a:lnTo>
                  <a:lnTo>
                    <a:pt x="18735" y="37179"/>
                  </a:lnTo>
                  <a:lnTo>
                    <a:pt x="12268" y="36767"/>
                  </a:lnTo>
                  <a:lnTo>
                    <a:pt x="15368" y="28516"/>
                  </a:lnTo>
                  <a:lnTo>
                    <a:pt x="18098" y="26127"/>
                  </a:lnTo>
                  <a:lnTo>
                    <a:pt x="18833" y="10297"/>
                  </a:lnTo>
                  <a:lnTo>
                    <a:pt x="34325" y="10924"/>
                  </a:lnTo>
                  <a:lnTo>
                    <a:pt x="34603" y="2920"/>
                  </a:lnTo>
                  <a:lnTo>
                    <a:pt x="38103" y="3778"/>
                  </a:lnTo>
                  <a:lnTo>
                    <a:pt x="41518" y="6612"/>
                  </a:lnTo>
                  <a:lnTo>
                    <a:pt x="46658" y="6567"/>
                  </a:lnTo>
                  <a:lnTo>
                    <a:pt x="49929" y="5134"/>
                  </a:lnTo>
                  <a:lnTo>
                    <a:pt x="50035" y="2453"/>
                  </a:lnTo>
                  <a:lnTo>
                    <a:pt x="58875" y="1238"/>
                  </a:lnTo>
                  <a:lnTo>
                    <a:pt x="60921" y="1735"/>
                  </a:lnTo>
                  <a:lnTo>
                    <a:pt x="63514" y="3888"/>
                  </a:lnTo>
                  <a:lnTo>
                    <a:pt x="75200" y="4194"/>
                  </a:lnTo>
                  <a:lnTo>
                    <a:pt x="7472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h6803"/>
            <p:cNvSpPr/>
            <p:nvPr/>
          </p:nvSpPr>
          <p:spPr>
            <a:xfrm>
              <a:off x="9976083" y="1922172"/>
              <a:ext cx="30259" cy="53682"/>
            </a:xfrm>
            <a:custGeom>
              <a:avLst/>
              <a:pathLst>
                <a:path w="30259" h="53682">
                  <a:moveTo>
                    <a:pt x="18766" y="28"/>
                  </a:moveTo>
                  <a:lnTo>
                    <a:pt x="26587" y="6016"/>
                  </a:lnTo>
                  <a:lnTo>
                    <a:pt x="28064" y="9138"/>
                  </a:lnTo>
                  <a:lnTo>
                    <a:pt x="28028" y="11904"/>
                  </a:lnTo>
                  <a:lnTo>
                    <a:pt x="29660" y="13181"/>
                  </a:lnTo>
                  <a:lnTo>
                    <a:pt x="30259" y="17525"/>
                  </a:lnTo>
                  <a:lnTo>
                    <a:pt x="29614" y="20978"/>
                  </a:lnTo>
                  <a:lnTo>
                    <a:pt x="28335" y="23526"/>
                  </a:lnTo>
                  <a:lnTo>
                    <a:pt x="29987" y="33471"/>
                  </a:lnTo>
                  <a:lnTo>
                    <a:pt x="22751" y="44593"/>
                  </a:lnTo>
                  <a:lnTo>
                    <a:pt x="21171" y="48377"/>
                  </a:lnTo>
                  <a:lnTo>
                    <a:pt x="18966" y="47496"/>
                  </a:lnTo>
                  <a:lnTo>
                    <a:pt x="14493" y="47289"/>
                  </a:lnTo>
                  <a:lnTo>
                    <a:pt x="14549" y="48905"/>
                  </a:lnTo>
                  <a:lnTo>
                    <a:pt x="15882" y="50330"/>
                  </a:lnTo>
                  <a:lnTo>
                    <a:pt x="15627" y="52046"/>
                  </a:lnTo>
                  <a:lnTo>
                    <a:pt x="14412" y="53682"/>
                  </a:lnTo>
                  <a:lnTo>
                    <a:pt x="13119" y="53395"/>
                  </a:lnTo>
                  <a:lnTo>
                    <a:pt x="12201" y="51898"/>
                  </a:lnTo>
                  <a:lnTo>
                    <a:pt x="10219" y="50945"/>
                  </a:lnTo>
                  <a:lnTo>
                    <a:pt x="8460" y="52064"/>
                  </a:lnTo>
                  <a:lnTo>
                    <a:pt x="7718" y="49607"/>
                  </a:lnTo>
                  <a:lnTo>
                    <a:pt x="3247" y="45552"/>
                  </a:lnTo>
                  <a:lnTo>
                    <a:pt x="2469" y="38458"/>
                  </a:lnTo>
                  <a:lnTo>
                    <a:pt x="1817" y="37919"/>
                  </a:lnTo>
                  <a:lnTo>
                    <a:pt x="6589" y="35818"/>
                  </a:lnTo>
                  <a:lnTo>
                    <a:pt x="7190" y="32814"/>
                  </a:lnTo>
                  <a:lnTo>
                    <a:pt x="0" y="17841"/>
                  </a:lnTo>
                  <a:lnTo>
                    <a:pt x="2067" y="11995"/>
                  </a:lnTo>
                  <a:lnTo>
                    <a:pt x="974" y="9748"/>
                  </a:lnTo>
                  <a:lnTo>
                    <a:pt x="3471" y="9185"/>
                  </a:lnTo>
                  <a:lnTo>
                    <a:pt x="4190" y="4823"/>
                  </a:lnTo>
                  <a:lnTo>
                    <a:pt x="8547" y="1118"/>
                  </a:lnTo>
                  <a:lnTo>
                    <a:pt x="1073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h6804"/>
            <p:cNvSpPr/>
            <p:nvPr/>
          </p:nvSpPr>
          <p:spPr>
            <a:xfrm>
              <a:off x="10097782" y="1920005"/>
              <a:ext cx="48371" cy="51091"/>
            </a:xfrm>
            <a:custGeom>
              <a:avLst/>
              <a:pathLst>
                <a:path w="48371" h="51091">
                  <a:moveTo>
                    <a:pt x="35738" y="8336"/>
                  </a:moveTo>
                  <a:lnTo>
                    <a:pt x="37303" y="8993"/>
                  </a:lnTo>
                  <a:lnTo>
                    <a:pt x="38702" y="10734"/>
                  </a:lnTo>
                  <a:lnTo>
                    <a:pt x="38049" y="12017"/>
                  </a:lnTo>
                  <a:lnTo>
                    <a:pt x="35831" y="11980"/>
                  </a:lnTo>
                  <a:lnTo>
                    <a:pt x="33949" y="16073"/>
                  </a:lnTo>
                  <a:lnTo>
                    <a:pt x="39986" y="15977"/>
                  </a:lnTo>
                  <a:lnTo>
                    <a:pt x="39400" y="18507"/>
                  </a:lnTo>
                  <a:lnTo>
                    <a:pt x="34298" y="19029"/>
                  </a:lnTo>
                  <a:lnTo>
                    <a:pt x="39124" y="19996"/>
                  </a:lnTo>
                  <a:lnTo>
                    <a:pt x="42039" y="19741"/>
                  </a:lnTo>
                  <a:lnTo>
                    <a:pt x="48183" y="24870"/>
                  </a:lnTo>
                  <a:lnTo>
                    <a:pt x="47859" y="32998"/>
                  </a:lnTo>
                  <a:lnTo>
                    <a:pt x="44065" y="32620"/>
                  </a:lnTo>
                  <a:lnTo>
                    <a:pt x="48371" y="40969"/>
                  </a:lnTo>
                  <a:lnTo>
                    <a:pt x="45560" y="38011"/>
                  </a:lnTo>
                  <a:lnTo>
                    <a:pt x="43988" y="38683"/>
                  </a:lnTo>
                  <a:lnTo>
                    <a:pt x="42039" y="47965"/>
                  </a:lnTo>
                  <a:lnTo>
                    <a:pt x="39237" y="47374"/>
                  </a:lnTo>
                  <a:lnTo>
                    <a:pt x="37852" y="47772"/>
                  </a:lnTo>
                  <a:lnTo>
                    <a:pt x="37342" y="48637"/>
                  </a:lnTo>
                  <a:lnTo>
                    <a:pt x="35483" y="48151"/>
                  </a:lnTo>
                  <a:lnTo>
                    <a:pt x="34353" y="48044"/>
                  </a:lnTo>
                  <a:lnTo>
                    <a:pt x="31158" y="50920"/>
                  </a:lnTo>
                  <a:lnTo>
                    <a:pt x="28818" y="51091"/>
                  </a:lnTo>
                  <a:lnTo>
                    <a:pt x="26915" y="49866"/>
                  </a:lnTo>
                  <a:lnTo>
                    <a:pt x="23287" y="44206"/>
                  </a:lnTo>
                  <a:lnTo>
                    <a:pt x="20571" y="41796"/>
                  </a:lnTo>
                  <a:lnTo>
                    <a:pt x="10131" y="42221"/>
                  </a:lnTo>
                  <a:lnTo>
                    <a:pt x="10009" y="40144"/>
                  </a:lnTo>
                  <a:lnTo>
                    <a:pt x="8412" y="37839"/>
                  </a:lnTo>
                  <a:lnTo>
                    <a:pt x="6037" y="37067"/>
                  </a:lnTo>
                  <a:lnTo>
                    <a:pt x="4225" y="31111"/>
                  </a:lnTo>
                  <a:lnTo>
                    <a:pt x="7354" y="31282"/>
                  </a:lnTo>
                  <a:lnTo>
                    <a:pt x="10059" y="29762"/>
                  </a:lnTo>
                  <a:lnTo>
                    <a:pt x="10317" y="28596"/>
                  </a:lnTo>
                  <a:lnTo>
                    <a:pt x="6200" y="23909"/>
                  </a:lnTo>
                  <a:lnTo>
                    <a:pt x="4662" y="20888"/>
                  </a:lnTo>
                  <a:lnTo>
                    <a:pt x="5438" y="17598"/>
                  </a:lnTo>
                  <a:lnTo>
                    <a:pt x="0" y="16168"/>
                  </a:lnTo>
                  <a:lnTo>
                    <a:pt x="6304" y="12322"/>
                  </a:lnTo>
                  <a:lnTo>
                    <a:pt x="8206" y="7939"/>
                  </a:lnTo>
                  <a:lnTo>
                    <a:pt x="6546" y="4881"/>
                  </a:lnTo>
                  <a:lnTo>
                    <a:pt x="7043" y="4606"/>
                  </a:lnTo>
                  <a:lnTo>
                    <a:pt x="9024" y="2684"/>
                  </a:lnTo>
                  <a:lnTo>
                    <a:pt x="11315" y="5022"/>
                  </a:lnTo>
                  <a:lnTo>
                    <a:pt x="13343" y="4839"/>
                  </a:lnTo>
                  <a:lnTo>
                    <a:pt x="14399" y="4208"/>
                  </a:lnTo>
                  <a:lnTo>
                    <a:pt x="13208" y="1882"/>
                  </a:lnTo>
                  <a:lnTo>
                    <a:pt x="14758" y="1069"/>
                  </a:lnTo>
                  <a:lnTo>
                    <a:pt x="23953" y="2602"/>
                  </a:lnTo>
                  <a:lnTo>
                    <a:pt x="2967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h6805"/>
            <p:cNvSpPr/>
            <p:nvPr/>
          </p:nvSpPr>
          <p:spPr>
            <a:xfrm>
              <a:off x="10208200" y="1528731"/>
              <a:ext cx="23421" cy="35337"/>
            </a:xfrm>
            <a:custGeom>
              <a:avLst/>
              <a:pathLst>
                <a:path w="23421" h="35337">
                  <a:moveTo>
                    <a:pt x="3891" y="244"/>
                  </a:moveTo>
                  <a:lnTo>
                    <a:pt x="7099" y="3404"/>
                  </a:lnTo>
                  <a:lnTo>
                    <a:pt x="8940" y="3757"/>
                  </a:lnTo>
                  <a:lnTo>
                    <a:pt x="10850" y="9862"/>
                  </a:lnTo>
                  <a:lnTo>
                    <a:pt x="16679" y="12662"/>
                  </a:lnTo>
                  <a:lnTo>
                    <a:pt x="23421" y="21602"/>
                  </a:lnTo>
                  <a:lnTo>
                    <a:pt x="21597" y="23484"/>
                  </a:lnTo>
                  <a:lnTo>
                    <a:pt x="23232" y="34964"/>
                  </a:lnTo>
                  <a:lnTo>
                    <a:pt x="19917" y="35337"/>
                  </a:lnTo>
                  <a:lnTo>
                    <a:pt x="4472" y="25165"/>
                  </a:lnTo>
                  <a:lnTo>
                    <a:pt x="2766" y="25645"/>
                  </a:lnTo>
                  <a:lnTo>
                    <a:pt x="0" y="19394"/>
                  </a:lnTo>
                  <a:lnTo>
                    <a:pt x="4129" y="16922"/>
                  </a:lnTo>
                  <a:lnTo>
                    <a:pt x="4828" y="13972"/>
                  </a:lnTo>
                  <a:lnTo>
                    <a:pt x="749" y="11334"/>
                  </a:lnTo>
                  <a:lnTo>
                    <a:pt x="215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h6806"/>
            <p:cNvSpPr/>
            <p:nvPr/>
          </p:nvSpPr>
          <p:spPr>
            <a:xfrm>
              <a:off x="9933355" y="1883917"/>
              <a:ext cx="77149" cy="51704"/>
            </a:xfrm>
            <a:custGeom>
              <a:avLst/>
              <a:pathLst>
                <a:path w="77149" h="51704">
                  <a:moveTo>
                    <a:pt x="25092" y="0"/>
                  </a:moveTo>
                  <a:lnTo>
                    <a:pt x="33733" y="1351"/>
                  </a:lnTo>
                  <a:lnTo>
                    <a:pt x="43994" y="6085"/>
                  </a:lnTo>
                  <a:lnTo>
                    <a:pt x="47460" y="5623"/>
                  </a:lnTo>
                  <a:lnTo>
                    <a:pt x="48057" y="6635"/>
                  </a:lnTo>
                  <a:lnTo>
                    <a:pt x="46310" y="9446"/>
                  </a:lnTo>
                  <a:lnTo>
                    <a:pt x="60380" y="22554"/>
                  </a:lnTo>
                  <a:lnTo>
                    <a:pt x="63936" y="27176"/>
                  </a:lnTo>
                  <a:lnTo>
                    <a:pt x="65089" y="30365"/>
                  </a:lnTo>
                  <a:lnTo>
                    <a:pt x="69397" y="33374"/>
                  </a:lnTo>
                  <a:lnTo>
                    <a:pt x="70393" y="32165"/>
                  </a:lnTo>
                  <a:lnTo>
                    <a:pt x="72052" y="32453"/>
                  </a:lnTo>
                  <a:lnTo>
                    <a:pt x="76388" y="35667"/>
                  </a:lnTo>
                  <a:lnTo>
                    <a:pt x="75547" y="39152"/>
                  </a:lnTo>
                  <a:lnTo>
                    <a:pt x="74142" y="40715"/>
                  </a:lnTo>
                  <a:lnTo>
                    <a:pt x="77149" y="48727"/>
                  </a:lnTo>
                  <a:lnTo>
                    <a:pt x="73012" y="51704"/>
                  </a:lnTo>
                  <a:lnTo>
                    <a:pt x="72388" y="51436"/>
                  </a:lnTo>
                  <a:lnTo>
                    <a:pt x="70755" y="50158"/>
                  </a:lnTo>
                  <a:lnTo>
                    <a:pt x="70792" y="47392"/>
                  </a:lnTo>
                  <a:lnTo>
                    <a:pt x="69315" y="44271"/>
                  </a:lnTo>
                  <a:lnTo>
                    <a:pt x="61494" y="38283"/>
                  </a:lnTo>
                  <a:lnTo>
                    <a:pt x="53458" y="38254"/>
                  </a:lnTo>
                  <a:lnTo>
                    <a:pt x="51275" y="39373"/>
                  </a:lnTo>
                  <a:lnTo>
                    <a:pt x="46918" y="43078"/>
                  </a:lnTo>
                  <a:lnTo>
                    <a:pt x="46199" y="47440"/>
                  </a:lnTo>
                  <a:lnTo>
                    <a:pt x="43702" y="48002"/>
                  </a:lnTo>
                  <a:lnTo>
                    <a:pt x="44152" y="44450"/>
                  </a:lnTo>
                  <a:lnTo>
                    <a:pt x="42841" y="42702"/>
                  </a:lnTo>
                  <a:lnTo>
                    <a:pt x="37646" y="39674"/>
                  </a:lnTo>
                  <a:lnTo>
                    <a:pt x="30681" y="39532"/>
                  </a:lnTo>
                  <a:lnTo>
                    <a:pt x="26787" y="40142"/>
                  </a:lnTo>
                  <a:lnTo>
                    <a:pt x="24130" y="42949"/>
                  </a:lnTo>
                  <a:lnTo>
                    <a:pt x="20604" y="44474"/>
                  </a:lnTo>
                  <a:lnTo>
                    <a:pt x="15646" y="43758"/>
                  </a:lnTo>
                  <a:lnTo>
                    <a:pt x="15072" y="42308"/>
                  </a:lnTo>
                  <a:lnTo>
                    <a:pt x="9594" y="39211"/>
                  </a:lnTo>
                  <a:lnTo>
                    <a:pt x="3740" y="39484"/>
                  </a:lnTo>
                  <a:lnTo>
                    <a:pt x="0" y="38648"/>
                  </a:lnTo>
                  <a:lnTo>
                    <a:pt x="1952" y="37010"/>
                  </a:lnTo>
                  <a:lnTo>
                    <a:pt x="6670" y="35379"/>
                  </a:lnTo>
                  <a:lnTo>
                    <a:pt x="8870" y="36032"/>
                  </a:lnTo>
                  <a:lnTo>
                    <a:pt x="10383" y="34274"/>
                  </a:lnTo>
                  <a:lnTo>
                    <a:pt x="9467" y="31334"/>
                  </a:lnTo>
                  <a:lnTo>
                    <a:pt x="10600" y="27437"/>
                  </a:lnTo>
                  <a:lnTo>
                    <a:pt x="13267" y="26680"/>
                  </a:lnTo>
                  <a:lnTo>
                    <a:pt x="10156" y="20405"/>
                  </a:lnTo>
                  <a:lnTo>
                    <a:pt x="5644" y="16396"/>
                  </a:lnTo>
                  <a:lnTo>
                    <a:pt x="7460" y="5337"/>
                  </a:lnTo>
                  <a:lnTo>
                    <a:pt x="6376" y="276"/>
                  </a:lnTo>
                  <a:lnTo>
                    <a:pt x="10527" y="2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h6807"/>
            <p:cNvSpPr/>
            <p:nvPr/>
          </p:nvSpPr>
          <p:spPr>
            <a:xfrm>
              <a:off x="10000772" y="1586573"/>
              <a:ext cx="62477" cy="83928"/>
            </a:xfrm>
            <a:custGeom>
              <a:avLst/>
              <a:pathLst>
                <a:path w="62477" h="83928">
                  <a:moveTo>
                    <a:pt x="27594" y="4944"/>
                  </a:moveTo>
                  <a:lnTo>
                    <a:pt x="30273" y="4018"/>
                  </a:lnTo>
                  <a:lnTo>
                    <a:pt x="33206" y="4793"/>
                  </a:lnTo>
                  <a:lnTo>
                    <a:pt x="33340" y="6805"/>
                  </a:lnTo>
                  <a:lnTo>
                    <a:pt x="35561" y="9785"/>
                  </a:lnTo>
                  <a:lnTo>
                    <a:pt x="40905" y="12073"/>
                  </a:lnTo>
                  <a:lnTo>
                    <a:pt x="40111" y="17240"/>
                  </a:lnTo>
                  <a:lnTo>
                    <a:pt x="42055" y="17501"/>
                  </a:lnTo>
                  <a:lnTo>
                    <a:pt x="51639" y="10271"/>
                  </a:lnTo>
                  <a:lnTo>
                    <a:pt x="51597" y="13221"/>
                  </a:lnTo>
                  <a:lnTo>
                    <a:pt x="53420" y="13279"/>
                  </a:lnTo>
                  <a:lnTo>
                    <a:pt x="53069" y="22270"/>
                  </a:lnTo>
                  <a:lnTo>
                    <a:pt x="56098" y="23946"/>
                  </a:lnTo>
                  <a:lnTo>
                    <a:pt x="61253" y="28531"/>
                  </a:lnTo>
                  <a:lnTo>
                    <a:pt x="62477" y="37526"/>
                  </a:lnTo>
                  <a:lnTo>
                    <a:pt x="61938" y="45878"/>
                  </a:lnTo>
                  <a:lnTo>
                    <a:pt x="54521" y="45749"/>
                  </a:lnTo>
                  <a:lnTo>
                    <a:pt x="58136" y="49798"/>
                  </a:lnTo>
                  <a:lnTo>
                    <a:pt x="61066" y="54929"/>
                  </a:lnTo>
                  <a:lnTo>
                    <a:pt x="62075" y="63858"/>
                  </a:lnTo>
                  <a:lnTo>
                    <a:pt x="56406" y="64678"/>
                  </a:lnTo>
                  <a:lnTo>
                    <a:pt x="52875" y="60006"/>
                  </a:lnTo>
                  <a:lnTo>
                    <a:pt x="51885" y="53162"/>
                  </a:lnTo>
                  <a:lnTo>
                    <a:pt x="44068" y="50048"/>
                  </a:lnTo>
                  <a:lnTo>
                    <a:pt x="43956" y="58637"/>
                  </a:lnTo>
                  <a:lnTo>
                    <a:pt x="38016" y="59544"/>
                  </a:lnTo>
                  <a:lnTo>
                    <a:pt x="34349" y="58158"/>
                  </a:lnTo>
                  <a:lnTo>
                    <a:pt x="23920" y="57174"/>
                  </a:lnTo>
                  <a:lnTo>
                    <a:pt x="23488" y="71502"/>
                  </a:lnTo>
                  <a:lnTo>
                    <a:pt x="28128" y="75684"/>
                  </a:lnTo>
                  <a:lnTo>
                    <a:pt x="27031" y="82136"/>
                  </a:lnTo>
                  <a:lnTo>
                    <a:pt x="22153" y="81000"/>
                  </a:lnTo>
                  <a:lnTo>
                    <a:pt x="19950" y="82791"/>
                  </a:lnTo>
                  <a:lnTo>
                    <a:pt x="15695" y="83928"/>
                  </a:lnTo>
                  <a:lnTo>
                    <a:pt x="4063" y="82659"/>
                  </a:lnTo>
                  <a:lnTo>
                    <a:pt x="4988" y="75331"/>
                  </a:lnTo>
                  <a:lnTo>
                    <a:pt x="0" y="74241"/>
                  </a:lnTo>
                  <a:lnTo>
                    <a:pt x="934" y="72764"/>
                  </a:lnTo>
                  <a:lnTo>
                    <a:pt x="3813" y="72275"/>
                  </a:lnTo>
                  <a:lnTo>
                    <a:pt x="7932" y="59287"/>
                  </a:lnTo>
                  <a:lnTo>
                    <a:pt x="6955" y="57492"/>
                  </a:lnTo>
                  <a:lnTo>
                    <a:pt x="6762" y="49824"/>
                  </a:lnTo>
                  <a:lnTo>
                    <a:pt x="8457" y="47307"/>
                  </a:lnTo>
                  <a:lnTo>
                    <a:pt x="9375" y="44117"/>
                  </a:lnTo>
                  <a:lnTo>
                    <a:pt x="10785" y="31152"/>
                  </a:lnTo>
                  <a:lnTo>
                    <a:pt x="8499" y="23080"/>
                  </a:lnTo>
                  <a:lnTo>
                    <a:pt x="5089" y="10304"/>
                  </a:lnTo>
                  <a:lnTo>
                    <a:pt x="4434" y="4947"/>
                  </a:lnTo>
                  <a:lnTo>
                    <a:pt x="11993" y="1276"/>
                  </a:lnTo>
                  <a:lnTo>
                    <a:pt x="10058" y="5950"/>
                  </a:lnTo>
                  <a:lnTo>
                    <a:pt x="23497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h6808"/>
            <p:cNvSpPr/>
            <p:nvPr/>
          </p:nvSpPr>
          <p:spPr>
            <a:xfrm>
              <a:off x="9979665" y="1821321"/>
              <a:ext cx="113252" cy="108328"/>
            </a:xfrm>
            <a:custGeom>
              <a:avLst/>
              <a:pathLst>
                <a:path w="113252" h="108328">
                  <a:moveTo>
                    <a:pt x="69434" y="3621"/>
                  </a:moveTo>
                  <a:lnTo>
                    <a:pt x="64651" y="6754"/>
                  </a:lnTo>
                  <a:lnTo>
                    <a:pt x="62218" y="11841"/>
                  </a:lnTo>
                  <a:lnTo>
                    <a:pt x="64182" y="16919"/>
                  </a:lnTo>
                  <a:lnTo>
                    <a:pt x="70981" y="18620"/>
                  </a:lnTo>
                  <a:lnTo>
                    <a:pt x="70699" y="16493"/>
                  </a:lnTo>
                  <a:lnTo>
                    <a:pt x="71363" y="13885"/>
                  </a:lnTo>
                  <a:lnTo>
                    <a:pt x="71789" y="14029"/>
                  </a:lnTo>
                  <a:lnTo>
                    <a:pt x="74799" y="17228"/>
                  </a:lnTo>
                  <a:lnTo>
                    <a:pt x="77795" y="17643"/>
                  </a:lnTo>
                  <a:lnTo>
                    <a:pt x="79281" y="19804"/>
                  </a:lnTo>
                  <a:lnTo>
                    <a:pt x="78799" y="21707"/>
                  </a:lnTo>
                  <a:lnTo>
                    <a:pt x="80574" y="23466"/>
                  </a:lnTo>
                  <a:lnTo>
                    <a:pt x="83232" y="23974"/>
                  </a:lnTo>
                  <a:lnTo>
                    <a:pt x="84745" y="23047"/>
                  </a:lnTo>
                  <a:lnTo>
                    <a:pt x="85817" y="23996"/>
                  </a:lnTo>
                  <a:lnTo>
                    <a:pt x="84197" y="28333"/>
                  </a:lnTo>
                  <a:lnTo>
                    <a:pt x="88447" y="29246"/>
                  </a:lnTo>
                  <a:lnTo>
                    <a:pt x="91051" y="34644"/>
                  </a:lnTo>
                  <a:lnTo>
                    <a:pt x="94298" y="33832"/>
                  </a:lnTo>
                  <a:lnTo>
                    <a:pt x="94755" y="37707"/>
                  </a:lnTo>
                  <a:lnTo>
                    <a:pt x="98729" y="42338"/>
                  </a:lnTo>
                  <a:lnTo>
                    <a:pt x="108411" y="50697"/>
                  </a:lnTo>
                  <a:lnTo>
                    <a:pt x="107892" y="56341"/>
                  </a:lnTo>
                  <a:lnTo>
                    <a:pt x="108321" y="59990"/>
                  </a:lnTo>
                  <a:lnTo>
                    <a:pt x="113252" y="62706"/>
                  </a:lnTo>
                  <a:lnTo>
                    <a:pt x="110249" y="68105"/>
                  </a:lnTo>
                  <a:lnTo>
                    <a:pt x="108042" y="70802"/>
                  </a:lnTo>
                  <a:lnTo>
                    <a:pt x="99695" y="71459"/>
                  </a:lnTo>
                  <a:lnTo>
                    <a:pt x="91367" y="74622"/>
                  </a:lnTo>
                  <a:lnTo>
                    <a:pt x="91037" y="77235"/>
                  </a:lnTo>
                  <a:lnTo>
                    <a:pt x="94850" y="80272"/>
                  </a:lnTo>
                  <a:lnTo>
                    <a:pt x="93125" y="81903"/>
                  </a:lnTo>
                  <a:lnTo>
                    <a:pt x="94070" y="84958"/>
                  </a:lnTo>
                  <a:lnTo>
                    <a:pt x="97168" y="87795"/>
                  </a:lnTo>
                  <a:lnTo>
                    <a:pt x="96632" y="89980"/>
                  </a:lnTo>
                  <a:lnTo>
                    <a:pt x="92132" y="90287"/>
                  </a:lnTo>
                  <a:lnTo>
                    <a:pt x="92241" y="96474"/>
                  </a:lnTo>
                  <a:lnTo>
                    <a:pt x="96862" y="95596"/>
                  </a:lnTo>
                  <a:lnTo>
                    <a:pt x="96562" y="97542"/>
                  </a:lnTo>
                  <a:lnTo>
                    <a:pt x="95610" y="98207"/>
                  </a:lnTo>
                  <a:lnTo>
                    <a:pt x="91629" y="97460"/>
                  </a:lnTo>
                  <a:lnTo>
                    <a:pt x="89979" y="104883"/>
                  </a:lnTo>
                  <a:lnTo>
                    <a:pt x="86940" y="107674"/>
                  </a:lnTo>
                  <a:lnTo>
                    <a:pt x="84586" y="106581"/>
                  </a:lnTo>
                  <a:lnTo>
                    <a:pt x="79394" y="106120"/>
                  </a:lnTo>
                  <a:lnTo>
                    <a:pt x="78736" y="106587"/>
                  </a:lnTo>
                  <a:lnTo>
                    <a:pt x="79365" y="108328"/>
                  </a:lnTo>
                  <a:lnTo>
                    <a:pt x="77919" y="108168"/>
                  </a:lnTo>
                  <a:lnTo>
                    <a:pt x="75498" y="107765"/>
                  </a:lnTo>
                  <a:lnTo>
                    <a:pt x="71124" y="104494"/>
                  </a:lnTo>
                  <a:lnTo>
                    <a:pt x="67602" y="103749"/>
                  </a:lnTo>
                  <a:lnTo>
                    <a:pt x="67490" y="104854"/>
                  </a:lnTo>
                  <a:lnTo>
                    <a:pt x="65178" y="106220"/>
                  </a:lnTo>
                  <a:lnTo>
                    <a:pt x="60711" y="104833"/>
                  </a:lnTo>
                  <a:lnTo>
                    <a:pt x="58772" y="101140"/>
                  </a:lnTo>
                  <a:lnTo>
                    <a:pt x="48943" y="95761"/>
                  </a:lnTo>
                  <a:lnTo>
                    <a:pt x="46460" y="95171"/>
                  </a:lnTo>
                  <a:lnTo>
                    <a:pt x="44876" y="96255"/>
                  </a:lnTo>
                  <a:lnTo>
                    <a:pt x="44756" y="97873"/>
                  </a:lnTo>
                  <a:lnTo>
                    <a:pt x="43372" y="98916"/>
                  </a:lnTo>
                  <a:lnTo>
                    <a:pt x="37521" y="97338"/>
                  </a:lnTo>
                  <a:lnTo>
                    <a:pt x="35022" y="97504"/>
                  </a:lnTo>
                  <a:lnTo>
                    <a:pt x="33427" y="98873"/>
                  </a:lnTo>
                  <a:lnTo>
                    <a:pt x="32904" y="102229"/>
                  </a:lnTo>
                  <a:lnTo>
                    <a:pt x="29236" y="101748"/>
                  </a:lnTo>
                  <a:lnTo>
                    <a:pt x="30077" y="98263"/>
                  </a:lnTo>
                  <a:lnTo>
                    <a:pt x="25741" y="95049"/>
                  </a:lnTo>
                  <a:lnTo>
                    <a:pt x="24082" y="94761"/>
                  </a:lnTo>
                  <a:lnTo>
                    <a:pt x="23086" y="95970"/>
                  </a:lnTo>
                  <a:lnTo>
                    <a:pt x="18778" y="92961"/>
                  </a:lnTo>
                  <a:lnTo>
                    <a:pt x="17626" y="89772"/>
                  </a:lnTo>
                  <a:lnTo>
                    <a:pt x="14069" y="85150"/>
                  </a:lnTo>
                  <a:lnTo>
                    <a:pt x="0" y="72042"/>
                  </a:lnTo>
                  <a:lnTo>
                    <a:pt x="1746" y="69231"/>
                  </a:lnTo>
                  <a:lnTo>
                    <a:pt x="1149" y="68219"/>
                  </a:lnTo>
                  <a:lnTo>
                    <a:pt x="5487" y="61103"/>
                  </a:lnTo>
                  <a:lnTo>
                    <a:pt x="8880" y="57392"/>
                  </a:lnTo>
                  <a:lnTo>
                    <a:pt x="10714" y="55755"/>
                  </a:lnTo>
                  <a:lnTo>
                    <a:pt x="15627" y="54678"/>
                  </a:lnTo>
                  <a:lnTo>
                    <a:pt x="15921" y="52299"/>
                  </a:lnTo>
                  <a:lnTo>
                    <a:pt x="20630" y="45815"/>
                  </a:lnTo>
                  <a:lnTo>
                    <a:pt x="18997" y="41549"/>
                  </a:lnTo>
                  <a:lnTo>
                    <a:pt x="21977" y="40109"/>
                  </a:lnTo>
                  <a:lnTo>
                    <a:pt x="28286" y="42200"/>
                  </a:lnTo>
                  <a:lnTo>
                    <a:pt x="29315" y="40057"/>
                  </a:lnTo>
                  <a:lnTo>
                    <a:pt x="28681" y="33504"/>
                  </a:lnTo>
                  <a:lnTo>
                    <a:pt x="30212" y="30030"/>
                  </a:lnTo>
                  <a:lnTo>
                    <a:pt x="30076" y="28709"/>
                  </a:lnTo>
                  <a:lnTo>
                    <a:pt x="33171" y="27472"/>
                  </a:lnTo>
                  <a:lnTo>
                    <a:pt x="36756" y="24184"/>
                  </a:lnTo>
                  <a:lnTo>
                    <a:pt x="36300" y="29899"/>
                  </a:lnTo>
                  <a:lnTo>
                    <a:pt x="38817" y="30199"/>
                  </a:lnTo>
                  <a:lnTo>
                    <a:pt x="40138" y="27249"/>
                  </a:lnTo>
                  <a:lnTo>
                    <a:pt x="51901" y="20629"/>
                  </a:lnTo>
                  <a:lnTo>
                    <a:pt x="57269" y="12174"/>
                  </a:lnTo>
                  <a:lnTo>
                    <a:pt x="58285" y="4833"/>
                  </a:lnTo>
                  <a:lnTo>
                    <a:pt x="62129" y="1865"/>
                  </a:lnTo>
                  <a:lnTo>
                    <a:pt x="6756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h6809"/>
            <p:cNvSpPr/>
            <p:nvPr/>
          </p:nvSpPr>
          <p:spPr>
            <a:xfrm>
              <a:off x="10191434" y="1865625"/>
              <a:ext cx="65233" cy="84160"/>
            </a:xfrm>
            <a:custGeom>
              <a:avLst/>
              <a:pathLst>
                <a:path w="65233" h="84160">
                  <a:moveTo>
                    <a:pt x="54620" y="662"/>
                  </a:moveTo>
                  <a:lnTo>
                    <a:pt x="60357" y="3930"/>
                  </a:lnTo>
                  <a:lnTo>
                    <a:pt x="61280" y="3783"/>
                  </a:lnTo>
                  <a:lnTo>
                    <a:pt x="65233" y="5731"/>
                  </a:lnTo>
                  <a:lnTo>
                    <a:pt x="64947" y="11979"/>
                  </a:lnTo>
                  <a:lnTo>
                    <a:pt x="63134" y="13254"/>
                  </a:lnTo>
                  <a:lnTo>
                    <a:pt x="59242" y="14683"/>
                  </a:lnTo>
                  <a:lnTo>
                    <a:pt x="53298" y="19082"/>
                  </a:lnTo>
                  <a:lnTo>
                    <a:pt x="47276" y="21415"/>
                  </a:lnTo>
                  <a:lnTo>
                    <a:pt x="50011" y="27314"/>
                  </a:lnTo>
                  <a:lnTo>
                    <a:pt x="54706" y="33823"/>
                  </a:lnTo>
                  <a:lnTo>
                    <a:pt x="57775" y="36978"/>
                  </a:lnTo>
                  <a:lnTo>
                    <a:pt x="60886" y="38248"/>
                  </a:lnTo>
                  <a:lnTo>
                    <a:pt x="62409" y="40087"/>
                  </a:lnTo>
                  <a:lnTo>
                    <a:pt x="62917" y="42381"/>
                  </a:lnTo>
                  <a:lnTo>
                    <a:pt x="63773" y="48682"/>
                  </a:lnTo>
                  <a:lnTo>
                    <a:pt x="59699" y="50944"/>
                  </a:lnTo>
                  <a:lnTo>
                    <a:pt x="57187" y="53986"/>
                  </a:lnTo>
                  <a:lnTo>
                    <a:pt x="54522" y="55733"/>
                  </a:lnTo>
                  <a:lnTo>
                    <a:pt x="51556" y="57239"/>
                  </a:lnTo>
                  <a:lnTo>
                    <a:pt x="51065" y="56809"/>
                  </a:lnTo>
                  <a:lnTo>
                    <a:pt x="51991" y="55091"/>
                  </a:lnTo>
                  <a:lnTo>
                    <a:pt x="47980" y="57821"/>
                  </a:lnTo>
                  <a:lnTo>
                    <a:pt x="43483" y="63345"/>
                  </a:lnTo>
                  <a:lnTo>
                    <a:pt x="47748" y="68723"/>
                  </a:lnTo>
                  <a:lnTo>
                    <a:pt x="44543" y="70720"/>
                  </a:lnTo>
                  <a:lnTo>
                    <a:pt x="42178" y="70720"/>
                  </a:lnTo>
                  <a:lnTo>
                    <a:pt x="38212" y="72048"/>
                  </a:lnTo>
                  <a:lnTo>
                    <a:pt x="34975" y="77612"/>
                  </a:lnTo>
                  <a:lnTo>
                    <a:pt x="32789" y="79851"/>
                  </a:lnTo>
                  <a:lnTo>
                    <a:pt x="28565" y="84160"/>
                  </a:lnTo>
                  <a:lnTo>
                    <a:pt x="27942" y="84100"/>
                  </a:lnTo>
                  <a:lnTo>
                    <a:pt x="23806" y="81627"/>
                  </a:lnTo>
                  <a:lnTo>
                    <a:pt x="22771" y="80301"/>
                  </a:lnTo>
                  <a:lnTo>
                    <a:pt x="22561" y="78184"/>
                  </a:lnTo>
                  <a:lnTo>
                    <a:pt x="20837" y="76263"/>
                  </a:lnTo>
                  <a:lnTo>
                    <a:pt x="18621" y="76777"/>
                  </a:lnTo>
                  <a:lnTo>
                    <a:pt x="16834" y="76233"/>
                  </a:lnTo>
                  <a:lnTo>
                    <a:pt x="12419" y="71091"/>
                  </a:lnTo>
                  <a:lnTo>
                    <a:pt x="10872" y="67692"/>
                  </a:lnTo>
                  <a:lnTo>
                    <a:pt x="12690" y="66139"/>
                  </a:lnTo>
                  <a:lnTo>
                    <a:pt x="10395" y="58891"/>
                  </a:lnTo>
                  <a:lnTo>
                    <a:pt x="9195" y="57158"/>
                  </a:lnTo>
                  <a:lnTo>
                    <a:pt x="7571" y="58767"/>
                  </a:lnTo>
                  <a:lnTo>
                    <a:pt x="421" y="55327"/>
                  </a:lnTo>
                  <a:lnTo>
                    <a:pt x="0" y="54351"/>
                  </a:lnTo>
                  <a:lnTo>
                    <a:pt x="2979" y="51672"/>
                  </a:lnTo>
                  <a:lnTo>
                    <a:pt x="5717" y="51303"/>
                  </a:lnTo>
                  <a:lnTo>
                    <a:pt x="12839" y="53006"/>
                  </a:lnTo>
                  <a:lnTo>
                    <a:pt x="12845" y="45194"/>
                  </a:lnTo>
                  <a:lnTo>
                    <a:pt x="16704" y="44737"/>
                  </a:lnTo>
                  <a:lnTo>
                    <a:pt x="18945" y="38550"/>
                  </a:lnTo>
                  <a:lnTo>
                    <a:pt x="21761" y="36241"/>
                  </a:lnTo>
                  <a:lnTo>
                    <a:pt x="25191" y="36616"/>
                  </a:lnTo>
                  <a:lnTo>
                    <a:pt x="29536" y="34925"/>
                  </a:lnTo>
                  <a:lnTo>
                    <a:pt x="33273" y="34546"/>
                  </a:lnTo>
                  <a:lnTo>
                    <a:pt x="35823" y="35148"/>
                  </a:lnTo>
                  <a:lnTo>
                    <a:pt x="36676" y="33798"/>
                  </a:lnTo>
                  <a:lnTo>
                    <a:pt x="35952" y="30778"/>
                  </a:lnTo>
                  <a:lnTo>
                    <a:pt x="36494" y="28195"/>
                  </a:lnTo>
                  <a:lnTo>
                    <a:pt x="39004" y="24698"/>
                  </a:lnTo>
                  <a:lnTo>
                    <a:pt x="39683" y="28756"/>
                  </a:lnTo>
                  <a:lnTo>
                    <a:pt x="42200" y="29257"/>
                  </a:lnTo>
                  <a:lnTo>
                    <a:pt x="41618" y="20866"/>
                  </a:lnTo>
                  <a:lnTo>
                    <a:pt x="39187" y="15016"/>
                  </a:lnTo>
                  <a:lnTo>
                    <a:pt x="38851" y="13972"/>
                  </a:lnTo>
                  <a:lnTo>
                    <a:pt x="41591" y="13403"/>
                  </a:lnTo>
                  <a:lnTo>
                    <a:pt x="44263" y="11014"/>
                  </a:lnTo>
                  <a:lnTo>
                    <a:pt x="37844" y="3449"/>
                  </a:lnTo>
                  <a:lnTo>
                    <a:pt x="43746" y="3621"/>
                  </a:lnTo>
                  <a:lnTo>
                    <a:pt x="44336" y="1082"/>
                  </a:lnTo>
                  <a:lnTo>
                    <a:pt x="45445" y="0"/>
                  </a:lnTo>
                  <a:lnTo>
                    <a:pt x="47594" y="71"/>
                  </a:lnTo>
                  <a:lnTo>
                    <a:pt x="50772" y="162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h6810"/>
            <p:cNvSpPr/>
            <p:nvPr/>
          </p:nvSpPr>
          <p:spPr>
            <a:xfrm>
              <a:off x="10003976" y="1745079"/>
              <a:ext cx="38266" cy="46046"/>
            </a:xfrm>
            <a:custGeom>
              <a:avLst/>
              <a:pathLst>
                <a:path w="38266" h="46046">
                  <a:moveTo>
                    <a:pt x="12042" y="0"/>
                  </a:moveTo>
                  <a:lnTo>
                    <a:pt x="16466" y="7728"/>
                  </a:lnTo>
                  <a:lnTo>
                    <a:pt x="17163" y="7000"/>
                  </a:lnTo>
                  <a:lnTo>
                    <a:pt x="16739" y="6366"/>
                  </a:lnTo>
                  <a:lnTo>
                    <a:pt x="21980" y="6761"/>
                  </a:lnTo>
                  <a:lnTo>
                    <a:pt x="22803" y="11030"/>
                  </a:lnTo>
                  <a:lnTo>
                    <a:pt x="34224" y="15366"/>
                  </a:lnTo>
                  <a:lnTo>
                    <a:pt x="36472" y="14772"/>
                  </a:lnTo>
                  <a:lnTo>
                    <a:pt x="35296" y="20991"/>
                  </a:lnTo>
                  <a:lnTo>
                    <a:pt x="38266" y="21539"/>
                  </a:lnTo>
                  <a:lnTo>
                    <a:pt x="33169" y="43286"/>
                  </a:lnTo>
                  <a:lnTo>
                    <a:pt x="28199" y="46046"/>
                  </a:lnTo>
                  <a:lnTo>
                    <a:pt x="22784" y="44883"/>
                  </a:lnTo>
                  <a:lnTo>
                    <a:pt x="21715" y="43787"/>
                  </a:lnTo>
                  <a:lnTo>
                    <a:pt x="22709" y="40213"/>
                  </a:lnTo>
                  <a:lnTo>
                    <a:pt x="19733" y="36829"/>
                  </a:lnTo>
                  <a:lnTo>
                    <a:pt x="16478" y="35799"/>
                  </a:lnTo>
                  <a:lnTo>
                    <a:pt x="10551" y="36448"/>
                  </a:lnTo>
                  <a:lnTo>
                    <a:pt x="8112" y="33070"/>
                  </a:lnTo>
                  <a:lnTo>
                    <a:pt x="1253" y="32599"/>
                  </a:lnTo>
                  <a:lnTo>
                    <a:pt x="0" y="28884"/>
                  </a:lnTo>
                  <a:lnTo>
                    <a:pt x="646" y="23936"/>
                  </a:lnTo>
                  <a:lnTo>
                    <a:pt x="2125" y="19612"/>
                  </a:lnTo>
                  <a:lnTo>
                    <a:pt x="4838" y="16291"/>
                  </a:lnTo>
                  <a:lnTo>
                    <a:pt x="10630" y="17241"/>
                  </a:lnTo>
                  <a:lnTo>
                    <a:pt x="11056" y="14007"/>
                  </a:lnTo>
                  <a:lnTo>
                    <a:pt x="10517" y="10067"/>
                  </a:lnTo>
                  <a:lnTo>
                    <a:pt x="6882" y="9938"/>
                  </a:lnTo>
                  <a:lnTo>
                    <a:pt x="3817" y="5037"/>
                  </a:lnTo>
                  <a:lnTo>
                    <a:pt x="3028" y="3503"/>
                  </a:lnTo>
                  <a:lnTo>
                    <a:pt x="4316" y="1994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h6811"/>
            <p:cNvSpPr/>
            <p:nvPr/>
          </p:nvSpPr>
          <p:spPr>
            <a:xfrm>
              <a:off x="10003717" y="1636621"/>
              <a:ext cx="54890" cy="58834"/>
            </a:xfrm>
            <a:custGeom>
              <a:avLst/>
              <a:pathLst>
                <a:path w="54890" h="58834">
                  <a:moveTo>
                    <a:pt x="48940" y="3113"/>
                  </a:moveTo>
                  <a:lnTo>
                    <a:pt x="49930" y="9957"/>
                  </a:lnTo>
                  <a:lnTo>
                    <a:pt x="53461" y="14629"/>
                  </a:lnTo>
                  <a:lnTo>
                    <a:pt x="54890" y="22531"/>
                  </a:lnTo>
                  <a:lnTo>
                    <a:pt x="53714" y="58834"/>
                  </a:lnTo>
                  <a:lnTo>
                    <a:pt x="32252" y="58267"/>
                  </a:lnTo>
                  <a:lnTo>
                    <a:pt x="17195" y="57611"/>
                  </a:lnTo>
                  <a:lnTo>
                    <a:pt x="17299" y="49159"/>
                  </a:lnTo>
                  <a:lnTo>
                    <a:pt x="8953" y="47742"/>
                  </a:lnTo>
                  <a:lnTo>
                    <a:pt x="6766" y="48969"/>
                  </a:lnTo>
                  <a:lnTo>
                    <a:pt x="6065" y="51279"/>
                  </a:lnTo>
                  <a:lnTo>
                    <a:pt x="3556" y="50151"/>
                  </a:lnTo>
                  <a:lnTo>
                    <a:pt x="2793" y="49308"/>
                  </a:lnTo>
                  <a:lnTo>
                    <a:pt x="3505" y="46604"/>
                  </a:lnTo>
                  <a:lnTo>
                    <a:pt x="3188" y="44270"/>
                  </a:lnTo>
                  <a:lnTo>
                    <a:pt x="0" y="40310"/>
                  </a:lnTo>
                  <a:lnTo>
                    <a:pt x="1117" y="32610"/>
                  </a:lnTo>
                  <a:lnTo>
                    <a:pt x="12750" y="33879"/>
                  </a:lnTo>
                  <a:lnTo>
                    <a:pt x="17005" y="32742"/>
                  </a:lnTo>
                  <a:lnTo>
                    <a:pt x="19208" y="30951"/>
                  </a:lnTo>
                  <a:lnTo>
                    <a:pt x="24086" y="32087"/>
                  </a:lnTo>
                  <a:lnTo>
                    <a:pt x="25183" y="25635"/>
                  </a:lnTo>
                  <a:lnTo>
                    <a:pt x="20543" y="21453"/>
                  </a:lnTo>
                  <a:lnTo>
                    <a:pt x="20975" y="7125"/>
                  </a:lnTo>
                  <a:lnTo>
                    <a:pt x="31404" y="8109"/>
                  </a:lnTo>
                  <a:lnTo>
                    <a:pt x="35071" y="9495"/>
                  </a:lnTo>
                  <a:lnTo>
                    <a:pt x="41011" y="8588"/>
                  </a:lnTo>
                  <a:lnTo>
                    <a:pt x="41123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h6812"/>
            <p:cNvSpPr/>
            <p:nvPr/>
          </p:nvSpPr>
          <p:spPr>
            <a:xfrm>
              <a:off x="10131731" y="1905884"/>
              <a:ext cx="38152" cy="56447"/>
            </a:xfrm>
            <a:custGeom>
              <a:avLst/>
              <a:pathLst>
                <a:path w="38152" h="56447">
                  <a:moveTo>
                    <a:pt x="31199" y="3043"/>
                  </a:moveTo>
                  <a:lnTo>
                    <a:pt x="35972" y="4074"/>
                  </a:lnTo>
                  <a:lnTo>
                    <a:pt x="36802" y="8596"/>
                  </a:lnTo>
                  <a:lnTo>
                    <a:pt x="33253" y="9741"/>
                  </a:lnTo>
                  <a:lnTo>
                    <a:pt x="33569" y="11685"/>
                  </a:lnTo>
                  <a:lnTo>
                    <a:pt x="32983" y="14081"/>
                  </a:lnTo>
                  <a:lnTo>
                    <a:pt x="31336" y="15446"/>
                  </a:lnTo>
                  <a:lnTo>
                    <a:pt x="29496" y="15693"/>
                  </a:lnTo>
                  <a:lnTo>
                    <a:pt x="30493" y="22404"/>
                  </a:lnTo>
                  <a:lnTo>
                    <a:pt x="30035" y="24773"/>
                  </a:lnTo>
                  <a:lnTo>
                    <a:pt x="26651" y="26960"/>
                  </a:lnTo>
                  <a:lnTo>
                    <a:pt x="24363" y="27161"/>
                  </a:lnTo>
                  <a:lnTo>
                    <a:pt x="26762" y="30141"/>
                  </a:lnTo>
                  <a:lnTo>
                    <a:pt x="29675" y="30869"/>
                  </a:lnTo>
                  <a:lnTo>
                    <a:pt x="31524" y="32520"/>
                  </a:lnTo>
                  <a:lnTo>
                    <a:pt x="29217" y="34586"/>
                  </a:lnTo>
                  <a:lnTo>
                    <a:pt x="36721" y="34666"/>
                  </a:lnTo>
                  <a:lnTo>
                    <a:pt x="38152" y="36688"/>
                  </a:lnTo>
                  <a:lnTo>
                    <a:pt x="36955" y="43273"/>
                  </a:lnTo>
                  <a:lnTo>
                    <a:pt x="37316" y="47238"/>
                  </a:lnTo>
                  <a:lnTo>
                    <a:pt x="33694" y="51628"/>
                  </a:lnTo>
                  <a:lnTo>
                    <a:pt x="28090" y="52488"/>
                  </a:lnTo>
                  <a:lnTo>
                    <a:pt x="21894" y="50012"/>
                  </a:lnTo>
                  <a:lnTo>
                    <a:pt x="20129" y="49957"/>
                  </a:lnTo>
                  <a:lnTo>
                    <a:pt x="17242" y="52312"/>
                  </a:lnTo>
                  <a:lnTo>
                    <a:pt x="15033" y="56447"/>
                  </a:lnTo>
                  <a:lnTo>
                    <a:pt x="14422" y="55090"/>
                  </a:lnTo>
                  <a:lnTo>
                    <a:pt x="10116" y="46741"/>
                  </a:lnTo>
                  <a:lnTo>
                    <a:pt x="13910" y="47119"/>
                  </a:lnTo>
                  <a:lnTo>
                    <a:pt x="14234" y="38991"/>
                  </a:lnTo>
                  <a:lnTo>
                    <a:pt x="8089" y="33862"/>
                  </a:lnTo>
                  <a:lnTo>
                    <a:pt x="5175" y="34117"/>
                  </a:lnTo>
                  <a:lnTo>
                    <a:pt x="349" y="33150"/>
                  </a:lnTo>
                  <a:lnTo>
                    <a:pt x="5451" y="32628"/>
                  </a:lnTo>
                  <a:lnTo>
                    <a:pt x="6036" y="30098"/>
                  </a:lnTo>
                  <a:lnTo>
                    <a:pt x="0" y="30195"/>
                  </a:lnTo>
                  <a:lnTo>
                    <a:pt x="1881" y="26102"/>
                  </a:lnTo>
                  <a:lnTo>
                    <a:pt x="4100" y="26138"/>
                  </a:lnTo>
                  <a:lnTo>
                    <a:pt x="4753" y="24855"/>
                  </a:lnTo>
                  <a:lnTo>
                    <a:pt x="3354" y="23114"/>
                  </a:lnTo>
                  <a:lnTo>
                    <a:pt x="1789" y="22458"/>
                  </a:lnTo>
                  <a:lnTo>
                    <a:pt x="2124" y="12574"/>
                  </a:lnTo>
                  <a:lnTo>
                    <a:pt x="7423" y="17958"/>
                  </a:lnTo>
                  <a:lnTo>
                    <a:pt x="12530" y="12188"/>
                  </a:lnTo>
                  <a:lnTo>
                    <a:pt x="10590" y="6182"/>
                  </a:lnTo>
                  <a:lnTo>
                    <a:pt x="9571" y="5867"/>
                  </a:lnTo>
                  <a:lnTo>
                    <a:pt x="15604" y="3291"/>
                  </a:lnTo>
                  <a:lnTo>
                    <a:pt x="17549" y="4810"/>
                  </a:lnTo>
                  <a:lnTo>
                    <a:pt x="21967" y="5808"/>
                  </a:lnTo>
                  <a:lnTo>
                    <a:pt x="2419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h6813"/>
            <p:cNvSpPr/>
            <p:nvPr/>
          </p:nvSpPr>
          <p:spPr>
            <a:xfrm>
              <a:off x="10256032" y="2065237"/>
              <a:ext cx="79107" cy="60404"/>
            </a:xfrm>
            <a:custGeom>
              <a:avLst/>
              <a:pathLst>
                <a:path w="79107" h="60404">
                  <a:moveTo>
                    <a:pt x="33230" y="4748"/>
                  </a:moveTo>
                  <a:lnTo>
                    <a:pt x="34764" y="3344"/>
                  </a:lnTo>
                  <a:lnTo>
                    <a:pt x="39990" y="5450"/>
                  </a:lnTo>
                  <a:lnTo>
                    <a:pt x="38494" y="9025"/>
                  </a:lnTo>
                  <a:lnTo>
                    <a:pt x="33842" y="8079"/>
                  </a:lnTo>
                  <a:lnTo>
                    <a:pt x="33101" y="9491"/>
                  </a:lnTo>
                  <a:lnTo>
                    <a:pt x="42363" y="12034"/>
                  </a:lnTo>
                  <a:lnTo>
                    <a:pt x="42987" y="17383"/>
                  </a:lnTo>
                  <a:lnTo>
                    <a:pt x="42145" y="18529"/>
                  </a:lnTo>
                  <a:lnTo>
                    <a:pt x="45475" y="31230"/>
                  </a:lnTo>
                  <a:lnTo>
                    <a:pt x="48597" y="27218"/>
                  </a:lnTo>
                  <a:lnTo>
                    <a:pt x="52104" y="26301"/>
                  </a:lnTo>
                  <a:lnTo>
                    <a:pt x="50909" y="22166"/>
                  </a:lnTo>
                  <a:lnTo>
                    <a:pt x="58893" y="20313"/>
                  </a:lnTo>
                  <a:lnTo>
                    <a:pt x="59894" y="24496"/>
                  </a:lnTo>
                  <a:lnTo>
                    <a:pt x="73329" y="21441"/>
                  </a:lnTo>
                  <a:lnTo>
                    <a:pt x="76451" y="21821"/>
                  </a:lnTo>
                  <a:lnTo>
                    <a:pt x="76061" y="24083"/>
                  </a:lnTo>
                  <a:lnTo>
                    <a:pt x="79107" y="24394"/>
                  </a:lnTo>
                  <a:lnTo>
                    <a:pt x="76618" y="31662"/>
                  </a:lnTo>
                  <a:lnTo>
                    <a:pt x="78873" y="35044"/>
                  </a:lnTo>
                  <a:lnTo>
                    <a:pt x="62335" y="50691"/>
                  </a:lnTo>
                  <a:lnTo>
                    <a:pt x="58068" y="49955"/>
                  </a:lnTo>
                  <a:lnTo>
                    <a:pt x="49910" y="56574"/>
                  </a:lnTo>
                  <a:lnTo>
                    <a:pt x="47217" y="56283"/>
                  </a:lnTo>
                  <a:lnTo>
                    <a:pt x="41404" y="59167"/>
                  </a:lnTo>
                  <a:lnTo>
                    <a:pt x="40943" y="60404"/>
                  </a:lnTo>
                  <a:lnTo>
                    <a:pt x="36392" y="48145"/>
                  </a:lnTo>
                  <a:lnTo>
                    <a:pt x="18759" y="54821"/>
                  </a:lnTo>
                  <a:lnTo>
                    <a:pt x="18137" y="54284"/>
                  </a:lnTo>
                  <a:lnTo>
                    <a:pt x="18134" y="52447"/>
                  </a:lnTo>
                  <a:lnTo>
                    <a:pt x="16342" y="51567"/>
                  </a:lnTo>
                  <a:lnTo>
                    <a:pt x="13181" y="54667"/>
                  </a:lnTo>
                  <a:lnTo>
                    <a:pt x="9069" y="52268"/>
                  </a:lnTo>
                  <a:lnTo>
                    <a:pt x="9986" y="49563"/>
                  </a:lnTo>
                  <a:lnTo>
                    <a:pt x="8527" y="46484"/>
                  </a:lnTo>
                  <a:lnTo>
                    <a:pt x="7824" y="45968"/>
                  </a:lnTo>
                  <a:lnTo>
                    <a:pt x="5588" y="47137"/>
                  </a:lnTo>
                  <a:lnTo>
                    <a:pt x="6143" y="45412"/>
                  </a:lnTo>
                  <a:lnTo>
                    <a:pt x="0" y="43644"/>
                  </a:lnTo>
                  <a:lnTo>
                    <a:pt x="4410" y="38690"/>
                  </a:lnTo>
                  <a:lnTo>
                    <a:pt x="11276" y="32844"/>
                  </a:lnTo>
                  <a:lnTo>
                    <a:pt x="12450" y="30568"/>
                  </a:lnTo>
                  <a:lnTo>
                    <a:pt x="12339" y="28695"/>
                  </a:lnTo>
                  <a:lnTo>
                    <a:pt x="11456" y="28281"/>
                  </a:lnTo>
                  <a:lnTo>
                    <a:pt x="10508" y="26252"/>
                  </a:lnTo>
                  <a:lnTo>
                    <a:pt x="10285" y="24026"/>
                  </a:lnTo>
                  <a:lnTo>
                    <a:pt x="11784" y="18818"/>
                  </a:lnTo>
                  <a:lnTo>
                    <a:pt x="13562" y="17012"/>
                  </a:lnTo>
                  <a:lnTo>
                    <a:pt x="16761" y="15991"/>
                  </a:lnTo>
                  <a:lnTo>
                    <a:pt x="18594" y="16176"/>
                  </a:lnTo>
                  <a:lnTo>
                    <a:pt x="20744" y="19940"/>
                  </a:lnTo>
                  <a:lnTo>
                    <a:pt x="19749" y="23334"/>
                  </a:lnTo>
                  <a:lnTo>
                    <a:pt x="18062" y="25695"/>
                  </a:lnTo>
                  <a:lnTo>
                    <a:pt x="13495" y="27054"/>
                  </a:lnTo>
                  <a:lnTo>
                    <a:pt x="13472" y="30988"/>
                  </a:lnTo>
                  <a:lnTo>
                    <a:pt x="14553" y="32200"/>
                  </a:lnTo>
                  <a:lnTo>
                    <a:pt x="24770" y="33977"/>
                  </a:lnTo>
                  <a:lnTo>
                    <a:pt x="23710" y="28270"/>
                  </a:lnTo>
                  <a:lnTo>
                    <a:pt x="24916" y="21406"/>
                  </a:lnTo>
                  <a:lnTo>
                    <a:pt x="22955" y="20676"/>
                  </a:lnTo>
                  <a:lnTo>
                    <a:pt x="24961" y="13274"/>
                  </a:lnTo>
                  <a:lnTo>
                    <a:pt x="24280" y="12360"/>
                  </a:lnTo>
                  <a:lnTo>
                    <a:pt x="24110" y="8011"/>
                  </a:lnTo>
                  <a:lnTo>
                    <a:pt x="29260" y="13498"/>
                  </a:lnTo>
                  <a:lnTo>
                    <a:pt x="30549" y="11949"/>
                  </a:lnTo>
                  <a:lnTo>
                    <a:pt x="31649" y="7374"/>
                  </a:lnTo>
                  <a:lnTo>
                    <a:pt x="27910" y="202"/>
                  </a:lnTo>
                  <a:lnTo>
                    <a:pt x="3001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h6814"/>
            <p:cNvSpPr/>
            <p:nvPr/>
          </p:nvSpPr>
          <p:spPr>
            <a:xfrm>
              <a:off x="10243682" y="2004603"/>
              <a:ext cx="58516" cy="94612"/>
            </a:xfrm>
            <a:custGeom>
              <a:avLst/>
              <a:pathLst>
                <a:path w="58516" h="94612">
                  <a:moveTo>
                    <a:pt x="34809" y="1889"/>
                  </a:moveTo>
                  <a:lnTo>
                    <a:pt x="37002" y="3680"/>
                  </a:lnTo>
                  <a:lnTo>
                    <a:pt x="38028" y="3315"/>
                  </a:lnTo>
                  <a:lnTo>
                    <a:pt x="44270" y="9388"/>
                  </a:lnTo>
                  <a:lnTo>
                    <a:pt x="44974" y="4164"/>
                  </a:lnTo>
                  <a:lnTo>
                    <a:pt x="51250" y="6957"/>
                  </a:lnTo>
                  <a:lnTo>
                    <a:pt x="58516" y="18737"/>
                  </a:lnTo>
                  <a:lnTo>
                    <a:pt x="58005" y="27480"/>
                  </a:lnTo>
                  <a:lnTo>
                    <a:pt x="56909" y="27819"/>
                  </a:lnTo>
                  <a:lnTo>
                    <a:pt x="56508" y="27494"/>
                  </a:lnTo>
                  <a:lnTo>
                    <a:pt x="36745" y="37621"/>
                  </a:lnTo>
                  <a:lnTo>
                    <a:pt x="34008" y="41106"/>
                  </a:lnTo>
                  <a:lnTo>
                    <a:pt x="32739" y="45238"/>
                  </a:lnTo>
                  <a:lnTo>
                    <a:pt x="33692" y="48816"/>
                  </a:lnTo>
                  <a:lnTo>
                    <a:pt x="34754" y="49045"/>
                  </a:lnTo>
                  <a:lnTo>
                    <a:pt x="37457" y="56195"/>
                  </a:lnTo>
                  <a:lnTo>
                    <a:pt x="40260" y="60836"/>
                  </a:lnTo>
                  <a:lnTo>
                    <a:pt x="43999" y="68008"/>
                  </a:lnTo>
                  <a:lnTo>
                    <a:pt x="42900" y="72583"/>
                  </a:lnTo>
                  <a:lnTo>
                    <a:pt x="41610" y="74132"/>
                  </a:lnTo>
                  <a:lnTo>
                    <a:pt x="36461" y="68645"/>
                  </a:lnTo>
                  <a:lnTo>
                    <a:pt x="36630" y="72994"/>
                  </a:lnTo>
                  <a:lnTo>
                    <a:pt x="37312" y="73908"/>
                  </a:lnTo>
                  <a:lnTo>
                    <a:pt x="35306" y="81311"/>
                  </a:lnTo>
                  <a:lnTo>
                    <a:pt x="37267" y="82040"/>
                  </a:lnTo>
                  <a:lnTo>
                    <a:pt x="36060" y="88905"/>
                  </a:lnTo>
                  <a:lnTo>
                    <a:pt x="37120" y="94612"/>
                  </a:lnTo>
                  <a:lnTo>
                    <a:pt x="26903" y="92834"/>
                  </a:lnTo>
                  <a:lnTo>
                    <a:pt x="25822" y="91622"/>
                  </a:lnTo>
                  <a:lnTo>
                    <a:pt x="25845" y="87688"/>
                  </a:lnTo>
                  <a:lnTo>
                    <a:pt x="30413" y="86330"/>
                  </a:lnTo>
                  <a:lnTo>
                    <a:pt x="32099" y="83968"/>
                  </a:lnTo>
                  <a:lnTo>
                    <a:pt x="33094" y="80575"/>
                  </a:lnTo>
                  <a:lnTo>
                    <a:pt x="30944" y="76810"/>
                  </a:lnTo>
                  <a:lnTo>
                    <a:pt x="29111" y="76625"/>
                  </a:lnTo>
                  <a:lnTo>
                    <a:pt x="25912" y="77646"/>
                  </a:lnTo>
                  <a:lnTo>
                    <a:pt x="25047" y="78020"/>
                  </a:lnTo>
                  <a:lnTo>
                    <a:pt x="24367" y="76004"/>
                  </a:lnTo>
                  <a:lnTo>
                    <a:pt x="25960" y="74650"/>
                  </a:lnTo>
                  <a:lnTo>
                    <a:pt x="24093" y="70631"/>
                  </a:lnTo>
                  <a:lnTo>
                    <a:pt x="16054" y="68042"/>
                  </a:lnTo>
                  <a:lnTo>
                    <a:pt x="8380" y="64275"/>
                  </a:lnTo>
                  <a:lnTo>
                    <a:pt x="3334" y="60804"/>
                  </a:lnTo>
                  <a:lnTo>
                    <a:pt x="1718" y="61661"/>
                  </a:lnTo>
                  <a:lnTo>
                    <a:pt x="6180" y="54185"/>
                  </a:lnTo>
                  <a:lnTo>
                    <a:pt x="7276" y="48720"/>
                  </a:lnTo>
                  <a:lnTo>
                    <a:pt x="5362" y="44238"/>
                  </a:lnTo>
                  <a:lnTo>
                    <a:pt x="1006" y="46206"/>
                  </a:lnTo>
                  <a:lnTo>
                    <a:pt x="0" y="41021"/>
                  </a:lnTo>
                  <a:lnTo>
                    <a:pt x="3132" y="33970"/>
                  </a:lnTo>
                  <a:lnTo>
                    <a:pt x="8877" y="32708"/>
                  </a:lnTo>
                  <a:lnTo>
                    <a:pt x="12043" y="30832"/>
                  </a:lnTo>
                  <a:lnTo>
                    <a:pt x="16735" y="29714"/>
                  </a:lnTo>
                  <a:lnTo>
                    <a:pt x="17887" y="28014"/>
                  </a:lnTo>
                  <a:lnTo>
                    <a:pt x="18448" y="25443"/>
                  </a:lnTo>
                  <a:lnTo>
                    <a:pt x="17657" y="19253"/>
                  </a:lnTo>
                  <a:lnTo>
                    <a:pt x="15218" y="15446"/>
                  </a:lnTo>
                  <a:lnTo>
                    <a:pt x="15199" y="12904"/>
                  </a:lnTo>
                  <a:lnTo>
                    <a:pt x="16225" y="9660"/>
                  </a:lnTo>
                  <a:lnTo>
                    <a:pt x="16911" y="5085"/>
                  </a:lnTo>
                  <a:lnTo>
                    <a:pt x="18511" y="4843"/>
                  </a:lnTo>
                  <a:lnTo>
                    <a:pt x="27568" y="8396"/>
                  </a:lnTo>
                  <a:lnTo>
                    <a:pt x="29287" y="8246"/>
                  </a:lnTo>
                  <a:lnTo>
                    <a:pt x="31999" y="5803"/>
                  </a:lnTo>
                  <a:lnTo>
                    <a:pt x="32914" y="3707"/>
                  </a:lnTo>
                  <a:lnTo>
                    <a:pt x="32339" y="394"/>
                  </a:lnTo>
                  <a:lnTo>
                    <a:pt x="3367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h6815"/>
            <p:cNvSpPr/>
            <p:nvPr/>
          </p:nvSpPr>
          <p:spPr>
            <a:xfrm>
              <a:off x="10234918" y="1903416"/>
              <a:ext cx="35533" cy="36345"/>
            </a:xfrm>
            <a:custGeom>
              <a:avLst/>
              <a:pathLst>
                <a:path w="35533" h="36345">
                  <a:moveTo>
                    <a:pt x="32405" y="47"/>
                  </a:moveTo>
                  <a:lnTo>
                    <a:pt x="35533" y="3326"/>
                  </a:lnTo>
                  <a:lnTo>
                    <a:pt x="34425" y="4956"/>
                  </a:lnTo>
                  <a:lnTo>
                    <a:pt x="33987" y="24905"/>
                  </a:lnTo>
                  <a:lnTo>
                    <a:pt x="29589" y="25081"/>
                  </a:lnTo>
                  <a:lnTo>
                    <a:pt x="26798" y="26292"/>
                  </a:lnTo>
                  <a:lnTo>
                    <a:pt x="22103" y="26215"/>
                  </a:lnTo>
                  <a:lnTo>
                    <a:pt x="22011" y="28714"/>
                  </a:lnTo>
                  <a:lnTo>
                    <a:pt x="19053" y="30474"/>
                  </a:lnTo>
                  <a:lnTo>
                    <a:pt x="13579" y="31262"/>
                  </a:lnTo>
                  <a:lnTo>
                    <a:pt x="8685" y="36345"/>
                  </a:lnTo>
                  <a:lnTo>
                    <a:pt x="4264" y="30933"/>
                  </a:lnTo>
                  <a:lnTo>
                    <a:pt x="0" y="25554"/>
                  </a:lnTo>
                  <a:lnTo>
                    <a:pt x="4496" y="20030"/>
                  </a:lnTo>
                  <a:lnTo>
                    <a:pt x="8508" y="17301"/>
                  </a:lnTo>
                  <a:lnTo>
                    <a:pt x="7582" y="19018"/>
                  </a:lnTo>
                  <a:lnTo>
                    <a:pt x="8073" y="19449"/>
                  </a:lnTo>
                  <a:lnTo>
                    <a:pt x="11039" y="17942"/>
                  </a:lnTo>
                  <a:lnTo>
                    <a:pt x="13704" y="16196"/>
                  </a:lnTo>
                  <a:lnTo>
                    <a:pt x="16216" y="13153"/>
                  </a:lnTo>
                  <a:lnTo>
                    <a:pt x="20289" y="10892"/>
                  </a:lnTo>
                  <a:lnTo>
                    <a:pt x="19433" y="4590"/>
                  </a:lnTo>
                  <a:lnTo>
                    <a:pt x="23054" y="4518"/>
                  </a:lnTo>
                  <a:lnTo>
                    <a:pt x="25069" y="1614"/>
                  </a:lnTo>
                  <a:lnTo>
                    <a:pt x="31167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h6816"/>
            <p:cNvSpPr/>
            <p:nvPr/>
          </p:nvSpPr>
          <p:spPr>
            <a:xfrm>
              <a:off x="9908947" y="1948501"/>
              <a:ext cx="50515" cy="97242"/>
            </a:xfrm>
            <a:custGeom>
              <a:avLst/>
              <a:pathLst>
                <a:path w="50515" h="97242">
                  <a:moveTo>
                    <a:pt x="26311" y="5519"/>
                  </a:moveTo>
                  <a:lnTo>
                    <a:pt x="28955" y="3517"/>
                  </a:lnTo>
                  <a:lnTo>
                    <a:pt x="33569" y="2745"/>
                  </a:lnTo>
                  <a:lnTo>
                    <a:pt x="37233" y="6275"/>
                  </a:lnTo>
                  <a:lnTo>
                    <a:pt x="39417" y="11628"/>
                  </a:lnTo>
                  <a:lnTo>
                    <a:pt x="39667" y="13247"/>
                  </a:lnTo>
                  <a:lnTo>
                    <a:pt x="38459" y="15200"/>
                  </a:lnTo>
                  <a:lnTo>
                    <a:pt x="44156" y="11887"/>
                  </a:lnTo>
                  <a:lnTo>
                    <a:pt x="45109" y="8896"/>
                  </a:lnTo>
                  <a:lnTo>
                    <a:pt x="44079" y="7646"/>
                  </a:lnTo>
                  <a:lnTo>
                    <a:pt x="48272" y="8609"/>
                  </a:lnTo>
                  <a:lnTo>
                    <a:pt x="50515" y="14222"/>
                  </a:lnTo>
                  <a:lnTo>
                    <a:pt x="47795" y="20333"/>
                  </a:lnTo>
                  <a:lnTo>
                    <a:pt x="38806" y="29977"/>
                  </a:lnTo>
                  <a:lnTo>
                    <a:pt x="31536" y="26524"/>
                  </a:lnTo>
                  <a:lnTo>
                    <a:pt x="29768" y="28205"/>
                  </a:lnTo>
                  <a:lnTo>
                    <a:pt x="27297" y="33226"/>
                  </a:lnTo>
                  <a:lnTo>
                    <a:pt x="30049" y="44445"/>
                  </a:lnTo>
                  <a:lnTo>
                    <a:pt x="34589" y="48252"/>
                  </a:lnTo>
                  <a:lnTo>
                    <a:pt x="36270" y="48597"/>
                  </a:lnTo>
                  <a:lnTo>
                    <a:pt x="38908" y="46635"/>
                  </a:lnTo>
                  <a:lnTo>
                    <a:pt x="40987" y="61418"/>
                  </a:lnTo>
                  <a:lnTo>
                    <a:pt x="34878" y="68708"/>
                  </a:lnTo>
                  <a:lnTo>
                    <a:pt x="33182" y="69412"/>
                  </a:lnTo>
                  <a:lnTo>
                    <a:pt x="30072" y="67651"/>
                  </a:lnTo>
                  <a:lnTo>
                    <a:pt x="29174" y="67872"/>
                  </a:lnTo>
                  <a:lnTo>
                    <a:pt x="25039" y="74684"/>
                  </a:lnTo>
                  <a:lnTo>
                    <a:pt x="23636" y="78559"/>
                  </a:lnTo>
                  <a:lnTo>
                    <a:pt x="23331" y="82623"/>
                  </a:lnTo>
                  <a:lnTo>
                    <a:pt x="25457" y="84999"/>
                  </a:lnTo>
                  <a:lnTo>
                    <a:pt x="25016" y="89220"/>
                  </a:lnTo>
                  <a:lnTo>
                    <a:pt x="25582" y="91767"/>
                  </a:lnTo>
                  <a:lnTo>
                    <a:pt x="24955" y="91108"/>
                  </a:lnTo>
                  <a:lnTo>
                    <a:pt x="23402" y="91982"/>
                  </a:lnTo>
                  <a:lnTo>
                    <a:pt x="21853" y="94927"/>
                  </a:lnTo>
                  <a:lnTo>
                    <a:pt x="21879" y="97242"/>
                  </a:lnTo>
                  <a:lnTo>
                    <a:pt x="16677" y="95838"/>
                  </a:lnTo>
                  <a:lnTo>
                    <a:pt x="14578" y="93891"/>
                  </a:lnTo>
                  <a:lnTo>
                    <a:pt x="15795" y="89968"/>
                  </a:lnTo>
                  <a:lnTo>
                    <a:pt x="11510" y="90854"/>
                  </a:lnTo>
                  <a:lnTo>
                    <a:pt x="11239" y="87663"/>
                  </a:lnTo>
                  <a:lnTo>
                    <a:pt x="12296" y="86124"/>
                  </a:lnTo>
                  <a:lnTo>
                    <a:pt x="11178" y="76858"/>
                  </a:lnTo>
                  <a:lnTo>
                    <a:pt x="7812" y="73759"/>
                  </a:lnTo>
                  <a:lnTo>
                    <a:pt x="6969" y="72079"/>
                  </a:lnTo>
                  <a:lnTo>
                    <a:pt x="6012" y="66448"/>
                  </a:lnTo>
                  <a:lnTo>
                    <a:pt x="10414" y="60704"/>
                  </a:lnTo>
                  <a:lnTo>
                    <a:pt x="14246" y="57440"/>
                  </a:lnTo>
                  <a:lnTo>
                    <a:pt x="10554" y="49533"/>
                  </a:lnTo>
                  <a:lnTo>
                    <a:pt x="10853" y="46248"/>
                  </a:lnTo>
                  <a:lnTo>
                    <a:pt x="8242" y="38161"/>
                  </a:lnTo>
                  <a:lnTo>
                    <a:pt x="8663" y="30246"/>
                  </a:lnTo>
                  <a:lnTo>
                    <a:pt x="2681" y="27287"/>
                  </a:lnTo>
                  <a:lnTo>
                    <a:pt x="1726" y="24628"/>
                  </a:lnTo>
                  <a:lnTo>
                    <a:pt x="0" y="23137"/>
                  </a:lnTo>
                  <a:lnTo>
                    <a:pt x="1759" y="18874"/>
                  </a:lnTo>
                  <a:lnTo>
                    <a:pt x="3370" y="19806"/>
                  </a:lnTo>
                  <a:lnTo>
                    <a:pt x="10392" y="17695"/>
                  </a:lnTo>
                  <a:lnTo>
                    <a:pt x="7576" y="14392"/>
                  </a:lnTo>
                  <a:lnTo>
                    <a:pt x="11875" y="10552"/>
                  </a:lnTo>
                  <a:lnTo>
                    <a:pt x="12783" y="8845"/>
                  </a:lnTo>
                  <a:lnTo>
                    <a:pt x="12340" y="6496"/>
                  </a:lnTo>
                  <a:lnTo>
                    <a:pt x="9856" y="4203"/>
                  </a:lnTo>
                  <a:lnTo>
                    <a:pt x="15155" y="499"/>
                  </a:lnTo>
                  <a:lnTo>
                    <a:pt x="2342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h6817"/>
            <p:cNvSpPr/>
            <p:nvPr/>
          </p:nvSpPr>
          <p:spPr>
            <a:xfrm>
              <a:off x="10070897" y="1788263"/>
              <a:ext cx="74102" cy="103229"/>
            </a:xfrm>
            <a:custGeom>
              <a:avLst/>
              <a:pathLst>
                <a:path w="74102" h="103229">
                  <a:moveTo>
                    <a:pt x="23302" y="169"/>
                  </a:moveTo>
                  <a:lnTo>
                    <a:pt x="23034" y="5650"/>
                  </a:lnTo>
                  <a:lnTo>
                    <a:pt x="29125" y="9563"/>
                  </a:lnTo>
                  <a:lnTo>
                    <a:pt x="33153" y="10742"/>
                  </a:lnTo>
                  <a:lnTo>
                    <a:pt x="37227" y="9482"/>
                  </a:lnTo>
                  <a:lnTo>
                    <a:pt x="41724" y="14189"/>
                  </a:lnTo>
                  <a:lnTo>
                    <a:pt x="49222" y="7612"/>
                  </a:lnTo>
                  <a:lnTo>
                    <a:pt x="51208" y="9246"/>
                  </a:lnTo>
                  <a:lnTo>
                    <a:pt x="46753" y="19226"/>
                  </a:lnTo>
                  <a:lnTo>
                    <a:pt x="52096" y="20789"/>
                  </a:lnTo>
                  <a:lnTo>
                    <a:pt x="52040" y="30266"/>
                  </a:lnTo>
                  <a:lnTo>
                    <a:pt x="53571" y="31347"/>
                  </a:lnTo>
                  <a:lnTo>
                    <a:pt x="52803" y="35049"/>
                  </a:lnTo>
                  <a:lnTo>
                    <a:pt x="45921" y="33596"/>
                  </a:lnTo>
                  <a:lnTo>
                    <a:pt x="44611" y="34141"/>
                  </a:lnTo>
                  <a:lnTo>
                    <a:pt x="43937" y="37841"/>
                  </a:lnTo>
                  <a:lnTo>
                    <a:pt x="47766" y="42499"/>
                  </a:lnTo>
                  <a:lnTo>
                    <a:pt x="46498" y="45562"/>
                  </a:lnTo>
                  <a:lnTo>
                    <a:pt x="42931" y="47309"/>
                  </a:lnTo>
                  <a:lnTo>
                    <a:pt x="39309" y="52539"/>
                  </a:lnTo>
                  <a:lnTo>
                    <a:pt x="44186" y="54063"/>
                  </a:lnTo>
                  <a:lnTo>
                    <a:pt x="45688" y="52802"/>
                  </a:lnTo>
                  <a:lnTo>
                    <a:pt x="47478" y="53330"/>
                  </a:lnTo>
                  <a:lnTo>
                    <a:pt x="50197" y="56065"/>
                  </a:lnTo>
                  <a:lnTo>
                    <a:pt x="52194" y="65404"/>
                  </a:lnTo>
                  <a:lnTo>
                    <a:pt x="54915" y="69755"/>
                  </a:lnTo>
                  <a:lnTo>
                    <a:pt x="56417" y="70525"/>
                  </a:lnTo>
                  <a:lnTo>
                    <a:pt x="59490" y="70216"/>
                  </a:lnTo>
                  <a:lnTo>
                    <a:pt x="66068" y="75471"/>
                  </a:lnTo>
                  <a:lnTo>
                    <a:pt x="69917" y="81119"/>
                  </a:lnTo>
                  <a:lnTo>
                    <a:pt x="70400" y="83854"/>
                  </a:lnTo>
                  <a:lnTo>
                    <a:pt x="69562" y="86039"/>
                  </a:lnTo>
                  <a:lnTo>
                    <a:pt x="69814" y="88035"/>
                  </a:lnTo>
                  <a:lnTo>
                    <a:pt x="74102" y="94933"/>
                  </a:lnTo>
                  <a:lnTo>
                    <a:pt x="73100" y="95288"/>
                  </a:lnTo>
                  <a:lnTo>
                    <a:pt x="65643" y="93333"/>
                  </a:lnTo>
                  <a:lnTo>
                    <a:pt x="62725" y="93861"/>
                  </a:lnTo>
                  <a:lnTo>
                    <a:pt x="61757" y="94653"/>
                  </a:lnTo>
                  <a:lnTo>
                    <a:pt x="62695" y="97385"/>
                  </a:lnTo>
                  <a:lnTo>
                    <a:pt x="61815" y="99533"/>
                  </a:lnTo>
                  <a:lnTo>
                    <a:pt x="56285" y="99987"/>
                  </a:lnTo>
                  <a:lnTo>
                    <a:pt x="54511" y="101509"/>
                  </a:lnTo>
                  <a:lnTo>
                    <a:pt x="50218" y="103155"/>
                  </a:lnTo>
                  <a:lnTo>
                    <a:pt x="47989" y="101705"/>
                  </a:lnTo>
                  <a:lnTo>
                    <a:pt x="41542" y="100207"/>
                  </a:lnTo>
                  <a:lnTo>
                    <a:pt x="38870" y="100457"/>
                  </a:lnTo>
                  <a:lnTo>
                    <a:pt x="38436" y="103229"/>
                  </a:lnTo>
                  <a:lnTo>
                    <a:pt x="20652" y="102370"/>
                  </a:lnTo>
                  <a:lnTo>
                    <a:pt x="19017" y="101163"/>
                  </a:lnTo>
                  <a:lnTo>
                    <a:pt x="22020" y="95764"/>
                  </a:lnTo>
                  <a:lnTo>
                    <a:pt x="17089" y="93048"/>
                  </a:lnTo>
                  <a:lnTo>
                    <a:pt x="16660" y="89399"/>
                  </a:lnTo>
                  <a:lnTo>
                    <a:pt x="17179" y="83755"/>
                  </a:lnTo>
                  <a:lnTo>
                    <a:pt x="7497" y="75395"/>
                  </a:lnTo>
                  <a:lnTo>
                    <a:pt x="3523" y="70765"/>
                  </a:lnTo>
                  <a:lnTo>
                    <a:pt x="3066" y="66890"/>
                  </a:lnTo>
                  <a:lnTo>
                    <a:pt x="3681" y="66748"/>
                  </a:lnTo>
                  <a:lnTo>
                    <a:pt x="5679" y="61647"/>
                  </a:lnTo>
                  <a:lnTo>
                    <a:pt x="5669" y="58044"/>
                  </a:lnTo>
                  <a:lnTo>
                    <a:pt x="8452" y="54616"/>
                  </a:lnTo>
                  <a:lnTo>
                    <a:pt x="9923" y="54339"/>
                  </a:lnTo>
                  <a:lnTo>
                    <a:pt x="10493" y="52329"/>
                  </a:lnTo>
                  <a:lnTo>
                    <a:pt x="8885" y="49160"/>
                  </a:lnTo>
                  <a:lnTo>
                    <a:pt x="7792" y="49060"/>
                  </a:lnTo>
                  <a:lnTo>
                    <a:pt x="8057" y="46434"/>
                  </a:lnTo>
                  <a:lnTo>
                    <a:pt x="13158" y="46364"/>
                  </a:lnTo>
                  <a:lnTo>
                    <a:pt x="15751" y="45538"/>
                  </a:lnTo>
                  <a:lnTo>
                    <a:pt x="16536" y="43921"/>
                  </a:lnTo>
                  <a:lnTo>
                    <a:pt x="15500" y="38490"/>
                  </a:lnTo>
                  <a:lnTo>
                    <a:pt x="13213" y="35333"/>
                  </a:lnTo>
                  <a:lnTo>
                    <a:pt x="7636" y="30971"/>
                  </a:lnTo>
                  <a:lnTo>
                    <a:pt x="7103" y="29109"/>
                  </a:lnTo>
                  <a:lnTo>
                    <a:pt x="7479" y="26599"/>
                  </a:lnTo>
                  <a:lnTo>
                    <a:pt x="5690" y="23256"/>
                  </a:lnTo>
                  <a:lnTo>
                    <a:pt x="4426" y="21711"/>
                  </a:lnTo>
                  <a:lnTo>
                    <a:pt x="1500" y="20768"/>
                  </a:lnTo>
                  <a:lnTo>
                    <a:pt x="0" y="17255"/>
                  </a:lnTo>
                  <a:lnTo>
                    <a:pt x="1326" y="14438"/>
                  </a:lnTo>
                  <a:lnTo>
                    <a:pt x="5559" y="8815"/>
                  </a:lnTo>
                  <a:lnTo>
                    <a:pt x="10983" y="9591"/>
                  </a:lnTo>
                  <a:lnTo>
                    <a:pt x="12123" y="10377"/>
                  </a:lnTo>
                  <a:lnTo>
                    <a:pt x="16904" y="10304"/>
                  </a:lnTo>
                  <a:lnTo>
                    <a:pt x="21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h6818"/>
            <p:cNvSpPr/>
            <p:nvPr/>
          </p:nvSpPr>
          <p:spPr>
            <a:xfrm>
              <a:off x="10273149" y="1932080"/>
              <a:ext cx="59160" cy="34165"/>
            </a:xfrm>
            <a:custGeom>
              <a:avLst/>
              <a:pathLst>
                <a:path w="59160" h="34165">
                  <a:moveTo>
                    <a:pt x="39308" y="967"/>
                  </a:moveTo>
                  <a:lnTo>
                    <a:pt x="48416" y="4964"/>
                  </a:lnTo>
                  <a:lnTo>
                    <a:pt x="48671" y="5875"/>
                  </a:lnTo>
                  <a:lnTo>
                    <a:pt x="49613" y="10615"/>
                  </a:lnTo>
                  <a:lnTo>
                    <a:pt x="52278" y="12756"/>
                  </a:lnTo>
                  <a:lnTo>
                    <a:pt x="52796" y="19222"/>
                  </a:lnTo>
                  <a:lnTo>
                    <a:pt x="54003" y="20143"/>
                  </a:lnTo>
                  <a:lnTo>
                    <a:pt x="56693" y="20051"/>
                  </a:lnTo>
                  <a:lnTo>
                    <a:pt x="58644" y="20907"/>
                  </a:lnTo>
                  <a:lnTo>
                    <a:pt x="59160" y="21840"/>
                  </a:lnTo>
                  <a:lnTo>
                    <a:pt x="48846" y="25148"/>
                  </a:lnTo>
                  <a:lnTo>
                    <a:pt x="47845" y="25860"/>
                  </a:lnTo>
                  <a:lnTo>
                    <a:pt x="48449" y="27831"/>
                  </a:lnTo>
                  <a:lnTo>
                    <a:pt x="36362" y="31193"/>
                  </a:lnTo>
                  <a:lnTo>
                    <a:pt x="33978" y="34165"/>
                  </a:lnTo>
                  <a:lnTo>
                    <a:pt x="32497" y="33746"/>
                  </a:lnTo>
                  <a:lnTo>
                    <a:pt x="31839" y="32318"/>
                  </a:lnTo>
                  <a:lnTo>
                    <a:pt x="32822" y="31507"/>
                  </a:lnTo>
                  <a:lnTo>
                    <a:pt x="33591" y="29227"/>
                  </a:lnTo>
                  <a:lnTo>
                    <a:pt x="31464" y="27890"/>
                  </a:lnTo>
                  <a:lnTo>
                    <a:pt x="29534" y="28219"/>
                  </a:lnTo>
                  <a:lnTo>
                    <a:pt x="23559" y="31185"/>
                  </a:lnTo>
                  <a:lnTo>
                    <a:pt x="9292" y="30889"/>
                  </a:lnTo>
                  <a:lnTo>
                    <a:pt x="5745" y="32931"/>
                  </a:lnTo>
                  <a:lnTo>
                    <a:pt x="2932" y="29326"/>
                  </a:lnTo>
                  <a:lnTo>
                    <a:pt x="6360" y="27131"/>
                  </a:lnTo>
                  <a:lnTo>
                    <a:pt x="0" y="18970"/>
                  </a:lnTo>
                  <a:lnTo>
                    <a:pt x="9754" y="12263"/>
                  </a:lnTo>
                  <a:lnTo>
                    <a:pt x="10945" y="9539"/>
                  </a:lnTo>
                  <a:lnTo>
                    <a:pt x="15849" y="5123"/>
                  </a:lnTo>
                  <a:lnTo>
                    <a:pt x="26842" y="4313"/>
                  </a:lnTo>
                  <a:lnTo>
                    <a:pt x="2490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h6819"/>
            <p:cNvSpPr/>
            <p:nvPr/>
          </p:nvSpPr>
          <p:spPr>
            <a:xfrm>
              <a:off x="10216085" y="1637297"/>
              <a:ext cx="142483" cy="185652"/>
            </a:xfrm>
            <a:custGeom>
              <a:avLst/>
              <a:pathLst>
                <a:path w="142483" h="185652">
                  <a:moveTo>
                    <a:pt x="94473" y="260"/>
                  </a:moveTo>
                  <a:lnTo>
                    <a:pt x="101745" y="15386"/>
                  </a:lnTo>
                  <a:lnTo>
                    <a:pt x="109701" y="15774"/>
                  </a:lnTo>
                  <a:lnTo>
                    <a:pt x="102981" y="27217"/>
                  </a:lnTo>
                  <a:lnTo>
                    <a:pt x="105640" y="33927"/>
                  </a:lnTo>
                  <a:lnTo>
                    <a:pt x="106348" y="40608"/>
                  </a:lnTo>
                  <a:lnTo>
                    <a:pt x="108924" y="41793"/>
                  </a:lnTo>
                  <a:lnTo>
                    <a:pt x="108801" y="55016"/>
                  </a:lnTo>
                  <a:lnTo>
                    <a:pt x="110177" y="60542"/>
                  </a:lnTo>
                  <a:lnTo>
                    <a:pt x="113790" y="62100"/>
                  </a:lnTo>
                  <a:lnTo>
                    <a:pt x="112916" y="65174"/>
                  </a:lnTo>
                  <a:lnTo>
                    <a:pt x="110643" y="64733"/>
                  </a:lnTo>
                  <a:lnTo>
                    <a:pt x="109690" y="65668"/>
                  </a:lnTo>
                  <a:lnTo>
                    <a:pt x="108888" y="69656"/>
                  </a:lnTo>
                  <a:lnTo>
                    <a:pt x="113644" y="75455"/>
                  </a:lnTo>
                  <a:lnTo>
                    <a:pt x="111753" y="86170"/>
                  </a:lnTo>
                  <a:lnTo>
                    <a:pt x="105948" y="89385"/>
                  </a:lnTo>
                  <a:lnTo>
                    <a:pt x="109618" y="94286"/>
                  </a:lnTo>
                  <a:lnTo>
                    <a:pt x="116383" y="95869"/>
                  </a:lnTo>
                  <a:lnTo>
                    <a:pt x="116736" y="118664"/>
                  </a:lnTo>
                  <a:lnTo>
                    <a:pt x="115385" y="122254"/>
                  </a:lnTo>
                  <a:lnTo>
                    <a:pt x="121999" y="129267"/>
                  </a:lnTo>
                  <a:lnTo>
                    <a:pt x="126621" y="138348"/>
                  </a:lnTo>
                  <a:lnTo>
                    <a:pt x="128479" y="135170"/>
                  </a:lnTo>
                  <a:lnTo>
                    <a:pt x="135523" y="138895"/>
                  </a:lnTo>
                  <a:lnTo>
                    <a:pt x="141979" y="146410"/>
                  </a:lnTo>
                  <a:lnTo>
                    <a:pt x="135945" y="149798"/>
                  </a:lnTo>
                  <a:lnTo>
                    <a:pt x="137750" y="151260"/>
                  </a:lnTo>
                  <a:lnTo>
                    <a:pt x="142483" y="158490"/>
                  </a:lnTo>
                  <a:lnTo>
                    <a:pt x="134430" y="158410"/>
                  </a:lnTo>
                  <a:lnTo>
                    <a:pt x="133804" y="164762"/>
                  </a:lnTo>
                  <a:lnTo>
                    <a:pt x="117956" y="178442"/>
                  </a:lnTo>
                  <a:lnTo>
                    <a:pt x="116156" y="185493"/>
                  </a:lnTo>
                  <a:lnTo>
                    <a:pt x="112366" y="185652"/>
                  </a:lnTo>
                  <a:lnTo>
                    <a:pt x="110185" y="181713"/>
                  </a:lnTo>
                  <a:lnTo>
                    <a:pt x="104165" y="184086"/>
                  </a:lnTo>
                  <a:lnTo>
                    <a:pt x="102205" y="180082"/>
                  </a:lnTo>
                  <a:lnTo>
                    <a:pt x="98086" y="182773"/>
                  </a:lnTo>
                  <a:lnTo>
                    <a:pt x="89421" y="181144"/>
                  </a:lnTo>
                  <a:lnTo>
                    <a:pt x="86926" y="181665"/>
                  </a:lnTo>
                  <a:lnTo>
                    <a:pt x="86855" y="183239"/>
                  </a:lnTo>
                  <a:lnTo>
                    <a:pt x="79620" y="174548"/>
                  </a:lnTo>
                  <a:lnTo>
                    <a:pt x="82548" y="169009"/>
                  </a:lnTo>
                  <a:lnTo>
                    <a:pt x="87036" y="165474"/>
                  </a:lnTo>
                  <a:lnTo>
                    <a:pt x="89138" y="158731"/>
                  </a:lnTo>
                  <a:lnTo>
                    <a:pt x="86736" y="155165"/>
                  </a:lnTo>
                  <a:lnTo>
                    <a:pt x="84931" y="156020"/>
                  </a:lnTo>
                  <a:lnTo>
                    <a:pt x="79128" y="155962"/>
                  </a:lnTo>
                  <a:lnTo>
                    <a:pt x="77358" y="155292"/>
                  </a:lnTo>
                  <a:lnTo>
                    <a:pt x="72781" y="151648"/>
                  </a:lnTo>
                  <a:lnTo>
                    <a:pt x="63111" y="139314"/>
                  </a:lnTo>
                  <a:lnTo>
                    <a:pt x="60007" y="136794"/>
                  </a:lnTo>
                  <a:lnTo>
                    <a:pt x="57444" y="133241"/>
                  </a:lnTo>
                  <a:lnTo>
                    <a:pt x="57779" y="132062"/>
                  </a:lnTo>
                  <a:lnTo>
                    <a:pt x="56147" y="129716"/>
                  </a:lnTo>
                  <a:lnTo>
                    <a:pt x="50682" y="129343"/>
                  </a:lnTo>
                  <a:lnTo>
                    <a:pt x="46864" y="130700"/>
                  </a:lnTo>
                  <a:lnTo>
                    <a:pt x="44439" y="127828"/>
                  </a:lnTo>
                  <a:lnTo>
                    <a:pt x="44291" y="124178"/>
                  </a:lnTo>
                  <a:lnTo>
                    <a:pt x="45776" y="121223"/>
                  </a:lnTo>
                  <a:lnTo>
                    <a:pt x="47548" y="121031"/>
                  </a:lnTo>
                  <a:lnTo>
                    <a:pt x="48329" y="119625"/>
                  </a:lnTo>
                  <a:lnTo>
                    <a:pt x="28355" y="118874"/>
                  </a:lnTo>
                  <a:lnTo>
                    <a:pt x="28683" y="108503"/>
                  </a:lnTo>
                  <a:lnTo>
                    <a:pt x="23622" y="108349"/>
                  </a:lnTo>
                  <a:lnTo>
                    <a:pt x="24015" y="101759"/>
                  </a:lnTo>
                  <a:lnTo>
                    <a:pt x="7423" y="101354"/>
                  </a:lnTo>
                  <a:lnTo>
                    <a:pt x="5204" y="105276"/>
                  </a:lnTo>
                  <a:lnTo>
                    <a:pt x="3918" y="103025"/>
                  </a:lnTo>
                  <a:lnTo>
                    <a:pt x="4518" y="100332"/>
                  </a:lnTo>
                  <a:lnTo>
                    <a:pt x="0" y="98801"/>
                  </a:lnTo>
                  <a:lnTo>
                    <a:pt x="201" y="94650"/>
                  </a:lnTo>
                  <a:lnTo>
                    <a:pt x="1444" y="93937"/>
                  </a:lnTo>
                  <a:lnTo>
                    <a:pt x="2295" y="93757"/>
                  </a:lnTo>
                  <a:lnTo>
                    <a:pt x="3033" y="95318"/>
                  </a:lnTo>
                  <a:lnTo>
                    <a:pt x="3952" y="95612"/>
                  </a:lnTo>
                  <a:lnTo>
                    <a:pt x="8766" y="94867"/>
                  </a:lnTo>
                  <a:lnTo>
                    <a:pt x="9863" y="89355"/>
                  </a:lnTo>
                  <a:lnTo>
                    <a:pt x="3530" y="85575"/>
                  </a:lnTo>
                  <a:lnTo>
                    <a:pt x="11256" y="85103"/>
                  </a:lnTo>
                  <a:lnTo>
                    <a:pt x="11147" y="73295"/>
                  </a:lnTo>
                  <a:lnTo>
                    <a:pt x="15508" y="73383"/>
                  </a:lnTo>
                  <a:lnTo>
                    <a:pt x="15486" y="55852"/>
                  </a:lnTo>
                  <a:lnTo>
                    <a:pt x="2117" y="55354"/>
                  </a:lnTo>
                  <a:lnTo>
                    <a:pt x="1726" y="52903"/>
                  </a:lnTo>
                  <a:lnTo>
                    <a:pt x="2632" y="51232"/>
                  </a:lnTo>
                  <a:lnTo>
                    <a:pt x="10017" y="44036"/>
                  </a:lnTo>
                  <a:lnTo>
                    <a:pt x="20833" y="38307"/>
                  </a:lnTo>
                  <a:lnTo>
                    <a:pt x="22969" y="36634"/>
                  </a:lnTo>
                  <a:lnTo>
                    <a:pt x="22729" y="35995"/>
                  </a:lnTo>
                  <a:lnTo>
                    <a:pt x="24975" y="33250"/>
                  </a:lnTo>
                  <a:lnTo>
                    <a:pt x="31294" y="37114"/>
                  </a:lnTo>
                  <a:lnTo>
                    <a:pt x="31463" y="31044"/>
                  </a:lnTo>
                  <a:lnTo>
                    <a:pt x="25687" y="30861"/>
                  </a:lnTo>
                  <a:lnTo>
                    <a:pt x="24641" y="25729"/>
                  </a:lnTo>
                  <a:lnTo>
                    <a:pt x="28704" y="23253"/>
                  </a:lnTo>
                  <a:lnTo>
                    <a:pt x="31795" y="19992"/>
                  </a:lnTo>
                  <a:lnTo>
                    <a:pt x="38130" y="20921"/>
                  </a:lnTo>
                  <a:lnTo>
                    <a:pt x="37568" y="18485"/>
                  </a:lnTo>
                  <a:lnTo>
                    <a:pt x="38231" y="19363"/>
                  </a:lnTo>
                  <a:lnTo>
                    <a:pt x="42735" y="20987"/>
                  </a:lnTo>
                  <a:lnTo>
                    <a:pt x="42410" y="24847"/>
                  </a:lnTo>
                  <a:lnTo>
                    <a:pt x="46316" y="24880"/>
                  </a:lnTo>
                  <a:lnTo>
                    <a:pt x="45496" y="20398"/>
                  </a:lnTo>
                  <a:lnTo>
                    <a:pt x="60166" y="20884"/>
                  </a:lnTo>
                  <a:lnTo>
                    <a:pt x="58647" y="15062"/>
                  </a:lnTo>
                  <a:lnTo>
                    <a:pt x="64194" y="15195"/>
                  </a:lnTo>
                  <a:lnTo>
                    <a:pt x="64349" y="9081"/>
                  </a:lnTo>
                  <a:lnTo>
                    <a:pt x="69795" y="9257"/>
                  </a:lnTo>
                  <a:lnTo>
                    <a:pt x="69692" y="17951"/>
                  </a:lnTo>
                  <a:lnTo>
                    <a:pt x="75123" y="18224"/>
                  </a:lnTo>
                  <a:lnTo>
                    <a:pt x="75191" y="14810"/>
                  </a:lnTo>
                  <a:lnTo>
                    <a:pt x="79541" y="14904"/>
                  </a:lnTo>
                  <a:lnTo>
                    <a:pt x="79324" y="2687"/>
                  </a:lnTo>
                  <a:lnTo>
                    <a:pt x="87472" y="2946"/>
                  </a:lnTo>
                  <a:lnTo>
                    <a:pt x="8656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h6820"/>
            <p:cNvSpPr/>
            <p:nvPr/>
          </p:nvSpPr>
          <p:spPr>
            <a:xfrm>
              <a:off x="10310559" y="1637557"/>
              <a:ext cx="107563" cy="231611"/>
            </a:xfrm>
            <a:custGeom>
              <a:avLst/>
              <a:pathLst>
                <a:path w="107563" h="231611">
                  <a:moveTo>
                    <a:pt x="4806" y="173"/>
                  </a:moveTo>
                  <a:lnTo>
                    <a:pt x="6958" y="3635"/>
                  </a:lnTo>
                  <a:lnTo>
                    <a:pt x="9451" y="5025"/>
                  </a:lnTo>
                  <a:lnTo>
                    <a:pt x="16248" y="4548"/>
                  </a:lnTo>
                  <a:lnTo>
                    <a:pt x="16479" y="7901"/>
                  </a:lnTo>
                  <a:lnTo>
                    <a:pt x="19269" y="16450"/>
                  </a:lnTo>
                  <a:lnTo>
                    <a:pt x="31794" y="32917"/>
                  </a:lnTo>
                  <a:lnTo>
                    <a:pt x="34463" y="40088"/>
                  </a:lnTo>
                  <a:lnTo>
                    <a:pt x="33119" y="53719"/>
                  </a:lnTo>
                  <a:lnTo>
                    <a:pt x="34606" y="70960"/>
                  </a:lnTo>
                  <a:lnTo>
                    <a:pt x="46229" y="89279"/>
                  </a:lnTo>
                  <a:lnTo>
                    <a:pt x="49334" y="101409"/>
                  </a:lnTo>
                  <a:lnTo>
                    <a:pt x="51513" y="104157"/>
                  </a:lnTo>
                  <a:lnTo>
                    <a:pt x="63204" y="113166"/>
                  </a:lnTo>
                  <a:lnTo>
                    <a:pt x="63769" y="115508"/>
                  </a:lnTo>
                  <a:lnTo>
                    <a:pt x="65126" y="116928"/>
                  </a:lnTo>
                  <a:lnTo>
                    <a:pt x="71180" y="119367"/>
                  </a:lnTo>
                  <a:lnTo>
                    <a:pt x="77246" y="120436"/>
                  </a:lnTo>
                  <a:lnTo>
                    <a:pt x="82503" y="123995"/>
                  </a:lnTo>
                  <a:lnTo>
                    <a:pt x="82921" y="124530"/>
                  </a:lnTo>
                  <a:lnTo>
                    <a:pt x="82413" y="126809"/>
                  </a:lnTo>
                  <a:lnTo>
                    <a:pt x="87279" y="135010"/>
                  </a:lnTo>
                  <a:lnTo>
                    <a:pt x="93302" y="137498"/>
                  </a:lnTo>
                  <a:lnTo>
                    <a:pt x="95846" y="140763"/>
                  </a:lnTo>
                  <a:lnTo>
                    <a:pt x="100535" y="144021"/>
                  </a:lnTo>
                  <a:lnTo>
                    <a:pt x="107563" y="146877"/>
                  </a:lnTo>
                  <a:lnTo>
                    <a:pt x="107165" y="153656"/>
                  </a:lnTo>
                  <a:lnTo>
                    <a:pt x="106597" y="153986"/>
                  </a:lnTo>
                  <a:lnTo>
                    <a:pt x="91966" y="146874"/>
                  </a:lnTo>
                  <a:lnTo>
                    <a:pt x="90452" y="149939"/>
                  </a:lnTo>
                  <a:lnTo>
                    <a:pt x="87914" y="150932"/>
                  </a:lnTo>
                  <a:lnTo>
                    <a:pt x="79803" y="149023"/>
                  </a:lnTo>
                  <a:lnTo>
                    <a:pt x="73101" y="149927"/>
                  </a:lnTo>
                  <a:lnTo>
                    <a:pt x="76689" y="157687"/>
                  </a:lnTo>
                  <a:lnTo>
                    <a:pt x="76363" y="160588"/>
                  </a:lnTo>
                  <a:lnTo>
                    <a:pt x="78284" y="163416"/>
                  </a:lnTo>
                  <a:lnTo>
                    <a:pt x="82431" y="166438"/>
                  </a:lnTo>
                  <a:lnTo>
                    <a:pt x="85995" y="167410"/>
                  </a:lnTo>
                  <a:lnTo>
                    <a:pt x="88038" y="170842"/>
                  </a:lnTo>
                  <a:lnTo>
                    <a:pt x="89070" y="174097"/>
                  </a:lnTo>
                  <a:lnTo>
                    <a:pt x="87536" y="176523"/>
                  </a:lnTo>
                  <a:lnTo>
                    <a:pt x="88302" y="188422"/>
                  </a:lnTo>
                  <a:lnTo>
                    <a:pt x="91314" y="191970"/>
                  </a:lnTo>
                  <a:lnTo>
                    <a:pt x="88114" y="195529"/>
                  </a:lnTo>
                  <a:lnTo>
                    <a:pt x="85433" y="192343"/>
                  </a:lnTo>
                  <a:lnTo>
                    <a:pt x="84551" y="195732"/>
                  </a:lnTo>
                  <a:lnTo>
                    <a:pt x="87375" y="199393"/>
                  </a:lnTo>
                  <a:lnTo>
                    <a:pt x="86389" y="202750"/>
                  </a:lnTo>
                  <a:lnTo>
                    <a:pt x="80263" y="211298"/>
                  </a:lnTo>
                  <a:lnTo>
                    <a:pt x="78026" y="212368"/>
                  </a:lnTo>
                  <a:lnTo>
                    <a:pt x="76497" y="215778"/>
                  </a:lnTo>
                  <a:lnTo>
                    <a:pt x="80474" y="215609"/>
                  </a:lnTo>
                  <a:lnTo>
                    <a:pt x="80062" y="216899"/>
                  </a:lnTo>
                  <a:lnTo>
                    <a:pt x="77876" y="223224"/>
                  </a:lnTo>
                  <a:lnTo>
                    <a:pt x="77730" y="225540"/>
                  </a:lnTo>
                  <a:lnTo>
                    <a:pt x="72390" y="231611"/>
                  </a:lnTo>
                  <a:lnTo>
                    <a:pt x="68846" y="227509"/>
                  </a:lnTo>
                  <a:lnTo>
                    <a:pt x="66580" y="230068"/>
                  </a:lnTo>
                  <a:lnTo>
                    <a:pt x="62513" y="226501"/>
                  </a:lnTo>
                  <a:lnTo>
                    <a:pt x="59145" y="225664"/>
                  </a:lnTo>
                  <a:lnTo>
                    <a:pt x="64382" y="219369"/>
                  </a:lnTo>
                  <a:lnTo>
                    <a:pt x="57442" y="216979"/>
                  </a:lnTo>
                  <a:lnTo>
                    <a:pt x="57493" y="213543"/>
                  </a:lnTo>
                  <a:lnTo>
                    <a:pt x="54571" y="211034"/>
                  </a:lnTo>
                  <a:lnTo>
                    <a:pt x="49227" y="209338"/>
                  </a:lnTo>
                  <a:lnTo>
                    <a:pt x="38535" y="213945"/>
                  </a:lnTo>
                  <a:lnTo>
                    <a:pt x="38580" y="210457"/>
                  </a:lnTo>
                  <a:lnTo>
                    <a:pt x="33484" y="212391"/>
                  </a:lnTo>
                  <a:lnTo>
                    <a:pt x="31453" y="208762"/>
                  </a:lnTo>
                  <a:lnTo>
                    <a:pt x="33914" y="207888"/>
                  </a:lnTo>
                  <a:lnTo>
                    <a:pt x="17892" y="185392"/>
                  </a:lnTo>
                  <a:lnTo>
                    <a:pt x="21682" y="185233"/>
                  </a:lnTo>
                  <a:lnTo>
                    <a:pt x="23483" y="178182"/>
                  </a:lnTo>
                  <a:lnTo>
                    <a:pt x="39330" y="164501"/>
                  </a:lnTo>
                  <a:lnTo>
                    <a:pt x="39957" y="158149"/>
                  </a:lnTo>
                  <a:lnTo>
                    <a:pt x="48009" y="158230"/>
                  </a:lnTo>
                  <a:lnTo>
                    <a:pt x="43277" y="150999"/>
                  </a:lnTo>
                  <a:lnTo>
                    <a:pt x="41471" y="149537"/>
                  </a:lnTo>
                  <a:lnTo>
                    <a:pt x="47505" y="146149"/>
                  </a:lnTo>
                  <a:lnTo>
                    <a:pt x="41049" y="138635"/>
                  </a:lnTo>
                  <a:lnTo>
                    <a:pt x="34005" y="134910"/>
                  </a:lnTo>
                  <a:lnTo>
                    <a:pt x="32147" y="138088"/>
                  </a:lnTo>
                  <a:lnTo>
                    <a:pt x="27526" y="129006"/>
                  </a:lnTo>
                  <a:lnTo>
                    <a:pt x="20911" y="121993"/>
                  </a:lnTo>
                  <a:lnTo>
                    <a:pt x="22262" y="118404"/>
                  </a:lnTo>
                  <a:lnTo>
                    <a:pt x="21910" y="95608"/>
                  </a:lnTo>
                  <a:lnTo>
                    <a:pt x="15144" y="94025"/>
                  </a:lnTo>
                  <a:lnTo>
                    <a:pt x="11474" y="89124"/>
                  </a:lnTo>
                  <a:lnTo>
                    <a:pt x="17279" y="85910"/>
                  </a:lnTo>
                  <a:lnTo>
                    <a:pt x="19171" y="75195"/>
                  </a:lnTo>
                  <a:lnTo>
                    <a:pt x="14414" y="69396"/>
                  </a:lnTo>
                  <a:lnTo>
                    <a:pt x="15216" y="65408"/>
                  </a:lnTo>
                  <a:lnTo>
                    <a:pt x="16170" y="64473"/>
                  </a:lnTo>
                  <a:lnTo>
                    <a:pt x="18442" y="64914"/>
                  </a:lnTo>
                  <a:lnTo>
                    <a:pt x="19317" y="61839"/>
                  </a:lnTo>
                  <a:lnTo>
                    <a:pt x="15703" y="60282"/>
                  </a:lnTo>
                  <a:lnTo>
                    <a:pt x="14327" y="54756"/>
                  </a:lnTo>
                  <a:lnTo>
                    <a:pt x="14450" y="41533"/>
                  </a:lnTo>
                  <a:lnTo>
                    <a:pt x="11874" y="40347"/>
                  </a:lnTo>
                  <a:lnTo>
                    <a:pt x="11166" y="33667"/>
                  </a:lnTo>
                  <a:lnTo>
                    <a:pt x="8507" y="26957"/>
                  </a:lnTo>
                  <a:lnTo>
                    <a:pt x="15228" y="15513"/>
                  </a:lnTo>
                  <a:lnTo>
                    <a:pt x="7271" y="151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h6821"/>
            <p:cNvSpPr/>
            <p:nvPr/>
          </p:nvSpPr>
          <p:spPr>
            <a:xfrm>
              <a:off x="9933750" y="1606893"/>
              <a:ext cx="77807" cy="110083"/>
            </a:xfrm>
            <a:custGeom>
              <a:avLst/>
              <a:pathLst>
                <a:path w="77807" h="110083">
                  <a:moveTo>
                    <a:pt x="65247" y="2050"/>
                  </a:moveTo>
                  <a:lnTo>
                    <a:pt x="65009" y="3566"/>
                  </a:lnTo>
                  <a:lnTo>
                    <a:pt x="75522" y="2759"/>
                  </a:lnTo>
                  <a:lnTo>
                    <a:pt x="77807" y="10831"/>
                  </a:lnTo>
                  <a:lnTo>
                    <a:pt x="76398" y="23797"/>
                  </a:lnTo>
                  <a:lnTo>
                    <a:pt x="75479" y="26986"/>
                  </a:lnTo>
                  <a:lnTo>
                    <a:pt x="73784" y="29503"/>
                  </a:lnTo>
                  <a:lnTo>
                    <a:pt x="73977" y="37172"/>
                  </a:lnTo>
                  <a:lnTo>
                    <a:pt x="74954" y="38966"/>
                  </a:lnTo>
                  <a:lnTo>
                    <a:pt x="70835" y="51954"/>
                  </a:lnTo>
                  <a:lnTo>
                    <a:pt x="67956" y="52443"/>
                  </a:lnTo>
                  <a:lnTo>
                    <a:pt x="67022" y="53920"/>
                  </a:lnTo>
                  <a:lnTo>
                    <a:pt x="72010" y="55010"/>
                  </a:lnTo>
                  <a:lnTo>
                    <a:pt x="71085" y="62338"/>
                  </a:lnTo>
                  <a:lnTo>
                    <a:pt x="69967" y="70038"/>
                  </a:lnTo>
                  <a:lnTo>
                    <a:pt x="73156" y="73998"/>
                  </a:lnTo>
                  <a:lnTo>
                    <a:pt x="73473" y="76332"/>
                  </a:lnTo>
                  <a:lnTo>
                    <a:pt x="72761" y="79036"/>
                  </a:lnTo>
                  <a:lnTo>
                    <a:pt x="73524" y="79879"/>
                  </a:lnTo>
                  <a:lnTo>
                    <a:pt x="71302" y="78880"/>
                  </a:lnTo>
                  <a:lnTo>
                    <a:pt x="67053" y="78781"/>
                  </a:lnTo>
                  <a:lnTo>
                    <a:pt x="64205" y="80316"/>
                  </a:lnTo>
                  <a:lnTo>
                    <a:pt x="66625" y="87733"/>
                  </a:lnTo>
                  <a:lnTo>
                    <a:pt x="66487" y="90751"/>
                  </a:lnTo>
                  <a:lnTo>
                    <a:pt x="64992" y="97535"/>
                  </a:lnTo>
                  <a:lnTo>
                    <a:pt x="62337" y="102605"/>
                  </a:lnTo>
                  <a:lnTo>
                    <a:pt x="62203" y="108268"/>
                  </a:lnTo>
                  <a:lnTo>
                    <a:pt x="54383" y="108030"/>
                  </a:lnTo>
                  <a:lnTo>
                    <a:pt x="51187" y="110083"/>
                  </a:lnTo>
                  <a:lnTo>
                    <a:pt x="41214" y="109651"/>
                  </a:lnTo>
                  <a:lnTo>
                    <a:pt x="42470" y="80126"/>
                  </a:lnTo>
                  <a:lnTo>
                    <a:pt x="33387" y="79746"/>
                  </a:lnTo>
                  <a:lnTo>
                    <a:pt x="33149" y="85128"/>
                  </a:lnTo>
                  <a:lnTo>
                    <a:pt x="28793" y="84936"/>
                  </a:lnTo>
                  <a:lnTo>
                    <a:pt x="27745" y="84889"/>
                  </a:lnTo>
                  <a:lnTo>
                    <a:pt x="27983" y="79536"/>
                  </a:lnTo>
                  <a:lnTo>
                    <a:pt x="12600" y="78797"/>
                  </a:lnTo>
                  <a:lnTo>
                    <a:pt x="6503" y="88254"/>
                  </a:lnTo>
                  <a:lnTo>
                    <a:pt x="5538" y="91423"/>
                  </a:lnTo>
                  <a:lnTo>
                    <a:pt x="3304" y="91621"/>
                  </a:lnTo>
                  <a:lnTo>
                    <a:pt x="944" y="92850"/>
                  </a:lnTo>
                  <a:lnTo>
                    <a:pt x="893" y="87118"/>
                  </a:lnTo>
                  <a:lnTo>
                    <a:pt x="0" y="84428"/>
                  </a:lnTo>
                  <a:lnTo>
                    <a:pt x="1425" y="83001"/>
                  </a:lnTo>
                  <a:lnTo>
                    <a:pt x="2665" y="75537"/>
                  </a:lnTo>
                  <a:lnTo>
                    <a:pt x="2358" y="73875"/>
                  </a:lnTo>
                  <a:lnTo>
                    <a:pt x="2702" y="50674"/>
                  </a:lnTo>
                  <a:lnTo>
                    <a:pt x="14057" y="57944"/>
                  </a:lnTo>
                  <a:lnTo>
                    <a:pt x="14893" y="47859"/>
                  </a:lnTo>
                  <a:lnTo>
                    <a:pt x="17826" y="43172"/>
                  </a:lnTo>
                  <a:lnTo>
                    <a:pt x="21366" y="43578"/>
                  </a:lnTo>
                  <a:lnTo>
                    <a:pt x="22149" y="38630"/>
                  </a:lnTo>
                  <a:lnTo>
                    <a:pt x="25214" y="39662"/>
                  </a:lnTo>
                  <a:lnTo>
                    <a:pt x="28758" y="38596"/>
                  </a:lnTo>
                  <a:lnTo>
                    <a:pt x="29875" y="35050"/>
                  </a:lnTo>
                  <a:lnTo>
                    <a:pt x="32996" y="33484"/>
                  </a:lnTo>
                  <a:lnTo>
                    <a:pt x="36928" y="33192"/>
                  </a:lnTo>
                  <a:lnTo>
                    <a:pt x="41131" y="35195"/>
                  </a:lnTo>
                  <a:lnTo>
                    <a:pt x="46686" y="35729"/>
                  </a:lnTo>
                  <a:lnTo>
                    <a:pt x="47085" y="34298"/>
                  </a:lnTo>
                  <a:lnTo>
                    <a:pt x="45432" y="33027"/>
                  </a:lnTo>
                  <a:lnTo>
                    <a:pt x="44973" y="31069"/>
                  </a:lnTo>
                  <a:lnTo>
                    <a:pt x="49551" y="27073"/>
                  </a:lnTo>
                  <a:lnTo>
                    <a:pt x="49076" y="25896"/>
                  </a:lnTo>
                  <a:lnTo>
                    <a:pt x="47076" y="25974"/>
                  </a:lnTo>
                  <a:lnTo>
                    <a:pt x="45223" y="24919"/>
                  </a:lnTo>
                  <a:lnTo>
                    <a:pt x="44233" y="23349"/>
                  </a:lnTo>
                  <a:lnTo>
                    <a:pt x="48568" y="17836"/>
                  </a:lnTo>
                  <a:lnTo>
                    <a:pt x="50608" y="17038"/>
                  </a:lnTo>
                  <a:lnTo>
                    <a:pt x="50735" y="13832"/>
                  </a:lnTo>
                  <a:lnTo>
                    <a:pt x="53581" y="11922"/>
                  </a:lnTo>
                  <a:lnTo>
                    <a:pt x="59441" y="9867"/>
                  </a:lnTo>
                  <a:lnTo>
                    <a:pt x="61013" y="8715"/>
                  </a:lnTo>
                  <a:lnTo>
                    <a:pt x="61377" y="6382"/>
                  </a:lnTo>
                  <a:lnTo>
                    <a:pt x="57904" y="2137"/>
                  </a:lnTo>
                  <a:lnTo>
                    <a:pt x="57688" y="383"/>
                  </a:lnTo>
                  <a:lnTo>
                    <a:pt x="63118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h6822"/>
            <p:cNvSpPr/>
            <p:nvPr/>
          </p:nvSpPr>
          <p:spPr>
            <a:xfrm>
              <a:off x="10046941" y="1908484"/>
              <a:ext cx="80021" cy="93429"/>
            </a:xfrm>
            <a:custGeom>
              <a:avLst/>
              <a:pathLst>
                <a:path w="80021" h="93429">
                  <a:moveTo>
                    <a:pt x="35530" y="258"/>
                  </a:moveTo>
                  <a:lnTo>
                    <a:pt x="37652" y="2646"/>
                  </a:lnTo>
                  <a:lnTo>
                    <a:pt x="37350" y="4499"/>
                  </a:lnTo>
                  <a:lnTo>
                    <a:pt x="35361" y="5016"/>
                  </a:lnTo>
                  <a:lnTo>
                    <a:pt x="34806" y="8880"/>
                  </a:lnTo>
                  <a:lnTo>
                    <a:pt x="35775" y="10026"/>
                  </a:lnTo>
                  <a:lnTo>
                    <a:pt x="40491" y="8882"/>
                  </a:lnTo>
                  <a:lnTo>
                    <a:pt x="38027" y="12316"/>
                  </a:lnTo>
                  <a:lnTo>
                    <a:pt x="39468" y="14599"/>
                  </a:lnTo>
                  <a:lnTo>
                    <a:pt x="43391" y="12258"/>
                  </a:lnTo>
                  <a:lnTo>
                    <a:pt x="47341" y="11043"/>
                  </a:lnTo>
                  <a:lnTo>
                    <a:pt x="54985" y="12560"/>
                  </a:lnTo>
                  <a:lnTo>
                    <a:pt x="57884" y="16127"/>
                  </a:lnTo>
                  <a:lnTo>
                    <a:pt x="57387" y="16402"/>
                  </a:lnTo>
                  <a:lnTo>
                    <a:pt x="59047" y="19459"/>
                  </a:lnTo>
                  <a:lnTo>
                    <a:pt x="57145" y="23843"/>
                  </a:lnTo>
                  <a:lnTo>
                    <a:pt x="50840" y="27689"/>
                  </a:lnTo>
                  <a:lnTo>
                    <a:pt x="56278" y="29119"/>
                  </a:lnTo>
                  <a:lnTo>
                    <a:pt x="55502" y="32409"/>
                  </a:lnTo>
                  <a:lnTo>
                    <a:pt x="57041" y="35430"/>
                  </a:lnTo>
                  <a:lnTo>
                    <a:pt x="61157" y="40117"/>
                  </a:lnTo>
                  <a:lnTo>
                    <a:pt x="60900" y="41283"/>
                  </a:lnTo>
                  <a:lnTo>
                    <a:pt x="58195" y="42803"/>
                  </a:lnTo>
                  <a:lnTo>
                    <a:pt x="55065" y="42632"/>
                  </a:lnTo>
                  <a:lnTo>
                    <a:pt x="56877" y="48588"/>
                  </a:lnTo>
                  <a:lnTo>
                    <a:pt x="59253" y="49360"/>
                  </a:lnTo>
                  <a:lnTo>
                    <a:pt x="60849" y="51665"/>
                  </a:lnTo>
                  <a:lnTo>
                    <a:pt x="60971" y="53742"/>
                  </a:lnTo>
                  <a:lnTo>
                    <a:pt x="71411" y="53317"/>
                  </a:lnTo>
                  <a:lnTo>
                    <a:pt x="74128" y="55727"/>
                  </a:lnTo>
                  <a:lnTo>
                    <a:pt x="77755" y="61387"/>
                  </a:lnTo>
                  <a:lnTo>
                    <a:pt x="76990" y="61561"/>
                  </a:lnTo>
                  <a:lnTo>
                    <a:pt x="80021" y="65988"/>
                  </a:lnTo>
                  <a:lnTo>
                    <a:pt x="79868" y="69097"/>
                  </a:lnTo>
                  <a:lnTo>
                    <a:pt x="77771" y="68634"/>
                  </a:lnTo>
                  <a:lnTo>
                    <a:pt x="74386" y="64956"/>
                  </a:lnTo>
                  <a:lnTo>
                    <a:pt x="69220" y="67923"/>
                  </a:lnTo>
                  <a:lnTo>
                    <a:pt x="68130" y="73360"/>
                  </a:lnTo>
                  <a:lnTo>
                    <a:pt x="69041" y="74478"/>
                  </a:lnTo>
                  <a:lnTo>
                    <a:pt x="67636" y="75360"/>
                  </a:lnTo>
                  <a:lnTo>
                    <a:pt x="66003" y="75080"/>
                  </a:lnTo>
                  <a:lnTo>
                    <a:pt x="61533" y="71504"/>
                  </a:lnTo>
                  <a:lnTo>
                    <a:pt x="59684" y="74651"/>
                  </a:lnTo>
                  <a:lnTo>
                    <a:pt x="59287" y="77321"/>
                  </a:lnTo>
                  <a:lnTo>
                    <a:pt x="54474" y="85172"/>
                  </a:lnTo>
                  <a:lnTo>
                    <a:pt x="53748" y="89448"/>
                  </a:lnTo>
                  <a:lnTo>
                    <a:pt x="52042" y="93429"/>
                  </a:lnTo>
                  <a:lnTo>
                    <a:pt x="51712" y="91262"/>
                  </a:lnTo>
                  <a:lnTo>
                    <a:pt x="48875" y="91415"/>
                  </a:lnTo>
                  <a:lnTo>
                    <a:pt x="49862" y="86845"/>
                  </a:lnTo>
                  <a:lnTo>
                    <a:pt x="47485" y="79597"/>
                  </a:lnTo>
                  <a:lnTo>
                    <a:pt x="46023" y="80985"/>
                  </a:lnTo>
                  <a:lnTo>
                    <a:pt x="42645" y="82187"/>
                  </a:lnTo>
                  <a:lnTo>
                    <a:pt x="32866" y="73745"/>
                  </a:lnTo>
                  <a:lnTo>
                    <a:pt x="33711" y="65965"/>
                  </a:lnTo>
                  <a:lnTo>
                    <a:pt x="31605" y="65631"/>
                  </a:lnTo>
                  <a:lnTo>
                    <a:pt x="28452" y="69250"/>
                  </a:lnTo>
                  <a:lnTo>
                    <a:pt x="20825" y="69671"/>
                  </a:lnTo>
                  <a:lnTo>
                    <a:pt x="19228" y="68017"/>
                  </a:lnTo>
                  <a:lnTo>
                    <a:pt x="18728" y="55660"/>
                  </a:lnTo>
                  <a:lnTo>
                    <a:pt x="22443" y="51247"/>
                  </a:lnTo>
                  <a:lnTo>
                    <a:pt x="21618" y="47444"/>
                  </a:lnTo>
                  <a:lnTo>
                    <a:pt x="16317" y="34158"/>
                  </a:lnTo>
                  <a:lnTo>
                    <a:pt x="20496" y="33728"/>
                  </a:lnTo>
                  <a:lnTo>
                    <a:pt x="16189" y="30170"/>
                  </a:lnTo>
                  <a:lnTo>
                    <a:pt x="14961" y="30259"/>
                  </a:lnTo>
                  <a:lnTo>
                    <a:pt x="14761" y="32182"/>
                  </a:lnTo>
                  <a:lnTo>
                    <a:pt x="12779" y="31866"/>
                  </a:lnTo>
                  <a:lnTo>
                    <a:pt x="9554" y="28431"/>
                  </a:lnTo>
                  <a:lnTo>
                    <a:pt x="6198" y="28569"/>
                  </a:lnTo>
                  <a:lnTo>
                    <a:pt x="2724" y="25295"/>
                  </a:lnTo>
                  <a:lnTo>
                    <a:pt x="0" y="21324"/>
                  </a:lnTo>
                  <a:lnTo>
                    <a:pt x="215" y="17690"/>
                  </a:lnTo>
                  <a:lnTo>
                    <a:pt x="326" y="16586"/>
                  </a:lnTo>
                  <a:lnTo>
                    <a:pt x="3848" y="17330"/>
                  </a:lnTo>
                  <a:lnTo>
                    <a:pt x="8222" y="20601"/>
                  </a:lnTo>
                  <a:lnTo>
                    <a:pt x="10644" y="21004"/>
                  </a:lnTo>
                  <a:lnTo>
                    <a:pt x="12090" y="21165"/>
                  </a:lnTo>
                  <a:lnTo>
                    <a:pt x="11460" y="19423"/>
                  </a:lnTo>
                  <a:lnTo>
                    <a:pt x="12119" y="18957"/>
                  </a:lnTo>
                  <a:lnTo>
                    <a:pt x="17310" y="19417"/>
                  </a:lnTo>
                  <a:lnTo>
                    <a:pt x="19664" y="20510"/>
                  </a:lnTo>
                  <a:lnTo>
                    <a:pt x="22704" y="17719"/>
                  </a:lnTo>
                  <a:lnTo>
                    <a:pt x="24354" y="10296"/>
                  </a:lnTo>
                  <a:lnTo>
                    <a:pt x="28334" y="11043"/>
                  </a:lnTo>
                  <a:lnTo>
                    <a:pt x="29287" y="10379"/>
                  </a:lnTo>
                  <a:lnTo>
                    <a:pt x="29587" y="8432"/>
                  </a:lnTo>
                  <a:lnTo>
                    <a:pt x="30898" y="5359"/>
                  </a:lnTo>
                  <a:lnTo>
                    <a:pt x="33521" y="6008"/>
                  </a:lnTo>
                  <a:lnTo>
                    <a:pt x="34047" y="3822"/>
                  </a:lnTo>
                  <a:lnTo>
                    <a:pt x="3211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h6823"/>
            <p:cNvSpPr/>
            <p:nvPr/>
          </p:nvSpPr>
          <p:spPr>
            <a:xfrm>
              <a:off x="10275452" y="1846896"/>
              <a:ext cx="177548" cy="167096"/>
            </a:xfrm>
            <a:custGeom>
              <a:avLst/>
              <a:pathLst>
                <a:path w="177548" h="167096">
                  <a:moveTo>
                    <a:pt x="89677" y="1696"/>
                  </a:moveTo>
                  <a:lnTo>
                    <a:pt x="92600" y="4204"/>
                  </a:lnTo>
                  <a:lnTo>
                    <a:pt x="92549" y="7641"/>
                  </a:lnTo>
                  <a:lnTo>
                    <a:pt x="99488" y="10031"/>
                  </a:lnTo>
                  <a:lnTo>
                    <a:pt x="94252" y="16326"/>
                  </a:lnTo>
                  <a:lnTo>
                    <a:pt x="97620" y="17162"/>
                  </a:lnTo>
                  <a:lnTo>
                    <a:pt x="101687" y="20730"/>
                  </a:lnTo>
                  <a:lnTo>
                    <a:pt x="103953" y="18171"/>
                  </a:lnTo>
                  <a:lnTo>
                    <a:pt x="107497" y="22272"/>
                  </a:lnTo>
                  <a:lnTo>
                    <a:pt x="112837" y="16201"/>
                  </a:lnTo>
                  <a:lnTo>
                    <a:pt x="112982" y="13886"/>
                  </a:lnTo>
                  <a:lnTo>
                    <a:pt x="115169" y="7560"/>
                  </a:lnTo>
                  <a:lnTo>
                    <a:pt x="118945" y="9726"/>
                  </a:lnTo>
                  <a:lnTo>
                    <a:pt x="123298" y="11178"/>
                  </a:lnTo>
                  <a:lnTo>
                    <a:pt x="126062" y="7676"/>
                  </a:lnTo>
                  <a:lnTo>
                    <a:pt x="130408" y="11413"/>
                  </a:lnTo>
                  <a:lnTo>
                    <a:pt x="133140" y="16471"/>
                  </a:lnTo>
                  <a:lnTo>
                    <a:pt x="132288" y="20598"/>
                  </a:lnTo>
                  <a:lnTo>
                    <a:pt x="136043" y="25627"/>
                  </a:lnTo>
                  <a:lnTo>
                    <a:pt x="140873" y="19919"/>
                  </a:lnTo>
                  <a:lnTo>
                    <a:pt x="146167" y="20252"/>
                  </a:lnTo>
                  <a:lnTo>
                    <a:pt x="146232" y="23561"/>
                  </a:lnTo>
                  <a:lnTo>
                    <a:pt x="155137" y="20530"/>
                  </a:lnTo>
                  <a:lnTo>
                    <a:pt x="167598" y="26147"/>
                  </a:lnTo>
                  <a:lnTo>
                    <a:pt x="169427" y="20820"/>
                  </a:lnTo>
                  <a:lnTo>
                    <a:pt x="174442" y="20214"/>
                  </a:lnTo>
                  <a:lnTo>
                    <a:pt x="177548" y="22140"/>
                  </a:lnTo>
                  <a:lnTo>
                    <a:pt x="176049" y="27819"/>
                  </a:lnTo>
                  <a:lnTo>
                    <a:pt x="175915" y="31690"/>
                  </a:lnTo>
                  <a:lnTo>
                    <a:pt x="166693" y="50205"/>
                  </a:lnTo>
                  <a:lnTo>
                    <a:pt x="162960" y="57118"/>
                  </a:lnTo>
                  <a:lnTo>
                    <a:pt x="162403" y="56852"/>
                  </a:lnTo>
                  <a:lnTo>
                    <a:pt x="151618" y="79182"/>
                  </a:lnTo>
                  <a:lnTo>
                    <a:pt x="145130" y="95895"/>
                  </a:lnTo>
                  <a:lnTo>
                    <a:pt x="150296" y="97618"/>
                  </a:lnTo>
                  <a:lnTo>
                    <a:pt x="148620" y="102782"/>
                  </a:lnTo>
                  <a:lnTo>
                    <a:pt x="143453" y="101070"/>
                  </a:lnTo>
                  <a:lnTo>
                    <a:pt x="144140" y="98985"/>
                  </a:lnTo>
                  <a:lnTo>
                    <a:pt x="142101" y="98304"/>
                  </a:lnTo>
                  <a:lnTo>
                    <a:pt x="143235" y="105714"/>
                  </a:lnTo>
                  <a:lnTo>
                    <a:pt x="142922" y="109581"/>
                  </a:lnTo>
                  <a:lnTo>
                    <a:pt x="141381" y="112075"/>
                  </a:lnTo>
                  <a:lnTo>
                    <a:pt x="143073" y="113105"/>
                  </a:lnTo>
                  <a:lnTo>
                    <a:pt x="147639" y="113167"/>
                  </a:lnTo>
                  <a:lnTo>
                    <a:pt x="143902" y="116613"/>
                  </a:lnTo>
                  <a:lnTo>
                    <a:pt x="149591" y="123651"/>
                  </a:lnTo>
                  <a:lnTo>
                    <a:pt x="147750" y="133482"/>
                  </a:lnTo>
                  <a:lnTo>
                    <a:pt x="149118" y="140152"/>
                  </a:lnTo>
                  <a:lnTo>
                    <a:pt x="150692" y="139413"/>
                  </a:lnTo>
                  <a:lnTo>
                    <a:pt x="151576" y="143703"/>
                  </a:lnTo>
                  <a:lnTo>
                    <a:pt x="122140" y="142764"/>
                  </a:lnTo>
                  <a:lnTo>
                    <a:pt x="121372" y="144637"/>
                  </a:lnTo>
                  <a:lnTo>
                    <a:pt x="113428" y="142719"/>
                  </a:lnTo>
                  <a:lnTo>
                    <a:pt x="109329" y="145885"/>
                  </a:lnTo>
                  <a:lnTo>
                    <a:pt x="106865" y="145155"/>
                  </a:lnTo>
                  <a:lnTo>
                    <a:pt x="102682" y="142554"/>
                  </a:lnTo>
                  <a:lnTo>
                    <a:pt x="90578" y="149033"/>
                  </a:lnTo>
                  <a:lnTo>
                    <a:pt x="83125" y="156019"/>
                  </a:lnTo>
                  <a:lnTo>
                    <a:pt x="77740" y="152325"/>
                  </a:lnTo>
                  <a:lnTo>
                    <a:pt x="75928" y="156514"/>
                  </a:lnTo>
                  <a:lnTo>
                    <a:pt x="69298" y="157516"/>
                  </a:lnTo>
                  <a:lnTo>
                    <a:pt x="67115" y="155660"/>
                  </a:lnTo>
                  <a:lnTo>
                    <a:pt x="61616" y="152942"/>
                  </a:lnTo>
                  <a:lnTo>
                    <a:pt x="55098" y="151695"/>
                  </a:lnTo>
                  <a:lnTo>
                    <a:pt x="50332" y="153657"/>
                  </a:lnTo>
                  <a:lnTo>
                    <a:pt x="52700" y="157827"/>
                  </a:lnTo>
                  <a:lnTo>
                    <a:pt x="50441" y="159738"/>
                  </a:lnTo>
                  <a:lnTo>
                    <a:pt x="47059" y="155914"/>
                  </a:lnTo>
                  <a:lnTo>
                    <a:pt x="45561" y="154921"/>
                  </a:lnTo>
                  <a:lnTo>
                    <a:pt x="44032" y="154989"/>
                  </a:lnTo>
                  <a:lnTo>
                    <a:pt x="43252" y="155165"/>
                  </a:lnTo>
                  <a:lnTo>
                    <a:pt x="43108" y="157423"/>
                  </a:lnTo>
                  <a:lnTo>
                    <a:pt x="37667" y="156988"/>
                  </a:lnTo>
                  <a:lnTo>
                    <a:pt x="36164" y="158262"/>
                  </a:lnTo>
                  <a:lnTo>
                    <a:pt x="33221" y="161378"/>
                  </a:lnTo>
                  <a:lnTo>
                    <a:pt x="33059" y="165760"/>
                  </a:lnTo>
                  <a:lnTo>
                    <a:pt x="28876" y="166801"/>
                  </a:lnTo>
                  <a:lnTo>
                    <a:pt x="28357" y="164807"/>
                  </a:lnTo>
                  <a:lnTo>
                    <a:pt x="23863" y="163147"/>
                  </a:lnTo>
                  <a:lnTo>
                    <a:pt x="18937" y="163815"/>
                  </a:lnTo>
                  <a:lnTo>
                    <a:pt x="19480" y="164664"/>
                  </a:lnTo>
                  <a:lnTo>
                    <a:pt x="13203" y="161872"/>
                  </a:lnTo>
                  <a:lnTo>
                    <a:pt x="12499" y="167096"/>
                  </a:lnTo>
                  <a:lnTo>
                    <a:pt x="6258" y="161023"/>
                  </a:lnTo>
                  <a:lnTo>
                    <a:pt x="5232" y="161388"/>
                  </a:lnTo>
                  <a:lnTo>
                    <a:pt x="3038" y="159596"/>
                  </a:lnTo>
                  <a:lnTo>
                    <a:pt x="1902" y="157707"/>
                  </a:lnTo>
                  <a:lnTo>
                    <a:pt x="1651" y="156962"/>
                  </a:lnTo>
                  <a:lnTo>
                    <a:pt x="5159" y="152132"/>
                  </a:lnTo>
                  <a:lnTo>
                    <a:pt x="9019" y="150770"/>
                  </a:lnTo>
                  <a:lnTo>
                    <a:pt x="9610" y="148771"/>
                  </a:lnTo>
                  <a:lnTo>
                    <a:pt x="9690" y="143518"/>
                  </a:lnTo>
                  <a:lnTo>
                    <a:pt x="5240" y="142056"/>
                  </a:lnTo>
                  <a:lnTo>
                    <a:pt x="610" y="135689"/>
                  </a:lnTo>
                  <a:lnTo>
                    <a:pt x="365" y="126781"/>
                  </a:lnTo>
                  <a:lnTo>
                    <a:pt x="4349" y="125489"/>
                  </a:lnTo>
                  <a:lnTo>
                    <a:pt x="0" y="123260"/>
                  </a:lnTo>
                  <a:lnTo>
                    <a:pt x="3441" y="118115"/>
                  </a:lnTo>
                  <a:lnTo>
                    <a:pt x="6989" y="116073"/>
                  </a:lnTo>
                  <a:lnTo>
                    <a:pt x="21255" y="116370"/>
                  </a:lnTo>
                  <a:lnTo>
                    <a:pt x="27231" y="113403"/>
                  </a:lnTo>
                  <a:lnTo>
                    <a:pt x="29160" y="113074"/>
                  </a:lnTo>
                  <a:lnTo>
                    <a:pt x="31287" y="114411"/>
                  </a:lnTo>
                  <a:lnTo>
                    <a:pt x="30518" y="116691"/>
                  </a:lnTo>
                  <a:lnTo>
                    <a:pt x="29535" y="117503"/>
                  </a:lnTo>
                  <a:lnTo>
                    <a:pt x="30193" y="118930"/>
                  </a:lnTo>
                  <a:lnTo>
                    <a:pt x="31674" y="119349"/>
                  </a:lnTo>
                  <a:lnTo>
                    <a:pt x="34058" y="116377"/>
                  </a:lnTo>
                  <a:lnTo>
                    <a:pt x="46145" y="113015"/>
                  </a:lnTo>
                  <a:lnTo>
                    <a:pt x="45541" y="111044"/>
                  </a:lnTo>
                  <a:lnTo>
                    <a:pt x="46543" y="110333"/>
                  </a:lnTo>
                  <a:lnTo>
                    <a:pt x="56856" y="107024"/>
                  </a:lnTo>
                  <a:lnTo>
                    <a:pt x="56340" y="106091"/>
                  </a:lnTo>
                  <a:lnTo>
                    <a:pt x="54390" y="105235"/>
                  </a:lnTo>
                  <a:lnTo>
                    <a:pt x="51699" y="105327"/>
                  </a:lnTo>
                  <a:lnTo>
                    <a:pt x="50492" y="104407"/>
                  </a:lnTo>
                  <a:lnTo>
                    <a:pt x="49974" y="97940"/>
                  </a:lnTo>
                  <a:lnTo>
                    <a:pt x="47310" y="95799"/>
                  </a:lnTo>
                  <a:lnTo>
                    <a:pt x="46367" y="91059"/>
                  </a:lnTo>
                  <a:lnTo>
                    <a:pt x="49713" y="89794"/>
                  </a:lnTo>
                  <a:lnTo>
                    <a:pt x="50845" y="88070"/>
                  </a:lnTo>
                  <a:lnTo>
                    <a:pt x="50768" y="86946"/>
                  </a:lnTo>
                  <a:lnTo>
                    <a:pt x="50082" y="85987"/>
                  </a:lnTo>
                  <a:lnTo>
                    <a:pt x="42887" y="82773"/>
                  </a:lnTo>
                  <a:lnTo>
                    <a:pt x="36266" y="69305"/>
                  </a:lnTo>
                  <a:lnTo>
                    <a:pt x="36970" y="67397"/>
                  </a:lnTo>
                  <a:lnTo>
                    <a:pt x="37900" y="68216"/>
                  </a:lnTo>
                  <a:lnTo>
                    <a:pt x="44053" y="64133"/>
                  </a:lnTo>
                  <a:lnTo>
                    <a:pt x="44625" y="62209"/>
                  </a:lnTo>
                  <a:lnTo>
                    <a:pt x="48407" y="62590"/>
                  </a:lnTo>
                  <a:lnTo>
                    <a:pt x="48810" y="63335"/>
                  </a:lnTo>
                  <a:lnTo>
                    <a:pt x="52210" y="62631"/>
                  </a:lnTo>
                  <a:lnTo>
                    <a:pt x="63081" y="46715"/>
                  </a:lnTo>
                  <a:lnTo>
                    <a:pt x="64972" y="31537"/>
                  </a:lnTo>
                  <a:lnTo>
                    <a:pt x="67365" y="27631"/>
                  </a:lnTo>
                  <a:lnTo>
                    <a:pt x="66989" y="26243"/>
                  </a:lnTo>
                  <a:lnTo>
                    <a:pt x="62266" y="27302"/>
                  </a:lnTo>
                  <a:lnTo>
                    <a:pt x="62449" y="22458"/>
                  </a:lnTo>
                  <a:lnTo>
                    <a:pt x="70515" y="20440"/>
                  </a:lnTo>
                  <a:lnTo>
                    <a:pt x="70259" y="18320"/>
                  </a:lnTo>
                  <a:lnTo>
                    <a:pt x="73775" y="15156"/>
                  </a:lnTo>
                  <a:lnTo>
                    <a:pt x="77304" y="15277"/>
                  </a:lnTo>
                  <a:lnTo>
                    <a:pt x="74577" y="8902"/>
                  </a:lnTo>
                  <a:lnTo>
                    <a:pt x="73553" y="8826"/>
                  </a:lnTo>
                  <a:lnTo>
                    <a:pt x="73642" y="4606"/>
                  </a:lnTo>
                  <a:lnTo>
                    <a:pt x="84333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h6824"/>
            <p:cNvSpPr/>
            <p:nvPr/>
          </p:nvSpPr>
          <p:spPr>
            <a:xfrm>
              <a:off x="10035970" y="1588433"/>
              <a:ext cx="119973" cy="162425"/>
            </a:xfrm>
            <a:custGeom>
              <a:avLst/>
              <a:pathLst>
                <a:path w="119973" h="162425">
                  <a:moveTo>
                    <a:pt x="60973" y="360"/>
                  </a:moveTo>
                  <a:lnTo>
                    <a:pt x="67440" y="771"/>
                  </a:lnTo>
                  <a:lnTo>
                    <a:pt x="67963" y="7592"/>
                  </a:lnTo>
                  <a:lnTo>
                    <a:pt x="65553" y="8688"/>
                  </a:lnTo>
                  <a:lnTo>
                    <a:pt x="65501" y="12765"/>
                  </a:lnTo>
                  <a:lnTo>
                    <a:pt x="63911" y="17243"/>
                  </a:lnTo>
                  <a:lnTo>
                    <a:pt x="61704" y="18453"/>
                  </a:lnTo>
                  <a:lnTo>
                    <a:pt x="55473" y="18352"/>
                  </a:lnTo>
                  <a:lnTo>
                    <a:pt x="63065" y="28128"/>
                  </a:lnTo>
                  <a:lnTo>
                    <a:pt x="58586" y="32569"/>
                  </a:lnTo>
                  <a:lnTo>
                    <a:pt x="56252" y="37146"/>
                  </a:lnTo>
                  <a:lnTo>
                    <a:pt x="63788" y="37133"/>
                  </a:lnTo>
                  <a:lnTo>
                    <a:pt x="48705" y="55458"/>
                  </a:lnTo>
                  <a:lnTo>
                    <a:pt x="57314" y="63107"/>
                  </a:lnTo>
                  <a:lnTo>
                    <a:pt x="51646" y="70157"/>
                  </a:lnTo>
                  <a:lnTo>
                    <a:pt x="56152" y="70692"/>
                  </a:lnTo>
                  <a:lnTo>
                    <a:pt x="59138" y="66780"/>
                  </a:lnTo>
                  <a:lnTo>
                    <a:pt x="61008" y="68344"/>
                  </a:lnTo>
                  <a:lnTo>
                    <a:pt x="64483" y="63952"/>
                  </a:lnTo>
                  <a:lnTo>
                    <a:pt x="67229" y="65404"/>
                  </a:lnTo>
                  <a:lnTo>
                    <a:pt x="72543" y="66568"/>
                  </a:lnTo>
                  <a:lnTo>
                    <a:pt x="77037" y="70876"/>
                  </a:lnTo>
                  <a:lnTo>
                    <a:pt x="76778" y="73140"/>
                  </a:lnTo>
                  <a:lnTo>
                    <a:pt x="95145" y="79869"/>
                  </a:lnTo>
                  <a:lnTo>
                    <a:pt x="89667" y="101674"/>
                  </a:lnTo>
                  <a:lnTo>
                    <a:pt x="89933" y="103964"/>
                  </a:lnTo>
                  <a:lnTo>
                    <a:pt x="91510" y="105556"/>
                  </a:lnTo>
                  <a:lnTo>
                    <a:pt x="92919" y="108956"/>
                  </a:lnTo>
                  <a:lnTo>
                    <a:pt x="93319" y="111595"/>
                  </a:lnTo>
                  <a:lnTo>
                    <a:pt x="92511" y="113629"/>
                  </a:lnTo>
                  <a:lnTo>
                    <a:pt x="94698" y="117384"/>
                  </a:lnTo>
                  <a:lnTo>
                    <a:pt x="100055" y="119674"/>
                  </a:lnTo>
                  <a:lnTo>
                    <a:pt x="104080" y="120210"/>
                  </a:lnTo>
                  <a:lnTo>
                    <a:pt x="102936" y="123750"/>
                  </a:lnTo>
                  <a:lnTo>
                    <a:pt x="104044" y="128082"/>
                  </a:lnTo>
                  <a:lnTo>
                    <a:pt x="106629" y="132043"/>
                  </a:lnTo>
                  <a:lnTo>
                    <a:pt x="105109" y="133484"/>
                  </a:lnTo>
                  <a:lnTo>
                    <a:pt x="103175" y="132908"/>
                  </a:lnTo>
                  <a:lnTo>
                    <a:pt x="102956" y="141078"/>
                  </a:lnTo>
                  <a:lnTo>
                    <a:pt x="108768" y="142209"/>
                  </a:lnTo>
                  <a:lnTo>
                    <a:pt x="108664" y="145782"/>
                  </a:lnTo>
                  <a:lnTo>
                    <a:pt x="119973" y="157762"/>
                  </a:lnTo>
                  <a:lnTo>
                    <a:pt x="114361" y="157951"/>
                  </a:lnTo>
                  <a:lnTo>
                    <a:pt x="102039" y="156737"/>
                  </a:lnTo>
                  <a:lnTo>
                    <a:pt x="92165" y="161970"/>
                  </a:lnTo>
                  <a:lnTo>
                    <a:pt x="87848" y="159449"/>
                  </a:lnTo>
                  <a:lnTo>
                    <a:pt x="82688" y="158771"/>
                  </a:lnTo>
                  <a:lnTo>
                    <a:pt x="78627" y="162425"/>
                  </a:lnTo>
                  <a:lnTo>
                    <a:pt x="73395" y="161085"/>
                  </a:lnTo>
                  <a:lnTo>
                    <a:pt x="67876" y="161504"/>
                  </a:lnTo>
                  <a:lnTo>
                    <a:pt x="65776" y="157574"/>
                  </a:lnTo>
                  <a:lnTo>
                    <a:pt x="57769" y="157773"/>
                  </a:lnTo>
                  <a:lnTo>
                    <a:pt x="58333" y="156798"/>
                  </a:lnTo>
                  <a:lnTo>
                    <a:pt x="56775" y="154904"/>
                  </a:lnTo>
                  <a:lnTo>
                    <a:pt x="46265" y="156959"/>
                  </a:lnTo>
                  <a:lnTo>
                    <a:pt x="32995" y="156213"/>
                  </a:lnTo>
                  <a:lnTo>
                    <a:pt x="29863" y="157433"/>
                  </a:lnTo>
                  <a:lnTo>
                    <a:pt x="26653" y="160935"/>
                  </a:lnTo>
                  <a:lnTo>
                    <a:pt x="23681" y="161010"/>
                  </a:lnTo>
                  <a:lnTo>
                    <a:pt x="26165" y="150127"/>
                  </a:lnTo>
                  <a:lnTo>
                    <a:pt x="25536" y="144411"/>
                  </a:lnTo>
                  <a:lnTo>
                    <a:pt x="21971" y="144757"/>
                  </a:lnTo>
                  <a:lnTo>
                    <a:pt x="23227" y="140762"/>
                  </a:lnTo>
                  <a:lnTo>
                    <a:pt x="23086" y="137249"/>
                  </a:lnTo>
                  <a:lnTo>
                    <a:pt x="20028" y="132492"/>
                  </a:lnTo>
                  <a:lnTo>
                    <a:pt x="20166" y="128041"/>
                  </a:lnTo>
                  <a:lnTo>
                    <a:pt x="19651" y="126810"/>
                  </a:lnTo>
                  <a:lnTo>
                    <a:pt x="13536" y="128320"/>
                  </a:lnTo>
                  <a:lnTo>
                    <a:pt x="15692" y="121954"/>
                  </a:lnTo>
                  <a:lnTo>
                    <a:pt x="12210" y="116979"/>
                  </a:lnTo>
                  <a:lnTo>
                    <a:pt x="9399" y="117197"/>
                  </a:lnTo>
                  <a:lnTo>
                    <a:pt x="7316" y="115078"/>
                  </a:lnTo>
                  <a:lnTo>
                    <a:pt x="7173" y="112811"/>
                  </a:lnTo>
                  <a:lnTo>
                    <a:pt x="0" y="106455"/>
                  </a:lnTo>
                  <a:lnTo>
                    <a:pt x="21461" y="107022"/>
                  </a:lnTo>
                  <a:lnTo>
                    <a:pt x="22637" y="70720"/>
                  </a:lnTo>
                  <a:lnTo>
                    <a:pt x="21208" y="62818"/>
                  </a:lnTo>
                  <a:lnTo>
                    <a:pt x="26877" y="61998"/>
                  </a:lnTo>
                  <a:lnTo>
                    <a:pt x="25868" y="53069"/>
                  </a:lnTo>
                  <a:lnTo>
                    <a:pt x="22938" y="47937"/>
                  </a:lnTo>
                  <a:lnTo>
                    <a:pt x="19323" y="43888"/>
                  </a:lnTo>
                  <a:lnTo>
                    <a:pt x="26740" y="44018"/>
                  </a:lnTo>
                  <a:lnTo>
                    <a:pt x="27279" y="35665"/>
                  </a:lnTo>
                  <a:lnTo>
                    <a:pt x="26055" y="26670"/>
                  </a:lnTo>
                  <a:lnTo>
                    <a:pt x="20900" y="22086"/>
                  </a:lnTo>
                  <a:lnTo>
                    <a:pt x="17871" y="20410"/>
                  </a:lnTo>
                  <a:lnTo>
                    <a:pt x="18221" y="11418"/>
                  </a:lnTo>
                  <a:lnTo>
                    <a:pt x="29446" y="11856"/>
                  </a:lnTo>
                  <a:lnTo>
                    <a:pt x="33635" y="2703"/>
                  </a:lnTo>
                  <a:lnTo>
                    <a:pt x="34848" y="2711"/>
                  </a:lnTo>
                  <a:lnTo>
                    <a:pt x="38945" y="5759"/>
                  </a:lnTo>
                  <a:lnTo>
                    <a:pt x="39815" y="9771"/>
                  </a:lnTo>
                  <a:lnTo>
                    <a:pt x="43583" y="12647"/>
                  </a:lnTo>
                  <a:lnTo>
                    <a:pt x="46317" y="6865"/>
                  </a:lnTo>
                  <a:lnTo>
                    <a:pt x="49788" y="6640"/>
                  </a:lnTo>
                  <a:lnTo>
                    <a:pt x="51391" y="7544"/>
                  </a:lnTo>
                  <a:lnTo>
                    <a:pt x="5499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h6825"/>
            <p:cNvSpPr/>
            <p:nvPr/>
          </p:nvSpPr>
          <p:spPr>
            <a:xfrm>
              <a:off x="9990576" y="1916492"/>
              <a:ext cx="78809" cy="70154"/>
            </a:xfrm>
            <a:custGeom>
              <a:avLst/>
              <a:pathLst>
                <a:path w="78809" h="70154">
                  <a:moveTo>
                    <a:pt x="38032" y="590"/>
                  </a:moveTo>
                  <a:lnTo>
                    <a:pt x="47862" y="5969"/>
                  </a:lnTo>
                  <a:lnTo>
                    <a:pt x="49801" y="9661"/>
                  </a:lnTo>
                  <a:lnTo>
                    <a:pt x="54267" y="11048"/>
                  </a:lnTo>
                  <a:lnTo>
                    <a:pt x="56580" y="9682"/>
                  </a:lnTo>
                  <a:lnTo>
                    <a:pt x="56365" y="13316"/>
                  </a:lnTo>
                  <a:lnTo>
                    <a:pt x="59089" y="17287"/>
                  </a:lnTo>
                  <a:lnTo>
                    <a:pt x="62563" y="20561"/>
                  </a:lnTo>
                  <a:lnTo>
                    <a:pt x="65919" y="20424"/>
                  </a:lnTo>
                  <a:lnTo>
                    <a:pt x="69145" y="23859"/>
                  </a:lnTo>
                  <a:lnTo>
                    <a:pt x="71127" y="24174"/>
                  </a:lnTo>
                  <a:lnTo>
                    <a:pt x="71326" y="22251"/>
                  </a:lnTo>
                  <a:lnTo>
                    <a:pt x="72554" y="22163"/>
                  </a:lnTo>
                  <a:lnTo>
                    <a:pt x="76861" y="25720"/>
                  </a:lnTo>
                  <a:lnTo>
                    <a:pt x="72682" y="26150"/>
                  </a:lnTo>
                  <a:lnTo>
                    <a:pt x="77984" y="39436"/>
                  </a:lnTo>
                  <a:lnTo>
                    <a:pt x="78809" y="43239"/>
                  </a:lnTo>
                  <a:lnTo>
                    <a:pt x="75094" y="47652"/>
                  </a:lnTo>
                  <a:lnTo>
                    <a:pt x="75593" y="60010"/>
                  </a:lnTo>
                  <a:lnTo>
                    <a:pt x="74560" y="60765"/>
                  </a:lnTo>
                  <a:lnTo>
                    <a:pt x="67065" y="60758"/>
                  </a:lnTo>
                  <a:lnTo>
                    <a:pt x="62569" y="70154"/>
                  </a:lnTo>
                  <a:lnTo>
                    <a:pt x="49511" y="55803"/>
                  </a:lnTo>
                  <a:lnTo>
                    <a:pt x="39977" y="50548"/>
                  </a:lnTo>
                  <a:lnTo>
                    <a:pt x="37125" y="51935"/>
                  </a:lnTo>
                  <a:lnTo>
                    <a:pt x="25220" y="63053"/>
                  </a:lnTo>
                  <a:lnTo>
                    <a:pt x="22988" y="68123"/>
                  </a:lnTo>
                  <a:lnTo>
                    <a:pt x="21312" y="68617"/>
                  </a:lnTo>
                  <a:lnTo>
                    <a:pt x="20275" y="67245"/>
                  </a:lnTo>
                  <a:lnTo>
                    <a:pt x="14255" y="55990"/>
                  </a:lnTo>
                  <a:lnTo>
                    <a:pt x="12123" y="56877"/>
                  </a:lnTo>
                  <a:lnTo>
                    <a:pt x="9504" y="60285"/>
                  </a:lnTo>
                  <a:lnTo>
                    <a:pt x="4932" y="59800"/>
                  </a:lnTo>
                  <a:lnTo>
                    <a:pt x="2427" y="56463"/>
                  </a:lnTo>
                  <a:lnTo>
                    <a:pt x="1389" y="56009"/>
                  </a:lnTo>
                  <a:lnTo>
                    <a:pt x="56" y="54584"/>
                  </a:lnTo>
                  <a:lnTo>
                    <a:pt x="0" y="52968"/>
                  </a:lnTo>
                  <a:lnTo>
                    <a:pt x="4473" y="53175"/>
                  </a:lnTo>
                  <a:lnTo>
                    <a:pt x="6678" y="54056"/>
                  </a:lnTo>
                  <a:lnTo>
                    <a:pt x="8258" y="50272"/>
                  </a:lnTo>
                  <a:lnTo>
                    <a:pt x="15494" y="39151"/>
                  </a:lnTo>
                  <a:lnTo>
                    <a:pt x="13842" y="29206"/>
                  </a:lnTo>
                  <a:lnTo>
                    <a:pt x="15121" y="26657"/>
                  </a:lnTo>
                  <a:lnTo>
                    <a:pt x="15766" y="23205"/>
                  </a:lnTo>
                  <a:lnTo>
                    <a:pt x="15167" y="18860"/>
                  </a:lnTo>
                  <a:lnTo>
                    <a:pt x="15791" y="19129"/>
                  </a:lnTo>
                  <a:lnTo>
                    <a:pt x="19928" y="16152"/>
                  </a:lnTo>
                  <a:lnTo>
                    <a:pt x="16921" y="8140"/>
                  </a:lnTo>
                  <a:lnTo>
                    <a:pt x="18326" y="6576"/>
                  </a:lnTo>
                  <a:lnTo>
                    <a:pt x="21994" y="7058"/>
                  </a:lnTo>
                  <a:lnTo>
                    <a:pt x="22517" y="3702"/>
                  </a:lnTo>
                  <a:lnTo>
                    <a:pt x="24111" y="2332"/>
                  </a:lnTo>
                  <a:lnTo>
                    <a:pt x="26610" y="2167"/>
                  </a:lnTo>
                  <a:lnTo>
                    <a:pt x="32462" y="3744"/>
                  </a:lnTo>
                  <a:lnTo>
                    <a:pt x="33846" y="2702"/>
                  </a:lnTo>
                  <a:lnTo>
                    <a:pt x="33966" y="1084"/>
                  </a:lnTo>
                  <a:lnTo>
                    <a:pt x="355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h6826"/>
            <p:cNvSpPr/>
            <p:nvPr/>
          </p:nvSpPr>
          <p:spPr>
            <a:xfrm>
              <a:off x="9979593" y="2016336"/>
              <a:ext cx="74405" cy="79797"/>
            </a:xfrm>
            <a:custGeom>
              <a:avLst/>
              <a:pathLst>
                <a:path w="74405" h="79797">
                  <a:moveTo>
                    <a:pt x="53309" y="14704"/>
                  </a:moveTo>
                  <a:lnTo>
                    <a:pt x="58068" y="17272"/>
                  </a:lnTo>
                  <a:lnTo>
                    <a:pt x="64942" y="19350"/>
                  </a:lnTo>
                  <a:lnTo>
                    <a:pt x="68090" y="25179"/>
                  </a:lnTo>
                  <a:lnTo>
                    <a:pt x="65542" y="24965"/>
                  </a:lnTo>
                  <a:lnTo>
                    <a:pt x="74405" y="38678"/>
                  </a:lnTo>
                  <a:lnTo>
                    <a:pt x="60575" y="46419"/>
                  </a:lnTo>
                  <a:lnTo>
                    <a:pt x="53630" y="48300"/>
                  </a:lnTo>
                  <a:lnTo>
                    <a:pt x="51129" y="50815"/>
                  </a:lnTo>
                  <a:lnTo>
                    <a:pt x="51156" y="55425"/>
                  </a:lnTo>
                  <a:lnTo>
                    <a:pt x="48422" y="61677"/>
                  </a:lnTo>
                  <a:lnTo>
                    <a:pt x="47516" y="62383"/>
                  </a:lnTo>
                  <a:lnTo>
                    <a:pt x="46227" y="62101"/>
                  </a:lnTo>
                  <a:lnTo>
                    <a:pt x="36038" y="57191"/>
                  </a:lnTo>
                  <a:lnTo>
                    <a:pt x="24848" y="53235"/>
                  </a:lnTo>
                  <a:lnTo>
                    <a:pt x="23850" y="56026"/>
                  </a:lnTo>
                  <a:lnTo>
                    <a:pt x="24300" y="58651"/>
                  </a:lnTo>
                  <a:lnTo>
                    <a:pt x="26828" y="62922"/>
                  </a:lnTo>
                  <a:lnTo>
                    <a:pt x="24126" y="70596"/>
                  </a:lnTo>
                  <a:lnTo>
                    <a:pt x="22607" y="72515"/>
                  </a:lnTo>
                  <a:lnTo>
                    <a:pt x="17495" y="72419"/>
                  </a:lnTo>
                  <a:lnTo>
                    <a:pt x="15614" y="76489"/>
                  </a:lnTo>
                  <a:lnTo>
                    <a:pt x="15877" y="79509"/>
                  </a:lnTo>
                  <a:lnTo>
                    <a:pt x="14092" y="79797"/>
                  </a:lnTo>
                  <a:lnTo>
                    <a:pt x="8906" y="73684"/>
                  </a:lnTo>
                  <a:lnTo>
                    <a:pt x="11515" y="68167"/>
                  </a:lnTo>
                  <a:lnTo>
                    <a:pt x="17699" y="64972"/>
                  </a:lnTo>
                  <a:lnTo>
                    <a:pt x="17136" y="61767"/>
                  </a:lnTo>
                  <a:lnTo>
                    <a:pt x="15098" y="58732"/>
                  </a:lnTo>
                  <a:lnTo>
                    <a:pt x="9591" y="57639"/>
                  </a:lnTo>
                  <a:lnTo>
                    <a:pt x="4103" y="58837"/>
                  </a:lnTo>
                  <a:lnTo>
                    <a:pt x="4062" y="65063"/>
                  </a:lnTo>
                  <a:lnTo>
                    <a:pt x="2687" y="65257"/>
                  </a:lnTo>
                  <a:lnTo>
                    <a:pt x="2225" y="57176"/>
                  </a:lnTo>
                  <a:lnTo>
                    <a:pt x="0" y="52681"/>
                  </a:lnTo>
                  <a:lnTo>
                    <a:pt x="6807" y="51054"/>
                  </a:lnTo>
                  <a:lnTo>
                    <a:pt x="10329" y="49312"/>
                  </a:lnTo>
                  <a:lnTo>
                    <a:pt x="11540" y="33451"/>
                  </a:lnTo>
                  <a:lnTo>
                    <a:pt x="12340" y="31882"/>
                  </a:lnTo>
                  <a:lnTo>
                    <a:pt x="14689" y="30747"/>
                  </a:lnTo>
                  <a:lnTo>
                    <a:pt x="16889" y="31858"/>
                  </a:lnTo>
                  <a:lnTo>
                    <a:pt x="19203" y="29912"/>
                  </a:lnTo>
                  <a:lnTo>
                    <a:pt x="19869" y="27414"/>
                  </a:lnTo>
                  <a:lnTo>
                    <a:pt x="18752" y="26332"/>
                  </a:lnTo>
                  <a:lnTo>
                    <a:pt x="19129" y="25269"/>
                  </a:lnTo>
                  <a:lnTo>
                    <a:pt x="26834" y="24788"/>
                  </a:lnTo>
                  <a:lnTo>
                    <a:pt x="27951" y="19356"/>
                  </a:lnTo>
                  <a:lnTo>
                    <a:pt x="26613" y="14821"/>
                  </a:lnTo>
                  <a:lnTo>
                    <a:pt x="30196" y="15167"/>
                  </a:lnTo>
                  <a:lnTo>
                    <a:pt x="32668" y="16648"/>
                  </a:lnTo>
                  <a:lnTo>
                    <a:pt x="34624" y="14933"/>
                  </a:lnTo>
                  <a:lnTo>
                    <a:pt x="35146" y="14160"/>
                  </a:lnTo>
                  <a:lnTo>
                    <a:pt x="35674" y="2283"/>
                  </a:lnTo>
                  <a:lnTo>
                    <a:pt x="36507" y="1473"/>
                  </a:lnTo>
                  <a:lnTo>
                    <a:pt x="40420" y="6343"/>
                  </a:lnTo>
                  <a:lnTo>
                    <a:pt x="4635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h6827"/>
            <p:cNvSpPr/>
            <p:nvPr/>
          </p:nvSpPr>
          <p:spPr>
            <a:xfrm>
              <a:off x="10051182" y="1801333"/>
              <a:ext cx="36251" cy="54632"/>
            </a:xfrm>
            <a:custGeom>
              <a:avLst/>
              <a:pathLst>
                <a:path w="36251" h="54632">
                  <a:moveTo>
                    <a:pt x="21042" y="1369"/>
                  </a:moveTo>
                  <a:lnTo>
                    <a:pt x="19715" y="4185"/>
                  </a:lnTo>
                  <a:lnTo>
                    <a:pt x="21216" y="7699"/>
                  </a:lnTo>
                  <a:lnTo>
                    <a:pt x="24141" y="8642"/>
                  </a:lnTo>
                  <a:lnTo>
                    <a:pt x="25405" y="10186"/>
                  </a:lnTo>
                  <a:lnTo>
                    <a:pt x="27194" y="13529"/>
                  </a:lnTo>
                  <a:lnTo>
                    <a:pt x="26818" y="16040"/>
                  </a:lnTo>
                  <a:lnTo>
                    <a:pt x="27351" y="17901"/>
                  </a:lnTo>
                  <a:lnTo>
                    <a:pt x="32928" y="22263"/>
                  </a:lnTo>
                  <a:lnTo>
                    <a:pt x="35215" y="25421"/>
                  </a:lnTo>
                  <a:lnTo>
                    <a:pt x="36251" y="30852"/>
                  </a:lnTo>
                  <a:lnTo>
                    <a:pt x="35466" y="32468"/>
                  </a:lnTo>
                  <a:lnTo>
                    <a:pt x="32873" y="33294"/>
                  </a:lnTo>
                  <a:lnTo>
                    <a:pt x="27772" y="33364"/>
                  </a:lnTo>
                  <a:lnTo>
                    <a:pt x="27507" y="35990"/>
                  </a:lnTo>
                  <a:lnTo>
                    <a:pt x="28600" y="36090"/>
                  </a:lnTo>
                  <a:lnTo>
                    <a:pt x="30208" y="39260"/>
                  </a:lnTo>
                  <a:lnTo>
                    <a:pt x="29638" y="41270"/>
                  </a:lnTo>
                  <a:lnTo>
                    <a:pt x="28168" y="41547"/>
                  </a:lnTo>
                  <a:lnTo>
                    <a:pt x="25384" y="44974"/>
                  </a:lnTo>
                  <a:lnTo>
                    <a:pt x="25394" y="48577"/>
                  </a:lnTo>
                  <a:lnTo>
                    <a:pt x="23396" y="53679"/>
                  </a:lnTo>
                  <a:lnTo>
                    <a:pt x="22781" y="53821"/>
                  </a:lnTo>
                  <a:lnTo>
                    <a:pt x="19534" y="54632"/>
                  </a:lnTo>
                  <a:lnTo>
                    <a:pt x="16930" y="49234"/>
                  </a:lnTo>
                  <a:lnTo>
                    <a:pt x="12680" y="48321"/>
                  </a:lnTo>
                  <a:lnTo>
                    <a:pt x="14300" y="43984"/>
                  </a:lnTo>
                  <a:lnTo>
                    <a:pt x="13229" y="43035"/>
                  </a:lnTo>
                  <a:lnTo>
                    <a:pt x="11715" y="43962"/>
                  </a:lnTo>
                  <a:lnTo>
                    <a:pt x="9057" y="43454"/>
                  </a:lnTo>
                  <a:lnTo>
                    <a:pt x="7282" y="41695"/>
                  </a:lnTo>
                  <a:lnTo>
                    <a:pt x="7764" y="39793"/>
                  </a:lnTo>
                  <a:lnTo>
                    <a:pt x="6278" y="37631"/>
                  </a:lnTo>
                  <a:lnTo>
                    <a:pt x="3282" y="37216"/>
                  </a:lnTo>
                  <a:lnTo>
                    <a:pt x="272" y="34017"/>
                  </a:lnTo>
                  <a:lnTo>
                    <a:pt x="2043" y="31826"/>
                  </a:lnTo>
                  <a:lnTo>
                    <a:pt x="2930" y="29432"/>
                  </a:lnTo>
                  <a:lnTo>
                    <a:pt x="758" y="19589"/>
                  </a:lnTo>
                  <a:lnTo>
                    <a:pt x="3768" y="19426"/>
                  </a:lnTo>
                  <a:lnTo>
                    <a:pt x="3059" y="15558"/>
                  </a:lnTo>
                  <a:lnTo>
                    <a:pt x="0" y="15462"/>
                  </a:lnTo>
                  <a:lnTo>
                    <a:pt x="101" y="12116"/>
                  </a:lnTo>
                  <a:lnTo>
                    <a:pt x="3003" y="9346"/>
                  </a:lnTo>
                  <a:lnTo>
                    <a:pt x="6217" y="8996"/>
                  </a:lnTo>
                  <a:lnTo>
                    <a:pt x="12086" y="10186"/>
                  </a:lnTo>
                  <a:lnTo>
                    <a:pt x="13065" y="6711"/>
                  </a:lnTo>
                  <a:lnTo>
                    <a:pt x="11544" y="4581"/>
                  </a:lnTo>
                  <a:lnTo>
                    <a:pt x="11099" y="2303"/>
                  </a:lnTo>
                  <a:lnTo>
                    <a:pt x="14768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h6828"/>
            <p:cNvSpPr/>
            <p:nvPr/>
          </p:nvSpPr>
          <p:spPr>
            <a:xfrm>
              <a:off x="10204951" y="1851517"/>
              <a:ext cx="30747" cy="29195"/>
            </a:xfrm>
            <a:custGeom>
              <a:avLst/>
              <a:pathLst>
                <a:path w="30747" h="29195">
                  <a:moveTo>
                    <a:pt x="11845" y="3269"/>
                  </a:moveTo>
                  <a:lnTo>
                    <a:pt x="17318" y="2398"/>
                  </a:lnTo>
                  <a:lnTo>
                    <a:pt x="28064" y="3271"/>
                  </a:lnTo>
                  <a:lnTo>
                    <a:pt x="28812" y="13380"/>
                  </a:lnTo>
                  <a:lnTo>
                    <a:pt x="30230" y="17729"/>
                  </a:lnTo>
                  <a:lnTo>
                    <a:pt x="24328" y="17557"/>
                  </a:lnTo>
                  <a:lnTo>
                    <a:pt x="30747" y="25122"/>
                  </a:lnTo>
                  <a:lnTo>
                    <a:pt x="28075" y="27511"/>
                  </a:lnTo>
                  <a:lnTo>
                    <a:pt x="25335" y="28080"/>
                  </a:lnTo>
                  <a:lnTo>
                    <a:pt x="25670" y="29125"/>
                  </a:lnTo>
                  <a:lnTo>
                    <a:pt x="21474" y="29195"/>
                  </a:lnTo>
                  <a:lnTo>
                    <a:pt x="15246" y="27478"/>
                  </a:lnTo>
                  <a:lnTo>
                    <a:pt x="16924" y="24318"/>
                  </a:lnTo>
                  <a:lnTo>
                    <a:pt x="16417" y="23399"/>
                  </a:lnTo>
                  <a:lnTo>
                    <a:pt x="8663" y="23382"/>
                  </a:lnTo>
                  <a:lnTo>
                    <a:pt x="4854" y="21082"/>
                  </a:lnTo>
                  <a:lnTo>
                    <a:pt x="3315" y="18462"/>
                  </a:lnTo>
                  <a:lnTo>
                    <a:pt x="0" y="17700"/>
                  </a:lnTo>
                  <a:lnTo>
                    <a:pt x="2075" y="13596"/>
                  </a:lnTo>
                  <a:lnTo>
                    <a:pt x="4344" y="14251"/>
                  </a:lnTo>
                  <a:lnTo>
                    <a:pt x="4771" y="13642"/>
                  </a:lnTo>
                  <a:lnTo>
                    <a:pt x="3834" y="10045"/>
                  </a:lnTo>
                  <a:lnTo>
                    <a:pt x="2555" y="9751"/>
                  </a:lnTo>
                  <a:lnTo>
                    <a:pt x="2574" y="7812"/>
                  </a:lnTo>
                  <a:lnTo>
                    <a:pt x="5981" y="2087"/>
                  </a:lnTo>
                  <a:lnTo>
                    <a:pt x="7395" y="2897"/>
                  </a:lnTo>
                  <a:lnTo>
                    <a:pt x="847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h6829"/>
            <p:cNvSpPr/>
            <p:nvPr/>
          </p:nvSpPr>
          <p:spPr>
            <a:xfrm>
              <a:off x="9984025" y="1473856"/>
              <a:ext cx="157612" cy="130218"/>
            </a:xfrm>
            <a:custGeom>
              <a:avLst/>
              <a:pathLst>
                <a:path w="157612" h="130218">
                  <a:moveTo>
                    <a:pt x="140631" y="5306"/>
                  </a:moveTo>
                  <a:lnTo>
                    <a:pt x="143995" y="17959"/>
                  </a:lnTo>
                  <a:lnTo>
                    <a:pt x="138966" y="24672"/>
                  </a:lnTo>
                  <a:lnTo>
                    <a:pt x="146844" y="27007"/>
                  </a:lnTo>
                  <a:lnTo>
                    <a:pt x="152097" y="27399"/>
                  </a:lnTo>
                  <a:lnTo>
                    <a:pt x="151564" y="40306"/>
                  </a:lnTo>
                  <a:lnTo>
                    <a:pt x="154360" y="45358"/>
                  </a:lnTo>
                  <a:lnTo>
                    <a:pt x="157612" y="48189"/>
                  </a:lnTo>
                  <a:lnTo>
                    <a:pt x="152036" y="51817"/>
                  </a:lnTo>
                  <a:lnTo>
                    <a:pt x="141049" y="51340"/>
                  </a:lnTo>
                  <a:lnTo>
                    <a:pt x="141095" y="54883"/>
                  </a:lnTo>
                  <a:lnTo>
                    <a:pt x="130153" y="58823"/>
                  </a:lnTo>
                  <a:lnTo>
                    <a:pt x="132746" y="70809"/>
                  </a:lnTo>
                  <a:lnTo>
                    <a:pt x="136961" y="72334"/>
                  </a:lnTo>
                  <a:lnTo>
                    <a:pt x="138647" y="77130"/>
                  </a:lnTo>
                  <a:lnTo>
                    <a:pt x="141289" y="81207"/>
                  </a:lnTo>
                  <a:lnTo>
                    <a:pt x="142937" y="82564"/>
                  </a:lnTo>
                  <a:lnTo>
                    <a:pt x="142168" y="84781"/>
                  </a:lnTo>
                  <a:lnTo>
                    <a:pt x="138754" y="81948"/>
                  </a:lnTo>
                  <a:lnTo>
                    <a:pt x="135254" y="81089"/>
                  </a:lnTo>
                  <a:lnTo>
                    <a:pt x="134976" y="89094"/>
                  </a:lnTo>
                  <a:lnTo>
                    <a:pt x="119484" y="88467"/>
                  </a:lnTo>
                  <a:lnTo>
                    <a:pt x="118749" y="104297"/>
                  </a:lnTo>
                  <a:lnTo>
                    <a:pt x="116019" y="106685"/>
                  </a:lnTo>
                  <a:lnTo>
                    <a:pt x="112918" y="114937"/>
                  </a:lnTo>
                  <a:lnTo>
                    <a:pt x="106942" y="114576"/>
                  </a:lnTo>
                  <a:lnTo>
                    <a:pt x="103336" y="122120"/>
                  </a:lnTo>
                  <a:lnTo>
                    <a:pt x="101733" y="121216"/>
                  </a:lnTo>
                  <a:lnTo>
                    <a:pt x="98262" y="121441"/>
                  </a:lnTo>
                  <a:lnTo>
                    <a:pt x="95528" y="127223"/>
                  </a:lnTo>
                  <a:lnTo>
                    <a:pt x="91760" y="124347"/>
                  </a:lnTo>
                  <a:lnTo>
                    <a:pt x="90891" y="120336"/>
                  </a:lnTo>
                  <a:lnTo>
                    <a:pt x="86793" y="117288"/>
                  </a:lnTo>
                  <a:lnTo>
                    <a:pt x="85580" y="117280"/>
                  </a:lnTo>
                  <a:lnTo>
                    <a:pt x="81391" y="126432"/>
                  </a:lnTo>
                  <a:lnTo>
                    <a:pt x="70167" y="125995"/>
                  </a:lnTo>
                  <a:lnTo>
                    <a:pt x="68344" y="125937"/>
                  </a:lnTo>
                  <a:lnTo>
                    <a:pt x="68386" y="122987"/>
                  </a:lnTo>
                  <a:lnTo>
                    <a:pt x="58803" y="130218"/>
                  </a:lnTo>
                  <a:lnTo>
                    <a:pt x="56858" y="129956"/>
                  </a:lnTo>
                  <a:lnTo>
                    <a:pt x="57652" y="124790"/>
                  </a:lnTo>
                  <a:lnTo>
                    <a:pt x="52308" y="122502"/>
                  </a:lnTo>
                  <a:lnTo>
                    <a:pt x="50087" y="119522"/>
                  </a:lnTo>
                  <a:lnTo>
                    <a:pt x="49953" y="117510"/>
                  </a:lnTo>
                  <a:lnTo>
                    <a:pt x="47020" y="116735"/>
                  </a:lnTo>
                  <a:lnTo>
                    <a:pt x="44341" y="117660"/>
                  </a:lnTo>
                  <a:lnTo>
                    <a:pt x="40244" y="112716"/>
                  </a:lnTo>
                  <a:lnTo>
                    <a:pt x="26805" y="118666"/>
                  </a:lnTo>
                  <a:lnTo>
                    <a:pt x="28740" y="113992"/>
                  </a:lnTo>
                  <a:lnTo>
                    <a:pt x="21181" y="117664"/>
                  </a:lnTo>
                  <a:lnTo>
                    <a:pt x="19786" y="112171"/>
                  </a:lnTo>
                  <a:lnTo>
                    <a:pt x="21365" y="111138"/>
                  </a:lnTo>
                  <a:lnTo>
                    <a:pt x="22066" y="107959"/>
                  </a:lnTo>
                  <a:lnTo>
                    <a:pt x="20644" y="103641"/>
                  </a:lnTo>
                  <a:lnTo>
                    <a:pt x="19103" y="102574"/>
                  </a:lnTo>
                  <a:lnTo>
                    <a:pt x="19169" y="90343"/>
                  </a:lnTo>
                  <a:lnTo>
                    <a:pt x="15945" y="89273"/>
                  </a:lnTo>
                  <a:lnTo>
                    <a:pt x="9083" y="88890"/>
                  </a:lnTo>
                  <a:lnTo>
                    <a:pt x="8501" y="83632"/>
                  </a:lnTo>
                  <a:lnTo>
                    <a:pt x="10896" y="81823"/>
                  </a:lnTo>
                  <a:lnTo>
                    <a:pt x="3621" y="71042"/>
                  </a:lnTo>
                  <a:lnTo>
                    <a:pt x="0" y="68574"/>
                  </a:lnTo>
                  <a:lnTo>
                    <a:pt x="639" y="54086"/>
                  </a:lnTo>
                  <a:lnTo>
                    <a:pt x="299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h6830"/>
            <p:cNvSpPr/>
            <p:nvPr/>
          </p:nvSpPr>
          <p:spPr>
            <a:xfrm>
              <a:off x="10202121" y="2011202"/>
              <a:ext cx="60009" cy="60090"/>
            </a:xfrm>
            <a:custGeom>
              <a:avLst/>
              <a:pathLst>
                <a:path w="60009" h="60090">
                  <a:moveTo>
                    <a:pt x="38299" y="3188"/>
                  </a:moveTo>
                  <a:lnTo>
                    <a:pt x="36933" y="6835"/>
                  </a:lnTo>
                  <a:lnTo>
                    <a:pt x="44100" y="9609"/>
                  </a:lnTo>
                  <a:lnTo>
                    <a:pt x="48993" y="7284"/>
                  </a:lnTo>
                  <a:lnTo>
                    <a:pt x="50741" y="7406"/>
                  </a:lnTo>
                  <a:lnTo>
                    <a:pt x="48057" y="1631"/>
                  </a:lnTo>
                  <a:lnTo>
                    <a:pt x="57406" y="3467"/>
                  </a:lnTo>
                  <a:lnTo>
                    <a:pt x="57786" y="3061"/>
                  </a:lnTo>
                  <a:lnTo>
                    <a:pt x="56760" y="6305"/>
                  </a:lnTo>
                  <a:lnTo>
                    <a:pt x="56779" y="8847"/>
                  </a:lnTo>
                  <a:lnTo>
                    <a:pt x="59218" y="12654"/>
                  </a:lnTo>
                  <a:lnTo>
                    <a:pt x="60009" y="18844"/>
                  </a:lnTo>
                  <a:lnTo>
                    <a:pt x="59448" y="21415"/>
                  </a:lnTo>
                  <a:lnTo>
                    <a:pt x="58296" y="23115"/>
                  </a:lnTo>
                  <a:lnTo>
                    <a:pt x="53605" y="24232"/>
                  </a:lnTo>
                  <a:lnTo>
                    <a:pt x="50438" y="26109"/>
                  </a:lnTo>
                  <a:lnTo>
                    <a:pt x="44693" y="27371"/>
                  </a:lnTo>
                  <a:lnTo>
                    <a:pt x="41561" y="34422"/>
                  </a:lnTo>
                  <a:lnTo>
                    <a:pt x="42567" y="39607"/>
                  </a:lnTo>
                  <a:lnTo>
                    <a:pt x="46924" y="37639"/>
                  </a:lnTo>
                  <a:lnTo>
                    <a:pt x="48837" y="42121"/>
                  </a:lnTo>
                  <a:lnTo>
                    <a:pt x="47741" y="47586"/>
                  </a:lnTo>
                  <a:lnTo>
                    <a:pt x="43279" y="55062"/>
                  </a:lnTo>
                  <a:lnTo>
                    <a:pt x="41377" y="56275"/>
                  </a:lnTo>
                  <a:lnTo>
                    <a:pt x="40909" y="59547"/>
                  </a:lnTo>
                  <a:lnTo>
                    <a:pt x="37683" y="59241"/>
                  </a:lnTo>
                  <a:lnTo>
                    <a:pt x="34899" y="56538"/>
                  </a:lnTo>
                  <a:lnTo>
                    <a:pt x="28707" y="58204"/>
                  </a:lnTo>
                  <a:lnTo>
                    <a:pt x="28240" y="60090"/>
                  </a:lnTo>
                  <a:lnTo>
                    <a:pt x="23937" y="54093"/>
                  </a:lnTo>
                  <a:lnTo>
                    <a:pt x="19042" y="51828"/>
                  </a:lnTo>
                  <a:lnTo>
                    <a:pt x="19913" y="51227"/>
                  </a:lnTo>
                  <a:lnTo>
                    <a:pt x="17222" y="50981"/>
                  </a:lnTo>
                  <a:lnTo>
                    <a:pt x="12450" y="45702"/>
                  </a:lnTo>
                  <a:lnTo>
                    <a:pt x="8352" y="42776"/>
                  </a:lnTo>
                  <a:lnTo>
                    <a:pt x="5670" y="42153"/>
                  </a:lnTo>
                  <a:lnTo>
                    <a:pt x="4356" y="44116"/>
                  </a:lnTo>
                  <a:lnTo>
                    <a:pt x="3148" y="44525"/>
                  </a:lnTo>
                  <a:lnTo>
                    <a:pt x="2582" y="43873"/>
                  </a:lnTo>
                  <a:lnTo>
                    <a:pt x="1173" y="41545"/>
                  </a:lnTo>
                  <a:lnTo>
                    <a:pt x="2005" y="36573"/>
                  </a:lnTo>
                  <a:lnTo>
                    <a:pt x="0" y="27474"/>
                  </a:lnTo>
                  <a:lnTo>
                    <a:pt x="2190" y="21818"/>
                  </a:lnTo>
                  <a:lnTo>
                    <a:pt x="5094" y="18753"/>
                  </a:lnTo>
                  <a:lnTo>
                    <a:pt x="4274" y="16291"/>
                  </a:lnTo>
                  <a:lnTo>
                    <a:pt x="2587" y="15227"/>
                  </a:lnTo>
                  <a:lnTo>
                    <a:pt x="1045" y="15155"/>
                  </a:lnTo>
                  <a:lnTo>
                    <a:pt x="2307" y="13411"/>
                  </a:lnTo>
                  <a:lnTo>
                    <a:pt x="1271" y="9620"/>
                  </a:lnTo>
                  <a:lnTo>
                    <a:pt x="1704" y="2821"/>
                  </a:lnTo>
                  <a:lnTo>
                    <a:pt x="4876" y="3361"/>
                  </a:lnTo>
                  <a:lnTo>
                    <a:pt x="12257" y="9554"/>
                  </a:lnTo>
                  <a:lnTo>
                    <a:pt x="17441" y="8641"/>
                  </a:lnTo>
                  <a:lnTo>
                    <a:pt x="20242" y="10826"/>
                  </a:lnTo>
                  <a:lnTo>
                    <a:pt x="19285" y="12654"/>
                  </a:lnTo>
                  <a:lnTo>
                    <a:pt x="20933" y="15328"/>
                  </a:lnTo>
                  <a:lnTo>
                    <a:pt x="22824" y="16668"/>
                  </a:lnTo>
                  <a:lnTo>
                    <a:pt x="24449" y="15840"/>
                  </a:lnTo>
                  <a:lnTo>
                    <a:pt x="27818" y="10427"/>
                  </a:lnTo>
                  <a:lnTo>
                    <a:pt x="26548" y="5230"/>
                  </a:lnTo>
                  <a:lnTo>
                    <a:pt x="3625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h6831"/>
            <p:cNvSpPr/>
            <p:nvPr/>
          </p:nvSpPr>
          <p:spPr>
            <a:xfrm>
              <a:off x="10383660" y="1784431"/>
              <a:ext cx="103684" cy="90284"/>
            </a:xfrm>
            <a:custGeom>
              <a:avLst/>
              <a:pathLst>
                <a:path w="103684" h="90284">
                  <a:moveTo>
                    <a:pt x="46450" y="1943"/>
                  </a:moveTo>
                  <a:lnTo>
                    <a:pt x="54029" y="4005"/>
                  </a:lnTo>
                  <a:lnTo>
                    <a:pt x="54820" y="5922"/>
                  </a:lnTo>
                  <a:lnTo>
                    <a:pt x="61254" y="13712"/>
                  </a:lnTo>
                  <a:lnTo>
                    <a:pt x="73775" y="18013"/>
                  </a:lnTo>
                  <a:lnTo>
                    <a:pt x="78301" y="17566"/>
                  </a:lnTo>
                  <a:lnTo>
                    <a:pt x="87528" y="27971"/>
                  </a:lnTo>
                  <a:lnTo>
                    <a:pt x="92122" y="31516"/>
                  </a:lnTo>
                  <a:lnTo>
                    <a:pt x="98336" y="33962"/>
                  </a:lnTo>
                  <a:lnTo>
                    <a:pt x="99069" y="32886"/>
                  </a:lnTo>
                  <a:lnTo>
                    <a:pt x="100994" y="32824"/>
                  </a:lnTo>
                  <a:lnTo>
                    <a:pt x="101555" y="34342"/>
                  </a:lnTo>
                  <a:lnTo>
                    <a:pt x="103684" y="35813"/>
                  </a:lnTo>
                  <a:lnTo>
                    <a:pt x="98259" y="45762"/>
                  </a:lnTo>
                  <a:lnTo>
                    <a:pt x="93369" y="51808"/>
                  </a:lnTo>
                  <a:lnTo>
                    <a:pt x="92666" y="55187"/>
                  </a:lnTo>
                  <a:lnTo>
                    <a:pt x="86641" y="64859"/>
                  </a:lnTo>
                  <a:lnTo>
                    <a:pt x="86963" y="65202"/>
                  </a:lnTo>
                  <a:lnTo>
                    <a:pt x="81452" y="76089"/>
                  </a:lnTo>
                  <a:lnTo>
                    <a:pt x="76876" y="82456"/>
                  </a:lnTo>
                  <a:lnTo>
                    <a:pt x="75295" y="78932"/>
                  </a:lnTo>
                  <a:lnTo>
                    <a:pt x="72795" y="79043"/>
                  </a:lnTo>
                  <a:lnTo>
                    <a:pt x="68346" y="89141"/>
                  </a:lnTo>
                  <a:lnTo>
                    <a:pt x="67841" y="90284"/>
                  </a:lnTo>
                  <a:lnTo>
                    <a:pt x="69341" y="84604"/>
                  </a:lnTo>
                  <a:lnTo>
                    <a:pt x="66234" y="82679"/>
                  </a:lnTo>
                  <a:lnTo>
                    <a:pt x="61220" y="83285"/>
                  </a:lnTo>
                  <a:lnTo>
                    <a:pt x="59390" y="88612"/>
                  </a:lnTo>
                  <a:lnTo>
                    <a:pt x="46929" y="82994"/>
                  </a:lnTo>
                  <a:lnTo>
                    <a:pt x="38024" y="86025"/>
                  </a:lnTo>
                  <a:lnTo>
                    <a:pt x="37960" y="82716"/>
                  </a:lnTo>
                  <a:lnTo>
                    <a:pt x="32666" y="82383"/>
                  </a:lnTo>
                  <a:lnTo>
                    <a:pt x="27835" y="88092"/>
                  </a:lnTo>
                  <a:lnTo>
                    <a:pt x="24081" y="83062"/>
                  </a:lnTo>
                  <a:lnTo>
                    <a:pt x="24933" y="78935"/>
                  </a:lnTo>
                  <a:lnTo>
                    <a:pt x="22201" y="73878"/>
                  </a:lnTo>
                  <a:lnTo>
                    <a:pt x="17855" y="70141"/>
                  </a:lnTo>
                  <a:lnTo>
                    <a:pt x="15090" y="73643"/>
                  </a:lnTo>
                  <a:lnTo>
                    <a:pt x="10738" y="72191"/>
                  </a:lnTo>
                  <a:lnTo>
                    <a:pt x="6961" y="70025"/>
                  </a:lnTo>
                  <a:lnTo>
                    <a:pt x="7373" y="68734"/>
                  </a:lnTo>
                  <a:lnTo>
                    <a:pt x="3396" y="68904"/>
                  </a:lnTo>
                  <a:lnTo>
                    <a:pt x="4925" y="65494"/>
                  </a:lnTo>
                  <a:lnTo>
                    <a:pt x="7162" y="64424"/>
                  </a:lnTo>
                  <a:lnTo>
                    <a:pt x="13288" y="55876"/>
                  </a:lnTo>
                  <a:lnTo>
                    <a:pt x="14273" y="52519"/>
                  </a:lnTo>
                  <a:lnTo>
                    <a:pt x="11450" y="48858"/>
                  </a:lnTo>
                  <a:lnTo>
                    <a:pt x="12332" y="45469"/>
                  </a:lnTo>
                  <a:lnTo>
                    <a:pt x="15013" y="48655"/>
                  </a:lnTo>
                  <a:lnTo>
                    <a:pt x="18213" y="45096"/>
                  </a:lnTo>
                  <a:lnTo>
                    <a:pt x="15201" y="41548"/>
                  </a:lnTo>
                  <a:lnTo>
                    <a:pt x="14435" y="29649"/>
                  </a:lnTo>
                  <a:lnTo>
                    <a:pt x="15969" y="27223"/>
                  </a:lnTo>
                  <a:lnTo>
                    <a:pt x="14936" y="23968"/>
                  </a:lnTo>
                  <a:lnTo>
                    <a:pt x="12894" y="20536"/>
                  </a:lnTo>
                  <a:lnTo>
                    <a:pt x="9330" y="19564"/>
                  </a:lnTo>
                  <a:lnTo>
                    <a:pt x="5183" y="16542"/>
                  </a:lnTo>
                  <a:lnTo>
                    <a:pt x="3262" y="13714"/>
                  </a:lnTo>
                  <a:lnTo>
                    <a:pt x="3588" y="10813"/>
                  </a:lnTo>
                  <a:lnTo>
                    <a:pt x="0" y="3053"/>
                  </a:lnTo>
                  <a:lnTo>
                    <a:pt x="6702" y="2149"/>
                  </a:lnTo>
                  <a:lnTo>
                    <a:pt x="14813" y="4058"/>
                  </a:lnTo>
                  <a:lnTo>
                    <a:pt x="17351" y="3065"/>
                  </a:lnTo>
                  <a:lnTo>
                    <a:pt x="18865" y="0"/>
                  </a:lnTo>
                  <a:lnTo>
                    <a:pt x="33496" y="7112"/>
                  </a:lnTo>
                  <a:lnTo>
                    <a:pt x="34064" y="6782"/>
                  </a:lnTo>
                  <a:lnTo>
                    <a:pt x="34462" y="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h6832"/>
            <p:cNvSpPr/>
            <p:nvPr/>
          </p:nvSpPr>
          <p:spPr>
            <a:xfrm>
              <a:off x="9916452" y="1685691"/>
              <a:ext cx="101920" cy="158140"/>
            </a:xfrm>
            <a:custGeom>
              <a:avLst/>
              <a:pathLst>
                <a:path w="101920" h="158140">
                  <a:moveTo>
                    <a:pt x="45281" y="738"/>
                  </a:moveTo>
                  <a:lnTo>
                    <a:pt x="45043" y="6091"/>
                  </a:lnTo>
                  <a:lnTo>
                    <a:pt x="46091" y="6138"/>
                  </a:lnTo>
                  <a:lnTo>
                    <a:pt x="50447" y="6331"/>
                  </a:lnTo>
                  <a:lnTo>
                    <a:pt x="50685" y="949"/>
                  </a:lnTo>
                  <a:lnTo>
                    <a:pt x="59768" y="1328"/>
                  </a:lnTo>
                  <a:lnTo>
                    <a:pt x="58512" y="30854"/>
                  </a:lnTo>
                  <a:lnTo>
                    <a:pt x="68485" y="31285"/>
                  </a:lnTo>
                  <a:lnTo>
                    <a:pt x="71681" y="29233"/>
                  </a:lnTo>
                  <a:lnTo>
                    <a:pt x="79501" y="29470"/>
                  </a:lnTo>
                  <a:lnTo>
                    <a:pt x="79110" y="38452"/>
                  </a:lnTo>
                  <a:lnTo>
                    <a:pt x="82059" y="41955"/>
                  </a:lnTo>
                  <a:lnTo>
                    <a:pt x="86661" y="43719"/>
                  </a:lnTo>
                  <a:lnTo>
                    <a:pt x="85142" y="56282"/>
                  </a:lnTo>
                  <a:lnTo>
                    <a:pt x="88415" y="57009"/>
                  </a:lnTo>
                  <a:lnTo>
                    <a:pt x="88862" y="63790"/>
                  </a:lnTo>
                  <a:lnTo>
                    <a:pt x="91341" y="64425"/>
                  </a:lnTo>
                  <a:lnTo>
                    <a:pt x="94406" y="69326"/>
                  </a:lnTo>
                  <a:lnTo>
                    <a:pt x="98042" y="69455"/>
                  </a:lnTo>
                  <a:lnTo>
                    <a:pt x="98580" y="73395"/>
                  </a:lnTo>
                  <a:lnTo>
                    <a:pt x="98154" y="76629"/>
                  </a:lnTo>
                  <a:lnTo>
                    <a:pt x="92362" y="75679"/>
                  </a:lnTo>
                  <a:lnTo>
                    <a:pt x="89649" y="79000"/>
                  </a:lnTo>
                  <a:lnTo>
                    <a:pt x="88170" y="83324"/>
                  </a:lnTo>
                  <a:lnTo>
                    <a:pt x="87524" y="88272"/>
                  </a:lnTo>
                  <a:lnTo>
                    <a:pt x="88777" y="91986"/>
                  </a:lnTo>
                  <a:lnTo>
                    <a:pt x="88996" y="96034"/>
                  </a:lnTo>
                  <a:lnTo>
                    <a:pt x="96537" y="94649"/>
                  </a:lnTo>
                  <a:lnTo>
                    <a:pt x="96314" y="101042"/>
                  </a:lnTo>
                  <a:lnTo>
                    <a:pt x="101877" y="101296"/>
                  </a:lnTo>
                  <a:lnTo>
                    <a:pt x="101920" y="106359"/>
                  </a:lnTo>
                  <a:lnTo>
                    <a:pt x="88141" y="106423"/>
                  </a:lnTo>
                  <a:lnTo>
                    <a:pt x="82024" y="102656"/>
                  </a:lnTo>
                  <a:lnTo>
                    <a:pt x="77509" y="118343"/>
                  </a:lnTo>
                  <a:lnTo>
                    <a:pt x="83055" y="119788"/>
                  </a:lnTo>
                  <a:lnTo>
                    <a:pt x="83466" y="127850"/>
                  </a:lnTo>
                  <a:lnTo>
                    <a:pt x="68059" y="126751"/>
                  </a:lnTo>
                  <a:lnTo>
                    <a:pt x="69647" y="133037"/>
                  </a:lnTo>
                  <a:lnTo>
                    <a:pt x="67479" y="135924"/>
                  </a:lnTo>
                  <a:lnTo>
                    <a:pt x="60527" y="136709"/>
                  </a:lnTo>
                  <a:lnTo>
                    <a:pt x="62329" y="139309"/>
                  </a:lnTo>
                  <a:lnTo>
                    <a:pt x="62817" y="141368"/>
                  </a:lnTo>
                  <a:lnTo>
                    <a:pt x="59021" y="139772"/>
                  </a:lnTo>
                  <a:lnTo>
                    <a:pt x="54409" y="140384"/>
                  </a:lnTo>
                  <a:lnTo>
                    <a:pt x="53588" y="142300"/>
                  </a:lnTo>
                  <a:lnTo>
                    <a:pt x="55261" y="145129"/>
                  </a:lnTo>
                  <a:lnTo>
                    <a:pt x="57572" y="143782"/>
                  </a:lnTo>
                  <a:lnTo>
                    <a:pt x="59558" y="146435"/>
                  </a:lnTo>
                  <a:lnTo>
                    <a:pt x="58923" y="149893"/>
                  </a:lnTo>
                  <a:lnTo>
                    <a:pt x="39258" y="149634"/>
                  </a:lnTo>
                  <a:lnTo>
                    <a:pt x="41911" y="154406"/>
                  </a:lnTo>
                  <a:lnTo>
                    <a:pt x="39091" y="158140"/>
                  </a:lnTo>
                  <a:lnTo>
                    <a:pt x="29000" y="153773"/>
                  </a:lnTo>
                  <a:lnTo>
                    <a:pt x="27296" y="154519"/>
                  </a:lnTo>
                  <a:lnTo>
                    <a:pt x="26821" y="156315"/>
                  </a:lnTo>
                  <a:lnTo>
                    <a:pt x="24514" y="156706"/>
                  </a:lnTo>
                  <a:lnTo>
                    <a:pt x="22768" y="156598"/>
                  </a:lnTo>
                  <a:lnTo>
                    <a:pt x="15164" y="153632"/>
                  </a:lnTo>
                  <a:lnTo>
                    <a:pt x="15299" y="150789"/>
                  </a:lnTo>
                  <a:lnTo>
                    <a:pt x="11469" y="149394"/>
                  </a:lnTo>
                  <a:lnTo>
                    <a:pt x="9179" y="147526"/>
                  </a:lnTo>
                  <a:lnTo>
                    <a:pt x="9105" y="143975"/>
                  </a:lnTo>
                  <a:lnTo>
                    <a:pt x="5692" y="136635"/>
                  </a:lnTo>
                  <a:lnTo>
                    <a:pt x="3093" y="132854"/>
                  </a:lnTo>
                  <a:lnTo>
                    <a:pt x="4366" y="126825"/>
                  </a:lnTo>
                  <a:lnTo>
                    <a:pt x="2363" y="110744"/>
                  </a:lnTo>
                  <a:lnTo>
                    <a:pt x="5394" y="103964"/>
                  </a:lnTo>
                  <a:lnTo>
                    <a:pt x="2462" y="98554"/>
                  </a:lnTo>
                  <a:lnTo>
                    <a:pt x="686" y="99602"/>
                  </a:lnTo>
                  <a:lnTo>
                    <a:pt x="0" y="95051"/>
                  </a:lnTo>
                  <a:lnTo>
                    <a:pt x="2856" y="86927"/>
                  </a:lnTo>
                  <a:lnTo>
                    <a:pt x="7883" y="87362"/>
                  </a:lnTo>
                  <a:lnTo>
                    <a:pt x="9412" y="82646"/>
                  </a:lnTo>
                  <a:lnTo>
                    <a:pt x="5272" y="63472"/>
                  </a:lnTo>
                  <a:lnTo>
                    <a:pt x="8316" y="61453"/>
                  </a:lnTo>
                  <a:lnTo>
                    <a:pt x="13112" y="61097"/>
                  </a:lnTo>
                  <a:lnTo>
                    <a:pt x="15148" y="59731"/>
                  </a:lnTo>
                  <a:lnTo>
                    <a:pt x="12731" y="58653"/>
                  </a:lnTo>
                  <a:lnTo>
                    <a:pt x="11506" y="54359"/>
                  </a:lnTo>
                  <a:lnTo>
                    <a:pt x="13964" y="49154"/>
                  </a:lnTo>
                  <a:lnTo>
                    <a:pt x="13811" y="44516"/>
                  </a:lnTo>
                  <a:lnTo>
                    <a:pt x="16747" y="40702"/>
                  </a:lnTo>
                  <a:lnTo>
                    <a:pt x="12795" y="33858"/>
                  </a:lnTo>
                  <a:lnTo>
                    <a:pt x="19749" y="33998"/>
                  </a:lnTo>
                  <a:lnTo>
                    <a:pt x="25252" y="32023"/>
                  </a:lnTo>
                  <a:lnTo>
                    <a:pt x="25941" y="30241"/>
                  </a:lnTo>
                  <a:lnTo>
                    <a:pt x="25529" y="24858"/>
                  </a:lnTo>
                  <a:lnTo>
                    <a:pt x="19234" y="24453"/>
                  </a:lnTo>
                  <a:lnTo>
                    <a:pt x="16388" y="23223"/>
                  </a:lnTo>
                  <a:lnTo>
                    <a:pt x="15894" y="20232"/>
                  </a:lnTo>
                  <a:lnTo>
                    <a:pt x="18933" y="18444"/>
                  </a:lnTo>
                  <a:lnTo>
                    <a:pt x="17594" y="14659"/>
                  </a:lnTo>
                  <a:lnTo>
                    <a:pt x="18242" y="14052"/>
                  </a:lnTo>
                  <a:lnTo>
                    <a:pt x="20602" y="12823"/>
                  </a:lnTo>
                  <a:lnTo>
                    <a:pt x="22835" y="12626"/>
                  </a:lnTo>
                  <a:lnTo>
                    <a:pt x="23801" y="9456"/>
                  </a:lnTo>
                  <a:lnTo>
                    <a:pt x="2989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h6833"/>
            <p:cNvSpPr/>
            <p:nvPr/>
          </p:nvSpPr>
          <p:spPr>
            <a:xfrm>
              <a:off x="10276421" y="2032097"/>
              <a:ext cx="59024" cy="64370"/>
            </a:xfrm>
            <a:custGeom>
              <a:avLst/>
              <a:pathLst>
                <a:path w="59024" h="64370">
                  <a:moveTo>
                    <a:pt x="24170" y="325"/>
                  </a:moveTo>
                  <a:lnTo>
                    <a:pt x="26697" y="5781"/>
                  </a:lnTo>
                  <a:lnTo>
                    <a:pt x="27600" y="10313"/>
                  </a:lnTo>
                  <a:lnTo>
                    <a:pt x="22711" y="12002"/>
                  </a:lnTo>
                  <a:lnTo>
                    <a:pt x="22671" y="13613"/>
                  </a:lnTo>
                  <a:lnTo>
                    <a:pt x="27079" y="18916"/>
                  </a:lnTo>
                  <a:lnTo>
                    <a:pt x="27608" y="23478"/>
                  </a:lnTo>
                  <a:lnTo>
                    <a:pt x="29767" y="24704"/>
                  </a:lnTo>
                  <a:lnTo>
                    <a:pt x="31905" y="22467"/>
                  </a:lnTo>
                  <a:lnTo>
                    <a:pt x="38795" y="33989"/>
                  </a:lnTo>
                  <a:lnTo>
                    <a:pt x="41265" y="34626"/>
                  </a:lnTo>
                  <a:lnTo>
                    <a:pt x="45375" y="38644"/>
                  </a:lnTo>
                  <a:lnTo>
                    <a:pt x="54290" y="38362"/>
                  </a:lnTo>
                  <a:lnTo>
                    <a:pt x="57819" y="54274"/>
                  </a:lnTo>
                  <a:lnTo>
                    <a:pt x="59024" y="55905"/>
                  </a:lnTo>
                  <a:lnTo>
                    <a:pt x="58718" y="57534"/>
                  </a:lnTo>
                  <a:lnTo>
                    <a:pt x="55672" y="57223"/>
                  </a:lnTo>
                  <a:lnTo>
                    <a:pt x="56062" y="54961"/>
                  </a:lnTo>
                  <a:lnTo>
                    <a:pt x="52939" y="54581"/>
                  </a:lnTo>
                  <a:lnTo>
                    <a:pt x="39504" y="57636"/>
                  </a:lnTo>
                  <a:lnTo>
                    <a:pt x="38504" y="53453"/>
                  </a:lnTo>
                  <a:lnTo>
                    <a:pt x="30520" y="55306"/>
                  </a:lnTo>
                  <a:lnTo>
                    <a:pt x="31715" y="59441"/>
                  </a:lnTo>
                  <a:lnTo>
                    <a:pt x="28207" y="60358"/>
                  </a:lnTo>
                  <a:lnTo>
                    <a:pt x="25085" y="64370"/>
                  </a:lnTo>
                  <a:lnTo>
                    <a:pt x="21756" y="51669"/>
                  </a:lnTo>
                  <a:lnTo>
                    <a:pt x="22598" y="50523"/>
                  </a:lnTo>
                  <a:lnTo>
                    <a:pt x="21974" y="45174"/>
                  </a:lnTo>
                  <a:lnTo>
                    <a:pt x="12711" y="42631"/>
                  </a:lnTo>
                  <a:lnTo>
                    <a:pt x="13453" y="41219"/>
                  </a:lnTo>
                  <a:lnTo>
                    <a:pt x="18105" y="42166"/>
                  </a:lnTo>
                  <a:lnTo>
                    <a:pt x="19600" y="38590"/>
                  </a:lnTo>
                  <a:lnTo>
                    <a:pt x="14374" y="36484"/>
                  </a:lnTo>
                  <a:lnTo>
                    <a:pt x="12841" y="37888"/>
                  </a:lnTo>
                  <a:lnTo>
                    <a:pt x="9621" y="33140"/>
                  </a:lnTo>
                  <a:lnTo>
                    <a:pt x="7521" y="33342"/>
                  </a:lnTo>
                  <a:lnTo>
                    <a:pt x="4717" y="28701"/>
                  </a:lnTo>
                  <a:lnTo>
                    <a:pt x="2015" y="21551"/>
                  </a:lnTo>
                  <a:lnTo>
                    <a:pt x="952" y="21322"/>
                  </a:lnTo>
                  <a:lnTo>
                    <a:pt x="0" y="17744"/>
                  </a:lnTo>
                  <a:lnTo>
                    <a:pt x="1268" y="13612"/>
                  </a:lnTo>
                  <a:lnTo>
                    <a:pt x="4005" y="10127"/>
                  </a:lnTo>
                  <a:lnTo>
                    <a:pt x="2376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h6834"/>
            <p:cNvSpPr/>
            <p:nvPr/>
          </p:nvSpPr>
          <p:spPr>
            <a:xfrm>
              <a:off x="10252715" y="1838569"/>
              <a:ext cx="100041" cy="71661"/>
            </a:xfrm>
            <a:custGeom>
              <a:avLst/>
              <a:pathLst>
                <a:path w="100041" h="71661">
                  <a:moveTo>
                    <a:pt x="52256" y="5846"/>
                  </a:moveTo>
                  <a:lnTo>
                    <a:pt x="69891" y="1433"/>
                  </a:lnTo>
                  <a:lnTo>
                    <a:pt x="69832" y="5500"/>
                  </a:lnTo>
                  <a:lnTo>
                    <a:pt x="72796" y="4489"/>
                  </a:lnTo>
                  <a:lnTo>
                    <a:pt x="78969" y="4403"/>
                  </a:lnTo>
                  <a:lnTo>
                    <a:pt x="79776" y="7244"/>
                  </a:lnTo>
                  <a:lnTo>
                    <a:pt x="83649" y="9055"/>
                  </a:lnTo>
                  <a:lnTo>
                    <a:pt x="89298" y="7750"/>
                  </a:lnTo>
                  <a:lnTo>
                    <a:pt x="91328" y="11379"/>
                  </a:lnTo>
                  <a:lnTo>
                    <a:pt x="96425" y="9445"/>
                  </a:lnTo>
                  <a:lnTo>
                    <a:pt x="96379" y="12933"/>
                  </a:lnTo>
                  <a:lnTo>
                    <a:pt x="96290" y="17152"/>
                  </a:lnTo>
                  <a:lnTo>
                    <a:pt x="97314" y="17229"/>
                  </a:lnTo>
                  <a:lnTo>
                    <a:pt x="100041" y="23603"/>
                  </a:lnTo>
                  <a:lnTo>
                    <a:pt x="96512" y="23483"/>
                  </a:lnTo>
                  <a:lnTo>
                    <a:pt x="92996" y="26647"/>
                  </a:lnTo>
                  <a:lnTo>
                    <a:pt x="93252" y="28767"/>
                  </a:lnTo>
                  <a:lnTo>
                    <a:pt x="85186" y="30785"/>
                  </a:lnTo>
                  <a:lnTo>
                    <a:pt x="85004" y="35628"/>
                  </a:lnTo>
                  <a:lnTo>
                    <a:pt x="89727" y="34570"/>
                  </a:lnTo>
                  <a:lnTo>
                    <a:pt x="90102" y="35958"/>
                  </a:lnTo>
                  <a:lnTo>
                    <a:pt x="87710" y="39864"/>
                  </a:lnTo>
                  <a:lnTo>
                    <a:pt x="85818" y="55042"/>
                  </a:lnTo>
                  <a:lnTo>
                    <a:pt x="74947" y="70958"/>
                  </a:lnTo>
                  <a:lnTo>
                    <a:pt x="71548" y="71661"/>
                  </a:lnTo>
                  <a:lnTo>
                    <a:pt x="71144" y="70916"/>
                  </a:lnTo>
                  <a:lnTo>
                    <a:pt x="67362" y="70536"/>
                  </a:lnTo>
                  <a:lnTo>
                    <a:pt x="66996" y="67799"/>
                  </a:lnTo>
                  <a:lnTo>
                    <a:pt x="65052" y="64410"/>
                  </a:lnTo>
                  <a:lnTo>
                    <a:pt x="58543" y="61873"/>
                  </a:lnTo>
                  <a:lnTo>
                    <a:pt x="58264" y="65682"/>
                  </a:lnTo>
                  <a:lnTo>
                    <a:pt x="45357" y="67375"/>
                  </a:lnTo>
                  <a:lnTo>
                    <a:pt x="42964" y="61780"/>
                  </a:lnTo>
                  <a:lnTo>
                    <a:pt x="44545" y="61644"/>
                  </a:lnTo>
                  <a:lnTo>
                    <a:pt x="44093" y="61152"/>
                  </a:lnTo>
                  <a:lnTo>
                    <a:pt x="36655" y="58074"/>
                  </a:lnTo>
                  <a:lnTo>
                    <a:pt x="24984" y="61828"/>
                  </a:lnTo>
                  <a:lnTo>
                    <a:pt x="21859" y="63870"/>
                  </a:lnTo>
                  <a:lnTo>
                    <a:pt x="14796" y="61194"/>
                  </a:lnTo>
                  <a:lnTo>
                    <a:pt x="14014" y="60093"/>
                  </a:lnTo>
                  <a:lnTo>
                    <a:pt x="14515" y="57937"/>
                  </a:lnTo>
                  <a:lnTo>
                    <a:pt x="6335" y="50785"/>
                  </a:lnTo>
                  <a:lnTo>
                    <a:pt x="7039" y="49436"/>
                  </a:lnTo>
                  <a:lnTo>
                    <a:pt x="5933" y="43252"/>
                  </a:lnTo>
                  <a:lnTo>
                    <a:pt x="1854" y="40310"/>
                  </a:lnTo>
                  <a:lnTo>
                    <a:pt x="3666" y="39035"/>
                  </a:lnTo>
                  <a:lnTo>
                    <a:pt x="3953" y="32787"/>
                  </a:lnTo>
                  <a:lnTo>
                    <a:pt x="0" y="30839"/>
                  </a:lnTo>
                  <a:lnTo>
                    <a:pt x="3628" y="23940"/>
                  </a:lnTo>
                  <a:lnTo>
                    <a:pt x="12143" y="19320"/>
                  </a:lnTo>
                  <a:lnTo>
                    <a:pt x="11663" y="14712"/>
                  </a:lnTo>
                  <a:lnTo>
                    <a:pt x="17850" y="12884"/>
                  </a:lnTo>
                  <a:lnTo>
                    <a:pt x="19593" y="9832"/>
                  </a:lnTo>
                  <a:lnTo>
                    <a:pt x="23429" y="7251"/>
                  </a:lnTo>
                  <a:lnTo>
                    <a:pt x="25001" y="5413"/>
                  </a:lnTo>
                  <a:lnTo>
                    <a:pt x="25525" y="3456"/>
                  </a:lnTo>
                  <a:lnTo>
                    <a:pt x="27435" y="2097"/>
                  </a:lnTo>
                  <a:lnTo>
                    <a:pt x="31585" y="4388"/>
                  </a:lnTo>
                  <a:lnTo>
                    <a:pt x="32839" y="6897"/>
                  </a:lnTo>
                  <a:lnTo>
                    <a:pt x="39002" y="3307"/>
                  </a:lnTo>
                  <a:lnTo>
                    <a:pt x="41131" y="9065"/>
                  </a:lnTo>
                  <a:lnTo>
                    <a:pt x="4647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h6835"/>
            <p:cNvSpPr/>
            <p:nvPr/>
          </p:nvSpPr>
          <p:spPr>
            <a:xfrm>
              <a:off x="9904992" y="1525506"/>
              <a:ext cx="104280" cy="139331"/>
            </a:xfrm>
            <a:custGeom>
              <a:avLst/>
              <a:pathLst>
                <a:path w="104280" h="139331">
                  <a:moveTo>
                    <a:pt x="79672" y="2437"/>
                  </a:moveTo>
                  <a:lnTo>
                    <a:pt x="79033" y="16924"/>
                  </a:lnTo>
                  <a:lnTo>
                    <a:pt x="82654" y="19392"/>
                  </a:lnTo>
                  <a:lnTo>
                    <a:pt x="89930" y="30174"/>
                  </a:lnTo>
                  <a:lnTo>
                    <a:pt x="87534" y="31982"/>
                  </a:lnTo>
                  <a:lnTo>
                    <a:pt x="88117" y="37241"/>
                  </a:lnTo>
                  <a:lnTo>
                    <a:pt x="94978" y="37623"/>
                  </a:lnTo>
                  <a:lnTo>
                    <a:pt x="98202" y="38693"/>
                  </a:lnTo>
                  <a:lnTo>
                    <a:pt x="98136" y="50924"/>
                  </a:lnTo>
                  <a:lnTo>
                    <a:pt x="99677" y="51992"/>
                  </a:lnTo>
                  <a:lnTo>
                    <a:pt x="101100" y="56309"/>
                  </a:lnTo>
                  <a:lnTo>
                    <a:pt x="100398" y="59489"/>
                  </a:lnTo>
                  <a:lnTo>
                    <a:pt x="98819" y="60521"/>
                  </a:lnTo>
                  <a:lnTo>
                    <a:pt x="100214" y="66014"/>
                  </a:lnTo>
                  <a:lnTo>
                    <a:pt x="100869" y="71371"/>
                  </a:lnTo>
                  <a:lnTo>
                    <a:pt x="104280" y="84147"/>
                  </a:lnTo>
                  <a:lnTo>
                    <a:pt x="93767" y="84953"/>
                  </a:lnTo>
                  <a:lnTo>
                    <a:pt x="94005" y="83438"/>
                  </a:lnTo>
                  <a:lnTo>
                    <a:pt x="91876" y="81387"/>
                  </a:lnTo>
                  <a:lnTo>
                    <a:pt x="86446" y="81771"/>
                  </a:lnTo>
                  <a:lnTo>
                    <a:pt x="86662" y="83524"/>
                  </a:lnTo>
                  <a:lnTo>
                    <a:pt x="90135" y="87769"/>
                  </a:lnTo>
                  <a:lnTo>
                    <a:pt x="89771" y="90103"/>
                  </a:lnTo>
                  <a:lnTo>
                    <a:pt x="88199" y="91255"/>
                  </a:lnTo>
                  <a:lnTo>
                    <a:pt x="82339" y="93310"/>
                  </a:lnTo>
                  <a:lnTo>
                    <a:pt x="79493" y="95220"/>
                  </a:lnTo>
                  <a:lnTo>
                    <a:pt x="79366" y="98426"/>
                  </a:lnTo>
                  <a:lnTo>
                    <a:pt x="77326" y="99224"/>
                  </a:lnTo>
                  <a:lnTo>
                    <a:pt x="72991" y="104736"/>
                  </a:lnTo>
                  <a:lnTo>
                    <a:pt x="73981" y="106306"/>
                  </a:lnTo>
                  <a:lnTo>
                    <a:pt x="75834" y="107361"/>
                  </a:lnTo>
                  <a:lnTo>
                    <a:pt x="77834" y="107283"/>
                  </a:lnTo>
                  <a:lnTo>
                    <a:pt x="78309" y="108460"/>
                  </a:lnTo>
                  <a:lnTo>
                    <a:pt x="73731" y="112456"/>
                  </a:lnTo>
                  <a:lnTo>
                    <a:pt x="74190" y="114414"/>
                  </a:lnTo>
                  <a:lnTo>
                    <a:pt x="75843" y="115686"/>
                  </a:lnTo>
                  <a:lnTo>
                    <a:pt x="75444" y="117116"/>
                  </a:lnTo>
                  <a:lnTo>
                    <a:pt x="69889" y="116582"/>
                  </a:lnTo>
                  <a:lnTo>
                    <a:pt x="65685" y="114579"/>
                  </a:lnTo>
                  <a:lnTo>
                    <a:pt x="61754" y="114871"/>
                  </a:lnTo>
                  <a:lnTo>
                    <a:pt x="58633" y="116437"/>
                  </a:lnTo>
                  <a:lnTo>
                    <a:pt x="57516" y="119984"/>
                  </a:lnTo>
                  <a:lnTo>
                    <a:pt x="53972" y="121050"/>
                  </a:lnTo>
                  <a:lnTo>
                    <a:pt x="50907" y="120018"/>
                  </a:lnTo>
                  <a:lnTo>
                    <a:pt x="50124" y="124965"/>
                  </a:lnTo>
                  <a:lnTo>
                    <a:pt x="46583" y="124559"/>
                  </a:lnTo>
                  <a:lnTo>
                    <a:pt x="43651" y="129246"/>
                  </a:lnTo>
                  <a:lnTo>
                    <a:pt x="42815" y="139331"/>
                  </a:lnTo>
                  <a:lnTo>
                    <a:pt x="31460" y="132061"/>
                  </a:lnTo>
                  <a:lnTo>
                    <a:pt x="31529" y="124597"/>
                  </a:lnTo>
                  <a:lnTo>
                    <a:pt x="38593" y="128711"/>
                  </a:lnTo>
                  <a:lnTo>
                    <a:pt x="39552" y="126731"/>
                  </a:lnTo>
                  <a:lnTo>
                    <a:pt x="35921" y="120091"/>
                  </a:lnTo>
                  <a:lnTo>
                    <a:pt x="31571" y="119550"/>
                  </a:lnTo>
                  <a:lnTo>
                    <a:pt x="31991" y="115433"/>
                  </a:lnTo>
                  <a:lnTo>
                    <a:pt x="29234" y="110258"/>
                  </a:lnTo>
                  <a:lnTo>
                    <a:pt x="32980" y="108169"/>
                  </a:lnTo>
                  <a:lnTo>
                    <a:pt x="34150" y="104696"/>
                  </a:lnTo>
                  <a:lnTo>
                    <a:pt x="27847" y="104039"/>
                  </a:lnTo>
                  <a:lnTo>
                    <a:pt x="28653" y="103817"/>
                  </a:lnTo>
                  <a:lnTo>
                    <a:pt x="28437" y="97611"/>
                  </a:lnTo>
                  <a:lnTo>
                    <a:pt x="25984" y="93558"/>
                  </a:lnTo>
                  <a:lnTo>
                    <a:pt x="21978" y="90284"/>
                  </a:lnTo>
                  <a:lnTo>
                    <a:pt x="11404" y="87232"/>
                  </a:lnTo>
                  <a:lnTo>
                    <a:pt x="6788" y="84269"/>
                  </a:lnTo>
                  <a:lnTo>
                    <a:pt x="8149" y="76552"/>
                  </a:lnTo>
                  <a:lnTo>
                    <a:pt x="6251" y="72871"/>
                  </a:lnTo>
                  <a:lnTo>
                    <a:pt x="3050" y="70307"/>
                  </a:lnTo>
                  <a:lnTo>
                    <a:pt x="0" y="70453"/>
                  </a:lnTo>
                  <a:lnTo>
                    <a:pt x="1542" y="66117"/>
                  </a:lnTo>
                  <a:lnTo>
                    <a:pt x="2546" y="55013"/>
                  </a:lnTo>
                  <a:lnTo>
                    <a:pt x="1927" y="50048"/>
                  </a:lnTo>
                  <a:lnTo>
                    <a:pt x="16051" y="51141"/>
                  </a:lnTo>
                  <a:lnTo>
                    <a:pt x="16536" y="39062"/>
                  </a:lnTo>
                  <a:lnTo>
                    <a:pt x="28878" y="39505"/>
                  </a:lnTo>
                  <a:lnTo>
                    <a:pt x="28973" y="36173"/>
                  </a:lnTo>
                  <a:lnTo>
                    <a:pt x="21945" y="35830"/>
                  </a:lnTo>
                  <a:lnTo>
                    <a:pt x="22356" y="31535"/>
                  </a:lnTo>
                  <a:lnTo>
                    <a:pt x="20523" y="27516"/>
                  </a:lnTo>
                  <a:lnTo>
                    <a:pt x="14123" y="24449"/>
                  </a:lnTo>
                  <a:lnTo>
                    <a:pt x="12907" y="23175"/>
                  </a:lnTo>
                  <a:lnTo>
                    <a:pt x="14197" y="19178"/>
                  </a:lnTo>
                  <a:lnTo>
                    <a:pt x="17424" y="16492"/>
                  </a:lnTo>
                  <a:lnTo>
                    <a:pt x="12971" y="16021"/>
                  </a:lnTo>
                  <a:lnTo>
                    <a:pt x="11834" y="13103"/>
                  </a:lnTo>
                  <a:lnTo>
                    <a:pt x="7651" y="14883"/>
                  </a:lnTo>
                  <a:lnTo>
                    <a:pt x="7033" y="14180"/>
                  </a:lnTo>
                  <a:lnTo>
                    <a:pt x="7990" y="12160"/>
                  </a:lnTo>
                  <a:lnTo>
                    <a:pt x="9976" y="10626"/>
                  </a:lnTo>
                  <a:lnTo>
                    <a:pt x="16428" y="10908"/>
                  </a:lnTo>
                  <a:lnTo>
                    <a:pt x="2327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h6836"/>
            <p:cNvSpPr/>
            <p:nvPr/>
          </p:nvSpPr>
          <p:spPr>
            <a:xfrm>
              <a:off x="9995563" y="1684364"/>
              <a:ext cx="66573" cy="76080"/>
            </a:xfrm>
            <a:custGeom>
              <a:avLst/>
              <a:pathLst>
                <a:path w="66573" h="76080">
                  <a:moveTo>
                    <a:pt x="17108" y="0"/>
                  </a:moveTo>
                  <a:lnTo>
                    <a:pt x="25453" y="1417"/>
                  </a:lnTo>
                  <a:lnTo>
                    <a:pt x="25350" y="9869"/>
                  </a:lnTo>
                  <a:lnTo>
                    <a:pt x="40407" y="10524"/>
                  </a:lnTo>
                  <a:lnTo>
                    <a:pt x="47581" y="16880"/>
                  </a:lnTo>
                  <a:lnTo>
                    <a:pt x="47724" y="19147"/>
                  </a:lnTo>
                  <a:lnTo>
                    <a:pt x="49806" y="21266"/>
                  </a:lnTo>
                  <a:lnTo>
                    <a:pt x="52618" y="21048"/>
                  </a:lnTo>
                  <a:lnTo>
                    <a:pt x="56100" y="26024"/>
                  </a:lnTo>
                  <a:lnTo>
                    <a:pt x="53943" y="32389"/>
                  </a:lnTo>
                  <a:lnTo>
                    <a:pt x="60059" y="30879"/>
                  </a:lnTo>
                  <a:lnTo>
                    <a:pt x="60574" y="32110"/>
                  </a:lnTo>
                  <a:lnTo>
                    <a:pt x="60436" y="36561"/>
                  </a:lnTo>
                  <a:lnTo>
                    <a:pt x="63494" y="41318"/>
                  </a:lnTo>
                  <a:lnTo>
                    <a:pt x="63635" y="44831"/>
                  </a:lnTo>
                  <a:lnTo>
                    <a:pt x="62379" y="48826"/>
                  </a:lnTo>
                  <a:lnTo>
                    <a:pt x="65944" y="48480"/>
                  </a:lnTo>
                  <a:lnTo>
                    <a:pt x="66573" y="54196"/>
                  </a:lnTo>
                  <a:lnTo>
                    <a:pt x="64088" y="65079"/>
                  </a:lnTo>
                  <a:lnTo>
                    <a:pt x="58535" y="65646"/>
                  </a:lnTo>
                  <a:lnTo>
                    <a:pt x="50841" y="69606"/>
                  </a:lnTo>
                  <a:lnTo>
                    <a:pt x="46847" y="67886"/>
                  </a:lnTo>
                  <a:lnTo>
                    <a:pt x="44886" y="75487"/>
                  </a:lnTo>
                  <a:lnTo>
                    <a:pt x="42638" y="76080"/>
                  </a:lnTo>
                  <a:lnTo>
                    <a:pt x="31217" y="71745"/>
                  </a:lnTo>
                  <a:lnTo>
                    <a:pt x="30394" y="67476"/>
                  </a:lnTo>
                  <a:lnTo>
                    <a:pt x="25153" y="67081"/>
                  </a:lnTo>
                  <a:lnTo>
                    <a:pt x="25577" y="67715"/>
                  </a:lnTo>
                  <a:lnTo>
                    <a:pt x="24880" y="68443"/>
                  </a:lnTo>
                  <a:lnTo>
                    <a:pt x="20456" y="60714"/>
                  </a:lnTo>
                  <a:lnTo>
                    <a:pt x="12730" y="62709"/>
                  </a:lnTo>
                  <a:lnTo>
                    <a:pt x="11442" y="64218"/>
                  </a:lnTo>
                  <a:lnTo>
                    <a:pt x="12231" y="65751"/>
                  </a:lnTo>
                  <a:lnTo>
                    <a:pt x="9752" y="65117"/>
                  </a:lnTo>
                  <a:lnTo>
                    <a:pt x="9304" y="58336"/>
                  </a:lnTo>
                  <a:lnTo>
                    <a:pt x="6032" y="57609"/>
                  </a:lnTo>
                  <a:lnTo>
                    <a:pt x="7550" y="45046"/>
                  </a:lnTo>
                  <a:lnTo>
                    <a:pt x="2948" y="43282"/>
                  </a:lnTo>
                  <a:lnTo>
                    <a:pt x="0" y="39778"/>
                  </a:lnTo>
                  <a:lnTo>
                    <a:pt x="391" y="30797"/>
                  </a:lnTo>
                  <a:lnTo>
                    <a:pt x="524" y="25135"/>
                  </a:lnTo>
                  <a:lnTo>
                    <a:pt x="3179" y="20065"/>
                  </a:lnTo>
                  <a:lnTo>
                    <a:pt x="4674" y="13280"/>
                  </a:lnTo>
                  <a:lnTo>
                    <a:pt x="4812" y="10263"/>
                  </a:lnTo>
                  <a:lnTo>
                    <a:pt x="2392" y="2845"/>
                  </a:lnTo>
                  <a:lnTo>
                    <a:pt x="5240" y="1310"/>
                  </a:lnTo>
                  <a:lnTo>
                    <a:pt x="9490" y="1409"/>
                  </a:lnTo>
                  <a:lnTo>
                    <a:pt x="11711" y="2409"/>
                  </a:lnTo>
                  <a:lnTo>
                    <a:pt x="14220" y="3537"/>
                  </a:lnTo>
                  <a:lnTo>
                    <a:pt x="14921" y="122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h6837"/>
            <p:cNvSpPr/>
            <p:nvPr/>
          </p:nvSpPr>
          <p:spPr>
            <a:xfrm>
              <a:off x="10172084" y="2019973"/>
              <a:ext cx="35131" cy="50571"/>
            </a:xfrm>
            <a:custGeom>
              <a:avLst/>
              <a:pathLst>
                <a:path w="35131" h="50571">
                  <a:moveTo>
                    <a:pt x="19185" y="1715"/>
                  </a:moveTo>
                  <a:lnTo>
                    <a:pt x="24460" y="6364"/>
                  </a:lnTo>
                  <a:lnTo>
                    <a:pt x="28691" y="5410"/>
                  </a:lnTo>
                  <a:lnTo>
                    <a:pt x="31081" y="6384"/>
                  </a:lnTo>
                  <a:lnTo>
                    <a:pt x="32624" y="6457"/>
                  </a:lnTo>
                  <a:lnTo>
                    <a:pt x="34310" y="7520"/>
                  </a:lnTo>
                  <a:lnTo>
                    <a:pt x="35131" y="9982"/>
                  </a:lnTo>
                  <a:lnTo>
                    <a:pt x="32227" y="13047"/>
                  </a:lnTo>
                  <a:lnTo>
                    <a:pt x="30036" y="18704"/>
                  </a:lnTo>
                  <a:lnTo>
                    <a:pt x="32041" y="27802"/>
                  </a:lnTo>
                  <a:lnTo>
                    <a:pt x="31210" y="32774"/>
                  </a:lnTo>
                  <a:lnTo>
                    <a:pt x="32619" y="35102"/>
                  </a:lnTo>
                  <a:lnTo>
                    <a:pt x="30590" y="36815"/>
                  </a:lnTo>
                  <a:lnTo>
                    <a:pt x="27321" y="42600"/>
                  </a:lnTo>
                  <a:lnTo>
                    <a:pt x="25276" y="49441"/>
                  </a:lnTo>
                  <a:lnTo>
                    <a:pt x="23526" y="50571"/>
                  </a:lnTo>
                  <a:lnTo>
                    <a:pt x="19156" y="49441"/>
                  </a:lnTo>
                  <a:lnTo>
                    <a:pt x="15485" y="41993"/>
                  </a:lnTo>
                  <a:lnTo>
                    <a:pt x="12597" y="42817"/>
                  </a:lnTo>
                  <a:lnTo>
                    <a:pt x="9376" y="41463"/>
                  </a:lnTo>
                  <a:lnTo>
                    <a:pt x="10765" y="38448"/>
                  </a:lnTo>
                  <a:lnTo>
                    <a:pt x="8251" y="34985"/>
                  </a:lnTo>
                  <a:lnTo>
                    <a:pt x="3195" y="35977"/>
                  </a:lnTo>
                  <a:lnTo>
                    <a:pt x="0" y="29204"/>
                  </a:lnTo>
                  <a:lnTo>
                    <a:pt x="1118" y="27290"/>
                  </a:lnTo>
                  <a:lnTo>
                    <a:pt x="1916" y="19397"/>
                  </a:lnTo>
                  <a:lnTo>
                    <a:pt x="6231" y="15922"/>
                  </a:lnTo>
                  <a:lnTo>
                    <a:pt x="7963" y="16167"/>
                  </a:lnTo>
                  <a:lnTo>
                    <a:pt x="11219" y="15310"/>
                  </a:lnTo>
                  <a:lnTo>
                    <a:pt x="15984" y="12001"/>
                  </a:lnTo>
                  <a:lnTo>
                    <a:pt x="14319" y="5942"/>
                  </a:lnTo>
                  <a:lnTo>
                    <a:pt x="140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h6838"/>
            <p:cNvSpPr/>
            <p:nvPr/>
          </p:nvSpPr>
          <p:spPr>
            <a:xfrm>
              <a:off x="9931544" y="1777678"/>
              <a:ext cx="108688" cy="112324"/>
            </a:xfrm>
            <a:custGeom>
              <a:avLst/>
              <a:pathLst>
                <a:path w="108688" h="112324">
                  <a:moveTo>
                    <a:pt x="80545" y="471"/>
                  </a:moveTo>
                  <a:lnTo>
                    <a:pt x="82984" y="3849"/>
                  </a:lnTo>
                  <a:lnTo>
                    <a:pt x="88911" y="3200"/>
                  </a:lnTo>
                  <a:lnTo>
                    <a:pt x="92165" y="4230"/>
                  </a:lnTo>
                  <a:lnTo>
                    <a:pt x="95142" y="7614"/>
                  </a:lnTo>
                  <a:lnTo>
                    <a:pt x="94147" y="11188"/>
                  </a:lnTo>
                  <a:lnTo>
                    <a:pt x="95216" y="12284"/>
                  </a:lnTo>
                  <a:lnTo>
                    <a:pt x="100631" y="13447"/>
                  </a:lnTo>
                  <a:lnTo>
                    <a:pt x="105601" y="10687"/>
                  </a:lnTo>
                  <a:lnTo>
                    <a:pt x="104297" y="16454"/>
                  </a:lnTo>
                  <a:lnTo>
                    <a:pt x="101504" y="20414"/>
                  </a:lnTo>
                  <a:lnTo>
                    <a:pt x="106465" y="23781"/>
                  </a:lnTo>
                  <a:lnTo>
                    <a:pt x="108098" y="26756"/>
                  </a:lnTo>
                  <a:lnTo>
                    <a:pt x="107029" y="32070"/>
                  </a:lnTo>
                  <a:lnTo>
                    <a:pt x="108688" y="35181"/>
                  </a:lnTo>
                  <a:lnTo>
                    <a:pt x="105302" y="38004"/>
                  </a:lnTo>
                  <a:lnTo>
                    <a:pt x="98738" y="36489"/>
                  </a:lnTo>
                  <a:lnTo>
                    <a:pt x="97122" y="34879"/>
                  </a:lnTo>
                  <a:lnTo>
                    <a:pt x="92356" y="34050"/>
                  </a:lnTo>
                  <a:lnTo>
                    <a:pt x="83650" y="39867"/>
                  </a:lnTo>
                  <a:lnTo>
                    <a:pt x="85497" y="45076"/>
                  </a:lnTo>
                  <a:lnTo>
                    <a:pt x="80296" y="45157"/>
                  </a:lnTo>
                  <a:lnTo>
                    <a:pt x="81410" y="41746"/>
                  </a:lnTo>
                  <a:lnTo>
                    <a:pt x="80411" y="41384"/>
                  </a:lnTo>
                  <a:lnTo>
                    <a:pt x="75281" y="48586"/>
                  </a:lnTo>
                  <a:lnTo>
                    <a:pt x="77114" y="49935"/>
                  </a:lnTo>
                  <a:lnTo>
                    <a:pt x="76962" y="54138"/>
                  </a:lnTo>
                  <a:lnTo>
                    <a:pt x="76148" y="56621"/>
                  </a:lnTo>
                  <a:lnTo>
                    <a:pt x="79063" y="67341"/>
                  </a:lnTo>
                  <a:lnTo>
                    <a:pt x="78197" y="72352"/>
                  </a:lnTo>
                  <a:lnTo>
                    <a:pt x="78333" y="73673"/>
                  </a:lnTo>
                  <a:lnTo>
                    <a:pt x="76803" y="77147"/>
                  </a:lnTo>
                  <a:lnTo>
                    <a:pt x="77437" y="83700"/>
                  </a:lnTo>
                  <a:lnTo>
                    <a:pt x="76407" y="85843"/>
                  </a:lnTo>
                  <a:lnTo>
                    <a:pt x="70098" y="83752"/>
                  </a:lnTo>
                  <a:lnTo>
                    <a:pt x="67118" y="85192"/>
                  </a:lnTo>
                  <a:lnTo>
                    <a:pt x="68751" y="89458"/>
                  </a:lnTo>
                  <a:lnTo>
                    <a:pt x="64043" y="95942"/>
                  </a:lnTo>
                  <a:lnTo>
                    <a:pt x="63748" y="98321"/>
                  </a:lnTo>
                  <a:lnTo>
                    <a:pt x="58835" y="99398"/>
                  </a:lnTo>
                  <a:lnTo>
                    <a:pt x="57002" y="101036"/>
                  </a:lnTo>
                  <a:lnTo>
                    <a:pt x="53608" y="104746"/>
                  </a:lnTo>
                  <a:lnTo>
                    <a:pt x="49270" y="111862"/>
                  </a:lnTo>
                  <a:lnTo>
                    <a:pt x="45804" y="112324"/>
                  </a:lnTo>
                  <a:lnTo>
                    <a:pt x="35544" y="107590"/>
                  </a:lnTo>
                  <a:lnTo>
                    <a:pt x="26902" y="106239"/>
                  </a:lnTo>
                  <a:lnTo>
                    <a:pt x="12338" y="106268"/>
                  </a:lnTo>
                  <a:lnTo>
                    <a:pt x="9155" y="103510"/>
                  </a:lnTo>
                  <a:lnTo>
                    <a:pt x="8206" y="102802"/>
                  </a:lnTo>
                  <a:lnTo>
                    <a:pt x="5682" y="96573"/>
                  </a:lnTo>
                  <a:lnTo>
                    <a:pt x="5353" y="92557"/>
                  </a:lnTo>
                  <a:lnTo>
                    <a:pt x="7178" y="88624"/>
                  </a:lnTo>
                  <a:lnTo>
                    <a:pt x="6956" y="86838"/>
                  </a:lnTo>
                  <a:lnTo>
                    <a:pt x="5298" y="87038"/>
                  </a:lnTo>
                  <a:lnTo>
                    <a:pt x="4731" y="80945"/>
                  </a:lnTo>
                  <a:lnTo>
                    <a:pt x="2704" y="78329"/>
                  </a:lnTo>
                  <a:lnTo>
                    <a:pt x="1550" y="74100"/>
                  </a:lnTo>
                  <a:lnTo>
                    <a:pt x="0" y="71669"/>
                  </a:lnTo>
                  <a:lnTo>
                    <a:pt x="73" y="61645"/>
                  </a:lnTo>
                  <a:lnTo>
                    <a:pt x="7676" y="64611"/>
                  </a:lnTo>
                  <a:lnTo>
                    <a:pt x="9422" y="64719"/>
                  </a:lnTo>
                  <a:lnTo>
                    <a:pt x="11729" y="64328"/>
                  </a:lnTo>
                  <a:lnTo>
                    <a:pt x="12204" y="62532"/>
                  </a:lnTo>
                  <a:lnTo>
                    <a:pt x="13908" y="61786"/>
                  </a:lnTo>
                  <a:lnTo>
                    <a:pt x="23999" y="66153"/>
                  </a:lnTo>
                  <a:lnTo>
                    <a:pt x="26819" y="62419"/>
                  </a:lnTo>
                  <a:lnTo>
                    <a:pt x="24167" y="57647"/>
                  </a:lnTo>
                  <a:lnTo>
                    <a:pt x="43831" y="57906"/>
                  </a:lnTo>
                  <a:lnTo>
                    <a:pt x="44466" y="54448"/>
                  </a:lnTo>
                  <a:lnTo>
                    <a:pt x="42480" y="51795"/>
                  </a:lnTo>
                  <a:lnTo>
                    <a:pt x="40169" y="53143"/>
                  </a:lnTo>
                  <a:lnTo>
                    <a:pt x="38496" y="50313"/>
                  </a:lnTo>
                  <a:lnTo>
                    <a:pt x="39317" y="48397"/>
                  </a:lnTo>
                  <a:lnTo>
                    <a:pt x="43929" y="47785"/>
                  </a:lnTo>
                  <a:lnTo>
                    <a:pt x="47725" y="49381"/>
                  </a:lnTo>
                  <a:lnTo>
                    <a:pt x="47237" y="47322"/>
                  </a:lnTo>
                  <a:lnTo>
                    <a:pt x="45435" y="44722"/>
                  </a:lnTo>
                  <a:lnTo>
                    <a:pt x="52388" y="43938"/>
                  </a:lnTo>
                  <a:lnTo>
                    <a:pt x="54555" y="41050"/>
                  </a:lnTo>
                  <a:lnTo>
                    <a:pt x="52967" y="34764"/>
                  </a:lnTo>
                  <a:lnTo>
                    <a:pt x="68374" y="35863"/>
                  </a:lnTo>
                  <a:lnTo>
                    <a:pt x="67963" y="27801"/>
                  </a:lnTo>
                  <a:lnTo>
                    <a:pt x="62417" y="26357"/>
                  </a:lnTo>
                  <a:lnTo>
                    <a:pt x="66932" y="10669"/>
                  </a:lnTo>
                  <a:lnTo>
                    <a:pt x="73049" y="14436"/>
                  </a:lnTo>
                  <a:lnTo>
                    <a:pt x="86828" y="14372"/>
                  </a:lnTo>
                  <a:lnTo>
                    <a:pt x="86785" y="9309"/>
                  </a:lnTo>
                  <a:lnTo>
                    <a:pt x="81222" y="9055"/>
                  </a:lnTo>
                  <a:lnTo>
                    <a:pt x="81446" y="2662"/>
                  </a:lnTo>
                  <a:lnTo>
                    <a:pt x="73904" y="4047"/>
                  </a:lnTo>
                  <a:lnTo>
                    <a:pt x="7368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h6839"/>
            <p:cNvSpPr/>
            <p:nvPr/>
          </p:nvSpPr>
          <p:spPr>
            <a:xfrm>
              <a:off x="10133265" y="1917298"/>
              <a:ext cx="94553" cy="90347"/>
            </a:xfrm>
            <a:custGeom>
              <a:avLst/>
              <a:pathLst>
                <a:path w="94553" h="90347">
                  <a:moveTo>
                    <a:pt x="36793" y="346"/>
                  </a:moveTo>
                  <a:lnTo>
                    <a:pt x="42758" y="5368"/>
                  </a:lnTo>
                  <a:lnTo>
                    <a:pt x="48882" y="2227"/>
                  </a:lnTo>
                  <a:lnTo>
                    <a:pt x="61148" y="0"/>
                  </a:lnTo>
                  <a:lnTo>
                    <a:pt x="58169" y="2679"/>
                  </a:lnTo>
                  <a:lnTo>
                    <a:pt x="58591" y="3654"/>
                  </a:lnTo>
                  <a:lnTo>
                    <a:pt x="65741" y="7095"/>
                  </a:lnTo>
                  <a:lnTo>
                    <a:pt x="67364" y="5485"/>
                  </a:lnTo>
                  <a:lnTo>
                    <a:pt x="68565" y="7218"/>
                  </a:lnTo>
                  <a:lnTo>
                    <a:pt x="70860" y="14466"/>
                  </a:lnTo>
                  <a:lnTo>
                    <a:pt x="69042" y="16019"/>
                  </a:lnTo>
                  <a:lnTo>
                    <a:pt x="70588" y="19418"/>
                  </a:lnTo>
                  <a:lnTo>
                    <a:pt x="75004" y="24560"/>
                  </a:lnTo>
                  <a:lnTo>
                    <a:pt x="76791" y="25104"/>
                  </a:lnTo>
                  <a:lnTo>
                    <a:pt x="79007" y="24591"/>
                  </a:lnTo>
                  <a:lnTo>
                    <a:pt x="80731" y="26511"/>
                  </a:lnTo>
                  <a:lnTo>
                    <a:pt x="80941" y="28629"/>
                  </a:lnTo>
                  <a:lnTo>
                    <a:pt x="81976" y="29954"/>
                  </a:lnTo>
                  <a:lnTo>
                    <a:pt x="86111" y="32427"/>
                  </a:lnTo>
                  <a:lnTo>
                    <a:pt x="86735" y="32487"/>
                  </a:lnTo>
                  <a:lnTo>
                    <a:pt x="90959" y="28178"/>
                  </a:lnTo>
                  <a:lnTo>
                    <a:pt x="92448" y="31687"/>
                  </a:lnTo>
                  <a:lnTo>
                    <a:pt x="90083" y="37433"/>
                  </a:lnTo>
                  <a:lnTo>
                    <a:pt x="88341" y="38497"/>
                  </a:lnTo>
                  <a:lnTo>
                    <a:pt x="86302" y="41044"/>
                  </a:lnTo>
                  <a:lnTo>
                    <a:pt x="85905" y="44005"/>
                  </a:lnTo>
                  <a:lnTo>
                    <a:pt x="86683" y="45913"/>
                  </a:lnTo>
                  <a:lnTo>
                    <a:pt x="89555" y="47946"/>
                  </a:lnTo>
                  <a:lnTo>
                    <a:pt x="91252" y="47684"/>
                  </a:lnTo>
                  <a:lnTo>
                    <a:pt x="93471" y="48418"/>
                  </a:lnTo>
                  <a:lnTo>
                    <a:pt x="94553" y="53821"/>
                  </a:lnTo>
                  <a:lnTo>
                    <a:pt x="91359" y="53229"/>
                  </a:lnTo>
                  <a:lnTo>
                    <a:pt x="89304" y="57807"/>
                  </a:lnTo>
                  <a:lnTo>
                    <a:pt x="86064" y="59103"/>
                  </a:lnTo>
                  <a:lnTo>
                    <a:pt x="84637" y="57557"/>
                  </a:lnTo>
                  <a:lnTo>
                    <a:pt x="77401" y="56741"/>
                  </a:lnTo>
                  <a:lnTo>
                    <a:pt x="76452" y="55966"/>
                  </a:lnTo>
                  <a:lnTo>
                    <a:pt x="75685" y="53142"/>
                  </a:lnTo>
                  <a:lnTo>
                    <a:pt x="73735" y="54294"/>
                  </a:lnTo>
                  <a:lnTo>
                    <a:pt x="73555" y="56313"/>
                  </a:lnTo>
                  <a:lnTo>
                    <a:pt x="75899" y="58359"/>
                  </a:lnTo>
                  <a:lnTo>
                    <a:pt x="74699" y="60480"/>
                  </a:lnTo>
                  <a:lnTo>
                    <a:pt x="70982" y="58029"/>
                  </a:lnTo>
                  <a:lnTo>
                    <a:pt x="64996" y="56963"/>
                  </a:lnTo>
                  <a:lnTo>
                    <a:pt x="62663" y="50631"/>
                  </a:lnTo>
                  <a:lnTo>
                    <a:pt x="52692" y="54630"/>
                  </a:lnTo>
                  <a:lnTo>
                    <a:pt x="54187" y="59917"/>
                  </a:lnTo>
                  <a:lnTo>
                    <a:pt x="46235" y="61545"/>
                  </a:lnTo>
                  <a:lnTo>
                    <a:pt x="45024" y="63665"/>
                  </a:lnTo>
                  <a:lnTo>
                    <a:pt x="47879" y="67494"/>
                  </a:lnTo>
                  <a:lnTo>
                    <a:pt x="50397" y="67258"/>
                  </a:lnTo>
                  <a:lnTo>
                    <a:pt x="52178" y="66169"/>
                  </a:lnTo>
                  <a:lnTo>
                    <a:pt x="54309" y="69141"/>
                  </a:lnTo>
                  <a:lnTo>
                    <a:pt x="54106" y="71422"/>
                  </a:lnTo>
                  <a:lnTo>
                    <a:pt x="52877" y="72402"/>
                  </a:lnTo>
                  <a:lnTo>
                    <a:pt x="45430" y="72943"/>
                  </a:lnTo>
                  <a:lnTo>
                    <a:pt x="43667" y="74557"/>
                  </a:lnTo>
                  <a:lnTo>
                    <a:pt x="42498" y="78238"/>
                  </a:lnTo>
                  <a:lnTo>
                    <a:pt x="51982" y="84710"/>
                  </a:lnTo>
                  <a:lnTo>
                    <a:pt x="50632" y="87928"/>
                  </a:lnTo>
                  <a:lnTo>
                    <a:pt x="50436" y="88394"/>
                  </a:lnTo>
                  <a:lnTo>
                    <a:pt x="47830" y="85948"/>
                  </a:lnTo>
                  <a:lnTo>
                    <a:pt x="44709" y="84700"/>
                  </a:lnTo>
                  <a:lnTo>
                    <a:pt x="43548" y="86648"/>
                  </a:lnTo>
                  <a:lnTo>
                    <a:pt x="43717" y="90347"/>
                  </a:lnTo>
                  <a:lnTo>
                    <a:pt x="33571" y="89468"/>
                  </a:lnTo>
                  <a:lnTo>
                    <a:pt x="31783" y="88667"/>
                  </a:lnTo>
                  <a:lnTo>
                    <a:pt x="27980" y="84717"/>
                  </a:lnTo>
                  <a:lnTo>
                    <a:pt x="24901" y="84006"/>
                  </a:lnTo>
                  <a:lnTo>
                    <a:pt x="24194" y="83027"/>
                  </a:lnTo>
                  <a:lnTo>
                    <a:pt x="15433" y="78476"/>
                  </a:lnTo>
                  <a:lnTo>
                    <a:pt x="11766" y="75019"/>
                  </a:lnTo>
                  <a:lnTo>
                    <a:pt x="10884" y="73445"/>
                  </a:lnTo>
                  <a:lnTo>
                    <a:pt x="11588" y="72197"/>
                  </a:lnTo>
                  <a:lnTo>
                    <a:pt x="11722" y="67720"/>
                  </a:lnTo>
                  <a:lnTo>
                    <a:pt x="10744" y="60032"/>
                  </a:lnTo>
                  <a:lnTo>
                    <a:pt x="12163" y="59381"/>
                  </a:lnTo>
                  <a:lnTo>
                    <a:pt x="7703" y="55756"/>
                  </a:lnTo>
                  <a:lnTo>
                    <a:pt x="3847" y="57255"/>
                  </a:lnTo>
                  <a:lnTo>
                    <a:pt x="925" y="55778"/>
                  </a:lnTo>
                  <a:lnTo>
                    <a:pt x="0" y="50859"/>
                  </a:lnTo>
                  <a:lnTo>
                    <a:pt x="1858" y="51345"/>
                  </a:lnTo>
                  <a:lnTo>
                    <a:pt x="2369" y="50479"/>
                  </a:lnTo>
                  <a:lnTo>
                    <a:pt x="3754" y="50082"/>
                  </a:lnTo>
                  <a:lnTo>
                    <a:pt x="6556" y="50672"/>
                  </a:lnTo>
                  <a:lnTo>
                    <a:pt x="8505" y="41390"/>
                  </a:lnTo>
                  <a:lnTo>
                    <a:pt x="10077" y="40718"/>
                  </a:lnTo>
                  <a:lnTo>
                    <a:pt x="12888" y="43676"/>
                  </a:lnTo>
                  <a:lnTo>
                    <a:pt x="13499" y="45033"/>
                  </a:lnTo>
                  <a:lnTo>
                    <a:pt x="15708" y="40898"/>
                  </a:lnTo>
                  <a:lnTo>
                    <a:pt x="18595" y="38543"/>
                  </a:lnTo>
                  <a:lnTo>
                    <a:pt x="20360" y="38599"/>
                  </a:lnTo>
                  <a:lnTo>
                    <a:pt x="26557" y="41074"/>
                  </a:lnTo>
                  <a:lnTo>
                    <a:pt x="32160" y="40214"/>
                  </a:lnTo>
                  <a:lnTo>
                    <a:pt x="35782" y="35824"/>
                  </a:lnTo>
                  <a:lnTo>
                    <a:pt x="35421" y="31860"/>
                  </a:lnTo>
                  <a:lnTo>
                    <a:pt x="36618" y="25274"/>
                  </a:lnTo>
                  <a:lnTo>
                    <a:pt x="35188" y="23252"/>
                  </a:lnTo>
                  <a:lnTo>
                    <a:pt x="27683" y="23172"/>
                  </a:lnTo>
                  <a:lnTo>
                    <a:pt x="29990" y="21106"/>
                  </a:lnTo>
                  <a:lnTo>
                    <a:pt x="28141" y="19455"/>
                  </a:lnTo>
                  <a:lnTo>
                    <a:pt x="25228" y="18728"/>
                  </a:lnTo>
                  <a:lnTo>
                    <a:pt x="22829" y="15747"/>
                  </a:lnTo>
                  <a:lnTo>
                    <a:pt x="25117" y="15546"/>
                  </a:lnTo>
                  <a:lnTo>
                    <a:pt x="28501" y="13360"/>
                  </a:lnTo>
                  <a:lnTo>
                    <a:pt x="28959" y="10991"/>
                  </a:lnTo>
                  <a:lnTo>
                    <a:pt x="27962" y="4279"/>
                  </a:lnTo>
                  <a:lnTo>
                    <a:pt x="29803" y="4033"/>
                  </a:lnTo>
                  <a:lnTo>
                    <a:pt x="31449" y="2668"/>
                  </a:lnTo>
                  <a:lnTo>
                    <a:pt x="32035" y="271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h6840"/>
            <p:cNvSpPr/>
            <p:nvPr/>
          </p:nvSpPr>
          <p:spPr>
            <a:xfrm>
              <a:off x="10219170" y="1896643"/>
              <a:ext cx="107127" cy="77358"/>
            </a:xfrm>
            <a:custGeom>
              <a:avLst/>
              <a:pathLst>
                <a:path w="107127" h="77358">
                  <a:moveTo>
                    <a:pt x="70200" y="0"/>
                  </a:moveTo>
                  <a:lnTo>
                    <a:pt x="77637" y="3077"/>
                  </a:lnTo>
                  <a:lnTo>
                    <a:pt x="78090" y="3569"/>
                  </a:lnTo>
                  <a:lnTo>
                    <a:pt x="76509" y="3706"/>
                  </a:lnTo>
                  <a:lnTo>
                    <a:pt x="78902" y="9301"/>
                  </a:lnTo>
                  <a:lnTo>
                    <a:pt x="91808" y="7607"/>
                  </a:lnTo>
                  <a:lnTo>
                    <a:pt x="92088" y="3798"/>
                  </a:lnTo>
                  <a:lnTo>
                    <a:pt x="98597" y="6336"/>
                  </a:lnTo>
                  <a:lnTo>
                    <a:pt x="100541" y="9725"/>
                  </a:lnTo>
                  <a:lnTo>
                    <a:pt x="100907" y="12461"/>
                  </a:lnTo>
                  <a:lnTo>
                    <a:pt x="100335" y="14385"/>
                  </a:lnTo>
                  <a:lnTo>
                    <a:pt x="94183" y="18468"/>
                  </a:lnTo>
                  <a:lnTo>
                    <a:pt x="93252" y="17649"/>
                  </a:lnTo>
                  <a:lnTo>
                    <a:pt x="92548" y="19558"/>
                  </a:lnTo>
                  <a:lnTo>
                    <a:pt x="99169" y="33025"/>
                  </a:lnTo>
                  <a:lnTo>
                    <a:pt x="106364" y="36239"/>
                  </a:lnTo>
                  <a:lnTo>
                    <a:pt x="107050" y="37198"/>
                  </a:lnTo>
                  <a:lnTo>
                    <a:pt x="107127" y="38322"/>
                  </a:lnTo>
                  <a:lnTo>
                    <a:pt x="105995" y="40046"/>
                  </a:lnTo>
                  <a:lnTo>
                    <a:pt x="102649" y="41311"/>
                  </a:lnTo>
                  <a:lnTo>
                    <a:pt x="102395" y="40401"/>
                  </a:lnTo>
                  <a:lnTo>
                    <a:pt x="93287" y="36403"/>
                  </a:lnTo>
                  <a:lnTo>
                    <a:pt x="78888" y="35436"/>
                  </a:lnTo>
                  <a:lnTo>
                    <a:pt x="80821" y="39749"/>
                  </a:lnTo>
                  <a:lnTo>
                    <a:pt x="69828" y="40559"/>
                  </a:lnTo>
                  <a:lnTo>
                    <a:pt x="64924" y="44975"/>
                  </a:lnTo>
                  <a:lnTo>
                    <a:pt x="63732" y="47700"/>
                  </a:lnTo>
                  <a:lnTo>
                    <a:pt x="53978" y="54406"/>
                  </a:lnTo>
                  <a:lnTo>
                    <a:pt x="60339" y="62567"/>
                  </a:lnTo>
                  <a:lnTo>
                    <a:pt x="56910" y="64763"/>
                  </a:lnTo>
                  <a:lnTo>
                    <a:pt x="56242" y="66902"/>
                  </a:lnTo>
                  <a:lnTo>
                    <a:pt x="54040" y="63631"/>
                  </a:lnTo>
                  <a:lnTo>
                    <a:pt x="51954" y="64955"/>
                  </a:lnTo>
                  <a:lnTo>
                    <a:pt x="50729" y="67037"/>
                  </a:lnTo>
                  <a:lnTo>
                    <a:pt x="50833" y="69908"/>
                  </a:lnTo>
                  <a:lnTo>
                    <a:pt x="47988" y="72028"/>
                  </a:lnTo>
                  <a:lnTo>
                    <a:pt x="28451" y="73023"/>
                  </a:lnTo>
                  <a:lnTo>
                    <a:pt x="23963" y="77358"/>
                  </a:lnTo>
                  <a:lnTo>
                    <a:pt x="14148" y="73307"/>
                  </a:lnTo>
                  <a:lnTo>
                    <a:pt x="10630" y="74739"/>
                  </a:lnTo>
                  <a:lnTo>
                    <a:pt x="8648" y="74476"/>
                  </a:lnTo>
                  <a:lnTo>
                    <a:pt x="7566" y="69073"/>
                  </a:lnTo>
                  <a:lnTo>
                    <a:pt x="5347" y="68339"/>
                  </a:lnTo>
                  <a:lnTo>
                    <a:pt x="3649" y="68600"/>
                  </a:lnTo>
                  <a:lnTo>
                    <a:pt x="778" y="66568"/>
                  </a:lnTo>
                  <a:lnTo>
                    <a:pt x="0" y="64659"/>
                  </a:lnTo>
                  <a:lnTo>
                    <a:pt x="397" y="61699"/>
                  </a:lnTo>
                  <a:lnTo>
                    <a:pt x="2436" y="59152"/>
                  </a:lnTo>
                  <a:lnTo>
                    <a:pt x="4177" y="58088"/>
                  </a:lnTo>
                  <a:lnTo>
                    <a:pt x="6543" y="52342"/>
                  </a:lnTo>
                  <a:lnTo>
                    <a:pt x="5054" y="48833"/>
                  </a:lnTo>
                  <a:lnTo>
                    <a:pt x="7240" y="46594"/>
                  </a:lnTo>
                  <a:lnTo>
                    <a:pt x="10477" y="41030"/>
                  </a:lnTo>
                  <a:lnTo>
                    <a:pt x="14442" y="39702"/>
                  </a:lnTo>
                  <a:lnTo>
                    <a:pt x="16808" y="39701"/>
                  </a:lnTo>
                  <a:lnTo>
                    <a:pt x="20012" y="37705"/>
                  </a:lnTo>
                  <a:lnTo>
                    <a:pt x="24433" y="43117"/>
                  </a:lnTo>
                  <a:lnTo>
                    <a:pt x="29326" y="38035"/>
                  </a:lnTo>
                  <a:lnTo>
                    <a:pt x="34800" y="37246"/>
                  </a:lnTo>
                  <a:lnTo>
                    <a:pt x="37759" y="35487"/>
                  </a:lnTo>
                  <a:lnTo>
                    <a:pt x="37850" y="32988"/>
                  </a:lnTo>
                  <a:lnTo>
                    <a:pt x="42545" y="33065"/>
                  </a:lnTo>
                  <a:lnTo>
                    <a:pt x="45337" y="31854"/>
                  </a:lnTo>
                  <a:lnTo>
                    <a:pt x="49735" y="31677"/>
                  </a:lnTo>
                  <a:lnTo>
                    <a:pt x="50173" y="11728"/>
                  </a:lnTo>
                  <a:lnTo>
                    <a:pt x="51281" y="10099"/>
                  </a:lnTo>
                  <a:lnTo>
                    <a:pt x="55355" y="8040"/>
                  </a:lnTo>
                  <a:lnTo>
                    <a:pt x="55403" y="5796"/>
                  </a:lnTo>
                  <a:lnTo>
                    <a:pt x="58529" y="375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h6841"/>
            <p:cNvSpPr/>
            <p:nvPr/>
          </p:nvSpPr>
          <p:spPr>
            <a:xfrm>
              <a:off x="9932279" y="1960091"/>
              <a:ext cx="52265" cy="82015"/>
            </a:xfrm>
            <a:custGeom>
              <a:avLst/>
              <a:pathLst>
                <a:path w="52265" h="82015">
                  <a:moveTo>
                    <a:pt x="46274" y="538"/>
                  </a:moveTo>
                  <a:lnTo>
                    <a:pt x="47051" y="7632"/>
                  </a:lnTo>
                  <a:lnTo>
                    <a:pt x="51522" y="11687"/>
                  </a:lnTo>
                  <a:lnTo>
                    <a:pt x="52265" y="14144"/>
                  </a:lnTo>
                  <a:lnTo>
                    <a:pt x="51014" y="14445"/>
                  </a:lnTo>
                  <a:lnTo>
                    <a:pt x="50039" y="16453"/>
                  </a:lnTo>
                  <a:lnTo>
                    <a:pt x="46136" y="31085"/>
                  </a:lnTo>
                  <a:lnTo>
                    <a:pt x="45553" y="34068"/>
                  </a:lnTo>
                  <a:lnTo>
                    <a:pt x="47007" y="40547"/>
                  </a:lnTo>
                  <a:lnTo>
                    <a:pt x="46231" y="43427"/>
                  </a:lnTo>
                  <a:lnTo>
                    <a:pt x="39892" y="45411"/>
                  </a:lnTo>
                  <a:lnTo>
                    <a:pt x="34463" y="44249"/>
                  </a:lnTo>
                  <a:lnTo>
                    <a:pt x="32381" y="48069"/>
                  </a:lnTo>
                  <a:lnTo>
                    <a:pt x="26633" y="53198"/>
                  </a:lnTo>
                  <a:lnTo>
                    <a:pt x="29370" y="54692"/>
                  </a:lnTo>
                  <a:lnTo>
                    <a:pt x="29679" y="56652"/>
                  </a:lnTo>
                  <a:lnTo>
                    <a:pt x="25608" y="66198"/>
                  </a:lnTo>
                  <a:lnTo>
                    <a:pt x="29466" y="73698"/>
                  </a:lnTo>
                  <a:lnTo>
                    <a:pt x="24433" y="75416"/>
                  </a:lnTo>
                  <a:lnTo>
                    <a:pt x="22172" y="77962"/>
                  </a:lnTo>
                  <a:lnTo>
                    <a:pt x="16138" y="80165"/>
                  </a:lnTo>
                  <a:lnTo>
                    <a:pt x="14858" y="75909"/>
                  </a:lnTo>
                  <a:lnTo>
                    <a:pt x="9009" y="79459"/>
                  </a:lnTo>
                  <a:lnTo>
                    <a:pt x="7397" y="82015"/>
                  </a:lnTo>
                  <a:lnTo>
                    <a:pt x="2250" y="80177"/>
                  </a:lnTo>
                  <a:lnTo>
                    <a:pt x="1684" y="77630"/>
                  </a:lnTo>
                  <a:lnTo>
                    <a:pt x="2125" y="73409"/>
                  </a:lnTo>
                  <a:lnTo>
                    <a:pt x="0" y="71033"/>
                  </a:lnTo>
                  <a:lnTo>
                    <a:pt x="304" y="66968"/>
                  </a:lnTo>
                  <a:lnTo>
                    <a:pt x="1707" y="63094"/>
                  </a:lnTo>
                  <a:lnTo>
                    <a:pt x="5842" y="56282"/>
                  </a:lnTo>
                  <a:lnTo>
                    <a:pt x="6740" y="56061"/>
                  </a:lnTo>
                  <a:lnTo>
                    <a:pt x="9850" y="57822"/>
                  </a:lnTo>
                  <a:lnTo>
                    <a:pt x="11546" y="57118"/>
                  </a:lnTo>
                  <a:lnTo>
                    <a:pt x="17655" y="49828"/>
                  </a:lnTo>
                  <a:lnTo>
                    <a:pt x="15577" y="35045"/>
                  </a:lnTo>
                  <a:lnTo>
                    <a:pt x="12938" y="37007"/>
                  </a:lnTo>
                  <a:lnTo>
                    <a:pt x="11257" y="36661"/>
                  </a:lnTo>
                  <a:lnTo>
                    <a:pt x="6717" y="32855"/>
                  </a:lnTo>
                  <a:lnTo>
                    <a:pt x="3965" y="21636"/>
                  </a:lnTo>
                  <a:lnTo>
                    <a:pt x="6436" y="16615"/>
                  </a:lnTo>
                  <a:lnTo>
                    <a:pt x="8204" y="14934"/>
                  </a:lnTo>
                  <a:lnTo>
                    <a:pt x="15474" y="18387"/>
                  </a:lnTo>
                  <a:lnTo>
                    <a:pt x="24463" y="8743"/>
                  </a:lnTo>
                  <a:lnTo>
                    <a:pt x="27183" y="2632"/>
                  </a:lnTo>
                  <a:lnTo>
                    <a:pt x="42304" y="15204"/>
                  </a:lnTo>
                  <a:lnTo>
                    <a:pt x="41374" y="11593"/>
                  </a:lnTo>
                  <a:lnTo>
                    <a:pt x="36726" y="4399"/>
                  </a:lnTo>
                  <a:lnTo>
                    <a:pt x="4562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h6842"/>
            <p:cNvSpPr/>
            <p:nvPr/>
          </p:nvSpPr>
          <p:spPr>
            <a:xfrm>
              <a:off x="10179615" y="1520516"/>
              <a:ext cx="147467" cy="141660"/>
            </a:xfrm>
            <a:custGeom>
              <a:avLst/>
              <a:pathLst>
                <a:path w="147467" h="141660">
                  <a:moveTo>
                    <a:pt x="24588" y="7461"/>
                  </a:moveTo>
                  <a:lnTo>
                    <a:pt x="30738" y="8214"/>
                  </a:lnTo>
                  <a:lnTo>
                    <a:pt x="29334" y="19548"/>
                  </a:lnTo>
                  <a:lnTo>
                    <a:pt x="33413" y="22186"/>
                  </a:lnTo>
                  <a:lnTo>
                    <a:pt x="32714" y="25136"/>
                  </a:lnTo>
                  <a:lnTo>
                    <a:pt x="28585" y="27608"/>
                  </a:lnTo>
                  <a:lnTo>
                    <a:pt x="31351" y="33859"/>
                  </a:lnTo>
                  <a:lnTo>
                    <a:pt x="33058" y="33379"/>
                  </a:lnTo>
                  <a:lnTo>
                    <a:pt x="48503" y="43552"/>
                  </a:lnTo>
                  <a:lnTo>
                    <a:pt x="51817" y="43179"/>
                  </a:lnTo>
                  <a:lnTo>
                    <a:pt x="50182" y="31698"/>
                  </a:lnTo>
                  <a:lnTo>
                    <a:pt x="52006" y="29817"/>
                  </a:lnTo>
                  <a:lnTo>
                    <a:pt x="54796" y="34199"/>
                  </a:lnTo>
                  <a:lnTo>
                    <a:pt x="61982" y="39995"/>
                  </a:lnTo>
                  <a:lnTo>
                    <a:pt x="68220" y="42665"/>
                  </a:lnTo>
                  <a:lnTo>
                    <a:pt x="72535" y="46473"/>
                  </a:lnTo>
                  <a:lnTo>
                    <a:pt x="74521" y="49806"/>
                  </a:lnTo>
                  <a:lnTo>
                    <a:pt x="75099" y="54145"/>
                  </a:lnTo>
                  <a:lnTo>
                    <a:pt x="77213" y="57943"/>
                  </a:lnTo>
                  <a:lnTo>
                    <a:pt x="80834" y="59695"/>
                  </a:lnTo>
                  <a:lnTo>
                    <a:pt x="83365" y="62350"/>
                  </a:lnTo>
                  <a:lnTo>
                    <a:pt x="83123" y="62802"/>
                  </a:lnTo>
                  <a:lnTo>
                    <a:pt x="91819" y="69276"/>
                  </a:lnTo>
                  <a:lnTo>
                    <a:pt x="93260" y="71021"/>
                  </a:lnTo>
                  <a:lnTo>
                    <a:pt x="93647" y="74097"/>
                  </a:lnTo>
                  <a:lnTo>
                    <a:pt x="107818" y="82151"/>
                  </a:lnTo>
                  <a:lnTo>
                    <a:pt x="112556" y="81754"/>
                  </a:lnTo>
                  <a:lnTo>
                    <a:pt x="117898" y="86479"/>
                  </a:lnTo>
                  <a:lnTo>
                    <a:pt x="122421" y="88308"/>
                  </a:lnTo>
                  <a:lnTo>
                    <a:pt x="124363" y="91823"/>
                  </a:lnTo>
                  <a:lnTo>
                    <a:pt x="127671" y="95618"/>
                  </a:lnTo>
                  <a:lnTo>
                    <a:pt x="129214" y="96366"/>
                  </a:lnTo>
                  <a:lnTo>
                    <a:pt x="133374" y="95744"/>
                  </a:lnTo>
                  <a:lnTo>
                    <a:pt x="135543" y="98670"/>
                  </a:lnTo>
                  <a:lnTo>
                    <a:pt x="135603" y="101862"/>
                  </a:lnTo>
                  <a:lnTo>
                    <a:pt x="136686" y="104729"/>
                  </a:lnTo>
                  <a:lnTo>
                    <a:pt x="141306" y="105891"/>
                  </a:lnTo>
                  <a:lnTo>
                    <a:pt x="144261" y="109794"/>
                  </a:lnTo>
                  <a:lnTo>
                    <a:pt x="147467" y="119030"/>
                  </a:lnTo>
                  <a:lnTo>
                    <a:pt x="147193" y="121589"/>
                  </a:lnTo>
                  <a:lnTo>
                    <a:pt x="140395" y="122065"/>
                  </a:lnTo>
                  <a:lnTo>
                    <a:pt x="137903" y="120675"/>
                  </a:lnTo>
                  <a:lnTo>
                    <a:pt x="135751" y="117214"/>
                  </a:lnTo>
                  <a:lnTo>
                    <a:pt x="130944" y="117040"/>
                  </a:lnTo>
                  <a:lnTo>
                    <a:pt x="123036" y="116780"/>
                  </a:lnTo>
                  <a:lnTo>
                    <a:pt x="123943" y="119726"/>
                  </a:lnTo>
                  <a:lnTo>
                    <a:pt x="115795" y="119467"/>
                  </a:lnTo>
                  <a:lnTo>
                    <a:pt x="116012" y="131684"/>
                  </a:lnTo>
                  <a:lnTo>
                    <a:pt x="111662" y="131590"/>
                  </a:lnTo>
                  <a:lnTo>
                    <a:pt x="111594" y="135004"/>
                  </a:lnTo>
                  <a:lnTo>
                    <a:pt x="106163" y="134731"/>
                  </a:lnTo>
                  <a:lnTo>
                    <a:pt x="106265" y="126037"/>
                  </a:lnTo>
                  <a:lnTo>
                    <a:pt x="100819" y="125861"/>
                  </a:lnTo>
                  <a:lnTo>
                    <a:pt x="100664" y="131975"/>
                  </a:lnTo>
                  <a:lnTo>
                    <a:pt x="95117" y="131842"/>
                  </a:lnTo>
                  <a:lnTo>
                    <a:pt x="96637" y="137664"/>
                  </a:lnTo>
                  <a:lnTo>
                    <a:pt x="81967" y="137178"/>
                  </a:lnTo>
                  <a:lnTo>
                    <a:pt x="82787" y="141660"/>
                  </a:lnTo>
                  <a:lnTo>
                    <a:pt x="78881" y="141627"/>
                  </a:lnTo>
                  <a:lnTo>
                    <a:pt x="79206" y="137767"/>
                  </a:lnTo>
                  <a:lnTo>
                    <a:pt x="74702" y="136143"/>
                  </a:lnTo>
                  <a:lnTo>
                    <a:pt x="74038" y="135265"/>
                  </a:lnTo>
                  <a:lnTo>
                    <a:pt x="73537" y="132375"/>
                  </a:lnTo>
                  <a:lnTo>
                    <a:pt x="70286" y="129380"/>
                  </a:lnTo>
                  <a:lnTo>
                    <a:pt x="70692" y="124386"/>
                  </a:lnTo>
                  <a:lnTo>
                    <a:pt x="71949" y="120118"/>
                  </a:lnTo>
                  <a:lnTo>
                    <a:pt x="71705" y="116937"/>
                  </a:lnTo>
                  <a:lnTo>
                    <a:pt x="69623" y="115948"/>
                  </a:lnTo>
                  <a:lnTo>
                    <a:pt x="62452" y="115753"/>
                  </a:lnTo>
                  <a:lnTo>
                    <a:pt x="62986" y="99358"/>
                  </a:lnTo>
                  <a:lnTo>
                    <a:pt x="58523" y="97476"/>
                  </a:lnTo>
                  <a:lnTo>
                    <a:pt x="60764" y="83907"/>
                  </a:lnTo>
                  <a:lnTo>
                    <a:pt x="57593" y="81839"/>
                  </a:lnTo>
                  <a:lnTo>
                    <a:pt x="51998" y="75819"/>
                  </a:lnTo>
                  <a:lnTo>
                    <a:pt x="49662" y="74460"/>
                  </a:lnTo>
                  <a:lnTo>
                    <a:pt x="43751" y="74287"/>
                  </a:lnTo>
                  <a:lnTo>
                    <a:pt x="43202" y="74788"/>
                  </a:lnTo>
                  <a:lnTo>
                    <a:pt x="43231" y="77520"/>
                  </a:lnTo>
                  <a:lnTo>
                    <a:pt x="25363" y="77009"/>
                  </a:lnTo>
                  <a:lnTo>
                    <a:pt x="25546" y="67822"/>
                  </a:lnTo>
                  <a:lnTo>
                    <a:pt x="23709" y="67820"/>
                  </a:lnTo>
                  <a:lnTo>
                    <a:pt x="21827" y="63638"/>
                  </a:lnTo>
                  <a:lnTo>
                    <a:pt x="22039" y="57063"/>
                  </a:lnTo>
                  <a:lnTo>
                    <a:pt x="17775" y="56932"/>
                  </a:lnTo>
                  <a:lnTo>
                    <a:pt x="17592" y="60385"/>
                  </a:lnTo>
                  <a:lnTo>
                    <a:pt x="11332" y="60617"/>
                  </a:lnTo>
                  <a:lnTo>
                    <a:pt x="11590" y="52711"/>
                  </a:lnTo>
                  <a:lnTo>
                    <a:pt x="3459" y="50229"/>
                  </a:lnTo>
                  <a:lnTo>
                    <a:pt x="547" y="36481"/>
                  </a:lnTo>
                  <a:lnTo>
                    <a:pt x="0" y="36169"/>
                  </a:lnTo>
                  <a:lnTo>
                    <a:pt x="4834" y="33565"/>
                  </a:lnTo>
                  <a:lnTo>
                    <a:pt x="4922" y="10249"/>
                  </a:lnTo>
                  <a:lnTo>
                    <a:pt x="3805" y="10148"/>
                  </a:lnTo>
                  <a:lnTo>
                    <a:pt x="6238" y="2681"/>
                  </a:lnTo>
                  <a:lnTo>
                    <a:pt x="8695" y="5611"/>
                  </a:lnTo>
                  <a:lnTo>
                    <a:pt x="14279" y="764"/>
                  </a:lnTo>
                  <a:lnTo>
                    <a:pt x="1417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h6843"/>
            <p:cNvSpPr/>
            <p:nvPr/>
          </p:nvSpPr>
          <p:spPr>
            <a:xfrm>
              <a:off x="10003582" y="1967041"/>
              <a:ext cx="105428" cy="130738"/>
            </a:xfrm>
            <a:custGeom>
              <a:avLst/>
              <a:pathLst>
                <a:path w="105428" h="130738">
                  <a:moveTo>
                    <a:pt x="36504" y="5254"/>
                  </a:moveTo>
                  <a:lnTo>
                    <a:pt x="49563" y="19606"/>
                  </a:lnTo>
                  <a:lnTo>
                    <a:pt x="54059" y="10210"/>
                  </a:lnTo>
                  <a:lnTo>
                    <a:pt x="61554" y="10216"/>
                  </a:lnTo>
                  <a:lnTo>
                    <a:pt x="62587" y="9461"/>
                  </a:lnTo>
                  <a:lnTo>
                    <a:pt x="64184" y="11115"/>
                  </a:lnTo>
                  <a:lnTo>
                    <a:pt x="71811" y="10693"/>
                  </a:lnTo>
                  <a:lnTo>
                    <a:pt x="74965" y="7075"/>
                  </a:lnTo>
                  <a:lnTo>
                    <a:pt x="77070" y="7409"/>
                  </a:lnTo>
                  <a:lnTo>
                    <a:pt x="76225" y="15188"/>
                  </a:lnTo>
                  <a:lnTo>
                    <a:pt x="86004" y="23631"/>
                  </a:lnTo>
                  <a:lnTo>
                    <a:pt x="89382" y="22428"/>
                  </a:lnTo>
                  <a:lnTo>
                    <a:pt x="90844" y="21040"/>
                  </a:lnTo>
                  <a:lnTo>
                    <a:pt x="93221" y="28289"/>
                  </a:lnTo>
                  <a:lnTo>
                    <a:pt x="92234" y="32859"/>
                  </a:lnTo>
                  <a:lnTo>
                    <a:pt x="95071" y="32706"/>
                  </a:lnTo>
                  <a:lnTo>
                    <a:pt x="95401" y="34873"/>
                  </a:lnTo>
                  <a:lnTo>
                    <a:pt x="96008" y="35762"/>
                  </a:lnTo>
                  <a:lnTo>
                    <a:pt x="95545" y="36644"/>
                  </a:lnTo>
                  <a:lnTo>
                    <a:pt x="91369" y="37624"/>
                  </a:lnTo>
                  <a:lnTo>
                    <a:pt x="91658" y="38784"/>
                  </a:lnTo>
                  <a:lnTo>
                    <a:pt x="96236" y="40365"/>
                  </a:lnTo>
                  <a:lnTo>
                    <a:pt x="98832" y="42110"/>
                  </a:lnTo>
                  <a:lnTo>
                    <a:pt x="100540" y="44578"/>
                  </a:lnTo>
                  <a:lnTo>
                    <a:pt x="102280" y="49704"/>
                  </a:lnTo>
                  <a:lnTo>
                    <a:pt x="103145" y="59197"/>
                  </a:lnTo>
                  <a:lnTo>
                    <a:pt x="101113" y="59697"/>
                  </a:lnTo>
                  <a:lnTo>
                    <a:pt x="102742" y="64540"/>
                  </a:lnTo>
                  <a:lnTo>
                    <a:pt x="101216" y="68893"/>
                  </a:lnTo>
                  <a:lnTo>
                    <a:pt x="96824" y="71244"/>
                  </a:lnTo>
                  <a:lnTo>
                    <a:pt x="97013" y="72510"/>
                  </a:lnTo>
                  <a:lnTo>
                    <a:pt x="99387" y="73697"/>
                  </a:lnTo>
                  <a:lnTo>
                    <a:pt x="101753" y="76648"/>
                  </a:lnTo>
                  <a:lnTo>
                    <a:pt x="101961" y="77831"/>
                  </a:lnTo>
                  <a:lnTo>
                    <a:pt x="97346" y="87645"/>
                  </a:lnTo>
                  <a:lnTo>
                    <a:pt x="98045" y="93370"/>
                  </a:lnTo>
                  <a:lnTo>
                    <a:pt x="105033" y="102604"/>
                  </a:lnTo>
                  <a:lnTo>
                    <a:pt x="102149" y="113294"/>
                  </a:lnTo>
                  <a:lnTo>
                    <a:pt x="102914" y="115274"/>
                  </a:lnTo>
                  <a:lnTo>
                    <a:pt x="104350" y="116664"/>
                  </a:lnTo>
                  <a:lnTo>
                    <a:pt x="105428" y="120681"/>
                  </a:lnTo>
                  <a:lnTo>
                    <a:pt x="103319" y="123714"/>
                  </a:lnTo>
                  <a:lnTo>
                    <a:pt x="101823" y="124367"/>
                  </a:lnTo>
                  <a:lnTo>
                    <a:pt x="101070" y="123829"/>
                  </a:lnTo>
                  <a:lnTo>
                    <a:pt x="96258" y="126444"/>
                  </a:lnTo>
                  <a:lnTo>
                    <a:pt x="96841" y="129740"/>
                  </a:lnTo>
                  <a:lnTo>
                    <a:pt x="95937" y="130738"/>
                  </a:lnTo>
                  <a:lnTo>
                    <a:pt x="89419" y="124705"/>
                  </a:lnTo>
                  <a:lnTo>
                    <a:pt x="84849" y="123009"/>
                  </a:lnTo>
                  <a:lnTo>
                    <a:pt x="82815" y="123546"/>
                  </a:lnTo>
                  <a:lnTo>
                    <a:pt x="75924" y="122461"/>
                  </a:lnTo>
                  <a:lnTo>
                    <a:pt x="70539" y="125626"/>
                  </a:lnTo>
                  <a:lnTo>
                    <a:pt x="65450" y="125565"/>
                  </a:lnTo>
                  <a:lnTo>
                    <a:pt x="59917" y="127627"/>
                  </a:lnTo>
                  <a:lnTo>
                    <a:pt x="55513" y="124903"/>
                  </a:lnTo>
                  <a:lnTo>
                    <a:pt x="51463" y="120709"/>
                  </a:lnTo>
                  <a:lnTo>
                    <a:pt x="47423" y="119740"/>
                  </a:lnTo>
                  <a:lnTo>
                    <a:pt x="45068" y="120312"/>
                  </a:lnTo>
                  <a:lnTo>
                    <a:pt x="44370" y="118079"/>
                  </a:lnTo>
                  <a:lnTo>
                    <a:pt x="42870" y="116955"/>
                  </a:lnTo>
                  <a:lnTo>
                    <a:pt x="36481" y="115030"/>
                  </a:lnTo>
                  <a:lnTo>
                    <a:pt x="33168" y="116423"/>
                  </a:lnTo>
                  <a:lnTo>
                    <a:pt x="24432" y="110972"/>
                  </a:lnTo>
                  <a:lnTo>
                    <a:pt x="27167" y="104719"/>
                  </a:lnTo>
                  <a:lnTo>
                    <a:pt x="27139" y="100110"/>
                  </a:lnTo>
                  <a:lnTo>
                    <a:pt x="29641" y="97595"/>
                  </a:lnTo>
                  <a:lnTo>
                    <a:pt x="36585" y="95714"/>
                  </a:lnTo>
                  <a:lnTo>
                    <a:pt x="50415" y="87973"/>
                  </a:lnTo>
                  <a:lnTo>
                    <a:pt x="41553" y="74260"/>
                  </a:lnTo>
                  <a:lnTo>
                    <a:pt x="44101" y="74473"/>
                  </a:lnTo>
                  <a:lnTo>
                    <a:pt x="40952" y="68645"/>
                  </a:lnTo>
                  <a:lnTo>
                    <a:pt x="34079" y="66567"/>
                  </a:lnTo>
                  <a:lnTo>
                    <a:pt x="29319" y="63999"/>
                  </a:lnTo>
                  <a:lnTo>
                    <a:pt x="22364" y="49294"/>
                  </a:lnTo>
                  <a:lnTo>
                    <a:pt x="21249" y="40466"/>
                  </a:lnTo>
                  <a:lnTo>
                    <a:pt x="12580" y="46437"/>
                  </a:lnTo>
                  <a:lnTo>
                    <a:pt x="10827" y="46142"/>
                  </a:lnTo>
                  <a:lnTo>
                    <a:pt x="8284" y="43887"/>
                  </a:lnTo>
                  <a:lnTo>
                    <a:pt x="0" y="44037"/>
                  </a:lnTo>
                  <a:lnTo>
                    <a:pt x="10724" y="39401"/>
                  </a:lnTo>
                  <a:lnTo>
                    <a:pt x="12678" y="34351"/>
                  </a:lnTo>
                  <a:lnTo>
                    <a:pt x="13858" y="27673"/>
                  </a:lnTo>
                  <a:lnTo>
                    <a:pt x="19876" y="24125"/>
                  </a:lnTo>
                  <a:lnTo>
                    <a:pt x="9982" y="17575"/>
                  </a:lnTo>
                  <a:lnTo>
                    <a:pt x="12213" y="12504"/>
                  </a:lnTo>
                  <a:lnTo>
                    <a:pt x="24119" y="1386"/>
                  </a:lnTo>
                  <a:lnTo>
                    <a:pt x="2697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h6844"/>
            <p:cNvSpPr/>
            <p:nvPr/>
          </p:nvSpPr>
          <p:spPr>
            <a:xfrm>
              <a:off x="10123159" y="1881596"/>
              <a:ext cx="32770" cy="30155"/>
            </a:xfrm>
            <a:custGeom>
              <a:avLst/>
              <a:pathLst>
                <a:path w="32770" h="30155">
                  <a:moveTo>
                    <a:pt x="20839" y="1954"/>
                  </a:moveTo>
                  <a:lnTo>
                    <a:pt x="21841" y="1600"/>
                  </a:lnTo>
                  <a:lnTo>
                    <a:pt x="25988" y="5079"/>
                  </a:lnTo>
                  <a:lnTo>
                    <a:pt x="28614" y="8829"/>
                  </a:lnTo>
                  <a:lnTo>
                    <a:pt x="28252" y="10801"/>
                  </a:lnTo>
                  <a:lnTo>
                    <a:pt x="27274" y="11613"/>
                  </a:lnTo>
                  <a:lnTo>
                    <a:pt x="31883" y="17005"/>
                  </a:lnTo>
                  <a:lnTo>
                    <a:pt x="32717" y="20141"/>
                  </a:lnTo>
                  <a:lnTo>
                    <a:pt x="32770" y="24287"/>
                  </a:lnTo>
                  <a:lnTo>
                    <a:pt x="30540" y="30096"/>
                  </a:lnTo>
                  <a:lnTo>
                    <a:pt x="26121" y="29098"/>
                  </a:lnTo>
                  <a:lnTo>
                    <a:pt x="24177" y="27579"/>
                  </a:lnTo>
                  <a:lnTo>
                    <a:pt x="18144" y="30155"/>
                  </a:lnTo>
                  <a:lnTo>
                    <a:pt x="9787" y="27327"/>
                  </a:lnTo>
                  <a:lnTo>
                    <a:pt x="9978" y="23295"/>
                  </a:lnTo>
                  <a:lnTo>
                    <a:pt x="13442" y="19179"/>
                  </a:lnTo>
                  <a:lnTo>
                    <a:pt x="14462" y="19555"/>
                  </a:lnTo>
                  <a:lnTo>
                    <a:pt x="14687" y="18629"/>
                  </a:lnTo>
                  <a:lnTo>
                    <a:pt x="5328" y="16461"/>
                  </a:lnTo>
                  <a:lnTo>
                    <a:pt x="3116" y="18424"/>
                  </a:lnTo>
                  <a:lnTo>
                    <a:pt x="0" y="15385"/>
                  </a:lnTo>
                  <a:lnTo>
                    <a:pt x="663" y="13057"/>
                  </a:lnTo>
                  <a:lnTo>
                    <a:pt x="5357" y="13082"/>
                  </a:lnTo>
                  <a:lnTo>
                    <a:pt x="3460" y="9950"/>
                  </a:lnTo>
                  <a:lnTo>
                    <a:pt x="6564" y="8441"/>
                  </a:lnTo>
                  <a:lnTo>
                    <a:pt x="7137" y="10393"/>
                  </a:lnTo>
                  <a:lnTo>
                    <a:pt x="6319" y="11939"/>
                  </a:lnTo>
                  <a:lnTo>
                    <a:pt x="9029" y="12997"/>
                  </a:lnTo>
                  <a:lnTo>
                    <a:pt x="10351" y="9107"/>
                  </a:lnTo>
                  <a:lnTo>
                    <a:pt x="9554" y="6200"/>
                  </a:lnTo>
                  <a:lnTo>
                    <a:pt x="10434" y="4052"/>
                  </a:lnTo>
                  <a:lnTo>
                    <a:pt x="9496" y="1320"/>
                  </a:lnTo>
                  <a:lnTo>
                    <a:pt x="10464" y="528"/>
                  </a:lnTo>
                  <a:lnTo>
                    <a:pt x="1338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h6845"/>
            <p:cNvSpPr/>
            <p:nvPr/>
          </p:nvSpPr>
          <p:spPr>
            <a:xfrm>
              <a:off x="10139464" y="1720911"/>
              <a:ext cx="94171" cy="201755"/>
            </a:xfrm>
            <a:custGeom>
              <a:avLst/>
              <a:pathLst>
                <a:path w="94171" h="201755">
                  <a:moveTo>
                    <a:pt x="56671" y="5344"/>
                  </a:moveTo>
                  <a:lnTo>
                    <a:pt x="74929" y="4192"/>
                  </a:lnTo>
                  <a:lnTo>
                    <a:pt x="72838" y="11270"/>
                  </a:lnTo>
                  <a:lnTo>
                    <a:pt x="72897" y="12929"/>
                  </a:lnTo>
                  <a:lnTo>
                    <a:pt x="74627" y="14518"/>
                  </a:lnTo>
                  <a:lnTo>
                    <a:pt x="67957" y="27796"/>
                  </a:lnTo>
                  <a:lnTo>
                    <a:pt x="67467" y="45464"/>
                  </a:lnTo>
                  <a:lnTo>
                    <a:pt x="59894" y="45222"/>
                  </a:lnTo>
                  <a:lnTo>
                    <a:pt x="59174" y="50378"/>
                  </a:lnTo>
                  <a:lnTo>
                    <a:pt x="61183" y="56528"/>
                  </a:lnTo>
                  <a:lnTo>
                    <a:pt x="61944" y="61340"/>
                  </a:lnTo>
                  <a:lnTo>
                    <a:pt x="60894" y="72833"/>
                  </a:lnTo>
                  <a:lnTo>
                    <a:pt x="61592" y="76305"/>
                  </a:lnTo>
                  <a:lnTo>
                    <a:pt x="58252" y="77272"/>
                  </a:lnTo>
                  <a:lnTo>
                    <a:pt x="55085" y="75599"/>
                  </a:lnTo>
                  <a:lnTo>
                    <a:pt x="53197" y="75360"/>
                  </a:lnTo>
                  <a:lnTo>
                    <a:pt x="52532" y="75970"/>
                  </a:lnTo>
                  <a:lnTo>
                    <a:pt x="52422" y="78502"/>
                  </a:lnTo>
                  <a:lnTo>
                    <a:pt x="42002" y="78172"/>
                  </a:lnTo>
                  <a:lnTo>
                    <a:pt x="41956" y="80409"/>
                  </a:lnTo>
                  <a:lnTo>
                    <a:pt x="42611" y="85763"/>
                  </a:lnTo>
                  <a:lnTo>
                    <a:pt x="43686" y="87401"/>
                  </a:lnTo>
                  <a:lnTo>
                    <a:pt x="45611" y="87451"/>
                  </a:lnTo>
                  <a:lnTo>
                    <a:pt x="46923" y="91865"/>
                  </a:lnTo>
                  <a:lnTo>
                    <a:pt x="43266" y="90666"/>
                  </a:lnTo>
                  <a:lnTo>
                    <a:pt x="43182" y="92165"/>
                  </a:lnTo>
                  <a:lnTo>
                    <a:pt x="47217" y="102203"/>
                  </a:lnTo>
                  <a:lnTo>
                    <a:pt x="51296" y="103599"/>
                  </a:lnTo>
                  <a:lnTo>
                    <a:pt x="55442" y="116130"/>
                  </a:lnTo>
                  <a:lnTo>
                    <a:pt x="54964" y="118437"/>
                  </a:lnTo>
                  <a:lnTo>
                    <a:pt x="67920" y="126740"/>
                  </a:lnTo>
                  <a:lnTo>
                    <a:pt x="74562" y="127371"/>
                  </a:lnTo>
                  <a:lnTo>
                    <a:pt x="73964" y="130605"/>
                  </a:lnTo>
                  <a:lnTo>
                    <a:pt x="72882" y="133503"/>
                  </a:lnTo>
                  <a:lnTo>
                    <a:pt x="71468" y="132693"/>
                  </a:lnTo>
                  <a:lnTo>
                    <a:pt x="68060" y="138417"/>
                  </a:lnTo>
                  <a:lnTo>
                    <a:pt x="68041" y="140357"/>
                  </a:lnTo>
                  <a:lnTo>
                    <a:pt x="69321" y="140650"/>
                  </a:lnTo>
                  <a:lnTo>
                    <a:pt x="70258" y="144248"/>
                  </a:lnTo>
                  <a:lnTo>
                    <a:pt x="69831" y="144856"/>
                  </a:lnTo>
                  <a:lnTo>
                    <a:pt x="67562" y="144201"/>
                  </a:lnTo>
                  <a:lnTo>
                    <a:pt x="65486" y="148305"/>
                  </a:lnTo>
                  <a:lnTo>
                    <a:pt x="68802" y="149067"/>
                  </a:lnTo>
                  <a:lnTo>
                    <a:pt x="70341" y="151688"/>
                  </a:lnTo>
                  <a:lnTo>
                    <a:pt x="74149" y="153988"/>
                  </a:lnTo>
                  <a:lnTo>
                    <a:pt x="81904" y="154005"/>
                  </a:lnTo>
                  <a:lnTo>
                    <a:pt x="82410" y="154923"/>
                  </a:lnTo>
                  <a:lnTo>
                    <a:pt x="80733" y="158084"/>
                  </a:lnTo>
                  <a:lnTo>
                    <a:pt x="86960" y="159801"/>
                  </a:lnTo>
                  <a:lnTo>
                    <a:pt x="91157" y="159730"/>
                  </a:lnTo>
                  <a:lnTo>
                    <a:pt x="93588" y="165580"/>
                  </a:lnTo>
                  <a:lnTo>
                    <a:pt x="94171" y="173971"/>
                  </a:lnTo>
                  <a:lnTo>
                    <a:pt x="91653" y="173470"/>
                  </a:lnTo>
                  <a:lnTo>
                    <a:pt x="90975" y="169412"/>
                  </a:lnTo>
                  <a:lnTo>
                    <a:pt x="88465" y="172909"/>
                  </a:lnTo>
                  <a:lnTo>
                    <a:pt x="87922" y="175492"/>
                  </a:lnTo>
                  <a:lnTo>
                    <a:pt x="88646" y="178512"/>
                  </a:lnTo>
                  <a:lnTo>
                    <a:pt x="87794" y="179862"/>
                  </a:lnTo>
                  <a:lnTo>
                    <a:pt x="85244" y="179260"/>
                  </a:lnTo>
                  <a:lnTo>
                    <a:pt x="81506" y="179639"/>
                  </a:lnTo>
                  <a:lnTo>
                    <a:pt x="77162" y="181330"/>
                  </a:lnTo>
                  <a:lnTo>
                    <a:pt x="73731" y="180955"/>
                  </a:lnTo>
                  <a:lnTo>
                    <a:pt x="70916" y="183264"/>
                  </a:lnTo>
                  <a:lnTo>
                    <a:pt x="68675" y="189451"/>
                  </a:lnTo>
                  <a:lnTo>
                    <a:pt x="64816" y="189908"/>
                  </a:lnTo>
                  <a:lnTo>
                    <a:pt x="64809" y="197720"/>
                  </a:lnTo>
                  <a:lnTo>
                    <a:pt x="57687" y="196017"/>
                  </a:lnTo>
                  <a:lnTo>
                    <a:pt x="54949" y="196386"/>
                  </a:lnTo>
                  <a:lnTo>
                    <a:pt x="42683" y="198613"/>
                  </a:lnTo>
                  <a:lnTo>
                    <a:pt x="36558" y="201755"/>
                  </a:lnTo>
                  <a:lnTo>
                    <a:pt x="30594" y="196733"/>
                  </a:lnTo>
                  <a:lnTo>
                    <a:pt x="30443" y="195951"/>
                  </a:lnTo>
                  <a:lnTo>
                    <a:pt x="35095" y="193912"/>
                  </a:lnTo>
                  <a:lnTo>
                    <a:pt x="35975" y="186553"/>
                  </a:lnTo>
                  <a:lnTo>
                    <a:pt x="37555" y="187564"/>
                  </a:lnTo>
                  <a:lnTo>
                    <a:pt x="39666" y="186870"/>
                  </a:lnTo>
                  <a:lnTo>
                    <a:pt x="39320" y="180865"/>
                  </a:lnTo>
                  <a:lnTo>
                    <a:pt x="40653" y="173230"/>
                  </a:lnTo>
                  <a:lnTo>
                    <a:pt x="38550" y="169476"/>
                  </a:lnTo>
                  <a:lnTo>
                    <a:pt x="40007" y="166276"/>
                  </a:lnTo>
                  <a:lnTo>
                    <a:pt x="38602" y="163582"/>
                  </a:lnTo>
                  <a:lnTo>
                    <a:pt x="37049" y="162527"/>
                  </a:lnTo>
                  <a:lnTo>
                    <a:pt x="34901" y="163710"/>
                  </a:lnTo>
                  <a:lnTo>
                    <a:pt x="32983" y="163404"/>
                  </a:lnTo>
                  <a:lnTo>
                    <a:pt x="31477" y="161585"/>
                  </a:lnTo>
                  <a:lnTo>
                    <a:pt x="30178" y="154387"/>
                  </a:lnTo>
                  <a:lnTo>
                    <a:pt x="28299" y="149716"/>
                  </a:lnTo>
                  <a:lnTo>
                    <a:pt x="29244" y="147289"/>
                  </a:lnTo>
                  <a:lnTo>
                    <a:pt x="32486" y="146163"/>
                  </a:lnTo>
                  <a:lnTo>
                    <a:pt x="30472" y="142758"/>
                  </a:lnTo>
                  <a:lnTo>
                    <a:pt x="25505" y="139012"/>
                  </a:lnTo>
                  <a:lnTo>
                    <a:pt x="20941" y="133334"/>
                  </a:lnTo>
                  <a:lnTo>
                    <a:pt x="18381" y="127920"/>
                  </a:lnTo>
                  <a:lnTo>
                    <a:pt x="19316" y="127078"/>
                  </a:lnTo>
                  <a:lnTo>
                    <a:pt x="20660" y="127455"/>
                  </a:lnTo>
                  <a:lnTo>
                    <a:pt x="20778" y="126303"/>
                  </a:lnTo>
                  <a:lnTo>
                    <a:pt x="14428" y="119664"/>
                  </a:lnTo>
                  <a:lnTo>
                    <a:pt x="3238" y="121671"/>
                  </a:lnTo>
                  <a:lnTo>
                    <a:pt x="1321" y="118547"/>
                  </a:lnTo>
                  <a:lnTo>
                    <a:pt x="1970" y="109084"/>
                  </a:lnTo>
                  <a:lnTo>
                    <a:pt x="1619" y="87635"/>
                  </a:lnTo>
                  <a:lnTo>
                    <a:pt x="0" y="82573"/>
                  </a:lnTo>
                  <a:lnTo>
                    <a:pt x="2578" y="77927"/>
                  </a:lnTo>
                  <a:lnTo>
                    <a:pt x="4128" y="77157"/>
                  </a:lnTo>
                  <a:lnTo>
                    <a:pt x="7124" y="73502"/>
                  </a:lnTo>
                  <a:lnTo>
                    <a:pt x="8122" y="67507"/>
                  </a:lnTo>
                  <a:lnTo>
                    <a:pt x="9316" y="60339"/>
                  </a:lnTo>
                  <a:lnTo>
                    <a:pt x="4407" y="59603"/>
                  </a:lnTo>
                  <a:lnTo>
                    <a:pt x="4995" y="53811"/>
                  </a:lnTo>
                  <a:lnTo>
                    <a:pt x="3799" y="44861"/>
                  </a:lnTo>
                  <a:lnTo>
                    <a:pt x="4885" y="38433"/>
                  </a:lnTo>
                  <a:lnTo>
                    <a:pt x="5283" y="36772"/>
                  </a:lnTo>
                  <a:lnTo>
                    <a:pt x="8243" y="36634"/>
                  </a:lnTo>
                  <a:lnTo>
                    <a:pt x="8383" y="28445"/>
                  </a:lnTo>
                  <a:lnTo>
                    <a:pt x="13367" y="27561"/>
                  </a:lnTo>
                  <a:lnTo>
                    <a:pt x="16479" y="25284"/>
                  </a:lnTo>
                  <a:lnTo>
                    <a:pt x="5170" y="13304"/>
                  </a:lnTo>
                  <a:lnTo>
                    <a:pt x="5274" y="9731"/>
                  </a:lnTo>
                  <a:lnTo>
                    <a:pt x="5426" y="3909"/>
                  </a:lnTo>
                  <a:lnTo>
                    <a:pt x="13950" y="4560"/>
                  </a:lnTo>
                  <a:lnTo>
                    <a:pt x="12933" y="9476"/>
                  </a:lnTo>
                  <a:lnTo>
                    <a:pt x="15730" y="12358"/>
                  </a:lnTo>
                  <a:lnTo>
                    <a:pt x="16484" y="12356"/>
                  </a:lnTo>
                  <a:lnTo>
                    <a:pt x="16408" y="11220"/>
                  </a:lnTo>
                  <a:lnTo>
                    <a:pt x="14547" y="8842"/>
                  </a:lnTo>
                  <a:lnTo>
                    <a:pt x="18623" y="4705"/>
                  </a:lnTo>
                  <a:lnTo>
                    <a:pt x="28204" y="5004"/>
                  </a:lnTo>
                  <a:lnTo>
                    <a:pt x="29113" y="8253"/>
                  </a:lnTo>
                  <a:lnTo>
                    <a:pt x="39462" y="8580"/>
                  </a:lnTo>
                  <a:lnTo>
                    <a:pt x="37446" y="4998"/>
                  </a:lnTo>
                  <a:lnTo>
                    <a:pt x="35560" y="3940"/>
                  </a:lnTo>
                  <a:lnTo>
                    <a:pt x="37042" y="1712"/>
                  </a:lnTo>
                  <a:lnTo>
                    <a:pt x="4205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h6846"/>
            <p:cNvSpPr/>
            <p:nvPr/>
          </p:nvSpPr>
          <p:spPr>
            <a:xfrm>
              <a:off x="10141076" y="2033649"/>
              <a:ext cx="43605" cy="35630"/>
            </a:xfrm>
            <a:custGeom>
              <a:avLst/>
              <a:pathLst>
                <a:path w="43605" h="35630">
                  <a:moveTo>
                    <a:pt x="29842" y="0"/>
                  </a:moveTo>
                  <a:lnTo>
                    <a:pt x="33800" y="565"/>
                  </a:lnTo>
                  <a:lnTo>
                    <a:pt x="37239" y="2246"/>
                  </a:lnTo>
                  <a:lnTo>
                    <a:pt x="32924" y="5721"/>
                  </a:lnTo>
                  <a:lnTo>
                    <a:pt x="32127" y="13614"/>
                  </a:lnTo>
                  <a:lnTo>
                    <a:pt x="31008" y="15528"/>
                  </a:lnTo>
                  <a:lnTo>
                    <a:pt x="34203" y="22301"/>
                  </a:lnTo>
                  <a:lnTo>
                    <a:pt x="39259" y="21309"/>
                  </a:lnTo>
                  <a:lnTo>
                    <a:pt x="41774" y="24771"/>
                  </a:lnTo>
                  <a:lnTo>
                    <a:pt x="40384" y="27787"/>
                  </a:lnTo>
                  <a:lnTo>
                    <a:pt x="43605" y="29141"/>
                  </a:lnTo>
                  <a:lnTo>
                    <a:pt x="39588" y="35630"/>
                  </a:lnTo>
                  <a:lnTo>
                    <a:pt x="36238" y="34895"/>
                  </a:lnTo>
                  <a:lnTo>
                    <a:pt x="35029" y="32900"/>
                  </a:lnTo>
                  <a:lnTo>
                    <a:pt x="29827" y="31828"/>
                  </a:lnTo>
                  <a:lnTo>
                    <a:pt x="26354" y="22539"/>
                  </a:lnTo>
                  <a:lnTo>
                    <a:pt x="24540" y="21049"/>
                  </a:lnTo>
                  <a:lnTo>
                    <a:pt x="21249" y="20078"/>
                  </a:lnTo>
                  <a:lnTo>
                    <a:pt x="19763" y="16536"/>
                  </a:lnTo>
                  <a:lnTo>
                    <a:pt x="20384" y="14861"/>
                  </a:lnTo>
                  <a:lnTo>
                    <a:pt x="21676" y="14748"/>
                  </a:lnTo>
                  <a:lnTo>
                    <a:pt x="21930" y="12340"/>
                  </a:lnTo>
                  <a:lnTo>
                    <a:pt x="21037" y="11922"/>
                  </a:lnTo>
                  <a:lnTo>
                    <a:pt x="16338" y="12532"/>
                  </a:lnTo>
                  <a:lnTo>
                    <a:pt x="15514" y="10118"/>
                  </a:lnTo>
                  <a:lnTo>
                    <a:pt x="11463" y="8134"/>
                  </a:lnTo>
                  <a:lnTo>
                    <a:pt x="6532" y="8715"/>
                  </a:lnTo>
                  <a:lnTo>
                    <a:pt x="742" y="7553"/>
                  </a:lnTo>
                  <a:lnTo>
                    <a:pt x="0" y="5916"/>
                  </a:lnTo>
                  <a:lnTo>
                    <a:pt x="1710" y="1956"/>
                  </a:lnTo>
                  <a:lnTo>
                    <a:pt x="4653" y="2966"/>
                  </a:lnTo>
                  <a:lnTo>
                    <a:pt x="7947" y="2797"/>
                  </a:lnTo>
                  <a:lnTo>
                    <a:pt x="15926" y="316"/>
                  </a:lnTo>
                  <a:lnTo>
                    <a:pt x="21298" y="1884"/>
                  </a:lnTo>
                  <a:lnTo>
                    <a:pt x="26496" y="4866"/>
                  </a:lnTo>
                  <a:lnTo>
                    <a:pt x="28776" y="3392"/>
                  </a:lnTo>
                  <a:lnTo>
                    <a:pt x="27325" y="592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h6847"/>
            <p:cNvSpPr/>
            <p:nvPr/>
          </p:nvSpPr>
          <p:spPr>
            <a:xfrm>
              <a:off x="10145000" y="1879894"/>
              <a:ext cx="35116" cy="37750"/>
            </a:xfrm>
            <a:custGeom>
              <a:avLst/>
              <a:pathLst>
                <a:path w="35116" h="37750">
                  <a:moveTo>
                    <a:pt x="18594" y="0"/>
                  </a:moveTo>
                  <a:lnTo>
                    <a:pt x="22599" y="3039"/>
                  </a:lnTo>
                  <a:lnTo>
                    <a:pt x="24741" y="3358"/>
                  </a:lnTo>
                  <a:lnTo>
                    <a:pt x="25940" y="2602"/>
                  </a:lnTo>
                  <a:lnTo>
                    <a:pt x="27447" y="4421"/>
                  </a:lnTo>
                  <a:lnTo>
                    <a:pt x="29365" y="4727"/>
                  </a:lnTo>
                  <a:lnTo>
                    <a:pt x="31513" y="3544"/>
                  </a:lnTo>
                  <a:lnTo>
                    <a:pt x="33065" y="4599"/>
                  </a:lnTo>
                  <a:lnTo>
                    <a:pt x="34471" y="7293"/>
                  </a:lnTo>
                  <a:lnTo>
                    <a:pt x="33013" y="10493"/>
                  </a:lnTo>
                  <a:lnTo>
                    <a:pt x="35116" y="14247"/>
                  </a:lnTo>
                  <a:lnTo>
                    <a:pt x="33784" y="21882"/>
                  </a:lnTo>
                  <a:lnTo>
                    <a:pt x="34129" y="27887"/>
                  </a:lnTo>
                  <a:lnTo>
                    <a:pt x="32018" y="28581"/>
                  </a:lnTo>
                  <a:lnTo>
                    <a:pt x="30439" y="27570"/>
                  </a:lnTo>
                  <a:lnTo>
                    <a:pt x="29559" y="34929"/>
                  </a:lnTo>
                  <a:lnTo>
                    <a:pt x="24906" y="36968"/>
                  </a:lnTo>
                  <a:lnTo>
                    <a:pt x="25057" y="37750"/>
                  </a:lnTo>
                  <a:lnTo>
                    <a:pt x="20299" y="37674"/>
                  </a:lnTo>
                  <a:lnTo>
                    <a:pt x="19984" y="35731"/>
                  </a:lnTo>
                  <a:lnTo>
                    <a:pt x="23533" y="34585"/>
                  </a:lnTo>
                  <a:lnTo>
                    <a:pt x="22703" y="30063"/>
                  </a:lnTo>
                  <a:lnTo>
                    <a:pt x="17930" y="29033"/>
                  </a:lnTo>
                  <a:lnTo>
                    <a:pt x="10928" y="25989"/>
                  </a:lnTo>
                  <a:lnTo>
                    <a:pt x="10875" y="21843"/>
                  </a:lnTo>
                  <a:lnTo>
                    <a:pt x="10041" y="18707"/>
                  </a:lnTo>
                  <a:lnTo>
                    <a:pt x="5432" y="13315"/>
                  </a:lnTo>
                  <a:lnTo>
                    <a:pt x="6410" y="12503"/>
                  </a:lnTo>
                  <a:lnTo>
                    <a:pt x="6772" y="10531"/>
                  </a:lnTo>
                  <a:lnTo>
                    <a:pt x="4146" y="6781"/>
                  </a:lnTo>
                  <a:lnTo>
                    <a:pt x="0" y="3302"/>
                  </a:lnTo>
                  <a:lnTo>
                    <a:pt x="3033" y="371"/>
                  </a:lnTo>
                  <a:lnTo>
                    <a:pt x="4412" y="3446"/>
                  </a:lnTo>
                  <a:lnTo>
                    <a:pt x="7850" y="2894"/>
                  </a:lnTo>
                  <a:lnTo>
                    <a:pt x="7547" y="1293"/>
                  </a:lnTo>
                  <a:lnTo>
                    <a:pt x="11705" y="17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h6848"/>
            <p:cNvSpPr/>
            <p:nvPr/>
          </p:nvSpPr>
          <p:spPr>
            <a:xfrm>
              <a:off x="10114178" y="1479163"/>
              <a:ext cx="79716" cy="79474"/>
            </a:xfrm>
            <a:custGeom>
              <a:avLst/>
              <a:pathLst>
                <a:path w="79716" h="79474">
                  <a:moveTo>
                    <a:pt x="45303" y="1144"/>
                  </a:moveTo>
                  <a:lnTo>
                    <a:pt x="49375" y="5616"/>
                  </a:lnTo>
                  <a:lnTo>
                    <a:pt x="53084" y="3697"/>
                  </a:lnTo>
                  <a:lnTo>
                    <a:pt x="56656" y="5380"/>
                  </a:lnTo>
                  <a:lnTo>
                    <a:pt x="60235" y="7802"/>
                  </a:lnTo>
                  <a:lnTo>
                    <a:pt x="63298" y="12087"/>
                  </a:lnTo>
                  <a:lnTo>
                    <a:pt x="69242" y="25529"/>
                  </a:lnTo>
                  <a:lnTo>
                    <a:pt x="75957" y="38437"/>
                  </a:lnTo>
                  <a:lnTo>
                    <a:pt x="77769" y="40728"/>
                  </a:lnTo>
                  <a:lnTo>
                    <a:pt x="79612" y="41353"/>
                  </a:lnTo>
                  <a:lnTo>
                    <a:pt x="79716" y="42118"/>
                  </a:lnTo>
                  <a:lnTo>
                    <a:pt x="74131" y="46965"/>
                  </a:lnTo>
                  <a:lnTo>
                    <a:pt x="71675" y="44034"/>
                  </a:lnTo>
                  <a:lnTo>
                    <a:pt x="69241" y="51502"/>
                  </a:lnTo>
                  <a:lnTo>
                    <a:pt x="70359" y="51603"/>
                  </a:lnTo>
                  <a:lnTo>
                    <a:pt x="70271" y="74919"/>
                  </a:lnTo>
                  <a:lnTo>
                    <a:pt x="65436" y="77522"/>
                  </a:lnTo>
                  <a:lnTo>
                    <a:pt x="59713" y="73333"/>
                  </a:lnTo>
                  <a:lnTo>
                    <a:pt x="58866" y="77204"/>
                  </a:lnTo>
                  <a:lnTo>
                    <a:pt x="56524" y="76611"/>
                  </a:lnTo>
                  <a:lnTo>
                    <a:pt x="57255" y="73203"/>
                  </a:lnTo>
                  <a:lnTo>
                    <a:pt x="45218" y="72862"/>
                  </a:lnTo>
                  <a:lnTo>
                    <a:pt x="45698" y="77056"/>
                  </a:lnTo>
                  <a:lnTo>
                    <a:pt x="34012" y="76751"/>
                  </a:lnTo>
                  <a:lnTo>
                    <a:pt x="31419" y="74598"/>
                  </a:lnTo>
                  <a:lnTo>
                    <a:pt x="29373" y="74100"/>
                  </a:lnTo>
                  <a:lnTo>
                    <a:pt x="20533" y="75316"/>
                  </a:lnTo>
                  <a:lnTo>
                    <a:pt x="20427" y="77997"/>
                  </a:lnTo>
                  <a:lnTo>
                    <a:pt x="17156" y="79430"/>
                  </a:lnTo>
                  <a:lnTo>
                    <a:pt x="12015" y="79474"/>
                  </a:lnTo>
                  <a:lnTo>
                    <a:pt x="12784" y="77257"/>
                  </a:lnTo>
                  <a:lnTo>
                    <a:pt x="11136" y="75901"/>
                  </a:lnTo>
                  <a:lnTo>
                    <a:pt x="8494" y="71823"/>
                  </a:lnTo>
                  <a:lnTo>
                    <a:pt x="6808" y="67027"/>
                  </a:lnTo>
                  <a:lnTo>
                    <a:pt x="2593" y="65502"/>
                  </a:lnTo>
                  <a:lnTo>
                    <a:pt x="0" y="53517"/>
                  </a:lnTo>
                  <a:lnTo>
                    <a:pt x="10942" y="49576"/>
                  </a:lnTo>
                  <a:lnTo>
                    <a:pt x="10896" y="46034"/>
                  </a:lnTo>
                  <a:lnTo>
                    <a:pt x="21883" y="46510"/>
                  </a:lnTo>
                  <a:lnTo>
                    <a:pt x="27459" y="42882"/>
                  </a:lnTo>
                  <a:lnTo>
                    <a:pt x="24207" y="40051"/>
                  </a:lnTo>
                  <a:lnTo>
                    <a:pt x="21411" y="34999"/>
                  </a:lnTo>
                  <a:lnTo>
                    <a:pt x="21944" y="22093"/>
                  </a:lnTo>
                  <a:lnTo>
                    <a:pt x="16691" y="21701"/>
                  </a:lnTo>
                  <a:lnTo>
                    <a:pt x="8813" y="19366"/>
                  </a:lnTo>
                  <a:lnTo>
                    <a:pt x="13842" y="12652"/>
                  </a:lnTo>
                  <a:lnTo>
                    <a:pt x="10478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h6849"/>
            <p:cNvSpPr/>
            <p:nvPr/>
          </p:nvSpPr>
          <p:spPr>
            <a:xfrm>
              <a:off x="10180079" y="2053356"/>
              <a:ext cx="41954" cy="29036"/>
            </a:xfrm>
            <a:custGeom>
              <a:avLst/>
              <a:pathLst>
                <a:path w="41954" h="29036">
                  <a:moveTo>
                    <a:pt x="30393" y="622"/>
                  </a:moveTo>
                  <a:lnTo>
                    <a:pt x="34491" y="3548"/>
                  </a:lnTo>
                  <a:lnTo>
                    <a:pt x="39263" y="8827"/>
                  </a:lnTo>
                  <a:lnTo>
                    <a:pt x="41954" y="9074"/>
                  </a:lnTo>
                  <a:lnTo>
                    <a:pt x="40876" y="9431"/>
                  </a:lnTo>
                  <a:lnTo>
                    <a:pt x="37498" y="18275"/>
                  </a:lnTo>
                  <a:lnTo>
                    <a:pt x="25679" y="26315"/>
                  </a:lnTo>
                  <a:lnTo>
                    <a:pt x="24433" y="28746"/>
                  </a:lnTo>
                  <a:lnTo>
                    <a:pt x="23429" y="29036"/>
                  </a:lnTo>
                  <a:lnTo>
                    <a:pt x="12145" y="18991"/>
                  </a:lnTo>
                  <a:lnTo>
                    <a:pt x="10195" y="20991"/>
                  </a:lnTo>
                  <a:lnTo>
                    <a:pt x="8701" y="24443"/>
                  </a:lnTo>
                  <a:lnTo>
                    <a:pt x="7039" y="22116"/>
                  </a:lnTo>
                  <a:lnTo>
                    <a:pt x="3609" y="20173"/>
                  </a:lnTo>
                  <a:lnTo>
                    <a:pt x="1500" y="20242"/>
                  </a:lnTo>
                  <a:lnTo>
                    <a:pt x="0" y="17299"/>
                  </a:lnTo>
                  <a:lnTo>
                    <a:pt x="584" y="15923"/>
                  </a:lnTo>
                  <a:lnTo>
                    <a:pt x="4601" y="9434"/>
                  </a:lnTo>
                  <a:lnTo>
                    <a:pt x="7489" y="8610"/>
                  </a:lnTo>
                  <a:lnTo>
                    <a:pt x="11160" y="16059"/>
                  </a:lnTo>
                  <a:lnTo>
                    <a:pt x="15530" y="17189"/>
                  </a:lnTo>
                  <a:lnTo>
                    <a:pt x="17280" y="16058"/>
                  </a:lnTo>
                  <a:lnTo>
                    <a:pt x="19326" y="9217"/>
                  </a:lnTo>
                  <a:lnTo>
                    <a:pt x="22594" y="3433"/>
                  </a:lnTo>
                  <a:lnTo>
                    <a:pt x="24623" y="1719"/>
                  </a:lnTo>
                  <a:lnTo>
                    <a:pt x="25189" y="2372"/>
                  </a:lnTo>
                  <a:lnTo>
                    <a:pt x="26397" y="1963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h6850"/>
            <p:cNvSpPr/>
            <p:nvPr/>
          </p:nvSpPr>
          <p:spPr>
            <a:xfrm>
              <a:off x="9885833" y="1913733"/>
              <a:ext cx="97440" cy="61563"/>
            </a:xfrm>
            <a:custGeom>
              <a:avLst/>
              <a:pathLst>
                <a:path w="97440" h="61563">
                  <a:moveTo>
                    <a:pt x="9190" y="1609"/>
                  </a:moveTo>
                  <a:lnTo>
                    <a:pt x="14424" y="2936"/>
                  </a:lnTo>
                  <a:lnTo>
                    <a:pt x="19360" y="6005"/>
                  </a:lnTo>
                  <a:lnTo>
                    <a:pt x="19782" y="7489"/>
                  </a:lnTo>
                  <a:lnTo>
                    <a:pt x="32878" y="14802"/>
                  </a:lnTo>
                  <a:lnTo>
                    <a:pt x="36273" y="15401"/>
                  </a:lnTo>
                  <a:lnTo>
                    <a:pt x="46166" y="8228"/>
                  </a:lnTo>
                  <a:lnTo>
                    <a:pt x="47521" y="8833"/>
                  </a:lnTo>
                  <a:lnTo>
                    <a:pt x="51262" y="9668"/>
                  </a:lnTo>
                  <a:lnTo>
                    <a:pt x="57116" y="9395"/>
                  </a:lnTo>
                  <a:lnTo>
                    <a:pt x="62594" y="12493"/>
                  </a:lnTo>
                  <a:lnTo>
                    <a:pt x="63168" y="13942"/>
                  </a:lnTo>
                  <a:lnTo>
                    <a:pt x="68126" y="14658"/>
                  </a:lnTo>
                  <a:lnTo>
                    <a:pt x="71652" y="13134"/>
                  </a:lnTo>
                  <a:lnTo>
                    <a:pt x="74309" y="10326"/>
                  </a:lnTo>
                  <a:lnTo>
                    <a:pt x="78203" y="9716"/>
                  </a:lnTo>
                  <a:lnTo>
                    <a:pt x="85168" y="9858"/>
                  </a:lnTo>
                  <a:lnTo>
                    <a:pt x="90363" y="12886"/>
                  </a:lnTo>
                  <a:lnTo>
                    <a:pt x="91674" y="14634"/>
                  </a:lnTo>
                  <a:lnTo>
                    <a:pt x="91224" y="18187"/>
                  </a:lnTo>
                  <a:lnTo>
                    <a:pt x="92316" y="20434"/>
                  </a:lnTo>
                  <a:lnTo>
                    <a:pt x="90249" y="26280"/>
                  </a:lnTo>
                  <a:lnTo>
                    <a:pt x="97440" y="41253"/>
                  </a:lnTo>
                  <a:lnTo>
                    <a:pt x="96839" y="44257"/>
                  </a:lnTo>
                  <a:lnTo>
                    <a:pt x="92067" y="46358"/>
                  </a:lnTo>
                  <a:lnTo>
                    <a:pt x="83172" y="50757"/>
                  </a:lnTo>
                  <a:lnTo>
                    <a:pt x="87820" y="57952"/>
                  </a:lnTo>
                  <a:lnTo>
                    <a:pt x="88750" y="61563"/>
                  </a:lnTo>
                  <a:lnTo>
                    <a:pt x="73629" y="48991"/>
                  </a:lnTo>
                  <a:lnTo>
                    <a:pt x="71386" y="43378"/>
                  </a:lnTo>
                  <a:lnTo>
                    <a:pt x="67193" y="42415"/>
                  </a:lnTo>
                  <a:lnTo>
                    <a:pt x="68223" y="43664"/>
                  </a:lnTo>
                  <a:lnTo>
                    <a:pt x="67269" y="46655"/>
                  </a:lnTo>
                  <a:lnTo>
                    <a:pt x="61573" y="49969"/>
                  </a:lnTo>
                  <a:lnTo>
                    <a:pt x="62780" y="48015"/>
                  </a:lnTo>
                  <a:lnTo>
                    <a:pt x="62531" y="46396"/>
                  </a:lnTo>
                  <a:lnTo>
                    <a:pt x="60347" y="41043"/>
                  </a:lnTo>
                  <a:lnTo>
                    <a:pt x="56683" y="37513"/>
                  </a:lnTo>
                  <a:lnTo>
                    <a:pt x="52069" y="38285"/>
                  </a:lnTo>
                  <a:lnTo>
                    <a:pt x="49424" y="40287"/>
                  </a:lnTo>
                  <a:lnTo>
                    <a:pt x="46538" y="34768"/>
                  </a:lnTo>
                  <a:lnTo>
                    <a:pt x="38269" y="35268"/>
                  </a:lnTo>
                  <a:lnTo>
                    <a:pt x="32969" y="38972"/>
                  </a:lnTo>
                  <a:lnTo>
                    <a:pt x="35454" y="41264"/>
                  </a:lnTo>
                  <a:lnTo>
                    <a:pt x="35897" y="43613"/>
                  </a:lnTo>
                  <a:lnTo>
                    <a:pt x="34989" y="45320"/>
                  </a:lnTo>
                  <a:lnTo>
                    <a:pt x="30690" y="49160"/>
                  </a:lnTo>
                  <a:lnTo>
                    <a:pt x="33506" y="52463"/>
                  </a:lnTo>
                  <a:lnTo>
                    <a:pt x="26484" y="54575"/>
                  </a:lnTo>
                  <a:lnTo>
                    <a:pt x="24873" y="53643"/>
                  </a:lnTo>
                  <a:lnTo>
                    <a:pt x="23113" y="57906"/>
                  </a:lnTo>
                  <a:lnTo>
                    <a:pt x="21797" y="53453"/>
                  </a:lnTo>
                  <a:lnTo>
                    <a:pt x="22473" y="50143"/>
                  </a:lnTo>
                  <a:lnTo>
                    <a:pt x="19030" y="43990"/>
                  </a:lnTo>
                  <a:lnTo>
                    <a:pt x="14053" y="40238"/>
                  </a:lnTo>
                  <a:lnTo>
                    <a:pt x="7426" y="39866"/>
                  </a:lnTo>
                  <a:lnTo>
                    <a:pt x="5523" y="36088"/>
                  </a:lnTo>
                  <a:lnTo>
                    <a:pt x="5025" y="35074"/>
                  </a:lnTo>
                  <a:lnTo>
                    <a:pt x="6211" y="32126"/>
                  </a:lnTo>
                  <a:lnTo>
                    <a:pt x="8820" y="31711"/>
                  </a:lnTo>
                  <a:lnTo>
                    <a:pt x="10761" y="28745"/>
                  </a:lnTo>
                  <a:lnTo>
                    <a:pt x="6003" y="26758"/>
                  </a:lnTo>
                  <a:lnTo>
                    <a:pt x="5583" y="24715"/>
                  </a:lnTo>
                  <a:lnTo>
                    <a:pt x="5269" y="16381"/>
                  </a:lnTo>
                  <a:lnTo>
                    <a:pt x="0" y="11568"/>
                  </a:lnTo>
                  <a:lnTo>
                    <a:pt x="4737" y="8960"/>
                  </a:lnTo>
                  <a:lnTo>
                    <a:pt x="1986" y="5492"/>
                  </a:lnTo>
                  <a:lnTo>
                    <a:pt x="598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h6851"/>
            <p:cNvSpPr/>
            <p:nvPr/>
          </p:nvSpPr>
          <p:spPr>
            <a:xfrm>
              <a:off x="9939676" y="1972483"/>
              <a:ext cx="86270" cy="96534"/>
            </a:xfrm>
            <a:custGeom>
              <a:avLst/>
              <a:pathLst>
                <a:path w="86270" h="96534">
                  <a:moveTo>
                    <a:pt x="53327" y="472"/>
                  </a:moveTo>
                  <a:lnTo>
                    <a:pt x="55832" y="3809"/>
                  </a:lnTo>
                  <a:lnTo>
                    <a:pt x="60404" y="4294"/>
                  </a:lnTo>
                  <a:lnTo>
                    <a:pt x="63023" y="886"/>
                  </a:lnTo>
                  <a:lnTo>
                    <a:pt x="65154" y="0"/>
                  </a:lnTo>
                  <a:lnTo>
                    <a:pt x="71175" y="11254"/>
                  </a:lnTo>
                  <a:lnTo>
                    <a:pt x="72212" y="12626"/>
                  </a:lnTo>
                  <a:lnTo>
                    <a:pt x="73888" y="12132"/>
                  </a:lnTo>
                  <a:lnTo>
                    <a:pt x="83782" y="18683"/>
                  </a:lnTo>
                  <a:lnTo>
                    <a:pt x="77764" y="22231"/>
                  </a:lnTo>
                  <a:lnTo>
                    <a:pt x="76584" y="28909"/>
                  </a:lnTo>
                  <a:lnTo>
                    <a:pt x="74630" y="33959"/>
                  </a:lnTo>
                  <a:lnTo>
                    <a:pt x="63906" y="38595"/>
                  </a:lnTo>
                  <a:lnTo>
                    <a:pt x="72190" y="38445"/>
                  </a:lnTo>
                  <a:lnTo>
                    <a:pt x="74733" y="40700"/>
                  </a:lnTo>
                  <a:lnTo>
                    <a:pt x="76486" y="40995"/>
                  </a:lnTo>
                  <a:lnTo>
                    <a:pt x="85155" y="35024"/>
                  </a:lnTo>
                  <a:lnTo>
                    <a:pt x="86270" y="43852"/>
                  </a:lnTo>
                  <a:lnTo>
                    <a:pt x="80337" y="50196"/>
                  </a:lnTo>
                  <a:lnTo>
                    <a:pt x="76423" y="45326"/>
                  </a:lnTo>
                  <a:lnTo>
                    <a:pt x="75591" y="46136"/>
                  </a:lnTo>
                  <a:lnTo>
                    <a:pt x="75063" y="58013"/>
                  </a:lnTo>
                  <a:lnTo>
                    <a:pt x="74540" y="58786"/>
                  </a:lnTo>
                  <a:lnTo>
                    <a:pt x="72585" y="60500"/>
                  </a:lnTo>
                  <a:lnTo>
                    <a:pt x="70113" y="59020"/>
                  </a:lnTo>
                  <a:lnTo>
                    <a:pt x="66530" y="58674"/>
                  </a:lnTo>
                  <a:lnTo>
                    <a:pt x="67868" y="63208"/>
                  </a:lnTo>
                  <a:lnTo>
                    <a:pt x="66751" y="68641"/>
                  </a:lnTo>
                  <a:lnTo>
                    <a:pt x="59046" y="69121"/>
                  </a:lnTo>
                  <a:lnTo>
                    <a:pt x="58669" y="70184"/>
                  </a:lnTo>
                  <a:lnTo>
                    <a:pt x="59786" y="71267"/>
                  </a:lnTo>
                  <a:lnTo>
                    <a:pt x="59119" y="73765"/>
                  </a:lnTo>
                  <a:lnTo>
                    <a:pt x="56806" y="75711"/>
                  </a:lnTo>
                  <a:lnTo>
                    <a:pt x="54605" y="74599"/>
                  </a:lnTo>
                  <a:lnTo>
                    <a:pt x="52257" y="75734"/>
                  </a:lnTo>
                  <a:lnTo>
                    <a:pt x="51457" y="77304"/>
                  </a:lnTo>
                  <a:lnTo>
                    <a:pt x="50246" y="93165"/>
                  </a:lnTo>
                  <a:lnTo>
                    <a:pt x="46724" y="94907"/>
                  </a:lnTo>
                  <a:lnTo>
                    <a:pt x="39916" y="96534"/>
                  </a:lnTo>
                  <a:lnTo>
                    <a:pt x="34105" y="89088"/>
                  </a:lnTo>
                  <a:lnTo>
                    <a:pt x="28739" y="89194"/>
                  </a:lnTo>
                  <a:lnTo>
                    <a:pt x="27635" y="85860"/>
                  </a:lnTo>
                  <a:lnTo>
                    <a:pt x="21567" y="86678"/>
                  </a:lnTo>
                  <a:lnTo>
                    <a:pt x="19758" y="84266"/>
                  </a:lnTo>
                  <a:lnTo>
                    <a:pt x="19538" y="78006"/>
                  </a:lnTo>
                  <a:lnTo>
                    <a:pt x="25341" y="73890"/>
                  </a:lnTo>
                  <a:lnTo>
                    <a:pt x="23894" y="69063"/>
                  </a:lnTo>
                  <a:lnTo>
                    <a:pt x="19176" y="67953"/>
                  </a:lnTo>
                  <a:lnTo>
                    <a:pt x="10144" y="70158"/>
                  </a:lnTo>
                  <a:lnTo>
                    <a:pt x="1171" y="70287"/>
                  </a:lnTo>
                  <a:lnTo>
                    <a:pt x="0" y="69623"/>
                  </a:lnTo>
                  <a:lnTo>
                    <a:pt x="1612" y="67068"/>
                  </a:lnTo>
                  <a:lnTo>
                    <a:pt x="7460" y="63518"/>
                  </a:lnTo>
                  <a:lnTo>
                    <a:pt x="8741" y="67773"/>
                  </a:lnTo>
                  <a:lnTo>
                    <a:pt x="14775" y="65571"/>
                  </a:lnTo>
                  <a:lnTo>
                    <a:pt x="17035" y="63024"/>
                  </a:lnTo>
                  <a:lnTo>
                    <a:pt x="22069" y="61306"/>
                  </a:lnTo>
                  <a:lnTo>
                    <a:pt x="18210" y="53807"/>
                  </a:lnTo>
                  <a:lnTo>
                    <a:pt x="22281" y="44260"/>
                  </a:lnTo>
                  <a:lnTo>
                    <a:pt x="21973" y="42301"/>
                  </a:lnTo>
                  <a:lnTo>
                    <a:pt x="19236" y="40806"/>
                  </a:lnTo>
                  <a:lnTo>
                    <a:pt x="24984" y="35677"/>
                  </a:lnTo>
                  <a:lnTo>
                    <a:pt x="27065" y="31858"/>
                  </a:lnTo>
                  <a:lnTo>
                    <a:pt x="32495" y="33019"/>
                  </a:lnTo>
                  <a:lnTo>
                    <a:pt x="38833" y="31036"/>
                  </a:lnTo>
                  <a:lnTo>
                    <a:pt x="39610" y="28155"/>
                  </a:lnTo>
                  <a:lnTo>
                    <a:pt x="38155" y="21677"/>
                  </a:lnTo>
                  <a:lnTo>
                    <a:pt x="38739" y="18694"/>
                  </a:lnTo>
                  <a:lnTo>
                    <a:pt x="42641" y="4061"/>
                  </a:lnTo>
                  <a:lnTo>
                    <a:pt x="43616" y="2054"/>
                  </a:lnTo>
                  <a:lnTo>
                    <a:pt x="44867" y="1753"/>
                  </a:lnTo>
                  <a:lnTo>
                    <a:pt x="46625" y="634"/>
                  </a:lnTo>
                  <a:lnTo>
                    <a:pt x="48608" y="1586"/>
                  </a:lnTo>
                  <a:lnTo>
                    <a:pt x="49526" y="3083"/>
                  </a:lnTo>
                  <a:lnTo>
                    <a:pt x="50818" y="3371"/>
                  </a:lnTo>
                  <a:lnTo>
                    <a:pt x="52033" y="1734"/>
                  </a:lnTo>
                  <a:lnTo>
                    <a:pt x="52289" y="1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h6852"/>
            <p:cNvSpPr/>
            <p:nvPr/>
          </p:nvSpPr>
          <p:spPr>
            <a:xfrm>
              <a:off x="10204513" y="2062430"/>
              <a:ext cx="28846" cy="32610"/>
            </a:xfrm>
            <a:custGeom>
              <a:avLst/>
              <a:pathLst>
                <a:path w="28846" h="32610">
                  <a:moveTo>
                    <a:pt x="16649" y="600"/>
                  </a:moveTo>
                  <a:lnTo>
                    <a:pt x="21544" y="2865"/>
                  </a:lnTo>
                  <a:lnTo>
                    <a:pt x="25848" y="8862"/>
                  </a:lnTo>
                  <a:lnTo>
                    <a:pt x="24665" y="12582"/>
                  </a:lnTo>
                  <a:lnTo>
                    <a:pt x="26940" y="12825"/>
                  </a:lnTo>
                  <a:lnTo>
                    <a:pt x="28846" y="16130"/>
                  </a:lnTo>
                  <a:lnTo>
                    <a:pt x="26914" y="20738"/>
                  </a:lnTo>
                  <a:lnTo>
                    <a:pt x="22869" y="22567"/>
                  </a:lnTo>
                  <a:lnTo>
                    <a:pt x="20480" y="21667"/>
                  </a:lnTo>
                  <a:lnTo>
                    <a:pt x="17580" y="22024"/>
                  </a:lnTo>
                  <a:lnTo>
                    <a:pt x="14284" y="28053"/>
                  </a:lnTo>
                  <a:lnTo>
                    <a:pt x="16138" y="32610"/>
                  </a:lnTo>
                  <a:lnTo>
                    <a:pt x="12089" y="28925"/>
                  </a:lnTo>
                  <a:lnTo>
                    <a:pt x="6828" y="22063"/>
                  </a:lnTo>
                  <a:lnTo>
                    <a:pt x="0" y="19671"/>
                  </a:lnTo>
                  <a:lnTo>
                    <a:pt x="1245" y="17240"/>
                  </a:lnTo>
                  <a:lnTo>
                    <a:pt x="13064" y="9201"/>
                  </a:lnTo>
                  <a:lnTo>
                    <a:pt x="16442" y="357"/>
                  </a:lnTo>
                  <a:lnTo>
                    <a:pt x="1752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h6853"/>
            <p:cNvSpPr/>
            <p:nvPr/>
          </p:nvSpPr>
          <p:spPr>
            <a:xfrm>
              <a:off x="10218797" y="2065407"/>
              <a:ext cx="50844" cy="47704"/>
            </a:xfrm>
            <a:custGeom>
              <a:avLst/>
              <a:pathLst>
                <a:path w="50844" h="47704">
                  <a:moveTo>
                    <a:pt x="33264" y="3471"/>
                  </a:moveTo>
                  <a:lnTo>
                    <a:pt x="40938" y="7238"/>
                  </a:lnTo>
                  <a:lnTo>
                    <a:pt x="48977" y="9827"/>
                  </a:lnTo>
                  <a:lnTo>
                    <a:pt x="50844" y="13845"/>
                  </a:lnTo>
                  <a:lnTo>
                    <a:pt x="49251" y="15200"/>
                  </a:lnTo>
                  <a:lnTo>
                    <a:pt x="49932" y="17216"/>
                  </a:lnTo>
                  <a:lnTo>
                    <a:pt x="50796" y="16842"/>
                  </a:lnTo>
                  <a:lnTo>
                    <a:pt x="49019" y="18648"/>
                  </a:lnTo>
                  <a:lnTo>
                    <a:pt x="47520" y="23856"/>
                  </a:lnTo>
                  <a:lnTo>
                    <a:pt x="47743" y="26082"/>
                  </a:lnTo>
                  <a:lnTo>
                    <a:pt x="48691" y="28111"/>
                  </a:lnTo>
                  <a:lnTo>
                    <a:pt x="49573" y="28525"/>
                  </a:lnTo>
                  <a:lnTo>
                    <a:pt x="49685" y="30398"/>
                  </a:lnTo>
                  <a:lnTo>
                    <a:pt x="48511" y="32674"/>
                  </a:lnTo>
                  <a:lnTo>
                    <a:pt x="41645" y="38520"/>
                  </a:lnTo>
                  <a:lnTo>
                    <a:pt x="37234" y="43474"/>
                  </a:lnTo>
                  <a:lnTo>
                    <a:pt x="43378" y="45242"/>
                  </a:lnTo>
                  <a:lnTo>
                    <a:pt x="42822" y="46967"/>
                  </a:lnTo>
                  <a:lnTo>
                    <a:pt x="41285" y="47704"/>
                  </a:lnTo>
                  <a:lnTo>
                    <a:pt x="37549" y="46326"/>
                  </a:lnTo>
                  <a:lnTo>
                    <a:pt x="33864" y="46747"/>
                  </a:lnTo>
                  <a:lnTo>
                    <a:pt x="25780" y="43867"/>
                  </a:lnTo>
                  <a:lnTo>
                    <a:pt x="18644" y="27376"/>
                  </a:lnTo>
                  <a:lnTo>
                    <a:pt x="20415" y="35601"/>
                  </a:lnTo>
                  <a:lnTo>
                    <a:pt x="15656" y="35271"/>
                  </a:lnTo>
                  <a:lnTo>
                    <a:pt x="9426" y="30787"/>
                  </a:lnTo>
                  <a:lnTo>
                    <a:pt x="6986" y="25363"/>
                  </a:lnTo>
                  <a:lnTo>
                    <a:pt x="5171" y="23413"/>
                  </a:lnTo>
                  <a:lnTo>
                    <a:pt x="1412" y="24078"/>
                  </a:lnTo>
                  <a:lnTo>
                    <a:pt x="0" y="25076"/>
                  </a:lnTo>
                  <a:lnTo>
                    <a:pt x="3296" y="19046"/>
                  </a:lnTo>
                  <a:lnTo>
                    <a:pt x="6196" y="18690"/>
                  </a:lnTo>
                  <a:lnTo>
                    <a:pt x="8585" y="19590"/>
                  </a:lnTo>
                  <a:lnTo>
                    <a:pt x="12629" y="17761"/>
                  </a:lnTo>
                  <a:lnTo>
                    <a:pt x="14561" y="13153"/>
                  </a:lnTo>
                  <a:lnTo>
                    <a:pt x="12656" y="9848"/>
                  </a:lnTo>
                  <a:lnTo>
                    <a:pt x="10381" y="9605"/>
                  </a:lnTo>
                  <a:lnTo>
                    <a:pt x="11564" y="5885"/>
                  </a:lnTo>
                  <a:lnTo>
                    <a:pt x="12030" y="3999"/>
                  </a:lnTo>
                  <a:lnTo>
                    <a:pt x="18222" y="2333"/>
                  </a:lnTo>
                  <a:lnTo>
                    <a:pt x="21006" y="5036"/>
                  </a:lnTo>
                  <a:lnTo>
                    <a:pt x="24233" y="5342"/>
                  </a:lnTo>
                  <a:lnTo>
                    <a:pt x="24700" y="2070"/>
                  </a:lnTo>
                  <a:lnTo>
                    <a:pt x="26603" y="857"/>
                  </a:lnTo>
                  <a:lnTo>
                    <a:pt x="2821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h6854"/>
            <p:cNvSpPr/>
            <p:nvPr/>
          </p:nvSpPr>
          <p:spPr>
            <a:xfrm>
              <a:off x="10238711" y="1878879"/>
              <a:ext cx="35863" cy="29126"/>
            </a:xfrm>
            <a:custGeom>
              <a:avLst/>
              <a:pathLst>
                <a:path w="35863" h="29126">
                  <a:moveTo>
                    <a:pt x="19937" y="2942"/>
                  </a:moveTo>
                  <a:lnTo>
                    <a:pt x="21043" y="9126"/>
                  </a:lnTo>
                  <a:lnTo>
                    <a:pt x="20339" y="10474"/>
                  </a:lnTo>
                  <a:lnTo>
                    <a:pt x="28519" y="17626"/>
                  </a:lnTo>
                  <a:lnTo>
                    <a:pt x="28018" y="19782"/>
                  </a:lnTo>
                  <a:lnTo>
                    <a:pt x="28800" y="20884"/>
                  </a:lnTo>
                  <a:lnTo>
                    <a:pt x="35863" y="23560"/>
                  </a:lnTo>
                  <a:lnTo>
                    <a:pt x="35814" y="25804"/>
                  </a:lnTo>
                  <a:lnTo>
                    <a:pt x="31740" y="27863"/>
                  </a:lnTo>
                  <a:lnTo>
                    <a:pt x="28612" y="24584"/>
                  </a:lnTo>
                  <a:lnTo>
                    <a:pt x="27374" y="24536"/>
                  </a:lnTo>
                  <a:lnTo>
                    <a:pt x="21276" y="26150"/>
                  </a:lnTo>
                  <a:lnTo>
                    <a:pt x="19261" y="29054"/>
                  </a:lnTo>
                  <a:lnTo>
                    <a:pt x="15640" y="29126"/>
                  </a:lnTo>
                  <a:lnTo>
                    <a:pt x="15132" y="26833"/>
                  </a:lnTo>
                  <a:lnTo>
                    <a:pt x="13609" y="24993"/>
                  </a:lnTo>
                  <a:lnTo>
                    <a:pt x="10498" y="23724"/>
                  </a:lnTo>
                  <a:lnTo>
                    <a:pt x="7430" y="20568"/>
                  </a:lnTo>
                  <a:lnTo>
                    <a:pt x="2735" y="14059"/>
                  </a:lnTo>
                  <a:lnTo>
                    <a:pt x="0" y="8160"/>
                  </a:lnTo>
                  <a:lnTo>
                    <a:pt x="6022" y="5828"/>
                  </a:lnTo>
                  <a:lnTo>
                    <a:pt x="11966" y="1429"/>
                  </a:lnTo>
                  <a:lnTo>
                    <a:pt x="1585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h6855"/>
            <p:cNvSpPr/>
            <p:nvPr/>
          </p:nvSpPr>
          <p:spPr>
            <a:xfrm>
              <a:off x="9975518" y="2069571"/>
              <a:ext cx="75728" cy="62328"/>
            </a:xfrm>
            <a:custGeom>
              <a:avLst/>
              <a:pathLst>
                <a:path w="75728" h="62328">
                  <a:moveTo>
                    <a:pt x="40112" y="3956"/>
                  </a:moveTo>
                  <a:lnTo>
                    <a:pt x="50302" y="8866"/>
                  </a:lnTo>
                  <a:lnTo>
                    <a:pt x="51590" y="9148"/>
                  </a:lnTo>
                  <a:lnTo>
                    <a:pt x="52496" y="8442"/>
                  </a:lnTo>
                  <a:lnTo>
                    <a:pt x="61232" y="13893"/>
                  </a:lnTo>
                  <a:lnTo>
                    <a:pt x="64545" y="12500"/>
                  </a:lnTo>
                  <a:lnTo>
                    <a:pt x="70933" y="14425"/>
                  </a:lnTo>
                  <a:lnTo>
                    <a:pt x="72434" y="15549"/>
                  </a:lnTo>
                  <a:lnTo>
                    <a:pt x="73132" y="17782"/>
                  </a:lnTo>
                  <a:lnTo>
                    <a:pt x="72695" y="19404"/>
                  </a:lnTo>
                  <a:lnTo>
                    <a:pt x="75728" y="20099"/>
                  </a:lnTo>
                  <a:lnTo>
                    <a:pt x="73146" y="27645"/>
                  </a:lnTo>
                  <a:lnTo>
                    <a:pt x="75100" y="29424"/>
                  </a:lnTo>
                  <a:lnTo>
                    <a:pt x="74662" y="37134"/>
                  </a:lnTo>
                  <a:lnTo>
                    <a:pt x="72197" y="37482"/>
                  </a:lnTo>
                  <a:lnTo>
                    <a:pt x="69914" y="36826"/>
                  </a:lnTo>
                  <a:lnTo>
                    <a:pt x="67605" y="27968"/>
                  </a:lnTo>
                  <a:lnTo>
                    <a:pt x="62808" y="27853"/>
                  </a:lnTo>
                  <a:lnTo>
                    <a:pt x="56817" y="34392"/>
                  </a:lnTo>
                  <a:lnTo>
                    <a:pt x="60530" y="37857"/>
                  </a:lnTo>
                  <a:lnTo>
                    <a:pt x="53248" y="44798"/>
                  </a:lnTo>
                  <a:lnTo>
                    <a:pt x="52410" y="46746"/>
                  </a:lnTo>
                  <a:lnTo>
                    <a:pt x="52550" y="48915"/>
                  </a:lnTo>
                  <a:lnTo>
                    <a:pt x="47335" y="49883"/>
                  </a:lnTo>
                  <a:lnTo>
                    <a:pt x="49534" y="59268"/>
                  </a:lnTo>
                  <a:lnTo>
                    <a:pt x="40266" y="53985"/>
                  </a:lnTo>
                  <a:lnTo>
                    <a:pt x="39372" y="51013"/>
                  </a:lnTo>
                  <a:lnTo>
                    <a:pt x="40201" y="46693"/>
                  </a:lnTo>
                  <a:lnTo>
                    <a:pt x="35580" y="49201"/>
                  </a:lnTo>
                  <a:lnTo>
                    <a:pt x="32592" y="53278"/>
                  </a:lnTo>
                  <a:lnTo>
                    <a:pt x="26392" y="53345"/>
                  </a:lnTo>
                  <a:lnTo>
                    <a:pt x="19817" y="52451"/>
                  </a:lnTo>
                  <a:lnTo>
                    <a:pt x="16365" y="59623"/>
                  </a:lnTo>
                  <a:lnTo>
                    <a:pt x="16144" y="62328"/>
                  </a:lnTo>
                  <a:lnTo>
                    <a:pt x="4788" y="43702"/>
                  </a:lnTo>
                  <a:lnTo>
                    <a:pt x="6273" y="42644"/>
                  </a:lnTo>
                  <a:lnTo>
                    <a:pt x="9565" y="40193"/>
                  </a:lnTo>
                  <a:lnTo>
                    <a:pt x="11260" y="35995"/>
                  </a:lnTo>
                  <a:lnTo>
                    <a:pt x="10634" y="33822"/>
                  </a:lnTo>
                  <a:lnTo>
                    <a:pt x="5750" y="25945"/>
                  </a:lnTo>
                  <a:lnTo>
                    <a:pt x="0" y="18733"/>
                  </a:lnTo>
                  <a:lnTo>
                    <a:pt x="6151" y="13910"/>
                  </a:lnTo>
                  <a:lnTo>
                    <a:pt x="6761" y="12022"/>
                  </a:lnTo>
                  <a:lnTo>
                    <a:pt x="8136" y="11828"/>
                  </a:lnTo>
                  <a:lnTo>
                    <a:pt x="8177" y="5602"/>
                  </a:lnTo>
                  <a:lnTo>
                    <a:pt x="13665" y="4404"/>
                  </a:lnTo>
                  <a:lnTo>
                    <a:pt x="19173" y="5497"/>
                  </a:lnTo>
                  <a:lnTo>
                    <a:pt x="21211" y="8532"/>
                  </a:lnTo>
                  <a:lnTo>
                    <a:pt x="21773" y="11737"/>
                  </a:lnTo>
                  <a:lnTo>
                    <a:pt x="15590" y="14931"/>
                  </a:lnTo>
                  <a:lnTo>
                    <a:pt x="12981" y="20449"/>
                  </a:lnTo>
                  <a:lnTo>
                    <a:pt x="18166" y="26562"/>
                  </a:lnTo>
                  <a:lnTo>
                    <a:pt x="19951" y="26273"/>
                  </a:lnTo>
                  <a:lnTo>
                    <a:pt x="19689" y="23254"/>
                  </a:lnTo>
                  <a:lnTo>
                    <a:pt x="21569" y="19184"/>
                  </a:lnTo>
                  <a:lnTo>
                    <a:pt x="26682" y="19280"/>
                  </a:lnTo>
                  <a:lnTo>
                    <a:pt x="28200" y="17361"/>
                  </a:lnTo>
                  <a:lnTo>
                    <a:pt x="30903" y="9687"/>
                  </a:lnTo>
                  <a:lnTo>
                    <a:pt x="28375" y="5416"/>
                  </a:lnTo>
                  <a:lnTo>
                    <a:pt x="27924" y="2791"/>
                  </a:lnTo>
                  <a:lnTo>
                    <a:pt x="2892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h6856"/>
            <p:cNvSpPr/>
            <p:nvPr/>
          </p:nvSpPr>
          <p:spPr>
            <a:xfrm>
              <a:off x="9876835" y="1881188"/>
              <a:ext cx="69787" cy="47946"/>
            </a:xfrm>
            <a:custGeom>
              <a:avLst/>
              <a:pathLst>
                <a:path w="69787" h="47946">
                  <a:moveTo>
                    <a:pt x="67047" y="2757"/>
                  </a:moveTo>
                  <a:lnTo>
                    <a:pt x="62895" y="3005"/>
                  </a:lnTo>
                  <a:lnTo>
                    <a:pt x="63980" y="8065"/>
                  </a:lnTo>
                  <a:lnTo>
                    <a:pt x="62164" y="19125"/>
                  </a:lnTo>
                  <a:lnTo>
                    <a:pt x="66676" y="23134"/>
                  </a:lnTo>
                  <a:lnTo>
                    <a:pt x="69787" y="29408"/>
                  </a:lnTo>
                  <a:lnTo>
                    <a:pt x="67120" y="30165"/>
                  </a:lnTo>
                  <a:lnTo>
                    <a:pt x="65987" y="34063"/>
                  </a:lnTo>
                  <a:lnTo>
                    <a:pt x="66903" y="37003"/>
                  </a:lnTo>
                  <a:lnTo>
                    <a:pt x="65390" y="38761"/>
                  </a:lnTo>
                  <a:lnTo>
                    <a:pt x="63190" y="38107"/>
                  </a:lnTo>
                  <a:lnTo>
                    <a:pt x="58472" y="39739"/>
                  </a:lnTo>
                  <a:lnTo>
                    <a:pt x="56519" y="41377"/>
                  </a:lnTo>
                  <a:lnTo>
                    <a:pt x="55164" y="40773"/>
                  </a:lnTo>
                  <a:lnTo>
                    <a:pt x="45271" y="47946"/>
                  </a:lnTo>
                  <a:lnTo>
                    <a:pt x="41876" y="47347"/>
                  </a:lnTo>
                  <a:lnTo>
                    <a:pt x="28780" y="40034"/>
                  </a:lnTo>
                  <a:lnTo>
                    <a:pt x="28358" y="38550"/>
                  </a:lnTo>
                  <a:lnTo>
                    <a:pt x="23421" y="35480"/>
                  </a:lnTo>
                  <a:lnTo>
                    <a:pt x="18188" y="34153"/>
                  </a:lnTo>
                  <a:lnTo>
                    <a:pt x="14979" y="32544"/>
                  </a:lnTo>
                  <a:lnTo>
                    <a:pt x="10984" y="38037"/>
                  </a:lnTo>
                  <a:lnTo>
                    <a:pt x="13734" y="41504"/>
                  </a:lnTo>
                  <a:lnTo>
                    <a:pt x="8997" y="44113"/>
                  </a:lnTo>
                  <a:lnTo>
                    <a:pt x="7599" y="43898"/>
                  </a:lnTo>
                  <a:lnTo>
                    <a:pt x="3568" y="39125"/>
                  </a:lnTo>
                  <a:lnTo>
                    <a:pt x="2111" y="30318"/>
                  </a:lnTo>
                  <a:lnTo>
                    <a:pt x="0" y="23384"/>
                  </a:lnTo>
                  <a:lnTo>
                    <a:pt x="953" y="19364"/>
                  </a:lnTo>
                  <a:lnTo>
                    <a:pt x="1449" y="17406"/>
                  </a:lnTo>
                  <a:lnTo>
                    <a:pt x="1252" y="7008"/>
                  </a:lnTo>
                  <a:lnTo>
                    <a:pt x="6935" y="9565"/>
                  </a:lnTo>
                  <a:lnTo>
                    <a:pt x="10183" y="8542"/>
                  </a:lnTo>
                  <a:lnTo>
                    <a:pt x="12434" y="10439"/>
                  </a:lnTo>
                  <a:lnTo>
                    <a:pt x="24989" y="12089"/>
                  </a:lnTo>
                  <a:lnTo>
                    <a:pt x="29851" y="10659"/>
                  </a:lnTo>
                  <a:lnTo>
                    <a:pt x="34700" y="10362"/>
                  </a:lnTo>
                  <a:lnTo>
                    <a:pt x="41608" y="6875"/>
                  </a:lnTo>
                  <a:lnTo>
                    <a:pt x="46389" y="8513"/>
                  </a:lnTo>
                  <a:lnTo>
                    <a:pt x="47170" y="3337"/>
                  </a:lnTo>
                  <a:lnTo>
                    <a:pt x="50685" y="2026"/>
                  </a:lnTo>
                  <a:lnTo>
                    <a:pt x="56071" y="5799"/>
                  </a:lnTo>
                  <a:lnTo>
                    <a:pt x="59463" y="3957"/>
                  </a:lnTo>
                  <a:lnTo>
                    <a:pt x="6386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h6857"/>
            <p:cNvSpPr/>
            <p:nvPr/>
          </p:nvSpPr>
          <p:spPr>
            <a:xfrm>
              <a:off x="10033049" y="1743337"/>
              <a:ext cx="122894" cy="96604"/>
            </a:xfrm>
            <a:custGeom>
              <a:avLst/>
              <a:pathLst>
                <a:path w="122894" h="96604">
                  <a:moveTo>
                    <a:pt x="61254" y="1894"/>
                  </a:moveTo>
                  <a:lnTo>
                    <a:pt x="60690" y="2869"/>
                  </a:lnTo>
                  <a:lnTo>
                    <a:pt x="68697" y="2670"/>
                  </a:lnTo>
                  <a:lnTo>
                    <a:pt x="70797" y="6599"/>
                  </a:lnTo>
                  <a:lnTo>
                    <a:pt x="76316" y="6180"/>
                  </a:lnTo>
                  <a:lnTo>
                    <a:pt x="81548" y="7520"/>
                  </a:lnTo>
                  <a:lnTo>
                    <a:pt x="85609" y="3866"/>
                  </a:lnTo>
                  <a:lnTo>
                    <a:pt x="90769" y="4545"/>
                  </a:lnTo>
                  <a:lnTo>
                    <a:pt x="95087" y="7065"/>
                  </a:lnTo>
                  <a:lnTo>
                    <a:pt x="104960" y="1833"/>
                  </a:lnTo>
                  <a:lnTo>
                    <a:pt x="117282" y="3047"/>
                  </a:lnTo>
                  <a:lnTo>
                    <a:pt x="122894" y="2858"/>
                  </a:lnTo>
                  <a:lnTo>
                    <a:pt x="119782" y="5135"/>
                  </a:lnTo>
                  <a:lnTo>
                    <a:pt x="114798" y="6019"/>
                  </a:lnTo>
                  <a:lnTo>
                    <a:pt x="114658" y="14208"/>
                  </a:lnTo>
                  <a:lnTo>
                    <a:pt x="111698" y="14346"/>
                  </a:lnTo>
                  <a:lnTo>
                    <a:pt x="111300" y="16008"/>
                  </a:lnTo>
                  <a:lnTo>
                    <a:pt x="110214" y="22435"/>
                  </a:lnTo>
                  <a:lnTo>
                    <a:pt x="111410" y="31385"/>
                  </a:lnTo>
                  <a:lnTo>
                    <a:pt x="110822" y="37177"/>
                  </a:lnTo>
                  <a:lnTo>
                    <a:pt x="115731" y="37913"/>
                  </a:lnTo>
                  <a:lnTo>
                    <a:pt x="114537" y="45081"/>
                  </a:lnTo>
                  <a:lnTo>
                    <a:pt x="113170" y="46785"/>
                  </a:lnTo>
                  <a:lnTo>
                    <a:pt x="111293" y="47255"/>
                  </a:lnTo>
                  <a:lnTo>
                    <a:pt x="106234" y="45109"/>
                  </a:lnTo>
                  <a:lnTo>
                    <a:pt x="103622" y="42634"/>
                  </a:lnTo>
                  <a:lnTo>
                    <a:pt x="102184" y="39351"/>
                  </a:lnTo>
                  <a:lnTo>
                    <a:pt x="98062" y="36892"/>
                  </a:lnTo>
                  <a:lnTo>
                    <a:pt x="85684" y="37118"/>
                  </a:lnTo>
                  <a:lnTo>
                    <a:pt x="85641" y="38346"/>
                  </a:lnTo>
                  <a:lnTo>
                    <a:pt x="90562" y="38082"/>
                  </a:lnTo>
                  <a:lnTo>
                    <a:pt x="91924" y="43980"/>
                  </a:lnTo>
                  <a:lnTo>
                    <a:pt x="85882" y="43987"/>
                  </a:lnTo>
                  <a:lnTo>
                    <a:pt x="85976" y="51646"/>
                  </a:lnTo>
                  <a:lnTo>
                    <a:pt x="87070" y="52537"/>
                  </a:lnTo>
                  <a:lnTo>
                    <a:pt x="79572" y="59114"/>
                  </a:lnTo>
                  <a:lnTo>
                    <a:pt x="75076" y="54408"/>
                  </a:lnTo>
                  <a:lnTo>
                    <a:pt x="71001" y="55668"/>
                  </a:lnTo>
                  <a:lnTo>
                    <a:pt x="66974" y="54489"/>
                  </a:lnTo>
                  <a:lnTo>
                    <a:pt x="60882" y="50576"/>
                  </a:lnTo>
                  <a:lnTo>
                    <a:pt x="61150" y="45095"/>
                  </a:lnTo>
                  <a:lnTo>
                    <a:pt x="59778" y="44925"/>
                  </a:lnTo>
                  <a:lnTo>
                    <a:pt x="54753" y="55229"/>
                  </a:lnTo>
                  <a:lnTo>
                    <a:pt x="49971" y="55303"/>
                  </a:lnTo>
                  <a:lnTo>
                    <a:pt x="48831" y="54517"/>
                  </a:lnTo>
                  <a:lnTo>
                    <a:pt x="43407" y="53740"/>
                  </a:lnTo>
                  <a:lnTo>
                    <a:pt x="39175" y="59364"/>
                  </a:lnTo>
                  <a:lnTo>
                    <a:pt x="32902" y="57995"/>
                  </a:lnTo>
                  <a:lnTo>
                    <a:pt x="29233" y="60298"/>
                  </a:lnTo>
                  <a:lnTo>
                    <a:pt x="29677" y="62577"/>
                  </a:lnTo>
                  <a:lnTo>
                    <a:pt x="31198" y="64707"/>
                  </a:lnTo>
                  <a:lnTo>
                    <a:pt x="30219" y="68182"/>
                  </a:lnTo>
                  <a:lnTo>
                    <a:pt x="24350" y="66991"/>
                  </a:lnTo>
                  <a:lnTo>
                    <a:pt x="21136" y="67341"/>
                  </a:lnTo>
                  <a:lnTo>
                    <a:pt x="18235" y="70111"/>
                  </a:lnTo>
                  <a:lnTo>
                    <a:pt x="18133" y="73458"/>
                  </a:lnTo>
                  <a:lnTo>
                    <a:pt x="21192" y="73553"/>
                  </a:lnTo>
                  <a:lnTo>
                    <a:pt x="21902" y="77422"/>
                  </a:lnTo>
                  <a:lnTo>
                    <a:pt x="18891" y="77585"/>
                  </a:lnTo>
                  <a:lnTo>
                    <a:pt x="21063" y="87428"/>
                  </a:lnTo>
                  <a:lnTo>
                    <a:pt x="20177" y="89821"/>
                  </a:lnTo>
                  <a:lnTo>
                    <a:pt x="18406" y="92012"/>
                  </a:lnTo>
                  <a:lnTo>
                    <a:pt x="17979" y="91869"/>
                  </a:lnTo>
                  <a:lnTo>
                    <a:pt x="17315" y="94476"/>
                  </a:lnTo>
                  <a:lnTo>
                    <a:pt x="17597" y="96604"/>
                  </a:lnTo>
                  <a:lnTo>
                    <a:pt x="10799" y="94902"/>
                  </a:lnTo>
                  <a:lnTo>
                    <a:pt x="8835" y="89825"/>
                  </a:lnTo>
                  <a:lnTo>
                    <a:pt x="11268" y="84737"/>
                  </a:lnTo>
                  <a:lnTo>
                    <a:pt x="16050" y="81604"/>
                  </a:lnTo>
                  <a:lnTo>
                    <a:pt x="14182" y="77983"/>
                  </a:lnTo>
                  <a:lnTo>
                    <a:pt x="8745" y="79849"/>
                  </a:lnTo>
                  <a:lnTo>
                    <a:pt x="6032" y="78618"/>
                  </a:lnTo>
                  <a:lnTo>
                    <a:pt x="4403" y="76414"/>
                  </a:lnTo>
                  <a:lnTo>
                    <a:pt x="3653" y="75221"/>
                  </a:lnTo>
                  <a:lnTo>
                    <a:pt x="5585" y="74292"/>
                  </a:lnTo>
                  <a:lnTo>
                    <a:pt x="5872" y="73492"/>
                  </a:lnTo>
                  <a:lnTo>
                    <a:pt x="3797" y="72344"/>
                  </a:lnTo>
                  <a:lnTo>
                    <a:pt x="7183" y="69521"/>
                  </a:lnTo>
                  <a:lnTo>
                    <a:pt x="5524" y="66411"/>
                  </a:lnTo>
                  <a:lnTo>
                    <a:pt x="6594" y="61097"/>
                  </a:lnTo>
                  <a:lnTo>
                    <a:pt x="4960" y="58121"/>
                  </a:lnTo>
                  <a:lnTo>
                    <a:pt x="0" y="54754"/>
                  </a:lnTo>
                  <a:lnTo>
                    <a:pt x="2792" y="50794"/>
                  </a:lnTo>
                  <a:lnTo>
                    <a:pt x="4096" y="45028"/>
                  </a:lnTo>
                  <a:lnTo>
                    <a:pt x="9193" y="23281"/>
                  </a:lnTo>
                  <a:lnTo>
                    <a:pt x="6224" y="22732"/>
                  </a:lnTo>
                  <a:lnTo>
                    <a:pt x="7400" y="16513"/>
                  </a:lnTo>
                  <a:lnTo>
                    <a:pt x="9360" y="8913"/>
                  </a:lnTo>
                  <a:lnTo>
                    <a:pt x="13354" y="10632"/>
                  </a:lnTo>
                  <a:lnTo>
                    <a:pt x="21048" y="6673"/>
                  </a:lnTo>
                  <a:lnTo>
                    <a:pt x="26602" y="6105"/>
                  </a:lnTo>
                  <a:lnTo>
                    <a:pt x="29574" y="6031"/>
                  </a:lnTo>
                  <a:lnTo>
                    <a:pt x="32785" y="2529"/>
                  </a:lnTo>
                  <a:lnTo>
                    <a:pt x="35916" y="1309"/>
                  </a:lnTo>
                  <a:lnTo>
                    <a:pt x="49186" y="2054"/>
                  </a:lnTo>
                  <a:lnTo>
                    <a:pt x="5969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h6858"/>
            <p:cNvSpPr/>
            <p:nvPr/>
          </p:nvSpPr>
          <p:spPr>
            <a:xfrm>
              <a:off x="9991663" y="2086781"/>
              <a:ext cx="158640" cy="136620"/>
            </a:xfrm>
            <a:custGeom>
              <a:avLst/>
              <a:pathLst>
                <a:path w="158640" h="136620">
                  <a:moveTo>
                    <a:pt x="59342" y="0"/>
                  </a:moveTo>
                  <a:lnTo>
                    <a:pt x="63382" y="968"/>
                  </a:lnTo>
                  <a:lnTo>
                    <a:pt x="67432" y="5162"/>
                  </a:lnTo>
                  <a:lnTo>
                    <a:pt x="71836" y="7887"/>
                  </a:lnTo>
                  <a:lnTo>
                    <a:pt x="77369" y="5824"/>
                  </a:lnTo>
                  <a:lnTo>
                    <a:pt x="82459" y="5885"/>
                  </a:lnTo>
                  <a:lnTo>
                    <a:pt x="87843" y="2720"/>
                  </a:lnTo>
                  <a:lnTo>
                    <a:pt x="94734" y="3806"/>
                  </a:lnTo>
                  <a:lnTo>
                    <a:pt x="96768" y="3269"/>
                  </a:lnTo>
                  <a:lnTo>
                    <a:pt x="101338" y="4965"/>
                  </a:lnTo>
                  <a:lnTo>
                    <a:pt x="107856" y="10997"/>
                  </a:lnTo>
                  <a:lnTo>
                    <a:pt x="107778" y="13152"/>
                  </a:lnTo>
                  <a:lnTo>
                    <a:pt x="115546" y="18196"/>
                  </a:lnTo>
                  <a:lnTo>
                    <a:pt x="119882" y="26170"/>
                  </a:lnTo>
                  <a:lnTo>
                    <a:pt x="122432" y="26291"/>
                  </a:lnTo>
                  <a:lnTo>
                    <a:pt x="127303" y="32492"/>
                  </a:lnTo>
                  <a:lnTo>
                    <a:pt x="132483" y="36251"/>
                  </a:lnTo>
                  <a:lnTo>
                    <a:pt x="141844" y="38618"/>
                  </a:lnTo>
                  <a:lnTo>
                    <a:pt x="145911" y="41503"/>
                  </a:lnTo>
                  <a:lnTo>
                    <a:pt x="146618" y="44712"/>
                  </a:lnTo>
                  <a:lnTo>
                    <a:pt x="150497" y="47286"/>
                  </a:lnTo>
                  <a:lnTo>
                    <a:pt x="152825" y="53725"/>
                  </a:lnTo>
                  <a:lnTo>
                    <a:pt x="158035" y="59376"/>
                  </a:lnTo>
                  <a:lnTo>
                    <a:pt x="157034" y="60627"/>
                  </a:lnTo>
                  <a:lnTo>
                    <a:pt x="158640" y="68372"/>
                  </a:lnTo>
                  <a:lnTo>
                    <a:pt x="153918" y="71470"/>
                  </a:lnTo>
                  <a:lnTo>
                    <a:pt x="152375" y="77571"/>
                  </a:lnTo>
                  <a:lnTo>
                    <a:pt x="152983" y="82671"/>
                  </a:lnTo>
                  <a:lnTo>
                    <a:pt x="155019" y="84255"/>
                  </a:lnTo>
                  <a:lnTo>
                    <a:pt x="153706" y="88085"/>
                  </a:lnTo>
                  <a:lnTo>
                    <a:pt x="145228" y="91013"/>
                  </a:lnTo>
                  <a:lnTo>
                    <a:pt x="143792" y="90174"/>
                  </a:lnTo>
                  <a:lnTo>
                    <a:pt x="142262" y="94855"/>
                  </a:lnTo>
                  <a:lnTo>
                    <a:pt x="141875" y="121155"/>
                  </a:lnTo>
                  <a:lnTo>
                    <a:pt x="145126" y="118678"/>
                  </a:lnTo>
                  <a:lnTo>
                    <a:pt x="151966" y="115519"/>
                  </a:lnTo>
                  <a:lnTo>
                    <a:pt x="151965" y="117027"/>
                  </a:lnTo>
                  <a:lnTo>
                    <a:pt x="136820" y="127413"/>
                  </a:lnTo>
                  <a:lnTo>
                    <a:pt x="130689" y="134669"/>
                  </a:lnTo>
                  <a:lnTo>
                    <a:pt x="130925" y="136620"/>
                  </a:lnTo>
                  <a:lnTo>
                    <a:pt x="127860" y="134101"/>
                  </a:lnTo>
                  <a:lnTo>
                    <a:pt x="121108" y="133165"/>
                  </a:lnTo>
                  <a:lnTo>
                    <a:pt x="113185" y="134302"/>
                  </a:lnTo>
                  <a:lnTo>
                    <a:pt x="107147" y="134280"/>
                  </a:lnTo>
                  <a:lnTo>
                    <a:pt x="104692" y="125639"/>
                  </a:lnTo>
                  <a:lnTo>
                    <a:pt x="94518" y="123087"/>
                  </a:lnTo>
                  <a:lnTo>
                    <a:pt x="97494" y="122464"/>
                  </a:lnTo>
                  <a:lnTo>
                    <a:pt x="97790" y="118956"/>
                  </a:lnTo>
                  <a:lnTo>
                    <a:pt x="95170" y="116836"/>
                  </a:lnTo>
                  <a:lnTo>
                    <a:pt x="92877" y="119550"/>
                  </a:lnTo>
                  <a:lnTo>
                    <a:pt x="89407" y="118685"/>
                  </a:lnTo>
                  <a:lnTo>
                    <a:pt x="87622" y="116527"/>
                  </a:lnTo>
                  <a:lnTo>
                    <a:pt x="87225" y="114431"/>
                  </a:lnTo>
                  <a:lnTo>
                    <a:pt x="88065" y="111533"/>
                  </a:lnTo>
                  <a:lnTo>
                    <a:pt x="73756" y="99716"/>
                  </a:lnTo>
                  <a:lnTo>
                    <a:pt x="70124" y="97508"/>
                  </a:lnTo>
                  <a:lnTo>
                    <a:pt x="68833" y="96119"/>
                  </a:lnTo>
                  <a:lnTo>
                    <a:pt x="68776" y="94764"/>
                  </a:lnTo>
                  <a:lnTo>
                    <a:pt x="63146" y="90696"/>
                  </a:lnTo>
                  <a:lnTo>
                    <a:pt x="65612" y="81594"/>
                  </a:lnTo>
                  <a:lnTo>
                    <a:pt x="62556" y="75906"/>
                  </a:lnTo>
                  <a:lnTo>
                    <a:pt x="62871" y="72628"/>
                  </a:lnTo>
                  <a:lnTo>
                    <a:pt x="58546" y="68523"/>
                  </a:lnTo>
                  <a:lnTo>
                    <a:pt x="51215" y="64472"/>
                  </a:lnTo>
                  <a:lnTo>
                    <a:pt x="47457" y="64758"/>
                  </a:lnTo>
                  <a:lnTo>
                    <a:pt x="41436" y="67129"/>
                  </a:lnTo>
                  <a:lnTo>
                    <a:pt x="39890" y="68446"/>
                  </a:lnTo>
                  <a:lnTo>
                    <a:pt x="38824" y="65429"/>
                  </a:lnTo>
                  <a:lnTo>
                    <a:pt x="36316" y="61709"/>
                  </a:lnTo>
                  <a:lnTo>
                    <a:pt x="33573" y="60294"/>
                  </a:lnTo>
                  <a:lnTo>
                    <a:pt x="29396" y="61091"/>
                  </a:lnTo>
                  <a:lnTo>
                    <a:pt x="22895" y="60798"/>
                  </a:lnTo>
                  <a:lnTo>
                    <a:pt x="19465" y="59447"/>
                  </a:lnTo>
                  <a:lnTo>
                    <a:pt x="16705" y="60029"/>
                  </a:lnTo>
                  <a:lnTo>
                    <a:pt x="14782" y="63851"/>
                  </a:lnTo>
                  <a:lnTo>
                    <a:pt x="12054" y="63452"/>
                  </a:lnTo>
                  <a:lnTo>
                    <a:pt x="11120" y="59626"/>
                  </a:lnTo>
                  <a:lnTo>
                    <a:pt x="9103" y="57764"/>
                  </a:lnTo>
                  <a:lnTo>
                    <a:pt x="5915" y="57723"/>
                  </a:lnTo>
                  <a:lnTo>
                    <a:pt x="4471" y="56046"/>
                  </a:lnTo>
                  <a:lnTo>
                    <a:pt x="4374" y="52526"/>
                  </a:lnTo>
                  <a:lnTo>
                    <a:pt x="0" y="45117"/>
                  </a:lnTo>
                  <a:lnTo>
                    <a:pt x="221" y="42412"/>
                  </a:lnTo>
                  <a:lnTo>
                    <a:pt x="3672" y="35240"/>
                  </a:lnTo>
                  <a:lnTo>
                    <a:pt x="10247" y="36134"/>
                  </a:lnTo>
                  <a:lnTo>
                    <a:pt x="16448" y="36067"/>
                  </a:lnTo>
                  <a:lnTo>
                    <a:pt x="19436" y="31990"/>
                  </a:lnTo>
                  <a:lnTo>
                    <a:pt x="24056" y="29483"/>
                  </a:lnTo>
                  <a:lnTo>
                    <a:pt x="23228" y="33802"/>
                  </a:lnTo>
                  <a:lnTo>
                    <a:pt x="24121" y="36774"/>
                  </a:lnTo>
                  <a:lnTo>
                    <a:pt x="33390" y="42058"/>
                  </a:lnTo>
                  <a:lnTo>
                    <a:pt x="31190" y="32673"/>
                  </a:lnTo>
                  <a:lnTo>
                    <a:pt x="36406" y="31704"/>
                  </a:lnTo>
                  <a:lnTo>
                    <a:pt x="36266" y="29536"/>
                  </a:lnTo>
                  <a:lnTo>
                    <a:pt x="37103" y="27588"/>
                  </a:lnTo>
                  <a:lnTo>
                    <a:pt x="44385" y="20646"/>
                  </a:lnTo>
                  <a:lnTo>
                    <a:pt x="40672" y="17182"/>
                  </a:lnTo>
                  <a:lnTo>
                    <a:pt x="46664" y="10643"/>
                  </a:lnTo>
                  <a:lnTo>
                    <a:pt x="51460" y="10757"/>
                  </a:lnTo>
                  <a:lnTo>
                    <a:pt x="53769" y="19616"/>
                  </a:lnTo>
                  <a:lnTo>
                    <a:pt x="56053" y="20272"/>
                  </a:lnTo>
                  <a:lnTo>
                    <a:pt x="58518" y="19924"/>
                  </a:lnTo>
                  <a:lnTo>
                    <a:pt x="58956" y="12213"/>
                  </a:lnTo>
                  <a:lnTo>
                    <a:pt x="57002" y="10435"/>
                  </a:lnTo>
                  <a:lnTo>
                    <a:pt x="59583" y="2889"/>
                  </a:lnTo>
                  <a:lnTo>
                    <a:pt x="56550" y="2193"/>
                  </a:lnTo>
                  <a:lnTo>
                    <a:pt x="56988" y="57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h6859"/>
            <p:cNvSpPr/>
            <p:nvPr/>
          </p:nvSpPr>
          <p:spPr>
            <a:xfrm>
              <a:off x="10294390" y="1989450"/>
              <a:ext cx="148538" cy="146590"/>
            </a:xfrm>
            <a:custGeom>
              <a:avLst/>
              <a:pathLst>
                <a:path w="148538" h="146590">
                  <a:moveTo>
                    <a:pt x="83744" y="0"/>
                  </a:moveTo>
                  <a:lnTo>
                    <a:pt x="87928" y="2601"/>
                  </a:lnTo>
                  <a:lnTo>
                    <a:pt x="90391" y="3330"/>
                  </a:lnTo>
                  <a:lnTo>
                    <a:pt x="94490" y="164"/>
                  </a:lnTo>
                  <a:lnTo>
                    <a:pt x="102434" y="2082"/>
                  </a:lnTo>
                  <a:lnTo>
                    <a:pt x="103202" y="209"/>
                  </a:lnTo>
                  <a:lnTo>
                    <a:pt x="132639" y="1149"/>
                  </a:lnTo>
                  <a:lnTo>
                    <a:pt x="133177" y="3758"/>
                  </a:lnTo>
                  <a:lnTo>
                    <a:pt x="132593" y="16811"/>
                  </a:lnTo>
                  <a:lnTo>
                    <a:pt x="132047" y="16681"/>
                  </a:lnTo>
                  <a:lnTo>
                    <a:pt x="130439" y="32078"/>
                  </a:lnTo>
                  <a:lnTo>
                    <a:pt x="135183" y="33725"/>
                  </a:lnTo>
                  <a:lnTo>
                    <a:pt x="138644" y="43878"/>
                  </a:lnTo>
                  <a:lnTo>
                    <a:pt x="138408" y="54452"/>
                  </a:lnTo>
                  <a:lnTo>
                    <a:pt x="140057" y="58468"/>
                  </a:lnTo>
                  <a:lnTo>
                    <a:pt x="143344" y="60091"/>
                  </a:lnTo>
                  <a:lnTo>
                    <a:pt x="144139" y="66205"/>
                  </a:lnTo>
                  <a:lnTo>
                    <a:pt x="140310" y="68280"/>
                  </a:lnTo>
                  <a:lnTo>
                    <a:pt x="139769" y="71632"/>
                  </a:lnTo>
                  <a:lnTo>
                    <a:pt x="132498" y="77030"/>
                  </a:lnTo>
                  <a:lnTo>
                    <a:pt x="132480" y="81615"/>
                  </a:lnTo>
                  <a:lnTo>
                    <a:pt x="143151" y="92022"/>
                  </a:lnTo>
                  <a:lnTo>
                    <a:pt x="145849" y="96558"/>
                  </a:lnTo>
                  <a:lnTo>
                    <a:pt x="146825" y="100980"/>
                  </a:lnTo>
                  <a:lnTo>
                    <a:pt x="148538" y="102171"/>
                  </a:lnTo>
                  <a:lnTo>
                    <a:pt x="131235" y="98521"/>
                  </a:lnTo>
                  <a:lnTo>
                    <a:pt x="123614" y="98432"/>
                  </a:lnTo>
                  <a:lnTo>
                    <a:pt x="117064" y="98388"/>
                  </a:lnTo>
                  <a:lnTo>
                    <a:pt x="116979" y="95536"/>
                  </a:lnTo>
                  <a:lnTo>
                    <a:pt x="112891" y="95854"/>
                  </a:lnTo>
                  <a:lnTo>
                    <a:pt x="110308" y="98942"/>
                  </a:lnTo>
                  <a:lnTo>
                    <a:pt x="96774" y="95714"/>
                  </a:lnTo>
                  <a:lnTo>
                    <a:pt x="92090" y="95216"/>
                  </a:lnTo>
                  <a:lnTo>
                    <a:pt x="87378" y="87383"/>
                  </a:lnTo>
                  <a:lnTo>
                    <a:pt x="83386" y="93128"/>
                  </a:lnTo>
                  <a:lnTo>
                    <a:pt x="83869" y="97675"/>
                  </a:lnTo>
                  <a:lnTo>
                    <a:pt x="85713" y="101280"/>
                  </a:lnTo>
                  <a:lnTo>
                    <a:pt x="80891" y="109406"/>
                  </a:lnTo>
                  <a:lnTo>
                    <a:pt x="76041" y="111211"/>
                  </a:lnTo>
                  <a:lnTo>
                    <a:pt x="69617" y="115414"/>
                  </a:lnTo>
                  <a:lnTo>
                    <a:pt x="65828" y="125376"/>
                  </a:lnTo>
                  <a:lnTo>
                    <a:pt x="62612" y="131666"/>
                  </a:lnTo>
                  <a:lnTo>
                    <a:pt x="62773" y="135675"/>
                  </a:lnTo>
                  <a:lnTo>
                    <a:pt x="62137" y="137886"/>
                  </a:lnTo>
                  <a:lnTo>
                    <a:pt x="54102" y="146590"/>
                  </a:lnTo>
                  <a:lnTo>
                    <a:pt x="52106" y="141794"/>
                  </a:lnTo>
                  <a:lnTo>
                    <a:pt x="49268" y="143124"/>
                  </a:lnTo>
                  <a:lnTo>
                    <a:pt x="48626" y="142789"/>
                  </a:lnTo>
                  <a:lnTo>
                    <a:pt x="39352" y="131266"/>
                  </a:lnTo>
                  <a:lnTo>
                    <a:pt x="35851" y="128152"/>
                  </a:lnTo>
                  <a:lnTo>
                    <a:pt x="29307" y="126114"/>
                  </a:lnTo>
                  <a:lnTo>
                    <a:pt x="23977" y="126478"/>
                  </a:lnTo>
                  <a:lnTo>
                    <a:pt x="40515" y="110831"/>
                  </a:lnTo>
                  <a:lnTo>
                    <a:pt x="38260" y="107449"/>
                  </a:lnTo>
                  <a:lnTo>
                    <a:pt x="40749" y="100181"/>
                  </a:lnTo>
                  <a:lnTo>
                    <a:pt x="41056" y="98552"/>
                  </a:lnTo>
                  <a:lnTo>
                    <a:pt x="39851" y="96921"/>
                  </a:lnTo>
                  <a:lnTo>
                    <a:pt x="36322" y="81009"/>
                  </a:lnTo>
                  <a:lnTo>
                    <a:pt x="27407" y="81291"/>
                  </a:lnTo>
                  <a:lnTo>
                    <a:pt x="23297" y="77273"/>
                  </a:lnTo>
                  <a:lnTo>
                    <a:pt x="20827" y="76636"/>
                  </a:lnTo>
                  <a:lnTo>
                    <a:pt x="13937" y="65114"/>
                  </a:lnTo>
                  <a:lnTo>
                    <a:pt x="11799" y="67351"/>
                  </a:lnTo>
                  <a:lnTo>
                    <a:pt x="9639" y="66125"/>
                  </a:lnTo>
                  <a:lnTo>
                    <a:pt x="9110" y="61563"/>
                  </a:lnTo>
                  <a:lnTo>
                    <a:pt x="4703" y="56260"/>
                  </a:lnTo>
                  <a:lnTo>
                    <a:pt x="4742" y="54649"/>
                  </a:lnTo>
                  <a:lnTo>
                    <a:pt x="9631" y="52960"/>
                  </a:lnTo>
                  <a:lnTo>
                    <a:pt x="8729" y="48428"/>
                  </a:lnTo>
                  <a:lnTo>
                    <a:pt x="6201" y="42972"/>
                  </a:lnTo>
                  <a:lnTo>
                    <a:pt x="7297" y="42633"/>
                  </a:lnTo>
                  <a:lnTo>
                    <a:pt x="7808" y="33890"/>
                  </a:lnTo>
                  <a:lnTo>
                    <a:pt x="542" y="22110"/>
                  </a:lnTo>
                  <a:lnTo>
                    <a:pt x="0" y="21260"/>
                  </a:lnTo>
                  <a:lnTo>
                    <a:pt x="4925" y="20592"/>
                  </a:lnTo>
                  <a:lnTo>
                    <a:pt x="9419" y="22253"/>
                  </a:lnTo>
                  <a:lnTo>
                    <a:pt x="9938" y="24247"/>
                  </a:lnTo>
                  <a:lnTo>
                    <a:pt x="14121" y="23206"/>
                  </a:lnTo>
                  <a:lnTo>
                    <a:pt x="14283" y="18823"/>
                  </a:lnTo>
                  <a:lnTo>
                    <a:pt x="17227" y="15707"/>
                  </a:lnTo>
                  <a:lnTo>
                    <a:pt x="18729" y="14433"/>
                  </a:lnTo>
                  <a:lnTo>
                    <a:pt x="24171" y="14868"/>
                  </a:lnTo>
                  <a:lnTo>
                    <a:pt x="24315" y="12610"/>
                  </a:lnTo>
                  <a:lnTo>
                    <a:pt x="25094" y="12434"/>
                  </a:lnTo>
                  <a:lnTo>
                    <a:pt x="26623" y="12366"/>
                  </a:lnTo>
                  <a:lnTo>
                    <a:pt x="28122" y="13360"/>
                  </a:lnTo>
                  <a:lnTo>
                    <a:pt x="31503" y="17183"/>
                  </a:lnTo>
                  <a:lnTo>
                    <a:pt x="33762" y="15272"/>
                  </a:lnTo>
                  <a:lnTo>
                    <a:pt x="31395" y="11103"/>
                  </a:lnTo>
                  <a:lnTo>
                    <a:pt x="36160" y="9141"/>
                  </a:lnTo>
                  <a:lnTo>
                    <a:pt x="42678" y="10387"/>
                  </a:lnTo>
                  <a:lnTo>
                    <a:pt x="48178" y="13105"/>
                  </a:lnTo>
                  <a:lnTo>
                    <a:pt x="50361" y="14961"/>
                  </a:lnTo>
                  <a:lnTo>
                    <a:pt x="56990" y="13959"/>
                  </a:lnTo>
                  <a:lnTo>
                    <a:pt x="58802" y="9770"/>
                  </a:lnTo>
                  <a:lnTo>
                    <a:pt x="64187" y="13464"/>
                  </a:lnTo>
                  <a:lnTo>
                    <a:pt x="71641" y="6478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h6860"/>
            <p:cNvSpPr/>
            <p:nvPr/>
          </p:nvSpPr>
          <p:spPr>
            <a:xfrm>
              <a:off x="10094952" y="1968050"/>
              <a:ext cx="64380" cy="62354"/>
            </a:xfrm>
            <a:custGeom>
              <a:avLst/>
              <a:pathLst>
                <a:path w="64380" h="62354">
                  <a:moveTo>
                    <a:pt x="38313" y="107"/>
                  </a:moveTo>
                  <a:lnTo>
                    <a:pt x="39239" y="5026"/>
                  </a:lnTo>
                  <a:lnTo>
                    <a:pt x="42160" y="6503"/>
                  </a:lnTo>
                  <a:lnTo>
                    <a:pt x="46016" y="5004"/>
                  </a:lnTo>
                  <a:lnTo>
                    <a:pt x="50476" y="8629"/>
                  </a:lnTo>
                  <a:lnTo>
                    <a:pt x="49057" y="9280"/>
                  </a:lnTo>
                  <a:lnTo>
                    <a:pt x="50036" y="16968"/>
                  </a:lnTo>
                  <a:lnTo>
                    <a:pt x="49901" y="21445"/>
                  </a:lnTo>
                  <a:lnTo>
                    <a:pt x="49197" y="22693"/>
                  </a:lnTo>
                  <a:lnTo>
                    <a:pt x="50080" y="24267"/>
                  </a:lnTo>
                  <a:lnTo>
                    <a:pt x="53747" y="27724"/>
                  </a:lnTo>
                  <a:lnTo>
                    <a:pt x="62508" y="32275"/>
                  </a:lnTo>
                  <a:lnTo>
                    <a:pt x="63214" y="33254"/>
                  </a:lnTo>
                  <a:lnTo>
                    <a:pt x="64380" y="38650"/>
                  </a:lnTo>
                  <a:lnTo>
                    <a:pt x="54940" y="42158"/>
                  </a:lnTo>
                  <a:lnTo>
                    <a:pt x="58373" y="47581"/>
                  </a:lnTo>
                  <a:lnTo>
                    <a:pt x="55894" y="47130"/>
                  </a:lnTo>
                  <a:lnTo>
                    <a:pt x="53227" y="42240"/>
                  </a:lnTo>
                  <a:lnTo>
                    <a:pt x="51210" y="41333"/>
                  </a:lnTo>
                  <a:lnTo>
                    <a:pt x="48757" y="47760"/>
                  </a:lnTo>
                  <a:lnTo>
                    <a:pt x="44730" y="50625"/>
                  </a:lnTo>
                  <a:lnTo>
                    <a:pt x="46098" y="57935"/>
                  </a:lnTo>
                  <a:lnTo>
                    <a:pt x="45204" y="59433"/>
                  </a:lnTo>
                  <a:lnTo>
                    <a:pt x="44683" y="59174"/>
                  </a:lnTo>
                  <a:lnTo>
                    <a:pt x="41849" y="55312"/>
                  </a:lnTo>
                  <a:lnTo>
                    <a:pt x="41029" y="61734"/>
                  </a:lnTo>
                  <a:lnTo>
                    <a:pt x="40250" y="61434"/>
                  </a:lnTo>
                  <a:lnTo>
                    <a:pt x="36629" y="60039"/>
                  </a:lnTo>
                  <a:lnTo>
                    <a:pt x="32392" y="62354"/>
                  </a:lnTo>
                  <a:lnTo>
                    <a:pt x="11776" y="58188"/>
                  </a:lnTo>
                  <a:lnTo>
                    <a:pt x="10911" y="48695"/>
                  </a:lnTo>
                  <a:lnTo>
                    <a:pt x="9170" y="43569"/>
                  </a:lnTo>
                  <a:lnTo>
                    <a:pt x="7462" y="41101"/>
                  </a:lnTo>
                  <a:lnTo>
                    <a:pt x="4867" y="39356"/>
                  </a:lnTo>
                  <a:lnTo>
                    <a:pt x="288" y="37774"/>
                  </a:lnTo>
                  <a:lnTo>
                    <a:pt x="0" y="36615"/>
                  </a:lnTo>
                  <a:lnTo>
                    <a:pt x="4176" y="35635"/>
                  </a:lnTo>
                  <a:lnTo>
                    <a:pt x="4638" y="34753"/>
                  </a:lnTo>
                  <a:lnTo>
                    <a:pt x="4031" y="33864"/>
                  </a:lnTo>
                  <a:lnTo>
                    <a:pt x="5737" y="29882"/>
                  </a:lnTo>
                  <a:lnTo>
                    <a:pt x="6463" y="25607"/>
                  </a:lnTo>
                  <a:lnTo>
                    <a:pt x="11276" y="17756"/>
                  </a:lnTo>
                  <a:lnTo>
                    <a:pt x="11673" y="15086"/>
                  </a:lnTo>
                  <a:lnTo>
                    <a:pt x="13522" y="11938"/>
                  </a:lnTo>
                  <a:lnTo>
                    <a:pt x="17992" y="15514"/>
                  </a:lnTo>
                  <a:lnTo>
                    <a:pt x="19625" y="15794"/>
                  </a:lnTo>
                  <a:lnTo>
                    <a:pt x="21031" y="14913"/>
                  </a:lnTo>
                  <a:lnTo>
                    <a:pt x="20120" y="13795"/>
                  </a:lnTo>
                  <a:lnTo>
                    <a:pt x="21209" y="8358"/>
                  </a:lnTo>
                  <a:lnTo>
                    <a:pt x="26375" y="5391"/>
                  </a:lnTo>
                  <a:lnTo>
                    <a:pt x="29761" y="9068"/>
                  </a:lnTo>
                  <a:lnTo>
                    <a:pt x="31857" y="9532"/>
                  </a:lnTo>
                  <a:lnTo>
                    <a:pt x="32010" y="6423"/>
                  </a:lnTo>
                  <a:lnTo>
                    <a:pt x="28979" y="1996"/>
                  </a:lnTo>
                  <a:lnTo>
                    <a:pt x="29745" y="1822"/>
                  </a:lnTo>
                  <a:lnTo>
                    <a:pt x="31648" y="3046"/>
                  </a:lnTo>
                  <a:lnTo>
                    <a:pt x="33988" y="2875"/>
                  </a:lnTo>
                  <a:lnTo>
                    <a:pt x="3718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h6861"/>
            <p:cNvSpPr/>
            <p:nvPr/>
          </p:nvSpPr>
          <p:spPr>
            <a:xfrm>
              <a:off x="10181421" y="1735430"/>
              <a:ext cx="163052" cy="134125"/>
            </a:xfrm>
            <a:custGeom>
              <a:avLst/>
              <a:pathLst>
                <a:path w="163052" h="134125">
                  <a:moveTo>
                    <a:pt x="34664" y="668"/>
                  </a:moveTo>
                  <a:lnTo>
                    <a:pt x="39182" y="2199"/>
                  </a:lnTo>
                  <a:lnTo>
                    <a:pt x="38583" y="4892"/>
                  </a:lnTo>
                  <a:lnTo>
                    <a:pt x="39869" y="7143"/>
                  </a:lnTo>
                  <a:lnTo>
                    <a:pt x="42087" y="3221"/>
                  </a:lnTo>
                  <a:lnTo>
                    <a:pt x="58680" y="3626"/>
                  </a:lnTo>
                  <a:lnTo>
                    <a:pt x="58287" y="10216"/>
                  </a:lnTo>
                  <a:lnTo>
                    <a:pt x="63348" y="10369"/>
                  </a:lnTo>
                  <a:lnTo>
                    <a:pt x="63019" y="20741"/>
                  </a:lnTo>
                  <a:lnTo>
                    <a:pt x="82994" y="21492"/>
                  </a:lnTo>
                  <a:lnTo>
                    <a:pt x="82213" y="22898"/>
                  </a:lnTo>
                  <a:lnTo>
                    <a:pt x="80440" y="23090"/>
                  </a:lnTo>
                  <a:lnTo>
                    <a:pt x="78956" y="26045"/>
                  </a:lnTo>
                  <a:lnTo>
                    <a:pt x="79104" y="29695"/>
                  </a:lnTo>
                  <a:lnTo>
                    <a:pt x="81528" y="32567"/>
                  </a:lnTo>
                  <a:lnTo>
                    <a:pt x="85347" y="31210"/>
                  </a:lnTo>
                  <a:lnTo>
                    <a:pt x="90811" y="31583"/>
                  </a:lnTo>
                  <a:lnTo>
                    <a:pt x="92443" y="33929"/>
                  </a:lnTo>
                  <a:lnTo>
                    <a:pt x="92109" y="35108"/>
                  </a:lnTo>
                  <a:lnTo>
                    <a:pt x="94671" y="38660"/>
                  </a:lnTo>
                  <a:lnTo>
                    <a:pt x="97776" y="41181"/>
                  </a:lnTo>
                  <a:lnTo>
                    <a:pt x="107445" y="53515"/>
                  </a:lnTo>
                  <a:lnTo>
                    <a:pt x="112022" y="57159"/>
                  </a:lnTo>
                  <a:lnTo>
                    <a:pt x="113792" y="57829"/>
                  </a:lnTo>
                  <a:lnTo>
                    <a:pt x="119596" y="57887"/>
                  </a:lnTo>
                  <a:lnTo>
                    <a:pt x="121401" y="57032"/>
                  </a:lnTo>
                  <a:lnTo>
                    <a:pt x="123802" y="60598"/>
                  </a:lnTo>
                  <a:lnTo>
                    <a:pt x="121700" y="67340"/>
                  </a:lnTo>
                  <a:lnTo>
                    <a:pt x="117213" y="70876"/>
                  </a:lnTo>
                  <a:lnTo>
                    <a:pt x="114285" y="76415"/>
                  </a:lnTo>
                  <a:lnTo>
                    <a:pt x="121520" y="85106"/>
                  </a:lnTo>
                  <a:lnTo>
                    <a:pt x="121591" y="83532"/>
                  </a:lnTo>
                  <a:lnTo>
                    <a:pt x="124086" y="83011"/>
                  </a:lnTo>
                  <a:lnTo>
                    <a:pt x="132750" y="84640"/>
                  </a:lnTo>
                  <a:lnTo>
                    <a:pt x="136870" y="81949"/>
                  </a:lnTo>
                  <a:lnTo>
                    <a:pt x="138830" y="85953"/>
                  </a:lnTo>
                  <a:lnTo>
                    <a:pt x="144849" y="83579"/>
                  </a:lnTo>
                  <a:lnTo>
                    <a:pt x="147030" y="87519"/>
                  </a:lnTo>
                  <a:lnTo>
                    <a:pt x="163052" y="110016"/>
                  </a:lnTo>
                  <a:lnTo>
                    <a:pt x="160592" y="110889"/>
                  </a:lnTo>
                  <a:lnTo>
                    <a:pt x="154944" y="112194"/>
                  </a:lnTo>
                  <a:lnTo>
                    <a:pt x="151070" y="110383"/>
                  </a:lnTo>
                  <a:lnTo>
                    <a:pt x="150264" y="107542"/>
                  </a:lnTo>
                  <a:lnTo>
                    <a:pt x="144090" y="107628"/>
                  </a:lnTo>
                  <a:lnTo>
                    <a:pt x="141126" y="108639"/>
                  </a:lnTo>
                  <a:lnTo>
                    <a:pt x="141185" y="104573"/>
                  </a:lnTo>
                  <a:lnTo>
                    <a:pt x="123551" y="108986"/>
                  </a:lnTo>
                  <a:lnTo>
                    <a:pt x="117769" y="103139"/>
                  </a:lnTo>
                  <a:lnTo>
                    <a:pt x="112425" y="112205"/>
                  </a:lnTo>
                  <a:lnTo>
                    <a:pt x="110297" y="106446"/>
                  </a:lnTo>
                  <a:lnTo>
                    <a:pt x="104133" y="110036"/>
                  </a:lnTo>
                  <a:lnTo>
                    <a:pt x="102880" y="107527"/>
                  </a:lnTo>
                  <a:lnTo>
                    <a:pt x="98729" y="105237"/>
                  </a:lnTo>
                  <a:lnTo>
                    <a:pt x="96819" y="106595"/>
                  </a:lnTo>
                  <a:lnTo>
                    <a:pt x="96295" y="108553"/>
                  </a:lnTo>
                  <a:lnTo>
                    <a:pt x="94724" y="110390"/>
                  </a:lnTo>
                  <a:lnTo>
                    <a:pt x="90887" y="112972"/>
                  </a:lnTo>
                  <a:lnTo>
                    <a:pt x="89145" y="116023"/>
                  </a:lnTo>
                  <a:lnTo>
                    <a:pt x="82957" y="117852"/>
                  </a:lnTo>
                  <a:lnTo>
                    <a:pt x="83437" y="122459"/>
                  </a:lnTo>
                  <a:lnTo>
                    <a:pt x="74923" y="127080"/>
                  </a:lnTo>
                  <a:lnTo>
                    <a:pt x="71294" y="133979"/>
                  </a:lnTo>
                  <a:lnTo>
                    <a:pt x="70371" y="134125"/>
                  </a:lnTo>
                  <a:lnTo>
                    <a:pt x="64634" y="130857"/>
                  </a:lnTo>
                  <a:lnTo>
                    <a:pt x="60786" y="131819"/>
                  </a:lnTo>
                  <a:lnTo>
                    <a:pt x="57608" y="130267"/>
                  </a:lnTo>
                  <a:lnTo>
                    <a:pt x="55459" y="130195"/>
                  </a:lnTo>
                  <a:lnTo>
                    <a:pt x="54350" y="131278"/>
                  </a:lnTo>
                  <a:lnTo>
                    <a:pt x="53760" y="133817"/>
                  </a:lnTo>
                  <a:lnTo>
                    <a:pt x="52342" y="129468"/>
                  </a:lnTo>
                  <a:lnTo>
                    <a:pt x="51594" y="119359"/>
                  </a:lnTo>
                  <a:lnTo>
                    <a:pt x="40848" y="118485"/>
                  </a:lnTo>
                  <a:lnTo>
                    <a:pt x="35375" y="119356"/>
                  </a:lnTo>
                  <a:lnTo>
                    <a:pt x="32008" y="116087"/>
                  </a:lnTo>
                  <a:lnTo>
                    <a:pt x="32605" y="112852"/>
                  </a:lnTo>
                  <a:lnTo>
                    <a:pt x="25964" y="112222"/>
                  </a:lnTo>
                  <a:lnTo>
                    <a:pt x="13008" y="103918"/>
                  </a:lnTo>
                  <a:lnTo>
                    <a:pt x="13486" y="101611"/>
                  </a:lnTo>
                  <a:lnTo>
                    <a:pt x="9339" y="89081"/>
                  </a:lnTo>
                  <a:lnTo>
                    <a:pt x="5260" y="87684"/>
                  </a:lnTo>
                  <a:lnTo>
                    <a:pt x="1226" y="77646"/>
                  </a:lnTo>
                  <a:lnTo>
                    <a:pt x="1310" y="76147"/>
                  </a:lnTo>
                  <a:lnTo>
                    <a:pt x="4966" y="77347"/>
                  </a:lnTo>
                  <a:lnTo>
                    <a:pt x="3654" y="72933"/>
                  </a:lnTo>
                  <a:lnTo>
                    <a:pt x="1730" y="72883"/>
                  </a:lnTo>
                  <a:lnTo>
                    <a:pt x="654" y="71244"/>
                  </a:lnTo>
                  <a:lnTo>
                    <a:pt x="0" y="65891"/>
                  </a:lnTo>
                  <a:lnTo>
                    <a:pt x="45" y="63654"/>
                  </a:lnTo>
                  <a:lnTo>
                    <a:pt x="10465" y="63984"/>
                  </a:lnTo>
                  <a:lnTo>
                    <a:pt x="10575" y="61451"/>
                  </a:lnTo>
                  <a:lnTo>
                    <a:pt x="11240" y="60841"/>
                  </a:lnTo>
                  <a:lnTo>
                    <a:pt x="13128" y="61080"/>
                  </a:lnTo>
                  <a:lnTo>
                    <a:pt x="16295" y="62753"/>
                  </a:lnTo>
                  <a:lnTo>
                    <a:pt x="19636" y="61786"/>
                  </a:lnTo>
                  <a:lnTo>
                    <a:pt x="18937" y="58315"/>
                  </a:lnTo>
                  <a:lnTo>
                    <a:pt x="19988" y="46821"/>
                  </a:lnTo>
                  <a:lnTo>
                    <a:pt x="19226" y="42010"/>
                  </a:lnTo>
                  <a:lnTo>
                    <a:pt x="17217" y="35860"/>
                  </a:lnTo>
                  <a:lnTo>
                    <a:pt x="17937" y="30703"/>
                  </a:lnTo>
                  <a:lnTo>
                    <a:pt x="25510" y="30946"/>
                  </a:lnTo>
                  <a:lnTo>
                    <a:pt x="26001" y="13278"/>
                  </a:lnTo>
                  <a:lnTo>
                    <a:pt x="326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h6862"/>
            <p:cNvSpPr/>
            <p:nvPr/>
          </p:nvSpPr>
          <p:spPr>
            <a:xfrm>
              <a:off x="10928447" y="2971454"/>
              <a:ext cx="24110" cy="26365"/>
            </a:xfrm>
            <a:custGeom>
              <a:avLst/>
              <a:pathLst>
                <a:path w="24110" h="26365">
                  <a:moveTo>
                    <a:pt x="12243" y="752"/>
                  </a:moveTo>
                  <a:lnTo>
                    <a:pt x="18382" y="1546"/>
                  </a:lnTo>
                  <a:lnTo>
                    <a:pt x="24110" y="1191"/>
                  </a:lnTo>
                  <a:lnTo>
                    <a:pt x="19405" y="5193"/>
                  </a:lnTo>
                  <a:lnTo>
                    <a:pt x="18354" y="10129"/>
                  </a:lnTo>
                  <a:lnTo>
                    <a:pt x="18251" y="10768"/>
                  </a:lnTo>
                  <a:lnTo>
                    <a:pt x="20083" y="11317"/>
                  </a:lnTo>
                  <a:lnTo>
                    <a:pt x="21132" y="12812"/>
                  </a:lnTo>
                  <a:lnTo>
                    <a:pt x="21147" y="18826"/>
                  </a:lnTo>
                  <a:lnTo>
                    <a:pt x="19997" y="18888"/>
                  </a:lnTo>
                  <a:lnTo>
                    <a:pt x="18652" y="20118"/>
                  </a:lnTo>
                  <a:lnTo>
                    <a:pt x="17488" y="23076"/>
                  </a:lnTo>
                  <a:lnTo>
                    <a:pt x="20591" y="26365"/>
                  </a:lnTo>
                  <a:lnTo>
                    <a:pt x="10348" y="25770"/>
                  </a:lnTo>
                  <a:lnTo>
                    <a:pt x="4387" y="21636"/>
                  </a:lnTo>
                  <a:lnTo>
                    <a:pt x="1028" y="12240"/>
                  </a:lnTo>
                  <a:lnTo>
                    <a:pt x="266" y="11314"/>
                  </a:lnTo>
                  <a:lnTo>
                    <a:pt x="0" y="10315"/>
                  </a:lnTo>
                  <a:lnTo>
                    <a:pt x="3784" y="11949"/>
                  </a:lnTo>
                  <a:lnTo>
                    <a:pt x="7012" y="9298"/>
                  </a:lnTo>
                  <a:lnTo>
                    <a:pt x="7972" y="7144"/>
                  </a:lnTo>
                  <a:lnTo>
                    <a:pt x="8099" y="2430"/>
                  </a:lnTo>
                  <a:lnTo>
                    <a:pt x="106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h6863"/>
            <p:cNvSpPr/>
            <p:nvPr/>
          </p:nvSpPr>
          <p:spPr>
            <a:xfrm>
              <a:off x="10945935" y="2981581"/>
              <a:ext cx="23454" cy="20964"/>
            </a:xfrm>
            <a:custGeom>
              <a:avLst/>
              <a:pathLst>
                <a:path w="23454" h="20964">
                  <a:moveTo>
                    <a:pt x="21821" y="1409"/>
                  </a:moveTo>
                  <a:lnTo>
                    <a:pt x="23454" y="5726"/>
                  </a:lnTo>
                  <a:lnTo>
                    <a:pt x="22068" y="6902"/>
                  </a:lnTo>
                  <a:lnTo>
                    <a:pt x="22223" y="9350"/>
                  </a:lnTo>
                  <a:lnTo>
                    <a:pt x="23291" y="11889"/>
                  </a:lnTo>
                  <a:lnTo>
                    <a:pt x="23160" y="14049"/>
                  </a:lnTo>
                  <a:lnTo>
                    <a:pt x="22453" y="16259"/>
                  </a:lnTo>
                  <a:lnTo>
                    <a:pt x="20978" y="17650"/>
                  </a:lnTo>
                  <a:lnTo>
                    <a:pt x="20446" y="17148"/>
                  </a:lnTo>
                  <a:lnTo>
                    <a:pt x="15287" y="16468"/>
                  </a:lnTo>
                  <a:lnTo>
                    <a:pt x="13701" y="17647"/>
                  </a:lnTo>
                  <a:lnTo>
                    <a:pt x="11889" y="20964"/>
                  </a:lnTo>
                  <a:lnTo>
                    <a:pt x="3103" y="16238"/>
                  </a:lnTo>
                  <a:lnTo>
                    <a:pt x="0" y="12949"/>
                  </a:lnTo>
                  <a:lnTo>
                    <a:pt x="1164" y="9991"/>
                  </a:lnTo>
                  <a:lnTo>
                    <a:pt x="2509" y="8761"/>
                  </a:lnTo>
                  <a:lnTo>
                    <a:pt x="3658" y="8699"/>
                  </a:lnTo>
                  <a:lnTo>
                    <a:pt x="7038" y="2004"/>
                  </a:lnTo>
                  <a:lnTo>
                    <a:pt x="1481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h6864"/>
            <p:cNvSpPr/>
            <p:nvPr/>
          </p:nvSpPr>
          <p:spPr>
            <a:xfrm>
              <a:off x="10942877" y="2953085"/>
              <a:ext cx="6889" cy="7834"/>
            </a:xfrm>
            <a:custGeom>
              <a:avLst/>
              <a:pathLst>
                <a:path w="6889" h="7834">
                  <a:moveTo>
                    <a:pt x="6889" y="581"/>
                  </a:moveTo>
                  <a:lnTo>
                    <a:pt x="6630" y="7193"/>
                  </a:lnTo>
                  <a:lnTo>
                    <a:pt x="5404" y="7398"/>
                  </a:lnTo>
                  <a:lnTo>
                    <a:pt x="1586" y="7834"/>
                  </a:lnTo>
                  <a:lnTo>
                    <a:pt x="0" y="6908"/>
                  </a:lnTo>
                  <a:lnTo>
                    <a:pt x="2212" y="1073"/>
                  </a:lnTo>
                  <a:lnTo>
                    <a:pt x="451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h6865"/>
            <p:cNvSpPr/>
            <p:nvPr/>
          </p:nvSpPr>
          <p:spPr>
            <a:xfrm>
              <a:off x="10948023" y="2960553"/>
              <a:ext cx="20358" cy="13813"/>
            </a:xfrm>
            <a:custGeom>
              <a:avLst/>
              <a:pathLst>
                <a:path w="20358" h="13813">
                  <a:moveTo>
                    <a:pt x="9129" y="0"/>
                  </a:moveTo>
                  <a:lnTo>
                    <a:pt x="16697" y="3794"/>
                  </a:lnTo>
                  <a:lnTo>
                    <a:pt x="18759" y="7388"/>
                  </a:lnTo>
                  <a:lnTo>
                    <a:pt x="20358" y="8743"/>
                  </a:lnTo>
                  <a:lnTo>
                    <a:pt x="15728" y="8631"/>
                  </a:lnTo>
                  <a:lnTo>
                    <a:pt x="9838" y="10573"/>
                  </a:lnTo>
                  <a:lnTo>
                    <a:pt x="8186" y="13813"/>
                  </a:lnTo>
                  <a:lnTo>
                    <a:pt x="4695" y="9655"/>
                  </a:lnTo>
                  <a:lnTo>
                    <a:pt x="3092" y="7909"/>
                  </a:lnTo>
                  <a:lnTo>
                    <a:pt x="2016" y="5274"/>
                  </a:lnTo>
                  <a:lnTo>
                    <a:pt x="0" y="5403"/>
                  </a:lnTo>
                  <a:lnTo>
                    <a:pt x="443" y="2979"/>
                  </a:lnTo>
                  <a:lnTo>
                    <a:pt x="5688" y="1301"/>
                  </a:lnTo>
                  <a:lnTo>
                    <a:pt x="8866" y="216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h6866"/>
            <p:cNvSpPr/>
            <p:nvPr/>
          </p:nvSpPr>
          <p:spPr>
            <a:xfrm>
              <a:off x="10927677" y="2968383"/>
              <a:ext cx="12738" cy="15020"/>
            </a:xfrm>
            <a:custGeom>
              <a:avLst/>
              <a:pathLst>
                <a:path w="12738" h="15020">
                  <a:moveTo>
                    <a:pt x="12738" y="0"/>
                  </a:moveTo>
                  <a:lnTo>
                    <a:pt x="11394" y="3070"/>
                  </a:lnTo>
                  <a:lnTo>
                    <a:pt x="8869" y="5501"/>
                  </a:lnTo>
                  <a:lnTo>
                    <a:pt x="8742" y="10215"/>
                  </a:lnTo>
                  <a:lnTo>
                    <a:pt x="7782" y="12369"/>
                  </a:lnTo>
                  <a:lnTo>
                    <a:pt x="4554" y="15020"/>
                  </a:lnTo>
                  <a:lnTo>
                    <a:pt x="769" y="13385"/>
                  </a:lnTo>
                  <a:lnTo>
                    <a:pt x="0" y="12774"/>
                  </a:lnTo>
                  <a:lnTo>
                    <a:pt x="907" y="9896"/>
                  </a:lnTo>
                  <a:lnTo>
                    <a:pt x="3002" y="9005"/>
                  </a:lnTo>
                  <a:lnTo>
                    <a:pt x="5417" y="6411"/>
                  </a:lnTo>
                  <a:lnTo>
                    <a:pt x="5716" y="3160"/>
                  </a:lnTo>
                  <a:lnTo>
                    <a:pt x="7375" y="144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h6867"/>
            <p:cNvSpPr/>
            <p:nvPr/>
          </p:nvSpPr>
          <p:spPr>
            <a:xfrm>
              <a:off x="10927444" y="2960497"/>
              <a:ext cx="16970" cy="20669"/>
            </a:xfrm>
            <a:custGeom>
              <a:avLst/>
              <a:pathLst>
                <a:path w="16970" h="20669">
                  <a:moveTo>
                    <a:pt x="14924" y="964"/>
                  </a:moveTo>
                  <a:lnTo>
                    <a:pt x="16970" y="5215"/>
                  </a:lnTo>
                  <a:lnTo>
                    <a:pt x="14815" y="7961"/>
                  </a:lnTo>
                  <a:lnTo>
                    <a:pt x="13246" y="11709"/>
                  </a:lnTo>
                  <a:lnTo>
                    <a:pt x="11628" y="10956"/>
                  </a:lnTo>
                  <a:lnTo>
                    <a:pt x="12972" y="7886"/>
                  </a:lnTo>
                  <a:lnTo>
                    <a:pt x="7609" y="9330"/>
                  </a:lnTo>
                  <a:lnTo>
                    <a:pt x="5949" y="11047"/>
                  </a:lnTo>
                  <a:lnTo>
                    <a:pt x="5651" y="14297"/>
                  </a:lnTo>
                  <a:lnTo>
                    <a:pt x="3235" y="16891"/>
                  </a:lnTo>
                  <a:lnTo>
                    <a:pt x="1141" y="17782"/>
                  </a:lnTo>
                  <a:lnTo>
                    <a:pt x="233" y="20660"/>
                  </a:lnTo>
                  <a:lnTo>
                    <a:pt x="0" y="20669"/>
                  </a:lnTo>
                  <a:lnTo>
                    <a:pt x="885" y="12469"/>
                  </a:lnTo>
                  <a:lnTo>
                    <a:pt x="3922" y="8625"/>
                  </a:lnTo>
                  <a:lnTo>
                    <a:pt x="7119" y="6759"/>
                  </a:lnTo>
                  <a:lnTo>
                    <a:pt x="6798" y="3474"/>
                  </a:lnTo>
                  <a:lnTo>
                    <a:pt x="8324" y="2239"/>
                  </a:lnTo>
                  <a:lnTo>
                    <a:pt x="13940" y="89"/>
                  </a:lnTo>
                  <a:lnTo>
                    <a:pt x="1455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h6868"/>
            <p:cNvSpPr/>
            <p:nvPr/>
          </p:nvSpPr>
          <p:spPr>
            <a:xfrm>
              <a:off x="10940690" y="2965713"/>
              <a:ext cx="12028" cy="7287"/>
            </a:xfrm>
            <a:custGeom>
              <a:avLst/>
              <a:pathLst>
                <a:path w="12028" h="7287">
                  <a:moveTo>
                    <a:pt x="7332" y="244"/>
                  </a:moveTo>
                  <a:lnTo>
                    <a:pt x="9349" y="115"/>
                  </a:lnTo>
                  <a:lnTo>
                    <a:pt x="10425" y="2749"/>
                  </a:lnTo>
                  <a:lnTo>
                    <a:pt x="12028" y="4496"/>
                  </a:lnTo>
                  <a:lnTo>
                    <a:pt x="11867" y="6932"/>
                  </a:lnTo>
                  <a:lnTo>
                    <a:pt x="6139" y="7287"/>
                  </a:lnTo>
                  <a:lnTo>
                    <a:pt x="0" y="6493"/>
                  </a:lnTo>
                  <a:lnTo>
                    <a:pt x="1568" y="2746"/>
                  </a:lnTo>
                  <a:lnTo>
                    <a:pt x="37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h6869"/>
            <p:cNvSpPr/>
            <p:nvPr/>
          </p:nvSpPr>
          <p:spPr>
            <a:xfrm>
              <a:off x="10934806" y="2952494"/>
              <a:ext cx="10282" cy="10243"/>
            </a:xfrm>
            <a:custGeom>
              <a:avLst/>
              <a:pathLst>
                <a:path w="10282" h="10243">
                  <a:moveTo>
                    <a:pt x="7230" y="53"/>
                  </a:moveTo>
                  <a:lnTo>
                    <a:pt x="7474" y="1202"/>
                  </a:lnTo>
                  <a:lnTo>
                    <a:pt x="10282" y="1664"/>
                  </a:lnTo>
                  <a:lnTo>
                    <a:pt x="8070" y="7499"/>
                  </a:lnTo>
                  <a:lnTo>
                    <a:pt x="9656" y="8425"/>
                  </a:lnTo>
                  <a:lnTo>
                    <a:pt x="7562" y="8967"/>
                  </a:lnTo>
                  <a:lnTo>
                    <a:pt x="7187" y="8003"/>
                  </a:lnTo>
                  <a:lnTo>
                    <a:pt x="6577" y="8092"/>
                  </a:lnTo>
                  <a:lnTo>
                    <a:pt x="961" y="10243"/>
                  </a:lnTo>
                  <a:lnTo>
                    <a:pt x="0" y="8162"/>
                  </a:lnTo>
                  <a:lnTo>
                    <a:pt x="1809" y="7099"/>
                  </a:lnTo>
                  <a:lnTo>
                    <a:pt x="3735" y="5296"/>
                  </a:lnTo>
                  <a:lnTo>
                    <a:pt x="537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h6870"/>
            <p:cNvSpPr/>
            <p:nvPr/>
          </p:nvSpPr>
          <p:spPr>
            <a:xfrm>
              <a:off x="10923662" y="2960656"/>
              <a:ext cx="12106" cy="20509"/>
            </a:xfrm>
            <a:custGeom>
              <a:avLst/>
              <a:pathLst>
                <a:path w="12106" h="20509">
                  <a:moveTo>
                    <a:pt x="11144" y="0"/>
                  </a:moveTo>
                  <a:lnTo>
                    <a:pt x="12106" y="2080"/>
                  </a:lnTo>
                  <a:lnTo>
                    <a:pt x="10580" y="3314"/>
                  </a:lnTo>
                  <a:lnTo>
                    <a:pt x="10901" y="6599"/>
                  </a:lnTo>
                  <a:lnTo>
                    <a:pt x="7703" y="8466"/>
                  </a:lnTo>
                  <a:lnTo>
                    <a:pt x="4666" y="12309"/>
                  </a:lnTo>
                  <a:lnTo>
                    <a:pt x="3781" y="20509"/>
                  </a:lnTo>
                  <a:lnTo>
                    <a:pt x="1723" y="19533"/>
                  </a:lnTo>
                  <a:lnTo>
                    <a:pt x="736" y="12913"/>
                  </a:lnTo>
                  <a:lnTo>
                    <a:pt x="0" y="12152"/>
                  </a:lnTo>
                  <a:lnTo>
                    <a:pt x="3084" y="710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h6871"/>
            <p:cNvSpPr/>
            <p:nvPr/>
          </p:nvSpPr>
          <p:spPr>
            <a:xfrm>
              <a:off x="10948281" y="2957997"/>
              <a:ext cx="9083" cy="5536"/>
            </a:xfrm>
            <a:custGeom>
              <a:avLst/>
              <a:pathLst>
                <a:path w="9083" h="5536">
                  <a:moveTo>
                    <a:pt x="9083" y="0"/>
                  </a:moveTo>
                  <a:lnTo>
                    <a:pt x="8870" y="2556"/>
                  </a:lnTo>
                  <a:lnTo>
                    <a:pt x="8608" y="4722"/>
                  </a:lnTo>
                  <a:lnTo>
                    <a:pt x="5430" y="3858"/>
                  </a:lnTo>
                  <a:lnTo>
                    <a:pt x="185" y="5536"/>
                  </a:lnTo>
                  <a:lnTo>
                    <a:pt x="0" y="2486"/>
                  </a:lnTo>
                  <a:lnTo>
                    <a:pt x="1226" y="228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h6872"/>
            <p:cNvSpPr/>
            <p:nvPr/>
          </p:nvSpPr>
          <p:spPr>
            <a:xfrm>
              <a:off x="10956209" y="2969185"/>
              <a:ext cx="14086" cy="13806"/>
            </a:xfrm>
            <a:custGeom>
              <a:avLst/>
              <a:pathLst>
                <a:path w="14086" h="13806">
                  <a:moveTo>
                    <a:pt x="12171" y="112"/>
                  </a:moveTo>
                  <a:lnTo>
                    <a:pt x="10534" y="8756"/>
                  </a:lnTo>
                  <a:lnTo>
                    <a:pt x="11486" y="11227"/>
                  </a:lnTo>
                  <a:lnTo>
                    <a:pt x="14086" y="12038"/>
                  </a:lnTo>
                  <a:lnTo>
                    <a:pt x="11547" y="13806"/>
                  </a:lnTo>
                  <a:lnTo>
                    <a:pt x="4536" y="12396"/>
                  </a:lnTo>
                  <a:lnTo>
                    <a:pt x="7086" y="9009"/>
                  </a:lnTo>
                  <a:lnTo>
                    <a:pt x="0" y="5181"/>
                  </a:lnTo>
                  <a:lnTo>
                    <a:pt x="1651" y="1942"/>
                  </a:lnTo>
                  <a:lnTo>
                    <a:pt x="754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h6873"/>
            <p:cNvSpPr/>
            <p:nvPr/>
          </p:nvSpPr>
          <p:spPr>
            <a:xfrm>
              <a:off x="10946699" y="2970209"/>
              <a:ext cx="16596" cy="20070"/>
            </a:xfrm>
            <a:custGeom>
              <a:avLst/>
              <a:pathLst>
                <a:path w="16596" h="20070">
                  <a:moveTo>
                    <a:pt x="9510" y="4157"/>
                  </a:moveTo>
                  <a:lnTo>
                    <a:pt x="16596" y="7985"/>
                  </a:lnTo>
                  <a:lnTo>
                    <a:pt x="14046" y="11371"/>
                  </a:lnTo>
                  <a:lnTo>
                    <a:pt x="6274" y="13376"/>
                  </a:lnTo>
                  <a:lnTo>
                    <a:pt x="2895" y="20070"/>
                  </a:lnTo>
                  <a:lnTo>
                    <a:pt x="2880" y="14057"/>
                  </a:lnTo>
                  <a:lnTo>
                    <a:pt x="1831" y="12562"/>
                  </a:lnTo>
                  <a:lnTo>
                    <a:pt x="0" y="12013"/>
                  </a:lnTo>
                  <a:lnTo>
                    <a:pt x="102" y="11374"/>
                  </a:lnTo>
                  <a:lnTo>
                    <a:pt x="1153" y="6438"/>
                  </a:lnTo>
                  <a:lnTo>
                    <a:pt x="5858" y="2436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h6874"/>
            <p:cNvSpPr/>
            <p:nvPr/>
          </p:nvSpPr>
          <p:spPr>
            <a:xfrm>
              <a:off x="10945028" y="2937835"/>
              <a:ext cx="12824" cy="17479"/>
            </a:xfrm>
            <a:custGeom>
              <a:avLst/>
              <a:pathLst>
                <a:path w="12824" h="17479">
                  <a:moveTo>
                    <a:pt x="4917" y="244"/>
                  </a:moveTo>
                  <a:lnTo>
                    <a:pt x="5526" y="2296"/>
                  </a:lnTo>
                  <a:lnTo>
                    <a:pt x="3932" y="8133"/>
                  </a:lnTo>
                  <a:lnTo>
                    <a:pt x="8216" y="9840"/>
                  </a:lnTo>
                  <a:lnTo>
                    <a:pt x="11237" y="11053"/>
                  </a:lnTo>
                  <a:lnTo>
                    <a:pt x="12824" y="16811"/>
                  </a:lnTo>
                  <a:lnTo>
                    <a:pt x="11547" y="17479"/>
                  </a:lnTo>
                  <a:lnTo>
                    <a:pt x="7120" y="16955"/>
                  </a:lnTo>
                  <a:lnTo>
                    <a:pt x="4738" y="15831"/>
                  </a:lnTo>
                  <a:lnTo>
                    <a:pt x="2367" y="15249"/>
                  </a:lnTo>
                  <a:lnTo>
                    <a:pt x="689" y="10781"/>
                  </a:lnTo>
                  <a:lnTo>
                    <a:pt x="0" y="8994"/>
                  </a:lnTo>
                  <a:lnTo>
                    <a:pt x="1043" y="3732"/>
                  </a:lnTo>
                  <a:lnTo>
                    <a:pt x="2074" y="2474"/>
                  </a:lnTo>
                  <a:lnTo>
                    <a:pt x="425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h6875"/>
            <p:cNvSpPr/>
            <p:nvPr/>
          </p:nvSpPr>
          <p:spPr>
            <a:xfrm>
              <a:off x="10939332" y="2947259"/>
              <a:ext cx="8062" cy="6899"/>
            </a:xfrm>
            <a:custGeom>
              <a:avLst/>
              <a:pathLst>
                <a:path w="8062" h="6899">
                  <a:moveTo>
                    <a:pt x="6385" y="1357"/>
                  </a:moveTo>
                  <a:lnTo>
                    <a:pt x="8062" y="5826"/>
                  </a:lnTo>
                  <a:lnTo>
                    <a:pt x="5756" y="6899"/>
                  </a:lnTo>
                  <a:lnTo>
                    <a:pt x="2948" y="6437"/>
                  </a:lnTo>
                  <a:lnTo>
                    <a:pt x="2704" y="5289"/>
                  </a:lnTo>
                  <a:lnTo>
                    <a:pt x="852" y="5235"/>
                  </a:lnTo>
                  <a:lnTo>
                    <a:pt x="0" y="2149"/>
                  </a:lnTo>
                  <a:lnTo>
                    <a:pt x="99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h6876"/>
            <p:cNvSpPr/>
            <p:nvPr/>
          </p:nvSpPr>
          <p:spPr>
            <a:xfrm>
              <a:off x="10949508" y="2953666"/>
              <a:ext cx="8343" cy="6611"/>
            </a:xfrm>
            <a:custGeom>
              <a:avLst/>
              <a:pathLst>
                <a:path w="8343" h="6611">
                  <a:moveTo>
                    <a:pt x="2639" y="1124"/>
                  </a:moveTo>
                  <a:lnTo>
                    <a:pt x="7067" y="1648"/>
                  </a:lnTo>
                  <a:lnTo>
                    <a:pt x="8343" y="979"/>
                  </a:lnTo>
                  <a:lnTo>
                    <a:pt x="7856" y="4330"/>
                  </a:lnTo>
                  <a:lnTo>
                    <a:pt x="0" y="6611"/>
                  </a:lnTo>
                  <a:lnTo>
                    <a:pt x="2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h6877"/>
            <p:cNvSpPr/>
            <p:nvPr/>
          </p:nvSpPr>
          <p:spPr>
            <a:xfrm>
              <a:off x="10942368" y="2960484"/>
              <a:ext cx="6097" cy="5473"/>
            </a:xfrm>
            <a:custGeom>
              <a:avLst/>
              <a:pathLst>
                <a:path w="6097" h="5473">
                  <a:moveTo>
                    <a:pt x="5912" y="0"/>
                  </a:moveTo>
                  <a:lnTo>
                    <a:pt x="6097" y="3049"/>
                  </a:lnTo>
                  <a:lnTo>
                    <a:pt x="5654" y="5473"/>
                  </a:lnTo>
                  <a:lnTo>
                    <a:pt x="2045" y="5229"/>
                  </a:lnTo>
                  <a:lnTo>
                    <a:pt x="0" y="977"/>
                  </a:lnTo>
                  <a:lnTo>
                    <a:pt x="2094" y="43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h6878"/>
            <p:cNvSpPr/>
            <p:nvPr/>
          </p:nvSpPr>
          <p:spPr>
            <a:xfrm>
              <a:off x="10452457" y="2264273"/>
              <a:ext cx="76665" cy="104449"/>
            </a:xfrm>
            <a:custGeom>
              <a:avLst/>
              <a:pathLst>
                <a:path w="76665" h="104449">
                  <a:moveTo>
                    <a:pt x="9329" y="0"/>
                  </a:moveTo>
                  <a:lnTo>
                    <a:pt x="17405" y="9241"/>
                  </a:lnTo>
                  <a:lnTo>
                    <a:pt x="20496" y="11576"/>
                  </a:lnTo>
                  <a:lnTo>
                    <a:pt x="24964" y="19966"/>
                  </a:lnTo>
                  <a:lnTo>
                    <a:pt x="32156" y="23856"/>
                  </a:lnTo>
                  <a:lnTo>
                    <a:pt x="35117" y="26754"/>
                  </a:lnTo>
                  <a:lnTo>
                    <a:pt x="34290" y="27442"/>
                  </a:lnTo>
                  <a:lnTo>
                    <a:pt x="34129" y="30651"/>
                  </a:lnTo>
                  <a:lnTo>
                    <a:pt x="37080" y="33636"/>
                  </a:lnTo>
                  <a:lnTo>
                    <a:pt x="37196" y="35250"/>
                  </a:lnTo>
                  <a:lnTo>
                    <a:pt x="35684" y="37355"/>
                  </a:lnTo>
                  <a:lnTo>
                    <a:pt x="53593" y="54381"/>
                  </a:lnTo>
                  <a:lnTo>
                    <a:pt x="63389" y="57865"/>
                  </a:lnTo>
                  <a:lnTo>
                    <a:pt x="64865" y="57616"/>
                  </a:lnTo>
                  <a:lnTo>
                    <a:pt x="66339" y="57243"/>
                  </a:lnTo>
                  <a:lnTo>
                    <a:pt x="72054" y="59698"/>
                  </a:lnTo>
                  <a:lnTo>
                    <a:pt x="74985" y="61289"/>
                  </a:lnTo>
                  <a:lnTo>
                    <a:pt x="76244" y="63064"/>
                  </a:lnTo>
                  <a:lnTo>
                    <a:pt x="76549" y="63920"/>
                  </a:lnTo>
                  <a:lnTo>
                    <a:pt x="71131" y="67587"/>
                  </a:lnTo>
                  <a:lnTo>
                    <a:pt x="65241" y="67354"/>
                  </a:lnTo>
                  <a:lnTo>
                    <a:pt x="57430" y="70761"/>
                  </a:lnTo>
                  <a:lnTo>
                    <a:pt x="61457" y="78934"/>
                  </a:lnTo>
                  <a:lnTo>
                    <a:pt x="69086" y="85842"/>
                  </a:lnTo>
                  <a:lnTo>
                    <a:pt x="68457" y="88516"/>
                  </a:lnTo>
                  <a:lnTo>
                    <a:pt x="70560" y="91872"/>
                  </a:lnTo>
                  <a:lnTo>
                    <a:pt x="73863" y="95114"/>
                  </a:lnTo>
                  <a:lnTo>
                    <a:pt x="76665" y="96205"/>
                  </a:lnTo>
                  <a:lnTo>
                    <a:pt x="75172" y="97564"/>
                  </a:lnTo>
                  <a:lnTo>
                    <a:pt x="74209" y="101404"/>
                  </a:lnTo>
                  <a:lnTo>
                    <a:pt x="66902" y="97884"/>
                  </a:lnTo>
                  <a:lnTo>
                    <a:pt x="65126" y="100779"/>
                  </a:lnTo>
                  <a:lnTo>
                    <a:pt x="58670" y="96780"/>
                  </a:lnTo>
                  <a:lnTo>
                    <a:pt x="55156" y="101972"/>
                  </a:lnTo>
                  <a:lnTo>
                    <a:pt x="52584" y="104449"/>
                  </a:lnTo>
                  <a:lnTo>
                    <a:pt x="48993" y="101680"/>
                  </a:lnTo>
                  <a:lnTo>
                    <a:pt x="45424" y="100415"/>
                  </a:lnTo>
                  <a:lnTo>
                    <a:pt x="42942" y="101796"/>
                  </a:lnTo>
                  <a:lnTo>
                    <a:pt x="44225" y="98623"/>
                  </a:lnTo>
                  <a:lnTo>
                    <a:pt x="40772" y="95449"/>
                  </a:lnTo>
                  <a:lnTo>
                    <a:pt x="41305" y="92611"/>
                  </a:lnTo>
                  <a:lnTo>
                    <a:pt x="43002" y="89768"/>
                  </a:lnTo>
                  <a:lnTo>
                    <a:pt x="39550" y="86062"/>
                  </a:lnTo>
                  <a:lnTo>
                    <a:pt x="29792" y="81128"/>
                  </a:lnTo>
                  <a:lnTo>
                    <a:pt x="24420" y="74904"/>
                  </a:lnTo>
                  <a:lnTo>
                    <a:pt x="22164" y="70928"/>
                  </a:lnTo>
                  <a:lnTo>
                    <a:pt x="29574" y="70241"/>
                  </a:lnTo>
                  <a:lnTo>
                    <a:pt x="21202" y="69817"/>
                  </a:lnTo>
                  <a:lnTo>
                    <a:pt x="19502" y="65270"/>
                  </a:lnTo>
                  <a:lnTo>
                    <a:pt x="17079" y="63354"/>
                  </a:lnTo>
                  <a:lnTo>
                    <a:pt x="19858" y="59136"/>
                  </a:lnTo>
                  <a:lnTo>
                    <a:pt x="22692" y="48432"/>
                  </a:lnTo>
                  <a:lnTo>
                    <a:pt x="24811" y="44669"/>
                  </a:lnTo>
                  <a:lnTo>
                    <a:pt x="23950" y="41714"/>
                  </a:lnTo>
                  <a:lnTo>
                    <a:pt x="24266" y="39077"/>
                  </a:lnTo>
                  <a:lnTo>
                    <a:pt x="30718" y="38303"/>
                  </a:lnTo>
                  <a:lnTo>
                    <a:pt x="30888" y="38830"/>
                  </a:lnTo>
                  <a:lnTo>
                    <a:pt x="32444" y="38788"/>
                  </a:lnTo>
                  <a:lnTo>
                    <a:pt x="33093" y="34464"/>
                  </a:lnTo>
                  <a:lnTo>
                    <a:pt x="31658" y="31078"/>
                  </a:lnTo>
                  <a:lnTo>
                    <a:pt x="17048" y="29273"/>
                  </a:lnTo>
                  <a:lnTo>
                    <a:pt x="21639" y="23868"/>
                  </a:lnTo>
                  <a:lnTo>
                    <a:pt x="16043" y="23060"/>
                  </a:lnTo>
                  <a:lnTo>
                    <a:pt x="14624" y="19748"/>
                  </a:lnTo>
                  <a:lnTo>
                    <a:pt x="6030" y="28839"/>
                  </a:lnTo>
                  <a:lnTo>
                    <a:pt x="0" y="25246"/>
                  </a:lnTo>
                  <a:lnTo>
                    <a:pt x="10412" y="12285"/>
                  </a:lnTo>
                  <a:lnTo>
                    <a:pt x="5375" y="10015"/>
                  </a:lnTo>
                  <a:lnTo>
                    <a:pt x="6590" y="6469"/>
                  </a:lnTo>
                  <a:lnTo>
                    <a:pt x="8999" y="428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h6879"/>
            <p:cNvSpPr/>
            <p:nvPr/>
          </p:nvSpPr>
          <p:spPr>
            <a:xfrm>
              <a:off x="10378174" y="2333945"/>
              <a:ext cx="39904" cy="67549"/>
            </a:xfrm>
            <a:custGeom>
              <a:avLst/>
              <a:pathLst>
                <a:path w="39904" h="67549">
                  <a:moveTo>
                    <a:pt x="17911" y="3741"/>
                  </a:moveTo>
                  <a:lnTo>
                    <a:pt x="22050" y="6569"/>
                  </a:lnTo>
                  <a:lnTo>
                    <a:pt x="24005" y="410"/>
                  </a:lnTo>
                  <a:lnTo>
                    <a:pt x="26324" y="4090"/>
                  </a:lnTo>
                  <a:lnTo>
                    <a:pt x="25099" y="8623"/>
                  </a:lnTo>
                  <a:lnTo>
                    <a:pt x="27742" y="20484"/>
                  </a:lnTo>
                  <a:lnTo>
                    <a:pt x="29360" y="23890"/>
                  </a:lnTo>
                  <a:lnTo>
                    <a:pt x="32147" y="22247"/>
                  </a:lnTo>
                  <a:lnTo>
                    <a:pt x="35077" y="20941"/>
                  </a:lnTo>
                  <a:lnTo>
                    <a:pt x="38172" y="26539"/>
                  </a:lnTo>
                  <a:lnTo>
                    <a:pt x="37746" y="33158"/>
                  </a:lnTo>
                  <a:lnTo>
                    <a:pt x="38508" y="36226"/>
                  </a:lnTo>
                  <a:lnTo>
                    <a:pt x="34563" y="35380"/>
                  </a:lnTo>
                  <a:lnTo>
                    <a:pt x="28248" y="31722"/>
                  </a:lnTo>
                  <a:lnTo>
                    <a:pt x="26346" y="32470"/>
                  </a:lnTo>
                  <a:lnTo>
                    <a:pt x="31297" y="35751"/>
                  </a:lnTo>
                  <a:lnTo>
                    <a:pt x="36731" y="40619"/>
                  </a:lnTo>
                  <a:lnTo>
                    <a:pt x="39388" y="40202"/>
                  </a:lnTo>
                  <a:lnTo>
                    <a:pt x="39904" y="44784"/>
                  </a:lnTo>
                  <a:lnTo>
                    <a:pt x="37336" y="45381"/>
                  </a:lnTo>
                  <a:lnTo>
                    <a:pt x="39557" y="51015"/>
                  </a:lnTo>
                  <a:lnTo>
                    <a:pt x="39314" y="52794"/>
                  </a:lnTo>
                  <a:lnTo>
                    <a:pt x="37722" y="53887"/>
                  </a:lnTo>
                  <a:lnTo>
                    <a:pt x="36773" y="51635"/>
                  </a:lnTo>
                  <a:lnTo>
                    <a:pt x="35738" y="51559"/>
                  </a:lnTo>
                  <a:lnTo>
                    <a:pt x="34136" y="56469"/>
                  </a:lnTo>
                  <a:lnTo>
                    <a:pt x="36922" y="64322"/>
                  </a:lnTo>
                  <a:lnTo>
                    <a:pt x="36245" y="66597"/>
                  </a:lnTo>
                  <a:lnTo>
                    <a:pt x="34222" y="67549"/>
                  </a:lnTo>
                  <a:lnTo>
                    <a:pt x="22620" y="59829"/>
                  </a:lnTo>
                  <a:lnTo>
                    <a:pt x="18704" y="55063"/>
                  </a:lnTo>
                  <a:lnTo>
                    <a:pt x="15280" y="53221"/>
                  </a:lnTo>
                  <a:lnTo>
                    <a:pt x="15266" y="54708"/>
                  </a:lnTo>
                  <a:lnTo>
                    <a:pt x="11675" y="55819"/>
                  </a:lnTo>
                  <a:lnTo>
                    <a:pt x="10470" y="43868"/>
                  </a:lnTo>
                  <a:lnTo>
                    <a:pt x="8701" y="44430"/>
                  </a:lnTo>
                  <a:lnTo>
                    <a:pt x="1663" y="42958"/>
                  </a:lnTo>
                  <a:lnTo>
                    <a:pt x="40" y="45544"/>
                  </a:lnTo>
                  <a:lnTo>
                    <a:pt x="943" y="39605"/>
                  </a:lnTo>
                  <a:lnTo>
                    <a:pt x="10433" y="37228"/>
                  </a:lnTo>
                  <a:lnTo>
                    <a:pt x="8639" y="34508"/>
                  </a:lnTo>
                  <a:lnTo>
                    <a:pt x="6649" y="35336"/>
                  </a:lnTo>
                  <a:lnTo>
                    <a:pt x="6107" y="34996"/>
                  </a:lnTo>
                  <a:lnTo>
                    <a:pt x="6979" y="31759"/>
                  </a:lnTo>
                  <a:lnTo>
                    <a:pt x="9417" y="27874"/>
                  </a:lnTo>
                  <a:lnTo>
                    <a:pt x="8639" y="23704"/>
                  </a:lnTo>
                  <a:lnTo>
                    <a:pt x="5841" y="18937"/>
                  </a:lnTo>
                  <a:lnTo>
                    <a:pt x="3601" y="17500"/>
                  </a:lnTo>
                  <a:lnTo>
                    <a:pt x="4599" y="16713"/>
                  </a:lnTo>
                  <a:lnTo>
                    <a:pt x="4430" y="14766"/>
                  </a:lnTo>
                  <a:lnTo>
                    <a:pt x="0" y="11397"/>
                  </a:lnTo>
                  <a:lnTo>
                    <a:pt x="5586" y="10808"/>
                  </a:lnTo>
                  <a:lnTo>
                    <a:pt x="415" y="5941"/>
                  </a:lnTo>
                  <a:lnTo>
                    <a:pt x="9385" y="331"/>
                  </a:lnTo>
                  <a:lnTo>
                    <a:pt x="1526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h6880"/>
            <p:cNvSpPr/>
            <p:nvPr/>
          </p:nvSpPr>
          <p:spPr>
            <a:xfrm>
              <a:off x="10133538" y="2109482"/>
              <a:ext cx="115031" cy="116859"/>
            </a:xfrm>
            <a:custGeom>
              <a:avLst/>
              <a:pathLst>
                <a:path w="115031" h="116859">
                  <a:moveTo>
                    <a:pt x="36349" y="2645"/>
                  </a:moveTo>
                  <a:lnTo>
                    <a:pt x="40492" y="1932"/>
                  </a:lnTo>
                  <a:lnTo>
                    <a:pt x="41512" y="3296"/>
                  </a:lnTo>
                  <a:lnTo>
                    <a:pt x="40752" y="5860"/>
                  </a:lnTo>
                  <a:lnTo>
                    <a:pt x="38490" y="6773"/>
                  </a:lnTo>
                  <a:lnTo>
                    <a:pt x="46049" y="7212"/>
                  </a:lnTo>
                  <a:lnTo>
                    <a:pt x="48474" y="11059"/>
                  </a:lnTo>
                  <a:lnTo>
                    <a:pt x="49147" y="13740"/>
                  </a:lnTo>
                  <a:lnTo>
                    <a:pt x="56734" y="19634"/>
                  </a:lnTo>
                  <a:lnTo>
                    <a:pt x="58538" y="20305"/>
                  </a:lnTo>
                  <a:lnTo>
                    <a:pt x="61070" y="19505"/>
                  </a:lnTo>
                  <a:lnTo>
                    <a:pt x="62517" y="17378"/>
                  </a:lnTo>
                  <a:lnTo>
                    <a:pt x="63202" y="12853"/>
                  </a:lnTo>
                  <a:lnTo>
                    <a:pt x="68000" y="9984"/>
                  </a:lnTo>
                  <a:lnTo>
                    <a:pt x="68775" y="13199"/>
                  </a:lnTo>
                  <a:lnTo>
                    <a:pt x="70906" y="16021"/>
                  </a:lnTo>
                  <a:lnTo>
                    <a:pt x="75655" y="10184"/>
                  </a:lnTo>
                  <a:lnTo>
                    <a:pt x="75179" y="16491"/>
                  </a:lnTo>
                  <a:lnTo>
                    <a:pt x="72022" y="21291"/>
                  </a:lnTo>
                  <a:lnTo>
                    <a:pt x="69786" y="18729"/>
                  </a:lnTo>
                  <a:lnTo>
                    <a:pt x="68101" y="18573"/>
                  </a:lnTo>
                  <a:lnTo>
                    <a:pt x="67329" y="20057"/>
                  </a:lnTo>
                  <a:lnTo>
                    <a:pt x="69686" y="22978"/>
                  </a:lnTo>
                  <a:lnTo>
                    <a:pt x="68022" y="29537"/>
                  </a:lnTo>
                  <a:lnTo>
                    <a:pt x="72217" y="35263"/>
                  </a:lnTo>
                  <a:lnTo>
                    <a:pt x="66573" y="39942"/>
                  </a:lnTo>
                  <a:lnTo>
                    <a:pt x="70394" y="44759"/>
                  </a:lnTo>
                  <a:lnTo>
                    <a:pt x="73041" y="46508"/>
                  </a:lnTo>
                  <a:lnTo>
                    <a:pt x="75713" y="46145"/>
                  </a:lnTo>
                  <a:lnTo>
                    <a:pt x="85500" y="55377"/>
                  </a:lnTo>
                  <a:lnTo>
                    <a:pt x="85321" y="61214"/>
                  </a:lnTo>
                  <a:lnTo>
                    <a:pt x="87534" y="64140"/>
                  </a:lnTo>
                  <a:lnTo>
                    <a:pt x="90686" y="63764"/>
                  </a:lnTo>
                  <a:lnTo>
                    <a:pt x="90285" y="63507"/>
                  </a:lnTo>
                  <a:lnTo>
                    <a:pt x="94324" y="57945"/>
                  </a:lnTo>
                  <a:lnTo>
                    <a:pt x="95488" y="58172"/>
                  </a:lnTo>
                  <a:lnTo>
                    <a:pt x="96431" y="60249"/>
                  </a:lnTo>
                  <a:lnTo>
                    <a:pt x="96619" y="63018"/>
                  </a:lnTo>
                  <a:lnTo>
                    <a:pt x="95236" y="65829"/>
                  </a:lnTo>
                  <a:lnTo>
                    <a:pt x="92497" y="64544"/>
                  </a:lnTo>
                  <a:lnTo>
                    <a:pt x="90615" y="65205"/>
                  </a:lnTo>
                  <a:lnTo>
                    <a:pt x="90602" y="71100"/>
                  </a:lnTo>
                  <a:lnTo>
                    <a:pt x="93039" y="80030"/>
                  </a:lnTo>
                  <a:lnTo>
                    <a:pt x="98354" y="84460"/>
                  </a:lnTo>
                  <a:lnTo>
                    <a:pt x="100391" y="85441"/>
                  </a:lnTo>
                  <a:lnTo>
                    <a:pt x="97959" y="76389"/>
                  </a:lnTo>
                  <a:lnTo>
                    <a:pt x="104658" y="83718"/>
                  </a:lnTo>
                  <a:lnTo>
                    <a:pt x="108777" y="79489"/>
                  </a:lnTo>
                  <a:lnTo>
                    <a:pt x="105275" y="76855"/>
                  </a:lnTo>
                  <a:lnTo>
                    <a:pt x="107530" y="74075"/>
                  </a:lnTo>
                  <a:lnTo>
                    <a:pt x="114088" y="74324"/>
                  </a:lnTo>
                  <a:lnTo>
                    <a:pt x="115031" y="76842"/>
                  </a:lnTo>
                  <a:lnTo>
                    <a:pt x="109002" y="82628"/>
                  </a:lnTo>
                  <a:lnTo>
                    <a:pt x="111592" y="85005"/>
                  </a:lnTo>
                  <a:lnTo>
                    <a:pt x="112744" y="87308"/>
                  </a:lnTo>
                  <a:lnTo>
                    <a:pt x="110720" y="94896"/>
                  </a:lnTo>
                  <a:lnTo>
                    <a:pt x="108541" y="95480"/>
                  </a:lnTo>
                  <a:lnTo>
                    <a:pt x="107372" y="96832"/>
                  </a:lnTo>
                  <a:lnTo>
                    <a:pt x="109040" y="104448"/>
                  </a:lnTo>
                  <a:lnTo>
                    <a:pt x="105897" y="104606"/>
                  </a:lnTo>
                  <a:lnTo>
                    <a:pt x="106763" y="111433"/>
                  </a:lnTo>
                  <a:lnTo>
                    <a:pt x="99147" y="116859"/>
                  </a:lnTo>
                  <a:lnTo>
                    <a:pt x="94399" y="116834"/>
                  </a:lnTo>
                  <a:lnTo>
                    <a:pt x="90970" y="115130"/>
                  </a:lnTo>
                  <a:lnTo>
                    <a:pt x="87171" y="110140"/>
                  </a:lnTo>
                  <a:lnTo>
                    <a:pt x="87098" y="104332"/>
                  </a:lnTo>
                  <a:lnTo>
                    <a:pt x="84172" y="100676"/>
                  </a:lnTo>
                  <a:lnTo>
                    <a:pt x="81810" y="102999"/>
                  </a:lnTo>
                  <a:lnTo>
                    <a:pt x="75546" y="98861"/>
                  </a:lnTo>
                  <a:lnTo>
                    <a:pt x="70796" y="97230"/>
                  </a:lnTo>
                  <a:lnTo>
                    <a:pt x="67890" y="97198"/>
                  </a:lnTo>
                  <a:lnTo>
                    <a:pt x="61744" y="94296"/>
                  </a:lnTo>
                  <a:lnTo>
                    <a:pt x="56131" y="95270"/>
                  </a:lnTo>
                  <a:lnTo>
                    <a:pt x="54648" y="96962"/>
                  </a:lnTo>
                  <a:lnTo>
                    <a:pt x="49944" y="96375"/>
                  </a:lnTo>
                  <a:lnTo>
                    <a:pt x="40005" y="88469"/>
                  </a:lnTo>
                  <a:lnTo>
                    <a:pt x="38408" y="84063"/>
                  </a:lnTo>
                  <a:lnTo>
                    <a:pt x="33863" y="93286"/>
                  </a:lnTo>
                  <a:lnTo>
                    <a:pt x="23162" y="86784"/>
                  </a:lnTo>
                  <a:lnTo>
                    <a:pt x="10091" y="92819"/>
                  </a:lnTo>
                  <a:lnTo>
                    <a:pt x="3250" y="95977"/>
                  </a:lnTo>
                  <a:lnTo>
                    <a:pt x="0" y="98454"/>
                  </a:lnTo>
                  <a:lnTo>
                    <a:pt x="387" y="72154"/>
                  </a:lnTo>
                  <a:lnTo>
                    <a:pt x="1916" y="67474"/>
                  </a:lnTo>
                  <a:lnTo>
                    <a:pt x="3353" y="68312"/>
                  </a:lnTo>
                  <a:lnTo>
                    <a:pt x="11830" y="65385"/>
                  </a:lnTo>
                  <a:lnTo>
                    <a:pt x="13144" y="61554"/>
                  </a:lnTo>
                  <a:lnTo>
                    <a:pt x="11107" y="59970"/>
                  </a:lnTo>
                  <a:lnTo>
                    <a:pt x="10499" y="54871"/>
                  </a:lnTo>
                  <a:lnTo>
                    <a:pt x="12043" y="48769"/>
                  </a:lnTo>
                  <a:lnTo>
                    <a:pt x="16764" y="45671"/>
                  </a:lnTo>
                  <a:lnTo>
                    <a:pt x="15159" y="37927"/>
                  </a:lnTo>
                  <a:lnTo>
                    <a:pt x="16160" y="36675"/>
                  </a:lnTo>
                  <a:lnTo>
                    <a:pt x="25003" y="25619"/>
                  </a:lnTo>
                  <a:lnTo>
                    <a:pt x="29937" y="22527"/>
                  </a:lnTo>
                  <a:lnTo>
                    <a:pt x="31268" y="22805"/>
                  </a:lnTo>
                  <a:lnTo>
                    <a:pt x="32625" y="18995"/>
                  </a:lnTo>
                  <a:lnTo>
                    <a:pt x="29748" y="19330"/>
                  </a:lnTo>
                  <a:lnTo>
                    <a:pt x="30355" y="15468"/>
                  </a:lnTo>
                  <a:lnTo>
                    <a:pt x="33924" y="12276"/>
                  </a:lnTo>
                  <a:lnTo>
                    <a:pt x="36559" y="7270"/>
                  </a:lnTo>
                  <a:lnTo>
                    <a:pt x="35022" y="2450"/>
                  </a:lnTo>
                  <a:lnTo>
                    <a:pt x="32580" y="1799"/>
                  </a:lnTo>
                  <a:lnTo>
                    <a:pt x="3382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h6881"/>
            <p:cNvSpPr/>
            <p:nvPr/>
          </p:nvSpPr>
          <p:spPr>
            <a:xfrm>
              <a:off x="10272764" y="2115193"/>
              <a:ext cx="90051" cy="111046"/>
            </a:xfrm>
            <a:custGeom>
              <a:avLst/>
              <a:pathLst>
                <a:path w="90051" h="111046">
                  <a:moveTo>
                    <a:pt x="45603" y="736"/>
                  </a:moveTo>
                  <a:lnTo>
                    <a:pt x="50933" y="372"/>
                  </a:lnTo>
                  <a:lnTo>
                    <a:pt x="57477" y="2410"/>
                  </a:lnTo>
                  <a:lnTo>
                    <a:pt x="60978" y="5523"/>
                  </a:lnTo>
                  <a:lnTo>
                    <a:pt x="70252" y="17047"/>
                  </a:lnTo>
                  <a:lnTo>
                    <a:pt x="70894" y="17381"/>
                  </a:lnTo>
                  <a:lnTo>
                    <a:pt x="73732" y="16052"/>
                  </a:lnTo>
                  <a:lnTo>
                    <a:pt x="75727" y="20848"/>
                  </a:lnTo>
                  <a:lnTo>
                    <a:pt x="76987" y="26210"/>
                  </a:lnTo>
                  <a:lnTo>
                    <a:pt x="84391" y="34639"/>
                  </a:lnTo>
                  <a:lnTo>
                    <a:pt x="83641" y="36766"/>
                  </a:lnTo>
                  <a:lnTo>
                    <a:pt x="83523" y="46594"/>
                  </a:lnTo>
                  <a:lnTo>
                    <a:pt x="74381" y="50505"/>
                  </a:lnTo>
                  <a:lnTo>
                    <a:pt x="75101" y="59422"/>
                  </a:lnTo>
                  <a:lnTo>
                    <a:pt x="70893" y="67068"/>
                  </a:lnTo>
                  <a:lnTo>
                    <a:pt x="78354" y="72668"/>
                  </a:lnTo>
                  <a:lnTo>
                    <a:pt x="83878" y="74909"/>
                  </a:lnTo>
                  <a:lnTo>
                    <a:pt x="88828" y="74739"/>
                  </a:lnTo>
                  <a:lnTo>
                    <a:pt x="89219" y="76731"/>
                  </a:lnTo>
                  <a:lnTo>
                    <a:pt x="90051" y="82267"/>
                  </a:lnTo>
                  <a:lnTo>
                    <a:pt x="72291" y="89492"/>
                  </a:lnTo>
                  <a:lnTo>
                    <a:pt x="74714" y="93467"/>
                  </a:lnTo>
                  <a:lnTo>
                    <a:pt x="77071" y="96105"/>
                  </a:lnTo>
                  <a:lnTo>
                    <a:pt x="79145" y="97334"/>
                  </a:lnTo>
                  <a:lnTo>
                    <a:pt x="77913" y="98962"/>
                  </a:lnTo>
                  <a:lnTo>
                    <a:pt x="75167" y="100474"/>
                  </a:lnTo>
                  <a:lnTo>
                    <a:pt x="73326" y="100644"/>
                  </a:lnTo>
                  <a:lnTo>
                    <a:pt x="70999" y="99696"/>
                  </a:lnTo>
                  <a:lnTo>
                    <a:pt x="66554" y="102588"/>
                  </a:lnTo>
                  <a:lnTo>
                    <a:pt x="67547" y="104396"/>
                  </a:lnTo>
                  <a:lnTo>
                    <a:pt x="67248" y="106300"/>
                  </a:lnTo>
                  <a:lnTo>
                    <a:pt x="64361" y="108451"/>
                  </a:lnTo>
                  <a:lnTo>
                    <a:pt x="59007" y="111046"/>
                  </a:lnTo>
                  <a:lnTo>
                    <a:pt x="53111" y="107255"/>
                  </a:lnTo>
                  <a:lnTo>
                    <a:pt x="50882" y="102473"/>
                  </a:lnTo>
                  <a:lnTo>
                    <a:pt x="44983" y="95579"/>
                  </a:lnTo>
                  <a:lnTo>
                    <a:pt x="38825" y="89770"/>
                  </a:lnTo>
                  <a:lnTo>
                    <a:pt x="35710" y="81848"/>
                  </a:lnTo>
                  <a:lnTo>
                    <a:pt x="25855" y="66430"/>
                  </a:lnTo>
                  <a:lnTo>
                    <a:pt x="27787" y="63357"/>
                  </a:lnTo>
                  <a:lnTo>
                    <a:pt x="28054" y="59714"/>
                  </a:lnTo>
                  <a:lnTo>
                    <a:pt x="24146" y="57325"/>
                  </a:lnTo>
                  <a:lnTo>
                    <a:pt x="17869" y="55662"/>
                  </a:lnTo>
                  <a:lnTo>
                    <a:pt x="18161" y="53380"/>
                  </a:lnTo>
                  <a:lnTo>
                    <a:pt x="17230" y="51372"/>
                  </a:lnTo>
                  <a:lnTo>
                    <a:pt x="12921" y="46421"/>
                  </a:lnTo>
                  <a:lnTo>
                    <a:pt x="9497" y="49999"/>
                  </a:lnTo>
                  <a:lnTo>
                    <a:pt x="6001" y="44104"/>
                  </a:lnTo>
                  <a:lnTo>
                    <a:pt x="4427" y="40834"/>
                  </a:lnTo>
                  <a:lnTo>
                    <a:pt x="3572" y="39835"/>
                  </a:lnTo>
                  <a:lnTo>
                    <a:pt x="2749" y="39861"/>
                  </a:lnTo>
                  <a:lnTo>
                    <a:pt x="0" y="35888"/>
                  </a:lnTo>
                  <a:lnTo>
                    <a:pt x="24222" y="11285"/>
                  </a:lnTo>
                  <a:lnTo>
                    <a:pt x="24211" y="10448"/>
                  </a:lnTo>
                  <a:lnTo>
                    <a:pt x="24672" y="9212"/>
                  </a:lnTo>
                  <a:lnTo>
                    <a:pt x="30485" y="6327"/>
                  </a:lnTo>
                  <a:lnTo>
                    <a:pt x="33178" y="6619"/>
                  </a:lnTo>
                  <a:lnTo>
                    <a:pt x="4133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h6882"/>
            <p:cNvSpPr/>
            <p:nvPr/>
          </p:nvSpPr>
          <p:spPr>
            <a:xfrm>
              <a:off x="10349398" y="2235493"/>
              <a:ext cx="46054" cy="28790"/>
            </a:xfrm>
            <a:custGeom>
              <a:avLst/>
              <a:pathLst>
                <a:path w="46054" h="28790">
                  <a:moveTo>
                    <a:pt x="45443" y="2610"/>
                  </a:moveTo>
                  <a:lnTo>
                    <a:pt x="45539" y="4774"/>
                  </a:lnTo>
                  <a:lnTo>
                    <a:pt x="44315" y="5832"/>
                  </a:lnTo>
                  <a:lnTo>
                    <a:pt x="43470" y="4900"/>
                  </a:lnTo>
                  <a:lnTo>
                    <a:pt x="41754" y="5173"/>
                  </a:lnTo>
                  <a:lnTo>
                    <a:pt x="41035" y="7021"/>
                  </a:lnTo>
                  <a:lnTo>
                    <a:pt x="41478" y="10289"/>
                  </a:lnTo>
                  <a:lnTo>
                    <a:pt x="44268" y="11707"/>
                  </a:lnTo>
                  <a:lnTo>
                    <a:pt x="45282" y="13454"/>
                  </a:lnTo>
                  <a:lnTo>
                    <a:pt x="46054" y="22493"/>
                  </a:lnTo>
                  <a:lnTo>
                    <a:pt x="37286" y="23909"/>
                  </a:lnTo>
                  <a:lnTo>
                    <a:pt x="25460" y="28445"/>
                  </a:lnTo>
                  <a:lnTo>
                    <a:pt x="18477" y="28790"/>
                  </a:lnTo>
                  <a:lnTo>
                    <a:pt x="15503" y="22938"/>
                  </a:lnTo>
                  <a:lnTo>
                    <a:pt x="14105" y="23478"/>
                  </a:lnTo>
                  <a:lnTo>
                    <a:pt x="0" y="13082"/>
                  </a:lnTo>
                  <a:lnTo>
                    <a:pt x="2362" y="11594"/>
                  </a:lnTo>
                  <a:lnTo>
                    <a:pt x="6196" y="11061"/>
                  </a:lnTo>
                  <a:lnTo>
                    <a:pt x="8990" y="11150"/>
                  </a:lnTo>
                  <a:lnTo>
                    <a:pt x="9269" y="12671"/>
                  </a:lnTo>
                  <a:lnTo>
                    <a:pt x="10834" y="12752"/>
                  </a:lnTo>
                  <a:lnTo>
                    <a:pt x="13437" y="7840"/>
                  </a:lnTo>
                  <a:lnTo>
                    <a:pt x="11672" y="5442"/>
                  </a:lnTo>
                  <a:lnTo>
                    <a:pt x="14658" y="3204"/>
                  </a:lnTo>
                  <a:lnTo>
                    <a:pt x="19216" y="2938"/>
                  </a:lnTo>
                  <a:lnTo>
                    <a:pt x="19467" y="8014"/>
                  </a:lnTo>
                  <a:lnTo>
                    <a:pt x="21000" y="8225"/>
                  </a:lnTo>
                  <a:lnTo>
                    <a:pt x="21769" y="7012"/>
                  </a:lnTo>
                  <a:lnTo>
                    <a:pt x="24232" y="6782"/>
                  </a:lnTo>
                  <a:lnTo>
                    <a:pt x="27485" y="7310"/>
                  </a:lnTo>
                  <a:lnTo>
                    <a:pt x="28985" y="9120"/>
                  </a:lnTo>
                  <a:lnTo>
                    <a:pt x="29004" y="10331"/>
                  </a:lnTo>
                  <a:lnTo>
                    <a:pt x="35303" y="5823"/>
                  </a:lnTo>
                  <a:lnTo>
                    <a:pt x="36772" y="8184"/>
                  </a:lnTo>
                  <a:lnTo>
                    <a:pt x="38982" y="6118"/>
                  </a:lnTo>
                  <a:lnTo>
                    <a:pt x="40514" y="2494"/>
                  </a:lnTo>
                  <a:lnTo>
                    <a:pt x="41690" y="3349"/>
                  </a:lnTo>
                  <a:lnTo>
                    <a:pt x="4405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h6883"/>
            <p:cNvSpPr/>
            <p:nvPr/>
          </p:nvSpPr>
          <p:spPr>
            <a:xfrm>
              <a:off x="10445076" y="2327627"/>
              <a:ext cx="51606" cy="60372"/>
            </a:xfrm>
            <a:custGeom>
              <a:avLst/>
              <a:pathLst>
                <a:path w="51606" h="60372">
                  <a:moveTo>
                    <a:pt x="26883" y="1916"/>
                  </a:moveTo>
                  <a:lnTo>
                    <a:pt x="28584" y="6463"/>
                  </a:lnTo>
                  <a:lnTo>
                    <a:pt x="36955" y="6887"/>
                  </a:lnTo>
                  <a:lnTo>
                    <a:pt x="29546" y="7574"/>
                  </a:lnTo>
                  <a:lnTo>
                    <a:pt x="31802" y="11550"/>
                  </a:lnTo>
                  <a:lnTo>
                    <a:pt x="37174" y="17773"/>
                  </a:lnTo>
                  <a:lnTo>
                    <a:pt x="46932" y="22708"/>
                  </a:lnTo>
                  <a:lnTo>
                    <a:pt x="50384" y="26414"/>
                  </a:lnTo>
                  <a:lnTo>
                    <a:pt x="48686" y="29257"/>
                  </a:lnTo>
                  <a:lnTo>
                    <a:pt x="48154" y="32094"/>
                  </a:lnTo>
                  <a:lnTo>
                    <a:pt x="51606" y="35269"/>
                  </a:lnTo>
                  <a:lnTo>
                    <a:pt x="50323" y="38442"/>
                  </a:lnTo>
                  <a:lnTo>
                    <a:pt x="48674" y="38656"/>
                  </a:lnTo>
                  <a:lnTo>
                    <a:pt x="45262" y="38374"/>
                  </a:lnTo>
                  <a:lnTo>
                    <a:pt x="44032" y="35808"/>
                  </a:lnTo>
                  <a:lnTo>
                    <a:pt x="43136" y="35531"/>
                  </a:lnTo>
                  <a:lnTo>
                    <a:pt x="38238" y="37517"/>
                  </a:lnTo>
                  <a:lnTo>
                    <a:pt x="28668" y="38286"/>
                  </a:lnTo>
                  <a:lnTo>
                    <a:pt x="27824" y="37192"/>
                  </a:lnTo>
                  <a:lnTo>
                    <a:pt x="25070" y="37357"/>
                  </a:lnTo>
                  <a:lnTo>
                    <a:pt x="23858" y="39910"/>
                  </a:lnTo>
                  <a:lnTo>
                    <a:pt x="24282" y="43027"/>
                  </a:lnTo>
                  <a:lnTo>
                    <a:pt x="23481" y="45910"/>
                  </a:lnTo>
                  <a:lnTo>
                    <a:pt x="20217" y="50390"/>
                  </a:lnTo>
                  <a:lnTo>
                    <a:pt x="15376" y="54204"/>
                  </a:lnTo>
                  <a:lnTo>
                    <a:pt x="8662" y="54322"/>
                  </a:lnTo>
                  <a:lnTo>
                    <a:pt x="9190" y="57800"/>
                  </a:lnTo>
                  <a:lnTo>
                    <a:pt x="5379" y="60372"/>
                  </a:lnTo>
                  <a:lnTo>
                    <a:pt x="1044" y="60300"/>
                  </a:lnTo>
                  <a:lnTo>
                    <a:pt x="0" y="58628"/>
                  </a:lnTo>
                  <a:lnTo>
                    <a:pt x="403" y="56405"/>
                  </a:lnTo>
                  <a:lnTo>
                    <a:pt x="2989" y="53944"/>
                  </a:lnTo>
                  <a:lnTo>
                    <a:pt x="9805" y="49703"/>
                  </a:lnTo>
                  <a:lnTo>
                    <a:pt x="12727" y="45344"/>
                  </a:lnTo>
                  <a:lnTo>
                    <a:pt x="13014" y="39302"/>
                  </a:lnTo>
                  <a:lnTo>
                    <a:pt x="16540" y="37785"/>
                  </a:lnTo>
                  <a:lnTo>
                    <a:pt x="9632" y="36985"/>
                  </a:lnTo>
                  <a:lnTo>
                    <a:pt x="9749" y="35494"/>
                  </a:lnTo>
                  <a:lnTo>
                    <a:pt x="13398" y="33570"/>
                  </a:lnTo>
                  <a:lnTo>
                    <a:pt x="13841" y="31340"/>
                  </a:lnTo>
                  <a:lnTo>
                    <a:pt x="13678" y="27705"/>
                  </a:lnTo>
                  <a:lnTo>
                    <a:pt x="12711" y="27259"/>
                  </a:lnTo>
                  <a:lnTo>
                    <a:pt x="10425" y="28161"/>
                  </a:lnTo>
                  <a:lnTo>
                    <a:pt x="10984" y="21925"/>
                  </a:lnTo>
                  <a:lnTo>
                    <a:pt x="16412" y="18166"/>
                  </a:lnTo>
                  <a:lnTo>
                    <a:pt x="13516" y="11884"/>
                  </a:lnTo>
                  <a:lnTo>
                    <a:pt x="17386" y="9897"/>
                  </a:lnTo>
                  <a:lnTo>
                    <a:pt x="18103" y="11039"/>
                  </a:lnTo>
                  <a:lnTo>
                    <a:pt x="24259" y="14388"/>
                  </a:lnTo>
                  <a:lnTo>
                    <a:pt x="23520" y="11928"/>
                  </a:lnTo>
                  <a:lnTo>
                    <a:pt x="18272" y="9441"/>
                  </a:lnTo>
                  <a:lnTo>
                    <a:pt x="2446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h6884"/>
            <p:cNvSpPr/>
            <p:nvPr/>
          </p:nvSpPr>
          <p:spPr>
            <a:xfrm>
              <a:off x="10264035" y="2159298"/>
              <a:ext cx="79495" cy="95544"/>
            </a:xfrm>
            <a:custGeom>
              <a:avLst/>
              <a:pathLst>
                <a:path w="79495" h="95544">
                  <a:moveTo>
                    <a:pt x="14730" y="0"/>
                  </a:moveTo>
                  <a:lnTo>
                    <a:pt x="18226" y="5894"/>
                  </a:lnTo>
                  <a:lnTo>
                    <a:pt x="21650" y="2317"/>
                  </a:lnTo>
                  <a:lnTo>
                    <a:pt x="25959" y="7267"/>
                  </a:lnTo>
                  <a:lnTo>
                    <a:pt x="26890" y="9275"/>
                  </a:lnTo>
                  <a:lnTo>
                    <a:pt x="26598" y="11557"/>
                  </a:lnTo>
                  <a:lnTo>
                    <a:pt x="32875" y="13220"/>
                  </a:lnTo>
                  <a:lnTo>
                    <a:pt x="36783" y="15609"/>
                  </a:lnTo>
                  <a:lnTo>
                    <a:pt x="36516" y="19252"/>
                  </a:lnTo>
                  <a:lnTo>
                    <a:pt x="34584" y="22325"/>
                  </a:lnTo>
                  <a:lnTo>
                    <a:pt x="44439" y="37743"/>
                  </a:lnTo>
                  <a:lnTo>
                    <a:pt x="47553" y="45665"/>
                  </a:lnTo>
                  <a:lnTo>
                    <a:pt x="53712" y="51475"/>
                  </a:lnTo>
                  <a:lnTo>
                    <a:pt x="59610" y="58369"/>
                  </a:lnTo>
                  <a:lnTo>
                    <a:pt x="61840" y="63150"/>
                  </a:lnTo>
                  <a:lnTo>
                    <a:pt x="67736" y="66942"/>
                  </a:lnTo>
                  <a:lnTo>
                    <a:pt x="73090" y="64346"/>
                  </a:lnTo>
                  <a:lnTo>
                    <a:pt x="79192" y="74726"/>
                  </a:lnTo>
                  <a:lnTo>
                    <a:pt x="79495" y="83368"/>
                  </a:lnTo>
                  <a:lnTo>
                    <a:pt x="78410" y="85222"/>
                  </a:lnTo>
                  <a:lnTo>
                    <a:pt x="77342" y="85410"/>
                  </a:lnTo>
                  <a:lnTo>
                    <a:pt x="75106" y="88656"/>
                  </a:lnTo>
                  <a:lnTo>
                    <a:pt x="76935" y="89144"/>
                  </a:lnTo>
                  <a:lnTo>
                    <a:pt x="74863" y="93130"/>
                  </a:lnTo>
                  <a:lnTo>
                    <a:pt x="71517" y="95544"/>
                  </a:lnTo>
                  <a:lnTo>
                    <a:pt x="67747" y="92940"/>
                  </a:lnTo>
                  <a:lnTo>
                    <a:pt x="67090" y="95125"/>
                  </a:lnTo>
                  <a:lnTo>
                    <a:pt x="52600" y="83150"/>
                  </a:lnTo>
                  <a:lnTo>
                    <a:pt x="46820" y="81542"/>
                  </a:lnTo>
                  <a:lnTo>
                    <a:pt x="44108" y="79396"/>
                  </a:lnTo>
                  <a:lnTo>
                    <a:pt x="41249" y="78656"/>
                  </a:lnTo>
                  <a:lnTo>
                    <a:pt x="37782" y="82316"/>
                  </a:lnTo>
                  <a:lnTo>
                    <a:pt x="32005" y="75171"/>
                  </a:lnTo>
                  <a:lnTo>
                    <a:pt x="30872" y="74750"/>
                  </a:lnTo>
                  <a:lnTo>
                    <a:pt x="32239" y="70381"/>
                  </a:lnTo>
                  <a:lnTo>
                    <a:pt x="29723" y="66100"/>
                  </a:lnTo>
                  <a:lnTo>
                    <a:pt x="28184" y="60978"/>
                  </a:lnTo>
                  <a:lnTo>
                    <a:pt x="27196" y="54208"/>
                  </a:lnTo>
                  <a:lnTo>
                    <a:pt x="29954" y="52118"/>
                  </a:lnTo>
                  <a:lnTo>
                    <a:pt x="28481" y="49957"/>
                  </a:lnTo>
                  <a:lnTo>
                    <a:pt x="24347" y="48702"/>
                  </a:lnTo>
                  <a:lnTo>
                    <a:pt x="19415" y="52326"/>
                  </a:lnTo>
                  <a:lnTo>
                    <a:pt x="14253" y="52320"/>
                  </a:lnTo>
                  <a:lnTo>
                    <a:pt x="13416" y="51354"/>
                  </a:lnTo>
                  <a:lnTo>
                    <a:pt x="12862" y="38820"/>
                  </a:lnTo>
                  <a:lnTo>
                    <a:pt x="12023" y="36204"/>
                  </a:lnTo>
                  <a:lnTo>
                    <a:pt x="8161" y="35398"/>
                  </a:lnTo>
                  <a:lnTo>
                    <a:pt x="3403" y="25477"/>
                  </a:lnTo>
                  <a:lnTo>
                    <a:pt x="3660" y="21460"/>
                  </a:lnTo>
                  <a:lnTo>
                    <a:pt x="5383" y="17451"/>
                  </a:lnTo>
                  <a:lnTo>
                    <a:pt x="0" y="7067"/>
                  </a:lnTo>
                  <a:lnTo>
                    <a:pt x="1882" y="7091"/>
                  </a:lnTo>
                  <a:lnTo>
                    <a:pt x="12880" y="162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h6885"/>
            <p:cNvSpPr/>
            <p:nvPr/>
          </p:nvSpPr>
          <p:spPr>
            <a:xfrm>
              <a:off x="10390394" y="2432157"/>
              <a:ext cx="35629" cy="31667"/>
            </a:xfrm>
            <a:custGeom>
              <a:avLst/>
              <a:pathLst>
                <a:path w="35629" h="31667">
                  <a:moveTo>
                    <a:pt x="33881" y="1452"/>
                  </a:moveTo>
                  <a:lnTo>
                    <a:pt x="35629" y="6382"/>
                  </a:lnTo>
                  <a:lnTo>
                    <a:pt x="35116" y="7799"/>
                  </a:lnTo>
                  <a:lnTo>
                    <a:pt x="30481" y="12856"/>
                  </a:lnTo>
                  <a:lnTo>
                    <a:pt x="32736" y="18993"/>
                  </a:lnTo>
                  <a:lnTo>
                    <a:pt x="19048" y="22609"/>
                  </a:lnTo>
                  <a:lnTo>
                    <a:pt x="15140" y="23056"/>
                  </a:lnTo>
                  <a:lnTo>
                    <a:pt x="15258" y="29453"/>
                  </a:lnTo>
                  <a:lnTo>
                    <a:pt x="12505" y="31667"/>
                  </a:lnTo>
                  <a:lnTo>
                    <a:pt x="11322" y="31570"/>
                  </a:lnTo>
                  <a:lnTo>
                    <a:pt x="13110" y="28929"/>
                  </a:lnTo>
                  <a:lnTo>
                    <a:pt x="10549" y="24945"/>
                  </a:lnTo>
                  <a:lnTo>
                    <a:pt x="6819" y="27465"/>
                  </a:lnTo>
                  <a:lnTo>
                    <a:pt x="4889" y="29958"/>
                  </a:lnTo>
                  <a:lnTo>
                    <a:pt x="0" y="30410"/>
                  </a:lnTo>
                  <a:lnTo>
                    <a:pt x="1993" y="28199"/>
                  </a:lnTo>
                  <a:lnTo>
                    <a:pt x="8754" y="20609"/>
                  </a:lnTo>
                  <a:lnTo>
                    <a:pt x="11570" y="16437"/>
                  </a:lnTo>
                  <a:lnTo>
                    <a:pt x="10969" y="13550"/>
                  </a:lnTo>
                  <a:lnTo>
                    <a:pt x="14204" y="9929"/>
                  </a:lnTo>
                  <a:lnTo>
                    <a:pt x="21213" y="4020"/>
                  </a:lnTo>
                  <a:lnTo>
                    <a:pt x="25871" y="4818"/>
                  </a:lnTo>
                  <a:lnTo>
                    <a:pt x="26040" y="3102"/>
                  </a:lnTo>
                  <a:lnTo>
                    <a:pt x="3224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h6886"/>
            <p:cNvSpPr/>
            <p:nvPr/>
          </p:nvSpPr>
          <p:spPr>
            <a:xfrm>
              <a:off x="10337126" y="2190849"/>
              <a:ext cx="57376" cy="57725"/>
            </a:xfrm>
            <a:custGeom>
              <a:avLst/>
              <a:pathLst>
                <a:path w="57376" h="57725">
                  <a:moveTo>
                    <a:pt x="28772" y="0"/>
                  </a:moveTo>
                  <a:lnTo>
                    <a:pt x="37589" y="1654"/>
                  </a:lnTo>
                  <a:lnTo>
                    <a:pt x="38498" y="5698"/>
                  </a:lnTo>
                  <a:lnTo>
                    <a:pt x="39968" y="5955"/>
                  </a:lnTo>
                  <a:lnTo>
                    <a:pt x="41174" y="10007"/>
                  </a:lnTo>
                  <a:lnTo>
                    <a:pt x="40305" y="15184"/>
                  </a:lnTo>
                  <a:lnTo>
                    <a:pt x="43853" y="19822"/>
                  </a:lnTo>
                  <a:lnTo>
                    <a:pt x="48181" y="13608"/>
                  </a:lnTo>
                  <a:lnTo>
                    <a:pt x="54668" y="14830"/>
                  </a:lnTo>
                  <a:lnTo>
                    <a:pt x="57173" y="16845"/>
                  </a:lnTo>
                  <a:lnTo>
                    <a:pt x="57376" y="17250"/>
                  </a:lnTo>
                  <a:lnTo>
                    <a:pt x="55354" y="18306"/>
                  </a:lnTo>
                  <a:lnTo>
                    <a:pt x="53708" y="28607"/>
                  </a:lnTo>
                  <a:lnTo>
                    <a:pt x="51686" y="28933"/>
                  </a:lnTo>
                  <a:lnTo>
                    <a:pt x="51852" y="31400"/>
                  </a:lnTo>
                  <a:lnTo>
                    <a:pt x="55521" y="37375"/>
                  </a:lnTo>
                  <a:lnTo>
                    <a:pt x="55383" y="38655"/>
                  </a:lnTo>
                  <a:lnTo>
                    <a:pt x="50912" y="39590"/>
                  </a:lnTo>
                  <a:lnTo>
                    <a:pt x="51032" y="42164"/>
                  </a:lnTo>
                  <a:lnTo>
                    <a:pt x="52786" y="47138"/>
                  </a:lnTo>
                  <a:lnTo>
                    <a:pt x="51255" y="50761"/>
                  </a:lnTo>
                  <a:lnTo>
                    <a:pt x="49045" y="52828"/>
                  </a:lnTo>
                  <a:lnTo>
                    <a:pt x="47576" y="50467"/>
                  </a:lnTo>
                  <a:lnTo>
                    <a:pt x="41277" y="54974"/>
                  </a:lnTo>
                  <a:lnTo>
                    <a:pt x="41258" y="53763"/>
                  </a:lnTo>
                  <a:lnTo>
                    <a:pt x="39758" y="51953"/>
                  </a:lnTo>
                  <a:lnTo>
                    <a:pt x="36505" y="51425"/>
                  </a:lnTo>
                  <a:lnTo>
                    <a:pt x="34041" y="51656"/>
                  </a:lnTo>
                  <a:lnTo>
                    <a:pt x="33273" y="52869"/>
                  </a:lnTo>
                  <a:lnTo>
                    <a:pt x="31740" y="52657"/>
                  </a:lnTo>
                  <a:lnTo>
                    <a:pt x="31489" y="47581"/>
                  </a:lnTo>
                  <a:lnTo>
                    <a:pt x="26931" y="47848"/>
                  </a:lnTo>
                  <a:lnTo>
                    <a:pt x="23944" y="50086"/>
                  </a:lnTo>
                  <a:lnTo>
                    <a:pt x="25710" y="52484"/>
                  </a:lnTo>
                  <a:lnTo>
                    <a:pt x="23107" y="57395"/>
                  </a:lnTo>
                  <a:lnTo>
                    <a:pt x="21542" y="57314"/>
                  </a:lnTo>
                  <a:lnTo>
                    <a:pt x="21263" y="55794"/>
                  </a:lnTo>
                  <a:lnTo>
                    <a:pt x="18468" y="55705"/>
                  </a:lnTo>
                  <a:lnTo>
                    <a:pt x="14635" y="56237"/>
                  </a:lnTo>
                  <a:lnTo>
                    <a:pt x="12272" y="57725"/>
                  </a:lnTo>
                  <a:lnTo>
                    <a:pt x="5319" y="53670"/>
                  </a:lnTo>
                  <a:lnTo>
                    <a:pt x="6404" y="51816"/>
                  </a:lnTo>
                  <a:lnTo>
                    <a:pt x="6101" y="43175"/>
                  </a:lnTo>
                  <a:lnTo>
                    <a:pt x="0" y="32795"/>
                  </a:lnTo>
                  <a:lnTo>
                    <a:pt x="2886" y="30644"/>
                  </a:lnTo>
                  <a:lnTo>
                    <a:pt x="3186" y="28740"/>
                  </a:lnTo>
                  <a:lnTo>
                    <a:pt x="2192" y="26931"/>
                  </a:lnTo>
                  <a:lnTo>
                    <a:pt x="6637" y="24039"/>
                  </a:lnTo>
                  <a:lnTo>
                    <a:pt x="8964" y="24988"/>
                  </a:lnTo>
                  <a:lnTo>
                    <a:pt x="10805" y="24817"/>
                  </a:lnTo>
                  <a:lnTo>
                    <a:pt x="13551" y="23306"/>
                  </a:lnTo>
                  <a:lnTo>
                    <a:pt x="14783" y="21677"/>
                  </a:lnTo>
                  <a:lnTo>
                    <a:pt x="12709" y="20449"/>
                  </a:lnTo>
                  <a:lnTo>
                    <a:pt x="10352" y="17811"/>
                  </a:lnTo>
                  <a:lnTo>
                    <a:pt x="7929" y="13836"/>
                  </a:lnTo>
                  <a:lnTo>
                    <a:pt x="25689" y="6611"/>
                  </a:lnTo>
                  <a:lnTo>
                    <a:pt x="24857" y="107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h6887"/>
            <p:cNvSpPr/>
            <p:nvPr/>
          </p:nvSpPr>
          <p:spPr>
            <a:xfrm>
              <a:off x="10208911" y="2415912"/>
              <a:ext cx="113484" cy="122627"/>
            </a:xfrm>
            <a:custGeom>
              <a:avLst/>
              <a:pathLst>
                <a:path w="113484" h="122627">
                  <a:moveTo>
                    <a:pt x="40755" y="7609"/>
                  </a:moveTo>
                  <a:lnTo>
                    <a:pt x="46178" y="13363"/>
                  </a:lnTo>
                  <a:lnTo>
                    <a:pt x="52540" y="13010"/>
                  </a:lnTo>
                  <a:lnTo>
                    <a:pt x="56192" y="13778"/>
                  </a:lnTo>
                  <a:lnTo>
                    <a:pt x="58166" y="16082"/>
                  </a:lnTo>
                  <a:lnTo>
                    <a:pt x="61757" y="25627"/>
                  </a:lnTo>
                  <a:lnTo>
                    <a:pt x="57141" y="33925"/>
                  </a:lnTo>
                  <a:lnTo>
                    <a:pt x="58067" y="42396"/>
                  </a:lnTo>
                  <a:lnTo>
                    <a:pt x="56893" y="49297"/>
                  </a:lnTo>
                  <a:lnTo>
                    <a:pt x="60305" y="50300"/>
                  </a:lnTo>
                  <a:lnTo>
                    <a:pt x="60892" y="47968"/>
                  </a:lnTo>
                  <a:lnTo>
                    <a:pt x="63894" y="46813"/>
                  </a:lnTo>
                  <a:lnTo>
                    <a:pt x="65981" y="48465"/>
                  </a:lnTo>
                  <a:lnTo>
                    <a:pt x="65416" y="50125"/>
                  </a:lnTo>
                  <a:lnTo>
                    <a:pt x="68604" y="52872"/>
                  </a:lnTo>
                  <a:lnTo>
                    <a:pt x="71496" y="51179"/>
                  </a:lnTo>
                  <a:lnTo>
                    <a:pt x="71630" y="48430"/>
                  </a:lnTo>
                  <a:lnTo>
                    <a:pt x="86841" y="56832"/>
                  </a:lnTo>
                  <a:lnTo>
                    <a:pt x="97786" y="52615"/>
                  </a:lnTo>
                  <a:lnTo>
                    <a:pt x="103414" y="51725"/>
                  </a:lnTo>
                  <a:lnTo>
                    <a:pt x="102073" y="57691"/>
                  </a:lnTo>
                  <a:lnTo>
                    <a:pt x="104490" y="59513"/>
                  </a:lnTo>
                  <a:lnTo>
                    <a:pt x="106225" y="59796"/>
                  </a:lnTo>
                  <a:lnTo>
                    <a:pt x="105066" y="68685"/>
                  </a:lnTo>
                  <a:lnTo>
                    <a:pt x="107478" y="69621"/>
                  </a:lnTo>
                  <a:lnTo>
                    <a:pt x="107626" y="72782"/>
                  </a:lnTo>
                  <a:lnTo>
                    <a:pt x="112504" y="66770"/>
                  </a:lnTo>
                  <a:lnTo>
                    <a:pt x="113484" y="68448"/>
                  </a:lnTo>
                  <a:lnTo>
                    <a:pt x="110903" y="73964"/>
                  </a:lnTo>
                  <a:lnTo>
                    <a:pt x="108957" y="74804"/>
                  </a:lnTo>
                  <a:lnTo>
                    <a:pt x="108442" y="75729"/>
                  </a:lnTo>
                  <a:lnTo>
                    <a:pt x="106138" y="84793"/>
                  </a:lnTo>
                  <a:lnTo>
                    <a:pt x="106297" y="90176"/>
                  </a:lnTo>
                  <a:lnTo>
                    <a:pt x="107203" y="91514"/>
                  </a:lnTo>
                  <a:lnTo>
                    <a:pt x="109049" y="92503"/>
                  </a:lnTo>
                  <a:lnTo>
                    <a:pt x="108508" y="99889"/>
                  </a:lnTo>
                  <a:lnTo>
                    <a:pt x="104471" y="105614"/>
                  </a:lnTo>
                  <a:lnTo>
                    <a:pt x="100844" y="106505"/>
                  </a:lnTo>
                  <a:lnTo>
                    <a:pt x="94273" y="111381"/>
                  </a:lnTo>
                  <a:lnTo>
                    <a:pt x="92731" y="110884"/>
                  </a:lnTo>
                  <a:lnTo>
                    <a:pt x="85840" y="114857"/>
                  </a:lnTo>
                  <a:lnTo>
                    <a:pt x="85210" y="119166"/>
                  </a:lnTo>
                  <a:lnTo>
                    <a:pt x="77162" y="121059"/>
                  </a:lnTo>
                  <a:lnTo>
                    <a:pt x="67511" y="121535"/>
                  </a:lnTo>
                  <a:lnTo>
                    <a:pt x="52751" y="121168"/>
                  </a:lnTo>
                  <a:lnTo>
                    <a:pt x="49868" y="122627"/>
                  </a:lnTo>
                  <a:lnTo>
                    <a:pt x="48738" y="121164"/>
                  </a:lnTo>
                  <a:lnTo>
                    <a:pt x="47211" y="108650"/>
                  </a:lnTo>
                  <a:lnTo>
                    <a:pt x="46322" y="107306"/>
                  </a:lnTo>
                  <a:lnTo>
                    <a:pt x="42711" y="105485"/>
                  </a:lnTo>
                  <a:lnTo>
                    <a:pt x="40204" y="101524"/>
                  </a:lnTo>
                  <a:lnTo>
                    <a:pt x="39275" y="101098"/>
                  </a:lnTo>
                  <a:lnTo>
                    <a:pt x="35871" y="101368"/>
                  </a:lnTo>
                  <a:lnTo>
                    <a:pt x="30547" y="100003"/>
                  </a:lnTo>
                  <a:lnTo>
                    <a:pt x="27846" y="100916"/>
                  </a:lnTo>
                  <a:lnTo>
                    <a:pt x="26800" y="102675"/>
                  </a:lnTo>
                  <a:lnTo>
                    <a:pt x="24936" y="103295"/>
                  </a:lnTo>
                  <a:lnTo>
                    <a:pt x="20204" y="101956"/>
                  </a:lnTo>
                  <a:lnTo>
                    <a:pt x="15207" y="97951"/>
                  </a:lnTo>
                  <a:lnTo>
                    <a:pt x="15037" y="96790"/>
                  </a:lnTo>
                  <a:lnTo>
                    <a:pt x="16032" y="96290"/>
                  </a:lnTo>
                  <a:lnTo>
                    <a:pt x="16958" y="90799"/>
                  </a:lnTo>
                  <a:lnTo>
                    <a:pt x="15700" y="81946"/>
                  </a:lnTo>
                  <a:lnTo>
                    <a:pt x="10917" y="80511"/>
                  </a:lnTo>
                  <a:lnTo>
                    <a:pt x="9205" y="73689"/>
                  </a:lnTo>
                  <a:lnTo>
                    <a:pt x="7769" y="70796"/>
                  </a:lnTo>
                  <a:lnTo>
                    <a:pt x="6883" y="69756"/>
                  </a:lnTo>
                  <a:lnTo>
                    <a:pt x="9874" y="64710"/>
                  </a:lnTo>
                  <a:lnTo>
                    <a:pt x="6826" y="63583"/>
                  </a:lnTo>
                  <a:lnTo>
                    <a:pt x="5722" y="61625"/>
                  </a:lnTo>
                  <a:lnTo>
                    <a:pt x="7327" y="59812"/>
                  </a:lnTo>
                  <a:lnTo>
                    <a:pt x="7489" y="58101"/>
                  </a:lnTo>
                  <a:lnTo>
                    <a:pt x="4830" y="55584"/>
                  </a:lnTo>
                  <a:lnTo>
                    <a:pt x="2781" y="48415"/>
                  </a:lnTo>
                  <a:lnTo>
                    <a:pt x="1" y="45440"/>
                  </a:lnTo>
                  <a:lnTo>
                    <a:pt x="514" y="42148"/>
                  </a:lnTo>
                  <a:lnTo>
                    <a:pt x="0" y="37581"/>
                  </a:lnTo>
                  <a:lnTo>
                    <a:pt x="4174" y="35876"/>
                  </a:lnTo>
                  <a:lnTo>
                    <a:pt x="6550" y="33923"/>
                  </a:lnTo>
                  <a:lnTo>
                    <a:pt x="7856" y="27253"/>
                  </a:lnTo>
                  <a:lnTo>
                    <a:pt x="7633" y="24982"/>
                  </a:lnTo>
                  <a:lnTo>
                    <a:pt x="10153" y="19367"/>
                  </a:lnTo>
                  <a:lnTo>
                    <a:pt x="12120" y="6285"/>
                  </a:lnTo>
                  <a:lnTo>
                    <a:pt x="2553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h6888"/>
            <p:cNvSpPr/>
            <p:nvPr/>
          </p:nvSpPr>
          <p:spPr>
            <a:xfrm>
              <a:off x="10200112" y="2109230"/>
              <a:ext cx="61309" cy="85693"/>
            </a:xfrm>
            <a:custGeom>
              <a:avLst/>
              <a:pathLst>
                <a:path w="61309" h="85693">
                  <a:moveTo>
                    <a:pt x="19323" y="0"/>
                  </a:moveTo>
                  <a:lnTo>
                    <a:pt x="21095" y="2717"/>
                  </a:lnTo>
                  <a:lnTo>
                    <a:pt x="26047" y="5353"/>
                  </a:lnTo>
                  <a:lnTo>
                    <a:pt x="29271" y="9888"/>
                  </a:lnTo>
                  <a:lnTo>
                    <a:pt x="29373" y="14054"/>
                  </a:lnTo>
                  <a:lnTo>
                    <a:pt x="31674" y="22984"/>
                  </a:lnTo>
                  <a:lnTo>
                    <a:pt x="36016" y="22059"/>
                  </a:lnTo>
                  <a:lnTo>
                    <a:pt x="37721" y="23400"/>
                  </a:lnTo>
                  <a:lnTo>
                    <a:pt x="42231" y="20181"/>
                  </a:lnTo>
                  <a:lnTo>
                    <a:pt x="44662" y="23951"/>
                  </a:lnTo>
                  <a:lnTo>
                    <a:pt x="48165" y="26917"/>
                  </a:lnTo>
                  <a:lnTo>
                    <a:pt x="47053" y="36785"/>
                  </a:lnTo>
                  <a:lnTo>
                    <a:pt x="51218" y="37484"/>
                  </a:lnTo>
                  <a:lnTo>
                    <a:pt x="57285" y="46644"/>
                  </a:lnTo>
                  <a:lnTo>
                    <a:pt x="58137" y="46885"/>
                  </a:lnTo>
                  <a:lnTo>
                    <a:pt x="60928" y="52082"/>
                  </a:lnTo>
                  <a:lnTo>
                    <a:pt x="59359" y="52550"/>
                  </a:lnTo>
                  <a:lnTo>
                    <a:pt x="57349" y="54407"/>
                  </a:lnTo>
                  <a:lnTo>
                    <a:pt x="61309" y="59077"/>
                  </a:lnTo>
                  <a:lnTo>
                    <a:pt x="52286" y="72433"/>
                  </a:lnTo>
                  <a:lnTo>
                    <a:pt x="47514" y="74576"/>
                  </a:lnTo>
                  <a:lnTo>
                    <a:pt x="40957" y="74327"/>
                  </a:lnTo>
                  <a:lnTo>
                    <a:pt x="38701" y="77107"/>
                  </a:lnTo>
                  <a:lnTo>
                    <a:pt x="42204" y="79742"/>
                  </a:lnTo>
                  <a:lnTo>
                    <a:pt x="38084" y="83970"/>
                  </a:lnTo>
                  <a:lnTo>
                    <a:pt x="31385" y="76641"/>
                  </a:lnTo>
                  <a:lnTo>
                    <a:pt x="33817" y="85693"/>
                  </a:lnTo>
                  <a:lnTo>
                    <a:pt x="31780" y="84712"/>
                  </a:lnTo>
                  <a:lnTo>
                    <a:pt x="26465" y="80282"/>
                  </a:lnTo>
                  <a:lnTo>
                    <a:pt x="24028" y="71352"/>
                  </a:lnTo>
                  <a:lnTo>
                    <a:pt x="24041" y="65457"/>
                  </a:lnTo>
                  <a:lnTo>
                    <a:pt x="25923" y="64796"/>
                  </a:lnTo>
                  <a:lnTo>
                    <a:pt x="28662" y="66081"/>
                  </a:lnTo>
                  <a:lnTo>
                    <a:pt x="30045" y="63270"/>
                  </a:lnTo>
                  <a:lnTo>
                    <a:pt x="29857" y="60501"/>
                  </a:lnTo>
                  <a:lnTo>
                    <a:pt x="28914" y="58424"/>
                  </a:lnTo>
                  <a:lnTo>
                    <a:pt x="27750" y="58197"/>
                  </a:lnTo>
                  <a:lnTo>
                    <a:pt x="23711" y="63759"/>
                  </a:lnTo>
                  <a:lnTo>
                    <a:pt x="24112" y="64016"/>
                  </a:lnTo>
                  <a:lnTo>
                    <a:pt x="20960" y="64392"/>
                  </a:lnTo>
                  <a:lnTo>
                    <a:pt x="18747" y="61466"/>
                  </a:lnTo>
                  <a:lnTo>
                    <a:pt x="18927" y="55630"/>
                  </a:lnTo>
                  <a:lnTo>
                    <a:pt x="9139" y="46397"/>
                  </a:lnTo>
                  <a:lnTo>
                    <a:pt x="6467" y="46760"/>
                  </a:lnTo>
                  <a:lnTo>
                    <a:pt x="3820" y="45011"/>
                  </a:lnTo>
                  <a:lnTo>
                    <a:pt x="0" y="40194"/>
                  </a:lnTo>
                  <a:lnTo>
                    <a:pt x="5643" y="35515"/>
                  </a:lnTo>
                  <a:lnTo>
                    <a:pt x="1448" y="29789"/>
                  </a:lnTo>
                  <a:lnTo>
                    <a:pt x="3112" y="23230"/>
                  </a:lnTo>
                  <a:lnTo>
                    <a:pt x="755" y="20309"/>
                  </a:lnTo>
                  <a:lnTo>
                    <a:pt x="1527" y="18825"/>
                  </a:lnTo>
                  <a:lnTo>
                    <a:pt x="3212" y="18981"/>
                  </a:lnTo>
                  <a:lnTo>
                    <a:pt x="5448" y="21543"/>
                  </a:lnTo>
                  <a:lnTo>
                    <a:pt x="8605" y="16743"/>
                  </a:lnTo>
                  <a:lnTo>
                    <a:pt x="9081" y="10436"/>
                  </a:lnTo>
                  <a:lnTo>
                    <a:pt x="8859" y="7577"/>
                  </a:lnTo>
                  <a:lnTo>
                    <a:pt x="16258" y="3625"/>
                  </a:lnTo>
                  <a:lnTo>
                    <a:pt x="15482" y="1436"/>
                  </a:lnTo>
                  <a:lnTo>
                    <a:pt x="17829" y="6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h6889"/>
            <p:cNvSpPr/>
            <p:nvPr/>
          </p:nvSpPr>
          <p:spPr>
            <a:xfrm>
              <a:off x="10124481" y="2240301"/>
              <a:ext cx="172541" cy="100133"/>
            </a:xfrm>
            <a:custGeom>
              <a:avLst/>
              <a:pathLst>
                <a:path w="172541" h="100133">
                  <a:moveTo>
                    <a:pt x="122970" y="7416"/>
                  </a:moveTo>
                  <a:lnTo>
                    <a:pt x="126169" y="8809"/>
                  </a:lnTo>
                  <a:lnTo>
                    <a:pt x="128699" y="6760"/>
                  </a:lnTo>
                  <a:lnTo>
                    <a:pt x="132303" y="4135"/>
                  </a:lnTo>
                  <a:lnTo>
                    <a:pt x="134586" y="6383"/>
                  </a:lnTo>
                  <a:lnTo>
                    <a:pt x="136350" y="9757"/>
                  </a:lnTo>
                  <a:lnTo>
                    <a:pt x="136296" y="13412"/>
                  </a:lnTo>
                  <a:lnTo>
                    <a:pt x="137859" y="14542"/>
                  </a:lnTo>
                  <a:lnTo>
                    <a:pt x="139801" y="14856"/>
                  </a:lnTo>
                  <a:lnTo>
                    <a:pt x="141411" y="10820"/>
                  </a:lnTo>
                  <a:lnTo>
                    <a:pt x="146046" y="8752"/>
                  </a:lnTo>
                  <a:lnTo>
                    <a:pt x="147986" y="9215"/>
                  </a:lnTo>
                  <a:lnTo>
                    <a:pt x="153768" y="12540"/>
                  </a:lnTo>
                  <a:lnTo>
                    <a:pt x="160039" y="20617"/>
                  </a:lnTo>
                  <a:lnTo>
                    <a:pt x="161094" y="28663"/>
                  </a:lnTo>
                  <a:lnTo>
                    <a:pt x="159501" y="32294"/>
                  </a:lnTo>
                  <a:lnTo>
                    <a:pt x="162282" y="34456"/>
                  </a:lnTo>
                  <a:lnTo>
                    <a:pt x="163981" y="34625"/>
                  </a:lnTo>
                  <a:lnTo>
                    <a:pt x="165005" y="33580"/>
                  </a:lnTo>
                  <a:lnTo>
                    <a:pt x="167405" y="37481"/>
                  </a:lnTo>
                  <a:lnTo>
                    <a:pt x="172541" y="38321"/>
                  </a:lnTo>
                  <a:lnTo>
                    <a:pt x="171255" y="40929"/>
                  </a:lnTo>
                  <a:lnTo>
                    <a:pt x="168335" y="40951"/>
                  </a:lnTo>
                  <a:lnTo>
                    <a:pt x="166599" y="43408"/>
                  </a:lnTo>
                  <a:lnTo>
                    <a:pt x="162948" y="41859"/>
                  </a:lnTo>
                  <a:lnTo>
                    <a:pt x="162360" y="42473"/>
                  </a:lnTo>
                  <a:lnTo>
                    <a:pt x="161120" y="47935"/>
                  </a:lnTo>
                  <a:lnTo>
                    <a:pt x="158879" y="50436"/>
                  </a:lnTo>
                  <a:lnTo>
                    <a:pt x="154895" y="57936"/>
                  </a:lnTo>
                  <a:lnTo>
                    <a:pt x="152297" y="61269"/>
                  </a:lnTo>
                  <a:lnTo>
                    <a:pt x="151436" y="63498"/>
                  </a:lnTo>
                  <a:lnTo>
                    <a:pt x="151715" y="64896"/>
                  </a:lnTo>
                  <a:lnTo>
                    <a:pt x="157331" y="62402"/>
                  </a:lnTo>
                  <a:lnTo>
                    <a:pt x="159510" y="65976"/>
                  </a:lnTo>
                  <a:lnTo>
                    <a:pt x="151908" y="66796"/>
                  </a:lnTo>
                  <a:lnTo>
                    <a:pt x="146183" y="69198"/>
                  </a:lnTo>
                  <a:lnTo>
                    <a:pt x="148734" y="77539"/>
                  </a:lnTo>
                  <a:lnTo>
                    <a:pt x="142120" y="79293"/>
                  </a:lnTo>
                  <a:lnTo>
                    <a:pt x="139736" y="81254"/>
                  </a:lnTo>
                  <a:lnTo>
                    <a:pt x="142737" y="88870"/>
                  </a:lnTo>
                  <a:lnTo>
                    <a:pt x="150401" y="89242"/>
                  </a:lnTo>
                  <a:lnTo>
                    <a:pt x="150130" y="91375"/>
                  </a:lnTo>
                  <a:lnTo>
                    <a:pt x="147586" y="92583"/>
                  </a:lnTo>
                  <a:lnTo>
                    <a:pt x="145868" y="98539"/>
                  </a:lnTo>
                  <a:lnTo>
                    <a:pt x="142215" y="96991"/>
                  </a:lnTo>
                  <a:lnTo>
                    <a:pt x="138685" y="99372"/>
                  </a:lnTo>
                  <a:lnTo>
                    <a:pt x="137694" y="95159"/>
                  </a:lnTo>
                  <a:lnTo>
                    <a:pt x="136121" y="94556"/>
                  </a:lnTo>
                  <a:lnTo>
                    <a:pt x="136138" y="91831"/>
                  </a:lnTo>
                  <a:lnTo>
                    <a:pt x="129236" y="96745"/>
                  </a:lnTo>
                  <a:lnTo>
                    <a:pt x="129512" y="98487"/>
                  </a:lnTo>
                  <a:lnTo>
                    <a:pt x="122931" y="94778"/>
                  </a:lnTo>
                  <a:lnTo>
                    <a:pt x="120437" y="98356"/>
                  </a:lnTo>
                  <a:lnTo>
                    <a:pt x="107868" y="98132"/>
                  </a:lnTo>
                  <a:lnTo>
                    <a:pt x="104300" y="96050"/>
                  </a:lnTo>
                  <a:lnTo>
                    <a:pt x="100864" y="99552"/>
                  </a:lnTo>
                  <a:lnTo>
                    <a:pt x="99447" y="100133"/>
                  </a:lnTo>
                  <a:lnTo>
                    <a:pt x="97116" y="95587"/>
                  </a:lnTo>
                  <a:lnTo>
                    <a:pt x="100447" y="93914"/>
                  </a:lnTo>
                  <a:lnTo>
                    <a:pt x="105558" y="82094"/>
                  </a:lnTo>
                  <a:lnTo>
                    <a:pt x="104162" y="77113"/>
                  </a:lnTo>
                  <a:lnTo>
                    <a:pt x="97628" y="77130"/>
                  </a:lnTo>
                  <a:lnTo>
                    <a:pt x="97715" y="71975"/>
                  </a:lnTo>
                  <a:lnTo>
                    <a:pt x="95518" y="70918"/>
                  </a:lnTo>
                  <a:lnTo>
                    <a:pt x="95510" y="72656"/>
                  </a:lnTo>
                  <a:lnTo>
                    <a:pt x="78582" y="66020"/>
                  </a:lnTo>
                  <a:lnTo>
                    <a:pt x="76975" y="61660"/>
                  </a:lnTo>
                  <a:lnTo>
                    <a:pt x="75492" y="61124"/>
                  </a:lnTo>
                  <a:lnTo>
                    <a:pt x="68253" y="64507"/>
                  </a:lnTo>
                  <a:lnTo>
                    <a:pt x="68555" y="67184"/>
                  </a:lnTo>
                  <a:lnTo>
                    <a:pt x="67557" y="71384"/>
                  </a:lnTo>
                  <a:lnTo>
                    <a:pt x="65336" y="73587"/>
                  </a:lnTo>
                  <a:lnTo>
                    <a:pt x="55953" y="73678"/>
                  </a:lnTo>
                  <a:lnTo>
                    <a:pt x="51360" y="75916"/>
                  </a:lnTo>
                  <a:lnTo>
                    <a:pt x="43968" y="74362"/>
                  </a:lnTo>
                  <a:lnTo>
                    <a:pt x="41882" y="81337"/>
                  </a:lnTo>
                  <a:lnTo>
                    <a:pt x="41052" y="80386"/>
                  </a:lnTo>
                  <a:lnTo>
                    <a:pt x="34851" y="77722"/>
                  </a:lnTo>
                  <a:lnTo>
                    <a:pt x="33398" y="79235"/>
                  </a:lnTo>
                  <a:lnTo>
                    <a:pt x="30369" y="80520"/>
                  </a:lnTo>
                  <a:lnTo>
                    <a:pt x="24463" y="80853"/>
                  </a:lnTo>
                  <a:lnTo>
                    <a:pt x="22944" y="80227"/>
                  </a:lnTo>
                  <a:lnTo>
                    <a:pt x="20551" y="76153"/>
                  </a:lnTo>
                  <a:lnTo>
                    <a:pt x="13075" y="81196"/>
                  </a:lnTo>
                  <a:lnTo>
                    <a:pt x="11823" y="83942"/>
                  </a:lnTo>
                  <a:lnTo>
                    <a:pt x="8471" y="84781"/>
                  </a:lnTo>
                  <a:lnTo>
                    <a:pt x="13274" y="74691"/>
                  </a:lnTo>
                  <a:lnTo>
                    <a:pt x="12156" y="72144"/>
                  </a:lnTo>
                  <a:lnTo>
                    <a:pt x="9008" y="68849"/>
                  </a:lnTo>
                  <a:lnTo>
                    <a:pt x="4841" y="66370"/>
                  </a:lnTo>
                  <a:lnTo>
                    <a:pt x="3172" y="58876"/>
                  </a:lnTo>
                  <a:lnTo>
                    <a:pt x="205" y="55593"/>
                  </a:lnTo>
                  <a:lnTo>
                    <a:pt x="594" y="54606"/>
                  </a:lnTo>
                  <a:lnTo>
                    <a:pt x="0" y="52033"/>
                  </a:lnTo>
                  <a:lnTo>
                    <a:pt x="3613" y="50546"/>
                  </a:lnTo>
                  <a:lnTo>
                    <a:pt x="5930" y="54889"/>
                  </a:lnTo>
                  <a:lnTo>
                    <a:pt x="11601" y="55943"/>
                  </a:lnTo>
                  <a:lnTo>
                    <a:pt x="12405" y="55568"/>
                  </a:lnTo>
                  <a:lnTo>
                    <a:pt x="13022" y="51866"/>
                  </a:lnTo>
                  <a:lnTo>
                    <a:pt x="16050" y="53945"/>
                  </a:lnTo>
                  <a:lnTo>
                    <a:pt x="23624" y="41848"/>
                  </a:lnTo>
                  <a:lnTo>
                    <a:pt x="26423" y="38483"/>
                  </a:lnTo>
                  <a:lnTo>
                    <a:pt x="25634" y="43688"/>
                  </a:lnTo>
                  <a:lnTo>
                    <a:pt x="24569" y="42757"/>
                  </a:lnTo>
                  <a:lnTo>
                    <a:pt x="24857" y="45526"/>
                  </a:lnTo>
                  <a:lnTo>
                    <a:pt x="27903" y="44941"/>
                  </a:lnTo>
                  <a:lnTo>
                    <a:pt x="29930" y="42119"/>
                  </a:lnTo>
                  <a:lnTo>
                    <a:pt x="31725" y="41036"/>
                  </a:lnTo>
                  <a:lnTo>
                    <a:pt x="32825" y="44233"/>
                  </a:lnTo>
                  <a:lnTo>
                    <a:pt x="30294" y="46784"/>
                  </a:lnTo>
                  <a:lnTo>
                    <a:pt x="37362" y="51849"/>
                  </a:lnTo>
                  <a:lnTo>
                    <a:pt x="47589" y="51976"/>
                  </a:lnTo>
                  <a:lnTo>
                    <a:pt x="48190" y="42837"/>
                  </a:lnTo>
                  <a:lnTo>
                    <a:pt x="53403" y="43221"/>
                  </a:lnTo>
                  <a:lnTo>
                    <a:pt x="53683" y="39570"/>
                  </a:lnTo>
                  <a:lnTo>
                    <a:pt x="68980" y="39978"/>
                  </a:lnTo>
                  <a:lnTo>
                    <a:pt x="78691" y="39403"/>
                  </a:lnTo>
                  <a:lnTo>
                    <a:pt x="81417" y="49036"/>
                  </a:lnTo>
                  <a:lnTo>
                    <a:pt x="90988" y="41063"/>
                  </a:lnTo>
                  <a:lnTo>
                    <a:pt x="90009" y="31845"/>
                  </a:lnTo>
                  <a:lnTo>
                    <a:pt x="90914" y="25977"/>
                  </a:lnTo>
                  <a:lnTo>
                    <a:pt x="87918" y="24434"/>
                  </a:lnTo>
                  <a:lnTo>
                    <a:pt x="101745" y="26027"/>
                  </a:lnTo>
                  <a:lnTo>
                    <a:pt x="107316" y="32647"/>
                  </a:lnTo>
                  <a:lnTo>
                    <a:pt x="114872" y="30459"/>
                  </a:lnTo>
                  <a:lnTo>
                    <a:pt x="115653" y="29361"/>
                  </a:lnTo>
                  <a:lnTo>
                    <a:pt x="110971" y="22106"/>
                  </a:lnTo>
                  <a:lnTo>
                    <a:pt x="111864" y="21142"/>
                  </a:lnTo>
                  <a:lnTo>
                    <a:pt x="115661" y="19777"/>
                  </a:lnTo>
                  <a:lnTo>
                    <a:pt x="116740" y="20274"/>
                  </a:lnTo>
                  <a:lnTo>
                    <a:pt x="117552" y="18381"/>
                  </a:lnTo>
                  <a:lnTo>
                    <a:pt x="115628" y="13264"/>
                  </a:lnTo>
                  <a:lnTo>
                    <a:pt x="1175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h6890"/>
            <p:cNvSpPr/>
            <p:nvPr/>
          </p:nvSpPr>
          <p:spPr>
            <a:xfrm>
              <a:off x="10509887" y="2289929"/>
              <a:ext cx="63266" cy="82104"/>
            </a:xfrm>
            <a:custGeom>
              <a:avLst/>
              <a:pathLst>
                <a:path w="63266" h="82104">
                  <a:moveTo>
                    <a:pt x="46606" y="6955"/>
                  </a:moveTo>
                  <a:lnTo>
                    <a:pt x="45065" y="10478"/>
                  </a:lnTo>
                  <a:lnTo>
                    <a:pt x="41810" y="10442"/>
                  </a:lnTo>
                  <a:lnTo>
                    <a:pt x="41782" y="14732"/>
                  </a:lnTo>
                  <a:lnTo>
                    <a:pt x="53346" y="19602"/>
                  </a:lnTo>
                  <a:lnTo>
                    <a:pt x="53423" y="23868"/>
                  </a:lnTo>
                  <a:lnTo>
                    <a:pt x="59127" y="42516"/>
                  </a:lnTo>
                  <a:lnTo>
                    <a:pt x="63266" y="73983"/>
                  </a:lnTo>
                  <a:lnTo>
                    <a:pt x="62482" y="76026"/>
                  </a:lnTo>
                  <a:lnTo>
                    <a:pt x="56631" y="78418"/>
                  </a:lnTo>
                  <a:lnTo>
                    <a:pt x="48722" y="77976"/>
                  </a:lnTo>
                  <a:lnTo>
                    <a:pt x="48182" y="79260"/>
                  </a:lnTo>
                  <a:lnTo>
                    <a:pt x="40799" y="81652"/>
                  </a:lnTo>
                  <a:lnTo>
                    <a:pt x="32912" y="82104"/>
                  </a:lnTo>
                  <a:lnTo>
                    <a:pt x="29903" y="79712"/>
                  </a:lnTo>
                  <a:lnTo>
                    <a:pt x="24297" y="80936"/>
                  </a:lnTo>
                  <a:lnTo>
                    <a:pt x="22658" y="79400"/>
                  </a:lnTo>
                  <a:lnTo>
                    <a:pt x="20704" y="74828"/>
                  </a:lnTo>
                  <a:lnTo>
                    <a:pt x="17742" y="71908"/>
                  </a:lnTo>
                  <a:lnTo>
                    <a:pt x="19235" y="70549"/>
                  </a:lnTo>
                  <a:lnTo>
                    <a:pt x="16432" y="69457"/>
                  </a:lnTo>
                  <a:lnTo>
                    <a:pt x="13129" y="66216"/>
                  </a:lnTo>
                  <a:lnTo>
                    <a:pt x="11027" y="62860"/>
                  </a:lnTo>
                  <a:lnTo>
                    <a:pt x="11656" y="60186"/>
                  </a:lnTo>
                  <a:lnTo>
                    <a:pt x="4027" y="53278"/>
                  </a:lnTo>
                  <a:lnTo>
                    <a:pt x="0" y="45104"/>
                  </a:lnTo>
                  <a:lnTo>
                    <a:pt x="7811" y="41698"/>
                  </a:lnTo>
                  <a:lnTo>
                    <a:pt x="13701" y="41930"/>
                  </a:lnTo>
                  <a:lnTo>
                    <a:pt x="19119" y="38263"/>
                  </a:lnTo>
                  <a:lnTo>
                    <a:pt x="18814" y="37407"/>
                  </a:lnTo>
                  <a:lnTo>
                    <a:pt x="21757" y="38764"/>
                  </a:lnTo>
                  <a:lnTo>
                    <a:pt x="22135" y="34934"/>
                  </a:lnTo>
                  <a:lnTo>
                    <a:pt x="4221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h6891"/>
            <p:cNvSpPr/>
            <p:nvPr/>
          </p:nvSpPr>
          <p:spPr>
            <a:xfrm>
              <a:off x="10442461" y="2191455"/>
              <a:ext cx="40163" cy="41669"/>
            </a:xfrm>
            <a:custGeom>
              <a:avLst/>
              <a:pathLst>
                <a:path w="40163" h="41669">
                  <a:moveTo>
                    <a:pt x="13767" y="1245"/>
                  </a:moveTo>
                  <a:lnTo>
                    <a:pt x="16050" y="2678"/>
                  </a:lnTo>
                  <a:lnTo>
                    <a:pt x="18200" y="2958"/>
                  </a:lnTo>
                  <a:lnTo>
                    <a:pt x="19850" y="6667"/>
                  </a:lnTo>
                  <a:lnTo>
                    <a:pt x="22284" y="6864"/>
                  </a:lnTo>
                  <a:lnTo>
                    <a:pt x="22602" y="3711"/>
                  </a:lnTo>
                  <a:lnTo>
                    <a:pt x="24931" y="4087"/>
                  </a:lnTo>
                  <a:lnTo>
                    <a:pt x="27355" y="7137"/>
                  </a:lnTo>
                  <a:lnTo>
                    <a:pt x="30198" y="6399"/>
                  </a:lnTo>
                  <a:lnTo>
                    <a:pt x="26738" y="2328"/>
                  </a:lnTo>
                  <a:lnTo>
                    <a:pt x="31267" y="1736"/>
                  </a:lnTo>
                  <a:lnTo>
                    <a:pt x="32350" y="3928"/>
                  </a:lnTo>
                  <a:lnTo>
                    <a:pt x="34300" y="3816"/>
                  </a:lnTo>
                  <a:lnTo>
                    <a:pt x="37217" y="1559"/>
                  </a:lnTo>
                  <a:lnTo>
                    <a:pt x="37500" y="4622"/>
                  </a:lnTo>
                  <a:lnTo>
                    <a:pt x="40163" y="9232"/>
                  </a:lnTo>
                  <a:lnTo>
                    <a:pt x="39265" y="15442"/>
                  </a:lnTo>
                  <a:lnTo>
                    <a:pt x="37842" y="19599"/>
                  </a:lnTo>
                  <a:lnTo>
                    <a:pt x="36367" y="20639"/>
                  </a:lnTo>
                  <a:lnTo>
                    <a:pt x="37577" y="21594"/>
                  </a:lnTo>
                  <a:lnTo>
                    <a:pt x="36059" y="23630"/>
                  </a:lnTo>
                  <a:lnTo>
                    <a:pt x="32719" y="29665"/>
                  </a:lnTo>
                  <a:lnTo>
                    <a:pt x="30251" y="29728"/>
                  </a:lnTo>
                  <a:lnTo>
                    <a:pt x="25201" y="39404"/>
                  </a:lnTo>
                  <a:lnTo>
                    <a:pt x="21012" y="41669"/>
                  </a:lnTo>
                  <a:lnTo>
                    <a:pt x="15038" y="34731"/>
                  </a:lnTo>
                  <a:lnTo>
                    <a:pt x="14333" y="34323"/>
                  </a:lnTo>
                  <a:lnTo>
                    <a:pt x="12861" y="35705"/>
                  </a:lnTo>
                  <a:lnTo>
                    <a:pt x="11224" y="34452"/>
                  </a:lnTo>
                  <a:lnTo>
                    <a:pt x="8689" y="31285"/>
                  </a:lnTo>
                  <a:lnTo>
                    <a:pt x="5614" y="24554"/>
                  </a:lnTo>
                  <a:lnTo>
                    <a:pt x="0" y="18098"/>
                  </a:lnTo>
                  <a:lnTo>
                    <a:pt x="6108" y="16066"/>
                  </a:lnTo>
                  <a:lnTo>
                    <a:pt x="7348" y="13841"/>
                  </a:lnTo>
                  <a:lnTo>
                    <a:pt x="9334" y="5332"/>
                  </a:lnTo>
                  <a:lnTo>
                    <a:pt x="11864" y="3482"/>
                  </a:lnTo>
                  <a:lnTo>
                    <a:pt x="1321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h6892"/>
            <p:cNvSpPr/>
            <p:nvPr/>
          </p:nvSpPr>
          <p:spPr>
            <a:xfrm>
              <a:off x="10367405" y="2227576"/>
              <a:ext cx="64941" cy="74124"/>
            </a:xfrm>
            <a:custGeom>
              <a:avLst/>
              <a:pathLst>
                <a:path w="64941" h="74124">
                  <a:moveTo>
                    <a:pt x="36082" y="1654"/>
                  </a:moveTo>
                  <a:lnTo>
                    <a:pt x="36749" y="641"/>
                  </a:lnTo>
                  <a:lnTo>
                    <a:pt x="39555" y="0"/>
                  </a:lnTo>
                  <a:lnTo>
                    <a:pt x="39640" y="4179"/>
                  </a:lnTo>
                  <a:lnTo>
                    <a:pt x="43532" y="3179"/>
                  </a:lnTo>
                  <a:lnTo>
                    <a:pt x="43807" y="3589"/>
                  </a:lnTo>
                  <a:lnTo>
                    <a:pt x="44441" y="8816"/>
                  </a:lnTo>
                  <a:lnTo>
                    <a:pt x="46708" y="14504"/>
                  </a:lnTo>
                  <a:lnTo>
                    <a:pt x="51522" y="12925"/>
                  </a:lnTo>
                  <a:lnTo>
                    <a:pt x="51782" y="15264"/>
                  </a:lnTo>
                  <a:lnTo>
                    <a:pt x="57627" y="14288"/>
                  </a:lnTo>
                  <a:lnTo>
                    <a:pt x="63494" y="22533"/>
                  </a:lnTo>
                  <a:lnTo>
                    <a:pt x="60225" y="27557"/>
                  </a:lnTo>
                  <a:lnTo>
                    <a:pt x="64941" y="37126"/>
                  </a:lnTo>
                  <a:lnTo>
                    <a:pt x="62404" y="35951"/>
                  </a:lnTo>
                  <a:lnTo>
                    <a:pt x="59560" y="38248"/>
                  </a:lnTo>
                  <a:lnTo>
                    <a:pt x="55807" y="45643"/>
                  </a:lnTo>
                  <a:lnTo>
                    <a:pt x="54231" y="46433"/>
                  </a:lnTo>
                  <a:lnTo>
                    <a:pt x="49408" y="53091"/>
                  </a:lnTo>
                  <a:lnTo>
                    <a:pt x="50101" y="55810"/>
                  </a:lnTo>
                  <a:lnTo>
                    <a:pt x="51719" y="58029"/>
                  </a:lnTo>
                  <a:lnTo>
                    <a:pt x="45225" y="62282"/>
                  </a:lnTo>
                  <a:lnTo>
                    <a:pt x="46136" y="64162"/>
                  </a:lnTo>
                  <a:lnTo>
                    <a:pt x="46655" y="70376"/>
                  </a:lnTo>
                  <a:lnTo>
                    <a:pt x="40959" y="70735"/>
                  </a:lnTo>
                  <a:lnTo>
                    <a:pt x="41029" y="73358"/>
                  </a:lnTo>
                  <a:lnTo>
                    <a:pt x="37419" y="72474"/>
                  </a:lnTo>
                  <a:lnTo>
                    <a:pt x="34376" y="74124"/>
                  </a:lnTo>
                  <a:lnTo>
                    <a:pt x="29956" y="62452"/>
                  </a:lnTo>
                  <a:lnTo>
                    <a:pt x="29231" y="67310"/>
                  </a:lnTo>
                  <a:lnTo>
                    <a:pt x="26568" y="69673"/>
                  </a:lnTo>
                  <a:lnTo>
                    <a:pt x="24479" y="69918"/>
                  </a:lnTo>
                  <a:lnTo>
                    <a:pt x="20679" y="68834"/>
                  </a:lnTo>
                  <a:lnTo>
                    <a:pt x="22086" y="62883"/>
                  </a:lnTo>
                  <a:lnTo>
                    <a:pt x="16885" y="62352"/>
                  </a:lnTo>
                  <a:lnTo>
                    <a:pt x="17340" y="66069"/>
                  </a:lnTo>
                  <a:lnTo>
                    <a:pt x="10864" y="68763"/>
                  </a:lnTo>
                  <a:lnTo>
                    <a:pt x="9107" y="69096"/>
                  </a:lnTo>
                  <a:lnTo>
                    <a:pt x="8979" y="66200"/>
                  </a:lnTo>
                  <a:lnTo>
                    <a:pt x="8052" y="65052"/>
                  </a:lnTo>
                  <a:lnTo>
                    <a:pt x="3548" y="67009"/>
                  </a:lnTo>
                  <a:lnTo>
                    <a:pt x="1871" y="65749"/>
                  </a:lnTo>
                  <a:lnTo>
                    <a:pt x="1292" y="61568"/>
                  </a:lnTo>
                  <a:lnTo>
                    <a:pt x="0" y="59851"/>
                  </a:lnTo>
                  <a:lnTo>
                    <a:pt x="1241" y="46510"/>
                  </a:lnTo>
                  <a:lnTo>
                    <a:pt x="1112" y="37848"/>
                  </a:lnTo>
                  <a:lnTo>
                    <a:pt x="470" y="36707"/>
                  </a:lnTo>
                  <a:lnTo>
                    <a:pt x="7453" y="36362"/>
                  </a:lnTo>
                  <a:lnTo>
                    <a:pt x="19279" y="31826"/>
                  </a:lnTo>
                  <a:lnTo>
                    <a:pt x="28048" y="30410"/>
                  </a:lnTo>
                  <a:lnTo>
                    <a:pt x="27276" y="21371"/>
                  </a:lnTo>
                  <a:lnTo>
                    <a:pt x="26261" y="19624"/>
                  </a:lnTo>
                  <a:lnTo>
                    <a:pt x="23472" y="18206"/>
                  </a:lnTo>
                  <a:lnTo>
                    <a:pt x="23028" y="14938"/>
                  </a:lnTo>
                  <a:lnTo>
                    <a:pt x="23747" y="13090"/>
                  </a:lnTo>
                  <a:lnTo>
                    <a:pt x="25463" y="12817"/>
                  </a:lnTo>
                  <a:lnTo>
                    <a:pt x="26309" y="13749"/>
                  </a:lnTo>
                  <a:lnTo>
                    <a:pt x="27533" y="12691"/>
                  </a:lnTo>
                  <a:lnTo>
                    <a:pt x="27437" y="10527"/>
                  </a:lnTo>
                  <a:lnTo>
                    <a:pt x="26050" y="7916"/>
                  </a:lnTo>
                  <a:lnTo>
                    <a:pt x="23684" y="11265"/>
                  </a:lnTo>
                  <a:lnTo>
                    <a:pt x="22507" y="10411"/>
                  </a:lnTo>
                  <a:lnTo>
                    <a:pt x="20753" y="5437"/>
                  </a:lnTo>
                  <a:lnTo>
                    <a:pt x="20632" y="2864"/>
                  </a:lnTo>
                  <a:lnTo>
                    <a:pt x="25103" y="1928"/>
                  </a:lnTo>
                  <a:lnTo>
                    <a:pt x="25242" y="649"/>
                  </a:lnTo>
                  <a:lnTo>
                    <a:pt x="28136" y="162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h6893"/>
            <p:cNvSpPr/>
            <p:nvPr/>
          </p:nvSpPr>
          <p:spPr>
            <a:xfrm>
              <a:off x="10118995" y="2193545"/>
              <a:ext cx="134185" cy="95792"/>
            </a:xfrm>
            <a:custGeom>
              <a:avLst/>
              <a:pathLst>
                <a:path w="134185" h="95792">
                  <a:moveTo>
                    <a:pt x="54548" y="4405"/>
                  </a:moveTo>
                  <a:lnTo>
                    <a:pt x="64487" y="12311"/>
                  </a:lnTo>
                  <a:lnTo>
                    <a:pt x="69191" y="12899"/>
                  </a:lnTo>
                  <a:lnTo>
                    <a:pt x="70674" y="11207"/>
                  </a:lnTo>
                  <a:lnTo>
                    <a:pt x="76287" y="10233"/>
                  </a:lnTo>
                  <a:lnTo>
                    <a:pt x="82434" y="13135"/>
                  </a:lnTo>
                  <a:lnTo>
                    <a:pt x="85339" y="13166"/>
                  </a:lnTo>
                  <a:lnTo>
                    <a:pt x="90089" y="14798"/>
                  </a:lnTo>
                  <a:lnTo>
                    <a:pt x="96354" y="18936"/>
                  </a:lnTo>
                  <a:lnTo>
                    <a:pt x="98715" y="16613"/>
                  </a:lnTo>
                  <a:lnTo>
                    <a:pt x="101642" y="20269"/>
                  </a:lnTo>
                  <a:lnTo>
                    <a:pt x="101714" y="26076"/>
                  </a:lnTo>
                  <a:lnTo>
                    <a:pt x="105513" y="31067"/>
                  </a:lnTo>
                  <a:lnTo>
                    <a:pt x="108942" y="32771"/>
                  </a:lnTo>
                  <a:lnTo>
                    <a:pt x="113690" y="32796"/>
                  </a:lnTo>
                  <a:lnTo>
                    <a:pt x="121306" y="27370"/>
                  </a:lnTo>
                  <a:lnTo>
                    <a:pt x="123555" y="30675"/>
                  </a:lnTo>
                  <a:lnTo>
                    <a:pt x="127892" y="33943"/>
                  </a:lnTo>
                  <a:lnTo>
                    <a:pt x="130012" y="36437"/>
                  </a:lnTo>
                  <a:lnTo>
                    <a:pt x="130412" y="37334"/>
                  </a:lnTo>
                  <a:lnTo>
                    <a:pt x="128642" y="47130"/>
                  </a:lnTo>
                  <a:lnTo>
                    <a:pt x="134185" y="53516"/>
                  </a:lnTo>
                  <a:lnTo>
                    <a:pt x="131655" y="55565"/>
                  </a:lnTo>
                  <a:lnTo>
                    <a:pt x="128456" y="54173"/>
                  </a:lnTo>
                  <a:lnTo>
                    <a:pt x="123045" y="46756"/>
                  </a:lnTo>
                  <a:lnTo>
                    <a:pt x="121114" y="60020"/>
                  </a:lnTo>
                  <a:lnTo>
                    <a:pt x="123038" y="65137"/>
                  </a:lnTo>
                  <a:lnTo>
                    <a:pt x="122226" y="67030"/>
                  </a:lnTo>
                  <a:lnTo>
                    <a:pt x="121147" y="66533"/>
                  </a:lnTo>
                  <a:lnTo>
                    <a:pt x="117350" y="67898"/>
                  </a:lnTo>
                  <a:lnTo>
                    <a:pt x="116457" y="68862"/>
                  </a:lnTo>
                  <a:lnTo>
                    <a:pt x="121139" y="76117"/>
                  </a:lnTo>
                  <a:lnTo>
                    <a:pt x="120358" y="77215"/>
                  </a:lnTo>
                  <a:lnTo>
                    <a:pt x="112802" y="79403"/>
                  </a:lnTo>
                  <a:lnTo>
                    <a:pt x="107231" y="72784"/>
                  </a:lnTo>
                  <a:lnTo>
                    <a:pt x="93404" y="71190"/>
                  </a:lnTo>
                  <a:lnTo>
                    <a:pt x="96399" y="72733"/>
                  </a:lnTo>
                  <a:lnTo>
                    <a:pt x="95494" y="78601"/>
                  </a:lnTo>
                  <a:lnTo>
                    <a:pt x="96474" y="87819"/>
                  </a:lnTo>
                  <a:lnTo>
                    <a:pt x="86903" y="95792"/>
                  </a:lnTo>
                  <a:lnTo>
                    <a:pt x="84177" y="86159"/>
                  </a:lnTo>
                  <a:lnTo>
                    <a:pt x="74466" y="86734"/>
                  </a:lnTo>
                  <a:lnTo>
                    <a:pt x="59169" y="86326"/>
                  </a:lnTo>
                  <a:lnTo>
                    <a:pt x="53676" y="85856"/>
                  </a:lnTo>
                  <a:lnTo>
                    <a:pt x="55061" y="83689"/>
                  </a:lnTo>
                  <a:lnTo>
                    <a:pt x="54419" y="82049"/>
                  </a:lnTo>
                  <a:lnTo>
                    <a:pt x="51139" y="80956"/>
                  </a:lnTo>
                  <a:lnTo>
                    <a:pt x="51024" y="84569"/>
                  </a:lnTo>
                  <a:lnTo>
                    <a:pt x="48077" y="86915"/>
                  </a:lnTo>
                  <a:lnTo>
                    <a:pt x="45866" y="85458"/>
                  </a:lnTo>
                  <a:lnTo>
                    <a:pt x="44666" y="82213"/>
                  </a:lnTo>
                  <a:lnTo>
                    <a:pt x="43244" y="77335"/>
                  </a:lnTo>
                  <a:lnTo>
                    <a:pt x="49047" y="75055"/>
                  </a:lnTo>
                  <a:lnTo>
                    <a:pt x="48770" y="73133"/>
                  </a:lnTo>
                  <a:lnTo>
                    <a:pt x="45456" y="73221"/>
                  </a:lnTo>
                  <a:lnTo>
                    <a:pt x="45068" y="71584"/>
                  </a:lnTo>
                  <a:lnTo>
                    <a:pt x="49778" y="71706"/>
                  </a:lnTo>
                  <a:lnTo>
                    <a:pt x="50914" y="73743"/>
                  </a:lnTo>
                  <a:lnTo>
                    <a:pt x="53282" y="70970"/>
                  </a:lnTo>
                  <a:lnTo>
                    <a:pt x="54377" y="68120"/>
                  </a:lnTo>
                  <a:lnTo>
                    <a:pt x="53148" y="63962"/>
                  </a:lnTo>
                  <a:lnTo>
                    <a:pt x="50233" y="61064"/>
                  </a:lnTo>
                  <a:lnTo>
                    <a:pt x="44925" y="59988"/>
                  </a:lnTo>
                  <a:lnTo>
                    <a:pt x="36776" y="61871"/>
                  </a:lnTo>
                  <a:lnTo>
                    <a:pt x="33475" y="61783"/>
                  </a:lnTo>
                  <a:lnTo>
                    <a:pt x="28827" y="58567"/>
                  </a:lnTo>
                  <a:lnTo>
                    <a:pt x="25251" y="54876"/>
                  </a:lnTo>
                  <a:lnTo>
                    <a:pt x="13954" y="49639"/>
                  </a:lnTo>
                  <a:lnTo>
                    <a:pt x="596" y="48722"/>
                  </a:lnTo>
                  <a:lnTo>
                    <a:pt x="0" y="42424"/>
                  </a:lnTo>
                  <a:lnTo>
                    <a:pt x="4381" y="35702"/>
                  </a:lnTo>
                  <a:lnTo>
                    <a:pt x="3593" y="29856"/>
                  </a:lnTo>
                  <a:lnTo>
                    <a:pt x="3357" y="27906"/>
                  </a:lnTo>
                  <a:lnTo>
                    <a:pt x="9488" y="20649"/>
                  </a:lnTo>
                  <a:lnTo>
                    <a:pt x="24633" y="10263"/>
                  </a:lnTo>
                  <a:lnTo>
                    <a:pt x="24634" y="8756"/>
                  </a:lnTo>
                  <a:lnTo>
                    <a:pt x="37705" y="2721"/>
                  </a:lnTo>
                  <a:lnTo>
                    <a:pt x="48406" y="9223"/>
                  </a:lnTo>
                  <a:lnTo>
                    <a:pt x="5295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h6894"/>
            <p:cNvSpPr/>
            <p:nvPr/>
          </p:nvSpPr>
          <p:spPr>
            <a:xfrm>
              <a:off x="10379088" y="2387167"/>
              <a:ext cx="48434" cy="49808"/>
            </a:xfrm>
            <a:custGeom>
              <a:avLst/>
              <a:pathLst>
                <a:path w="48434" h="49808">
                  <a:moveTo>
                    <a:pt x="17789" y="1841"/>
                  </a:moveTo>
                  <a:lnTo>
                    <a:pt x="21706" y="6608"/>
                  </a:lnTo>
                  <a:lnTo>
                    <a:pt x="33308" y="14327"/>
                  </a:lnTo>
                  <a:lnTo>
                    <a:pt x="34488" y="15138"/>
                  </a:lnTo>
                  <a:lnTo>
                    <a:pt x="31160" y="17271"/>
                  </a:lnTo>
                  <a:lnTo>
                    <a:pt x="32352" y="21842"/>
                  </a:lnTo>
                  <a:lnTo>
                    <a:pt x="36233" y="25275"/>
                  </a:lnTo>
                  <a:lnTo>
                    <a:pt x="41658" y="23702"/>
                  </a:lnTo>
                  <a:lnTo>
                    <a:pt x="42403" y="18208"/>
                  </a:lnTo>
                  <a:lnTo>
                    <a:pt x="37644" y="16035"/>
                  </a:lnTo>
                  <a:lnTo>
                    <a:pt x="39965" y="13211"/>
                  </a:lnTo>
                  <a:lnTo>
                    <a:pt x="47032" y="18166"/>
                  </a:lnTo>
                  <a:lnTo>
                    <a:pt x="48434" y="20892"/>
                  </a:lnTo>
                  <a:lnTo>
                    <a:pt x="47916" y="23749"/>
                  </a:lnTo>
                  <a:lnTo>
                    <a:pt x="47562" y="25898"/>
                  </a:lnTo>
                  <a:lnTo>
                    <a:pt x="44310" y="25263"/>
                  </a:lnTo>
                  <a:lnTo>
                    <a:pt x="41085" y="27593"/>
                  </a:lnTo>
                  <a:lnTo>
                    <a:pt x="45225" y="32090"/>
                  </a:lnTo>
                  <a:lnTo>
                    <a:pt x="46364" y="34281"/>
                  </a:lnTo>
                  <a:lnTo>
                    <a:pt x="45476" y="39446"/>
                  </a:lnTo>
                  <a:lnTo>
                    <a:pt x="42986" y="43359"/>
                  </a:lnTo>
                  <a:lnTo>
                    <a:pt x="43551" y="44989"/>
                  </a:lnTo>
                  <a:lnTo>
                    <a:pt x="37346" y="48092"/>
                  </a:lnTo>
                  <a:lnTo>
                    <a:pt x="37177" y="49808"/>
                  </a:lnTo>
                  <a:lnTo>
                    <a:pt x="32519" y="49009"/>
                  </a:lnTo>
                  <a:lnTo>
                    <a:pt x="21850" y="47573"/>
                  </a:lnTo>
                  <a:lnTo>
                    <a:pt x="21583" y="46873"/>
                  </a:lnTo>
                  <a:lnTo>
                    <a:pt x="22469" y="45688"/>
                  </a:lnTo>
                  <a:lnTo>
                    <a:pt x="22258" y="42180"/>
                  </a:lnTo>
                  <a:lnTo>
                    <a:pt x="17101" y="41491"/>
                  </a:lnTo>
                  <a:lnTo>
                    <a:pt x="14042" y="39864"/>
                  </a:lnTo>
                  <a:lnTo>
                    <a:pt x="6275" y="39623"/>
                  </a:lnTo>
                  <a:lnTo>
                    <a:pt x="5461" y="38592"/>
                  </a:lnTo>
                  <a:lnTo>
                    <a:pt x="6118" y="37205"/>
                  </a:lnTo>
                  <a:lnTo>
                    <a:pt x="10205" y="36215"/>
                  </a:lnTo>
                  <a:lnTo>
                    <a:pt x="12810" y="34139"/>
                  </a:lnTo>
                  <a:lnTo>
                    <a:pt x="12247" y="31828"/>
                  </a:lnTo>
                  <a:lnTo>
                    <a:pt x="4518" y="34022"/>
                  </a:lnTo>
                  <a:lnTo>
                    <a:pt x="3784" y="35111"/>
                  </a:lnTo>
                  <a:lnTo>
                    <a:pt x="1555" y="35203"/>
                  </a:lnTo>
                  <a:lnTo>
                    <a:pt x="872" y="30908"/>
                  </a:lnTo>
                  <a:lnTo>
                    <a:pt x="3297" y="29948"/>
                  </a:lnTo>
                  <a:lnTo>
                    <a:pt x="3662" y="28169"/>
                  </a:lnTo>
                  <a:lnTo>
                    <a:pt x="825" y="23715"/>
                  </a:lnTo>
                  <a:lnTo>
                    <a:pt x="0" y="23705"/>
                  </a:lnTo>
                  <a:lnTo>
                    <a:pt x="1985" y="22518"/>
                  </a:lnTo>
                  <a:lnTo>
                    <a:pt x="5475" y="18713"/>
                  </a:lnTo>
                  <a:lnTo>
                    <a:pt x="11307" y="15399"/>
                  </a:lnTo>
                  <a:lnTo>
                    <a:pt x="15148" y="15032"/>
                  </a:lnTo>
                  <a:lnTo>
                    <a:pt x="16208" y="13779"/>
                  </a:lnTo>
                  <a:lnTo>
                    <a:pt x="16043" y="12471"/>
                  </a:lnTo>
                  <a:lnTo>
                    <a:pt x="10670" y="8116"/>
                  </a:lnTo>
                  <a:lnTo>
                    <a:pt x="12822" y="5620"/>
                  </a:lnTo>
                  <a:lnTo>
                    <a:pt x="10761" y="2598"/>
                  </a:lnTo>
                  <a:lnTo>
                    <a:pt x="14351" y="1487"/>
                  </a:lnTo>
                  <a:lnTo>
                    <a:pt x="143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h6895"/>
            <p:cNvSpPr/>
            <p:nvPr/>
          </p:nvSpPr>
          <p:spPr>
            <a:xfrm>
              <a:off x="10330743" y="2292396"/>
              <a:ext cx="49437" cy="55279"/>
            </a:xfrm>
            <a:custGeom>
              <a:avLst/>
              <a:pathLst>
                <a:path w="49437" h="55279">
                  <a:moveTo>
                    <a:pt x="34763" y="1302"/>
                  </a:moveTo>
                  <a:lnTo>
                    <a:pt x="38532" y="929"/>
                  </a:lnTo>
                  <a:lnTo>
                    <a:pt x="40209" y="2189"/>
                  </a:lnTo>
                  <a:lnTo>
                    <a:pt x="44714" y="231"/>
                  </a:lnTo>
                  <a:lnTo>
                    <a:pt x="45641" y="1379"/>
                  </a:lnTo>
                  <a:lnTo>
                    <a:pt x="42980" y="4657"/>
                  </a:lnTo>
                  <a:lnTo>
                    <a:pt x="43905" y="7117"/>
                  </a:lnTo>
                  <a:lnTo>
                    <a:pt x="43215" y="17131"/>
                  </a:lnTo>
                  <a:lnTo>
                    <a:pt x="47616" y="14242"/>
                  </a:lnTo>
                  <a:lnTo>
                    <a:pt x="49437" y="15100"/>
                  </a:lnTo>
                  <a:lnTo>
                    <a:pt x="47068" y="19432"/>
                  </a:lnTo>
                  <a:lnTo>
                    <a:pt x="47024" y="23548"/>
                  </a:lnTo>
                  <a:lnTo>
                    <a:pt x="49379" y="28582"/>
                  </a:lnTo>
                  <a:lnTo>
                    <a:pt x="48792" y="30351"/>
                  </a:lnTo>
                  <a:lnTo>
                    <a:pt x="42098" y="32176"/>
                  </a:lnTo>
                  <a:lnTo>
                    <a:pt x="41668" y="36343"/>
                  </a:lnTo>
                  <a:lnTo>
                    <a:pt x="40115" y="36320"/>
                  </a:lnTo>
                  <a:lnTo>
                    <a:pt x="35944" y="38170"/>
                  </a:lnTo>
                  <a:lnTo>
                    <a:pt x="31392" y="38206"/>
                  </a:lnTo>
                  <a:lnTo>
                    <a:pt x="33288" y="43702"/>
                  </a:lnTo>
                  <a:lnTo>
                    <a:pt x="31814" y="45536"/>
                  </a:lnTo>
                  <a:lnTo>
                    <a:pt x="28510" y="46962"/>
                  </a:lnTo>
                  <a:lnTo>
                    <a:pt x="25793" y="55092"/>
                  </a:lnTo>
                  <a:lnTo>
                    <a:pt x="21952" y="55279"/>
                  </a:lnTo>
                  <a:lnTo>
                    <a:pt x="14704" y="54117"/>
                  </a:lnTo>
                  <a:lnTo>
                    <a:pt x="13473" y="54081"/>
                  </a:lnTo>
                  <a:lnTo>
                    <a:pt x="12933" y="53318"/>
                  </a:lnTo>
                  <a:lnTo>
                    <a:pt x="12984" y="50380"/>
                  </a:lnTo>
                  <a:lnTo>
                    <a:pt x="13192" y="46430"/>
                  </a:lnTo>
                  <a:lnTo>
                    <a:pt x="15046" y="42213"/>
                  </a:lnTo>
                  <a:lnTo>
                    <a:pt x="7473" y="41825"/>
                  </a:lnTo>
                  <a:lnTo>
                    <a:pt x="763" y="38922"/>
                  </a:lnTo>
                  <a:lnTo>
                    <a:pt x="0" y="33356"/>
                  </a:lnTo>
                  <a:lnTo>
                    <a:pt x="436" y="31881"/>
                  </a:lnTo>
                  <a:lnTo>
                    <a:pt x="3626" y="32836"/>
                  </a:lnTo>
                  <a:lnTo>
                    <a:pt x="4555" y="27636"/>
                  </a:lnTo>
                  <a:lnTo>
                    <a:pt x="7705" y="28369"/>
                  </a:lnTo>
                  <a:lnTo>
                    <a:pt x="8105" y="19688"/>
                  </a:lnTo>
                  <a:lnTo>
                    <a:pt x="8693" y="18159"/>
                  </a:lnTo>
                  <a:lnTo>
                    <a:pt x="10612" y="14170"/>
                  </a:lnTo>
                  <a:lnTo>
                    <a:pt x="16015" y="11088"/>
                  </a:lnTo>
                  <a:lnTo>
                    <a:pt x="12937" y="8175"/>
                  </a:lnTo>
                  <a:lnTo>
                    <a:pt x="22984" y="5189"/>
                  </a:lnTo>
                  <a:lnTo>
                    <a:pt x="25974" y="3040"/>
                  </a:lnTo>
                  <a:lnTo>
                    <a:pt x="260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h6896"/>
            <p:cNvSpPr/>
            <p:nvPr/>
          </p:nvSpPr>
          <p:spPr>
            <a:xfrm>
              <a:off x="10166248" y="2072347"/>
              <a:ext cx="130738" cy="94041"/>
            </a:xfrm>
            <a:custGeom>
              <a:avLst/>
              <a:pathLst>
                <a:path w="130738" h="94041">
                  <a:moveTo>
                    <a:pt x="37261" y="10045"/>
                  </a:moveTo>
                  <a:lnTo>
                    <a:pt x="38265" y="9754"/>
                  </a:lnTo>
                  <a:lnTo>
                    <a:pt x="45094" y="12145"/>
                  </a:lnTo>
                  <a:lnTo>
                    <a:pt x="50354" y="19007"/>
                  </a:lnTo>
                  <a:lnTo>
                    <a:pt x="54404" y="22693"/>
                  </a:lnTo>
                  <a:lnTo>
                    <a:pt x="52549" y="18136"/>
                  </a:lnTo>
                  <a:lnTo>
                    <a:pt x="53962" y="17139"/>
                  </a:lnTo>
                  <a:lnTo>
                    <a:pt x="57721" y="16473"/>
                  </a:lnTo>
                  <a:lnTo>
                    <a:pt x="59535" y="18423"/>
                  </a:lnTo>
                  <a:lnTo>
                    <a:pt x="61975" y="23847"/>
                  </a:lnTo>
                  <a:lnTo>
                    <a:pt x="68206" y="28331"/>
                  </a:lnTo>
                  <a:lnTo>
                    <a:pt x="72965" y="28661"/>
                  </a:lnTo>
                  <a:lnTo>
                    <a:pt x="71194" y="20436"/>
                  </a:lnTo>
                  <a:lnTo>
                    <a:pt x="78329" y="36927"/>
                  </a:lnTo>
                  <a:lnTo>
                    <a:pt x="86414" y="39807"/>
                  </a:lnTo>
                  <a:lnTo>
                    <a:pt x="90098" y="39386"/>
                  </a:lnTo>
                  <a:lnTo>
                    <a:pt x="93834" y="40764"/>
                  </a:lnTo>
                  <a:lnTo>
                    <a:pt x="95372" y="40027"/>
                  </a:lnTo>
                  <a:lnTo>
                    <a:pt x="97609" y="38858"/>
                  </a:lnTo>
                  <a:lnTo>
                    <a:pt x="98311" y="39374"/>
                  </a:lnTo>
                  <a:lnTo>
                    <a:pt x="99771" y="42453"/>
                  </a:lnTo>
                  <a:lnTo>
                    <a:pt x="98853" y="45158"/>
                  </a:lnTo>
                  <a:lnTo>
                    <a:pt x="102965" y="47557"/>
                  </a:lnTo>
                  <a:lnTo>
                    <a:pt x="106127" y="44457"/>
                  </a:lnTo>
                  <a:lnTo>
                    <a:pt x="107919" y="45337"/>
                  </a:lnTo>
                  <a:lnTo>
                    <a:pt x="107921" y="47175"/>
                  </a:lnTo>
                  <a:lnTo>
                    <a:pt x="108544" y="47711"/>
                  </a:lnTo>
                  <a:lnTo>
                    <a:pt x="126176" y="41035"/>
                  </a:lnTo>
                  <a:lnTo>
                    <a:pt x="130727" y="53294"/>
                  </a:lnTo>
                  <a:lnTo>
                    <a:pt x="130738" y="54131"/>
                  </a:lnTo>
                  <a:lnTo>
                    <a:pt x="106516" y="78734"/>
                  </a:lnTo>
                  <a:lnTo>
                    <a:pt x="109265" y="82707"/>
                  </a:lnTo>
                  <a:lnTo>
                    <a:pt x="110088" y="82680"/>
                  </a:lnTo>
                  <a:lnTo>
                    <a:pt x="110943" y="83680"/>
                  </a:lnTo>
                  <a:lnTo>
                    <a:pt x="112518" y="86950"/>
                  </a:lnTo>
                  <a:lnTo>
                    <a:pt x="110668" y="88576"/>
                  </a:lnTo>
                  <a:lnTo>
                    <a:pt x="99670" y="94041"/>
                  </a:lnTo>
                  <a:lnTo>
                    <a:pt x="97787" y="94018"/>
                  </a:lnTo>
                  <a:lnTo>
                    <a:pt x="94793" y="88964"/>
                  </a:lnTo>
                  <a:lnTo>
                    <a:pt x="92001" y="83767"/>
                  </a:lnTo>
                  <a:lnTo>
                    <a:pt x="91150" y="83526"/>
                  </a:lnTo>
                  <a:lnTo>
                    <a:pt x="85083" y="74367"/>
                  </a:lnTo>
                  <a:lnTo>
                    <a:pt x="80918" y="73667"/>
                  </a:lnTo>
                  <a:lnTo>
                    <a:pt x="82030" y="63800"/>
                  </a:lnTo>
                  <a:lnTo>
                    <a:pt x="78527" y="60833"/>
                  </a:lnTo>
                  <a:lnTo>
                    <a:pt x="76096" y="57063"/>
                  </a:lnTo>
                  <a:lnTo>
                    <a:pt x="71586" y="60282"/>
                  </a:lnTo>
                  <a:lnTo>
                    <a:pt x="69880" y="58941"/>
                  </a:lnTo>
                  <a:lnTo>
                    <a:pt x="65539" y="59867"/>
                  </a:lnTo>
                  <a:lnTo>
                    <a:pt x="63238" y="50936"/>
                  </a:lnTo>
                  <a:lnTo>
                    <a:pt x="63135" y="46770"/>
                  </a:lnTo>
                  <a:lnTo>
                    <a:pt x="59912" y="42235"/>
                  </a:lnTo>
                  <a:lnTo>
                    <a:pt x="54960" y="39599"/>
                  </a:lnTo>
                  <a:lnTo>
                    <a:pt x="53187" y="36882"/>
                  </a:lnTo>
                  <a:lnTo>
                    <a:pt x="51694" y="36949"/>
                  </a:lnTo>
                  <a:lnTo>
                    <a:pt x="49347" y="38318"/>
                  </a:lnTo>
                  <a:lnTo>
                    <a:pt x="50122" y="40507"/>
                  </a:lnTo>
                  <a:lnTo>
                    <a:pt x="42724" y="44459"/>
                  </a:lnTo>
                  <a:lnTo>
                    <a:pt x="42945" y="47319"/>
                  </a:lnTo>
                  <a:lnTo>
                    <a:pt x="38197" y="53155"/>
                  </a:lnTo>
                  <a:lnTo>
                    <a:pt x="36065" y="50333"/>
                  </a:lnTo>
                  <a:lnTo>
                    <a:pt x="35290" y="47118"/>
                  </a:lnTo>
                  <a:lnTo>
                    <a:pt x="30492" y="49988"/>
                  </a:lnTo>
                  <a:lnTo>
                    <a:pt x="29808" y="54513"/>
                  </a:lnTo>
                  <a:lnTo>
                    <a:pt x="28360" y="56640"/>
                  </a:lnTo>
                  <a:lnTo>
                    <a:pt x="25829" y="57440"/>
                  </a:lnTo>
                  <a:lnTo>
                    <a:pt x="24024" y="56769"/>
                  </a:lnTo>
                  <a:lnTo>
                    <a:pt x="16437" y="50874"/>
                  </a:lnTo>
                  <a:lnTo>
                    <a:pt x="15765" y="48193"/>
                  </a:lnTo>
                  <a:lnTo>
                    <a:pt x="13340" y="44346"/>
                  </a:lnTo>
                  <a:lnTo>
                    <a:pt x="5781" y="43907"/>
                  </a:lnTo>
                  <a:lnTo>
                    <a:pt x="8042" y="42995"/>
                  </a:lnTo>
                  <a:lnTo>
                    <a:pt x="8802" y="40431"/>
                  </a:lnTo>
                  <a:lnTo>
                    <a:pt x="7783" y="39066"/>
                  </a:lnTo>
                  <a:lnTo>
                    <a:pt x="3640" y="39780"/>
                  </a:lnTo>
                  <a:lnTo>
                    <a:pt x="1113" y="37134"/>
                  </a:lnTo>
                  <a:lnTo>
                    <a:pt x="0" y="36517"/>
                  </a:lnTo>
                  <a:lnTo>
                    <a:pt x="4212" y="35103"/>
                  </a:lnTo>
                  <a:lnTo>
                    <a:pt x="5264" y="31238"/>
                  </a:lnTo>
                  <a:lnTo>
                    <a:pt x="4991" y="27503"/>
                  </a:lnTo>
                  <a:lnTo>
                    <a:pt x="8230" y="19605"/>
                  </a:lnTo>
                  <a:lnTo>
                    <a:pt x="12106" y="16250"/>
                  </a:lnTo>
                  <a:lnTo>
                    <a:pt x="14815" y="15844"/>
                  </a:lnTo>
                  <a:lnTo>
                    <a:pt x="16435" y="17260"/>
                  </a:lnTo>
                  <a:lnTo>
                    <a:pt x="16507" y="15349"/>
                  </a:lnTo>
                  <a:lnTo>
                    <a:pt x="15498" y="14487"/>
                  </a:lnTo>
                  <a:lnTo>
                    <a:pt x="11766" y="13553"/>
                  </a:lnTo>
                  <a:lnTo>
                    <a:pt x="11554" y="9335"/>
                  </a:lnTo>
                  <a:lnTo>
                    <a:pt x="12071" y="8173"/>
                  </a:lnTo>
                  <a:lnTo>
                    <a:pt x="17429" y="7557"/>
                  </a:lnTo>
                  <a:lnTo>
                    <a:pt x="19992" y="10023"/>
                  </a:lnTo>
                  <a:lnTo>
                    <a:pt x="22533" y="5451"/>
                  </a:lnTo>
                  <a:lnTo>
                    <a:pt x="24027" y="1999"/>
                  </a:lnTo>
                  <a:lnTo>
                    <a:pt x="2597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h6897"/>
            <p:cNvSpPr/>
            <p:nvPr/>
          </p:nvSpPr>
          <p:spPr>
            <a:xfrm>
              <a:off x="10245411" y="2313659"/>
              <a:ext cx="113021" cy="74711"/>
            </a:xfrm>
            <a:custGeom>
              <a:avLst/>
              <a:pathLst>
                <a:path w="113021" h="74711">
                  <a:moveTo>
                    <a:pt x="84459" y="1386"/>
                  </a:moveTo>
                  <a:lnTo>
                    <a:pt x="82276" y="7270"/>
                  </a:lnTo>
                  <a:lnTo>
                    <a:pt x="83515" y="11526"/>
                  </a:lnTo>
                  <a:lnTo>
                    <a:pt x="85332" y="12093"/>
                  </a:lnTo>
                  <a:lnTo>
                    <a:pt x="86096" y="17659"/>
                  </a:lnTo>
                  <a:lnTo>
                    <a:pt x="92805" y="20562"/>
                  </a:lnTo>
                  <a:lnTo>
                    <a:pt x="100378" y="20950"/>
                  </a:lnTo>
                  <a:lnTo>
                    <a:pt x="98524" y="25166"/>
                  </a:lnTo>
                  <a:lnTo>
                    <a:pt x="98317" y="29117"/>
                  </a:lnTo>
                  <a:lnTo>
                    <a:pt x="98265" y="32054"/>
                  </a:lnTo>
                  <a:lnTo>
                    <a:pt x="98806" y="32818"/>
                  </a:lnTo>
                  <a:lnTo>
                    <a:pt x="100037" y="32854"/>
                  </a:lnTo>
                  <a:lnTo>
                    <a:pt x="103206" y="36855"/>
                  </a:lnTo>
                  <a:lnTo>
                    <a:pt x="105434" y="34907"/>
                  </a:lnTo>
                  <a:lnTo>
                    <a:pt x="106510" y="40445"/>
                  </a:lnTo>
                  <a:lnTo>
                    <a:pt x="103891" y="43717"/>
                  </a:lnTo>
                  <a:lnTo>
                    <a:pt x="106054" y="47306"/>
                  </a:lnTo>
                  <a:lnTo>
                    <a:pt x="112968" y="48954"/>
                  </a:lnTo>
                  <a:lnTo>
                    <a:pt x="113021" y="49906"/>
                  </a:lnTo>
                  <a:lnTo>
                    <a:pt x="111464" y="51559"/>
                  </a:lnTo>
                  <a:lnTo>
                    <a:pt x="110161" y="51014"/>
                  </a:lnTo>
                  <a:lnTo>
                    <a:pt x="108355" y="51621"/>
                  </a:lnTo>
                  <a:lnTo>
                    <a:pt x="104157" y="55339"/>
                  </a:lnTo>
                  <a:lnTo>
                    <a:pt x="102562" y="54345"/>
                  </a:lnTo>
                  <a:lnTo>
                    <a:pt x="99955" y="57238"/>
                  </a:lnTo>
                  <a:lnTo>
                    <a:pt x="97715" y="62079"/>
                  </a:lnTo>
                  <a:lnTo>
                    <a:pt x="92343" y="62249"/>
                  </a:lnTo>
                  <a:lnTo>
                    <a:pt x="87942" y="64546"/>
                  </a:lnTo>
                  <a:lnTo>
                    <a:pt x="84386" y="64567"/>
                  </a:lnTo>
                  <a:lnTo>
                    <a:pt x="83721" y="63890"/>
                  </a:lnTo>
                  <a:lnTo>
                    <a:pt x="80428" y="63362"/>
                  </a:lnTo>
                  <a:lnTo>
                    <a:pt x="75296" y="64343"/>
                  </a:lnTo>
                  <a:lnTo>
                    <a:pt x="72379" y="69215"/>
                  </a:lnTo>
                  <a:lnTo>
                    <a:pt x="72900" y="74711"/>
                  </a:lnTo>
                  <a:lnTo>
                    <a:pt x="68581" y="74687"/>
                  </a:lnTo>
                  <a:lnTo>
                    <a:pt x="67131" y="67883"/>
                  </a:lnTo>
                  <a:lnTo>
                    <a:pt x="64713" y="65356"/>
                  </a:lnTo>
                  <a:lnTo>
                    <a:pt x="65068" y="62490"/>
                  </a:lnTo>
                  <a:lnTo>
                    <a:pt x="66214" y="60720"/>
                  </a:lnTo>
                  <a:lnTo>
                    <a:pt x="65193" y="59954"/>
                  </a:lnTo>
                  <a:lnTo>
                    <a:pt x="59350" y="59399"/>
                  </a:lnTo>
                  <a:lnTo>
                    <a:pt x="52372" y="61212"/>
                  </a:lnTo>
                  <a:lnTo>
                    <a:pt x="48561" y="57550"/>
                  </a:lnTo>
                  <a:lnTo>
                    <a:pt x="42470" y="49842"/>
                  </a:lnTo>
                  <a:lnTo>
                    <a:pt x="37054" y="49033"/>
                  </a:lnTo>
                  <a:lnTo>
                    <a:pt x="37420" y="50441"/>
                  </a:lnTo>
                  <a:lnTo>
                    <a:pt x="36854" y="52645"/>
                  </a:lnTo>
                  <a:lnTo>
                    <a:pt x="34535" y="54113"/>
                  </a:lnTo>
                  <a:lnTo>
                    <a:pt x="31305" y="54809"/>
                  </a:lnTo>
                  <a:lnTo>
                    <a:pt x="30748" y="56027"/>
                  </a:lnTo>
                  <a:lnTo>
                    <a:pt x="32840" y="58108"/>
                  </a:lnTo>
                  <a:lnTo>
                    <a:pt x="35260" y="58735"/>
                  </a:lnTo>
                  <a:lnTo>
                    <a:pt x="37993" y="61345"/>
                  </a:lnTo>
                  <a:lnTo>
                    <a:pt x="38675" y="64028"/>
                  </a:lnTo>
                  <a:lnTo>
                    <a:pt x="36087" y="63600"/>
                  </a:lnTo>
                  <a:lnTo>
                    <a:pt x="34243" y="59382"/>
                  </a:lnTo>
                  <a:lnTo>
                    <a:pt x="27765" y="60304"/>
                  </a:lnTo>
                  <a:lnTo>
                    <a:pt x="27143" y="63770"/>
                  </a:lnTo>
                  <a:lnTo>
                    <a:pt x="3554" y="52972"/>
                  </a:lnTo>
                  <a:lnTo>
                    <a:pt x="6335" y="50158"/>
                  </a:lnTo>
                  <a:lnTo>
                    <a:pt x="7128" y="45584"/>
                  </a:lnTo>
                  <a:lnTo>
                    <a:pt x="3740" y="38856"/>
                  </a:lnTo>
                  <a:lnTo>
                    <a:pt x="0" y="36183"/>
                  </a:lnTo>
                  <a:lnTo>
                    <a:pt x="11175" y="35683"/>
                  </a:lnTo>
                  <a:lnTo>
                    <a:pt x="10352" y="30754"/>
                  </a:lnTo>
                  <a:lnTo>
                    <a:pt x="16764" y="21801"/>
                  </a:lnTo>
                  <a:lnTo>
                    <a:pt x="17755" y="26014"/>
                  </a:lnTo>
                  <a:lnTo>
                    <a:pt x="21285" y="23632"/>
                  </a:lnTo>
                  <a:lnTo>
                    <a:pt x="24938" y="25181"/>
                  </a:lnTo>
                  <a:lnTo>
                    <a:pt x="35383" y="19538"/>
                  </a:lnTo>
                  <a:lnTo>
                    <a:pt x="40896" y="26572"/>
                  </a:lnTo>
                  <a:lnTo>
                    <a:pt x="49247" y="33499"/>
                  </a:lnTo>
                  <a:lnTo>
                    <a:pt x="50900" y="31890"/>
                  </a:lnTo>
                  <a:lnTo>
                    <a:pt x="49149" y="27435"/>
                  </a:lnTo>
                  <a:lnTo>
                    <a:pt x="51032" y="26226"/>
                  </a:lnTo>
                  <a:lnTo>
                    <a:pt x="52496" y="30276"/>
                  </a:lnTo>
                  <a:lnTo>
                    <a:pt x="64100" y="18735"/>
                  </a:lnTo>
                  <a:lnTo>
                    <a:pt x="61539" y="19672"/>
                  </a:lnTo>
                  <a:lnTo>
                    <a:pt x="59069" y="14302"/>
                  </a:lnTo>
                  <a:lnTo>
                    <a:pt x="58367" y="10213"/>
                  </a:lnTo>
                  <a:lnTo>
                    <a:pt x="63650" y="5377"/>
                  </a:lnTo>
                  <a:lnTo>
                    <a:pt x="75946" y="1324"/>
                  </a:lnTo>
                  <a:lnTo>
                    <a:pt x="8389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h6898"/>
            <p:cNvSpPr/>
            <p:nvPr/>
          </p:nvSpPr>
          <p:spPr>
            <a:xfrm>
              <a:off x="10234450" y="2362692"/>
              <a:ext cx="160846" cy="122840"/>
            </a:xfrm>
            <a:custGeom>
              <a:avLst/>
              <a:pathLst>
                <a:path w="160846" h="122840">
                  <a:moveTo>
                    <a:pt x="53431" y="809"/>
                  </a:moveTo>
                  <a:lnTo>
                    <a:pt x="59522" y="8517"/>
                  </a:lnTo>
                  <a:lnTo>
                    <a:pt x="63332" y="12179"/>
                  </a:lnTo>
                  <a:lnTo>
                    <a:pt x="70311" y="10366"/>
                  </a:lnTo>
                  <a:lnTo>
                    <a:pt x="76153" y="10921"/>
                  </a:lnTo>
                  <a:lnTo>
                    <a:pt x="77174" y="11687"/>
                  </a:lnTo>
                  <a:lnTo>
                    <a:pt x="76029" y="13457"/>
                  </a:lnTo>
                  <a:lnTo>
                    <a:pt x="75673" y="16323"/>
                  </a:lnTo>
                  <a:lnTo>
                    <a:pt x="78092" y="18850"/>
                  </a:lnTo>
                  <a:lnTo>
                    <a:pt x="79541" y="25654"/>
                  </a:lnTo>
                  <a:lnTo>
                    <a:pt x="83861" y="25678"/>
                  </a:lnTo>
                  <a:lnTo>
                    <a:pt x="83340" y="20182"/>
                  </a:lnTo>
                  <a:lnTo>
                    <a:pt x="86257" y="15310"/>
                  </a:lnTo>
                  <a:lnTo>
                    <a:pt x="91388" y="14329"/>
                  </a:lnTo>
                  <a:lnTo>
                    <a:pt x="94682" y="14857"/>
                  </a:lnTo>
                  <a:lnTo>
                    <a:pt x="95346" y="15534"/>
                  </a:lnTo>
                  <a:lnTo>
                    <a:pt x="98903" y="15513"/>
                  </a:lnTo>
                  <a:lnTo>
                    <a:pt x="103304" y="13216"/>
                  </a:lnTo>
                  <a:lnTo>
                    <a:pt x="108676" y="13046"/>
                  </a:lnTo>
                  <a:lnTo>
                    <a:pt x="110916" y="8205"/>
                  </a:lnTo>
                  <a:lnTo>
                    <a:pt x="112739" y="8640"/>
                  </a:lnTo>
                  <a:lnTo>
                    <a:pt x="114052" y="10855"/>
                  </a:lnTo>
                  <a:lnTo>
                    <a:pt x="114982" y="11196"/>
                  </a:lnTo>
                  <a:lnTo>
                    <a:pt x="118149" y="10321"/>
                  </a:lnTo>
                  <a:lnTo>
                    <a:pt x="121757" y="7624"/>
                  </a:lnTo>
                  <a:lnTo>
                    <a:pt x="133137" y="8802"/>
                  </a:lnTo>
                  <a:lnTo>
                    <a:pt x="137598" y="17055"/>
                  </a:lnTo>
                  <a:lnTo>
                    <a:pt x="138784" y="18163"/>
                  </a:lnTo>
                  <a:lnTo>
                    <a:pt x="139784" y="15475"/>
                  </a:lnTo>
                  <a:lnTo>
                    <a:pt x="143585" y="18039"/>
                  </a:lnTo>
                  <a:lnTo>
                    <a:pt x="143764" y="16797"/>
                  </a:lnTo>
                  <a:lnTo>
                    <a:pt x="145387" y="14211"/>
                  </a:lnTo>
                  <a:lnTo>
                    <a:pt x="152425" y="15683"/>
                  </a:lnTo>
                  <a:lnTo>
                    <a:pt x="154194" y="15121"/>
                  </a:lnTo>
                  <a:lnTo>
                    <a:pt x="155399" y="27072"/>
                  </a:lnTo>
                  <a:lnTo>
                    <a:pt x="157460" y="30095"/>
                  </a:lnTo>
                  <a:lnTo>
                    <a:pt x="155308" y="32591"/>
                  </a:lnTo>
                  <a:lnTo>
                    <a:pt x="160681" y="36946"/>
                  </a:lnTo>
                  <a:lnTo>
                    <a:pt x="160846" y="38254"/>
                  </a:lnTo>
                  <a:lnTo>
                    <a:pt x="159786" y="39507"/>
                  </a:lnTo>
                  <a:lnTo>
                    <a:pt x="155945" y="39874"/>
                  </a:lnTo>
                  <a:lnTo>
                    <a:pt x="150113" y="43188"/>
                  </a:lnTo>
                  <a:lnTo>
                    <a:pt x="146624" y="46993"/>
                  </a:lnTo>
                  <a:lnTo>
                    <a:pt x="144638" y="48180"/>
                  </a:lnTo>
                  <a:lnTo>
                    <a:pt x="143410" y="45478"/>
                  </a:lnTo>
                  <a:lnTo>
                    <a:pt x="141709" y="44236"/>
                  </a:lnTo>
                  <a:lnTo>
                    <a:pt x="140226" y="44481"/>
                  </a:lnTo>
                  <a:lnTo>
                    <a:pt x="135913" y="52037"/>
                  </a:lnTo>
                  <a:lnTo>
                    <a:pt x="136385" y="56648"/>
                  </a:lnTo>
                  <a:lnTo>
                    <a:pt x="129115" y="58777"/>
                  </a:lnTo>
                  <a:lnTo>
                    <a:pt x="127946" y="62683"/>
                  </a:lnTo>
                  <a:lnTo>
                    <a:pt x="128619" y="71259"/>
                  </a:lnTo>
                  <a:lnTo>
                    <a:pt x="126366" y="79899"/>
                  </a:lnTo>
                  <a:lnTo>
                    <a:pt x="126184" y="80697"/>
                  </a:lnTo>
                  <a:lnTo>
                    <a:pt x="118731" y="82170"/>
                  </a:lnTo>
                  <a:lnTo>
                    <a:pt x="115377" y="81306"/>
                  </a:lnTo>
                  <a:lnTo>
                    <a:pt x="112412" y="79271"/>
                  </a:lnTo>
                  <a:lnTo>
                    <a:pt x="111740" y="82808"/>
                  </a:lnTo>
                  <a:lnTo>
                    <a:pt x="115478" y="86919"/>
                  </a:lnTo>
                  <a:lnTo>
                    <a:pt x="119425" y="89908"/>
                  </a:lnTo>
                  <a:lnTo>
                    <a:pt x="122905" y="88629"/>
                  </a:lnTo>
                  <a:lnTo>
                    <a:pt x="124930" y="89184"/>
                  </a:lnTo>
                  <a:lnTo>
                    <a:pt x="125857" y="90311"/>
                  </a:lnTo>
                  <a:lnTo>
                    <a:pt x="126294" y="91922"/>
                  </a:lnTo>
                  <a:lnTo>
                    <a:pt x="122275" y="94188"/>
                  </a:lnTo>
                  <a:lnTo>
                    <a:pt x="119950" y="92289"/>
                  </a:lnTo>
                  <a:lnTo>
                    <a:pt x="117713" y="92491"/>
                  </a:lnTo>
                  <a:lnTo>
                    <a:pt x="116268" y="94856"/>
                  </a:lnTo>
                  <a:lnTo>
                    <a:pt x="117425" y="97216"/>
                  </a:lnTo>
                  <a:lnTo>
                    <a:pt x="122225" y="97258"/>
                  </a:lnTo>
                  <a:lnTo>
                    <a:pt x="122349" y="98400"/>
                  </a:lnTo>
                  <a:lnTo>
                    <a:pt x="120261" y="98892"/>
                  </a:lnTo>
                  <a:lnTo>
                    <a:pt x="113545" y="98638"/>
                  </a:lnTo>
                  <a:lnTo>
                    <a:pt x="114582" y="96176"/>
                  </a:lnTo>
                  <a:lnTo>
                    <a:pt x="114003" y="95137"/>
                  </a:lnTo>
                  <a:lnTo>
                    <a:pt x="108573" y="104673"/>
                  </a:lnTo>
                  <a:lnTo>
                    <a:pt x="105694" y="102352"/>
                  </a:lnTo>
                  <a:lnTo>
                    <a:pt x="97673" y="107095"/>
                  </a:lnTo>
                  <a:lnTo>
                    <a:pt x="99749" y="109246"/>
                  </a:lnTo>
                  <a:lnTo>
                    <a:pt x="99459" y="111310"/>
                  </a:lnTo>
                  <a:lnTo>
                    <a:pt x="97106" y="113498"/>
                  </a:lnTo>
                  <a:lnTo>
                    <a:pt x="91159" y="109650"/>
                  </a:lnTo>
                  <a:lnTo>
                    <a:pt x="90982" y="112499"/>
                  </a:lnTo>
                  <a:lnTo>
                    <a:pt x="81848" y="112635"/>
                  </a:lnTo>
                  <a:lnTo>
                    <a:pt x="81939" y="122840"/>
                  </a:lnTo>
                  <a:lnTo>
                    <a:pt x="79526" y="121904"/>
                  </a:lnTo>
                  <a:lnTo>
                    <a:pt x="80685" y="113015"/>
                  </a:lnTo>
                  <a:lnTo>
                    <a:pt x="78950" y="112732"/>
                  </a:lnTo>
                  <a:lnTo>
                    <a:pt x="76534" y="110910"/>
                  </a:lnTo>
                  <a:lnTo>
                    <a:pt x="77875" y="104944"/>
                  </a:lnTo>
                  <a:lnTo>
                    <a:pt x="72247" y="105834"/>
                  </a:lnTo>
                  <a:lnTo>
                    <a:pt x="61302" y="110051"/>
                  </a:lnTo>
                  <a:lnTo>
                    <a:pt x="46091" y="101649"/>
                  </a:lnTo>
                  <a:lnTo>
                    <a:pt x="45957" y="104398"/>
                  </a:lnTo>
                  <a:lnTo>
                    <a:pt x="43065" y="106092"/>
                  </a:lnTo>
                  <a:lnTo>
                    <a:pt x="39877" y="103345"/>
                  </a:lnTo>
                  <a:lnTo>
                    <a:pt x="40442" y="101684"/>
                  </a:lnTo>
                  <a:lnTo>
                    <a:pt x="38355" y="100032"/>
                  </a:lnTo>
                  <a:lnTo>
                    <a:pt x="35353" y="101188"/>
                  </a:lnTo>
                  <a:lnTo>
                    <a:pt x="34766" y="103519"/>
                  </a:lnTo>
                  <a:lnTo>
                    <a:pt x="31354" y="102516"/>
                  </a:lnTo>
                  <a:lnTo>
                    <a:pt x="32527" y="95615"/>
                  </a:lnTo>
                  <a:lnTo>
                    <a:pt x="31602" y="87144"/>
                  </a:lnTo>
                  <a:lnTo>
                    <a:pt x="36218" y="78846"/>
                  </a:lnTo>
                  <a:lnTo>
                    <a:pt x="32627" y="69301"/>
                  </a:lnTo>
                  <a:lnTo>
                    <a:pt x="30653" y="66997"/>
                  </a:lnTo>
                  <a:lnTo>
                    <a:pt x="27000" y="66229"/>
                  </a:lnTo>
                  <a:lnTo>
                    <a:pt x="20638" y="66583"/>
                  </a:lnTo>
                  <a:lnTo>
                    <a:pt x="15216" y="60829"/>
                  </a:lnTo>
                  <a:lnTo>
                    <a:pt x="0" y="53219"/>
                  </a:lnTo>
                  <a:lnTo>
                    <a:pt x="370" y="48278"/>
                  </a:lnTo>
                  <a:lnTo>
                    <a:pt x="1781" y="45567"/>
                  </a:lnTo>
                  <a:lnTo>
                    <a:pt x="5951" y="41123"/>
                  </a:lnTo>
                  <a:lnTo>
                    <a:pt x="9102" y="40368"/>
                  </a:lnTo>
                  <a:lnTo>
                    <a:pt x="11049" y="33859"/>
                  </a:lnTo>
                  <a:lnTo>
                    <a:pt x="16882" y="30148"/>
                  </a:lnTo>
                  <a:lnTo>
                    <a:pt x="18085" y="27829"/>
                  </a:lnTo>
                  <a:lnTo>
                    <a:pt x="15355" y="28416"/>
                  </a:lnTo>
                  <a:lnTo>
                    <a:pt x="22392" y="24112"/>
                  </a:lnTo>
                  <a:lnTo>
                    <a:pt x="26408" y="23688"/>
                  </a:lnTo>
                  <a:lnTo>
                    <a:pt x="29566" y="24688"/>
                  </a:lnTo>
                  <a:lnTo>
                    <a:pt x="36383" y="22807"/>
                  </a:lnTo>
                  <a:lnTo>
                    <a:pt x="38104" y="14737"/>
                  </a:lnTo>
                  <a:lnTo>
                    <a:pt x="38726" y="11271"/>
                  </a:lnTo>
                  <a:lnTo>
                    <a:pt x="45204" y="10349"/>
                  </a:lnTo>
                  <a:lnTo>
                    <a:pt x="47048" y="14567"/>
                  </a:lnTo>
                  <a:lnTo>
                    <a:pt x="49636" y="14995"/>
                  </a:lnTo>
                  <a:lnTo>
                    <a:pt x="48953" y="12312"/>
                  </a:lnTo>
                  <a:lnTo>
                    <a:pt x="46221" y="9702"/>
                  </a:lnTo>
                  <a:lnTo>
                    <a:pt x="43800" y="9075"/>
                  </a:lnTo>
                  <a:lnTo>
                    <a:pt x="41709" y="6994"/>
                  </a:lnTo>
                  <a:lnTo>
                    <a:pt x="42266" y="5776"/>
                  </a:lnTo>
                  <a:lnTo>
                    <a:pt x="45496" y="5080"/>
                  </a:lnTo>
                  <a:lnTo>
                    <a:pt x="47815" y="3612"/>
                  </a:lnTo>
                  <a:lnTo>
                    <a:pt x="48381" y="1408"/>
                  </a:lnTo>
                  <a:lnTo>
                    <a:pt x="480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h6899"/>
            <p:cNvSpPr/>
            <p:nvPr/>
          </p:nvSpPr>
          <p:spPr>
            <a:xfrm>
              <a:off x="10088882" y="2240681"/>
              <a:ext cx="84490" cy="37610"/>
            </a:xfrm>
            <a:custGeom>
              <a:avLst/>
              <a:pathLst>
                <a:path w="84490" h="37610">
                  <a:moveTo>
                    <a:pt x="23561" y="2940"/>
                  </a:moveTo>
                  <a:lnTo>
                    <a:pt x="30709" y="1585"/>
                  </a:lnTo>
                  <a:lnTo>
                    <a:pt x="44066" y="2503"/>
                  </a:lnTo>
                  <a:lnTo>
                    <a:pt x="55364" y="7739"/>
                  </a:lnTo>
                  <a:lnTo>
                    <a:pt x="58939" y="11430"/>
                  </a:lnTo>
                  <a:lnTo>
                    <a:pt x="63588" y="14646"/>
                  </a:lnTo>
                  <a:lnTo>
                    <a:pt x="66889" y="14735"/>
                  </a:lnTo>
                  <a:lnTo>
                    <a:pt x="75038" y="12851"/>
                  </a:lnTo>
                  <a:lnTo>
                    <a:pt x="80345" y="13928"/>
                  </a:lnTo>
                  <a:lnTo>
                    <a:pt x="83260" y="16825"/>
                  </a:lnTo>
                  <a:lnTo>
                    <a:pt x="84490" y="20984"/>
                  </a:lnTo>
                  <a:lnTo>
                    <a:pt x="83395" y="23833"/>
                  </a:lnTo>
                  <a:lnTo>
                    <a:pt x="81027" y="26606"/>
                  </a:lnTo>
                  <a:lnTo>
                    <a:pt x="79891" y="24569"/>
                  </a:lnTo>
                  <a:lnTo>
                    <a:pt x="75181" y="24447"/>
                  </a:lnTo>
                  <a:lnTo>
                    <a:pt x="75568" y="26084"/>
                  </a:lnTo>
                  <a:lnTo>
                    <a:pt x="78883" y="25996"/>
                  </a:lnTo>
                  <a:lnTo>
                    <a:pt x="79159" y="27918"/>
                  </a:lnTo>
                  <a:lnTo>
                    <a:pt x="73357" y="30199"/>
                  </a:lnTo>
                  <a:lnTo>
                    <a:pt x="74779" y="35077"/>
                  </a:lnTo>
                  <a:lnTo>
                    <a:pt x="73157" y="37610"/>
                  </a:lnTo>
                  <a:lnTo>
                    <a:pt x="69876" y="31894"/>
                  </a:lnTo>
                  <a:lnTo>
                    <a:pt x="66646" y="28505"/>
                  </a:lnTo>
                  <a:lnTo>
                    <a:pt x="71854" y="26953"/>
                  </a:lnTo>
                  <a:lnTo>
                    <a:pt x="62524" y="28432"/>
                  </a:lnTo>
                  <a:lnTo>
                    <a:pt x="64708" y="29067"/>
                  </a:lnTo>
                  <a:lnTo>
                    <a:pt x="64906" y="32727"/>
                  </a:lnTo>
                  <a:lnTo>
                    <a:pt x="62121" y="34710"/>
                  </a:lnTo>
                  <a:lnTo>
                    <a:pt x="55995" y="32418"/>
                  </a:lnTo>
                  <a:lnTo>
                    <a:pt x="58992" y="30318"/>
                  </a:lnTo>
                  <a:lnTo>
                    <a:pt x="54063" y="28033"/>
                  </a:lnTo>
                  <a:lnTo>
                    <a:pt x="51269" y="29357"/>
                  </a:lnTo>
                  <a:lnTo>
                    <a:pt x="39287" y="29307"/>
                  </a:lnTo>
                  <a:lnTo>
                    <a:pt x="34417" y="31410"/>
                  </a:lnTo>
                  <a:lnTo>
                    <a:pt x="31764" y="30517"/>
                  </a:lnTo>
                  <a:lnTo>
                    <a:pt x="26185" y="34622"/>
                  </a:lnTo>
                  <a:lnTo>
                    <a:pt x="25703" y="35762"/>
                  </a:lnTo>
                  <a:lnTo>
                    <a:pt x="21110" y="32784"/>
                  </a:lnTo>
                  <a:lnTo>
                    <a:pt x="12548" y="36565"/>
                  </a:lnTo>
                  <a:lnTo>
                    <a:pt x="8908" y="37328"/>
                  </a:lnTo>
                  <a:lnTo>
                    <a:pt x="6467" y="32412"/>
                  </a:lnTo>
                  <a:lnTo>
                    <a:pt x="10034" y="29670"/>
                  </a:lnTo>
                  <a:lnTo>
                    <a:pt x="10723" y="27036"/>
                  </a:lnTo>
                  <a:lnTo>
                    <a:pt x="6718" y="21567"/>
                  </a:lnTo>
                  <a:lnTo>
                    <a:pt x="978" y="17488"/>
                  </a:lnTo>
                  <a:lnTo>
                    <a:pt x="0" y="14535"/>
                  </a:lnTo>
                  <a:lnTo>
                    <a:pt x="6117" y="12584"/>
                  </a:lnTo>
                  <a:lnTo>
                    <a:pt x="9414" y="8420"/>
                  </a:lnTo>
                  <a:lnTo>
                    <a:pt x="190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h6900"/>
            <p:cNvSpPr/>
            <p:nvPr/>
          </p:nvSpPr>
          <p:spPr>
            <a:xfrm>
              <a:off x="10364678" y="2451150"/>
              <a:ext cx="64537" cy="67582"/>
            </a:xfrm>
            <a:custGeom>
              <a:avLst/>
              <a:pathLst>
                <a:path w="64537" h="67582">
                  <a:moveTo>
                    <a:pt x="57319" y="2561"/>
                  </a:moveTo>
                  <a:lnTo>
                    <a:pt x="64537" y="3013"/>
                  </a:lnTo>
                  <a:lnTo>
                    <a:pt x="63546" y="8435"/>
                  </a:lnTo>
                  <a:lnTo>
                    <a:pt x="61575" y="10456"/>
                  </a:lnTo>
                  <a:lnTo>
                    <a:pt x="57467" y="7261"/>
                  </a:lnTo>
                  <a:lnTo>
                    <a:pt x="54356" y="8542"/>
                  </a:lnTo>
                  <a:lnTo>
                    <a:pt x="54148" y="10608"/>
                  </a:lnTo>
                  <a:lnTo>
                    <a:pt x="53741" y="12897"/>
                  </a:lnTo>
                  <a:lnTo>
                    <a:pt x="52926" y="13759"/>
                  </a:lnTo>
                  <a:lnTo>
                    <a:pt x="33517" y="27923"/>
                  </a:lnTo>
                  <a:lnTo>
                    <a:pt x="28267" y="41201"/>
                  </a:lnTo>
                  <a:lnTo>
                    <a:pt x="27859" y="45238"/>
                  </a:lnTo>
                  <a:lnTo>
                    <a:pt x="26015" y="61258"/>
                  </a:lnTo>
                  <a:lnTo>
                    <a:pt x="21181" y="67582"/>
                  </a:lnTo>
                  <a:lnTo>
                    <a:pt x="20871" y="63392"/>
                  </a:lnTo>
                  <a:lnTo>
                    <a:pt x="19154" y="64203"/>
                  </a:lnTo>
                  <a:lnTo>
                    <a:pt x="14128" y="64023"/>
                  </a:lnTo>
                  <a:lnTo>
                    <a:pt x="11906" y="62061"/>
                  </a:lnTo>
                  <a:lnTo>
                    <a:pt x="10592" y="61942"/>
                  </a:lnTo>
                  <a:lnTo>
                    <a:pt x="7742" y="64603"/>
                  </a:lnTo>
                  <a:lnTo>
                    <a:pt x="5982" y="64877"/>
                  </a:lnTo>
                  <a:lnTo>
                    <a:pt x="2539" y="62709"/>
                  </a:lnTo>
                  <a:lnTo>
                    <a:pt x="0" y="58540"/>
                  </a:lnTo>
                  <a:lnTo>
                    <a:pt x="360" y="55583"/>
                  </a:lnTo>
                  <a:lnTo>
                    <a:pt x="3264" y="47006"/>
                  </a:lnTo>
                  <a:lnTo>
                    <a:pt x="6660" y="46152"/>
                  </a:lnTo>
                  <a:lnTo>
                    <a:pt x="7911" y="44931"/>
                  </a:lnTo>
                  <a:lnTo>
                    <a:pt x="9337" y="40664"/>
                  </a:lnTo>
                  <a:lnTo>
                    <a:pt x="9507" y="37392"/>
                  </a:lnTo>
                  <a:lnTo>
                    <a:pt x="8692" y="35217"/>
                  </a:lnTo>
                  <a:lnTo>
                    <a:pt x="5682" y="34360"/>
                  </a:lnTo>
                  <a:lnTo>
                    <a:pt x="3362" y="31608"/>
                  </a:lnTo>
                  <a:lnTo>
                    <a:pt x="8030" y="31544"/>
                  </a:lnTo>
                  <a:lnTo>
                    <a:pt x="6403" y="25432"/>
                  </a:lnTo>
                  <a:lnTo>
                    <a:pt x="8514" y="23163"/>
                  </a:lnTo>
                  <a:lnTo>
                    <a:pt x="11176" y="21720"/>
                  </a:lnTo>
                  <a:lnTo>
                    <a:pt x="10146" y="19300"/>
                  </a:lnTo>
                  <a:lnTo>
                    <a:pt x="7010" y="18268"/>
                  </a:lnTo>
                  <a:lnTo>
                    <a:pt x="6146" y="15249"/>
                  </a:lnTo>
                  <a:lnTo>
                    <a:pt x="6431" y="11665"/>
                  </a:lnTo>
                  <a:lnTo>
                    <a:pt x="2467" y="10084"/>
                  </a:lnTo>
                  <a:lnTo>
                    <a:pt x="2159" y="8730"/>
                  </a:lnTo>
                  <a:lnTo>
                    <a:pt x="9718" y="11572"/>
                  </a:lnTo>
                  <a:lnTo>
                    <a:pt x="10213" y="18233"/>
                  </a:lnTo>
                  <a:lnTo>
                    <a:pt x="14837" y="7784"/>
                  </a:lnTo>
                  <a:lnTo>
                    <a:pt x="18089" y="8138"/>
                  </a:lnTo>
                  <a:lnTo>
                    <a:pt x="20370" y="9803"/>
                  </a:lnTo>
                  <a:lnTo>
                    <a:pt x="27709" y="9206"/>
                  </a:lnTo>
                  <a:lnTo>
                    <a:pt x="25716" y="11417"/>
                  </a:lnTo>
                  <a:lnTo>
                    <a:pt x="30605" y="10965"/>
                  </a:lnTo>
                  <a:lnTo>
                    <a:pt x="32535" y="8472"/>
                  </a:lnTo>
                  <a:lnTo>
                    <a:pt x="36265" y="5952"/>
                  </a:lnTo>
                  <a:lnTo>
                    <a:pt x="38826" y="9936"/>
                  </a:lnTo>
                  <a:lnTo>
                    <a:pt x="37039" y="12577"/>
                  </a:lnTo>
                  <a:lnTo>
                    <a:pt x="38222" y="12674"/>
                  </a:lnTo>
                  <a:lnTo>
                    <a:pt x="40974" y="10460"/>
                  </a:lnTo>
                  <a:lnTo>
                    <a:pt x="40857" y="4063"/>
                  </a:lnTo>
                  <a:lnTo>
                    <a:pt x="44764" y="3616"/>
                  </a:lnTo>
                  <a:lnTo>
                    <a:pt x="5845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h6901"/>
            <p:cNvSpPr/>
            <p:nvPr/>
          </p:nvSpPr>
          <p:spPr>
            <a:xfrm>
              <a:off x="10405900" y="2087883"/>
              <a:ext cx="83440" cy="110709"/>
            </a:xfrm>
            <a:custGeom>
              <a:avLst/>
              <a:pathLst>
                <a:path w="83440" h="110709">
                  <a:moveTo>
                    <a:pt x="19725" y="88"/>
                  </a:moveTo>
                  <a:lnTo>
                    <a:pt x="37028" y="3738"/>
                  </a:lnTo>
                  <a:lnTo>
                    <a:pt x="41388" y="4477"/>
                  </a:lnTo>
                  <a:lnTo>
                    <a:pt x="43629" y="7709"/>
                  </a:lnTo>
                  <a:lnTo>
                    <a:pt x="67181" y="16992"/>
                  </a:lnTo>
                  <a:lnTo>
                    <a:pt x="71637" y="18748"/>
                  </a:lnTo>
                  <a:lnTo>
                    <a:pt x="77518" y="47451"/>
                  </a:lnTo>
                  <a:lnTo>
                    <a:pt x="83440" y="56678"/>
                  </a:lnTo>
                  <a:lnTo>
                    <a:pt x="73658" y="73534"/>
                  </a:lnTo>
                  <a:lnTo>
                    <a:pt x="73779" y="105131"/>
                  </a:lnTo>
                  <a:lnTo>
                    <a:pt x="70862" y="107388"/>
                  </a:lnTo>
                  <a:lnTo>
                    <a:pt x="68912" y="107500"/>
                  </a:lnTo>
                  <a:lnTo>
                    <a:pt x="67829" y="105308"/>
                  </a:lnTo>
                  <a:lnTo>
                    <a:pt x="63300" y="105900"/>
                  </a:lnTo>
                  <a:lnTo>
                    <a:pt x="66760" y="109971"/>
                  </a:lnTo>
                  <a:lnTo>
                    <a:pt x="63916" y="110709"/>
                  </a:lnTo>
                  <a:lnTo>
                    <a:pt x="61492" y="107659"/>
                  </a:lnTo>
                  <a:lnTo>
                    <a:pt x="59163" y="107283"/>
                  </a:lnTo>
                  <a:lnTo>
                    <a:pt x="58845" y="110437"/>
                  </a:lnTo>
                  <a:lnTo>
                    <a:pt x="56411" y="110239"/>
                  </a:lnTo>
                  <a:lnTo>
                    <a:pt x="54761" y="106530"/>
                  </a:lnTo>
                  <a:lnTo>
                    <a:pt x="52612" y="106250"/>
                  </a:lnTo>
                  <a:lnTo>
                    <a:pt x="50328" y="104817"/>
                  </a:lnTo>
                  <a:lnTo>
                    <a:pt x="49774" y="103572"/>
                  </a:lnTo>
                  <a:lnTo>
                    <a:pt x="50156" y="102536"/>
                  </a:lnTo>
                  <a:lnTo>
                    <a:pt x="49416" y="100650"/>
                  </a:lnTo>
                  <a:lnTo>
                    <a:pt x="47302" y="99094"/>
                  </a:lnTo>
                  <a:lnTo>
                    <a:pt x="43560" y="101924"/>
                  </a:lnTo>
                  <a:lnTo>
                    <a:pt x="36001" y="80355"/>
                  </a:lnTo>
                  <a:lnTo>
                    <a:pt x="21372" y="64897"/>
                  </a:lnTo>
                  <a:lnTo>
                    <a:pt x="3203" y="42610"/>
                  </a:lnTo>
                  <a:lnTo>
                    <a:pt x="9247" y="37341"/>
                  </a:lnTo>
                  <a:lnTo>
                    <a:pt x="9146" y="31107"/>
                  </a:lnTo>
                  <a:lnTo>
                    <a:pt x="10449" y="25234"/>
                  </a:lnTo>
                  <a:lnTo>
                    <a:pt x="10195" y="23336"/>
                  </a:lnTo>
                  <a:lnTo>
                    <a:pt x="2847" y="22961"/>
                  </a:lnTo>
                  <a:lnTo>
                    <a:pt x="2047" y="21968"/>
                  </a:lnTo>
                  <a:lnTo>
                    <a:pt x="3060" y="18556"/>
                  </a:lnTo>
                  <a:lnTo>
                    <a:pt x="3047" y="14651"/>
                  </a:lnTo>
                  <a:lnTo>
                    <a:pt x="0" y="13082"/>
                  </a:lnTo>
                  <a:lnTo>
                    <a:pt x="1210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h6902"/>
            <p:cNvSpPr/>
            <p:nvPr/>
          </p:nvSpPr>
          <p:spPr>
            <a:xfrm>
              <a:off x="10411213" y="2205358"/>
              <a:ext cx="68948" cy="70830"/>
            </a:xfrm>
            <a:custGeom>
              <a:avLst/>
              <a:pathLst>
                <a:path w="68948" h="70830">
                  <a:moveTo>
                    <a:pt x="14568" y="64"/>
                  </a:moveTo>
                  <a:lnTo>
                    <a:pt x="17972" y="1190"/>
                  </a:lnTo>
                  <a:lnTo>
                    <a:pt x="29646" y="2594"/>
                  </a:lnTo>
                  <a:lnTo>
                    <a:pt x="31248" y="4194"/>
                  </a:lnTo>
                  <a:lnTo>
                    <a:pt x="36862" y="10650"/>
                  </a:lnTo>
                  <a:lnTo>
                    <a:pt x="39937" y="17382"/>
                  </a:lnTo>
                  <a:lnTo>
                    <a:pt x="42472" y="20549"/>
                  </a:lnTo>
                  <a:lnTo>
                    <a:pt x="44110" y="21802"/>
                  </a:lnTo>
                  <a:lnTo>
                    <a:pt x="45582" y="20419"/>
                  </a:lnTo>
                  <a:lnTo>
                    <a:pt x="46286" y="20828"/>
                  </a:lnTo>
                  <a:lnTo>
                    <a:pt x="52261" y="27766"/>
                  </a:lnTo>
                  <a:lnTo>
                    <a:pt x="63214" y="40242"/>
                  </a:lnTo>
                  <a:lnTo>
                    <a:pt x="65525" y="42422"/>
                  </a:lnTo>
                  <a:lnTo>
                    <a:pt x="68510" y="43201"/>
                  </a:lnTo>
                  <a:lnTo>
                    <a:pt x="68948" y="47821"/>
                  </a:lnTo>
                  <a:lnTo>
                    <a:pt x="67403" y="47613"/>
                  </a:lnTo>
                  <a:lnTo>
                    <a:pt x="65786" y="45163"/>
                  </a:lnTo>
                  <a:lnTo>
                    <a:pt x="60019" y="45002"/>
                  </a:lnTo>
                  <a:lnTo>
                    <a:pt x="55406" y="47112"/>
                  </a:lnTo>
                  <a:lnTo>
                    <a:pt x="53507" y="53311"/>
                  </a:lnTo>
                  <a:lnTo>
                    <a:pt x="51946" y="54746"/>
                  </a:lnTo>
                  <a:lnTo>
                    <a:pt x="50574" y="58914"/>
                  </a:lnTo>
                  <a:lnTo>
                    <a:pt x="50244" y="63198"/>
                  </a:lnTo>
                  <a:lnTo>
                    <a:pt x="47835" y="65384"/>
                  </a:lnTo>
                  <a:lnTo>
                    <a:pt x="39178" y="68455"/>
                  </a:lnTo>
                  <a:lnTo>
                    <a:pt x="27669" y="70830"/>
                  </a:lnTo>
                  <a:lnTo>
                    <a:pt x="23660" y="68639"/>
                  </a:lnTo>
                  <a:lnTo>
                    <a:pt x="21133" y="59343"/>
                  </a:lnTo>
                  <a:lnTo>
                    <a:pt x="16417" y="49775"/>
                  </a:lnTo>
                  <a:lnTo>
                    <a:pt x="19686" y="44751"/>
                  </a:lnTo>
                  <a:lnTo>
                    <a:pt x="13819" y="36506"/>
                  </a:lnTo>
                  <a:lnTo>
                    <a:pt x="7974" y="37482"/>
                  </a:lnTo>
                  <a:lnTo>
                    <a:pt x="7715" y="35143"/>
                  </a:lnTo>
                  <a:lnTo>
                    <a:pt x="2901" y="36722"/>
                  </a:lnTo>
                  <a:lnTo>
                    <a:pt x="633" y="31034"/>
                  </a:lnTo>
                  <a:lnTo>
                    <a:pt x="0" y="25806"/>
                  </a:lnTo>
                  <a:lnTo>
                    <a:pt x="4359" y="32778"/>
                  </a:lnTo>
                  <a:lnTo>
                    <a:pt x="8956" y="34904"/>
                  </a:lnTo>
                  <a:lnTo>
                    <a:pt x="12230" y="34272"/>
                  </a:lnTo>
                  <a:lnTo>
                    <a:pt x="9755" y="27017"/>
                  </a:lnTo>
                  <a:lnTo>
                    <a:pt x="13143" y="27208"/>
                  </a:lnTo>
                  <a:lnTo>
                    <a:pt x="12517" y="25547"/>
                  </a:lnTo>
                  <a:lnTo>
                    <a:pt x="12131" y="24630"/>
                  </a:lnTo>
                  <a:lnTo>
                    <a:pt x="6902" y="24346"/>
                  </a:lnTo>
                  <a:lnTo>
                    <a:pt x="7462" y="17063"/>
                  </a:lnTo>
                  <a:lnTo>
                    <a:pt x="8694" y="16635"/>
                  </a:lnTo>
                  <a:lnTo>
                    <a:pt x="3753" y="9383"/>
                  </a:lnTo>
                  <a:lnTo>
                    <a:pt x="2737" y="9937"/>
                  </a:lnTo>
                  <a:lnTo>
                    <a:pt x="1544" y="7290"/>
                  </a:lnTo>
                  <a:lnTo>
                    <a:pt x="1482" y="6136"/>
                  </a:lnTo>
                  <a:lnTo>
                    <a:pt x="5815" y="4648"/>
                  </a:lnTo>
                  <a:lnTo>
                    <a:pt x="4465" y="1722"/>
                  </a:lnTo>
                  <a:lnTo>
                    <a:pt x="733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h6903"/>
            <p:cNvSpPr/>
            <p:nvPr/>
          </p:nvSpPr>
          <p:spPr>
            <a:xfrm>
              <a:off x="10285703" y="2441964"/>
              <a:ext cx="108154" cy="169261"/>
            </a:xfrm>
            <a:custGeom>
              <a:avLst/>
              <a:pathLst>
                <a:path w="108154" h="169261">
                  <a:moveTo>
                    <a:pt x="64124" y="2034"/>
                  </a:moveTo>
                  <a:lnTo>
                    <a:pt x="67478" y="2898"/>
                  </a:lnTo>
                  <a:lnTo>
                    <a:pt x="74931" y="1425"/>
                  </a:lnTo>
                  <a:lnTo>
                    <a:pt x="75113" y="627"/>
                  </a:lnTo>
                  <a:lnTo>
                    <a:pt x="77529" y="2408"/>
                  </a:lnTo>
                  <a:lnTo>
                    <a:pt x="83893" y="2348"/>
                  </a:lnTo>
                  <a:lnTo>
                    <a:pt x="87417" y="4547"/>
                  </a:lnTo>
                  <a:lnTo>
                    <a:pt x="90514" y="7667"/>
                  </a:lnTo>
                  <a:lnTo>
                    <a:pt x="90402" y="10897"/>
                  </a:lnTo>
                  <a:lnTo>
                    <a:pt x="89289" y="13248"/>
                  </a:lnTo>
                  <a:lnTo>
                    <a:pt x="89275" y="16868"/>
                  </a:lnTo>
                  <a:lnTo>
                    <a:pt x="93812" y="16970"/>
                  </a:lnTo>
                  <a:lnTo>
                    <a:pt x="89188" y="27418"/>
                  </a:lnTo>
                  <a:lnTo>
                    <a:pt x="88693" y="20757"/>
                  </a:lnTo>
                  <a:lnTo>
                    <a:pt x="81134" y="17916"/>
                  </a:lnTo>
                  <a:lnTo>
                    <a:pt x="81442" y="19269"/>
                  </a:lnTo>
                  <a:lnTo>
                    <a:pt x="85406" y="20851"/>
                  </a:lnTo>
                  <a:lnTo>
                    <a:pt x="85121" y="24434"/>
                  </a:lnTo>
                  <a:lnTo>
                    <a:pt x="85985" y="27454"/>
                  </a:lnTo>
                  <a:lnTo>
                    <a:pt x="89121" y="28485"/>
                  </a:lnTo>
                  <a:lnTo>
                    <a:pt x="90151" y="30905"/>
                  </a:lnTo>
                  <a:lnTo>
                    <a:pt x="87489" y="32349"/>
                  </a:lnTo>
                  <a:lnTo>
                    <a:pt x="85378" y="34617"/>
                  </a:lnTo>
                  <a:lnTo>
                    <a:pt x="87005" y="40729"/>
                  </a:lnTo>
                  <a:lnTo>
                    <a:pt x="82337" y="40794"/>
                  </a:lnTo>
                  <a:lnTo>
                    <a:pt x="84657" y="43545"/>
                  </a:lnTo>
                  <a:lnTo>
                    <a:pt x="87667" y="44403"/>
                  </a:lnTo>
                  <a:lnTo>
                    <a:pt x="88482" y="46578"/>
                  </a:lnTo>
                  <a:lnTo>
                    <a:pt x="88312" y="49850"/>
                  </a:lnTo>
                  <a:lnTo>
                    <a:pt x="86886" y="54117"/>
                  </a:lnTo>
                  <a:lnTo>
                    <a:pt x="85635" y="55338"/>
                  </a:lnTo>
                  <a:lnTo>
                    <a:pt x="82239" y="56192"/>
                  </a:lnTo>
                  <a:lnTo>
                    <a:pt x="79335" y="64769"/>
                  </a:lnTo>
                  <a:lnTo>
                    <a:pt x="78974" y="67726"/>
                  </a:lnTo>
                  <a:lnTo>
                    <a:pt x="81514" y="71895"/>
                  </a:lnTo>
                  <a:lnTo>
                    <a:pt x="84957" y="74063"/>
                  </a:lnTo>
                  <a:lnTo>
                    <a:pt x="86717" y="73788"/>
                  </a:lnTo>
                  <a:lnTo>
                    <a:pt x="89567" y="71128"/>
                  </a:lnTo>
                  <a:lnTo>
                    <a:pt x="90881" y="71246"/>
                  </a:lnTo>
                  <a:lnTo>
                    <a:pt x="93103" y="73209"/>
                  </a:lnTo>
                  <a:lnTo>
                    <a:pt x="98129" y="73388"/>
                  </a:lnTo>
                  <a:lnTo>
                    <a:pt x="99846" y="72577"/>
                  </a:lnTo>
                  <a:lnTo>
                    <a:pt x="100156" y="76767"/>
                  </a:lnTo>
                  <a:lnTo>
                    <a:pt x="99730" y="94114"/>
                  </a:lnTo>
                  <a:lnTo>
                    <a:pt x="100907" y="95023"/>
                  </a:lnTo>
                  <a:lnTo>
                    <a:pt x="100289" y="96289"/>
                  </a:lnTo>
                  <a:lnTo>
                    <a:pt x="100572" y="98964"/>
                  </a:lnTo>
                  <a:lnTo>
                    <a:pt x="102224" y="101382"/>
                  </a:lnTo>
                  <a:lnTo>
                    <a:pt x="105915" y="103695"/>
                  </a:lnTo>
                  <a:lnTo>
                    <a:pt x="106835" y="105829"/>
                  </a:lnTo>
                  <a:lnTo>
                    <a:pt x="106454" y="113494"/>
                  </a:lnTo>
                  <a:lnTo>
                    <a:pt x="108154" y="118311"/>
                  </a:lnTo>
                  <a:lnTo>
                    <a:pt x="105976" y="120163"/>
                  </a:lnTo>
                  <a:lnTo>
                    <a:pt x="98479" y="120676"/>
                  </a:lnTo>
                  <a:lnTo>
                    <a:pt x="96451" y="118526"/>
                  </a:lnTo>
                  <a:lnTo>
                    <a:pt x="94137" y="118165"/>
                  </a:lnTo>
                  <a:lnTo>
                    <a:pt x="89063" y="123183"/>
                  </a:lnTo>
                  <a:lnTo>
                    <a:pt x="86658" y="131311"/>
                  </a:lnTo>
                  <a:lnTo>
                    <a:pt x="88318" y="140717"/>
                  </a:lnTo>
                  <a:lnTo>
                    <a:pt x="82644" y="146980"/>
                  </a:lnTo>
                  <a:lnTo>
                    <a:pt x="82782" y="149105"/>
                  </a:lnTo>
                  <a:lnTo>
                    <a:pt x="85278" y="154456"/>
                  </a:lnTo>
                  <a:lnTo>
                    <a:pt x="82635" y="158834"/>
                  </a:lnTo>
                  <a:lnTo>
                    <a:pt x="79332" y="161883"/>
                  </a:lnTo>
                  <a:lnTo>
                    <a:pt x="76850" y="160422"/>
                  </a:lnTo>
                  <a:lnTo>
                    <a:pt x="67083" y="164397"/>
                  </a:lnTo>
                  <a:lnTo>
                    <a:pt x="63759" y="166892"/>
                  </a:lnTo>
                  <a:lnTo>
                    <a:pt x="63879" y="168551"/>
                  </a:lnTo>
                  <a:lnTo>
                    <a:pt x="61772" y="169261"/>
                  </a:lnTo>
                  <a:lnTo>
                    <a:pt x="53535" y="162541"/>
                  </a:lnTo>
                  <a:lnTo>
                    <a:pt x="51050" y="157145"/>
                  </a:lnTo>
                  <a:lnTo>
                    <a:pt x="51401" y="155362"/>
                  </a:lnTo>
                  <a:lnTo>
                    <a:pt x="45579" y="155059"/>
                  </a:lnTo>
                  <a:lnTo>
                    <a:pt x="45609" y="146131"/>
                  </a:lnTo>
                  <a:lnTo>
                    <a:pt x="44182" y="142774"/>
                  </a:lnTo>
                  <a:lnTo>
                    <a:pt x="40052" y="143919"/>
                  </a:lnTo>
                  <a:lnTo>
                    <a:pt x="36764" y="143486"/>
                  </a:lnTo>
                  <a:lnTo>
                    <a:pt x="34091" y="142010"/>
                  </a:lnTo>
                  <a:lnTo>
                    <a:pt x="32248" y="137926"/>
                  </a:lnTo>
                  <a:lnTo>
                    <a:pt x="32846" y="134559"/>
                  </a:lnTo>
                  <a:lnTo>
                    <a:pt x="31278" y="132705"/>
                  </a:lnTo>
                  <a:lnTo>
                    <a:pt x="23583" y="132501"/>
                  </a:lnTo>
                  <a:lnTo>
                    <a:pt x="23033" y="137395"/>
                  </a:lnTo>
                  <a:lnTo>
                    <a:pt x="11966" y="149270"/>
                  </a:lnTo>
                  <a:lnTo>
                    <a:pt x="8925" y="149990"/>
                  </a:lnTo>
                  <a:lnTo>
                    <a:pt x="6973" y="139611"/>
                  </a:lnTo>
                  <a:lnTo>
                    <a:pt x="0" y="131042"/>
                  </a:lnTo>
                  <a:lnTo>
                    <a:pt x="491" y="128446"/>
                  </a:lnTo>
                  <a:lnTo>
                    <a:pt x="1741" y="127322"/>
                  </a:lnTo>
                  <a:lnTo>
                    <a:pt x="20010" y="121838"/>
                  </a:lnTo>
                  <a:lnTo>
                    <a:pt x="17510" y="120464"/>
                  </a:lnTo>
                  <a:lnTo>
                    <a:pt x="18742" y="114420"/>
                  </a:lnTo>
                  <a:lnTo>
                    <a:pt x="17379" y="111991"/>
                  </a:lnTo>
                  <a:lnTo>
                    <a:pt x="15653" y="111060"/>
                  </a:lnTo>
                  <a:lnTo>
                    <a:pt x="12894" y="112633"/>
                  </a:lnTo>
                  <a:lnTo>
                    <a:pt x="9706" y="109898"/>
                  </a:lnTo>
                  <a:lnTo>
                    <a:pt x="9782" y="105398"/>
                  </a:lnTo>
                  <a:lnTo>
                    <a:pt x="7538" y="99590"/>
                  </a:lnTo>
                  <a:lnTo>
                    <a:pt x="7840" y="94116"/>
                  </a:lnTo>
                  <a:lnTo>
                    <a:pt x="8418" y="93114"/>
                  </a:lnTo>
                  <a:lnTo>
                    <a:pt x="9048" y="88805"/>
                  </a:lnTo>
                  <a:lnTo>
                    <a:pt x="15939" y="84831"/>
                  </a:lnTo>
                  <a:lnTo>
                    <a:pt x="17481" y="85328"/>
                  </a:lnTo>
                  <a:lnTo>
                    <a:pt x="24052" y="80452"/>
                  </a:lnTo>
                  <a:lnTo>
                    <a:pt x="27679" y="79561"/>
                  </a:lnTo>
                  <a:lnTo>
                    <a:pt x="31716" y="73837"/>
                  </a:lnTo>
                  <a:lnTo>
                    <a:pt x="32257" y="66450"/>
                  </a:lnTo>
                  <a:lnTo>
                    <a:pt x="30411" y="65461"/>
                  </a:lnTo>
                  <a:lnTo>
                    <a:pt x="29504" y="64124"/>
                  </a:lnTo>
                  <a:lnTo>
                    <a:pt x="29346" y="58741"/>
                  </a:lnTo>
                  <a:lnTo>
                    <a:pt x="31650" y="49677"/>
                  </a:lnTo>
                  <a:lnTo>
                    <a:pt x="32165" y="48752"/>
                  </a:lnTo>
                  <a:lnTo>
                    <a:pt x="34110" y="47912"/>
                  </a:lnTo>
                  <a:lnTo>
                    <a:pt x="36692" y="42396"/>
                  </a:lnTo>
                  <a:lnTo>
                    <a:pt x="35712" y="40717"/>
                  </a:lnTo>
                  <a:lnTo>
                    <a:pt x="30834" y="46730"/>
                  </a:lnTo>
                  <a:lnTo>
                    <a:pt x="30686" y="43568"/>
                  </a:lnTo>
                  <a:lnTo>
                    <a:pt x="30595" y="33363"/>
                  </a:lnTo>
                  <a:lnTo>
                    <a:pt x="39729" y="33227"/>
                  </a:lnTo>
                  <a:lnTo>
                    <a:pt x="39906" y="30378"/>
                  </a:lnTo>
                  <a:lnTo>
                    <a:pt x="45853" y="34226"/>
                  </a:lnTo>
                  <a:lnTo>
                    <a:pt x="48206" y="32039"/>
                  </a:lnTo>
                  <a:lnTo>
                    <a:pt x="48496" y="29974"/>
                  </a:lnTo>
                  <a:lnTo>
                    <a:pt x="46420" y="27823"/>
                  </a:lnTo>
                  <a:lnTo>
                    <a:pt x="54441" y="23080"/>
                  </a:lnTo>
                  <a:lnTo>
                    <a:pt x="57321" y="25401"/>
                  </a:lnTo>
                  <a:lnTo>
                    <a:pt x="62750" y="15865"/>
                  </a:lnTo>
                  <a:lnTo>
                    <a:pt x="63330" y="16904"/>
                  </a:lnTo>
                  <a:lnTo>
                    <a:pt x="62292" y="19366"/>
                  </a:lnTo>
                  <a:lnTo>
                    <a:pt x="69008" y="19620"/>
                  </a:lnTo>
                  <a:lnTo>
                    <a:pt x="71096" y="19128"/>
                  </a:lnTo>
                  <a:lnTo>
                    <a:pt x="70972" y="17986"/>
                  </a:lnTo>
                  <a:lnTo>
                    <a:pt x="66172" y="17944"/>
                  </a:lnTo>
                  <a:lnTo>
                    <a:pt x="65015" y="15584"/>
                  </a:lnTo>
                  <a:lnTo>
                    <a:pt x="66460" y="13219"/>
                  </a:lnTo>
                  <a:lnTo>
                    <a:pt x="68697" y="13017"/>
                  </a:lnTo>
                  <a:lnTo>
                    <a:pt x="71022" y="14916"/>
                  </a:lnTo>
                  <a:lnTo>
                    <a:pt x="75041" y="12650"/>
                  </a:lnTo>
                  <a:lnTo>
                    <a:pt x="74604" y="11039"/>
                  </a:lnTo>
                  <a:lnTo>
                    <a:pt x="73677" y="9912"/>
                  </a:lnTo>
                  <a:lnTo>
                    <a:pt x="71652" y="9357"/>
                  </a:lnTo>
                  <a:lnTo>
                    <a:pt x="68172" y="10636"/>
                  </a:lnTo>
                  <a:lnTo>
                    <a:pt x="64226" y="7647"/>
                  </a:lnTo>
                  <a:lnTo>
                    <a:pt x="60487" y="3536"/>
                  </a:lnTo>
                  <a:lnTo>
                    <a:pt x="6115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h6904"/>
            <p:cNvSpPr/>
            <p:nvPr/>
          </p:nvSpPr>
          <p:spPr>
            <a:xfrm>
              <a:off x="10167030" y="2332133"/>
              <a:ext cx="105523" cy="132189"/>
            </a:xfrm>
            <a:custGeom>
              <a:avLst/>
              <a:pathLst>
                <a:path w="105523" h="132189">
                  <a:moveTo>
                    <a:pt x="93571" y="2725"/>
                  </a:moveTo>
                  <a:lnTo>
                    <a:pt x="95144" y="3327"/>
                  </a:lnTo>
                  <a:lnTo>
                    <a:pt x="88732" y="12281"/>
                  </a:lnTo>
                  <a:lnTo>
                    <a:pt x="89555" y="17210"/>
                  </a:lnTo>
                  <a:lnTo>
                    <a:pt x="78380" y="17709"/>
                  </a:lnTo>
                  <a:lnTo>
                    <a:pt x="82120" y="20383"/>
                  </a:lnTo>
                  <a:lnTo>
                    <a:pt x="85508" y="27110"/>
                  </a:lnTo>
                  <a:lnTo>
                    <a:pt x="84716" y="31684"/>
                  </a:lnTo>
                  <a:lnTo>
                    <a:pt x="81935" y="34499"/>
                  </a:lnTo>
                  <a:lnTo>
                    <a:pt x="105523" y="45297"/>
                  </a:lnTo>
                  <a:lnTo>
                    <a:pt x="103802" y="53367"/>
                  </a:lnTo>
                  <a:lnTo>
                    <a:pt x="96986" y="55248"/>
                  </a:lnTo>
                  <a:lnTo>
                    <a:pt x="93828" y="54248"/>
                  </a:lnTo>
                  <a:lnTo>
                    <a:pt x="89811" y="54672"/>
                  </a:lnTo>
                  <a:lnTo>
                    <a:pt x="82775" y="58976"/>
                  </a:lnTo>
                  <a:lnTo>
                    <a:pt x="85505" y="58389"/>
                  </a:lnTo>
                  <a:lnTo>
                    <a:pt x="84302" y="60708"/>
                  </a:lnTo>
                  <a:lnTo>
                    <a:pt x="78469" y="64419"/>
                  </a:lnTo>
                  <a:lnTo>
                    <a:pt x="76522" y="70928"/>
                  </a:lnTo>
                  <a:lnTo>
                    <a:pt x="73370" y="71682"/>
                  </a:lnTo>
                  <a:lnTo>
                    <a:pt x="69200" y="76127"/>
                  </a:lnTo>
                  <a:lnTo>
                    <a:pt x="67789" y="78838"/>
                  </a:lnTo>
                  <a:lnTo>
                    <a:pt x="67419" y="83779"/>
                  </a:lnTo>
                  <a:lnTo>
                    <a:pt x="54000" y="90064"/>
                  </a:lnTo>
                  <a:lnTo>
                    <a:pt x="52033" y="103146"/>
                  </a:lnTo>
                  <a:lnTo>
                    <a:pt x="49513" y="108761"/>
                  </a:lnTo>
                  <a:lnTo>
                    <a:pt x="49736" y="111032"/>
                  </a:lnTo>
                  <a:lnTo>
                    <a:pt x="48430" y="117702"/>
                  </a:lnTo>
                  <a:lnTo>
                    <a:pt x="46054" y="119655"/>
                  </a:lnTo>
                  <a:lnTo>
                    <a:pt x="41880" y="121361"/>
                  </a:lnTo>
                  <a:lnTo>
                    <a:pt x="42394" y="125927"/>
                  </a:lnTo>
                  <a:lnTo>
                    <a:pt x="41881" y="129219"/>
                  </a:lnTo>
                  <a:lnTo>
                    <a:pt x="40624" y="128137"/>
                  </a:lnTo>
                  <a:lnTo>
                    <a:pt x="40146" y="125489"/>
                  </a:lnTo>
                  <a:lnTo>
                    <a:pt x="36413" y="126314"/>
                  </a:lnTo>
                  <a:lnTo>
                    <a:pt x="32122" y="127728"/>
                  </a:lnTo>
                  <a:lnTo>
                    <a:pt x="31087" y="132189"/>
                  </a:lnTo>
                  <a:lnTo>
                    <a:pt x="29423" y="127907"/>
                  </a:lnTo>
                  <a:lnTo>
                    <a:pt x="27793" y="116462"/>
                  </a:lnTo>
                  <a:lnTo>
                    <a:pt x="30220" y="109957"/>
                  </a:lnTo>
                  <a:lnTo>
                    <a:pt x="28041" y="107266"/>
                  </a:lnTo>
                  <a:lnTo>
                    <a:pt x="27547" y="103308"/>
                  </a:lnTo>
                  <a:lnTo>
                    <a:pt x="26754" y="103674"/>
                  </a:lnTo>
                  <a:lnTo>
                    <a:pt x="25474" y="100283"/>
                  </a:lnTo>
                  <a:lnTo>
                    <a:pt x="24517" y="97748"/>
                  </a:lnTo>
                  <a:lnTo>
                    <a:pt x="25571" y="89709"/>
                  </a:lnTo>
                  <a:lnTo>
                    <a:pt x="34905" y="93929"/>
                  </a:lnTo>
                  <a:lnTo>
                    <a:pt x="36021" y="91036"/>
                  </a:lnTo>
                  <a:lnTo>
                    <a:pt x="33527" y="87044"/>
                  </a:lnTo>
                  <a:lnTo>
                    <a:pt x="31556" y="85671"/>
                  </a:lnTo>
                  <a:lnTo>
                    <a:pt x="26601" y="85047"/>
                  </a:lnTo>
                  <a:lnTo>
                    <a:pt x="30751" y="80950"/>
                  </a:lnTo>
                  <a:lnTo>
                    <a:pt x="30396" y="79263"/>
                  </a:lnTo>
                  <a:lnTo>
                    <a:pt x="27993" y="78652"/>
                  </a:lnTo>
                  <a:lnTo>
                    <a:pt x="21095" y="73553"/>
                  </a:lnTo>
                  <a:lnTo>
                    <a:pt x="20666" y="69642"/>
                  </a:lnTo>
                  <a:lnTo>
                    <a:pt x="21556" y="65113"/>
                  </a:lnTo>
                  <a:lnTo>
                    <a:pt x="20948" y="61245"/>
                  </a:lnTo>
                  <a:lnTo>
                    <a:pt x="13870" y="48827"/>
                  </a:lnTo>
                  <a:lnTo>
                    <a:pt x="13448" y="46220"/>
                  </a:lnTo>
                  <a:lnTo>
                    <a:pt x="5324" y="37972"/>
                  </a:lnTo>
                  <a:lnTo>
                    <a:pt x="3661" y="25014"/>
                  </a:lnTo>
                  <a:lnTo>
                    <a:pt x="0" y="21243"/>
                  </a:lnTo>
                  <a:lnTo>
                    <a:pt x="7033" y="15783"/>
                  </a:lnTo>
                  <a:lnTo>
                    <a:pt x="6056" y="14448"/>
                  </a:lnTo>
                  <a:lnTo>
                    <a:pt x="14383" y="15941"/>
                  </a:lnTo>
                  <a:lnTo>
                    <a:pt x="18389" y="14514"/>
                  </a:lnTo>
                  <a:lnTo>
                    <a:pt x="20553" y="18734"/>
                  </a:lnTo>
                  <a:lnTo>
                    <a:pt x="22453" y="19484"/>
                  </a:lnTo>
                  <a:lnTo>
                    <a:pt x="24156" y="18353"/>
                  </a:lnTo>
                  <a:lnTo>
                    <a:pt x="24111" y="13421"/>
                  </a:lnTo>
                  <a:lnTo>
                    <a:pt x="24636" y="12589"/>
                  </a:lnTo>
                  <a:lnTo>
                    <a:pt x="30226" y="13098"/>
                  </a:lnTo>
                  <a:lnTo>
                    <a:pt x="34037" y="14457"/>
                  </a:lnTo>
                  <a:lnTo>
                    <a:pt x="38848" y="12595"/>
                  </a:lnTo>
                  <a:lnTo>
                    <a:pt x="39711" y="10272"/>
                  </a:lnTo>
                  <a:lnTo>
                    <a:pt x="51129" y="9438"/>
                  </a:lnTo>
                  <a:lnTo>
                    <a:pt x="51318" y="13423"/>
                  </a:lnTo>
                  <a:lnTo>
                    <a:pt x="54598" y="13715"/>
                  </a:lnTo>
                  <a:lnTo>
                    <a:pt x="54494" y="9288"/>
                  </a:lnTo>
                  <a:lnTo>
                    <a:pt x="56898" y="8302"/>
                  </a:lnTo>
                  <a:lnTo>
                    <a:pt x="58314" y="7720"/>
                  </a:lnTo>
                  <a:lnTo>
                    <a:pt x="61750" y="4219"/>
                  </a:lnTo>
                  <a:lnTo>
                    <a:pt x="65319" y="6301"/>
                  </a:lnTo>
                  <a:lnTo>
                    <a:pt x="77887" y="6525"/>
                  </a:lnTo>
                  <a:lnTo>
                    <a:pt x="80381" y="2947"/>
                  </a:lnTo>
                  <a:lnTo>
                    <a:pt x="86963" y="6656"/>
                  </a:lnTo>
                  <a:lnTo>
                    <a:pt x="86686" y="4913"/>
                  </a:lnTo>
                  <a:lnTo>
                    <a:pt x="9358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h6905"/>
            <p:cNvSpPr/>
            <p:nvPr/>
          </p:nvSpPr>
          <p:spPr>
            <a:xfrm>
              <a:off x="10165429" y="2301426"/>
              <a:ext cx="64610" cy="50191"/>
            </a:xfrm>
            <a:custGeom>
              <a:avLst/>
              <a:pathLst>
                <a:path w="64610" h="50191">
                  <a:moveTo>
                    <a:pt x="36027" y="536"/>
                  </a:moveTo>
                  <a:lnTo>
                    <a:pt x="37634" y="4895"/>
                  </a:lnTo>
                  <a:lnTo>
                    <a:pt x="54562" y="11532"/>
                  </a:lnTo>
                  <a:lnTo>
                    <a:pt x="54570" y="9793"/>
                  </a:lnTo>
                  <a:lnTo>
                    <a:pt x="56767" y="10851"/>
                  </a:lnTo>
                  <a:lnTo>
                    <a:pt x="56681" y="16006"/>
                  </a:lnTo>
                  <a:lnTo>
                    <a:pt x="63214" y="15989"/>
                  </a:lnTo>
                  <a:lnTo>
                    <a:pt x="64610" y="20970"/>
                  </a:lnTo>
                  <a:lnTo>
                    <a:pt x="59499" y="32790"/>
                  </a:lnTo>
                  <a:lnTo>
                    <a:pt x="56168" y="34463"/>
                  </a:lnTo>
                  <a:lnTo>
                    <a:pt x="58499" y="39009"/>
                  </a:lnTo>
                  <a:lnTo>
                    <a:pt x="56096" y="39995"/>
                  </a:lnTo>
                  <a:lnTo>
                    <a:pt x="56199" y="44422"/>
                  </a:lnTo>
                  <a:lnTo>
                    <a:pt x="52920" y="44130"/>
                  </a:lnTo>
                  <a:lnTo>
                    <a:pt x="52731" y="40145"/>
                  </a:lnTo>
                  <a:lnTo>
                    <a:pt x="41312" y="40979"/>
                  </a:lnTo>
                  <a:lnTo>
                    <a:pt x="40450" y="43302"/>
                  </a:lnTo>
                  <a:lnTo>
                    <a:pt x="35638" y="45164"/>
                  </a:lnTo>
                  <a:lnTo>
                    <a:pt x="31828" y="43805"/>
                  </a:lnTo>
                  <a:lnTo>
                    <a:pt x="26237" y="43296"/>
                  </a:lnTo>
                  <a:lnTo>
                    <a:pt x="25712" y="44128"/>
                  </a:lnTo>
                  <a:lnTo>
                    <a:pt x="25757" y="49060"/>
                  </a:lnTo>
                  <a:lnTo>
                    <a:pt x="24055" y="50191"/>
                  </a:lnTo>
                  <a:lnTo>
                    <a:pt x="22155" y="49441"/>
                  </a:lnTo>
                  <a:lnTo>
                    <a:pt x="19990" y="45221"/>
                  </a:lnTo>
                  <a:lnTo>
                    <a:pt x="15985" y="46648"/>
                  </a:lnTo>
                  <a:lnTo>
                    <a:pt x="7658" y="45155"/>
                  </a:lnTo>
                  <a:lnTo>
                    <a:pt x="3028" y="36325"/>
                  </a:lnTo>
                  <a:lnTo>
                    <a:pt x="2619" y="32409"/>
                  </a:lnTo>
                  <a:lnTo>
                    <a:pt x="0" y="27736"/>
                  </a:lnTo>
                  <a:lnTo>
                    <a:pt x="8498" y="21741"/>
                  </a:lnTo>
                  <a:lnTo>
                    <a:pt x="680" y="21061"/>
                  </a:lnTo>
                  <a:lnTo>
                    <a:pt x="934" y="20213"/>
                  </a:lnTo>
                  <a:lnTo>
                    <a:pt x="3020" y="13238"/>
                  </a:lnTo>
                  <a:lnTo>
                    <a:pt x="10412" y="14791"/>
                  </a:lnTo>
                  <a:lnTo>
                    <a:pt x="15006" y="12554"/>
                  </a:lnTo>
                  <a:lnTo>
                    <a:pt x="24389" y="12462"/>
                  </a:lnTo>
                  <a:lnTo>
                    <a:pt x="26609" y="10259"/>
                  </a:lnTo>
                  <a:lnTo>
                    <a:pt x="27607" y="6059"/>
                  </a:lnTo>
                  <a:lnTo>
                    <a:pt x="27305" y="3382"/>
                  </a:lnTo>
                  <a:lnTo>
                    <a:pt x="3454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h6906"/>
            <p:cNvSpPr/>
            <p:nvPr/>
          </p:nvSpPr>
          <p:spPr>
            <a:xfrm>
              <a:off x="10061745" y="2209868"/>
              <a:ext cx="112318" cy="166437"/>
            </a:xfrm>
            <a:custGeom>
              <a:avLst/>
              <a:pathLst>
                <a:path w="112318" h="166437">
                  <a:moveTo>
                    <a:pt x="34610" y="2552"/>
                  </a:moveTo>
                  <a:lnTo>
                    <a:pt x="37065" y="11193"/>
                  </a:lnTo>
                  <a:lnTo>
                    <a:pt x="43103" y="11215"/>
                  </a:lnTo>
                  <a:lnTo>
                    <a:pt x="51026" y="10078"/>
                  </a:lnTo>
                  <a:lnTo>
                    <a:pt x="57778" y="11014"/>
                  </a:lnTo>
                  <a:lnTo>
                    <a:pt x="60843" y="13533"/>
                  </a:lnTo>
                  <a:lnTo>
                    <a:pt x="61631" y="19379"/>
                  </a:lnTo>
                  <a:lnTo>
                    <a:pt x="57249" y="26101"/>
                  </a:lnTo>
                  <a:lnTo>
                    <a:pt x="57846" y="32399"/>
                  </a:lnTo>
                  <a:lnTo>
                    <a:pt x="50698" y="33753"/>
                  </a:lnTo>
                  <a:lnTo>
                    <a:pt x="46204" y="30813"/>
                  </a:lnTo>
                  <a:lnTo>
                    <a:pt x="36551" y="39234"/>
                  </a:lnTo>
                  <a:lnTo>
                    <a:pt x="33255" y="43397"/>
                  </a:lnTo>
                  <a:lnTo>
                    <a:pt x="27137" y="45348"/>
                  </a:lnTo>
                  <a:lnTo>
                    <a:pt x="28115" y="48301"/>
                  </a:lnTo>
                  <a:lnTo>
                    <a:pt x="33855" y="52380"/>
                  </a:lnTo>
                  <a:lnTo>
                    <a:pt x="37861" y="57849"/>
                  </a:lnTo>
                  <a:lnTo>
                    <a:pt x="37171" y="60483"/>
                  </a:lnTo>
                  <a:lnTo>
                    <a:pt x="33605" y="63225"/>
                  </a:lnTo>
                  <a:lnTo>
                    <a:pt x="36045" y="68141"/>
                  </a:lnTo>
                  <a:lnTo>
                    <a:pt x="39685" y="67378"/>
                  </a:lnTo>
                  <a:lnTo>
                    <a:pt x="48248" y="63597"/>
                  </a:lnTo>
                  <a:lnTo>
                    <a:pt x="52841" y="66575"/>
                  </a:lnTo>
                  <a:lnTo>
                    <a:pt x="56121" y="68701"/>
                  </a:lnTo>
                  <a:lnTo>
                    <a:pt x="58225" y="72122"/>
                  </a:lnTo>
                  <a:lnTo>
                    <a:pt x="55420" y="78424"/>
                  </a:lnTo>
                  <a:lnTo>
                    <a:pt x="57485" y="84609"/>
                  </a:lnTo>
                  <a:lnTo>
                    <a:pt x="60150" y="86256"/>
                  </a:lnTo>
                  <a:lnTo>
                    <a:pt x="62941" y="86026"/>
                  </a:lnTo>
                  <a:lnTo>
                    <a:pt x="65908" y="89309"/>
                  </a:lnTo>
                  <a:lnTo>
                    <a:pt x="67576" y="96803"/>
                  </a:lnTo>
                  <a:lnTo>
                    <a:pt x="71744" y="99282"/>
                  </a:lnTo>
                  <a:lnTo>
                    <a:pt x="74891" y="102577"/>
                  </a:lnTo>
                  <a:lnTo>
                    <a:pt x="76010" y="105123"/>
                  </a:lnTo>
                  <a:lnTo>
                    <a:pt x="71207" y="115213"/>
                  </a:lnTo>
                  <a:lnTo>
                    <a:pt x="74559" y="114374"/>
                  </a:lnTo>
                  <a:lnTo>
                    <a:pt x="75811" y="111628"/>
                  </a:lnTo>
                  <a:lnTo>
                    <a:pt x="83287" y="106586"/>
                  </a:lnTo>
                  <a:lnTo>
                    <a:pt x="85680" y="110660"/>
                  </a:lnTo>
                  <a:lnTo>
                    <a:pt x="87199" y="111286"/>
                  </a:lnTo>
                  <a:lnTo>
                    <a:pt x="93105" y="110953"/>
                  </a:lnTo>
                  <a:lnTo>
                    <a:pt x="96134" y="109668"/>
                  </a:lnTo>
                  <a:lnTo>
                    <a:pt x="97586" y="108155"/>
                  </a:lnTo>
                  <a:lnTo>
                    <a:pt x="103788" y="110818"/>
                  </a:lnTo>
                  <a:lnTo>
                    <a:pt x="104618" y="111770"/>
                  </a:lnTo>
                  <a:lnTo>
                    <a:pt x="104364" y="112618"/>
                  </a:lnTo>
                  <a:lnTo>
                    <a:pt x="112181" y="113298"/>
                  </a:lnTo>
                  <a:lnTo>
                    <a:pt x="103683" y="119293"/>
                  </a:lnTo>
                  <a:lnTo>
                    <a:pt x="106302" y="123966"/>
                  </a:lnTo>
                  <a:lnTo>
                    <a:pt x="106711" y="127882"/>
                  </a:lnTo>
                  <a:lnTo>
                    <a:pt x="111341" y="136713"/>
                  </a:lnTo>
                  <a:lnTo>
                    <a:pt x="112318" y="138047"/>
                  </a:lnTo>
                  <a:lnTo>
                    <a:pt x="105285" y="143507"/>
                  </a:lnTo>
                  <a:lnTo>
                    <a:pt x="108946" y="147278"/>
                  </a:lnTo>
                  <a:lnTo>
                    <a:pt x="110609" y="160236"/>
                  </a:lnTo>
                  <a:lnTo>
                    <a:pt x="108693" y="160790"/>
                  </a:lnTo>
                  <a:lnTo>
                    <a:pt x="106096" y="158557"/>
                  </a:lnTo>
                  <a:lnTo>
                    <a:pt x="98070" y="155588"/>
                  </a:lnTo>
                  <a:lnTo>
                    <a:pt x="90658" y="157633"/>
                  </a:lnTo>
                  <a:lnTo>
                    <a:pt x="89550" y="158879"/>
                  </a:lnTo>
                  <a:lnTo>
                    <a:pt x="88742" y="162241"/>
                  </a:lnTo>
                  <a:lnTo>
                    <a:pt x="87065" y="163918"/>
                  </a:lnTo>
                  <a:lnTo>
                    <a:pt x="75854" y="166437"/>
                  </a:lnTo>
                  <a:lnTo>
                    <a:pt x="71693" y="164758"/>
                  </a:lnTo>
                  <a:lnTo>
                    <a:pt x="70721" y="165190"/>
                  </a:lnTo>
                  <a:lnTo>
                    <a:pt x="69564" y="164186"/>
                  </a:lnTo>
                  <a:lnTo>
                    <a:pt x="63569" y="154017"/>
                  </a:lnTo>
                  <a:lnTo>
                    <a:pt x="62670" y="150364"/>
                  </a:lnTo>
                  <a:lnTo>
                    <a:pt x="65605" y="147180"/>
                  </a:lnTo>
                  <a:lnTo>
                    <a:pt x="66747" y="142971"/>
                  </a:lnTo>
                  <a:lnTo>
                    <a:pt x="64469" y="141030"/>
                  </a:lnTo>
                  <a:lnTo>
                    <a:pt x="59809" y="139474"/>
                  </a:lnTo>
                  <a:lnTo>
                    <a:pt x="53793" y="127585"/>
                  </a:lnTo>
                  <a:lnTo>
                    <a:pt x="51626" y="119574"/>
                  </a:lnTo>
                  <a:lnTo>
                    <a:pt x="34895" y="100253"/>
                  </a:lnTo>
                  <a:lnTo>
                    <a:pt x="32724" y="99775"/>
                  </a:lnTo>
                  <a:lnTo>
                    <a:pt x="30894" y="99470"/>
                  </a:lnTo>
                  <a:lnTo>
                    <a:pt x="29064" y="101125"/>
                  </a:lnTo>
                  <a:lnTo>
                    <a:pt x="27857" y="100255"/>
                  </a:lnTo>
                  <a:lnTo>
                    <a:pt x="25821" y="95778"/>
                  </a:lnTo>
                  <a:lnTo>
                    <a:pt x="28432" y="94836"/>
                  </a:lnTo>
                  <a:lnTo>
                    <a:pt x="27684" y="93155"/>
                  </a:lnTo>
                  <a:lnTo>
                    <a:pt x="20718" y="87236"/>
                  </a:lnTo>
                  <a:lnTo>
                    <a:pt x="18815" y="86530"/>
                  </a:lnTo>
                  <a:lnTo>
                    <a:pt x="14737" y="78414"/>
                  </a:lnTo>
                  <a:lnTo>
                    <a:pt x="13904" y="74869"/>
                  </a:lnTo>
                  <a:lnTo>
                    <a:pt x="7234" y="71896"/>
                  </a:lnTo>
                  <a:lnTo>
                    <a:pt x="8340" y="56047"/>
                  </a:lnTo>
                  <a:lnTo>
                    <a:pt x="7742" y="51256"/>
                  </a:lnTo>
                  <a:lnTo>
                    <a:pt x="8998" y="49348"/>
                  </a:lnTo>
                  <a:lnTo>
                    <a:pt x="6116" y="47335"/>
                  </a:lnTo>
                  <a:lnTo>
                    <a:pt x="5046" y="46842"/>
                  </a:lnTo>
                  <a:lnTo>
                    <a:pt x="0" y="38496"/>
                  </a:lnTo>
                  <a:lnTo>
                    <a:pt x="3895" y="39256"/>
                  </a:lnTo>
                  <a:lnTo>
                    <a:pt x="119" y="28318"/>
                  </a:lnTo>
                  <a:lnTo>
                    <a:pt x="2931" y="26072"/>
                  </a:lnTo>
                  <a:lnTo>
                    <a:pt x="5780" y="25559"/>
                  </a:lnTo>
                  <a:lnTo>
                    <a:pt x="8076" y="19978"/>
                  </a:lnTo>
                  <a:lnTo>
                    <a:pt x="7237" y="18107"/>
                  </a:lnTo>
                  <a:lnTo>
                    <a:pt x="5221" y="18277"/>
                  </a:lnTo>
                  <a:lnTo>
                    <a:pt x="3997" y="16782"/>
                  </a:lnTo>
                  <a:lnTo>
                    <a:pt x="4769" y="11779"/>
                  </a:lnTo>
                  <a:lnTo>
                    <a:pt x="8436" y="11594"/>
                  </a:lnTo>
                  <a:lnTo>
                    <a:pt x="10204" y="12440"/>
                  </a:lnTo>
                  <a:lnTo>
                    <a:pt x="26568" y="3962"/>
                  </a:lnTo>
                  <a:lnTo>
                    <a:pt x="2443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h6907"/>
            <p:cNvSpPr/>
            <p:nvPr/>
          </p:nvSpPr>
          <p:spPr>
            <a:xfrm>
              <a:off x="10343657" y="2076834"/>
              <a:ext cx="112399" cy="163428"/>
            </a:xfrm>
            <a:custGeom>
              <a:avLst/>
              <a:pathLst>
                <a:path w="112399" h="163428">
                  <a:moveTo>
                    <a:pt x="42823" y="7832"/>
                  </a:moveTo>
                  <a:lnTo>
                    <a:pt x="47507" y="8331"/>
                  </a:lnTo>
                  <a:lnTo>
                    <a:pt x="61040" y="11558"/>
                  </a:lnTo>
                  <a:lnTo>
                    <a:pt x="63623" y="8470"/>
                  </a:lnTo>
                  <a:lnTo>
                    <a:pt x="67712" y="8153"/>
                  </a:lnTo>
                  <a:lnTo>
                    <a:pt x="67797" y="11004"/>
                  </a:lnTo>
                  <a:lnTo>
                    <a:pt x="74347" y="11048"/>
                  </a:lnTo>
                  <a:lnTo>
                    <a:pt x="62242" y="24130"/>
                  </a:lnTo>
                  <a:lnTo>
                    <a:pt x="65290" y="25700"/>
                  </a:lnTo>
                  <a:lnTo>
                    <a:pt x="65303" y="29604"/>
                  </a:lnTo>
                  <a:lnTo>
                    <a:pt x="64289" y="33017"/>
                  </a:lnTo>
                  <a:lnTo>
                    <a:pt x="65090" y="34010"/>
                  </a:lnTo>
                  <a:lnTo>
                    <a:pt x="72438" y="34385"/>
                  </a:lnTo>
                  <a:lnTo>
                    <a:pt x="72692" y="36283"/>
                  </a:lnTo>
                  <a:lnTo>
                    <a:pt x="71389" y="42156"/>
                  </a:lnTo>
                  <a:lnTo>
                    <a:pt x="71489" y="48389"/>
                  </a:lnTo>
                  <a:lnTo>
                    <a:pt x="65446" y="53659"/>
                  </a:lnTo>
                  <a:lnTo>
                    <a:pt x="83615" y="75946"/>
                  </a:lnTo>
                  <a:lnTo>
                    <a:pt x="98243" y="91403"/>
                  </a:lnTo>
                  <a:lnTo>
                    <a:pt x="105802" y="112972"/>
                  </a:lnTo>
                  <a:lnTo>
                    <a:pt x="109545" y="110142"/>
                  </a:lnTo>
                  <a:lnTo>
                    <a:pt x="111659" y="111699"/>
                  </a:lnTo>
                  <a:lnTo>
                    <a:pt x="112399" y="113584"/>
                  </a:lnTo>
                  <a:lnTo>
                    <a:pt x="112016" y="114620"/>
                  </a:lnTo>
                  <a:lnTo>
                    <a:pt x="110668" y="118103"/>
                  </a:lnTo>
                  <a:lnTo>
                    <a:pt x="108138" y="119952"/>
                  </a:lnTo>
                  <a:lnTo>
                    <a:pt x="106152" y="128462"/>
                  </a:lnTo>
                  <a:lnTo>
                    <a:pt x="104912" y="130687"/>
                  </a:lnTo>
                  <a:lnTo>
                    <a:pt x="98803" y="132719"/>
                  </a:lnTo>
                  <a:lnTo>
                    <a:pt x="97201" y="131118"/>
                  </a:lnTo>
                  <a:lnTo>
                    <a:pt x="85528" y="129714"/>
                  </a:lnTo>
                  <a:lnTo>
                    <a:pt x="82124" y="128588"/>
                  </a:lnTo>
                  <a:lnTo>
                    <a:pt x="74891" y="128524"/>
                  </a:lnTo>
                  <a:lnTo>
                    <a:pt x="72021" y="130247"/>
                  </a:lnTo>
                  <a:lnTo>
                    <a:pt x="73371" y="133172"/>
                  </a:lnTo>
                  <a:lnTo>
                    <a:pt x="69037" y="134660"/>
                  </a:lnTo>
                  <a:lnTo>
                    <a:pt x="69100" y="135814"/>
                  </a:lnTo>
                  <a:lnTo>
                    <a:pt x="70293" y="138461"/>
                  </a:lnTo>
                  <a:lnTo>
                    <a:pt x="71309" y="137908"/>
                  </a:lnTo>
                  <a:lnTo>
                    <a:pt x="76250" y="145160"/>
                  </a:lnTo>
                  <a:lnTo>
                    <a:pt x="75018" y="145587"/>
                  </a:lnTo>
                  <a:lnTo>
                    <a:pt x="74458" y="152871"/>
                  </a:lnTo>
                  <a:lnTo>
                    <a:pt x="79687" y="153154"/>
                  </a:lnTo>
                  <a:lnTo>
                    <a:pt x="80072" y="154072"/>
                  </a:lnTo>
                  <a:lnTo>
                    <a:pt x="80699" y="155732"/>
                  </a:lnTo>
                  <a:lnTo>
                    <a:pt x="77310" y="155542"/>
                  </a:lnTo>
                  <a:lnTo>
                    <a:pt x="79786" y="162796"/>
                  </a:lnTo>
                  <a:lnTo>
                    <a:pt x="76512" y="163428"/>
                  </a:lnTo>
                  <a:lnTo>
                    <a:pt x="71914" y="161303"/>
                  </a:lnTo>
                  <a:lnTo>
                    <a:pt x="67555" y="154331"/>
                  </a:lnTo>
                  <a:lnTo>
                    <a:pt x="67280" y="153921"/>
                  </a:lnTo>
                  <a:lnTo>
                    <a:pt x="63388" y="154921"/>
                  </a:lnTo>
                  <a:lnTo>
                    <a:pt x="63303" y="150742"/>
                  </a:lnTo>
                  <a:lnTo>
                    <a:pt x="60497" y="151383"/>
                  </a:lnTo>
                  <a:lnTo>
                    <a:pt x="59830" y="152396"/>
                  </a:lnTo>
                  <a:lnTo>
                    <a:pt x="51884" y="152362"/>
                  </a:lnTo>
                  <a:lnTo>
                    <a:pt x="48990" y="151391"/>
                  </a:lnTo>
                  <a:lnTo>
                    <a:pt x="45321" y="145416"/>
                  </a:lnTo>
                  <a:lnTo>
                    <a:pt x="45155" y="142948"/>
                  </a:lnTo>
                  <a:lnTo>
                    <a:pt x="47177" y="142622"/>
                  </a:lnTo>
                  <a:lnTo>
                    <a:pt x="48823" y="132322"/>
                  </a:lnTo>
                  <a:lnTo>
                    <a:pt x="50845" y="131266"/>
                  </a:lnTo>
                  <a:lnTo>
                    <a:pt x="50642" y="130860"/>
                  </a:lnTo>
                  <a:lnTo>
                    <a:pt x="48137" y="128845"/>
                  </a:lnTo>
                  <a:lnTo>
                    <a:pt x="41650" y="127623"/>
                  </a:lnTo>
                  <a:lnTo>
                    <a:pt x="37322" y="133837"/>
                  </a:lnTo>
                  <a:lnTo>
                    <a:pt x="33773" y="129199"/>
                  </a:lnTo>
                  <a:lnTo>
                    <a:pt x="34643" y="124022"/>
                  </a:lnTo>
                  <a:lnTo>
                    <a:pt x="33437" y="119970"/>
                  </a:lnTo>
                  <a:lnTo>
                    <a:pt x="31967" y="119714"/>
                  </a:lnTo>
                  <a:lnTo>
                    <a:pt x="31058" y="115669"/>
                  </a:lnTo>
                  <a:lnTo>
                    <a:pt x="22241" y="114015"/>
                  </a:lnTo>
                  <a:lnTo>
                    <a:pt x="18326" y="115090"/>
                  </a:lnTo>
                  <a:lnTo>
                    <a:pt x="17935" y="113098"/>
                  </a:lnTo>
                  <a:lnTo>
                    <a:pt x="12985" y="113268"/>
                  </a:lnTo>
                  <a:lnTo>
                    <a:pt x="7461" y="111027"/>
                  </a:lnTo>
                  <a:lnTo>
                    <a:pt x="0" y="105427"/>
                  </a:lnTo>
                  <a:lnTo>
                    <a:pt x="4208" y="97781"/>
                  </a:lnTo>
                  <a:lnTo>
                    <a:pt x="3488" y="88864"/>
                  </a:lnTo>
                  <a:lnTo>
                    <a:pt x="12630" y="84953"/>
                  </a:lnTo>
                  <a:lnTo>
                    <a:pt x="12748" y="75125"/>
                  </a:lnTo>
                  <a:lnTo>
                    <a:pt x="13498" y="72998"/>
                  </a:lnTo>
                  <a:lnTo>
                    <a:pt x="6094" y="64569"/>
                  </a:lnTo>
                  <a:lnTo>
                    <a:pt x="4834" y="59207"/>
                  </a:lnTo>
                  <a:lnTo>
                    <a:pt x="12870" y="50502"/>
                  </a:lnTo>
                  <a:lnTo>
                    <a:pt x="13506" y="48291"/>
                  </a:lnTo>
                  <a:lnTo>
                    <a:pt x="13345" y="44282"/>
                  </a:lnTo>
                  <a:lnTo>
                    <a:pt x="16561" y="37992"/>
                  </a:lnTo>
                  <a:lnTo>
                    <a:pt x="20350" y="28031"/>
                  </a:lnTo>
                  <a:lnTo>
                    <a:pt x="26774" y="23827"/>
                  </a:lnTo>
                  <a:lnTo>
                    <a:pt x="31624" y="22023"/>
                  </a:lnTo>
                  <a:lnTo>
                    <a:pt x="36446" y="13897"/>
                  </a:lnTo>
                  <a:lnTo>
                    <a:pt x="34602" y="10291"/>
                  </a:lnTo>
                  <a:lnTo>
                    <a:pt x="34119" y="5745"/>
                  </a:lnTo>
                  <a:lnTo>
                    <a:pt x="381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h6908"/>
            <p:cNvSpPr/>
            <p:nvPr/>
          </p:nvSpPr>
          <p:spPr>
            <a:xfrm>
              <a:off x="10360816" y="2406928"/>
              <a:ext cx="50791" cy="54024"/>
            </a:xfrm>
            <a:custGeom>
              <a:avLst/>
              <a:pathLst>
                <a:path w="50791" h="54024">
                  <a:moveTo>
                    <a:pt x="17044" y="1242"/>
                  </a:moveTo>
                  <a:lnTo>
                    <a:pt x="18271" y="3944"/>
                  </a:lnTo>
                  <a:lnTo>
                    <a:pt x="19096" y="3954"/>
                  </a:lnTo>
                  <a:lnTo>
                    <a:pt x="21934" y="8408"/>
                  </a:lnTo>
                  <a:lnTo>
                    <a:pt x="21569" y="10187"/>
                  </a:lnTo>
                  <a:lnTo>
                    <a:pt x="19144" y="11147"/>
                  </a:lnTo>
                  <a:lnTo>
                    <a:pt x="19827" y="15442"/>
                  </a:lnTo>
                  <a:lnTo>
                    <a:pt x="22056" y="15349"/>
                  </a:lnTo>
                  <a:lnTo>
                    <a:pt x="22790" y="14261"/>
                  </a:lnTo>
                  <a:lnTo>
                    <a:pt x="30519" y="12067"/>
                  </a:lnTo>
                  <a:lnTo>
                    <a:pt x="31082" y="14378"/>
                  </a:lnTo>
                  <a:lnTo>
                    <a:pt x="28477" y="16454"/>
                  </a:lnTo>
                  <a:lnTo>
                    <a:pt x="24390" y="17443"/>
                  </a:lnTo>
                  <a:lnTo>
                    <a:pt x="23733" y="18831"/>
                  </a:lnTo>
                  <a:lnTo>
                    <a:pt x="24547" y="19862"/>
                  </a:lnTo>
                  <a:lnTo>
                    <a:pt x="32314" y="20103"/>
                  </a:lnTo>
                  <a:lnTo>
                    <a:pt x="35373" y="21730"/>
                  </a:lnTo>
                  <a:lnTo>
                    <a:pt x="40530" y="22419"/>
                  </a:lnTo>
                  <a:lnTo>
                    <a:pt x="40741" y="25927"/>
                  </a:lnTo>
                  <a:lnTo>
                    <a:pt x="39855" y="27112"/>
                  </a:lnTo>
                  <a:lnTo>
                    <a:pt x="40122" y="27812"/>
                  </a:lnTo>
                  <a:lnTo>
                    <a:pt x="50791" y="29248"/>
                  </a:lnTo>
                  <a:lnTo>
                    <a:pt x="43782" y="35158"/>
                  </a:lnTo>
                  <a:lnTo>
                    <a:pt x="40547" y="38779"/>
                  </a:lnTo>
                  <a:lnTo>
                    <a:pt x="41148" y="41666"/>
                  </a:lnTo>
                  <a:lnTo>
                    <a:pt x="38331" y="45837"/>
                  </a:lnTo>
                  <a:lnTo>
                    <a:pt x="31571" y="53427"/>
                  </a:lnTo>
                  <a:lnTo>
                    <a:pt x="24232" y="54024"/>
                  </a:lnTo>
                  <a:lnTo>
                    <a:pt x="21950" y="52360"/>
                  </a:lnTo>
                  <a:lnTo>
                    <a:pt x="18699" y="52006"/>
                  </a:lnTo>
                  <a:lnTo>
                    <a:pt x="14161" y="51904"/>
                  </a:lnTo>
                  <a:lnTo>
                    <a:pt x="14176" y="48284"/>
                  </a:lnTo>
                  <a:lnTo>
                    <a:pt x="15289" y="45933"/>
                  </a:lnTo>
                  <a:lnTo>
                    <a:pt x="15401" y="42703"/>
                  </a:lnTo>
                  <a:lnTo>
                    <a:pt x="12304" y="39583"/>
                  </a:lnTo>
                  <a:lnTo>
                    <a:pt x="8780" y="37383"/>
                  </a:lnTo>
                  <a:lnTo>
                    <a:pt x="2416" y="37444"/>
                  </a:lnTo>
                  <a:lnTo>
                    <a:pt x="0" y="35663"/>
                  </a:lnTo>
                  <a:lnTo>
                    <a:pt x="2253" y="27022"/>
                  </a:lnTo>
                  <a:lnTo>
                    <a:pt x="1579" y="18447"/>
                  </a:lnTo>
                  <a:lnTo>
                    <a:pt x="2749" y="14540"/>
                  </a:lnTo>
                  <a:lnTo>
                    <a:pt x="10018" y="12412"/>
                  </a:lnTo>
                  <a:lnTo>
                    <a:pt x="9546" y="7801"/>
                  </a:lnTo>
                  <a:lnTo>
                    <a:pt x="13860" y="245"/>
                  </a:lnTo>
                  <a:lnTo>
                    <a:pt x="153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h6909"/>
            <p:cNvSpPr/>
            <p:nvPr/>
          </p:nvSpPr>
          <p:spPr>
            <a:xfrm>
              <a:off x="10239436" y="2161312"/>
              <a:ext cx="93139" cy="114332"/>
            </a:xfrm>
            <a:custGeom>
              <a:avLst/>
              <a:pathLst>
                <a:path w="93139" h="114332">
                  <a:moveTo>
                    <a:pt x="24599" y="5053"/>
                  </a:moveTo>
                  <a:lnTo>
                    <a:pt x="29982" y="15437"/>
                  </a:lnTo>
                  <a:lnTo>
                    <a:pt x="28260" y="19446"/>
                  </a:lnTo>
                  <a:lnTo>
                    <a:pt x="28002" y="23463"/>
                  </a:lnTo>
                  <a:lnTo>
                    <a:pt x="32761" y="33384"/>
                  </a:lnTo>
                  <a:lnTo>
                    <a:pt x="36622" y="34190"/>
                  </a:lnTo>
                  <a:lnTo>
                    <a:pt x="37461" y="36806"/>
                  </a:lnTo>
                  <a:lnTo>
                    <a:pt x="38015" y="49340"/>
                  </a:lnTo>
                  <a:lnTo>
                    <a:pt x="38852" y="50306"/>
                  </a:lnTo>
                  <a:lnTo>
                    <a:pt x="44015" y="50312"/>
                  </a:lnTo>
                  <a:lnTo>
                    <a:pt x="48946" y="46688"/>
                  </a:lnTo>
                  <a:lnTo>
                    <a:pt x="53081" y="47943"/>
                  </a:lnTo>
                  <a:lnTo>
                    <a:pt x="54554" y="50104"/>
                  </a:lnTo>
                  <a:lnTo>
                    <a:pt x="51795" y="52194"/>
                  </a:lnTo>
                  <a:lnTo>
                    <a:pt x="52784" y="58964"/>
                  </a:lnTo>
                  <a:lnTo>
                    <a:pt x="54322" y="64086"/>
                  </a:lnTo>
                  <a:lnTo>
                    <a:pt x="56838" y="68367"/>
                  </a:lnTo>
                  <a:lnTo>
                    <a:pt x="55472" y="72736"/>
                  </a:lnTo>
                  <a:lnTo>
                    <a:pt x="56604" y="73157"/>
                  </a:lnTo>
                  <a:lnTo>
                    <a:pt x="62382" y="80302"/>
                  </a:lnTo>
                  <a:lnTo>
                    <a:pt x="65849" y="76642"/>
                  </a:lnTo>
                  <a:lnTo>
                    <a:pt x="68707" y="77382"/>
                  </a:lnTo>
                  <a:lnTo>
                    <a:pt x="71419" y="79528"/>
                  </a:lnTo>
                  <a:lnTo>
                    <a:pt x="77199" y="81136"/>
                  </a:lnTo>
                  <a:lnTo>
                    <a:pt x="91690" y="93111"/>
                  </a:lnTo>
                  <a:lnTo>
                    <a:pt x="93139" y="94983"/>
                  </a:lnTo>
                  <a:lnTo>
                    <a:pt x="92930" y="96278"/>
                  </a:lnTo>
                  <a:lnTo>
                    <a:pt x="91227" y="97976"/>
                  </a:lnTo>
                  <a:lnTo>
                    <a:pt x="88929" y="99756"/>
                  </a:lnTo>
                  <a:lnTo>
                    <a:pt x="87114" y="99055"/>
                  </a:lnTo>
                  <a:lnTo>
                    <a:pt x="88143" y="96725"/>
                  </a:lnTo>
                  <a:lnTo>
                    <a:pt x="81290" y="100672"/>
                  </a:lnTo>
                  <a:lnTo>
                    <a:pt x="81769" y="101934"/>
                  </a:lnTo>
                  <a:lnTo>
                    <a:pt x="74189" y="108762"/>
                  </a:lnTo>
                  <a:lnTo>
                    <a:pt x="73934" y="114332"/>
                  </a:lnTo>
                  <a:lnTo>
                    <a:pt x="69209" y="112529"/>
                  </a:lnTo>
                  <a:lnTo>
                    <a:pt x="63028" y="108819"/>
                  </a:lnTo>
                  <a:lnTo>
                    <a:pt x="61173" y="110696"/>
                  </a:lnTo>
                  <a:lnTo>
                    <a:pt x="56234" y="113514"/>
                  </a:lnTo>
                  <a:lnTo>
                    <a:pt x="55930" y="112176"/>
                  </a:lnTo>
                  <a:lnTo>
                    <a:pt x="54037" y="111209"/>
                  </a:lnTo>
                  <a:lnTo>
                    <a:pt x="50050" y="112570"/>
                  </a:lnTo>
                  <a:lnTo>
                    <a:pt x="49026" y="113615"/>
                  </a:lnTo>
                  <a:lnTo>
                    <a:pt x="47327" y="113446"/>
                  </a:lnTo>
                  <a:lnTo>
                    <a:pt x="44546" y="111283"/>
                  </a:lnTo>
                  <a:lnTo>
                    <a:pt x="46139" y="107652"/>
                  </a:lnTo>
                  <a:lnTo>
                    <a:pt x="45084" y="99606"/>
                  </a:lnTo>
                  <a:lnTo>
                    <a:pt x="38814" y="91530"/>
                  </a:lnTo>
                  <a:lnTo>
                    <a:pt x="33031" y="88204"/>
                  </a:lnTo>
                  <a:lnTo>
                    <a:pt x="31091" y="87741"/>
                  </a:lnTo>
                  <a:lnTo>
                    <a:pt x="26456" y="89809"/>
                  </a:lnTo>
                  <a:lnTo>
                    <a:pt x="24846" y="93846"/>
                  </a:lnTo>
                  <a:lnTo>
                    <a:pt x="22904" y="93532"/>
                  </a:lnTo>
                  <a:lnTo>
                    <a:pt x="21341" y="92401"/>
                  </a:lnTo>
                  <a:lnTo>
                    <a:pt x="21396" y="88746"/>
                  </a:lnTo>
                  <a:lnTo>
                    <a:pt x="19631" y="85373"/>
                  </a:lnTo>
                  <a:lnTo>
                    <a:pt x="17348" y="83125"/>
                  </a:lnTo>
                  <a:lnTo>
                    <a:pt x="13744" y="85750"/>
                  </a:lnTo>
                  <a:lnTo>
                    <a:pt x="8201" y="79364"/>
                  </a:lnTo>
                  <a:lnTo>
                    <a:pt x="9971" y="69567"/>
                  </a:lnTo>
                  <a:lnTo>
                    <a:pt x="9571" y="68670"/>
                  </a:lnTo>
                  <a:lnTo>
                    <a:pt x="7451" y="66176"/>
                  </a:lnTo>
                  <a:lnTo>
                    <a:pt x="3115" y="62908"/>
                  </a:lnTo>
                  <a:lnTo>
                    <a:pt x="865" y="59603"/>
                  </a:lnTo>
                  <a:lnTo>
                    <a:pt x="0" y="52776"/>
                  </a:lnTo>
                  <a:lnTo>
                    <a:pt x="3142" y="52618"/>
                  </a:lnTo>
                  <a:lnTo>
                    <a:pt x="1475" y="45002"/>
                  </a:lnTo>
                  <a:lnTo>
                    <a:pt x="2644" y="43650"/>
                  </a:lnTo>
                  <a:lnTo>
                    <a:pt x="4822" y="43066"/>
                  </a:lnTo>
                  <a:lnTo>
                    <a:pt x="6847" y="35478"/>
                  </a:lnTo>
                  <a:lnTo>
                    <a:pt x="5694" y="33175"/>
                  </a:lnTo>
                  <a:lnTo>
                    <a:pt x="3104" y="30798"/>
                  </a:lnTo>
                  <a:lnTo>
                    <a:pt x="9134" y="25012"/>
                  </a:lnTo>
                  <a:lnTo>
                    <a:pt x="8191" y="22494"/>
                  </a:lnTo>
                  <a:lnTo>
                    <a:pt x="12962" y="20351"/>
                  </a:lnTo>
                  <a:lnTo>
                    <a:pt x="21985" y="6995"/>
                  </a:lnTo>
                  <a:lnTo>
                    <a:pt x="18026" y="2325"/>
                  </a:lnTo>
                  <a:lnTo>
                    <a:pt x="20036" y="468"/>
                  </a:lnTo>
                  <a:lnTo>
                    <a:pt x="2160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h6910"/>
            <p:cNvSpPr/>
            <p:nvPr/>
          </p:nvSpPr>
          <p:spPr>
            <a:xfrm>
              <a:off x="10345367" y="2328716"/>
              <a:ext cx="43240" cy="52139"/>
            </a:xfrm>
            <a:custGeom>
              <a:avLst/>
              <a:pathLst>
                <a:path w="43240" h="52139">
                  <a:moveTo>
                    <a:pt x="27045" y="23"/>
                  </a:moveTo>
                  <a:lnTo>
                    <a:pt x="34824" y="1252"/>
                  </a:lnTo>
                  <a:lnTo>
                    <a:pt x="34505" y="4151"/>
                  </a:lnTo>
                  <a:lnTo>
                    <a:pt x="27658" y="3360"/>
                  </a:lnTo>
                  <a:lnTo>
                    <a:pt x="32636" y="17211"/>
                  </a:lnTo>
                  <a:lnTo>
                    <a:pt x="32807" y="16626"/>
                  </a:lnTo>
                  <a:lnTo>
                    <a:pt x="37237" y="19995"/>
                  </a:lnTo>
                  <a:lnTo>
                    <a:pt x="37407" y="21942"/>
                  </a:lnTo>
                  <a:lnTo>
                    <a:pt x="36408" y="22729"/>
                  </a:lnTo>
                  <a:lnTo>
                    <a:pt x="38648" y="24166"/>
                  </a:lnTo>
                  <a:lnTo>
                    <a:pt x="41447" y="28934"/>
                  </a:lnTo>
                  <a:lnTo>
                    <a:pt x="42224" y="33103"/>
                  </a:lnTo>
                  <a:lnTo>
                    <a:pt x="39786" y="36989"/>
                  </a:lnTo>
                  <a:lnTo>
                    <a:pt x="38914" y="40225"/>
                  </a:lnTo>
                  <a:lnTo>
                    <a:pt x="39457" y="40566"/>
                  </a:lnTo>
                  <a:lnTo>
                    <a:pt x="41447" y="39737"/>
                  </a:lnTo>
                  <a:lnTo>
                    <a:pt x="43240" y="42457"/>
                  </a:lnTo>
                  <a:lnTo>
                    <a:pt x="33751" y="44835"/>
                  </a:lnTo>
                  <a:lnTo>
                    <a:pt x="32848" y="50773"/>
                  </a:lnTo>
                  <a:lnTo>
                    <a:pt x="32669" y="52015"/>
                  </a:lnTo>
                  <a:lnTo>
                    <a:pt x="28867" y="49452"/>
                  </a:lnTo>
                  <a:lnTo>
                    <a:pt x="27868" y="52139"/>
                  </a:lnTo>
                  <a:lnTo>
                    <a:pt x="26682" y="51031"/>
                  </a:lnTo>
                  <a:lnTo>
                    <a:pt x="22221" y="42778"/>
                  </a:lnTo>
                  <a:lnTo>
                    <a:pt x="10840" y="41600"/>
                  </a:lnTo>
                  <a:lnTo>
                    <a:pt x="7232" y="44297"/>
                  </a:lnTo>
                  <a:lnTo>
                    <a:pt x="4065" y="45172"/>
                  </a:lnTo>
                  <a:lnTo>
                    <a:pt x="3135" y="44832"/>
                  </a:lnTo>
                  <a:lnTo>
                    <a:pt x="1822" y="42616"/>
                  </a:lnTo>
                  <a:lnTo>
                    <a:pt x="0" y="42181"/>
                  </a:lnTo>
                  <a:lnTo>
                    <a:pt x="2606" y="39288"/>
                  </a:lnTo>
                  <a:lnTo>
                    <a:pt x="4201" y="40282"/>
                  </a:lnTo>
                  <a:lnTo>
                    <a:pt x="8399" y="36564"/>
                  </a:lnTo>
                  <a:lnTo>
                    <a:pt x="10205" y="35958"/>
                  </a:lnTo>
                  <a:lnTo>
                    <a:pt x="11508" y="36502"/>
                  </a:lnTo>
                  <a:lnTo>
                    <a:pt x="13065" y="34850"/>
                  </a:lnTo>
                  <a:lnTo>
                    <a:pt x="13013" y="33897"/>
                  </a:lnTo>
                  <a:lnTo>
                    <a:pt x="6098" y="32249"/>
                  </a:lnTo>
                  <a:lnTo>
                    <a:pt x="3935" y="28661"/>
                  </a:lnTo>
                  <a:lnTo>
                    <a:pt x="6554" y="25388"/>
                  </a:lnTo>
                  <a:lnTo>
                    <a:pt x="5479" y="19850"/>
                  </a:lnTo>
                  <a:lnTo>
                    <a:pt x="3251" y="21798"/>
                  </a:lnTo>
                  <a:lnTo>
                    <a:pt x="81" y="17797"/>
                  </a:lnTo>
                  <a:lnTo>
                    <a:pt x="7329" y="18959"/>
                  </a:lnTo>
                  <a:lnTo>
                    <a:pt x="11170" y="18772"/>
                  </a:lnTo>
                  <a:lnTo>
                    <a:pt x="13887" y="10642"/>
                  </a:lnTo>
                  <a:lnTo>
                    <a:pt x="17191" y="9216"/>
                  </a:lnTo>
                  <a:lnTo>
                    <a:pt x="18665" y="7382"/>
                  </a:lnTo>
                  <a:lnTo>
                    <a:pt x="16769" y="1886"/>
                  </a:lnTo>
                  <a:lnTo>
                    <a:pt x="21321" y="1850"/>
                  </a:lnTo>
                  <a:lnTo>
                    <a:pt x="2549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h6911"/>
            <p:cNvSpPr/>
            <p:nvPr/>
          </p:nvSpPr>
          <p:spPr>
            <a:xfrm>
              <a:off x="10114586" y="2267635"/>
              <a:ext cx="63578" cy="28610"/>
            </a:xfrm>
            <a:custGeom>
              <a:avLst/>
              <a:pathLst>
                <a:path w="63578" h="28610">
                  <a:moveTo>
                    <a:pt x="40942" y="1552"/>
                  </a:moveTo>
                  <a:lnTo>
                    <a:pt x="44172" y="4941"/>
                  </a:lnTo>
                  <a:lnTo>
                    <a:pt x="47453" y="10657"/>
                  </a:lnTo>
                  <a:lnTo>
                    <a:pt x="49075" y="8124"/>
                  </a:lnTo>
                  <a:lnTo>
                    <a:pt x="50275" y="11368"/>
                  </a:lnTo>
                  <a:lnTo>
                    <a:pt x="52486" y="12826"/>
                  </a:lnTo>
                  <a:lnTo>
                    <a:pt x="55433" y="10479"/>
                  </a:lnTo>
                  <a:lnTo>
                    <a:pt x="55548" y="6866"/>
                  </a:lnTo>
                  <a:lnTo>
                    <a:pt x="58828" y="7959"/>
                  </a:lnTo>
                  <a:lnTo>
                    <a:pt x="59470" y="9599"/>
                  </a:lnTo>
                  <a:lnTo>
                    <a:pt x="58085" y="11766"/>
                  </a:lnTo>
                  <a:lnTo>
                    <a:pt x="63578" y="12236"/>
                  </a:lnTo>
                  <a:lnTo>
                    <a:pt x="63297" y="15888"/>
                  </a:lnTo>
                  <a:lnTo>
                    <a:pt x="58084" y="15504"/>
                  </a:lnTo>
                  <a:lnTo>
                    <a:pt x="57484" y="24642"/>
                  </a:lnTo>
                  <a:lnTo>
                    <a:pt x="47256" y="24516"/>
                  </a:lnTo>
                  <a:lnTo>
                    <a:pt x="40189" y="19451"/>
                  </a:lnTo>
                  <a:lnTo>
                    <a:pt x="42720" y="16899"/>
                  </a:lnTo>
                  <a:lnTo>
                    <a:pt x="41620" y="13702"/>
                  </a:lnTo>
                  <a:lnTo>
                    <a:pt x="39825" y="14785"/>
                  </a:lnTo>
                  <a:lnTo>
                    <a:pt x="37798" y="17607"/>
                  </a:lnTo>
                  <a:lnTo>
                    <a:pt x="34752" y="18193"/>
                  </a:lnTo>
                  <a:lnTo>
                    <a:pt x="34463" y="15424"/>
                  </a:lnTo>
                  <a:lnTo>
                    <a:pt x="35528" y="16355"/>
                  </a:lnTo>
                  <a:lnTo>
                    <a:pt x="36318" y="11150"/>
                  </a:lnTo>
                  <a:lnTo>
                    <a:pt x="33519" y="14515"/>
                  </a:lnTo>
                  <a:lnTo>
                    <a:pt x="25944" y="26612"/>
                  </a:lnTo>
                  <a:lnTo>
                    <a:pt x="22917" y="24533"/>
                  </a:lnTo>
                  <a:lnTo>
                    <a:pt x="22300" y="28235"/>
                  </a:lnTo>
                  <a:lnTo>
                    <a:pt x="21495" y="28610"/>
                  </a:lnTo>
                  <a:lnTo>
                    <a:pt x="15825" y="27555"/>
                  </a:lnTo>
                  <a:lnTo>
                    <a:pt x="13507" y="23212"/>
                  </a:lnTo>
                  <a:lnTo>
                    <a:pt x="9894" y="24699"/>
                  </a:lnTo>
                  <a:lnTo>
                    <a:pt x="10488" y="27273"/>
                  </a:lnTo>
                  <a:lnTo>
                    <a:pt x="10100" y="28260"/>
                  </a:lnTo>
                  <a:lnTo>
                    <a:pt x="7309" y="28490"/>
                  </a:lnTo>
                  <a:lnTo>
                    <a:pt x="4644" y="26843"/>
                  </a:lnTo>
                  <a:lnTo>
                    <a:pt x="2579" y="20658"/>
                  </a:lnTo>
                  <a:lnTo>
                    <a:pt x="5384" y="14356"/>
                  </a:lnTo>
                  <a:lnTo>
                    <a:pt x="3280" y="10935"/>
                  </a:lnTo>
                  <a:lnTo>
                    <a:pt x="0" y="8809"/>
                  </a:lnTo>
                  <a:lnTo>
                    <a:pt x="481" y="7669"/>
                  </a:lnTo>
                  <a:lnTo>
                    <a:pt x="6060" y="3564"/>
                  </a:lnTo>
                  <a:lnTo>
                    <a:pt x="8713" y="4457"/>
                  </a:lnTo>
                  <a:lnTo>
                    <a:pt x="13583" y="2353"/>
                  </a:lnTo>
                  <a:lnTo>
                    <a:pt x="25565" y="2404"/>
                  </a:lnTo>
                  <a:lnTo>
                    <a:pt x="28359" y="1080"/>
                  </a:lnTo>
                  <a:lnTo>
                    <a:pt x="33288" y="3364"/>
                  </a:lnTo>
                  <a:lnTo>
                    <a:pt x="30291" y="5464"/>
                  </a:lnTo>
                  <a:lnTo>
                    <a:pt x="36417" y="7757"/>
                  </a:lnTo>
                  <a:lnTo>
                    <a:pt x="39202" y="5774"/>
                  </a:lnTo>
                  <a:lnTo>
                    <a:pt x="39004" y="2114"/>
                  </a:lnTo>
                  <a:lnTo>
                    <a:pt x="36820" y="1479"/>
                  </a:lnTo>
                  <a:lnTo>
                    <a:pt x="4615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h6912"/>
            <p:cNvSpPr/>
            <p:nvPr/>
          </p:nvSpPr>
          <p:spPr>
            <a:xfrm>
              <a:off x="10264218" y="2280716"/>
              <a:ext cx="65088" cy="66442"/>
            </a:xfrm>
            <a:custGeom>
              <a:avLst/>
              <a:pathLst>
                <a:path w="65088" h="66442">
                  <a:moveTo>
                    <a:pt x="39570" y="2938"/>
                  </a:moveTo>
                  <a:lnTo>
                    <a:pt x="45030" y="12517"/>
                  </a:lnTo>
                  <a:lnTo>
                    <a:pt x="48208" y="11663"/>
                  </a:lnTo>
                  <a:lnTo>
                    <a:pt x="50866" y="13554"/>
                  </a:lnTo>
                  <a:lnTo>
                    <a:pt x="55978" y="19284"/>
                  </a:lnTo>
                  <a:lnTo>
                    <a:pt x="57994" y="22516"/>
                  </a:lnTo>
                  <a:lnTo>
                    <a:pt x="63092" y="21538"/>
                  </a:lnTo>
                  <a:lnTo>
                    <a:pt x="61767" y="27918"/>
                  </a:lnTo>
                  <a:lnTo>
                    <a:pt x="65088" y="32943"/>
                  </a:lnTo>
                  <a:lnTo>
                    <a:pt x="57139" y="34268"/>
                  </a:lnTo>
                  <a:lnTo>
                    <a:pt x="44843" y="38320"/>
                  </a:lnTo>
                  <a:lnTo>
                    <a:pt x="39560" y="43156"/>
                  </a:lnTo>
                  <a:lnTo>
                    <a:pt x="40263" y="47245"/>
                  </a:lnTo>
                  <a:lnTo>
                    <a:pt x="42732" y="52615"/>
                  </a:lnTo>
                  <a:lnTo>
                    <a:pt x="45293" y="51679"/>
                  </a:lnTo>
                  <a:lnTo>
                    <a:pt x="33689" y="63219"/>
                  </a:lnTo>
                  <a:lnTo>
                    <a:pt x="32225" y="59170"/>
                  </a:lnTo>
                  <a:lnTo>
                    <a:pt x="30342" y="60379"/>
                  </a:lnTo>
                  <a:lnTo>
                    <a:pt x="32093" y="64833"/>
                  </a:lnTo>
                  <a:lnTo>
                    <a:pt x="30440" y="66442"/>
                  </a:lnTo>
                  <a:lnTo>
                    <a:pt x="22089" y="59516"/>
                  </a:lnTo>
                  <a:lnTo>
                    <a:pt x="16576" y="52481"/>
                  </a:lnTo>
                  <a:lnTo>
                    <a:pt x="6131" y="58124"/>
                  </a:lnTo>
                  <a:lnTo>
                    <a:pt x="7850" y="52168"/>
                  </a:lnTo>
                  <a:lnTo>
                    <a:pt x="10394" y="50961"/>
                  </a:lnTo>
                  <a:lnTo>
                    <a:pt x="10665" y="48827"/>
                  </a:lnTo>
                  <a:lnTo>
                    <a:pt x="3000" y="48455"/>
                  </a:lnTo>
                  <a:lnTo>
                    <a:pt x="0" y="40839"/>
                  </a:lnTo>
                  <a:lnTo>
                    <a:pt x="2383" y="38878"/>
                  </a:lnTo>
                  <a:lnTo>
                    <a:pt x="8997" y="37125"/>
                  </a:lnTo>
                  <a:lnTo>
                    <a:pt x="6447" y="28783"/>
                  </a:lnTo>
                  <a:lnTo>
                    <a:pt x="12172" y="26381"/>
                  </a:lnTo>
                  <a:lnTo>
                    <a:pt x="19773" y="25562"/>
                  </a:lnTo>
                  <a:lnTo>
                    <a:pt x="17594" y="21988"/>
                  </a:lnTo>
                  <a:lnTo>
                    <a:pt x="11978" y="24481"/>
                  </a:lnTo>
                  <a:lnTo>
                    <a:pt x="11699" y="23083"/>
                  </a:lnTo>
                  <a:lnTo>
                    <a:pt x="12561" y="20855"/>
                  </a:lnTo>
                  <a:lnTo>
                    <a:pt x="15158" y="17522"/>
                  </a:lnTo>
                  <a:lnTo>
                    <a:pt x="19142" y="10021"/>
                  </a:lnTo>
                  <a:lnTo>
                    <a:pt x="21383" y="7521"/>
                  </a:lnTo>
                  <a:lnTo>
                    <a:pt x="22623" y="2058"/>
                  </a:lnTo>
                  <a:lnTo>
                    <a:pt x="23211" y="1444"/>
                  </a:lnTo>
                  <a:lnTo>
                    <a:pt x="26862" y="2993"/>
                  </a:lnTo>
                  <a:lnTo>
                    <a:pt x="28599" y="536"/>
                  </a:lnTo>
                  <a:lnTo>
                    <a:pt x="31518" y="514"/>
                  </a:lnTo>
                  <a:lnTo>
                    <a:pt x="348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h6913"/>
            <p:cNvSpPr/>
            <p:nvPr/>
          </p:nvSpPr>
          <p:spPr>
            <a:xfrm>
              <a:off x="10372412" y="2289928"/>
              <a:ext cx="57115" cy="67907"/>
            </a:xfrm>
            <a:custGeom>
              <a:avLst/>
              <a:pathLst>
                <a:path w="57115" h="67907">
                  <a:moveTo>
                    <a:pt x="17079" y="531"/>
                  </a:moveTo>
                  <a:lnTo>
                    <a:pt x="15672" y="6481"/>
                  </a:lnTo>
                  <a:lnTo>
                    <a:pt x="19472" y="7566"/>
                  </a:lnTo>
                  <a:lnTo>
                    <a:pt x="21561" y="7321"/>
                  </a:lnTo>
                  <a:lnTo>
                    <a:pt x="24224" y="4957"/>
                  </a:lnTo>
                  <a:lnTo>
                    <a:pt x="24949" y="100"/>
                  </a:lnTo>
                  <a:lnTo>
                    <a:pt x="29369" y="11772"/>
                  </a:lnTo>
                  <a:lnTo>
                    <a:pt x="32412" y="10121"/>
                  </a:lnTo>
                  <a:lnTo>
                    <a:pt x="36021" y="11006"/>
                  </a:lnTo>
                  <a:lnTo>
                    <a:pt x="37458" y="10968"/>
                  </a:lnTo>
                  <a:lnTo>
                    <a:pt x="35639" y="16224"/>
                  </a:lnTo>
                  <a:lnTo>
                    <a:pt x="41207" y="29179"/>
                  </a:lnTo>
                  <a:lnTo>
                    <a:pt x="45926" y="30271"/>
                  </a:lnTo>
                  <a:lnTo>
                    <a:pt x="49704" y="26251"/>
                  </a:lnTo>
                  <a:lnTo>
                    <a:pt x="53703" y="28036"/>
                  </a:lnTo>
                  <a:lnTo>
                    <a:pt x="53241" y="34064"/>
                  </a:lnTo>
                  <a:lnTo>
                    <a:pt x="57115" y="34395"/>
                  </a:lnTo>
                  <a:lnTo>
                    <a:pt x="56802" y="38512"/>
                  </a:lnTo>
                  <a:lnTo>
                    <a:pt x="54719" y="39147"/>
                  </a:lnTo>
                  <a:lnTo>
                    <a:pt x="51875" y="41473"/>
                  </a:lnTo>
                  <a:lnTo>
                    <a:pt x="50395" y="44622"/>
                  </a:lnTo>
                  <a:lnTo>
                    <a:pt x="52603" y="47247"/>
                  </a:lnTo>
                  <a:lnTo>
                    <a:pt x="52472" y="48529"/>
                  </a:lnTo>
                  <a:lnTo>
                    <a:pt x="39149" y="59905"/>
                  </a:lnTo>
                  <a:lnTo>
                    <a:pt x="41101" y="64240"/>
                  </a:lnTo>
                  <a:lnTo>
                    <a:pt x="37683" y="65785"/>
                  </a:lnTo>
                  <a:lnTo>
                    <a:pt x="37909" y="66264"/>
                  </a:lnTo>
                  <a:lnTo>
                    <a:pt x="35121" y="67907"/>
                  </a:lnTo>
                  <a:lnTo>
                    <a:pt x="33504" y="64501"/>
                  </a:lnTo>
                  <a:lnTo>
                    <a:pt x="30861" y="52640"/>
                  </a:lnTo>
                  <a:lnTo>
                    <a:pt x="32086" y="48107"/>
                  </a:lnTo>
                  <a:lnTo>
                    <a:pt x="29767" y="44427"/>
                  </a:lnTo>
                  <a:lnTo>
                    <a:pt x="27812" y="50587"/>
                  </a:lnTo>
                  <a:lnTo>
                    <a:pt x="23673" y="47759"/>
                  </a:lnTo>
                  <a:lnTo>
                    <a:pt x="21023" y="44017"/>
                  </a:lnTo>
                  <a:lnTo>
                    <a:pt x="15147" y="44348"/>
                  </a:lnTo>
                  <a:lnTo>
                    <a:pt x="6177" y="49958"/>
                  </a:lnTo>
                  <a:lnTo>
                    <a:pt x="11348" y="54825"/>
                  </a:lnTo>
                  <a:lnTo>
                    <a:pt x="5761" y="55414"/>
                  </a:lnTo>
                  <a:lnTo>
                    <a:pt x="5590" y="55999"/>
                  </a:lnTo>
                  <a:lnTo>
                    <a:pt x="613" y="42148"/>
                  </a:lnTo>
                  <a:lnTo>
                    <a:pt x="7460" y="42938"/>
                  </a:lnTo>
                  <a:lnTo>
                    <a:pt x="7779" y="40039"/>
                  </a:lnTo>
                  <a:lnTo>
                    <a:pt x="0" y="38811"/>
                  </a:lnTo>
                  <a:lnTo>
                    <a:pt x="429" y="34643"/>
                  </a:lnTo>
                  <a:lnTo>
                    <a:pt x="7123" y="32819"/>
                  </a:lnTo>
                  <a:lnTo>
                    <a:pt x="7711" y="31049"/>
                  </a:lnTo>
                  <a:lnTo>
                    <a:pt x="5356" y="26015"/>
                  </a:lnTo>
                  <a:lnTo>
                    <a:pt x="5400" y="21899"/>
                  </a:lnTo>
                  <a:lnTo>
                    <a:pt x="7769" y="17568"/>
                  </a:lnTo>
                  <a:lnTo>
                    <a:pt x="5948" y="16710"/>
                  </a:lnTo>
                  <a:lnTo>
                    <a:pt x="1546" y="19599"/>
                  </a:lnTo>
                  <a:lnTo>
                    <a:pt x="2236" y="9585"/>
                  </a:lnTo>
                  <a:lnTo>
                    <a:pt x="1312" y="7125"/>
                  </a:lnTo>
                  <a:lnTo>
                    <a:pt x="3972" y="3847"/>
                  </a:lnTo>
                  <a:lnTo>
                    <a:pt x="4100" y="6744"/>
                  </a:lnTo>
                  <a:lnTo>
                    <a:pt x="5857" y="6411"/>
                  </a:lnTo>
                  <a:lnTo>
                    <a:pt x="12333" y="3717"/>
                  </a:lnTo>
                  <a:lnTo>
                    <a:pt x="118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h6914"/>
            <p:cNvSpPr/>
            <p:nvPr/>
          </p:nvSpPr>
          <p:spPr>
            <a:xfrm>
              <a:off x="10289487" y="2262524"/>
              <a:ext cx="57271" cy="63228"/>
            </a:xfrm>
            <a:custGeom>
              <a:avLst/>
              <a:pathLst>
                <a:path w="57271" h="63228">
                  <a:moveTo>
                    <a:pt x="29486" y="6682"/>
                  </a:moveTo>
                  <a:lnTo>
                    <a:pt x="35205" y="11186"/>
                  </a:lnTo>
                  <a:lnTo>
                    <a:pt x="33643" y="14675"/>
                  </a:lnTo>
                  <a:lnTo>
                    <a:pt x="34777" y="17469"/>
                  </a:lnTo>
                  <a:lnTo>
                    <a:pt x="38439" y="14966"/>
                  </a:lnTo>
                  <a:lnTo>
                    <a:pt x="42836" y="17199"/>
                  </a:lnTo>
                  <a:lnTo>
                    <a:pt x="48150" y="17536"/>
                  </a:lnTo>
                  <a:lnTo>
                    <a:pt x="50870" y="22123"/>
                  </a:lnTo>
                  <a:lnTo>
                    <a:pt x="51227" y="29552"/>
                  </a:lnTo>
                  <a:lnTo>
                    <a:pt x="50420" y="33377"/>
                  </a:lnTo>
                  <a:lnTo>
                    <a:pt x="54194" y="38047"/>
                  </a:lnTo>
                  <a:lnTo>
                    <a:pt x="57271" y="40960"/>
                  </a:lnTo>
                  <a:lnTo>
                    <a:pt x="51869" y="44042"/>
                  </a:lnTo>
                  <a:lnTo>
                    <a:pt x="49950" y="48031"/>
                  </a:lnTo>
                  <a:lnTo>
                    <a:pt x="49362" y="49560"/>
                  </a:lnTo>
                  <a:lnTo>
                    <a:pt x="48961" y="58241"/>
                  </a:lnTo>
                  <a:lnTo>
                    <a:pt x="45811" y="57508"/>
                  </a:lnTo>
                  <a:lnTo>
                    <a:pt x="44883" y="62708"/>
                  </a:lnTo>
                  <a:lnTo>
                    <a:pt x="41693" y="61753"/>
                  </a:lnTo>
                  <a:lnTo>
                    <a:pt x="41256" y="63228"/>
                  </a:lnTo>
                  <a:lnTo>
                    <a:pt x="39440" y="62661"/>
                  </a:lnTo>
                  <a:lnTo>
                    <a:pt x="38200" y="58405"/>
                  </a:lnTo>
                  <a:lnTo>
                    <a:pt x="40383" y="52521"/>
                  </a:lnTo>
                  <a:lnTo>
                    <a:pt x="39819" y="51135"/>
                  </a:lnTo>
                  <a:lnTo>
                    <a:pt x="36498" y="46110"/>
                  </a:lnTo>
                  <a:lnTo>
                    <a:pt x="37823" y="39730"/>
                  </a:lnTo>
                  <a:lnTo>
                    <a:pt x="32725" y="40708"/>
                  </a:lnTo>
                  <a:lnTo>
                    <a:pt x="30708" y="37476"/>
                  </a:lnTo>
                  <a:lnTo>
                    <a:pt x="25597" y="31746"/>
                  </a:lnTo>
                  <a:lnTo>
                    <a:pt x="22939" y="29855"/>
                  </a:lnTo>
                  <a:lnTo>
                    <a:pt x="19761" y="30709"/>
                  </a:lnTo>
                  <a:lnTo>
                    <a:pt x="14301" y="21129"/>
                  </a:lnTo>
                  <a:lnTo>
                    <a:pt x="9611" y="18191"/>
                  </a:lnTo>
                  <a:lnTo>
                    <a:pt x="6249" y="18706"/>
                  </a:lnTo>
                  <a:lnTo>
                    <a:pt x="7536" y="16098"/>
                  </a:lnTo>
                  <a:lnTo>
                    <a:pt x="2399" y="15258"/>
                  </a:lnTo>
                  <a:lnTo>
                    <a:pt x="0" y="11357"/>
                  </a:lnTo>
                  <a:lnTo>
                    <a:pt x="3986" y="9997"/>
                  </a:lnTo>
                  <a:lnTo>
                    <a:pt x="5879" y="10964"/>
                  </a:lnTo>
                  <a:lnTo>
                    <a:pt x="6183" y="12301"/>
                  </a:lnTo>
                  <a:lnTo>
                    <a:pt x="11122" y="9484"/>
                  </a:lnTo>
                  <a:lnTo>
                    <a:pt x="12977" y="7607"/>
                  </a:lnTo>
                  <a:lnTo>
                    <a:pt x="19158" y="11316"/>
                  </a:lnTo>
                  <a:lnTo>
                    <a:pt x="23884" y="13120"/>
                  </a:lnTo>
                  <a:lnTo>
                    <a:pt x="24138" y="7550"/>
                  </a:lnTo>
                  <a:lnTo>
                    <a:pt x="31719" y="722"/>
                  </a:lnTo>
                  <a:lnTo>
                    <a:pt x="3252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h6915"/>
            <p:cNvSpPr/>
            <p:nvPr/>
          </p:nvSpPr>
          <p:spPr>
            <a:xfrm>
              <a:off x="10318973" y="2244520"/>
              <a:ext cx="50302" cy="56051"/>
            </a:xfrm>
            <a:custGeom>
              <a:avLst/>
              <a:pathLst>
                <a:path w="50302" h="56051">
                  <a:moveTo>
                    <a:pt x="30425" y="4055"/>
                  </a:moveTo>
                  <a:lnTo>
                    <a:pt x="44531" y="14451"/>
                  </a:lnTo>
                  <a:lnTo>
                    <a:pt x="45928" y="13911"/>
                  </a:lnTo>
                  <a:lnTo>
                    <a:pt x="48902" y="19763"/>
                  </a:lnTo>
                  <a:lnTo>
                    <a:pt x="49544" y="20905"/>
                  </a:lnTo>
                  <a:lnTo>
                    <a:pt x="49673" y="29566"/>
                  </a:lnTo>
                  <a:lnTo>
                    <a:pt x="48431" y="42907"/>
                  </a:lnTo>
                  <a:lnTo>
                    <a:pt x="49723" y="44624"/>
                  </a:lnTo>
                  <a:lnTo>
                    <a:pt x="50302" y="48805"/>
                  </a:lnTo>
                  <a:lnTo>
                    <a:pt x="46533" y="49178"/>
                  </a:lnTo>
                  <a:lnTo>
                    <a:pt x="37850" y="47876"/>
                  </a:lnTo>
                  <a:lnTo>
                    <a:pt x="37745" y="50917"/>
                  </a:lnTo>
                  <a:lnTo>
                    <a:pt x="34754" y="53065"/>
                  </a:lnTo>
                  <a:lnTo>
                    <a:pt x="24707" y="56051"/>
                  </a:lnTo>
                  <a:lnTo>
                    <a:pt x="20933" y="51382"/>
                  </a:lnTo>
                  <a:lnTo>
                    <a:pt x="21740" y="47556"/>
                  </a:lnTo>
                  <a:lnTo>
                    <a:pt x="21383" y="40127"/>
                  </a:lnTo>
                  <a:lnTo>
                    <a:pt x="18664" y="35541"/>
                  </a:lnTo>
                  <a:lnTo>
                    <a:pt x="13349" y="35203"/>
                  </a:lnTo>
                  <a:lnTo>
                    <a:pt x="8953" y="32971"/>
                  </a:lnTo>
                  <a:lnTo>
                    <a:pt x="5290" y="35473"/>
                  </a:lnTo>
                  <a:lnTo>
                    <a:pt x="4157" y="32680"/>
                  </a:lnTo>
                  <a:lnTo>
                    <a:pt x="5718" y="29190"/>
                  </a:lnTo>
                  <a:lnTo>
                    <a:pt x="0" y="24686"/>
                  </a:lnTo>
                  <a:lnTo>
                    <a:pt x="3034" y="18004"/>
                  </a:lnTo>
                  <a:lnTo>
                    <a:pt x="2232" y="18726"/>
                  </a:lnTo>
                  <a:lnTo>
                    <a:pt x="1753" y="17464"/>
                  </a:lnTo>
                  <a:lnTo>
                    <a:pt x="8605" y="13517"/>
                  </a:lnTo>
                  <a:lnTo>
                    <a:pt x="7577" y="15847"/>
                  </a:lnTo>
                  <a:lnTo>
                    <a:pt x="9392" y="16548"/>
                  </a:lnTo>
                  <a:lnTo>
                    <a:pt x="11690" y="14768"/>
                  </a:lnTo>
                  <a:lnTo>
                    <a:pt x="13393" y="13070"/>
                  </a:lnTo>
                  <a:lnTo>
                    <a:pt x="13602" y="11775"/>
                  </a:lnTo>
                  <a:lnTo>
                    <a:pt x="12153" y="9903"/>
                  </a:lnTo>
                  <a:lnTo>
                    <a:pt x="12809" y="7718"/>
                  </a:lnTo>
                  <a:lnTo>
                    <a:pt x="16579" y="10322"/>
                  </a:lnTo>
                  <a:lnTo>
                    <a:pt x="19925" y="7908"/>
                  </a:lnTo>
                  <a:lnTo>
                    <a:pt x="21997" y="3922"/>
                  </a:lnTo>
                  <a:lnTo>
                    <a:pt x="20168" y="3433"/>
                  </a:lnTo>
                  <a:lnTo>
                    <a:pt x="22404" y="188"/>
                  </a:lnTo>
                  <a:lnTo>
                    <a:pt x="2347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h6916"/>
            <p:cNvSpPr/>
            <p:nvPr/>
          </p:nvSpPr>
          <p:spPr>
            <a:xfrm>
              <a:off x="10404521" y="2263528"/>
              <a:ext cx="81030" cy="148915"/>
            </a:xfrm>
            <a:custGeom>
              <a:avLst/>
              <a:pathLst>
                <a:path w="81030" h="148915">
                  <a:moveTo>
                    <a:pt x="27825" y="1174"/>
                  </a:moveTo>
                  <a:lnTo>
                    <a:pt x="30352" y="10470"/>
                  </a:lnTo>
                  <a:lnTo>
                    <a:pt x="34361" y="12661"/>
                  </a:lnTo>
                  <a:lnTo>
                    <a:pt x="45870" y="10285"/>
                  </a:lnTo>
                  <a:lnTo>
                    <a:pt x="54527" y="7214"/>
                  </a:lnTo>
                  <a:lnTo>
                    <a:pt x="53312" y="10760"/>
                  </a:lnTo>
                  <a:lnTo>
                    <a:pt x="58349" y="13030"/>
                  </a:lnTo>
                  <a:lnTo>
                    <a:pt x="47936" y="25991"/>
                  </a:lnTo>
                  <a:lnTo>
                    <a:pt x="53967" y="29584"/>
                  </a:lnTo>
                  <a:lnTo>
                    <a:pt x="62561" y="20493"/>
                  </a:lnTo>
                  <a:lnTo>
                    <a:pt x="63980" y="23805"/>
                  </a:lnTo>
                  <a:lnTo>
                    <a:pt x="69576" y="24613"/>
                  </a:lnTo>
                  <a:lnTo>
                    <a:pt x="64985" y="30017"/>
                  </a:lnTo>
                  <a:lnTo>
                    <a:pt x="79595" y="31823"/>
                  </a:lnTo>
                  <a:lnTo>
                    <a:pt x="81030" y="35209"/>
                  </a:lnTo>
                  <a:lnTo>
                    <a:pt x="80381" y="39533"/>
                  </a:lnTo>
                  <a:lnTo>
                    <a:pt x="78825" y="39575"/>
                  </a:lnTo>
                  <a:lnTo>
                    <a:pt x="78655" y="39048"/>
                  </a:lnTo>
                  <a:lnTo>
                    <a:pt x="72202" y="39822"/>
                  </a:lnTo>
                  <a:lnTo>
                    <a:pt x="71886" y="42459"/>
                  </a:lnTo>
                  <a:lnTo>
                    <a:pt x="72748" y="45414"/>
                  </a:lnTo>
                  <a:lnTo>
                    <a:pt x="70629" y="49176"/>
                  </a:lnTo>
                  <a:lnTo>
                    <a:pt x="67795" y="59881"/>
                  </a:lnTo>
                  <a:lnTo>
                    <a:pt x="65016" y="64099"/>
                  </a:lnTo>
                  <a:lnTo>
                    <a:pt x="58828" y="73541"/>
                  </a:lnTo>
                  <a:lnTo>
                    <a:pt x="64075" y="76027"/>
                  </a:lnTo>
                  <a:lnTo>
                    <a:pt x="64815" y="78487"/>
                  </a:lnTo>
                  <a:lnTo>
                    <a:pt x="58659" y="75138"/>
                  </a:lnTo>
                  <a:lnTo>
                    <a:pt x="57941" y="73996"/>
                  </a:lnTo>
                  <a:lnTo>
                    <a:pt x="54071" y="75983"/>
                  </a:lnTo>
                  <a:lnTo>
                    <a:pt x="56968" y="82265"/>
                  </a:lnTo>
                  <a:lnTo>
                    <a:pt x="51539" y="86024"/>
                  </a:lnTo>
                  <a:lnTo>
                    <a:pt x="50980" y="92260"/>
                  </a:lnTo>
                  <a:lnTo>
                    <a:pt x="53267" y="91358"/>
                  </a:lnTo>
                  <a:lnTo>
                    <a:pt x="54234" y="91804"/>
                  </a:lnTo>
                  <a:lnTo>
                    <a:pt x="54396" y="95439"/>
                  </a:lnTo>
                  <a:lnTo>
                    <a:pt x="53953" y="97669"/>
                  </a:lnTo>
                  <a:lnTo>
                    <a:pt x="50304" y="99593"/>
                  </a:lnTo>
                  <a:lnTo>
                    <a:pt x="50188" y="101084"/>
                  </a:lnTo>
                  <a:lnTo>
                    <a:pt x="57096" y="101884"/>
                  </a:lnTo>
                  <a:lnTo>
                    <a:pt x="53570" y="103401"/>
                  </a:lnTo>
                  <a:lnTo>
                    <a:pt x="53282" y="109444"/>
                  </a:lnTo>
                  <a:lnTo>
                    <a:pt x="50361" y="113802"/>
                  </a:lnTo>
                  <a:lnTo>
                    <a:pt x="43545" y="118044"/>
                  </a:lnTo>
                  <a:lnTo>
                    <a:pt x="40959" y="120504"/>
                  </a:lnTo>
                  <a:lnTo>
                    <a:pt x="40555" y="122727"/>
                  </a:lnTo>
                  <a:lnTo>
                    <a:pt x="41600" y="124399"/>
                  </a:lnTo>
                  <a:lnTo>
                    <a:pt x="45934" y="124471"/>
                  </a:lnTo>
                  <a:lnTo>
                    <a:pt x="49746" y="121899"/>
                  </a:lnTo>
                  <a:lnTo>
                    <a:pt x="50300" y="123855"/>
                  </a:lnTo>
                  <a:lnTo>
                    <a:pt x="49452" y="127432"/>
                  </a:lnTo>
                  <a:lnTo>
                    <a:pt x="47855" y="131237"/>
                  </a:lnTo>
                  <a:lnTo>
                    <a:pt x="43143" y="138436"/>
                  </a:lnTo>
                  <a:lnTo>
                    <a:pt x="41610" y="139271"/>
                  </a:lnTo>
                  <a:lnTo>
                    <a:pt x="39002" y="134600"/>
                  </a:lnTo>
                  <a:lnTo>
                    <a:pt x="35172" y="136819"/>
                  </a:lnTo>
                  <a:lnTo>
                    <a:pt x="29612" y="141666"/>
                  </a:lnTo>
                  <a:lnTo>
                    <a:pt x="22484" y="147388"/>
                  </a:lnTo>
                  <a:lnTo>
                    <a:pt x="23002" y="144532"/>
                  </a:lnTo>
                  <a:lnTo>
                    <a:pt x="21600" y="141805"/>
                  </a:lnTo>
                  <a:lnTo>
                    <a:pt x="14532" y="136850"/>
                  </a:lnTo>
                  <a:lnTo>
                    <a:pt x="12212" y="139674"/>
                  </a:lnTo>
                  <a:lnTo>
                    <a:pt x="16971" y="141847"/>
                  </a:lnTo>
                  <a:lnTo>
                    <a:pt x="16226" y="147341"/>
                  </a:lnTo>
                  <a:lnTo>
                    <a:pt x="10801" y="148915"/>
                  </a:lnTo>
                  <a:lnTo>
                    <a:pt x="6920" y="145481"/>
                  </a:lnTo>
                  <a:lnTo>
                    <a:pt x="5728" y="140911"/>
                  </a:lnTo>
                  <a:lnTo>
                    <a:pt x="9056" y="138778"/>
                  </a:lnTo>
                  <a:lnTo>
                    <a:pt x="7876" y="137967"/>
                  </a:lnTo>
                  <a:lnTo>
                    <a:pt x="9898" y="137014"/>
                  </a:lnTo>
                  <a:lnTo>
                    <a:pt x="10575" y="134740"/>
                  </a:lnTo>
                  <a:lnTo>
                    <a:pt x="7789" y="126887"/>
                  </a:lnTo>
                  <a:lnTo>
                    <a:pt x="9391" y="121976"/>
                  </a:lnTo>
                  <a:lnTo>
                    <a:pt x="10426" y="122052"/>
                  </a:lnTo>
                  <a:lnTo>
                    <a:pt x="11375" y="124305"/>
                  </a:lnTo>
                  <a:lnTo>
                    <a:pt x="12967" y="123212"/>
                  </a:lnTo>
                  <a:lnTo>
                    <a:pt x="13211" y="121433"/>
                  </a:lnTo>
                  <a:lnTo>
                    <a:pt x="10990" y="115799"/>
                  </a:lnTo>
                  <a:lnTo>
                    <a:pt x="13557" y="115202"/>
                  </a:lnTo>
                  <a:lnTo>
                    <a:pt x="13041" y="110620"/>
                  </a:lnTo>
                  <a:lnTo>
                    <a:pt x="10385" y="111036"/>
                  </a:lnTo>
                  <a:lnTo>
                    <a:pt x="4950" y="106169"/>
                  </a:lnTo>
                  <a:lnTo>
                    <a:pt x="0" y="102888"/>
                  </a:lnTo>
                  <a:lnTo>
                    <a:pt x="1902" y="102139"/>
                  </a:lnTo>
                  <a:lnTo>
                    <a:pt x="8216" y="105798"/>
                  </a:lnTo>
                  <a:lnTo>
                    <a:pt x="12161" y="106644"/>
                  </a:lnTo>
                  <a:lnTo>
                    <a:pt x="11399" y="103575"/>
                  </a:lnTo>
                  <a:lnTo>
                    <a:pt x="11825" y="96957"/>
                  </a:lnTo>
                  <a:lnTo>
                    <a:pt x="8730" y="91359"/>
                  </a:lnTo>
                  <a:lnTo>
                    <a:pt x="5800" y="92665"/>
                  </a:lnTo>
                  <a:lnTo>
                    <a:pt x="5574" y="92186"/>
                  </a:lnTo>
                  <a:lnTo>
                    <a:pt x="8992" y="90641"/>
                  </a:lnTo>
                  <a:lnTo>
                    <a:pt x="7040" y="86305"/>
                  </a:lnTo>
                  <a:lnTo>
                    <a:pt x="20363" y="74929"/>
                  </a:lnTo>
                  <a:lnTo>
                    <a:pt x="20495" y="73647"/>
                  </a:lnTo>
                  <a:lnTo>
                    <a:pt x="18287" y="71022"/>
                  </a:lnTo>
                  <a:lnTo>
                    <a:pt x="19766" y="67874"/>
                  </a:lnTo>
                  <a:lnTo>
                    <a:pt x="22610" y="65547"/>
                  </a:lnTo>
                  <a:lnTo>
                    <a:pt x="24694" y="64912"/>
                  </a:lnTo>
                  <a:lnTo>
                    <a:pt x="25007" y="60796"/>
                  </a:lnTo>
                  <a:lnTo>
                    <a:pt x="21133" y="60464"/>
                  </a:lnTo>
                  <a:lnTo>
                    <a:pt x="21594" y="54437"/>
                  </a:lnTo>
                  <a:lnTo>
                    <a:pt x="17595" y="52651"/>
                  </a:lnTo>
                  <a:lnTo>
                    <a:pt x="13817" y="56671"/>
                  </a:lnTo>
                  <a:lnTo>
                    <a:pt x="9099" y="55580"/>
                  </a:lnTo>
                  <a:lnTo>
                    <a:pt x="3531" y="42625"/>
                  </a:lnTo>
                  <a:lnTo>
                    <a:pt x="5349" y="37369"/>
                  </a:lnTo>
                  <a:lnTo>
                    <a:pt x="3913" y="37406"/>
                  </a:lnTo>
                  <a:lnTo>
                    <a:pt x="3843" y="34783"/>
                  </a:lnTo>
                  <a:lnTo>
                    <a:pt x="9540" y="34424"/>
                  </a:lnTo>
                  <a:lnTo>
                    <a:pt x="9021" y="28210"/>
                  </a:lnTo>
                  <a:lnTo>
                    <a:pt x="8110" y="26330"/>
                  </a:lnTo>
                  <a:lnTo>
                    <a:pt x="14604" y="22077"/>
                  </a:lnTo>
                  <a:lnTo>
                    <a:pt x="12985" y="19858"/>
                  </a:lnTo>
                  <a:lnTo>
                    <a:pt x="12293" y="17139"/>
                  </a:lnTo>
                  <a:lnTo>
                    <a:pt x="17116" y="10481"/>
                  </a:lnTo>
                  <a:lnTo>
                    <a:pt x="18692" y="9692"/>
                  </a:lnTo>
                  <a:lnTo>
                    <a:pt x="22444" y="2297"/>
                  </a:lnTo>
                  <a:lnTo>
                    <a:pt x="2528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h6917"/>
            <p:cNvSpPr/>
            <p:nvPr/>
          </p:nvSpPr>
          <p:spPr>
            <a:xfrm>
              <a:off x="10772060" y="2845584"/>
              <a:ext cx="37695" cy="48124"/>
            </a:xfrm>
            <a:custGeom>
              <a:avLst/>
              <a:pathLst>
                <a:path w="37695" h="48124">
                  <a:moveTo>
                    <a:pt x="27246" y="0"/>
                  </a:moveTo>
                  <a:lnTo>
                    <a:pt x="30619" y="1085"/>
                  </a:lnTo>
                  <a:lnTo>
                    <a:pt x="31795" y="3070"/>
                  </a:lnTo>
                  <a:lnTo>
                    <a:pt x="32848" y="4319"/>
                  </a:lnTo>
                  <a:lnTo>
                    <a:pt x="33120" y="8589"/>
                  </a:lnTo>
                  <a:lnTo>
                    <a:pt x="33764" y="9472"/>
                  </a:lnTo>
                  <a:lnTo>
                    <a:pt x="34513" y="11722"/>
                  </a:lnTo>
                  <a:lnTo>
                    <a:pt x="28468" y="20163"/>
                  </a:lnTo>
                  <a:lnTo>
                    <a:pt x="27204" y="24924"/>
                  </a:lnTo>
                  <a:lnTo>
                    <a:pt x="30900" y="25652"/>
                  </a:lnTo>
                  <a:lnTo>
                    <a:pt x="31955" y="28009"/>
                  </a:lnTo>
                  <a:lnTo>
                    <a:pt x="34620" y="30505"/>
                  </a:lnTo>
                  <a:lnTo>
                    <a:pt x="33435" y="31593"/>
                  </a:lnTo>
                  <a:lnTo>
                    <a:pt x="32822" y="34467"/>
                  </a:lnTo>
                  <a:lnTo>
                    <a:pt x="33687" y="36377"/>
                  </a:lnTo>
                  <a:lnTo>
                    <a:pt x="36236" y="37936"/>
                  </a:lnTo>
                  <a:lnTo>
                    <a:pt x="37007" y="39755"/>
                  </a:lnTo>
                  <a:lnTo>
                    <a:pt x="37695" y="44749"/>
                  </a:lnTo>
                  <a:lnTo>
                    <a:pt x="37211" y="44799"/>
                  </a:lnTo>
                  <a:lnTo>
                    <a:pt x="37031" y="43530"/>
                  </a:lnTo>
                  <a:lnTo>
                    <a:pt x="35943" y="43442"/>
                  </a:lnTo>
                  <a:lnTo>
                    <a:pt x="36827" y="47171"/>
                  </a:lnTo>
                  <a:lnTo>
                    <a:pt x="27203" y="48124"/>
                  </a:lnTo>
                  <a:lnTo>
                    <a:pt x="26309" y="45177"/>
                  </a:lnTo>
                  <a:lnTo>
                    <a:pt x="23927" y="45157"/>
                  </a:lnTo>
                  <a:lnTo>
                    <a:pt x="22039" y="43330"/>
                  </a:lnTo>
                  <a:lnTo>
                    <a:pt x="20986" y="40443"/>
                  </a:lnTo>
                  <a:lnTo>
                    <a:pt x="21944" y="39589"/>
                  </a:lnTo>
                  <a:lnTo>
                    <a:pt x="22138" y="37108"/>
                  </a:lnTo>
                  <a:lnTo>
                    <a:pt x="17082" y="35372"/>
                  </a:lnTo>
                  <a:lnTo>
                    <a:pt x="10461" y="36948"/>
                  </a:lnTo>
                  <a:lnTo>
                    <a:pt x="10027" y="31578"/>
                  </a:lnTo>
                  <a:lnTo>
                    <a:pt x="8460" y="28336"/>
                  </a:lnTo>
                  <a:lnTo>
                    <a:pt x="4194" y="27928"/>
                  </a:lnTo>
                  <a:lnTo>
                    <a:pt x="3919" y="24950"/>
                  </a:lnTo>
                  <a:lnTo>
                    <a:pt x="6576" y="22634"/>
                  </a:lnTo>
                  <a:lnTo>
                    <a:pt x="5225" y="20807"/>
                  </a:lnTo>
                  <a:lnTo>
                    <a:pt x="1252" y="19077"/>
                  </a:lnTo>
                  <a:lnTo>
                    <a:pt x="1040" y="9757"/>
                  </a:lnTo>
                  <a:lnTo>
                    <a:pt x="0" y="8083"/>
                  </a:lnTo>
                  <a:lnTo>
                    <a:pt x="3716" y="4867"/>
                  </a:lnTo>
                  <a:lnTo>
                    <a:pt x="10533" y="7470"/>
                  </a:lnTo>
                  <a:lnTo>
                    <a:pt x="20011" y="6581"/>
                  </a:lnTo>
                  <a:lnTo>
                    <a:pt x="23118" y="3876"/>
                  </a:lnTo>
                  <a:lnTo>
                    <a:pt x="24325" y="4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h6918"/>
            <p:cNvSpPr/>
            <p:nvPr/>
          </p:nvSpPr>
          <p:spPr>
            <a:xfrm>
              <a:off x="10643985" y="2734502"/>
              <a:ext cx="50657" cy="51668"/>
            </a:xfrm>
            <a:custGeom>
              <a:avLst/>
              <a:pathLst>
                <a:path w="50657" h="51668">
                  <a:moveTo>
                    <a:pt x="23431" y="457"/>
                  </a:moveTo>
                  <a:lnTo>
                    <a:pt x="25075" y="1616"/>
                  </a:lnTo>
                  <a:lnTo>
                    <a:pt x="31530" y="6817"/>
                  </a:lnTo>
                  <a:lnTo>
                    <a:pt x="33820" y="9810"/>
                  </a:lnTo>
                  <a:lnTo>
                    <a:pt x="36090" y="10453"/>
                  </a:lnTo>
                  <a:lnTo>
                    <a:pt x="39332" y="8601"/>
                  </a:lnTo>
                  <a:lnTo>
                    <a:pt x="42790" y="8808"/>
                  </a:lnTo>
                  <a:lnTo>
                    <a:pt x="48570" y="13636"/>
                  </a:lnTo>
                  <a:lnTo>
                    <a:pt x="50657" y="17573"/>
                  </a:lnTo>
                  <a:lnTo>
                    <a:pt x="48922" y="20669"/>
                  </a:lnTo>
                  <a:lnTo>
                    <a:pt x="49105" y="22481"/>
                  </a:lnTo>
                  <a:lnTo>
                    <a:pt x="43740" y="22646"/>
                  </a:lnTo>
                  <a:lnTo>
                    <a:pt x="41758" y="20974"/>
                  </a:lnTo>
                  <a:lnTo>
                    <a:pt x="39521" y="20883"/>
                  </a:lnTo>
                  <a:lnTo>
                    <a:pt x="38185" y="28236"/>
                  </a:lnTo>
                  <a:lnTo>
                    <a:pt x="38094" y="35858"/>
                  </a:lnTo>
                  <a:lnTo>
                    <a:pt x="36585" y="37754"/>
                  </a:lnTo>
                  <a:lnTo>
                    <a:pt x="28228" y="35711"/>
                  </a:lnTo>
                  <a:lnTo>
                    <a:pt x="27392" y="41777"/>
                  </a:lnTo>
                  <a:lnTo>
                    <a:pt x="31970" y="45887"/>
                  </a:lnTo>
                  <a:lnTo>
                    <a:pt x="29689" y="45646"/>
                  </a:lnTo>
                  <a:lnTo>
                    <a:pt x="29015" y="50302"/>
                  </a:lnTo>
                  <a:lnTo>
                    <a:pt x="26919" y="49945"/>
                  </a:lnTo>
                  <a:lnTo>
                    <a:pt x="25917" y="47908"/>
                  </a:lnTo>
                  <a:lnTo>
                    <a:pt x="20748" y="47489"/>
                  </a:lnTo>
                  <a:lnTo>
                    <a:pt x="18216" y="51141"/>
                  </a:lnTo>
                  <a:lnTo>
                    <a:pt x="14539" y="51668"/>
                  </a:lnTo>
                  <a:lnTo>
                    <a:pt x="14181" y="50346"/>
                  </a:lnTo>
                  <a:lnTo>
                    <a:pt x="11697" y="49890"/>
                  </a:lnTo>
                  <a:lnTo>
                    <a:pt x="12744" y="44536"/>
                  </a:lnTo>
                  <a:lnTo>
                    <a:pt x="17384" y="44883"/>
                  </a:lnTo>
                  <a:lnTo>
                    <a:pt x="17713" y="39746"/>
                  </a:lnTo>
                  <a:lnTo>
                    <a:pt x="13983" y="39339"/>
                  </a:lnTo>
                  <a:lnTo>
                    <a:pt x="13076" y="40044"/>
                  </a:lnTo>
                  <a:lnTo>
                    <a:pt x="5783" y="37303"/>
                  </a:lnTo>
                  <a:lnTo>
                    <a:pt x="5001" y="36415"/>
                  </a:lnTo>
                  <a:lnTo>
                    <a:pt x="5248" y="34024"/>
                  </a:lnTo>
                  <a:lnTo>
                    <a:pt x="4626" y="33263"/>
                  </a:lnTo>
                  <a:lnTo>
                    <a:pt x="2447" y="29986"/>
                  </a:lnTo>
                  <a:lnTo>
                    <a:pt x="1959" y="26008"/>
                  </a:lnTo>
                  <a:lnTo>
                    <a:pt x="1019" y="26355"/>
                  </a:lnTo>
                  <a:lnTo>
                    <a:pt x="0" y="24568"/>
                  </a:lnTo>
                  <a:lnTo>
                    <a:pt x="455" y="22896"/>
                  </a:lnTo>
                  <a:lnTo>
                    <a:pt x="2533" y="19299"/>
                  </a:lnTo>
                  <a:lnTo>
                    <a:pt x="4800" y="18721"/>
                  </a:lnTo>
                  <a:lnTo>
                    <a:pt x="5827" y="15698"/>
                  </a:lnTo>
                  <a:lnTo>
                    <a:pt x="5897" y="12916"/>
                  </a:lnTo>
                  <a:lnTo>
                    <a:pt x="6511" y="8424"/>
                  </a:lnTo>
                  <a:lnTo>
                    <a:pt x="7454" y="7246"/>
                  </a:lnTo>
                  <a:lnTo>
                    <a:pt x="10120" y="6092"/>
                  </a:lnTo>
                  <a:lnTo>
                    <a:pt x="18467" y="4900"/>
                  </a:lnTo>
                  <a:lnTo>
                    <a:pt x="20516" y="3266"/>
                  </a:lnTo>
                  <a:lnTo>
                    <a:pt x="2012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h6919"/>
            <p:cNvSpPr/>
            <p:nvPr/>
          </p:nvSpPr>
          <p:spPr>
            <a:xfrm>
              <a:off x="10700649" y="2873310"/>
              <a:ext cx="18507" cy="18180"/>
            </a:xfrm>
            <a:custGeom>
              <a:avLst/>
              <a:pathLst>
                <a:path w="18507" h="18180">
                  <a:moveTo>
                    <a:pt x="9742" y="0"/>
                  </a:moveTo>
                  <a:lnTo>
                    <a:pt x="11360" y="1549"/>
                  </a:lnTo>
                  <a:lnTo>
                    <a:pt x="12773" y="1815"/>
                  </a:lnTo>
                  <a:lnTo>
                    <a:pt x="13647" y="1156"/>
                  </a:lnTo>
                  <a:lnTo>
                    <a:pt x="16318" y="3897"/>
                  </a:lnTo>
                  <a:lnTo>
                    <a:pt x="12672" y="14560"/>
                  </a:lnTo>
                  <a:lnTo>
                    <a:pt x="14767" y="14930"/>
                  </a:lnTo>
                  <a:lnTo>
                    <a:pt x="14405" y="12228"/>
                  </a:lnTo>
                  <a:lnTo>
                    <a:pt x="18507" y="14021"/>
                  </a:lnTo>
                  <a:lnTo>
                    <a:pt x="16336" y="15505"/>
                  </a:lnTo>
                  <a:lnTo>
                    <a:pt x="13840" y="15975"/>
                  </a:lnTo>
                  <a:lnTo>
                    <a:pt x="13681" y="18180"/>
                  </a:lnTo>
                  <a:lnTo>
                    <a:pt x="11665" y="17577"/>
                  </a:lnTo>
                  <a:lnTo>
                    <a:pt x="9694" y="15238"/>
                  </a:lnTo>
                  <a:lnTo>
                    <a:pt x="5320" y="15604"/>
                  </a:lnTo>
                  <a:lnTo>
                    <a:pt x="3693" y="14799"/>
                  </a:lnTo>
                  <a:lnTo>
                    <a:pt x="3737" y="13448"/>
                  </a:lnTo>
                  <a:lnTo>
                    <a:pt x="536" y="13204"/>
                  </a:lnTo>
                  <a:lnTo>
                    <a:pt x="0" y="9104"/>
                  </a:lnTo>
                  <a:lnTo>
                    <a:pt x="1490" y="7182"/>
                  </a:lnTo>
                  <a:lnTo>
                    <a:pt x="5894" y="3975"/>
                  </a:lnTo>
                  <a:lnTo>
                    <a:pt x="6528" y="59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h6920"/>
            <p:cNvSpPr/>
            <p:nvPr/>
          </p:nvSpPr>
          <p:spPr>
            <a:xfrm>
              <a:off x="10613852" y="2818467"/>
              <a:ext cx="56235" cy="50988"/>
            </a:xfrm>
            <a:custGeom>
              <a:avLst/>
              <a:pathLst>
                <a:path w="56235" h="50988">
                  <a:moveTo>
                    <a:pt x="38116" y="2052"/>
                  </a:moveTo>
                  <a:lnTo>
                    <a:pt x="40369" y="2539"/>
                  </a:lnTo>
                  <a:lnTo>
                    <a:pt x="42388" y="1711"/>
                  </a:lnTo>
                  <a:lnTo>
                    <a:pt x="42710" y="2210"/>
                  </a:lnTo>
                  <a:lnTo>
                    <a:pt x="43543" y="4548"/>
                  </a:lnTo>
                  <a:lnTo>
                    <a:pt x="43170" y="6937"/>
                  </a:lnTo>
                  <a:lnTo>
                    <a:pt x="39549" y="7130"/>
                  </a:lnTo>
                  <a:lnTo>
                    <a:pt x="39692" y="7997"/>
                  </a:lnTo>
                  <a:lnTo>
                    <a:pt x="41925" y="10051"/>
                  </a:lnTo>
                  <a:lnTo>
                    <a:pt x="47834" y="10229"/>
                  </a:lnTo>
                  <a:lnTo>
                    <a:pt x="48456" y="8973"/>
                  </a:lnTo>
                  <a:lnTo>
                    <a:pt x="49684" y="8366"/>
                  </a:lnTo>
                  <a:lnTo>
                    <a:pt x="51800" y="8891"/>
                  </a:lnTo>
                  <a:lnTo>
                    <a:pt x="51692" y="11192"/>
                  </a:lnTo>
                  <a:lnTo>
                    <a:pt x="55085" y="11344"/>
                  </a:lnTo>
                  <a:lnTo>
                    <a:pt x="54098" y="18434"/>
                  </a:lnTo>
                  <a:lnTo>
                    <a:pt x="55140" y="22008"/>
                  </a:lnTo>
                  <a:lnTo>
                    <a:pt x="56235" y="22680"/>
                  </a:lnTo>
                  <a:lnTo>
                    <a:pt x="56053" y="23535"/>
                  </a:lnTo>
                  <a:lnTo>
                    <a:pt x="55173" y="26588"/>
                  </a:lnTo>
                  <a:lnTo>
                    <a:pt x="51084" y="30743"/>
                  </a:lnTo>
                  <a:lnTo>
                    <a:pt x="50536" y="32176"/>
                  </a:lnTo>
                  <a:lnTo>
                    <a:pt x="51935" y="37281"/>
                  </a:lnTo>
                  <a:lnTo>
                    <a:pt x="52671" y="37962"/>
                  </a:lnTo>
                  <a:lnTo>
                    <a:pt x="50409" y="45703"/>
                  </a:lnTo>
                  <a:lnTo>
                    <a:pt x="49602" y="45101"/>
                  </a:lnTo>
                  <a:lnTo>
                    <a:pt x="47299" y="48218"/>
                  </a:lnTo>
                  <a:lnTo>
                    <a:pt x="43833" y="50221"/>
                  </a:lnTo>
                  <a:lnTo>
                    <a:pt x="33661" y="48783"/>
                  </a:lnTo>
                  <a:lnTo>
                    <a:pt x="30480" y="50094"/>
                  </a:lnTo>
                  <a:lnTo>
                    <a:pt x="31065" y="49281"/>
                  </a:lnTo>
                  <a:lnTo>
                    <a:pt x="29361" y="47375"/>
                  </a:lnTo>
                  <a:lnTo>
                    <a:pt x="24546" y="50160"/>
                  </a:lnTo>
                  <a:lnTo>
                    <a:pt x="20365" y="50988"/>
                  </a:lnTo>
                  <a:lnTo>
                    <a:pt x="20256" y="49596"/>
                  </a:lnTo>
                  <a:lnTo>
                    <a:pt x="18731" y="48797"/>
                  </a:lnTo>
                  <a:lnTo>
                    <a:pt x="17861" y="47285"/>
                  </a:lnTo>
                  <a:lnTo>
                    <a:pt x="16833" y="43510"/>
                  </a:lnTo>
                  <a:lnTo>
                    <a:pt x="16822" y="33283"/>
                  </a:lnTo>
                  <a:lnTo>
                    <a:pt x="15028" y="33104"/>
                  </a:lnTo>
                  <a:lnTo>
                    <a:pt x="14281" y="31251"/>
                  </a:lnTo>
                  <a:lnTo>
                    <a:pt x="11206" y="31325"/>
                  </a:lnTo>
                  <a:lnTo>
                    <a:pt x="9263" y="32397"/>
                  </a:lnTo>
                  <a:lnTo>
                    <a:pt x="8351" y="30927"/>
                  </a:lnTo>
                  <a:lnTo>
                    <a:pt x="8259" y="28796"/>
                  </a:lnTo>
                  <a:lnTo>
                    <a:pt x="3503" y="29505"/>
                  </a:lnTo>
                  <a:lnTo>
                    <a:pt x="0" y="28407"/>
                  </a:lnTo>
                  <a:lnTo>
                    <a:pt x="2365" y="23080"/>
                  </a:lnTo>
                  <a:lnTo>
                    <a:pt x="7653" y="14887"/>
                  </a:lnTo>
                  <a:lnTo>
                    <a:pt x="9748" y="9268"/>
                  </a:lnTo>
                  <a:lnTo>
                    <a:pt x="14279" y="7199"/>
                  </a:lnTo>
                  <a:lnTo>
                    <a:pt x="18770" y="6562"/>
                  </a:lnTo>
                  <a:lnTo>
                    <a:pt x="23113" y="9030"/>
                  </a:lnTo>
                  <a:lnTo>
                    <a:pt x="27450" y="7933"/>
                  </a:lnTo>
                  <a:lnTo>
                    <a:pt x="32400" y="1851"/>
                  </a:lnTo>
                  <a:lnTo>
                    <a:pt x="3587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h6921"/>
            <p:cNvSpPr/>
            <p:nvPr/>
          </p:nvSpPr>
          <p:spPr>
            <a:xfrm>
              <a:off x="10782000" y="2882406"/>
              <a:ext cx="17263" cy="16881"/>
            </a:xfrm>
            <a:custGeom>
              <a:avLst/>
              <a:pathLst>
                <a:path w="17263" h="16881">
                  <a:moveTo>
                    <a:pt x="10022" y="1453"/>
                  </a:moveTo>
                  <a:lnTo>
                    <a:pt x="10698" y="4606"/>
                  </a:lnTo>
                  <a:lnTo>
                    <a:pt x="12099" y="6508"/>
                  </a:lnTo>
                  <a:lnTo>
                    <a:pt x="13987" y="8335"/>
                  </a:lnTo>
                  <a:lnTo>
                    <a:pt x="16369" y="8355"/>
                  </a:lnTo>
                  <a:lnTo>
                    <a:pt x="17263" y="11302"/>
                  </a:lnTo>
                  <a:lnTo>
                    <a:pt x="15311" y="10770"/>
                  </a:lnTo>
                  <a:lnTo>
                    <a:pt x="9562" y="16881"/>
                  </a:lnTo>
                  <a:lnTo>
                    <a:pt x="5792" y="14373"/>
                  </a:lnTo>
                  <a:lnTo>
                    <a:pt x="1024" y="14383"/>
                  </a:lnTo>
                  <a:lnTo>
                    <a:pt x="1060" y="13408"/>
                  </a:lnTo>
                  <a:lnTo>
                    <a:pt x="2406" y="12374"/>
                  </a:lnTo>
                  <a:lnTo>
                    <a:pt x="4086" y="12418"/>
                  </a:lnTo>
                  <a:lnTo>
                    <a:pt x="4944" y="10364"/>
                  </a:lnTo>
                  <a:lnTo>
                    <a:pt x="742" y="10534"/>
                  </a:lnTo>
                  <a:lnTo>
                    <a:pt x="0" y="11106"/>
                  </a:lnTo>
                  <a:lnTo>
                    <a:pt x="4071" y="3540"/>
                  </a:lnTo>
                  <a:lnTo>
                    <a:pt x="4171" y="678"/>
                  </a:lnTo>
                  <a:lnTo>
                    <a:pt x="767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h6922"/>
            <p:cNvSpPr/>
            <p:nvPr/>
          </p:nvSpPr>
          <p:spPr>
            <a:xfrm>
              <a:off x="10754572" y="2841460"/>
              <a:ext cx="21204" cy="29954"/>
            </a:xfrm>
            <a:custGeom>
              <a:avLst/>
              <a:pathLst>
                <a:path w="21204" h="29954">
                  <a:moveTo>
                    <a:pt x="19248" y="78"/>
                  </a:moveTo>
                  <a:lnTo>
                    <a:pt x="20873" y="2016"/>
                  </a:lnTo>
                  <a:lnTo>
                    <a:pt x="20601" y="5814"/>
                  </a:lnTo>
                  <a:lnTo>
                    <a:pt x="21204" y="8991"/>
                  </a:lnTo>
                  <a:lnTo>
                    <a:pt x="17488" y="12207"/>
                  </a:lnTo>
                  <a:lnTo>
                    <a:pt x="18528" y="13882"/>
                  </a:lnTo>
                  <a:lnTo>
                    <a:pt x="18740" y="23201"/>
                  </a:lnTo>
                  <a:lnTo>
                    <a:pt x="17230" y="25565"/>
                  </a:lnTo>
                  <a:lnTo>
                    <a:pt x="13188" y="28688"/>
                  </a:lnTo>
                  <a:lnTo>
                    <a:pt x="7000" y="29954"/>
                  </a:lnTo>
                  <a:lnTo>
                    <a:pt x="6055" y="22935"/>
                  </a:lnTo>
                  <a:lnTo>
                    <a:pt x="759" y="19755"/>
                  </a:lnTo>
                  <a:lnTo>
                    <a:pt x="0" y="17360"/>
                  </a:lnTo>
                  <a:lnTo>
                    <a:pt x="2057" y="15051"/>
                  </a:lnTo>
                  <a:lnTo>
                    <a:pt x="2752" y="11939"/>
                  </a:lnTo>
                  <a:lnTo>
                    <a:pt x="1670" y="8606"/>
                  </a:lnTo>
                  <a:lnTo>
                    <a:pt x="2096" y="5945"/>
                  </a:lnTo>
                  <a:lnTo>
                    <a:pt x="6465" y="8182"/>
                  </a:lnTo>
                  <a:lnTo>
                    <a:pt x="6788" y="5926"/>
                  </a:lnTo>
                  <a:lnTo>
                    <a:pt x="11768" y="6017"/>
                  </a:lnTo>
                  <a:lnTo>
                    <a:pt x="13041" y="3275"/>
                  </a:lnTo>
                  <a:lnTo>
                    <a:pt x="169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h6923"/>
            <p:cNvSpPr/>
            <p:nvPr/>
          </p:nvSpPr>
          <p:spPr>
            <a:xfrm>
              <a:off x="10815160" y="2753705"/>
              <a:ext cx="31610" cy="27776"/>
            </a:xfrm>
            <a:custGeom>
              <a:avLst/>
              <a:pathLst>
                <a:path w="31610" h="27776">
                  <a:moveTo>
                    <a:pt x="16192" y="1412"/>
                  </a:moveTo>
                  <a:lnTo>
                    <a:pt x="20763" y="5087"/>
                  </a:lnTo>
                  <a:lnTo>
                    <a:pt x="24217" y="9264"/>
                  </a:lnTo>
                  <a:lnTo>
                    <a:pt x="23823" y="10079"/>
                  </a:lnTo>
                  <a:lnTo>
                    <a:pt x="24475" y="11469"/>
                  </a:lnTo>
                  <a:lnTo>
                    <a:pt x="27997" y="12761"/>
                  </a:lnTo>
                  <a:lnTo>
                    <a:pt x="31167" y="12299"/>
                  </a:lnTo>
                  <a:lnTo>
                    <a:pt x="31567" y="13502"/>
                  </a:lnTo>
                  <a:lnTo>
                    <a:pt x="31610" y="14966"/>
                  </a:lnTo>
                  <a:lnTo>
                    <a:pt x="30349" y="16635"/>
                  </a:lnTo>
                  <a:lnTo>
                    <a:pt x="26763" y="15118"/>
                  </a:lnTo>
                  <a:lnTo>
                    <a:pt x="25155" y="15731"/>
                  </a:lnTo>
                  <a:lnTo>
                    <a:pt x="24220" y="21710"/>
                  </a:lnTo>
                  <a:lnTo>
                    <a:pt x="25828" y="26016"/>
                  </a:lnTo>
                  <a:lnTo>
                    <a:pt x="22687" y="26598"/>
                  </a:lnTo>
                  <a:lnTo>
                    <a:pt x="19854" y="27776"/>
                  </a:lnTo>
                  <a:lnTo>
                    <a:pt x="17877" y="26005"/>
                  </a:lnTo>
                  <a:lnTo>
                    <a:pt x="13063" y="25900"/>
                  </a:lnTo>
                  <a:lnTo>
                    <a:pt x="12017" y="26641"/>
                  </a:lnTo>
                  <a:lnTo>
                    <a:pt x="5520" y="23060"/>
                  </a:lnTo>
                  <a:lnTo>
                    <a:pt x="6287" y="21214"/>
                  </a:lnTo>
                  <a:lnTo>
                    <a:pt x="5076" y="20703"/>
                  </a:lnTo>
                  <a:lnTo>
                    <a:pt x="4142" y="17419"/>
                  </a:lnTo>
                  <a:lnTo>
                    <a:pt x="4355" y="13200"/>
                  </a:lnTo>
                  <a:lnTo>
                    <a:pt x="1485" y="8196"/>
                  </a:lnTo>
                  <a:lnTo>
                    <a:pt x="0" y="7780"/>
                  </a:lnTo>
                  <a:lnTo>
                    <a:pt x="121" y="7118"/>
                  </a:lnTo>
                  <a:lnTo>
                    <a:pt x="4425" y="8320"/>
                  </a:lnTo>
                  <a:lnTo>
                    <a:pt x="5901" y="4359"/>
                  </a:lnTo>
                  <a:lnTo>
                    <a:pt x="9623" y="5870"/>
                  </a:lnTo>
                  <a:lnTo>
                    <a:pt x="14429" y="2348"/>
                  </a:lnTo>
                  <a:lnTo>
                    <a:pt x="1562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h6924"/>
            <p:cNvSpPr/>
            <p:nvPr/>
          </p:nvSpPr>
          <p:spPr>
            <a:xfrm>
              <a:off x="10713174" y="2868535"/>
              <a:ext cx="14917" cy="19705"/>
            </a:xfrm>
            <a:custGeom>
              <a:avLst/>
              <a:pathLst>
                <a:path w="14917" h="19705">
                  <a:moveTo>
                    <a:pt x="9729" y="4175"/>
                  </a:moveTo>
                  <a:lnTo>
                    <a:pt x="12172" y="7754"/>
                  </a:lnTo>
                  <a:lnTo>
                    <a:pt x="14917" y="13870"/>
                  </a:lnTo>
                  <a:lnTo>
                    <a:pt x="9108" y="16547"/>
                  </a:lnTo>
                  <a:lnTo>
                    <a:pt x="4926" y="12708"/>
                  </a:lnTo>
                  <a:lnTo>
                    <a:pt x="4401" y="12879"/>
                  </a:lnTo>
                  <a:lnTo>
                    <a:pt x="4862" y="13996"/>
                  </a:lnTo>
                  <a:lnTo>
                    <a:pt x="4084" y="16119"/>
                  </a:lnTo>
                  <a:lnTo>
                    <a:pt x="1880" y="17003"/>
                  </a:lnTo>
                  <a:lnTo>
                    <a:pt x="2242" y="19705"/>
                  </a:lnTo>
                  <a:lnTo>
                    <a:pt x="147" y="19335"/>
                  </a:lnTo>
                  <a:lnTo>
                    <a:pt x="3793" y="8672"/>
                  </a:lnTo>
                  <a:lnTo>
                    <a:pt x="1122" y="5931"/>
                  </a:lnTo>
                  <a:lnTo>
                    <a:pt x="0" y="3092"/>
                  </a:lnTo>
                  <a:lnTo>
                    <a:pt x="84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h6925"/>
            <p:cNvSpPr/>
            <p:nvPr/>
          </p:nvSpPr>
          <p:spPr>
            <a:xfrm>
              <a:off x="10736697" y="2864661"/>
              <a:ext cx="57501" cy="37671"/>
            </a:xfrm>
            <a:custGeom>
              <a:avLst/>
              <a:pathLst>
                <a:path w="57501" h="37671">
                  <a:moveTo>
                    <a:pt x="40588" y="1730"/>
                  </a:moveTo>
                  <a:lnTo>
                    <a:pt x="41939" y="3557"/>
                  </a:lnTo>
                  <a:lnTo>
                    <a:pt x="39282" y="5873"/>
                  </a:lnTo>
                  <a:lnTo>
                    <a:pt x="39557" y="8850"/>
                  </a:lnTo>
                  <a:lnTo>
                    <a:pt x="43823" y="9259"/>
                  </a:lnTo>
                  <a:lnTo>
                    <a:pt x="45390" y="12500"/>
                  </a:lnTo>
                  <a:lnTo>
                    <a:pt x="45824" y="17870"/>
                  </a:lnTo>
                  <a:lnTo>
                    <a:pt x="52445" y="16295"/>
                  </a:lnTo>
                  <a:lnTo>
                    <a:pt x="57501" y="18031"/>
                  </a:lnTo>
                  <a:lnTo>
                    <a:pt x="57307" y="20512"/>
                  </a:lnTo>
                  <a:lnTo>
                    <a:pt x="56349" y="21366"/>
                  </a:lnTo>
                  <a:lnTo>
                    <a:pt x="57402" y="24253"/>
                  </a:lnTo>
                  <a:lnTo>
                    <a:pt x="56001" y="22351"/>
                  </a:lnTo>
                  <a:lnTo>
                    <a:pt x="55326" y="19197"/>
                  </a:lnTo>
                  <a:lnTo>
                    <a:pt x="52975" y="17744"/>
                  </a:lnTo>
                  <a:lnTo>
                    <a:pt x="49474" y="18423"/>
                  </a:lnTo>
                  <a:lnTo>
                    <a:pt x="49374" y="21285"/>
                  </a:lnTo>
                  <a:lnTo>
                    <a:pt x="45303" y="28851"/>
                  </a:lnTo>
                  <a:lnTo>
                    <a:pt x="43333" y="32290"/>
                  </a:lnTo>
                  <a:lnTo>
                    <a:pt x="40047" y="32222"/>
                  </a:lnTo>
                  <a:lnTo>
                    <a:pt x="32192" y="34375"/>
                  </a:lnTo>
                  <a:lnTo>
                    <a:pt x="29031" y="37671"/>
                  </a:lnTo>
                  <a:lnTo>
                    <a:pt x="25685" y="37520"/>
                  </a:lnTo>
                  <a:lnTo>
                    <a:pt x="23931" y="32654"/>
                  </a:lnTo>
                  <a:lnTo>
                    <a:pt x="20280" y="29976"/>
                  </a:lnTo>
                  <a:lnTo>
                    <a:pt x="19322" y="30690"/>
                  </a:lnTo>
                  <a:lnTo>
                    <a:pt x="19637" y="32861"/>
                  </a:lnTo>
                  <a:lnTo>
                    <a:pt x="19033" y="35192"/>
                  </a:lnTo>
                  <a:lnTo>
                    <a:pt x="13749" y="34124"/>
                  </a:lnTo>
                  <a:lnTo>
                    <a:pt x="11099" y="32042"/>
                  </a:lnTo>
                  <a:lnTo>
                    <a:pt x="6424" y="31962"/>
                  </a:lnTo>
                  <a:lnTo>
                    <a:pt x="6411" y="35413"/>
                  </a:lnTo>
                  <a:lnTo>
                    <a:pt x="5191" y="35752"/>
                  </a:lnTo>
                  <a:lnTo>
                    <a:pt x="3716" y="35860"/>
                  </a:lnTo>
                  <a:lnTo>
                    <a:pt x="2552" y="32763"/>
                  </a:lnTo>
                  <a:lnTo>
                    <a:pt x="178" y="33123"/>
                  </a:lnTo>
                  <a:lnTo>
                    <a:pt x="0" y="31527"/>
                  </a:lnTo>
                  <a:lnTo>
                    <a:pt x="2432" y="27219"/>
                  </a:lnTo>
                  <a:lnTo>
                    <a:pt x="3828" y="26907"/>
                  </a:lnTo>
                  <a:lnTo>
                    <a:pt x="6028" y="26732"/>
                  </a:lnTo>
                  <a:lnTo>
                    <a:pt x="8969" y="24096"/>
                  </a:lnTo>
                  <a:lnTo>
                    <a:pt x="11039" y="19961"/>
                  </a:lnTo>
                  <a:lnTo>
                    <a:pt x="12151" y="16693"/>
                  </a:lnTo>
                  <a:lnTo>
                    <a:pt x="12011" y="14436"/>
                  </a:lnTo>
                  <a:lnTo>
                    <a:pt x="12946" y="12799"/>
                  </a:lnTo>
                  <a:lnTo>
                    <a:pt x="13689" y="12151"/>
                  </a:lnTo>
                  <a:lnTo>
                    <a:pt x="15271" y="12170"/>
                  </a:lnTo>
                  <a:lnTo>
                    <a:pt x="15371" y="12652"/>
                  </a:lnTo>
                  <a:lnTo>
                    <a:pt x="18980" y="11452"/>
                  </a:lnTo>
                  <a:lnTo>
                    <a:pt x="20352" y="8816"/>
                  </a:lnTo>
                  <a:lnTo>
                    <a:pt x="24874" y="6753"/>
                  </a:lnTo>
                  <a:lnTo>
                    <a:pt x="31063" y="5486"/>
                  </a:lnTo>
                  <a:lnTo>
                    <a:pt x="35104" y="2363"/>
                  </a:lnTo>
                  <a:lnTo>
                    <a:pt x="366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h6926"/>
            <p:cNvSpPr/>
            <p:nvPr/>
          </p:nvSpPr>
          <p:spPr>
            <a:xfrm>
              <a:off x="10649726" y="2808830"/>
              <a:ext cx="22020" cy="20981"/>
            </a:xfrm>
            <a:custGeom>
              <a:avLst/>
              <a:pathLst>
                <a:path w="22020" h="20981">
                  <a:moveTo>
                    <a:pt x="9558" y="894"/>
                  </a:moveTo>
                  <a:lnTo>
                    <a:pt x="15550" y="1051"/>
                  </a:lnTo>
                  <a:lnTo>
                    <a:pt x="17436" y="4127"/>
                  </a:lnTo>
                  <a:lnTo>
                    <a:pt x="22020" y="7934"/>
                  </a:lnTo>
                  <a:lnTo>
                    <a:pt x="21271" y="19768"/>
                  </a:lnTo>
                  <a:lnTo>
                    <a:pt x="19211" y="20981"/>
                  </a:lnTo>
                  <a:lnTo>
                    <a:pt x="15818" y="20828"/>
                  </a:lnTo>
                  <a:lnTo>
                    <a:pt x="15926" y="18527"/>
                  </a:lnTo>
                  <a:lnTo>
                    <a:pt x="13809" y="18003"/>
                  </a:lnTo>
                  <a:lnTo>
                    <a:pt x="12582" y="18609"/>
                  </a:lnTo>
                  <a:lnTo>
                    <a:pt x="11960" y="19866"/>
                  </a:lnTo>
                  <a:lnTo>
                    <a:pt x="6050" y="19688"/>
                  </a:lnTo>
                  <a:lnTo>
                    <a:pt x="3818" y="17634"/>
                  </a:lnTo>
                  <a:lnTo>
                    <a:pt x="3675" y="16767"/>
                  </a:lnTo>
                  <a:lnTo>
                    <a:pt x="7295" y="16574"/>
                  </a:lnTo>
                  <a:lnTo>
                    <a:pt x="7669" y="14185"/>
                  </a:lnTo>
                  <a:lnTo>
                    <a:pt x="6836" y="11847"/>
                  </a:lnTo>
                  <a:lnTo>
                    <a:pt x="6514" y="11348"/>
                  </a:lnTo>
                  <a:lnTo>
                    <a:pt x="4495" y="12175"/>
                  </a:lnTo>
                  <a:lnTo>
                    <a:pt x="2242" y="11689"/>
                  </a:lnTo>
                  <a:lnTo>
                    <a:pt x="0" y="9636"/>
                  </a:lnTo>
                  <a:lnTo>
                    <a:pt x="1605" y="8782"/>
                  </a:lnTo>
                  <a:lnTo>
                    <a:pt x="2533" y="4645"/>
                  </a:lnTo>
                  <a:lnTo>
                    <a:pt x="6292" y="189"/>
                  </a:lnTo>
                  <a:lnTo>
                    <a:pt x="75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h6927"/>
            <p:cNvSpPr/>
            <p:nvPr/>
          </p:nvSpPr>
          <p:spPr>
            <a:xfrm>
              <a:off x="10793575" y="2746775"/>
              <a:ext cx="27486" cy="16763"/>
            </a:xfrm>
            <a:custGeom>
              <a:avLst/>
              <a:pathLst>
                <a:path w="27486" h="16763">
                  <a:moveTo>
                    <a:pt x="19039" y="1304"/>
                  </a:moveTo>
                  <a:lnTo>
                    <a:pt x="27486" y="11289"/>
                  </a:lnTo>
                  <a:lnTo>
                    <a:pt x="26010" y="15250"/>
                  </a:lnTo>
                  <a:lnTo>
                    <a:pt x="21706" y="14048"/>
                  </a:lnTo>
                  <a:lnTo>
                    <a:pt x="21584" y="14711"/>
                  </a:lnTo>
                  <a:lnTo>
                    <a:pt x="20533" y="16763"/>
                  </a:lnTo>
                  <a:lnTo>
                    <a:pt x="17746" y="16073"/>
                  </a:lnTo>
                  <a:lnTo>
                    <a:pt x="17509" y="14891"/>
                  </a:lnTo>
                  <a:lnTo>
                    <a:pt x="3425" y="13346"/>
                  </a:lnTo>
                  <a:lnTo>
                    <a:pt x="3063" y="12229"/>
                  </a:lnTo>
                  <a:lnTo>
                    <a:pt x="0" y="4668"/>
                  </a:lnTo>
                  <a:lnTo>
                    <a:pt x="4693" y="3037"/>
                  </a:lnTo>
                  <a:lnTo>
                    <a:pt x="7026" y="4593"/>
                  </a:lnTo>
                  <a:lnTo>
                    <a:pt x="8666" y="4750"/>
                  </a:lnTo>
                  <a:lnTo>
                    <a:pt x="13976" y="3047"/>
                  </a:lnTo>
                  <a:lnTo>
                    <a:pt x="14880" y="697"/>
                  </a:lnTo>
                  <a:lnTo>
                    <a:pt x="158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h6928"/>
            <p:cNvSpPr/>
            <p:nvPr/>
          </p:nvSpPr>
          <p:spPr>
            <a:xfrm>
              <a:off x="10713445" y="2733647"/>
              <a:ext cx="63430" cy="56279"/>
            </a:xfrm>
            <a:custGeom>
              <a:avLst/>
              <a:pathLst>
                <a:path w="63430" h="56279">
                  <a:moveTo>
                    <a:pt x="27140" y="3142"/>
                  </a:moveTo>
                  <a:lnTo>
                    <a:pt x="28647" y="3207"/>
                  </a:lnTo>
                  <a:lnTo>
                    <a:pt x="33808" y="942"/>
                  </a:lnTo>
                  <a:lnTo>
                    <a:pt x="48696" y="366"/>
                  </a:lnTo>
                  <a:lnTo>
                    <a:pt x="51476" y="2442"/>
                  </a:lnTo>
                  <a:lnTo>
                    <a:pt x="52469" y="4336"/>
                  </a:lnTo>
                  <a:lnTo>
                    <a:pt x="53712" y="3891"/>
                  </a:lnTo>
                  <a:lnTo>
                    <a:pt x="54268" y="6142"/>
                  </a:lnTo>
                  <a:lnTo>
                    <a:pt x="61095" y="11484"/>
                  </a:lnTo>
                  <a:lnTo>
                    <a:pt x="60308" y="14774"/>
                  </a:lnTo>
                  <a:lnTo>
                    <a:pt x="56807" y="16389"/>
                  </a:lnTo>
                  <a:lnTo>
                    <a:pt x="59157" y="21659"/>
                  </a:lnTo>
                  <a:lnTo>
                    <a:pt x="63430" y="25312"/>
                  </a:lnTo>
                  <a:lnTo>
                    <a:pt x="63384" y="26316"/>
                  </a:lnTo>
                  <a:lnTo>
                    <a:pt x="57486" y="26798"/>
                  </a:lnTo>
                  <a:lnTo>
                    <a:pt x="49068" y="28561"/>
                  </a:lnTo>
                  <a:lnTo>
                    <a:pt x="46096" y="29905"/>
                  </a:lnTo>
                  <a:lnTo>
                    <a:pt x="39238" y="31394"/>
                  </a:lnTo>
                  <a:lnTo>
                    <a:pt x="40057" y="36089"/>
                  </a:lnTo>
                  <a:lnTo>
                    <a:pt x="35626" y="37185"/>
                  </a:lnTo>
                  <a:lnTo>
                    <a:pt x="32951" y="38796"/>
                  </a:lnTo>
                  <a:lnTo>
                    <a:pt x="31607" y="43993"/>
                  </a:lnTo>
                  <a:lnTo>
                    <a:pt x="30056" y="45301"/>
                  </a:lnTo>
                  <a:lnTo>
                    <a:pt x="27934" y="45409"/>
                  </a:lnTo>
                  <a:lnTo>
                    <a:pt x="19751" y="53191"/>
                  </a:lnTo>
                  <a:lnTo>
                    <a:pt x="13334" y="56279"/>
                  </a:lnTo>
                  <a:lnTo>
                    <a:pt x="13075" y="55680"/>
                  </a:lnTo>
                  <a:lnTo>
                    <a:pt x="11282" y="47788"/>
                  </a:lnTo>
                  <a:lnTo>
                    <a:pt x="9263" y="47719"/>
                  </a:lnTo>
                  <a:lnTo>
                    <a:pt x="9268" y="46902"/>
                  </a:lnTo>
                  <a:lnTo>
                    <a:pt x="10338" y="45186"/>
                  </a:lnTo>
                  <a:lnTo>
                    <a:pt x="14682" y="44031"/>
                  </a:lnTo>
                  <a:lnTo>
                    <a:pt x="16541" y="42068"/>
                  </a:lnTo>
                  <a:lnTo>
                    <a:pt x="13663" y="39062"/>
                  </a:lnTo>
                  <a:lnTo>
                    <a:pt x="10855" y="38045"/>
                  </a:lnTo>
                  <a:lnTo>
                    <a:pt x="8739" y="38755"/>
                  </a:lnTo>
                  <a:lnTo>
                    <a:pt x="7751" y="37818"/>
                  </a:lnTo>
                  <a:lnTo>
                    <a:pt x="6570" y="34254"/>
                  </a:lnTo>
                  <a:lnTo>
                    <a:pt x="10659" y="24331"/>
                  </a:lnTo>
                  <a:lnTo>
                    <a:pt x="10916" y="22274"/>
                  </a:lnTo>
                  <a:lnTo>
                    <a:pt x="3665" y="15848"/>
                  </a:lnTo>
                  <a:lnTo>
                    <a:pt x="0" y="15011"/>
                  </a:lnTo>
                  <a:lnTo>
                    <a:pt x="1401" y="12265"/>
                  </a:lnTo>
                  <a:lnTo>
                    <a:pt x="5767" y="11279"/>
                  </a:lnTo>
                  <a:lnTo>
                    <a:pt x="10914" y="8973"/>
                  </a:lnTo>
                  <a:lnTo>
                    <a:pt x="11503" y="5551"/>
                  </a:lnTo>
                  <a:lnTo>
                    <a:pt x="10482" y="4084"/>
                  </a:lnTo>
                  <a:lnTo>
                    <a:pt x="11721" y="1772"/>
                  </a:lnTo>
                  <a:lnTo>
                    <a:pt x="13520" y="2435"/>
                  </a:lnTo>
                  <a:lnTo>
                    <a:pt x="12975" y="6272"/>
                  </a:lnTo>
                  <a:lnTo>
                    <a:pt x="14670" y="6572"/>
                  </a:lnTo>
                  <a:lnTo>
                    <a:pt x="16966" y="5280"/>
                  </a:lnTo>
                  <a:lnTo>
                    <a:pt x="17318" y="972"/>
                  </a:lnTo>
                  <a:lnTo>
                    <a:pt x="18125" y="820"/>
                  </a:lnTo>
                  <a:lnTo>
                    <a:pt x="20694" y="1407"/>
                  </a:lnTo>
                  <a:lnTo>
                    <a:pt x="2185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h6929"/>
            <p:cNvSpPr/>
            <p:nvPr/>
          </p:nvSpPr>
          <p:spPr>
            <a:xfrm>
              <a:off x="10665034" y="2675099"/>
              <a:ext cx="39142" cy="53359"/>
            </a:xfrm>
            <a:custGeom>
              <a:avLst/>
              <a:pathLst>
                <a:path w="39142" h="53359">
                  <a:moveTo>
                    <a:pt x="23709" y="266"/>
                  </a:moveTo>
                  <a:lnTo>
                    <a:pt x="23317" y="8593"/>
                  </a:lnTo>
                  <a:lnTo>
                    <a:pt x="21455" y="10869"/>
                  </a:lnTo>
                  <a:lnTo>
                    <a:pt x="21865" y="19073"/>
                  </a:lnTo>
                  <a:lnTo>
                    <a:pt x="33172" y="17728"/>
                  </a:lnTo>
                  <a:lnTo>
                    <a:pt x="31944" y="23920"/>
                  </a:lnTo>
                  <a:lnTo>
                    <a:pt x="29761" y="30333"/>
                  </a:lnTo>
                  <a:lnTo>
                    <a:pt x="30417" y="31578"/>
                  </a:lnTo>
                  <a:lnTo>
                    <a:pt x="35240" y="32295"/>
                  </a:lnTo>
                  <a:lnTo>
                    <a:pt x="39142" y="36016"/>
                  </a:lnTo>
                  <a:lnTo>
                    <a:pt x="35665" y="38001"/>
                  </a:lnTo>
                  <a:lnTo>
                    <a:pt x="33183" y="43187"/>
                  </a:lnTo>
                  <a:lnTo>
                    <a:pt x="34375" y="49600"/>
                  </a:lnTo>
                  <a:lnTo>
                    <a:pt x="29656" y="51078"/>
                  </a:lnTo>
                  <a:lnTo>
                    <a:pt x="27251" y="49578"/>
                  </a:lnTo>
                  <a:lnTo>
                    <a:pt x="22726" y="48640"/>
                  </a:lnTo>
                  <a:lnTo>
                    <a:pt x="20518" y="50712"/>
                  </a:lnTo>
                  <a:lnTo>
                    <a:pt x="15227" y="53359"/>
                  </a:lnTo>
                  <a:lnTo>
                    <a:pt x="11860" y="51567"/>
                  </a:lnTo>
                  <a:lnTo>
                    <a:pt x="12780" y="48474"/>
                  </a:lnTo>
                  <a:lnTo>
                    <a:pt x="12331" y="47042"/>
                  </a:lnTo>
                  <a:lnTo>
                    <a:pt x="8378" y="47807"/>
                  </a:lnTo>
                  <a:lnTo>
                    <a:pt x="7455" y="48653"/>
                  </a:lnTo>
                  <a:lnTo>
                    <a:pt x="5501" y="45820"/>
                  </a:lnTo>
                  <a:lnTo>
                    <a:pt x="5365" y="43145"/>
                  </a:lnTo>
                  <a:lnTo>
                    <a:pt x="0" y="37023"/>
                  </a:lnTo>
                  <a:lnTo>
                    <a:pt x="1584" y="33654"/>
                  </a:lnTo>
                  <a:lnTo>
                    <a:pt x="2960" y="30013"/>
                  </a:lnTo>
                  <a:lnTo>
                    <a:pt x="5652" y="26150"/>
                  </a:lnTo>
                  <a:lnTo>
                    <a:pt x="6295" y="24041"/>
                  </a:lnTo>
                  <a:lnTo>
                    <a:pt x="5007" y="21626"/>
                  </a:lnTo>
                  <a:lnTo>
                    <a:pt x="8760" y="11005"/>
                  </a:lnTo>
                  <a:lnTo>
                    <a:pt x="6312" y="10857"/>
                  </a:lnTo>
                  <a:lnTo>
                    <a:pt x="5630" y="5820"/>
                  </a:lnTo>
                  <a:lnTo>
                    <a:pt x="10835" y="5976"/>
                  </a:lnTo>
                  <a:lnTo>
                    <a:pt x="13968" y="3383"/>
                  </a:lnTo>
                  <a:lnTo>
                    <a:pt x="15541" y="2083"/>
                  </a:lnTo>
                  <a:lnTo>
                    <a:pt x="1802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h6930"/>
            <p:cNvSpPr/>
            <p:nvPr/>
          </p:nvSpPr>
          <p:spPr>
            <a:xfrm>
              <a:off x="10689964" y="2822463"/>
              <a:ext cx="13122" cy="9965"/>
            </a:xfrm>
            <a:custGeom>
              <a:avLst/>
              <a:pathLst>
                <a:path w="13122" h="9965">
                  <a:moveTo>
                    <a:pt x="7671" y="671"/>
                  </a:moveTo>
                  <a:lnTo>
                    <a:pt x="11783" y="926"/>
                  </a:lnTo>
                  <a:lnTo>
                    <a:pt x="12800" y="916"/>
                  </a:lnTo>
                  <a:lnTo>
                    <a:pt x="13122" y="3151"/>
                  </a:lnTo>
                  <a:lnTo>
                    <a:pt x="11680" y="4663"/>
                  </a:lnTo>
                  <a:lnTo>
                    <a:pt x="11666" y="5754"/>
                  </a:lnTo>
                  <a:lnTo>
                    <a:pt x="10744" y="6273"/>
                  </a:lnTo>
                  <a:lnTo>
                    <a:pt x="8588" y="4869"/>
                  </a:lnTo>
                  <a:lnTo>
                    <a:pt x="5543" y="7466"/>
                  </a:lnTo>
                  <a:lnTo>
                    <a:pt x="5653" y="9965"/>
                  </a:lnTo>
                  <a:lnTo>
                    <a:pt x="1893" y="8603"/>
                  </a:lnTo>
                  <a:lnTo>
                    <a:pt x="1711" y="6791"/>
                  </a:lnTo>
                  <a:lnTo>
                    <a:pt x="0" y="5099"/>
                  </a:lnTo>
                  <a:lnTo>
                    <a:pt x="109" y="4237"/>
                  </a:lnTo>
                  <a:lnTo>
                    <a:pt x="4895" y="690"/>
                  </a:lnTo>
                  <a:lnTo>
                    <a:pt x="681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h6931"/>
            <p:cNvSpPr/>
            <p:nvPr/>
          </p:nvSpPr>
          <p:spPr>
            <a:xfrm>
              <a:off x="10660411" y="2673620"/>
              <a:ext cx="93808" cy="83363"/>
            </a:xfrm>
            <a:custGeom>
              <a:avLst/>
              <a:pathLst>
                <a:path w="93808" h="83363">
                  <a:moveTo>
                    <a:pt x="39785" y="462"/>
                  </a:moveTo>
                  <a:lnTo>
                    <a:pt x="43794" y="2190"/>
                  </a:lnTo>
                  <a:lnTo>
                    <a:pt x="46140" y="1844"/>
                  </a:lnTo>
                  <a:lnTo>
                    <a:pt x="51158" y="2693"/>
                  </a:lnTo>
                  <a:lnTo>
                    <a:pt x="50873" y="4345"/>
                  </a:lnTo>
                  <a:lnTo>
                    <a:pt x="57403" y="9622"/>
                  </a:lnTo>
                  <a:lnTo>
                    <a:pt x="60197" y="10115"/>
                  </a:lnTo>
                  <a:lnTo>
                    <a:pt x="68728" y="8599"/>
                  </a:lnTo>
                  <a:lnTo>
                    <a:pt x="77321" y="9967"/>
                  </a:lnTo>
                  <a:lnTo>
                    <a:pt x="82229" y="13854"/>
                  </a:lnTo>
                  <a:lnTo>
                    <a:pt x="86228" y="18404"/>
                  </a:lnTo>
                  <a:lnTo>
                    <a:pt x="89822" y="19509"/>
                  </a:lnTo>
                  <a:lnTo>
                    <a:pt x="90360" y="17770"/>
                  </a:lnTo>
                  <a:lnTo>
                    <a:pt x="91718" y="19280"/>
                  </a:lnTo>
                  <a:lnTo>
                    <a:pt x="93808" y="20420"/>
                  </a:lnTo>
                  <a:lnTo>
                    <a:pt x="91262" y="25863"/>
                  </a:lnTo>
                  <a:lnTo>
                    <a:pt x="89622" y="28805"/>
                  </a:lnTo>
                  <a:lnTo>
                    <a:pt x="83223" y="28335"/>
                  </a:lnTo>
                  <a:lnTo>
                    <a:pt x="82830" y="32719"/>
                  </a:lnTo>
                  <a:lnTo>
                    <a:pt x="77347" y="35662"/>
                  </a:lnTo>
                  <a:lnTo>
                    <a:pt x="75015" y="35418"/>
                  </a:lnTo>
                  <a:lnTo>
                    <a:pt x="74510" y="40881"/>
                  </a:lnTo>
                  <a:lnTo>
                    <a:pt x="72167" y="43143"/>
                  </a:lnTo>
                  <a:lnTo>
                    <a:pt x="71171" y="46642"/>
                  </a:lnTo>
                  <a:lnTo>
                    <a:pt x="72191" y="47083"/>
                  </a:lnTo>
                  <a:lnTo>
                    <a:pt x="72955" y="49477"/>
                  </a:lnTo>
                  <a:lnTo>
                    <a:pt x="71158" y="60847"/>
                  </a:lnTo>
                  <a:lnTo>
                    <a:pt x="70351" y="60999"/>
                  </a:lnTo>
                  <a:lnTo>
                    <a:pt x="70000" y="65307"/>
                  </a:lnTo>
                  <a:lnTo>
                    <a:pt x="67704" y="66599"/>
                  </a:lnTo>
                  <a:lnTo>
                    <a:pt x="66008" y="66299"/>
                  </a:lnTo>
                  <a:lnTo>
                    <a:pt x="66554" y="62462"/>
                  </a:lnTo>
                  <a:lnTo>
                    <a:pt x="64754" y="61799"/>
                  </a:lnTo>
                  <a:lnTo>
                    <a:pt x="63515" y="64111"/>
                  </a:lnTo>
                  <a:lnTo>
                    <a:pt x="64537" y="65578"/>
                  </a:lnTo>
                  <a:lnTo>
                    <a:pt x="63948" y="69000"/>
                  </a:lnTo>
                  <a:lnTo>
                    <a:pt x="58801" y="71306"/>
                  </a:lnTo>
                  <a:lnTo>
                    <a:pt x="54435" y="72292"/>
                  </a:lnTo>
                  <a:lnTo>
                    <a:pt x="53033" y="75038"/>
                  </a:lnTo>
                  <a:lnTo>
                    <a:pt x="51850" y="72621"/>
                  </a:lnTo>
                  <a:lnTo>
                    <a:pt x="50915" y="74939"/>
                  </a:lnTo>
                  <a:lnTo>
                    <a:pt x="42792" y="75666"/>
                  </a:lnTo>
                  <a:lnTo>
                    <a:pt x="40196" y="78247"/>
                  </a:lnTo>
                  <a:lnTo>
                    <a:pt x="40211" y="80874"/>
                  </a:lnTo>
                  <a:lnTo>
                    <a:pt x="38550" y="82441"/>
                  </a:lnTo>
                  <a:lnTo>
                    <a:pt x="32679" y="83363"/>
                  </a:lnTo>
                  <a:lnTo>
                    <a:pt x="32496" y="81551"/>
                  </a:lnTo>
                  <a:lnTo>
                    <a:pt x="34230" y="78455"/>
                  </a:lnTo>
                  <a:lnTo>
                    <a:pt x="32143" y="74518"/>
                  </a:lnTo>
                  <a:lnTo>
                    <a:pt x="26364" y="69690"/>
                  </a:lnTo>
                  <a:lnTo>
                    <a:pt x="22906" y="69483"/>
                  </a:lnTo>
                  <a:lnTo>
                    <a:pt x="19664" y="71335"/>
                  </a:lnTo>
                  <a:lnTo>
                    <a:pt x="17393" y="70692"/>
                  </a:lnTo>
                  <a:lnTo>
                    <a:pt x="15104" y="67699"/>
                  </a:lnTo>
                  <a:lnTo>
                    <a:pt x="8648" y="62498"/>
                  </a:lnTo>
                  <a:lnTo>
                    <a:pt x="7005" y="61339"/>
                  </a:lnTo>
                  <a:lnTo>
                    <a:pt x="3700" y="60881"/>
                  </a:lnTo>
                  <a:lnTo>
                    <a:pt x="4031" y="57697"/>
                  </a:lnTo>
                  <a:lnTo>
                    <a:pt x="0" y="53148"/>
                  </a:lnTo>
                  <a:lnTo>
                    <a:pt x="2271" y="51553"/>
                  </a:lnTo>
                  <a:lnTo>
                    <a:pt x="12078" y="50131"/>
                  </a:lnTo>
                  <a:lnTo>
                    <a:pt x="13001" y="49286"/>
                  </a:lnTo>
                  <a:lnTo>
                    <a:pt x="16954" y="48521"/>
                  </a:lnTo>
                  <a:lnTo>
                    <a:pt x="17403" y="49952"/>
                  </a:lnTo>
                  <a:lnTo>
                    <a:pt x="16483" y="53045"/>
                  </a:lnTo>
                  <a:lnTo>
                    <a:pt x="19850" y="54837"/>
                  </a:lnTo>
                  <a:lnTo>
                    <a:pt x="25141" y="52191"/>
                  </a:lnTo>
                  <a:lnTo>
                    <a:pt x="27349" y="50119"/>
                  </a:lnTo>
                  <a:lnTo>
                    <a:pt x="31873" y="51057"/>
                  </a:lnTo>
                  <a:lnTo>
                    <a:pt x="34279" y="52556"/>
                  </a:lnTo>
                  <a:lnTo>
                    <a:pt x="38997" y="51079"/>
                  </a:lnTo>
                  <a:lnTo>
                    <a:pt x="37806" y="44666"/>
                  </a:lnTo>
                  <a:lnTo>
                    <a:pt x="40288" y="39480"/>
                  </a:lnTo>
                  <a:lnTo>
                    <a:pt x="43765" y="37494"/>
                  </a:lnTo>
                  <a:lnTo>
                    <a:pt x="39863" y="33774"/>
                  </a:lnTo>
                  <a:lnTo>
                    <a:pt x="35040" y="33057"/>
                  </a:lnTo>
                  <a:lnTo>
                    <a:pt x="34383" y="31812"/>
                  </a:lnTo>
                  <a:lnTo>
                    <a:pt x="36567" y="25398"/>
                  </a:lnTo>
                  <a:lnTo>
                    <a:pt x="37794" y="19207"/>
                  </a:lnTo>
                  <a:lnTo>
                    <a:pt x="26488" y="20551"/>
                  </a:lnTo>
                  <a:lnTo>
                    <a:pt x="26078" y="12347"/>
                  </a:lnTo>
                  <a:lnTo>
                    <a:pt x="27940" y="10072"/>
                  </a:lnTo>
                  <a:lnTo>
                    <a:pt x="28331" y="1745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h6932"/>
            <p:cNvSpPr/>
            <p:nvPr/>
          </p:nvSpPr>
          <p:spPr>
            <a:xfrm>
              <a:off x="10731124" y="2867170"/>
              <a:ext cx="13945" cy="12008"/>
            </a:xfrm>
            <a:custGeom>
              <a:avLst/>
              <a:pathLst>
                <a:path w="13945" h="12008">
                  <a:moveTo>
                    <a:pt x="10642" y="1465"/>
                  </a:moveTo>
                  <a:lnTo>
                    <a:pt x="12471" y="2722"/>
                  </a:lnTo>
                  <a:lnTo>
                    <a:pt x="12820" y="5602"/>
                  </a:lnTo>
                  <a:lnTo>
                    <a:pt x="13881" y="6234"/>
                  </a:lnTo>
                  <a:lnTo>
                    <a:pt x="13945" y="7055"/>
                  </a:lnTo>
                  <a:lnTo>
                    <a:pt x="11855" y="9105"/>
                  </a:lnTo>
                  <a:lnTo>
                    <a:pt x="8668" y="9571"/>
                  </a:lnTo>
                  <a:lnTo>
                    <a:pt x="6646" y="10682"/>
                  </a:lnTo>
                  <a:lnTo>
                    <a:pt x="5930" y="12008"/>
                  </a:lnTo>
                  <a:lnTo>
                    <a:pt x="0" y="9607"/>
                  </a:lnTo>
                  <a:lnTo>
                    <a:pt x="4777" y="3027"/>
                  </a:lnTo>
                  <a:lnTo>
                    <a:pt x="3636" y="1230"/>
                  </a:lnTo>
                  <a:lnTo>
                    <a:pt x="349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h6933"/>
            <p:cNvSpPr/>
            <p:nvPr/>
          </p:nvSpPr>
          <p:spPr>
            <a:xfrm>
              <a:off x="10746711" y="2809950"/>
              <a:ext cx="30805" cy="39691"/>
            </a:xfrm>
            <a:custGeom>
              <a:avLst/>
              <a:pathLst>
                <a:path w="30805" h="39691">
                  <a:moveTo>
                    <a:pt x="28825" y="2061"/>
                  </a:moveTo>
                  <a:lnTo>
                    <a:pt x="30805" y="2568"/>
                  </a:lnTo>
                  <a:lnTo>
                    <a:pt x="29913" y="4228"/>
                  </a:lnTo>
                  <a:lnTo>
                    <a:pt x="28064" y="5063"/>
                  </a:lnTo>
                  <a:lnTo>
                    <a:pt x="25821" y="8343"/>
                  </a:lnTo>
                  <a:lnTo>
                    <a:pt x="17925" y="16632"/>
                  </a:lnTo>
                  <a:lnTo>
                    <a:pt x="16756" y="19312"/>
                  </a:lnTo>
                  <a:lnTo>
                    <a:pt x="16458" y="21579"/>
                  </a:lnTo>
                  <a:lnTo>
                    <a:pt x="18217" y="24273"/>
                  </a:lnTo>
                  <a:lnTo>
                    <a:pt x="20388" y="25250"/>
                  </a:lnTo>
                  <a:lnTo>
                    <a:pt x="21550" y="24104"/>
                  </a:lnTo>
                  <a:lnTo>
                    <a:pt x="24400" y="24966"/>
                  </a:lnTo>
                  <a:lnTo>
                    <a:pt x="24544" y="26222"/>
                  </a:lnTo>
                  <a:lnTo>
                    <a:pt x="24819" y="31509"/>
                  </a:lnTo>
                  <a:lnTo>
                    <a:pt x="20902" y="34784"/>
                  </a:lnTo>
                  <a:lnTo>
                    <a:pt x="19629" y="37526"/>
                  </a:lnTo>
                  <a:lnTo>
                    <a:pt x="14650" y="37435"/>
                  </a:lnTo>
                  <a:lnTo>
                    <a:pt x="14326" y="39691"/>
                  </a:lnTo>
                  <a:lnTo>
                    <a:pt x="9957" y="37454"/>
                  </a:lnTo>
                  <a:lnTo>
                    <a:pt x="7607" y="35491"/>
                  </a:lnTo>
                  <a:lnTo>
                    <a:pt x="9558" y="30756"/>
                  </a:lnTo>
                  <a:lnTo>
                    <a:pt x="6714" y="29870"/>
                  </a:lnTo>
                  <a:lnTo>
                    <a:pt x="7418" y="24729"/>
                  </a:lnTo>
                  <a:lnTo>
                    <a:pt x="3537" y="23146"/>
                  </a:lnTo>
                  <a:lnTo>
                    <a:pt x="1050" y="23127"/>
                  </a:lnTo>
                  <a:lnTo>
                    <a:pt x="241" y="20827"/>
                  </a:lnTo>
                  <a:lnTo>
                    <a:pt x="1412" y="19476"/>
                  </a:lnTo>
                  <a:lnTo>
                    <a:pt x="271" y="19108"/>
                  </a:lnTo>
                  <a:lnTo>
                    <a:pt x="0" y="14395"/>
                  </a:lnTo>
                  <a:lnTo>
                    <a:pt x="2534" y="12352"/>
                  </a:lnTo>
                  <a:lnTo>
                    <a:pt x="5537" y="3456"/>
                  </a:lnTo>
                  <a:lnTo>
                    <a:pt x="11250" y="186"/>
                  </a:lnTo>
                  <a:lnTo>
                    <a:pt x="15521" y="2565"/>
                  </a:lnTo>
                  <a:lnTo>
                    <a:pt x="19227" y="3013"/>
                  </a:lnTo>
                  <a:lnTo>
                    <a:pt x="20998" y="1109"/>
                  </a:lnTo>
                  <a:lnTo>
                    <a:pt x="2720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h6934"/>
            <p:cNvSpPr/>
            <p:nvPr/>
          </p:nvSpPr>
          <p:spPr>
            <a:xfrm>
              <a:off x="10701630" y="2789328"/>
              <a:ext cx="30770" cy="50939"/>
            </a:xfrm>
            <a:custGeom>
              <a:avLst/>
              <a:pathLst>
                <a:path w="30770" h="50939">
                  <a:moveTo>
                    <a:pt x="24890" y="0"/>
                  </a:moveTo>
                  <a:lnTo>
                    <a:pt x="25149" y="598"/>
                  </a:lnTo>
                  <a:lnTo>
                    <a:pt x="26790" y="2606"/>
                  </a:lnTo>
                  <a:lnTo>
                    <a:pt x="26746" y="5082"/>
                  </a:lnTo>
                  <a:lnTo>
                    <a:pt x="27377" y="6071"/>
                  </a:lnTo>
                  <a:lnTo>
                    <a:pt x="25785" y="7846"/>
                  </a:lnTo>
                  <a:lnTo>
                    <a:pt x="22478" y="14641"/>
                  </a:lnTo>
                  <a:lnTo>
                    <a:pt x="22608" y="17844"/>
                  </a:lnTo>
                  <a:lnTo>
                    <a:pt x="27763" y="20941"/>
                  </a:lnTo>
                  <a:lnTo>
                    <a:pt x="26119" y="23027"/>
                  </a:lnTo>
                  <a:lnTo>
                    <a:pt x="25412" y="27629"/>
                  </a:lnTo>
                  <a:lnTo>
                    <a:pt x="25705" y="29040"/>
                  </a:lnTo>
                  <a:lnTo>
                    <a:pt x="27146" y="29189"/>
                  </a:lnTo>
                  <a:lnTo>
                    <a:pt x="28045" y="35893"/>
                  </a:lnTo>
                  <a:lnTo>
                    <a:pt x="24815" y="35625"/>
                  </a:lnTo>
                  <a:lnTo>
                    <a:pt x="25512" y="40787"/>
                  </a:lnTo>
                  <a:lnTo>
                    <a:pt x="28541" y="42548"/>
                  </a:lnTo>
                  <a:lnTo>
                    <a:pt x="30770" y="42234"/>
                  </a:lnTo>
                  <a:lnTo>
                    <a:pt x="30245" y="49164"/>
                  </a:lnTo>
                  <a:lnTo>
                    <a:pt x="27297" y="48876"/>
                  </a:lnTo>
                  <a:lnTo>
                    <a:pt x="26892" y="50939"/>
                  </a:lnTo>
                  <a:lnTo>
                    <a:pt x="24645" y="50502"/>
                  </a:lnTo>
                  <a:lnTo>
                    <a:pt x="20783" y="44662"/>
                  </a:lnTo>
                  <a:lnTo>
                    <a:pt x="7800" y="47751"/>
                  </a:lnTo>
                  <a:lnTo>
                    <a:pt x="3931" y="43277"/>
                  </a:lnTo>
                  <a:lnTo>
                    <a:pt x="3113" y="41267"/>
                  </a:lnTo>
                  <a:lnTo>
                    <a:pt x="3515" y="39674"/>
                  </a:lnTo>
                  <a:lnTo>
                    <a:pt x="0" y="38889"/>
                  </a:lnTo>
                  <a:lnTo>
                    <a:pt x="13" y="37798"/>
                  </a:lnTo>
                  <a:lnTo>
                    <a:pt x="1455" y="36286"/>
                  </a:lnTo>
                  <a:lnTo>
                    <a:pt x="1134" y="34051"/>
                  </a:lnTo>
                  <a:lnTo>
                    <a:pt x="116" y="34061"/>
                  </a:lnTo>
                  <a:lnTo>
                    <a:pt x="1456" y="32632"/>
                  </a:lnTo>
                  <a:lnTo>
                    <a:pt x="4106" y="32918"/>
                  </a:lnTo>
                  <a:lnTo>
                    <a:pt x="4925" y="31407"/>
                  </a:lnTo>
                  <a:lnTo>
                    <a:pt x="5596" y="24365"/>
                  </a:lnTo>
                  <a:lnTo>
                    <a:pt x="4188" y="24020"/>
                  </a:lnTo>
                  <a:lnTo>
                    <a:pt x="4251" y="22147"/>
                  </a:lnTo>
                  <a:lnTo>
                    <a:pt x="9972" y="13570"/>
                  </a:lnTo>
                  <a:lnTo>
                    <a:pt x="14031" y="13299"/>
                  </a:lnTo>
                  <a:lnTo>
                    <a:pt x="19007" y="209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h6935"/>
            <p:cNvSpPr/>
            <p:nvPr/>
          </p:nvSpPr>
          <p:spPr>
            <a:xfrm>
              <a:off x="10724109" y="2795399"/>
              <a:ext cx="29104" cy="31023"/>
            </a:xfrm>
            <a:custGeom>
              <a:avLst/>
              <a:pathLst>
                <a:path w="29104" h="31023">
                  <a:moveTo>
                    <a:pt x="8462" y="1581"/>
                  </a:moveTo>
                  <a:lnTo>
                    <a:pt x="8722" y="3441"/>
                  </a:lnTo>
                  <a:lnTo>
                    <a:pt x="12170" y="3708"/>
                  </a:lnTo>
                  <a:lnTo>
                    <a:pt x="13658" y="2940"/>
                  </a:lnTo>
                  <a:lnTo>
                    <a:pt x="15344" y="2314"/>
                  </a:lnTo>
                  <a:lnTo>
                    <a:pt x="16105" y="3960"/>
                  </a:lnTo>
                  <a:lnTo>
                    <a:pt x="15573" y="7015"/>
                  </a:lnTo>
                  <a:lnTo>
                    <a:pt x="17336" y="13759"/>
                  </a:lnTo>
                  <a:lnTo>
                    <a:pt x="25436" y="13621"/>
                  </a:lnTo>
                  <a:lnTo>
                    <a:pt x="29104" y="15563"/>
                  </a:lnTo>
                  <a:lnTo>
                    <a:pt x="28140" y="18008"/>
                  </a:lnTo>
                  <a:lnTo>
                    <a:pt x="25136" y="26903"/>
                  </a:lnTo>
                  <a:lnTo>
                    <a:pt x="22602" y="28946"/>
                  </a:lnTo>
                  <a:lnTo>
                    <a:pt x="16464" y="27870"/>
                  </a:lnTo>
                  <a:lnTo>
                    <a:pt x="12975" y="28519"/>
                  </a:lnTo>
                  <a:lnTo>
                    <a:pt x="6875" y="31023"/>
                  </a:lnTo>
                  <a:lnTo>
                    <a:pt x="5566" y="29821"/>
                  </a:lnTo>
                  <a:lnTo>
                    <a:pt x="4667" y="23117"/>
                  </a:lnTo>
                  <a:lnTo>
                    <a:pt x="3227" y="22969"/>
                  </a:lnTo>
                  <a:lnTo>
                    <a:pt x="2933" y="21557"/>
                  </a:lnTo>
                  <a:lnTo>
                    <a:pt x="3640" y="16956"/>
                  </a:lnTo>
                  <a:lnTo>
                    <a:pt x="5285" y="14870"/>
                  </a:lnTo>
                  <a:lnTo>
                    <a:pt x="129" y="11773"/>
                  </a:lnTo>
                  <a:lnTo>
                    <a:pt x="0" y="8569"/>
                  </a:lnTo>
                  <a:lnTo>
                    <a:pt x="3306" y="1774"/>
                  </a:lnTo>
                  <a:lnTo>
                    <a:pt x="48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h6936"/>
            <p:cNvSpPr/>
            <p:nvPr/>
          </p:nvSpPr>
          <p:spPr>
            <a:xfrm>
              <a:off x="10731875" y="2830778"/>
              <a:ext cx="24793" cy="22333"/>
            </a:xfrm>
            <a:custGeom>
              <a:avLst/>
              <a:pathLst>
                <a:path w="24793" h="22333">
                  <a:moveTo>
                    <a:pt x="15886" y="2300"/>
                  </a:moveTo>
                  <a:lnTo>
                    <a:pt x="18372" y="2318"/>
                  </a:lnTo>
                  <a:lnTo>
                    <a:pt x="22253" y="3901"/>
                  </a:lnTo>
                  <a:lnTo>
                    <a:pt x="21549" y="9043"/>
                  </a:lnTo>
                  <a:lnTo>
                    <a:pt x="24394" y="9929"/>
                  </a:lnTo>
                  <a:lnTo>
                    <a:pt x="22442" y="14664"/>
                  </a:lnTo>
                  <a:lnTo>
                    <a:pt x="24793" y="16626"/>
                  </a:lnTo>
                  <a:lnTo>
                    <a:pt x="24366" y="19287"/>
                  </a:lnTo>
                  <a:lnTo>
                    <a:pt x="18466" y="19077"/>
                  </a:lnTo>
                  <a:lnTo>
                    <a:pt x="18208" y="15965"/>
                  </a:lnTo>
                  <a:lnTo>
                    <a:pt x="16356" y="16289"/>
                  </a:lnTo>
                  <a:lnTo>
                    <a:pt x="15081" y="20727"/>
                  </a:lnTo>
                  <a:lnTo>
                    <a:pt x="8672" y="21108"/>
                  </a:lnTo>
                  <a:lnTo>
                    <a:pt x="6805" y="22333"/>
                  </a:lnTo>
                  <a:lnTo>
                    <a:pt x="7568" y="21501"/>
                  </a:lnTo>
                  <a:lnTo>
                    <a:pt x="7276" y="19894"/>
                  </a:lnTo>
                  <a:lnTo>
                    <a:pt x="5136" y="17900"/>
                  </a:lnTo>
                  <a:lnTo>
                    <a:pt x="4467" y="18066"/>
                  </a:lnTo>
                  <a:lnTo>
                    <a:pt x="0" y="7714"/>
                  </a:lnTo>
                  <a:lnTo>
                    <a:pt x="525" y="783"/>
                  </a:lnTo>
                  <a:lnTo>
                    <a:pt x="1507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h6937"/>
            <p:cNvSpPr/>
            <p:nvPr/>
          </p:nvSpPr>
          <p:spPr>
            <a:xfrm>
              <a:off x="10635500" y="2767766"/>
              <a:ext cx="26198" cy="30212"/>
            </a:xfrm>
            <a:custGeom>
              <a:avLst/>
              <a:pathLst>
                <a:path w="26198" h="30212">
                  <a:moveTo>
                    <a:pt x="9137" y="1560"/>
                  </a:moveTo>
                  <a:lnTo>
                    <a:pt x="13111" y="0"/>
                  </a:lnTo>
                  <a:lnTo>
                    <a:pt x="13733" y="760"/>
                  </a:lnTo>
                  <a:lnTo>
                    <a:pt x="13486" y="3152"/>
                  </a:lnTo>
                  <a:lnTo>
                    <a:pt x="14269" y="4039"/>
                  </a:lnTo>
                  <a:lnTo>
                    <a:pt x="21561" y="6780"/>
                  </a:lnTo>
                  <a:lnTo>
                    <a:pt x="22468" y="6075"/>
                  </a:lnTo>
                  <a:lnTo>
                    <a:pt x="26198" y="6483"/>
                  </a:lnTo>
                  <a:lnTo>
                    <a:pt x="25869" y="11619"/>
                  </a:lnTo>
                  <a:lnTo>
                    <a:pt x="21229" y="11272"/>
                  </a:lnTo>
                  <a:lnTo>
                    <a:pt x="20182" y="16626"/>
                  </a:lnTo>
                  <a:lnTo>
                    <a:pt x="22666" y="17082"/>
                  </a:lnTo>
                  <a:lnTo>
                    <a:pt x="23024" y="18405"/>
                  </a:lnTo>
                  <a:lnTo>
                    <a:pt x="21742" y="28338"/>
                  </a:lnTo>
                  <a:lnTo>
                    <a:pt x="22344" y="28405"/>
                  </a:lnTo>
                  <a:lnTo>
                    <a:pt x="20118" y="30125"/>
                  </a:lnTo>
                  <a:lnTo>
                    <a:pt x="18816" y="30212"/>
                  </a:lnTo>
                  <a:lnTo>
                    <a:pt x="14798" y="29651"/>
                  </a:lnTo>
                  <a:lnTo>
                    <a:pt x="10423" y="26731"/>
                  </a:lnTo>
                  <a:lnTo>
                    <a:pt x="4687" y="24109"/>
                  </a:lnTo>
                  <a:lnTo>
                    <a:pt x="0" y="26502"/>
                  </a:lnTo>
                  <a:lnTo>
                    <a:pt x="1940" y="20934"/>
                  </a:lnTo>
                  <a:lnTo>
                    <a:pt x="1823" y="17254"/>
                  </a:lnTo>
                  <a:lnTo>
                    <a:pt x="5178" y="6183"/>
                  </a:lnTo>
                  <a:lnTo>
                    <a:pt x="3269" y="5332"/>
                  </a:lnTo>
                  <a:lnTo>
                    <a:pt x="3727" y="128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h6938"/>
            <p:cNvSpPr/>
            <p:nvPr/>
          </p:nvSpPr>
          <p:spPr>
            <a:xfrm>
              <a:off x="10613931" y="2760511"/>
              <a:ext cx="34679" cy="40255"/>
            </a:xfrm>
            <a:custGeom>
              <a:avLst/>
              <a:pathLst>
                <a:path w="34679" h="40255">
                  <a:moveTo>
                    <a:pt x="32501" y="3978"/>
                  </a:moveTo>
                  <a:lnTo>
                    <a:pt x="34679" y="7255"/>
                  </a:lnTo>
                  <a:lnTo>
                    <a:pt x="30706" y="8815"/>
                  </a:lnTo>
                  <a:lnTo>
                    <a:pt x="25295" y="8540"/>
                  </a:lnTo>
                  <a:lnTo>
                    <a:pt x="24837" y="12587"/>
                  </a:lnTo>
                  <a:lnTo>
                    <a:pt x="26746" y="13438"/>
                  </a:lnTo>
                  <a:lnTo>
                    <a:pt x="23391" y="24509"/>
                  </a:lnTo>
                  <a:lnTo>
                    <a:pt x="23508" y="28189"/>
                  </a:lnTo>
                  <a:lnTo>
                    <a:pt x="21568" y="33757"/>
                  </a:lnTo>
                  <a:lnTo>
                    <a:pt x="18006" y="35675"/>
                  </a:lnTo>
                  <a:lnTo>
                    <a:pt x="17607" y="33436"/>
                  </a:lnTo>
                  <a:lnTo>
                    <a:pt x="11165" y="32695"/>
                  </a:lnTo>
                  <a:lnTo>
                    <a:pt x="6483" y="34163"/>
                  </a:lnTo>
                  <a:lnTo>
                    <a:pt x="4503" y="35458"/>
                  </a:lnTo>
                  <a:lnTo>
                    <a:pt x="3175" y="40255"/>
                  </a:lnTo>
                  <a:lnTo>
                    <a:pt x="911" y="39398"/>
                  </a:lnTo>
                  <a:lnTo>
                    <a:pt x="0" y="38920"/>
                  </a:lnTo>
                  <a:lnTo>
                    <a:pt x="2133" y="32769"/>
                  </a:lnTo>
                  <a:lnTo>
                    <a:pt x="4580" y="31371"/>
                  </a:lnTo>
                  <a:lnTo>
                    <a:pt x="6938" y="30569"/>
                  </a:lnTo>
                  <a:lnTo>
                    <a:pt x="8989" y="28718"/>
                  </a:lnTo>
                  <a:lnTo>
                    <a:pt x="9234" y="27041"/>
                  </a:lnTo>
                  <a:lnTo>
                    <a:pt x="12988" y="22032"/>
                  </a:lnTo>
                  <a:lnTo>
                    <a:pt x="14845" y="22308"/>
                  </a:lnTo>
                  <a:lnTo>
                    <a:pt x="17544" y="21344"/>
                  </a:lnTo>
                  <a:lnTo>
                    <a:pt x="21564" y="9292"/>
                  </a:lnTo>
                  <a:lnTo>
                    <a:pt x="23397" y="5815"/>
                  </a:lnTo>
                  <a:lnTo>
                    <a:pt x="24683" y="4749"/>
                  </a:lnTo>
                  <a:lnTo>
                    <a:pt x="24758" y="1955"/>
                  </a:lnTo>
                  <a:lnTo>
                    <a:pt x="28861" y="1571"/>
                  </a:lnTo>
                  <a:lnTo>
                    <a:pt x="31073" y="346"/>
                  </a:lnTo>
                  <a:lnTo>
                    <a:pt x="3201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h6939"/>
            <p:cNvSpPr/>
            <p:nvPr/>
          </p:nvSpPr>
          <p:spPr>
            <a:xfrm>
              <a:off x="10652909" y="2780148"/>
              <a:ext cx="32979" cy="29733"/>
            </a:xfrm>
            <a:custGeom>
              <a:avLst/>
              <a:pathLst>
                <a:path w="32979" h="29733">
                  <a:moveTo>
                    <a:pt x="23046" y="240"/>
                  </a:moveTo>
                  <a:lnTo>
                    <a:pt x="25478" y="599"/>
                  </a:lnTo>
                  <a:lnTo>
                    <a:pt x="27766" y="3344"/>
                  </a:lnTo>
                  <a:lnTo>
                    <a:pt x="27884" y="9184"/>
                  </a:lnTo>
                  <a:lnTo>
                    <a:pt x="31692" y="14537"/>
                  </a:lnTo>
                  <a:lnTo>
                    <a:pt x="32658" y="17133"/>
                  </a:lnTo>
                  <a:lnTo>
                    <a:pt x="32979" y="17785"/>
                  </a:lnTo>
                  <a:lnTo>
                    <a:pt x="28191" y="19588"/>
                  </a:lnTo>
                  <a:lnTo>
                    <a:pt x="26502" y="21980"/>
                  </a:lnTo>
                  <a:lnTo>
                    <a:pt x="24663" y="23218"/>
                  </a:lnTo>
                  <a:lnTo>
                    <a:pt x="21255" y="21945"/>
                  </a:lnTo>
                  <a:lnTo>
                    <a:pt x="21284" y="23973"/>
                  </a:lnTo>
                  <a:lnTo>
                    <a:pt x="20199" y="24215"/>
                  </a:lnTo>
                  <a:lnTo>
                    <a:pt x="16596" y="19957"/>
                  </a:lnTo>
                  <a:lnTo>
                    <a:pt x="13586" y="21244"/>
                  </a:lnTo>
                  <a:lnTo>
                    <a:pt x="11499" y="23433"/>
                  </a:lnTo>
                  <a:lnTo>
                    <a:pt x="12367" y="29733"/>
                  </a:lnTo>
                  <a:lnTo>
                    <a:pt x="6374" y="29576"/>
                  </a:lnTo>
                  <a:lnTo>
                    <a:pt x="6369" y="27924"/>
                  </a:lnTo>
                  <a:lnTo>
                    <a:pt x="5156" y="25809"/>
                  </a:lnTo>
                  <a:lnTo>
                    <a:pt x="6603" y="20937"/>
                  </a:lnTo>
                  <a:lnTo>
                    <a:pt x="7761" y="20665"/>
                  </a:lnTo>
                  <a:lnTo>
                    <a:pt x="7254" y="18483"/>
                  </a:lnTo>
                  <a:lnTo>
                    <a:pt x="3964" y="18611"/>
                  </a:lnTo>
                  <a:lnTo>
                    <a:pt x="1662" y="19715"/>
                  </a:lnTo>
                  <a:lnTo>
                    <a:pt x="0" y="19316"/>
                  </a:lnTo>
                  <a:lnTo>
                    <a:pt x="1407" y="17829"/>
                  </a:lnTo>
                  <a:lnTo>
                    <a:pt x="2708" y="17742"/>
                  </a:lnTo>
                  <a:lnTo>
                    <a:pt x="4935" y="16022"/>
                  </a:lnTo>
                  <a:lnTo>
                    <a:pt x="4332" y="15955"/>
                  </a:lnTo>
                  <a:lnTo>
                    <a:pt x="5615" y="6022"/>
                  </a:lnTo>
                  <a:lnTo>
                    <a:pt x="9292" y="5495"/>
                  </a:lnTo>
                  <a:lnTo>
                    <a:pt x="11824" y="1843"/>
                  </a:lnTo>
                  <a:lnTo>
                    <a:pt x="16993" y="2262"/>
                  </a:lnTo>
                  <a:lnTo>
                    <a:pt x="17995" y="4298"/>
                  </a:lnTo>
                  <a:lnTo>
                    <a:pt x="20091" y="4656"/>
                  </a:lnTo>
                  <a:lnTo>
                    <a:pt x="2076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h6940"/>
            <p:cNvSpPr/>
            <p:nvPr/>
          </p:nvSpPr>
          <p:spPr>
            <a:xfrm>
              <a:off x="10731184" y="2846743"/>
              <a:ext cx="30388" cy="44824"/>
            </a:xfrm>
            <a:custGeom>
              <a:avLst/>
              <a:pathLst>
                <a:path w="30388" h="44824">
                  <a:moveTo>
                    <a:pt x="19157" y="3111"/>
                  </a:moveTo>
                  <a:lnTo>
                    <a:pt x="25058" y="3322"/>
                  </a:lnTo>
                  <a:lnTo>
                    <a:pt x="26140" y="6656"/>
                  </a:lnTo>
                  <a:lnTo>
                    <a:pt x="25445" y="9767"/>
                  </a:lnTo>
                  <a:lnTo>
                    <a:pt x="23388" y="12077"/>
                  </a:lnTo>
                  <a:lnTo>
                    <a:pt x="24148" y="14471"/>
                  </a:lnTo>
                  <a:lnTo>
                    <a:pt x="29443" y="17651"/>
                  </a:lnTo>
                  <a:lnTo>
                    <a:pt x="30388" y="24671"/>
                  </a:lnTo>
                  <a:lnTo>
                    <a:pt x="25865" y="26734"/>
                  </a:lnTo>
                  <a:lnTo>
                    <a:pt x="24494" y="29370"/>
                  </a:lnTo>
                  <a:lnTo>
                    <a:pt x="20884" y="30569"/>
                  </a:lnTo>
                  <a:lnTo>
                    <a:pt x="20784" y="30087"/>
                  </a:lnTo>
                  <a:lnTo>
                    <a:pt x="19202" y="30069"/>
                  </a:lnTo>
                  <a:lnTo>
                    <a:pt x="18459" y="30717"/>
                  </a:lnTo>
                  <a:lnTo>
                    <a:pt x="17524" y="32353"/>
                  </a:lnTo>
                  <a:lnTo>
                    <a:pt x="17664" y="34610"/>
                  </a:lnTo>
                  <a:lnTo>
                    <a:pt x="16553" y="37879"/>
                  </a:lnTo>
                  <a:lnTo>
                    <a:pt x="14482" y="42014"/>
                  </a:lnTo>
                  <a:lnTo>
                    <a:pt x="11542" y="44650"/>
                  </a:lnTo>
                  <a:lnTo>
                    <a:pt x="9341" y="44824"/>
                  </a:lnTo>
                  <a:lnTo>
                    <a:pt x="9632" y="44093"/>
                  </a:lnTo>
                  <a:lnTo>
                    <a:pt x="8140" y="42657"/>
                  </a:lnTo>
                  <a:lnTo>
                    <a:pt x="5403" y="42146"/>
                  </a:lnTo>
                  <a:lnTo>
                    <a:pt x="4541" y="40979"/>
                  </a:lnTo>
                  <a:lnTo>
                    <a:pt x="4390" y="40033"/>
                  </a:lnTo>
                  <a:lnTo>
                    <a:pt x="6767" y="37781"/>
                  </a:lnTo>
                  <a:lnTo>
                    <a:pt x="4608" y="35768"/>
                  </a:lnTo>
                  <a:lnTo>
                    <a:pt x="5870" y="32436"/>
                  </a:lnTo>
                  <a:lnTo>
                    <a:pt x="6587" y="31109"/>
                  </a:lnTo>
                  <a:lnTo>
                    <a:pt x="8608" y="29998"/>
                  </a:lnTo>
                  <a:lnTo>
                    <a:pt x="11795" y="29532"/>
                  </a:lnTo>
                  <a:lnTo>
                    <a:pt x="13885" y="27482"/>
                  </a:lnTo>
                  <a:lnTo>
                    <a:pt x="13821" y="26661"/>
                  </a:lnTo>
                  <a:lnTo>
                    <a:pt x="12760" y="26029"/>
                  </a:lnTo>
                  <a:lnTo>
                    <a:pt x="12411" y="23149"/>
                  </a:lnTo>
                  <a:lnTo>
                    <a:pt x="10583" y="21892"/>
                  </a:lnTo>
                  <a:lnTo>
                    <a:pt x="3436" y="20427"/>
                  </a:lnTo>
                  <a:lnTo>
                    <a:pt x="3576" y="21657"/>
                  </a:lnTo>
                  <a:lnTo>
                    <a:pt x="0" y="19753"/>
                  </a:lnTo>
                  <a:lnTo>
                    <a:pt x="165" y="14996"/>
                  </a:lnTo>
                  <a:lnTo>
                    <a:pt x="1078" y="12465"/>
                  </a:lnTo>
                  <a:lnTo>
                    <a:pt x="6931" y="8799"/>
                  </a:lnTo>
                  <a:lnTo>
                    <a:pt x="8119" y="7629"/>
                  </a:lnTo>
                  <a:lnTo>
                    <a:pt x="7497" y="6368"/>
                  </a:lnTo>
                  <a:lnTo>
                    <a:pt x="9363" y="5143"/>
                  </a:lnTo>
                  <a:lnTo>
                    <a:pt x="15773" y="4762"/>
                  </a:lnTo>
                  <a:lnTo>
                    <a:pt x="17048" y="324"/>
                  </a:lnTo>
                  <a:lnTo>
                    <a:pt x="1890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h6941"/>
            <p:cNvSpPr/>
            <p:nvPr/>
          </p:nvSpPr>
          <p:spPr>
            <a:xfrm>
              <a:off x="10731570" y="2699484"/>
              <a:ext cx="49190" cy="38500"/>
            </a:xfrm>
            <a:custGeom>
              <a:avLst/>
              <a:pathLst>
                <a:path w="49190" h="38500">
                  <a:moveTo>
                    <a:pt x="31959" y="4462"/>
                  </a:moveTo>
                  <a:lnTo>
                    <a:pt x="34364" y="9800"/>
                  </a:lnTo>
                  <a:lnTo>
                    <a:pt x="37391" y="8514"/>
                  </a:lnTo>
                  <a:lnTo>
                    <a:pt x="38354" y="9850"/>
                  </a:lnTo>
                  <a:lnTo>
                    <a:pt x="32998" y="12022"/>
                  </a:lnTo>
                  <a:lnTo>
                    <a:pt x="33102" y="12711"/>
                  </a:lnTo>
                  <a:lnTo>
                    <a:pt x="37640" y="12004"/>
                  </a:lnTo>
                  <a:lnTo>
                    <a:pt x="37336" y="19067"/>
                  </a:lnTo>
                  <a:lnTo>
                    <a:pt x="40322" y="26641"/>
                  </a:lnTo>
                  <a:lnTo>
                    <a:pt x="44415" y="25641"/>
                  </a:lnTo>
                  <a:lnTo>
                    <a:pt x="49190" y="26804"/>
                  </a:lnTo>
                  <a:lnTo>
                    <a:pt x="48199" y="33606"/>
                  </a:lnTo>
                  <a:lnTo>
                    <a:pt x="44262" y="33410"/>
                  </a:lnTo>
                  <a:lnTo>
                    <a:pt x="39698" y="29358"/>
                  </a:lnTo>
                  <a:lnTo>
                    <a:pt x="38579" y="29473"/>
                  </a:lnTo>
                  <a:lnTo>
                    <a:pt x="38422" y="32773"/>
                  </a:lnTo>
                  <a:lnTo>
                    <a:pt x="41065" y="36338"/>
                  </a:lnTo>
                  <a:lnTo>
                    <a:pt x="35587" y="38054"/>
                  </a:lnTo>
                  <a:lnTo>
                    <a:pt x="34344" y="38500"/>
                  </a:lnTo>
                  <a:lnTo>
                    <a:pt x="33351" y="36605"/>
                  </a:lnTo>
                  <a:lnTo>
                    <a:pt x="30571" y="34530"/>
                  </a:lnTo>
                  <a:lnTo>
                    <a:pt x="15683" y="35105"/>
                  </a:lnTo>
                  <a:lnTo>
                    <a:pt x="10522" y="37370"/>
                  </a:lnTo>
                  <a:lnTo>
                    <a:pt x="9015" y="37305"/>
                  </a:lnTo>
                  <a:lnTo>
                    <a:pt x="3731" y="34163"/>
                  </a:lnTo>
                  <a:lnTo>
                    <a:pt x="2569" y="35570"/>
                  </a:lnTo>
                  <a:lnTo>
                    <a:pt x="0" y="34984"/>
                  </a:lnTo>
                  <a:lnTo>
                    <a:pt x="1796" y="23613"/>
                  </a:lnTo>
                  <a:lnTo>
                    <a:pt x="1032" y="21220"/>
                  </a:lnTo>
                  <a:lnTo>
                    <a:pt x="12" y="20778"/>
                  </a:lnTo>
                  <a:lnTo>
                    <a:pt x="1008" y="17279"/>
                  </a:lnTo>
                  <a:lnTo>
                    <a:pt x="3351" y="15017"/>
                  </a:lnTo>
                  <a:lnTo>
                    <a:pt x="3856" y="9555"/>
                  </a:lnTo>
                  <a:lnTo>
                    <a:pt x="6188" y="9799"/>
                  </a:lnTo>
                  <a:lnTo>
                    <a:pt x="11671" y="6855"/>
                  </a:lnTo>
                  <a:lnTo>
                    <a:pt x="12064" y="2471"/>
                  </a:lnTo>
                  <a:lnTo>
                    <a:pt x="18463" y="2942"/>
                  </a:lnTo>
                  <a:lnTo>
                    <a:pt x="2010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h6942"/>
            <p:cNvSpPr/>
            <p:nvPr/>
          </p:nvSpPr>
          <p:spPr>
            <a:xfrm>
              <a:off x="10788915" y="2759005"/>
              <a:ext cx="32531" cy="26931"/>
            </a:xfrm>
            <a:custGeom>
              <a:avLst/>
              <a:pathLst>
                <a:path w="32531" h="26931">
                  <a:moveTo>
                    <a:pt x="8084" y="1116"/>
                  </a:moveTo>
                  <a:lnTo>
                    <a:pt x="22169" y="2661"/>
                  </a:lnTo>
                  <a:lnTo>
                    <a:pt x="22406" y="3843"/>
                  </a:lnTo>
                  <a:lnTo>
                    <a:pt x="25192" y="4534"/>
                  </a:lnTo>
                  <a:lnTo>
                    <a:pt x="26244" y="2481"/>
                  </a:lnTo>
                  <a:lnTo>
                    <a:pt x="27730" y="2897"/>
                  </a:lnTo>
                  <a:lnTo>
                    <a:pt x="30600" y="7900"/>
                  </a:lnTo>
                  <a:lnTo>
                    <a:pt x="30386" y="12120"/>
                  </a:lnTo>
                  <a:lnTo>
                    <a:pt x="31321" y="15404"/>
                  </a:lnTo>
                  <a:lnTo>
                    <a:pt x="32531" y="15914"/>
                  </a:lnTo>
                  <a:lnTo>
                    <a:pt x="31765" y="17760"/>
                  </a:lnTo>
                  <a:lnTo>
                    <a:pt x="29273" y="17162"/>
                  </a:lnTo>
                  <a:lnTo>
                    <a:pt x="28803" y="17832"/>
                  </a:lnTo>
                  <a:lnTo>
                    <a:pt x="29794" y="19456"/>
                  </a:lnTo>
                  <a:lnTo>
                    <a:pt x="29580" y="21842"/>
                  </a:lnTo>
                  <a:lnTo>
                    <a:pt x="25928" y="23546"/>
                  </a:lnTo>
                  <a:lnTo>
                    <a:pt x="22028" y="26514"/>
                  </a:lnTo>
                  <a:lnTo>
                    <a:pt x="13060" y="26931"/>
                  </a:lnTo>
                  <a:lnTo>
                    <a:pt x="8561" y="25540"/>
                  </a:lnTo>
                  <a:lnTo>
                    <a:pt x="8619" y="22801"/>
                  </a:lnTo>
                  <a:lnTo>
                    <a:pt x="6482" y="22203"/>
                  </a:lnTo>
                  <a:lnTo>
                    <a:pt x="5614" y="22004"/>
                  </a:lnTo>
                  <a:lnTo>
                    <a:pt x="64" y="14668"/>
                  </a:lnTo>
                  <a:lnTo>
                    <a:pt x="0" y="5295"/>
                  </a:lnTo>
                  <a:lnTo>
                    <a:pt x="2768" y="2435"/>
                  </a:lnTo>
                  <a:lnTo>
                    <a:pt x="772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h6943"/>
            <p:cNvSpPr/>
            <p:nvPr/>
          </p:nvSpPr>
          <p:spPr>
            <a:xfrm>
              <a:off x="10763530" y="2690806"/>
              <a:ext cx="60600" cy="73493"/>
            </a:xfrm>
            <a:custGeom>
              <a:avLst/>
              <a:pathLst>
                <a:path w="60600" h="73493">
                  <a:moveTo>
                    <a:pt x="52587" y="0"/>
                  </a:moveTo>
                  <a:lnTo>
                    <a:pt x="56044" y="2524"/>
                  </a:lnTo>
                  <a:lnTo>
                    <a:pt x="58614" y="2409"/>
                  </a:lnTo>
                  <a:lnTo>
                    <a:pt x="58568" y="6220"/>
                  </a:lnTo>
                  <a:lnTo>
                    <a:pt x="60600" y="8644"/>
                  </a:lnTo>
                  <a:lnTo>
                    <a:pt x="59564" y="15166"/>
                  </a:lnTo>
                  <a:lnTo>
                    <a:pt x="56547" y="21419"/>
                  </a:lnTo>
                  <a:lnTo>
                    <a:pt x="57280" y="23669"/>
                  </a:lnTo>
                  <a:lnTo>
                    <a:pt x="56447" y="25926"/>
                  </a:lnTo>
                  <a:lnTo>
                    <a:pt x="51554" y="29005"/>
                  </a:lnTo>
                  <a:lnTo>
                    <a:pt x="45507" y="31398"/>
                  </a:lnTo>
                  <a:lnTo>
                    <a:pt x="43138" y="37434"/>
                  </a:lnTo>
                  <a:lnTo>
                    <a:pt x="43044" y="41943"/>
                  </a:lnTo>
                  <a:lnTo>
                    <a:pt x="44831" y="42325"/>
                  </a:lnTo>
                  <a:lnTo>
                    <a:pt x="45819" y="43479"/>
                  </a:lnTo>
                  <a:lnTo>
                    <a:pt x="42525" y="46013"/>
                  </a:lnTo>
                  <a:lnTo>
                    <a:pt x="41478" y="50320"/>
                  </a:lnTo>
                  <a:lnTo>
                    <a:pt x="44925" y="56666"/>
                  </a:lnTo>
                  <a:lnTo>
                    <a:pt x="44021" y="59016"/>
                  </a:lnTo>
                  <a:lnTo>
                    <a:pt x="38711" y="60719"/>
                  </a:lnTo>
                  <a:lnTo>
                    <a:pt x="37071" y="60562"/>
                  </a:lnTo>
                  <a:lnTo>
                    <a:pt x="34738" y="59006"/>
                  </a:lnTo>
                  <a:lnTo>
                    <a:pt x="30044" y="60637"/>
                  </a:lnTo>
                  <a:lnTo>
                    <a:pt x="33108" y="68198"/>
                  </a:lnTo>
                  <a:lnTo>
                    <a:pt x="28153" y="70634"/>
                  </a:lnTo>
                  <a:lnTo>
                    <a:pt x="25385" y="73493"/>
                  </a:lnTo>
                  <a:lnTo>
                    <a:pt x="22067" y="70172"/>
                  </a:lnTo>
                  <a:lnTo>
                    <a:pt x="13300" y="69157"/>
                  </a:lnTo>
                  <a:lnTo>
                    <a:pt x="13346" y="68152"/>
                  </a:lnTo>
                  <a:lnTo>
                    <a:pt x="9073" y="64500"/>
                  </a:lnTo>
                  <a:lnTo>
                    <a:pt x="6722" y="59230"/>
                  </a:lnTo>
                  <a:lnTo>
                    <a:pt x="10223" y="57614"/>
                  </a:lnTo>
                  <a:lnTo>
                    <a:pt x="11011" y="54324"/>
                  </a:lnTo>
                  <a:lnTo>
                    <a:pt x="4183" y="48982"/>
                  </a:lnTo>
                  <a:lnTo>
                    <a:pt x="3627" y="46731"/>
                  </a:lnTo>
                  <a:lnTo>
                    <a:pt x="9106" y="45015"/>
                  </a:lnTo>
                  <a:lnTo>
                    <a:pt x="6462" y="41450"/>
                  </a:lnTo>
                  <a:lnTo>
                    <a:pt x="6620" y="38150"/>
                  </a:lnTo>
                  <a:lnTo>
                    <a:pt x="7739" y="38035"/>
                  </a:lnTo>
                  <a:lnTo>
                    <a:pt x="12303" y="42088"/>
                  </a:lnTo>
                  <a:lnTo>
                    <a:pt x="16240" y="42283"/>
                  </a:lnTo>
                  <a:lnTo>
                    <a:pt x="17230" y="35481"/>
                  </a:lnTo>
                  <a:lnTo>
                    <a:pt x="12456" y="34319"/>
                  </a:lnTo>
                  <a:lnTo>
                    <a:pt x="8363" y="35318"/>
                  </a:lnTo>
                  <a:lnTo>
                    <a:pt x="5377" y="27744"/>
                  </a:lnTo>
                  <a:lnTo>
                    <a:pt x="5681" y="20681"/>
                  </a:lnTo>
                  <a:lnTo>
                    <a:pt x="1143" y="21389"/>
                  </a:lnTo>
                  <a:lnTo>
                    <a:pt x="1038" y="20699"/>
                  </a:lnTo>
                  <a:lnTo>
                    <a:pt x="6395" y="18527"/>
                  </a:lnTo>
                  <a:lnTo>
                    <a:pt x="5432" y="17191"/>
                  </a:lnTo>
                  <a:lnTo>
                    <a:pt x="2405" y="18478"/>
                  </a:lnTo>
                  <a:lnTo>
                    <a:pt x="0" y="13139"/>
                  </a:lnTo>
                  <a:lnTo>
                    <a:pt x="1816" y="13317"/>
                  </a:lnTo>
                  <a:lnTo>
                    <a:pt x="3408" y="15382"/>
                  </a:lnTo>
                  <a:lnTo>
                    <a:pt x="9594" y="19330"/>
                  </a:lnTo>
                  <a:lnTo>
                    <a:pt x="12604" y="19245"/>
                  </a:lnTo>
                  <a:lnTo>
                    <a:pt x="15254" y="21896"/>
                  </a:lnTo>
                  <a:lnTo>
                    <a:pt x="18632" y="19899"/>
                  </a:lnTo>
                  <a:lnTo>
                    <a:pt x="24224" y="17462"/>
                  </a:lnTo>
                  <a:lnTo>
                    <a:pt x="32327" y="17019"/>
                  </a:lnTo>
                  <a:lnTo>
                    <a:pt x="32947" y="15714"/>
                  </a:lnTo>
                  <a:lnTo>
                    <a:pt x="31119" y="12009"/>
                  </a:lnTo>
                  <a:lnTo>
                    <a:pt x="31202" y="9761"/>
                  </a:lnTo>
                  <a:lnTo>
                    <a:pt x="34171" y="1161"/>
                  </a:lnTo>
                  <a:lnTo>
                    <a:pt x="39104" y="156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h6944"/>
            <p:cNvSpPr/>
            <p:nvPr/>
          </p:nvSpPr>
          <p:spPr>
            <a:xfrm>
              <a:off x="10830783" y="2744115"/>
              <a:ext cx="17366" cy="22351"/>
            </a:xfrm>
            <a:custGeom>
              <a:avLst/>
              <a:pathLst>
                <a:path w="17366" h="22351">
                  <a:moveTo>
                    <a:pt x="8830" y="754"/>
                  </a:moveTo>
                  <a:lnTo>
                    <a:pt x="14376" y="5042"/>
                  </a:lnTo>
                  <a:lnTo>
                    <a:pt x="15718" y="5413"/>
                  </a:lnTo>
                  <a:lnTo>
                    <a:pt x="17366" y="6207"/>
                  </a:lnTo>
                  <a:lnTo>
                    <a:pt x="14029" y="16048"/>
                  </a:lnTo>
                  <a:lnTo>
                    <a:pt x="14325" y="18936"/>
                  </a:lnTo>
                  <a:lnTo>
                    <a:pt x="15543" y="21889"/>
                  </a:lnTo>
                  <a:lnTo>
                    <a:pt x="12373" y="22351"/>
                  </a:lnTo>
                  <a:lnTo>
                    <a:pt x="8851" y="21059"/>
                  </a:lnTo>
                  <a:lnTo>
                    <a:pt x="8199" y="19669"/>
                  </a:lnTo>
                  <a:lnTo>
                    <a:pt x="8593" y="18854"/>
                  </a:lnTo>
                  <a:lnTo>
                    <a:pt x="5139" y="14677"/>
                  </a:lnTo>
                  <a:lnTo>
                    <a:pt x="568" y="11002"/>
                  </a:lnTo>
                  <a:lnTo>
                    <a:pt x="0" y="9590"/>
                  </a:lnTo>
                  <a:lnTo>
                    <a:pt x="585" y="6313"/>
                  </a:lnTo>
                  <a:lnTo>
                    <a:pt x="1275" y="6225"/>
                  </a:lnTo>
                  <a:lnTo>
                    <a:pt x="2385" y="2490"/>
                  </a:lnTo>
                  <a:lnTo>
                    <a:pt x="3656" y="893"/>
                  </a:lnTo>
                  <a:lnTo>
                    <a:pt x="592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h6945"/>
            <p:cNvSpPr/>
            <p:nvPr/>
          </p:nvSpPr>
          <p:spPr>
            <a:xfrm>
              <a:off x="10671377" y="2755385"/>
              <a:ext cx="29475" cy="41896"/>
            </a:xfrm>
            <a:custGeom>
              <a:avLst/>
              <a:pathLst>
                <a:path w="29475" h="41896">
                  <a:moveTo>
                    <a:pt x="14366" y="91"/>
                  </a:moveTo>
                  <a:lnTo>
                    <a:pt x="16348" y="1763"/>
                  </a:lnTo>
                  <a:lnTo>
                    <a:pt x="17513" y="6858"/>
                  </a:lnTo>
                  <a:lnTo>
                    <a:pt x="26021" y="14141"/>
                  </a:lnTo>
                  <a:lnTo>
                    <a:pt x="27647" y="18835"/>
                  </a:lnTo>
                  <a:lnTo>
                    <a:pt x="27068" y="23696"/>
                  </a:lnTo>
                  <a:lnTo>
                    <a:pt x="25765" y="24825"/>
                  </a:lnTo>
                  <a:lnTo>
                    <a:pt x="29076" y="28664"/>
                  </a:lnTo>
                  <a:lnTo>
                    <a:pt x="29475" y="31834"/>
                  </a:lnTo>
                  <a:lnTo>
                    <a:pt x="25983" y="34567"/>
                  </a:lnTo>
                  <a:lnTo>
                    <a:pt x="24982" y="37089"/>
                  </a:lnTo>
                  <a:lnTo>
                    <a:pt x="19416" y="36662"/>
                  </a:lnTo>
                  <a:lnTo>
                    <a:pt x="17773" y="41785"/>
                  </a:lnTo>
                  <a:lnTo>
                    <a:pt x="14190" y="41896"/>
                  </a:lnTo>
                  <a:lnTo>
                    <a:pt x="13224" y="39299"/>
                  </a:lnTo>
                  <a:lnTo>
                    <a:pt x="9416" y="33947"/>
                  </a:lnTo>
                  <a:lnTo>
                    <a:pt x="9298" y="28107"/>
                  </a:lnTo>
                  <a:lnTo>
                    <a:pt x="7010" y="25361"/>
                  </a:lnTo>
                  <a:lnTo>
                    <a:pt x="4578" y="25003"/>
                  </a:lnTo>
                  <a:lnTo>
                    <a:pt x="0" y="20893"/>
                  </a:lnTo>
                  <a:lnTo>
                    <a:pt x="836" y="14828"/>
                  </a:lnTo>
                  <a:lnTo>
                    <a:pt x="9193" y="16871"/>
                  </a:lnTo>
                  <a:lnTo>
                    <a:pt x="10702" y="14974"/>
                  </a:lnTo>
                  <a:lnTo>
                    <a:pt x="10793" y="7352"/>
                  </a:lnTo>
                  <a:lnTo>
                    <a:pt x="1212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h6946"/>
            <p:cNvSpPr/>
            <p:nvPr/>
          </p:nvSpPr>
          <p:spPr>
            <a:xfrm>
              <a:off x="10685262" y="2827333"/>
              <a:ext cx="42856" cy="35538"/>
            </a:xfrm>
            <a:custGeom>
              <a:avLst/>
              <a:pathLst>
                <a:path w="42856" h="35538">
                  <a:moveTo>
                    <a:pt x="15446" y="1403"/>
                  </a:moveTo>
                  <a:lnTo>
                    <a:pt x="16368" y="884"/>
                  </a:lnTo>
                  <a:lnTo>
                    <a:pt x="19884" y="1669"/>
                  </a:lnTo>
                  <a:lnTo>
                    <a:pt x="19482" y="3262"/>
                  </a:lnTo>
                  <a:lnTo>
                    <a:pt x="20300" y="5272"/>
                  </a:lnTo>
                  <a:lnTo>
                    <a:pt x="24169" y="9746"/>
                  </a:lnTo>
                  <a:lnTo>
                    <a:pt x="37152" y="6657"/>
                  </a:lnTo>
                  <a:lnTo>
                    <a:pt x="41013" y="12497"/>
                  </a:lnTo>
                  <a:lnTo>
                    <a:pt x="41028" y="14366"/>
                  </a:lnTo>
                  <a:lnTo>
                    <a:pt x="38863" y="17879"/>
                  </a:lnTo>
                  <a:lnTo>
                    <a:pt x="39366" y="27200"/>
                  </a:lnTo>
                  <a:lnTo>
                    <a:pt x="42856" y="29147"/>
                  </a:lnTo>
                  <a:lnTo>
                    <a:pt x="39637" y="29283"/>
                  </a:lnTo>
                  <a:lnTo>
                    <a:pt x="35925" y="32779"/>
                  </a:lnTo>
                  <a:lnTo>
                    <a:pt x="31665" y="34070"/>
                  </a:lnTo>
                  <a:lnTo>
                    <a:pt x="28346" y="33503"/>
                  </a:lnTo>
                  <a:lnTo>
                    <a:pt x="24011" y="30112"/>
                  </a:lnTo>
                  <a:lnTo>
                    <a:pt x="13113" y="32772"/>
                  </a:lnTo>
                  <a:lnTo>
                    <a:pt x="11118" y="35461"/>
                  </a:lnTo>
                  <a:lnTo>
                    <a:pt x="7312" y="35538"/>
                  </a:lnTo>
                  <a:lnTo>
                    <a:pt x="4464" y="32377"/>
                  </a:lnTo>
                  <a:lnTo>
                    <a:pt x="2788" y="32124"/>
                  </a:lnTo>
                  <a:lnTo>
                    <a:pt x="2640" y="33743"/>
                  </a:lnTo>
                  <a:lnTo>
                    <a:pt x="226" y="33060"/>
                  </a:lnTo>
                  <a:lnTo>
                    <a:pt x="349" y="31210"/>
                  </a:lnTo>
                  <a:lnTo>
                    <a:pt x="1715" y="30659"/>
                  </a:lnTo>
                  <a:lnTo>
                    <a:pt x="2245" y="28816"/>
                  </a:lnTo>
                  <a:lnTo>
                    <a:pt x="0" y="26650"/>
                  </a:lnTo>
                  <a:lnTo>
                    <a:pt x="2117" y="24678"/>
                  </a:lnTo>
                  <a:lnTo>
                    <a:pt x="3496" y="20002"/>
                  </a:lnTo>
                  <a:lnTo>
                    <a:pt x="5361" y="19223"/>
                  </a:lnTo>
                  <a:lnTo>
                    <a:pt x="8471" y="15980"/>
                  </a:lnTo>
                  <a:lnTo>
                    <a:pt x="6923" y="7852"/>
                  </a:lnTo>
                  <a:lnTo>
                    <a:pt x="9721" y="7149"/>
                  </a:lnTo>
                  <a:lnTo>
                    <a:pt x="10355" y="5095"/>
                  </a:lnTo>
                  <a:lnTo>
                    <a:pt x="10245" y="2596"/>
                  </a:lnTo>
                  <a:lnTo>
                    <a:pt x="1329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h6947"/>
            <p:cNvSpPr/>
            <p:nvPr/>
          </p:nvSpPr>
          <p:spPr>
            <a:xfrm>
              <a:off x="10805008" y="2693216"/>
              <a:ext cx="35248" cy="66360"/>
            </a:xfrm>
            <a:custGeom>
              <a:avLst/>
              <a:pathLst>
                <a:path w="35248" h="66360">
                  <a:moveTo>
                    <a:pt x="21897" y="1774"/>
                  </a:moveTo>
                  <a:lnTo>
                    <a:pt x="24858" y="5644"/>
                  </a:lnTo>
                  <a:lnTo>
                    <a:pt x="33656" y="12580"/>
                  </a:lnTo>
                  <a:lnTo>
                    <a:pt x="35248" y="16691"/>
                  </a:lnTo>
                  <a:lnTo>
                    <a:pt x="33997" y="22437"/>
                  </a:lnTo>
                  <a:lnTo>
                    <a:pt x="30636" y="30309"/>
                  </a:lnTo>
                  <a:lnTo>
                    <a:pt x="27498" y="30883"/>
                  </a:lnTo>
                  <a:lnTo>
                    <a:pt x="30711" y="34822"/>
                  </a:lnTo>
                  <a:lnTo>
                    <a:pt x="25778" y="40740"/>
                  </a:lnTo>
                  <a:lnTo>
                    <a:pt x="25545" y="42940"/>
                  </a:lnTo>
                  <a:lnTo>
                    <a:pt x="28599" y="48290"/>
                  </a:lnTo>
                  <a:lnTo>
                    <a:pt x="25843" y="50931"/>
                  </a:lnTo>
                  <a:lnTo>
                    <a:pt x="26825" y="53065"/>
                  </a:lnTo>
                  <a:lnTo>
                    <a:pt x="28161" y="53390"/>
                  </a:lnTo>
                  <a:lnTo>
                    <a:pt x="27050" y="57125"/>
                  </a:lnTo>
                  <a:lnTo>
                    <a:pt x="26360" y="57213"/>
                  </a:lnTo>
                  <a:lnTo>
                    <a:pt x="25775" y="60489"/>
                  </a:lnTo>
                  <a:lnTo>
                    <a:pt x="24580" y="62837"/>
                  </a:lnTo>
                  <a:lnTo>
                    <a:pt x="19774" y="66360"/>
                  </a:lnTo>
                  <a:lnTo>
                    <a:pt x="16052" y="64849"/>
                  </a:lnTo>
                  <a:lnTo>
                    <a:pt x="7606" y="54863"/>
                  </a:lnTo>
                  <a:lnTo>
                    <a:pt x="4381" y="53559"/>
                  </a:lnTo>
                  <a:lnTo>
                    <a:pt x="3446" y="54256"/>
                  </a:lnTo>
                  <a:lnTo>
                    <a:pt x="0" y="47910"/>
                  </a:lnTo>
                  <a:lnTo>
                    <a:pt x="1046" y="43603"/>
                  </a:lnTo>
                  <a:lnTo>
                    <a:pt x="4340" y="41070"/>
                  </a:lnTo>
                  <a:lnTo>
                    <a:pt x="3353" y="39916"/>
                  </a:lnTo>
                  <a:lnTo>
                    <a:pt x="1566" y="39533"/>
                  </a:lnTo>
                  <a:lnTo>
                    <a:pt x="1659" y="35024"/>
                  </a:lnTo>
                  <a:lnTo>
                    <a:pt x="4028" y="28988"/>
                  </a:lnTo>
                  <a:lnTo>
                    <a:pt x="10075" y="26595"/>
                  </a:lnTo>
                  <a:lnTo>
                    <a:pt x="14969" y="23516"/>
                  </a:lnTo>
                  <a:lnTo>
                    <a:pt x="15801" y="21259"/>
                  </a:lnTo>
                  <a:lnTo>
                    <a:pt x="15068" y="19009"/>
                  </a:lnTo>
                  <a:lnTo>
                    <a:pt x="18085" y="12756"/>
                  </a:lnTo>
                  <a:lnTo>
                    <a:pt x="19121" y="6234"/>
                  </a:lnTo>
                  <a:lnTo>
                    <a:pt x="17089" y="3811"/>
                  </a:lnTo>
                  <a:lnTo>
                    <a:pt x="1713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h6948"/>
            <p:cNvSpPr/>
            <p:nvPr/>
          </p:nvSpPr>
          <p:spPr>
            <a:xfrm>
              <a:off x="10830553" y="2709397"/>
              <a:ext cx="41970" cy="40454"/>
            </a:xfrm>
            <a:custGeom>
              <a:avLst/>
              <a:pathLst>
                <a:path w="41970" h="40454">
                  <a:moveTo>
                    <a:pt x="21430" y="0"/>
                  </a:moveTo>
                  <a:lnTo>
                    <a:pt x="21490" y="5351"/>
                  </a:lnTo>
                  <a:lnTo>
                    <a:pt x="23173" y="9086"/>
                  </a:lnTo>
                  <a:lnTo>
                    <a:pt x="27312" y="9199"/>
                  </a:lnTo>
                  <a:lnTo>
                    <a:pt x="31517" y="6128"/>
                  </a:lnTo>
                  <a:lnTo>
                    <a:pt x="35078" y="5521"/>
                  </a:lnTo>
                  <a:lnTo>
                    <a:pt x="34851" y="7166"/>
                  </a:lnTo>
                  <a:lnTo>
                    <a:pt x="37095" y="7444"/>
                  </a:lnTo>
                  <a:lnTo>
                    <a:pt x="40262" y="5563"/>
                  </a:lnTo>
                  <a:lnTo>
                    <a:pt x="39882" y="4022"/>
                  </a:lnTo>
                  <a:lnTo>
                    <a:pt x="41455" y="3413"/>
                  </a:lnTo>
                  <a:lnTo>
                    <a:pt x="41970" y="7202"/>
                  </a:lnTo>
                  <a:lnTo>
                    <a:pt x="41301" y="10044"/>
                  </a:lnTo>
                  <a:lnTo>
                    <a:pt x="41444" y="15318"/>
                  </a:lnTo>
                  <a:lnTo>
                    <a:pt x="39772" y="15234"/>
                  </a:lnTo>
                  <a:lnTo>
                    <a:pt x="35837" y="17491"/>
                  </a:lnTo>
                  <a:lnTo>
                    <a:pt x="32614" y="21948"/>
                  </a:lnTo>
                  <a:lnTo>
                    <a:pt x="31018" y="30378"/>
                  </a:lnTo>
                  <a:lnTo>
                    <a:pt x="27875" y="40454"/>
                  </a:lnTo>
                  <a:lnTo>
                    <a:pt x="23573" y="39434"/>
                  </a:lnTo>
                  <a:lnTo>
                    <a:pt x="22961" y="37307"/>
                  </a:lnTo>
                  <a:lnTo>
                    <a:pt x="18657" y="36662"/>
                  </a:lnTo>
                  <a:lnTo>
                    <a:pt x="15948" y="40131"/>
                  </a:lnTo>
                  <a:lnTo>
                    <a:pt x="14606" y="39760"/>
                  </a:lnTo>
                  <a:lnTo>
                    <a:pt x="9060" y="35473"/>
                  </a:lnTo>
                  <a:lnTo>
                    <a:pt x="6157" y="34718"/>
                  </a:lnTo>
                  <a:lnTo>
                    <a:pt x="3886" y="35611"/>
                  </a:lnTo>
                  <a:lnTo>
                    <a:pt x="2615" y="37208"/>
                  </a:lnTo>
                  <a:lnTo>
                    <a:pt x="1279" y="36884"/>
                  </a:lnTo>
                  <a:lnTo>
                    <a:pt x="298" y="34750"/>
                  </a:lnTo>
                  <a:lnTo>
                    <a:pt x="3054" y="32108"/>
                  </a:lnTo>
                  <a:lnTo>
                    <a:pt x="0" y="26759"/>
                  </a:lnTo>
                  <a:lnTo>
                    <a:pt x="233" y="24559"/>
                  </a:lnTo>
                  <a:lnTo>
                    <a:pt x="5166" y="18641"/>
                  </a:lnTo>
                  <a:lnTo>
                    <a:pt x="1953" y="14702"/>
                  </a:lnTo>
                  <a:lnTo>
                    <a:pt x="5091" y="14127"/>
                  </a:lnTo>
                  <a:lnTo>
                    <a:pt x="8451" y="6255"/>
                  </a:lnTo>
                  <a:lnTo>
                    <a:pt x="9702" y="51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h6949"/>
            <p:cNvSpPr/>
            <p:nvPr/>
          </p:nvSpPr>
          <p:spPr>
            <a:xfrm>
              <a:off x="10726446" y="2823270"/>
              <a:ext cx="21677" cy="8605"/>
            </a:xfrm>
            <a:custGeom>
              <a:avLst/>
              <a:pathLst>
                <a:path w="21677" h="8605">
                  <a:moveTo>
                    <a:pt x="14127" y="0"/>
                  </a:moveTo>
                  <a:lnTo>
                    <a:pt x="20265" y="1076"/>
                  </a:lnTo>
                  <a:lnTo>
                    <a:pt x="20537" y="5788"/>
                  </a:lnTo>
                  <a:lnTo>
                    <a:pt x="21677" y="6157"/>
                  </a:lnTo>
                  <a:lnTo>
                    <a:pt x="20506" y="7508"/>
                  </a:lnTo>
                  <a:lnTo>
                    <a:pt x="5954" y="8292"/>
                  </a:lnTo>
                  <a:lnTo>
                    <a:pt x="3726" y="8605"/>
                  </a:lnTo>
                  <a:lnTo>
                    <a:pt x="697" y="6845"/>
                  </a:lnTo>
                  <a:lnTo>
                    <a:pt x="0" y="1683"/>
                  </a:lnTo>
                  <a:lnTo>
                    <a:pt x="3229" y="1951"/>
                  </a:lnTo>
                  <a:lnTo>
                    <a:pt x="4538" y="3153"/>
                  </a:lnTo>
                  <a:lnTo>
                    <a:pt x="10638" y="64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h6950"/>
            <p:cNvSpPr/>
            <p:nvPr/>
          </p:nvSpPr>
          <p:spPr>
            <a:xfrm>
              <a:off x="10689554" y="2856480"/>
              <a:ext cx="47500" cy="32353"/>
            </a:xfrm>
            <a:custGeom>
              <a:avLst/>
              <a:pathLst>
                <a:path w="47500" h="32353">
                  <a:moveTo>
                    <a:pt x="35344" y="135"/>
                  </a:moveTo>
                  <a:lnTo>
                    <a:pt x="38564" y="0"/>
                  </a:lnTo>
                  <a:lnTo>
                    <a:pt x="42708" y="2728"/>
                  </a:lnTo>
                  <a:lnTo>
                    <a:pt x="41794" y="5259"/>
                  </a:lnTo>
                  <a:lnTo>
                    <a:pt x="41629" y="10016"/>
                  </a:lnTo>
                  <a:lnTo>
                    <a:pt x="45206" y="11920"/>
                  </a:lnTo>
                  <a:lnTo>
                    <a:pt x="46347" y="13717"/>
                  </a:lnTo>
                  <a:lnTo>
                    <a:pt x="41569" y="20297"/>
                  </a:lnTo>
                  <a:lnTo>
                    <a:pt x="47500" y="22698"/>
                  </a:lnTo>
                  <a:lnTo>
                    <a:pt x="46238" y="26031"/>
                  </a:lnTo>
                  <a:lnTo>
                    <a:pt x="43020" y="24969"/>
                  </a:lnTo>
                  <a:lnTo>
                    <a:pt x="39139" y="25261"/>
                  </a:lnTo>
                  <a:lnTo>
                    <a:pt x="38538" y="25924"/>
                  </a:lnTo>
                  <a:lnTo>
                    <a:pt x="35792" y="19809"/>
                  </a:lnTo>
                  <a:lnTo>
                    <a:pt x="33349" y="16230"/>
                  </a:lnTo>
                  <a:lnTo>
                    <a:pt x="24465" y="12054"/>
                  </a:lnTo>
                  <a:lnTo>
                    <a:pt x="23620" y="15147"/>
                  </a:lnTo>
                  <a:lnTo>
                    <a:pt x="24742" y="17985"/>
                  </a:lnTo>
                  <a:lnTo>
                    <a:pt x="23868" y="18644"/>
                  </a:lnTo>
                  <a:lnTo>
                    <a:pt x="22455" y="18379"/>
                  </a:lnTo>
                  <a:lnTo>
                    <a:pt x="20837" y="16829"/>
                  </a:lnTo>
                  <a:lnTo>
                    <a:pt x="17624" y="17425"/>
                  </a:lnTo>
                  <a:lnTo>
                    <a:pt x="16989" y="20804"/>
                  </a:lnTo>
                  <a:lnTo>
                    <a:pt x="12585" y="24012"/>
                  </a:lnTo>
                  <a:lnTo>
                    <a:pt x="11095" y="25933"/>
                  </a:lnTo>
                  <a:lnTo>
                    <a:pt x="11631" y="30033"/>
                  </a:lnTo>
                  <a:lnTo>
                    <a:pt x="14832" y="30277"/>
                  </a:lnTo>
                  <a:lnTo>
                    <a:pt x="14788" y="31628"/>
                  </a:lnTo>
                  <a:lnTo>
                    <a:pt x="10669" y="32135"/>
                  </a:lnTo>
                  <a:lnTo>
                    <a:pt x="3870" y="32353"/>
                  </a:lnTo>
                  <a:lnTo>
                    <a:pt x="2411" y="31811"/>
                  </a:lnTo>
                  <a:lnTo>
                    <a:pt x="2320" y="30642"/>
                  </a:lnTo>
                  <a:lnTo>
                    <a:pt x="3459" y="26784"/>
                  </a:lnTo>
                  <a:lnTo>
                    <a:pt x="2050" y="26433"/>
                  </a:lnTo>
                  <a:lnTo>
                    <a:pt x="1833" y="18801"/>
                  </a:lnTo>
                  <a:lnTo>
                    <a:pt x="0" y="15580"/>
                  </a:lnTo>
                  <a:lnTo>
                    <a:pt x="283" y="11990"/>
                  </a:lnTo>
                  <a:lnTo>
                    <a:pt x="6656" y="12653"/>
                  </a:lnTo>
                  <a:lnTo>
                    <a:pt x="7824" y="7989"/>
                  </a:lnTo>
                  <a:lnTo>
                    <a:pt x="6825" y="6314"/>
                  </a:lnTo>
                  <a:lnTo>
                    <a:pt x="8820" y="3624"/>
                  </a:lnTo>
                  <a:lnTo>
                    <a:pt x="19718" y="964"/>
                  </a:lnTo>
                  <a:lnTo>
                    <a:pt x="24053" y="4355"/>
                  </a:lnTo>
                  <a:lnTo>
                    <a:pt x="27373" y="4922"/>
                  </a:lnTo>
                  <a:lnTo>
                    <a:pt x="31632" y="363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h6951"/>
            <p:cNvSpPr/>
            <p:nvPr/>
          </p:nvSpPr>
          <p:spPr>
            <a:xfrm>
              <a:off x="10664388" y="2800106"/>
              <a:ext cx="31229" cy="56323"/>
            </a:xfrm>
            <a:custGeom>
              <a:avLst/>
              <a:pathLst>
                <a:path w="31229" h="56323">
                  <a:moveTo>
                    <a:pt x="5117" y="0"/>
                  </a:moveTo>
                  <a:lnTo>
                    <a:pt x="8720" y="4257"/>
                  </a:lnTo>
                  <a:lnTo>
                    <a:pt x="9805" y="4016"/>
                  </a:lnTo>
                  <a:lnTo>
                    <a:pt x="9776" y="1988"/>
                  </a:lnTo>
                  <a:lnTo>
                    <a:pt x="13184" y="3260"/>
                  </a:lnTo>
                  <a:lnTo>
                    <a:pt x="11579" y="5349"/>
                  </a:lnTo>
                  <a:lnTo>
                    <a:pt x="16224" y="13877"/>
                  </a:lnTo>
                  <a:lnTo>
                    <a:pt x="16577" y="21445"/>
                  </a:lnTo>
                  <a:lnTo>
                    <a:pt x="19117" y="22345"/>
                  </a:lnTo>
                  <a:lnTo>
                    <a:pt x="19397" y="24219"/>
                  </a:lnTo>
                  <a:lnTo>
                    <a:pt x="18036" y="25160"/>
                  </a:lnTo>
                  <a:lnTo>
                    <a:pt x="15446" y="25563"/>
                  </a:lnTo>
                  <a:lnTo>
                    <a:pt x="16204" y="30541"/>
                  </a:lnTo>
                  <a:lnTo>
                    <a:pt x="17241" y="31919"/>
                  </a:lnTo>
                  <a:lnTo>
                    <a:pt x="22559" y="32729"/>
                  </a:lnTo>
                  <a:lnTo>
                    <a:pt x="27468" y="30960"/>
                  </a:lnTo>
                  <a:lnTo>
                    <a:pt x="31229" y="32322"/>
                  </a:lnTo>
                  <a:lnTo>
                    <a:pt x="30594" y="34376"/>
                  </a:lnTo>
                  <a:lnTo>
                    <a:pt x="27797" y="35079"/>
                  </a:lnTo>
                  <a:lnTo>
                    <a:pt x="29344" y="43207"/>
                  </a:lnTo>
                  <a:lnTo>
                    <a:pt x="26235" y="46450"/>
                  </a:lnTo>
                  <a:lnTo>
                    <a:pt x="21092" y="42623"/>
                  </a:lnTo>
                  <a:lnTo>
                    <a:pt x="14877" y="44615"/>
                  </a:lnTo>
                  <a:lnTo>
                    <a:pt x="10072" y="44599"/>
                  </a:lnTo>
                  <a:lnTo>
                    <a:pt x="8191" y="45461"/>
                  </a:lnTo>
                  <a:lnTo>
                    <a:pt x="7764" y="48625"/>
                  </a:lnTo>
                  <a:lnTo>
                    <a:pt x="9253" y="54273"/>
                  </a:lnTo>
                  <a:lnTo>
                    <a:pt x="9502" y="54735"/>
                  </a:lnTo>
                  <a:lnTo>
                    <a:pt x="6382" y="55575"/>
                  </a:lnTo>
                  <a:lnTo>
                    <a:pt x="2405" y="54994"/>
                  </a:lnTo>
                  <a:lnTo>
                    <a:pt x="2134" y="56323"/>
                  </a:lnTo>
                  <a:lnTo>
                    <a:pt x="1398" y="55641"/>
                  </a:lnTo>
                  <a:lnTo>
                    <a:pt x="0" y="50537"/>
                  </a:lnTo>
                  <a:lnTo>
                    <a:pt x="548" y="49104"/>
                  </a:lnTo>
                  <a:lnTo>
                    <a:pt x="4636" y="44949"/>
                  </a:lnTo>
                  <a:lnTo>
                    <a:pt x="5516" y="41896"/>
                  </a:lnTo>
                  <a:lnTo>
                    <a:pt x="5699" y="41041"/>
                  </a:lnTo>
                  <a:lnTo>
                    <a:pt x="4603" y="40368"/>
                  </a:lnTo>
                  <a:lnTo>
                    <a:pt x="3561" y="36795"/>
                  </a:lnTo>
                  <a:lnTo>
                    <a:pt x="4549" y="29705"/>
                  </a:lnTo>
                  <a:lnTo>
                    <a:pt x="6608" y="28492"/>
                  </a:lnTo>
                  <a:lnTo>
                    <a:pt x="7357" y="16658"/>
                  </a:lnTo>
                  <a:lnTo>
                    <a:pt x="2773" y="12851"/>
                  </a:lnTo>
                  <a:lnTo>
                    <a:pt x="887" y="9776"/>
                  </a:lnTo>
                  <a:lnTo>
                    <a:pt x="20" y="3475"/>
                  </a:lnTo>
                  <a:lnTo>
                    <a:pt x="2107" y="12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h6952"/>
            <p:cNvSpPr/>
            <p:nvPr/>
          </p:nvSpPr>
          <p:spPr>
            <a:xfrm>
              <a:off x="10726779" y="2759964"/>
              <a:ext cx="68899" cy="46669"/>
            </a:xfrm>
            <a:custGeom>
              <a:avLst/>
              <a:pathLst>
                <a:path w="68899" h="46669">
                  <a:moveTo>
                    <a:pt x="58817" y="1015"/>
                  </a:moveTo>
                  <a:lnTo>
                    <a:pt x="62135" y="4336"/>
                  </a:lnTo>
                  <a:lnTo>
                    <a:pt x="62200" y="13709"/>
                  </a:lnTo>
                  <a:lnTo>
                    <a:pt x="67750" y="21045"/>
                  </a:lnTo>
                  <a:lnTo>
                    <a:pt x="68618" y="21245"/>
                  </a:lnTo>
                  <a:lnTo>
                    <a:pt x="68899" y="23785"/>
                  </a:lnTo>
                  <a:lnTo>
                    <a:pt x="66869" y="24681"/>
                  </a:lnTo>
                  <a:lnTo>
                    <a:pt x="64773" y="28290"/>
                  </a:lnTo>
                  <a:lnTo>
                    <a:pt x="65379" y="30260"/>
                  </a:lnTo>
                  <a:lnTo>
                    <a:pt x="59002" y="33063"/>
                  </a:lnTo>
                  <a:lnTo>
                    <a:pt x="57090" y="34641"/>
                  </a:lnTo>
                  <a:lnTo>
                    <a:pt x="56960" y="35637"/>
                  </a:lnTo>
                  <a:lnTo>
                    <a:pt x="60352" y="42609"/>
                  </a:lnTo>
                  <a:lnTo>
                    <a:pt x="60279" y="44178"/>
                  </a:lnTo>
                  <a:lnTo>
                    <a:pt x="56315" y="45103"/>
                  </a:lnTo>
                  <a:lnTo>
                    <a:pt x="54975" y="46500"/>
                  </a:lnTo>
                  <a:lnTo>
                    <a:pt x="52508" y="46669"/>
                  </a:lnTo>
                  <a:lnTo>
                    <a:pt x="50936" y="37616"/>
                  </a:lnTo>
                  <a:lnTo>
                    <a:pt x="45800" y="36703"/>
                  </a:lnTo>
                  <a:lnTo>
                    <a:pt x="42704" y="33513"/>
                  </a:lnTo>
                  <a:lnTo>
                    <a:pt x="41227" y="33070"/>
                  </a:lnTo>
                  <a:lnTo>
                    <a:pt x="38666" y="35874"/>
                  </a:lnTo>
                  <a:lnTo>
                    <a:pt x="33681" y="38971"/>
                  </a:lnTo>
                  <a:lnTo>
                    <a:pt x="31908" y="37455"/>
                  </a:lnTo>
                  <a:lnTo>
                    <a:pt x="17289" y="37030"/>
                  </a:lnTo>
                  <a:lnTo>
                    <a:pt x="12619" y="35482"/>
                  </a:lnTo>
                  <a:lnTo>
                    <a:pt x="11006" y="35674"/>
                  </a:lnTo>
                  <a:lnTo>
                    <a:pt x="10542" y="37094"/>
                  </a:lnTo>
                  <a:lnTo>
                    <a:pt x="10988" y="38375"/>
                  </a:lnTo>
                  <a:lnTo>
                    <a:pt x="9499" y="39144"/>
                  </a:lnTo>
                  <a:lnTo>
                    <a:pt x="6051" y="38876"/>
                  </a:lnTo>
                  <a:lnTo>
                    <a:pt x="5792" y="37017"/>
                  </a:lnTo>
                  <a:lnTo>
                    <a:pt x="2228" y="35435"/>
                  </a:lnTo>
                  <a:lnTo>
                    <a:pt x="1596" y="34446"/>
                  </a:lnTo>
                  <a:lnTo>
                    <a:pt x="1641" y="31970"/>
                  </a:lnTo>
                  <a:lnTo>
                    <a:pt x="0" y="29962"/>
                  </a:lnTo>
                  <a:lnTo>
                    <a:pt x="6417" y="26874"/>
                  </a:lnTo>
                  <a:lnTo>
                    <a:pt x="14600" y="19092"/>
                  </a:lnTo>
                  <a:lnTo>
                    <a:pt x="16722" y="18984"/>
                  </a:lnTo>
                  <a:lnTo>
                    <a:pt x="18273" y="17676"/>
                  </a:lnTo>
                  <a:lnTo>
                    <a:pt x="19617" y="12479"/>
                  </a:lnTo>
                  <a:lnTo>
                    <a:pt x="22292" y="10868"/>
                  </a:lnTo>
                  <a:lnTo>
                    <a:pt x="26722" y="9772"/>
                  </a:lnTo>
                  <a:lnTo>
                    <a:pt x="25904" y="5077"/>
                  </a:lnTo>
                  <a:lnTo>
                    <a:pt x="32762" y="3588"/>
                  </a:lnTo>
                  <a:lnTo>
                    <a:pt x="35733" y="2244"/>
                  </a:lnTo>
                  <a:lnTo>
                    <a:pt x="44152" y="481"/>
                  </a:lnTo>
                  <a:lnTo>
                    <a:pt x="5005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h6953"/>
            <p:cNvSpPr/>
            <p:nvPr/>
          </p:nvSpPr>
          <p:spPr>
            <a:xfrm>
              <a:off x="10771256" y="2825667"/>
              <a:ext cx="25129" cy="27387"/>
            </a:xfrm>
            <a:custGeom>
              <a:avLst/>
              <a:pathLst>
                <a:path w="25129" h="27387">
                  <a:moveTo>
                    <a:pt x="20969" y="0"/>
                  </a:moveTo>
                  <a:lnTo>
                    <a:pt x="20679" y="4347"/>
                  </a:lnTo>
                  <a:lnTo>
                    <a:pt x="22625" y="9453"/>
                  </a:lnTo>
                  <a:lnTo>
                    <a:pt x="22956" y="15354"/>
                  </a:lnTo>
                  <a:lnTo>
                    <a:pt x="24381" y="19650"/>
                  </a:lnTo>
                  <a:lnTo>
                    <a:pt x="25129" y="19959"/>
                  </a:lnTo>
                  <a:lnTo>
                    <a:pt x="23922" y="23793"/>
                  </a:lnTo>
                  <a:lnTo>
                    <a:pt x="20816" y="26498"/>
                  </a:lnTo>
                  <a:lnTo>
                    <a:pt x="11337" y="27387"/>
                  </a:lnTo>
                  <a:lnTo>
                    <a:pt x="4520" y="24784"/>
                  </a:lnTo>
                  <a:lnTo>
                    <a:pt x="3917" y="21607"/>
                  </a:lnTo>
                  <a:lnTo>
                    <a:pt x="4189" y="17808"/>
                  </a:lnTo>
                  <a:lnTo>
                    <a:pt x="2564" y="15870"/>
                  </a:lnTo>
                  <a:lnTo>
                    <a:pt x="274" y="15792"/>
                  </a:lnTo>
                  <a:lnTo>
                    <a:pt x="0" y="10505"/>
                  </a:lnTo>
                  <a:lnTo>
                    <a:pt x="1427" y="9028"/>
                  </a:lnTo>
                  <a:lnTo>
                    <a:pt x="7614" y="8014"/>
                  </a:lnTo>
                  <a:lnTo>
                    <a:pt x="14968" y="4337"/>
                  </a:lnTo>
                  <a:lnTo>
                    <a:pt x="19403" y="334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h6954"/>
            <p:cNvSpPr/>
            <p:nvPr/>
          </p:nvSpPr>
          <p:spPr>
            <a:xfrm>
              <a:off x="10763169" y="2806464"/>
              <a:ext cx="31555" cy="29709"/>
            </a:xfrm>
            <a:custGeom>
              <a:avLst/>
              <a:pathLst>
                <a:path w="31555" h="29709">
                  <a:moveTo>
                    <a:pt x="18585" y="0"/>
                  </a:moveTo>
                  <a:lnTo>
                    <a:pt x="23765" y="9889"/>
                  </a:lnTo>
                  <a:lnTo>
                    <a:pt x="26245" y="9321"/>
                  </a:lnTo>
                  <a:lnTo>
                    <a:pt x="30006" y="12752"/>
                  </a:lnTo>
                  <a:lnTo>
                    <a:pt x="30790" y="14501"/>
                  </a:lnTo>
                  <a:lnTo>
                    <a:pt x="31555" y="16639"/>
                  </a:lnTo>
                  <a:lnTo>
                    <a:pt x="31271" y="19326"/>
                  </a:lnTo>
                  <a:lnTo>
                    <a:pt x="29055" y="19203"/>
                  </a:lnTo>
                  <a:lnTo>
                    <a:pt x="27490" y="22553"/>
                  </a:lnTo>
                  <a:lnTo>
                    <a:pt x="23054" y="23540"/>
                  </a:lnTo>
                  <a:lnTo>
                    <a:pt x="15700" y="27218"/>
                  </a:lnTo>
                  <a:lnTo>
                    <a:pt x="9514" y="28232"/>
                  </a:lnTo>
                  <a:lnTo>
                    <a:pt x="8086" y="29709"/>
                  </a:lnTo>
                  <a:lnTo>
                    <a:pt x="7941" y="28453"/>
                  </a:lnTo>
                  <a:lnTo>
                    <a:pt x="5092" y="27591"/>
                  </a:lnTo>
                  <a:lnTo>
                    <a:pt x="3930" y="28737"/>
                  </a:lnTo>
                  <a:lnTo>
                    <a:pt x="1759" y="27760"/>
                  </a:lnTo>
                  <a:lnTo>
                    <a:pt x="0" y="25066"/>
                  </a:lnTo>
                  <a:lnTo>
                    <a:pt x="297" y="22798"/>
                  </a:lnTo>
                  <a:lnTo>
                    <a:pt x="1467" y="20119"/>
                  </a:lnTo>
                  <a:lnTo>
                    <a:pt x="9363" y="11829"/>
                  </a:lnTo>
                  <a:lnTo>
                    <a:pt x="11605" y="8550"/>
                  </a:lnTo>
                  <a:lnTo>
                    <a:pt x="13455" y="7715"/>
                  </a:lnTo>
                  <a:lnTo>
                    <a:pt x="14347" y="6054"/>
                  </a:lnTo>
                  <a:lnTo>
                    <a:pt x="14683" y="3397"/>
                  </a:lnTo>
                  <a:lnTo>
                    <a:pt x="16404" y="2147"/>
                  </a:lnTo>
                  <a:lnTo>
                    <a:pt x="16118" y="16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h6955"/>
            <p:cNvSpPr/>
            <p:nvPr/>
          </p:nvSpPr>
          <p:spPr>
            <a:xfrm>
              <a:off x="10858429" y="2724632"/>
              <a:ext cx="25755" cy="28404"/>
            </a:xfrm>
            <a:custGeom>
              <a:avLst/>
              <a:pathLst>
                <a:path w="25755" h="28404">
                  <a:moveTo>
                    <a:pt x="13569" y="83"/>
                  </a:moveTo>
                  <a:lnTo>
                    <a:pt x="14008" y="2450"/>
                  </a:lnTo>
                  <a:lnTo>
                    <a:pt x="11920" y="4572"/>
                  </a:lnTo>
                  <a:lnTo>
                    <a:pt x="12211" y="6172"/>
                  </a:lnTo>
                  <a:lnTo>
                    <a:pt x="13627" y="9823"/>
                  </a:lnTo>
                  <a:lnTo>
                    <a:pt x="16122" y="12269"/>
                  </a:lnTo>
                  <a:lnTo>
                    <a:pt x="18749" y="11121"/>
                  </a:lnTo>
                  <a:lnTo>
                    <a:pt x="18383" y="9766"/>
                  </a:lnTo>
                  <a:lnTo>
                    <a:pt x="21334" y="9462"/>
                  </a:lnTo>
                  <a:lnTo>
                    <a:pt x="24150" y="10219"/>
                  </a:lnTo>
                  <a:lnTo>
                    <a:pt x="25755" y="11039"/>
                  </a:lnTo>
                  <a:lnTo>
                    <a:pt x="25507" y="11548"/>
                  </a:lnTo>
                  <a:lnTo>
                    <a:pt x="22753" y="15092"/>
                  </a:lnTo>
                  <a:lnTo>
                    <a:pt x="22816" y="18276"/>
                  </a:lnTo>
                  <a:lnTo>
                    <a:pt x="23416" y="18844"/>
                  </a:lnTo>
                  <a:lnTo>
                    <a:pt x="24055" y="20037"/>
                  </a:lnTo>
                  <a:lnTo>
                    <a:pt x="18391" y="18933"/>
                  </a:lnTo>
                  <a:lnTo>
                    <a:pt x="14173" y="23743"/>
                  </a:lnTo>
                  <a:lnTo>
                    <a:pt x="8281" y="28404"/>
                  </a:lnTo>
                  <a:lnTo>
                    <a:pt x="1018" y="26125"/>
                  </a:lnTo>
                  <a:lnTo>
                    <a:pt x="0" y="25219"/>
                  </a:lnTo>
                  <a:lnTo>
                    <a:pt x="3143" y="15144"/>
                  </a:lnTo>
                  <a:lnTo>
                    <a:pt x="4739" y="6713"/>
                  </a:lnTo>
                  <a:lnTo>
                    <a:pt x="7962" y="2257"/>
                  </a:lnTo>
                  <a:lnTo>
                    <a:pt x="1189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h6956"/>
            <p:cNvSpPr/>
            <p:nvPr/>
          </p:nvSpPr>
          <p:spPr>
            <a:xfrm>
              <a:off x="10616444" y="2791875"/>
              <a:ext cx="44227" cy="35622"/>
            </a:xfrm>
            <a:custGeom>
              <a:avLst/>
              <a:pathLst>
                <a:path w="44227" h="35622">
                  <a:moveTo>
                    <a:pt x="29480" y="2622"/>
                  </a:moveTo>
                  <a:lnTo>
                    <a:pt x="33855" y="5541"/>
                  </a:lnTo>
                  <a:lnTo>
                    <a:pt x="37873" y="6102"/>
                  </a:lnTo>
                  <a:lnTo>
                    <a:pt x="36465" y="7589"/>
                  </a:lnTo>
                  <a:lnTo>
                    <a:pt x="38128" y="7988"/>
                  </a:lnTo>
                  <a:lnTo>
                    <a:pt x="40430" y="6884"/>
                  </a:lnTo>
                  <a:lnTo>
                    <a:pt x="43720" y="6756"/>
                  </a:lnTo>
                  <a:lnTo>
                    <a:pt x="44227" y="8938"/>
                  </a:lnTo>
                  <a:lnTo>
                    <a:pt x="43069" y="9210"/>
                  </a:lnTo>
                  <a:lnTo>
                    <a:pt x="41622" y="14082"/>
                  </a:lnTo>
                  <a:lnTo>
                    <a:pt x="42835" y="16196"/>
                  </a:lnTo>
                  <a:lnTo>
                    <a:pt x="42840" y="17849"/>
                  </a:lnTo>
                  <a:lnTo>
                    <a:pt x="40797" y="16954"/>
                  </a:lnTo>
                  <a:lnTo>
                    <a:pt x="39574" y="17143"/>
                  </a:lnTo>
                  <a:lnTo>
                    <a:pt x="35816" y="21599"/>
                  </a:lnTo>
                  <a:lnTo>
                    <a:pt x="34888" y="25736"/>
                  </a:lnTo>
                  <a:lnTo>
                    <a:pt x="33282" y="26591"/>
                  </a:lnTo>
                  <a:lnTo>
                    <a:pt x="29808" y="28443"/>
                  </a:lnTo>
                  <a:lnTo>
                    <a:pt x="24858" y="34524"/>
                  </a:lnTo>
                  <a:lnTo>
                    <a:pt x="20521" y="35622"/>
                  </a:lnTo>
                  <a:lnTo>
                    <a:pt x="16178" y="33154"/>
                  </a:lnTo>
                  <a:lnTo>
                    <a:pt x="11687" y="33790"/>
                  </a:lnTo>
                  <a:lnTo>
                    <a:pt x="12768" y="30879"/>
                  </a:lnTo>
                  <a:lnTo>
                    <a:pt x="13187" y="25893"/>
                  </a:lnTo>
                  <a:lnTo>
                    <a:pt x="11802" y="21773"/>
                  </a:lnTo>
                  <a:lnTo>
                    <a:pt x="7681" y="22137"/>
                  </a:lnTo>
                  <a:lnTo>
                    <a:pt x="6659" y="21647"/>
                  </a:lnTo>
                  <a:lnTo>
                    <a:pt x="6110" y="19044"/>
                  </a:lnTo>
                  <a:lnTo>
                    <a:pt x="6811" y="15760"/>
                  </a:lnTo>
                  <a:lnTo>
                    <a:pt x="1141" y="12833"/>
                  </a:lnTo>
                  <a:lnTo>
                    <a:pt x="0" y="11529"/>
                  </a:lnTo>
                  <a:lnTo>
                    <a:pt x="663" y="8890"/>
                  </a:lnTo>
                  <a:lnTo>
                    <a:pt x="1990" y="4094"/>
                  </a:lnTo>
                  <a:lnTo>
                    <a:pt x="3971" y="2798"/>
                  </a:lnTo>
                  <a:lnTo>
                    <a:pt x="8653" y="1330"/>
                  </a:lnTo>
                  <a:lnTo>
                    <a:pt x="15095" y="2072"/>
                  </a:lnTo>
                  <a:lnTo>
                    <a:pt x="15494" y="4311"/>
                  </a:lnTo>
                  <a:lnTo>
                    <a:pt x="19056" y="2393"/>
                  </a:lnTo>
                  <a:lnTo>
                    <a:pt x="2374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h6957"/>
            <p:cNvSpPr/>
            <p:nvPr/>
          </p:nvSpPr>
          <p:spPr>
            <a:xfrm>
              <a:off x="10737322" y="2793034"/>
              <a:ext cx="42251" cy="20372"/>
            </a:xfrm>
            <a:custGeom>
              <a:avLst/>
              <a:pathLst>
                <a:path w="42251" h="20372">
                  <a:moveTo>
                    <a:pt x="32161" y="442"/>
                  </a:moveTo>
                  <a:lnTo>
                    <a:pt x="35257" y="3632"/>
                  </a:lnTo>
                  <a:lnTo>
                    <a:pt x="40393" y="4546"/>
                  </a:lnTo>
                  <a:lnTo>
                    <a:pt x="41965" y="13598"/>
                  </a:lnTo>
                  <a:lnTo>
                    <a:pt x="42251" y="15576"/>
                  </a:lnTo>
                  <a:lnTo>
                    <a:pt x="40530" y="16826"/>
                  </a:lnTo>
                  <a:lnTo>
                    <a:pt x="40194" y="19484"/>
                  </a:lnTo>
                  <a:lnTo>
                    <a:pt x="38214" y="18977"/>
                  </a:lnTo>
                  <a:lnTo>
                    <a:pt x="36591" y="16915"/>
                  </a:lnTo>
                  <a:lnTo>
                    <a:pt x="30386" y="18025"/>
                  </a:lnTo>
                  <a:lnTo>
                    <a:pt x="28615" y="19929"/>
                  </a:lnTo>
                  <a:lnTo>
                    <a:pt x="24910" y="19481"/>
                  </a:lnTo>
                  <a:lnTo>
                    <a:pt x="20639" y="17101"/>
                  </a:lnTo>
                  <a:lnTo>
                    <a:pt x="14926" y="20372"/>
                  </a:lnTo>
                  <a:lnTo>
                    <a:pt x="15890" y="17928"/>
                  </a:lnTo>
                  <a:lnTo>
                    <a:pt x="12223" y="15985"/>
                  </a:lnTo>
                  <a:lnTo>
                    <a:pt x="4122" y="16124"/>
                  </a:lnTo>
                  <a:lnTo>
                    <a:pt x="2359" y="9380"/>
                  </a:lnTo>
                  <a:lnTo>
                    <a:pt x="2892" y="6325"/>
                  </a:lnTo>
                  <a:lnTo>
                    <a:pt x="2130" y="4679"/>
                  </a:lnTo>
                  <a:lnTo>
                    <a:pt x="445" y="5304"/>
                  </a:lnTo>
                  <a:lnTo>
                    <a:pt x="0" y="4023"/>
                  </a:lnTo>
                  <a:lnTo>
                    <a:pt x="464" y="2603"/>
                  </a:lnTo>
                  <a:lnTo>
                    <a:pt x="2076" y="2411"/>
                  </a:lnTo>
                  <a:lnTo>
                    <a:pt x="6747" y="3959"/>
                  </a:lnTo>
                  <a:lnTo>
                    <a:pt x="21365" y="4384"/>
                  </a:lnTo>
                  <a:lnTo>
                    <a:pt x="23139" y="5900"/>
                  </a:lnTo>
                  <a:lnTo>
                    <a:pt x="28123" y="2803"/>
                  </a:lnTo>
                  <a:lnTo>
                    <a:pt x="3068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h6958"/>
            <p:cNvSpPr/>
            <p:nvPr/>
          </p:nvSpPr>
          <p:spPr>
            <a:xfrm>
              <a:off x="10799265" y="2855056"/>
              <a:ext cx="13428" cy="21033"/>
            </a:xfrm>
            <a:custGeom>
              <a:avLst/>
              <a:pathLst>
                <a:path w="13428" h="21033">
                  <a:moveTo>
                    <a:pt x="10595" y="2148"/>
                  </a:moveTo>
                  <a:lnTo>
                    <a:pt x="11353" y="3980"/>
                  </a:lnTo>
                  <a:lnTo>
                    <a:pt x="13428" y="5375"/>
                  </a:lnTo>
                  <a:lnTo>
                    <a:pt x="13425" y="6573"/>
                  </a:lnTo>
                  <a:lnTo>
                    <a:pt x="10516" y="12200"/>
                  </a:lnTo>
                  <a:lnTo>
                    <a:pt x="8529" y="20291"/>
                  </a:lnTo>
                  <a:lnTo>
                    <a:pt x="7415" y="21033"/>
                  </a:lnTo>
                  <a:lnTo>
                    <a:pt x="4750" y="18536"/>
                  </a:lnTo>
                  <a:lnTo>
                    <a:pt x="3696" y="16180"/>
                  </a:lnTo>
                  <a:lnTo>
                    <a:pt x="0" y="15452"/>
                  </a:lnTo>
                  <a:lnTo>
                    <a:pt x="1263" y="10690"/>
                  </a:lnTo>
                  <a:lnTo>
                    <a:pt x="7308" y="2250"/>
                  </a:lnTo>
                  <a:lnTo>
                    <a:pt x="655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h6959"/>
            <p:cNvSpPr/>
            <p:nvPr/>
          </p:nvSpPr>
          <p:spPr>
            <a:xfrm>
              <a:off x="10687726" y="2746242"/>
              <a:ext cx="42260" cy="47552"/>
            </a:xfrm>
            <a:custGeom>
              <a:avLst/>
              <a:pathLst>
                <a:path w="42260" h="47552">
                  <a:moveTo>
                    <a:pt x="25719" y="2416"/>
                  </a:moveTo>
                  <a:lnTo>
                    <a:pt x="29384" y="3253"/>
                  </a:lnTo>
                  <a:lnTo>
                    <a:pt x="36635" y="9679"/>
                  </a:lnTo>
                  <a:lnTo>
                    <a:pt x="36379" y="11736"/>
                  </a:lnTo>
                  <a:lnTo>
                    <a:pt x="32289" y="21659"/>
                  </a:lnTo>
                  <a:lnTo>
                    <a:pt x="33470" y="25223"/>
                  </a:lnTo>
                  <a:lnTo>
                    <a:pt x="34458" y="26161"/>
                  </a:lnTo>
                  <a:lnTo>
                    <a:pt x="36574" y="25450"/>
                  </a:lnTo>
                  <a:lnTo>
                    <a:pt x="39382" y="26467"/>
                  </a:lnTo>
                  <a:lnTo>
                    <a:pt x="42260" y="29473"/>
                  </a:lnTo>
                  <a:lnTo>
                    <a:pt x="40402" y="31436"/>
                  </a:lnTo>
                  <a:lnTo>
                    <a:pt x="36058" y="32591"/>
                  </a:lnTo>
                  <a:lnTo>
                    <a:pt x="34987" y="34308"/>
                  </a:lnTo>
                  <a:lnTo>
                    <a:pt x="34982" y="35124"/>
                  </a:lnTo>
                  <a:lnTo>
                    <a:pt x="37001" y="35194"/>
                  </a:lnTo>
                  <a:lnTo>
                    <a:pt x="38794" y="43086"/>
                  </a:lnTo>
                  <a:lnTo>
                    <a:pt x="32911" y="45184"/>
                  </a:lnTo>
                  <a:lnTo>
                    <a:pt x="20480" y="47552"/>
                  </a:lnTo>
                  <a:lnTo>
                    <a:pt x="8634" y="46233"/>
                  </a:lnTo>
                  <a:lnTo>
                    <a:pt x="9634" y="43711"/>
                  </a:lnTo>
                  <a:lnTo>
                    <a:pt x="13127" y="40977"/>
                  </a:lnTo>
                  <a:lnTo>
                    <a:pt x="12728" y="37808"/>
                  </a:lnTo>
                  <a:lnTo>
                    <a:pt x="9416" y="33969"/>
                  </a:lnTo>
                  <a:lnTo>
                    <a:pt x="10719" y="32839"/>
                  </a:lnTo>
                  <a:lnTo>
                    <a:pt x="11298" y="27979"/>
                  </a:lnTo>
                  <a:lnTo>
                    <a:pt x="9672" y="23284"/>
                  </a:lnTo>
                  <a:lnTo>
                    <a:pt x="1164" y="16002"/>
                  </a:lnTo>
                  <a:lnTo>
                    <a:pt x="0" y="10907"/>
                  </a:lnTo>
                  <a:lnTo>
                    <a:pt x="5364" y="10742"/>
                  </a:lnTo>
                  <a:lnTo>
                    <a:pt x="11236" y="9820"/>
                  </a:lnTo>
                  <a:lnTo>
                    <a:pt x="12896" y="8252"/>
                  </a:lnTo>
                  <a:lnTo>
                    <a:pt x="12882" y="5626"/>
                  </a:lnTo>
                  <a:lnTo>
                    <a:pt x="15478" y="3044"/>
                  </a:lnTo>
                  <a:lnTo>
                    <a:pt x="23601" y="2318"/>
                  </a:lnTo>
                  <a:lnTo>
                    <a:pt x="2453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h6960"/>
            <p:cNvSpPr/>
            <p:nvPr/>
          </p:nvSpPr>
          <p:spPr>
            <a:xfrm>
              <a:off x="10672153" y="2842729"/>
              <a:ext cx="18470" cy="11649"/>
            </a:xfrm>
            <a:custGeom>
              <a:avLst/>
              <a:pathLst>
                <a:path w="18470" h="11649">
                  <a:moveTo>
                    <a:pt x="18470" y="3826"/>
                  </a:moveTo>
                  <a:lnTo>
                    <a:pt x="16604" y="4605"/>
                  </a:lnTo>
                  <a:lnTo>
                    <a:pt x="15225" y="9282"/>
                  </a:lnTo>
                  <a:lnTo>
                    <a:pt x="13108" y="11253"/>
                  </a:lnTo>
                  <a:lnTo>
                    <a:pt x="10959" y="10416"/>
                  </a:lnTo>
                  <a:lnTo>
                    <a:pt x="2649" y="10212"/>
                  </a:lnTo>
                  <a:lnTo>
                    <a:pt x="1489" y="11649"/>
                  </a:lnTo>
                  <a:lnTo>
                    <a:pt x="0" y="6001"/>
                  </a:lnTo>
                  <a:lnTo>
                    <a:pt x="426" y="2837"/>
                  </a:lnTo>
                  <a:lnTo>
                    <a:pt x="2308" y="1975"/>
                  </a:lnTo>
                  <a:lnTo>
                    <a:pt x="7112" y="1991"/>
                  </a:lnTo>
                  <a:lnTo>
                    <a:pt x="13327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h6961"/>
            <p:cNvSpPr/>
            <p:nvPr/>
          </p:nvSpPr>
          <p:spPr>
            <a:xfrm>
              <a:off x="10675968" y="2791426"/>
              <a:ext cx="44669" cy="41408"/>
            </a:xfrm>
            <a:custGeom>
              <a:avLst/>
              <a:pathLst>
                <a:path w="44669" h="41408">
                  <a:moveTo>
                    <a:pt x="44669" y="0"/>
                  </a:moveTo>
                  <a:lnTo>
                    <a:pt x="39693" y="11200"/>
                  </a:lnTo>
                  <a:lnTo>
                    <a:pt x="35634" y="11471"/>
                  </a:lnTo>
                  <a:lnTo>
                    <a:pt x="29913" y="20048"/>
                  </a:lnTo>
                  <a:lnTo>
                    <a:pt x="29850" y="21921"/>
                  </a:lnTo>
                  <a:lnTo>
                    <a:pt x="31258" y="22266"/>
                  </a:lnTo>
                  <a:lnTo>
                    <a:pt x="30587" y="29308"/>
                  </a:lnTo>
                  <a:lnTo>
                    <a:pt x="29768" y="30819"/>
                  </a:lnTo>
                  <a:lnTo>
                    <a:pt x="27118" y="30533"/>
                  </a:lnTo>
                  <a:lnTo>
                    <a:pt x="25778" y="31963"/>
                  </a:lnTo>
                  <a:lnTo>
                    <a:pt x="21667" y="31707"/>
                  </a:lnTo>
                  <a:lnTo>
                    <a:pt x="20815" y="31036"/>
                  </a:lnTo>
                  <a:lnTo>
                    <a:pt x="18890" y="31727"/>
                  </a:lnTo>
                  <a:lnTo>
                    <a:pt x="14105" y="35274"/>
                  </a:lnTo>
                  <a:lnTo>
                    <a:pt x="13995" y="36135"/>
                  </a:lnTo>
                  <a:lnTo>
                    <a:pt x="15707" y="37827"/>
                  </a:lnTo>
                  <a:lnTo>
                    <a:pt x="15889" y="39639"/>
                  </a:lnTo>
                  <a:lnTo>
                    <a:pt x="10979" y="41408"/>
                  </a:lnTo>
                  <a:lnTo>
                    <a:pt x="5662" y="40598"/>
                  </a:lnTo>
                  <a:lnTo>
                    <a:pt x="4624" y="39220"/>
                  </a:lnTo>
                  <a:lnTo>
                    <a:pt x="3866" y="34242"/>
                  </a:lnTo>
                  <a:lnTo>
                    <a:pt x="6456" y="33839"/>
                  </a:lnTo>
                  <a:lnTo>
                    <a:pt x="7818" y="32899"/>
                  </a:lnTo>
                  <a:lnTo>
                    <a:pt x="7537" y="31025"/>
                  </a:lnTo>
                  <a:lnTo>
                    <a:pt x="4997" y="30124"/>
                  </a:lnTo>
                  <a:lnTo>
                    <a:pt x="4644" y="22556"/>
                  </a:lnTo>
                  <a:lnTo>
                    <a:pt x="0" y="14028"/>
                  </a:lnTo>
                  <a:lnTo>
                    <a:pt x="1604" y="11940"/>
                  </a:lnTo>
                  <a:lnTo>
                    <a:pt x="3443" y="10702"/>
                  </a:lnTo>
                  <a:lnTo>
                    <a:pt x="5132" y="8310"/>
                  </a:lnTo>
                  <a:lnTo>
                    <a:pt x="9920" y="6507"/>
                  </a:lnTo>
                  <a:lnTo>
                    <a:pt x="9600" y="5855"/>
                  </a:lnTo>
                  <a:lnTo>
                    <a:pt x="13182" y="5744"/>
                  </a:lnTo>
                  <a:lnTo>
                    <a:pt x="14826" y="621"/>
                  </a:lnTo>
                  <a:lnTo>
                    <a:pt x="20391" y="1048"/>
                  </a:lnTo>
                  <a:lnTo>
                    <a:pt x="32238" y="236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h6962"/>
            <p:cNvSpPr/>
            <p:nvPr/>
          </p:nvSpPr>
          <p:spPr>
            <a:xfrm>
              <a:off x="10724125" y="2838204"/>
              <a:ext cx="15318" cy="21004"/>
            </a:xfrm>
            <a:custGeom>
              <a:avLst/>
              <a:pathLst>
                <a:path w="15318" h="21004">
                  <a:moveTo>
                    <a:pt x="7750" y="288"/>
                  </a:moveTo>
                  <a:lnTo>
                    <a:pt x="12217" y="10639"/>
                  </a:lnTo>
                  <a:lnTo>
                    <a:pt x="12886" y="10474"/>
                  </a:lnTo>
                  <a:lnTo>
                    <a:pt x="15026" y="12467"/>
                  </a:lnTo>
                  <a:lnTo>
                    <a:pt x="15318" y="14074"/>
                  </a:lnTo>
                  <a:lnTo>
                    <a:pt x="14555" y="14907"/>
                  </a:lnTo>
                  <a:lnTo>
                    <a:pt x="15178" y="16168"/>
                  </a:lnTo>
                  <a:lnTo>
                    <a:pt x="13990" y="17338"/>
                  </a:lnTo>
                  <a:lnTo>
                    <a:pt x="8137" y="21004"/>
                  </a:lnTo>
                  <a:lnTo>
                    <a:pt x="3993" y="18276"/>
                  </a:lnTo>
                  <a:lnTo>
                    <a:pt x="502" y="16329"/>
                  </a:lnTo>
                  <a:lnTo>
                    <a:pt x="0" y="7008"/>
                  </a:lnTo>
                  <a:lnTo>
                    <a:pt x="2164" y="3494"/>
                  </a:lnTo>
                  <a:lnTo>
                    <a:pt x="2149" y="1626"/>
                  </a:lnTo>
                  <a:lnTo>
                    <a:pt x="4397" y="2062"/>
                  </a:lnTo>
                  <a:lnTo>
                    <a:pt x="48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h6963"/>
            <p:cNvSpPr/>
            <p:nvPr/>
          </p:nvSpPr>
          <p:spPr>
            <a:xfrm>
              <a:off x="11010859" y="3129117"/>
              <a:ext cx="17367" cy="34666"/>
            </a:xfrm>
            <a:custGeom>
              <a:avLst/>
              <a:pathLst>
                <a:path w="17367" h="34666">
                  <a:moveTo>
                    <a:pt x="16670" y="378"/>
                  </a:moveTo>
                  <a:lnTo>
                    <a:pt x="15401" y="6149"/>
                  </a:lnTo>
                  <a:lnTo>
                    <a:pt x="9908" y="9378"/>
                  </a:lnTo>
                  <a:lnTo>
                    <a:pt x="9176" y="10144"/>
                  </a:lnTo>
                  <a:lnTo>
                    <a:pt x="9008" y="12596"/>
                  </a:lnTo>
                  <a:lnTo>
                    <a:pt x="11425" y="19161"/>
                  </a:lnTo>
                  <a:lnTo>
                    <a:pt x="16118" y="20881"/>
                  </a:lnTo>
                  <a:lnTo>
                    <a:pt x="17367" y="22093"/>
                  </a:lnTo>
                  <a:lnTo>
                    <a:pt x="14529" y="24551"/>
                  </a:lnTo>
                  <a:lnTo>
                    <a:pt x="15735" y="28711"/>
                  </a:lnTo>
                  <a:lnTo>
                    <a:pt x="15485" y="32335"/>
                  </a:lnTo>
                  <a:lnTo>
                    <a:pt x="10877" y="34446"/>
                  </a:lnTo>
                  <a:lnTo>
                    <a:pt x="7282" y="34666"/>
                  </a:lnTo>
                  <a:lnTo>
                    <a:pt x="4847" y="31509"/>
                  </a:lnTo>
                  <a:lnTo>
                    <a:pt x="2720" y="28131"/>
                  </a:lnTo>
                  <a:lnTo>
                    <a:pt x="1314" y="20869"/>
                  </a:lnTo>
                  <a:lnTo>
                    <a:pt x="1535" y="14455"/>
                  </a:lnTo>
                  <a:lnTo>
                    <a:pt x="0" y="12169"/>
                  </a:lnTo>
                  <a:lnTo>
                    <a:pt x="285" y="10694"/>
                  </a:lnTo>
                  <a:lnTo>
                    <a:pt x="5644" y="8872"/>
                  </a:lnTo>
                  <a:lnTo>
                    <a:pt x="9604" y="4727"/>
                  </a:lnTo>
                  <a:lnTo>
                    <a:pt x="11338" y="1792"/>
                  </a:lnTo>
                  <a:lnTo>
                    <a:pt x="1599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h6964"/>
            <p:cNvSpPr/>
            <p:nvPr/>
          </p:nvSpPr>
          <p:spPr>
            <a:xfrm>
              <a:off x="10826478" y="3064036"/>
              <a:ext cx="25332" cy="24954"/>
            </a:xfrm>
            <a:custGeom>
              <a:avLst/>
              <a:pathLst>
                <a:path w="25332" h="24954">
                  <a:moveTo>
                    <a:pt x="17940" y="3360"/>
                  </a:moveTo>
                  <a:lnTo>
                    <a:pt x="25332" y="10929"/>
                  </a:lnTo>
                  <a:lnTo>
                    <a:pt x="23493" y="13238"/>
                  </a:lnTo>
                  <a:lnTo>
                    <a:pt x="23794" y="14602"/>
                  </a:lnTo>
                  <a:lnTo>
                    <a:pt x="23088" y="16989"/>
                  </a:lnTo>
                  <a:lnTo>
                    <a:pt x="21422" y="19442"/>
                  </a:lnTo>
                  <a:lnTo>
                    <a:pt x="18261" y="19840"/>
                  </a:lnTo>
                  <a:lnTo>
                    <a:pt x="18915" y="21549"/>
                  </a:lnTo>
                  <a:lnTo>
                    <a:pt x="16523" y="21729"/>
                  </a:lnTo>
                  <a:lnTo>
                    <a:pt x="15862" y="22943"/>
                  </a:lnTo>
                  <a:lnTo>
                    <a:pt x="16854" y="24063"/>
                  </a:lnTo>
                  <a:lnTo>
                    <a:pt x="16549" y="24954"/>
                  </a:lnTo>
                  <a:lnTo>
                    <a:pt x="14075" y="24579"/>
                  </a:lnTo>
                  <a:lnTo>
                    <a:pt x="10205" y="19690"/>
                  </a:lnTo>
                  <a:lnTo>
                    <a:pt x="6836" y="19467"/>
                  </a:lnTo>
                  <a:lnTo>
                    <a:pt x="5946" y="16006"/>
                  </a:lnTo>
                  <a:lnTo>
                    <a:pt x="4331" y="14086"/>
                  </a:lnTo>
                  <a:lnTo>
                    <a:pt x="2837" y="16897"/>
                  </a:lnTo>
                  <a:lnTo>
                    <a:pt x="1915" y="17193"/>
                  </a:lnTo>
                  <a:lnTo>
                    <a:pt x="0" y="14279"/>
                  </a:lnTo>
                  <a:lnTo>
                    <a:pt x="1110" y="12468"/>
                  </a:lnTo>
                  <a:lnTo>
                    <a:pt x="9549" y="5609"/>
                  </a:lnTo>
                  <a:lnTo>
                    <a:pt x="13798" y="2992"/>
                  </a:lnTo>
                  <a:lnTo>
                    <a:pt x="15457" y="3191"/>
                  </a:lnTo>
                  <a:lnTo>
                    <a:pt x="16907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h6965"/>
            <p:cNvSpPr/>
            <p:nvPr/>
          </p:nvSpPr>
          <p:spPr>
            <a:xfrm>
              <a:off x="10959023" y="3244303"/>
              <a:ext cx="28105" cy="29077"/>
            </a:xfrm>
            <a:custGeom>
              <a:avLst/>
              <a:pathLst>
                <a:path w="28105" h="29077">
                  <a:moveTo>
                    <a:pt x="16348" y="1576"/>
                  </a:moveTo>
                  <a:lnTo>
                    <a:pt x="19716" y="2357"/>
                  </a:lnTo>
                  <a:lnTo>
                    <a:pt x="21479" y="6322"/>
                  </a:lnTo>
                  <a:lnTo>
                    <a:pt x="23064" y="6721"/>
                  </a:lnTo>
                  <a:lnTo>
                    <a:pt x="28105" y="11642"/>
                  </a:lnTo>
                  <a:lnTo>
                    <a:pt x="24044" y="15941"/>
                  </a:lnTo>
                  <a:lnTo>
                    <a:pt x="16242" y="26743"/>
                  </a:lnTo>
                  <a:lnTo>
                    <a:pt x="14695" y="29077"/>
                  </a:lnTo>
                  <a:lnTo>
                    <a:pt x="13250" y="26220"/>
                  </a:lnTo>
                  <a:lnTo>
                    <a:pt x="11805" y="26170"/>
                  </a:lnTo>
                  <a:lnTo>
                    <a:pt x="11228" y="27268"/>
                  </a:lnTo>
                  <a:lnTo>
                    <a:pt x="6063" y="19462"/>
                  </a:lnTo>
                  <a:lnTo>
                    <a:pt x="4310" y="17923"/>
                  </a:lnTo>
                  <a:lnTo>
                    <a:pt x="0" y="16395"/>
                  </a:lnTo>
                  <a:lnTo>
                    <a:pt x="250" y="15117"/>
                  </a:lnTo>
                  <a:lnTo>
                    <a:pt x="3603" y="14315"/>
                  </a:lnTo>
                  <a:lnTo>
                    <a:pt x="2794" y="12709"/>
                  </a:lnTo>
                  <a:lnTo>
                    <a:pt x="745" y="13467"/>
                  </a:lnTo>
                  <a:lnTo>
                    <a:pt x="2465" y="6397"/>
                  </a:lnTo>
                  <a:lnTo>
                    <a:pt x="3867" y="6306"/>
                  </a:lnTo>
                  <a:lnTo>
                    <a:pt x="5621" y="7361"/>
                  </a:lnTo>
                  <a:lnTo>
                    <a:pt x="8706" y="5486"/>
                  </a:lnTo>
                  <a:lnTo>
                    <a:pt x="11606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h6966"/>
            <p:cNvSpPr/>
            <p:nvPr/>
          </p:nvSpPr>
          <p:spPr>
            <a:xfrm>
              <a:off x="10934788" y="3268372"/>
              <a:ext cx="13055" cy="22708"/>
            </a:xfrm>
            <a:custGeom>
              <a:avLst/>
              <a:pathLst>
                <a:path w="13055" h="22708">
                  <a:moveTo>
                    <a:pt x="11089" y="1299"/>
                  </a:moveTo>
                  <a:lnTo>
                    <a:pt x="12355" y="2706"/>
                  </a:lnTo>
                  <a:lnTo>
                    <a:pt x="13055" y="5085"/>
                  </a:lnTo>
                  <a:lnTo>
                    <a:pt x="12166" y="6680"/>
                  </a:lnTo>
                  <a:lnTo>
                    <a:pt x="12884" y="9367"/>
                  </a:lnTo>
                  <a:lnTo>
                    <a:pt x="11759" y="19873"/>
                  </a:lnTo>
                  <a:lnTo>
                    <a:pt x="10944" y="22026"/>
                  </a:lnTo>
                  <a:lnTo>
                    <a:pt x="9103" y="22708"/>
                  </a:lnTo>
                  <a:lnTo>
                    <a:pt x="2805" y="21173"/>
                  </a:lnTo>
                  <a:lnTo>
                    <a:pt x="1928" y="17551"/>
                  </a:lnTo>
                  <a:lnTo>
                    <a:pt x="0" y="15978"/>
                  </a:lnTo>
                  <a:lnTo>
                    <a:pt x="5868" y="13929"/>
                  </a:lnTo>
                  <a:lnTo>
                    <a:pt x="5837" y="8984"/>
                  </a:lnTo>
                  <a:lnTo>
                    <a:pt x="4352" y="3529"/>
                  </a:lnTo>
                  <a:lnTo>
                    <a:pt x="7995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h6967"/>
            <p:cNvSpPr/>
            <p:nvPr/>
          </p:nvSpPr>
          <p:spPr>
            <a:xfrm>
              <a:off x="10676903" y="3066414"/>
              <a:ext cx="70989" cy="50816"/>
            </a:xfrm>
            <a:custGeom>
              <a:avLst/>
              <a:pathLst>
                <a:path w="70989" h="50816">
                  <a:moveTo>
                    <a:pt x="37394" y="314"/>
                  </a:moveTo>
                  <a:lnTo>
                    <a:pt x="39177" y="1501"/>
                  </a:lnTo>
                  <a:lnTo>
                    <a:pt x="51436" y="3869"/>
                  </a:lnTo>
                  <a:lnTo>
                    <a:pt x="57187" y="1411"/>
                  </a:lnTo>
                  <a:lnTo>
                    <a:pt x="60084" y="1221"/>
                  </a:lnTo>
                  <a:lnTo>
                    <a:pt x="63438" y="5878"/>
                  </a:lnTo>
                  <a:lnTo>
                    <a:pt x="65551" y="10799"/>
                  </a:lnTo>
                  <a:lnTo>
                    <a:pt x="70597" y="10917"/>
                  </a:lnTo>
                  <a:lnTo>
                    <a:pt x="70989" y="10685"/>
                  </a:lnTo>
                  <a:lnTo>
                    <a:pt x="70216" y="13824"/>
                  </a:lnTo>
                  <a:lnTo>
                    <a:pt x="68030" y="14213"/>
                  </a:lnTo>
                  <a:lnTo>
                    <a:pt x="67768" y="15677"/>
                  </a:lnTo>
                  <a:lnTo>
                    <a:pt x="69158" y="19480"/>
                  </a:lnTo>
                  <a:lnTo>
                    <a:pt x="67744" y="24149"/>
                  </a:lnTo>
                  <a:lnTo>
                    <a:pt x="66537" y="25853"/>
                  </a:lnTo>
                  <a:lnTo>
                    <a:pt x="64284" y="27070"/>
                  </a:lnTo>
                  <a:lnTo>
                    <a:pt x="64909" y="35635"/>
                  </a:lnTo>
                  <a:lnTo>
                    <a:pt x="63410" y="38092"/>
                  </a:lnTo>
                  <a:lnTo>
                    <a:pt x="60505" y="38331"/>
                  </a:lnTo>
                  <a:lnTo>
                    <a:pt x="57276" y="41152"/>
                  </a:lnTo>
                  <a:lnTo>
                    <a:pt x="56925" y="45430"/>
                  </a:lnTo>
                  <a:lnTo>
                    <a:pt x="54112" y="50816"/>
                  </a:lnTo>
                  <a:lnTo>
                    <a:pt x="38039" y="47190"/>
                  </a:lnTo>
                  <a:lnTo>
                    <a:pt x="34130" y="43872"/>
                  </a:lnTo>
                  <a:lnTo>
                    <a:pt x="32307" y="44751"/>
                  </a:lnTo>
                  <a:lnTo>
                    <a:pt x="30367" y="46821"/>
                  </a:lnTo>
                  <a:lnTo>
                    <a:pt x="25556" y="46651"/>
                  </a:lnTo>
                  <a:lnTo>
                    <a:pt x="23354" y="45419"/>
                  </a:lnTo>
                  <a:lnTo>
                    <a:pt x="8143" y="35631"/>
                  </a:lnTo>
                  <a:lnTo>
                    <a:pt x="7746" y="32294"/>
                  </a:lnTo>
                  <a:lnTo>
                    <a:pt x="11226" y="26877"/>
                  </a:lnTo>
                  <a:lnTo>
                    <a:pt x="5313" y="19276"/>
                  </a:lnTo>
                  <a:lnTo>
                    <a:pt x="0" y="14366"/>
                  </a:lnTo>
                  <a:lnTo>
                    <a:pt x="2566" y="8381"/>
                  </a:lnTo>
                  <a:lnTo>
                    <a:pt x="4493" y="6349"/>
                  </a:lnTo>
                  <a:lnTo>
                    <a:pt x="6777" y="5935"/>
                  </a:lnTo>
                  <a:lnTo>
                    <a:pt x="11692" y="5778"/>
                  </a:lnTo>
                  <a:lnTo>
                    <a:pt x="20344" y="2330"/>
                  </a:lnTo>
                  <a:lnTo>
                    <a:pt x="2878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h6968"/>
            <p:cNvSpPr/>
            <p:nvPr/>
          </p:nvSpPr>
          <p:spPr>
            <a:xfrm>
              <a:off x="11026066" y="3169709"/>
              <a:ext cx="19107" cy="15300"/>
            </a:xfrm>
            <a:custGeom>
              <a:avLst/>
              <a:pathLst>
                <a:path w="19107" h="15300">
                  <a:moveTo>
                    <a:pt x="6987" y="1186"/>
                  </a:moveTo>
                  <a:lnTo>
                    <a:pt x="9684" y="3893"/>
                  </a:lnTo>
                  <a:lnTo>
                    <a:pt x="13466" y="3131"/>
                  </a:lnTo>
                  <a:lnTo>
                    <a:pt x="19107" y="11600"/>
                  </a:lnTo>
                  <a:lnTo>
                    <a:pt x="18918" y="13252"/>
                  </a:lnTo>
                  <a:lnTo>
                    <a:pt x="15417" y="15300"/>
                  </a:lnTo>
                  <a:lnTo>
                    <a:pt x="10999" y="13286"/>
                  </a:lnTo>
                  <a:lnTo>
                    <a:pt x="7803" y="9507"/>
                  </a:lnTo>
                  <a:lnTo>
                    <a:pt x="6066" y="9428"/>
                  </a:lnTo>
                  <a:lnTo>
                    <a:pt x="1876" y="7440"/>
                  </a:lnTo>
                  <a:lnTo>
                    <a:pt x="0" y="2210"/>
                  </a:lnTo>
                  <a:lnTo>
                    <a:pt x="1488" y="720"/>
                  </a:lnTo>
                  <a:lnTo>
                    <a:pt x="3767" y="386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h6969"/>
            <p:cNvSpPr/>
            <p:nvPr/>
          </p:nvSpPr>
          <p:spPr>
            <a:xfrm>
              <a:off x="10856057" y="3052730"/>
              <a:ext cx="23994" cy="26975"/>
            </a:xfrm>
            <a:custGeom>
              <a:avLst/>
              <a:pathLst>
                <a:path w="23994" h="26975">
                  <a:moveTo>
                    <a:pt x="17499" y="53"/>
                  </a:moveTo>
                  <a:lnTo>
                    <a:pt x="19318" y="1171"/>
                  </a:lnTo>
                  <a:lnTo>
                    <a:pt x="20227" y="0"/>
                  </a:lnTo>
                  <a:lnTo>
                    <a:pt x="22346" y="3463"/>
                  </a:lnTo>
                  <a:lnTo>
                    <a:pt x="22097" y="7128"/>
                  </a:lnTo>
                  <a:lnTo>
                    <a:pt x="23127" y="5900"/>
                  </a:lnTo>
                  <a:lnTo>
                    <a:pt x="23994" y="6620"/>
                  </a:lnTo>
                  <a:lnTo>
                    <a:pt x="23129" y="10283"/>
                  </a:lnTo>
                  <a:lnTo>
                    <a:pt x="20250" y="11174"/>
                  </a:lnTo>
                  <a:lnTo>
                    <a:pt x="17312" y="13562"/>
                  </a:lnTo>
                  <a:lnTo>
                    <a:pt x="15809" y="15759"/>
                  </a:lnTo>
                  <a:lnTo>
                    <a:pt x="14302" y="20657"/>
                  </a:lnTo>
                  <a:lnTo>
                    <a:pt x="15358" y="23389"/>
                  </a:lnTo>
                  <a:lnTo>
                    <a:pt x="15069" y="24238"/>
                  </a:lnTo>
                  <a:lnTo>
                    <a:pt x="12215" y="21011"/>
                  </a:lnTo>
                  <a:lnTo>
                    <a:pt x="7011" y="18335"/>
                  </a:lnTo>
                  <a:lnTo>
                    <a:pt x="4824" y="20252"/>
                  </a:lnTo>
                  <a:lnTo>
                    <a:pt x="4337" y="26975"/>
                  </a:lnTo>
                  <a:lnTo>
                    <a:pt x="3114" y="26922"/>
                  </a:lnTo>
                  <a:lnTo>
                    <a:pt x="1678" y="25679"/>
                  </a:lnTo>
                  <a:lnTo>
                    <a:pt x="1428" y="24109"/>
                  </a:lnTo>
                  <a:lnTo>
                    <a:pt x="2143" y="23302"/>
                  </a:lnTo>
                  <a:lnTo>
                    <a:pt x="0" y="17009"/>
                  </a:lnTo>
                  <a:lnTo>
                    <a:pt x="897" y="11605"/>
                  </a:lnTo>
                  <a:lnTo>
                    <a:pt x="417" y="10621"/>
                  </a:lnTo>
                  <a:lnTo>
                    <a:pt x="2489" y="6189"/>
                  </a:lnTo>
                  <a:lnTo>
                    <a:pt x="7762" y="3704"/>
                  </a:lnTo>
                  <a:lnTo>
                    <a:pt x="13108" y="333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h6970"/>
            <p:cNvSpPr/>
            <p:nvPr/>
          </p:nvSpPr>
          <p:spPr>
            <a:xfrm>
              <a:off x="10792580" y="3105800"/>
              <a:ext cx="48678" cy="84690"/>
            </a:xfrm>
            <a:custGeom>
              <a:avLst/>
              <a:pathLst>
                <a:path w="48678" h="84690">
                  <a:moveTo>
                    <a:pt x="16046" y="0"/>
                  </a:moveTo>
                  <a:lnTo>
                    <a:pt x="16979" y="2641"/>
                  </a:lnTo>
                  <a:lnTo>
                    <a:pt x="20085" y="4695"/>
                  </a:lnTo>
                  <a:lnTo>
                    <a:pt x="24008" y="564"/>
                  </a:lnTo>
                  <a:lnTo>
                    <a:pt x="27004" y="3884"/>
                  </a:lnTo>
                  <a:lnTo>
                    <a:pt x="26088" y="6360"/>
                  </a:lnTo>
                  <a:lnTo>
                    <a:pt x="29267" y="11864"/>
                  </a:lnTo>
                  <a:lnTo>
                    <a:pt x="30309" y="12613"/>
                  </a:lnTo>
                  <a:lnTo>
                    <a:pt x="36230" y="14951"/>
                  </a:lnTo>
                  <a:lnTo>
                    <a:pt x="43321" y="7903"/>
                  </a:lnTo>
                  <a:lnTo>
                    <a:pt x="47152" y="10591"/>
                  </a:lnTo>
                  <a:lnTo>
                    <a:pt x="47540" y="14497"/>
                  </a:lnTo>
                  <a:lnTo>
                    <a:pt x="48479" y="15524"/>
                  </a:lnTo>
                  <a:lnTo>
                    <a:pt x="47852" y="19438"/>
                  </a:lnTo>
                  <a:lnTo>
                    <a:pt x="48678" y="21207"/>
                  </a:lnTo>
                  <a:lnTo>
                    <a:pt x="39576" y="23758"/>
                  </a:lnTo>
                  <a:lnTo>
                    <a:pt x="41637" y="27197"/>
                  </a:lnTo>
                  <a:lnTo>
                    <a:pt x="42469" y="37660"/>
                  </a:lnTo>
                  <a:lnTo>
                    <a:pt x="45987" y="42151"/>
                  </a:lnTo>
                  <a:lnTo>
                    <a:pt x="44794" y="43294"/>
                  </a:lnTo>
                  <a:lnTo>
                    <a:pt x="43692" y="43336"/>
                  </a:lnTo>
                  <a:lnTo>
                    <a:pt x="42742" y="45054"/>
                  </a:lnTo>
                  <a:lnTo>
                    <a:pt x="42707" y="46805"/>
                  </a:lnTo>
                  <a:lnTo>
                    <a:pt x="44487" y="50022"/>
                  </a:lnTo>
                  <a:lnTo>
                    <a:pt x="44635" y="54545"/>
                  </a:lnTo>
                  <a:lnTo>
                    <a:pt x="43395" y="63394"/>
                  </a:lnTo>
                  <a:lnTo>
                    <a:pt x="45407" y="67903"/>
                  </a:lnTo>
                  <a:lnTo>
                    <a:pt x="44882" y="71924"/>
                  </a:lnTo>
                  <a:lnTo>
                    <a:pt x="42087" y="69435"/>
                  </a:lnTo>
                  <a:lnTo>
                    <a:pt x="36608" y="71303"/>
                  </a:lnTo>
                  <a:lnTo>
                    <a:pt x="37583" y="78849"/>
                  </a:lnTo>
                  <a:lnTo>
                    <a:pt x="36732" y="80804"/>
                  </a:lnTo>
                  <a:lnTo>
                    <a:pt x="39215" y="83937"/>
                  </a:lnTo>
                  <a:lnTo>
                    <a:pt x="33808" y="84690"/>
                  </a:lnTo>
                  <a:lnTo>
                    <a:pt x="30231" y="82777"/>
                  </a:lnTo>
                  <a:lnTo>
                    <a:pt x="15653" y="77927"/>
                  </a:lnTo>
                  <a:lnTo>
                    <a:pt x="7316" y="76236"/>
                  </a:lnTo>
                  <a:lnTo>
                    <a:pt x="7771" y="70729"/>
                  </a:lnTo>
                  <a:lnTo>
                    <a:pt x="5804" y="67912"/>
                  </a:lnTo>
                  <a:lnTo>
                    <a:pt x="6163" y="62969"/>
                  </a:lnTo>
                  <a:lnTo>
                    <a:pt x="4404" y="58225"/>
                  </a:lnTo>
                  <a:lnTo>
                    <a:pt x="897" y="53934"/>
                  </a:lnTo>
                  <a:lnTo>
                    <a:pt x="0" y="50827"/>
                  </a:lnTo>
                  <a:lnTo>
                    <a:pt x="902" y="44826"/>
                  </a:lnTo>
                  <a:lnTo>
                    <a:pt x="2674" y="41734"/>
                  </a:lnTo>
                  <a:lnTo>
                    <a:pt x="3214" y="38872"/>
                  </a:lnTo>
                  <a:lnTo>
                    <a:pt x="3307" y="29874"/>
                  </a:lnTo>
                  <a:lnTo>
                    <a:pt x="7048" y="29172"/>
                  </a:lnTo>
                  <a:lnTo>
                    <a:pt x="9261" y="26091"/>
                  </a:lnTo>
                  <a:lnTo>
                    <a:pt x="12545" y="18901"/>
                  </a:lnTo>
                  <a:lnTo>
                    <a:pt x="11762" y="15193"/>
                  </a:lnTo>
                  <a:lnTo>
                    <a:pt x="8114" y="8230"/>
                  </a:lnTo>
                  <a:lnTo>
                    <a:pt x="9562" y="4017"/>
                  </a:lnTo>
                  <a:lnTo>
                    <a:pt x="13260" y="65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h6971"/>
            <p:cNvSpPr/>
            <p:nvPr/>
          </p:nvSpPr>
          <p:spPr>
            <a:xfrm>
              <a:off x="10898558" y="3239979"/>
              <a:ext cx="44226" cy="49566"/>
            </a:xfrm>
            <a:custGeom>
              <a:avLst/>
              <a:pathLst>
                <a:path w="44226" h="49566">
                  <a:moveTo>
                    <a:pt x="18655" y="0"/>
                  </a:moveTo>
                  <a:lnTo>
                    <a:pt x="18680" y="839"/>
                  </a:lnTo>
                  <a:lnTo>
                    <a:pt x="21473" y="1523"/>
                  </a:lnTo>
                  <a:lnTo>
                    <a:pt x="20008" y="5754"/>
                  </a:lnTo>
                  <a:lnTo>
                    <a:pt x="23478" y="9563"/>
                  </a:lnTo>
                  <a:lnTo>
                    <a:pt x="27962" y="12258"/>
                  </a:lnTo>
                  <a:lnTo>
                    <a:pt x="26752" y="14915"/>
                  </a:lnTo>
                  <a:lnTo>
                    <a:pt x="23115" y="14775"/>
                  </a:lnTo>
                  <a:lnTo>
                    <a:pt x="22650" y="17710"/>
                  </a:lnTo>
                  <a:lnTo>
                    <a:pt x="24692" y="19804"/>
                  </a:lnTo>
                  <a:lnTo>
                    <a:pt x="27649" y="20273"/>
                  </a:lnTo>
                  <a:lnTo>
                    <a:pt x="27263" y="17190"/>
                  </a:lnTo>
                  <a:lnTo>
                    <a:pt x="33489" y="19420"/>
                  </a:lnTo>
                  <a:lnTo>
                    <a:pt x="35828" y="23624"/>
                  </a:lnTo>
                  <a:lnTo>
                    <a:pt x="38298" y="21425"/>
                  </a:lnTo>
                  <a:lnTo>
                    <a:pt x="41010" y="23300"/>
                  </a:lnTo>
                  <a:lnTo>
                    <a:pt x="42383" y="27713"/>
                  </a:lnTo>
                  <a:lnTo>
                    <a:pt x="44226" y="28393"/>
                  </a:lnTo>
                  <a:lnTo>
                    <a:pt x="40583" y="31922"/>
                  </a:lnTo>
                  <a:lnTo>
                    <a:pt x="42067" y="37377"/>
                  </a:lnTo>
                  <a:lnTo>
                    <a:pt x="42099" y="42322"/>
                  </a:lnTo>
                  <a:lnTo>
                    <a:pt x="36230" y="44371"/>
                  </a:lnTo>
                  <a:lnTo>
                    <a:pt x="38158" y="45944"/>
                  </a:lnTo>
                  <a:lnTo>
                    <a:pt x="39035" y="49566"/>
                  </a:lnTo>
                  <a:lnTo>
                    <a:pt x="18366" y="45798"/>
                  </a:lnTo>
                  <a:lnTo>
                    <a:pt x="7421" y="45249"/>
                  </a:lnTo>
                  <a:lnTo>
                    <a:pt x="1794" y="46015"/>
                  </a:lnTo>
                  <a:lnTo>
                    <a:pt x="0" y="38227"/>
                  </a:lnTo>
                  <a:lnTo>
                    <a:pt x="3135" y="32674"/>
                  </a:lnTo>
                  <a:lnTo>
                    <a:pt x="7356" y="30710"/>
                  </a:lnTo>
                  <a:lnTo>
                    <a:pt x="10599" y="27614"/>
                  </a:lnTo>
                  <a:lnTo>
                    <a:pt x="11989" y="23584"/>
                  </a:lnTo>
                  <a:lnTo>
                    <a:pt x="11626" y="20640"/>
                  </a:lnTo>
                  <a:lnTo>
                    <a:pt x="9931" y="16987"/>
                  </a:lnTo>
                  <a:lnTo>
                    <a:pt x="11116" y="16272"/>
                  </a:lnTo>
                  <a:lnTo>
                    <a:pt x="13493" y="16266"/>
                  </a:lnTo>
                  <a:lnTo>
                    <a:pt x="16742" y="11213"/>
                  </a:lnTo>
                  <a:lnTo>
                    <a:pt x="16484" y="9968"/>
                  </a:lnTo>
                  <a:lnTo>
                    <a:pt x="14781" y="8650"/>
                  </a:lnTo>
                  <a:lnTo>
                    <a:pt x="13401" y="8464"/>
                  </a:lnTo>
                  <a:lnTo>
                    <a:pt x="10034" y="10892"/>
                  </a:lnTo>
                  <a:lnTo>
                    <a:pt x="6933" y="11807"/>
                  </a:lnTo>
                  <a:lnTo>
                    <a:pt x="3539" y="11542"/>
                  </a:lnTo>
                  <a:lnTo>
                    <a:pt x="1005" y="9244"/>
                  </a:lnTo>
                  <a:lnTo>
                    <a:pt x="914" y="5838"/>
                  </a:lnTo>
                  <a:lnTo>
                    <a:pt x="3168" y="5308"/>
                  </a:lnTo>
                  <a:lnTo>
                    <a:pt x="5968" y="5632"/>
                  </a:lnTo>
                  <a:lnTo>
                    <a:pt x="6892" y="5079"/>
                  </a:lnTo>
                  <a:lnTo>
                    <a:pt x="9296" y="5417"/>
                  </a:lnTo>
                  <a:lnTo>
                    <a:pt x="13773" y="4155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h6972"/>
            <p:cNvSpPr/>
            <p:nvPr/>
          </p:nvSpPr>
          <p:spPr>
            <a:xfrm>
              <a:off x="10990327" y="3160626"/>
              <a:ext cx="41805" cy="43933"/>
            </a:xfrm>
            <a:custGeom>
              <a:avLst/>
              <a:pathLst>
                <a:path w="41805" h="43933">
                  <a:moveTo>
                    <a:pt x="27814" y="3157"/>
                  </a:moveTo>
                  <a:lnTo>
                    <a:pt x="29721" y="7532"/>
                  </a:lnTo>
                  <a:lnTo>
                    <a:pt x="28757" y="7922"/>
                  </a:lnTo>
                  <a:lnTo>
                    <a:pt x="28274" y="9749"/>
                  </a:lnTo>
                  <a:lnTo>
                    <a:pt x="29082" y="11131"/>
                  </a:lnTo>
                  <a:lnTo>
                    <a:pt x="35913" y="17560"/>
                  </a:lnTo>
                  <a:lnTo>
                    <a:pt x="37615" y="16523"/>
                  </a:lnTo>
                  <a:lnTo>
                    <a:pt x="41805" y="18511"/>
                  </a:lnTo>
                  <a:lnTo>
                    <a:pt x="40528" y="21389"/>
                  </a:lnTo>
                  <a:lnTo>
                    <a:pt x="39770" y="24007"/>
                  </a:lnTo>
                  <a:lnTo>
                    <a:pt x="38030" y="24257"/>
                  </a:lnTo>
                  <a:lnTo>
                    <a:pt x="37556" y="22271"/>
                  </a:lnTo>
                  <a:lnTo>
                    <a:pt x="34445" y="24039"/>
                  </a:lnTo>
                  <a:lnTo>
                    <a:pt x="31123" y="27118"/>
                  </a:lnTo>
                  <a:lnTo>
                    <a:pt x="30989" y="32004"/>
                  </a:lnTo>
                  <a:lnTo>
                    <a:pt x="32216" y="32300"/>
                  </a:lnTo>
                  <a:lnTo>
                    <a:pt x="34864" y="30611"/>
                  </a:lnTo>
                  <a:lnTo>
                    <a:pt x="36244" y="35082"/>
                  </a:lnTo>
                  <a:lnTo>
                    <a:pt x="36470" y="39817"/>
                  </a:lnTo>
                  <a:lnTo>
                    <a:pt x="34512" y="43933"/>
                  </a:lnTo>
                  <a:lnTo>
                    <a:pt x="32017" y="43891"/>
                  </a:lnTo>
                  <a:lnTo>
                    <a:pt x="31326" y="39736"/>
                  </a:lnTo>
                  <a:lnTo>
                    <a:pt x="34319" y="34793"/>
                  </a:lnTo>
                  <a:lnTo>
                    <a:pt x="29381" y="34482"/>
                  </a:lnTo>
                  <a:lnTo>
                    <a:pt x="29276" y="35165"/>
                  </a:lnTo>
                  <a:lnTo>
                    <a:pt x="26841" y="35855"/>
                  </a:lnTo>
                  <a:lnTo>
                    <a:pt x="24174" y="35088"/>
                  </a:lnTo>
                  <a:lnTo>
                    <a:pt x="25082" y="31236"/>
                  </a:lnTo>
                  <a:lnTo>
                    <a:pt x="29028" y="30777"/>
                  </a:lnTo>
                  <a:lnTo>
                    <a:pt x="27605" y="27829"/>
                  </a:lnTo>
                  <a:lnTo>
                    <a:pt x="25303" y="26007"/>
                  </a:lnTo>
                  <a:lnTo>
                    <a:pt x="22203" y="27970"/>
                  </a:lnTo>
                  <a:lnTo>
                    <a:pt x="16719" y="27952"/>
                  </a:lnTo>
                  <a:lnTo>
                    <a:pt x="17799" y="25832"/>
                  </a:lnTo>
                  <a:lnTo>
                    <a:pt x="16381" y="24184"/>
                  </a:lnTo>
                  <a:lnTo>
                    <a:pt x="3700" y="20866"/>
                  </a:lnTo>
                  <a:lnTo>
                    <a:pt x="1128" y="22090"/>
                  </a:lnTo>
                  <a:lnTo>
                    <a:pt x="0" y="17020"/>
                  </a:lnTo>
                  <a:lnTo>
                    <a:pt x="4487" y="14818"/>
                  </a:lnTo>
                  <a:lnTo>
                    <a:pt x="4840" y="7370"/>
                  </a:lnTo>
                  <a:lnTo>
                    <a:pt x="5825" y="12281"/>
                  </a:lnTo>
                  <a:lnTo>
                    <a:pt x="8811" y="11717"/>
                  </a:lnTo>
                  <a:lnTo>
                    <a:pt x="9928" y="6221"/>
                  </a:lnTo>
                  <a:lnTo>
                    <a:pt x="20479" y="2977"/>
                  </a:lnTo>
                  <a:lnTo>
                    <a:pt x="2537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h6973"/>
            <p:cNvSpPr/>
            <p:nvPr/>
          </p:nvSpPr>
          <p:spPr>
            <a:xfrm>
              <a:off x="10687621" y="3138822"/>
              <a:ext cx="65392" cy="72117"/>
            </a:xfrm>
            <a:custGeom>
              <a:avLst/>
              <a:pathLst>
                <a:path w="65392" h="72117">
                  <a:moveTo>
                    <a:pt x="24964" y="0"/>
                  </a:moveTo>
                  <a:lnTo>
                    <a:pt x="28381" y="1559"/>
                  </a:lnTo>
                  <a:lnTo>
                    <a:pt x="35643" y="3163"/>
                  </a:lnTo>
                  <a:lnTo>
                    <a:pt x="33523" y="9032"/>
                  </a:lnTo>
                  <a:lnTo>
                    <a:pt x="38517" y="25672"/>
                  </a:lnTo>
                  <a:lnTo>
                    <a:pt x="45892" y="22332"/>
                  </a:lnTo>
                  <a:lnTo>
                    <a:pt x="45303" y="17875"/>
                  </a:lnTo>
                  <a:lnTo>
                    <a:pt x="51632" y="15723"/>
                  </a:lnTo>
                  <a:lnTo>
                    <a:pt x="55468" y="21881"/>
                  </a:lnTo>
                  <a:lnTo>
                    <a:pt x="60169" y="23783"/>
                  </a:lnTo>
                  <a:lnTo>
                    <a:pt x="65392" y="28720"/>
                  </a:lnTo>
                  <a:lnTo>
                    <a:pt x="62659" y="38234"/>
                  </a:lnTo>
                  <a:lnTo>
                    <a:pt x="65203" y="37740"/>
                  </a:lnTo>
                  <a:lnTo>
                    <a:pt x="64503" y="40011"/>
                  </a:lnTo>
                  <a:lnTo>
                    <a:pt x="62613" y="43343"/>
                  </a:lnTo>
                  <a:lnTo>
                    <a:pt x="57909" y="42927"/>
                  </a:lnTo>
                  <a:lnTo>
                    <a:pt x="54557" y="40544"/>
                  </a:lnTo>
                  <a:lnTo>
                    <a:pt x="52102" y="47199"/>
                  </a:lnTo>
                  <a:lnTo>
                    <a:pt x="54699" y="52559"/>
                  </a:lnTo>
                  <a:lnTo>
                    <a:pt x="49166" y="55218"/>
                  </a:lnTo>
                  <a:lnTo>
                    <a:pt x="47334" y="57186"/>
                  </a:lnTo>
                  <a:lnTo>
                    <a:pt x="46708" y="58718"/>
                  </a:lnTo>
                  <a:lnTo>
                    <a:pt x="48533" y="63840"/>
                  </a:lnTo>
                  <a:lnTo>
                    <a:pt x="42755" y="72117"/>
                  </a:lnTo>
                  <a:lnTo>
                    <a:pt x="33155" y="65272"/>
                  </a:lnTo>
                  <a:lnTo>
                    <a:pt x="30857" y="62179"/>
                  </a:lnTo>
                  <a:lnTo>
                    <a:pt x="26706" y="59359"/>
                  </a:lnTo>
                  <a:lnTo>
                    <a:pt x="0" y="48391"/>
                  </a:lnTo>
                  <a:lnTo>
                    <a:pt x="1110" y="45132"/>
                  </a:lnTo>
                  <a:lnTo>
                    <a:pt x="6673" y="43783"/>
                  </a:lnTo>
                  <a:lnTo>
                    <a:pt x="8475" y="39547"/>
                  </a:lnTo>
                  <a:lnTo>
                    <a:pt x="9337" y="35515"/>
                  </a:lnTo>
                  <a:lnTo>
                    <a:pt x="9220" y="29369"/>
                  </a:lnTo>
                  <a:lnTo>
                    <a:pt x="4134" y="25967"/>
                  </a:lnTo>
                  <a:lnTo>
                    <a:pt x="5433" y="25707"/>
                  </a:lnTo>
                  <a:lnTo>
                    <a:pt x="9860" y="28011"/>
                  </a:lnTo>
                  <a:lnTo>
                    <a:pt x="10289" y="27076"/>
                  </a:lnTo>
                  <a:lnTo>
                    <a:pt x="9362" y="22120"/>
                  </a:lnTo>
                  <a:lnTo>
                    <a:pt x="7942" y="21484"/>
                  </a:lnTo>
                  <a:lnTo>
                    <a:pt x="8501" y="18889"/>
                  </a:lnTo>
                  <a:lnTo>
                    <a:pt x="12647" y="14434"/>
                  </a:lnTo>
                  <a:lnTo>
                    <a:pt x="13661" y="14129"/>
                  </a:lnTo>
                  <a:lnTo>
                    <a:pt x="14886" y="14546"/>
                  </a:lnTo>
                  <a:lnTo>
                    <a:pt x="18738" y="19093"/>
                  </a:lnTo>
                  <a:lnTo>
                    <a:pt x="20684" y="18756"/>
                  </a:lnTo>
                  <a:lnTo>
                    <a:pt x="19972" y="16701"/>
                  </a:lnTo>
                  <a:lnTo>
                    <a:pt x="21392" y="13011"/>
                  </a:lnTo>
                  <a:lnTo>
                    <a:pt x="22813" y="12437"/>
                  </a:lnTo>
                  <a:lnTo>
                    <a:pt x="24809" y="13632"/>
                  </a:lnTo>
                  <a:lnTo>
                    <a:pt x="25875" y="11825"/>
                  </a:lnTo>
                  <a:lnTo>
                    <a:pt x="24926" y="7856"/>
                  </a:lnTo>
                  <a:lnTo>
                    <a:pt x="26142" y="648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h6974"/>
            <p:cNvSpPr/>
            <p:nvPr/>
          </p:nvSpPr>
          <p:spPr>
            <a:xfrm>
              <a:off x="10815634" y="3078122"/>
              <a:ext cx="30064" cy="42629"/>
            </a:xfrm>
            <a:custGeom>
              <a:avLst/>
              <a:pathLst>
                <a:path w="30064" h="42629">
                  <a:moveTo>
                    <a:pt x="15175" y="0"/>
                  </a:moveTo>
                  <a:lnTo>
                    <a:pt x="16790" y="1920"/>
                  </a:lnTo>
                  <a:lnTo>
                    <a:pt x="17679" y="5381"/>
                  </a:lnTo>
                  <a:lnTo>
                    <a:pt x="21048" y="5604"/>
                  </a:lnTo>
                  <a:lnTo>
                    <a:pt x="24919" y="10493"/>
                  </a:lnTo>
                  <a:lnTo>
                    <a:pt x="27393" y="10868"/>
                  </a:lnTo>
                  <a:lnTo>
                    <a:pt x="27697" y="9977"/>
                  </a:lnTo>
                  <a:lnTo>
                    <a:pt x="26705" y="8857"/>
                  </a:lnTo>
                  <a:lnTo>
                    <a:pt x="27366" y="7643"/>
                  </a:lnTo>
                  <a:lnTo>
                    <a:pt x="29758" y="7463"/>
                  </a:lnTo>
                  <a:lnTo>
                    <a:pt x="29652" y="9196"/>
                  </a:lnTo>
                  <a:lnTo>
                    <a:pt x="25733" y="14896"/>
                  </a:lnTo>
                  <a:lnTo>
                    <a:pt x="26331" y="17070"/>
                  </a:lnTo>
                  <a:lnTo>
                    <a:pt x="28954" y="17359"/>
                  </a:lnTo>
                  <a:lnTo>
                    <a:pt x="30064" y="18388"/>
                  </a:lnTo>
                  <a:lnTo>
                    <a:pt x="25622" y="25329"/>
                  </a:lnTo>
                  <a:lnTo>
                    <a:pt x="26438" y="26933"/>
                  </a:lnTo>
                  <a:lnTo>
                    <a:pt x="25918" y="27318"/>
                  </a:lnTo>
                  <a:lnTo>
                    <a:pt x="27436" y="35724"/>
                  </a:lnTo>
                  <a:lnTo>
                    <a:pt x="24098" y="38269"/>
                  </a:lnTo>
                  <a:lnTo>
                    <a:pt x="20267" y="35581"/>
                  </a:lnTo>
                  <a:lnTo>
                    <a:pt x="13176" y="42629"/>
                  </a:lnTo>
                  <a:lnTo>
                    <a:pt x="7255" y="40291"/>
                  </a:lnTo>
                  <a:lnTo>
                    <a:pt x="6213" y="39542"/>
                  </a:lnTo>
                  <a:lnTo>
                    <a:pt x="3034" y="34037"/>
                  </a:lnTo>
                  <a:lnTo>
                    <a:pt x="3950" y="31562"/>
                  </a:lnTo>
                  <a:lnTo>
                    <a:pt x="954" y="28242"/>
                  </a:lnTo>
                  <a:lnTo>
                    <a:pt x="257" y="23109"/>
                  </a:lnTo>
                  <a:lnTo>
                    <a:pt x="1519" y="18462"/>
                  </a:lnTo>
                  <a:lnTo>
                    <a:pt x="1446" y="16160"/>
                  </a:lnTo>
                  <a:lnTo>
                    <a:pt x="0" y="13961"/>
                  </a:lnTo>
                  <a:lnTo>
                    <a:pt x="4110" y="8682"/>
                  </a:lnTo>
                  <a:lnTo>
                    <a:pt x="3519" y="6157"/>
                  </a:lnTo>
                  <a:lnTo>
                    <a:pt x="4798" y="6490"/>
                  </a:lnTo>
                  <a:lnTo>
                    <a:pt x="6075" y="4179"/>
                  </a:lnTo>
                  <a:lnTo>
                    <a:pt x="10843" y="193"/>
                  </a:lnTo>
                  <a:lnTo>
                    <a:pt x="12759" y="3107"/>
                  </a:lnTo>
                  <a:lnTo>
                    <a:pt x="13680" y="2811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h6975"/>
            <p:cNvSpPr/>
            <p:nvPr/>
          </p:nvSpPr>
          <p:spPr>
            <a:xfrm>
              <a:off x="10938820" y="3226750"/>
              <a:ext cx="36550" cy="47625"/>
            </a:xfrm>
            <a:custGeom>
              <a:avLst/>
              <a:pathLst>
                <a:path w="36550" h="47625">
                  <a:moveTo>
                    <a:pt x="6751" y="0"/>
                  </a:moveTo>
                  <a:lnTo>
                    <a:pt x="9408" y="2577"/>
                  </a:lnTo>
                  <a:lnTo>
                    <a:pt x="9863" y="1559"/>
                  </a:lnTo>
                  <a:lnTo>
                    <a:pt x="11233" y="1796"/>
                  </a:lnTo>
                  <a:lnTo>
                    <a:pt x="12364" y="4106"/>
                  </a:lnTo>
                  <a:lnTo>
                    <a:pt x="13619" y="5072"/>
                  </a:lnTo>
                  <a:lnTo>
                    <a:pt x="26638" y="7978"/>
                  </a:lnTo>
                  <a:lnTo>
                    <a:pt x="35761" y="16878"/>
                  </a:lnTo>
                  <a:lnTo>
                    <a:pt x="36550" y="19130"/>
                  </a:lnTo>
                  <a:lnTo>
                    <a:pt x="31809" y="17553"/>
                  </a:lnTo>
                  <a:lnTo>
                    <a:pt x="28909" y="23039"/>
                  </a:lnTo>
                  <a:lnTo>
                    <a:pt x="25823" y="24914"/>
                  </a:lnTo>
                  <a:lnTo>
                    <a:pt x="24070" y="23860"/>
                  </a:lnTo>
                  <a:lnTo>
                    <a:pt x="22667" y="23950"/>
                  </a:lnTo>
                  <a:lnTo>
                    <a:pt x="20948" y="31021"/>
                  </a:lnTo>
                  <a:lnTo>
                    <a:pt x="22996" y="30263"/>
                  </a:lnTo>
                  <a:lnTo>
                    <a:pt x="23805" y="31869"/>
                  </a:lnTo>
                  <a:lnTo>
                    <a:pt x="20452" y="32671"/>
                  </a:lnTo>
                  <a:lnTo>
                    <a:pt x="20202" y="33948"/>
                  </a:lnTo>
                  <a:lnTo>
                    <a:pt x="24512" y="35476"/>
                  </a:lnTo>
                  <a:lnTo>
                    <a:pt x="26265" y="37015"/>
                  </a:lnTo>
                  <a:lnTo>
                    <a:pt x="31430" y="44821"/>
                  </a:lnTo>
                  <a:lnTo>
                    <a:pt x="32056" y="46113"/>
                  </a:lnTo>
                  <a:lnTo>
                    <a:pt x="23612" y="47625"/>
                  </a:lnTo>
                  <a:lnTo>
                    <a:pt x="21463" y="46949"/>
                  </a:lnTo>
                  <a:lnTo>
                    <a:pt x="16347" y="45863"/>
                  </a:lnTo>
                  <a:lnTo>
                    <a:pt x="12282" y="46195"/>
                  </a:lnTo>
                  <a:lnTo>
                    <a:pt x="11877" y="45264"/>
                  </a:lnTo>
                  <a:lnTo>
                    <a:pt x="12467" y="20220"/>
                  </a:lnTo>
                  <a:lnTo>
                    <a:pt x="10328" y="16289"/>
                  </a:lnTo>
                  <a:lnTo>
                    <a:pt x="5052" y="17893"/>
                  </a:lnTo>
                  <a:lnTo>
                    <a:pt x="1582" y="16825"/>
                  </a:lnTo>
                  <a:lnTo>
                    <a:pt x="0" y="15240"/>
                  </a:lnTo>
                  <a:lnTo>
                    <a:pt x="234" y="13711"/>
                  </a:lnTo>
                  <a:lnTo>
                    <a:pt x="1700" y="11634"/>
                  </a:lnTo>
                  <a:lnTo>
                    <a:pt x="480" y="3467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h6976"/>
            <p:cNvSpPr/>
            <p:nvPr/>
          </p:nvSpPr>
          <p:spPr>
            <a:xfrm>
              <a:off x="10839733" y="3100186"/>
              <a:ext cx="29097" cy="36370"/>
            </a:xfrm>
            <a:custGeom>
              <a:avLst/>
              <a:pathLst>
                <a:path w="29097" h="36370">
                  <a:moveTo>
                    <a:pt x="17879" y="0"/>
                  </a:moveTo>
                  <a:lnTo>
                    <a:pt x="22525" y="1520"/>
                  </a:lnTo>
                  <a:lnTo>
                    <a:pt x="22306" y="3603"/>
                  </a:lnTo>
                  <a:lnTo>
                    <a:pt x="17022" y="3867"/>
                  </a:lnTo>
                  <a:lnTo>
                    <a:pt x="11051" y="5372"/>
                  </a:lnTo>
                  <a:lnTo>
                    <a:pt x="12740" y="8564"/>
                  </a:lnTo>
                  <a:lnTo>
                    <a:pt x="14204" y="9273"/>
                  </a:lnTo>
                  <a:lnTo>
                    <a:pt x="21920" y="7359"/>
                  </a:lnTo>
                  <a:lnTo>
                    <a:pt x="23796" y="3837"/>
                  </a:lnTo>
                  <a:lnTo>
                    <a:pt x="25250" y="4209"/>
                  </a:lnTo>
                  <a:lnTo>
                    <a:pt x="26815" y="3066"/>
                  </a:lnTo>
                  <a:lnTo>
                    <a:pt x="29097" y="4576"/>
                  </a:lnTo>
                  <a:lnTo>
                    <a:pt x="27931" y="22359"/>
                  </a:lnTo>
                  <a:lnTo>
                    <a:pt x="26422" y="27797"/>
                  </a:lnTo>
                  <a:lnTo>
                    <a:pt x="27077" y="30650"/>
                  </a:lnTo>
                  <a:lnTo>
                    <a:pt x="26634" y="32209"/>
                  </a:lnTo>
                  <a:lnTo>
                    <a:pt x="24013" y="36370"/>
                  </a:lnTo>
                  <a:lnTo>
                    <a:pt x="21107" y="36000"/>
                  </a:lnTo>
                  <a:lnTo>
                    <a:pt x="15935" y="33967"/>
                  </a:lnTo>
                  <a:lnTo>
                    <a:pt x="13215" y="34960"/>
                  </a:lnTo>
                  <a:lnTo>
                    <a:pt x="7397" y="33580"/>
                  </a:lnTo>
                  <a:lnTo>
                    <a:pt x="7234" y="32489"/>
                  </a:lnTo>
                  <a:lnTo>
                    <a:pt x="8688" y="30744"/>
                  </a:lnTo>
                  <a:lnTo>
                    <a:pt x="10505" y="31844"/>
                  </a:lnTo>
                  <a:lnTo>
                    <a:pt x="10897" y="31231"/>
                  </a:lnTo>
                  <a:lnTo>
                    <a:pt x="10623" y="25307"/>
                  </a:lnTo>
                  <a:lnTo>
                    <a:pt x="9305" y="24424"/>
                  </a:lnTo>
                  <a:lnTo>
                    <a:pt x="7557" y="24828"/>
                  </a:lnTo>
                  <a:lnTo>
                    <a:pt x="6432" y="26939"/>
                  </a:lnTo>
                  <a:lnTo>
                    <a:pt x="7444" y="28188"/>
                  </a:lnTo>
                  <a:lnTo>
                    <a:pt x="8319" y="27350"/>
                  </a:lnTo>
                  <a:lnTo>
                    <a:pt x="9016" y="28553"/>
                  </a:lnTo>
                  <a:lnTo>
                    <a:pt x="8787" y="29641"/>
                  </a:lnTo>
                  <a:lnTo>
                    <a:pt x="5848" y="30942"/>
                  </a:lnTo>
                  <a:lnTo>
                    <a:pt x="3399" y="29692"/>
                  </a:lnTo>
                  <a:lnTo>
                    <a:pt x="1525" y="26821"/>
                  </a:lnTo>
                  <a:lnTo>
                    <a:pt x="699" y="25052"/>
                  </a:lnTo>
                  <a:lnTo>
                    <a:pt x="1326" y="21138"/>
                  </a:lnTo>
                  <a:lnTo>
                    <a:pt x="388" y="20111"/>
                  </a:lnTo>
                  <a:lnTo>
                    <a:pt x="0" y="16205"/>
                  </a:lnTo>
                  <a:lnTo>
                    <a:pt x="3338" y="13661"/>
                  </a:lnTo>
                  <a:lnTo>
                    <a:pt x="1819" y="5254"/>
                  </a:lnTo>
                  <a:lnTo>
                    <a:pt x="2339" y="4869"/>
                  </a:lnTo>
                  <a:lnTo>
                    <a:pt x="9525" y="2054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h6977"/>
            <p:cNvSpPr/>
            <p:nvPr/>
          </p:nvSpPr>
          <p:spPr>
            <a:xfrm>
              <a:off x="10959431" y="3167336"/>
              <a:ext cx="35737" cy="44435"/>
            </a:xfrm>
            <a:custGeom>
              <a:avLst/>
              <a:pathLst>
                <a:path w="35737" h="44435">
                  <a:moveTo>
                    <a:pt x="35737" y="660"/>
                  </a:moveTo>
                  <a:lnTo>
                    <a:pt x="35383" y="8108"/>
                  </a:lnTo>
                  <a:lnTo>
                    <a:pt x="30896" y="10311"/>
                  </a:lnTo>
                  <a:lnTo>
                    <a:pt x="32025" y="15380"/>
                  </a:lnTo>
                  <a:lnTo>
                    <a:pt x="27507" y="19945"/>
                  </a:lnTo>
                  <a:lnTo>
                    <a:pt x="32801" y="21511"/>
                  </a:lnTo>
                  <a:lnTo>
                    <a:pt x="33319" y="26809"/>
                  </a:lnTo>
                  <a:lnTo>
                    <a:pt x="30224" y="30102"/>
                  </a:lnTo>
                  <a:lnTo>
                    <a:pt x="26196" y="32929"/>
                  </a:lnTo>
                  <a:lnTo>
                    <a:pt x="24286" y="33459"/>
                  </a:lnTo>
                  <a:lnTo>
                    <a:pt x="22626" y="36729"/>
                  </a:lnTo>
                  <a:lnTo>
                    <a:pt x="19298" y="38572"/>
                  </a:lnTo>
                  <a:lnTo>
                    <a:pt x="17425" y="44435"/>
                  </a:lnTo>
                  <a:lnTo>
                    <a:pt x="12578" y="44412"/>
                  </a:lnTo>
                  <a:lnTo>
                    <a:pt x="9713" y="43463"/>
                  </a:lnTo>
                  <a:lnTo>
                    <a:pt x="11297" y="39259"/>
                  </a:lnTo>
                  <a:lnTo>
                    <a:pt x="13731" y="37205"/>
                  </a:lnTo>
                  <a:lnTo>
                    <a:pt x="14288" y="35305"/>
                  </a:lnTo>
                  <a:lnTo>
                    <a:pt x="14794" y="33092"/>
                  </a:lnTo>
                  <a:lnTo>
                    <a:pt x="14695" y="31148"/>
                  </a:lnTo>
                  <a:lnTo>
                    <a:pt x="18692" y="28885"/>
                  </a:lnTo>
                  <a:lnTo>
                    <a:pt x="20503" y="26902"/>
                  </a:lnTo>
                  <a:lnTo>
                    <a:pt x="21871" y="22331"/>
                  </a:lnTo>
                  <a:lnTo>
                    <a:pt x="19222" y="19571"/>
                  </a:lnTo>
                  <a:lnTo>
                    <a:pt x="13109" y="15688"/>
                  </a:lnTo>
                  <a:lnTo>
                    <a:pt x="9850" y="14591"/>
                  </a:lnTo>
                  <a:lnTo>
                    <a:pt x="5481" y="8117"/>
                  </a:lnTo>
                  <a:lnTo>
                    <a:pt x="3620" y="7751"/>
                  </a:lnTo>
                  <a:lnTo>
                    <a:pt x="1751" y="9109"/>
                  </a:lnTo>
                  <a:lnTo>
                    <a:pt x="0" y="8880"/>
                  </a:lnTo>
                  <a:lnTo>
                    <a:pt x="350" y="4553"/>
                  </a:lnTo>
                  <a:lnTo>
                    <a:pt x="2695" y="1415"/>
                  </a:lnTo>
                  <a:lnTo>
                    <a:pt x="4472" y="719"/>
                  </a:lnTo>
                  <a:lnTo>
                    <a:pt x="11149" y="1748"/>
                  </a:lnTo>
                  <a:lnTo>
                    <a:pt x="24654" y="6652"/>
                  </a:lnTo>
                  <a:lnTo>
                    <a:pt x="28479" y="5286"/>
                  </a:lnTo>
                  <a:lnTo>
                    <a:pt x="3252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h6978"/>
            <p:cNvSpPr/>
            <p:nvPr/>
          </p:nvSpPr>
          <p:spPr>
            <a:xfrm>
              <a:off x="10792473" y="3182036"/>
              <a:ext cx="49394" cy="60045"/>
            </a:xfrm>
            <a:custGeom>
              <a:avLst/>
              <a:pathLst>
                <a:path w="49394" h="60045">
                  <a:moveTo>
                    <a:pt x="15761" y="1691"/>
                  </a:moveTo>
                  <a:lnTo>
                    <a:pt x="30339" y="6541"/>
                  </a:lnTo>
                  <a:lnTo>
                    <a:pt x="33915" y="8454"/>
                  </a:lnTo>
                  <a:lnTo>
                    <a:pt x="39323" y="7701"/>
                  </a:lnTo>
                  <a:lnTo>
                    <a:pt x="40860" y="10391"/>
                  </a:lnTo>
                  <a:lnTo>
                    <a:pt x="46014" y="12239"/>
                  </a:lnTo>
                  <a:lnTo>
                    <a:pt x="43541" y="18722"/>
                  </a:lnTo>
                  <a:lnTo>
                    <a:pt x="49394" y="24279"/>
                  </a:lnTo>
                  <a:lnTo>
                    <a:pt x="37158" y="31041"/>
                  </a:lnTo>
                  <a:lnTo>
                    <a:pt x="36642" y="40286"/>
                  </a:lnTo>
                  <a:lnTo>
                    <a:pt x="33208" y="45291"/>
                  </a:lnTo>
                  <a:lnTo>
                    <a:pt x="36586" y="47462"/>
                  </a:lnTo>
                  <a:lnTo>
                    <a:pt x="33619" y="48873"/>
                  </a:lnTo>
                  <a:lnTo>
                    <a:pt x="30077" y="49037"/>
                  </a:lnTo>
                  <a:lnTo>
                    <a:pt x="27064" y="55919"/>
                  </a:lnTo>
                  <a:lnTo>
                    <a:pt x="27568" y="59503"/>
                  </a:lnTo>
                  <a:lnTo>
                    <a:pt x="26441" y="60045"/>
                  </a:lnTo>
                  <a:lnTo>
                    <a:pt x="21308" y="58569"/>
                  </a:lnTo>
                  <a:lnTo>
                    <a:pt x="18374" y="55822"/>
                  </a:lnTo>
                  <a:lnTo>
                    <a:pt x="18230" y="51637"/>
                  </a:lnTo>
                  <a:lnTo>
                    <a:pt x="15935" y="50474"/>
                  </a:lnTo>
                  <a:lnTo>
                    <a:pt x="10906" y="48960"/>
                  </a:lnTo>
                  <a:lnTo>
                    <a:pt x="5244" y="45818"/>
                  </a:lnTo>
                  <a:lnTo>
                    <a:pt x="3335" y="48179"/>
                  </a:lnTo>
                  <a:lnTo>
                    <a:pt x="0" y="48078"/>
                  </a:lnTo>
                  <a:lnTo>
                    <a:pt x="294" y="47005"/>
                  </a:lnTo>
                  <a:lnTo>
                    <a:pt x="2394" y="40566"/>
                  </a:lnTo>
                  <a:lnTo>
                    <a:pt x="2260" y="39130"/>
                  </a:lnTo>
                  <a:lnTo>
                    <a:pt x="4797" y="36704"/>
                  </a:lnTo>
                  <a:lnTo>
                    <a:pt x="5896" y="33180"/>
                  </a:lnTo>
                  <a:lnTo>
                    <a:pt x="5559" y="30666"/>
                  </a:lnTo>
                  <a:lnTo>
                    <a:pt x="4079" y="28017"/>
                  </a:lnTo>
                  <a:lnTo>
                    <a:pt x="6306" y="21488"/>
                  </a:lnTo>
                  <a:lnTo>
                    <a:pt x="9071" y="17770"/>
                  </a:lnTo>
                  <a:lnTo>
                    <a:pt x="8974" y="17064"/>
                  </a:lnTo>
                  <a:lnTo>
                    <a:pt x="5380" y="16725"/>
                  </a:lnTo>
                  <a:lnTo>
                    <a:pt x="4856" y="9566"/>
                  </a:lnTo>
                  <a:lnTo>
                    <a:pt x="8206" y="7752"/>
                  </a:lnTo>
                  <a:lnTo>
                    <a:pt x="6057" y="3765"/>
                  </a:lnTo>
                  <a:lnTo>
                    <a:pt x="7684" y="1385"/>
                  </a:lnTo>
                  <a:lnTo>
                    <a:pt x="74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h6979"/>
            <p:cNvSpPr/>
            <p:nvPr/>
          </p:nvSpPr>
          <p:spPr>
            <a:xfrm>
              <a:off x="10829189" y="3124611"/>
              <a:ext cx="45891" cy="76563"/>
            </a:xfrm>
            <a:custGeom>
              <a:avLst/>
              <a:pathLst>
                <a:path w="45891" h="76563">
                  <a:moveTo>
                    <a:pt x="21167" y="883"/>
                  </a:moveTo>
                  <a:lnTo>
                    <a:pt x="21440" y="6807"/>
                  </a:lnTo>
                  <a:lnTo>
                    <a:pt x="21049" y="7419"/>
                  </a:lnTo>
                  <a:lnTo>
                    <a:pt x="19231" y="6319"/>
                  </a:lnTo>
                  <a:lnTo>
                    <a:pt x="17778" y="8064"/>
                  </a:lnTo>
                  <a:lnTo>
                    <a:pt x="17941" y="9156"/>
                  </a:lnTo>
                  <a:lnTo>
                    <a:pt x="23759" y="10535"/>
                  </a:lnTo>
                  <a:lnTo>
                    <a:pt x="26479" y="9543"/>
                  </a:lnTo>
                  <a:lnTo>
                    <a:pt x="31651" y="11576"/>
                  </a:lnTo>
                  <a:lnTo>
                    <a:pt x="34557" y="11945"/>
                  </a:lnTo>
                  <a:lnTo>
                    <a:pt x="37178" y="7784"/>
                  </a:lnTo>
                  <a:lnTo>
                    <a:pt x="38643" y="8032"/>
                  </a:lnTo>
                  <a:lnTo>
                    <a:pt x="39741" y="11724"/>
                  </a:lnTo>
                  <a:lnTo>
                    <a:pt x="41872" y="14776"/>
                  </a:lnTo>
                  <a:lnTo>
                    <a:pt x="44345" y="16645"/>
                  </a:lnTo>
                  <a:lnTo>
                    <a:pt x="45891" y="17574"/>
                  </a:lnTo>
                  <a:lnTo>
                    <a:pt x="44823" y="28206"/>
                  </a:lnTo>
                  <a:lnTo>
                    <a:pt x="40051" y="32233"/>
                  </a:lnTo>
                  <a:lnTo>
                    <a:pt x="35824" y="40822"/>
                  </a:lnTo>
                  <a:lnTo>
                    <a:pt x="32942" y="41515"/>
                  </a:lnTo>
                  <a:lnTo>
                    <a:pt x="29879" y="44784"/>
                  </a:lnTo>
                  <a:lnTo>
                    <a:pt x="31744" y="47010"/>
                  </a:lnTo>
                  <a:lnTo>
                    <a:pt x="32464" y="45886"/>
                  </a:lnTo>
                  <a:lnTo>
                    <a:pt x="34589" y="46106"/>
                  </a:lnTo>
                  <a:lnTo>
                    <a:pt x="34596" y="46787"/>
                  </a:lnTo>
                  <a:lnTo>
                    <a:pt x="29166" y="50036"/>
                  </a:lnTo>
                  <a:lnTo>
                    <a:pt x="30077" y="55161"/>
                  </a:lnTo>
                  <a:lnTo>
                    <a:pt x="31240" y="57158"/>
                  </a:lnTo>
                  <a:lnTo>
                    <a:pt x="33820" y="59235"/>
                  </a:lnTo>
                  <a:lnTo>
                    <a:pt x="36218" y="58836"/>
                  </a:lnTo>
                  <a:lnTo>
                    <a:pt x="37395" y="61614"/>
                  </a:lnTo>
                  <a:lnTo>
                    <a:pt x="37052" y="63477"/>
                  </a:lnTo>
                  <a:lnTo>
                    <a:pt x="32077" y="64111"/>
                  </a:lnTo>
                  <a:lnTo>
                    <a:pt x="27401" y="67377"/>
                  </a:lnTo>
                  <a:lnTo>
                    <a:pt x="22499" y="67587"/>
                  </a:lnTo>
                  <a:lnTo>
                    <a:pt x="18416" y="72261"/>
                  </a:lnTo>
                  <a:lnTo>
                    <a:pt x="17835" y="74972"/>
                  </a:lnTo>
                  <a:lnTo>
                    <a:pt x="19337" y="76103"/>
                  </a:lnTo>
                  <a:lnTo>
                    <a:pt x="16572" y="76563"/>
                  </a:lnTo>
                  <a:lnTo>
                    <a:pt x="14931" y="73618"/>
                  </a:lnTo>
                  <a:lnTo>
                    <a:pt x="11525" y="70084"/>
                  </a:lnTo>
                  <a:lnTo>
                    <a:pt x="9298" y="69664"/>
                  </a:lnTo>
                  <a:lnTo>
                    <a:pt x="4144" y="67817"/>
                  </a:lnTo>
                  <a:lnTo>
                    <a:pt x="2606" y="65127"/>
                  </a:lnTo>
                  <a:lnTo>
                    <a:pt x="123" y="61993"/>
                  </a:lnTo>
                  <a:lnTo>
                    <a:pt x="974" y="60038"/>
                  </a:lnTo>
                  <a:lnTo>
                    <a:pt x="0" y="52493"/>
                  </a:lnTo>
                  <a:lnTo>
                    <a:pt x="5479" y="50625"/>
                  </a:lnTo>
                  <a:lnTo>
                    <a:pt x="8273" y="53113"/>
                  </a:lnTo>
                  <a:lnTo>
                    <a:pt x="8798" y="49092"/>
                  </a:lnTo>
                  <a:lnTo>
                    <a:pt x="6786" y="44584"/>
                  </a:lnTo>
                  <a:lnTo>
                    <a:pt x="8026" y="35735"/>
                  </a:lnTo>
                  <a:lnTo>
                    <a:pt x="7878" y="31212"/>
                  </a:lnTo>
                  <a:lnTo>
                    <a:pt x="6098" y="27995"/>
                  </a:lnTo>
                  <a:lnTo>
                    <a:pt x="6133" y="26244"/>
                  </a:lnTo>
                  <a:lnTo>
                    <a:pt x="7083" y="24526"/>
                  </a:lnTo>
                  <a:lnTo>
                    <a:pt x="8185" y="24484"/>
                  </a:lnTo>
                  <a:lnTo>
                    <a:pt x="9378" y="23341"/>
                  </a:lnTo>
                  <a:lnTo>
                    <a:pt x="5860" y="18849"/>
                  </a:lnTo>
                  <a:lnTo>
                    <a:pt x="5028" y="8386"/>
                  </a:lnTo>
                  <a:lnTo>
                    <a:pt x="2967" y="4947"/>
                  </a:lnTo>
                  <a:lnTo>
                    <a:pt x="12069" y="2396"/>
                  </a:lnTo>
                  <a:lnTo>
                    <a:pt x="13943" y="5267"/>
                  </a:lnTo>
                  <a:lnTo>
                    <a:pt x="16392" y="6517"/>
                  </a:lnTo>
                  <a:lnTo>
                    <a:pt x="19331" y="5217"/>
                  </a:lnTo>
                  <a:lnTo>
                    <a:pt x="19560" y="4128"/>
                  </a:lnTo>
                  <a:lnTo>
                    <a:pt x="18863" y="2926"/>
                  </a:lnTo>
                  <a:lnTo>
                    <a:pt x="17988" y="3763"/>
                  </a:lnTo>
                  <a:lnTo>
                    <a:pt x="16976" y="2514"/>
                  </a:lnTo>
                  <a:lnTo>
                    <a:pt x="18100" y="403"/>
                  </a:lnTo>
                  <a:lnTo>
                    <a:pt x="198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h6980"/>
            <p:cNvSpPr/>
            <p:nvPr/>
          </p:nvSpPr>
          <p:spPr>
            <a:xfrm>
              <a:off x="10935892" y="3165242"/>
              <a:ext cx="45410" cy="46202"/>
            </a:xfrm>
            <a:custGeom>
              <a:avLst/>
              <a:pathLst>
                <a:path w="45410" h="46202">
                  <a:moveTo>
                    <a:pt x="20407" y="2228"/>
                  </a:moveTo>
                  <a:lnTo>
                    <a:pt x="22470" y="5865"/>
                  </a:lnTo>
                  <a:lnTo>
                    <a:pt x="23889" y="6647"/>
                  </a:lnTo>
                  <a:lnTo>
                    <a:pt x="23538" y="10974"/>
                  </a:lnTo>
                  <a:lnTo>
                    <a:pt x="25290" y="11203"/>
                  </a:lnTo>
                  <a:lnTo>
                    <a:pt x="27158" y="9845"/>
                  </a:lnTo>
                  <a:lnTo>
                    <a:pt x="29020" y="10211"/>
                  </a:lnTo>
                  <a:lnTo>
                    <a:pt x="33388" y="16684"/>
                  </a:lnTo>
                  <a:lnTo>
                    <a:pt x="36648" y="17782"/>
                  </a:lnTo>
                  <a:lnTo>
                    <a:pt x="42761" y="21665"/>
                  </a:lnTo>
                  <a:lnTo>
                    <a:pt x="45410" y="24425"/>
                  </a:lnTo>
                  <a:lnTo>
                    <a:pt x="44042" y="28996"/>
                  </a:lnTo>
                  <a:lnTo>
                    <a:pt x="42231" y="30979"/>
                  </a:lnTo>
                  <a:lnTo>
                    <a:pt x="38234" y="33242"/>
                  </a:lnTo>
                  <a:lnTo>
                    <a:pt x="39811" y="30133"/>
                  </a:lnTo>
                  <a:lnTo>
                    <a:pt x="39004" y="26882"/>
                  </a:lnTo>
                  <a:lnTo>
                    <a:pt x="33210" y="20356"/>
                  </a:lnTo>
                  <a:lnTo>
                    <a:pt x="30748" y="20197"/>
                  </a:lnTo>
                  <a:lnTo>
                    <a:pt x="27981" y="24157"/>
                  </a:lnTo>
                  <a:lnTo>
                    <a:pt x="26479" y="32339"/>
                  </a:lnTo>
                  <a:lnTo>
                    <a:pt x="27116" y="34531"/>
                  </a:lnTo>
                  <a:lnTo>
                    <a:pt x="30671" y="33596"/>
                  </a:lnTo>
                  <a:lnTo>
                    <a:pt x="33160" y="34579"/>
                  </a:lnTo>
                  <a:lnTo>
                    <a:pt x="36296" y="37825"/>
                  </a:lnTo>
                  <a:lnTo>
                    <a:pt x="37827" y="37399"/>
                  </a:lnTo>
                  <a:lnTo>
                    <a:pt x="37270" y="39299"/>
                  </a:lnTo>
                  <a:lnTo>
                    <a:pt x="34836" y="41353"/>
                  </a:lnTo>
                  <a:lnTo>
                    <a:pt x="33252" y="45557"/>
                  </a:lnTo>
                  <a:lnTo>
                    <a:pt x="32039" y="46202"/>
                  </a:lnTo>
                  <a:lnTo>
                    <a:pt x="27557" y="41263"/>
                  </a:lnTo>
                  <a:lnTo>
                    <a:pt x="25511" y="36610"/>
                  </a:lnTo>
                  <a:lnTo>
                    <a:pt x="26120" y="35881"/>
                  </a:lnTo>
                  <a:lnTo>
                    <a:pt x="23755" y="31428"/>
                  </a:lnTo>
                  <a:lnTo>
                    <a:pt x="17027" y="29606"/>
                  </a:lnTo>
                  <a:lnTo>
                    <a:pt x="12548" y="29446"/>
                  </a:lnTo>
                  <a:lnTo>
                    <a:pt x="8703" y="28478"/>
                  </a:lnTo>
                  <a:lnTo>
                    <a:pt x="6897" y="26685"/>
                  </a:lnTo>
                  <a:lnTo>
                    <a:pt x="6706" y="24049"/>
                  </a:lnTo>
                  <a:lnTo>
                    <a:pt x="4764" y="22721"/>
                  </a:lnTo>
                  <a:lnTo>
                    <a:pt x="2770" y="22298"/>
                  </a:lnTo>
                  <a:lnTo>
                    <a:pt x="0" y="24008"/>
                  </a:lnTo>
                  <a:lnTo>
                    <a:pt x="331" y="19603"/>
                  </a:lnTo>
                  <a:lnTo>
                    <a:pt x="1698" y="13763"/>
                  </a:lnTo>
                  <a:lnTo>
                    <a:pt x="1311" y="7566"/>
                  </a:lnTo>
                  <a:lnTo>
                    <a:pt x="4" y="4266"/>
                  </a:lnTo>
                  <a:lnTo>
                    <a:pt x="7602" y="4007"/>
                  </a:lnTo>
                  <a:lnTo>
                    <a:pt x="9621" y="2568"/>
                  </a:lnTo>
                  <a:lnTo>
                    <a:pt x="16907" y="213"/>
                  </a:lnTo>
                  <a:lnTo>
                    <a:pt x="1758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h6981"/>
            <p:cNvSpPr/>
            <p:nvPr/>
          </p:nvSpPr>
          <p:spPr>
            <a:xfrm>
              <a:off x="10847025" y="3176147"/>
              <a:ext cx="77068" cy="51585"/>
            </a:xfrm>
            <a:custGeom>
              <a:avLst/>
              <a:pathLst>
                <a:path w="77068" h="51585">
                  <a:moveTo>
                    <a:pt x="64224" y="0"/>
                  </a:moveTo>
                  <a:lnTo>
                    <a:pt x="67748" y="963"/>
                  </a:lnTo>
                  <a:lnTo>
                    <a:pt x="70944" y="4025"/>
                  </a:lnTo>
                  <a:lnTo>
                    <a:pt x="73789" y="8101"/>
                  </a:lnTo>
                  <a:lnTo>
                    <a:pt x="77068" y="10696"/>
                  </a:lnTo>
                  <a:lnTo>
                    <a:pt x="75044" y="12929"/>
                  </a:lnTo>
                  <a:lnTo>
                    <a:pt x="74679" y="14353"/>
                  </a:lnTo>
                  <a:lnTo>
                    <a:pt x="71926" y="14449"/>
                  </a:lnTo>
                  <a:lnTo>
                    <a:pt x="70581" y="24268"/>
                  </a:lnTo>
                  <a:lnTo>
                    <a:pt x="67457" y="31515"/>
                  </a:lnTo>
                  <a:lnTo>
                    <a:pt x="69082" y="41659"/>
                  </a:lnTo>
                  <a:lnTo>
                    <a:pt x="68087" y="41810"/>
                  </a:lnTo>
                  <a:lnTo>
                    <a:pt x="68794" y="46310"/>
                  </a:lnTo>
                  <a:lnTo>
                    <a:pt x="68300" y="47647"/>
                  </a:lnTo>
                  <a:lnTo>
                    <a:pt x="64616" y="48513"/>
                  </a:lnTo>
                  <a:lnTo>
                    <a:pt x="57658" y="47733"/>
                  </a:lnTo>
                  <a:lnTo>
                    <a:pt x="51913" y="45325"/>
                  </a:lnTo>
                  <a:lnTo>
                    <a:pt x="50141" y="46625"/>
                  </a:lnTo>
                  <a:lnTo>
                    <a:pt x="49256" y="48456"/>
                  </a:lnTo>
                  <a:lnTo>
                    <a:pt x="48572" y="49857"/>
                  </a:lnTo>
                  <a:lnTo>
                    <a:pt x="45973" y="48584"/>
                  </a:lnTo>
                  <a:lnTo>
                    <a:pt x="45108" y="46307"/>
                  </a:lnTo>
                  <a:lnTo>
                    <a:pt x="46059" y="45620"/>
                  </a:lnTo>
                  <a:lnTo>
                    <a:pt x="45219" y="44634"/>
                  </a:lnTo>
                  <a:lnTo>
                    <a:pt x="39664" y="45048"/>
                  </a:lnTo>
                  <a:lnTo>
                    <a:pt x="38748" y="51091"/>
                  </a:lnTo>
                  <a:lnTo>
                    <a:pt x="29695" y="51585"/>
                  </a:lnTo>
                  <a:lnTo>
                    <a:pt x="24045" y="43116"/>
                  </a:lnTo>
                  <a:lnTo>
                    <a:pt x="26248" y="39256"/>
                  </a:lnTo>
                  <a:lnTo>
                    <a:pt x="23717" y="38972"/>
                  </a:lnTo>
                  <a:lnTo>
                    <a:pt x="17288" y="40957"/>
                  </a:lnTo>
                  <a:lnTo>
                    <a:pt x="16255" y="42511"/>
                  </a:lnTo>
                  <a:lnTo>
                    <a:pt x="12513" y="41291"/>
                  </a:lnTo>
                  <a:lnTo>
                    <a:pt x="9087" y="35514"/>
                  </a:lnTo>
                  <a:lnTo>
                    <a:pt x="2739" y="27735"/>
                  </a:lnTo>
                  <a:lnTo>
                    <a:pt x="1502" y="24566"/>
                  </a:lnTo>
                  <a:lnTo>
                    <a:pt x="0" y="23435"/>
                  </a:lnTo>
                  <a:lnTo>
                    <a:pt x="581" y="20724"/>
                  </a:lnTo>
                  <a:lnTo>
                    <a:pt x="4663" y="16050"/>
                  </a:lnTo>
                  <a:lnTo>
                    <a:pt x="9565" y="15840"/>
                  </a:lnTo>
                  <a:lnTo>
                    <a:pt x="14241" y="12574"/>
                  </a:lnTo>
                  <a:lnTo>
                    <a:pt x="19216" y="11940"/>
                  </a:lnTo>
                  <a:lnTo>
                    <a:pt x="19560" y="10078"/>
                  </a:lnTo>
                  <a:lnTo>
                    <a:pt x="18383" y="7299"/>
                  </a:lnTo>
                  <a:lnTo>
                    <a:pt x="22643" y="6488"/>
                  </a:lnTo>
                  <a:lnTo>
                    <a:pt x="23201" y="9159"/>
                  </a:lnTo>
                  <a:lnTo>
                    <a:pt x="22393" y="11728"/>
                  </a:lnTo>
                  <a:lnTo>
                    <a:pt x="24377" y="14173"/>
                  </a:lnTo>
                  <a:lnTo>
                    <a:pt x="28204" y="15005"/>
                  </a:lnTo>
                  <a:lnTo>
                    <a:pt x="33961" y="12586"/>
                  </a:lnTo>
                  <a:lnTo>
                    <a:pt x="35678" y="10223"/>
                  </a:lnTo>
                  <a:lnTo>
                    <a:pt x="36889" y="5717"/>
                  </a:lnTo>
                  <a:lnTo>
                    <a:pt x="47676" y="1862"/>
                  </a:lnTo>
                  <a:lnTo>
                    <a:pt x="48696" y="47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h6982"/>
            <p:cNvSpPr/>
            <p:nvPr/>
          </p:nvSpPr>
          <p:spPr>
            <a:xfrm>
              <a:off x="11029114" y="3179138"/>
              <a:ext cx="31900" cy="45658"/>
            </a:xfrm>
            <a:custGeom>
              <a:avLst/>
              <a:pathLst>
                <a:path w="31900" h="45658">
                  <a:moveTo>
                    <a:pt x="7951" y="3857"/>
                  </a:moveTo>
                  <a:lnTo>
                    <a:pt x="12369" y="5871"/>
                  </a:lnTo>
                  <a:lnTo>
                    <a:pt x="15870" y="3823"/>
                  </a:lnTo>
                  <a:lnTo>
                    <a:pt x="17208" y="5294"/>
                  </a:lnTo>
                  <a:lnTo>
                    <a:pt x="18262" y="8778"/>
                  </a:lnTo>
                  <a:lnTo>
                    <a:pt x="15930" y="9496"/>
                  </a:lnTo>
                  <a:lnTo>
                    <a:pt x="15581" y="11378"/>
                  </a:lnTo>
                  <a:lnTo>
                    <a:pt x="19317" y="18691"/>
                  </a:lnTo>
                  <a:lnTo>
                    <a:pt x="21530" y="26437"/>
                  </a:lnTo>
                  <a:lnTo>
                    <a:pt x="19534" y="26667"/>
                  </a:lnTo>
                  <a:lnTo>
                    <a:pt x="18117" y="29707"/>
                  </a:lnTo>
                  <a:lnTo>
                    <a:pt x="17644" y="33012"/>
                  </a:lnTo>
                  <a:lnTo>
                    <a:pt x="20091" y="36362"/>
                  </a:lnTo>
                  <a:lnTo>
                    <a:pt x="21684" y="37285"/>
                  </a:lnTo>
                  <a:lnTo>
                    <a:pt x="22943" y="35835"/>
                  </a:lnTo>
                  <a:lnTo>
                    <a:pt x="26627" y="35691"/>
                  </a:lnTo>
                  <a:lnTo>
                    <a:pt x="28822" y="36660"/>
                  </a:lnTo>
                  <a:lnTo>
                    <a:pt x="31550" y="39649"/>
                  </a:lnTo>
                  <a:lnTo>
                    <a:pt x="31900" y="41111"/>
                  </a:lnTo>
                  <a:lnTo>
                    <a:pt x="29973" y="43208"/>
                  </a:lnTo>
                  <a:lnTo>
                    <a:pt x="27778" y="41393"/>
                  </a:lnTo>
                  <a:lnTo>
                    <a:pt x="26041" y="42529"/>
                  </a:lnTo>
                  <a:lnTo>
                    <a:pt x="24068" y="45406"/>
                  </a:lnTo>
                  <a:lnTo>
                    <a:pt x="23155" y="45658"/>
                  </a:lnTo>
                  <a:lnTo>
                    <a:pt x="22233" y="40528"/>
                  </a:lnTo>
                  <a:lnTo>
                    <a:pt x="14159" y="37053"/>
                  </a:lnTo>
                  <a:lnTo>
                    <a:pt x="14273" y="33694"/>
                  </a:lnTo>
                  <a:lnTo>
                    <a:pt x="9141" y="32727"/>
                  </a:lnTo>
                  <a:lnTo>
                    <a:pt x="8773" y="30638"/>
                  </a:lnTo>
                  <a:lnTo>
                    <a:pt x="9617" y="28959"/>
                  </a:lnTo>
                  <a:lnTo>
                    <a:pt x="6776" y="28059"/>
                  </a:lnTo>
                  <a:lnTo>
                    <a:pt x="4476" y="28199"/>
                  </a:lnTo>
                  <a:lnTo>
                    <a:pt x="0" y="22491"/>
                  </a:lnTo>
                  <a:lnTo>
                    <a:pt x="1819" y="21267"/>
                  </a:lnTo>
                  <a:lnTo>
                    <a:pt x="713" y="19800"/>
                  </a:lnTo>
                  <a:lnTo>
                    <a:pt x="1021" y="11962"/>
                  </a:lnTo>
                  <a:lnTo>
                    <a:pt x="2860" y="11794"/>
                  </a:lnTo>
                  <a:lnTo>
                    <a:pt x="3354" y="10793"/>
                  </a:lnTo>
                  <a:lnTo>
                    <a:pt x="1741" y="2878"/>
                  </a:lnTo>
                  <a:lnTo>
                    <a:pt x="3018" y="0"/>
                  </a:lnTo>
                  <a:lnTo>
                    <a:pt x="4755" y="7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h6983"/>
            <p:cNvSpPr/>
            <p:nvPr/>
          </p:nvSpPr>
          <p:spPr>
            <a:xfrm>
              <a:off x="10603605" y="3101335"/>
              <a:ext cx="78844" cy="57068"/>
            </a:xfrm>
            <a:custGeom>
              <a:avLst/>
              <a:pathLst>
                <a:path w="78844" h="57068">
                  <a:moveTo>
                    <a:pt x="41543" y="2539"/>
                  </a:moveTo>
                  <a:lnTo>
                    <a:pt x="41754" y="4429"/>
                  </a:lnTo>
                  <a:lnTo>
                    <a:pt x="41082" y="5389"/>
                  </a:lnTo>
                  <a:lnTo>
                    <a:pt x="34766" y="8427"/>
                  </a:lnTo>
                  <a:lnTo>
                    <a:pt x="32284" y="10931"/>
                  </a:lnTo>
                  <a:lnTo>
                    <a:pt x="34281" y="13934"/>
                  </a:lnTo>
                  <a:lnTo>
                    <a:pt x="37542" y="15064"/>
                  </a:lnTo>
                  <a:lnTo>
                    <a:pt x="42591" y="19102"/>
                  </a:lnTo>
                  <a:lnTo>
                    <a:pt x="46443" y="20663"/>
                  </a:lnTo>
                  <a:lnTo>
                    <a:pt x="47000" y="18640"/>
                  </a:lnTo>
                  <a:lnTo>
                    <a:pt x="54620" y="22208"/>
                  </a:lnTo>
                  <a:lnTo>
                    <a:pt x="63646" y="28499"/>
                  </a:lnTo>
                  <a:lnTo>
                    <a:pt x="72020" y="28224"/>
                  </a:lnTo>
                  <a:lnTo>
                    <a:pt x="75902" y="30838"/>
                  </a:lnTo>
                  <a:lnTo>
                    <a:pt x="78844" y="31735"/>
                  </a:lnTo>
                  <a:lnTo>
                    <a:pt x="78159" y="39335"/>
                  </a:lnTo>
                  <a:lnTo>
                    <a:pt x="76820" y="40755"/>
                  </a:lnTo>
                  <a:lnTo>
                    <a:pt x="71783" y="40564"/>
                  </a:lnTo>
                  <a:lnTo>
                    <a:pt x="72091" y="46561"/>
                  </a:lnTo>
                  <a:lnTo>
                    <a:pt x="73125" y="48619"/>
                  </a:lnTo>
                  <a:lnTo>
                    <a:pt x="74819" y="48049"/>
                  </a:lnTo>
                  <a:lnTo>
                    <a:pt x="76876" y="48938"/>
                  </a:lnTo>
                  <a:lnTo>
                    <a:pt x="74952" y="51169"/>
                  </a:lnTo>
                  <a:lnTo>
                    <a:pt x="69359" y="49674"/>
                  </a:lnTo>
                  <a:lnTo>
                    <a:pt x="60259" y="50154"/>
                  </a:lnTo>
                  <a:lnTo>
                    <a:pt x="62286" y="51597"/>
                  </a:lnTo>
                  <a:lnTo>
                    <a:pt x="57565" y="55764"/>
                  </a:lnTo>
                  <a:lnTo>
                    <a:pt x="54078" y="57068"/>
                  </a:lnTo>
                  <a:lnTo>
                    <a:pt x="53586" y="56646"/>
                  </a:lnTo>
                  <a:lnTo>
                    <a:pt x="50119" y="53681"/>
                  </a:lnTo>
                  <a:lnTo>
                    <a:pt x="47345" y="48130"/>
                  </a:lnTo>
                  <a:lnTo>
                    <a:pt x="43546" y="43674"/>
                  </a:lnTo>
                  <a:lnTo>
                    <a:pt x="25665" y="33788"/>
                  </a:lnTo>
                  <a:lnTo>
                    <a:pt x="18569" y="31388"/>
                  </a:lnTo>
                  <a:lnTo>
                    <a:pt x="13444" y="31081"/>
                  </a:lnTo>
                  <a:lnTo>
                    <a:pt x="9462" y="31822"/>
                  </a:lnTo>
                  <a:lnTo>
                    <a:pt x="5416" y="36782"/>
                  </a:lnTo>
                  <a:lnTo>
                    <a:pt x="5336" y="33243"/>
                  </a:lnTo>
                  <a:lnTo>
                    <a:pt x="1259" y="30857"/>
                  </a:lnTo>
                  <a:lnTo>
                    <a:pt x="431" y="29665"/>
                  </a:lnTo>
                  <a:lnTo>
                    <a:pt x="0" y="26469"/>
                  </a:lnTo>
                  <a:lnTo>
                    <a:pt x="738" y="15607"/>
                  </a:lnTo>
                  <a:lnTo>
                    <a:pt x="2591" y="10034"/>
                  </a:lnTo>
                  <a:lnTo>
                    <a:pt x="4802" y="7303"/>
                  </a:lnTo>
                  <a:lnTo>
                    <a:pt x="6092" y="7088"/>
                  </a:lnTo>
                  <a:lnTo>
                    <a:pt x="14506" y="6344"/>
                  </a:lnTo>
                  <a:lnTo>
                    <a:pt x="24043" y="4333"/>
                  </a:lnTo>
                  <a:lnTo>
                    <a:pt x="26676" y="2446"/>
                  </a:lnTo>
                  <a:lnTo>
                    <a:pt x="29259" y="1993"/>
                  </a:lnTo>
                  <a:lnTo>
                    <a:pt x="31925" y="52"/>
                  </a:lnTo>
                  <a:lnTo>
                    <a:pt x="3409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h6984"/>
            <p:cNvSpPr/>
            <p:nvPr/>
          </p:nvSpPr>
          <p:spPr>
            <a:xfrm>
              <a:off x="10896281" y="3217653"/>
              <a:ext cx="37132" cy="27743"/>
            </a:xfrm>
            <a:custGeom>
              <a:avLst/>
              <a:pathLst>
                <a:path w="37132" h="27743">
                  <a:moveTo>
                    <a:pt x="23088" y="814"/>
                  </a:moveTo>
                  <a:lnTo>
                    <a:pt x="28370" y="6448"/>
                  </a:lnTo>
                  <a:lnTo>
                    <a:pt x="34253" y="10435"/>
                  </a:lnTo>
                  <a:lnTo>
                    <a:pt x="36112" y="10148"/>
                  </a:lnTo>
                  <a:lnTo>
                    <a:pt x="36892" y="10689"/>
                  </a:lnTo>
                  <a:lnTo>
                    <a:pt x="35831" y="11395"/>
                  </a:lnTo>
                  <a:lnTo>
                    <a:pt x="37132" y="19818"/>
                  </a:lnTo>
                  <a:lnTo>
                    <a:pt x="34763" y="20593"/>
                  </a:lnTo>
                  <a:lnTo>
                    <a:pt x="30306" y="17298"/>
                  </a:lnTo>
                  <a:lnTo>
                    <a:pt x="20737" y="14486"/>
                  </a:lnTo>
                  <a:lnTo>
                    <a:pt x="18793" y="14772"/>
                  </a:lnTo>
                  <a:lnTo>
                    <a:pt x="20932" y="22326"/>
                  </a:lnTo>
                  <a:lnTo>
                    <a:pt x="16050" y="26481"/>
                  </a:lnTo>
                  <a:lnTo>
                    <a:pt x="11572" y="27743"/>
                  </a:lnTo>
                  <a:lnTo>
                    <a:pt x="9168" y="27405"/>
                  </a:lnTo>
                  <a:lnTo>
                    <a:pt x="7746" y="24637"/>
                  </a:lnTo>
                  <a:lnTo>
                    <a:pt x="10780" y="22808"/>
                  </a:lnTo>
                  <a:lnTo>
                    <a:pt x="8913" y="15018"/>
                  </a:lnTo>
                  <a:lnTo>
                    <a:pt x="1107" y="10499"/>
                  </a:lnTo>
                  <a:lnTo>
                    <a:pt x="0" y="6950"/>
                  </a:lnTo>
                  <a:lnTo>
                    <a:pt x="885" y="5119"/>
                  </a:lnTo>
                  <a:lnTo>
                    <a:pt x="2656" y="3819"/>
                  </a:lnTo>
                  <a:lnTo>
                    <a:pt x="8402" y="6228"/>
                  </a:lnTo>
                  <a:lnTo>
                    <a:pt x="15359" y="7008"/>
                  </a:lnTo>
                  <a:lnTo>
                    <a:pt x="19043" y="6142"/>
                  </a:lnTo>
                  <a:lnTo>
                    <a:pt x="19537" y="4805"/>
                  </a:lnTo>
                  <a:lnTo>
                    <a:pt x="18830" y="305"/>
                  </a:lnTo>
                  <a:lnTo>
                    <a:pt x="19826" y="154"/>
                  </a:lnTo>
                  <a:lnTo>
                    <a:pt x="21514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h6985"/>
            <p:cNvSpPr/>
            <p:nvPr/>
          </p:nvSpPr>
          <p:spPr>
            <a:xfrm>
              <a:off x="10663619" y="3169189"/>
              <a:ext cx="866" cy="733"/>
            </a:xfrm>
            <a:custGeom>
              <a:avLst/>
              <a:pathLst>
                <a:path w="866" h="733">
                  <a:moveTo>
                    <a:pt x="866" y="666"/>
                  </a:moveTo>
                  <a:lnTo>
                    <a:pt x="0" y="733"/>
                  </a:lnTo>
                  <a:lnTo>
                    <a:pt x="96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h6986"/>
            <p:cNvSpPr/>
            <p:nvPr/>
          </p:nvSpPr>
          <p:spPr>
            <a:xfrm>
              <a:off x="10657191" y="3123481"/>
              <a:ext cx="58811" cy="60474"/>
            </a:xfrm>
            <a:custGeom>
              <a:avLst/>
              <a:pathLst>
                <a:path w="58811" h="60474">
                  <a:moveTo>
                    <a:pt x="54146" y="5205"/>
                  </a:moveTo>
                  <a:lnTo>
                    <a:pt x="56784" y="9439"/>
                  </a:lnTo>
                  <a:lnTo>
                    <a:pt x="56674" y="11340"/>
                  </a:lnTo>
                  <a:lnTo>
                    <a:pt x="58811" y="16901"/>
                  </a:lnTo>
                  <a:lnTo>
                    <a:pt x="55394" y="15341"/>
                  </a:lnTo>
                  <a:lnTo>
                    <a:pt x="56572" y="21828"/>
                  </a:lnTo>
                  <a:lnTo>
                    <a:pt x="55355" y="23198"/>
                  </a:lnTo>
                  <a:lnTo>
                    <a:pt x="56304" y="27167"/>
                  </a:lnTo>
                  <a:lnTo>
                    <a:pt x="55239" y="28974"/>
                  </a:lnTo>
                  <a:lnTo>
                    <a:pt x="53243" y="27778"/>
                  </a:lnTo>
                  <a:lnTo>
                    <a:pt x="51822" y="28353"/>
                  </a:lnTo>
                  <a:lnTo>
                    <a:pt x="50401" y="32042"/>
                  </a:lnTo>
                  <a:lnTo>
                    <a:pt x="51113" y="34098"/>
                  </a:lnTo>
                  <a:lnTo>
                    <a:pt x="49168" y="34435"/>
                  </a:lnTo>
                  <a:lnTo>
                    <a:pt x="45316" y="29887"/>
                  </a:lnTo>
                  <a:lnTo>
                    <a:pt x="44091" y="29470"/>
                  </a:lnTo>
                  <a:lnTo>
                    <a:pt x="43077" y="29776"/>
                  </a:lnTo>
                  <a:lnTo>
                    <a:pt x="38930" y="34231"/>
                  </a:lnTo>
                  <a:lnTo>
                    <a:pt x="38372" y="36825"/>
                  </a:lnTo>
                  <a:lnTo>
                    <a:pt x="39792" y="37462"/>
                  </a:lnTo>
                  <a:lnTo>
                    <a:pt x="40719" y="42418"/>
                  </a:lnTo>
                  <a:lnTo>
                    <a:pt x="40290" y="43353"/>
                  </a:lnTo>
                  <a:lnTo>
                    <a:pt x="35863" y="41049"/>
                  </a:lnTo>
                  <a:lnTo>
                    <a:pt x="34564" y="41309"/>
                  </a:lnTo>
                  <a:lnTo>
                    <a:pt x="39650" y="44710"/>
                  </a:lnTo>
                  <a:lnTo>
                    <a:pt x="39767" y="50857"/>
                  </a:lnTo>
                  <a:lnTo>
                    <a:pt x="38905" y="54889"/>
                  </a:lnTo>
                  <a:lnTo>
                    <a:pt x="37103" y="59124"/>
                  </a:lnTo>
                  <a:lnTo>
                    <a:pt x="31540" y="60474"/>
                  </a:lnTo>
                  <a:lnTo>
                    <a:pt x="29294" y="56977"/>
                  </a:lnTo>
                  <a:lnTo>
                    <a:pt x="23960" y="52651"/>
                  </a:lnTo>
                  <a:lnTo>
                    <a:pt x="16419" y="51234"/>
                  </a:lnTo>
                  <a:lnTo>
                    <a:pt x="8375" y="47218"/>
                  </a:lnTo>
                  <a:lnTo>
                    <a:pt x="7804" y="43111"/>
                  </a:lnTo>
                  <a:lnTo>
                    <a:pt x="5554" y="39224"/>
                  </a:lnTo>
                  <a:lnTo>
                    <a:pt x="425" y="35123"/>
                  </a:lnTo>
                  <a:lnTo>
                    <a:pt x="0" y="34500"/>
                  </a:lnTo>
                  <a:lnTo>
                    <a:pt x="492" y="34922"/>
                  </a:lnTo>
                  <a:lnTo>
                    <a:pt x="3979" y="33618"/>
                  </a:lnTo>
                  <a:lnTo>
                    <a:pt x="8700" y="29451"/>
                  </a:lnTo>
                  <a:lnTo>
                    <a:pt x="6672" y="28008"/>
                  </a:lnTo>
                  <a:lnTo>
                    <a:pt x="15773" y="27528"/>
                  </a:lnTo>
                  <a:lnTo>
                    <a:pt x="21366" y="29024"/>
                  </a:lnTo>
                  <a:lnTo>
                    <a:pt x="23290" y="26792"/>
                  </a:lnTo>
                  <a:lnTo>
                    <a:pt x="21233" y="25903"/>
                  </a:lnTo>
                  <a:lnTo>
                    <a:pt x="19539" y="26474"/>
                  </a:lnTo>
                  <a:lnTo>
                    <a:pt x="18505" y="24415"/>
                  </a:lnTo>
                  <a:lnTo>
                    <a:pt x="18197" y="18419"/>
                  </a:lnTo>
                  <a:lnTo>
                    <a:pt x="23234" y="18609"/>
                  </a:lnTo>
                  <a:lnTo>
                    <a:pt x="24573" y="17189"/>
                  </a:lnTo>
                  <a:lnTo>
                    <a:pt x="25257" y="9589"/>
                  </a:lnTo>
                  <a:lnTo>
                    <a:pt x="25662" y="8513"/>
                  </a:lnTo>
                  <a:lnTo>
                    <a:pt x="26309" y="8548"/>
                  </a:lnTo>
                  <a:lnTo>
                    <a:pt x="27426" y="10248"/>
                  </a:lnTo>
                  <a:lnTo>
                    <a:pt x="32965" y="8162"/>
                  </a:lnTo>
                  <a:lnTo>
                    <a:pt x="34326" y="3900"/>
                  </a:lnTo>
                  <a:lnTo>
                    <a:pt x="39522" y="0"/>
                  </a:lnTo>
                  <a:lnTo>
                    <a:pt x="46223" y="784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h6987"/>
            <p:cNvSpPr/>
            <p:nvPr/>
          </p:nvSpPr>
          <p:spPr>
            <a:xfrm>
              <a:off x="11012946" y="3201630"/>
              <a:ext cx="46501" cy="57986"/>
            </a:xfrm>
            <a:custGeom>
              <a:avLst/>
              <a:pathLst>
                <a:path w="46501" h="57986">
                  <a:moveTo>
                    <a:pt x="20644" y="5707"/>
                  </a:moveTo>
                  <a:lnTo>
                    <a:pt x="22944" y="5567"/>
                  </a:lnTo>
                  <a:lnTo>
                    <a:pt x="25785" y="6467"/>
                  </a:lnTo>
                  <a:lnTo>
                    <a:pt x="24941" y="8146"/>
                  </a:lnTo>
                  <a:lnTo>
                    <a:pt x="25309" y="10235"/>
                  </a:lnTo>
                  <a:lnTo>
                    <a:pt x="30441" y="11202"/>
                  </a:lnTo>
                  <a:lnTo>
                    <a:pt x="30327" y="14561"/>
                  </a:lnTo>
                  <a:lnTo>
                    <a:pt x="38401" y="18036"/>
                  </a:lnTo>
                  <a:lnTo>
                    <a:pt x="39323" y="23166"/>
                  </a:lnTo>
                  <a:lnTo>
                    <a:pt x="40236" y="22914"/>
                  </a:lnTo>
                  <a:lnTo>
                    <a:pt x="42558" y="25755"/>
                  </a:lnTo>
                  <a:lnTo>
                    <a:pt x="39790" y="28381"/>
                  </a:lnTo>
                  <a:lnTo>
                    <a:pt x="40292" y="32929"/>
                  </a:lnTo>
                  <a:lnTo>
                    <a:pt x="46221" y="35018"/>
                  </a:lnTo>
                  <a:lnTo>
                    <a:pt x="46501" y="35751"/>
                  </a:lnTo>
                  <a:lnTo>
                    <a:pt x="46430" y="38053"/>
                  </a:lnTo>
                  <a:lnTo>
                    <a:pt x="45514" y="38615"/>
                  </a:lnTo>
                  <a:lnTo>
                    <a:pt x="40884" y="36989"/>
                  </a:lnTo>
                  <a:lnTo>
                    <a:pt x="43496" y="37149"/>
                  </a:lnTo>
                  <a:lnTo>
                    <a:pt x="43039" y="35567"/>
                  </a:lnTo>
                  <a:lnTo>
                    <a:pt x="38414" y="33395"/>
                  </a:lnTo>
                  <a:lnTo>
                    <a:pt x="37973" y="31182"/>
                  </a:lnTo>
                  <a:lnTo>
                    <a:pt x="35644" y="28784"/>
                  </a:lnTo>
                  <a:lnTo>
                    <a:pt x="33335" y="27150"/>
                  </a:lnTo>
                  <a:lnTo>
                    <a:pt x="26299" y="25435"/>
                  </a:lnTo>
                  <a:lnTo>
                    <a:pt x="23047" y="21797"/>
                  </a:lnTo>
                  <a:lnTo>
                    <a:pt x="22221" y="20689"/>
                  </a:lnTo>
                  <a:lnTo>
                    <a:pt x="22202" y="18631"/>
                  </a:lnTo>
                  <a:lnTo>
                    <a:pt x="25173" y="16199"/>
                  </a:lnTo>
                  <a:lnTo>
                    <a:pt x="16992" y="10525"/>
                  </a:lnTo>
                  <a:lnTo>
                    <a:pt x="15540" y="8536"/>
                  </a:lnTo>
                  <a:lnTo>
                    <a:pt x="9255" y="16392"/>
                  </a:lnTo>
                  <a:lnTo>
                    <a:pt x="11359" y="34120"/>
                  </a:lnTo>
                  <a:lnTo>
                    <a:pt x="10855" y="38183"/>
                  </a:lnTo>
                  <a:lnTo>
                    <a:pt x="15024" y="44846"/>
                  </a:lnTo>
                  <a:lnTo>
                    <a:pt x="18643" y="47713"/>
                  </a:lnTo>
                  <a:lnTo>
                    <a:pt x="24121" y="47857"/>
                  </a:lnTo>
                  <a:lnTo>
                    <a:pt x="25043" y="48765"/>
                  </a:lnTo>
                  <a:lnTo>
                    <a:pt x="25282" y="55684"/>
                  </a:lnTo>
                  <a:lnTo>
                    <a:pt x="22996" y="55810"/>
                  </a:lnTo>
                  <a:lnTo>
                    <a:pt x="22248" y="54617"/>
                  </a:lnTo>
                  <a:lnTo>
                    <a:pt x="20908" y="54855"/>
                  </a:lnTo>
                  <a:lnTo>
                    <a:pt x="19233" y="57986"/>
                  </a:lnTo>
                  <a:lnTo>
                    <a:pt x="18612" y="55070"/>
                  </a:lnTo>
                  <a:lnTo>
                    <a:pt x="11282" y="54015"/>
                  </a:lnTo>
                  <a:lnTo>
                    <a:pt x="6932" y="53949"/>
                  </a:lnTo>
                  <a:lnTo>
                    <a:pt x="7690" y="50463"/>
                  </a:lnTo>
                  <a:lnTo>
                    <a:pt x="10111" y="46400"/>
                  </a:lnTo>
                  <a:lnTo>
                    <a:pt x="12052" y="43556"/>
                  </a:lnTo>
                  <a:lnTo>
                    <a:pt x="7767" y="38113"/>
                  </a:lnTo>
                  <a:lnTo>
                    <a:pt x="5371" y="33336"/>
                  </a:lnTo>
                  <a:lnTo>
                    <a:pt x="4023" y="30554"/>
                  </a:lnTo>
                  <a:lnTo>
                    <a:pt x="4050" y="28389"/>
                  </a:lnTo>
                  <a:lnTo>
                    <a:pt x="0" y="23592"/>
                  </a:lnTo>
                  <a:lnTo>
                    <a:pt x="132" y="22513"/>
                  </a:lnTo>
                  <a:lnTo>
                    <a:pt x="1236" y="23046"/>
                  </a:lnTo>
                  <a:lnTo>
                    <a:pt x="3183" y="21592"/>
                  </a:lnTo>
                  <a:lnTo>
                    <a:pt x="8610" y="15551"/>
                  </a:lnTo>
                  <a:lnTo>
                    <a:pt x="9633" y="13591"/>
                  </a:lnTo>
                  <a:lnTo>
                    <a:pt x="8709" y="11174"/>
                  </a:lnTo>
                  <a:lnTo>
                    <a:pt x="9094" y="9252"/>
                  </a:lnTo>
                  <a:lnTo>
                    <a:pt x="11182" y="8319"/>
                  </a:lnTo>
                  <a:lnTo>
                    <a:pt x="12103" y="5919"/>
                  </a:lnTo>
                  <a:lnTo>
                    <a:pt x="11703" y="4092"/>
                  </a:lnTo>
                  <a:lnTo>
                    <a:pt x="12822" y="2948"/>
                  </a:lnTo>
                  <a:lnTo>
                    <a:pt x="13639" y="307"/>
                  </a:lnTo>
                  <a:lnTo>
                    <a:pt x="1616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h6988"/>
            <p:cNvSpPr/>
            <p:nvPr/>
          </p:nvSpPr>
          <p:spPr>
            <a:xfrm>
              <a:off x="10943891" y="3272014"/>
              <a:ext cx="21580" cy="23572"/>
            </a:xfrm>
            <a:custGeom>
              <a:avLst/>
              <a:pathLst>
                <a:path w="21580" h="23572">
                  <a:moveTo>
                    <a:pt x="6806" y="0"/>
                  </a:moveTo>
                  <a:lnTo>
                    <a:pt x="7211" y="931"/>
                  </a:lnTo>
                  <a:lnTo>
                    <a:pt x="11276" y="599"/>
                  </a:lnTo>
                  <a:lnTo>
                    <a:pt x="16392" y="1685"/>
                  </a:lnTo>
                  <a:lnTo>
                    <a:pt x="21580" y="7834"/>
                  </a:lnTo>
                  <a:lnTo>
                    <a:pt x="17005" y="12124"/>
                  </a:lnTo>
                  <a:lnTo>
                    <a:pt x="16580" y="13394"/>
                  </a:lnTo>
                  <a:lnTo>
                    <a:pt x="18187" y="18824"/>
                  </a:lnTo>
                  <a:lnTo>
                    <a:pt x="18624" y="18204"/>
                  </a:lnTo>
                  <a:lnTo>
                    <a:pt x="20482" y="19201"/>
                  </a:lnTo>
                  <a:lnTo>
                    <a:pt x="21266" y="22949"/>
                  </a:lnTo>
                  <a:lnTo>
                    <a:pt x="17616" y="23572"/>
                  </a:lnTo>
                  <a:lnTo>
                    <a:pt x="0" y="19067"/>
                  </a:lnTo>
                  <a:lnTo>
                    <a:pt x="1840" y="18385"/>
                  </a:lnTo>
                  <a:lnTo>
                    <a:pt x="2656" y="16231"/>
                  </a:lnTo>
                  <a:lnTo>
                    <a:pt x="3781" y="5726"/>
                  </a:lnTo>
                  <a:lnTo>
                    <a:pt x="3063" y="3038"/>
                  </a:lnTo>
                  <a:lnTo>
                    <a:pt x="3952" y="144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h6989"/>
            <p:cNvSpPr/>
            <p:nvPr/>
          </p:nvSpPr>
          <p:spPr>
            <a:xfrm>
              <a:off x="10788907" y="3056179"/>
              <a:ext cx="30837" cy="37895"/>
            </a:xfrm>
            <a:custGeom>
              <a:avLst/>
              <a:pathLst>
                <a:path w="30837" h="37895">
                  <a:moveTo>
                    <a:pt x="14276" y="2323"/>
                  </a:moveTo>
                  <a:lnTo>
                    <a:pt x="13461" y="2665"/>
                  </a:lnTo>
                  <a:lnTo>
                    <a:pt x="12100" y="7440"/>
                  </a:lnTo>
                  <a:lnTo>
                    <a:pt x="14377" y="12851"/>
                  </a:lnTo>
                  <a:lnTo>
                    <a:pt x="16468" y="11664"/>
                  </a:lnTo>
                  <a:lnTo>
                    <a:pt x="18195" y="9286"/>
                  </a:lnTo>
                  <a:lnTo>
                    <a:pt x="19009" y="9318"/>
                  </a:lnTo>
                  <a:lnTo>
                    <a:pt x="20741" y="10617"/>
                  </a:lnTo>
                  <a:lnTo>
                    <a:pt x="22116" y="14450"/>
                  </a:lnTo>
                  <a:lnTo>
                    <a:pt x="20090" y="19385"/>
                  </a:lnTo>
                  <a:lnTo>
                    <a:pt x="19553" y="22866"/>
                  </a:lnTo>
                  <a:lnTo>
                    <a:pt x="28926" y="29856"/>
                  </a:lnTo>
                  <a:lnTo>
                    <a:pt x="30246" y="28101"/>
                  </a:lnTo>
                  <a:lnTo>
                    <a:pt x="30837" y="30625"/>
                  </a:lnTo>
                  <a:lnTo>
                    <a:pt x="26727" y="35905"/>
                  </a:lnTo>
                  <a:lnTo>
                    <a:pt x="24213" y="35670"/>
                  </a:lnTo>
                  <a:lnTo>
                    <a:pt x="20267" y="37895"/>
                  </a:lnTo>
                  <a:lnTo>
                    <a:pt x="13709" y="35871"/>
                  </a:lnTo>
                  <a:lnTo>
                    <a:pt x="11469" y="33024"/>
                  </a:lnTo>
                  <a:lnTo>
                    <a:pt x="6488" y="31447"/>
                  </a:lnTo>
                  <a:lnTo>
                    <a:pt x="5885" y="32337"/>
                  </a:lnTo>
                  <a:lnTo>
                    <a:pt x="6641" y="35243"/>
                  </a:lnTo>
                  <a:lnTo>
                    <a:pt x="3873" y="34851"/>
                  </a:lnTo>
                  <a:lnTo>
                    <a:pt x="2501" y="31677"/>
                  </a:lnTo>
                  <a:lnTo>
                    <a:pt x="1444" y="29429"/>
                  </a:lnTo>
                  <a:lnTo>
                    <a:pt x="1517" y="27409"/>
                  </a:lnTo>
                  <a:lnTo>
                    <a:pt x="0" y="26626"/>
                  </a:lnTo>
                  <a:lnTo>
                    <a:pt x="2963" y="22556"/>
                  </a:lnTo>
                  <a:lnTo>
                    <a:pt x="3684" y="22990"/>
                  </a:lnTo>
                  <a:lnTo>
                    <a:pt x="5899" y="18555"/>
                  </a:lnTo>
                  <a:lnTo>
                    <a:pt x="6205" y="16430"/>
                  </a:lnTo>
                  <a:lnTo>
                    <a:pt x="4398" y="13541"/>
                  </a:lnTo>
                  <a:lnTo>
                    <a:pt x="7261" y="9544"/>
                  </a:lnTo>
                  <a:lnTo>
                    <a:pt x="9514" y="1374"/>
                  </a:lnTo>
                  <a:lnTo>
                    <a:pt x="918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h6990"/>
            <p:cNvSpPr/>
            <p:nvPr/>
          </p:nvSpPr>
          <p:spPr>
            <a:xfrm>
              <a:off x="10785932" y="3087626"/>
              <a:ext cx="31222" cy="18216"/>
            </a:xfrm>
            <a:custGeom>
              <a:avLst/>
              <a:pathLst>
                <a:path w="31222" h="18216">
                  <a:moveTo>
                    <a:pt x="14445" y="1577"/>
                  </a:moveTo>
                  <a:lnTo>
                    <a:pt x="16685" y="4424"/>
                  </a:lnTo>
                  <a:lnTo>
                    <a:pt x="23243" y="6448"/>
                  </a:lnTo>
                  <a:lnTo>
                    <a:pt x="27188" y="4223"/>
                  </a:lnTo>
                  <a:lnTo>
                    <a:pt x="29702" y="4458"/>
                  </a:lnTo>
                  <a:lnTo>
                    <a:pt x="31149" y="6657"/>
                  </a:lnTo>
                  <a:lnTo>
                    <a:pt x="31222" y="8959"/>
                  </a:lnTo>
                  <a:lnTo>
                    <a:pt x="29960" y="13605"/>
                  </a:lnTo>
                  <a:lnTo>
                    <a:pt x="29488" y="12936"/>
                  </a:lnTo>
                  <a:lnTo>
                    <a:pt x="13419" y="15207"/>
                  </a:lnTo>
                  <a:lnTo>
                    <a:pt x="9130" y="16810"/>
                  </a:lnTo>
                  <a:lnTo>
                    <a:pt x="7578" y="18216"/>
                  </a:lnTo>
                  <a:lnTo>
                    <a:pt x="4781" y="17448"/>
                  </a:lnTo>
                  <a:lnTo>
                    <a:pt x="4810" y="14560"/>
                  </a:lnTo>
                  <a:lnTo>
                    <a:pt x="0" y="8987"/>
                  </a:lnTo>
                  <a:lnTo>
                    <a:pt x="2405" y="5577"/>
                  </a:lnTo>
                  <a:lnTo>
                    <a:pt x="2115" y="4481"/>
                  </a:lnTo>
                  <a:lnTo>
                    <a:pt x="1191" y="4675"/>
                  </a:lnTo>
                  <a:lnTo>
                    <a:pt x="1964" y="353"/>
                  </a:lnTo>
                  <a:lnTo>
                    <a:pt x="3700" y="1169"/>
                  </a:lnTo>
                  <a:lnTo>
                    <a:pt x="4603" y="2766"/>
                  </a:lnTo>
                  <a:lnTo>
                    <a:pt x="5683" y="2773"/>
                  </a:lnTo>
                  <a:lnTo>
                    <a:pt x="5477" y="230"/>
                  </a:lnTo>
                  <a:lnTo>
                    <a:pt x="6849" y="3404"/>
                  </a:lnTo>
                  <a:lnTo>
                    <a:pt x="9617" y="3796"/>
                  </a:lnTo>
                  <a:lnTo>
                    <a:pt x="8861" y="890"/>
                  </a:lnTo>
                  <a:lnTo>
                    <a:pt x="946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h6991"/>
            <p:cNvSpPr/>
            <p:nvPr/>
          </p:nvSpPr>
          <p:spPr>
            <a:xfrm>
              <a:off x="10864432" y="3269822"/>
              <a:ext cx="1918" cy="539"/>
            </a:xfrm>
            <a:custGeom>
              <a:avLst/>
              <a:pathLst>
                <a:path w="1918" h="539">
                  <a:moveTo>
                    <a:pt x="1504" y="539"/>
                  </a:moveTo>
                  <a:lnTo>
                    <a:pt x="0" y="0"/>
                  </a:lnTo>
                  <a:lnTo>
                    <a:pt x="1918" y="14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h6992"/>
            <p:cNvSpPr/>
            <p:nvPr/>
          </p:nvSpPr>
          <p:spPr>
            <a:xfrm>
              <a:off x="10854597" y="3220782"/>
              <a:ext cx="60703" cy="65213"/>
            </a:xfrm>
            <a:custGeom>
              <a:avLst/>
              <a:pathLst>
                <a:path w="60703" h="65213">
                  <a:moveTo>
                    <a:pt x="37647" y="0"/>
                  </a:moveTo>
                  <a:lnTo>
                    <a:pt x="38487" y="986"/>
                  </a:lnTo>
                  <a:lnTo>
                    <a:pt x="37536" y="1673"/>
                  </a:lnTo>
                  <a:lnTo>
                    <a:pt x="38401" y="3950"/>
                  </a:lnTo>
                  <a:lnTo>
                    <a:pt x="41000" y="5223"/>
                  </a:lnTo>
                  <a:lnTo>
                    <a:pt x="41684" y="3822"/>
                  </a:lnTo>
                  <a:lnTo>
                    <a:pt x="42792" y="7370"/>
                  </a:lnTo>
                  <a:lnTo>
                    <a:pt x="50597" y="11889"/>
                  </a:lnTo>
                  <a:lnTo>
                    <a:pt x="52464" y="19679"/>
                  </a:lnTo>
                  <a:lnTo>
                    <a:pt x="49430" y="21509"/>
                  </a:lnTo>
                  <a:lnTo>
                    <a:pt x="50853" y="24277"/>
                  </a:lnTo>
                  <a:lnTo>
                    <a:pt x="49929" y="24830"/>
                  </a:lnTo>
                  <a:lnTo>
                    <a:pt x="47128" y="24506"/>
                  </a:lnTo>
                  <a:lnTo>
                    <a:pt x="44875" y="25036"/>
                  </a:lnTo>
                  <a:lnTo>
                    <a:pt x="44965" y="28441"/>
                  </a:lnTo>
                  <a:lnTo>
                    <a:pt x="47500" y="30740"/>
                  </a:lnTo>
                  <a:lnTo>
                    <a:pt x="50894" y="31004"/>
                  </a:lnTo>
                  <a:lnTo>
                    <a:pt x="53995" y="30089"/>
                  </a:lnTo>
                  <a:lnTo>
                    <a:pt x="57362" y="27662"/>
                  </a:lnTo>
                  <a:lnTo>
                    <a:pt x="58742" y="27847"/>
                  </a:lnTo>
                  <a:lnTo>
                    <a:pt x="60445" y="29166"/>
                  </a:lnTo>
                  <a:lnTo>
                    <a:pt x="60703" y="30411"/>
                  </a:lnTo>
                  <a:lnTo>
                    <a:pt x="57454" y="35464"/>
                  </a:lnTo>
                  <a:lnTo>
                    <a:pt x="55077" y="35470"/>
                  </a:lnTo>
                  <a:lnTo>
                    <a:pt x="53892" y="36184"/>
                  </a:lnTo>
                  <a:lnTo>
                    <a:pt x="55587" y="39838"/>
                  </a:lnTo>
                  <a:lnTo>
                    <a:pt x="55950" y="42782"/>
                  </a:lnTo>
                  <a:lnTo>
                    <a:pt x="54560" y="46812"/>
                  </a:lnTo>
                  <a:lnTo>
                    <a:pt x="51317" y="49907"/>
                  </a:lnTo>
                  <a:lnTo>
                    <a:pt x="47096" y="51871"/>
                  </a:lnTo>
                  <a:lnTo>
                    <a:pt x="43960" y="57425"/>
                  </a:lnTo>
                  <a:lnTo>
                    <a:pt x="45755" y="65213"/>
                  </a:lnTo>
                  <a:lnTo>
                    <a:pt x="39341" y="63558"/>
                  </a:lnTo>
                  <a:lnTo>
                    <a:pt x="28303" y="58319"/>
                  </a:lnTo>
                  <a:lnTo>
                    <a:pt x="21294" y="52997"/>
                  </a:lnTo>
                  <a:lnTo>
                    <a:pt x="16595" y="50829"/>
                  </a:lnTo>
                  <a:lnTo>
                    <a:pt x="16843" y="47673"/>
                  </a:lnTo>
                  <a:lnTo>
                    <a:pt x="17497" y="47299"/>
                  </a:lnTo>
                  <a:lnTo>
                    <a:pt x="16712" y="45433"/>
                  </a:lnTo>
                  <a:lnTo>
                    <a:pt x="13997" y="44607"/>
                  </a:lnTo>
                  <a:lnTo>
                    <a:pt x="12408" y="45151"/>
                  </a:lnTo>
                  <a:lnTo>
                    <a:pt x="10612" y="46699"/>
                  </a:lnTo>
                  <a:lnTo>
                    <a:pt x="11334" y="47413"/>
                  </a:lnTo>
                  <a:lnTo>
                    <a:pt x="10065" y="46504"/>
                  </a:lnTo>
                  <a:lnTo>
                    <a:pt x="4997" y="40772"/>
                  </a:lnTo>
                  <a:lnTo>
                    <a:pt x="0" y="38309"/>
                  </a:lnTo>
                  <a:lnTo>
                    <a:pt x="120" y="37718"/>
                  </a:lnTo>
                  <a:lnTo>
                    <a:pt x="3585" y="36930"/>
                  </a:lnTo>
                  <a:lnTo>
                    <a:pt x="7938" y="38854"/>
                  </a:lnTo>
                  <a:lnTo>
                    <a:pt x="12914" y="38402"/>
                  </a:lnTo>
                  <a:lnTo>
                    <a:pt x="12697" y="36286"/>
                  </a:lnTo>
                  <a:lnTo>
                    <a:pt x="8924" y="34602"/>
                  </a:lnTo>
                  <a:lnTo>
                    <a:pt x="12014" y="31189"/>
                  </a:lnTo>
                  <a:lnTo>
                    <a:pt x="17509" y="22640"/>
                  </a:lnTo>
                  <a:lnTo>
                    <a:pt x="13383" y="20677"/>
                  </a:lnTo>
                  <a:lnTo>
                    <a:pt x="11559" y="15421"/>
                  </a:lnTo>
                  <a:lnTo>
                    <a:pt x="13221" y="13326"/>
                  </a:lnTo>
                  <a:lnTo>
                    <a:pt x="17007" y="12954"/>
                  </a:lnTo>
                  <a:lnTo>
                    <a:pt x="17589" y="7791"/>
                  </a:lnTo>
                  <a:lnTo>
                    <a:pt x="22123" y="6951"/>
                  </a:lnTo>
                  <a:lnTo>
                    <a:pt x="31176" y="6457"/>
                  </a:lnTo>
                  <a:lnTo>
                    <a:pt x="32092" y="413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h6993"/>
            <p:cNvSpPr/>
            <p:nvPr/>
          </p:nvSpPr>
          <p:spPr>
            <a:xfrm>
              <a:off x="10941109" y="3111491"/>
              <a:ext cx="41848" cy="36522"/>
            </a:xfrm>
            <a:custGeom>
              <a:avLst/>
              <a:pathLst>
                <a:path w="41848" h="36522">
                  <a:moveTo>
                    <a:pt x="23190" y="714"/>
                  </a:moveTo>
                  <a:lnTo>
                    <a:pt x="21598" y="4893"/>
                  </a:lnTo>
                  <a:lnTo>
                    <a:pt x="25030" y="3382"/>
                  </a:lnTo>
                  <a:lnTo>
                    <a:pt x="27404" y="1302"/>
                  </a:lnTo>
                  <a:lnTo>
                    <a:pt x="31006" y="2667"/>
                  </a:lnTo>
                  <a:lnTo>
                    <a:pt x="29815" y="4860"/>
                  </a:lnTo>
                  <a:lnTo>
                    <a:pt x="27243" y="6060"/>
                  </a:lnTo>
                  <a:lnTo>
                    <a:pt x="27186" y="8825"/>
                  </a:lnTo>
                  <a:lnTo>
                    <a:pt x="29081" y="9703"/>
                  </a:lnTo>
                  <a:lnTo>
                    <a:pt x="36208" y="7272"/>
                  </a:lnTo>
                  <a:lnTo>
                    <a:pt x="37770" y="1370"/>
                  </a:lnTo>
                  <a:lnTo>
                    <a:pt x="39557" y="126"/>
                  </a:lnTo>
                  <a:lnTo>
                    <a:pt x="41848" y="184"/>
                  </a:lnTo>
                  <a:lnTo>
                    <a:pt x="41827" y="4537"/>
                  </a:lnTo>
                  <a:lnTo>
                    <a:pt x="40820" y="8749"/>
                  </a:lnTo>
                  <a:lnTo>
                    <a:pt x="38393" y="9991"/>
                  </a:lnTo>
                  <a:lnTo>
                    <a:pt x="37285" y="12873"/>
                  </a:lnTo>
                  <a:lnTo>
                    <a:pt x="37869" y="15015"/>
                  </a:lnTo>
                  <a:lnTo>
                    <a:pt x="37309" y="20087"/>
                  </a:lnTo>
                  <a:lnTo>
                    <a:pt x="39288" y="22543"/>
                  </a:lnTo>
                  <a:lnTo>
                    <a:pt x="41055" y="23118"/>
                  </a:lnTo>
                  <a:lnTo>
                    <a:pt x="41264" y="23783"/>
                  </a:lnTo>
                  <a:lnTo>
                    <a:pt x="38562" y="25318"/>
                  </a:lnTo>
                  <a:lnTo>
                    <a:pt x="34147" y="25284"/>
                  </a:lnTo>
                  <a:lnTo>
                    <a:pt x="32536" y="24269"/>
                  </a:lnTo>
                  <a:lnTo>
                    <a:pt x="30433" y="24916"/>
                  </a:lnTo>
                  <a:lnTo>
                    <a:pt x="29760" y="24232"/>
                  </a:lnTo>
                  <a:lnTo>
                    <a:pt x="26835" y="23843"/>
                  </a:lnTo>
                  <a:lnTo>
                    <a:pt x="24424" y="26219"/>
                  </a:lnTo>
                  <a:lnTo>
                    <a:pt x="24716" y="27280"/>
                  </a:lnTo>
                  <a:lnTo>
                    <a:pt x="21843" y="30194"/>
                  </a:lnTo>
                  <a:lnTo>
                    <a:pt x="17258" y="29989"/>
                  </a:lnTo>
                  <a:lnTo>
                    <a:pt x="15190" y="34104"/>
                  </a:lnTo>
                  <a:lnTo>
                    <a:pt x="15513" y="34625"/>
                  </a:lnTo>
                  <a:lnTo>
                    <a:pt x="12053" y="36522"/>
                  </a:lnTo>
                  <a:lnTo>
                    <a:pt x="6219" y="34738"/>
                  </a:lnTo>
                  <a:lnTo>
                    <a:pt x="2481" y="34419"/>
                  </a:lnTo>
                  <a:lnTo>
                    <a:pt x="1074" y="33542"/>
                  </a:lnTo>
                  <a:lnTo>
                    <a:pt x="0" y="27450"/>
                  </a:lnTo>
                  <a:lnTo>
                    <a:pt x="4487" y="21487"/>
                  </a:lnTo>
                  <a:lnTo>
                    <a:pt x="1792" y="15554"/>
                  </a:lnTo>
                  <a:lnTo>
                    <a:pt x="4935" y="14821"/>
                  </a:lnTo>
                  <a:lnTo>
                    <a:pt x="4802" y="11829"/>
                  </a:lnTo>
                  <a:lnTo>
                    <a:pt x="6488" y="10561"/>
                  </a:lnTo>
                  <a:lnTo>
                    <a:pt x="11385" y="15639"/>
                  </a:lnTo>
                  <a:lnTo>
                    <a:pt x="12813" y="16224"/>
                  </a:lnTo>
                  <a:lnTo>
                    <a:pt x="13547" y="15568"/>
                  </a:lnTo>
                  <a:lnTo>
                    <a:pt x="13588" y="9666"/>
                  </a:lnTo>
                  <a:lnTo>
                    <a:pt x="11858" y="6684"/>
                  </a:lnTo>
                  <a:lnTo>
                    <a:pt x="14102" y="4354"/>
                  </a:lnTo>
                  <a:lnTo>
                    <a:pt x="2061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h6994"/>
            <p:cNvSpPr/>
            <p:nvPr/>
          </p:nvSpPr>
          <p:spPr>
            <a:xfrm>
              <a:off x="10969786" y="3119153"/>
              <a:ext cx="42608" cy="43394"/>
            </a:xfrm>
            <a:custGeom>
              <a:avLst/>
              <a:pathLst>
                <a:path w="42608" h="43394">
                  <a:moveTo>
                    <a:pt x="23255" y="1830"/>
                  </a:moveTo>
                  <a:lnTo>
                    <a:pt x="27480" y="2136"/>
                  </a:lnTo>
                  <a:lnTo>
                    <a:pt x="23965" y="5313"/>
                  </a:lnTo>
                  <a:lnTo>
                    <a:pt x="20298" y="4994"/>
                  </a:lnTo>
                  <a:lnTo>
                    <a:pt x="18441" y="7421"/>
                  </a:lnTo>
                  <a:lnTo>
                    <a:pt x="28680" y="9969"/>
                  </a:lnTo>
                  <a:lnTo>
                    <a:pt x="38197" y="15249"/>
                  </a:lnTo>
                  <a:lnTo>
                    <a:pt x="38942" y="20098"/>
                  </a:lnTo>
                  <a:lnTo>
                    <a:pt x="41072" y="22133"/>
                  </a:lnTo>
                  <a:lnTo>
                    <a:pt x="42608" y="24418"/>
                  </a:lnTo>
                  <a:lnTo>
                    <a:pt x="41982" y="25375"/>
                  </a:lnTo>
                  <a:lnTo>
                    <a:pt x="35463" y="27977"/>
                  </a:lnTo>
                  <a:lnTo>
                    <a:pt x="30125" y="32915"/>
                  </a:lnTo>
                  <a:lnTo>
                    <a:pt x="30567" y="36514"/>
                  </a:lnTo>
                  <a:lnTo>
                    <a:pt x="29891" y="39485"/>
                  </a:lnTo>
                  <a:lnTo>
                    <a:pt x="27105" y="41139"/>
                  </a:lnTo>
                  <a:lnTo>
                    <a:pt x="26100" y="43394"/>
                  </a:lnTo>
                  <a:lnTo>
                    <a:pt x="24081" y="41801"/>
                  </a:lnTo>
                  <a:lnTo>
                    <a:pt x="24126" y="40354"/>
                  </a:lnTo>
                  <a:lnTo>
                    <a:pt x="22922" y="38163"/>
                  </a:lnTo>
                  <a:lnTo>
                    <a:pt x="18431" y="37502"/>
                  </a:lnTo>
                  <a:lnTo>
                    <a:pt x="16380" y="34141"/>
                  </a:lnTo>
                  <a:lnTo>
                    <a:pt x="18502" y="31187"/>
                  </a:lnTo>
                  <a:lnTo>
                    <a:pt x="13569" y="25759"/>
                  </a:lnTo>
                  <a:lnTo>
                    <a:pt x="10958" y="24294"/>
                  </a:lnTo>
                  <a:lnTo>
                    <a:pt x="8572" y="24067"/>
                  </a:lnTo>
                  <a:lnTo>
                    <a:pt x="5987" y="22292"/>
                  </a:lnTo>
                  <a:lnTo>
                    <a:pt x="5270" y="19984"/>
                  </a:lnTo>
                  <a:lnTo>
                    <a:pt x="0" y="21331"/>
                  </a:lnTo>
                  <a:lnTo>
                    <a:pt x="310" y="17258"/>
                  </a:lnTo>
                  <a:lnTo>
                    <a:pt x="1755" y="17253"/>
                  </a:lnTo>
                  <a:lnTo>
                    <a:pt x="3858" y="16607"/>
                  </a:lnTo>
                  <a:lnTo>
                    <a:pt x="5470" y="17622"/>
                  </a:lnTo>
                  <a:lnTo>
                    <a:pt x="9885" y="17656"/>
                  </a:lnTo>
                  <a:lnTo>
                    <a:pt x="12587" y="16121"/>
                  </a:lnTo>
                  <a:lnTo>
                    <a:pt x="12377" y="15455"/>
                  </a:lnTo>
                  <a:lnTo>
                    <a:pt x="10610" y="14881"/>
                  </a:lnTo>
                  <a:lnTo>
                    <a:pt x="8632" y="12424"/>
                  </a:lnTo>
                  <a:lnTo>
                    <a:pt x="9191" y="7352"/>
                  </a:lnTo>
                  <a:lnTo>
                    <a:pt x="8607" y="5211"/>
                  </a:lnTo>
                  <a:lnTo>
                    <a:pt x="9715" y="2329"/>
                  </a:lnTo>
                  <a:lnTo>
                    <a:pt x="12142" y="108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h6995"/>
            <p:cNvSpPr/>
            <p:nvPr/>
          </p:nvSpPr>
          <p:spPr>
            <a:xfrm>
              <a:off x="10939854" y="3094974"/>
              <a:ext cx="43103" cy="32741"/>
            </a:xfrm>
            <a:custGeom>
              <a:avLst/>
              <a:pathLst>
                <a:path w="43103" h="32741">
                  <a:moveTo>
                    <a:pt x="27985" y="2637"/>
                  </a:moveTo>
                  <a:lnTo>
                    <a:pt x="26878" y="9718"/>
                  </a:lnTo>
                  <a:lnTo>
                    <a:pt x="31767" y="9795"/>
                  </a:lnTo>
                  <a:lnTo>
                    <a:pt x="40081" y="12202"/>
                  </a:lnTo>
                  <a:lnTo>
                    <a:pt x="43103" y="16701"/>
                  </a:lnTo>
                  <a:lnTo>
                    <a:pt x="40812" y="16643"/>
                  </a:lnTo>
                  <a:lnTo>
                    <a:pt x="39025" y="17887"/>
                  </a:lnTo>
                  <a:lnTo>
                    <a:pt x="37463" y="23789"/>
                  </a:lnTo>
                  <a:lnTo>
                    <a:pt x="30336" y="26220"/>
                  </a:lnTo>
                  <a:lnTo>
                    <a:pt x="28441" y="25342"/>
                  </a:lnTo>
                  <a:lnTo>
                    <a:pt x="28498" y="22576"/>
                  </a:lnTo>
                  <a:lnTo>
                    <a:pt x="31069" y="21377"/>
                  </a:lnTo>
                  <a:lnTo>
                    <a:pt x="32261" y="19184"/>
                  </a:lnTo>
                  <a:lnTo>
                    <a:pt x="28659" y="17819"/>
                  </a:lnTo>
                  <a:lnTo>
                    <a:pt x="26285" y="19899"/>
                  </a:lnTo>
                  <a:lnTo>
                    <a:pt x="22852" y="21410"/>
                  </a:lnTo>
                  <a:lnTo>
                    <a:pt x="24444" y="17231"/>
                  </a:lnTo>
                  <a:lnTo>
                    <a:pt x="21873" y="16516"/>
                  </a:lnTo>
                  <a:lnTo>
                    <a:pt x="15357" y="20871"/>
                  </a:lnTo>
                  <a:lnTo>
                    <a:pt x="13113" y="23200"/>
                  </a:lnTo>
                  <a:lnTo>
                    <a:pt x="14843" y="26183"/>
                  </a:lnTo>
                  <a:lnTo>
                    <a:pt x="14802" y="32084"/>
                  </a:lnTo>
                  <a:lnTo>
                    <a:pt x="14068" y="32741"/>
                  </a:lnTo>
                  <a:lnTo>
                    <a:pt x="12640" y="32156"/>
                  </a:lnTo>
                  <a:lnTo>
                    <a:pt x="7743" y="27078"/>
                  </a:lnTo>
                  <a:lnTo>
                    <a:pt x="6057" y="28346"/>
                  </a:lnTo>
                  <a:lnTo>
                    <a:pt x="3919" y="27913"/>
                  </a:lnTo>
                  <a:lnTo>
                    <a:pt x="0" y="23167"/>
                  </a:lnTo>
                  <a:lnTo>
                    <a:pt x="1078" y="19690"/>
                  </a:lnTo>
                  <a:lnTo>
                    <a:pt x="2556" y="18953"/>
                  </a:lnTo>
                  <a:lnTo>
                    <a:pt x="4513" y="7465"/>
                  </a:lnTo>
                  <a:lnTo>
                    <a:pt x="7313" y="4716"/>
                  </a:lnTo>
                  <a:lnTo>
                    <a:pt x="19473" y="4368"/>
                  </a:lnTo>
                  <a:lnTo>
                    <a:pt x="21168" y="3112"/>
                  </a:lnTo>
                  <a:lnTo>
                    <a:pt x="20572" y="2439"/>
                  </a:lnTo>
                  <a:lnTo>
                    <a:pt x="230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h6996"/>
            <p:cNvSpPr/>
            <p:nvPr/>
          </p:nvSpPr>
          <p:spPr>
            <a:xfrm>
              <a:off x="11009275" y="3204955"/>
              <a:ext cx="15774" cy="19721"/>
            </a:xfrm>
            <a:custGeom>
              <a:avLst/>
              <a:pathLst>
                <a:path w="15774" h="19721">
                  <a:moveTo>
                    <a:pt x="12457" y="1364"/>
                  </a:moveTo>
                  <a:lnTo>
                    <a:pt x="15374" y="767"/>
                  </a:lnTo>
                  <a:lnTo>
                    <a:pt x="15774" y="2595"/>
                  </a:lnTo>
                  <a:lnTo>
                    <a:pt x="14853" y="4994"/>
                  </a:lnTo>
                  <a:lnTo>
                    <a:pt x="12765" y="5927"/>
                  </a:lnTo>
                  <a:lnTo>
                    <a:pt x="12380" y="7849"/>
                  </a:lnTo>
                  <a:lnTo>
                    <a:pt x="13304" y="10266"/>
                  </a:lnTo>
                  <a:lnTo>
                    <a:pt x="12281" y="12226"/>
                  </a:lnTo>
                  <a:lnTo>
                    <a:pt x="6854" y="18267"/>
                  </a:lnTo>
                  <a:lnTo>
                    <a:pt x="4907" y="19721"/>
                  </a:lnTo>
                  <a:lnTo>
                    <a:pt x="3804" y="19188"/>
                  </a:lnTo>
                  <a:lnTo>
                    <a:pt x="2008" y="14678"/>
                  </a:lnTo>
                  <a:lnTo>
                    <a:pt x="2249" y="11354"/>
                  </a:lnTo>
                  <a:lnTo>
                    <a:pt x="2805" y="7892"/>
                  </a:lnTo>
                  <a:lnTo>
                    <a:pt x="3567" y="6956"/>
                  </a:lnTo>
                  <a:lnTo>
                    <a:pt x="4395" y="7642"/>
                  </a:lnTo>
                  <a:lnTo>
                    <a:pt x="5786" y="6735"/>
                  </a:lnTo>
                  <a:lnTo>
                    <a:pt x="4159" y="3417"/>
                  </a:lnTo>
                  <a:lnTo>
                    <a:pt x="1430" y="3843"/>
                  </a:lnTo>
                  <a:lnTo>
                    <a:pt x="0" y="3081"/>
                  </a:lnTo>
                  <a:lnTo>
                    <a:pt x="618" y="1796"/>
                  </a:lnTo>
                  <a:lnTo>
                    <a:pt x="2191" y="980"/>
                  </a:lnTo>
                  <a:lnTo>
                    <a:pt x="3015" y="0"/>
                  </a:lnTo>
                  <a:lnTo>
                    <a:pt x="4840" y="1781"/>
                  </a:lnTo>
                  <a:lnTo>
                    <a:pt x="7918" y="103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h6997"/>
            <p:cNvSpPr/>
            <p:nvPr/>
          </p:nvSpPr>
          <p:spPr>
            <a:xfrm>
              <a:off x="11028232" y="3269184"/>
              <a:ext cx="35394" cy="30196"/>
            </a:xfrm>
            <a:custGeom>
              <a:avLst/>
              <a:pathLst>
                <a:path w="35394" h="30196">
                  <a:moveTo>
                    <a:pt x="24141" y="5816"/>
                  </a:moveTo>
                  <a:lnTo>
                    <a:pt x="25855" y="5363"/>
                  </a:lnTo>
                  <a:lnTo>
                    <a:pt x="25874" y="4676"/>
                  </a:lnTo>
                  <a:lnTo>
                    <a:pt x="24974" y="4415"/>
                  </a:lnTo>
                  <a:lnTo>
                    <a:pt x="25022" y="1961"/>
                  </a:lnTo>
                  <a:lnTo>
                    <a:pt x="27484" y="1913"/>
                  </a:lnTo>
                  <a:lnTo>
                    <a:pt x="28757" y="2982"/>
                  </a:lnTo>
                  <a:lnTo>
                    <a:pt x="30076" y="6217"/>
                  </a:lnTo>
                  <a:lnTo>
                    <a:pt x="28453" y="9552"/>
                  </a:lnTo>
                  <a:lnTo>
                    <a:pt x="30028" y="10527"/>
                  </a:lnTo>
                  <a:lnTo>
                    <a:pt x="29231" y="14936"/>
                  </a:lnTo>
                  <a:lnTo>
                    <a:pt x="32843" y="20315"/>
                  </a:lnTo>
                  <a:lnTo>
                    <a:pt x="35394" y="20670"/>
                  </a:lnTo>
                  <a:lnTo>
                    <a:pt x="34151" y="24956"/>
                  </a:lnTo>
                  <a:lnTo>
                    <a:pt x="33932" y="24488"/>
                  </a:lnTo>
                  <a:lnTo>
                    <a:pt x="31429" y="25631"/>
                  </a:lnTo>
                  <a:lnTo>
                    <a:pt x="29107" y="27771"/>
                  </a:lnTo>
                  <a:lnTo>
                    <a:pt x="24169" y="28586"/>
                  </a:lnTo>
                  <a:lnTo>
                    <a:pt x="21386" y="27211"/>
                  </a:lnTo>
                  <a:lnTo>
                    <a:pt x="19839" y="26906"/>
                  </a:lnTo>
                  <a:lnTo>
                    <a:pt x="12400" y="30196"/>
                  </a:lnTo>
                  <a:lnTo>
                    <a:pt x="7533" y="28167"/>
                  </a:lnTo>
                  <a:lnTo>
                    <a:pt x="2605" y="24922"/>
                  </a:lnTo>
                  <a:lnTo>
                    <a:pt x="1645" y="25455"/>
                  </a:lnTo>
                  <a:lnTo>
                    <a:pt x="269" y="24824"/>
                  </a:lnTo>
                  <a:lnTo>
                    <a:pt x="0" y="22676"/>
                  </a:lnTo>
                  <a:lnTo>
                    <a:pt x="784" y="20875"/>
                  </a:lnTo>
                  <a:lnTo>
                    <a:pt x="160" y="18641"/>
                  </a:lnTo>
                  <a:lnTo>
                    <a:pt x="3753" y="14294"/>
                  </a:lnTo>
                  <a:lnTo>
                    <a:pt x="908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h6998"/>
            <p:cNvSpPr/>
            <p:nvPr/>
          </p:nvSpPr>
          <p:spPr>
            <a:xfrm>
              <a:off x="11018736" y="3255646"/>
              <a:ext cx="18578" cy="32179"/>
            </a:xfrm>
            <a:custGeom>
              <a:avLst/>
              <a:pathLst>
                <a:path w="18578" h="32179">
                  <a:moveTo>
                    <a:pt x="12822" y="1055"/>
                  </a:moveTo>
                  <a:lnTo>
                    <a:pt x="13443" y="3970"/>
                  </a:lnTo>
                  <a:lnTo>
                    <a:pt x="13034" y="5287"/>
                  </a:lnTo>
                  <a:lnTo>
                    <a:pt x="10374" y="6513"/>
                  </a:lnTo>
                  <a:lnTo>
                    <a:pt x="9527" y="9344"/>
                  </a:lnTo>
                  <a:lnTo>
                    <a:pt x="10055" y="11549"/>
                  </a:lnTo>
                  <a:lnTo>
                    <a:pt x="13161" y="10742"/>
                  </a:lnTo>
                  <a:lnTo>
                    <a:pt x="18578" y="13538"/>
                  </a:lnTo>
                  <a:lnTo>
                    <a:pt x="13249" y="27832"/>
                  </a:lnTo>
                  <a:lnTo>
                    <a:pt x="9657" y="32179"/>
                  </a:lnTo>
                  <a:lnTo>
                    <a:pt x="8938" y="31035"/>
                  </a:lnTo>
                  <a:lnTo>
                    <a:pt x="9226" y="26064"/>
                  </a:lnTo>
                  <a:lnTo>
                    <a:pt x="11305" y="21558"/>
                  </a:lnTo>
                  <a:lnTo>
                    <a:pt x="10093" y="16889"/>
                  </a:lnTo>
                  <a:lnTo>
                    <a:pt x="8575" y="14825"/>
                  </a:lnTo>
                  <a:lnTo>
                    <a:pt x="4271" y="15786"/>
                  </a:lnTo>
                  <a:lnTo>
                    <a:pt x="3417" y="14384"/>
                  </a:lnTo>
                  <a:lnTo>
                    <a:pt x="4848" y="12416"/>
                  </a:lnTo>
                  <a:lnTo>
                    <a:pt x="4043" y="11487"/>
                  </a:lnTo>
                  <a:lnTo>
                    <a:pt x="1850" y="12591"/>
                  </a:lnTo>
                  <a:lnTo>
                    <a:pt x="0" y="8831"/>
                  </a:lnTo>
                  <a:lnTo>
                    <a:pt x="456" y="7929"/>
                  </a:lnTo>
                  <a:lnTo>
                    <a:pt x="2904" y="7367"/>
                  </a:lnTo>
                  <a:lnTo>
                    <a:pt x="549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h6999"/>
            <p:cNvSpPr/>
            <p:nvPr/>
          </p:nvSpPr>
          <p:spPr>
            <a:xfrm>
              <a:off x="10914482" y="3184682"/>
              <a:ext cx="23298" cy="43407"/>
            </a:xfrm>
            <a:custGeom>
              <a:avLst/>
              <a:pathLst>
                <a:path w="23298" h="43407">
                  <a:moveTo>
                    <a:pt x="21741" y="164"/>
                  </a:moveTo>
                  <a:lnTo>
                    <a:pt x="21409" y="4569"/>
                  </a:lnTo>
                  <a:lnTo>
                    <a:pt x="20100" y="6435"/>
                  </a:lnTo>
                  <a:lnTo>
                    <a:pt x="18656" y="10954"/>
                  </a:lnTo>
                  <a:lnTo>
                    <a:pt x="17551" y="16720"/>
                  </a:lnTo>
                  <a:lnTo>
                    <a:pt x="19232" y="25718"/>
                  </a:lnTo>
                  <a:lnTo>
                    <a:pt x="23298" y="27980"/>
                  </a:lnTo>
                  <a:lnTo>
                    <a:pt x="21739" y="33611"/>
                  </a:lnTo>
                  <a:lnTo>
                    <a:pt x="18536" y="37070"/>
                  </a:lnTo>
                  <a:lnTo>
                    <a:pt x="18775" y="40607"/>
                  </a:lnTo>
                  <a:lnTo>
                    <a:pt x="17911" y="43119"/>
                  </a:lnTo>
                  <a:lnTo>
                    <a:pt x="16052" y="43407"/>
                  </a:lnTo>
                  <a:lnTo>
                    <a:pt x="10169" y="39419"/>
                  </a:lnTo>
                  <a:lnTo>
                    <a:pt x="4887" y="33786"/>
                  </a:lnTo>
                  <a:lnTo>
                    <a:pt x="3313" y="32971"/>
                  </a:lnTo>
                  <a:lnTo>
                    <a:pt x="1625" y="33125"/>
                  </a:lnTo>
                  <a:lnTo>
                    <a:pt x="0" y="22980"/>
                  </a:lnTo>
                  <a:lnTo>
                    <a:pt x="3123" y="15733"/>
                  </a:lnTo>
                  <a:lnTo>
                    <a:pt x="4469" y="5915"/>
                  </a:lnTo>
                  <a:lnTo>
                    <a:pt x="7221" y="5819"/>
                  </a:lnTo>
                  <a:lnTo>
                    <a:pt x="7586" y="4394"/>
                  </a:lnTo>
                  <a:lnTo>
                    <a:pt x="8335" y="6134"/>
                  </a:lnTo>
                  <a:lnTo>
                    <a:pt x="9851" y="6353"/>
                  </a:lnTo>
                  <a:lnTo>
                    <a:pt x="19521" y="2427"/>
                  </a:lnTo>
                  <a:lnTo>
                    <a:pt x="207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h7000"/>
            <p:cNvSpPr/>
            <p:nvPr/>
          </p:nvSpPr>
          <p:spPr>
            <a:xfrm>
              <a:off x="10903359" y="3133423"/>
              <a:ext cx="38824" cy="36086"/>
            </a:xfrm>
            <a:custGeom>
              <a:avLst/>
              <a:pathLst>
                <a:path w="38824" h="36086">
                  <a:moveTo>
                    <a:pt x="22873" y="3246"/>
                  </a:moveTo>
                  <a:lnTo>
                    <a:pt x="26206" y="4523"/>
                  </a:lnTo>
                  <a:lnTo>
                    <a:pt x="30397" y="2787"/>
                  </a:lnTo>
                  <a:lnTo>
                    <a:pt x="34837" y="3771"/>
                  </a:lnTo>
                  <a:lnTo>
                    <a:pt x="37749" y="5517"/>
                  </a:lnTo>
                  <a:lnTo>
                    <a:pt x="38824" y="11610"/>
                  </a:lnTo>
                  <a:lnTo>
                    <a:pt x="37471" y="19476"/>
                  </a:lnTo>
                  <a:lnTo>
                    <a:pt x="35818" y="24078"/>
                  </a:lnTo>
                  <a:lnTo>
                    <a:pt x="33671" y="26895"/>
                  </a:lnTo>
                  <a:lnTo>
                    <a:pt x="32537" y="36086"/>
                  </a:lnTo>
                  <a:lnTo>
                    <a:pt x="30082" y="35883"/>
                  </a:lnTo>
                  <a:lnTo>
                    <a:pt x="27453" y="34676"/>
                  </a:lnTo>
                  <a:lnTo>
                    <a:pt x="27125" y="32937"/>
                  </a:lnTo>
                  <a:lnTo>
                    <a:pt x="24278" y="30289"/>
                  </a:lnTo>
                  <a:lnTo>
                    <a:pt x="22381" y="33042"/>
                  </a:lnTo>
                  <a:lnTo>
                    <a:pt x="19673" y="29471"/>
                  </a:lnTo>
                  <a:lnTo>
                    <a:pt x="18329" y="25986"/>
                  </a:lnTo>
                  <a:lnTo>
                    <a:pt x="19972" y="25339"/>
                  </a:lnTo>
                  <a:lnTo>
                    <a:pt x="18366" y="17558"/>
                  </a:lnTo>
                  <a:lnTo>
                    <a:pt x="14855" y="12141"/>
                  </a:lnTo>
                  <a:lnTo>
                    <a:pt x="8896" y="11027"/>
                  </a:lnTo>
                  <a:lnTo>
                    <a:pt x="2329" y="12733"/>
                  </a:lnTo>
                  <a:lnTo>
                    <a:pt x="0" y="11952"/>
                  </a:lnTo>
                  <a:lnTo>
                    <a:pt x="278" y="5640"/>
                  </a:lnTo>
                  <a:lnTo>
                    <a:pt x="4064" y="3586"/>
                  </a:lnTo>
                  <a:lnTo>
                    <a:pt x="4316" y="4870"/>
                  </a:lnTo>
                  <a:lnTo>
                    <a:pt x="5974" y="4186"/>
                  </a:lnTo>
                  <a:lnTo>
                    <a:pt x="6518" y="2802"/>
                  </a:lnTo>
                  <a:lnTo>
                    <a:pt x="1321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h7001"/>
            <p:cNvSpPr/>
            <p:nvPr/>
          </p:nvSpPr>
          <p:spPr>
            <a:xfrm>
              <a:off x="10858356" y="3152817"/>
              <a:ext cx="39082" cy="38335"/>
            </a:xfrm>
            <a:custGeom>
              <a:avLst/>
              <a:pathLst>
                <a:path w="39082" h="38335">
                  <a:moveTo>
                    <a:pt x="17641" y="999"/>
                  </a:moveTo>
                  <a:lnTo>
                    <a:pt x="18775" y="3332"/>
                  </a:lnTo>
                  <a:lnTo>
                    <a:pt x="20052" y="10326"/>
                  </a:lnTo>
                  <a:lnTo>
                    <a:pt x="23147" y="10807"/>
                  </a:lnTo>
                  <a:lnTo>
                    <a:pt x="32261" y="8579"/>
                  </a:lnTo>
                  <a:lnTo>
                    <a:pt x="36007" y="8806"/>
                  </a:lnTo>
                  <a:lnTo>
                    <a:pt x="34740" y="15208"/>
                  </a:lnTo>
                  <a:lnTo>
                    <a:pt x="39082" y="13224"/>
                  </a:lnTo>
                  <a:lnTo>
                    <a:pt x="37365" y="23805"/>
                  </a:lnTo>
                  <a:lnTo>
                    <a:pt x="36345" y="25193"/>
                  </a:lnTo>
                  <a:lnTo>
                    <a:pt x="25558" y="29047"/>
                  </a:lnTo>
                  <a:lnTo>
                    <a:pt x="24346" y="33553"/>
                  </a:lnTo>
                  <a:lnTo>
                    <a:pt x="22630" y="35916"/>
                  </a:lnTo>
                  <a:lnTo>
                    <a:pt x="16873" y="38335"/>
                  </a:lnTo>
                  <a:lnTo>
                    <a:pt x="13046" y="37503"/>
                  </a:lnTo>
                  <a:lnTo>
                    <a:pt x="11061" y="35059"/>
                  </a:lnTo>
                  <a:lnTo>
                    <a:pt x="11870" y="32490"/>
                  </a:lnTo>
                  <a:lnTo>
                    <a:pt x="11312" y="29818"/>
                  </a:lnTo>
                  <a:lnTo>
                    <a:pt x="7051" y="30630"/>
                  </a:lnTo>
                  <a:lnTo>
                    <a:pt x="4653" y="31029"/>
                  </a:lnTo>
                  <a:lnTo>
                    <a:pt x="2073" y="28952"/>
                  </a:lnTo>
                  <a:lnTo>
                    <a:pt x="911" y="26954"/>
                  </a:lnTo>
                  <a:lnTo>
                    <a:pt x="0" y="21830"/>
                  </a:lnTo>
                  <a:lnTo>
                    <a:pt x="5430" y="18581"/>
                  </a:lnTo>
                  <a:lnTo>
                    <a:pt x="5423" y="17900"/>
                  </a:lnTo>
                  <a:lnTo>
                    <a:pt x="3298" y="17680"/>
                  </a:lnTo>
                  <a:lnTo>
                    <a:pt x="2577" y="18804"/>
                  </a:lnTo>
                  <a:lnTo>
                    <a:pt x="713" y="16578"/>
                  </a:lnTo>
                  <a:lnTo>
                    <a:pt x="3776" y="13309"/>
                  </a:lnTo>
                  <a:lnTo>
                    <a:pt x="6657" y="12616"/>
                  </a:lnTo>
                  <a:lnTo>
                    <a:pt x="10884" y="4026"/>
                  </a:lnTo>
                  <a:lnTo>
                    <a:pt x="1565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h7002"/>
            <p:cNvSpPr/>
            <p:nvPr/>
          </p:nvSpPr>
          <p:spPr>
            <a:xfrm>
              <a:off x="10948229" y="3204066"/>
              <a:ext cx="40703" cy="42594"/>
            </a:xfrm>
            <a:custGeom>
              <a:avLst/>
              <a:pathLst>
                <a:path w="40703" h="42594">
                  <a:moveTo>
                    <a:pt x="37001" y="53"/>
                  </a:moveTo>
                  <a:lnTo>
                    <a:pt x="38750" y="2270"/>
                  </a:lnTo>
                  <a:lnTo>
                    <a:pt x="40703" y="6780"/>
                  </a:lnTo>
                  <a:lnTo>
                    <a:pt x="38853" y="8170"/>
                  </a:lnTo>
                  <a:lnTo>
                    <a:pt x="36361" y="8712"/>
                  </a:lnTo>
                  <a:lnTo>
                    <a:pt x="33571" y="14390"/>
                  </a:lnTo>
                  <a:lnTo>
                    <a:pt x="29331" y="12518"/>
                  </a:lnTo>
                  <a:lnTo>
                    <a:pt x="27994" y="13019"/>
                  </a:lnTo>
                  <a:lnTo>
                    <a:pt x="29578" y="21808"/>
                  </a:lnTo>
                  <a:lnTo>
                    <a:pt x="30285" y="22436"/>
                  </a:lnTo>
                  <a:lnTo>
                    <a:pt x="34281" y="22023"/>
                  </a:lnTo>
                  <a:lnTo>
                    <a:pt x="37401" y="23926"/>
                  </a:lnTo>
                  <a:lnTo>
                    <a:pt x="38954" y="26471"/>
                  </a:lnTo>
                  <a:lnTo>
                    <a:pt x="39342" y="29458"/>
                  </a:lnTo>
                  <a:lnTo>
                    <a:pt x="38584" y="31638"/>
                  </a:lnTo>
                  <a:lnTo>
                    <a:pt x="34929" y="33484"/>
                  </a:lnTo>
                  <a:lnTo>
                    <a:pt x="33231" y="34155"/>
                  </a:lnTo>
                  <a:lnTo>
                    <a:pt x="31062" y="38466"/>
                  </a:lnTo>
                  <a:lnTo>
                    <a:pt x="30510" y="42594"/>
                  </a:lnTo>
                  <a:lnTo>
                    <a:pt x="27142" y="41813"/>
                  </a:lnTo>
                  <a:lnTo>
                    <a:pt x="26352" y="39562"/>
                  </a:lnTo>
                  <a:lnTo>
                    <a:pt x="17229" y="30662"/>
                  </a:lnTo>
                  <a:lnTo>
                    <a:pt x="4210" y="27756"/>
                  </a:lnTo>
                  <a:lnTo>
                    <a:pt x="2955" y="26789"/>
                  </a:lnTo>
                  <a:lnTo>
                    <a:pt x="1824" y="24479"/>
                  </a:lnTo>
                  <a:lnTo>
                    <a:pt x="454" y="24243"/>
                  </a:lnTo>
                  <a:lnTo>
                    <a:pt x="0" y="25261"/>
                  </a:lnTo>
                  <a:lnTo>
                    <a:pt x="357" y="21644"/>
                  </a:lnTo>
                  <a:lnTo>
                    <a:pt x="1307" y="20393"/>
                  </a:lnTo>
                  <a:lnTo>
                    <a:pt x="10346" y="19864"/>
                  </a:lnTo>
                  <a:lnTo>
                    <a:pt x="17742" y="13815"/>
                  </a:lnTo>
                  <a:lnTo>
                    <a:pt x="19702" y="7379"/>
                  </a:lnTo>
                  <a:lnTo>
                    <a:pt x="20915" y="6733"/>
                  </a:lnTo>
                  <a:lnTo>
                    <a:pt x="23780" y="7683"/>
                  </a:lnTo>
                  <a:lnTo>
                    <a:pt x="28627" y="7705"/>
                  </a:lnTo>
                  <a:lnTo>
                    <a:pt x="30499" y="1843"/>
                  </a:lnTo>
                  <a:lnTo>
                    <a:pt x="3382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h7003"/>
            <p:cNvSpPr/>
            <p:nvPr/>
          </p:nvSpPr>
          <p:spPr>
            <a:xfrm>
              <a:off x="10873535" y="3124208"/>
              <a:ext cx="49796" cy="52903"/>
            </a:xfrm>
            <a:custGeom>
              <a:avLst/>
              <a:pathLst>
                <a:path w="49796" h="52903">
                  <a:moveTo>
                    <a:pt x="40665" y="246"/>
                  </a:moveTo>
                  <a:lnTo>
                    <a:pt x="41916" y="1172"/>
                  </a:lnTo>
                  <a:lnTo>
                    <a:pt x="42339" y="5419"/>
                  </a:lnTo>
                  <a:lnTo>
                    <a:pt x="38733" y="6775"/>
                  </a:lnTo>
                  <a:lnTo>
                    <a:pt x="34984" y="10747"/>
                  </a:lnTo>
                  <a:lnTo>
                    <a:pt x="33888" y="12801"/>
                  </a:lnTo>
                  <a:lnTo>
                    <a:pt x="30102" y="14856"/>
                  </a:lnTo>
                  <a:lnTo>
                    <a:pt x="29824" y="21167"/>
                  </a:lnTo>
                  <a:lnTo>
                    <a:pt x="32153" y="21948"/>
                  </a:lnTo>
                  <a:lnTo>
                    <a:pt x="38720" y="20242"/>
                  </a:lnTo>
                  <a:lnTo>
                    <a:pt x="44679" y="21356"/>
                  </a:lnTo>
                  <a:lnTo>
                    <a:pt x="48190" y="26773"/>
                  </a:lnTo>
                  <a:lnTo>
                    <a:pt x="49796" y="34554"/>
                  </a:lnTo>
                  <a:lnTo>
                    <a:pt x="48153" y="35202"/>
                  </a:lnTo>
                  <a:lnTo>
                    <a:pt x="45259" y="35930"/>
                  </a:lnTo>
                  <a:lnTo>
                    <a:pt x="43665" y="39275"/>
                  </a:lnTo>
                  <a:lnTo>
                    <a:pt x="43246" y="45329"/>
                  </a:lnTo>
                  <a:lnTo>
                    <a:pt x="41238" y="52903"/>
                  </a:lnTo>
                  <a:lnTo>
                    <a:pt x="37714" y="51939"/>
                  </a:lnTo>
                  <a:lnTo>
                    <a:pt x="22186" y="52414"/>
                  </a:lnTo>
                  <a:lnTo>
                    <a:pt x="23902" y="41833"/>
                  </a:lnTo>
                  <a:lnTo>
                    <a:pt x="19561" y="43817"/>
                  </a:lnTo>
                  <a:lnTo>
                    <a:pt x="20827" y="37415"/>
                  </a:lnTo>
                  <a:lnTo>
                    <a:pt x="17081" y="37188"/>
                  </a:lnTo>
                  <a:lnTo>
                    <a:pt x="7968" y="39416"/>
                  </a:lnTo>
                  <a:lnTo>
                    <a:pt x="4873" y="38935"/>
                  </a:lnTo>
                  <a:lnTo>
                    <a:pt x="3595" y="31941"/>
                  </a:lnTo>
                  <a:lnTo>
                    <a:pt x="2462" y="29608"/>
                  </a:lnTo>
                  <a:lnTo>
                    <a:pt x="477" y="28609"/>
                  </a:lnTo>
                  <a:lnTo>
                    <a:pt x="1545" y="17977"/>
                  </a:lnTo>
                  <a:lnTo>
                    <a:pt x="0" y="17048"/>
                  </a:lnTo>
                  <a:lnTo>
                    <a:pt x="1620" y="17306"/>
                  </a:lnTo>
                  <a:lnTo>
                    <a:pt x="3262" y="15981"/>
                  </a:lnTo>
                  <a:lnTo>
                    <a:pt x="3633" y="8899"/>
                  </a:lnTo>
                  <a:lnTo>
                    <a:pt x="2544" y="7398"/>
                  </a:lnTo>
                  <a:lnTo>
                    <a:pt x="2334" y="5018"/>
                  </a:lnTo>
                  <a:lnTo>
                    <a:pt x="5079" y="4373"/>
                  </a:lnTo>
                  <a:lnTo>
                    <a:pt x="10167" y="6942"/>
                  </a:lnTo>
                  <a:lnTo>
                    <a:pt x="21846" y="10429"/>
                  </a:lnTo>
                  <a:lnTo>
                    <a:pt x="22951" y="12951"/>
                  </a:lnTo>
                  <a:lnTo>
                    <a:pt x="27041" y="11991"/>
                  </a:lnTo>
                  <a:lnTo>
                    <a:pt x="29767" y="9168"/>
                  </a:lnTo>
                  <a:lnTo>
                    <a:pt x="33832" y="7994"/>
                  </a:lnTo>
                  <a:lnTo>
                    <a:pt x="37161" y="5911"/>
                  </a:lnTo>
                  <a:lnTo>
                    <a:pt x="37849" y="4944"/>
                  </a:lnTo>
                  <a:lnTo>
                    <a:pt x="37657" y="3130"/>
                  </a:lnTo>
                  <a:lnTo>
                    <a:pt x="3929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h7004"/>
            <p:cNvSpPr/>
            <p:nvPr/>
          </p:nvSpPr>
          <p:spPr>
            <a:xfrm>
              <a:off x="10935897" y="3145034"/>
              <a:ext cx="21632" cy="24475"/>
            </a:xfrm>
            <a:custGeom>
              <a:avLst/>
              <a:pathLst>
                <a:path w="21632" h="24475">
                  <a:moveTo>
                    <a:pt x="7693" y="876"/>
                  </a:moveTo>
                  <a:lnTo>
                    <a:pt x="11431" y="1195"/>
                  </a:lnTo>
                  <a:lnTo>
                    <a:pt x="17265" y="2979"/>
                  </a:lnTo>
                  <a:lnTo>
                    <a:pt x="20725" y="1082"/>
                  </a:lnTo>
                  <a:lnTo>
                    <a:pt x="20402" y="561"/>
                  </a:lnTo>
                  <a:lnTo>
                    <a:pt x="20763" y="834"/>
                  </a:lnTo>
                  <a:lnTo>
                    <a:pt x="21632" y="3970"/>
                  </a:lnTo>
                  <a:lnTo>
                    <a:pt x="20936" y="8700"/>
                  </a:lnTo>
                  <a:lnTo>
                    <a:pt x="19620" y="15539"/>
                  </a:lnTo>
                  <a:lnTo>
                    <a:pt x="16903" y="20422"/>
                  </a:lnTo>
                  <a:lnTo>
                    <a:pt x="9616" y="22776"/>
                  </a:lnTo>
                  <a:lnTo>
                    <a:pt x="7597" y="24215"/>
                  </a:lnTo>
                  <a:lnTo>
                    <a:pt x="0" y="24475"/>
                  </a:lnTo>
                  <a:lnTo>
                    <a:pt x="1133" y="15284"/>
                  </a:lnTo>
                  <a:lnTo>
                    <a:pt x="3281" y="12467"/>
                  </a:lnTo>
                  <a:lnTo>
                    <a:pt x="4933" y="7865"/>
                  </a:lnTo>
                  <a:lnTo>
                    <a:pt x="628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h7005"/>
            <p:cNvSpPr/>
            <p:nvPr/>
          </p:nvSpPr>
          <p:spPr>
            <a:xfrm>
              <a:off x="10976224" y="3187806"/>
              <a:ext cx="22028" cy="40186"/>
            </a:xfrm>
            <a:custGeom>
              <a:avLst/>
              <a:pathLst>
                <a:path w="22028" h="40186">
                  <a:moveTo>
                    <a:pt x="22028" y="6906"/>
                  </a:moveTo>
                  <a:lnTo>
                    <a:pt x="19787" y="13277"/>
                  </a:lnTo>
                  <a:lnTo>
                    <a:pt x="19582" y="17353"/>
                  </a:lnTo>
                  <a:lnTo>
                    <a:pt x="18597" y="19062"/>
                  </a:lnTo>
                  <a:lnTo>
                    <a:pt x="16722" y="19368"/>
                  </a:lnTo>
                  <a:lnTo>
                    <a:pt x="15125" y="20787"/>
                  </a:lnTo>
                  <a:lnTo>
                    <a:pt x="12985" y="24930"/>
                  </a:lnTo>
                  <a:lnTo>
                    <a:pt x="13341" y="26489"/>
                  </a:lnTo>
                  <a:lnTo>
                    <a:pt x="9526" y="30510"/>
                  </a:lnTo>
                  <a:lnTo>
                    <a:pt x="8885" y="33869"/>
                  </a:lnTo>
                  <a:lnTo>
                    <a:pt x="9406" y="40186"/>
                  </a:lnTo>
                  <a:lnTo>
                    <a:pt x="6286" y="38283"/>
                  </a:lnTo>
                  <a:lnTo>
                    <a:pt x="2290" y="38696"/>
                  </a:lnTo>
                  <a:lnTo>
                    <a:pt x="1584" y="38068"/>
                  </a:lnTo>
                  <a:lnTo>
                    <a:pt x="0" y="29278"/>
                  </a:lnTo>
                  <a:lnTo>
                    <a:pt x="1337" y="28778"/>
                  </a:lnTo>
                  <a:lnTo>
                    <a:pt x="5577" y="30650"/>
                  </a:lnTo>
                  <a:lnTo>
                    <a:pt x="8367" y="24972"/>
                  </a:lnTo>
                  <a:lnTo>
                    <a:pt x="10859" y="24430"/>
                  </a:lnTo>
                  <a:lnTo>
                    <a:pt x="12708" y="23040"/>
                  </a:lnTo>
                  <a:lnTo>
                    <a:pt x="10756" y="18530"/>
                  </a:lnTo>
                  <a:lnTo>
                    <a:pt x="9006" y="16313"/>
                  </a:lnTo>
                  <a:lnTo>
                    <a:pt x="5833" y="16259"/>
                  </a:lnTo>
                  <a:lnTo>
                    <a:pt x="7493" y="12989"/>
                  </a:lnTo>
                  <a:lnTo>
                    <a:pt x="9403" y="12459"/>
                  </a:lnTo>
                  <a:lnTo>
                    <a:pt x="13431" y="9632"/>
                  </a:lnTo>
                  <a:lnTo>
                    <a:pt x="16526" y="6339"/>
                  </a:lnTo>
                  <a:lnTo>
                    <a:pt x="16008" y="1041"/>
                  </a:lnTo>
                  <a:lnTo>
                    <a:pt x="1950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h7006"/>
            <p:cNvSpPr/>
            <p:nvPr/>
          </p:nvSpPr>
          <p:spPr>
            <a:xfrm>
              <a:off x="11055717" y="3236295"/>
              <a:ext cx="28019" cy="44517"/>
            </a:xfrm>
            <a:custGeom>
              <a:avLst/>
              <a:pathLst>
                <a:path w="28019" h="44517">
                  <a:moveTo>
                    <a:pt x="20430" y="236"/>
                  </a:moveTo>
                  <a:lnTo>
                    <a:pt x="28019" y="2926"/>
                  </a:lnTo>
                  <a:lnTo>
                    <a:pt x="26029" y="5483"/>
                  </a:lnTo>
                  <a:lnTo>
                    <a:pt x="25469" y="5912"/>
                  </a:lnTo>
                  <a:lnTo>
                    <a:pt x="24877" y="5287"/>
                  </a:lnTo>
                  <a:lnTo>
                    <a:pt x="22300" y="5041"/>
                  </a:lnTo>
                  <a:lnTo>
                    <a:pt x="20315" y="7075"/>
                  </a:lnTo>
                  <a:lnTo>
                    <a:pt x="17924" y="11725"/>
                  </a:lnTo>
                  <a:lnTo>
                    <a:pt x="16329" y="12966"/>
                  </a:lnTo>
                  <a:lnTo>
                    <a:pt x="19676" y="19589"/>
                  </a:lnTo>
                  <a:lnTo>
                    <a:pt x="20083" y="21705"/>
                  </a:lnTo>
                  <a:lnTo>
                    <a:pt x="21083" y="22958"/>
                  </a:lnTo>
                  <a:lnTo>
                    <a:pt x="20883" y="25331"/>
                  </a:lnTo>
                  <a:lnTo>
                    <a:pt x="17348" y="36527"/>
                  </a:lnTo>
                  <a:lnTo>
                    <a:pt x="15926" y="37397"/>
                  </a:lnTo>
                  <a:lnTo>
                    <a:pt x="14204" y="37125"/>
                  </a:lnTo>
                  <a:lnTo>
                    <a:pt x="15513" y="38017"/>
                  </a:lnTo>
                  <a:lnTo>
                    <a:pt x="15378" y="39284"/>
                  </a:lnTo>
                  <a:lnTo>
                    <a:pt x="13896" y="41154"/>
                  </a:lnTo>
                  <a:lnTo>
                    <a:pt x="10799" y="41485"/>
                  </a:lnTo>
                  <a:lnTo>
                    <a:pt x="6920" y="44517"/>
                  </a:lnTo>
                  <a:lnTo>
                    <a:pt x="3271" y="42142"/>
                  </a:lnTo>
                  <a:lnTo>
                    <a:pt x="2544" y="43416"/>
                  </a:lnTo>
                  <a:lnTo>
                    <a:pt x="969" y="42441"/>
                  </a:lnTo>
                  <a:lnTo>
                    <a:pt x="2592" y="39105"/>
                  </a:lnTo>
                  <a:lnTo>
                    <a:pt x="1272" y="35871"/>
                  </a:lnTo>
                  <a:lnTo>
                    <a:pt x="0" y="34801"/>
                  </a:lnTo>
                  <a:lnTo>
                    <a:pt x="1030" y="32614"/>
                  </a:lnTo>
                  <a:lnTo>
                    <a:pt x="867" y="28442"/>
                  </a:lnTo>
                  <a:lnTo>
                    <a:pt x="2256" y="26156"/>
                  </a:lnTo>
                  <a:lnTo>
                    <a:pt x="3554" y="25687"/>
                  </a:lnTo>
                  <a:lnTo>
                    <a:pt x="11170" y="26624"/>
                  </a:lnTo>
                  <a:lnTo>
                    <a:pt x="12522" y="26292"/>
                  </a:lnTo>
                  <a:lnTo>
                    <a:pt x="13556" y="23882"/>
                  </a:lnTo>
                  <a:lnTo>
                    <a:pt x="11487" y="21188"/>
                  </a:lnTo>
                  <a:lnTo>
                    <a:pt x="7749" y="18099"/>
                  </a:lnTo>
                  <a:lnTo>
                    <a:pt x="2710" y="18173"/>
                  </a:lnTo>
                  <a:lnTo>
                    <a:pt x="772" y="16400"/>
                  </a:lnTo>
                  <a:lnTo>
                    <a:pt x="2415" y="12491"/>
                  </a:lnTo>
                  <a:lnTo>
                    <a:pt x="1997" y="8926"/>
                  </a:lnTo>
                  <a:lnTo>
                    <a:pt x="3789" y="7652"/>
                  </a:lnTo>
                  <a:lnTo>
                    <a:pt x="7188" y="8857"/>
                  </a:lnTo>
                  <a:lnTo>
                    <a:pt x="9962" y="8860"/>
                  </a:lnTo>
                  <a:lnTo>
                    <a:pt x="11381" y="7510"/>
                  </a:lnTo>
                  <a:lnTo>
                    <a:pt x="10815" y="6334"/>
                  </a:lnTo>
                  <a:lnTo>
                    <a:pt x="12076" y="5424"/>
                  </a:lnTo>
                  <a:lnTo>
                    <a:pt x="19126" y="7707"/>
                  </a:lnTo>
                  <a:lnTo>
                    <a:pt x="21239" y="3364"/>
                  </a:lnTo>
                  <a:lnTo>
                    <a:pt x="194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h7007"/>
            <p:cNvSpPr/>
            <p:nvPr/>
          </p:nvSpPr>
          <p:spPr>
            <a:xfrm>
              <a:off x="11007984" y="3126854"/>
              <a:ext cx="25357" cy="24356"/>
            </a:xfrm>
            <a:custGeom>
              <a:avLst/>
              <a:pathLst>
                <a:path w="25357" h="24356">
                  <a:moveTo>
                    <a:pt x="13701" y="0"/>
                  </a:moveTo>
                  <a:lnTo>
                    <a:pt x="17847" y="297"/>
                  </a:lnTo>
                  <a:lnTo>
                    <a:pt x="22261" y="199"/>
                  </a:lnTo>
                  <a:lnTo>
                    <a:pt x="24933" y="1777"/>
                  </a:lnTo>
                  <a:lnTo>
                    <a:pt x="25281" y="5887"/>
                  </a:lnTo>
                  <a:lnTo>
                    <a:pt x="24405" y="7685"/>
                  </a:lnTo>
                  <a:lnTo>
                    <a:pt x="25286" y="15015"/>
                  </a:lnTo>
                  <a:lnTo>
                    <a:pt x="25357" y="18165"/>
                  </a:lnTo>
                  <a:lnTo>
                    <a:pt x="20242" y="24356"/>
                  </a:lnTo>
                  <a:lnTo>
                    <a:pt x="18993" y="23144"/>
                  </a:lnTo>
                  <a:lnTo>
                    <a:pt x="14300" y="21424"/>
                  </a:lnTo>
                  <a:lnTo>
                    <a:pt x="11883" y="14859"/>
                  </a:lnTo>
                  <a:lnTo>
                    <a:pt x="12051" y="12407"/>
                  </a:lnTo>
                  <a:lnTo>
                    <a:pt x="12783" y="11641"/>
                  </a:lnTo>
                  <a:lnTo>
                    <a:pt x="18276" y="8413"/>
                  </a:lnTo>
                  <a:lnTo>
                    <a:pt x="19545" y="2641"/>
                  </a:lnTo>
                  <a:lnTo>
                    <a:pt x="18873" y="2263"/>
                  </a:lnTo>
                  <a:lnTo>
                    <a:pt x="14213" y="4055"/>
                  </a:lnTo>
                  <a:lnTo>
                    <a:pt x="12479" y="6990"/>
                  </a:lnTo>
                  <a:lnTo>
                    <a:pt x="8519" y="11135"/>
                  </a:lnTo>
                  <a:lnTo>
                    <a:pt x="3160" y="12957"/>
                  </a:lnTo>
                  <a:lnTo>
                    <a:pt x="2875" y="14432"/>
                  </a:lnTo>
                  <a:lnTo>
                    <a:pt x="744" y="12397"/>
                  </a:lnTo>
                  <a:lnTo>
                    <a:pt x="0" y="7548"/>
                  </a:lnTo>
                  <a:lnTo>
                    <a:pt x="6691" y="257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h7008"/>
            <p:cNvSpPr/>
            <p:nvPr/>
          </p:nvSpPr>
          <p:spPr>
            <a:xfrm>
              <a:off x="11007047" y="3182016"/>
              <a:ext cx="25421" cy="24720"/>
            </a:xfrm>
            <a:custGeom>
              <a:avLst/>
              <a:pathLst>
                <a:path w="25421" h="24720">
                  <a:moveTo>
                    <a:pt x="25421" y="7915"/>
                  </a:moveTo>
                  <a:lnTo>
                    <a:pt x="24927" y="8916"/>
                  </a:lnTo>
                  <a:lnTo>
                    <a:pt x="23088" y="9084"/>
                  </a:lnTo>
                  <a:lnTo>
                    <a:pt x="22780" y="16922"/>
                  </a:lnTo>
                  <a:lnTo>
                    <a:pt x="23886" y="18389"/>
                  </a:lnTo>
                  <a:lnTo>
                    <a:pt x="22067" y="19613"/>
                  </a:lnTo>
                  <a:lnTo>
                    <a:pt x="19539" y="19921"/>
                  </a:lnTo>
                  <a:lnTo>
                    <a:pt x="18722" y="22562"/>
                  </a:lnTo>
                  <a:lnTo>
                    <a:pt x="17602" y="23706"/>
                  </a:lnTo>
                  <a:lnTo>
                    <a:pt x="14685" y="24302"/>
                  </a:lnTo>
                  <a:lnTo>
                    <a:pt x="10146" y="23972"/>
                  </a:lnTo>
                  <a:lnTo>
                    <a:pt x="7068" y="24720"/>
                  </a:lnTo>
                  <a:lnTo>
                    <a:pt x="5243" y="22938"/>
                  </a:lnTo>
                  <a:lnTo>
                    <a:pt x="5973" y="21796"/>
                  </a:lnTo>
                  <a:lnTo>
                    <a:pt x="9676" y="20047"/>
                  </a:lnTo>
                  <a:lnTo>
                    <a:pt x="9603" y="19464"/>
                  </a:lnTo>
                  <a:lnTo>
                    <a:pt x="6305" y="13172"/>
                  </a:lnTo>
                  <a:lnTo>
                    <a:pt x="4519" y="11256"/>
                  </a:lnTo>
                  <a:lnTo>
                    <a:pt x="769" y="10736"/>
                  </a:lnTo>
                  <a:lnTo>
                    <a:pt x="0" y="6563"/>
                  </a:lnTo>
                  <a:lnTo>
                    <a:pt x="5484" y="6580"/>
                  </a:lnTo>
                  <a:lnTo>
                    <a:pt x="8583" y="4617"/>
                  </a:lnTo>
                  <a:lnTo>
                    <a:pt x="10886" y="6440"/>
                  </a:lnTo>
                  <a:lnTo>
                    <a:pt x="12309" y="9388"/>
                  </a:lnTo>
                  <a:lnTo>
                    <a:pt x="8362" y="9847"/>
                  </a:lnTo>
                  <a:lnTo>
                    <a:pt x="7454" y="13699"/>
                  </a:lnTo>
                  <a:lnTo>
                    <a:pt x="10122" y="14466"/>
                  </a:lnTo>
                  <a:lnTo>
                    <a:pt x="12556" y="13776"/>
                  </a:lnTo>
                  <a:lnTo>
                    <a:pt x="12662" y="13092"/>
                  </a:lnTo>
                  <a:lnTo>
                    <a:pt x="17599" y="13403"/>
                  </a:lnTo>
                  <a:lnTo>
                    <a:pt x="14607" y="18346"/>
                  </a:lnTo>
                  <a:lnTo>
                    <a:pt x="15297" y="22501"/>
                  </a:lnTo>
                  <a:lnTo>
                    <a:pt x="17793" y="22543"/>
                  </a:lnTo>
                  <a:lnTo>
                    <a:pt x="19750" y="18427"/>
                  </a:lnTo>
                  <a:lnTo>
                    <a:pt x="19524" y="13693"/>
                  </a:lnTo>
                  <a:lnTo>
                    <a:pt x="18145" y="9221"/>
                  </a:lnTo>
                  <a:lnTo>
                    <a:pt x="15496" y="10910"/>
                  </a:lnTo>
                  <a:lnTo>
                    <a:pt x="14270" y="10614"/>
                  </a:lnTo>
                  <a:lnTo>
                    <a:pt x="14403" y="5729"/>
                  </a:lnTo>
                  <a:lnTo>
                    <a:pt x="17726" y="2649"/>
                  </a:lnTo>
                  <a:lnTo>
                    <a:pt x="20837" y="881"/>
                  </a:lnTo>
                  <a:lnTo>
                    <a:pt x="21310" y="2867"/>
                  </a:lnTo>
                  <a:lnTo>
                    <a:pt x="23050" y="2617"/>
                  </a:lnTo>
                  <a:lnTo>
                    <a:pt x="2380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h7009"/>
            <p:cNvSpPr/>
            <p:nvPr/>
          </p:nvSpPr>
          <p:spPr>
            <a:xfrm>
              <a:off x="10975265" y="3234802"/>
              <a:ext cx="48963" cy="52637"/>
            </a:xfrm>
            <a:custGeom>
              <a:avLst/>
              <a:pathLst>
                <a:path w="48963" h="52637">
                  <a:moveTo>
                    <a:pt x="17849" y="1723"/>
                  </a:moveTo>
                  <a:lnTo>
                    <a:pt x="19679" y="5775"/>
                  </a:lnTo>
                  <a:lnTo>
                    <a:pt x="17464" y="5756"/>
                  </a:lnTo>
                  <a:lnTo>
                    <a:pt x="16207" y="7200"/>
                  </a:lnTo>
                  <a:lnTo>
                    <a:pt x="16707" y="8236"/>
                  </a:lnTo>
                  <a:lnTo>
                    <a:pt x="19995" y="10730"/>
                  </a:lnTo>
                  <a:lnTo>
                    <a:pt x="22888" y="18183"/>
                  </a:lnTo>
                  <a:lnTo>
                    <a:pt x="27970" y="21626"/>
                  </a:lnTo>
                  <a:lnTo>
                    <a:pt x="28663" y="20897"/>
                  </a:lnTo>
                  <a:lnTo>
                    <a:pt x="27587" y="14780"/>
                  </a:lnTo>
                  <a:lnTo>
                    <a:pt x="28554" y="12963"/>
                  </a:lnTo>
                  <a:lnTo>
                    <a:pt x="31084" y="12751"/>
                  </a:lnTo>
                  <a:lnTo>
                    <a:pt x="35452" y="14678"/>
                  </a:lnTo>
                  <a:lnTo>
                    <a:pt x="45787" y="9716"/>
                  </a:lnTo>
                  <a:lnTo>
                    <a:pt x="47793" y="13228"/>
                  </a:lnTo>
                  <a:lnTo>
                    <a:pt x="45371" y="17291"/>
                  </a:lnTo>
                  <a:lnTo>
                    <a:pt x="44614" y="20777"/>
                  </a:lnTo>
                  <a:lnTo>
                    <a:pt x="48963" y="20844"/>
                  </a:lnTo>
                  <a:lnTo>
                    <a:pt x="46375" y="28211"/>
                  </a:lnTo>
                  <a:lnTo>
                    <a:pt x="43927" y="28774"/>
                  </a:lnTo>
                  <a:lnTo>
                    <a:pt x="43471" y="29675"/>
                  </a:lnTo>
                  <a:lnTo>
                    <a:pt x="45321" y="33435"/>
                  </a:lnTo>
                  <a:lnTo>
                    <a:pt x="47514" y="32331"/>
                  </a:lnTo>
                  <a:lnTo>
                    <a:pt x="48319" y="33260"/>
                  </a:lnTo>
                  <a:lnTo>
                    <a:pt x="46888" y="35229"/>
                  </a:lnTo>
                  <a:lnTo>
                    <a:pt x="39353" y="34532"/>
                  </a:lnTo>
                  <a:lnTo>
                    <a:pt x="37080" y="35607"/>
                  </a:lnTo>
                  <a:lnTo>
                    <a:pt x="35360" y="39006"/>
                  </a:lnTo>
                  <a:lnTo>
                    <a:pt x="32098" y="39770"/>
                  </a:lnTo>
                  <a:lnTo>
                    <a:pt x="32315" y="41142"/>
                  </a:lnTo>
                  <a:lnTo>
                    <a:pt x="31577" y="40617"/>
                  </a:lnTo>
                  <a:lnTo>
                    <a:pt x="21652" y="44898"/>
                  </a:lnTo>
                  <a:lnTo>
                    <a:pt x="21298" y="47665"/>
                  </a:lnTo>
                  <a:lnTo>
                    <a:pt x="19279" y="50502"/>
                  </a:lnTo>
                  <a:lnTo>
                    <a:pt x="15931" y="52637"/>
                  </a:lnTo>
                  <a:lnTo>
                    <a:pt x="12775" y="52526"/>
                  </a:lnTo>
                  <a:lnTo>
                    <a:pt x="11947" y="50597"/>
                  </a:lnTo>
                  <a:lnTo>
                    <a:pt x="14819" y="48621"/>
                  </a:lnTo>
                  <a:lnTo>
                    <a:pt x="15197" y="43431"/>
                  </a:lnTo>
                  <a:lnTo>
                    <a:pt x="10996" y="42106"/>
                  </a:lnTo>
                  <a:lnTo>
                    <a:pt x="10475" y="39315"/>
                  </a:lnTo>
                  <a:lnTo>
                    <a:pt x="3492" y="38931"/>
                  </a:lnTo>
                  <a:lnTo>
                    <a:pt x="2132" y="34938"/>
                  </a:lnTo>
                  <a:lnTo>
                    <a:pt x="0" y="36245"/>
                  </a:lnTo>
                  <a:lnTo>
                    <a:pt x="7802" y="25443"/>
                  </a:lnTo>
                  <a:lnTo>
                    <a:pt x="11863" y="21143"/>
                  </a:lnTo>
                  <a:lnTo>
                    <a:pt x="6822" y="16222"/>
                  </a:lnTo>
                  <a:lnTo>
                    <a:pt x="5237" y="15823"/>
                  </a:lnTo>
                  <a:lnTo>
                    <a:pt x="3474" y="11859"/>
                  </a:lnTo>
                  <a:lnTo>
                    <a:pt x="4026" y="7730"/>
                  </a:lnTo>
                  <a:lnTo>
                    <a:pt x="6196" y="3419"/>
                  </a:lnTo>
                  <a:lnTo>
                    <a:pt x="7893" y="2749"/>
                  </a:lnTo>
                  <a:lnTo>
                    <a:pt x="8315" y="3378"/>
                  </a:lnTo>
                  <a:lnTo>
                    <a:pt x="16553" y="1208"/>
                  </a:lnTo>
                  <a:lnTo>
                    <a:pt x="16859" y="600"/>
                  </a:lnTo>
                  <a:lnTo>
                    <a:pt x="1880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h7010"/>
            <p:cNvSpPr/>
            <p:nvPr/>
          </p:nvSpPr>
          <p:spPr>
            <a:xfrm>
              <a:off x="10991473" y="3204842"/>
              <a:ext cx="26844" cy="37831"/>
            </a:xfrm>
            <a:custGeom>
              <a:avLst/>
              <a:pathLst>
                <a:path w="26844" h="37831">
                  <a:moveTo>
                    <a:pt x="19993" y="1093"/>
                  </a:moveTo>
                  <a:lnTo>
                    <a:pt x="18421" y="1909"/>
                  </a:lnTo>
                  <a:lnTo>
                    <a:pt x="17802" y="3194"/>
                  </a:lnTo>
                  <a:lnTo>
                    <a:pt x="19232" y="3956"/>
                  </a:lnTo>
                  <a:lnTo>
                    <a:pt x="21961" y="3530"/>
                  </a:lnTo>
                  <a:lnTo>
                    <a:pt x="23588" y="6848"/>
                  </a:lnTo>
                  <a:lnTo>
                    <a:pt x="22197" y="7755"/>
                  </a:lnTo>
                  <a:lnTo>
                    <a:pt x="21369" y="7069"/>
                  </a:lnTo>
                  <a:lnTo>
                    <a:pt x="20607" y="8005"/>
                  </a:lnTo>
                  <a:lnTo>
                    <a:pt x="20051" y="11467"/>
                  </a:lnTo>
                  <a:lnTo>
                    <a:pt x="19810" y="14791"/>
                  </a:lnTo>
                  <a:lnTo>
                    <a:pt x="21606" y="19301"/>
                  </a:lnTo>
                  <a:lnTo>
                    <a:pt x="21473" y="20380"/>
                  </a:lnTo>
                  <a:lnTo>
                    <a:pt x="25523" y="25177"/>
                  </a:lnTo>
                  <a:lnTo>
                    <a:pt x="25496" y="27342"/>
                  </a:lnTo>
                  <a:lnTo>
                    <a:pt x="26844" y="30124"/>
                  </a:lnTo>
                  <a:lnTo>
                    <a:pt x="23111" y="25942"/>
                  </a:lnTo>
                  <a:lnTo>
                    <a:pt x="21693" y="25276"/>
                  </a:lnTo>
                  <a:lnTo>
                    <a:pt x="19965" y="26921"/>
                  </a:lnTo>
                  <a:lnTo>
                    <a:pt x="19342" y="28858"/>
                  </a:lnTo>
                  <a:lnTo>
                    <a:pt x="12655" y="27416"/>
                  </a:lnTo>
                  <a:lnTo>
                    <a:pt x="9345" y="29433"/>
                  </a:lnTo>
                  <a:lnTo>
                    <a:pt x="5463" y="33344"/>
                  </a:lnTo>
                  <a:lnTo>
                    <a:pt x="5811" y="34008"/>
                  </a:lnTo>
                  <a:lnTo>
                    <a:pt x="9301" y="32850"/>
                  </a:lnTo>
                  <a:lnTo>
                    <a:pt x="10931" y="34741"/>
                  </a:lnTo>
                  <a:lnTo>
                    <a:pt x="12211" y="37831"/>
                  </a:lnTo>
                  <a:lnTo>
                    <a:pt x="9399" y="37691"/>
                  </a:lnTo>
                  <a:lnTo>
                    <a:pt x="6124" y="35733"/>
                  </a:lnTo>
                  <a:lnTo>
                    <a:pt x="3471" y="35735"/>
                  </a:lnTo>
                  <a:lnTo>
                    <a:pt x="1641" y="31683"/>
                  </a:lnTo>
                  <a:lnTo>
                    <a:pt x="2591" y="29959"/>
                  </a:lnTo>
                  <a:lnTo>
                    <a:pt x="651" y="30560"/>
                  </a:lnTo>
                  <a:lnTo>
                    <a:pt x="0" y="26231"/>
                  </a:lnTo>
                  <a:lnTo>
                    <a:pt x="1198" y="22774"/>
                  </a:lnTo>
                  <a:lnTo>
                    <a:pt x="10451" y="11703"/>
                  </a:lnTo>
                  <a:lnTo>
                    <a:pt x="13128" y="5232"/>
                  </a:lnTo>
                  <a:lnTo>
                    <a:pt x="13316" y="4175"/>
                  </a:lnTo>
                  <a:lnTo>
                    <a:pt x="11079" y="519"/>
                  </a:lnTo>
                  <a:lnTo>
                    <a:pt x="1512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h7011"/>
            <p:cNvSpPr/>
            <p:nvPr/>
          </p:nvSpPr>
          <p:spPr>
            <a:xfrm>
              <a:off x="11028263" y="3220531"/>
              <a:ext cx="48693" cy="54468"/>
            </a:xfrm>
            <a:custGeom>
              <a:avLst/>
              <a:pathLst>
                <a:path w="48693" h="54468">
                  <a:moveTo>
                    <a:pt x="30824" y="1814"/>
                  </a:moveTo>
                  <a:lnTo>
                    <a:pt x="30463" y="9561"/>
                  </a:lnTo>
                  <a:lnTo>
                    <a:pt x="34974" y="9974"/>
                  </a:lnTo>
                  <a:lnTo>
                    <a:pt x="38448" y="10753"/>
                  </a:lnTo>
                  <a:lnTo>
                    <a:pt x="38866" y="11695"/>
                  </a:lnTo>
                  <a:lnTo>
                    <a:pt x="44812" y="13756"/>
                  </a:lnTo>
                  <a:lnTo>
                    <a:pt x="46922" y="15763"/>
                  </a:lnTo>
                  <a:lnTo>
                    <a:pt x="48693" y="19128"/>
                  </a:lnTo>
                  <a:lnTo>
                    <a:pt x="46580" y="23471"/>
                  </a:lnTo>
                  <a:lnTo>
                    <a:pt x="39530" y="21188"/>
                  </a:lnTo>
                  <a:lnTo>
                    <a:pt x="38269" y="22097"/>
                  </a:lnTo>
                  <a:lnTo>
                    <a:pt x="38835" y="23274"/>
                  </a:lnTo>
                  <a:lnTo>
                    <a:pt x="37416" y="24624"/>
                  </a:lnTo>
                  <a:lnTo>
                    <a:pt x="34642" y="24620"/>
                  </a:lnTo>
                  <a:lnTo>
                    <a:pt x="31243" y="23415"/>
                  </a:lnTo>
                  <a:lnTo>
                    <a:pt x="29451" y="24689"/>
                  </a:lnTo>
                  <a:lnTo>
                    <a:pt x="29869" y="28255"/>
                  </a:lnTo>
                  <a:lnTo>
                    <a:pt x="28226" y="32164"/>
                  </a:lnTo>
                  <a:lnTo>
                    <a:pt x="30164" y="33937"/>
                  </a:lnTo>
                  <a:lnTo>
                    <a:pt x="35203" y="33863"/>
                  </a:lnTo>
                  <a:lnTo>
                    <a:pt x="38941" y="36952"/>
                  </a:lnTo>
                  <a:lnTo>
                    <a:pt x="41010" y="39646"/>
                  </a:lnTo>
                  <a:lnTo>
                    <a:pt x="39976" y="42056"/>
                  </a:lnTo>
                  <a:lnTo>
                    <a:pt x="38624" y="42387"/>
                  </a:lnTo>
                  <a:lnTo>
                    <a:pt x="31008" y="41451"/>
                  </a:lnTo>
                  <a:lnTo>
                    <a:pt x="29710" y="41920"/>
                  </a:lnTo>
                  <a:lnTo>
                    <a:pt x="28321" y="44206"/>
                  </a:lnTo>
                  <a:lnTo>
                    <a:pt x="28484" y="48378"/>
                  </a:lnTo>
                  <a:lnTo>
                    <a:pt x="27454" y="50565"/>
                  </a:lnTo>
                  <a:lnTo>
                    <a:pt x="24991" y="50613"/>
                  </a:lnTo>
                  <a:lnTo>
                    <a:pt x="24944" y="53067"/>
                  </a:lnTo>
                  <a:lnTo>
                    <a:pt x="25843" y="53328"/>
                  </a:lnTo>
                  <a:lnTo>
                    <a:pt x="25825" y="54015"/>
                  </a:lnTo>
                  <a:lnTo>
                    <a:pt x="24111" y="54468"/>
                  </a:lnTo>
                  <a:lnTo>
                    <a:pt x="9051" y="48652"/>
                  </a:lnTo>
                  <a:lnTo>
                    <a:pt x="3634" y="45856"/>
                  </a:lnTo>
                  <a:lnTo>
                    <a:pt x="528" y="46663"/>
                  </a:lnTo>
                  <a:lnTo>
                    <a:pt x="0" y="44458"/>
                  </a:lnTo>
                  <a:lnTo>
                    <a:pt x="847" y="41628"/>
                  </a:lnTo>
                  <a:lnTo>
                    <a:pt x="3507" y="40401"/>
                  </a:lnTo>
                  <a:lnTo>
                    <a:pt x="3916" y="39084"/>
                  </a:lnTo>
                  <a:lnTo>
                    <a:pt x="5592" y="35954"/>
                  </a:lnTo>
                  <a:lnTo>
                    <a:pt x="6931" y="35715"/>
                  </a:lnTo>
                  <a:lnTo>
                    <a:pt x="7680" y="36909"/>
                  </a:lnTo>
                  <a:lnTo>
                    <a:pt x="9965" y="36783"/>
                  </a:lnTo>
                  <a:lnTo>
                    <a:pt x="9726" y="29863"/>
                  </a:lnTo>
                  <a:lnTo>
                    <a:pt x="8804" y="28955"/>
                  </a:lnTo>
                  <a:lnTo>
                    <a:pt x="11603" y="30716"/>
                  </a:lnTo>
                  <a:lnTo>
                    <a:pt x="17629" y="28544"/>
                  </a:lnTo>
                  <a:lnTo>
                    <a:pt x="23508" y="22747"/>
                  </a:lnTo>
                  <a:lnTo>
                    <a:pt x="23777" y="20318"/>
                  </a:lnTo>
                  <a:lnTo>
                    <a:pt x="25568" y="18088"/>
                  </a:lnTo>
                  <a:lnTo>
                    <a:pt x="30197" y="19713"/>
                  </a:lnTo>
                  <a:lnTo>
                    <a:pt x="31114" y="19151"/>
                  </a:lnTo>
                  <a:lnTo>
                    <a:pt x="31184" y="16849"/>
                  </a:lnTo>
                  <a:lnTo>
                    <a:pt x="30904" y="16116"/>
                  </a:lnTo>
                  <a:lnTo>
                    <a:pt x="24975" y="14027"/>
                  </a:lnTo>
                  <a:lnTo>
                    <a:pt x="24474" y="9480"/>
                  </a:lnTo>
                  <a:lnTo>
                    <a:pt x="27242" y="6854"/>
                  </a:lnTo>
                  <a:lnTo>
                    <a:pt x="24920" y="4012"/>
                  </a:lnTo>
                  <a:lnTo>
                    <a:pt x="26893" y="1135"/>
                  </a:lnTo>
                  <a:lnTo>
                    <a:pt x="286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h7012"/>
            <p:cNvSpPr/>
            <p:nvPr/>
          </p:nvSpPr>
          <p:spPr>
            <a:xfrm>
              <a:off x="11002914" y="3294106"/>
              <a:ext cx="43296" cy="27884"/>
            </a:xfrm>
            <a:custGeom>
              <a:avLst/>
              <a:pathLst>
                <a:path w="43296" h="27884">
                  <a:moveTo>
                    <a:pt x="27924" y="0"/>
                  </a:moveTo>
                  <a:lnTo>
                    <a:pt x="32851" y="3245"/>
                  </a:lnTo>
                  <a:lnTo>
                    <a:pt x="37718" y="5273"/>
                  </a:lnTo>
                  <a:lnTo>
                    <a:pt x="38767" y="11118"/>
                  </a:lnTo>
                  <a:lnTo>
                    <a:pt x="41140" y="10963"/>
                  </a:lnTo>
                  <a:lnTo>
                    <a:pt x="42200" y="11652"/>
                  </a:lnTo>
                  <a:lnTo>
                    <a:pt x="42347" y="13466"/>
                  </a:lnTo>
                  <a:lnTo>
                    <a:pt x="42166" y="14812"/>
                  </a:lnTo>
                  <a:lnTo>
                    <a:pt x="43296" y="17252"/>
                  </a:lnTo>
                  <a:lnTo>
                    <a:pt x="41463" y="19918"/>
                  </a:lnTo>
                  <a:lnTo>
                    <a:pt x="37711" y="25184"/>
                  </a:lnTo>
                  <a:lnTo>
                    <a:pt x="31383" y="24709"/>
                  </a:lnTo>
                  <a:lnTo>
                    <a:pt x="25509" y="27884"/>
                  </a:lnTo>
                  <a:lnTo>
                    <a:pt x="25105" y="27585"/>
                  </a:lnTo>
                  <a:lnTo>
                    <a:pt x="24667" y="22593"/>
                  </a:lnTo>
                  <a:lnTo>
                    <a:pt x="25198" y="20346"/>
                  </a:lnTo>
                  <a:lnTo>
                    <a:pt x="28395" y="19931"/>
                  </a:lnTo>
                  <a:lnTo>
                    <a:pt x="28425" y="15155"/>
                  </a:lnTo>
                  <a:lnTo>
                    <a:pt x="27276" y="9176"/>
                  </a:lnTo>
                  <a:lnTo>
                    <a:pt x="23304" y="7083"/>
                  </a:lnTo>
                  <a:lnTo>
                    <a:pt x="21530" y="7041"/>
                  </a:lnTo>
                  <a:lnTo>
                    <a:pt x="21727" y="11560"/>
                  </a:lnTo>
                  <a:lnTo>
                    <a:pt x="16169" y="14592"/>
                  </a:lnTo>
                  <a:lnTo>
                    <a:pt x="16247" y="15628"/>
                  </a:lnTo>
                  <a:lnTo>
                    <a:pt x="19287" y="17452"/>
                  </a:lnTo>
                  <a:lnTo>
                    <a:pt x="19634" y="21648"/>
                  </a:lnTo>
                  <a:lnTo>
                    <a:pt x="11856" y="23289"/>
                  </a:lnTo>
                  <a:lnTo>
                    <a:pt x="13096" y="25307"/>
                  </a:lnTo>
                  <a:lnTo>
                    <a:pt x="3173" y="16554"/>
                  </a:lnTo>
                  <a:lnTo>
                    <a:pt x="0" y="12371"/>
                  </a:lnTo>
                  <a:lnTo>
                    <a:pt x="6885" y="10560"/>
                  </a:lnTo>
                  <a:lnTo>
                    <a:pt x="11181" y="7850"/>
                  </a:lnTo>
                  <a:lnTo>
                    <a:pt x="12704" y="10687"/>
                  </a:lnTo>
                  <a:lnTo>
                    <a:pt x="17717" y="9459"/>
                  </a:lnTo>
                  <a:lnTo>
                    <a:pt x="18659" y="5925"/>
                  </a:lnTo>
                  <a:lnTo>
                    <a:pt x="20777" y="3575"/>
                  </a:lnTo>
                  <a:lnTo>
                    <a:pt x="24588" y="2693"/>
                  </a:lnTo>
                  <a:lnTo>
                    <a:pt x="26963" y="53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h7013"/>
            <p:cNvSpPr/>
            <p:nvPr/>
          </p:nvSpPr>
          <p:spPr>
            <a:xfrm>
              <a:off x="11007363" y="3269334"/>
              <a:ext cx="22677" cy="35459"/>
            </a:xfrm>
            <a:custGeom>
              <a:avLst/>
              <a:pathLst>
                <a:path w="22677" h="35459">
                  <a:moveTo>
                    <a:pt x="14789" y="696"/>
                  </a:moveTo>
                  <a:lnTo>
                    <a:pt x="15643" y="2097"/>
                  </a:lnTo>
                  <a:lnTo>
                    <a:pt x="19947" y="1136"/>
                  </a:lnTo>
                  <a:lnTo>
                    <a:pt x="21466" y="3201"/>
                  </a:lnTo>
                  <a:lnTo>
                    <a:pt x="22677" y="7869"/>
                  </a:lnTo>
                  <a:lnTo>
                    <a:pt x="20598" y="12375"/>
                  </a:lnTo>
                  <a:lnTo>
                    <a:pt x="20310" y="17347"/>
                  </a:lnTo>
                  <a:lnTo>
                    <a:pt x="21029" y="18490"/>
                  </a:lnTo>
                  <a:lnTo>
                    <a:pt x="21653" y="20724"/>
                  </a:lnTo>
                  <a:lnTo>
                    <a:pt x="20868" y="22525"/>
                  </a:lnTo>
                  <a:lnTo>
                    <a:pt x="21137" y="24673"/>
                  </a:lnTo>
                  <a:lnTo>
                    <a:pt x="22514" y="25304"/>
                  </a:lnTo>
                  <a:lnTo>
                    <a:pt x="20139" y="27465"/>
                  </a:lnTo>
                  <a:lnTo>
                    <a:pt x="16327" y="28346"/>
                  </a:lnTo>
                  <a:lnTo>
                    <a:pt x="14209" y="30697"/>
                  </a:lnTo>
                  <a:lnTo>
                    <a:pt x="13267" y="34231"/>
                  </a:lnTo>
                  <a:lnTo>
                    <a:pt x="8254" y="35459"/>
                  </a:lnTo>
                  <a:lnTo>
                    <a:pt x="6732" y="32622"/>
                  </a:lnTo>
                  <a:lnTo>
                    <a:pt x="14478" y="29341"/>
                  </a:lnTo>
                  <a:lnTo>
                    <a:pt x="7910" y="19380"/>
                  </a:lnTo>
                  <a:lnTo>
                    <a:pt x="5605" y="18009"/>
                  </a:lnTo>
                  <a:lnTo>
                    <a:pt x="1328" y="17531"/>
                  </a:lnTo>
                  <a:lnTo>
                    <a:pt x="2263" y="14159"/>
                  </a:lnTo>
                  <a:lnTo>
                    <a:pt x="2255" y="9706"/>
                  </a:lnTo>
                  <a:lnTo>
                    <a:pt x="1270" y="7303"/>
                  </a:lnTo>
                  <a:lnTo>
                    <a:pt x="216" y="6609"/>
                  </a:lnTo>
                  <a:lnTo>
                    <a:pt x="0" y="5237"/>
                  </a:lnTo>
                  <a:lnTo>
                    <a:pt x="3261" y="4473"/>
                  </a:lnTo>
                  <a:lnTo>
                    <a:pt x="4981" y="1074"/>
                  </a:lnTo>
                  <a:lnTo>
                    <a:pt x="725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h7014"/>
            <p:cNvSpPr/>
            <p:nvPr/>
          </p:nvSpPr>
          <p:spPr>
            <a:xfrm>
              <a:off x="10995168" y="3143572"/>
              <a:ext cx="20538" cy="29335"/>
            </a:xfrm>
            <a:custGeom>
              <a:avLst/>
              <a:pathLst>
                <a:path w="20538" h="29335">
                  <a:moveTo>
                    <a:pt x="17005" y="6414"/>
                  </a:moveTo>
                  <a:lnTo>
                    <a:pt x="18411" y="13676"/>
                  </a:lnTo>
                  <a:lnTo>
                    <a:pt x="20538" y="17054"/>
                  </a:lnTo>
                  <a:lnTo>
                    <a:pt x="15638" y="20031"/>
                  </a:lnTo>
                  <a:lnTo>
                    <a:pt x="5087" y="23276"/>
                  </a:lnTo>
                  <a:lnTo>
                    <a:pt x="3970" y="28772"/>
                  </a:lnTo>
                  <a:lnTo>
                    <a:pt x="984" y="29335"/>
                  </a:lnTo>
                  <a:lnTo>
                    <a:pt x="0" y="24424"/>
                  </a:lnTo>
                  <a:lnTo>
                    <a:pt x="2871" y="22046"/>
                  </a:lnTo>
                  <a:lnTo>
                    <a:pt x="674" y="20785"/>
                  </a:lnTo>
                  <a:lnTo>
                    <a:pt x="718" y="18975"/>
                  </a:lnTo>
                  <a:lnTo>
                    <a:pt x="1723" y="16720"/>
                  </a:lnTo>
                  <a:lnTo>
                    <a:pt x="4510" y="15067"/>
                  </a:lnTo>
                  <a:lnTo>
                    <a:pt x="5185" y="12095"/>
                  </a:lnTo>
                  <a:lnTo>
                    <a:pt x="4743" y="8496"/>
                  </a:lnTo>
                  <a:lnTo>
                    <a:pt x="10081" y="3558"/>
                  </a:lnTo>
                  <a:lnTo>
                    <a:pt x="16600" y="956"/>
                  </a:lnTo>
                  <a:lnTo>
                    <a:pt x="1722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h7015"/>
            <p:cNvSpPr/>
            <p:nvPr/>
          </p:nvSpPr>
          <p:spPr>
            <a:xfrm>
              <a:off x="10761020" y="3024404"/>
              <a:ext cx="42810" cy="58401"/>
            </a:xfrm>
            <a:custGeom>
              <a:avLst/>
              <a:pathLst>
                <a:path w="42810" h="58401">
                  <a:moveTo>
                    <a:pt x="24150" y="3346"/>
                  </a:moveTo>
                  <a:lnTo>
                    <a:pt x="29572" y="5984"/>
                  </a:lnTo>
                  <a:lnTo>
                    <a:pt x="29487" y="5040"/>
                  </a:lnTo>
                  <a:lnTo>
                    <a:pt x="33640" y="6576"/>
                  </a:lnTo>
                  <a:lnTo>
                    <a:pt x="36469" y="10707"/>
                  </a:lnTo>
                  <a:lnTo>
                    <a:pt x="37896" y="10873"/>
                  </a:lnTo>
                  <a:lnTo>
                    <a:pt x="41787" y="13217"/>
                  </a:lnTo>
                  <a:lnTo>
                    <a:pt x="42810" y="14513"/>
                  </a:lnTo>
                  <a:lnTo>
                    <a:pt x="41126" y="16070"/>
                  </a:lnTo>
                  <a:lnTo>
                    <a:pt x="40053" y="21922"/>
                  </a:lnTo>
                  <a:lnTo>
                    <a:pt x="36487" y="23797"/>
                  </a:lnTo>
                  <a:lnTo>
                    <a:pt x="35391" y="28311"/>
                  </a:lnTo>
                  <a:lnTo>
                    <a:pt x="37073" y="31774"/>
                  </a:lnTo>
                  <a:lnTo>
                    <a:pt x="37402" y="33148"/>
                  </a:lnTo>
                  <a:lnTo>
                    <a:pt x="35148" y="41318"/>
                  </a:lnTo>
                  <a:lnTo>
                    <a:pt x="32285" y="45316"/>
                  </a:lnTo>
                  <a:lnTo>
                    <a:pt x="34092" y="48205"/>
                  </a:lnTo>
                  <a:lnTo>
                    <a:pt x="33787" y="50329"/>
                  </a:lnTo>
                  <a:lnTo>
                    <a:pt x="31572" y="54764"/>
                  </a:lnTo>
                  <a:lnTo>
                    <a:pt x="30850" y="54331"/>
                  </a:lnTo>
                  <a:lnTo>
                    <a:pt x="27887" y="58401"/>
                  </a:lnTo>
                  <a:lnTo>
                    <a:pt x="24120" y="56298"/>
                  </a:lnTo>
                  <a:lnTo>
                    <a:pt x="19408" y="53508"/>
                  </a:lnTo>
                  <a:lnTo>
                    <a:pt x="16992" y="50391"/>
                  </a:lnTo>
                  <a:lnTo>
                    <a:pt x="6493" y="44132"/>
                  </a:lnTo>
                  <a:lnTo>
                    <a:pt x="4097" y="39008"/>
                  </a:lnTo>
                  <a:lnTo>
                    <a:pt x="5570" y="29402"/>
                  </a:lnTo>
                  <a:lnTo>
                    <a:pt x="4114" y="24493"/>
                  </a:lnTo>
                  <a:lnTo>
                    <a:pt x="1034" y="17383"/>
                  </a:lnTo>
                  <a:lnTo>
                    <a:pt x="271" y="16975"/>
                  </a:lnTo>
                  <a:lnTo>
                    <a:pt x="0" y="12415"/>
                  </a:lnTo>
                  <a:lnTo>
                    <a:pt x="1850" y="10359"/>
                  </a:lnTo>
                  <a:lnTo>
                    <a:pt x="923" y="7532"/>
                  </a:lnTo>
                  <a:lnTo>
                    <a:pt x="767" y="6492"/>
                  </a:lnTo>
                  <a:lnTo>
                    <a:pt x="2426" y="3428"/>
                  </a:lnTo>
                  <a:lnTo>
                    <a:pt x="5604" y="2404"/>
                  </a:lnTo>
                  <a:lnTo>
                    <a:pt x="10096" y="6211"/>
                  </a:lnTo>
                  <a:lnTo>
                    <a:pt x="10561" y="10908"/>
                  </a:lnTo>
                  <a:lnTo>
                    <a:pt x="11672" y="11170"/>
                  </a:lnTo>
                  <a:lnTo>
                    <a:pt x="19970" y="2425"/>
                  </a:lnTo>
                  <a:lnTo>
                    <a:pt x="2098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h7016"/>
            <p:cNvSpPr/>
            <p:nvPr/>
          </p:nvSpPr>
          <p:spPr>
            <a:xfrm>
              <a:off x="10870360" y="3063013"/>
              <a:ext cx="17138" cy="21223"/>
            </a:xfrm>
            <a:custGeom>
              <a:avLst/>
              <a:pathLst>
                <a:path w="17138" h="21223">
                  <a:moveTo>
                    <a:pt x="12900" y="2000"/>
                  </a:moveTo>
                  <a:lnTo>
                    <a:pt x="17138" y="10575"/>
                  </a:lnTo>
                  <a:lnTo>
                    <a:pt x="14630" y="15691"/>
                  </a:lnTo>
                  <a:lnTo>
                    <a:pt x="15935" y="16620"/>
                  </a:lnTo>
                  <a:lnTo>
                    <a:pt x="15499" y="17743"/>
                  </a:lnTo>
                  <a:lnTo>
                    <a:pt x="9648" y="21223"/>
                  </a:lnTo>
                  <a:lnTo>
                    <a:pt x="5157" y="19984"/>
                  </a:lnTo>
                  <a:lnTo>
                    <a:pt x="3235" y="17674"/>
                  </a:lnTo>
                  <a:lnTo>
                    <a:pt x="1956" y="14395"/>
                  </a:lnTo>
                  <a:lnTo>
                    <a:pt x="766" y="13955"/>
                  </a:lnTo>
                  <a:lnTo>
                    <a:pt x="1056" y="13106"/>
                  </a:lnTo>
                  <a:lnTo>
                    <a:pt x="0" y="10374"/>
                  </a:lnTo>
                  <a:lnTo>
                    <a:pt x="1506" y="5476"/>
                  </a:lnTo>
                  <a:lnTo>
                    <a:pt x="3010" y="3279"/>
                  </a:lnTo>
                  <a:lnTo>
                    <a:pt x="5947" y="891"/>
                  </a:lnTo>
                  <a:lnTo>
                    <a:pt x="882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h7017"/>
            <p:cNvSpPr/>
            <p:nvPr/>
          </p:nvSpPr>
          <p:spPr>
            <a:xfrm>
              <a:off x="10878155" y="3046797"/>
              <a:ext cx="39572" cy="38201"/>
            </a:xfrm>
            <a:custGeom>
              <a:avLst/>
              <a:pathLst>
                <a:path w="39572" h="38201">
                  <a:moveTo>
                    <a:pt x="32738" y="0"/>
                  </a:moveTo>
                  <a:lnTo>
                    <a:pt x="34677" y="4840"/>
                  </a:lnTo>
                  <a:lnTo>
                    <a:pt x="38776" y="11297"/>
                  </a:lnTo>
                  <a:lnTo>
                    <a:pt x="39572" y="14485"/>
                  </a:lnTo>
                  <a:lnTo>
                    <a:pt x="37311" y="14027"/>
                  </a:lnTo>
                  <a:lnTo>
                    <a:pt x="34901" y="14506"/>
                  </a:lnTo>
                  <a:lnTo>
                    <a:pt x="31175" y="17053"/>
                  </a:lnTo>
                  <a:lnTo>
                    <a:pt x="32366" y="21459"/>
                  </a:lnTo>
                  <a:lnTo>
                    <a:pt x="31787" y="26526"/>
                  </a:lnTo>
                  <a:lnTo>
                    <a:pt x="28929" y="32590"/>
                  </a:lnTo>
                  <a:lnTo>
                    <a:pt x="28282" y="32762"/>
                  </a:lnTo>
                  <a:lnTo>
                    <a:pt x="26473" y="30362"/>
                  </a:lnTo>
                  <a:lnTo>
                    <a:pt x="22690" y="35666"/>
                  </a:lnTo>
                  <a:lnTo>
                    <a:pt x="14811" y="38201"/>
                  </a:lnTo>
                  <a:lnTo>
                    <a:pt x="11093" y="35885"/>
                  </a:lnTo>
                  <a:lnTo>
                    <a:pt x="11766" y="33947"/>
                  </a:lnTo>
                  <a:lnTo>
                    <a:pt x="10446" y="32551"/>
                  </a:lnTo>
                  <a:lnTo>
                    <a:pt x="8140" y="32836"/>
                  </a:lnTo>
                  <a:lnTo>
                    <a:pt x="6836" y="31907"/>
                  </a:lnTo>
                  <a:lnTo>
                    <a:pt x="9343" y="26792"/>
                  </a:lnTo>
                  <a:lnTo>
                    <a:pt x="5106" y="18217"/>
                  </a:lnTo>
                  <a:lnTo>
                    <a:pt x="1031" y="16216"/>
                  </a:lnTo>
                  <a:lnTo>
                    <a:pt x="1897" y="12554"/>
                  </a:lnTo>
                  <a:lnTo>
                    <a:pt x="1029" y="11833"/>
                  </a:lnTo>
                  <a:lnTo>
                    <a:pt x="0" y="13061"/>
                  </a:lnTo>
                  <a:lnTo>
                    <a:pt x="248" y="9396"/>
                  </a:lnTo>
                  <a:lnTo>
                    <a:pt x="8385" y="7994"/>
                  </a:lnTo>
                  <a:lnTo>
                    <a:pt x="17099" y="12710"/>
                  </a:lnTo>
                  <a:lnTo>
                    <a:pt x="19712" y="11876"/>
                  </a:lnTo>
                  <a:lnTo>
                    <a:pt x="19619" y="9291"/>
                  </a:lnTo>
                  <a:lnTo>
                    <a:pt x="24187" y="8627"/>
                  </a:lnTo>
                  <a:lnTo>
                    <a:pt x="26169" y="6446"/>
                  </a:lnTo>
                  <a:lnTo>
                    <a:pt x="26408" y="3956"/>
                  </a:lnTo>
                  <a:lnTo>
                    <a:pt x="29234" y="411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h7018"/>
            <p:cNvSpPr/>
            <p:nvPr/>
          </p:nvSpPr>
          <p:spPr>
            <a:xfrm>
              <a:off x="10960284" y="3269740"/>
              <a:ext cx="30177" cy="21097"/>
            </a:xfrm>
            <a:custGeom>
              <a:avLst/>
              <a:pathLst>
                <a:path w="30177" h="21097">
                  <a:moveTo>
                    <a:pt x="18472" y="3992"/>
                  </a:moveTo>
                  <a:lnTo>
                    <a:pt x="25455" y="4376"/>
                  </a:lnTo>
                  <a:lnTo>
                    <a:pt x="25976" y="7167"/>
                  </a:lnTo>
                  <a:lnTo>
                    <a:pt x="30177" y="8492"/>
                  </a:lnTo>
                  <a:lnTo>
                    <a:pt x="29800" y="13682"/>
                  </a:lnTo>
                  <a:lnTo>
                    <a:pt x="26928" y="15658"/>
                  </a:lnTo>
                  <a:lnTo>
                    <a:pt x="25004" y="17884"/>
                  </a:lnTo>
                  <a:lnTo>
                    <a:pt x="23481" y="18242"/>
                  </a:lnTo>
                  <a:lnTo>
                    <a:pt x="21895" y="17564"/>
                  </a:lnTo>
                  <a:lnTo>
                    <a:pt x="23063" y="15602"/>
                  </a:lnTo>
                  <a:lnTo>
                    <a:pt x="23492" y="11344"/>
                  </a:lnTo>
                  <a:lnTo>
                    <a:pt x="22050" y="10200"/>
                  </a:lnTo>
                  <a:lnTo>
                    <a:pt x="18613" y="11532"/>
                  </a:lnTo>
                  <a:lnTo>
                    <a:pt x="20434" y="12974"/>
                  </a:lnTo>
                  <a:lnTo>
                    <a:pt x="21058" y="12733"/>
                  </a:lnTo>
                  <a:lnTo>
                    <a:pt x="21447" y="14095"/>
                  </a:lnTo>
                  <a:lnTo>
                    <a:pt x="21260" y="14983"/>
                  </a:lnTo>
                  <a:lnTo>
                    <a:pt x="18672" y="17366"/>
                  </a:lnTo>
                  <a:lnTo>
                    <a:pt x="13053" y="19214"/>
                  </a:lnTo>
                  <a:lnTo>
                    <a:pt x="8789" y="18680"/>
                  </a:lnTo>
                  <a:lnTo>
                    <a:pt x="6793" y="16979"/>
                  </a:lnTo>
                  <a:lnTo>
                    <a:pt x="4000" y="16995"/>
                  </a:lnTo>
                  <a:lnTo>
                    <a:pt x="2231" y="20477"/>
                  </a:lnTo>
                  <a:lnTo>
                    <a:pt x="1794" y="21097"/>
                  </a:lnTo>
                  <a:lnTo>
                    <a:pt x="188" y="15668"/>
                  </a:lnTo>
                  <a:lnTo>
                    <a:pt x="613" y="14397"/>
                  </a:lnTo>
                  <a:lnTo>
                    <a:pt x="5187" y="10107"/>
                  </a:lnTo>
                  <a:lnTo>
                    <a:pt x="0" y="3958"/>
                  </a:lnTo>
                  <a:lnTo>
                    <a:pt x="2148" y="4634"/>
                  </a:lnTo>
                  <a:lnTo>
                    <a:pt x="10593" y="3122"/>
                  </a:lnTo>
                  <a:lnTo>
                    <a:pt x="9966" y="1830"/>
                  </a:lnTo>
                  <a:lnTo>
                    <a:pt x="10544" y="733"/>
                  </a:lnTo>
                  <a:lnTo>
                    <a:pt x="11988" y="782"/>
                  </a:lnTo>
                  <a:lnTo>
                    <a:pt x="13433" y="3640"/>
                  </a:lnTo>
                  <a:lnTo>
                    <a:pt x="14980" y="1306"/>
                  </a:lnTo>
                  <a:lnTo>
                    <a:pt x="1711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h7019"/>
            <p:cNvSpPr/>
            <p:nvPr/>
          </p:nvSpPr>
          <p:spPr>
            <a:xfrm>
              <a:off x="10863529" y="3091793"/>
              <a:ext cx="21303" cy="49720"/>
            </a:xfrm>
            <a:custGeom>
              <a:avLst/>
              <a:pathLst>
                <a:path w="21303" h="49720">
                  <a:moveTo>
                    <a:pt x="18415" y="329"/>
                  </a:moveTo>
                  <a:lnTo>
                    <a:pt x="20035" y="5619"/>
                  </a:lnTo>
                  <a:lnTo>
                    <a:pt x="21198" y="6945"/>
                  </a:lnTo>
                  <a:lnTo>
                    <a:pt x="21303" y="9296"/>
                  </a:lnTo>
                  <a:lnTo>
                    <a:pt x="16273" y="14721"/>
                  </a:lnTo>
                  <a:lnTo>
                    <a:pt x="15111" y="18747"/>
                  </a:lnTo>
                  <a:lnTo>
                    <a:pt x="12402" y="22374"/>
                  </a:lnTo>
                  <a:lnTo>
                    <a:pt x="12533" y="29496"/>
                  </a:lnTo>
                  <a:lnTo>
                    <a:pt x="10641" y="35823"/>
                  </a:lnTo>
                  <a:lnTo>
                    <a:pt x="9217" y="35832"/>
                  </a:lnTo>
                  <a:lnTo>
                    <a:pt x="7739" y="34525"/>
                  </a:lnTo>
                  <a:lnTo>
                    <a:pt x="6561" y="36113"/>
                  </a:lnTo>
                  <a:lnTo>
                    <a:pt x="11107" y="40467"/>
                  </a:lnTo>
                  <a:lnTo>
                    <a:pt x="12550" y="39812"/>
                  </a:lnTo>
                  <a:lnTo>
                    <a:pt x="13638" y="41314"/>
                  </a:lnTo>
                  <a:lnTo>
                    <a:pt x="13268" y="48395"/>
                  </a:lnTo>
                  <a:lnTo>
                    <a:pt x="11625" y="49720"/>
                  </a:lnTo>
                  <a:lnTo>
                    <a:pt x="10005" y="49463"/>
                  </a:lnTo>
                  <a:lnTo>
                    <a:pt x="7532" y="47594"/>
                  </a:lnTo>
                  <a:lnTo>
                    <a:pt x="5401" y="44542"/>
                  </a:lnTo>
                  <a:lnTo>
                    <a:pt x="4303" y="40850"/>
                  </a:lnTo>
                  <a:lnTo>
                    <a:pt x="2838" y="40602"/>
                  </a:lnTo>
                  <a:lnTo>
                    <a:pt x="3281" y="39043"/>
                  </a:lnTo>
                  <a:lnTo>
                    <a:pt x="2626" y="36190"/>
                  </a:lnTo>
                  <a:lnTo>
                    <a:pt x="4134" y="30752"/>
                  </a:lnTo>
                  <a:lnTo>
                    <a:pt x="5301" y="12969"/>
                  </a:lnTo>
                  <a:lnTo>
                    <a:pt x="3019" y="11459"/>
                  </a:lnTo>
                  <a:lnTo>
                    <a:pt x="1454" y="12602"/>
                  </a:lnTo>
                  <a:lnTo>
                    <a:pt x="0" y="12230"/>
                  </a:lnTo>
                  <a:lnTo>
                    <a:pt x="741" y="10025"/>
                  </a:lnTo>
                  <a:lnTo>
                    <a:pt x="3699" y="7922"/>
                  </a:lnTo>
                  <a:lnTo>
                    <a:pt x="5788" y="8816"/>
                  </a:lnTo>
                  <a:lnTo>
                    <a:pt x="6653" y="12745"/>
                  </a:lnTo>
                  <a:lnTo>
                    <a:pt x="8229" y="13237"/>
                  </a:lnTo>
                  <a:lnTo>
                    <a:pt x="12131" y="8391"/>
                  </a:lnTo>
                  <a:lnTo>
                    <a:pt x="11929" y="5826"/>
                  </a:lnTo>
                  <a:lnTo>
                    <a:pt x="10281" y="5248"/>
                  </a:lnTo>
                  <a:lnTo>
                    <a:pt x="11205" y="2373"/>
                  </a:lnTo>
                  <a:lnTo>
                    <a:pt x="1586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h7020"/>
            <p:cNvSpPr/>
            <p:nvPr/>
          </p:nvSpPr>
          <p:spPr>
            <a:xfrm>
              <a:off x="10894749" y="3088495"/>
              <a:ext cx="35622" cy="49798"/>
            </a:xfrm>
            <a:custGeom>
              <a:avLst/>
              <a:pathLst>
                <a:path w="35622" h="49798">
                  <a:moveTo>
                    <a:pt x="29790" y="1151"/>
                  </a:moveTo>
                  <a:lnTo>
                    <a:pt x="27403" y="3204"/>
                  </a:lnTo>
                  <a:lnTo>
                    <a:pt x="25868" y="1635"/>
                  </a:lnTo>
                  <a:lnTo>
                    <a:pt x="24616" y="4511"/>
                  </a:lnTo>
                  <a:lnTo>
                    <a:pt x="25491" y="7361"/>
                  </a:lnTo>
                  <a:lnTo>
                    <a:pt x="28049" y="8141"/>
                  </a:lnTo>
                  <a:lnTo>
                    <a:pt x="29293" y="10074"/>
                  </a:lnTo>
                  <a:lnTo>
                    <a:pt x="28768" y="16732"/>
                  </a:lnTo>
                  <a:lnTo>
                    <a:pt x="27687" y="18443"/>
                  </a:lnTo>
                  <a:lnTo>
                    <a:pt x="29586" y="21708"/>
                  </a:lnTo>
                  <a:lnTo>
                    <a:pt x="35622" y="23524"/>
                  </a:lnTo>
                  <a:lnTo>
                    <a:pt x="33913" y="29037"/>
                  </a:lnTo>
                  <a:lnTo>
                    <a:pt x="34207" y="34126"/>
                  </a:lnTo>
                  <a:lnTo>
                    <a:pt x="31383" y="39782"/>
                  </a:lnTo>
                  <a:lnTo>
                    <a:pt x="31483" y="48174"/>
                  </a:lnTo>
                  <a:lnTo>
                    <a:pt x="21823" y="44928"/>
                  </a:lnTo>
                  <a:lnTo>
                    <a:pt x="15128" y="47730"/>
                  </a:lnTo>
                  <a:lnTo>
                    <a:pt x="14584" y="49114"/>
                  </a:lnTo>
                  <a:lnTo>
                    <a:pt x="12926" y="49798"/>
                  </a:lnTo>
                  <a:lnTo>
                    <a:pt x="12674" y="48514"/>
                  </a:lnTo>
                  <a:lnTo>
                    <a:pt x="13770" y="46460"/>
                  </a:lnTo>
                  <a:lnTo>
                    <a:pt x="17519" y="42488"/>
                  </a:lnTo>
                  <a:lnTo>
                    <a:pt x="21125" y="41132"/>
                  </a:lnTo>
                  <a:lnTo>
                    <a:pt x="20702" y="36885"/>
                  </a:lnTo>
                  <a:lnTo>
                    <a:pt x="19451" y="35959"/>
                  </a:lnTo>
                  <a:lnTo>
                    <a:pt x="18081" y="35713"/>
                  </a:lnTo>
                  <a:lnTo>
                    <a:pt x="16443" y="38843"/>
                  </a:lnTo>
                  <a:lnTo>
                    <a:pt x="16635" y="40657"/>
                  </a:lnTo>
                  <a:lnTo>
                    <a:pt x="15947" y="41624"/>
                  </a:lnTo>
                  <a:lnTo>
                    <a:pt x="12618" y="43707"/>
                  </a:lnTo>
                  <a:lnTo>
                    <a:pt x="8553" y="44881"/>
                  </a:lnTo>
                  <a:lnTo>
                    <a:pt x="5827" y="47704"/>
                  </a:lnTo>
                  <a:lnTo>
                    <a:pt x="1737" y="48664"/>
                  </a:lnTo>
                  <a:lnTo>
                    <a:pt x="632" y="46142"/>
                  </a:lnTo>
                  <a:lnTo>
                    <a:pt x="973" y="45758"/>
                  </a:lnTo>
                  <a:lnTo>
                    <a:pt x="2951" y="45215"/>
                  </a:lnTo>
                  <a:lnTo>
                    <a:pt x="3965" y="44046"/>
                  </a:lnTo>
                  <a:lnTo>
                    <a:pt x="659" y="41679"/>
                  </a:lnTo>
                  <a:lnTo>
                    <a:pt x="0" y="39817"/>
                  </a:lnTo>
                  <a:lnTo>
                    <a:pt x="647" y="37224"/>
                  </a:lnTo>
                  <a:lnTo>
                    <a:pt x="4666" y="30515"/>
                  </a:lnTo>
                  <a:lnTo>
                    <a:pt x="4487" y="21431"/>
                  </a:lnTo>
                  <a:lnTo>
                    <a:pt x="5131" y="19510"/>
                  </a:lnTo>
                  <a:lnTo>
                    <a:pt x="9808" y="16646"/>
                  </a:lnTo>
                  <a:lnTo>
                    <a:pt x="13864" y="16335"/>
                  </a:lnTo>
                  <a:lnTo>
                    <a:pt x="16238" y="15147"/>
                  </a:lnTo>
                  <a:lnTo>
                    <a:pt x="16435" y="12055"/>
                  </a:lnTo>
                  <a:lnTo>
                    <a:pt x="15334" y="7376"/>
                  </a:lnTo>
                  <a:lnTo>
                    <a:pt x="13755" y="4435"/>
                  </a:lnTo>
                  <a:lnTo>
                    <a:pt x="19047" y="4467"/>
                  </a:lnTo>
                  <a:lnTo>
                    <a:pt x="20604" y="3186"/>
                  </a:lnTo>
                  <a:lnTo>
                    <a:pt x="19691" y="1514"/>
                  </a:lnTo>
                  <a:lnTo>
                    <a:pt x="22638" y="472"/>
                  </a:lnTo>
                  <a:lnTo>
                    <a:pt x="2381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h7021"/>
            <p:cNvSpPr/>
            <p:nvPr/>
          </p:nvSpPr>
          <p:spPr>
            <a:xfrm>
              <a:off x="10987935" y="3275419"/>
              <a:ext cx="21863" cy="31058"/>
            </a:xfrm>
            <a:custGeom>
              <a:avLst/>
              <a:pathLst>
                <a:path w="21863" h="31058">
                  <a:moveTo>
                    <a:pt x="19644" y="524"/>
                  </a:moveTo>
                  <a:lnTo>
                    <a:pt x="20698" y="1218"/>
                  </a:lnTo>
                  <a:lnTo>
                    <a:pt x="21683" y="3621"/>
                  </a:lnTo>
                  <a:lnTo>
                    <a:pt x="21691" y="8074"/>
                  </a:lnTo>
                  <a:lnTo>
                    <a:pt x="20757" y="11446"/>
                  </a:lnTo>
                  <a:lnTo>
                    <a:pt x="16567" y="10946"/>
                  </a:lnTo>
                  <a:lnTo>
                    <a:pt x="13505" y="11824"/>
                  </a:lnTo>
                  <a:lnTo>
                    <a:pt x="9642" y="13661"/>
                  </a:lnTo>
                  <a:lnTo>
                    <a:pt x="7180" y="16634"/>
                  </a:lnTo>
                  <a:lnTo>
                    <a:pt x="7176" y="17726"/>
                  </a:lnTo>
                  <a:lnTo>
                    <a:pt x="8090" y="21419"/>
                  </a:lnTo>
                  <a:lnTo>
                    <a:pt x="10945" y="24637"/>
                  </a:lnTo>
                  <a:lnTo>
                    <a:pt x="12357" y="24074"/>
                  </a:lnTo>
                  <a:lnTo>
                    <a:pt x="12942" y="22748"/>
                  </a:lnTo>
                  <a:lnTo>
                    <a:pt x="14899" y="23481"/>
                  </a:lnTo>
                  <a:lnTo>
                    <a:pt x="19966" y="26635"/>
                  </a:lnTo>
                  <a:lnTo>
                    <a:pt x="21863" y="29247"/>
                  </a:lnTo>
                  <a:lnTo>
                    <a:pt x="14978" y="31058"/>
                  </a:lnTo>
                  <a:lnTo>
                    <a:pt x="9161" y="24075"/>
                  </a:lnTo>
                  <a:lnTo>
                    <a:pt x="4422" y="24178"/>
                  </a:lnTo>
                  <a:lnTo>
                    <a:pt x="3069" y="22817"/>
                  </a:lnTo>
                  <a:lnTo>
                    <a:pt x="3431" y="20672"/>
                  </a:lnTo>
                  <a:lnTo>
                    <a:pt x="2793" y="16128"/>
                  </a:lnTo>
                  <a:lnTo>
                    <a:pt x="0" y="13308"/>
                  </a:lnTo>
                  <a:lnTo>
                    <a:pt x="104" y="11909"/>
                  </a:lnTo>
                  <a:lnTo>
                    <a:pt x="3260" y="12019"/>
                  </a:lnTo>
                  <a:lnTo>
                    <a:pt x="6609" y="9884"/>
                  </a:lnTo>
                  <a:lnTo>
                    <a:pt x="8627" y="7047"/>
                  </a:lnTo>
                  <a:lnTo>
                    <a:pt x="8981" y="4280"/>
                  </a:lnTo>
                  <a:lnTo>
                    <a:pt x="1890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h7022"/>
            <p:cNvSpPr/>
            <p:nvPr/>
          </p:nvSpPr>
          <p:spPr>
            <a:xfrm>
              <a:off x="11022202" y="3210166"/>
              <a:ext cx="34240" cy="41081"/>
            </a:xfrm>
            <a:custGeom>
              <a:avLst/>
              <a:pathLst>
                <a:path w="34240" h="41081">
                  <a:moveTo>
                    <a:pt x="7736" y="1989"/>
                  </a:moveTo>
                  <a:lnTo>
                    <a:pt x="15917" y="7662"/>
                  </a:lnTo>
                  <a:lnTo>
                    <a:pt x="12946" y="10094"/>
                  </a:lnTo>
                  <a:lnTo>
                    <a:pt x="12966" y="12153"/>
                  </a:lnTo>
                  <a:lnTo>
                    <a:pt x="13791" y="13261"/>
                  </a:lnTo>
                  <a:lnTo>
                    <a:pt x="17043" y="16899"/>
                  </a:lnTo>
                  <a:lnTo>
                    <a:pt x="24079" y="18613"/>
                  </a:lnTo>
                  <a:lnTo>
                    <a:pt x="26388" y="20248"/>
                  </a:lnTo>
                  <a:lnTo>
                    <a:pt x="28718" y="22645"/>
                  </a:lnTo>
                  <a:lnTo>
                    <a:pt x="29158" y="24859"/>
                  </a:lnTo>
                  <a:lnTo>
                    <a:pt x="33783" y="27031"/>
                  </a:lnTo>
                  <a:lnTo>
                    <a:pt x="34240" y="28613"/>
                  </a:lnTo>
                  <a:lnTo>
                    <a:pt x="31629" y="28453"/>
                  </a:lnTo>
                  <a:lnTo>
                    <a:pt x="29838" y="30684"/>
                  </a:lnTo>
                  <a:lnTo>
                    <a:pt x="29569" y="33113"/>
                  </a:lnTo>
                  <a:lnTo>
                    <a:pt x="23690" y="38909"/>
                  </a:lnTo>
                  <a:lnTo>
                    <a:pt x="17664" y="41081"/>
                  </a:lnTo>
                  <a:lnTo>
                    <a:pt x="14865" y="39321"/>
                  </a:lnTo>
                  <a:lnTo>
                    <a:pt x="9387" y="39177"/>
                  </a:lnTo>
                  <a:lnTo>
                    <a:pt x="5769" y="36309"/>
                  </a:lnTo>
                  <a:lnTo>
                    <a:pt x="1599" y="29646"/>
                  </a:lnTo>
                  <a:lnTo>
                    <a:pt x="2104" y="25584"/>
                  </a:lnTo>
                  <a:lnTo>
                    <a:pt x="0" y="7855"/>
                  </a:lnTo>
                  <a:lnTo>
                    <a:pt x="628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h7023"/>
            <p:cNvSpPr/>
            <p:nvPr/>
          </p:nvSpPr>
          <p:spPr>
            <a:xfrm>
              <a:off x="10914773" y="3159410"/>
              <a:ext cx="22817" cy="31625"/>
            </a:xfrm>
            <a:custGeom>
              <a:avLst/>
              <a:pathLst>
                <a:path w="22817" h="31625">
                  <a:moveTo>
                    <a:pt x="8259" y="3484"/>
                  </a:moveTo>
                  <a:lnTo>
                    <a:pt x="10967" y="7055"/>
                  </a:lnTo>
                  <a:lnTo>
                    <a:pt x="12864" y="4303"/>
                  </a:lnTo>
                  <a:lnTo>
                    <a:pt x="15711" y="6950"/>
                  </a:lnTo>
                  <a:lnTo>
                    <a:pt x="16039" y="8689"/>
                  </a:lnTo>
                  <a:lnTo>
                    <a:pt x="18668" y="9896"/>
                  </a:lnTo>
                  <a:lnTo>
                    <a:pt x="21123" y="10099"/>
                  </a:lnTo>
                  <a:lnTo>
                    <a:pt x="22430" y="13399"/>
                  </a:lnTo>
                  <a:lnTo>
                    <a:pt x="22817" y="19596"/>
                  </a:lnTo>
                  <a:lnTo>
                    <a:pt x="21450" y="25436"/>
                  </a:lnTo>
                  <a:lnTo>
                    <a:pt x="20476" y="25271"/>
                  </a:lnTo>
                  <a:lnTo>
                    <a:pt x="19230" y="27699"/>
                  </a:lnTo>
                  <a:lnTo>
                    <a:pt x="9560" y="31625"/>
                  </a:lnTo>
                  <a:lnTo>
                    <a:pt x="8045" y="31405"/>
                  </a:lnTo>
                  <a:lnTo>
                    <a:pt x="7295" y="29666"/>
                  </a:lnTo>
                  <a:lnTo>
                    <a:pt x="9320" y="27433"/>
                  </a:lnTo>
                  <a:lnTo>
                    <a:pt x="6040" y="24839"/>
                  </a:lnTo>
                  <a:lnTo>
                    <a:pt x="3195" y="20762"/>
                  </a:lnTo>
                  <a:lnTo>
                    <a:pt x="0" y="17701"/>
                  </a:lnTo>
                  <a:lnTo>
                    <a:pt x="2008" y="10127"/>
                  </a:lnTo>
                  <a:lnTo>
                    <a:pt x="2427" y="4073"/>
                  </a:lnTo>
                  <a:lnTo>
                    <a:pt x="4021" y="728"/>
                  </a:lnTo>
                  <a:lnTo>
                    <a:pt x="69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h7024"/>
            <p:cNvSpPr/>
            <p:nvPr/>
          </p:nvSpPr>
          <p:spPr>
            <a:xfrm>
              <a:off x="10961508" y="3279941"/>
              <a:ext cx="30849" cy="22916"/>
            </a:xfrm>
            <a:custGeom>
              <a:avLst/>
              <a:pathLst>
                <a:path w="30849" h="22916">
                  <a:moveTo>
                    <a:pt x="22269" y="1143"/>
                  </a:moveTo>
                  <a:lnTo>
                    <a:pt x="21840" y="5401"/>
                  </a:lnTo>
                  <a:lnTo>
                    <a:pt x="20671" y="7364"/>
                  </a:lnTo>
                  <a:lnTo>
                    <a:pt x="22257" y="8042"/>
                  </a:lnTo>
                  <a:lnTo>
                    <a:pt x="23780" y="7683"/>
                  </a:lnTo>
                  <a:lnTo>
                    <a:pt x="25704" y="5457"/>
                  </a:lnTo>
                  <a:lnTo>
                    <a:pt x="26531" y="7387"/>
                  </a:lnTo>
                  <a:lnTo>
                    <a:pt x="26427" y="8787"/>
                  </a:lnTo>
                  <a:lnTo>
                    <a:pt x="29221" y="11606"/>
                  </a:lnTo>
                  <a:lnTo>
                    <a:pt x="29858" y="16150"/>
                  </a:lnTo>
                  <a:lnTo>
                    <a:pt x="29496" y="18296"/>
                  </a:lnTo>
                  <a:lnTo>
                    <a:pt x="30849" y="19656"/>
                  </a:lnTo>
                  <a:lnTo>
                    <a:pt x="27353" y="20573"/>
                  </a:lnTo>
                  <a:lnTo>
                    <a:pt x="25891" y="22916"/>
                  </a:lnTo>
                  <a:lnTo>
                    <a:pt x="18323" y="21453"/>
                  </a:lnTo>
                  <a:lnTo>
                    <a:pt x="0" y="15645"/>
                  </a:lnTo>
                  <a:lnTo>
                    <a:pt x="3650" y="15022"/>
                  </a:lnTo>
                  <a:lnTo>
                    <a:pt x="2866" y="11274"/>
                  </a:lnTo>
                  <a:lnTo>
                    <a:pt x="1008" y="10277"/>
                  </a:lnTo>
                  <a:lnTo>
                    <a:pt x="2777" y="6794"/>
                  </a:lnTo>
                  <a:lnTo>
                    <a:pt x="5569" y="6779"/>
                  </a:lnTo>
                  <a:lnTo>
                    <a:pt x="7566" y="8480"/>
                  </a:lnTo>
                  <a:lnTo>
                    <a:pt x="11829" y="9013"/>
                  </a:lnTo>
                  <a:lnTo>
                    <a:pt x="17449" y="7166"/>
                  </a:lnTo>
                  <a:lnTo>
                    <a:pt x="20037" y="4782"/>
                  </a:lnTo>
                  <a:lnTo>
                    <a:pt x="20223" y="3894"/>
                  </a:lnTo>
                  <a:lnTo>
                    <a:pt x="19834" y="2532"/>
                  </a:lnTo>
                  <a:lnTo>
                    <a:pt x="19210" y="2774"/>
                  </a:lnTo>
                  <a:lnTo>
                    <a:pt x="17390" y="1332"/>
                  </a:lnTo>
                  <a:lnTo>
                    <a:pt x="2082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h7025"/>
            <p:cNvSpPr/>
            <p:nvPr/>
          </p:nvSpPr>
          <p:spPr>
            <a:xfrm>
              <a:off x="10915075" y="3228342"/>
              <a:ext cx="36213" cy="45115"/>
            </a:xfrm>
            <a:custGeom>
              <a:avLst/>
              <a:pathLst>
                <a:path w="36213" h="45115">
                  <a:moveTo>
                    <a:pt x="19967" y="2478"/>
                  </a:moveTo>
                  <a:lnTo>
                    <a:pt x="24225" y="1874"/>
                  </a:lnTo>
                  <a:lnTo>
                    <a:pt x="25445" y="10041"/>
                  </a:lnTo>
                  <a:lnTo>
                    <a:pt x="23979" y="12118"/>
                  </a:lnTo>
                  <a:lnTo>
                    <a:pt x="23745" y="13647"/>
                  </a:lnTo>
                  <a:lnTo>
                    <a:pt x="25327" y="15232"/>
                  </a:lnTo>
                  <a:lnTo>
                    <a:pt x="28797" y="16300"/>
                  </a:lnTo>
                  <a:lnTo>
                    <a:pt x="34073" y="14697"/>
                  </a:lnTo>
                  <a:lnTo>
                    <a:pt x="36213" y="18627"/>
                  </a:lnTo>
                  <a:lnTo>
                    <a:pt x="35623" y="43671"/>
                  </a:lnTo>
                  <a:lnTo>
                    <a:pt x="32769" y="45115"/>
                  </a:lnTo>
                  <a:lnTo>
                    <a:pt x="32068" y="42736"/>
                  </a:lnTo>
                  <a:lnTo>
                    <a:pt x="30802" y="41328"/>
                  </a:lnTo>
                  <a:lnTo>
                    <a:pt x="27709" y="40029"/>
                  </a:lnTo>
                  <a:lnTo>
                    <a:pt x="25865" y="39349"/>
                  </a:lnTo>
                  <a:lnTo>
                    <a:pt x="24493" y="34937"/>
                  </a:lnTo>
                  <a:lnTo>
                    <a:pt x="21780" y="33061"/>
                  </a:lnTo>
                  <a:lnTo>
                    <a:pt x="19311" y="35261"/>
                  </a:lnTo>
                  <a:lnTo>
                    <a:pt x="16972" y="31057"/>
                  </a:lnTo>
                  <a:lnTo>
                    <a:pt x="10745" y="28827"/>
                  </a:lnTo>
                  <a:lnTo>
                    <a:pt x="11131" y="31910"/>
                  </a:lnTo>
                  <a:lnTo>
                    <a:pt x="8174" y="31441"/>
                  </a:lnTo>
                  <a:lnTo>
                    <a:pt x="6133" y="29347"/>
                  </a:lnTo>
                  <a:lnTo>
                    <a:pt x="6597" y="26412"/>
                  </a:lnTo>
                  <a:lnTo>
                    <a:pt x="10235" y="26552"/>
                  </a:lnTo>
                  <a:lnTo>
                    <a:pt x="11445" y="23894"/>
                  </a:lnTo>
                  <a:lnTo>
                    <a:pt x="6961" y="21200"/>
                  </a:lnTo>
                  <a:lnTo>
                    <a:pt x="3491" y="17390"/>
                  </a:lnTo>
                  <a:lnTo>
                    <a:pt x="4956" y="13160"/>
                  </a:lnTo>
                  <a:lnTo>
                    <a:pt x="2163" y="12476"/>
                  </a:lnTo>
                  <a:lnTo>
                    <a:pt x="2138" y="11636"/>
                  </a:lnTo>
                  <a:lnTo>
                    <a:pt x="0" y="4083"/>
                  </a:lnTo>
                  <a:lnTo>
                    <a:pt x="1943" y="3797"/>
                  </a:lnTo>
                  <a:lnTo>
                    <a:pt x="11512" y="6608"/>
                  </a:lnTo>
                  <a:lnTo>
                    <a:pt x="15969" y="9904"/>
                  </a:lnTo>
                  <a:lnTo>
                    <a:pt x="18338" y="9129"/>
                  </a:lnTo>
                  <a:lnTo>
                    <a:pt x="17038" y="706"/>
                  </a:lnTo>
                  <a:lnTo>
                    <a:pt x="18098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h7026"/>
            <p:cNvSpPr/>
            <p:nvPr/>
          </p:nvSpPr>
          <p:spPr>
            <a:xfrm>
              <a:off x="10754793" y="3096269"/>
              <a:ext cx="61795" cy="84198"/>
            </a:xfrm>
            <a:custGeom>
              <a:avLst/>
              <a:pathLst>
                <a:path w="61795" h="84198">
                  <a:moveTo>
                    <a:pt x="31138" y="344"/>
                  </a:moveTo>
                  <a:lnTo>
                    <a:pt x="35949" y="5917"/>
                  </a:lnTo>
                  <a:lnTo>
                    <a:pt x="35920" y="8804"/>
                  </a:lnTo>
                  <a:lnTo>
                    <a:pt x="38717" y="9573"/>
                  </a:lnTo>
                  <a:lnTo>
                    <a:pt x="40268" y="8167"/>
                  </a:lnTo>
                  <a:lnTo>
                    <a:pt x="44557" y="6564"/>
                  </a:lnTo>
                  <a:lnTo>
                    <a:pt x="60626" y="4293"/>
                  </a:lnTo>
                  <a:lnTo>
                    <a:pt x="61098" y="4962"/>
                  </a:lnTo>
                  <a:lnTo>
                    <a:pt x="61795" y="10096"/>
                  </a:lnTo>
                  <a:lnTo>
                    <a:pt x="57873" y="14226"/>
                  </a:lnTo>
                  <a:lnTo>
                    <a:pt x="54767" y="12172"/>
                  </a:lnTo>
                  <a:lnTo>
                    <a:pt x="53833" y="9531"/>
                  </a:lnTo>
                  <a:lnTo>
                    <a:pt x="51047" y="10183"/>
                  </a:lnTo>
                  <a:lnTo>
                    <a:pt x="47349" y="13548"/>
                  </a:lnTo>
                  <a:lnTo>
                    <a:pt x="45901" y="17761"/>
                  </a:lnTo>
                  <a:lnTo>
                    <a:pt x="49549" y="24724"/>
                  </a:lnTo>
                  <a:lnTo>
                    <a:pt x="50332" y="28432"/>
                  </a:lnTo>
                  <a:lnTo>
                    <a:pt x="47049" y="35622"/>
                  </a:lnTo>
                  <a:lnTo>
                    <a:pt x="44836" y="38704"/>
                  </a:lnTo>
                  <a:lnTo>
                    <a:pt x="41094" y="39405"/>
                  </a:lnTo>
                  <a:lnTo>
                    <a:pt x="41001" y="48403"/>
                  </a:lnTo>
                  <a:lnTo>
                    <a:pt x="40461" y="51265"/>
                  </a:lnTo>
                  <a:lnTo>
                    <a:pt x="38690" y="54357"/>
                  </a:lnTo>
                  <a:lnTo>
                    <a:pt x="37787" y="60358"/>
                  </a:lnTo>
                  <a:lnTo>
                    <a:pt x="38685" y="63465"/>
                  </a:lnTo>
                  <a:lnTo>
                    <a:pt x="42191" y="67756"/>
                  </a:lnTo>
                  <a:lnTo>
                    <a:pt x="43951" y="72500"/>
                  </a:lnTo>
                  <a:lnTo>
                    <a:pt x="43591" y="77443"/>
                  </a:lnTo>
                  <a:lnTo>
                    <a:pt x="40319" y="81848"/>
                  </a:lnTo>
                  <a:lnTo>
                    <a:pt x="35478" y="84198"/>
                  </a:lnTo>
                  <a:lnTo>
                    <a:pt x="32591" y="82146"/>
                  </a:lnTo>
                  <a:lnTo>
                    <a:pt x="30609" y="79183"/>
                  </a:lnTo>
                  <a:lnTo>
                    <a:pt x="25964" y="76130"/>
                  </a:lnTo>
                  <a:lnTo>
                    <a:pt x="17552" y="73567"/>
                  </a:lnTo>
                  <a:lnTo>
                    <a:pt x="12815" y="75685"/>
                  </a:lnTo>
                  <a:lnTo>
                    <a:pt x="4883" y="70360"/>
                  </a:lnTo>
                  <a:lnTo>
                    <a:pt x="5699" y="69986"/>
                  </a:lnTo>
                  <a:lnTo>
                    <a:pt x="4107" y="68261"/>
                  </a:lnTo>
                  <a:lnTo>
                    <a:pt x="0" y="66496"/>
                  </a:lnTo>
                  <a:lnTo>
                    <a:pt x="55" y="62182"/>
                  </a:lnTo>
                  <a:lnTo>
                    <a:pt x="2020" y="57194"/>
                  </a:lnTo>
                  <a:lnTo>
                    <a:pt x="6372" y="50906"/>
                  </a:lnTo>
                  <a:lnTo>
                    <a:pt x="15158" y="44069"/>
                  </a:lnTo>
                  <a:lnTo>
                    <a:pt x="16395" y="36602"/>
                  </a:lnTo>
                  <a:lnTo>
                    <a:pt x="16880" y="23533"/>
                  </a:lnTo>
                  <a:lnTo>
                    <a:pt x="29640" y="13827"/>
                  </a:lnTo>
                  <a:lnTo>
                    <a:pt x="26092" y="7880"/>
                  </a:lnTo>
                  <a:lnTo>
                    <a:pt x="2722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h7027"/>
            <p:cNvSpPr/>
            <p:nvPr/>
          </p:nvSpPr>
          <p:spPr>
            <a:xfrm>
              <a:off x="10952800" y="3135334"/>
              <a:ext cx="45240" cy="38654"/>
            </a:xfrm>
            <a:custGeom>
              <a:avLst/>
              <a:pathLst>
                <a:path w="45240" h="38654">
                  <a:moveTo>
                    <a:pt x="18069" y="389"/>
                  </a:moveTo>
                  <a:lnTo>
                    <a:pt x="18742" y="1072"/>
                  </a:lnTo>
                  <a:lnTo>
                    <a:pt x="17296" y="1077"/>
                  </a:lnTo>
                  <a:lnTo>
                    <a:pt x="16986" y="5150"/>
                  </a:lnTo>
                  <a:lnTo>
                    <a:pt x="22257" y="3803"/>
                  </a:lnTo>
                  <a:lnTo>
                    <a:pt x="22973" y="6111"/>
                  </a:lnTo>
                  <a:lnTo>
                    <a:pt x="25558" y="7886"/>
                  </a:lnTo>
                  <a:lnTo>
                    <a:pt x="27945" y="8113"/>
                  </a:lnTo>
                  <a:lnTo>
                    <a:pt x="30556" y="9579"/>
                  </a:lnTo>
                  <a:lnTo>
                    <a:pt x="35489" y="15006"/>
                  </a:lnTo>
                  <a:lnTo>
                    <a:pt x="33367" y="17960"/>
                  </a:lnTo>
                  <a:lnTo>
                    <a:pt x="35418" y="21321"/>
                  </a:lnTo>
                  <a:lnTo>
                    <a:pt x="39909" y="21982"/>
                  </a:lnTo>
                  <a:lnTo>
                    <a:pt x="41112" y="24173"/>
                  </a:lnTo>
                  <a:lnTo>
                    <a:pt x="41068" y="25620"/>
                  </a:lnTo>
                  <a:lnTo>
                    <a:pt x="43086" y="27213"/>
                  </a:lnTo>
                  <a:lnTo>
                    <a:pt x="43043" y="29023"/>
                  </a:lnTo>
                  <a:lnTo>
                    <a:pt x="45240" y="30284"/>
                  </a:lnTo>
                  <a:lnTo>
                    <a:pt x="42368" y="32662"/>
                  </a:lnTo>
                  <a:lnTo>
                    <a:pt x="39160" y="32001"/>
                  </a:lnTo>
                  <a:lnTo>
                    <a:pt x="35110" y="37288"/>
                  </a:lnTo>
                  <a:lnTo>
                    <a:pt x="31285" y="38654"/>
                  </a:lnTo>
                  <a:lnTo>
                    <a:pt x="17780" y="33750"/>
                  </a:lnTo>
                  <a:lnTo>
                    <a:pt x="11103" y="32721"/>
                  </a:lnTo>
                  <a:lnTo>
                    <a:pt x="9326" y="33416"/>
                  </a:lnTo>
                  <a:lnTo>
                    <a:pt x="6982" y="36555"/>
                  </a:lnTo>
                  <a:lnTo>
                    <a:pt x="5563" y="35774"/>
                  </a:lnTo>
                  <a:lnTo>
                    <a:pt x="3500" y="32136"/>
                  </a:lnTo>
                  <a:lnTo>
                    <a:pt x="680" y="29908"/>
                  </a:lnTo>
                  <a:lnTo>
                    <a:pt x="0" y="30121"/>
                  </a:lnTo>
                  <a:lnTo>
                    <a:pt x="2717" y="25239"/>
                  </a:lnTo>
                  <a:lnTo>
                    <a:pt x="4033" y="18400"/>
                  </a:lnTo>
                  <a:lnTo>
                    <a:pt x="4729" y="13670"/>
                  </a:lnTo>
                  <a:lnTo>
                    <a:pt x="3859" y="10534"/>
                  </a:lnTo>
                  <a:lnTo>
                    <a:pt x="3499" y="10261"/>
                  </a:lnTo>
                  <a:lnTo>
                    <a:pt x="5567" y="6146"/>
                  </a:lnTo>
                  <a:lnTo>
                    <a:pt x="10152" y="6351"/>
                  </a:lnTo>
                  <a:lnTo>
                    <a:pt x="13025" y="3437"/>
                  </a:lnTo>
                  <a:lnTo>
                    <a:pt x="12733" y="2376"/>
                  </a:lnTo>
                  <a:lnTo>
                    <a:pt x="1514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h7028"/>
            <p:cNvSpPr/>
            <p:nvPr/>
          </p:nvSpPr>
          <p:spPr>
            <a:xfrm>
              <a:off x="10885376" y="3077159"/>
              <a:ext cx="32011" cy="57094"/>
            </a:xfrm>
            <a:custGeom>
              <a:avLst/>
              <a:pathLst>
                <a:path w="32011" h="57094">
                  <a:moveTo>
                    <a:pt x="21060" y="2400"/>
                  </a:moveTo>
                  <a:lnTo>
                    <a:pt x="22002" y="4337"/>
                  </a:lnTo>
                  <a:lnTo>
                    <a:pt x="28896" y="4988"/>
                  </a:lnTo>
                  <a:lnTo>
                    <a:pt x="31883" y="7722"/>
                  </a:lnTo>
                  <a:lnTo>
                    <a:pt x="32011" y="11808"/>
                  </a:lnTo>
                  <a:lnTo>
                    <a:pt x="29064" y="12849"/>
                  </a:lnTo>
                  <a:lnTo>
                    <a:pt x="29976" y="14522"/>
                  </a:lnTo>
                  <a:lnTo>
                    <a:pt x="28419" y="15803"/>
                  </a:lnTo>
                  <a:lnTo>
                    <a:pt x="23127" y="15771"/>
                  </a:lnTo>
                  <a:lnTo>
                    <a:pt x="24706" y="18712"/>
                  </a:lnTo>
                  <a:lnTo>
                    <a:pt x="25808" y="23391"/>
                  </a:lnTo>
                  <a:lnTo>
                    <a:pt x="25610" y="26482"/>
                  </a:lnTo>
                  <a:lnTo>
                    <a:pt x="23236" y="27670"/>
                  </a:lnTo>
                  <a:lnTo>
                    <a:pt x="19180" y="27981"/>
                  </a:lnTo>
                  <a:lnTo>
                    <a:pt x="14504" y="30846"/>
                  </a:lnTo>
                  <a:lnTo>
                    <a:pt x="13860" y="32767"/>
                  </a:lnTo>
                  <a:lnTo>
                    <a:pt x="14038" y="41851"/>
                  </a:lnTo>
                  <a:lnTo>
                    <a:pt x="10020" y="48559"/>
                  </a:lnTo>
                  <a:lnTo>
                    <a:pt x="9372" y="51153"/>
                  </a:lnTo>
                  <a:lnTo>
                    <a:pt x="10031" y="53014"/>
                  </a:lnTo>
                  <a:lnTo>
                    <a:pt x="13337" y="55381"/>
                  </a:lnTo>
                  <a:lnTo>
                    <a:pt x="12323" y="56550"/>
                  </a:lnTo>
                  <a:lnTo>
                    <a:pt x="10346" y="57094"/>
                  </a:lnTo>
                  <a:lnTo>
                    <a:pt x="7988" y="52239"/>
                  </a:lnTo>
                  <a:lnTo>
                    <a:pt x="3262" y="49518"/>
                  </a:lnTo>
                  <a:lnTo>
                    <a:pt x="1559" y="45464"/>
                  </a:lnTo>
                  <a:lnTo>
                    <a:pt x="0" y="38811"/>
                  </a:lnTo>
                  <a:lnTo>
                    <a:pt x="635" y="35819"/>
                  </a:lnTo>
                  <a:lnTo>
                    <a:pt x="3343" y="37505"/>
                  </a:lnTo>
                  <a:lnTo>
                    <a:pt x="5716" y="34782"/>
                  </a:lnTo>
                  <a:lnTo>
                    <a:pt x="3896" y="31282"/>
                  </a:lnTo>
                  <a:lnTo>
                    <a:pt x="6166" y="29192"/>
                  </a:lnTo>
                  <a:lnTo>
                    <a:pt x="15189" y="24360"/>
                  </a:lnTo>
                  <a:lnTo>
                    <a:pt x="14376" y="20230"/>
                  </a:lnTo>
                  <a:lnTo>
                    <a:pt x="9675" y="22240"/>
                  </a:lnTo>
                  <a:lnTo>
                    <a:pt x="7692" y="24894"/>
                  </a:lnTo>
                  <a:lnTo>
                    <a:pt x="6423" y="23146"/>
                  </a:lnTo>
                  <a:lnTo>
                    <a:pt x="6029" y="20794"/>
                  </a:lnTo>
                  <a:lnTo>
                    <a:pt x="6526" y="20367"/>
                  </a:lnTo>
                  <a:lnTo>
                    <a:pt x="7730" y="20488"/>
                  </a:lnTo>
                  <a:lnTo>
                    <a:pt x="8141" y="21283"/>
                  </a:lnTo>
                  <a:lnTo>
                    <a:pt x="9218" y="20947"/>
                  </a:lnTo>
                  <a:lnTo>
                    <a:pt x="10066" y="19280"/>
                  </a:lnTo>
                  <a:lnTo>
                    <a:pt x="9121" y="16192"/>
                  </a:lnTo>
                  <a:lnTo>
                    <a:pt x="11103" y="14619"/>
                  </a:lnTo>
                  <a:lnTo>
                    <a:pt x="9492" y="12092"/>
                  </a:lnTo>
                  <a:lnTo>
                    <a:pt x="6552" y="11328"/>
                  </a:lnTo>
                  <a:lnTo>
                    <a:pt x="7589" y="7838"/>
                  </a:lnTo>
                  <a:lnTo>
                    <a:pt x="15468" y="5304"/>
                  </a:lnTo>
                  <a:lnTo>
                    <a:pt x="19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h7029"/>
            <p:cNvSpPr/>
            <p:nvPr/>
          </p:nvSpPr>
          <p:spPr>
            <a:xfrm>
              <a:off x="10635239" y="3057995"/>
              <a:ext cx="65018" cy="75734"/>
            </a:xfrm>
            <a:custGeom>
              <a:avLst/>
              <a:pathLst>
                <a:path w="65018" h="75734">
                  <a:moveTo>
                    <a:pt x="21990" y="145"/>
                  </a:moveTo>
                  <a:lnTo>
                    <a:pt x="22633" y="1198"/>
                  </a:lnTo>
                  <a:lnTo>
                    <a:pt x="31597" y="1280"/>
                  </a:lnTo>
                  <a:lnTo>
                    <a:pt x="34322" y="4364"/>
                  </a:lnTo>
                  <a:lnTo>
                    <a:pt x="36788" y="10749"/>
                  </a:lnTo>
                  <a:lnTo>
                    <a:pt x="42283" y="13592"/>
                  </a:lnTo>
                  <a:lnTo>
                    <a:pt x="46158" y="14767"/>
                  </a:lnTo>
                  <a:lnTo>
                    <a:pt x="44230" y="16800"/>
                  </a:lnTo>
                  <a:lnTo>
                    <a:pt x="41664" y="22784"/>
                  </a:lnTo>
                  <a:lnTo>
                    <a:pt x="46977" y="27694"/>
                  </a:lnTo>
                  <a:lnTo>
                    <a:pt x="52890" y="35296"/>
                  </a:lnTo>
                  <a:lnTo>
                    <a:pt x="49411" y="40712"/>
                  </a:lnTo>
                  <a:lnTo>
                    <a:pt x="49808" y="44050"/>
                  </a:lnTo>
                  <a:lnTo>
                    <a:pt x="65018" y="53837"/>
                  </a:lnTo>
                  <a:lnTo>
                    <a:pt x="61696" y="59034"/>
                  </a:lnTo>
                  <a:lnTo>
                    <a:pt x="63373" y="63464"/>
                  </a:lnTo>
                  <a:lnTo>
                    <a:pt x="61474" y="65485"/>
                  </a:lnTo>
                  <a:lnTo>
                    <a:pt x="56278" y="69385"/>
                  </a:lnTo>
                  <a:lnTo>
                    <a:pt x="54917" y="73647"/>
                  </a:lnTo>
                  <a:lnTo>
                    <a:pt x="49378" y="75734"/>
                  </a:lnTo>
                  <a:lnTo>
                    <a:pt x="48261" y="74034"/>
                  </a:lnTo>
                  <a:lnTo>
                    <a:pt x="47614" y="73998"/>
                  </a:lnTo>
                  <a:lnTo>
                    <a:pt x="47210" y="75074"/>
                  </a:lnTo>
                  <a:lnTo>
                    <a:pt x="44268" y="74178"/>
                  </a:lnTo>
                  <a:lnTo>
                    <a:pt x="40386" y="71563"/>
                  </a:lnTo>
                  <a:lnTo>
                    <a:pt x="32012" y="71838"/>
                  </a:lnTo>
                  <a:lnTo>
                    <a:pt x="22986" y="65547"/>
                  </a:lnTo>
                  <a:lnTo>
                    <a:pt x="15366" y="61979"/>
                  </a:lnTo>
                  <a:lnTo>
                    <a:pt x="14809" y="64002"/>
                  </a:lnTo>
                  <a:lnTo>
                    <a:pt x="10957" y="62441"/>
                  </a:lnTo>
                  <a:lnTo>
                    <a:pt x="5908" y="58403"/>
                  </a:lnTo>
                  <a:lnTo>
                    <a:pt x="2647" y="57273"/>
                  </a:lnTo>
                  <a:lnTo>
                    <a:pt x="650" y="54270"/>
                  </a:lnTo>
                  <a:lnTo>
                    <a:pt x="3132" y="51767"/>
                  </a:lnTo>
                  <a:lnTo>
                    <a:pt x="9448" y="48729"/>
                  </a:lnTo>
                  <a:lnTo>
                    <a:pt x="10120" y="47768"/>
                  </a:lnTo>
                  <a:lnTo>
                    <a:pt x="9909" y="45879"/>
                  </a:lnTo>
                  <a:lnTo>
                    <a:pt x="2458" y="43339"/>
                  </a:lnTo>
                  <a:lnTo>
                    <a:pt x="291" y="43391"/>
                  </a:lnTo>
                  <a:lnTo>
                    <a:pt x="0" y="41803"/>
                  </a:lnTo>
                  <a:lnTo>
                    <a:pt x="1172" y="39902"/>
                  </a:lnTo>
                  <a:lnTo>
                    <a:pt x="3539" y="40655"/>
                  </a:lnTo>
                  <a:lnTo>
                    <a:pt x="5242" y="34484"/>
                  </a:lnTo>
                  <a:lnTo>
                    <a:pt x="5202" y="30518"/>
                  </a:lnTo>
                  <a:lnTo>
                    <a:pt x="2011" y="24877"/>
                  </a:lnTo>
                  <a:lnTo>
                    <a:pt x="3784" y="20771"/>
                  </a:lnTo>
                  <a:lnTo>
                    <a:pt x="2048" y="13434"/>
                  </a:lnTo>
                  <a:lnTo>
                    <a:pt x="2878" y="8998"/>
                  </a:lnTo>
                  <a:lnTo>
                    <a:pt x="5796" y="6219"/>
                  </a:lnTo>
                  <a:lnTo>
                    <a:pt x="7848" y="4018"/>
                  </a:lnTo>
                  <a:lnTo>
                    <a:pt x="14120" y="1349"/>
                  </a:lnTo>
                  <a:lnTo>
                    <a:pt x="1978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h7030"/>
            <p:cNvSpPr/>
            <p:nvPr/>
          </p:nvSpPr>
          <p:spPr>
            <a:xfrm>
              <a:off x="10870091" y="3089888"/>
              <a:ext cx="30474" cy="44749"/>
            </a:xfrm>
            <a:custGeom>
              <a:avLst/>
              <a:pathLst>
                <a:path w="30474" h="44749">
                  <a:moveTo>
                    <a:pt x="19138" y="0"/>
                  </a:moveTo>
                  <a:lnTo>
                    <a:pt x="24406" y="3462"/>
                  </a:lnTo>
                  <a:lnTo>
                    <a:pt x="25351" y="6551"/>
                  </a:lnTo>
                  <a:lnTo>
                    <a:pt x="24503" y="8218"/>
                  </a:lnTo>
                  <a:lnTo>
                    <a:pt x="23426" y="8554"/>
                  </a:lnTo>
                  <a:lnTo>
                    <a:pt x="23016" y="7759"/>
                  </a:lnTo>
                  <a:lnTo>
                    <a:pt x="21812" y="7638"/>
                  </a:lnTo>
                  <a:lnTo>
                    <a:pt x="21315" y="8065"/>
                  </a:lnTo>
                  <a:lnTo>
                    <a:pt x="21708" y="10417"/>
                  </a:lnTo>
                  <a:lnTo>
                    <a:pt x="22978" y="12165"/>
                  </a:lnTo>
                  <a:lnTo>
                    <a:pt x="24960" y="9511"/>
                  </a:lnTo>
                  <a:lnTo>
                    <a:pt x="29661" y="7501"/>
                  </a:lnTo>
                  <a:lnTo>
                    <a:pt x="30474" y="11631"/>
                  </a:lnTo>
                  <a:lnTo>
                    <a:pt x="21451" y="16463"/>
                  </a:lnTo>
                  <a:lnTo>
                    <a:pt x="19181" y="18553"/>
                  </a:lnTo>
                  <a:lnTo>
                    <a:pt x="21002" y="22053"/>
                  </a:lnTo>
                  <a:lnTo>
                    <a:pt x="18629" y="24776"/>
                  </a:lnTo>
                  <a:lnTo>
                    <a:pt x="15920" y="23090"/>
                  </a:lnTo>
                  <a:lnTo>
                    <a:pt x="15285" y="26082"/>
                  </a:lnTo>
                  <a:lnTo>
                    <a:pt x="16845" y="32735"/>
                  </a:lnTo>
                  <a:lnTo>
                    <a:pt x="18548" y="36788"/>
                  </a:lnTo>
                  <a:lnTo>
                    <a:pt x="23274" y="39510"/>
                  </a:lnTo>
                  <a:lnTo>
                    <a:pt x="25631" y="44365"/>
                  </a:lnTo>
                  <a:lnTo>
                    <a:pt x="25290" y="44749"/>
                  </a:lnTo>
                  <a:lnTo>
                    <a:pt x="13611" y="41262"/>
                  </a:lnTo>
                  <a:lnTo>
                    <a:pt x="8523" y="38692"/>
                  </a:lnTo>
                  <a:lnTo>
                    <a:pt x="5778" y="39338"/>
                  </a:lnTo>
                  <a:lnTo>
                    <a:pt x="5988" y="41717"/>
                  </a:lnTo>
                  <a:lnTo>
                    <a:pt x="4546" y="42372"/>
                  </a:lnTo>
                  <a:lnTo>
                    <a:pt x="0" y="38018"/>
                  </a:lnTo>
                  <a:lnTo>
                    <a:pt x="1178" y="36430"/>
                  </a:lnTo>
                  <a:lnTo>
                    <a:pt x="2656" y="37737"/>
                  </a:lnTo>
                  <a:lnTo>
                    <a:pt x="4080" y="37728"/>
                  </a:lnTo>
                  <a:lnTo>
                    <a:pt x="5971" y="31401"/>
                  </a:lnTo>
                  <a:lnTo>
                    <a:pt x="5841" y="24279"/>
                  </a:lnTo>
                  <a:lnTo>
                    <a:pt x="8550" y="20652"/>
                  </a:lnTo>
                  <a:lnTo>
                    <a:pt x="9711" y="16625"/>
                  </a:lnTo>
                  <a:lnTo>
                    <a:pt x="14741" y="11201"/>
                  </a:lnTo>
                  <a:lnTo>
                    <a:pt x="14636" y="8850"/>
                  </a:lnTo>
                  <a:lnTo>
                    <a:pt x="13473" y="7523"/>
                  </a:lnTo>
                  <a:lnTo>
                    <a:pt x="11854" y="2234"/>
                  </a:lnTo>
                  <a:lnTo>
                    <a:pt x="11942" y="122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h7031"/>
            <p:cNvSpPr/>
            <p:nvPr/>
          </p:nvSpPr>
          <p:spPr>
            <a:xfrm>
              <a:off x="10986939" y="3181493"/>
              <a:ext cx="29784" cy="24442"/>
            </a:xfrm>
            <a:custGeom>
              <a:avLst/>
              <a:pathLst>
                <a:path w="29784" h="24442">
                  <a:moveTo>
                    <a:pt x="19770" y="3317"/>
                  </a:moveTo>
                  <a:lnTo>
                    <a:pt x="21187" y="4966"/>
                  </a:lnTo>
                  <a:lnTo>
                    <a:pt x="20108" y="7086"/>
                  </a:lnTo>
                  <a:lnTo>
                    <a:pt x="20877" y="11259"/>
                  </a:lnTo>
                  <a:lnTo>
                    <a:pt x="24627" y="11780"/>
                  </a:lnTo>
                  <a:lnTo>
                    <a:pt x="26413" y="13695"/>
                  </a:lnTo>
                  <a:lnTo>
                    <a:pt x="29711" y="19987"/>
                  </a:lnTo>
                  <a:lnTo>
                    <a:pt x="29784" y="20571"/>
                  </a:lnTo>
                  <a:lnTo>
                    <a:pt x="26081" y="22319"/>
                  </a:lnTo>
                  <a:lnTo>
                    <a:pt x="25351" y="23461"/>
                  </a:lnTo>
                  <a:lnTo>
                    <a:pt x="24528" y="24442"/>
                  </a:lnTo>
                  <a:lnTo>
                    <a:pt x="19654" y="23348"/>
                  </a:lnTo>
                  <a:lnTo>
                    <a:pt x="15613" y="23868"/>
                  </a:lnTo>
                  <a:lnTo>
                    <a:pt x="8867" y="23667"/>
                  </a:lnTo>
                  <a:lnTo>
                    <a:pt x="9072" y="19591"/>
                  </a:lnTo>
                  <a:lnTo>
                    <a:pt x="11313" y="13220"/>
                  </a:lnTo>
                  <a:lnTo>
                    <a:pt x="8788" y="6313"/>
                  </a:lnTo>
                  <a:lnTo>
                    <a:pt x="5293" y="7355"/>
                  </a:lnTo>
                  <a:lnTo>
                    <a:pt x="0" y="5788"/>
                  </a:lnTo>
                  <a:lnTo>
                    <a:pt x="4517" y="1223"/>
                  </a:lnTo>
                  <a:lnTo>
                    <a:pt x="70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h7032"/>
            <p:cNvSpPr/>
            <p:nvPr/>
          </p:nvSpPr>
          <p:spPr>
            <a:xfrm>
              <a:off x="10730376" y="3166629"/>
              <a:ext cx="71168" cy="69729"/>
            </a:xfrm>
            <a:custGeom>
              <a:avLst/>
              <a:pathLst>
                <a:path w="71168" h="69729">
                  <a:moveTo>
                    <a:pt x="37232" y="5324"/>
                  </a:moveTo>
                  <a:lnTo>
                    <a:pt x="41969" y="3206"/>
                  </a:lnTo>
                  <a:lnTo>
                    <a:pt x="50381" y="5770"/>
                  </a:lnTo>
                  <a:lnTo>
                    <a:pt x="55026" y="8823"/>
                  </a:lnTo>
                  <a:lnTo>
                    <a:pt x="57008" y="11786"/>
                  </a:lnTo>
                  <a:lnTo>
                    <a:pt x="59895" y="13837"/>
                  </a:lnTo>
                  <a:lnTo>
                    <a:pt x="64736" y="11487"/>
                  </a:lnTo>
                  <a:lnTo>
                    <a:pt x="68008" y="7082"/>
                  </a:lnTo>
                  <a:lnTo>
                    <a:pt x="69975" y="9900"/>
                  </a:lnTo>
                  <a:lnTo>
                    <a:pt x="69520" y="15406"/>
                  </a:lnTo>
                  <a:lnTo>
                    <a:pt x="69781" y="16792"/>
                  </a:lnTo>
                  <a:lnTo>
                    <a:pt x="68154" y="19172"/>
                  </a:lnTo>
                  <a:lnTo>
                    <a:pt x="70303" y="23159"/>
                  </a:lnTo>
                  <a:lnTo>
                    <a:pt x="66953" y="24973"/>
                  </a:lnTo>
                  <a:lnTo>
                    <a:pt x="67477" y="32132"/>
                  </a:lnTo>
                  <a:lnTo>
                    <a:pt x="71071" y="32471"/>
                  </a:lnTo>
                  <a:lnTo>
                    <a:pt x="71168" y="33177"/>
                  </a:lnTo>
                  <a:lnTo>
                    <a:pt x="68403" y="36895"/>
                  </a:lnTo>
                  <a:lnTo>
                    <a:pt x="66176" y="43424"/>
                  </a:lnTo>
                  <a:lnTo>
                    <a:pt x="67656" y="46072"/>
                  </a:lnTo>
                  <a:lnTo>
                    <a:pt x="67993" y="48587"/>
                  </a:lnTo>
                  <a:lnTo>
                    <a:pt x="66894" y="52111"/>
                  </a:lnTo>
                  <a:lnTo>
                    <a:pt x="64357" y="54537"/>
                  </a:lnTo>
                  <a:lnTo>
                    <a:pt x="64491" y="55973"/>
                  </a:lnTo>
                  <a:lnTo>
                    <a:pt x="62391" y="62411"/>
                  </a:lnTo>
                  <a:lnTo>
                    <a:pt x="60094" y="63126"/>
                  </a:lnTo>
                  <a:lnTo>
                    <a:pt x="59413" y="64199"/>
                  </a:lnTo>
                  <a:lnTo>
                    <a:pt x="63723" y="67708"/>
                  </a:lnTo>
                  <a:lnTo>
                    <a:pt x="61550" y="69532"/>
                  </a:lnTo>
                  <a:lnTo>
                    <a:pt x="60142" y="69729"/>
                  </a:lnTo>
                  <a:lnTo>
                    <a:pt x="53401" y="67434"/>
                  </a:lnTo>
                  <a:lnTo>
                    <a:pt x="53359" y="68276"/>
                  </a:lnTo>
                  <a:lnTo>
                    <a:pt x="46444" y="66631"/>
                  </a:lnTo>
                  <a:lnTo>
                    <a:pt x="4646" y="51275"/>
                  </a:lnTo>
                  <a:lnTo>
                    <a:pt x="2597" y="46739"/>
                  </a:lnTo>
                  <a:lnTo>
                    <a:pt x="0" y="44309"/>
                  </a:lnTo>
                  <a:lnTo>
                    <a:pt x="5778" y="36033"/>
                  </a:lnTo>
                  <a:lnTo>
                    <a:pt x="3953" y="30911"/>
                  </a:lnTo>
                  <a:lnTo>
                    <a:pt x="4579" y="29379"/>
                  </a:lnTo>
                  <a:lnTo>
                    <a:pt x="6410" y="27411"/>
                  </a:lnTo>
                  <a:lnTo>
                    <a:pt x="11944" y="24751"/>
                  </a:lnTo>
                  <a:lnTo>
                    <a:pt x="9346" y="19392"/>
                  </a:lnTo>
                  <a:lnTo>
                    <a:pt x="11802" y="12737"/>
                  </a:lnTo>
                  <a:lnTo>
                    <a:pt x="15153" y="15120"/>
                  </a:lnTo>
                  <a:lnTo>
                    <a:pt x="19858" y="15536"/>
                  </a:lnTo>
                  <a:lnTo>
                    <a:pt x="21748" y="12204"/>
                  </a:lnTo>
                  <a:lnTo>
                    <a:pt x="22447" y="9933"/>
                  </a:lnTo>
                  <a:lnTo>
                    <a:pt x="19904" y="10427"/>
                  </a:lnTo>
                  <a:lnTo>
                    <a:pt x="22637" y="913"/>
                  </a:lnTo>
                  <a:lnTo>
                    <a:pt x="2929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h7033"/>
            <p:cNvSpPr/>
            <p:nvPr/>
          </p:nvSpPr>
          <p:spPr>
            <a:xfrm>
              <a:off x="10819538" y="3194275"/>
              <a:ext cx="57182" cy="65361"/>
            </a:xfrm>
            <a:custGeom>
              <a:avLst/>
              <a:pathLst>
                <a:path w="57182" h="65361">
                  <a:moveTo>
                    <a:pt x="21177" y="419"/>
                  </a:moveTo>
                  <a:lnTo>
                    <a:pt x="24582" y="3953"/>
                  </a:lnTo>
                  <a:lnTo>
                    <a:pt x="26224" y="6898"/>
                  </a:lnTo>
                  <a:lnTo>
                    <a:pt x="28989" y="6438"/>
                  </a:lnTo>
                  <a:lnTo>
                    <a:pt x="30225" y="9607"/>
                  </a:lnTo>
                  <a:lnTo>
                    <a:pt x="36573" y="17386"/>
                  </a:lnTo>
                  <a:lnTo>
                    <a:pt x="40000" y="23163"/>
                  </a:lnTo>
                  <a:lnTo>
                    <a:pt x="43742" y="24383"/>
                  </a:lnTo>
                  <a:lnTo>
                    <a:pt x="44774" y="22829"/>
                  </a:lnTo>
                  <a:lnTo>
                    <a:pt x="51204" y="20844"/>
                  </a:lnTo>
                  <a:lnTo>
                    <a:pt x="53735" y="21128"/>
                  </a:lnTo>
                  <a:lnTo>
                    <a:pt x="51531" y="24988"/>
                  </a:lnTo>
                  <a:lnTo>
                    <a:pt x="57182" y="33457"/>
                  </a:lnTo>
                  <a:lnTo>
                    <a:pt x="52648" y="34297"/>
                  </a:lnTo>
                  <a:lnTo>
                    <a:pt x="52066" y="39460"/>
                  </a:lnTo>
                  <a:lnTo>
                    <a:pt x="48280" y="39832"/>
                  </a:lnTo>
                  <a:lnTo>
                    <a:pt x="46618" y="41928"/>
                  </a:lnTo>
                  <a:lnTo>
                    <a:pt x="48442" y="47183"/>
                  </a:lnTo>
                  <a:lnTo>
                    <a:pt x="52568" y="49147"/>
                  </a:lnTo>
                  <a:lnTo>
                    <a:pt x="47073" y="57696"/>
                  </a:lnTo>
                  <a:lnTo>
                    <a:pt x="43983" y="61108"/>
                  </a:lnTo>
                  <a:lnTo>
                    <a:pt x="47756" y="62792"/>
                  </a:lnTo>
                  <a:lnTo>
                    <a:pt x="47973" y="64908"/>
                  </a:lnTo>
                  <a:lnTo>
                    <a:pt x="42997" y="65361"/>
                  </a:lnTo>
                  <a:lnTo>
                    <a:pt x="38644" y="63436"/>
                  </a:lnTo>
                  <a:lnTo>
                    <a:pt x="35179" y="64224"/>
                  </a:lnTo>
                  <a:lnTo>
                    <a:pt x="35059" y="64815"/>
                  </a:lnTo>
                  <a:lnTo>
                    <a:pt x="21257" y="60813"/>
                  </a:lnTo>
                  <a:lnTo>
                    <a:pt x="8871" y="56044"/>
                  </a:lnTo>
                  <a:lnTo>
                    <a:pt x="9402" y="55762"/>
                  </a:lnTo>
                  <a:lnTo>
                    <a:pt x="8468" y="54401"/>
                  </a:lnTo>
                  <a:lnTo>
                    <a:pt x="5694" y="52361"/>
                  </a:lnTo>
                  <a:lnTo>
                    <a:pt x="2354" y="51545"/>
                  </a:lnTo>
                  <a:lnTo>
                    <a:pt x="503" y="47264"/>
                  </a:lnTo>
                  <a:lnTo>
                    <a:pt x="0" y="43680"/>
                  </a:lnTo>
                  <a:lnTo>
                    <a:pt x="3012" y="36797"/>
                  </a:lnTo>
                  <a:lnTo>
                    <a:pt x="6554" y="36634"/>
                  </a:lnTo>
                  <a:lnTo>
                    <a:pt x="9521" y="35223"/>
                  </a:lnTo>
                  <a:lnTo>
                    <a:pt x="6144" y="33052"/>
                  </a:lnTo>
                  <a:lnTo>
                    <a:pt x="9578" y="28047"/>
                  </a:lnTo>
                  <a:lnTo>
                    <a:pt x="10094" y="18802"/>
                  </a:lnTo>
                  <a:lnTo>
                    <a:pt x="22329" y="12040"/>
                  </a:lnTo>
                  <a:lnTo>
                    <a:pt x="16477" y="6482"/>
                  </a:lnTo>
                  <a:lnTo>
                    <a:pt x="1894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h7034"/>
            <p:cNvSpPr/>
            <p:nvPr/>
          </p:nvSpPr>
          <p:spPr>
            <a:xfrm>
              <a:off x="10696713" y="3072586"/>
              <a:ext cx="87721" cy="94957"/>
            </a:xfrm>
            <a:custGeom>
              <a:avLst/>
              <a:pathLst>
                <a:path w="87721" h="94957">
                  <a:moveTo>
                    <a:pt x="60220" y="1421"/>
                  </a:moveTo>
                  <a:lnTo>
                    <a:pt x="61710" y="1260"/>
                  </a:lnTo>
                  <a:lnTo>
                    <a:pt x="65068" y="654"/>
                  </a:lnTo>
                  <a:lnTo>
                    <a:pt x="66787" y="3915"/>
                  </a:lnTo>
                  <a:lnTo>
                    <a:pt x="69596" y="6631"/>
                  </a:lnTo>
                  <a:lnTo>
                    <a:pt x="72794" y="9282"/>
                  </a:lnTo>
                  <a:lnTo>
                    <a:pt x="74560" y="8342"/>
                  </a:lnTo>
                  <a:lnTo>
                    <a:pt x="77830" y="11531"/>
                  </a:lnTo>
                  <a:lnTo>
                    <a:pt x="76492" y="12499"/>
                  </a:lnTo>
                  <a:lnTo>
                    <a:pt x="75291" y="15653"/>
                  </a:lnTo>
                  <a:lnTo>
                    <a:pt x="76874" y="19217"/>
                  </a:lnTo>
                  <a:lnTo>
                    <a:pt x="77848" y="20014"/>
                  </a:lnTo>
                  <a:lnTo>
                    <a:pt x="78903" y="19611"/>
                  </a:lnTo>
                  <a:lnTo>
                    <a:pt x="79087" y="17805"/>
                  </a:lnTo>
                  <a:lnTo>
                    <a:pt x="80943" y="16524"/>
                  </a:lnTo>
                  <a:lnTo>
                    <a:pt x="83187" y="18549"/>
                  </a:lnTo>
                  <a:lnTo>
                    <a:pt x="85303" y="23683"/>
                  </a:lnTo>
                  <a:lnTo>
                    <a:pt x="84172" y="31564"/>
                  </a:lnTo>
                  <a:lnTo>
                    <a:pt x="87721" y="37510"/>
                  </a:lnTo>
                  <a:lnTo>
                    <a:pt x="74960" y="47216"/>
                  </a:lnTo>
                  <a:lnTo>
                    <a:pt x="74475" y="60285"/>
                  </a:lnTo>
                  <a:lnTo>
                    <a:pt x="73238" y="67752"/>
                  </a:lnTo>
                  <a:lnTo>
                    <a:pt x="64452" y="74589"/>
                  </a:lnTo>
                  <a:lnTo>
                    <a:pt x="60100" y="80877"/>
                  </a:lnTo>
                  <a:lnTo>
                    <a:pt x="58135" y="85865"/>
                  </a:lnTo>
                  <a:lnTo>
                    <a:pt x="58080" y="90179"/>
                  </a:lnTo>
                  <a:lnTo>
                    <a:pt x="62187" y="91944"/>
                  </a:lnTo>
                  <a:lnTo>
                    <a:pt x="63779" y="93669"/>
                  </a:lnTo>
                  <a:lnTo>
                    <a:pt x="62963" y="94043"/>
                  </a:lnTo>
                  <a:lnTo>
                    <a:pt x="56300" y="94957"/>
                  </a:lnTo>
                  <a:lnTo>
                    <a:pt x="51077" y="90020"/>
                  </a:lnTo>
                  <a:lnTo>
                    <a:pt x="46375" y="88118"/>
                  </a:lnTo>
                  <a:lnTo>
                    <a:pt x="42540" y="81960"/>
                  </a:lnTo>
                  <a:lnTo>
                    <a:pt x="36211" y="84112"/>
                  </a:lnTo>
                  <a:lnTo>
                    <a:pt x="36800" y="88568"/>
                  </a:lnTo>
                  <a:lnTo>
                    <a:pt x="29425" y="91909"/>
                  </a:lnTo>
                  <a:lnTo>
                    <a:pt x="24431" y="75269"/>
                  </a:lnTo>
                  <a:lnTo>
                    <a:pt x="26550" y="69400"/>
                  </a:lnTo>
                  <a:lnTo>
                    <a:pt x="19289" y="67796"/>
                  </a:lnTo>
                  <a:lnTo>
                    <a:pt x="17152" y="62235"/>
                  </a:lnTo>
                  <a:lnTo>
                    <a:pt x="17262" y="60333"/>
                  </a:lnTo>
                  <a:lnTo>
                    <a:pt x="14624" y="56100"/>
                  </a:lnTo>
                  <a:lnTo>
                    <a:pt x="6701" y="51679"/>
                  </a:lnTo>
                  <a:lnTo>
                    <a:pt x="0" y="50894"/>
                  </a:lnTo>
                  <a:lnTo>
                    <a:pt x="1898" y="48873"/>
                  </a:lnTo>
                  <a:lnTo>
                    <a:pt x="222" y="44444"/>
                  </a:lnTo>
                  <a:lnTo>
                    <a:pt x="3544" y="39247"/>
                  </a:lnTo>
                  <a:lnTo>
                    <a:pt x="5746" y="40479"/>
                  </a:lnTo>
                  <a:lnTo>
                    <a:pt x="10557" y="40649"/>
                  </a:lnTo>
                  <a:lnTo>
                    <a:pt x="12498" y="38579"/>
                  </a:lnTo>
                  <a:lnTo>
                    <a:pt x="14320" y="37700"/>
                  </a:lnTo>
                  <a:lnTo>
                    <a:pt x="18229" y="41018"/>
                  </a:lnTo>
                  <a:lnTo>
                    <a:pt x="34302" y="44644"/>
                  </a:lnTo>
                  <a:lnTo>
                    <a:pt x="37115" y="39258"/>
                  </a:lnTo>
                  <a:lnTo>
                    <a:pt x="37466" y="34980"/>
                  </a:lnTo>
                  <a:lnTo>
                    <a:pt x="40695" y="32159"/>
                  </a:lnTo>
                  <a:lnTo>
                    <a:pt x="43600" y="31920"/>
                  </a:lnTo>
                  <a:lnTo>
                    <a:pt x="45099" y="29463"/>
                  </a:lnTo>
                  <a:lnTo>
                    <a:pt x="44474" y="20898"/>
                  </a:lnTo>
                  <a:lnTo>
                    <a:pt x="46727" y="19681"/>
                  </a:lnTo>
                  <a:lnTo>
                    <a:pt x="47934" y="17977"/>
                  </a:lnTo>
                  <a:lnTo>
                    <a:pt x="49348" y="13308"/>
                  </a:lnTo>
                  <a:lnTo>
                    <a:pt x="47958" y="9505"/>
                  </a:lnTo>
                  <a:lnTo>
                    <a:pt x="48220" y="8041"/>
                  </a:lnTo>
                  <a:lnTo>
                    <a:pt x="50406" y="7652"/>
                  </a:lnTo>
                  <a:lnTo>
                    <a:pt x="51179" y="4513"/>
                  </a:lnTo>
                  <a:lnTo>
                    <a:pt x="50787" y="4745"/>
                  </a:lnTo>
                  <a:lnTo>
                    <a:pt x="51436" y="3178"/>
                  </a:lnTo>
                  <a:lnTo>
                    <a:pt x="5517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h7035"/>
            <p:cNvSpPr/>
            <p:nvPr/>
          </p:nvSpPr>
          <p:spPr>
            <a:xfrm>
              <a:off x="10876285" y="3040993"/>
              <a:ext cx="28277" cy="18514"/>
            </a:xfrm>
            <a:custGeom>
              <a:avLst/>
              <a:pathLst>
                <a:path w="28277" h="18514">
                  <a:moveTo>
                    <a:pt x="9713" y="4288"/>
                  </a:moveTo>
                  <a:lnTo>
                    <a:pt x="11627" y="5367"/>
                  </a:lnTo>
                  <a:lnTo>
                    <a:pt x="15272" y="5670"/>
                  </a:lnTo>
                  <a:lnTo>
                    <a:pt x="19502" y="9442"/>
                  </a:lnTo>
                  <a:lnTo>
                    <a:pt x="22705" y="9409"/>
                  </a:lnTo>
                  <a:lnTo>
                    <a:pt x="25724" y="6922"/>
                  </a:lnTo>
                  <a:lnTo>
                    <a:pt x="26872" y="7496"/>
                  </a:lnTo>
                  <a:lnTo>
                    <a:pt x="28277" y="9760"/>
                  </a:lnTo>
                  <a:lnTo>
                    <a:pt x="28038" y="12250"/>
                  </a:lnTo>
                  <a:lnTo>
                    <a:pt x="26056" y="14431"/>
                  </a:lnTo>
                  <a:lnTo>
                    <a:pt x="21488" y="15095"/>
                  </a:lnTo>
                  <a:lnTo>
                    <a:pt x="21581" y="17680"/>
                  </a:lnTo>
                  <a:lnTo>
                    <a:pt x="18969" y="18514"/>
                  </a:lnTo>
                  <a:lnTo>
                    <a:pt x="10255" y="13798"/>
                  </a:lnTo>
                  <a:lnTo>
                    <a:pt x="2118" y="15200"/>
                  </a:lnTo>
                  <a:lnTo>
                    <a:pt x="0" y="11737"/>
                  </a:lnTo>
                  <a:lnTo>
                    <a:pt x="658" y="8355"/>
                  </a:lnTo>
                  <a:lnTo>
                    <a:pt x="518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h7036"/>
            <p:cNvSpPr/>
            <p:nvPr/>
          </p:nvSpPr>
          <p:spPr>
            <a:xfrm>
              <a:off x="10983159" y="3205160"/>
              <a:ext cx="21630" cy="33019"/>
            </a:xfrm>
            <a:custGeom>
              <a:avLst/>
              <a:pathLst>
                <a:path w="21630" h="33019">
                  <a:moveTo>
                    <a:pt x="19393" y="200"/>
                  </a:moveTo>
                  <a:lnTo>
                    <a:pt x="21630" y="3857"/>
                  </a:lnTo>
                  <a:lnTo>
                    <a:pt x="21442" y="4914"/>
                  </a:lnTo>
                  <a:lnTo>
                    <a:pt x="18765" y="11385"/>
                  </a:lnTo>
                  <a:lnTo>
                    <a:pt x="9512" y="22455"/>
                  </a:lnTo>
                  <a:lnTo>
                    <a:pt x="8314" y="25913"/>
                  </a:lnTo>
                  <a:lnTo>
                    <a:pt x="8965" y="30241"/>
                  </a:lnTo>
                  <a:lnTo>
                    <a:pt x="8659" y="30849"/>
                  </a:lnTo>
                  <a:lnTo>
                    <a:pt x="421" y="33019"/>
                  </a:lnTo>
                  <a:lnTo>
                    <a:pt x="0" y="32390"/>
                  </a:lnTo>
                  <a:lnTo>
                    <a:pt x="3655" y="30544"/>
                  </a:lnTo>
                  <a:lnTo>
                    <a:pt x="4412" y="28364"/>
                  </a:lnTo>
                  <a:lnTo>
                    <a:pt x="4024" y="25377"/>
                  </a:lnTo>
                  <a:lnTo>
                    <a:pt x="2471" y="22832"/>
                  </a:lnTo>
                  <a:lnTo>
                    <a:pt x="1950" y="16515"/>
                  </a:lnTo>
                  <a:lnTo>
                    <a:pt x="2592" y="13156"/>
                  </a:lnTo>
                  <a:lnTo>
                    <a:pt x="6406" y="9135"/>
                  </a:lnTo>
                  <a:lnTo>
                    <a:pt x="6050" y="7576"/>
                  </a:lnTo>
                  <a:lnTo>
                    <a:pt x="8190" y="3434"/>
                  </a:lnTo>
                  <a:lnTo>
                    <a:pt x="9788" y="2015"/>
                  </a:lnTo>
                  <a:lnTo>
                    <a:pt x="11662" y="1708"/>
                  </a:lnTo>
                  <a:lnTo>
                    <a:pt x="1264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h7037"/>
            <p:cNvSpPr/>
            <p:nvPr/>
          </p:nvSpPr>
          <p:spPr>
            <a:xfrm>
              <a:off x="10841257" y="3057396"/>
              <a:ext cx="55223" cy="52064"/>
            </a:xfrm>
            <a:custGeom>
              <a:avLst/>
              <a:pathLst>
                <a:path w="55223" h="52064">
                  <a:moveTo>
                    <a:pt x="8328" y="0"/>
                  </a:moveTo>
                  <a:lnTo>
                    <a:pt x="12003" y="4007"/>
                  </a:lnTo>
                  <a:lnTo>
                    <a:pt x="15218" y="5956"/>
                  </a:lnTo>
                  <a:lnTo>
                    <a:pt x="15698" y="6939"/>
                  </a:lnTo>
                  <a:lnTo>
                    <a:pt x="14800" y="12344"/>
                  </a:lnTo>
                  <a:lnTo>
                    <a:pt x="16943" y="18636"/>
                  </a:lnTo>
                  <a:lnTo>
                    <a:pt x="16229" y="19443"/>
                  </a:lnTo>
                  <a:lnTo>
                    <a:pt x="16479" y="21014"/>
                  </a:lnTo>
                  <a:lnTo>
                    <a:pt x="17915" y="22257"/>
                  </a:lnTo>
                  <a:lnTo>
                    <a:pt x="19138" y="22309"/>
                  </a:lnTo>
                  <a:lnTo>
                    <a:pt x="19625" y="15587"/>
                  </a:lnTo>
                  <a:lnTo>
                    <a:pt x="21812" y="13669"/>
                  </a:lnTo>
                  <a:lnTo>
                    <a:pt x="27016" y="16345"/>
                  </a:lnTo>
                  <a:lnTo>
                    <a:pt x="29870" y="19573"/>
                  </a:lnTo>
                  <a:lnTo>
                    <a:pt x="31059" y="20013"/>
                  </a:lnTo>
                  <a:lnTo>
                    <a:pt x="32339" y="23292"/>
                  </a:lnTo>
                  <a:lnTo>
                    <a:pt x="34261" y="25601"/>
                  </a:lnTo>
                  <a:lnTo>
                    <a:pt x="38752" y="26840"/>
                  </a:lnTo>
                  <a:lnTo>
                    <a:pt x="44602" y="23360"/>
                  </a:lnTo>
                  <a:lnTo>
                    <a:pt x="45038" y="22237"/>
                  </a:lnTo>
                  <a:lnTo>
                    <a:pt x="47345" y="21952"/>
                  </a:lnTo>
                  <a:lnTo>
                    <a:pt x="48665" y="23348"/>
                  </a:lnTo>
                  <a:lnTo>
                    <a:pt x="47991" y="25286"/>
                  </a:lnTo>
                  <a:lnTo>
                    <a:pt x="51709" y="27602"/>
                  </a:lnTo>
                  <a:lnTo>
                    <a:pt x="50672" y="31091"/>
                  </a:lnTo>
                  <a:lnTo>
                    <a:pt x="53612" y="31856"/>
                  </a:lnTo>
                  <a:lnTo>
                    <a:pt x="55223" y="34383"/>
                  </a:lnTo>
                  <a:lnTo>
                    <a:pt x="53241" y="35955"/>
                  </a:lnTo>
                  <a:lnTo>
                    <a:pt x="47973" y="32492"/>
                  </a:lnTo>
                  <a:lnTo>
                    <a:pt x="40777" y="33718"/>
                  </a:lnTo>
                  <a:lnTo>
                    <a:pt x="40688" y="34726"/>
                  </a:lnTo>
                  <a:lnTo>
                    <a:pt x="38137" y="34397"/>
                  </a:lnTo>
                  <a:lnTo>
                    <a:pt x="33478" y="36770"/>
                  </a:lnTo>
                  <a:lnTo>
                    <a:pt x="32553" y="39645"/>
                  </a:lnTo>
                  <a:lnTo>
                    <a:pt x="34202" y="40224"/>
                  </a:lnTo>
                  <a:lnTo>
                    <a:pt x="34403" y="42789"/>
                  </a:lnTo>
                  <a:lnTo>
                    <a:pt x="30501" y="47634"/>
                  </a:lnTo>
                  <a:lnTo>
                    <a:pt x="28926" y="47142"/>
                  </a:lnTo>
                  <a:lnTo>
                    <a:pt x="28061" y="43213"/>
                  </a:lnTo>
                  <a:lnTo>
                    <a:pt x="25971" y="42319"/>
                  </a:lnTo>
                  <a:lnTo>
                    <a:pt x="23013" y="44422"/>
                  </a:lnTo>
                  <a:lnTo>
                    <a:pt x="22272" y="46627"/>
                  </a:lnTo>
                  <a:lnTo>
                    <a:pt x="20397" y="50149"/>
                  </a:lnTo>
                  <a:lnTo>
                    <a:pt x="12681" y="52064"/>
                  </a:lnTo>
                  <a:lnTo>
                    <a:pt x="11216" y="51354"/>
                  </a:lnTo>
                  <a:lnTo>
                    <a:pt x="9528" y="48162"/>
                  </a:lnTo>
                  <a:lnTo>
                    <a:pt x="15499" y="46657"/>
                  </a:lnTo>
                  <a:lnTo>
                    <a:pt x="20783" y="46394"/>
                  </a:lnTo>
                  <a:lnTo>
                    <a:pt x="21001" y="44311"/>
                  </a:lnTo>
                  <a:lnTo>
                    <a:pt x="16355" y="42790"/>
                  </a:lnTo>
                  <a:lnTo>
                    <a:pt x="8002" y="44844"/>
                  </a:lnTo>
                  <a:lnTo>
                    <a:pt x="816" y="47659"/>
                  </a:lnTo>
                  <a:lnTo>
                    <a:pt x="0" y="46056"/>
                  </a:lnTo>
                  <a:lnTo>
                    <a:pt x="4442" y="39115"/>
                  </a:lnTo>
                  <a:lnTo>
                    <a:pt x="3332" y="38085"/>
                  </a:lnTo>
                  <a:lnTo>
                    <a:pt x="709" y="37796"/>
                  </a:lnTo>
                  <a:lnTo>
                    <a:pt x="110" y="35623"/>
                  </a:lnTo>
                  <a:lnTo>
                    <a:pt x="4030" y="29922"/>
                  </a:lnTo>
                  <a:lnTo>
                    <a:pt x="4136" y="28190"/>
                  </a:lnTo>
                  <a:lnTo>
                    <a:pt x="3482" y="26480"/>
                  </a:lnTo>
                  <a:lnTo>
                    <a:pt x="6644" y="26083"/>
                  </a:lnTo>
                  <a:lnTo>
                    <a:pt x="8309" y="23630"/>
                  </a:lnTo>
                  <a:lnTo>
                    <a:pt x="9015" y="21242"/>
                  </a:lnTo>
                  <a:lnTo>
                    <a:pt x="8714" y="19878"/>
                  </a:lnTo>
                  <a:lnTo>
                    <a:pt x="10553" y="17569"/>
                  </a:lnTo>
                  <a:lnTo>
                    <a:pt x="3162" y="10000"/>
                  </a:lnTo>
                  <a:lnTo>
                    <a:pt x="2128" y="6640"/>
                  </a:lnTo>
                  <a:lnTo>
                    <a:pt x="3007" y="4758"/>
                  </a:lnTo>
                  <a:lnTo>
                    <a:pt x="3052" y="156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h7038"/>
            <p:cNvSpPr/>
            <p:nvPr/>
          </p:nvSpPr>
          <p:spPr>
            <a:xfrm>
              <a:off x="10932034" y="3187541"/>
              <a:ext cx="35898" cy="43280"/>
            </a:xfrm>
            <a:custGeom>
              <a:avLst/>
              <a:pathLst>
                <a:path w="35898" h="43280">
                  <a:moveTo>
                    <a:pt x="8622" y="423"/>
                  </a:moveTo>
                  <a:lnTo>
                    <a:pt x="10565" y="1751"/>
                  </a:lnTo>
                  <a:lnTo>
                    <a:pt x="10756" y="4386"/>
                  </a:lnTo>
                  <a:lnTo>
                    <a:pt x="12561" y="6180"/>
                  </a:lnTo>
                  <a:lnTo>
                    <a:pt x="16407" y="7148"/>
                  </a:lnTo>
                  <a:lnTo>
                    <a:pt x="20885" y="7308"/>
                  </a:lnTo>
                  <a:lnTo>
                    <a:pt x="27613" y="9129"/>
                  </a:lnTo>
                  <a:lnTo>
                    <a:pt x="29978" y="13583"/>
                  </a:lnTo>
                  <a:lnTo>
                    <a:pt x="29369" y="14312"/>
                  </a:lnTo>
                  <a:lnTo>
                    <a:pt x="31415" y="18965"/>
                  </a:lnTo>
                  <a:lnTo>
                    <a:pt x="35898" y="23904"/>
                  </a:lnTo>
                  <a:lnTo>
                    <a:pt x="33937" y="30340"/>
                  </a:lnTo>
                  <a:lnTo>
                    <a:pt x="26541" y="36389"/>
                  </a:lnTo>
                  <a:lnTo>
                    <a:pt x="17503" y="36918"/>
                  </a:lnTo>
                  <a:lnTo>
                    <a:pt x="16552" y="38169"/>
                  </a:lnTo>
                  <a:lnTo>
                    <a:pt x="16195" y="41786"/>
                  </a:lnTo>
                  <a:lnTo>
                    <a:pt x="13538" y="39208"/>
                  </a:lnTo>
                  <a:lnTo>
                    <a:pt x="7266" y="42676"/>
                  </a:lnTo>
                  <a:lnTo>
                    <a:pt x="3008" y="43280"/>
                  </a:lnTo>
                  <a:lnTo>
                    <a:pt x="1139" y="40801"/>
                  </a:lnTo>
                  <a:lnTo>
                    <a:pt x="359" y="40260"/>
                  </a:lnTo>
                  <a:lnTo>
                    <a:pt x="1224" y="37748"/>
                  </a:lnTo>
                  <a:lnTo>
                    <a:pt x="984" y="34211"/>
                  </a:lnTo>
                  <a:lnTo>
                    <a:pt x="4187" y="30752"/>
                  </a:lnTo>
                  <a:lnTo>
                    <a:pt x="5746" y="25121"/>
                  </a:lnTo>
                  <a:lnTo>
                    <a:pt x="1681" y="22859"/>
                  </a:lnTo>
                  <a:lnTo>
                    <a:pt x="0" y="13861"/>
                  </a:lnTo>
                  <a:lnTo>
                    <a:pt x="1105" y="8095"/>
                  </a:lnTo>
                  <a:lnTo>
                    <a:pt x="2549" y="3576"/>
                  </a:lnTo>
                  <a:lnTo>
                    <a:pt x="3858" y="1710"/>
                  </a:lnTo>
                  <a:lnTo>
                    <a:pt x="6629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h7039"/>
            <p:cNvSpPr/>
            <p:nvPr/>
          </p:nvSpPr>
          <p:spPr>
            <a:xfrm>
              <a:off x="10772004" y="3080703"/>
              <a:ext cx="19610" cy="15910"/>
            </a:xfrm>
            <a:custGeom>
              <a:avLst/>
              <a:pathLst>
                <a:path w="19610" h="15910">
                  <a:moveTo>
                    <a:pt x="16903" y="2102"/>
                  </a:moveTo>
                  <a:lnTo>
                    <a:pt x="18421" y="2885"/>
                  </a:lnTo>
                  <a:lnTo>
                    <a:pt x="18347" y="4904"/>
                  </a:lnTo>
                  <a:lnTo>
                    <a:pt x="19405" y="7153"/>
                  </a:lnTo>
                  <a:lnTo>
                    <a:pt x="19610" y="9696"/>
                  </a:lnTo>
                  <a:lnTo>
                    <a:pt x="18530" y="9689"/>
                  </a:lnTo>
                  <a:lnTo>
                    <a:pt x="17628" y="8092"/>
                  </a:lnTo>
                  <a:lnTo>
                    <a:pt x="15892" y="7276"/>
                  </a:lnTo>
                  <a:lnTo>
                    <a:pt x="15118" y="11598"/>
                  </a:lnTo>
                  <a:lnTo>
                    <a:pt x="16042" y="11404"/>
                  </a:lnTo>
                  <a:lnTo>
                    <a:pt x="16333" y="12500"/>
                  </a:lnTo>
                  <a:lnTo>
                    <a:pt x="13927" y="15910"/>
                  </a:lnTo>
                  <a:lnTo>
                    <a:pt x="10012" y="15566"/>
                  </a:lnTo>
                  <a:lnTo>
                    <a:pt x="7896" y="10432"/>
                  </a:lnTo>
                  <a:lnTo>
                    <a:pt x="5652" y="8407"/>
                  </a:lnTo>
                  <a:lnTo>
                    <a:pt x="3796" y="9688"/>
                  </a:lnTo>
                  <a:lnTo>
                    <a:pt x="3612" y="11494"/>
                  </a:lnTo>
                  <a:lnTo>
                    <a:pt x="2557" y="11897"/>
                  </a:lnTo>
                  <a:lnTo>
                    <a:pt x="1583" y="11100"/>
                  </a:lnTo>
                  <a:lnTo>
                    <a:pt x="0" y="7536"/>
                  </a:lnTo>
                  <a:lnTo>
                    <a:pt x="1201" y="4382"/>
                  </a:lnTo>
                  <a:lnTo>
                    <a:pt x="2539" y="3414"/>
                  </a:lnTo>
                  <a:lnTo>
                    <a:pt x="3418" y="5203"/>
                  </a:lnTo>
                  <a:lnTo>
                    <a:pt x="7218" y="8232"/>
                  </a:lnTo>
                  <a:lnTo>
                    <a:pt x="11480" y="3112"/>
                  </a:lnTo>
                  <a:lnTo>
                    <a:pt x="1313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h7040"/>
            <p:cNvSpPr/>
            <p:nvPr/>
          </p:nvSpPr>
          <p:spPr>
            <a:xfrm>
              <a:off x="10996937" y="3230118"/>
              <a:ext cx="28062" cy="19362"/>
            </a:xfrm>
            <a:custGeom>
              <a:avLst/>
              <a:pathLst>
                <a:path w="28062" h="19362">
                  <a:moveTo>
                    <a:pt x="17647" y="666"/>
                  </a:moveTo>
                  <a:lnTo>
                    <a:pt x="21380" y="4847"/>
                  </a:lnTo>
                  <a:lnTo>
                    <a:pt x="23776" y="9625"/>
                  </a:lnTo>
                  <a:lnTo>
                    <a:pt x="28062" y="15068"/>
                  </a:lnTo>
                  <a:lnTo>
                    <a:pt x="26121" y="17911"/>
                  </a:lnTo>
                  <a:lnTo>
                    <a:pt x="24114" y="14400"/>
                  </a:lnTo>
                  <a:lnTo>
                    <a:pt x="13780" y="19362"/>
                  </a:lnTo>
                  <a:lnTo>
                    <a:pt x="9412" y="17435"/>
                  </a:lnTo>
                  <a:lnTo>
                    <a:pt x="6882" y="17647"/>
                  </a:lnTo>
                  <a:lnTo>
                    <a:pt x="6747" y="12555"/>
                  </a:lnTo>
                  <a:lnTo>
                    <a:pt x="5467" y="9465"/>
                  </a:lnTo>
                  <a:lnTo>
                    <a:pt x="3837" y="7573"/>
                  </a:lnTo>
                  <a:lnTo>
                    <a:pt x="347" y="8732"/>
                  </a:lnTo>
                  <a:lnTo>
                    <a:pt x="0" y="8068"/>
                  </a:lnTo>
                  <a:lnTo>
                    <a:pt x="3881" y="4157"/>
                  </a:lnTo>
                  <a:lnTo>
                    <a:pt x="7191" y="2140"/>
                  </a:lnTo>
                  <a:lnTo>
                    <a:pt x="13878" y="3582"/>
                  </a:lnTo>
                  <a:lnTo>
                    <a:pt x="14501" y="1644"/>
                  </a:lnTo>
                  <a:lnTo>
                    <a:pt x="1622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h7041"/>
            <p:cNvSpPr/>
            <p:nvPr/>
          </p:nvSpPr>
          <p:spPr>
            <a:xfrm>
              <a:off x="10995112" y="3286366"/>
              <a:ext cx="26730" cy="18301"/>
            </a:xfrm>
            <a:custGeom>
              <a:avLst/>
              <a:pathLst>
                <a:path w="26730" h="18301">
                  <a:moveTo>
                    <a:pt x="13580" y="500"/>
                  </a:moveTo>
                  <a:lnTo>
                    <a:pt x="17856" y="977"/>
                  </a:lnTo>
                  <a:lnTo>
                    <a:pt x="20162" y="2348"/>
                  </a:lnTo>
                  <a:lnTo>
                    <a:pt x="26730" y="12309"/>
                  </a:lnTo>
                  <a:lnTo>
                    <a:pt x="18984" y="15590"/>
                  </a:lnTo>
                  <a:lnTo>
                    <a:pt x="14687" y="18301"/>
                  </a:lnTo>
                  <a:lnTo>
                    <a:pt x="12790" y="15688"/>
                  </a:lnTo>
                  <a:lnTo>
                    <a:pt x="7722" y="12535"/>
                  </a:lnTo>
                  <a:lnTo>
                    <a:pt x="5766" y="11801"/>
                  </a:lnTo>
                  <a:lnTo>
                    <a:pt x="5180" y="13127"/>
                  </a:lnTo>
                  <a:lnTo>
                    <a:pt x="3768" y="13690"/>
                  </a:lnTo>
                  <a:lnTo>
                    <a:pt x="913" y="10473"/>
                  </a:lnTo>
                  <a:lnTo>
                    <a:pt x="0" y="6779"/>
                  </a:lnTo>
                  <a:lnTo>
                    <a:pt x="3" y="5688"/>
                  </a:lnTo>
                  <a:lnTo>
                    <a:pt x="2465" y="2714"/>
                  </a:lnTo>
                  <a:lnTo>
                    <a:pt x="6329" y="877"/>
                  </a:lnTo>
                  <a:lnTo>
                    <a:pt x="939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h7042"/>
            <p:cNvSpPr/>
            <p:nvPr/>
          </p:nvSpPr>
          <p:spPr>
            <a:xfrm>
              <a:off x="11018142" y="3161452"/>
              <a:ext cx="11691" cy="16734"/>
            </a:xfrm>
            <a:custGeom>
              <a:avLst/>
              <a:pathLst>
                <a:path w="11691" h="16734">
                  <a:moveTo>
                    <a:pt x="10445" y="2971"/>
                  </a:moveTo>
                  <a:lnTo>
                    <a:pt x="11691" y="8643"/>
                  </a:lnTo>
                  <a:lnTo>
                    <a:pt x="9412" y="8977"/>
                  </a:lnTo>
                  <a:lnTo>
                    <a:pt x="7923" y="10467"/>
                  </a:lnTo>
                  <a:lnTo>
                    <a:pt x="9800" y="15697"/>
                  </a:lnTo>
                  <a:lnTo>
                    <a:pt x="8099" y="16734"/>
                  </a:lnTo>
                  <a:lnTo>
                    <a:pt x="1267" y="10305"/>
                  </a:lnTo>
                  <a:lnTo>
                    <a:pt x="459" y="8923"/>
                  </a:lnTo>
                  <a:lnTo>
                    <a:pt x="943" y="7096"/>
                  </a:lnTo>
                  <a:lnTo>
                    <a:pt x="1906" y="6705"/>
                  </a:lnTo>
                  <a:lnTo>
                    <a:pt x="0" y="2331"/>
                  </a:lnTo>
                  <a:lnTo>
                    <a:pt x="3594" y="2110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h7043"/>
            <p:cNvSpPr/>
            <p:nvPr/>
          </p:nvSpPr>
          <p:spPr>
            <a:xfrm>
              <a:off x="10783736" y="3227854"/>
              <a:ext cx="45204" cy="22466"/>
            </a:xfrm>
            <a:custGeom>
              <a:avLst/>
              <a:pathLst>
                <a:path w="45204" h="22466">
                  <a:moveTo>
                    <a:pt x="13982" y="0"/>
                  </a:moveTo>
                  <a:lnTo>
                    <a:pt x="19643" y="3142"/>
                  </a:lnTo>
                  <a:lnTo>
                    <a:pt x="24672" y="4656"/>
                  </a:lnTo>
                  <a:lnTo>
                    <a:pt x="26967" y="5819"/>
                  </a:lnTo>
                  <a:lnTo>
                    <a:pt x="27112" y="10004"/>
                  </a:lnTo>
                  <a:lnTo>
                    <a:pt x="30045" y="12751"/>
                  </a:lnTo>
                  <a:lnTo>
                    <a:pt x="35178" y="14227"/>
                  </a:lnTo>
                  <a:lnTo>
                    <a:pt x="36306" y="13685"/>
                  </a:lnTo>
                  <a:lnTo>
                    <a:pt x="38156" y="17966"/>
                  </a:lnTo>
                  <a:lnTo>
                    <a:pt x="41496" y="18782"/>
                  </a:lnTo>
                  <a:lnTo>
                    <a:pt x="44270" y="20822"/>
                  </a:lnTo>
                  <a:lnTo>
                    <a:pt x="45204" y="22183"/>
                  </a:lnTo>
                  <a:lnTo>
                    <a:pt x="44673" y="22466"/>
                  </a:lnTo>
                  <a:lnTo>
                    <a:pt x="0" y="7051"/>
                  </a:lnTo>
                  <a:lnTo>
                    <a:pt x="41" y="6209"/>
                  </a:lnTo>
                  <a:lnTo>
                    <a:pt x="6782" y="8504"/>
                  </a:lnTo>
                  <a:lnTo>
                    <a:pt x="8191" y="8307"/>
                  </a:lnTo>
                  <a:lnTo>
                    <a:pt x="10364" y="6483"/>
                  </a:lnTo>
                  <a:lnTo>
                    <a:pt x="6054" y="2974"/>
                  </a:lnTo>
                  <a:lnTo>
                    <a:pt x="6734" y="1901"/>
                  </a:lnTo>
                  <a:lnTo>
                    <a:pt x="9032" y="1187"/>
                  </a:lnTo>
                  <a:lnTo>
                    <a:pt x="8737" y="2260"/>
                  </a:lnTo>
                  <a:lnTo>
                    <a:pt x="12073" y="2361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h7044"/>
            <p:cNvSpPr/>
            <p:nvPr/>
          </p:nvSpPr>
          <p:spPr>
            <a:xfrm>
              <a:off x="10906437" y="3060825"/>
              <a:ext cx="29066" cy="24099"/>
            </a:xfrm>
            <a:custGeom>
              <a:avLst/>
              <a:pathLst>
                <a:path w="29066" h="24099">
                  <a:moveTo>
                    <a:pt x="9029" y="0"/>
                  </a:moveTo>
                  <a:lnTo>
                    <a:pt x="11290" y="457"/>
                  </a:lnTo>
                  <a:lnTo>
                    <a:pt x="13017" y="1142"/>
                  </a:lnTo>
                  <a:lnTo>
                    <a:pt x="15077" y="4728"/>
                  </a:lnTo>
                  <a:lnTo>
                    <a:pt x="16345" y="5320"/>
                  </a:lnTo>
                  <a:lnTo>
                    <a:pt x="20532" y="11612"/>
                  </a:lnTo>
                  <a:lnTo>
                    <a:pt x="29066" y="13099"/>
                  </a:lnTo>
                  <a:lnTo>
                    <a:pt x="25416" y="17447"/>
                  </a:lnTo>
                  <a:lnTo>
                    <a:pt x="20145" y="17846"/>
                  </a:lnTo>
                  <a:lnTo>
                    <a:pt x="14987" y="19790"/>
                  </a:lnTo>
                  <a:lnTo>
                    <a:pt x="13147" y="23065"/>
                  </a:lnTo>
                  <a:lnTo>
                    <a:pt x="11884" y="24099"/>
                  </a:lnTo>
                  <a:lnTo>
                    <a:pt x="10822" y="24057"/>
                  </a:lnTo>
                  <a:lnTo>
                    <a:pt x="7836" y="21322"/>
                  </a:lnTo>
                  <a:lnTo>
                    <a:pt x="941" y="20672"/>
                  </a:lnTo>
                  <a:lnTo>
                    <a:pt x="0" y="18734"/>
                  </a:lnTo>
                  <a:lnTo>
                    <a:pt x="647" y="18562"/>
                  </a:lnTo>
                  <a:lnTo>
                    <a:pt x="3504" y="12498"/>
                  </a:lnTo>
                  <a:lnTo>
                    <a:pt x="4083" y="7431"/>
                  </a:lnTo>
                  <a:lnTo>
                    <a:pt x="2892" y="3025"/>
                  </a:lnTo>
                  <a:lnTo>
                    <a:pt x="6619" y="47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h7045"/>
            <p:cNvSpPr/>
            <p:nvPr/>
          </p:nvSpPr>
          <p:spPr>
            <a:xfrm>
              <a:off x="10881471" y="3035077"/>
              <a:ext cx="29422" cy="15832"/>
            </a:xfrm>
            <a:custGeom>
              <a:avLst/>
              <a:pathLst>
                <a:path w="29422" h="15832">
                  <a:moveTo>
                    <a:pt x="8721" y="1726"/>
                  </a:moveTo>
                  <a:lnTo>
                    <a:pt x="12218" y="7692"/>
                  </a:lnTo>
                  <a:lnTo>
                    <a:pt x="13334" y="7162"/>
                  </a:lnTo>
                  <a:lnTo>
                    <a:pt x="13105" y="5551"/>
                  </a:lnTo>
                  <a:lnTo>
                    <a:pt x="13626" y="5228"/>
                  </a:lnTo>
                  <a:lnTo>
                    <a:pt x="16908" y="5406"/>
                  </a:lnTo>
                  <a:lnTo>
                    <a:pt x="18033" y="5811"/>
                  </a:lnTo>
                  <a:lnTo>
                    <a:pt x="17959" y="6464"/>
                  </a:lnTo>
                  <a:lnTo>
                    <a:pt x="18017" y="7836"/>
                  </a:lnTo>
                  <a:lnTo>
                    <a:pt x="19262" y="9396"/>
                  </a:lnTo>
                  <a:lnTo>
                    <a:pt x="23149" y="10706"/>
                  </a:lnTo>
                  <a:lnTo>
                    <a:pt x="27792" y="7456"/>
                  </a:lnTo>
                  <a:lnTo>
                    <a:pt x="29422" y="11719"/>
                  </a:lnTo>
                  <a:lnTo>
                    <a:pt x="25918" y="15832"/>
                  </a:lnTo>
                  <a:lnTo>
                    <a:pt x="23092" y="15676"/>
                  </a:lnTo>
                  <a:lnTo>
                    <a:pt x="21686" y="13412"/>
                  </a:lnTo>
                  <a:lnTo>
                    <a:pt x="20539" y="12838"/>
                  </a:lnTo>
                  <a:lnTo>
                    <a:pt x="17519" y="15325"/>
                  </a:lnTo>
                  <a:lnTo>
                    <a:pt x="14317" y="15358"/>
                  </a:lnTo>
                  <a:lnTo>
                    <a:pt x="10087" y="11586"/>
                  </a:lnTo>
                  <a:lnTo>
                    <a:pt x="6442" y="11283"/>
                  </a:lnTo>
                  <a:lnTo>
                    <a:pt x="4528" y="10204"/>
                  </a:lnTo>
                  <a:lnTo>
                    <a:pt x="0" y="5915"/>
                  </a:lnTo>
                  <a:lnTo>
                    <a:pt x="3877" y="6141"/>
                  </a:lnTo>
                  <a:lnTo>
                    <a:pt x="6740" y="8825"/>
                  </a:lnTo>
                  <a:lnTo>
                    <a:pt x="7639" y="8635"/>
                  </a:lnTo>
                  <a:lnTo>
                    <a:pt x="3309" y="2107"/>
                  </a:lnTo>
                  <a:lnTo>
                    <a:pt x="465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h7046"/>
            <p:cNvSpPr/>
            <p:nvPr/>
          </p:nvSpPr>
          <p:spPr>
            <a:xfrm>
              <a:off x="10962372" y="3185440"/>
              <a:ext cx="13332" cy="17628"/>
            </a:xfrm>
            <a:custGeom>
              <a:avLst/>
              <a:pathLst>
                <a:path w="13332" h="17628">
                  <a:moveTo>
                    <a:pt x="12525" y="6685"/>
                  </a:moveTo>
                  <a:lnTo>
                    <a:pt x="13332" y="9936"/>
                  </a:lnTo>
                  <a:lnTo>
                    <a:pt x="11754" y="13044"/>
                  </a:lnTo>
                  <a:lnTo>
                    <a:pt x="11853" y="14988"/>
                  </a:lnTo>
                  <a:lnTo>
                    <a:pt x="11347" y="17201"/>
                  </a:lnTo>
                  <a:lnTo>
                    <a:pt x="9817" y="17628"/>
                  </a:lnTo>
                  <a:lnTo>
                    <a:pt x="6680" y="14382"/>
                  </a:lnTo>
                  <a:lnTo>
                    <a:pt x="4192" y="13398"/>
                  </a:lnTo>
                  <a:lnTo>
                    <a:pt x="637" y="14333"/>
                  </a:lnTo>
                  <a:lnTo>
                    <a:pt x="0" y="12142"/>
                  </a:lnTo>
                  <a:lnTo>
                    <a:pt x="1502" y="3960"/>
                  </a:lnTo>
                  <a:lnTo>
                    <a:pt x="4268" y="0"/>
                  </a:lnTo>
                  <a:lnTo>
                    <a:pt x="6731" y="15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h7047"/>
            <p:cNvSpPr/>
            <p:nvPr/>
          </p:nvSpPr>
          <p:spPr>
            <a:xfrm>
              <a:off x="10917260" y="3071608"/>
              <a:ext cx="43761" cy="67332"/>
            </a:xfrm>
            <a:custGeom>
              <a:avLst/>
              <a:pathLst>
                <a:path w="43761" h="67332">
                  <a:moveTo>
                    <a:pt x="32959" y="0"/>
                  </a:moveTo>
                  <a:lnTo>
                    <a:pt x="34283" y="5105"/>
                  </a:lnTo>
                  <a:lnTo>
                    <a:pt x="38762" y="8275"/>
                  </a:lnTo>
                  <a:lnTo>
                    <a:pt x="41291" y="11879"/>
                  </a:lnTo>
                  <a:lnTo>
                    <a:pt x="41408" y="13137"/>
                  </a:lnTo>
                  <a:lnTo>
                    <a:pt x="40444" y="15058"/>
                  </a:lnTo>
                  <a:lnTo>
                    <a:pt x="41611" y="16260"/>
                  </a:lnTo>
                  <a:lnTo>
                    <a:pt x="41181" y="17263"/>
                  </a:lnTo>
                  <a:lnTo>
                    <a:pt x="42041" y="19450"/>
                  </a:lnTo>
                  <a:lnTo>
                    <a:pt x="42065" y="25925"/>
                  </a:lnTo>
                  <a:lnTo>
                    <a:pt x="43166" y="25805"/>
                  </a:lnTo>
                  <a:lnTo>
                    <a:pt x="43761" y="26478"/>
                  </a:lnTo>
                  <a:lnTo>
                    <a:pt x="42066" y="27734"/>
                  </a:lnTo>
                  <a:lnTo>
                    <a:pt x="29906" y="28082"/>
                  </a:lnTo>
                  <a:lnTo>
                    <a:pt x="27106" y="30831"/>
                  </a:lnTo>
                  <a:lnTo>
                    <a:pt x="25149" y="42319"/>
                  </a:lnTo>
                  <a:lnTo>
                    <a:pt x="23672" y="43056"/>
                  </a:lnTo>
                  <a:lnTo>
                    <a:pt x="22593" y="46533"/>
                  </a:lnTo>
                  <a:lnTo>
                    <a:pt x="26513" y="51279"/>
                  </a:lnTo>
                  <a:lnTo>
                    <a:pt x="28651" y="51712"/>
                  </a:lnTo>
                  <a:lnTo>
                    <a:pt x="28784" y="54704"/>
                  </a:lnTo>
                  <a:lnTo>
                    <a:pt x="25640" y="55437"/>
                  </a:lnTo>
                  <a:lnTo>
                    <a:pt x="28336" y="61370"/>
                  </a:lnTo>
                  <a:lnTo>
                    <a:pt x="23848" y="67332"/>
                  </a:lnTo>
                  <a:lnTo>
                    <a:pt x="20936" y="65586"/>
                  </a:lnTo>
                  <a:lnTo>
                    <a:pt x="16496" y="64602"/>
                  </a:lnTo>
                  <a:lnTo>
                    <a:pt x="12305" y="66338"/>
                  </a:lnTo>
                  <a:lnTo>
                    <a:pt x="8972" y="65061"/>
                  </a:lnTo>
                  <a:lnTo>
                    <a:pt x="8872" y="56669"/>
                  </a:lnTo>
                  <a:lnTo>
                    <a:pt x="11696" y="51013"/>
                  </a:lnTo>
                  <a:lnTo>
                    <a:pt x="11402" y="45923"/>
                  </a:lnTo>
                  <a:lnTo>
                    <a:pt x="13111" y="40411"/>
                  </a:lnTo>
                  <a:lnTo>
                    <a:pt x="7075" y="38595"/>
                  </a:lnTo>
                  <a:lnTo>
                    <a:pt x="5176" y="35330"/>
                  </a:lnTo>
                  <a:lnTo>
                    <a:pt x="6257" y="33618"/>
                  </a:lnTo>
                  <a:lnTo>
                    <a:pt x="6782" y="26960"/>
                  </a:lnTo>
                  <a:lnTo>
                    <a:pt x="5538" y="25027"/>
                  </a:lnTo>
                  <a:lnTo>
                    <a:pt x="2980" y="24248"/>
                  </a:lnTo>
                  <a:lnTo>
                    <a:pt x="2105" y="21398"/>
                  </a:lnTo>
                  <a:lnTo>
                    <a:pt x="3357" y="18522"/>
                  </a:lnTo>
                  <a:lnTo>
                    <a:pt x="4892" y="20090"/>
                  </a:lnTo>
                  <a:lnTo>
                    <a:pt x="7279" y="18038"/>
                  </a:lnTo>
                  <a:lnTo>
                    <a:pt x="1304" y="16886"/>
                  </a:lnTo>
                  <a:lnTo>
                    <a:pt x="127" y="17359"/>
                  </a:lnTo>
                  <a:lnTo>
                    <a:pt x="0" y="13273"/>
                  </a:lnTo>
                  <a:lnTo>
                    <a:pt x="1061" y="13315"/>
                  </a:lnTo>
                  <a:lnTo>
                    <a:pt x="2324" y="12282"/>
                  </a:lnTo>
                  <a:lnTo>
                    <a:pt x="4164" y="9007"/>
                  </a:lnTo>
                  <a:lnTo>
                    <a:pt x="9322" y="7063"/>
                  </a:lnTo>
                  <a:lnTo>
                    <a:pt x="14593" y="6663"/>
                  </a:lnTo>
                  <a:lnTo>
                    <a:pt x="18243" y="2316"/>
                  </a:lnTo>
                  <a:lnTo>
                    <a:pt x="25555" y="1941"/>
                  </a:lnTo>
                  <a:lnTo>
                    <a:pt x="25318" y="2882"/>
                  </a:lnTo>
                  <a:lnTo>
                    <a:pt x="27378" y="4300"/>
                  </a:lnTo>
                  <a:lnTo>
                    <a:pt x="28201" y="2708"/>
                  </a:lnTo>
                  <a:lnTo>
                    <a:pt x="31025" y="513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h7048"/>
            <p:cNvSpPr/>
            <p:nvPr/>
          </p:nvSpPr>
          <p:spPr>
            <a:xfrm>
              <a:off x="11014770" y="3301147"/>
              <a:ext cx="16569" cy="26303"/>
            </a:xfrm>
            <a:custGeom>
              <a:avLst/>
              <a:pathLst>
                <a:path w="16569" h="26303">
                  <a:moveTo>
                    <a:pt x="11448" y="42"/>
                  </a:moveTo>
                  <a:lnTo>
                    <a:pt x="15419" y="2135"/>
                  </a:lnTo>
                  <a:lnTo>
                    <a:pt x="16569" y="8114"/>
                  </a:lnTo>
                  <a:lnTo>
                    <a:pt x="16538" y="12890"/>
                  </a:lnTo>
                  <a:lnTo>
                    <a:pt x="13342" y="13305"/>
                  </a:lnTo>
                  <a:lnTo>
                    <a:pt x="12811" y="15551"/>
                  </a:lnTo>
                  <a:lnTo>
                    <a:pt x="13248" y="20544"/>
                  </a:lnTo>
                  <a:lnTo>
                    <a:pt x="9927" y="22614"/>
                  </a:lnTo>
                  <a:lnTo>
                    <a:pt x="8356" y="26303"/>
                  </a:lnTo>
                  <a:lnTo>
                    <a:pt x="6412" y="23188"/>
                  </a:lnTo>
                  <a:lnTo>
                    <a:pt x="1240" y="18265"/>
                  </a:lnTo>
                  <a:lnTo>
                    <a:pt x="0" y="16248"/>
                  </a:lnTo>
                  <a:lnTo>
                    <a:pt x="7777" y="14606"/>
                  </a:lnTo>
                  <a:lnTo>
                    <a:pt x="7431" y="10411"/>
                  </a:lnTo>
                  <a:lnTo>
                    <a:pt x="4390" y="8587"/>
                  </a:lnTo>
                  <a:lnTo>
                    <a:pt x="4313" y="7551"/>
                  </a:lnTo>
                  <a:lnTo>
                    <a:pt x="9870" y="4519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h7049"/>
            <p:cNvSpPr/>
            <p:nvPr/>
          </p:nvSpPr>
          <p:spPr>
            <a:xfrm>
              <a:off x="10991472" y="3240558"/>
              <a:ext cx="12456" cy="15869"/>
            </a:xfrm>
            <a:custGeom>
              <a:avLst/>
              <a:pathLst>
                <a:path w="12456" h="15869">
                  <a:moveTo>
                    <a:pt x="3471" y="19"/>
                  </a:moveTo>
                  <a:lnTo>
                    <a:pt x="6125" y="16"/>
                  </a:lnTo>
                  <a:lnTo>
                    <a:pt x="9400" y="1974"/>
                  </a:lnTo>
                  <a:lnTo>
                    <a:pt x="12212" y="2115"/>
                  </a:lnTo>
                  <a:lnTo>
                    <a:pt x="12346" y="7207"/>
                  </a:lnTo>
                  <a:lnTo>
                    <a:pt x="11380" y="9023"/>
                  </a:lnTo>
                  <a:lnTo>
                    <a:pt x="12456" y="15141"/>
                  </a:lnTo>
                  <a:lnTo>
                    <a:pt x="11762" y="15869"/>
                  </a:lnTo>
                  <a:lnTo>
                    <a:pt x="6680" y="12426"/>
                  </a:lnTo>
                  <a:lnTo>
                    <a:pt x="3788" y="4973"/>
                  </a:lnTo>
                  <a:lnTo>
                    <a:pt x="500" y="2479"/>
                  </a:lnTo>
                  <a:lnTo>
                    <a:pt x="0" y="1444"/>
                  </a:lnTo>
                  <a:lnTo>
                    <a:pt x="1256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h7050"/>
            <p:cNvSpPr/>
            <p:nvPr/>
          </p:nvSpPr>
          <p:spPr>
            <a:xfrm>
              <a:off x="11022164" y="2836260"/>
              <a:ext cx="17878" cy="14754"/>
            </a:xfrm>
            <a:custGeom>
              <a:avLst/>
              <a:pathLst>
                <a:path w="17878" h="14754">
                  <a:moveTo>
                    <a:pt x="17878" y="2812"/>
                  </a:moveTo>
                  <a:lnTo>
                    <a:pt x="16824" y="6615"/>
                  </a:lnTo>
                  <a:lnTo>
                    <a:pt x="13980" y="11932"/>
                  </a:lnTo>
                  <a:lnTo>
                    <a:pt x="13593" y="13918"/>
                  </a:lnTo>
                  <a:lnTo>
                    <a:pt x="10699" y="14754"/>
                  </a:lnTo>
                  <a:lnTo>
                    <a:pt x="8473" y="13336"/>
                  </a:lnTo>
                  <a:lnTo>
                    <a:pt x="7135" y="13669"/>
                  </a:lnTo>
                  <a:lnTo>
                    <a:pt x="5728" y="13006"/>
                  </a:lnTo>
                  <a:lnTo>
                    <a:pt x="4077" y="12290"/>
                  </a:lnTo>
                  <a:lnTo>
                    <a:pt x="3552" y="12472"/>
                  </a:lnTo>
                  <a:lnTo>
                    <a:pt x="0" y="11716"/>
                  </a:lnTo>
                  <a:lnTo>
                    <a:pt x="4379" y="6084"/>
                  </a:lnTo>
                  <a:lnTo>
                    <a:pt x="7910" y="3303"/>
                  </a:lnTo>
                  <a:lnTo>
                    <a:pt x="10879" y="3568"/>
                  </a:lnTo>
                  <a:lnTo>
                    <a:pt x="14846" y="1215"/>
                  </a:lnTo>
                  <a:lnTo>
                    <a:pt x="1556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h7051"/>
            <p:cNvSpPr/>
            <p:nvPr/>
          </p:nvSpPr>
          <p:spPr>
            <a:xfrm>
              <a:off x="10929818" y="2878002"/>
              <a:ext cx="15767" cy="8837"/>
            </a:xfrm>
            <a:custGeom>
              <a:avLst/>
              <a:pathLst>
                <a:path w="15767" h="8837">
                  <a:moveTo>
                    <a:pt x="12730" y="992"/>
                  </a:moveTo>
                  <a:lnTo>
                    <a:pt x="10976" y="2830"/>
                  </a:lnTo>
                  <a:lnTo>
                    <a:pt x="15767" y="6139"/>
                  </a:lnTo>
                  <a:lnTo>
                    <a:pt x="15553" y="7240"/>
                  </a:lnTo>
                  <a:lnTo>
                    <a:pt x="10046" y="7185"/>
                  </a:lnTo>
                  <a:lnTo>
                    <a:pt x="6322" y="8837"/>
                  </a:lnTo>
                  <a:lnTo>
                    <a:pt x="3000" y="8404"/>
                  </a:lnTo>
                  <a:lnTo>
                    <a:pt x="0" y="6993"/>
                  </a:lnTo>
                  <a:lnTo>
                    <a:pt x="2931" y="3988"/>
                  </a:lnTo>
                  <a:lnTo>
                    <a:pt x="9139" y="1721"/>
                  </a:lnTo>
                  <a:lnTo>
                    <a:pt x="9332" y="467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h7052"/>
            <p:cNvSpPr/>
            <p:nvPr/>
          </p:nvSpPr>
          <p:spPr>
            <a:xfrm>
              <a:off x="10992690" y="2798486"/>
              <a:ext cx="31950" cy="23642"/>
            </a:xfrm>
            <a:custGeom>
              <a:avLst/>
              <a:pathLst>
                <a:path w="31950" h="23642">
                  <a:moveTo>
                    <a:pt x="31633" y="3877"/>
                  </a:moveTo>
                  <a:lnTo>
                    <a:pt x="24497" y="12631"/>
                  </a:lnTo>
                  <a:lnTo>
                    <a:pt x="26300" y="19174"/>
                  </a:lnTo>
                  <a:lnTo>
                    <a:pt x="23402" y="18383"/>
                  </a:lnTo>
                  <a:lnTo>
                    <a:pt x="23005" y="16062"/>
                  </a:lnTo>
                  <a:lnTo>
                    <a:pt x="21786" y="15012"/>
                  </a:lnTo>
                  <a:lnTo>
                    <a:pt x="19690" y="14871"/>
                  </a:lnTo>
                  <a:lnTo>
                    <a:pt x="15041" y="18752"/>
                  </a:lnTo>
                  <a:lnTo>
                    <a:pt x="8289" y="20426"/>
                  </a:lnTo>
                  <a:lnTo>
                    <a:pt x="8529" y="21911"/>
                  </a:lnTo>
                  <a:lnTo>
                    <a:pt x="7693" y="23642"/>
                  </a:lnTo>
                  <a:lnTo>
                    <a:pt x="3596" y="22098"/>
                  </a:lnTo>
                  <a:lnTo>
                    <a:pt x="3851" y="22662"/>
                  </a:lnTo>
                  <a:lnTo>
                    <a:pt x="2143" y="22443"/>
                  </a:lnTo>
                  <a:lnTo>
                    <a:pt x="2078" y="21794"/>
                  </a:lnTo>
                  <a:lnTo>
                    <a:pt x="3871" y="21346"/>
                  </a:lnTo>
                  <a:lnTo>
                    <a:pt x="3868" y="18152"/>
                  </a:lnTo>
                  <a:lnTo>
                    <a:pt x="1219" y="13470"/>
                  </a:lnTo>
                  <a:lnTo>
                    <a:pt x="1357" y="8980"/>
                  </a:lnTo>
                  <a:lnTo>
                    <a:pt x="0" y="7502"/>
                  </a:lnTo>
                  <a:lnTo>
                    <a:pt x="4833" y="5757"/>
                  </a:lnTo>
                  <a:lnTo>
                    <a:pt x="7745" y="9195"/>
                  </a:lnTo>
                  <a:lnTo>
                    <a:pt x="12447" y="7429"/>
                  </a:lnTo>
                  <a:lnTo>
                    <a:pt x="17834" y="2021"/>
                  </a:lnTo>
                  <a:lnTo>
                    <a:pt x="19999" y="3058"/>
                  </a:lnTo>
                  <a:lnTo>
                    <a:pt x="20140" y="4532"/>
                  </a:lnTo>
                  <a:lnTo>
                    <a:pt x="19301" y="6906"/>
                  </a:lnTo>
                  <a:lnTo>
                    <a:pt x="21007" y="8253"/>
                  </a:lnTo>
                  <a:lnTo>
                    <a:pt x="27481" y="4711"/>
                  </a:lnTo>
                  <a:lnTo>
                    <a:pt x="3195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h7053"/>
            <p:cNvSpPr/>
            <p:nvPr/>
          </p:nvSpPr>
          <p:spPr>
            <a:xfrm>
              <a:off x="10984675" y="2747513"/>
              <a:ext cx="15974" cy="42753"/>
            </a:xfrm>
            <a:custGeom>
              <a:avLst/>
              <a:pathLst>
                <a:path w="15974" h="42753">
                  <a:moveTo>
                    <a:pt x="5886" y="0"/>
                  </a:moveTo>
                  <a:lnTo>
                    <a:pt x="4631" y="4116"/>
                  </a:lnTo>
                  <a:lnTo>
                    <a:pt x="4323" y="15320"/>
                  </a:lnTo>
                  <a:lnTo>
                    <a:pt x="5604" y="22959"/>
                  </a:lnTo>
                  <a:lnTo>
                    <a:pt x="8150" y="29721"/>
                  </a:lnTo>
                  <a:lnTo>
                    <a:pt x="7975" y="32026"/>
                  </a:lnTo>
                  <a:lnTo>
                    <a:pt x="9344" y="33492"/>
                  </a:lnTo>
                  <a:lnTo>
                    <a:pt x="14503" y="31192"/>
                  </a:lnTo>
                  <a:lnTo>
                    <a:pt x="15974" y="32386"/>
                  </a:lnTo>
                  <a:lnTo>
                    <a:pt x="13111" y="38174"/>
                  </a:lnTo>
                  <a:lnTo>
                    <a:pt x="14223" y="40143"/>
                  </a:lnTo>
                  <a:lnTo>
                    <a:pt x="8800" y="42753"/>
                  </a:lnTo>
                  <a:lnTo>
                    <a:pt x="5867" y="41956"/>
                  </a:lnTo>
                  <a:lnTo>
                    <a:pt x="4905" y="40429"/>
                  </a:lnTo>
                  <a:lnTo>
                    <a:pt x="4765" y="39576"/>
                  </a:lnTo>
                  <a:lnTo>
                    <a:pt x="5613" y="40113"/>
                  </a:lnTo>
                  <a:lnTo>
                    <a:pt x="8229" y="38059"/>
                  </a:lnTo>
                  <a:lnTo>
                    <a:pt x="7057" y="35971"/>
                  </a:lnTo>
                  <a:lnTo>
                    <a:pt x="6448" y="35862"/>
                  </a:lnTo>
                  <a:lnTo>
                    <a:pt x="6237" y="36786"/>
                  </a:lnTo>
                  <a:lnTo>
                    <a:pt x="2071" y="34610"/>
                  </a:lnTo>
                  <a:lnTo>
                    <a:pt x="0" y="28829"/>
                  </a:lnTo>
                  <a:lnTo>
                    <a:pt x="1325" y="28487"/>
                  </a:lnTo>
                  <a:lnTo>
                    <a:pt x="3053" y="27564"/>
                  </a:lnTo>
                  <a:lnTo>
                    <a:pt x="4183" y="20670"/>
                  </a:lnTo>
                  <a:lnTo>
                    <a:pt x="1919" y="17784"/>
                  </a:lnTo>
                  <a:lnTo>
                    <a:pt x="634" y="14646"/>
                  </a:lnTo>
                  <a:lnTo>
                    <a:pt x="3775" y="6042"/>
                  </a:lnTo>
                  <a:lnTo>
                    <a:pt x="3462" y="3822"/>
                  </a:lnTo>
                  <a:lnTo>
                    <a:pt x="427" y="128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h7054"/>
            <p:cNvSpPr/>
            <p:nvPr/>
          </p:nvSpPr>
          <p:spPr>
            <a:xfrm>
              <a:off x="11021251" y="2769548"/>
              <a:ext cx="17418" cy="16963"/>
            </a:xfrm>
            <a:custGeom>
              <a:avLst/>
              <a:pathLst>
                <a:path w="17418" h="16963">
                  <a:moveTo>
                    <a:pt x="8304" y="1194"/>
                  </a:moveTo>
                  <a:lnTo>
                    <a:pt x="11259" y="3404"/>
                  </a:lnTo>
                  <a:lnTo>
                    <a:pt x="11931" y="4946"/>
                  </a:lnTo>
                  <a:lnTo>
                    <a:pt x="10976" y="5704"/>
                  </a:lnTo>
                  <a:lnTo>
                    <a:pt x="12294" y="6844"/>
                  </a:lnTo>
                  <a:lnTo>
                    <a:pt x="13389" y="7160"/>
                  </a:lnTo>
                  <a:lnTo>
                    <a:pt x="15234" y="6432"/>
                  </a:lnTo>
                  <a:lnTo>
                    <a:pt x="15860" y="8584"/>
                  </a:lnTo>
                  <a:lnTo>
                    <a:pt x="17418" y="8733"/>
                  </a:lnTo>
                  <a:lnTo>
                    <a:pt x="15836" y="11713"/>
                  </a:lnTo>
                  <a:lnTo>
                    <a:pt x="12027" y="14924"/>
                  </a:lnTo>
                  <a:lnTo>
                    <a:pt x="10467" y="15922"/>
                  </a:lnTo>
                  <a:lnTo>
                    <a:pt x="6312" y="15971"/>
                  </a:lnTo>
                  <a:lnTo>
                    <a:pt x="3131" y="16963"/>
                  </a:lnTo>
                  <a:lnTo>
                    <a:pt x="1627" y="15730"/>
                  </a:lnTo>
                  <a:lnTo>
                    <a:pt x="2302" y="15206"/>
                  </a:lnTo>
                  <a:lnTo>
                    <a:pt x="762" y="12793"/>
                  </a:lnTo>
                  <a:lnTo>
                    <a:pt x="979" y="9373"/>
                  </a:lnTo>
                  <a:lnTo>
                    <a:pt x="2896" y="8685"/>
                  </a:lnTo>
                  <a:lnTo>
                    <a:pt x="3205" y="6824"/>
                  </a:lnTo>
                  <a:lnTo>
                    <a:pt x="2414" y="3836"/>
                  </a:lnTo>
                  <a:lnTo>
                    <a:pt x="0" y="3206"/>
                  </a:lnTo>
                  <a:lnTo>
                    <a:pt x="727" y="1725"/>
                  </a:lnTo>
                  <a:lnTo>
                    <a:pt x="3324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h7055"/>
            <p:cNvSpPr/>
            <p:nvPr/>
          </p:nvSpPr>
          <p:spPr>
            <a:xfrm>
              <a:off x="10991156" y="2782398"/>
              <a:ext cx="24131" cy="23590"/>
            </a:xfrm>
            <a:custGeom>
              <a:avLst/>
              <a:pathLst>
                <a:path w="24131" h="23590">
                  <a:moveTo>
                    <a:pt x="24131" y="0"/>
                  </a:moveTo>
                  <a:lnTo>
                    <a:pt x="23704" y="2133"/>
                  </a:lnTo>
                  <a:lnTo>
                    <a:pt x="21543" y="4804"/>
                  </a:lnTo>
                  <a:lnTo>
                    <a:pt x="17458" y="6163"/>
                  </a:lnTo>
                  <a:lnTo>
                    <a:pt x="15399" y="5589"/>
                  </a:lnTo>
                  <a:lnTo>
                    <a:pt x="14945" y="6050"/>
                  </a:lnTo>
                  <a:lnTo>
                    <a:pt x="14292" y="9494"/>
                  </a:lnTo>
                  <a:lnTo>
                    <a:pt x="17880" y="11613"/>
                  </a:lnTo>
                  <a:lnTo>
                    <a:pt x="15954" y="14534"/>
                  </a:lnTo>
                  <a:lnTo>
                    <a:pt x="12616" y="16133"/>
                  </a:lnTo>
                  <a:lnTo>
                    <a:pt x="6678" y="16291"/>
                  </a:lnTo>
                  <a:lnTo>
                    <a:pt x="4172" y="18732"/>
                  </a:lnTo>
                  <a:lnTo>
                    <a:pt x="4710" y="20652"/>
                  </a:lnTo>
                  <a:lnTo>
                    <a:pt x="6366" y="21844"/>
                  </a:lnTo>
                  <a:lnTo>
                    <a:pt x="1533" y="23590"/>
                  </a:lnTo>
                  <a:lnTo>
                    <a:pt x="0" y="20012"/>
                  </a:lnTo>
                  <a:lnTo>
                    <a:pt x="2316" y="15882"/>
                  </a:lnTo>
                  <a:lnTo>
                    <a:pt x="2279" y="13933"/>
                  </a:lnTo>
                  <a:lnTo>
                    <a:pt x="663" y="11701"/>
                  </a:lnTo>
                  <a:lnTo>
                    <a:pt x="2319" y="7867"/>
                  </a:lnTo>
                  <a:lnTo>
                    <a:pt x="7741" y="5258"/>
                  </a:lnTo>
                  <a:lnTo>
                    <a:pt x="10023" y="5722"/>
                  </a:lnTo>
                  <a:lnTo>
                    <a:pt x="14184" y="4787"/>
                  </a:lnTo>
                  <a:lnTo>
                    <a:pt x="19702" y="112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h7056"/>
            <p:cNvSpPr/>
            <p:nvPr/>
          </p:nvSpPr>
          <p:spPr>
            <a:xfrm>
              <a:off x="10927035" y="2851751"/>
              <a:ext cx="22071" cy="19736"/>
            </a:xfrm>
            <a:custGeom>
              <a:avLst/>
              <a:pathLst>
                <a:path w="22071" h="19736">
                  <a:moveTo>
                    <a:pt x="20346" y="0"/>
                  </a:moveTo>
                  <a:lnTo>
                    <a:pt x="21904" y="2911"/>
                  </a:lnTo>
                  <a:lnTo>
                    <a:pt x="19822" y="5639"/>
                  </a:lnTo>
                  <a:lnTo>
                    <a:pt x="19220" y="10365"/>
                  </a:lnTo>
                  <a:lnTo>
                    <a:pt x="22071" y="13822"/>
                  </a:lnTo>
                  <a:lnTo>
                    <a:pt x="19003" y="14398"/>
                  </a:lnTo>
                  <a:lnTo>
                    <a:pt x="15109" y="19736"/>
                  </a:lnTo>
                  <a:lnTo>
                    <a:pt x="13451" y="19392"/>
                  </a:lnTo>
                  <a:lnTo>
                    <a:pt x="11043" y="18728"/>
                  </a:lnTo>
                  <a:lnTo>
                    <a:pt x="8955" y="17888"/>
                  </a:lnTo>
                  <a:lnTo>
                    <a:pt x="6761" y="13794"/>
                  </a:lnTo>
                  <a:lnTo>
                    <a:pt x="6953" y="11448"/>
                  </a:lnTo>
                  <a:lnTo>
                    <a:pt x="515" y="9821"/>
                  </a:lnTo>
                  <a:lnTo>
                    <a:pt x="0" y="9413"/>
                  </a:lnTo>
                  <a:lnTo>
                    <a:pt x="676" y="8367"/>
                  </a:lnTo>
                  <a:lnTo>
                    <a:pt x="10158" y="9377"/>
                  </a:lnTo>
                  <a:lnTo>
                    <a:pt x="11319" y="8960"/>
                  </a:lnTo>
                  <a:lnTo>
                    <a:pt x="11967" y="7736"/>
                  </a:lnTo>
                  <a:lnTo>
                    <a:pt x="12425" y="10310"/>
                  </a:lnTo>
                  <a:lnTo>
                    <a:pt x="14117" y="10033"/>
                  </a:lnTo>
                  <a:lnTo>
                    <a:pt x="16366" y="8339"/>
                  </a:lnTo>
                  <a:lnTo>
                    <a:pt x="16513" y="6597"/>
                  </a:lnTo>
                  <a:lnTo>
                    <a:pt x="15320" y="33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h7057"/>
            <p:cNvSpPr/>
            <p:nvPr/>
          </p:nvSpPr>
          <p:spPr>
            <a:xfrm>
              <a:off x="11008277" y="2745479"/>
              <a:ext cx="7679" cy="8797"/>
            </a:xfrm>
            <a:custGeom>
              <a:avLst/>
              <a:pathLst>
                <a:path w="7679" h="8797">
                  <a:moveTo>
                    <a:pt x="7524" y="4380"/>
                  </a:moveTo>
                  <a:lnTo>
                    <a:pt x="7679" y="6046"/>
                  </a:lnTo>
                  <a:lnTo>
                    <a:pt x="6200" y="8568"/>
                  </a:lnTo>
                  <a:lnTo>
                    <a:pt x="4521" y="8797"/>
                  </a:lnTo>
                  <a:lnTo>
                    <a:pt x="1362" y="7795"/>
                  </a:lnTo>
                  <a:lnTo>
                    <a:pt x="0" y="5148"/>
                  </a:lnTo>
                  <a:lnTo>
                    <a:pt x="4164" y="1625"/>
                  </a:lnTo>
                  <a:lnTo>
                    <a:pt x="37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h7058"/>
            <p:cNvSpPr/>
            <p:nvPr/>
          </p:nvSpPr>
          <p:spPr>
            <a:xfrm>
              <a:off x="10921177" y="2840421"/>
              <a:ext cx="21783" cy="20708"/>
            </a:xfrm>
            <a:custGeom>
              <a:avLst/>
              <a:pathLst>
                <a:path w="21783" h="20708">
                  <a:moveTo>
                    <a:pt x="11968" y="0"/>
                  </a:moveTo>
                  <a:lnTo>
                    <a:pt x="21680" y="175"/>
                  </a:lnTo>
                  <a:lnTo>
                    <a:pt x="21783" y="4747"/>
                  </a:lnTo>
                  <a:lnTo>
                    <a:pt x="19124" y="7033"/>
                  </a:lnTo>
                  <a:lnTo>
                    <a:pt x="16893" y="6537"/>
                  </a:lnTo>
                  <a:lnTo>
                    <a:pt x="14283" y="7159"/>
                  </a:lnTo>
                  <a:lnTo>
                    <a:pt x="14235" y="8171"/>
                  </a:lnTo>
                  <a:lnTo>
                    <a:pt x="18954" y="16833"/>
                  </a:lnTo>
                  <a:lnTo>
                    <a:pt x="17826" y="19067"/>
                  </a:lnTo>
                  <a:lnTo>
                    <a:pt x="17177" y="20290"/>
                  </a:lnTo>
                  <a:lnTo>
                    <a:pt x="16016" y="20708"/>
                  </a:lnTo>
                  <a:lnTo>
                    <a:pt x="6534" y="19697"/>
                  </a:lnTo>
                  <a:lnTo>
                    <a:pt x="2614" y="19314"/>
                  </a:lnTo>
                  <a:lnTo>
                    <a:pt x="2381" y="16572"/>
                  </a:lnTo>
                  <a:lnTo>
                    <a:pt x="0" y="13123"/>
                  </a:lnTo>
                  <a:lnTo>
                    <a:pt x="2174" y="12858"/>
                  </a:lnTo>
                  <a:lnTo>
                    <a:pt x="6586" y="10313"/>
                  </a:lnTo>
                  <a:lnTo>
                    <a:pt x="8055" y="3041"/>
                  </a:lnTo>
                  <a:lnTo>
                    <a:pt x="7546" y="92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h7059"/>
            <p:cNvSpPr/>
            <p:nvPr/>
          </p:nvSpPr>
          <p:spPr>
            <a:xfrm>
              <a:off x="10971234" y="2883275"/>
              <a:ext cx="14662" cy="14518"/>
            </a:xfrm>
            <a:custGeom>
              <a:avLst/>
              <a:pathLst>
                <a:path w="14662" h="14518">
                  <a:moveTo>
                    <a:pt x="7769" y="1309"/>
                  </a:moveTo>
                  <a:lnTo>
                    <a:pt x="10009" y="1897"/>
                  </a:lnTo>
                  <a:lnTo>
                    <a:pt x="12241" y="2744"/>
                  </a:lnTo>
                  <a:lnTo>
                    <a:pt x="14662" y="6897"/>
                  </a:lnTo>
                  <a:lnTo>
                    <a:pt x="13471" y="8596"/>
                  </a:lnTo>
                  <a:lnTo>
                    <a:pt x="8855" y="14255"/>
                  </a:lnTo>
                  <a:lnTo>
                    <a:pt x="5629" y="12356"/>
                  </a:lnTo>
                  <a:lnTo>
                    <a:pt x="5101" y="13519"/>
                  </a:lnTo>
                  <a:lnTo>
                    <a:pt x="4714" y="14518"/>
                  </a:lnTo>
                  <a:lnTo>
                    <a:pt x="3720" y="13541"/>
                  </a:lnTo>
                  <a:lnTo>
                    <a:pt x="3788" y="9797"/>
                  </a:lnTo>
                  <a:lnTo>
                    <a:pt x="931" y="4588"/>
                  </a:lnTo>
                  <a:lnTo>
                    <a:pt x="0" y="238"/>
                  </a:lnTo>
                  <a:lnTo>
                    <a:pt x="43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h7060"/>
            <p:cNvSpPr/>
            <p:nvPr/>
          </p:nvSpPr>
          <p:spPr>
            <a:xfrm>
              <a:off x="10935412" y="2845169"/>
              <a:ext cx="12690" cy="16893"/>
            </a:xfrm>
            <a:custGeom>
              <a:avLst/>
              <a:pathLst>
                <a:path w="12690" h="16893">
                  <a:moveTo>
                    <a:pt x="11705" y="3629"/>
                  </a:moveTo>
                  <a:lnTo>
                    <a:pt x="12690" y="6262"/>
                  </a:lnTo>
                  <a:lnTo>
                    <a:pt x="11969" y="6582"/>
                  </a:lnTo>
                  <a:lnTo>
                    <a:pt x="6942" y="9899"/>
                  </a:lnTo>
                  <a:lnTo>
                    <a:pt x="8136" y="13179"/>
                  </a:lnTo>
                  <a:lnTo>
                    <a:pt x="7989" y="14921"/>
                  </a:lnTo>
                  <a:lnTo>
                    <a:pt x="5740" y="16615"/>
                  </a:lnTo>
                  <a:lnTo>
                    <a:pt x="4047" y="16893"/>
                  </a:lnTo>
                  <a:lnTo>
                    <a:pt x="3590" y="14319"/>
                  </a:lnTo>
                  <a:lnTo>
                    <a:pt x="4719" y="12085"/>
                  </a:lnTo>
                  <a:lnTo>
                    <a:pt x="0" y="3424"/>
                  </a:lnTo>
                  <a:lnTo>
                    <a:pt x="48" y="2411"/>
                  </a:lnTo>
                  <a:lnTo>
                    <a:pt x="2658" y="1789"/>
                  </a:lnTo>
                  <a:lnTo>
                    <a:pt x="4889" y="2285"/>
                  </a:lnTo>
                  <a:lnTo>
                    <a:pt x="7547" y="0"/>
                  </a:lnTo>
                  <a:lnTo>
                    <a:pt x="8928" y="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h7061"/>
            <p:cNvSpPr/>
            <p:nvPr/>
          </p:nvSpPr>
          <p:spPr>
            <a:xfrm>
              <a:off x="10981243" y="2885172"/>
              <a:ext cx="34322" cy="25330"/>
            </a:xfrm>
            <a:custGeom>
              <a:avLst/>
              <a:pathLst>
                <a:path w="34322" h="25330">
                  <a:moveTo>
                    <a:pt x="6364" y="485"/>
                  </a:moveTo>
                  <a:lnTo>
                    <a:pt x="8164" y="1553"/>
                  </a:lnTo>
                  <a:lnTo>
                    <a:pt x="6719" y="5074"/>
                  </a:lnTo>
                  <a:lnTo>
                    <a:pt x="10157" y="5331"/>
                  </a:lnTo>
                  <a:lnTo>
                    <a:pt x="12637" y="4284"/>
                  </a:lnTo>
                  <a:lnTo>
                    <a:pt x="18155" y="4784"/>
                  </a:lnTo>
                  <a:lnTo>
                    <a:pt x="19550" y="6180"/>
                  </a:lnTo>
                  <a:lnTo>
                    <a:pt x="19654" y="8460"/>
                  </a:lnTo>
                  <a:lnTo>
                    <a:pt x="21442" y="8515"/>
                  </a:lnTo>
                  <a:lnTo>
                    <a:pt x="25064" y="6293"/>
                  </a:lnTo>
                  <a:lnTo>
                    <a:pt x="27471" y="3781"/>
                  </a:lnTo>
                  <a:lnTo>
                    <a:pt x="28297" y="4308"/>
                  </a:lnTo>
                  <a:lnTo>
                    <a:pt x="26741" y="8080"/>
                  </a:lnTo>
                  <a:lnTo>
                    <a:pt x="32315" y="10725"/>
                  </a:lnTo>
                  <a:lnTo>
                    <a:pt x="34125" y="12615"/>
                  </a:lnTo>
                  <a:lnTo>
                    <a:pt x="34322" y="13780"/>
                  </a:lnTo>
                  <a:lnTo>
                    <a:pt x="33360" y="16099"/>
                  </a:lnTo>
                  <a:lnTo>
                    <a:pt x="29294" y="15729"/>
                  </a:lnTo>
                  <a:lnTo>
                    <a:pt x="29036" y="19115"/>
                  </a:lnTo>
                  <a:lnTo>
                    <a:pt x="23516" y="21819"/>
                  </a:lnTo>
                  <a:lnTo>
                    <a:pt x="19621" y="22705"/>
                  </a:lnTo>
                  <a:lnTo>
                    <a:pt x="18036" y="23038"/>
                  </a:lnTo>
                  <a:lnTo>
                    <a:pt x="18340" y="24898"/>
                  </a:lnTo>
                  <a:lnTo>
                    <a:pt x="17816" y="25330"/>
                  </a:lnTo>
                  <a:lnTo>
                    <a:pt x="15463" y="23131"/>
                  </a:lnTo>
                  <a:lnTo>
                    <a:pt x="16930" y="20482"/>
                  </a:lnTo>
                  <a:lnTo>
                    <a:pt x="13694" y="20589"/>
                  </a:lnTo>
                  <a:lnTo>
                    <a:pt x="11808" y="19301"/>
                  </a:lnTo>
                  <a:lnTo>
                    <a:pt x="8915" y="17960"/>
                  </a:lnTo>
                  <a:lnTo>
                    <a:pt x="10111" y="12473"/>
                  </a:lnTo>
                  <a:lnTo>
                    <a:pt x="3462" y="6698"/>
                  </a:lnTo>
                  <a:lnTo>
                    <a:pt x="4652" y="5000"/>
                  </a:lnTo>
                  <a:lnTo>
                    <a:pt x="2231" y="8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h7062"/>
            <p:cNvSpPr/>
            <p:nvPr/>
          </p:nvSpPr>
          <p:spPr>
            <a:xfrm>
              <a:off x="10954942" y="2744581"/>
              <a:ext cx="23967" cy="20781"/>
            </a:xfrm>
            <a:custGeom>
              <a:avLst/>
              <a:pathLst>
                <a:path w="23967" h="20781">
                  <a:moveTo>
                    <a:pt x="23967" y="5920"/>
                  </a:moveTo>
                  <a:lnTo>
                    <a:pt x="19007" y="8331"/>
                  </a:lnTo>
                  <a:lnTo>
                    <a:pt x="19061" y="10557"/>
                  </a:lnTo>
                  <a:lnTo>
                    <a:pt x="18059" y="12214"/>
                  </a:lnTo>
                  <a:lnTo>
                    <a:pt x="12611" y="14663"/>
                  </a:lnTo>
                  <a:lnTo>
                    <a:pt x="10910" y="17597"/>
                  </a:lnTo>
                  <a:lnTo>
                    <a:pt x="10628" y="19895"/>
                  </a:lnTo>
                  <a:lnTo>
                    <a:pt x="9735" y="20486"/>
                  </a:lnTo>
                  <a:lnTo>
                    <a:pt x="8982" y="20071"/>
                  </a:lnTo>
                  <a:lnTo>
                    <a:pt x="8736" y="19281"/>
                  </a:lnTo>
                  <a:lnTo>
                    <a:pt x="6231" y="20781"/>
                  </a:lnTo>
                  <a:lnTo>
                    <a:pt x="5009" y="20496"/>
                  </a:lnTo>
                  <a:lnTo>
                    <a:pt x="2095" y="17558"/>
                  </a:lnTo>
                  <a:lnTo>
                    <a:pt x="689" y="15183"/>
                  </a:lnTo>
                  <a:lnTo>
                    <a:pt x="0" y="11677"/>
                  </a:lnTo>
                  <a:lnTo>
                    <a:pt x="1441" y="10034"/>
                  </a:lnTo>
                  <a:lnTo>
                    <a:pt x="54" y="7595"/>
                  </a:lnTo>
                  <a:lnTo>
                    <a:pt x="4223" y="4241"/>
                  </a:lnTo>
                  <a:lnTo>
                    <a:pt x="10480" y="3611"/>
                  </a:lnTo>
                  <a:lnTo>
                    <a:pt x="150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h7063"/>
            <p:cNvSpPr/>
            <p:nvPr/>
          </p:nvSpPr>
          <p:spPr>
            <a:xfrm>
              <a:off x="11028033" y="2848193"/>
              <a:ext cx="16808" cy="16739"/>
            </a:xfrm>
            <a:custGeom>
              <a:avLst/>
              <a:pathLst>
                <a:path w="16808" h="16739">
                  <a:moveTo>
                    <a:pt x="10194" y="1741"/>
                  </a:moveTo>
                  <a:lnTo>
                    <a:pt x="12798" y="4300"/>
                  </a:lnTo>
                  <a:lnTo>
                    <a:pt x="13887" y="7720"/>
                  </a:lnTo>
                  <a:lnTo>
                    <a:pt x="14763" y="12470"/>
                  </a:lnTo>
                  <a:lnTo>
                    <a:pt x="16808" y="13302"/>
                  </a:lnTo>
                  <a:lnTo>
                    <a:pt x="15031" y="14518"/>
                  </a:lnTo>
                  <a:lnTo>
                    <a:pt x="13490" y="13742"/>
                  </a:lnTo>
                  <a:lnTo>
                    <a:pt x="8579" y="16739"/>
                  </a:lnTo>
                  <a:lnTo>
                    <a:pt x="5066" y="14349"/>
                  </a:lnTo>
                  <a:lnTo>
                    <a:pt x="1234" y="12546"/>
                  </a:lnTo>
                  <a:lnTo>
                    <a:pt x="0" y="6546"/>
                  </a:lnTo>
                  <a:lnTo>
                    <a:pt x="1594" y="3519"/>
                  </a:lnTo>
                  <a:lnTo>
                    <a:pt x="1266" y="1736"/>
                  </a:lnTo>
                  <a:lnTo>
                    <a:pt x="2604" y="1404"/>
                  </a:lnTo>
                  <a:lnTo>
                    <a:pt x="4830" y="2822"/>
                  </a:lnTo>
                  <a:lnTo>
                    <a:pt x="7724" y="1985"/>
                  </a:lnTo>
                  <a:lnTo>
                    <a:pt x="8111" y="0"/>
                  </a:lnTo>
                  <a:lnTo>
                    <a:pt x="10724" y="69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h7064"/>
            <p:cNvSpPr/>
            <p:nvPr/>
          </p:nvSpPr>
          <p:spPr>
            <a:xfrm>
              <a:off x="11025716" y="2848551"/>
              <a:ext cx="2176" cy="1514"/>
            </a:xfrm>
            <a:custGeom>
              <a:avLst/>
              <a:pathLst>
                <a:path w="2176" h="1514">
                  <a:moveTo>
                    <a:pt x="194" y="1514"/>
                  </a:moveTo>
                  <a:lnTo>
                    <a:pt x="0" y="181"/>
                  </a:lnTo>
                  <a:lnTo>
                    <a:pt x="524" y="0"/>
                  </a:lnTo>
                  <a:lnTo>
                    <a:pt x="2176" y="71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h7065"/>
            <p:cNvSpPr/>
            <p:nvPr/>
          </p:nvSpPr>
          <p:spPr>
            <a:xfrm>
              <a:off x="10995946" y="2813357"/>
              <a:ext cx="20146" cy="25533"/>
            </a:xfrm>
            <a:custGeom>
              <a:avLst/>
              <a:pathLst>
                <a:path w="20146" h="25533">
                  <a:moveTo>
                    <a:pt x="18530" y="140"/>
                  </a:moveTo>
                  <a:lnTo>
                    <a:pt x="19748" y="1190"/>
                  </a:lnTo>
                  <a:lnTo>
                    <a:pt x="20146" y="3511"/>
                  </a:lnTo>
                  <a:lnTo>
                    <a:pt x="18280" y="5249"/>
                  </a:lnTo>
                  <a:lnTo>
                    <a:pt x="18169" y="9215"/>
                  </a:lnTo>
                  <a:lnTo>
                    <a:pt x="16896" y="11663"/>
                  </a:lnTo>
                  <a:lnTo>
                    <a:pt x="14364" y="13979"/>
                  </a:lnTo>
                  <a:lnTo>
                    <a:pt x="10190" y="15709"/>
                  </a:lnTo>
                  <a:lnTo>
                    <a:pt x="15145" y="21392"/>
                  </a:lnTo>
                  <a:lnTo>
                    <a:pt x="15622" y="23108"/>
                  </a:lnTo>
                  <a:lnTo>
                    <a:pt x="11272" y="22270"/>
                  </a:lnTo>
                  <a:lnTo>
                    <a:pt x="10100" y="22691"/>
                  </a:lnTo>
                  <a:lnTo>
                    <a:pt x="9546" y="24116"/>
                  </a:lnTo>
                  <a:lnTo>
                    <a:pt x="7452" y="25533"/>
                  </a:lnTo>
                  <a:lnTo>
                    <a:pt x="3063" y="22779"/>
                  </a:lnTo>
                  <a:lnTo>
                    <a:pt x="3669" y="21595"/>
                  </a:lnTo>
                  <a:lnTo>
                    <a:pt x="0" y="13649"/>
                  </a:lnTo>
                  <a:lnTo>
                    <a:pt x="595" y="7791"/>
                  </a:lnTo>
                  <a:lnTo>
                    <a:pt x="340" y="7227"/>
                  </a:lnTo>
                  <a:lnTo>
                    <a:pt x="4436" y="8770"/>
                  </a:lnTo>
                  <a:lnTo>
                    <a:pt x="5273" y="7040"/>
                  </a:lnTo>
                  <a:lnTo>
                    <a:pt x="5033" y="5555"/>
                  </a:lnTo>
                  <a:lnTo>
                    <a:pt x="11785" y="3881"/>
                  </a:lnTo>
                  <a:lnTo>
                    <a:pt x="1643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h7066"/>
            <p:cNvSpPr/>
            <p:nvPr/>
          </p:nvSpPr>
          <p:spPr>
            <a:xfrm>
              <a:off x="10964784" y="2800319"/>
              <a:ext cx="34831" cy="41952"/>
            </a:xfrm>
            <a:custGeom>
              <a:avLst/>
              <a:pathLst>
                <a:path w="34831" h="41952">
                  <a:moveTo>
                    <a:pt x="26372" y="2091"/>
                  </a:moveTo>
                  <a:lnTo>
                    <a:pt x="27905" y="5669"/>
                  </a:lnTo>
                  <a:lnTo>
                    <a:pt x="29262" y="7147"/>
                  </a:lnTo>
                  <a:lnTo>
                    <a:pt x="29125" y="11638"/>
                  </a:lnTo>
                  <a:lnTo>
                    <a:pt x="31774" y="16319"/>
                  </a:lnTo>
                  <a:lnTo>
                    <a:pt x="31777" y="19513"/>
                  </a:lnTo>
                  <a:lnTo>
                    <a:pt x="29984" y="19962"/>
                  </a:lnTo>
                  <a:lnTo>
                    <a:pt x="30049" y="20611"/>
                  </a:lnTo>
                  <a:lnTo>
                    <a:pt x="31757" y="20829"/>
                  </a:lnTo>
                  <a:lnTo>
                    <a:pt x="31162" y="26688"/>
                  </a:lnTo>
                  <a:lnTo>
                    <a:pt x="34831" y="34634"/>
                  </a:lnTo>
                  <a:lnTo>
                    <a:pt x="34225" y="35818"/>
                  </a:lnTo>
                  <a:lnTo>
                    <a:pt x="33604" y="35017"/>
                  </a:lnTo>
                  <a:lnTo>
                    <a:pt x="28142" y="34791"/>
                  </a:lnTo>
                  <a:lnTo>
                    <a:pt x="21843" y="36242"/>
                  </a:lnTo>
                  <a:lnTo>
                    <a:pt x="18097" y="41879"/>
                  </a:lnTo>
                  <a:lnTo>
                    <a:pt x="17155" y="41952"/>
                  </a:lnTo>
                  <a:lnTo>
                    <a:pt x="17154" y="40462"/>
                  </a:lnTo>
                  <a:lnTo>
                    <a:pt x="15865" y="39068"/>
                  </a:lnTo>
                  <a:lnTo>
                    <a:pt x="14000" y="39990"/>
                  </a:lnTo>
                  <a:lnTo>
                    <a:pt x="9189" y="38214"/>
                  </a:lnTo>
                  <a:lnTo>
                    <a:pt x="7060" y="36646"/>
                  </a:lnTo>
                  <a:lnTo>
                    <a:pt x="8184" y="33464"/>
                  </a:lnTo>
                  <a:lnTo>
                    <a:pt x="5697" y="29432"/>
                  </a:lnTo>
                  <a:lnTo>
                    <a:pt x="1837" y="26038"/>
                  </a:lnTo>
                  <a:lnTo>
                    <a:pt x="416" y="24364"/>
                  </a:lnTo>
                  <a:lnTo>
                    <a:pt x="0" y="21540"/>
                  </a:lnTo>
                  <a:lnTo>
                    <a:pt x="3881" y="12459"/>
                  </a:lnTo>
                  <a:lnTo>
                    <a:pt x="3452" y="10907"/>
                  </a:lnTo>
                  <a:lnTo>
                    <a:pt x="7832" y="8434"/>
                  </a:lnTo>
                  <a:lnTo>
                    <a:pt x="7219" y="5518"/>
                  </a:lnTo>
                  <a:lnTo>
                    <a:pt x="8039" y="3331"/>
                  </a:lnTo>
                  <a:lnTo>
                    <a:pt x="12204" y="3062"/>
                  </a:lnTo>
                  <a:lnTo>
                    <a:pt x="13090" y="3593"/>
                  </a:lnTo>
                  <a:lnTo>
                    <a:pt x="13712" y="5763"/>
                  </a:lnTo>
                  <a:lnTo>
                    <a:pt x="2322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h7067"/>
            <p:cNvSpPr/>
            <p:nvPr/>
          </p:nvSpPr>
          <p:spPr>
            <a:xfrm>
              <a:off x="10961985" y="2788511"/>
              <a:ext cx="26027" cy="23954"/>
            </a:xfrm>
            <a:custGeom>
              <a:avLst/>
              <a:pathLst>
                <a:path w="26027" h="23954">
                  <a:moveTo>
                    <a:pt x="10919" y="0"/>
                  </a:moveTo>
                  <a:lnTo>
                    <a:pt x="12294" y="2334"/>
                  </a:lnTo>
                  <a:lnTo>
                    <a:pt x="12214" y="5892"/>
                  </a:lnTo>
                  <a:lnTo>
                    <a:pt x="15609" y="8693"/>
                  </a:lnTo>
                  <a:lnTo>
                    <a:pt x="17664" y="8410"/>
                  </a:lnTo>
                  <a:lnTo>
                    <a:pt x="22961" y="4922"/>
                  </a:lnTo>
                  <a:lnTo>
                    <a:pt x="26027" y="11808"/>
                  </a:lnTo>
                  <a:lnTo>
                    <a:pt x="16511" y="17572"/>
                  </a:lnTo>
                  <a:lnTo>
                    <a:pt x="15889" y="15401"/>
                  </a:lnTo>
                  <a:lnTo>
                    <a:pt x="15003" y="14870"/>
                  </a:lnTo>
                  <a:lnTo>
                    <a:pt x="10838" y="15139"/>
                  </a:lnTo>
                  <a:lnTo>
                    <a:pt x="10018" y="17327"/>
                  </a:lnTo>
                  <a:lnTo>
                    <a:pt x="10631" y="20242"/>
                  </a:lnTo>
                  <a:lnTo>
                    <a:pt x="6251" y="22715"/>
                  </a:lnTo>
                  <a:lnTo>
                    <a:pt x="4783" y="23954"/>
                  </a:lnTo>
                  <a:lnTo>
                    <a:pt x="0" y="12967"/>
                  </a:lnTo>
                  <a:lnTo>
                    <a:pt x="4953" y="7164"/>
                  </a:lnTo>
                  <a:lnTo>
                    <a:pt x="9559" y="25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h7068"/>
            <p:cNvSpPr/>
            <p:nvPr/>
          </p:nvSpPr>
          <p:spPr>
            <a:xfrm>
              <a:off x="10992896" y="2873502"/>
              <a:ext cx="16406" cy="20185"/>
            </a:xfrm>
            <a:custGeom>
              <a:avLst/>
              <a:pathLst>
                <a:path w="16406" h="20185">
                  <a:moveTo>
                    <a:pt x="15338" y="5696"/>
                  </a:moveTo>
                  <a:lnTo>
                    <a:pt x="16406" y="6458"/>
                  </a:lnTo>
                  <a:lnTo>
                    <a:pt x="12007" y="12399"/>
                  </a:lnTo>
                  <a:lnTo>
                    <a:pt x="16288" y="14574"/>
                  </a:lnTo>
                  <a:lnTo>
                    <a:pt x="15818" y="15451"/>
                  </a:lnTo>
                  <a:lnTo>
                    <a:pt x="13411" y="17964"/>
                  </a:lnTo>
                  <a:lnTo>
                    <a:pt x="9790" y="20185"/>
                  </a:lnTo>
                  <a:lnTo>
                    <a:pt x="8001" y="20130"/>
                  </a:lnTo>
                  <a:lnTo>
                    <a:pt x="7897" y="17850"/>
                  </a:lnTo>
                  <a:lnTo>
                    <a:pt x="6502" y="16454"/>
                  </a:lnTo>
                  <a:lnTo>
                    <a:pt x="984" y="15954"/>
                  </a:lnTo>
                  <a:lnTo>
                    <a:pt x="0" y="13886"/>
                  </a:lnTo>
                  <a:lnTo>
                    <a:pt x="428" y="12261"/>
                  </a:lnTo>
                  <a:lnTo>
                    <a:pt x="3288" y="11242"/>
                  </a:lnTo>
                  <a:lnTo>
                    <a:pt x="6927" y="1691"/>
                  </a:lnTo>
                  <a:lnTo>
                    <a:pt x="7993" y="2809"/>
                  </a:lnTo>
                  <a:lnTo>
                    <a:pt x="11545" y="3664"/>
                  </a:lnTo>
                  <a:lnTo>
                    <a:pt x="13429" y="586"/>
                  </a:lnTo>
                  <a:lnTo>
                    <a:pt x="13785" y="533"/>
                  </a:lnTo>
                  <a:lnTo>
                    <a:pt x="1580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h7069"/>
            <p:cNvSpPr/>
            <p:nvPr/>
          </p:nvSpPr>
          <p:spPr>
            <a:xfrm>
              <a:off x="10946039" y="2854603"/>
              <a:ext cx="14138" cy="12799"/>
            </a:xfrm>
            <a:custGeom>
              <a:avLst/>
              <a:pathLst>
                <a:path w="14138" h="12799">
                  <a:moveTo>
                    <a:pt x="8110" y="1913"/>
                  </a:moveTo>
                  <a:lnTo>
                    <a:pt x="8669" y="4792"/>
                  </a:lnTo>
                  <a:lnTo>
                    <a:pt x="14028" y="3031"/>
                  </a:lnTo>
                  <a:lnTo>
                    <a:pt x="14138" y="5662"/>
                  </a:lnTo>
                  <a:lnTo>
                    <a:pt x="11193" y="12085"/>
                  </a:lnTo>
                  <a:lnTo>
                    <a:pt x="9565" y="11531"/>
                  </a:lnTo>
                  <a:lnTo>
                    <a:pt x="5410" y="11683"/>
                  </a:lnTo>
                  <a:lnTo>
                    <a:pt x="4186" y="11830"/>
                  </a:lnTo>
                  <a:lnTo>
                    <a:pt x="3692" y="12799"/>
                  </a:lnTo>
                  <a:lnTo>
                    <a:pt x="134" y="12201"/>
                  </a:lnTo>
                  <a:lnTo>
                    <a:pt x="0" y="11546"/>
                  </a:lnTo>
                  <a:lnTo>
                    <a:pt x="3068" y="10970"/>
                  </a:lnTo>
                  <a:lnTo>
                    <a:pt x="217" y="7513"/>
                  </a:lnTo>
                  <a:lnTo>
                    <a:pt x="818" y="2788"/>
                  </a:lnTo>
                  <a:lnTo>
                    <a:pt x="2900" y="59"/>
                  </a:lnTo>
                  <a:lnTo>
                    <a:pt x="504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h7070"/>
            <p:cNvSpPr/>
            <p:nvPr/>
          </p:nvSpPr>
          <p:spPr>
            <a:xfrm>
              <a:off x="10953641" y="2866647"/>
              <a:ext cx="32804" cy="26704"/>
            </a:xfrm>
            <a:custGeom>
              <a:avLst/>
              <a:pathLst>
                <a:path w="32804" h="26704">
                  <a:moveTo>
                    <a:pt x="14126" y="606"/>
                  </a:moveTo>
                  <a:lnTo>
                    <a:pt x="26527" y="3851"/>
                  </a:lnTo>
                  <a:lnTo>
                    <a:pt x="27470" y="4487"/>
                  </a:lnTo>
                  <a:lnTo>
                    <a:pt x="29347" y="1215"/>
                  </a:lnTo>
                  <a:lnTo>
                    <a:pt x="32804" y="1249"/>
                  </a:lnTo>
                  <a:lnTo>
                    <a:pt x="32175" y="4958"/>
                  </a:lnTo>
                  <a:lnTo>
                    <a:pt x="30622" y="7206"/>
                  </a:lnTo>
                  <a:lnTo>
                    <a:pt x="29471" y="6371"/>
                  </a:lnTo>
                  <a:lnTo>
                    <a:pt x="25755" y="7244"/>
                  </a:lnTo>
                  <a:lnTo>
                    <a:pt x="24122" y="8806"/>
                  </a:lnTo>
                  <a:lnTo>
                    <a:pt x="25362" y="17936"/>
                  </a:lnTo>
                  <a:lnTo>
                    <a:pt x="18029" y="16627"/>
                  </a:lnTo>
                  <a:lnTo>
                    <a:pt x="12860" y="17456"/>
                  </a:lnTo>
                  <a:lnTo>
                    <a:pt x="9709" y="14905"/>
                  </a:lnTo>
                  <a:lnTo>
                    <a:pt x="7820" y="16102"/>
                  </a:lnTo>
                  <a:lnTo>
                    <a:pt x="7066" y="21152"/>
                  </a:lnTo>
                  <a:lnTo>
                    <a:pt x="8211" y="26602"/>
                  </a:lnTo>
                  <a:lnTo>
                    <a:pt x="5563" y="26704"/>
                  </a:lnTo>
                  <a:lnTo>
                    <a:pt x="3007" y="21620"/>
                  </a:lnTo>
                  <a:lnTo>
                    <a:pt x="562" y="20442"/>
                  </a:lnTo>
                  <a:lnTo>
                    <a:pt x="0" y="18150"/>
                  </a:lnTo>
                  <a:lnTo>
                    <a:pt x="1088" y="14013"/>
                  </a:lnTo>
                  <a:lnTo>
                    <a:pt x="4561" y="13954"/>
                  </a:lnTo>
                  <a:lnTo>
                    <a:pt x="7252" y="12673"/>
                  </a:lnTo>
                  <a:lnTo>
                    <a:pt x="7984" y="8339"/>
                  </a:lnTo>
                  <a:lnTo>
                    <a:pt x="6891" y="6126"/>
                  </a:lnTo>
                  <a:lnTo>
                    <a:pt x="8559" y="3362"/>
                  </a:lnTo>
                  <a:lnTo>
                    <a:pt x="10436" y="4037"/>
                  </a:lnTo>
                  <a:lnTo>
                    <a:pt x="11311" y="3278"/>
                  </a:lnTo>
                  <a:lnTo>
                    <a:pt x="1166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h7071"/>
            <p:cNvSpPr/>
            <p:nvPr/>
          </p:nvSpPr>
          <p:spPr>
            <a:xfrm>
              <a:off x="11002302" y="2846594"/>
              <a:ext cx="18991" cy="29428"/>
            </a:xfrm>
            <a:custGeom>
              <a:avLst/>
              <a:pathLst>
                <a:path w="18991" h="29428">
                  <a:moveTo>
                    <a:pt x="18617" y="1244"/>
                  </a:moveTo>
                  <a:lnTo>
                    <a:pt x="16159" y="3620"/>
                  </a:lnTo>
                  <a:lnTo>
                    <a:pt x="15490" y="5843"/>
                  </a:lnTo>
                  <a:lnTo>
                    <a:pt x="18991" y="16080"/>
                  </a:lnTo>
                  <a:lnTo>
                    <a:pt x="17944" y="22969"/>
                  </a:lnTo>
                  <a:lnTo>
                    <a:pt x="15832" y="27290"/>
                  </a:lnTo>
                  <a:lnTo>
                    <a:pt x="13947" y="29428"/>
                  </a:lnTo>
                  <a:lnTo>
                    <a:pt x="7555" y="26929"/>
                  </a:lnTo>
                  <a:lnTo>
                    <a:pt x="8831" y="23986"/>
                  </a:lnTo>
                  <a:lnTo>
                    <a:pt x="9044" y="20379"/>
                  </a:lnTo>
                  <a:lnTo>
                    <a:pt x="8788" y="19993"/>
                  </a:lnTo>
                  <a:lnTo>
                    <a:pt x="8213" y="20918"/>
                  </a:lnTo>
                  <a:lnTo>
                    <a:pt x="5993" y="21677"/>
                  </a:lnTo>
                  <a:lnTo>
                    <a:pt x="1115" y="18951"/>
                  </a:lnTo>
                  <a:lnTo>
                    <a:pt x="677" y="14108"/>
                  </a:lnTo>
                  <a:lnTo>
                    <a:pt x="1303" y="12969"/>
                  </a:lnTo>
                  <a:lnTo>
                    <a:pt x="0" y="10852"/>
                  </a:lnTo>
                  <a:lnTo>
                    <a:pt x="560" y="8826"/>
                  </a:lnTo>
                  <a:lnTo>
                    <a:pt x="5187" y="4967"/>
                  </a:lnTo>
                  <a:lnTo>
                    <a:pt x="9019" y="3451"/>
                  </a:lnTo>
                  <a:lnTo>
                    <a:pt x="113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h7072"/>
            <p:cNvSpPr/>
            <p:nvPr/>
          </p:nvSpPr>
          <p:spPr>
            <a:xfrm>
              <a:off x="10967767" y="2853389"/>
              <a:ext cx="14658" cy="17109"/>
            </a:xfrm>
            <a:custGeom>
              <a:avLst/>
              <a:pathLst>
                <a:path w="14658" h="17109">
                  <a:moveTo>
                    <a:pt x="8924" y="0"/>
                  </a:moveTo>
                  <a:lnTo>
                    <a:pt x="9073" y="450"/>
                  </a:lnTo>
                  <a:lnTo>
                    <a:pt x="8216" y="4186"/>
                  </a:lnTo>
                  <a:lnTo>
                    <a:pt x="12078" y="6188"/>
                  </a:lnTo>
                  <a:lnTo>
                    <a:pt x="14658" y="5748"/>
                  </a:lnTo>
                  <a:lnTo>
                    <a:pt x="13148" y="15921"/>
                  </a:lnTo>
                  <a:lnTo>
                    <a:pt x="12400" y="17109"/>
                  </a:lnTo>
                  <a:lnTo>
                    <a:pt x="0" y="13864"/>
                  </a:lnTo>
                  <a:lnTo>
                    <a:pt x="600" y="12761"/>
                  </a:lnTo>
                  <a:lnTo>
                    <a:pt x="779" y="5413"/>
                  </a:lnTo>
                  <a:lnTo>
                    <a:pt x="3332" y="2932"/>
                  </a:lnTo>
                  <a:lnTo>
                    <a:pt x="7473" y="38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h7073"/>
            <p:cNvSpPr/>
            <p:nvPr/>
          </p:nvSpPr>
          <p:spPr>
            <a:xfrm>
              <a:off x="10980168" y="2853198"/>
              <a:ext cx="19902" cy="18407"/>
            </a:xfrm>
            <a:custGeom>
              <a:avLst/>
              <a:pathLst>
                <a:path w="19902" h="18407">
                  <a:moveTo>
                    <a:pt x="11134" y="0"/>
                  </a:moveTo>
                  <a:lnTo>
                    <a:pt x="15458" y="2831"/>
                  </a:lnTo>
                  <a:lnTo>
                    <a:pt x="13346" y="6128"/>
                  </a:lnTo>
                  <a:lnTo>
                    <a:pt x="13536" y="7509"/>
                  </a:lnTo>
                  <a:lnTo>
                    <a:pt x="14695" y="7204"/>
                  </a:lnTo>
                  <a:lnTo>
                    <a:pt x="16814" y="3376"/>
                  </a:lnTo>
                  <a:lnTo>
                    <a:pt x="19186" y="5835"/>
                  </a:lnTo>
                  <a:lnTo>
                    <a:pt x="18467" y="6773"/>
                  </a:lnTo>
                  <a:lnTo>
                    <a:pt x="18518" y="8603"/>
                  </a:lnTo>
                  <a:lnTo>
                    <a:pt x="19902" y="9910"/>
                  </a:lnTo>
                  <a:lnTo>
                    <a:pt x="19701" y="10752"/>
                  </a:lnTo>
                  <a:lnTo>
                    <a:pt x="15046" y="14226"/>
                  </a:lnTo>
                  <a:lnTo>
                    <a:pt x="11810" y="13150"/>
                  </a:lnTo>
                  <a:lnTo>
                    <a:pt x="9957" y="15797"/>
                  </a:lnTo>
                  <a:lnTo>
                    <a:pt x="5647" y="18407"/>
                  </a:lnTo>
                  <a:lnTo>
                    <a:pt x="6277" y="14698"/>
                  </a:lnTo>
                  <a:lnTo>
                    <a:pt x="2820" y="14664"/>
                  </a:lnTo>
                  <a:lnTo>
                    <a:pt x="943" y="17936"/>
                  </a:lnTo>
                  <a:lnTo>
                    <a:pt x="0" y="17300"/>
                  </a:lnTo>
                  <a:lnTo>
                    <a:pt x="748" y="16111"/>
                  </a:lnTo>
                  <a:lnTo>
                    <a:pt x="2258" y="5938"/>
                  </a:lnTo>
                  <a:lnTo>
                    <a:pt x="4023" y="609"/>
                  </a:lnTo>
                  <a:lnTo>
                    <a:pt x="6142" y="1592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h7074"/>
            <p:cNvSpPr/>
            <p:nvPr/>
          </p:nvSpPr>
          <p:spPr>
            <a:xfrm>
              <a:off x="10948709" y="2766207"/>
              <a:ext cx="28616" cy="47486"/>
            </a:xfrm>
            <a:custGeom>
              <a:avLst/>
              <a:pathLst>
                <a:path w="28616" h="47486">
                  <a:moveTo>
                    <a:pt x="15643" y="0"/>
                  </a:moveTo>
                  <a:lnTo>
                    <a:pt x="21459" y="4476"/>
                  </a:lnTo>
                  <a:lnTo>
                    <a:pt x="24608" y="4180"/>
                  </a:lnTo>
                  <a:lnTo>
                    <a:pt x="26222" y="4949"/>
                  </a:lnTo>
                  <a:lnTo>
                    <a:pt x="27298" y="5932"/>
                  </a:lnTo>
                  <a:lnTo>
                    <a:pt x="26742" y="6874"/>
                  </a:lnTo>
                  <a:lnTo>
                    <a:pt x="28616" y="11017"/>
                  </a:lnTo>
                  <a:lnTo>
                    <a:pt x="26905" y="12945"/>
                  </a:lnTo>
                  <a:lnTo>
                    <a:pt x="26626" y="15172"/>
                  </a:lnTo>
                  <a:lnTo>
                    <a:pt x="22835" y="22554"/>
                  </a:lnTo>
                  <a:lnTo>
                    <a:pt x="18229" y="29467"/>
                  </a:lnTo>
                  <a:lnTo>
                    <a:pt x="13276" y="35270"/>
                  </a:lnTo>
                  <a:lnTo>
                    <a:pt x="18059" y="46258"/>
                  </a:lnTo>
                  <a:lnTo>
                    <a:pt x="16690" y="47486"/>
                  </a:lnTo>
                  <a:lnTo>
                    <a:pt x="11638" y="45208"/>
                  </a:lnTo>
                  <a:lnTo>
                    <a:pt x="9330" y="38337"/>
                  </a:lnTo>
                  <a:lnTo>
                    <a:pt x="9933" y="36109"/>
                  </a:lnTo>
                  <a:lnTo>
                    <a:pt x="11166" y="35117"/>
                  </a:lnTo>
                  <a:lnTo>
                    <a:pt x="9724" y="31839"/>
                  </a:lnTo>
                  <a:lnTo>
                    <a:pt x="7827" y="30960"/>
                  </a:lnTo>
                  <a:lnTo>
                    <a:pt x="2319" y="33710"/>
                  </a:lnTo>
                  <a:lnTo>
                    <a:pt x="2604" y="31592"/>
                  </a:lnTo>
                  <a:lnTo>
                    <a:pt x="2034" y="29982"/>
                  </a:lnTo>
                  <a:lnTo>
                    <a:pt x="420" y="30673"/>
                  </a:lnTo>
                  <a:lnTo>
                    <a:pt x="0" y="30027"/>
                  </a:lnTo>
                  <a:lnTo>
                    <a:pt x="1201" y="27282"/>
                  </a:lnTo>
                  <a:lnTo>
                    <a:pt x="4079" y="24615"/>
                  </a:lnTo>
                  <a:lnTo>
                    <a:pt x="8549" y="25445"/>
                  </a:lnTo>
                  <a:lnTo>
                    <a:pt x="9522" y="24375"/>
                  </a:lnTo>
                  <a:lnTo>
                    <a:pt x="7049" y="19246"/>
                  </a:lnTo>
                  <a:lnTo>
                    <a:pt x="5350" y="18845"/>
                  </a:lnTo>
                  <a:lnTo>
                    <a:pt x="3752" y="16426"/>
                  </a:lnTo>
                  <a:lnTo>
                    <a:pt x="4706" y="8871"/>
                  </a:lnTo>
                  <a:lnTo>
                    <a:pt x="6987" y="8608"/>
                  </a:lnTo>
                  <a:lnTo>
                    <a:pt x="8435" y="7130"/>
                  </a:lnTo>
                  <a:lnTo>
                    <a:pt x="7830" y="6075"/>
                  </a:lnTo>
                  <a:lnTo>
                    <a:pt x="10354" y="4982"/>
                  </a:lnTo>
                  <a:lnTo>
                    <a:pt x="13962" y="81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h7075"/>
            <p:cNvSpPr/>
            <p:nvPr/>
          </p:nvSpPr>
          <p:spPr>
            <a:xfrm>
              <a:off x="10909063" y="2858009"/>
              <a:ext cx="14593" cy="18582"/>
            </a:xfrm>
            <a:custGeom>
              <a:avLst/>
              <a:pathLst>
                <a:path w="14593" h="18582">
                  <a:moveTo>
                    <a:pt x="14342" y="1586"/>
                  </a:moveTo>
                  <a:lnTo>
                    <a:pt x="12371" y="3702"/>
                  </a:lnTo>
                  <a:lnTo>
                    <a:pt x="12352" y="7463"/>
                  </a:lnTo>
                  <a:lnTo>
                    <a:pt x="14497" y="14740"/>
                  </a:lnTo>
                  <a:lnTo>
                    <a:pt x="14593" y="15502"/>
                  </a:lnTo>
                  <a:lnTo>
                    <a:pt x="10959" y="18582"/>
                  </a:lnTo>
                  <a:lnTo>
                    <a:pt x="3140" y="12724"/>
                  </a:lnTo>
                  <a:lnTo>
                    <a:pt x="0" y="12525"/>
                  </a:lnTo>
                  <a:lnTo>
                    <a:pt x="279" y="10977"/>
                  </a:lnTo>
                  <a:lnTo>
                    <a:pt x="2350" y="7766"/>
                  </a:lnTo>
                  <a:lnTo>
                    <a:pt x="2727" y="4578"/>
                  </a:lnTo>
                  <a:lnTo>
                    <a:pt x="1984" y="2312"/>
                  </a:lnTo>
                  <a:lnTo>
                    <a:pt x="563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h7076"/>
            <p:cNvSpPr/>
            <p:nvPr/>
          </p:nvSpPr>
          <p:spPr>
            <a:xfrm>
              <a:off x="11036144" y="2813361"/>
              <a:ext cx="32078" cy="35531"/>
            </a:xfrm>
            <a:custGeom>
              <a:avLst/>
              <a:pathLst>
                <a:path w="32078" h="35531">
                  <a:moveTo>
                    <a:pt x="25289" y="222"/>
                  </a:moveTo>
                  <a:lnTo>
                    <a:pt x="32078" y="12907"/>
                  </a:lnTo>
                  <a:lnTo>
                    <a:pt x="26330" y="15378"/>
                  </a:lnTo>
                  <a:lnTo>
                    <a:pt x="24858" y="20613"/>
                  </a:lnTo>
                  <a:lnTo>
                    <a:pt x="17560" y="24667"/>
                  </a:lnTo>
                  <a:lnTo>
                    <a:pt x="14018" y="28087"/>
                  </a:lnTo>
                  <a:lnTo>
                    <a:pt x="8874" y="28284"/>
                  </a:lnTo>
                  <a:lnTo>
                    <a:pt x="6803" y="29973"/>
                  </a:lnTo>
                  <a:lnTo>
                    <a:pt x="4713" y="34487"/>
                  </a:lnTo>
                  <a:lnTo>
                    <a:pt x="2613" y="35531"/>
                  </a:lnTo>
                  <a:lnTo>
                    <a:pt x="0" y="34832"/>
                  </a:lnTo>
                  <a:lnTo>
                    <a:pt x="2843" y="29514"/>
                  </a:lnTo>
                  <a:lnTo>
                    <a:pt x="3897" y="25712"/>
                  </a:lnTo>
                  <a:lnTo>
                    <a:pt x="1582" y="22899"/>
                  </a:lnTo>
                  <a:lnTo>
                    <a:pt x="1706" y="20884"/>
                  </a:lnTo>
                  <a:lnTo>
                    <a:pt x="7402" y="15298"/>
                  </a:lnTo>
                  <a:lnTo>
                    <a:pt x="13089" y="10713"/>
                  </a:lnTo>
                  <a:lnTo>
                    <a:pt x="15336" y="11059"/>
                  </a:lnTo>
                  <a:lnTo>
                    <a:pt x="17453" y="10468"/>
                  </a:lnTo>
                  <a:lnTo>
                    <a:pt x="23238" y="2786"/>
                  </a:lnTo>
                  <a:lnTo>
                    <a:pt x="24455" y="558"/>
                  </a:lnTo>
                  <a:lnTo>
                    <a:pt x="2408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h7077"/>
            <p:cNvSpPr/>
            <p:nvPr/>
          </p:nvSpPr>
          <p:spPr>
            <a:xfrm>
              <a:off x="11012544" y="2903804"/>
              <a:ext cx="30760" cy="31370"/>
            </a:xfrm>
            <a:custGeom>
              <a:avLst/>
              <a:pathLst>
                <a:path w="30760" h="31370">
                  <a:moveTo>
                    <a:pt x="24334" y="515"/>
                  </a:moveTo>
                  <a:lnTo>
                    <a:pt x="24746" y="1744"/>
                  </a:lnTo>
                  <a:lnTo>
                    <a:pt x="26325" y="2250"/>
                  </a:lnTo>
                  <a:lnTo>
                    <a:pt x="27251" y="781"/>
                  </a:lnTo>
                  <a:lnTo>
                    <a:pt x="30760" y="1589"/>
                  </a:lnTo>
                  <a:lnTo>
                    <a:pt x="29947" y="3434"/>
                  </a:lnTo>
                  <a:lnTo>
                    <a:pt x="27049" y="5330"/>
                  </a:lnTo>
                  <a:lnTo>
                    <a:pt x="23977" y="4957"/>
                  </a:lnTo>
                  <a:lnTo>
                    <a:pt x="22311" y="8435"/>
                  </a:lnTo>
                  <a:lnTo>
                    <a:pt x="13864" y="16717"/>
                  </a:lnTo>
                  <a:lnTo>
                    <a:pt x="13304" y="19397"/>
                  </a:lnTo>
                  <a:lnTo>
                    <a:pt x="14276" y="20116"/>
                  </a:lnTo>
                  <a:lnTo>
                    <a:pt x="16379" y="19663"/>
                  </a:lnTo>
                  <a:lnTo>
                    <a:pt x="17341" y="20097"/>
                  </a:lnTo>
                  <a:lnTo>
                    <a:pt x="18285" y="22186"/>
                  </a:lnTo>
                  <a:lnTo>
                    <a:pt x="17463" y="23488"/>
                  </a:lnTo>
                  <a:lnTo>
                    <a:pt x="17780" y="26135"/>
                  </a:lnTo>
                  <a:lnTo>
                    <a:pt x="22019" y="27871"/>
                  </a:lnTo>
                  <a:lnTo>
                    <a:pt x="20419" y="30157"/>
                  </a:lnTo>
                  <a:lnTo>
                    <a:pt x="17253" y="29364"/>
                  </a:lnTo>
                  <a:lnTo>
                    <a:pt x="8155" y="29489"/>
                  </a:lnTo>
                  <a:lnTo>
                    <a:pt x="8024" y="30703"/>
                  </a:lnTo>
                  <a:lnTo>
                    <a:pt x="4921" y="31370"/>
                  </a:lnTo>
                  <a:lnTo>
                    <a:pt x="2986" y="27603"/>
                  </a:lnTo>
                  <a:lnTo>
                    <a:pt x="4189" y="26080"/>
                  </a:lnTo>
                  <a:lnTo>
                    <a:pt x="3754" y="24425"/>
                  </a:lnTo>
                  <a:lnTo>
                    <a:pt x="0" y="20769"/>
                  </a:lnTo>
                  <a:lnTo>
                    <a:pt x="987" y="19582"/>
                  </a:lnTo>
                  <a:lnTo>
                    <a:pt x="2383" y="14030"/>
                  </a:lnTo>
                  <a:lnTo>
                    <a:pt x="14781" y="6726"/>
                  </a:lnTo>
                  <a:lnTo>
                    <a:pt x="19126" y="2598"/>
                  </a:lnTo>
                  <a:lnTo>
                    <a:pt x="19295" y="1318"/>
                  </a:lnTo>
                  <a:lnTo>
                    <a:pt x="2171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h7078"/>
            <p:cNvSpPr/>
            <p:nvPr/>
          </p:nvSpPr>
          <p:spPr>
            <a:xfrm>
              <a:off x="11025848" y="2905394"/>
              <a:ext cx="27603" cy="26282"/>
            </a:xfrm>
            <a:custGeom>
              <a:avLst/>
              <a:pathLst>
                <a:path w="27603" h="26282">
                  <a:moveTo>
                    <a:pt x="19313" y="384"/>
                  </a:moveTo>
                  <a:lnTo>
                    <a:pt x="21415" y="5638"/>
                  </a:lnTo>
                  <a:lnTo>
                    <a:pt x="23162" y="8179"/>
                  </a:lnTo>
                  <a:lnTo>
                    <a:pt x="25430" y="8379"/>
                  </a:lnTo>
                  <a:lnTo>
                    <a:pt x="27603" y="9726"/>
                  </a:lnTo>
                  <a:lnTo>
                    <a:pt x="27520" y="12272"/>
                  </a:lnTo>
                  <a:lnTo>
                    <a:pt x="21033" y="15170"/>
                  </a:lnTo>
                  <a:lnTo>
                    <a:pt x="14719" y="14273"/>
                  </a:lnTo>
                  <a:lnTo>
                    <a:pt x="12415" y="14976"/>
                  </a:lnTo>
                  <a:lnTo>
                    <a:pt x="12665" y="17465"/>
                  </a:lnTo>
                  <a:lnTo>
                    <a:pt x="13689" y="17482"/>
                  </a:lnTo>
                  <a:lnTo>
                    <a:pt x="13415" y="19361"/>
                  </a:lnTo>
                  <a:lnTo>
                    <a:pt x="8715" y="26282"/>
                  </a:lnTo>
                  <a:lnTo>
                    <a:pt x="4476" y="24546"/>
                  </a:lnTo>
                  <a:lnTo>
                    <a:pt x="4159" y="21898"/>
                  </a:lnTo>
                  <a:lnTo>
                    <a:pt x="4981" y="20596"/>
                  </a:lnTo>
                  <a:lnTo>
                    <a:pt x="4037" y="18507"/>
                  </a:lnTo>
                  <a:lnTo>
                    <a:pt x="3075" y="18073"/>
                  </a:lnTo>
                  <a:lnTo>
                    <a:pt x="972" y="18527"/>
                  </a:lnTo>
                  <a:lnTo>
                    <a:pt x="0" y="17808"/>
                  </a:lnTo>
                  <a:lnTo>
                    <a:pt x="559" y="15127"/>
                  </a:lnTo>
                  <a:lnTo>
                    <a:pt x="9007" y="6845"/>
                  </a:lnTo>
                  <a:lnTo>
                    <a:pt x="10673" y="3367"/>
                  </a:lnTo>
                  <a:lnTo>
                    <a:pt x="13745" y="3740"/>
                  </a:lnTo>
                  <a:lnTo>
                    <a:pt x="16643" y="1844"/>
                  </a:lnTo>
                  <a:lnTo>
                    <a:pt x="1745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h7079"/>
            <p:cNvSpPr/>
            <p:nvPr/>
          </p:nvSpPr>
          <p:spPr>
            <a:xfrm>
              <a:off x="10995329" y="2782398"/>
              <a:ext cx="29053" cy="25283"/>
            </a:xfrm>
            <a:custGeom>
              <a:avLst/>
              <a:pathLst>
                <a:path w="29053" h="25283">
                  <a:moveTo>
                    <a:pt x="24099" y="1836"/>
                  </a:moveTo>
                  <a:lnTo>
                    <a:pt x="25465" y="1619"/>
                  </a:lnTo>
                  <a:lnTo>
                    <a:pt x="27549" y="2880"/>
                  </a:lnTo>
                  <a:lnTo>
                    <a:pt x="29053" y="4113"/>
                  </a:lnTo>
                  <a:lnTo>
                    <a:pt x="27026" y="5982"/>
                  </a:lnTo>
                  <a:lnTo>
                    <a:pt x="24984" y="11881"/>
                  </a:lnTo>
                  <a:lnTo>
                    <a:pt x="24898" y="13460"/>
                  </a:lnTo>
                  <a:lnTo>
                    <a:pt x="26594" y="15867"/>
                  </a:lnTo>
                  <a:lnTo>
                    <a:pt x="20621" y="18289"/>
                  </a:lnTo>
                  <a:lnTo>
                    <a:pt x="20193" y="17607"/>
                  </a:lnTo>
                  <a:lnTo>
                    <a:pt x="17500" y="20620"/>
                  </a:lnTo>
                  <a:lnTo>
                    <a:pt x="17359" y="19146"/>
                  </a:lnTo>
                  <a:lnTo>
                    <a:pt x="15195" y="18109"/>
                  </a:lnTo>
                  <a:lnTo>
                    <a:pt x="9808" y="23517"/>
                  </a:lnTo>
                  <a:lnTo>
                    <a:pt x="5105" y="25283"/>
                  </a:lnTo>
                  <a:lnTo>
                    <a:pt x="2194" y="21844"/>
                  </a:lnTo>
                  <a:lnTo>
                    <a:pt x="538" y="20652"/>
                  </a:lnTo>
                  <a:lnTo>
                    <a:pt x="0" y="18732"/>
                  </a:lnTo>
                  <a:lnTo>
                    <a:pt x="2506" y="16291"/>
                  </a:lnTo>
                  <a:lnTo>
                    <a:pt x="8443" y="16133"/>
                  </a:lnTo>
                  <a:lnTo>
                    <a:pt x="11781" y="14534"/>
                  </a:lnTo>
                  <a:lnTo>
                    <a:pt x="13707" y="11613"/>
                  </a:lnTo>
                  <a:lnTo>
                    <a:pt x="10119" y="9494"/>
                  </a:lnTo>
                  <a:lnTo>
                    <a:pt x="10773" y="6050"/>
                  </a:lnTo>
                  <a:lnTo>
                    <a:pt x="11227" y="5589"/>
                  </a:lnTo>
                  <a:lnTo>
                    <a:pt x="13286" y="6163"/>
                  </a:lnTo>
                  <a:lnTo>
                    <a:pt x="17371" y="4804"/>
                  </a:lnTo>
                  <a:lnTo>
                    <a:pt x="19531" y="2133"/>
                  </a:lnTo>
                  <a:lnTo>
                    <a:pt x="1995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h7080"/>
            <p:cNvSpPr/>
            <p:nvPr/>
          </p:nvSpPr>
          <p:spPr>
            <a:xfrm>
              <a:off x="10960270" y="2900060"/>
              <a:ext cx="12974" cy="12233"/>
            </a:xfrm>
            <a:custGeom>
              <a:avLst/>
              <a:pathLst>
                <a:path w="12974" h="12233">
                  <a:moveTo>
                    <a:pt x="11965" y="3452"/>
                  </a:moveTo>
                  <a:lnTo>
                    <a:pt x="12974" y="5024"/>
                  </a:lnTo>
                  <a:lnTo>
                    <a:pt x="12929" y="7218"/>
                  </a:lnTo>
                  <a:lnTo>
                    <a:pt x="11783" y="7933"/>
                  </a:lnTo>
                  <a:lnTo>
                    <a:pt x="10499" y="7477"/>
                  </a:lnTo>
                  <a:lnTo>
                    <a:pt x="8588" y="12233"/>
                  </a:lnTo>
                  <a:lnTo>
                    <a:pt x="5792" y="11709"/>
                  </a:lnTo>
                  <a:lnTo>
                    <a:pt x="1461" y="9453"/>
                  </a:lnTo>
                  <a:lnTo>
                    <a:pt x="0" y="5231"/>
                  </a:lnTo>
                  <a:lnTo>
                    <a:pt x="3466" y="3094"/>
                  </a:lnTo>
                  <a:lnTo>
                    <a:pt x="6055" y="1824"/>
                  </a:lnTo>
                  <a:lnTo>
                    <a:pt x="751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h7081"/>
            <p:cNvSpPr/>
            <p:nvPr/>
          </p:nvSpPr>
          <p:spPr>
            <a:xfrm>
              <a:off x="10905047" y="2869890"/>
              <a:ext cx="27771" cy="26954"/>
            </a:xfrm>
            <a:custGeom>
              <a:avLst/>
              <a:pathLst>
                <a:path w="27771" h="26954">
                  <a:moveTo>
                    <a:pt x="4015" y="644"/>
                  </a:moveTo>
                  <a:lnTo>
                    <a:pt x="7156" y="843"/>
                  </a:lnTo>
                  <a:lnTo>
                    <a:pt x="14975" y="6701"/>
                  </a:lnTo>
                  <a:lnTo>
                    <a:pt x="18608" y="3621"/>
                  </a:lnTo>
                  <a:lnTo>
                    <a:pt x="18513" y="2859"/>
                  </a:lnTo>
                  <a:lnTo>
                    <a:pt x="18993" y="2481"/>
                  </a:lnTo>
                  <a:lnTo>
                    <a:pt x="24191" y="8688"/>
                  </a:lnTo>
                  <a:lnTo>
                    <a:pt x="27702" y="12101"/>
                  </a:lnTo>
                  <a:lnTo>
                    <a:pt x="24770" y="15106"/>
                  </a:lnTo>
                  <a:lnTo>
                    <a:pt x="27771" y="16517"/>
                  </a:lnTo>
                  <a:lnTo>
                    <a:pt x="26060" y="21715"/>
                  </a:lnTo>
                  <a:lnTo>
                    <a:pt x="22450" y="23890"/>
                  </a:lnTo>
                  <a:lnTo>
                    <a:pt x="22703" y="26011"/>
                  </a:lnTo>
                  <a:lnTo>
                    <a:pt x="24355" y="26954"/>
                  </a:lnTo>
                  <a:lnTo>
                    <a:pt x="18778" y="26564"/>
                  </a:lnTo>
                  <a:lnTo>
                    <a:pt x="17703" y="25687"/>
                  </a:lnTo>
                  <a:lnTo>
                    <a:pt x="15845" y="21712"/>
                  </a:lnTo>
                  <a:lnTo>
                    <a:pt x="17416" y="20796"/>
                  </a:lnTo>
                  <a:lnTo>
                    <a:pt x="15795" y="19895"/>
                  </a:lnTo>
                  <a:lnTo>
                    <a:pt x="13415" y="18764"/>
                  </a:lnTo>
                  <a:lnTo>
                    <a:pt x="7563" y="18550"/>
                  </a:lnTo>
                  <a:lnTo>
                    <a:pt x="5314" y="12387"/>
                  </a:lnTo>
                  <a:lnTo>
                    <a:pt x="2889" y="10436"/>
                  </a:lnTo>
                  <a:lnTo>
                    <a:pt x="2152" y="7716"/>
                  </a:lnTo>
                  <a:lnTo>
                    <a:pt x="0" y="1169"/>
                  </a:lnTo>
                  <a:lnTo>
                    <a:pt x="994" y="1797"/>
                  </a:lnTo>
                  <a:lnTo>
                    <a:pt x="206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h7082"/>
            <p:cNvSpPr/>
            <p:nvPr/>
          </p:nvSpPr>
          <p:spPr>
            <a:xfrm>
              <a:off x="11032503" y="2774404"/>
              <a:ext cx="14211" cy="19635"/>
            </a:xfrm>
            <a:custGeom>
              <a:avLst/>
              <a:pathLst>
                <a:path w="14211" h="19635">
                  <a:moveTo>
                    <a:pt x="7792" y="1741"/>
                  </a:moveTo>
                  <a:lnTo>
                    <a:pt x="11482" y="2459"/>
                  </a:lnTo>
                  <a:lnTo>
                    <a:pt x="12625" y="1894"/>
                  </a:lnTo>
                  <a:lnTo>
                    <a:pt x="14089" y="4753"/>
                  </a:lnTo>
                  <a:lnTo>
                    <a:pt x="11202" y="5937"/>
                  </a:lnTo>
                  <a:lnTo>
                    <a:pt x="10375" y="8622"/>
                  </a:lnTo>
                  <a:lnTo>
                    <a:pt x="10240" y="12340"/>
                  </a:lnTo>
                  <a:lnTo>
                    <a:pt x="11125" y="14961"/>
                  </a:lnTo>
                  <a:lnTo>
                    <a:pt x="14211" y="15313"/>
                  </a:lnTo>
                  <a:lnTo>
                    <a:pt x="13448" y="17749"/>
                  </a:lnTo>
                  <a:lnTo>
                    <a:pt x="11873" y="18761"/>
                  </a:lnTo>
                  <a:lnTo>
                    <a:pt x="10851" y="18379"/>
                  </a:lnTo>
                  <a:lnTo>
                    <a:pt x="2922" y="19635"/>
                  </a:lnTo>
                  <a:lnTo>
                    <a:pt x="1159" y="18021"/>
                  </a:lnTo>
                  <a:lnTo>
                    <a:pt x="4332" y="16527"/>
                  </a:lnTo>
                  <a:lnTo>
                    <a:pt x="2890" y="14228"/>
                  </a:lnTo>
                  <a:lnTo>
                    <a:pt x="0" y="13520"/>
                  </a:lnTo>
                  <a:lnTo>
                    <a:pt x="776" y="10068"/>
                  </a:lnTo>
                  <a:lnTo>
                    <a:pt x="4584" y="6858"/>
                  </a:lnTo>
                  <a:lnTo>
                    <a:pt x="6166" y="3877"/>
                  </a:lnTo>
                  <a:lnTo>
                    <a:pt x="4608" y="3728"/>
                  </a:lnTo>
                  <a:lnTo>
                    <a:pt x="3982" y="1577"/>
                  </a:lnTo>
                  <a:lnTo>
                    <a:pt x="4172" y="321"/>
                  </a:lnTo>
                  <a:lnTo>
                    <a:pt x="528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h7083"/>
            <p:cNvSpPr/>
            <p:nvPr/>
          </p:nvSpPr>
          <p:spPr>
            <a:xfrm>
              <a:off x="10929239" y="2873906"/>
              <a:ext cx="13991" cy="8084"/>
            </a:xfrm>
            <a:custGeom>
              <a:avLst/>
              <a:pathLst>
                <a:path w="13991" h="8084">
                  <a:moveTo>
                    <a:pt x="13511" y="1288"/>
                  </a:moveTo>
                  <a:lnTo>
                    <a:pt x="11303" y="2691"/>
                  </a:lnTo>
                  <a:lnTo>
                    <a:pt x="12692" y="4095"/>
                  </a:lnTo>
                  <a:lnTo>
                    <a:pt x="9911" y="4563"/>
                  </a:lnTo>
                  <a:lnTo>
                    <a:pt x="9719" y="5817"/>
                  </a:lnTo>
                  <a:lnTo>
                    <a:pt x="3510" y="8084"/>
                  </a:lnTo>
                  <a:lnTo>
                    <a:pt x="0" y="4671"/>
                  </a:lnTo>
                  <a:lnTo>
                    <a:pt x="1788" y="3420"/>
                  </a:lnTo>
                  <a:lnTo>
                    <a:pt x="3023" y="3806"/>
                  </a:lnTo>
                  <a:lnTo>
                    <a:pt x="7195" y="2749"/>
                  </a:lnTo>
                  <a:lnTo>
                    <a:pt x="1399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h7084"/>
            <p:cNvSpPr/>
            <p:nvPr/>
          </p:nvSpPr>
          <p:spPr>
            <a:xfrm>
              <a:off x="10987088" y="2871536"/>
              <a:ext cx="12735" cy="18967"/>
            </a:xfrm>
            <a:custGeom>
              <a:avLst/>
              <a:pathLst>
                <a:path w="12735" h="18967">
                  <a:moveTo>
                    <a:pt x="12735" y="3657"/>
                  </a:moveTo>
                  <a:lnTo>
                    <a:pt x="9095" y="13208"/>
                  </a:lnTo>
                  <a:lnTo>
                    <a:pt x="6235" y="14227"/>
                  </a:lnTo>
                  <a:lnTo>
                    <a:pt x="5807" y="15852"/>
                  </a:lnTo>
                  <a:lnTo>
                    <a:pt x="6792" y="17920"/>
                  </a:lnTo>
                  <a:lnTo>
                    <a:pt x="4312" y="18967"/>
                  </a:lnTo>
                  <a:lnTo>
                    <a:pt x="873" y="18711"/>
                  </a:lnTo>
                  <a:lnTo>
                    <a:pt x="2318" y="15189"/>
                  </a:lnTo>
                  <a:lnTo>
                    <a:pt x="518" y="14121"/>
                  </a:lnTo>
                  <a:lnTo>
                    <a:pt x="0" y="10060"/>
                  </a:lnTo>
                  <a:lnTo>
                    <a:pt x="960" y="8640"/>
                  </a:lnTo>
                  <a:lnTo>
                    <a:pt x="2890" y="7597"/>
                  </a:lnTo>
                  <a:lnTo>
                    <a:pt x="915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h7085"/>
            <p:cNvSpPr/>
            <p:nvPr/>
          </p:nvSpPr>
          <p:spPr>
            <a:xfrm>
              <a:off x="10927613" y="2805136"/>
              <a:ext cx="23963" cy="40283"/>
            </a:xfrm>
            <a:custGeom>
              <a:avLst/>
              <a:pathLst>
                <a:path w="23963" h="40283">
                  <a:moveTo>
                    <a:pt x="13074" y="0"/>
                  </a:moveTo>
                  <a:lnTo>
                    <a:pt x="13920" y="4014"/>
                  </a:lnTo>
                  <a:lnTo>
                    <a:pt x="13384" y="6307"/>
                  </a:lnTo>
                  <a:lnTo>
                    <a:pt x="16192" y="11056"/>
                  </a:lnTo>
                  <a:lnTo>
                    <a:pt x="16663" y="16917"/>
                  </a:lnTo>
                  <a:lnTo>
                    <a:pt x="15493" y="18071"/>
                  </a:lnTo>
                  <a:lnTo>
                    <a:pt x="22266" y="22033"/>
                  </a:lnTo>
                  <a:lnTo>
                    <a:pt x="19613" y="27290"/>
                  </a:lnTo>
                  <a:lnTo>
                    <a:pt x="23231" y="32425"/>
                  </a:lnTo>
                  <a:lnTo>
                    <a:pt x="23963" y="38617"/>
                  </a:lnTo>
                  <a:lnTo>
                    <a:pt x="22033" y="40283"/>
                  </a:lnTo>
                  <a:lnTo>
                    <a:pt x="20130" y="38658"/>
                  </a:lnTo>
                  <a:lnTo>
                    <a:pt x="20907" y="37245"/>
                  </a:lnTo>
                  <a:lnTo>
                    <a:pt x="19115" y="35809"/>
                  </a:lnTo>
                  <a:lnTo>
                    <a:pt x="15244" y="35460"/>
                  </a:lnTo>
                  <a:lnTo>
                    <a:pt x="5532" y="35284"/>
                  </a:lnTo>
                  <a:lnTo>
                    <a:pt x="1110" y="36208"/>
                  </a:lnTo>
                  <a:lnTo>
                    <a:pt x="0" y="31396"/>
                  </a:lnTo>
                  <a:lnTo>
                    <a:pt x="1189" y="30662"/>
                  </a:lnTo>
                  <a:lnTo>
                    <a:pt x="1556" y="28801"/>
                  </a:lnTo>
                  <a:lnTo>
                    <a:pt x="601" y="27168"/>
                  </a:lnTo>
                  <a:lnTo>
                    <a:pt x="5521" y="22844"/>
                  </a:lnTo>
                  <a:lnTo>
                    <a:pt x="2408" y="17781"/>
                  </a:lnTo>
                  <a:lnTo>
                    <a:pt x="2633" y="14981"/>
                  </a:lnTo>
                  <a:lnTo>
                    <a:pt x="3314" y="10700"/>
                  </a:lnTo>
                  <a:lnTo>
                    <a:pt x="1577" y="7025"/>
                  </a:lnTo>
                  <a:lnTo>
                    <a:pt x="2150" y="136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h7086"/>
            <p:cNvSpPr/>
            <p:nvPr/>
          </p:nvSpPr>
          <p:spPr>
            <a:xfrm>
              <a:off x="10929882" y="2755447"/>
              <a:ext cx="28348" cy="38085"/>
            </a:xfrm>
            <a:custGeom>
              <a:avLst/>
              <a:pathLst>
                <a:path w="28348" h="38085">
                  <a:moveTo>
                    <a:pt x="12236" y="1916"/>
                  </a:moveTo>
                  <a:lnTo>
                    <a:pt x="23532" y="19631"/>
                  </a:lnTo>
                  <a:lnTo>
                    <a:pt x="22578" y="27186"/>
                  </a:lnTo>
                  <a:lnTo>
                    <a:pt x="24176" y="29605"/>
                  </a:lnTo>
                  <a:lnTo>
                    <a:pt x="25875" y="30006"/>
                  </a:lnTo>
                  <a:lnTo>
                    <a:pt x="28348" y="35134"/>
                  </a:lnTo>
                  <a:lnTo>
                    <a:pt x="27375" y="36205"/>
                  </a:lnTo>
                  <a:lnTo>
                    <a:pt x="22905" y="35375"/>
                  </a:lnTo>
                  <a:lnTo>
                    <a:pt x="20027" y="38042"/>
                  </a:lnTo>
                  <a:lnTo>
                    <a:pt x="18963" y="38085"/>
                  </a:lnTo>
                  <a:lnTo>
                    <a:pt x="14850" y="35258"/>
                  </a:lnTo>
                  <a:lnTo>
                    <a:pt x="17091" y="30415"/>
                  </a:lnTo>
                  <a:lnTo>
                    <a:pt x="15718" y="29230"/>
                  </a:lnTo>
                  <a:lnTo>
                    <a:pt x="12380" y="27307"/>
                  </a:lnTo>
                  <a:lnTo>
                    <a:pt x="8810" y="28103"/>
                  </a:lnTo>
                  <a:lnTo>
                    <a:pt x="7918" y="27648"/>
                  </a:lnTo>
                  <a:lnTo>
                    <a:pt x="6537" y="24369"/>
                  </a:lnTo>
                  <a:lnTo>
                    <a:pt x="7045" y="23056"/>
                  </a:lnTo>
                  <a:lnTo>
                    <a:pt x="6428" y="21767"/>
                  </a:lnTo>
                  <a:lnTo>
                    <a:pt x="5303" y="20604"/>
                  </a:lnTo>
                  <a:lnTo>
                    <a:pt x="4527" y="21350"/>
                  </a:lnTo>
                  <a:lnTo>
                    <a:pt x="3171" y="15282"/>
                  </a:lnTo>
                  <a:lnTo>
                    <a:pt x="3200" y="11394"/>
                  </a:lnTo>
                  <a:lnTo>
                    <a:pt x="98" y="9720"/>
                  </a:lnTo>
                  <a:lnTo>
                    <a:pt x="0" y="8064"/>
                  </a:lnTo>
                  <a:lnTo>
                    <a:pt x="1905" y="6485"/>
                  </a:lnTo>
                  <a:lnTo>
                    <a:pt x="2792" y="3400"/>
                  </a:lnTo>
                  <a:lnTo>
                    <a:pt x="2418" y="2846"/>
                  </a:lnTo>
                  <a:lnTo>
                    <a:pt x="936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h7087"/>
            <p:cNvSpPr/>
            <p:nvPr/>
          </p:nvSpPr>
          <p:spPr>
            <a:xfrm>
              <a:off x="10865089" y="2829249"/>
              <a:ext cx="40452" cy="29599"/>
            </a:xfrm>
            <a:custGeom>
              <a:avLst/>
              <a:pathLst>
                <a:path w="40452" h="29599">
                  <a:moveTo>
                    <a:pt x="35898" y="1006"/>
                  </a:moveTo>
                  <a:lnTo>
                    <a:pt x="34689" y="3847"/>
                  </a:lnTo>
                  <a:lnTo>
                    <a:pt x="35033" y="4886"/>
                  </a:lnTo>
                  <a:lnTo>
                    <a:pt x="36067" y="6101"/>
                  </a:lnTo>
                  <a:lnTo>
                    <a:pt x="38776" y="4488"/>
                  </a:lnTo>
                  <a:lnTo>
                    <a:pt x="40452" y="9759"/>
                  </a:lnTo>
                  <a:lnTo>
                    <a:pt x="36092" y="17066"/>
                  </a:lnTo>
                  <a:lnTo>
                    <a:pt x="35461" y="21769"/>
                  </a:lnTo>
                  <a:lnTo>
                    <a:pt x="36749" y="22172"/>
                  </a:lnTo>
                  <a:lnTo>
                    <a:pt x="33900" y="25937"/>
                  </a:lnTo>
                  <a:lnTo>
                    <a:pt x="31129" y="25164"/>
                  </a:lnTo>
                  <a:lnTo>
                    <a:pt x="23696" y="27934"/>
                  </a:lnTo>
                  <a:lnTo>
                    <a:pt x="20433" y="25526"/>
                  </a:lnTo>
                  <a:lnTo>
                    <a:pt x="17542" y="25119"/>
                  </a:lnTo>
                  <a:lnTo>
                    <a:pt x="16207" y="26297"/>
                  </a:lnTo>
                  <a:lnTo>
                    <a:pt x="8209" y="27150"/>
                  </a:lnTo>
                  <a:lnTo>
                    <a:pt x="3878" y="26803"/>
                  </a:lnTo>
                  <a:lnTo>
                    <a:pt x="3053" y="26133"/>
                  </a:lnTo>
                  <a:lnTo>
                    <a:pt x="0" y="29599"/>
                  </a:lnTo>
                  <a:lnTo>
                    <a:pt x="2281" y="4647"/>
                  </a:lnTo>
                  <a:lnTo>
                    <a:pt x="2316" y="4265"/>
                  </a:lnTo>
                  <a:lnTo>
                    <a:pt x="8919" y="7176"/>
                  </a:lnTo>
                  <a:lnTo>
                    <a:pt x="8888" y="8882"/>
                  </a:lnTo>
                  <a:lnTo>
                    <a:pt x="10707" y="11372"/>
                  </a:lnTo>
                  <a:lnTo>
                    <a:pt x="12509" y="10047"/>
                  </a:lnTo>
                  <a:lnTo>
                    <a:pt x="13854" y="6741"/>
                  </a:lnTo>
                  <a:lnTo>
                    <a:pt x="19644" y="3905"/>
                  </a:lnTo>
                  <a:lnTo>
                    <a:pt x="21456" y="4101"/>
                  </a:lnTo>
                  <a:lnTo>
                    <a:pt x="22889" y="6316"/>
                  </a:lnTo>
                  <a:lnTo>
                    <a:pt x="25500" y="7555"/>
                  </a:lnTo>
                  <a:lnTo>
                    <a:pt x="26627" y="7141"/>
                  </a:lnTo>
                  <a:lnTo>
                    <a:pt x="26747" y="4210"/>
                  </a:lnTo>
                  <a:lnTo>
                    <a:pt x="29228" y="1545"/>
                  </a:lnTo>
                  <a:lnTo>
                    <a:pt x="3528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h7088"/>
            <p:cNvSpPr/>
            <p:nvPr/>
          </p:nvSpPr>
          <p:spPr>
            <a:xfrm>
              <a:off x="10931027" y="2870480"/>
              <a:ext cx="12203" cy="7232"/>
            </a:xfrm>
            <a:custGeom>
              <a:avLst/>
              <a:pathLst>
                <a:path w="12203" h="7232">
                  <a:moveTo>
                    <a:pt x="9460" y="664"/>
                  </a:moveTo>
                  <a:lnTo>
                    <a:pt x="12203" y="3426"/>
                  </a:lnTo>
                  <a:lnTo>
                    <a:pt x="5407" y="6175"/>
                  </a:lnTo>
                  <a:lnTo>
                    <a:pt x="1235" y="7232"/>
                  </a:lnTo>
                  <a:lnTo>
                    <a:pt x="0" y="6847"/>
                  </a:lnTo>
                  <a:lnTo>
                    <a:pt x="2748" y="4382"/>
                  </a:lnTo>
                  <a:lnTo>
                    <a:pt x="4647" y="623"/>
                  </a:lnTo>
                  <a:lnTo>
                    <a:pt x="705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h7089"/>
            <p:cNvSpPr/>
            <p:nvPr/>
          </p:nvSpPr>
          <p:spPr>
            <a:xfrm>
              <a:off x="11033563" y="2750177"/>
              <a:ext cx="20960" cy="26686"/>
            </a:xfrm>
            <a:custGeom>
              <a:avLst/>
              <a:pathLst>
                <a:path w="20960" h="26686">
                  <a:moveTo>
                    <a:pt x="13270" y="88"/>
                  </a:moveTo>
                  <a:lnTo>
                    <a:pt x="14515" y="1398"/>
                  </a:lnTo>
                  <a:lnTo>
                    <a:pt x="15319" y="3909"/>
                  </a:lnTo>
                  <a:lnTo>
                    <a:pt x="16552" y="4588"/>
                  </a:lnTo>
                  <a:lnTo>
                    <a:pt x="19823" y="6897"/>
                  </a:lnTo>
                  <a:lnTo>
                    <a:pt x="20960" y="9165"/>
                  </a:lnTo>
                  <a:lnTo>
                    <a:pt x="20860" y="12041"/>
                  </a:lnTo>
                  <a:lnTo>
                    <a:pt x="19391" y="15525"/>
                  </a:lnTo>
                  <a:lnTo>
                    <a:pt x="15797" y="15820"/>
                  </a:lnTo>
                  <a:lnTo>
                    <a:pt x="11564" y="26121"/>
                  </a:lnTo>
                  <a:lnTo>
                    <a:pt x="10422" y="26686"/>
                  </a:lnTo>
                  <a:lnTo>
                    <a:pt x="6732" y="25968"/>
                  </a:lnTo>
                  <a:lnTo>
                    <a:pt x="4224" y="24227"/>
                  </a:lnTo>
                  <a:lnTo>
                    <a:pt x="3112" y="24548"/>
                  </a:lnTo>
                  <a:lnTo>
                    <a:pt x="1146" y="23387"/>
                  </a:lnTo>
                  <a:lnTo>
                    <a:pt x="0" y="19921"/>
                  </a:lnTo>
                  <a:lnTo>
                    <a:pt x="3467" y="12311"/>
                  </a:lnTo>
                  <a:lnTo>
                    <a:pt x="3829" y="9391"/>
                  </a:lnTo>
                  <a:lnTo>
                    <a:pt x="2211" y="7606"/>
                  </a:lnTo>
                  <a:lnTo>
                    <a:pt x="3736" y="6696"/>
                  </a:lnTo>
                  <a:lnTo>
                    <a:pt x="6261" y="2956"/>
                  </a:lnTo>
                  <a:lnTo>
                    <a:pt x="5917" y="1822"/>
                  </a:lnTo>
                  <a:lnTo>
                    <a:pt x="7436" y="1408"/>
                  </a:lnTo>
                  <a:lnTo>
                    <a:pt x="9627" y="2560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h7090"/>
            <p:cNvSpPr/>
            <p:nvPr/>
          </p:nvSpPr>
          <p:spPr>
            <a:xfrm>
              <a:off x="10942857" y="2840597"/>
              <a:ext cx="24132" cy="26091"/>
            </a:xfrm>
            <a:custGeom>
              <a:avLst/>
              <a:pathLst>
                <a:path w="24132" h="26091">
                  <a:moveTo>
                    <a:pt x="3871" y="349"/>
                  </a:moveTo>
                  <a:lnTo>
                    <a:pt x="5662" y="1785"/>
                  </a:lnTo>
                  <a:lnTo>
                    <a:pt x="4886" y="3198"/>
                  </a:lnTo>
                  <a:lnTo>
                    <a:pt x="6789" y="4823"/>
                  </a:lnTo>
                  <a:lnTo>
                    <a:pt x="8295" y="7310"/>
                  </a:lnTo>
                  <a:lnTo>
                    <a:pt x="13894" y="6185"/>
                  </a:lnTo>
                  <a:lnTo>
                    <a:pt x="15424" y="6403"/>
                  </a:lnTo>
                  <a:lnTo>
                    <a:pt x="17313" y="7795"/>
                  </a:lnTo>
                  <a:lnTo>
                    <a:pt x="21549" y="8204"/>
                  </a:lnTo>
                  <a:lnTo>
                    <a:pt x="23129" y="6433"/>
                  </a:lnTo>
                  <a:lnTo>
                    <a:pt x="24132" y="10976"/>
                  </a:lnTo>
                  <a:lnTo>
                    <a:pt x="19882" y="12725"/>
                  </a:lnTo>
                  <a:lnTo>
                    <a:pt x="19597" y="14704"/>
                  </a:lnTo>
                  <a:lnTo>
                    <a:pt x="21195" y="24752"/>
                  </a:lnTo>
                  <a:lnTo>
                    <a:pt x="19923" y="25971"/>
                  </a:lnTo>
                  <a:lnTo>
                    <a:pt x="14375" y="26091"/>
                  </a:lnTo>
                  <a:lnTo>
                    <a:pt x="17320" y="19668"/>
                  </a:lnTo>
                  <a:lnTo>
                    <a:pt x="17210" y="17037"/>
                  </a:lnTo>
                  <a:lnTo>
                    <a:pt x="11851" y="18799"/>
                  </a:lnTo>
                  <a:lnTo>
                    <a:pt x="11292" y="15920"/>
                  </a:lnTo>
                  <a:lnTo>
                    <a:pt x="8228" y="14006"/>
                  </a:lnTo>
                  <a:lnTo>
                    <a:pt x="6082" y="14066"/>
                  </a:lnTo>
                  <a:lnTo>
                    <a:pt x="4524" y="11154"/>
                  </a:lnTo>
                  <a:lnTo>
                    <a:pt x="5246" y="10834"/>
                  </a:lnTo>
                  <a:lnTo>
                    <a:pt x="4261" y="8201"/>
                  </a:lnTo>
                  <a:lnTo>
                    <a:pt x="1483" y="4579"/>
                  </a:lnTo>
                  <a:lnTo>
                    <a:pt x="102" y="45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h7091"/>
            <p:cNvSpPr/>
            <p:nvPr/>
          </p:nvSpPr>
          <p:spPr>
            <a:xfrm>
              <a:off x="10949646" y="2826357"/>
              <a:ext cx="23322" cy="23677"/>
            </a:xfrm>
            <a:custGeom>
              <a:avLst/>
              <a:pathLst>
                <a:path w="23322" h="23677">
                  <a:moveTo>
                    <a:pt x="20835" y="3394"/>
                  </a:moveTo>
                  <a:lnTo>
                    <a:pt x="23322" y="7425"/>
                  </a:lnTo>
                  <a:lnTo>
                    <a:pt x="22197" y="10608"/>
                  </a:lnTo>
                  <a:lnTo>
                    <a:pt x="21268" y="11943"/>
                  </a:lnTo>
                  <a:lnTo>
                    <a:pt x="22117" y="16560"/>
                  </a:lnTo>
                  <a:lnTo>
                    <a:pt x="22158" y="22339"/>
                  </a:lnTo>
                  <a:lnTo>
                    <a:pt x="18271" y="23677"/>
                  </a:lnTo>
                  <a:lnTo>
                    <a:pt x="18050" y="20949"/>
                  </a:lnTo>
                  <a:lnTo>
                    <a:pt x="16214" y="20123"/>
                  </a:lnTo>
                  <a:lnTo>
                    <a:pt x="16340" y="20673"/>
                  </a:lnTo>
                  <a:lnTo>
                    <a:pt x="14760" y="22443"/>
                  </a:lnTo>
                  <a:lnTo>
                    <a:pt x="10524" y="22035"/>
                  </a:lnTo>
                  <a:lnTo>
                    <a:pt x="8635" y="20643"/>
                  </a:lnTo>
                  <a:lnTo>
                    <a:pt x="7105" y="20424"/>
                  </a:lnTo>
                  <a:lnTo>
                    <a:pt x="1506" y="21549"/>
                  </a:lnTo>
                  <a:lnTo>
                    <a:pt x="0" y="19063"/>
                  </a:lnTo>
                  <a:lnTo>
                    <a:pt x="1929" y="17396"/>
                  </a:lnTo>
                  <a:lnTo>
                    <a:pt x="1198" y="11204"/>
                  </a:lnTo>
                  <a:lnTo>
                    <a:pt x="4286" y="13312"/>
                  </a:lnTo>
                  <a:lnTo>
                    <a:pt x="6334" y="12841"/>
                  </a:lnTo>
                  <a:lnTo>
                    <a:pt x="11535" y="8533"/>
                  </a:lnTo>
                  <a:lnTo>
                    <a:pt x="15667" y="46"/>
                  </a:lnTo>
                  <a:lnTo>
                    <a:pt x="1697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h7092"/>
            <p:cNvSpPr/>
            <p:nvPr/>
          </p:nvSpPr>
          <p:spPr>
            <a:xfrm>
              <a:off x="10900551" y="2829757"/>
              <a:ext cx="28681" cy="23522"/>
            </a:xfrm>
            <a:custGeom>
              <a:avLst/>
              <a:pathLst>
                <a:path w="28681" h="23522">
                  <a:moveTo>
                    <a:pt x="19408" y="0"/>
                  </a:moveTo>
                  <a:lnTo>
                    <a:pt x="24077" y="1416"/>
                  </a:lnTo>
                  <a:lnTo>
                    <a:pt x="24244" y="4503"/>
                  </a:lnTo>
                  <a:lnTo>
                    <a:pt x="25036" y="6202"/>
                  </a:lnTo>
                  <a:lnTo>
                    <a:pt x="26890" y="4684"/>
                  </a:lnTo>
                  <a:lnTo>
                    <a:pt x="27662" y="2547"/>
                  </a:lnTo>
                  <a:lnTo>
                    <a:pt x="28618" y="4180"/>
                  </a:lnTo>
                  <a:lnTo>
                    <a:pt x="28251" y="6041"/>
                  </a:lnTo>
                  <a:lnTo>
                    <a:pt x="27061" y="6775"/>
                  </a:lnTo>
                  <a:lnTo>
                    <a:pt x="28172" y="11587"/>
                  </a:lnTo>
                  <a:lnTo>
                    <a:pt x="28681" y="13704"/>
                  </a:lnTo>
                  <a:lnTo>
                    <a:pt x="27212" y="20977"/>
                  </a:lnTo>
                  <a:lnTo>
                    <a:pt x="22800" y="23522"/>
                  </a:lnTo>
                  <a:lnTo>
                    <a:pt x="21688" y="21866"/>
                  </a:lnTo>
                  <a:lnTo>
                    <a:pt x="22009" y="20486"/>
                  </a:lnTo>
                  <a:lnTo>
                    <a:pt x="21352" y="19704"/>
                  </a:lnTo>
                  <a:lnTo>
                    <a:pt x="19324" y="19905"/>
                  </a:lnTo>
                  <a:lnTo>
                    <a:pt x="16301" y="22154"/>
                  </a:lnTo>
                  <a:lnTo>
                    <a:pt x="5091" y="20561"/>
                  </a:lnTo>
                  <a:lnTo>
                    <a:pt x="4243" y="21665"/>
                  </a:lnTo>
                  <a:lnTo>
                    <a:pt x="1287" y="21663"/>
                  </a:lnTo>
                  <a:lnTo>
                    <a:pt x="0" y="21260"/>
                  </a:lnTo>
                  <a:lnTo>
                    <a:pt x="630" y="16557"/>
                  </a:lnTo>
                  <a:lnTo>
                    <a:pt x="4990" y="9250"/>
                  </a:lnTo>
                  <a:lnTo>
                    <a:pt x="3314" y="3979"/>
                  </a:lnTo>
                  <a:lnTo>
                    <a:pt x="7929" y="1430"/>
                  </a:lnTo>
                  <a:lnTo>
                    <a:pt x="8760" y="1796"/>
                  </a:lnTo>
                  <a:lnTo>
                    <a:pt x="12584" y="1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h7093"/>
            <p:cNvSpPr/>
            <p:nvPr/>
          </p:nvSpPr>
          <p:spPr>
            <a:xfrm>
              <a:off x="10977763" y="2866348"/>
              <a:ext cx="18475" cy="19309"/>
            </a:xfrm>
            <a:custGeom>
              <a:avLst/>
              <a:pathLst>
                <a:path w="18475" h="19309">
                  <a:moveTo>
                    <a:pt x="17450" y="1076"/>
                  </a:moveTo>
                  <a:lnTo>
                    <a:pt x="18475" y="5187"/>
                  </a:lnTo>
                  <a:lnTo>
                    <a:pt x="12215" y="12785"/>
                  </a:lnTo>
                  <a:lnTo>
                    <a:pt x="10285" y="13827"/>
                  </a:lnTo>
                  <a:lnTo>
                    <a:pt x="9325" y="15248"/>
                  </a:lnTo>
                  <a:lnTo>
                    <a:pt x="9843" y="19309"/>
                  </a:lnTo>
                  <a:lnTo>
                    <a:pt x="3479" y="18824"/>
                  </a:lnTo>
                  <a:lnTo>
                    <a:pt x="1240" y="18235"/>
                  </a:lnTo>
                  <a:lnTo>
                    <a:pt x="0" y="9104"/>
                  </a:lnTo>
                  <a:lnTo>
                    <a:pt x="1633" y="7543"/>
                  </a:lnTo>
                  <a:lnTo>
                    <a:pt x="5349" y="6670"/>
                  </a:lnTo>
                  <a:lnTo>
                    <a:pt x="6499" y="7505"/>
                  </a:lnTo>
                  <a:lnTo>
                    <a:pt x="8052" y="5257"/>
                  </a:lnTo>
                  <a:lnTo>
                    <a:pt x="12361" y="2646"/>
                  </a:lnTo>
                  <a:lnTo>
                    <a:pt x="142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h7094"/>
            <p:cNvSpPr/>
            <p:nvPr/>
          </p:nvSpPr>
          <p:spPr>
            <a:xfrm>
              <a:off x="11010108" y="2762801"/>
              <a:ext cx="14724" cy="14119"/>
            </a:xfrm>
            <a:custGeom>
              <a:avLst/>
              <a:pathLst>
                <a:path w="14724" h="14119">
                  <a:moveTo>
                    <a:pt x="14724" y="586"/>
                  </a:moveTo>
                  <a:lnTo>
                    <a:pt x="11871" y="8473"/>
                  </a:lnTo>
                  <a:lnTo>
                    <a:pt x="11143" y="9954"/>
                  </a:lnTo>
                  <a:lnTo>
                    <a:pt x="7244" y="10307"/>
                  </a:lnTo>
                  <a:lnTo>
                    <a:pt x="6783" y="12416"/>
                  </a:lnTo>
                  <a:lnTo>
                    <a:pt x="5215" y="14095"/>
                  </a:lnTo>
                  <a:lnTo>
                    <a:pt x="1228" y="14119"/>
                  </a:lnTo>
                  <a:lnTo>
                    <a:pt x="1635" y="12795"/>
                  </a:lnTo>
                  <a:lnTo>
                    <a:pt x="0" y="9447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h7095"/>
            <p:cNvSpPr/>
            <p:nvPr/>
          </p:nvSpPr>
          <p:spPr>
            <a:xfrm>
              <a:off x="11053705" y="2807121"/>
              <a:ext cx="20983" cy="33556"/>
            </a:xfrm>
            <a:custGeom>
              <a:avLst/>
              <a:pathLst>
                <a:path w="20983" h="33556">
                  <a:moveTo>
                    <a:pt x="16590" y="4700"/>
                  </a:moveTo>
                  <a:lnTo>
                    <a:pt x="17043" y="7672"/>
                  </a:lnTo>
                  <a:lnTo>
                    <a:pt x="15848" y="9133"/>
                  </a:lnTo>
                  <a:lnTo>
                    <a:pt x="18325" y="15852"/>
                  </a:lnTo>
                  <a:lnTo>
                    <a:pt x="20983" y="17641"/>
                  </a:lnTo>
                  <a:lnTo>
                    <a:pt x="20635" y="20228"/>
                  </a:lnTo>
                  <a:lnTo>
                    <a:pt x="18043" y="23712"/>
                  </a:lnTo>
                  <a:lnTo>
                    <a:pt x="16668" y="25910"/>
                  </a:lnTo>
                  <a:lnTo>
                    <a:pt x="11691" y="28227"/>
                  </a:lnTo>
                  <a:lnTo>
                    <a:pt x="11013" y="31478"/>
                  </a:lnTo>
                  <a:lnTo>
                    <a:pt x="9208" y="33490"/>
                  </a:lnTo>
                  <a:lnTo>
                    <a:pt x="7753" y="32570"/>
                  </a:lnTo>
                  <a:lnTo>
                    <a:pt x="1883" y="33556"/>
                  </a:lnTo>
                  <a:lnTo>
                    <a:pt x="0" y="30907"/>
                  </a:lnTo>
                  <a:lnTo>
                    <a:pt x="7297" y="26853"/>
                  </a:lnTo>
                  <a:lnTo>
                    <a:pt x="8769" y="21618"/>
                  </a:lnTo>
                  <a:lnTo>
                    <a:pt x="14517" y="19146"/>
                  </a:lnTo>
                  <a:lnTo>
                    <a:pt x="7728" y="6461"/>
                  </a:lnTo>
                  <a:lnTo>
                    <a:pt x="1094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h7096"/>
            <p:cNvSpPr/>
            <p:nvPr/>
          </p:nvSpPr>
          <p:spPr>
            <a:xfrm>
              <a:off x="11002234" y="2738943"/>
              <a:ext cx="37815" cy="24731"/>
            </a:xfrm>
            <a:custGeom>
              <a:avLst/>
              <a:pathLst>
                <a:path w="37815" h="24731">
                  <a:moveTo>
                    <a:pt x="16048" y="138"/>
                  </a:moveTo>
                  <a:lnTo>
                    <a:pt x="16535" y="3687"/>
                  </a:lnTo>
                  <a:lnTo>
                    <a:pt x="18800" y="8374"/>
                  </a:lnTo>
                  <a:lnTo>
                    <a:pt x="21332" y="9791"/>
                  </a:lnTo>
                  <a:lnTo>
                    <a:pt x="22331" y="11234"/>
                  </a:lnTo>
                  <a:lnTo>
                    <a:pt x="23515" y="11388"/>
                  </a:lnTo>
                  <a:lnTo>
                    <a:pt x="27935" y="10282"/>
                  </a:lnTo>
                  <a:lnTo>
                    <a:pt x="29534" y="10788"/>
                  </a:lnTo>
                  <a:lnTo>
                    <a:pt x="30613" y="9255"/>
                  </a:lnTo>
                  <a:lnTo>
                    <a:pt x="34056" y="7358"/>
                  </a:lnTo>
                  <a:lnTo>
                    <a:pt x="35529" y="6968"/>
                  </a:lnTo>
                  <a:lnTo>
                    <a:pt x="36621" y="6254"/>
                  </a:lnTo>
                  <a:lnTo>
                    <a:pt x="37815" y="6804"/>
                  </a:lnTo>
                  <a:lnTo>
                    <a:pt x="36699" y="10098"/>
                  </a:lnTo>
                  <a:lnTo>
                    <a:pt x="37247" y="13056"/>
                  </a:lnTo>
                  <a:lnTo>
                    <a:pt x="37591" y="14190"/>
                  </a:lnTo>
                  <a:lnTo>
                    <a:pt x="35065" y="17930"/>
                  </a:lnTo>
                  <a:lnTo>
                    <a:pt x="33541" y="18840"/>
                  </a:lnTo>
                  <a:lnTo>
                    <a:pt x="31853" y="18469"/>
                  </a:lnTo>
                  <a:lnTo>
                    <a:pt x="31882" y="16986"/>
                  </a:lnTo>
                  <a:lnTo>
                    <a:pt x="27181" y="17697"/>
                  </a:lnTo>
                  <a:lnTo>
                    <a:pt x="25115" y="19920"/>
                  </a:lnTo>
                  <a:lnTo>
                    <a:pt x="25648" y="22072"/>
                  </a:lnTo>
                  <a:lnTo>
                    <a:pt x="23987" y="24063"/>
                  </a:lnTo>
                  <a:lnTo>
                    <a:pt x="22598" y="24444"/>
                  </a:lnTo>
                  <a:lnTo>
                    <a:pt x="12404" y="23858"/>
                  </a:lnTo>
                  <a:lnTo>
                    <a:pt x="9141" y="24731"/>
                  </a:lnTo>
                  <a:lnTo>
                    <a:pt x="0" y="19052"/>
                  </a:lnTo>
                  <a:lnTo>
                    <a:pt x="203" y="15690"/>
                  </a:lnTo>
                  <a:lnTo>
                    <a:pt x="4277" y="13646"/>
                  </a:lnTo>
                  <a:lnTo>
                    <a:pt x="6043" y="11685"/>
                  </a:lnTo>
                  <a:lnTo>
                    <a:pt x="7406" y="14331"/>
                  </a:lnTo>
                  <a:lnTo>
                    <a:pt x="10564" y="15334"/>
                  </a:lnTo>
                  <a:lnTo>
                    <a:pt x="12244" y="15104"/>
                  </a:lnTo>
                  <a:lnTo>
                    <a:pt x="13722" y="12582"/>
                  </a:lnTo>
                  <a:lnTo>
                    <a:pt x="13568" y="10916"/>
                  </a:lnTo>
                  <a:lnTo>
                    <a:pt x="9792" y="6536"/>
                  </a:lnTo>
                  <a:lnTo>
                    <a:pt x="9025" y="5567"/>
                  </a:lnTo>
                  <a:lnTo>
                    <a:pt x="6955" y="6134"/>
                  </a:lnTo>
                  <a:lnTo>
                    <a:pt x="6790" y="5241"/>
                  </a:lnTo>
                  <a:lnTo>
                    <a:pt x="8228" y="2492"/>
                  </a:lnTo>
                  <a:lnTo>
                    <a:pt x="10790" y="889"/>
                  </a:lnTo>
                  <a:lnTo>
                    <a:pt x="1309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h7097"/>
            <p:cNvSpPr/>
            <p:nvPr/>
          </p:nvSpPr>
          <p:spPr>
            <a:xfrm>
              <a:off x="10929764" y="2782754"/>
              <a:ext cx="21549" cy="23744"/>
            </a:xfrm>
            <a:custGeom>
              <a:avLst/>
              <a:pathLst>
                <a:path w="21549" h="23744">
                  <a:moveTo>
                    <a:pt x="12499" y="0"/>
                  </a:moveTo>
                  <a:lnTo>
                    <a:pt x="15836" y="1923"/>
                  </a:lnTo>
                  <a:lnTo>
                    <a:pt x="17210" y="3108"/>
                  </a:lnTo>
                  <a:lnTo>
                    <a:pt x="14969" y="7951"/>
                  </a:lnTo>
                  <a:lnTo>
                    <a:pt x="19082" y="10778"/>
                  </a:lnTo>
                  <a:lnTo>
                    <a:pt x="20146" y="10735"/>
                  </a:lnTo>
                  <a:lnTo>
                    <a:pt x="18944" y="13480"/>
                  </a:lnTo>
                  <a:lnTo>
                    <a:pt x="19364" y="14126"/>
                  </a:lnTo>
                  <a:lnTo>
                    <a:pt x="20979" y="13435"/>
                  </a:lnTo>
                  <a:lnTo>
                    <a:pt x="21549" y="15044"/>
                  </a:lnTo>
                  <a:lnTo>
                    <a:pt x="15894" y="19849"/>
                  </a:lnTo>
                  <a:lnTo>
                    <a:pt x="15702" y="21644"/>
                  </a:lnTo>
                  <a:lnTo>
                    <a:pt x="10923" y="22382"/>
                  </a:lnTo>
                  <a:lnTo>
                    <a:pt x="0" y="23744"/>
                  </a:lnTo>
                  <a:lnTo>
                    <a:pt x="1898" y="20761"/>
                  </a:lnTo>
                  <a:lnTo>
                    <a:pt x="5519" y="10603"/>
                  </a:lnTo>
                  <a:lnTo>
                    <a:pt x="8037" y="341"/>
                  </a:lnTo>
                  <a:lnTo>
                    <a:pt x="8929" y="79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h7098"/>
            <p:cNvSpPr/>
            <p:nvPr/>
          </p:nvSpPr>
          <p:spPr>
            <a:xfrm>
              <a:off x="10940487" y="2871144"/>
              <a:ext cx="9702" cy="10679"/>
            </a:xfrm>
            <a:custGeom>
              <a:avLst/>
              <a:pathLst>
                <a:path w="9702" h="10679">
                  <a:moveTo>
                    <a:pt x="1657" y="343"/>
                  </a:moveTo>
                  <a:lnTo>
                    <a:pt x="9702" y="1340"/>
                  </a:lnTo>
                  <a:lnTo>
                    <a:pt x="7304" y="3506"/>
                  </a:lnTo>
                  <a:lnTo>
                    <a:pt x="6259" y="10475"/>
                  </a:lnTo>
                  <a:lnTo>
                    <a:pt x="4574" y="10679"/>
                  </a:lnTo>
                  <a:lnTo>
                    <a:pt x="2061" y="7850"/>
                  </a:lnTo>
                  <a:lnTo>
                    <a:pt x="1444" y="6858"/>
                  </a:lnTo>
                  <a:lnTo>
                    <a:pt x="55" y="5454"/>
                  </a:lnTo>
                  <a:lnTo>
                    <a:pt x="2262" y="4050"/>
                  </a:lnTo>
                  <a:lnTo>
                    <a:pt x="2742" y="2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h7099"/>
            <p:cNvSpPr/>
            <p:nvPr/>
          </p:nvSpPr>
          <p:spPr>
            <a:xfrm>
              <a:off x="10907973" y="2888440"/>
              <a:ext cx="27999" cy="27987"/>
            </a:xfrm>
            <a:custGeom>
              <a:avLst/>
              <a:pathLst>
                <a:path w="27999" h="27987">
                  <a:moveTo>
                    <a:pt x="10490" y="213"/>
                  </a:moveTo>
                  <a:lnTo>
                    <a:pt x="12869" y="1345"/>
                  </a:lnTo>
                  <a:lnTo>
                    <a:pt x="14491" y="2245"/>
                  </a:lnTo>
                  <a:lnTo>
                    <a:pt x="12920" y="3161"/>
                  </a:lnTo>
                  <a:lnTo>
                    <a:pt x="14778" y="7136"/>
                  </a:lnTo>
                  <a:lnTo>
                    <a:pt x="15853" y="8014"/>
                  </a:lnTo>
                  <a:lnTo>
                    <a:pt x="21429" y="8404"/>
                  </a:lnTo>
                  <a:lnTo>
                    <a:pt x="23967" y="5402"/>
                  </a:lnTo>
                  <a:lnTo>
                    <a:pt x="25173" y="5890"/>
                  </a:lnTo>
                  <a:lnTo>
                    <a:pt x="26131" y="7642"/>
                  </a:lnTo>
                  <a:lnTo>
                    <a:pt x="25131" y="10594"/>
                  </a:lnTo>
                  <a:lnTo>
                    <a:pt x="27999" y="16220"/>
                  </a:lnTo>
                  <a:lnTo>
                    <a:pt x="27378" y="16021"/>
                  </a:lnTo>
                  <a:lnTo>
                    <a:pt x="24186" y="17998"/>
                  </a:lnTo>
                  <a:lnTo>
                    <a:pt x="21216" y="20906"/>
                  </a:lnTo>
                  <a:lnTo>
                    <a:pt x="19741" y="23378"/>
                  </a:lnTo>
                  <a:lnTo>
                    <a:pt x="16579" y="24954"/>
                  </a:lnTo>
                  <a:lnTo>
                    <a:pt x="15823" y="26061"/>
                  </a:lnTo>
                  <a:lnTo>
                    <a:pt x="16094" y="27519"/>
                  </a:lnTo>
                  <a:lnTo>
                    <a:pt x="11103" y="27987"/>
                  </a:lnTo>
                  <a:lnTo>
                    <a:pt x="11144" y="24023"/>
                  </a:lnTo>
                  <a:lnTo>
                    <a:pt x="12584" y="19123"/>
                  </a:lnTo>
                  <a:lnTo>
                    <a:pt x="10482" y="18164"/>
                  </a:lnTo>
                  <a:lnTo>
                    <a:pt x="7885" y="19330"/>
                  </a:lnTo>
                  <a:lnTo>
                    <a:pt x="6140" y="16940"/>
                  </a:lnTo>
                  <a:lnTo>
                    <a:pt x="5838" y="16422"/>
                  </a:lnTo>
                  <a:lnTo>
                    <a:pt x="0" y="12962"/>
                  </a:lnTo>
                  <a:lnTo>
                    <a:pt x="1063" y="7077"/>
                  </a:lnTo>
                  <a:lnTo>
                    <a:pt x="4279" y="3375"/>
                  </a:lnTo>
                  <a:lnTo>
                    <a:pt x="463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h7100"/>
            <p:cNvSpPr/>
            <p:nvPr/>
          </p:nvSpPr>
          <p:spPr>
            <a:xfrm>
              <a:off x="10971544" y="2781380"/>
              <a:ext cx="13401" cy="15824"/>
            </a:xfrm>
            <a:custGeom>
              <a:avLst/>
              <a:pathLst>
                <a:path w="13401" h="15824">
                  <a:moveTo>
                    <a:pt x="5049" y="2218"/>
                  </a:moveTo>
                  <a:lnTo>
                    <a:pt x="7863" y="3793"/>
                  </a:lnTo>
                  <a:lnTo>
                    <a:pt x="10917" y="2985"/>
                  </a:lnTo>
                  <a:lnTo>
                    <a:pt x="12646" y="5828"/>
                  </a:lnTo>
                  <a:lnTo>
                    <a:pt x="13401" y="12052"/>
                  </a:lnTo>
                  <a:lnTo>
                    <a:pt x="8105" y="15541"/>
                  </a:lnTo>
                  <a:lnTo>
                    <a:pt x="6049" y="15824"/>
                  </a:lnTo>
                  <a:lnTo>
                    <a:pt x="2655" y="13023"/>
                  </a:lnTo>
                  <a:lnTo>
                    <a:pt x="2734" y="9465"/>
                  </a:lnTo>
                  <a:lnTo>
                    <a:pt x="1359" y="7130"/>
                  </a:lnTo>
                  <a:lnTo>
                    <a:pt x="0" y="7381"/>
                  </a:lnTo>
                  <a:lnTo>
                    <a:pt x="379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h7101"/>
            <p:cNvSpPr/>
            <p:nvPr/>
          </p:nvSpPr>
          <p:spPr>
            <a:xfrm>
              <a:off x="10927498" y="2885188"/>
              <a:ext cx="18632" cy="19472"/>
            </a:xfrm>
            <a:custGeom>
              <a:avLst/>
              <a:pathLst>
                <a:path w="18632" h="19472">
                  <a:moveTo>
                    <a:pt x="17873" y="54"/>
                  </a:moveTo>
                  <a:lnTo>
                    <a:pt x="18632" y="997"/>
                  </a:lnTo>
                  <a:lnTo>
                    <a:pt x="16821" y="1007"/>
                  </a:lnTo>
                  <a:lnTo>
                    <a:pt x="10729" y="8699"/>
                  </a:lnTo>
                  <a:lnTo>
                    <a:pt x="10601" y="9771"/>
                  </a:lnTo>
                  <a:lnTo>
                    <a:pt x="9217" y="10220"/>
                  </a:lnTo>
                  <a:lnTo>
                    <a:pt x="10306" y="13036"/>
                  </a:lnTo>
                  <a:lnTo>
                    <a:pt x="10426" y="17579"/>
                  </a:lnTo>
                  <a:lnTo>
                    <a:pt x="8474" y="19472"/>
                  </a:lnTo>
                  <a:lnTo>
                    <a:pt x="5606" y="13846"/>
                  </a:lnTo>
                  <a:lnTo>
                    <a:pt x="6606" y="10894"/>
                  </a:lnTo>
                  <a:lnTo>
                    <a:pt x="5648" y="9142"/>
                  </a:lnTo>
                  <a:lnTo>
                    <a:pt x="4441" y="8655"/>
                  </a:lnTo>
                  <a:lnTo>
                    <a:pt x="1904" y="11656"/>
                  </a:lnTo>
                  <a:lnTo>
                    <a:pt x="252" y="10712"/>
                  </a:lnTo>
                  <a:lnTo>
                    <a:pt x="0" y="8591"/>
                  </a:lnTo>
                  <a:lnTo>
                    <a:pt x="3609" y="6417"/>
                  </a:lnTo>
                  <a:lnTo>
                    <a:pt x="5320" y="1218"/>
                  </a:lnTo>
                  <a:lnTo>
                    <a:pt x="8642" y="1651"/>
                  </a:lnTo>
                  <a:lnTo>
                    <a:pt x="1236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h7102"/>
            <p:cNvSpPr/>
            <p:nvPr/>
          </p:nvSpPr>
          <p:spPr>
            <a:xfrm>
              <a:off x="10997787" y="2772755"/>
              <a:ext cx="26670" cy="15364"/>
            </a:xfrm>
            <a:custGeom>
              <a:avLst/>
              <a:pathLst>
                <a:path w="26670" h="15364">
                  <a:moveTo>
                    <a:pt x="23464" y="0"/>
                  </a:moveTo>
                  <a:lnTo>
                    <a:pt x="25879" y="629"/>
                  </a:lnTo>
                  <a:lnTo>
                    <a:pt x="26670" y="3617"/>
                  </a:lnTo>
                  <a:lnTo>
                    <a:pt x="26361" y="5478"/>
                  </a:lnTo>
                  <a:lnTo>
                    <a:pt x="24443" y="6166"/>
                  </a:lnTo>
                  <a:lnTo>
                    <a:pt x="24227" y="9586"/>
                  </a:lnTo>
                  <a:lnTo>
                    <a:pt x="25766" y="11999"/>
                  </a:lnTo>
                  <a:lnTo>
                    <a:pt x="25091" y="12523"/>
                  </a:lnTo>
                  <a:lnTo>
                    <a:pt x="23007" y="11262"/>
                  </a:lnTo>
                  <a:lnTo>
                    <a:pt x="21641" y="11479"/>
                  </a:lnTo>
                  <a:lnTo>
                    <a:pt x="17501" y="9642"/>
                  </a:lnTo>
                  <a:lnTo>
                    <a:pt x="13072" y="10768"/>
                  </a:lnTo>
                  <a:lnTo>
                    <a:pt x="7553" y="14430"/>
                  </a:lnTo>
                  <a:lnTo>
                    <a:pt x="3393" y="15364"/>
                  </a:lnTo>
                  <a:lnTo>
                    <a:pt x="1111" y="14901"/>
                  </a:lnTo>
                  <a:lnTo>
                    <a:pt x="0" y="12932"/>
                  </a:lnTo>
                  <a:lnTo>
                    <a:pt x="2863" y="7143"/>
                  </a:lnTo>
                  <a:lnTo>
                    <a:pt x="1391" y="5950"/>
                  </a:lnTo>
                  <a:lnTo>
                    <a:pt x="3191" y="3153"/>
                  </a:lnTo>
                  <a:lnTo>
                    <a:pt x="5707" y="1726"/>
                  </a:lnTo>
                  <a:lnTo>
                    <a:pt x="8564" y="1393"/>
                  </a:lnTo>
                  <a:lnTo>
                    <a:pt x="11713" y="1970"/>
                  </a:lnTo>
                  <a:lnTo>
                    <a:pt x="12107" y="4173"/>
                  </a:lnTo>
                  <a:lnTo>
                    <a:pt x="13549" y="4165"/>
                  </a:lnTo>
                  <a:lnTo>
                    <a:pt x="17536" y="4141"/>
                  </a:lnTo>
                  <a:lnTo>
                    <a:pt x="19103" y="2462"/>
                  </a:lnTo>
                  <a:lnTo>
                    <a:pt x="19565" y="35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h7103"/>
            <p:cNvSpPr/>
            <p:nvPr/>
          </p:nvSpPr>
          <p:spPr>
            <a:xfrm>
              <a:off x="10940687" y="2797167"/>
              <a:ext cx="27978" cy="42502"/>
            </a:xfrm>
            <a:custGeom>
              <a:avLst/>
              <a:pathLst>
                <a:path w="27978" h="42502">
                  <a:moveTo>
                    <a:pt x="15848" y="0"/>
                  </a:moveTo>
                  <a:lnTo>
                    <a:pt x="17746" y="879"/>
                  </a:lnTo>
                  <a:lnTo>
                    <a:pt x="19187" y="4157"/>
                  </a:lnTo>
                  <a:lnTo>
                    <a:pt x="17955" y="5148"/>
                  </a:lnTo>
                  <a:lnTo>
                    <a:pt x="17352" y="7377"/>
                  </a:lnTo>
                  <a:lnTo>
                    <a:pt x="19659" y="14248"/>
                  </a:lnTo>
                  <a:lnTo>
                    <a:pt x="24711" y="16526"/>
                  </a:lnTo>
                  <a:lnTo>
                    <a:pt x="26080" y="15298"/>
                  </a:lnTo>
                  <a:lnTo>
                    <a:pt x="27548" y="14059"/>
                  </a:lnTo>
                  <a:lnTo>
                    <a:pt x="27978" y="15611"/>
                  </a:lnTo>
                  <a:lnTo>
                    <a:pt x="24096" y="24692"/>
                  </a:lnTo>
                  <a:lnTo>
                    <a:pt x="24513" y="27516"/>
                  </a:lnTo>
                  <a:lnTo>
                    <a:pt x="25934" y="29189"/>
                  </a:lnTo>
                  <a:lnTo>
                    <a:pt x="24626" y="29236"/>
                  </a:lnTo>
                  <a:lnTo>
                    <a:pt x="20494" y="37723"/>
                  </a:lnTo>
                  <a:lnTo>
                    <a:pt x="15293" y="42031"/>
                  </a:lnTo>
                  <a:lnTo>
                    <a:pt x="13245" y="42502"/>
                  </a:lnTo>
                  <a:lnTo>
                    <a:pt x="10157" y="40394"/>
                  </a:lnTo>
                  <a:lnTo>
                    <a:pt x="6539" y="35260"/>
                  </a:lnTo>
                  <a:lnTo>
                    <a:pt x="9192" y="30002"/>
                  </a:lnTo>
                  <a:lnTo>
                    <a:pt x="2418" y="26040"/>
                  </a:lnTo>
                  <a:lnTo>
                    <a:pt x="3589" y="24886"/>
                  </a:lnTo>
                  <a:lnTo>
                    <a:pt x="3117" y="19025"/>
                  </a:lnTo>
                  <a:lnTo>
                    <a:pt x="310" y="14276"/>
                  </a:lnTo>
                  <a:lnTo>
                    <a:pt x="845" y="11984"/>
                  </a:lnTo>
                  <a:lnTo>
                    <a:pt x="0" y="7969"/>
                  </a:lnTo>
                  <a:lnTo>
                    <a:pt x="4779" y="7231"/>
                  </a:lnTo>
                  <a:lnTo>
                    <a:pt x="4971" y="5436"/>
                  </a:lnTo>
                  <a:lnTo>
                    <a:pt x="10626" y="631"/>
                  </a:lnTo>
                  <a:lnTo>
                    <a:pt x="10340" y="275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h7104"/>
            <p:cNvSpPr/>
            <p:nvPr/>
          </p:nvSpPr>
          <p:spPr>
            <a:xfrm>
              <a:off x="11031839" y="2875817"/>
              <a:ext cx="24876" cy="30238"/>
            </a:xfrm>
            <a:custGeom>
              <a:avLst/>
              <a:pathLst>
                <a:path w="24876" h="30238">
                  <a:moveTo>
                    <a:pt x="12818" y="0"/>
                  </a:moveTo>
                  <a:lnTo>
                    <a:pt x="11538" y="995"/>
                  </a:lnTo>
                  <a:lnTo>
                    <a:pt x="11970" y="2243"/>
                  </a:lnTo>
                  <a:lnTo>
                    <a:pt x="13019" y="2594"/>
                  </a:lnTo>
                  <a:lnTo>
                    <a:pt x="24876" y="971"/>
                  </a:lnTo>
                  <a:lnTo>
                    <a:pt x="23253" y="7021"/>
                  </a:lnTo>
                  <a:lnTo>
                    <a:pt x="24195" y="14374"/>
                  </a:lnTo>
                  <a:lnTo>
                    <a:pt x="22690" y="15849"/>
                  </a:lnTo>
                  <a:lnTo>
                    <a:pt x="17987" y="15463"/>
                  </a:lnTo>
                  <a:lnTo>
                    <a:pt x="14747" y="17441"/>
                  </a:lnTo>
                  <a:lnTo>
                    <a:pt x="15087" y="20053"/>
                  </a:lnTo>
                  <a:lnTo>
                    <a:pt x="14317" y="21397"/>
                  </a:lnTo>
                  <a:lnTo>
                    <a:pt x="7955" y="28769"/>
                  </a:lnTo>
                  <a:lnTo>
                    <a:pt x="7030" y="30238"/>
                  </a:lnTo>
                  <a:lnTo>
                    <a:pt x="5450" y="29731"/>
                  </a:lnTo>
                  <a:lnTo>
                    <a:pt x="5039" y="28502"/>
                  </a:lnTo>
                  <a:lnTo>
                    <a:pt x="2424" y="27987"/>
                  </a:lnTo>
                  <a:lnTo>
                    <a:pt x="0" y="29305"/>
                  </a:lnTo>
                  <a:lnTo>
                    <a:pt x="253" y="23274"/>
                  </a:lnTo>
                  <a:lnTo>
                    <a:pt x="1177" y="22436"/>
                  </a:lnTo>
                  <a:lnTo>
                    <a:pt x="1601" y="14842"/>
                  </a:lnTo>
                  <a:lnTo>
                    <a:pt x="2459" y="12965"/>
                  </a:lnTo>
                  <a:lnTo>
                    <a:pt x="3379" y="6038"/>
                  </a:lnTo>
                  <a:lnTo>
                    <a:pt x="2697" y="3875"/>
                  </a:lnTo>
                  <a:lnTo>
                    <a:pt x="4788" y="3488"/>
                  </a:lnTo>
                  <a:lnTo>
                    <a:pt x="6204" y="4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h7105"/>
            <p:cNvSpPr/>
            <p:nvPr/>
          </p:nvSpPr>
          <p:spPr>
            <a:xfrm>
              <a:off x="11000894" y="2920390"/>
              <a:ext cx="15839" cy="15648"/>
            </a:xfrm>
            <a:custGeom>
              <a:avLst/>
              <a:pathLst>
                <a:path w="15839" h="15648">
                  <a:moveTo>
                    <a:pt x="6199" y="420"/>
                  </a:moveTo>
                  <a:lnTo>
                    <a:pt x="6896" y="1516"/>
                  </a:lnTo>
                  <a:lnTo>
                    <a:pt x="8610" y="709"/>
                  </a:lnTo>
                  <a:lnTo>
                    <a:pt x="8535" y="0"/>
                  </a:lnTo>
                  <a:lnTo>
                    <a:pt x="10588" y="797"/>
                  </a:lnTo>
                  <a:lnTo>
                    <a:pt x="11649" y="4184"/>
                  </a:lnTo>
                  <a:lnTo>
                    <a:pt x="15403" y="7840"/>
                  </a:lnTo>
                  <a:lnTo>
                    <a:pt x="15839" y="9494"/>
                  </a:lnTo>
                  <a:lnTo>
                    <a:pt x="14635" y="11017"/>
                  </a:lnTo>
                  <a:lnTo>
                    <a:pt x="13008" y="12943"/>
                  </a:lnTo>
                  <a:lnTo>
                    <a:pt x="11716" y="10709"/>
                  </a:lnTo>
                  <a:lnTo>
                    <a:pt x="9667" y="10750"/>
                  </a:lnTo>
                  <a:lnTo>
                    <a:pt x="8499" y="12958"/>
                  </a:lnTo>
                  <a:lnTo>
                    <a:pt x="5954" y="15198"/>
                  </a:lnTo>
                  <a:lnTo>
                    <a:pt x="3557" y="15648"/>
                  </a:lnTo>
                  <a:lnTo>
                    <a:pt x="2264" y="14514"/>
                  </a:lnTo>
                  <a:lnTo>
                    <a:pt x="49" y="14730"/>
                  </a:lnTo>
                  <a:lnTo>
                    <a:pt x="0" y="8269"/>
                  </a:lnTo>
                  <a:lnTo>
                    <a:pt x="2343" y="9593"/>
                  </a:lnTo>
                  <a:lnTo>
                    <a:pt x="4796" y="8483"/>
                  </a:lnTo>
                  <a:lnTo>
                    <a:pt x="3499" y="1828"/>
                  </a:lnTo>
                  <a:lnTo>
                    <a:pt x="4321" y="184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h7106"/>
            <p:cNvSpPr/>
            <p:nvPr/>
          </p:nvSpPr>
          <p:spPr>
            <a:xfrm>
              <a:off x="10940794" y="2866134"/>
              <a:ext cx="24506" cy="20955"/>
            </a:xfrm>
            <a:custGeom>
              <a:avLst/>
              <a:pathLst>
                <a:path w="24506" h="20955">
                  <a:moveTo>
                    <a:pt x="16437" y="554"/>
                  </a:moveTo>
                  <a:lnTo>
                    <a:pt x="21985" y="434"/>
                  </a:lnTo>
                  <a:lnTo>
                    <a:pt x="24506" y="512"/>
                  </a:lnTo>
                  <a:lnTo>
                    <a:pt x="24157" y="3791"/>
                  </a:lnTo>
                  <a:lnTo>
                    <a:pt x="23282" y="4550"/>
                  </a:lnTo>
                  <a:lnTo>
                    <a:pt x="21406" y="3875"/>
                  </a:lnTo>
                  <a:lnTo>
                    <a:pt x="19737" y="6639"/>
                  </a:lnTo>
                  <a:lnTo>
                    <a:pt x="20830" y="8852"/>
                  </a:lnTo>
                  <a:lnTo>
                    <a:pt x="20098" y="13186"/>
                  </a:lnTo>
                  <a:lnTo>
                    <a:pt x="17407" y="14467"/>
                  </a:lnTo>
                  <a:lnTo>
                    <a:pt x="13934" y="14526"/>
                  </a:lnTo>
                  <a:lnTo>
                    <a:pt x="12846" y="18662"/>
                  </a:lnTo>
                  <a:lnTo>
                    <a:pt x="13408" y="20955"/>
                  </a:lnTo>
                  <a:lnTo>
                    <a:pt x="8070" y="19719"/>
                  </a:lnTo>
                  <a:lnTo>
                    <a:pt x="5335" y="20051"/>
                  </a:lnTo>
                  <a:lnTo>
                    <a:pt x="4577" y="19108"/>
                  </a:lnTo>
                  <a:lnTo>
                    <a:pt x="4791" y="18007"/>
                  </a:lnTo>
                  <a:lnTo>
                    <a:pt x="0" y="14698"/>
                  </a:lnTo>
                  <a:lnTo>
                    <a:pt x="1754" y="12860"/>
                  </a:lnTo>
                  <a:lnTo>
                    <a:pt x="4266" y="15689"/>
                  </a:lnTo>
                  <a:lnTo>
                    <a:pt x="5952" y="15485"/>
                  </a:lnTo>
                  <a:lnTo>
                    <a:pt x="6997" y="8516"/>
                  </a:lnTo>
                  <a:lnTo>
                    <a:pt x="9395" y="6350"/>
                  </a:lnTo>
                  <a:lnTo>
                    <a:pt x="1350" y="5353"/>
                  </a:lnTo>
                  <a:lnTo>
                    <a:pt x="5244" y="15"/>
                  </a:lnTo>
                  <a:lnTo>
                    <a:pt x="5378" y="669"/>
                  </a:lnTo>
                  <a:lnTo>
                    <a:pt x="8936" y="1268"/>
                  </a:lnTo>
                  <a:lnTo>
                    <a:pt x="9430" y="299"/>
                  </a:lnTo>
                  <a:lnTo>
                    <a:pt x="10654" y="152"/>
                  </a:lnTo>
                  <a:lnTo>
                    <a:pt x="1480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h7107"/>
            <p:cNvSpPr/>
            <p:nvPr/>
          </p:nvSpPr>
          <p:spPr>
            <a:xfrm>
              <a:off x="10895237" y="2849462"/>
              <a:ext cx="28555" cy="22224"/>
            </a:xfrm>
            <a:custGeom>
              <a:avLst/>
              <a:pathLst>
                <a:path w="28555" h="22224">
                  <a:moveTo>
                    <a:pt x="27324" y="781"/>
                  </a:moveTo>
                  <a:lnTo>
                    <a:pt x="27003" y="2161"/>
                  </a:lnTo>
                  <a:lnTo>
                    <a:pt x="28114" y="3817"/>
                  </a:lnTo>
                  <a:lnTo>
                    <a:pt x="25940" y="4082"/>
                  </a:lnTo>
                  <a:lnTo>
                    <a:pt x="28322" y="7530"/>
                  </a:lnTo>
                  <a:lnTo>
                    <a:pt x="28555" y="10272"/>
                  </a:lnTo>
                  <a:lnTo>
                    <a:pt x="28168" y="10132"/>
                  </a:lnTo>
                  <a:lnTo>
                    <a:pt x="19463" y="8546"/>
                  </a:lnTo>
                  <a:lnTo>
                    <a:pt x="15810" y="10858"/>
                  </a:lnTo>
                  <a:lnTo>
                    <a:pt x="16553" y="13125"/>
                  </a:lnTo>
                  <a:lnTo>
                    <a:pt x="16176" y="16313"/>
                  </a:lnTo>
                  <a:lnTo>
                    <a:pt x="14106" y="19523"/>
                  </a:lnTo>
                  <a:lnTo>
                    <a:pt x="13826" y="21072"/>
                  </a:lnTo>
                  <a:lnTo>
                    <a:pt x="11875" y="20427"/>
                  </a:lnTo>
                  <a:lnTo>
                    <a:pt x="10804" y="22224"/>
                  </a:lnTo>
                  <a:lnTo>
                    <a:pt x="9810" y="21596"/>
                  </a:lnTo>
                  <a:lnTo>
                    <a:pt x="8996" y="19868"/>
                  </a:lnTo>
                  <a:lnTo>
                    <a:pt x="7838" y="17812"/>
                  </a:lnTo>
                  <a:lnTo>
                    <a:pt x="6788" y="18561"/>
                  </a:lnTo>
                  <a:lnTo>
                    <a:pt x="4008" y="16197"/>
                  </a:lnTo>
                  <a:lnTo>
                    <a:pt x="140" y="11403"/>
                  </a:lnTo>
                  <a:lnTo>
                    <a:pt x="0" y="8507"/>
                  </a:lnTo>
                  <a:lnTo>
                    <a:pt x="1626" y="7525"/>
                  </a:lnTo>
                  <a:lnTo>
                    <a:pt x="4200" y="7937"/>
                  </a:lnTo>
                  <a:lnTo>
                    <a:pt x="3752" y="5723"/>
                  </a:lnTo>
                  <a:lnTo>
                    <a:pt x="6602" y="1958"/>
                  </a:lnTo>
                  <a:lnTo>
                    <a:pt x="9557" y="1960"/>
                  </a:lnTo>
                  <a:lnTo>
                    <a:pt x="10406" y="856"/>
                  </a:lnTo>
                  <a:lnTo>
                    <a:pt x="21616" y="2449"/>
                  </a:lnTo>
                  <a:lnTo>
                    <a:pt x="24638" y="200"/>
                  </a:lnTo>
                  <a:lnTo>
                    <a:pt x="2666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h7108"/>
            <p:cNvSpPr/>
            <p:nvPr/>
          </p:nvSpPr>
          <p:spPr>
            <a:xfrm>
              <a:off x="10976335" y="2891871"/>
              <a:ext cx="15020" cy="13789"/>
            </a:xfrm>
            <a:custGeom>
              <a:avLst/>
              <a:pathLst>
                <a:path w="15020" h="13789">
                  <a:moveTo>
                    <a:pt x="15020" y="5775"/>
                  </a:moveTo>
                  <a:lnTo>
                    <a:pt x="13823" y="11261"/>
                  </a:lnTo>
                  <a:lnTo>
                    <a:pt x="9320" y="13789"/>
                  </a:lnTo>
                  <a:lnTo>
                    <a:pt x="7076" y="12478"/>
                  </a:lnTo>
                  <a:lnTo>
                    <a:pt x="723" y="9389"/>
                  </a:lnTo>
                  <a:lnTo>
                    <a:pt x="0" y="4922"/>
                  </a:lnTo>
                  <a:lnTo>
                    <a:pt x="528" y="3760"/>
                  </a:lnTo>
                  <a:lnTo>
                    <a:pt x="3754" y="5658"/>
                  </a:lnTo>
                  <a:lnTo>
                    <a:pt x="837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h7109"/>
            <p:cNvSpPr/>
            <p:nvPr/>
          </p:nvSpPr>
          <p:spPr>
            <a:xfrm>
              <a:off x="10921415" y="2859595"/>
              <a:ext cx="16663" cy="18982"/>
            </a:xfrm>
            <a:custGeom>
              <a:avLst/>
              <a:pathLst>
                <a:path w="16663" h="18982">
                  <a:moveTo>
                    <a:pt x="2376" y="139"/>
                  </a:moveTo>
                  <a:lnTo>
                    <a:pt x="6296" y="523"/>
                  </a:lnTo>
                  <a:lnTo>
                    <a:pt x="5619" y="1569"/>
                  </a:lnTo>
                  <a:lnTo>
                    <a:pt x="6135" y="1977"/>
                  </a:lnTo>
                  <a:lnTo>
                    <a:pt x="12573" y="3604"/>
                  </a:lnTo>
                  <a:lnTo>
                    <a:pt x="12381" y="5949"/>
                  </a:lnTo>
                  <a:lnTo>
                    <a:pt x="14575" y="10044"/>
                  </a:lnTo>
                  <a:lnTo>
                    <a:pt x="16663" y="10884"/>
                  </a:lnTo>
                  <a:lnTo>
                    <a:pt x="14259" y="11507"/>
                  </a:lnTo>
                  <a:lnTo>
                    <a:pt x="12360" y="15267"/>
                  </a:lnTo>
                  <a:lnTo>
                    <a:pt x="9611" y="17731"/>
                  </a:lnTo>
                  <a:lnTo>
                    <a:pt x="7823" y="18982"/>
                  </a:lnTo>
                  <a:lnTo>
                    <a:pt x="2625" y="12775"/>
                  </a:lnTo>
                  <a:lnTo>
                    <a:pt x="2145" y="13153"/>
                  </a:lnTo>
                  <a:lnTo>
                    <a:pt x="0" y="5876"/>
                  </a:lnTo>
                  <a:lnTo>
                    <a:pt x="19" y="2115"/>
                  </a:lnTo>
                  <a:lnTo>
                    <a:pt x="199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h7110"/>
            <p:cNvSpPr/>
            <p:nvPr/>
          </p:nvSpPr>
          <p:spPr>
            <a:xfrm>
              <a:off x="10865089" y="2854368"/>
              <a:ext cx="39144" cy="18688"/>
            </a:xfrm>
            <a:custGeom>
              <a:avLst/>
              <a:pathLst>
                <a:path w="39144" h="18688">
                  <a:moveTo>
                    <a:pt x="31129" y="45"/>
                  </a:moveTo>
                  <a:lnTo>
                    <a:pt x="33900" y="818"/>
                  </a:lnTo>
                  <a:lnTo>
                    <a:pt x="34348" y="3031"/>
                  </a:lnTo>
                  <a:lnTo>
                    <a:pt x="31773" y="2619"/>
                  </a:lnTo>
                  <a:lnTo>
                    <a:pt x="30147" y="3602"/>
                  </a:lnTo>
                  <a:lnTo>
                    <a:pt x="30288" y="6498"/>
                  </a:lnTo>
                  <a:lnTo>
                    <a:pt x="34156" y="11291"/>
                  </a:lnTo>
                  <a:lnTo>
                    <a:pt x="36935" y="13656"/>
                  </a:lnTo>
                  <a:lnTo>
                    <a:pt x="37986" y="12907"/>
                  </a:lnTo>
                  <a:lnTo>
                    <a:pt x="39144" y="14963"/>
                  </a:lnTo>
                  <a:lnTo>
                    <a:pt x="34873" y="16071"/>
                  </a:lnTo>
                  <a:lnTo>
                    <a:pt x="29342" y="15776"/>
                  </a:lnTo>
                  <a:lnTo>
                    <a:pt x="25901" y="18688"/>
                  </a:lnTo>
                  <a:lnTo>
                    <a:pt x="22916" y="15948"/>
                  </a:lnTo>
                  <a:lnTo>
                    <a:pt x="18164" y="15629"/>
                  </a:lnTo>
                  <a:lnTo>
                    <a:pt x="15801" y="16272"/>
                  </a:lnTo>
                  <a:lnTo>
                    <a:pt x="12252" y="13763"/>
                  </a:lnTo>
                  <a:lnTo>
                    <a:pt x="7246" y="9218"/>
                  </a:lnTo>
                  <a:lnTo>
                    <a:pt x="8048" y="8933"/>
                  </a:lnTo>
                  <a:lnTo>
                    <a:pt x="7769" y="7990"/>
                  </a:lnTo>
                  <a:lnTo>
                    <a:pt x="1909" y="2855"/>
                  </a:lnTo>
                  <a:lnTo>
                    <a:pt x="0" y="4480"/>
                  </a:lnTo>
                  <a:lnTo>
                    <a:pt x="3053" y="1014"/>
                  </a:lnTo>
                  <a:lnTo>
                    <a:pt x="3878" y="1684"/>
                  </a:lnTo>
                  <a:lnTo>
                    <a:pt x="8209" y="2031"/>
                  </a:lnTo>
                  <a:lnTo>
                    <a:pt x="16207" y="1178"/>
                  </a:lnTo>
                  <a:lnTo>
                    <a:pt x="17542" y="0"/>
                  </a:lnTo>
                  <a:lnTo>
                    <a:pt x="20433" y="407"/>
                  </a:lnTo>
                  <a:lnTo>
                    <a:pt x="23696" y="281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h7111"/>
            <p:cNvSpPr/>
            <p:nvPr/>
          </p:nvSpPr>
          <p:spPr>
            <a:xfrm>
              <a:off x="10998635" y="2858381"/>
              <a:ext cx="12711" cy="15707"/>
            </a:xfrm>
            <a:custGeom>
              <a:avLst/>
              <a:pathLst>
                <a:path w="12711" h="15707">
                  <a:moveTo>
                    <a:pt x="3378" y="278"/>
                  </a:moveTo>
                  <a:lnTo>
                    <a:pt x="4343" y="2321"/>
                  </a:lnTo>
                  <a:lnTo>
                    <a:pt x="4781" y="7164"/>
                  </a:lnTo>
                  <a:lnTo>
                    <a:pt x="9659" y="9890"/>
                  </a:lnTo>
                  <a:lnTo>
                    <a:pt x="11880" y="9131"/>
                  </a:lnTo>
                  <a:lnTo>
                    <a:pt x="12454" y="8206"/>
                  </a:lnTo>
                  <a:lnTo>
                    <a:pt x="12711" y="8593"/>
                  </a:lnTo>
                  <a:lnTo>
                    <a:pt x="12497" y="12199"/>
                  </a:lnTo>
                  <a:lnTo>
                    <a:pt x="11221" y="15143"/>
                  </a:lnTo>
                  <a:lnTo>
                    <a:pt x="9495" y="14602"/>
                  </a:lnTo>
                  <a:lnTo>
                    <a:pt x="8046" y="15654"/>
                  </a:lnTo>
                  <a:lnTo>
                    <a:pt x="7689" y="15707"/>
                  </a:lnTo>
                  <a:lnTo>
                    <a:pt x="6501" y="14423"/>
                  </a:lnTo>
                  <a:lnTo>
                    <a:pt x="4929" y="14457"/>
                  </a:lnTo>
                  <a:lnTo>
                    <a:pt x="2300" y="12624"/>
                  </a:lnTo>
                  <a:lnTo>
                    <a:pt x="817" y="10794"/>
                  </a:lnTo>
                  <a:lnTo>
                    <a:pt x="1233" y="5569"/>
                  </a:lnTo>
                  <a:lnTo>
                    <a:pt x="1435" y="4727"/>
                  </a:lnTo>
                  <a:lnTo>
                    <a:pt x="51" y="3420"/>
                  </a:lnTo>
                  <a:lnTo>
                    <a:pt x="0" y="1590"/>
                  </a:lnTo>
                  <a:lnTo>
                    <a:pt x="718" y="652"/>
                  </a:lnTo>
                  <a:lnTo>
                    <a:pt x="217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h7112"/>
            <p:cNvSpPr/>
            <p:nvPr/>
          </p:nvSpPr>
          <p:spPr>
            <a:xfrm>
              <a:off x="10993450" y="2722548"/>
              <a:ext cx="24662" cy="35446"/>
            </a:xfrm>
            <a:custGeom>
              <a:avLst/>
              <a:pathLst>
                <a:path w="24662" h="35446">
                  <a:moveTo>
                    <a:pt x="24662" y="1176"/>
                  </a:moveTo>
                  <a:lnTo>
                    <a:pt x="23539" y="4915"/>
                  </a:lnTo>
                  <a:lnTo>
                    <a:pt x="22761" y="4609"/>
                  </a:lnTo>
                  <a:lnTo>
                    <a:pt x="21627" y="5795"/>
                  </a:lnTo>
                  <a:lnTo>
                    <a:pt x="21415" y="7291"/>
                  </a:lnTo>
                  <a:lnTo>
                    <a:pt x="16465" y="14867"/>
                  </a:lnTo>
                  <a:lnTo>
                    <a:pt x="19573" y="17283"/>
                  </a:lnTo>
                  <a:lnTo>
                    <a:pt x="17011" y="18887"/>
                  </a:lnTo>
                  <a:lnTo>
                    <a:pt x="15574" y="21635"/>
                  </a:lnTo>
                  <a:lnTo>
                    <a:pt x="15739" y="22528"/>
                  </a:lnTo>
                  <a:lnTo>
                    <a:pt x="17809" y="21962"/>
                  </a:lnTo>
                  <a:lnTo>
                    <a:pt x="18576" y="22930"/>
                  </a:lnTo>
                  <a:lnTo>
                    <a:pt x="18991" y="24556"/>
                  </a:lnTo>
                  <a:lnTo>
                    <a:pt x="14826" y="28079"/>
                  </a:lnTo>
                  <a:lnTo>
                    <a:pt x="13060" y="30041"/>
                  </a:lnTo>
                  <a:lnTo>
                    <a:pt x="8987" y="32085"/>
                  </a:lnTo>
                  <a:lnTo>
                    <a:pt x="8783" y="35446"/>
                  </a:lnTo>
                  <a:lnTo>
                    <a:pt x="5020" y="33166"/>
                  </a:lnTo>
                  <a:lnTo>
                    <a:pt x="2363" y="27277"/>
                  </a:lnTo>
                  <a:lnTo>
                    <a:pt x="327" y="26876"/>
                  </a:lnTo>
                  <a:lnTo>
                    <a:pt x="0" y="24891"/>
                  </a:lnTo>
                  <a:lnTo>
                    <a:pt x="1176" y="22910"/>
                  </a:lnTo>
                  <a:lnTo>
                    <a:pt x="3942" y="24968"/>
                  </a:lnTo>
                  <a:lnTo>
                    <a:pt x="6027" y="24879"/>
                  </a:lnTo>
                  <a:lnTo>
                    <a:pt x="9520" y="22428"/>
                  </a:lnTo>
                  <a:lnTo>
                    <a:pt x="10604" y="12611"/>
                  </a:lnTo>
                  <a:lnTo>
                    <a:pt x="9683" y="10840"/>
                  </a:lnTo>
                  <a:lnTo>
                    <a:pt x="2199" y="8125"/>
                  </a:lnTo>
                  <a:lnTo>
                    <a:pt x="685" y="6111"/>
                  </a:lnTo>
                  <a:lnTo>
                    <a:pt x="942" y="5617"/>
                  </a:lnTo>
                  <a:lnTo>
                    <a:pt x="15691" y="723"/>
                  </a:lnTo>
                  <a:lnTo>
                    <a:pt x="19292" y="2060"/>
                  </a:lnTo>
                  <a:lnTo>
                    <a:pt x="2051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h7113"/>
            <p:cNvSpPr/>
            <p:nvPr/>
          </p:nvSpPr>
          <p:spPr>
            <a:xfrm>
              <a:off x="10995214" y="2863950"/>
              <a:ext cx="11111" cy="13216"/>
            </a:xfrm>
            <a:custGeom>
              <a:avLst/>
              <a:pathLst>
                <a:path w="11111" h="13216">
                  <a:moveTo>
                    <a:pt x="4654" y="0"/>
                  </a:moveTo>
                  <a:lnTo>
                    <a:pt x="4238" y="5225"/>
                  </a:lnTo>
                  <a:lnTo>
                    <a:pt x="5721" y="7055"/>
                  </a:lnTo>
                  <a:lnTo>
                    <a:pt x="8350" y="8888"/>
                  </a:lnTo>
                  <a:lnTo>
                    <a:pt x="9922" y="8854"/>
                  </a:lnTo>
                  <a:lnTo>
                    <a:pt x="11111" y="10138"/>
                  </a:lnTo>
                  <a:lnTo>
                    <a:pt x="9227" y="13216"/>
                  </a:lnTo>
                  <a:lnTo>
                    <a:pt x="5675" y="12361"/>
                  </a:lnTo>
                  <a:lnTo>
                    <a:pt x="4609" y="11243"/>
                  </a:lnTo>
                  <a:lnTo>
                    <a:pt x="1024" y="7585"/>
                  </a:lnTo>
                  <a:lnTo>
                    <a:pt x="0" y="347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h7114"/>
            <p:cNvSpPr/>
            <p:nvPr/>
          </p:nvSpPr>
          <p:spPr>
            <a:xfrm>
              <a:off x="10914733" y="2753279"/>
              <a:ext cx="20191" cy="33464"/>
            </a:xfrm>
            <a:custGeom>
              <a:avLst/>
              <a:pathLst>
                <a:path w="20191" h="33464">
                  <a:moveTo>
                    <a:pt x="10281" y="0"/>
                  </a:moveTo>
                  <a:lnTo>
                    <a:pt x="12485" y="1311"/>
                  </a:lnTo>
                  <a:lnTo>
                    <a:pt x="14757" y="4161"/>
                  </a:lnTo>
                  <a:lnTo>
                    <a:pt x="17062" y="5321"/>
                  </a:lnTo>
                  <a:lnTo>
                    <a:pt x="17568" y="5014"/>
                  </a:lnTo>
                  <a:lnTo>
                    <a:pt x="17942" y="5569"/>
                  </a:lnTo>
                  <a:lnTo>
                    <a:pt x="17055" y="8653"/>
                  </a:lnTo>
                  <a:lnTo>
                    <a:pt x="15149" y="10233"/>
                  </a:lnTo>
                  <a:lnTo>
                    <a:pt x="15248" y="11888"/>
                  </a:lnTo>
                  <a:lnTo>
                    <a:pt x="18350" y="13563"/>
                  </a:lnTo>
                  <a:lnTo>
                    <a:pt x="18320" y="17450"/>
                  </a:lnTo>
                  <a:lnTo>
                    <a:pt x="19677" y="23518"/>
                  </a:lnTo>
                  <a:lnTo>
                    <a:pt x="20191" y="24132"/>
                  </a:lnTo>
                  <a:lnTo>
                    <a:pt x="16747" y="29345"/>
                  </a:lnTo>
                  <a:lnTo>
                    <a:pt x="11147" y="33464"/>
                  </a:lnTo>
                  <a:lnTo>
                    <a:pt x="7903" y="32750"/>
                  </a:lnTo>
                  <a:lnTo>
                    <a:pt x="4998" y="31174"/>
                  </a:lnTo>
                  <a:lnTo>
                    <a:pt x="3663" y="31767"/>
                  </a:lnTo>
                  <a:lnTo>
                    <a:pt x="0" y="26126"/>
                  </a:lnTo>
                  <a:lnTo>
                    <a:pt x="1484" y="23348"/>
                  </a:lnTo>
                  <a:lnTo>
                    <a:pt x="784" y="19933"/>
                  </a:lnTo>
                  <a:lnTo>
                    <a:pt x="2105" y="16503"/>
                  </a:lnTo>
                  <a:lnTo>
                    <a:pt x="3791" y="14711"/>
                  </a:lnTo>
                  <a:lnTo>
                    <a:pt x="4319" y="12587"/>
                  </a:lnTo>
                  <a:lnTo>
                    <a:pt x="3786" y="9305"/>
                  </a:lnTo>
                  <a:lnTo>
                    <a:pt x="2875" y="8916"/>
                  </a:lnTo>
                  <a:lnTo>
                    <a:pt x="1589" y="9617"/>
                  </a:lnTo>
                  <a:lnTo>
                    <a:pt x="311" y="7157"/>
                  </a:lnTo>
                  <a:lnTo>
                    <a:pt x="392" y="5579"/>
                  </a:lnTo>
                  <a:lnTo>
                    <a:pt x="1241" y="5490"/>
                  </a:lnTo>
                  <a:lnTo>
                    <a:pt x="6234" y="5316"/>
                  </a:lnTo>
                  <a:lnTo>
                    <a:pt x="7189" y="208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h7115"/>
            <p:cNvSpPr/>
            <p:nvPr/>
          </p:nvSpPr>
          <p:spPr>
            <a:xfrm>
              <a:off x="10952892" y="2732946"/>
              <a:ext cx="17063" cy="19230"/>
            </a:xfrm>
            <a:custGeom>
              <a:avLst/>
              <a:pathLst>
                <a:path w="17063" h="19230">
                  <a:moveTo>
                    <a:pt x="12497" y="1026"/>
                  </a:moveTo>
                  <a:lnTo>
                    <a:pt x="17063" y="11634"/>
                  </a:lnTo>
                  <a:lnTo>
                    <a:pt x="12530" y="15246"/>
                  </a:lnTo>
                  <a:lnTo>
                    <a:pt x="6274" y="15876"/>
                  </a:lnTo>
                  <a:lnTo>
                    <a:pt x="2104" y="19230"/>
                  </a:lnTo>
                  <a:lnTo>
                    <a:pt x="339" y="18318"/>
                  </a:lnTo>
                  <a:lnTo>
                    <a:pt x="1598" y="16003"/>
                  </a:lnTo>
                  <a:lnTo>
                    <a:pt x="512" y="11294"/>
                  </a:lnTo>
                  <a:lnTo>
                    <a:pt x="0" y="3681"/>
                  </a:lnTo>
                  <a:lnTo>
                    <a:pt x="1260" y="4000"/>
                  </a:lnTo>
                  <a:lnTo>
                    <a:pt x="1220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h7116"/>
            <p:cNvSpPr/>
            <p:nvPr/>
          </p:nvSpPr>
          <p:spPr>
            <a:xfrm>
              <a:off x="11018027" y="2861935"/>
              <a:ext cx="28552" cy="19479"/>
            </a:xfrm>
            <a:custGeom>
              <a:avLst/>
              <a:pathLst>
                <a:path w="28552" h="19479">
                  <a:moveTo>
                    <a:pt x="25037" y="776"/>
                  </a:moveTo>
                  <a:lnTo>
                    <a:pt x="25389" y="1912"/>
                  </a:lnTo>
                  <a:lnTo>
                    <a:pt x="23184" y="2262"/>
                  </a:lnTo>
                  <a:lnTo>
                    <a:pt x="23429" y="3251"/>
                  </a:lnTo>
                  <a:lnTo>
                    <a:pt x="28552" y="9595"/>
                  </a:lnTo>
                  <a:lnTo>
                    <a:pt x="28517" y="11979"/>
                  </a:lnTo>
                  <a:lnTo>
                    <a:pt x="26630" y="13881"/>
                  </a:lnTo>
                  <a:lnTo>
                    <a:pt x="20016" y="13928"/>
                  </a:lnTo>
                  <a:lnTo>
                    <a:pt x="18599" y="17370"/>
                  </a:lnTo>
                  <a:lnTo>
                    <a:pt x="16509" y="17756"/>
                  </a:lnTo>
                  <a:lnTo>
                    <a:pt x="15711" y="18639"/>
                  </a:lnTo>
                  <a:lnTo>
                    <a:pt x="10545" y="17380"/>
                  </a:lnTo>
                  <a:lnTo>
                    <a:pt x="6430" y="18325"/>
                  </a:lnTo>
                  <a:lnTo>
                    <a:pt x="4885" y="19479"/>
                  </a:lnTo>
                  <a:lnTo>
                    <a:pt x="632" y="18152"/>
                  </a:lnTo>
                  <a:lnTo>
                    <a:pt x="0" y="16112"/>
                  </a:lnTo>
                  <a:lnTo>
                    <a:pt x="2507" y="16660"/>
                  </a:lnTo>
                  <a:lnTo>
                    <a:pt x="3039" y="16890"/>
                  </a:lnTo>
                  <a:lnTo>
                    <a:pt x="6431" y="12906"/>
                  </a:lnTo>
                  <a:lnTo>
                    <a:pt x="10803" y="9372"/>
                  </a:lnTo>
                  <a:lnTo>
                    <a:pt x="11762" y="10107"/>
                  </a:lnTo>
                  <a:lnTo>
                    <a:pt x="14722" y="8760"/>
                  </a:lnTo>
                  <a:lnTo>
                    <a:pt x="13546" y="6173"/>
                  </a:lnTo>
                  <a:lnTo>
                    <a:pt x="15072" y="607"/>
                  </a:lnTo>
                  <a:lnTo>
                    <a:pt x="18585" y="2997"/>
                  </a:lnTo>
                  <a:lnTo>
                    <a:pt x="2349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h7117"/>
            <p:cNvSpPr/>
            <p:nvPr/>
          </p:nvSpPr>
          <p:spPr>
            <a:xfrm>
              <a:off x="10963925" y="2746656"/>
              <a:ext cx="24933" cy="29344"/>
            </a:xfrm>
            <a:custGeom>
              <a:avLst/>
              <a:pathLst>
                <a:path w="24933" h="29344">
                  <a:moveTo>
                    <a:pt x="21176" y="2141"/>
                  </a:moveTo>
                  <a:lnTo>
                    <a:pt x="24212" y="4679"/>
                  </a:lnTo>
                  <a:lnTo>
                    <a:pt x="24525" y="6899"/>
                  </a:lnTo>
                  <a:lnTo>
                    <a:pt x="21384" y="15503"/>
                  </a:lnTo>
                  <a:lnTo>
                    <a:pt x="22669" y="18642"/>
                  </a:lnTo>
                  <a:lnTo>
                    <a:pt x="24933" y="21527"/>
                  </a:lnTo>
                  <a:lnTo>
                    <a:pt x="23802" y="28422"/>
                  </a:lnTo>
                  <a:lnTo>
                    <a:pt x="22075" y="29344"/>
                  </a:lnTo>
                  <a:lnTo>
                    <a:pt x="22611" y="27024"/>
                  </a:lnTo>
                  <a:lnTo>
                    <a:pt x="22102" y="26654"/>
                  </a:lnTo>
                  <a:lnTo>
                    <a:pt x="11525" y="26425"/>
                  </a:lnTo>
                  <a:lnTo>
                    <a:pt x="12082" y="25483"/>
                  </a:lnTo>
                  <a:lnTo>
                    <a:pt x="11005" y="24500"/>
                  </a:lnTo>
                  <a:lnTo>
                    <a:pt x="9392" y="23731"/>
                  </a:lnTo>
                  <a:lnTo>
                    <a:pt x="6243" y="24027"/>
                  </a:lnTo>
                  <a:lnTo>
                    <a:pt x="427" y="19551"/>
                  </a:lnTo>
                  <a:lnTo>
                    <a:pt x="0" y="17996"/>
                  </a:lnTo>
                  <a:lnTo>
                    <a:pt x="753" y="18411"/>
                  </a:lnTo>
                  <a:lnTo>
                    <a:pt x="1646" y="17820"/>
                  </a:lnTo>
                  <a:lnTo>
                    <a:pt x="1928" y="15522"/>
                  </a:lnTo>
                  <a:lnTo>
                    <a:pt x="3629" y="12589"/>
                  </a:lnTo>
                  <a:lnTo>
                    <a:pt x="9076" y="10140"/>
                  </a:lnTo>
                  <a:lnTo>
                    <a:pt x="10079" y="8482"/>
                  </a:lnTo>
                  <a:lnTo>
                    <a:pt x="10025" y="6256"/>
                  </a:lnTo>
                  <a:lnTo>
                    <a:pt x="14985" y="3845"/>
                  </a:lnTo>
                  <a:lnTo>
                    <a:pt x="18044" y="3422"/>
                  </a:lnTo>
                  <a:lnTo>
                    <a:pt x="1672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h7118"/>
            <p:cNvSpPr/>
            <p:nvPr/>
          </p:nvSpPr>
          <p:spPr>
            <a:xfrm>
              <a:off x="10962454" y="2836966"/>
              <a:ext cx="23240" cy="30287"/>
            </a:xfrm>
            <a:custGeom>
              <a:avLst/>
              <a:pathLst>
                <a:path w="23240" h="30287">
                  <a:moveTo>
                    <a:pt x="11519" y="1567"/>
                  </a:moveTo>
                  <a:lnTo>
                    <a:pt x="16329" y="3343"/>
                  </a:lnTo>
                  <a:lnTo>
                    <a:pt x="18195" y="2421"/>
                  </a:lnTo>
                  <a:lnTo>
                    <a:pt x="19484" y="3816"/>
                  </a:lnTo>
                  <a:lnTo>
                    <a:pt x="19485" y="5305"/>
                  </a:lnTo>
                  <a:lnTo>
                    <a:pt x="21284" y="8347"/>
                  </a:lnTo>
                  <a:lnTo>
                    <a:pt x="20709" y="11761"/>
                  </a:lnTo>
                  <a:lnTo>
                    <a:pt x="23240" y="14493"/>
                  </a:lnTo>
                  <a:lnTo>
                    <a:pt x="21736" y="16841"/>
                  </a:lnTo>
                  <a:lnTo>
                    <a:pt x="19971" y="22171"/>
                  </a:lnTo>
                  <a:lnTo>
                    <a:pt x="17391" y="22611"/>
                  </a:lnTo>
                  <a:lnTo>
                    <a:pt x="13529" y="20609"/>
                  </a:lnTo>
                  <a:lnTo>
                    <a:pt x="14386" y="16873"/>
                  </a:lnTo>
                  <a:lnTo>
                    <a:pt x="14237" y="16423"/>
                  </a:lnTo>
                  <a:lnTo>
                    <a:pt x="12786" y="16809"/>
                  </a:lnTo>
                  <a:lnTo>
                    <a:pt x="8645" y="19355"/>
                  </a:lnTo>
                  <a:lnTo>
                    <a:pt x="6092" y="21836"/>
                  </a:lnTo>
                  <a:lnTo>
                    <a:pt x="5913" y="29184"/>
                  </a:lnTo>
                  <a:lnTo>
                    <a:pt x="5312" y="30287"/>
                  </a:lnTo>
                  <a:lnTo>
                    <a:pt x="2846" y="29681"/>
                  </a:lnTo>
                  <a:lnTo>
                    <a:pt x="326" y="29602"/>
                  </a:lnTo>
                  <a:lnTo>
                    <a:pt x="1598" y="28383"/>
                  </a:lnTo>
                  <a:lnTo>
                    <a:pt x="0" y="18334"/>
                  </a:lnTo>
                  <a:lnTo>
                    <a:pt x="285" y="16356"/>
                  </a:lnTo>
                  <a:lnTo>
                    <a:pt x="4534" y="14607"/>
                  </a:lnTo>
                  <a:lnTo>
                    <a:pt x="3532" y="10064"/>
                  </a:lnTo>
                  <a:lnTo>
                    <a:pt x="3406" y="9514"/>
                  </a:lnTo>
                  <a:lnTo>
                    <a:pt x="5242" y="10341"/>
                  </a:lnTo>
                  <a:lnTo>
                    <a:pt x="5463" y="13068"/>
                  </a:lnTo>
                  <a:lnTo>
                    <a:pt x="9350" y="11730"/>
                  </a:lnTo>
                  <a:lnTo>
                    <a:pt x="9309" y="5952"/>
                  </a:lnTo>
                  <a:lnTo>
                    <a:pt x="8460" y="1334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h7119"/>
            <p:cNvSpPr/>
            <p:nvPr/>
          </p:nvSpPr>
          <p:spPr>
            <a:xfrm>
              <a:off x="11041211" y="2856195"/>
              <a:ext cx="20015" cy="22217"/>
            </a:xfrm>
            <a:custGeom>
              <a:avLst/>
              <a:pathLst>
                <a:path w="20015" h="22217">
                  <a:moveTo>
                    <a:pt x="16274" y="4329"/>
                  </a:moveTo>
                  <a:lnTo>
                    <a:pt x="15380" y="4732"/>
                  </a:lnTo>
                  <a:lnTo>
                    <a:pt x="15631" y="5787"/>
                  </a:lnTo>
                  <a:lnTo>
                    <a:pt x="18336" y="8071"/>
                  </a:lnTo>
                  <a:lnTo>
                    <a:pt x="18348" y="9509"/>
                  </a:lnTo>
                  <a:lnTo>
                    <a:pt x="18217" y="12810"/>
                  </a:lnTo>
                  <a:lnTo>
                    <a:pt x="20015" y="16198"/>
                  </a:lnTo>
                  <a:lnTo>
                    <a:pt x="18743" y="17767"/>
                  </a:lnTo>
                  <a:lnTo>
                    <a:pt x="15503" y="20593"/>
                  </a:lnTo>
                  <a:lnTo>
                    <a:pt x="3647" y="22217"/>
                  </a:lnTo>
                  <a:lnTo>
                    <a:pt x="2598" y="21866"/>
                  </a:lnTo>
                  <a:lnTo>
                    <a:pt x="2166" y="20617"/>
                  </a:lnTo>
                  <a:lnTo>
                    <a:pt x="3445" y="19622"/>
                  </a:lnTo>
                  <a:lnTo>
                    <a:pt x="5332" y="17720"/>
                  </a:lnTo>
                  <a:lnTo>
                    <a:pt x="5367" y="15336"/>
                  </a:lnTo>
                  <a:lnTo>
                    <a:pt x="244" y="8992"/>
                  </a:lnTo>
                  <a:lnTo>
                    <a:pt x="0" y="8002"/>
                  </a:lnTo>
                  <a:lnTo>
                    <a:pt x="2204" y="7653"/>
                  </a:lnTo>
                  <a:lnTo>
                    <a:pt x="1852" y="6517"/>
                  </a:lnTo>
                  <a:lnTo>
                    <a:pt x="3630" y="5301"/>
                  </a:lnTo>
                  <a:lnTo>
                    <a:pt x="1110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h7120"/>
            <p:cNvSpPr/>
            <p:nvPr/>
          </p:nvSpPr>
          <p:spPr>
            <a:xfrm>
              <a:off x="11016249" y="2847839"/>
              <a:ext cx="16849" cy="30986"/>
            </a:xfrm>
            <a:custGeom>
              <a:avLst/>
              <a:pathLst>
                <a:path w="16849" h="30986">
                  <a:moveTo>
                    <a:pt x="5914" y="138"/>
                  </a:moveTo>
                  <a:lnTo>
                    <a:pt x="9466" y="894"/>
                  </a:lnTo>
                  <a:lnTo>
                    <a:pt x="9661" y="2226"/>
                  </a:lnTo>
                  <a:lnTo>
                    <a:pt x="11642" y="1428"/>
                  </a:lnTo>
                  <a:lnTo>
                    <a:pt x="13049" y="2090"/>
                  </a:lnTo>
                  <a:lnTo>
                    <a:pt x="13377" y="3873"/>
                  </a:lnTo>
                  <a:lnTo>
                    <a:pt x="11783" y="6900"/>
                  </a:lnTo>
                  <a:lnTo>
                    <a:pt x="13017" y="12900"/>
                  </a:lnTo>
                  <a:lnTo>
                    <a:pt x="16849" y="14703"/>
                  </a:lnTo>
                  <a:lnTo>
                    <a:pt x="15323" y="20270"/>
                  </a:lnTo>
                  <a:lnTo>
                    <a:pt x="16500" y="22856"/>
                  </a:lnTo>
                  <a:lnTo>
                    <a:pt x="13539" y="24203"/>
                  </a:lnTo>
                  <a:lnTo>
                    <a:pt x="12580" y="23468"/>
                  </a:lnTo>
                  <a:lnTo>
                    <a:pt x="8208" y="27002"/>
                  </a:lnTo>
                  <a:lnTo>
                    <a:pt x="4816" y="30986"/>
                  </a:lnTo>
                  <a:lnTo>
                    <a:pt x="4284" y="30756"/>
                  </a:lnTo>
                  <a:lnTo>
                    <a:pt x="0" y="28183"/>
                  </a:lnTo>
                  <a:lnTo>
                    <a:pt x="1884" y="26046"/>
                  </a:lnTo>
                  <a:lnTo>
                    <a:pt x="3996" y="21724"/>
                  </a:lnTo>
                  <a:lnTo>
                    <a:pt x="5043" y="14836"/>
                  </a:lnTo>
                  <a:lnTo>
                    <a:pt x="1542" y="4598"/>
                  </a:lnTo>
                  <a:lnTo>
                    <a:pt x="2211" y="2375"/>
                  </a:lnTo>
                  <a:lnTo>
                    <a:pt x="466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h7121"/>
            <p:cNvSpPr/>
            <p:nvPr/>
          </p:nvSpPr>
          <p:spPr>
            <a:xfrm>
              <a:off x="11007093" y="2897735"/>
              <a:ext cx="24998" cy="26838"/>
            </a:xfrm>
            <a:custGeom>
              <a:avLst/>
              <a:pathLst>
                <a:path w="24998" h="26838">
                  <a:moveTo>
                    <a:pt x="24456" y="149"/>
                  </a:moveTo>
                  <a:lnTo>
                    <a:pt x="24998" y="1355"/>
                  </a:lnTo>
                  <a:lnTo>
                    <a:pt x="24745" y="7387"/>
                  </a:lnTo>
                  <a:lnTo>
                    <a:pt x="24576" y="8667"/>
                  </a:lnTo>
                  <a:lnTo>
                    <a:pt x="20232" y="12795"/>
                  </a:lnTo>
                  <a:lnTo>
                    <a:pt x="7833" y="20099"/>
                  </a:lnTo>
                  <a:lnTo>
                    <a:pt x="6437" y="25651"/>
                  </a:lnTo>
                  <a:lnTo>
                    <a:pt x="5450" y="26838"/>
                  </a:lnTo>
                  <a:lnTo>
                    <a:pt x="4389" y="23451"/>
                  </a:lnTo>
                  <a:lnTo>
                    <a:pt x="2336" y="22654"/>
                  </a:lnTo>
                  <a:lnTo>
                    <a:pt x="2411" y="23363"/>
                  </a:lnTo>
                  <a:lnTo>
                    <a:pt x="697" y="24171"/>
                  </a:lnTo>
                  <a:lnTo>
                    <a:pt x="0" y="23074"/>
                  </a:lnTo>
                  <a:lnTo>
                    <a:pt x="1151" y="18192"/>
                  </a:lnTo>
                  <a:lnTo>
                    <a:pt x="3151" y="15446"/>
                  </a:lnTo>
                  <a:lnTo>
                    <a:pt x="3401" y="11203"/>
                  </a:lnTo>
                  <a:lnTo>
                    <a:pt x="4916" y="8107"/>
                  </a:lnTo>
                  <a:lnTo>
                    <a:pt x="5421" y="7600"/>
                  </a:lnTo>
                  <a:lnTo>
                    <a:pt x="10144" y="8628"/>
                  </a:lnTo>
                  <a:lnTo>
                    <a:pt x="11725" y="5702"/>
                  </a:lnTo>
                  <a:lnTo>
                    <a:pt x="13299" y="4928"/>
                  </a:lnTo>
                  <a:lnTo>
                    <a:pt x="16107" y="5143"/>
                  </a:lnTo>
                  <a:lnTo>
                    <a:pt x="18535" y="4469"/>
                  </a:lnTo>
                  <a:lnTo>
                    <a:pt x="19237" y="914"/>
                  </a:lnTo>
                  <a:lnTo>
                    <a:pt x="2035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h7122"/>
            <p:cNvSpPr/>
            <p:nvPr/>
          </p:nvSpPr>
          <p:spPr>
            <a:xfrm>
              <a:off x="10906065" y="2817633"/>
              <a:ext cx="27069" cy="18327"/>
            </a:xfrm>
            <a:custGeom>
              <a:avLst/>
              <a:pathLst>
                <a:path w="27069" h="18327">
                  <a:moveTo>
                    <a:pt x="24181" y="2484"/>
                  </a:moveTo>
                  <a:lnTo>
                    <a:pt x="23956" y="5285"/>
                  </a:lnTo>
                  <a:lnTo>
                    <a:pt x="27069" y="10348"/>
                  </a:lnTo>
                  <a:lnTo>
                    <a:pt x="22149" y="14671"/>
                  </a:lnTo>
                  <a:lnTo>
                    <a:pt x="21376" y="16809"/>
                  </a:lnTo>
                  <a:lnTo>
                    <a:pt x="19522" y="18327"/>
                  </a:lnTo>
                  <a:lnTo>
                    <a:pt x="18731" y="16628"/>
                  </a:lnTo>
                  <a:lnTo>
                    <a:pt x="18563" y="13541"/>
                  </a:lnTo>
                  <a:lnTo>
                    <a:pt x="13895" y="12124"/>
                  </a:lnTo>
                  <a:lnTo>
                    <a:pt x="7071" y="12240"/>
                  </a:lnTo>
                  <a:lnTo>
                    <a:pt x="3247" y="13921"/>
                  </a:lnTo>
                  <a:lnTo>
                    <a:pt x="2415" y="13555"/>
                  </a:lnTo>
                  <a:lnTo>
                    <a:pt x="458" y="12724"/>
                  </a:lnTo>
                  <a:lnTo>
                    <a:pt x="638" y="7267"/>
                  </a:lnTo>
                  <a:lnTo>
                    <a:pt x="0" y="5741"/>
                  </a:lnTo>
                  <a:lnTo>
                    <a:pt x="1867" y="510"/>
                  </a:lnTo>
                  <a:lnTo>
                    <a:pt x="3866" y="0"/>
                  </a:lnTo>
                  <a:lnTo>
                    <a:pt x="6541" y="51"/>
                  </a:lnTo>
                  <a:lnTo>
                    <a:pt x="15714" y="3719"/>
                  </a:lnTo>
                  <a:lnTo>
                    <a:pt x="20474" y="3671"/>
                  </a:lnTo>
                  <a:lnTo>
                    <a:pt x="22846" y="20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h7123"/>
            <p:cNvSpPr/>
            <p:nvPr/>
          </p:nvSpPr>
          <p:spPr>
            <a:xfrm>
              <a:off x="10988999" y="2747354"/>
              <a:ext cx="25639" cy="33651"/>
            </a:xfrm>
            <a:custGeom>
              <a:avLst/>
              <a:pathLst>
                <a:path w="25639" h="33651">
                  <a:moveTo>
                    <a:pt x="3500" y="0"/>
                  </a:moveTo>
                  <a:lnTo>
                    <a:pt x="4778" y="2069"/>
                  </a:lnTo>
                  <a:lnTo>
                    <a:pt x="6815" y="2470"/>
                  </a:lnTo>
                  <a:lnTo>
                    <a:pt x="9472" y="8359"/>
                  </a:lnTo>
                  <a:lnTo>
                    <a:pt x="13234" y="10640"/>
                  </a:lnTo>
                  <a:lnTo>
                    <a:pt x="22376" y="16319"/>
                  </a:lnTo>
                  <a:lnTo>
                    <a:pt x="25639" y="15446"/>
                  </a:lnTo>
                  <a:lnTo>
                    <a:pt x="21108" y="24894"/>
                  </a:lnTo>
                  <a:lnTo>
                    <a:pt x="22744" y="28242"/>
                  </a:lnTo>
                  <a:lnTo>
                    <a:pt x="22337" y="29566"/>
                  </a:lnTo>
                  <a:lnTo>
                    <a:pt x="20895" y="29574"/>
                  </a:lnTo>
                  <a:lnTo>
                    <a:pt x="20501" y="27371"/>
                  </a:lnTo>
                  <a:lnTo>
                    <a:pt x="17352" y="26794"/>
                  </a:lnTo>
                  <a:lnTo>
                    <a:pt x="14495" y="27127"/>
                  </a:lnTo>
                  <a:lnTo>
                    <a:pt x="11979" y="28554"/>
                  </a:lnTo>
                  <a:lnTo>
                    <a:pt x="10179" y="31350"/>
                  </a:lnTo>
                  <a:lnTo>
                    <a:pt x="5020" y="33651"/>
                  </a:lnTo>
                  <a:lnTo>
                    <a:pt x="3651" y="32185"/>
                  </a:lnTo>
                  <a:lnTo>
                    <a:pt x="3826" y="29880"/>
                  </a:lnTo>
                  <a:lnTo>
                    <a:pt x="1280" y="23118"/>
                  </a:lnTo>
                  <a:lnTo>
                    <a:pt x="0" y="15479"/>
                  </a:lnTo>
                  <a:lnTo>
                    <a:pt x="307" y="4274"/>
                  </a:lnTo>
                  <a:lnTo>
                    <a:pt x="1562" y="15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h7124"/>
            <p:cNvSpPr/>
            <p:nvPr/>
          </p:nvSpPr>
          <p:spPr>
            <a:xfrm>
              <a:off x="11000864" y="2900901"/>
              <a:ext cx="17954" cy="15026"/>
            </a:xfrm>
            <a:custGeom>
              <a:avLst/>
              <a:pathLst>
                <a:path w="17954" h="15026">
                  <a:moveTo>
                    <a:pt x="13739" y="370"/>
                  </a:moveTo>
                  <a:lnTo>
                    <a:pt x="17954" y="2536"/>
                  </a:lnTo>
                  <a:lnTo>
                    <a:pt x="16374" y="5462"/>
                  </a:lnTo>
                  <a:lnTo>
                    <a:pt x="11650" y="4434"/>
                  </a:lnTo>
                  <a:lnTo>
                    <a:pt x="11145" y="4941"/>
                  </a:lnTo>
                  <a:lnTo>
                    <a:pt x="9630" y="8037"/>
                  </a:lnTo>
                  <a:lnTo>
                    <a:pt x="9380" y="12280"/>
                  </a:lnTo>
                  <a:lnTo>
                    <a:pt x="7380" y="15026"/>
                  </a:lnTo>
                  <a:lnTo>
                    <a:pt x="2420" y="9779"/>
                  </a:lnTo>
                  <a:lnTo>
                    <a:pt x="0" y="6976"/>
                  </a:lnTo>
                  <a:lnTo>
                    <a:pt x="3895" y="6090"/>
                  </a:lnTo>
                  <a:lnTo>
                    <a:pt x="9414" y="3386"/>
                  </a:lnTo>
                  <a:lnTo>
                    <a:pt x="967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h7125"/>
            <p:cNvSpPr/>
            <p:nvPr/>
          </p:nvSpPr>
          <p:spPr>
            <a:xfrm>
              <a:off x="10867405" y="2811738"/>
              <a:ext cx="42825" cy="28882"/>
            </a:xfrm>
            <a:custGeom>
              <a:avLst/>
              <a:pathLst>
                <a:path w="42825" h="28882">
                  <a:moveTo>
                    <a:pt x="36984" y="0"/>
                  </a:moveTo>
                  <a:lnTo>
                    <a:pt x="39489" y="2759"/>
                  </a:lnTo>
                  <a:lnTo>
                    <a:pt x="42825" y="3787"/>
                  </a:lnTo>
                  <a:lnTo>
                    <a:pt x="42526" y="5894"/>
                  </a:lnTo>
                  <a:lnTo>
                    <a:pt x="40526" y="6404"/>
                  </a:lnTo>
                  <a:lnTo>
                    <a:pt x="38659" y="11636"/>
                  </a:lnTo>
                  <a:lnTo>
                    <a:pt x="39297" y="13162"/>
                  </a:lnTo>
                  <a:lnTo>
                    <a:pt x="39117" y="18619"/>
                  </a:lnTo>
                  <a:lnTo>
                    <a:pt x="41074" y="19449"/>
                  </a:lnTo>
                  <a:lnTo>
                    <a:pt x="36460" y="21998"/>
                  </a:lnTo>
                  <a:lnTo>
                    <a:pt x="33751" y="23611"/>
                  </a:lnTo>
                  <a:lnTo>
                    <a:pt x="32717" y="22396"/>
                  </a:lnTo>
                  <a:lnTo>
                    <a:pt x="32373" y="21357"/>
                  </a:lnTo>
                  <a:lnTo>
                    <a:pt x="33582" y="18516"/>
                  </a:lnTo>
                  <a:lnTo>
                    <a:pt x="32968" y="17510"/>
                  </a:lnTo>
                  <a:lnTo>
                    <a:pt x="26911" y="19055"/>
                  </a:lnTo>
                  <a:lnTo>
                    <a:pt x="24430" y="21721"/>
                  </a:lnTo>
                  <a:lnTo>
                    <a:pt x="24310" y="24652"/>
                  </a:lnTo>
                  <a:lnTo>
                    <a:pt x="23183" y="25065"/>
                  </a:lnTo>
                  <a:lnTo>
                    <a:pt x="20572" y="23826"/>
                  </a:lnTo>
                  <a:lnTo>
                    <a:pt x="19139" y="21612"/>
                  </a:lnTo>
                  <a:lnTo>
                    <a:pt x="17328" y="21415"/>
                  </a:lnTo>
                  <a:lnTo>
                    <a:pt x="11537" y="24251"/>
                  </a:lnTo>
                  <a:lnTo>
                    <a:pt x="10193" y="27557"/>
                  </a:lnTo>
                  <a:lnTo>
                    <a:pt x="8391" y="28882"/>
                  </a:lnTo>
                  <a:lnTo>
                    <a:pt x="6572" y="26393"/>
                  </a:lnTo>
                  <a:lnTo>
                    <a:pt x="6603" y="24686"/>
                  </a:lnTo>
                  <a:lnTo>
                    <a:pt x="0" y="21775"/>
                  </a:lnTo>
                  <a:lnTo>
                    <a:pt x="669" y="14445"/>
                  </a:lnTo>
                  <a:lnTo>
                    <a:pt x="2159" y="14515"/>
                  </a:lnTo>
                  <a:lnTo>
                    <a:pt x="6719" y="12273"/>
                  </a:lnTo>
                  <a:lnTo>
                    <a:pt x="11032" y="11629"/>
                  </a:lnTo>
                  <a:lnTo>
                    <a:pt x="11801" y="10397"/>
                  </a:lnTo>
                  <a:lnTo>
                    <a:pt x="19039" y="8023"/>
                  </a:lnTo>
                  <a:lnTo>
                    <a:pt x="24040" y="8113"/>
                  </a:lnTo>
                  <a:lnTo>
                    <a:pt x="29920" y="2331"/>
                  </a:lnTo>
                  <a:lnTo>
                    <a:pt x="34176" y="32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h7126"/>
            <p:cNvSpPr/>
            <p:nvPr/>
          </p:nvSpPr>
          <p:spPr>
            <a:xfrm>
              <a:off x="11038227" y="2838029"/>
              <a:ext cx="24686" cy="17885"/>
            </a:xfrm>
            <a:custGeom>
              <a:avLst/>
              <a:pathLst>
                <a:path w="24686" h="17885">
                  <a:moveTo>
                    <a:pt x="23230" y="1663"/>
                  </a:moveTo>
                  <a:lnTo>
                    <a:pt x="24686" y="2582"/>
                  </a:lnTo>
                  <a:lnTo>
                    <a:pt x="24044" y="3100"/>
                  </a:lnTo>
                  <a:lnTo>
                    <a:pt x="22702" y="6486"/>
                  </a:lnTo>
                  <a:lnTo>
                    <a:pt x="21427" y="8046"/>
                  </a:lnTo>
                  <a:lnTo>
                    <a:pt x="15227" y="9553"/>
                  </a:lnTo>
                  <a:lnTo>
                    <a:pt x="15321" y="13209"/>
                  </a:lnTo>
                  <a:lnTo>
                    <a:pt x="14165" y="13892"/>
                  </a:lnTo>
                  <a:lnTo>
                    <a:pt x="9624" y="13844"/>
                  </a:lnTo>
                  <a:lnTo>
                    <a:pt x="6671" y="15126"/>
                  </a:lnTo>
                  <a:lnTo>
                    <a:pt x="3693" y="17885"/>
                  </a:lnTo>
                  <a:lnTo>
                    <a:pt x="2604" y="14464"/>
                  </a:lnTo>
                  <a:lnTo>
                    <a:pt x="0" y="11905"/>
                  </a:lnTo>
                  <a:lnTo>
                    <a:pt x="529" y="10864"/>
                  </a:lnTo>
                  <a:lnTo>
                    <a:pt x="2630" y="9820"/>
                  </a:lnTo>
                  <a:lnTo>
                    <a:pt x="4720" y="5305"/>
                  </a:lnTo>
                  <a:lnTo>
                    <a:pt x="6791" y="3616"/>
                  </a:lnTo>
                  <a:lnTo>
                    <a:pt x="11935" y="3419"/>
                  </a:lnTo>
                  <a:lnTo>
                    <a:pt x="15477" y="0"/>
                  </a:lnTo>
                  <a:lnTo>
                    <a:pt x="17360" y="264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h7127"/>
            <p:cNvSpPr/>
            <p:nvPr/>
          </p:nvSpPr>
          <p:spPr>
            <a:xfrm>
              <a:off x="10981939" y="2835110"/>
              <a:ext cx="31663" cy="25597"/>
            </a:xfrm>
            <a:custGeom>
              <a:avLst/>
              <a:pathLst>
                <a:path w="31663" h="25597">
                  <a:moveTo>
                    <a:pt x="10986" y="0"/>
                  </a:moveTo>
                  <a:lnTo>
                    <a:pt x="16448" y="226"/>
                  </a:lnTo>
                  <a:lnTo>
                    <a:pt x="17069" y="1027"/>
                  </a:lnTo>
                  <a:lnTo>
                    <a:pt x="21458" y="3781"/>
                  </a:lnTo>
                  <a:lnTo>
                    <a:pt x="23552" y="2363"/>
                  </a:lnTo>
                  <a:lnTo>
                    <a:pt x="24107" y="938"/>
                  </a:lnTo>
                  <a:lnTo>
                    <a:pt x="25278" y="517"/>
                  </a:lnTo>
                  <a:lnTo>
                    <a:pt x="29628" y="1355"/>
                  </a:lnTo>
                  <a:lnTo>
                    <a:pt x="29763" y="5735"/>
                  </a:lnTo>
                  <a:lnTo>
                    <a:pt x="31663" y="11484"/>
                  </a:lnTo>
                  <a:lnTo>
                    <a:pt x="29382" y="14936"/>
                  </a:lnTo>
                  <a:lnTo>
                    <a:pt x="25549" y="16451"/>
                  </a:lnTo>
                  <a:lnTo>
                    <a:pt x="20922" y="20310"/>
                  </a:lnTo>
                  <a:lnTo>
                    <a:pt x="20362" y="22337"/>
                  </a:lnTo>
                  <a:lnTo>
                    <a:pt x="21665" y="24453"/>
                  </a:lnTo>
                  <a:lnTo>
                    <a:pt x="21039" y="25592"/>
                  </a:lnTo>
                  <a:lnTo>
                    <a:pt x="20074" y="23549"/>
                  </a:lnTo>
                  <a:lnTo>
                    <a:pt x="18869" y="23271"/>
                  </a:lnTo>
                  <a:lnTo>
                    <a:pt x="17414" y="23923"/>
                  </a:lnTo>
                  <a:lnTo>
                    <a:pt x="15042" y="21464"/>
                  </a:lnTo>
                  <a:lnTo>
                    <a:pt x="12924" y="25293"/>
                  </a:lnTo>
                  <a:lnTo>
                    <a:pt x="11765" y="25597"/>
                  </a:lnTo>
                  <a:lnTo>
                    <a:pt x="11574" y="24216"/>
                  </a:lnTo>
                  <a:lnTo>
                    <a:pt x="13687" y="20919"/>
                  </a:lnTo>
                  <a:lnTo>
                    <a:pt x="9363" y="18088"/>
                  </a:lnTo>
                  <a:lnTo>
                    <a:pt x="4370" y="19680"/>
                  </a:lnTo>
                  <a:lnTo>
                    <a:pt x="2251" y="18697"/>
                  </a:lnTo>
                  <a:lnTo>
                    <a:pt x="3755" y="16348"/>
                  </a:lnTo>
                  <a:lnTo>
                    <a:pt x="1224" y="13616"/>
                  </a:lnTo>
                  <a:lnTo>
                    <a:pt x="1799" y="10203"/>
                  </a:lnTo>
                  <a:lnTo>
                    <a:pt x="0" y="7161"/>
                  </a:lnTo>
                  <a:lnTo>
                    <a:pt x="942" y="7088"/>
                  </a:lnTo>
                  <a:lnTo>
                    <a:pt x="4687" y="1451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h7128"/>
            <p:cNvSpPr/>
            <p:nvPr/>
          </p:nvSpPr>
          <p:spPr>
            <a:xfrm>
              <a:off x="11021979" y="2755929"/>
              <a:ext cx="15413" cy="20779"/>
            </a:xfrm>
            <a:custGeom>
              <a:avLst/>
              <a:pathLst>
                <a:path w="15413" h="20779">
                  <a:moveTo>
                    <a:pt x="12136" y="0"/>
                  </a:moveTo>
                  <a:lnTo>
                    <a:pt x="12108" y="1483"/>
                  </a:lnTo>
                  <a:lnTo>
                    <a:pt x="13795" y="1854"/>
                  </a:lnTo>
                  <a:lnTo>
                    <a:pt x="15413" y="3639"/>
                  </a:lnTo>
                  <a:lnTo>
                    <a:pt x="15051" y="6559"/>
                  </a:lnTo>
                  <a:lnTo>
                    <a:pt x="11583" y="14169"/>
                  </a:lnTo>
                  <a:lnTo>
                    <a:pt x="12729" y="17635"/>
                  </a:lnTo>
                  <a:lnTo>
                    <a:pt x="14696" y="18796"/>
                  </a:lnTo>
                  <a:lnTo>
                    <a:pt x="14506" y="20052"/>
                  </a:lnTo>
                  <a:lnTo>
                    <a:pt x="12661" y="20779"/>
                  </a:lnTo>
                  <a:lnTo>
                    <a:pt x="11566" y="20463"/>
                  </a:lnTo>
                  <a:lnTo>
                    <a:pt x="10248" y="19324"/>
                  </a:lnTo>
                  <a:lnTo>
                    <a:pt x="11203" y="18566"/>
                  </a:lnTo>
                  <a:lnTo>
                    <a:pt x="10531" y="17024"/>
                  </a:lnTo>
                  <a:lnTo>
                    <a:pt x="7576" y="14814"/>
                  </a:lnTo>
                  <a:lnTo>
                    <a:pt x="2596" y="13619"/>
                  </a:lnTo>
                  <a:lnTo>
                    <a:pt x="0" y="15345"/>
                  </a:lnTo>
                  <a:lnTo>
                    <a:pt x="2852" y="7458"/>
                  </a:lnTo>
                  <a:lnTo>
                    <a:pt x="4241" y="7076"/>
                  </a:lnTo>
                  <a:lnTo>
                    <a:pt x="5902" y="5086"/>
                  </a:lnTo>
                  <a:lnTo>
                    <a:pt x="5370" y="2933"/>
                  </a:lnTo>
                  <a:lnTo>
                    <a:pt x="7435" y="71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h7129"/>
            <p:cNvSpPr/>
            <p:nvPr/>
          </p:nvSpPr>
          <p:spPr>
            <a:xfrm>
              <a:off x="10939243" y="2751264"/>
              <a:ext cx="25109" cy="23814"/>
            </a:xfrm>
            <a:custGeom>
              <a:avLst/>
              <a:pathLst>
                <a:path w="25109" h="23814">
                  <a:moveTo>
                    <a:pt x="13988" y="0"/>
                  </a:moveTo>
                  <a:lnTo>
                    <a:pt x="15753" y="912"/>
                  </a:lnTo>
                  <a:lnTo>
                    <a:pt x="17140" y="3351"/>
                  </a:lnTo>
                  <a:lnTo>
                    <a:pt x="15699" y="4994"/>
                  </a:lnTo>
                  <a:lnTo>
                    <a:pt x="16388" y="8499"/>
                  </a:lnTo>
                  <a:lnTo>
                    <a:pt x="17794" y="10874"/>
                  </a:lnTo>
                  <a:lnTo>
                    <a:pt x="20708" y="13813"/>
                  </a:lnTo>
                  <a:lnTo>
                    <a:pt x="21930" y="14097"/>
                  </a:lnTo>
                  <a:lnTo>
                    <a:pt x="24435" y="12597"/>
                  </a:lnTo>
                  <a:lnTo>
                    <a:pt x="24681" y="13388"/>
                  </a:lnTo>
                  <a:lnTo>
                    <a:pt x="25109" y="14942"/>
                  </a:lnTo>
                  <a:lnTo>
                    <a:pt x="23427" y="15753"/>
                  </a:lnTo>
                  <a:lnTo>
                    <a:pt x="19819" y="19925"/>
                  </a:lnTo>
                  <a:lnTo>
                    <a:pt x="17296" y="21018"/>
                  </a:lnTo>
                  <a:lnTo>
                    <a:pt x="17900" y="22073"/>
                  </a:lnTo>
                  <a:lnTo>
                    <a:pt x="16452" y="23551"/>
                  </a:lnTo>
                  <a:lnTo>
                    <a:pt x="14172" y="23814"/>
                  </a:lnTo>
                  <a:lnTo>
                    <a:pt x="2875" y="6099"/>
                  </a:lnTo>
                  <a:lnTo>
                    <a:pt x="0" y="4182"/>
                  </a:lnTo>
                  <a:lnTo>
                    <a:pt x="384" y="3357"/>
                  </a:lnTo>
                  <a:lnTo>
                    <a:pt x="5327" y="93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h7130"/>
            <p:cNvSpPr/>
            <p:nvPr/>
          </p:nvSpPr>
          <p:spPr>
            <a:xfrm>
              <a:off x="10975335" y="2773081"/>
              <a:ext cx="18140" cy="29329"/>
            </a:xfrm>
            <a:custGeom>
              <a:avLst/>
              <a:pathLst>
                <a:path w="18140" h="29329">
                  <a:moveTo>
                    <a:pt x="10693" y="229"/>
                  </a:moveTo>
                  <a:lnTo>
                    <a:pt x="11201" y="599"/>
                  </a:lnTo>
                  <a:lnTo>
                    <a:pt x="10665" y="2918"/>
                  </a:lnTo>
                  <a:lnTo>
                    <a:pt x="9339" y="3261"/>
                  </a:lnTo>
                  <a:lnTo>
                    <a:pt x="11411" y="9041"/>
                  </a:lnTo>
                  <a:lnTo>
                    <a:pt x="15577" y="11218"/>
                  </a:lnTo>
                  <a:lnTo>
                    <a:pt x="15788" y="10294"/>
                  </a:lnTo>
                  <a:lnTo>
                    <a:pt x="16396" y="10403"/>
                  </a:lnTo>
                  <a:lnTo>
                    <a:pt x="17569" y="12491"/>
                  </a:lnTo>
                  <a:lnTo>
                    <a:pt x="14953" y="14545"/>
                  </a:lnTo>
                  <a:lnTo>
                    <a:pt x="14105" y="14008"/>
                  </a:lnTo>
                  <a:lnTo>
                    <a:pt x="14245" y="14860"/>
                  </a:lnTo>
                  <a:lnTo>
                    <a:pt x="15206" y="16388"/>
                  </a:lnTo>
                  <a:lnTo>
                    <a:pt x="18140" y="17184"/>
                  </a:lnTo>
                  <a:lnTo>
                    <a:pt x="16484" y="21018"/>
                  </a:lnTo>
                  <a:lnTo>
                    <a:pt x="18101" y="23249"/>
                  </a:lnTo>
                  <a:lnTo>
                    <a:pt x="18138" y="25199"/>
                  </a:lnTo>
                  <a:lnTo>
                    <a:pt x="15821" y="29329"/>
                  </a:lnTo>
                  <a:lnTo>
                    <a:pt x="12677" y="27237"/>
                  </a:lnTo>
                  <a:lnTo>
                    <a:pt x="9611" y="20351"/>
                  </a:lnTo>
                  <a:lnTo>
                    <a:pt x="8856" y="14127"/>
                  </a:lnTo>
                  <a:lnTo>
                    <a:pt x="7127" y="11284"/>
                  </a:lnTo>
                  <a:lnTo>
                    <a:pt x="4073" y="12091"/>
                  </a:lnTo>
                  <a:lnTo>
                    <a:pt x="1259" y="10517"/>
                  </a:lnTo>
                  <a:lnTo>
                    <a:pt x="0" y="8298"/>
                  </a:lnTo>
                  <a:lnTo>
                    <a:pt x="279" y="6071"/>
                  </a:lnTo>
                  <a:lnTo>
                    <a:pt x="1989" y="4143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h7131"/>
            <p:cNvSpPr/>
            <p:nvPr/>
          </p:nvSpPr>
          <p:spPr>
            <a:xfrm>
              <a:off x="11022104" y="2879316"/>
              <a:ext cx="13114" cy="9466"/>
            </a:xfrm>
            <a:custGeom>
              <a:avLst/>
              <a:pathLst>
                <a:path w="13114" h="9466">
                  <a:moveTo>
                    <a:pt x="11634" y="1258"/>
                  </a:moveTo>
                  <a:lnTo>
                    <a:pt x="12432" y="376"/>
                  </a:lnTo>
                  <a:lnTo>
                    <a:pt x="13114" y="2539"/>
                  </a:lnTo>
                  <a:lnTo>
                    <a:pt x="12193" y="9466"/>
                  </a:lnTo>
                  <a:lnTo>
                    <a:pt x="8484" y="9430"/>
                  </a:lnTo>
                  <a:lnTo>
                    <a:pt x="6620" y="5410"/>
                  </a:lnTo>
                  <a:lnTo>
                    <a:pt x="0" y="3926"/>
                  </a:lnTo>
                  <a:lnTo>
                    <a:pt x="808" y="2098"/>
                  </a:lnTo>
                  <a:lnTo>
                    <a:pt x="2354" y="944"/>
                  </a:lnTo>
                  <a:lnTo>
                    <a:pt x="646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h7132"/>
            <p:cNvSpPr/>
            <p:nvPr/>
          </p:nvSpPr>
          <p:spPr>
            <a:xfrm>
              <a:off x="11004903" y="2872984"/>
              <a:ext cx="29394" cy="30453"/>
            </a:xfrm>
            <a:custGeom>
              <a:avLst/>
              <a:pathLst>
                <a:path w="29394" h="30453">
                  <a:moveTo>
                    <a:pt x="4953" y="540"/>
                  </a:moveTo>
                  <a:lnTo>
                    <a:pt x="11346" y="3039"/>
                  </a:lnTo>
                  <a:lnTo>
                    <a:pt x="15630" y="5612"/>
                  </a:lnTo>
                  <a:lnTo>
                    <a:pt x="13123" y="5063"/>
                  </a:lnTo>
                  <a:lnTo>
                    <a:pt x="13756" y="7103"/>
                  </a:lnTo>
                  <a:lnTo>
                    <a:pt x="18009" y="8430"/>
                  </a:lnTo>
                  <a:lnTo>
                    <a:pt x="17200" y="10257"/>
                  </a:lnTo>
                  <a:lnTo>
                    <a:pt x="23821" y="11742"/>
                  </a:lnTo>
                  <a:lnTo>
                    <a:pt x="25685" y="15762"/>
                  </a:lnTo>
                  <a:lnTo>
                    <a:pt x="29394" y="15798"/>
                  </a:lnTo>
                  <a:lnTo>
                    <a:pt x="28536" y="17675"/>
                  </a:lnTo>
                  <a:lnTo>
                    <a:pt x="28113" y="25269"/>
                  </a:lnTo>
                  <a:lnTo>
                    <a:pt x="27188" y="26107"/>
                  </a:lnTo>
                  <a:lnTo>
                    <a:pt x="26646" y="24901"/>
                  </a:lnTo>
                  <a:lnTo>
                    <a:pt x="22549" y="24751"/>
                  </a:lnTo>
                  <a:lnTo>
                    <a:pt x="21427" y="25666"/>
                  </a:lnTo>
                  <a:lnTo>
                    <a:pt x="20726" y="29220"/>
                  </a:lnTo>
                  <a:lnTo>
                    <a:pt x="18298" y="29895"/>
                  </a:lnTo>
                  <a:lnTo>
                    <a:pt x="15489" y="29679"/>
                  </a:lnTo>
                  <a:lnTo>
                    <a:pt x="13915" y="30453"/>
                  </a:lnTo>
                  <a:lnTo>
                    <a:pt x="9700" y="28287"/>
                  </a:lnTo>
                  <a:lnTo>
                    <a:pt x="10662" y="25969"/>
                  </a:lnTo>
                  <a:lnTo>
                    <a:pt x="10464" y="24803"/>
                  </a:lnTo>
                  <a:lnTo>
                    <a:pt x="8655" y="22914"/>
                  </a:lnTo>
                  <a:lnTo>
                    <a:pt x="3081" y="20268"/>
                  </a:lnTo>
                  <a:lnTo>
                    <a:pt x="4636" y="16497"/>
                  </a:lnTo>
                  <a:lnTo>
                    <a:pt x="3811" y="15969"/>
                  </a:lnTo>
                  <a:lnTo>
                    <a:pt x="4281" y="15092"/>
                  </a:lnTo>
                  <a:lnTo>
                    <a:pt x="0" y="12917"/>
                  </a:lnTo>
                  <a:lnTo>
                    <a:pt x="4398" y="6976"/>
                  </a:lnTo>
                  <a:lnTo>
                    <a:pt x="3330" y="6214"/>
                  </a:lnTo>
                  <a:lnTo>
                    <a:pt x="3797" y="518"/>
                  </a:lnTo>
                  <a:lnTo>
                    <a:pt x="1778" y="1051"/>
                  </a:lnTo>
                  <a:lnTo>
                    <a:pt x="322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h7133"/>
            <p:cNvSpPr/>
            <p:nvPr/>
          </p:nvSpPr>
          <p:spPr>
            <a:xfrm>
              <a:off x="10899019" y="2776052"/>
              <a:ext cx="38782" cy="45301"/>
            </a:xfrm>
            <a:custGeom>
              <a:avLst/>
              <a:pathLst>
                <a:path w="38782" h="45301">
                  <a:moveTo>
                    <a:pt x="37291" y="1163"/>
                  </a:moveTo>
                  <a:lnTo>
                    <a:pt x="37908" y="2451"/>
                  </a:lnTo>
                  <a:lnTo>
                    <a:pt x="37401" y="3764"/>
                  </a:lnTo>
                  <a:lnTo>
                    <a:pt x="38782" y="7044"/>
                  </a:lnTo>
                  <a:lnTo>
                    <a:pt x="36264" y="17306"/>
                  </a:lnTo>
                  <a:lnTo>
                    <a:pt x="32643" y="27464"/>
                  </a:lnTo>
                  <a:lnTo>
                    <a:pt x="30744" y="30447"/>
                  </a:lnTo>
                  <a:lnTo>
                    <a:pt x="30171" y="36110"/>
                  </a:lnTo>
                  <a:lnTo>
                    <a:pt x="31908" y="39785"/>
                  </a:lnTo>
                  <a:lnTo>
                    <a:pt x="31227" y="44066"/>
                  </a:lnTo>
                  <a:lnTo>
                    <a:pt x="29892" y="41782"/>
                  </a:lnTo>
                  <a:lnTo>
                    <a:pt x="27520" y="45253"/>
                  </a:lnTo>
                  <a:lnTo>
                    <a:pt x="22760" y="45301"/>
                  </a:lnTo>
                  <a:lnTo>
                    <a:pt x="13586" y="41632"/>
                  </a:lnTo>
                  <a:lnTo>
                    <a:pt x="10912" y="41581"/>
                  </a:lnTo>
                  <a:lnTo>
                    <a:pt x="11212" y="39474"/>
                  </a:lnTo>
                  <a:lnTo>
                    <a:pt x="7875" y="38446"/>
                  </a:lnTo>
                  <a:lnTo>
                    <a:pt x="5371" y="35686"/>
                  </a:lnTo>
                  <a:lnTo>
                    <a:pt x="4912" y="32631"/>
                  </a:lnTo>
                  <a:lnTo>
                    <a:pt x="1640" y="30103"/>
                  </a:lnTo>
                  <a:lnTo>
                    <a:pt x="0" y="26469"/>
                  </a:lnTo>
                  <a:lnTo>
                    <a:pt x="619" y="25386"/>
                  </a:lnTo>
                  <a:lnTo>
                    <a:pt x="4875" y="22587"/>
                  </a:lnTo>
                  <a:lnTo>
                    <a:pt x="6951" y="15738"/>
                  </a:lnTo>
                  <a:lnTo>
                    <a:pt x="10943" y="12032"/>
                  </a:lnTo>
                  <a:lnTo>
                    <a:pt x="13315" y="6729"/>
                  </a:lnTo>
                  <a:lnTo>
                    <a:pt x="15713" y="3354"/>
                  </a:lnTo>
                  <a:lnTo>
                    <a:pt x="19377" y="8994"/>
                  </a:lnTo>
                  <a:lnTo>
                    <a:pt x="20712" y="8402"/>
                  </a:lnTo>
                  <a:lnTo>
                    <a:pt x="23617" y="9977"/>
                  </a:lnTo>
                  <a:lnTo>
                    <a:pt x="26861" y="10691"/>
                  </a:lnTo>
                  <a:lnTo>
                    <a:pt x="32461" y="6573"/>
                  </a:lnTo>
                  <a:lnTo>
                    <a:pt x="35905" y="1359"/>
                  </a:lnTo>
                  <a:lnTo>
                    <a:pt x="35391" y="745"/>
                  </a:lnTo>
                  <a:lnTo>
                    <a:pt x="3616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h7134"/>
            <p:cNvSpPr/>
            <p:nvPr/>
          </p:nvSpPr>
          <p:spPr>
            <a:xfrm>
              <a:off x="10962398" y="2883275"/>
              <a:ext cx="14659" cy="20237"/>
            </a:xfrm>
            <a:custGeom>
              <a:avLst/>
              <a:pathLst>
                <a:path w="14659" h="20237">
                  <a:moveTo>
                    <a:pt x="9271" y="0"/>
                  </a:moveTo>
                  <a:lnTo>
                    <a:pt x="8835" y="238"/>
                  </a:lnTo>
                  <a:lnTo>
                    <a:pt x="9766" y="4588"/>
                  </a:lnTo>
                  <a:lnTo>
                    <a:pt x="12623" y="9797"/>
                  </a:lnTo>
                  <a:lnTo>
                    <a:pt x="12555" y="13541"/>
                  </a:lnTo>
                  <a:lnTo>
                    <a:pt x="13549" y="14518"/>
                  </a:lnTo>
                  <a:lnTo>
                    <a:pt x="13936" y="13519"/>
                  </a:lnTo>
                  <a:lnTo>
                    <a:pt x="14659" y="17985"/>
                  </a:lnTo>
                  <a:lnTo>
                    <a:pt x="9837" y="20237"/>
                  </a:lnTo>
                  <a:lnTo>
                    <a:pt x="5385" y="16785"/>
                  </a:lnTo>
                  <a:lnTo>
                    <a:pt x="4949" y="14237"/>
                  </a:lnTo>
                  <a:lnTo>
                    <a:pt x="0" y="12717"/>
                  </a:lnTo>
                  <a:lnTo>
                    <a:pt x="430" y="10914"/>
                  </a:lnTo>
                  <a:lnTo>
                    <a:pt x="3806" y="8813"/>
                  </a:lnTo>
                  <a:lnTo>
                    <a:pt x="6264" y="8422"/>
                  </a:lnTo>
                  <a:lnTo>
                    <a:pt x="5944" y="2920"/>
                  </a:lnTo>
                  <a:lnTo>
                    <a:pt x="4103" y="828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h7135"/>
            <p:cNvSpPr/>
            <p:nvPr/>
          </p:nvSpPr>
          <p:spPr>
            <a:xfrm>
              <a:off x="10410696" y="2940006"/>
              <a:ext cx="31195" cy="19499"/>
            </a:xfrm>
            <a:custGeom>
              <a:avLst/>
              <a:pathLst>
                <a:path w="31195" h="19499">
                  <a:moveTo>
                    <a:pt x="26795" y="2606"/>
                  </a:moveTo>
                  <a:lnTo>
                    <a:pt x="28213" y="2940"/>
                  </a:lnTo>
                  <a:lnTo>
                    <a:pt x="29028" y="5842"/>
                  </a:lnTo>
                  <a:lnTo>
                    <a:pt x="28373" y="6268"/>
                  </a:lnTo>
                  <a:lnTo>
                    <a:pt x="28024" y="9443"/>
                  </a:lnTo>
                  <a:lnTo>
                    <a:pt x="31195" y="9609"/>
                  </a:lnTo>
                  <a:lnTo>
                    <a:pt x="23062" y="11906"/>
                  </a:lnTo>
                  <a:lnTo>
                    <a:pt x="21160" y="14129"/>
                  </a:lnTo>
                  <a:lnTo>
                    <a:pt x="16148" y="17396"/>
                  </a:lnTo>
                  <a:lnTo>
                    <a:pt x="11367" y="19499"/>
                  </a:lnTo>
                  <a:lnTo>
                    <a:pt x="6664" y="17971"/>
                  </a:lnTo>
                  <a:lnTo>
                    <a:pt x="7276" y="13243"/>
                  </a:lnTo>
                  <a:lnTo>
                    <a:pt x="5376" y="11152"/>
                  </a:lnTo>
                  <a:lnTo>
                    <a:pt x="2984" y="11040"/>
                  </a:lnTo>
                  <a:lnTo>
                    <a:pt x="0" y="5795"/>
                  </a:lnTo>
                  <a:lnTo>
                    <a:pt x="6701" y="3214"/>
                  </a:lnTo>
                  <a:lnTo>
                    <a:pt x="15924" y="2657"/>
                  </a:lnTo>
                  <a:lnTo>
                    <a:pt x="19418" y="389"/>
                  </a:lnTo>
                  <a:lnTo>
                    <a:pt x="22239" y="76"/>
                  </a:lnTo>
                  <a:lnTo>
                    <a:pt x="2582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h7136"/>
            <p:cNvSpPr/>
            <p:nvPr/>
          </p:nvSpPr>
          <p:spPr>
            <a:xfrm>
              <a:off x="10380549" y="2650503"/>
              <a:ext cx="59352" cy="29977"/>
            </a:xfrm>
            <a:custGeom>
              <a:avLst/>
              <a:pathLst>
                <a:path w="59352" h="29977">
                  <a:moveTo>
                    <a:pt x="40126" y="1594"/>
                  </a:moveTo>
                  <a:lnTo>
                    <a:pt x="40596" y="4301"/>
                  </a:lnTo>
                  <a:lnTo>
                    <a:pt x="40069" y="5532"/>
                  </a:lnTo>
                  <a:lnTo>
                    <a:pt x="38894" y="5913"/>
                  </a:lnTo>
                  <a:lnTo>
                    <a:pt x="38830" y="7275"/>
                  </a:lnTo>
                  <a:lnTo>
                    <a:pt x="40114" y="11644"/>
                  </a:lnTo>
                  <a:lnTo>
                    <a:pt x="44684" y="10648"/>
                  </a:lnTo>
                  <a:lnTo>
                    <a:pt x="45707" y="7894"/>
                  </a:lnTo>
                  <a:lnTo>
                    <a:pt x="49579" y="5811"/>
                  </a:lnTo>
                  <a:lnTo>
                    <a:pt x="54674" y="6748"/>
                  </a:lnTo>
                  <a:lnTo>
                    <a:pt x="57758" y="10048"/>
                  </a:lnTo>
                  <a:lnTo>
                    <a:pt x="57378" y="11722"/>
                  </a:lnTo>
                  <a:lnTo>
                    <a:pt x="55376" y="13554"/>
                  </a:lnTo>
                  <a:lnTo>
                    <a:pt x="54781" y="19923"/>
                  </a:lnTo>
                  <a:lnTo>
                    <a:pt x="58178" y="19220"/>
                  </a:lnTo>
                  <a:lnTo>
                    <a:pt x="59301" y="19562"/>
                  </a:lnTo>
                  <a:lnTo>
                    <a:pt x="59352" y="20960"/>
                  </a:lnTo>
                  <a:lnTo>
                    <a:pt x="54219" y="23751"/>
                  </a:lnTo>
                  <a:lnTo>
                    <a:pt x="50851" y="26477"/>
                  </a:lnTo>
                  <a:lnTo>
                    <a:pt x="42901" y="26863"/>
                  </a:lnTo>
                  <a:lnTo>
                    <a:pt x="37492" y="23366"/>
                  </a:lnTo>
                  <a:lnTo>
                    <a:pt x="35348" y="23697"/>
                  </a:lnTo>
                  <a:lnTo>
                    <a:pt x="34307" y="28996"/>
                  </a:lnTo>
                  <a:lnTo>
                    <a:pt x="30578" y="29977"/>
                  </a:lnTo>
                  <a:lnTo>
                    <a:pt x="16219" y="26952"/>
                  </a:lnTo>
                  <a:lnTo>
                    <a:pt x="9855" y="27743"/>
                  </a:lnTo>
                  <a:lnTo>
                    <a:pt x="7537" y="27338"/>
                  </a:lnTo>
                  <a:lnTo>
                    <a:pt x="1315" y="21604"/>
                  </a:lnTo>
                  <a:lnTo>
                    <a:pt x="0" y="14879"/>
                  </a:lnTo>
                  <a:lnTo>
                    <a:pt x="3870" y="14858"/>
                  </a:lnTo>
                  <a:lnTo>
                    <a:pt x="4864" y="13509"/>
                  </a:lnTo>
                  <a:lnTo>
                    <a:pt x="11613" y="14866"/>
                  </a:lnTo>
                  <a:lnTo>
                    <a:pt x="14499" y="12384"/>
                  </a:lnTo>
                  <a:lnTo>
                    <a:pt x="15528" y="9326"/>
                  </a:lnTo>
                  <a:lnTo>
                    <a:pt x="16928" y="8175"/>
                  </a:lnTo>
                  <a:lnTo>
                    <a:pt x="22220" y="10497"/>
                  </a:lnTo>
                  <a:lnTo>
                    <a:pt x="26671" y="10246"/>
                  </a:lnTo>
                  <a:lnTo>
                    <a:pt x="29089" y="10901"/>
                  </a:lnTo>
                  <a:lnTo>
                    <a:pt x="30646" y="10248"/>
                  </a:lnTo>
                  <a:lnTo>
                    <a:pt x="32776" y="4120"/>
                  </a:lnTo>
                  <a:lnTo>
                    <a:pt x="31400" y="927"/>
                  </a:lnTo>
                  <a:lnTo>
                    <a:pt x="3462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h7137"/>
            <p:cNvSpPr/>
            <p:nvPr/>
          </p:nvSpPr>
          <p:spPr>
            <a:xfrm>
              <a:off x="10451708" y="2967109"/>
              <a:ext cx="31502" cy="47908"/>
            </a:xfrm>
            <a:custGeom>
              <a:avLst/>
              <a:pathLst>
                <a:path w="31502" h="47908">
                  <a:moveTo>
                    <a:pt x="29949" y="1521"/>
                  </a:moveTo>
                  <a:lnTo>
                    <a:pt x="30330" y="2899"/>
                  </a:lnTo>
                  <a:lnTo>
                    <a:pt x="29312" y="5212"/>
                  </a:lnTo>
                  <a:lnTo>
                    <a:pt x="25675" y="8318"/>
                  </a:lnTo>
                  <a:lnTo>
                    <a:pt x="28854" y="9370"/>
                  </a:lnTo>
                  <a:lnTo>
                    <a:pt x="30586" y="13530"/>
                  </a:lnTo>
                  <a:lnTo>
                    <a:pt x="30656" y="14542"/>
                  </a:lnTo>
                  <a:lnTo>
                    <a:pt x="28688" y="16709"/>
                  </a:lnTo>
                  <a:lnTo>
                    <a:pt x="27320" y="20156"/>
                  </a:lnTo>
                  <a:lnTo>
                    <a:pt x="30330" y="21804"/>
                  </a:lnTo>
                  <a:lnTo>
                    <a:pt x="31502" y="23939"/>
                  </a:lnTo>
                  <a:lnTo>
                    <a:pt x="25428" y="33699"/>
                  </a:lnTo>
                  <a:lnTo>
                    <a:pt x="22711" y="35764"/>
                  </a:lnTo>
                  <a:lnTo>
                    <a:pt x="25062" y="37994"/>
                  </a:lnTo>
                  <a:lnTo>
                    <a:pt x="30106" y="37558"/>
                  </a:lnTo>
                  <a:lnTo>
                    <a:pt x="31432" y="42250"/>
                  </a:lnTo>
                  <a:lnTo>
                    <a:pt x="29739" y="43656"/>
                  </a:lnTo>
                  <a:lnTo>
                    <a:pt x="21861" y="47086"/>
                  </a:lnTo>
                  <a:lnTo>
                    <a:pt x="19280" y="46230"/>
                  </a:lnTo>
                  <a:lnTo>
                    <a:pt x="14690" y="47732"/>
                  </a:lnTo>
                  <a:lnTo>
                    <a:pt x="11208" y="46054"/>
                  </a:lnTo>
                  <a:lnTo>
                    <a:pt x="5831" y="45055"/>
                  </a:lnTo>
                  <a:lnTo>
                    <a:pt x="4151" y="47908"/>
                  </a:lnTo>
                  <a:lnTo>
                    <a:pt x="3852" y="39810"/>
                  </a:lnTo>
                  <a:lnTo>
                    <a:pt x="1912" y="36840"/>
                  </a:lnTo>
                  <a:lnTo>
                    <a:pt x="426" y="35793"/>
                  </a:lnTo>
                  <a:lnTo>
                    <a:pt x="0" y="34297"/>
                  </a:lnTo>
                  <a:lnTo>
                    <a:pt x="842" y="28857"/>
                  </a:lnTo>
                  <a:lnTo>
                    <a:pt x="3305" y="22455"/>
                  </a:lnTo>
                  <a:lnTo>
                    <a:pt x="1572" y="17814"/>
                  </a:lnTo>
                  <a:lnTo>
                    <a:pt x="2125" y="14893"/>
                  </a:lnTo>
                  <a:lnTo>
                    <a:pt x="4982" y="13368"/>
                  </a:lnTo>
                  <a:lnTo>
                    <a:pt x="9469" y="14846"/>
                  </a:lnTo>
                  <a:lnTo>
                    <a:pt x="12402" y="12905"/>
                  </a:lnTo>
                  <a:lnTo>
                    <a:pt x="15609" y="8718"/>
                  </a:lnTo>
                  <a:lnTo>
                    <a:pt x="15388" y="3871"/>
                  </a:lnTo>
                  <a:lnTo>
                    <a:pt x="19401" y="4747"/>
                  </a:lnTo>
                  <a:lnTo>
                    <a:pt x="22655" y="3859"/>
                  </a:lnTo>
                  <a:lnTo>
                    <a:pt x="23357" y="1337"/>
                  </a:lnTo>
                  <a:lnTo>
                    <a:pt x="25537" y="91"/>
                  </a:lnTo>
                  <a:lnTo>
                    <a:pt x="2880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h7138"/>
            <p:cNvSpPr/>
            <p:nvPr/>
          </p:nvSpPr>
          <p:spPr>
            <a:xfrm>
              <a:off x="10480523" y="2808001"/>
              <a:ext cx="16719" cy="20772"/>
            </a:xfrm>
            <a:custGeom>
              <a:avLst/>
              <a:pathLst>
                <a:path w="16719" h="20772">
                  <a:moveTo>
                    <a:pt x="5252" y="247"/>
                  </a:moveTo>
                  <a:lnTo>
                    <a:pt x="11150" y="4198"/>
                  </a:lnTo>
                  <a:lnTo>
                    <a:pt x="15611" y="14917"/>
                  </a:lnTo>
                  <a:lnTo>
                    <a:pt x="16719" y="16041"/>
                  </a:lnTo>
                  <a:lnTo>
                    <a:pt x="13002" y="20772"/>
                  </a:lnTo>
                  <a:lnTo>
                    <a:pt x="11728" y="20501"/>
                  </a:lnTo>
                  <a:lnTo>
                    <a:pt x="11241" y="16863"/>
                  </a:lnTo>
                  <a:lnTo>
                    <a:pt x="3574" y="16756"/>
                  </a:lnTo>
                  <a:lnTo>
                    <a:pt x="4452" y="15612"/>
                  </a:lnTo>
                  <a:lnTo>
                    <a:pt x="3283" y="11164"/>
                  </a:lnTo>
                  <a:lnTo>
                    <a:pt x="712" y="10933"/>
                  </a:lnTo>
                  <a:lnTo>
                    <a:pt x="0" y="9418"/>
                  </a:lnTo>
                  <a:lnTo>
                    <a:pt x="519" y="7647"/>
                  </a:lnTo>
                  <a:lnTo>
                    <a:pt x="1881" y="7047"/>
                  </a:lnTo>
                  <a:lnTo>
                    <a:pt x="2617" y="4416"/>
                  </a:lnTo>
                  <a:lnTo>
                    <a:pt x="1869" y="1827"/>
                  </a:lnTo>
                  <a:lnTo>
                    <a:pt x="24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h7139"/>
            <p:cNvSpPr/>
            <p:nvPr/>
          </p:nvSpPr>
          <p:spPr>
            <a:xfrm>
              <a:off x="10410773" y="2679499"/>
              <a:ext cx="33003" cy="49740"/>
            </a:xfrm>
            <a:custGeom>
              <a:avLst/>
              <a:pathLst>
                <a:path w="33003" h="49740">
                  <a:moveTo>
                    <a:pt x="4083" y="0"/>
                  </a:moveTo>
                  <a:lnTo>
                    <a:pt x="3381" y="3571"/>
                  </a:lnTo>
                  <a:lnTo>
                    <a:pt x="5698" y="2465"/>
                  </a:lnTo>
                  <a:lnTo>
                    <a:pt x="10254" y="4960"/>
                  </a:lnTo>
                  <a:lnTo>
                    <a:pt x="20505" y="6713"/>
                  </a:lnTo>
                  <a:lnTo>
                    <a:pt x="23901" y="8676"/>
                  </a:lnTo>
                  <a:lnTo>
                    <a:pt x="30890" y="7525"/>
                  </a:lnTo>
                  <a:lnTo>
                    <a:pt x="28809" y="12109"/>
                  </a:lnTo>
                  <a:lnTo>
                    <a:pt x="26085" y="13398"/>
                  </a:lnTo>
                  <a:lnTo>
                    <a:pt x="24733" y="16398"/>
                  </a:lnTo>
                  <a:lnTo>
                    <a:pt x="26553" y="19320"/>
                  </a:lnTo>
                  <a:lnTo>
                    <a:pt x="26607" y="20619"/>
                  </a:lnTo>
                  <a:lnTo>
                    <a:pt x="24036" y="22074"/>
                  </a:lnTo>
                  <a:lnTo>
                    <a:pt x="26287" y="26816"/>
                  </a:lnTo>
                  <a:lnTo>
                    <a:pt x="25591" y="34142"/>
                  </a:lnTo>
                  <a:lnTo>
                    <a:pt x="26316" y="37867"/>
                  </a:lnTo>
                  <a:lnTo>
                    <a:pt x="32780" y="41400"/>
                  </a:lnTo>
                  <a:lnTo>
                    <a:pt x="33003" y="43304"/>
                  </a:lnTo>
                  <a:lnTo>
                    <a:pt x="30805" y="43172"/>
                  </a:lnTo>
                  <a:lnTo>
                    <a:pt x="24702" y="46075"/>
                  </a:lnTo>
                  <a:lnTo>
                    <a:pt x="19409" y="49740"/>
                  </a:lnTo>
                  <a:lnTo>
                    <a:pt x="18983" y="47469"/>
                  </a:lnTo>
                  <a:lnTo>
                    <a:pt x="19657" y="39632"/>
                  </a:lnTo>
                  <a:lnTo>
                    <a:pt x="17839" y="35603"/>
                  </a:lnTo>
                  <a:lnTo>
                    <a:pt x="16465" y="33867"/>
                  </a:lnTo>
                  <a:lnTo>
                    <a:pt x="13577" y="34738"/>
                  </a:lnTo>
                  <a:lnTo>
                    <a:pt x="10914" y="34172"/>
                  </a:lnTo>
                  <a:lnTo>
                    <a:pt x="6933" y="30351"/>
                  </a:lnTo>
                  <a:lnTo>
                    <a:pt x="7156" y="29574"/>
                  </a:lnTo>
                  <a:lnTo>
                    <a:pt x="5766" y="27483"/>
                  </a:lnTo>
                  <a:lnTo>
                    <a:pt x="630" y="23719"/>
                  </a:lnTo>
                  <a:lnTo>
                    <a:pt x="0" y="22496"/>
                  </a:lnTo>
                  <a:lnTo>
                    <a:pt x="1008" y="12902"/>
                  </a:lnTo>
                  <a:lnTo>
                    <a:pt x="4067" y="9656"/>
                  </a:lnTo>
                  <a:lnTo>
                    <a:pt x="596" y="3379"/>
                  </a:lnTo>
                  <a:lnTo>
                    <a:pt x="353" y="98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h7140"/>
            <p:cNvSpPr/>
            <p:nvPr/>
          </p:nvSpPr>
          <p:spPr>
            <a:xfrm>
              <a:off x="10441913" y="2916961"/>
              <a:ext cx="24773" cy="21213"/>
            </a:xfrm>
            <a:custGeom>
              <a:avLst/>
              <a:pathLst>
                <a:path w="24773" h="21213">
                  <a:moveTo>
                    <a:pt x="21191" y="1075"/>
                  </a:moveTo>
                  <a:lnTo>
                    <a:pt x="21803" y="0"/>
                  </a:lnTo>
                  <a:lnTo>
                    <a:pt x="24249" y="6380"/>
                  </a:lnTo>
                  <a:lnTo>
                    <a:pt x="24773" y="8347"/>
                  </a:lnTo>
                  <a:lnTo>
                    <a:pt x="23490" y="10383"/>
                  </a:lnTo>
                  <a:lnTo>
                    <a:pt x="20493" y="12142"/>
                  </a:lnTo>
                  <a:lnTo>
                    <a:pt x="16509" y="16334"/>
                  </a:lnTo>
                  <a:lnTo>
                    <a:pt x="17435" y="19095"/>
                  </a:lnTo>
                  <a:lnTo>
                    <a:pt x="12539" y="21213"/>
                  </a:lnTo>
                  <a:lnTo>
                    <a:pt x="9864" y="20886"/>
                  </a:lnTo>
                  <a:lnTo>
                    <a:pt x="10128" y="18434"/>
                  </a:lnTo>
                  <a:lnTo>
                    <a:pt x="1019" y="9423"/>
                  </a:lnTo>
                  <a:lnTo>
                    <a:pt x="0" y="7044"/>
                  </a:lnTo>
                  <a:lnTo>
                    <a:pt x="556" y="2711"/>
                  </a:lnTo>
                  <a:lnTo>
                    <a:pt x="1402" y="1659"/>
                  </a:lnTo>
                  <a:lnTo>
                    <a:pt x="8750" y="1578"/>
                  </a:lnTo>
                  <a:lnTo>
                    <a:pt x="13029" y="227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h7141"/>
            <p:cNvSpPr/>
            <p:nvPr/>
          </p:nvSpPr>
          <p:spPr>
            <a:xfrm>
              <a:off x="10598042" y="2759845"/>
              <a:ext cx="16463" cy="28970"/>
            </a:xfrm>
            <a:custGeom>
              <a:avLst/>
              <a:pathLst>
                <a:path w="16463" h="28970">
                  <a:moveTo>
                    <a:pt x="8980" y="2970"/>
                  </a:moveTo>
                  <a:lnTo>
                    <a:pt x="12024" y="805"/>
                  </a:lnTo>
                  <a:lnTo>
                    <a:pt x="13521" y="1484"/>
                  </a:lnTo>
                  <a:lnTo>
                    <a:pt x="16285" y="4420"/>
                  </a:lnTo>
                  <a:lnTo>
                    <a:pt x="16463" y="6218"/>
                  </a:lnTo>
                  <a:lnTo>
                    <a:pt x="14398" y="6729"/>
                  </a:lnTo>
                  <a:lnTo>
                    <a:pt x="13538" y="9837"/>
                  </a:lnTo>
                  <a:lnTo>
                    <a:pt x="13329" y="15678"/>
                  </a:lnTo>
                  <a:lnTo>
                    <a:pt x="15101" y="22392"/>
                  </a:lnTo>
                  <a:lnTo>
                    <a:pt x="13231" y="28429"/>
                  </a:lnTo>
                  <a:lnTo>
                    <a:pt x="9520" y="28970"/>
                  </a:lnTo>
                  <a:lnTo>
                    <a:pt x="8784" y="28476"/>
                  </a:lnTo>
                  <a:lnTo>
                    <a:pt x="9989" y="25657"/>
                  </a:lnTo>
                  <a:lnTo>
                    <a:pt x="7978" y="24546"/>
                  </a:lnTo>
                  <a:lnTo>
                    <a:pt x="1640" y="24340"/>
                  </a:lnTo>
                  <a:lnTo>
                    <a:pt x="299" y="25867"/>
                  </a:lnTo>
                  <a:lnTo>
                    <a:pt x="0" y="23973"/>
                  </a:lnTo>
                  <a:lnTo>
                    <a:pt x="2035" y="20578"/>
                  </a:lnTo>
                  <a:lnTo>
                    <a:pt x="3231" y="16120"/>
                  </a:lnTo>
                  <a:lnTo>
                    <a:pt x="1677" y="1892"/>
                  </a:lnTo>
                  <a:lnTo>
                    <a:pt x="557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h7142"/>
            <p:cNvSpPr/>
            <p:nvPr/>
          </p:nvSpPr>
          <p:spPr>
            <a:xfrm>
              <a:off x="10570339" y="2724463"/>
              <a:ext cx="40593" cy="37592"/>
            </a:xfrm>
            <a:custGeom>
              <a:avLst/>
              <a:pathLst>
                <a:path w="40593" h="37592">
                  <a:moveTo>
                    <a:pt x="12966" y="1637"/>
                  </a:moveTo>
                  <a:lnTo>
                    <a:pt x="17706" y="1593"/>
                  </a:lnTo>
                  <a:lnTo>
                    <a:pt x="18361" y="2747"/>
                  </a:lnTo>
                  <a:lnTo>
                    <a:pt x="21212" y="3597"/>
                  </a:lnTo>
                  <a:lnTo>
                    <a:pt x="27176" y="3693"/>
                  </a:lnTo>
                  <a:lnTo>
                    <a:pt x="34204" y="2440"/>
                  </a:lnTo>
                  <a:lnTo>
                    <a:pt x="36569" y="3756"/>
                  </a:lnTo>
                  <a:lnTo>
                    <a:pt x="37637" y="3001"/>
                  </a:lnTo>
                  <a:lnTo>
                    <a:pt x="36090" y="13045"/>
                  </a:lnTo>
                  <a:lnTo>
                    <a:pt x="39686" y="13718"/>
                  </a:lnTo>
                  <a:lnTo>
                    <a:pt x="40593" y="16430"/>
                  </a:lnTo>
                  <a:lnTo>
                    <a:pt x="40242" y="17135"/>
                  </a:lnTo>
                  <a:lnTo>
                    <a:pt x="39074" y="17663"/>
                  </a:lnTo>
                  <a:lnTo>
                    <a:pt x="37995" y="23132"/>
                  </a:lnTo>
                  <a:lnTo>
                    <a:pt x="33266" y="27537"/>
                  </a:lnTo>
                  <a:lnTo>
                    <a:pt x="32038" y="33317"/>
                  </a:lnTo>
                  <a:lnTo>
                    <a:pt x="33276" y="35382"/>
                  </a:lnTo>
                  <a:lnTo>
                    <a:pt x="29380" y="37275"/>
                  </a:lnTo>
                  <a:lnTo>
                    <a:pt x="29312" y="36204"/>
                  </a:lnTo>
                  <a:lnTo>
                    <a:pt x="27196" y="34768"/>
                  </a:lnTo>
                  <a:lnTo>
                    <a:pt x="26641" y="36743"/>
                  </a:lnTo>
                  <a:lnTo>
                    <a:pt x="25904" y="37120"/>
                  </a:lnTo>
                  <a:lnTo>
                    <a:pt x="22267" y="37592"/>
                  </a:lnTo>
                  <a:lnTo>
                    <a:pt x="19180" y="36567"/>
                  </a:lnTo>
                  <a:lnTo>
                    <a:pt x="19359" y="32901"/>
                  </a:lnTo>
                  <a:lnTo>
                    <a:pt x="18214" y="31231"/>
                  </a:lnTo>
                  <a:lnTo>
                    <a:pt x="14170" y="29552"/>
                  </a:lnTo>
                  <a:lnTo>
                    <a:pt x="9307" y="29798"/>
                  </a:lnTo>
                  <a:lnTo>
                    <a:pt x="7754" y="27077"/>
                  </a:lnTo>
                  <a:lnTo>
                    <a:pt x="10158" y="25158"/>
                  </a:lnTo>
                  <a:lnTo>
                    <a:pt x="5642" y="21629"/>
                  </a:lnTo>
                  <a:lnTo>
                    <a:pt x="7781" y="20596"/>
                  </a:lnTo>
                  <a:lnTo>
                    <a:pt x="7321" y="15856"/>
                  </a:lnTo>
                  <a:lnTo>
                    <a:pt x="4361" y="13288"/>
                  </a:lnTo>
                  <a:lnTo>
                    <a:pt x="6300" y="10096"/>
                  </a:lnTo>
                  <a:lnTo>
                    <a:pt x="2098" y="9024"/>
                  </a:lnTo>
                  <a:lnTo>
                    <a:pt x="608" y="10162"/>
                  </a:lnTo>
                  <a:lnTo>
                    <a:pt x="0" y="8675"/>
                  </a:lnTo>
                  <a:lnTo>
                    <a:pt x="3116" y="3876"/>
                  </a:lnTo>
                  <a:lnTo>
                    <a:pt x="777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h7143"/>
            <p:cNvSpPr/>
            <p:nvPr/>
          </p:nvSpPr>
          <p:spPr>
            <a:xfrm>
              <a:off x="10328955" y="2805527"/>
              <a:ext cx="50311" cy="45141"/>
            </a:xfrm>
            <a:custGeom>
              <a:avLst/>
              <a:pathLst>
                <a:path w="50311" h="45141">
                  <a:moveTo>
                    <a:pt x="12086" y="20"/>
                  </a:moveTo>
                  <a:lnTo>
                    <a:pt x="15355" y="6183"/>
                  </a:lnTo>
                  <a:lnTo>
                    <a:pt x="16197" y="9687"/>
                  </a:lnTo>
                  <a:lnTo>
                    <a:pt x="15366" y="9864"/>
                  </a:lnTo>
                  <a:lnTo>
                    <a:pt x="15534" y="11022"/>
                  </a:lnTo>
                  <a:lnTo>
                    <a:pt x="16465" y="13694"/>
                  </a:lnTo>
                  <a:lnTo>
                    <a:pt x="19537" y="16555"/>
                  </a:lnTo>
                  <a:lnTo>
                    <a:pt x="20856" y="20462"/>
                  </a:lnTo>
                  <a:lnTo>
                    <a:pt x="22778" y="23310"/>
                  </a:lnTo>
                  <a:lnTo>
                    <a:pt x="32420" y="23838"/>
                  </a:lnTo>
                  <a:lnTo>
                    <a:pt x="35699" y="26692"/>
                  </a:lnTo>
                  <a:lnTo>
                    <a:pt x="36205" y="28255"/>
                  </a:lnTo>
                  <a:lnTo>
                    <a:pt x="40069" y="30444"/>
                  </a:lnTo>
                  <a:lnTo>
                    <a:pt x="40916" y="28231"/>
                  </a:lnTo>
                  <a:lnTo>
                    <a:pt x="40120" y="25897"/>
                  </a:lnTo>
                  <a:lnTo>
                    <a:pt x="44542" y="26495"/>
                  </a:lnTo>
                  <a:lnTo>
                    <a:pt x="50311" y="31373"/>
                  </a:lnTo>
                  <a:lnTo>
                    <a:pt x="48184" y="33680"/>
                  </a:lnTo>
                  <a:lnTo>
                    <a:pt x="48150" y="34384"/>
                  </a:lnTo>
                  <a:lnTo>
                    <a:pt x="46725" y="34960"/>
                  </a:lnTo>
                  <a:lnTo>
                    <a:pt x="36779" y="34865"/>
                  </a:lnTo>
                  <a:lnTo>
                    <a:pt x="34417" y="38945"/>
                  </a:lnTo>
                  <a:lnTo>
                    <a:pt x="27904" y="40737"/>
                  </a:lnTo>
                  <a:lnTo>
                    <a:pt x="27010" y="44803"/>
                  </a:lnTo>
                  <a:lnTo>
                    <a:pt x="24169" y="45141"/>
                  </a:lnTo>
                  <a:lnTo>
                    <a:pt x="22567" y="44324"/>
                  </a:lnTo>
                  <a:lnTo>
                    <a:pt x="22517" y="43750"/>
                  </a:lnTo>
                  <a:lnTo>
                    <a:pt x="23808" y="43690"/>
                  </a:lnTo>
                  <a:lnTo>
                    <a:pt x="24599" y="41223"/>
                  </a:lnTo>
                  <a:lnTo>
                    <a:pt x="18535" y="28735"/>
                  </a:lnTo>
                  <a:lnTo>
                    <a:pt x="17834" y="23765"/>
                  </a:lnTo>
                  <a:lnTo>
                    <a:pt x="13581" y="23567"/>
                  </a:lnTo>
                  <a:lnTo>
                    <a:pt x="11010" y="26106"/>
                  </a:lnTo>
                  <a:lnTo>
                    <a:pt x="9747" y="29298"/>
                  </a:lnTo>
                  <a:lnTo>
                    <a:pt x="8567" y="30409"/>
                  </a:lnTo>
                  <a:lnTo>
                    <a:pt x="6954" y="30086"/>
                  </a:lnTo>
                  <a:lnTo>
                    <a:pt x="5859" y="28321"/>
                  </a:lnTo>
                  <a:lnTo>
                    <a:pt x="2589" y="28872"/>
                  </a:lnTo>
                  <a:lnTo>
                    <a:pt x="2341" y="25841"/>
                  </a:lnTo>
                  <a:lnTo>
                    <a:pt x="368" y="24645"/>
                  </a:lnTo>
                  <a:lnTo>
                    <a:pt x="0" y="22789"/>
                  </a:lnTo>
                  <a:lnTo>
                    <a:pt x="4326" y="17223"/>
                  </a:lnTo>
                  <a:lnTo>
                    <a:pt x="3661" y="14458"/>
                  </a:lnTo>
                  <a:lnTo>
                    <a:pt x="1168" y="12565"/>
                  </a:lnTo>
                  <a:lnTo>
                    <a:pt x="5150" y="7881"/>
                  </a:lnTo>
                  <a:lnTo>
                    <a:pt x="5824" y="5248"/>
                  </a:lnTo>
                  <a:lnTo>
                    <a:pt x="7556" y="2664"/>
                  </a:lnTo>
                  <a:lnTo>
                    <a:pt x="1079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h7144"/>
            <p:cNvSpPr/>
            <p:nvPr/>
          </p:nvSpPr>
          <p:spPr>
            <a:xfrm>
              <a:off x="10404889" y="2911217"/>
              <a:ext cx="47152" cy="31730"/>
            </a:xfrm>
            <a:custGeom>
              <a:avLst/>
              <a:pathLst>
                <a:path w="47152" h="31730">
                  <a:moveTo>
                    <a:pt x="19250" y="813"/>
                  </a:moveTo>
                  <a:lnTo>
                    <a:pt x="31389" y="3352"/>
                  </a:lnTo>
                  <a:lnTo>
                    <a:pt x="33897" y="348"/>
                  </a:lnTo>
                  <a:lnTo>
                    <a:pt x="33896" y="3406"/>
                  </a:lnTo>
                  <a:lnTo>
                    <a:pt x="36819" y="6755"/>
                  </a:lnTo>
                  <a:lnTo>
                    <a:pt x="38426" y="7404"/>
                  </a:lnTo>
                  <a:lnTo>
                    <a:pt x="37580" y="8456"/>
                  </a:lnTo>
                  <a:lnTo>
                    <a:pt x="37023" y="12789"/>
                  </a:lnTo>
                  <a:lnTo>
                    <a:pt x="38043" y="15167"/>
                  </a:lnTo>
                  <a:lnTo>
                    <a:pt x="47152" y="24179"/>
                  </a:lnTo>
                  <a:lnTo>
                    <a:pt x="44481" y="24971"/>
                  </a:lnTo>
                  <a:lnTo>
                    <a:pt x="38417" y="30173"/>
                  </a:lnTo>
                  <a:lnTo>
                    <a:pt x="36004" y="31487"/>
                  </a:lnTo>
                  <a:lnTo>
                    <a:pt x="34020" y="31730"/>
                  </a:lnTo>
                  <a:lnTo>
                    <a:pt x="32602" y="31396"/>
                  </a:lnTo>
                  <a:lnTo>
                    <a:pt x="31635" y="28789"/>
                  </a:lnTo>
                  <a:lnTo>
                    <a:pt x="28046" y="28865"/>
                  </a:lnTo>
                  <a:lnTo>
                    <a:pt x="27323" y="27568"/>
                  </a:lnTo>
                  <a:lnTo>
                    <a:pt x="20332" y="24822"/>
                  </a:lnTo>
                  <a:lnTo>
                    <a:pt x="14746" y="26528"/>
                  </a:lnTo>
                  <a:lnTo>
                    <a:pt x="13368" y="25682"/>
                  </a:lnTo>
                  <a:lnTo>
                    <a:pt x="13608" y="22476"/>
                  </a:lnTo>
                  <a:lnTo>
                    <a:pt x="9499" y="21075"/>
                  </a:lnTo>
                  <a:lnTo>
                    <a:pt x="4533" y="20838"/>
                  </a:lnTo>
                  <a:lnTo>
                    <a:pt x="4237" y="20006"/>
                  </a:lnTo>
                  <a:lnTo>
                    <a:pt x="9736" y="12867"/>
                  </a:lnTo>
                  <a:lnTo>
                    <a:pt x="7438" y="10084"/>
                  </a:lnTo>
                  <a:lnTo>
                    <a:pt x="3509" y="11012"/>
                  </a:lnTo>
                  <a:lnTo>
                    <a:pt x="656" y="8808"/>
                  </a:lnTo>
                  <a:lnTo>
                    <a:pt x="0" y="6576"/>
                  </a:lnTo>
                  <a:lnTo>
                    <a:pt x="2134" y="3852"/>
                  </a:lnTo>
                  <a:lnTo>
                    <a:pt x="4511" y="3464"/>
                  </a:lnTo>
                  <a:lnTo>
                    <a:pt x="7852" y="1523"/>
                  </a:lnTo>
                  <a:lnTo>
                    <a:pt x="11284" y="0"/>
                  </a:lnTo>
                  <a:lnTo>
                    <a:pt x="17131" y="2454"/>
                  </a:lnTo>
                  <a:lnTo>
                    <a:pt x="17539" y="89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h7145"/>
            <p:cNvSpPr/>
            <p:nvPr/>
          </p:nvSpPr>
          <p:spPr>
            <a:xfrm>
              <a:off x="10466807" y="2945637"/>
              <a:ext cx="42962" cy="74385"/>
            </a:xfrm>
            <a:custGeom>
              <a:avLst/>
              <a:pathLst>
                <a:path w="42962" h="74385">
                  <a:moveTo>
                    <a:pt x="11046" y="0"/>
                  </a:moveTo>
                  <a:lnTo>
                    <a:pt x="12386" y="1477"/>
                  </a:lnTo>
                  <a:lnTo>
                    <a:pt x="13036" y="5789"/>
                  </a:lnTo>
                  <a:lnTo>
                    <a:pt x="19827" y="7797"/>
                  </a:lnTo>
                  <a:lnTo>
                    <a:pt x="19086" y="9577"/>
                  </a:lnTo>
                  <a:lnTo>
                    <a:pt x="20059" y="11895"/>
                  </a:lnTo>
                  <a:lnTo>
                    <a:pt x="26625" y="11825"/>
                  </a:lnTo>
                  <a:lnTo>
                    <a:pt x="28227" y="11150"/>
                  </a:lnTo>
                  <a:lnTo>
                    <a:pt x="31481" y="12944"/>
                  </a:lnTo>
                  <a:lnTo>
                    <a:pt x="32018" y="15831"/>
                  </a:lnTo>
                  <a:lnTo>
                    <a:pt x="33745" y="14755"/>
                  </a:lnTo>
                  <a:lnTo>
                    <a:pt x="35125" y="16342"/>
                  </a:lnTo>
                  <a:lnTo>
                    <a:pt x="35432" y="17795"/>
                  </a:lnTo>
                  <a:lnTo>
                    <a:pt x="33815" y="20479"/>
                  </a:lnTo>
                  <a:lnTo>
                    <a:pt x="28051" y="25338"/>
                  </a:lnTo>
                  <a:lnTo>
                    <a:pt x="26299" y="28090"/>
                  </a:lnTo>
                  <a:lnTo>
                    <a:pt x="29815" y="32609"/>
                  </a:lnTo>
                  <a:lnTo>
                    <a:pt x="34232" y="34195"/>
                  </a:lnTo>
                  <a:lnTo>
                    <a:pt x="35197" y="33929"/>
                  </a:lnTo>
                  <a:lnTo>
                    <a:pt x="35904" y="35123"/>
                  </a:lnTo>
                  <a:lnTo>
                    <a:pt x="35636" y="36649"/>
                  </a:lnTo>
                  <a:lnTo>
                    <a:pt x="32781" y="39869"/>
                  </a:lnTo>
                  <a:lnTo>
                    <a:pt x="35121" y="42580"/>
                  </a:lnTo>
                  <a:lnTo>
                    <a:pt x="39333" y="43814"/>
                  </a:lnTo>
                  <a:lnTo>
                    <a:pt x="39952" y="50233"/>
                  </a:lnTo>
                  <a:lnTo>
                    <a:pt x="42415" y="49872"/>
                  </a:lnTo>
                  <a:lnTo>
                    <a:pt x="42962" y="59666"/>
                  </a:lnTo>
                  <a:lnTo>
                    <a:pt x="39406" y="61823"/>
                  </a:lnTo>
                  <a:lnTo>
                    <a:pt x="38668" y="61411"/>
                  </a:lnTo>
                  <a:lnTo>
                    <a:pt x="37339" y="62306"/>
                  </a:lnTo>
                  <a:lnTo>
                    <a:pt x="32169" y="71345"/>
                  </a:lnTo>
                  <a:lnTo>
                    <a:pt x="29841" y="73745"/>
                  </a:lnTo>
                  <a:lnTo>
                    <a:pt x="27612" y="74385"/>
                  </a:lnTo>
                  <a:lnTo>
                    <a:pt x="24768" y="73124"/>
                  </a:lnTo>
                  <a:lnTo>
                    <a:pt x="21435" y="69631"/>
                  </a:lnTo>
                  <a:lnTo>
                    <a:pt x="20612" y="65841"/>
                  </a:lnTo>
                  <a:lnTo>
                    <a:pt x="19025" y="63182"/>
                  </a:lnTo>
                  <a:lnTo>
                    <a:pt x="16334" y="63723"/>
                  </a:lnTo>
                  <a:lnTo>
                    <a:pt x="15007" y="59031"/>
                  </a:lnTo>
                  <a:lnTo>
                    <a:pt x="9963" y="59467"/>
                  </a:lnTo>
                  <a:lnTo>
                    <a:pt x="7612" y="57236"/>
                  </a:lnTo>
                  <a:lnTo>
                    <a:pt x="10330" y="55172"/>
                  </a:lnTo>
                  <a:lnTo>
                    <a:pt x="16404" y="45412"/>
                  </a:lnTo>
                  <a:lnTo>
                    <a:pt x="15232" y="43276"/>
                  </a:lnTo>
                  <a:lnTo>
                    <a:pt x="12221" y="41628"/>
                  </a:lnTo>
                  <a:lnTo>
                    <a:pt x="13589" y="38182"/>
                  </a:lnTo>
                  <a:lnTo>
                    <a:pt x="15557" y="36015"/>
                  </a:lnTo>
                  <a:lnTo>
                    <a:pt x="15488" y="35002"/>
                  </a:lnTo>
                  <a:lnTo>
                    <a:pt x="13756" y="30842"/>
                  </a:lnTo>
                  <a:lnTo>
                    <a:pt x="10576" y="29791"/>
                  </a:lnTo>
                  <a:lnTo>
                    <a:pt x="14213" y="26685"/>
                  </a:lnTo>
                  <a:lnTo>
                    <a:pt x="15232" y="24371"/>
                  </a:lnTo>
                  <a:lnTo>
                    <a:pt x="14851" y="22993"/>
                  </a:lnTo>
                  <a:lnTo>
                    <a:pt x="13707" y="21472"/>
                  </a:lnTo>
                  <a:lnTo>
                    <a:pt x="10438" y="21564"/>
                  </a:lnTo>
                  <a:lnTo>
                    <a:pt x="8259" y="22809"/>
                  </a:lnTo>
                  <a:lnTo>
                    <a:pt x="7557" y="25331"/>
                  </a:lnTo>
                  <a:lnTo>
                    <a:pt x="4302" y="26219"/>
                  </a:lnTo>
                  <a:lnTo>
                    <a:pt x="290" y="25343"/>
                  </a:lnTo>
                  <a:lnTo>
                    <a:pt x="0" y="24177"/>
                  </a:lnTo>
                  <a:lnTo>
                    <a:pt x="2215" y="17812"/>
                  </a:lnTo>
                  <a:lnTo>
                    <a:pt x="1851" y="15063"/>
                  </a:lnTo>
                  <a:lnTo>
                    <a:pt x="8107" y="10505"/>
                  </a:lnTo>
                  <a:lnTo>
                    <a:pt x="8299" y="8211"/>
                  </a:lnTo>
                  <a:lnTo>
                    <a:pt x="5837" y="4051"/>
                  </a:lnTo>
                  <a:lnTo>
                    <a:pt x="8225" y="77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h7146"/>
            <p:cNvSpPr/>
            <p:nvPr/>
          </p:nvSpPr>
          <p:spPr>
            <a:xfrm>
              <a:off x="10443212" y="2875827"/>
              <a:ext cx="35424" cy="29941"/>
            </a:xfrm>
            <a:custGeom>
              <a:avLst/>
              <a:pathLst>
                <a:path w="35424" h="29941">
                  <a:moveTo>
                    <a:pt x="16572" y="1756"/>
                  </a:moveTo>
                  <a:lnTo>
                    <a:pt x="16270" y="3032"/>
                  </a:lnTo>
                  <a:lnTo>
                    <a:pt x="13253" y="4834"/>
                  </a:lnTo>
                  <a:lnTo>
                    <a:pt x="13517" y="6089"/>
                  </a:lnTo>
                  <a:lnTo>
                    <a:pt x="16648" y="7788"/>
                  </a:lnTo>
                  <a:lnTo>
                    <a:pt x="17418" y="6647"/>
                  </a:lnTo>
                  <a:lnTo>
                    <a:pt x="17250" y="5433"/>
                  </a:lnTo>
                  <a:lnTo>
                    <a:pt x="17888" y="4740"/>
                  </a:lnTo>
                  <a:lnTo>
                    <a:pt x="18756" y="5106"/>
                  </a:lnTo>
                  <a:lnTo>
                    <a:pt x="20213" y="5761"/>
                  </a:lnTo>
                  <a:lnTo>
                    <a:pt x="28553" y="13953"/>
                  </a:lnTo>
                  <a:lnTo>
                    <a:pt x="31957" y="14038"/>
                  </a:lnTo>
                  <a:lnTo>
                    <a:pt x="32972" y="14441"/>
                  </a:lnTo>
                  <a:lnTo>
                    <a:pt x="35424" y="17593"/>
                  </a:lnTo>
                  <a:lnTo>
                    <a:pt x="35395" y="18864"/>
                  </a:lnTo>
                  <a:lnTo>
                    <a:pt x="34243" y="18346"/>
                  </a:lnTo>
                  <a:lnTo>
                    <a:pt x="32494" y="18718"/>
                  </a:lnTo>
                  <a:lnTo>
                    <a:pt x="31433" y="20741"/>
                  </a:lnTo>
                  <a:lnTo>
                    <a:pt x="27566" y="21395"/>
                  </a:lnTo>
                  <a:lnTo>
                    <a:pt x="20749" y="23934"/>
                  </a:lnTo>
                  <a:lnTo>
                    <a:pt x="20198" y="25192"/>
                  </a:lnTo>
                  <a:lnTo>
                    <a:pt x="20549" y="29941"/>
                  </a:lnTo>
                  <a:lnTo>
                    <a:pt x="12591" y="28092"/>
                  </a:lnTo>
                  <a:lnTo>
                    <a:pt x="12571" y="26451"/>
                  </a:lnTo>
                  <a:lnTo>
                    <a:pt x="9938" y="21930"/>
                  </a:lnTo>
                  <a:lnTo>
                    <a:pt x="5649" y="24698"/>
                  </a:lnTo>
                  <a:lnTo>
                    <a:pt x="3791" y="27423"/>
                  </a:lnTo>
                  <a:lnTo>
                    <a:pt x="1592" y="26606"/>
                  </a:lnTo>
                  <a:lnTo>
                    <a:pt x="569" y="24236"/>
                  </a:lnTo>
                  <a:lnTo>
                    <a:pt x="0" y="20786"/>
                  </a:lnTo>
                  <a:lnTo>
                    <a:pt x="5038" y="13989"/>
                  </a:lnTo>
                  <a:lnTo>
                    <a:pt x="7630" y="12794"/>
                  </a:lnTo>
                  <a:lnTo>
                    <a:pt x="6766" y="11216"/>
                  </a:lnTo>
                  <a:lnTo>
                    <a:pt x="8325" y="6877"/>
                  </a:lnTo>
                  <a:lnTo>
                    <a:pt x="8083" y="1379"/>
                  </a:lnTo>
                  <a:lnTo>
                    <a:pt x="8826" y="396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h7147"/>
            <p:cNvSpPr/>
            <p:nvPr/>
          </p:nvSpPr>
          <p:spPr>
            <a:xfrm>
              <a:off x="10345896" y="2899210"/>
              <a:ext cx="37801" cy="40397"/>
            </a:xfrm>
            <a:custGeom>
              <a:avLst/>
              <a:pathLst>
                <a:path w="37801" h="40397">
                  <a:moveTo>
                    <a:pt x="13767" y="4274"/>
                  </a:moveTo>
                  <a:lnTo>
                    <a:pt x="20761" y="8242"/>
                  </a:lnTo>
                  <a:lnTo>
                    <a:pt x="24567" y="11932"/>
                  </a:lnTo>
                  <a:lnTo>
                    <a:pt x="26148" y="12411"/>
                  </a:lnTo>
                  <a:lnTo>
                    <a:pt x="29045" y="19582"/>
                  </a:lnTo>
                  <a:lnTo>
                    <a:pt x="30035" y="20732"/>
                  </a:lnTo>
                  <a:lnTo>
                    <a:pt x="34815" y="22908"/>
                  </a:lnTo>
                  <a:lnTo>
                    <a:pt x="36328" y="26508"/>
                  </a:lnTo>
                  <a:lnTo>
                    <a:pt x="37801" y="28241"/>
                  </a:lnTo>
                  <a:lnTo>
                    <a:pt x="34469" y="32670"/>
                  </a:lnTo>
                  <a:lnTo>
                    <a:pt x="32927" y="35333"/>
                  </a:lnTo>
                  <a:lnTo>
                    <a:pt x="28674" y="39840"/>
                  </a:lnTo>
                  <a:lnTo>
                    <a:pt x="22456" y="40397"/>
                  </a:lnTo>
                  <a:lnTo>
                    <a:pt x="18469" y="38185"/>
                  </a:lnTo>
                  <a:lnTo>
                    <a:pt x="13608" y="38731"/>
                  </a:lnTo>
                  <a:lnTo>
                    <a:pt x="13443" y="37216"/>
                  </a:lnTo>
                  <a:lnTo>
                    <a:pt x="10080" y="35581"/>
                  </a:lnTo>
                  <a:lnTo>
                    <a:pt x="9888" y="22400"/>
                  </a:lnTo>
                  <a:lnTo>
                    <a:pt x="7485" y="23066"/>
                  </a:lnTo>
                  <a:lnTo>
                    <a:pt x="623" y="17579"/>
                  </a:lnTo>
                  <a:lnTo>
                    <a:pt x="0" y="14840"/>
                  </a:lnTo>
                  <a:lnTo>
                    <a:pt x="1229" y="11859"/>
                  </a:lnTo>
                  <a:lnTo>
                    <a:pt x="2962" y="11804"/>
                  </a:lnTo>
                  <a:lnTo>
                    <a:pt x="2892" y="9771"/>
                  </a:lnTo>
                  <a:lnTo>
                    <a:pt x="2081" y="9261"/>
                  </a:lnTo>
                  <a:lnTo>
                    <a:pt x="6428" y="1915"/>
                  </a:lnTo>
                  <a:lnTo>
                    <a:pt x="1217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h7148"/>
            <p:cNvSpPr/>
            <p:nvPr/>
          </p:nvSpPr>
          <p:spPr>
            <a:xfrm>
              <a:off x="10445695" y="2820583"/>
              <a:ext cx="44633" cy="28416"/>
            </a:xfrm>
            <a:custGeom>
              <a:avLst/>
              <a:pathLst>
                <a:path w="44633" h="28416">
                  <a:moveTo>
                    <a:pt x="16368" y="226"/>
                  </a:moveTo>
                  <a:lnTo>
                    <a:pt x="18629" y="1217"/>
                  </a:lnTo>
                  <a:lnTo>
                    <a:pt x="18713" y="2274"/>
                  </a:lnTo>
                  <a:lnTo>
                    <a:pt x="15594" y="5664"/>
                  </a:lnTo>
                  <a:lnTo>
                    <a:pt x="16356" y="6756"/>
                  </a:lnTo>
                  <a:lnTo>
                    <a:pt x="18048" y="7114"/>
                  </a:lnTo>
                  <a:lnTo>
                    <a:pt x="22934" y="4263"/>
                  </a:lnTo>
                  <a:lnTo>
                    <a:pt x="26175" y="4290"/>
                  </a:lnTo>
                  <a:lnTo>
                    <a:pt x="26445" y="5168"/>
                  </a:lnTo>
                  <a:lnTo>
                    <a:pt x="29739" y="5405"/>
                  </a:lnTo>
                  <a:lnTo>
                    <a:pt x="29894" y="6085"/>
                  </a:lnTo>
                  <a:lnTo>
                    <a:pt x="34919" y="7931"/>
                  </a:lnTo>
                  <a:lnTo>
                    <a:pt x="40779" y="12337"/>
                  </a:lnTo>
                  <a:lnTo>
                    <a:pt x="44633" y="12385"/>
                  </a:lnTo>
                  <a:lnTo>
                    <a:pt x="43213" y="14285"/>
                  </a:lnTo>
                  <a:lnTo>
                    <a:pt x="38162" y="20343"/>
                  </a:lnTo>
                  <a:lnTo>
                    <a:pt x="34356" y="23660"/>
                  </a:lnTo>
                  <a:lnTo>
                    <a:pt x="32174" y="23505"/>
                  </a:lnTo>
                  <a:lnTo>
                    <a:pt x="29951" y="24587"/>
                  </a:lnTo>
                  <a:lnTo>
                    <a:pt x="28474" y="27038"/>
                  </a:lnTo>
                  <a:lnTo>
                    <a:pt x="26455" y="28235"/>
                  </a:lnTo>
                  <a:lnTo>
                    <a:pt x="19812" y="28416"/>
                  </a:lnTo>
                  <a:lnTo>
                    <a:pt x="15498" y="26480"/>
                  </a:lnTo>
                  <a:lnTo>
                    <a:pt x="11876" y="23756"/>
                  </a:lnTo>
                  <a:lnTo>
                    <a:pt x="7584" y="22153"/>
                  </a:lnTo>
                  <a:lnTo>
                    <a:pt x="6565" y="22508"/>
                  </a:lnTo>
                  <a:lnTo>
                    <a:pt x="5499" y="22153"/>
                  </a:lnTo>
                  <a:lnTo>
                    <a:pt x="2971" y="16010"/>
                  </a:lnTo>
                  <a:lnTo>
                    <a:pt x="0" y="13475"/>
                  </a:lnTo>
                  <a:lnTo>
                    <a:pt x="744" y="12364"/>
                  </a:lnTo>
                  <a:lnTo>
                    <a:pt x="311" y="10320"/>
                  </a:lnTo>
                  <a:lnTo>
                    <a:pt x="2685" y="5343"/>
                  </a:lnTo>
                  <a:lnTo>
                    <a:pt x="6953" y="567"/>
                  </a:lnTo>
                  <a:lnTo>
                    <a:pt x="1358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h7149"/>
            <p:cNvSpPr/>
            <p:nvPr/>
          </p:nvSpPr>
          <p:spPr>
            <a:xfrm>
              <a:off x="10372071" y="2771083"/>
              <a:ext cx="42018" cy="23307"/>
            </a:xfrm>
            <a:custGeom>
              <a:avLst/>
              <a:pathLst>
                <a:path w="42018" h="23307">
                  <a:moveTo>
                    <a:pt x="32962" y="8313"/>
                  </a:moveTo>
                  <a:lnTo>
                    <a:pt x="35045" y="12067"/>
                  </a:lnTo>
                  <a:lnTo>
                    <a:pt x="38032" y="12409"/>
                  </a:lnTo>
                  <a:lnTo>
                    <a:pt x="41728" y="14158"/>
                  </a:lnTo>
                  <a:lnTo>
                    <a:pt x="42018" y="17054"/>
                  </a:lnTo>
                  <a:lnTo>
                    <a:pt x="41033" y="22246"/>
                  </a:lnTo>
                  <a:lnTo>
                    <a:pt x="38997" y="23307"/>
                  </a:lnTo>
                  <a:lnTo>
                    <a:pt x="37292" y="21929"/>
                  </a:lnTo>
                  <a:lnTo>
                    <a:pt x="26550" y="19462"/>
                  </a:lnTo>
                  <a:lnTo>
                    <a:pt x="26710" y="13745"/>
                  </a:lnTo>
                  <a:lnTo>
                    <a:pt x="24927" y="11434"/>
                  </a:lnTo>
                  <a:lnTo>
                    <a:pt x="22143" y="11524"/>
                  </a:lnTo>
                  <a:lnTo>
                    <a:pt x="18682" y="14389"/>
                  </a:lnTo>
                  <a:lnTo>
                    <a:pt x="13094" y="14472"/>
                  </a:lnTo>
                  <a:lnTo>
                    <a:pt x="10147" y="11895"/>
                  </a:lnTo>
                  <a:lnTo>
                    <a:pt x="5187" y="9776"/>
                  </a:lnTo>
                  <a:lnTo>
                    <a:pt x="1766" y="12730"/>
                  </a:lnTo>
                  <a:lnTo>
                    <a:pt x="0" y="13142"/>
                  </a:lnTo>
                  <a:lnTo>
                    <a:pt x="4382" y="7553"/>
                  </a:lnTo>
                  <a:lnTo>
                    <a:pt x="5991" y="8191"/>
                  </a:lnTo>
                  <a:lnTo>
                    <a:pt x="6647" y="5709"/>
                  </a:lnTo>
                  <a:lnTo>
                    <a:pt x="6229" y="5395"/>
                  </a:lnTo>
                  <a:lnTo>
                    <a:pt x="17891" y="7797"/>
                  </a:lnTo>
                  <a:lnTo>
                    <a:pt x="22113" y="5790"/>
                  </a:lnTo>
                  <a:lnTo>
                    <a:pt x="26542" y="1624"/>
                  </a:lnTo>
                  <a:lnTo>
                    <a:pt x="26775" y="206"/>
                  </a:lnTo>
                  <a:lnTo>
                    <a:pt x="2788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h7150"/>
            <p:cNvSpPr/>
            <p:nvPr/>
          </p:nvSpPr>
          <p:spPr>
            <a:xfrm>
              <a:off x="10525898" y="2834878"/>
              <a:ext cx="31932" cy="22887"/>
            </a:xfrm>
            <a:custGeom>
              <a:avLst/>
              <a:pathLst>
                <a:path w="31932" h="22887">
                  <a:moveTo>
                    <a:pt x="31474" y="3755"/>
                  </a:moveTo>
                  <a:lnTo>
                    <a:pt x="31932" y="4695"/>
                  </a:lnTo>
                  <a:lnTo>
                    <a:pt x="30372" y="7630"/>
                  </a:lnTo>
                  <a:lnTo>
                    <a:pt x="24512" y="13184"/>
                  </a:lnTo>
                  <a:lnTo>
                    <a:pt x="23245" y="13122"/>
                  </a:lnTo>
                  <a:lnTo>
                    <a:pt x="22975" y="14977"/>
                  </a:lnTo>
                  <a:lnTo>
                    <a:pt x="17098" y="16612"/>
                  </a:lnTo>
                  <a:lnTo>
                    <a:pt x="16183" y="17482"/>
                  </a:lnTo>
                  <a:lnTo>
                    <a:pt x="14681" y="19697"/>
                  </a:lnTo>
                  <a:lnTo>
                    <a:pt x="16397" y="20611"/>
                  </a:lnTo>
                  <a:lnTo>
                    <a:pt x="16152" y="22887"/>
                  </a:lnTo>
                  <a:lnTo>
                    <a:pt x="12920" y="22451"/>
                  </a:lnTo>
                  <a:lnTo>
                    <a:pt x="11919" y="21504"/>
                  </a:lnTo>
                  <a:lnTo>
                    <a:pt x="10587" y="18830"/>
                  </a:lnTo>
                  <a:lnTo>
                    <a:pt x="10912" y="15849"/>
                  </a:lnTo>
                  <a:lnTo>
                    <a:pt x="9427" y="13000"/>
                  </a:lnTo>
                  <a:lnTo>
                    <a:pt x="3808" y="10653"/>
                  </a:lnTo>
                  <a:lnTo>
                    <a:pt x="0" y="11361"/>
                  </a:lnTo>
                  <a:lnTo>
                    <a:pt x="151" y="10171"/>
                  </a:lnTo>
                  <a:lnTo>
                    <a:pt x="2353" y="8536"/>
                  </a:lnTo>
                  <a:lnTo>
                    <a:pt x="4506" y="7841"/>
                  </a:lnTo>
                  <a:lnTo>
                    <a:pt x="8048" y="8587"/>
                  </a:lnTo>
                  <a:lnTo>
                    <a:pt x="9958" y="6291"/>
                  </a:lnTo>
                  <a:lnTo>
                    <a:pt x="10343" y="4261"/>
                  </a:lnTo>
                  <a:lnTo>
                    <a:pt x="12644" y="4311"/>
                  </a:lnTo>
                  <a:lnTo>
                    <a:pt x="13714" y="6030"/>
                  </a:lnTo>
                  <a:lnTo>
                    <a:pt x="15817" y="5537"/>
                  </a:lnTo>
                  <a:lnTo>
                    <a:pt x="17133" y="6806"/>
                  </a:lnTo>
                  <a:lnTo>
                    <a:pt x="20993" y="3621"/>
                  </a:lnTo>
                  <a:lnTo>
                    <a:pt x="20859" y="2021"/>
                  </a:lnTo>
                  <a:lnTo>
                    <a:pt x="22656" y="268"/>
                  </a:lnTo>
                  <a:lnTo>
                    <a:pt x="2420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h7151"/>
            <p:cNvSpPr/>
            <p:nvPr/>
          </p:nvSpPr>
          <p:spPr>
            <a:xfrm>
              <a:off x="10411521" y="2880304"/>
              <a:ext cx="30744" cy="34264"/>
            </a:xfrm>
            <a:custGeom>
              <a:avLst/>
              <a:pathLst>
                <a:path w="30744" h="34264">
                  <a:moveTo>
                    <a:pt x="14739" y="3824"/>
                  </a:moveTo>
                  <a:lnTo>
                    <a:pt x="16691" y="3493"/>
                  </a:lnTo>
                  <a:lnTo>
                    <a:pt x="17680" y="1847"/>
                  </a:lnTo>
                  <a:lnTo>
                    <a:pt x="20401" y="562"/>
                  </a:lnTo>
                  <a:lnTo>
                    <a:pt x="28113" y="932"/>
                  </a:lnTo>
                  <a:lnTo>
                    <a:pt x="30744" y="3599"/>
                  </a:lnTo>
                  <a:lnTo>
                    <a:pt x="27106" y="4590"/>
                  </a:lnTo>
                  <a:lnTo>
                    <a:pt x="26001" y="6053"/>
                  </a:lnTo>
                  <a:lnTo>
                    <a:pt x="24707" y="10389"/>
                  </a:lnTo>
                  <a:lnTo>
                    <a:pt x="24795" y="14196"/>
                  </a:lnTo>
                  <a:lnTo>
                    <a:pt x="26590" y="16204"/>
                  </a:lnTo>
                  <a:lnTo>
                    <a:pt x="26966" y="18321"/>
                  </a:lnTo>
                  <a:lnTo>
                    <a:pt x="26072" y="18836"/>
                  </a:lnTo>
                  <a:lnTo>
                    <a:pt x="26626" y="21699"/>
                  </a:lnTo>
                  <a:lnTo>
                    <a:pt x="25026" y="23605"/>
                  </a:lnTo>
                  <a:lnTo>
                    <a:pt x="21696" y="25181"/>
                  </a:lnTo>
                  <a:lnTo>
                    <a:pt x="25264" y="29276"/>
                  </a:lnTo>
                  <a:lnTo>
                    <a:pt x="29551" y="29583"/>
                  </a:lnTo>
                  <a:lnTo>
                    <a:pt x="29051" y="31703"/>
                  </a:lnTo>
                  <a:lnTo>
                    <a:pt x="27265" y="31261"/>
                  </a:lnTo>
                  <a:lnTo>
                    <a:pt x="24757" y="34264"/>
                  </a:lnTo>
                  <a:lnTo>
                    <a:pt x="12618" y="31725"/>
                  </a:lnTo>
                  <a:lnTo>
                    <a:pt x="10907" y="31808"/>
                  </a:lnTo>
                  <a:lnTo>
                    <a:pt x="10499" y="33366"/>
                  </a:lnTo>
                  <a:lnTo>
                    <a:pt x="4652" y="30912"/>
                  </a:lnTo>
                  <a:lnTo>
                    <a:pt x="1220" y="32436"/>
                  </a:lnTo>
                  <a:lnTo>
                    <a:pt x="3083" y="29865"/>
                  </a:lnTo>
                  <a:lnTo>
                    <a:pt x="3018" y="25334"/>
                  </a:lnTo>
                  <a:lnTo>
                    <a:pt x="616" y="22556"/>
                  </a:lnTo>
                  <a:lnTo>
                    <a:pt x="5" y="19170"/>
                  </a:lnTo>
                  <a:lnTo>
                    <a:pt x="0" y="10610"/>
                  </a:lnTo>
                  <a:lnTo>
                    <a:pt x="55" y="9843"/>
                  </a:lnTo>
                  <a:lnTo>
                    <a:pt x="2417" y="8869"/>
                  </a:lnTo>
                  <a:lnTo>
                    <a:pt x="4096" y="9037"/>
                  </a:lnTo>
                  <a:lnTo>
                    <a:pt x="6002" y="6784"/>
                  </a:lnTo>
                  <a:lnTo>
                    <a:pt x="6116" y="4296"/>
                  </a:lnTo>
                  <a:lnTo>
                    <a:pt x="11475" y="536"/>
                  </a:lnTo>
                  <a:lnTo>
                    <a:pt x="1352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h7152"/>
            <p:cNvSpPr/>
            <p:nvPr/>
          </p:nvSpPr>
          <p:spPr>
            <a:xfrm>
              <a:off x="10275070" y="2945220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h7153"/>
            <p:cNvSpPr/>
            <p:nvPr/>
          </p:nvSpPr>
          <p:spPr>
            <a:xfrm>
              <a:off x="10275398" y="29447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h7154"/>
            <p:cNvSpPr/>
            <p:nvPr/>
          </p:nvSpPr>
          <p:spPr>
            <a:xfrm>
              <a:off x="10275804" y="2944428"/>
              <a:ext cx="187" cy="189"/>
            </a:xfrm>
            <a:custGeom>
              <a:avLst/>
              <a:pathLst>
                <a:path w="187" h="189">
                  <a:moveTo>
                    <a:pt x="0" y="160"/>
                  </a:moveTo>
                  <a:lnTo>
                    <a:pt x="139" y="0"/>
                  </a:lnTo>
                  <a:lnTo>
                    <a:pt x="187" y="18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h7155"/>
            <p:cNvSpPr/>
            <p:nvPr/>
          </p:nvSpPr>
          <p:spPr>
            <a:xfrm>
              <a:off x="10275441" y="2944040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h7156"/>
            <p:cNvSpPr/>
            <p:nvPr/>
          </p:nvSpPr>
          <p:spPr>
            <a:xfrm>
              <a:off x="10275190" y="2943552"/>
              <a:ext cx="210" cy="301"/>
            </a:xfrm>
            <a:custGeom>
              <a:avLst/>
              <a:pathLst>
                <a:path w="210" h="301">
                  <a:moveTo>
                    <a:pt x="0" y="196"/>
                  </a:moveTo>
                  <a:lnTo>
                    <a:pt x="132" y="0"/>
                  </a:lnTo>
                  <a:lnTo>
                    <a:pt x="210" y="30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h7157"/>
            <p:cNvSpPr/>
            <p:nvPr/>
          </p:nvSpPr>
          <p:spPr>
            <a:xfrm>
              <a:off x="10273154" y="2942292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h7158"/>
            <p:cNvSpPr/>
            <p:nvPr/>
          </p:nvSpPr>
          <p:spPr>
            <a:xfrm>
              <a:off x="10272854" y="2942567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h7159"/>
            <p:cNvSpPr/>
            <p:nvPr/>
          </p:nvSpPr>
          <p:spPr>
            <a:xfrm>
              <a:off x="10273818" y="2941610"/>
              <a:ext cx="142" cy="48"/>
            </a:xfrm>
            <a:custGeom>
              <a:avLst/>
              <a:pathLst>
                <a:path w="142" h="48">
                  <a:moveTo>
                    <a:pt x="142" y="48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h7160"/>
            <p:cNvSpPr/>
            <p:nvPr/>
          </p:nvSpPr>
          <p:spPr>
            <a:xfrm>
              <a:off x="10272743" y="2940980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h7161"/>
            <p:cNvSpPr/>
            <p:nvPr/>
          </p:nvSpPr>
          <p:spPr>
            <a:xfrm>
              <a:off x="10271065" y="29395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h7162"/>
            <p:cNvSpPr/>
            <p:nvPr/>
          </p:nvSpPr>
          <p:spPr>
            <a:xfrm>
              <a:off x="10270562" y="2939334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h7163"/>
            <p:cNvSpPr/>
            <p:nvPr/>
          </p:nvSpPr>
          <p:spPr>
            <a:xfrm>
              <a:off x="10269482" y="293885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h7164"/>
            <p:cNvSpPr/>
            <p:nvPr/>
          </p:nvSpPr>
          <p:spPr>
            <a:xfrm>
              <a:off x="10269534" y="293865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h7165"/>
            <p:cNvSpPr/>
            <p:nvPr/>
          </p:nvSpPr>
          <p:spPr>
            <a:xfrm>
              <a:off x="10305850" y="2981291"/>
              <a:ext cx="300" cy="965"/>
            </a:xfrm>
            <a:custGeom>
              <a:avLst/>
              <a:pathLst>
                <a:path w="300" h="965">
                  <a:moveTo>
                    <a:pt x="66" y="965"/>
                  </a:moveTo>
                  <a:lnTo>
                    <a:pt x="0" y="349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h7166"/>
            <p:cNvSpPr/>
            <p:nvPr/>
          </p:nvSpPr>
          <p:spPr>
            <a:xfrm>
              <a:off x="10306264" y="2980669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h7167"/>
            <p:cNvSpPr/>
            <p:nvPr/>
          </p:nvSpPr>
          <p:spPr>
            <a:xfrm>
              <a:off x="10299304" y="29758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h7168"/>
            <p:cNvSpPr/>
            <p:nvPr/>
          </p:nvSpPr>
          <p:spPr>
            <a:xfrm>
              <a:off x="10289882" y="29717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h7169"/>
            <p:cNvSpPr/>
            <p:nvPr/>
          </p:nvSpPr>
          <p:spPr>
            <a:xfrm>
              <a:off x="10290269" y="297128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h7170"/>
            <p:cNvSpPr/>
            <p:nvPr/>
          </p:nvSpPr>
          <p:spPr>
            <a:xfrm>
              <a:off x="10281486" y="2961502"/>
              <a:ext cx="215" cy="233"/>
            </a:xfrm>
            <a:custGeom>
              <a:avLst/>
              <a:pathLst>
                <a:path w="215" h="233">
                  <a:moveTo>
                    <a:pt x="0" y="222"/>
                  </a:moveTo>
                  <a:lnTo>
                    <a:pt x="86" y="0"/>
                  </a:lnTo>
                  <a:lnTo>
                    <a:pt x="215" y="23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h7171"/>
            <p:cNvSpPr/>
            <p:nvPr/>
          </p:nvSpPr>
          <p:spPr>
            <a:xfrm>
              <a:off x="10281645" y="29557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h7172"/>
            <p:cNvSpPr/>
            <p:nvPr/>
          </p:nvSpPr>
          <p:spPr>
            <a:xfrm>
              <a:off x="10278288" y="2951208"/>
              <a:ext cx="310" cy="43"/>
            </a:xfrm>
            <a:custGeom>
              <a:avLst/>
              <a:pathLst>
                <a:path w="310" h="43">
                  <a:moveTo>
                    <a:pt x="310" y="0"/>
                  </a:moveTo>
                  <a:lnTo>
                    <a:pt x="0" y="4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h7173"/>
            <p:cNvSpPr/>
            <p:nvPr/>
          </p:nvSpPr>
          <p:spPr>
            <a:xfrm>
              <a:off x="10278047" y="2950919"/>
              <a:ext cx="515" cy="160"/>
            </a:xfrm>
            <a:custGeom>
              <a:avLst/>
              <a:pathLst>
                <a:path w="515" h="160">
                  <a:moveTo>
                    <a:pt x="0" y="157"/>
                  </a:moveTo>
                  <a:lnTo>
                    <a:pt x="205" y="0"/>
                  </a:lnTo>
                  <a:lnTo>
                    <a:pt x="515" y="16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h7174"/>
            <p:cNvSpPr/>
            <p:nvPr/>
          </p:nvSpPr>
          <p:spPr>
            <a:xfrm>
              <a:off x="10261345" y="2917135"/>
              <a:ext cx="77861" cy="63519"/>
            </a:xfrm>
            <a:custGeom>
              <a:avLst/>
              <a:pathLst>
                <a:path w="77861" h="63519">
                  <a:moveTo>
                    <a:pt x="26891" y="9154"/>
                  </a:moveTo>
                  <a:lnTo>
                    <a:pt x="29548" y="8129"/>
                  </a:lnTo>
                  <a:lnTo>
                    <a:pt x="34005" y="9843"/>
                  </a:lnTo>
                  <a:lnTo>
                    <a:pt x="39380" y="7053"/>
                  </a:lnTo>
                  <a:lnTo>
                    <a:pt x="43956" y="15412"/>
                  </a:lnTo>
                  <a:lnTo>
                    <a:pt x="45162" y="16153"/>
                  </a:lnTo>
                  <a:lnTo>
                    <a:pt x="52577" y="16031"/>
                  </a:lnTo>
                  <a:lnTo>
                    <a:pt x="58009" y="17167"/>
                  </a:lnTo>
                  <a:lnTo>
                    <a:pt x="62345" y="17247"/>
                  </a:lnTo>
                  <a:lnTo>
                    <a:pt x="68463" y="20286"/>
                  </a:lnTo>
                  <a:lnTo>
                    <a:pt x="67914" y="21302"/>
                  </a:lnTo>
                  <a:lnTo>
                    <a:pt x="69250" y="24205"/>
                  </a:lnTo>
                  <a:lnTo>
                    <a:pt x="76058" y="27337"/>
                  </a:lnTo>
                  <a:lnTo>
                    <a:pt x="77861" y="29475"/>
                  </a:lnTo>
                  <a:lnTo>
                    <a:pt x="75162" y="32316"/>
                  </a:lnTo>
                  <a:lnTo>
                    <a:pt x="77592" y="36808"/>
                  </a:lnTo>
                  <a:lnTo>
                    <a:pt x="72172" y="40222"/>
                  </a:lnTo>
                  <a:lnTo>
                    <a:pt x="70591" y="42460"/>
                  </a:lnTo>
                  <a:lnTo>
                    <a:pt x="67870" y="42597"/>
                  </a:lnTo>
                  <a:lnTo>
                    <a:pt x="65974" y="43953"/>
                  </a:lnTo>
                  <a:lnTo>
                    <a:pt x="65333" y="45437"/>
                  </a:lnTo>
                  <a:lnTo>
                    <a:pt x="66838" y="47772"/>
                  </a:lnTo>
                  <a:lnTo>
                    <a:pt x="66398" y="49797"/>
                  </a:lnTo>
                  <a:lnTo>
                    <a:pt x="62922" y="47296"/>
                  </a:lnTo>
                  <a:lnTo>
                    <a:pt x="61199" y="46902"/>
                  </a:lnTo>
                  <a:lnTo>
                    <a:pt x="60316" y="47302"/>
                  </a:lnTo>
                  <a:lnTo>
                    <a:pt x="60509" y="48232"/>
                  </a:lnTo>
                  <a:lnTo>
                    <a:pt x="55978" y="50313"/>
                  </a:lnTo>
                  <a:lnTo>
                    <a:pt x="49831" y="51443"/>
                  </a:lnTo>
                  <a:lnTo>
                    <a:pt x="48114" y="53979"/>
                  </a:lnTo>
                  <a:lnTo>
                    <a:pt x="51418" y="57617"/>
                  </a:lnTo>
                  <a:lnTo>
                    <a:pt x="49266" y="60875"/>
                  </a:lnTo>
                  <a:lnTo>
                    <a:pt x="49267" y="63038"/>
                  </a:lnTo>
                  <a:lnTo>
                    <a:pt x="45257" y="63519"/>
                  </a:lnTo>
                  <a:lnTo>
                    <a:pt x="45863" y="60278"/>
                  </a:lnTo>
                  <a:lnTo>
                    <a:pt x="47847" y="57930"/>
                  </a:lnTo>
                  <a:lnTo>
                    <a:pt x="46444" y="55640"/>
                  </a:lnTo>
                  <a:lnTo>
                    <a:pt x="42919" y="54844"/>
                  </a:lnTo>
                  <a:lnTo>
                    <a:pt x="37780" y="57450"/>
                  </a:lnTo>
                  <a:lnTo>
                    <a:pt x="28956" y="52414"/>
                  </a:lnTo>
                  <a:lnTo>
                    <a:pt x="22167" y="45748"/>
                  </a:lnTo>
                  <a:lnTo>
                    <a:pt x="21388" y="44110"/>
                  </a:lnTo>
                  <a:lnTo>
                    <a:pt x="22281" y="42290"/>
                  </a:lnTo>
                  <a:lnTo>
                    <a:pt x="21301" y="38831"/>
                  </a:lnTo>
                  <a:lnTo>
                    <a:pt x="17740" y="34702"/>
                  </a:lnTo>
                  <a:lnTo>
                    <a:pt x="14597" y="24047"/>
                  </a:lnTo>
                  <a:lnTo>
                    <a:pt x="12755" y="21725"/>
                  </a:lnTo>
                  <a:lnTo>
                    <a:pt x="7742" y="19145"/>
                  </a:lnTo>
                  <a:lnTo>
                    <a:pt x="0" y="13571"/>
                  </a:lnTo>
                  <a:lnTo>
                    <a:pt x="3616" y="13817"/>
                  </a:lnTo>
                  <a:lnTo>
                    <a:pt x="5733" y="11922"/>
                  </a:lnTo>
                  <a:lnTo>
                    <a:pt x="9582" y="4193"/>
                  </a:lnTo>
                  <a:lnTo>
                    <a:pt x="13280" y="5066"/>
                  </a:lnTo>
                  <a:lnTo>
                    <a:pt x="22278" y="0"/>
                  </a:lnTo>
                  <a:lnTo>
                    <a:pt x="23630" y="571"/>
                  </a:lnTo>
                  <a:lnTo>
                    <a:pt x="23948" y="1473"/>
                  </a:lnTo>
                  <a:lnTo>
                    <a:pt x="23872" y="4071"/>
                  </a:lnTo>
                  <a:lnTo>
                    <a:pt x="22248" y="590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h7175"/>
            <p:cNvSpPr/>
            <p:nvPr/>
          </p:nvSpPr>
          <p:spPr>
            <a:xfrm>
              <a:off x="10276141" y="2945677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h7176"/>
            <p:cNvSpPr/>
            <p:nvPr/>
          </p:nvSpPr>
          <p:spPr>
            <a:xfrm>
              <a:off x="10275800" y="2944081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h7177"/>
            <p:cNvSpPr/>
            <p:nvPr/>
          </p:nvSpPr>
          <p:spPr>
            <a:xfrm>
              <a:off x="10541579" y="2682191"/>
              <a:ext cx="36432" cy="24289"/>
            </a:xfrm>
            <a:custGeom>
              <a:avLst/>
              <a:pathLst>
                <a:path w="36432" h="24289">
                  <a:moveTo>
                    <a:pt x="16835" y="2786"/>
                  </a:moveTo>
                  <a:lnTo>
                    <a:pt x="18294" y="2815"/>
                  </a:lnTo>
                  <a:lnTo>
                    <a:pt x="21698" y="2972"/>
                  </a:lnTo>
                  <a:lnTo>
                    <a:pt x="29260" y="7478"/>
                  </a:lnTo>
                  <a:lnTo>
                    <a:pt x="34007" y="11247"/>
                  </a:lnTo>
                  <a:lnTo>
                    <a:pt x="36432" y="11732"/>
                  </a:lnTo>
                  <a:lnTo>
                    <a:pt x="34539" y="15276"/>
                  </a:lnTo>
                  <a:lnTo>
                    <a:pt x="25715" y="21728"/>
                  </a:lnTo>
                  <a:lnTo>
                    <a:pt x="21495" y="23454"/>
                  </a:lnTo>
                  <a:lnTo>
                    <a:pt x="16931" y="24289"/>
                  </a:lnTo>
                  <a:lnTo>
                    <a:pt x="13142" y="22193"/>
                  </a:lnTo>
                  <a:lnTo>
                    <a:pt x="6214" y="16589"/>
                  </a:lnTo>
                  <a:lnTo>
                    <a:pt x="440" y="13856"/>
                  </a:lnTo>
                  <a:lnTo>
                    <a:pt x="64" y="10918"/>
                  </a:lnTo>
                  <a:lnTo>
                    <a:pt x="879" y="8646"/>
                  </a:lnTo>
                  <a:lnTo>
                    <a:pt x="0" y="6045"/>
                  </a:lnTo>
                  <a:lnTo>
                    <a:pt x="266" y="5562"/>
                  </a:lnTo>
                  <a:lnTo>
                    <a:pt x="1149" y="6095"/>
                  </a:lnTo>
                  <a:lnTo>
                    <a:pt x="2765" y="5687"/>
                  </a:lnTo>
                  <a:lnTo>
                    <a:pt x="5593" y="3864"/>
                  </a:lnTo>
                  <a:lnTo>
                    <a:pt x="6354" y="1742"/>
                  </a:lnTo>
                  <a:lnTo>
                    <a:pt x="9110" y="293"/>
                  </a:lnTo>
                  <a:lnTo>
                    <a:pt x="1271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h7178"/>
            <p:cNvSpPr/>
            <p:nvPr/>
          </p:nvSpPr>
          <p:spPr>
            <a:xfrm>
              <a:off x="10319364" y="2829095"/>
              <a:ext cx="37508" cy="41335"/>
            </a:xfrm>
            <a:custGeom>
              <a:avLst/>
              <a:pathLst>
                <a:path w="37508" h="41335">
                  <a:moveTo>
                    <a:pt x="27426" y="197"/>
                  </a:moveTo>
                  <a:lnTo>
                    <a:pt x="28126" y="5168"/>
                  </a:lnTo>
                  <a:lnTo>
                    <a:pt x="34191" y="17655"/>
                  </a:lnTo>
                  <a:lnTo>
                    <a:pt x="33400" y="20123"/>
                  </a:lnTo>
                  <a:lnTo>
                    <a:pt x="32109" y="20183"/>
                  </a:lnTo>
                  <a:lnTo>
                    <a:pt x="32159" y="20757"/>
                  </a:lnTo>
                  <a:lnTo>
                    <a:pt x="33761" y="21573"/>
                  </a:lnTo>
                  <a:lnTo>
                    <a:pt x="36602" y="21235"/>
                  </a:lnTo>
                  <a:lnTo>
                    <a:pt x="37508" y="25311"/>
                  </a:lnTo>
                  <a:lnTo>
                    <a:pt x="35019" y="25395"/>
                  </a:lnTo>
                  <a:lnTo>
                    <a:pt x="34715" y="26266"/>
                  </a:lnTo>
                  <a:lnTo>
                    <a:pt x="35264" y="26597"/>
                  </a:lnTo>
                  <a:lnTo>
                    <a:pt x="29786" y="30814"/>
                  </a:lnTo>
                  <a:lnTo>
                    <a:pt x="27576" y="31247"/>
                  </a:lnTo>
                  <a:lnTo>
                    <a:pt x="22166" y="29551"/>
                  </a:lnTo>
                  <a:lnTo>
                    <a:pt x="20884" y="27921"/>
                  </a:lnTo>
                  <a:lnTo>
                    <a:pt x="17859" y="27512"/>
                  </a:lnTo>
                  <a:lnTo>
                    <a:pt x="14649" y="30804"/>
                  </a:lnTo>
                  <a:lnTo>
                    <a:pt x="14311" y="31993"/>
                  </a:lnTo>
                  <a:lnTo>
                    <a:pt x="15480" y="33838"/>
                  </a:lnTo>
                  <a:lnTo>
                    <a:pt x="13269" y="38340"/>
                  </a:lnTo>
                  <a:lnTo>
                    <a:pt x="8516" y="41335"/>
                  </a:lnTo>
                  <a:lnTo>
                    <a:pt x="4424" y="38963"/>
                  </a:lnTo>
                  <a:lnTo>
                    <a:pt x="1241" y="36076"/>
                  </a:lnTo>
                  <a:lnTo>
                    <a:pt x="1109" y="32449"/>
                  </a:lnTo>
                  <a:lnTo>
                    <a:pt x="0" y="29799"/>
                  </a:lnTo>
                  <a:lnTo>
                    <a:pt x="1204" y="28822"/>
                  </a:lnTo>
                  <a:lnTo>
                    <a:pt x="4691" y="28295"/>
                  </a:lnTo>
                  <a:lnTo>
                    <a:pt x="8081" y="24853"/>
                  </a:lnTo>
                  <a:lnTo>
                    <a:pt x="9239" y="21669"/>
                  </a:lnTo>
                  <a:lnTo>
                    <a:pt x="13122" y="17130"/>
                  </a:lnTo>
                  <a:lnTo>
                    <a:pt x="13274" y="15842"/>
                  </a:lnTo>
                  <a:lnTo>
                    <a:pt x="11415" y="10964"/>
                  </a:lnTo>
                  <a:lnTo>
                    <a:pt x="12181" y="5304"/>
                  </a:lnTo>
                  <a:lnTo>
                    <a:pt x="15451" y="4753"/>
                  </a:lnTo>
                  <a:lnTo>
                    <a:pt x="16545" y="6519"/>
                  </a:lnTo>
                  <a:lnTo>
                    <a:pt x="18159" y="6842"/>
                  </a:lnTo>
                  <a:lnTo>
                    <a:pt x="19339" y="5731"/>
                  </a:lnTo>
                  <a:lnTo>
                    <a:pt x="20601" y="2538"/>
                  </a:lnTo>
                  <a:lnTo>
                    <a:pt x="2317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h7179"/>
            <p:cNvSpPr/>
            <p:nvPr/>
          </p:nvSpPr>
          <p:spPr>
            <a:xfrm>
              <a:off x="10532810" y="2741891"/>
              <a:ext cx="28214" cy="23188"/>
            </a:xfrm>
            <a:custGeom>
              <a:avLst/>
              <a:pathLst>
                <a:path w="28214" h="23188">
                  <a:moveTo>
                    <a:pt x="27940" y="810"/>
                  </a:moveTo>
                  <a:lnTo>
                    <a:pt x="27232" y="5051"/>
                  </a:lnTo>
                  <a:lnTo>
                    <a:pt x="22412" y="7729"/>
                  </a:lnTo>
                  <a:lnTo>
                    <a:pt x="23913" y="13404"/>
                  </a:lnTo>
                  <a:lnTo>
                    <a:pt x="25281" y="13829"/>
                  </a:lnTo>
                  <a:lnTo>
                    <a:pt x="26617" y="12495"/>
                  </a:lnTo>
                  <a:lnTo>
                    <a:pt x="27203" y="12643"/>
                  </a:lnTo>
                  <a:lnTo>
                    <a:pt x="28214" y="14111"/>
                  </a:lnTo>
                  <a:lnTo>
                    <a:pt x="27367" y="15090"/>
                  </a:lnTo>
                  <a:lnTo>
                    <a:pt x="20260" y="16421"/>
                  </a:lnTo>
                  <a:lnTo>
                    <a:pt x="16665" y="17930"/>
                  </a:lnTo>
                  <a:lnTo>
                    <a:pt x="10797" y="21799"/>
                  </a:lnTo>
                  <a:lnTo>
                    <a:pt x="8599" y="20538"/>
                  </a:lnTo>
                  <a:lnTo>
                    <a:pt x="4248" y="22649"/>
                  </a:lnTo>
                  <a:lnTo>
                    <a:pt x="674" y="23188"/>
                  </a:lnTo>
                  <a:lnTo>
                    <a:pt x="0" y="19323"/>
                  </a:lnTo>
                  <a:lnTo>
                    <a:pt x="1902" y="16494"/>
                  </a:lnTo>
                  <a:lnTo>
                    <a:pt x="241" y="13076"/>
                  </a:lnTo>
                  <a:lnTo>
                    <a:pt x="1994" y="11303"/>
                  </a:lnTo>
                  <a:lnTo>
                    <a:pt x="8426" y="7927"/>
                  </a:lnTo>
                  <a:lnTo>
                    <a:pt x="10791" y="5996"/>
                  </a:lnTo>
                  <a:lnTo>
                    <a:pt x="14484" y="7648"/>
                  </a:lnTo>
                  <a:lnTo>
                    <a:pt x="17655" y="5625"/>
                  </a:lnTo>
                  <a:lnTo>
                    <a:pt x="19021" y="1637"/>
                  </a:lnTo>
                  <a:lnTo>
                    <a:pt x="2276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h7180"/>
            <p:cNvSpPr/>
            <p:nvPr/>
          </p:nvSpPr>
          <p:spPr>
            <a:xfrm>
              <a:off x="10502054" y="2741851"/>
              <a:ext cx="34346" cy="32332"/>
            </a:xfrm>
            <a:custGeom>
              <a:avLst/>
              <a:pathLst>
                <a:path w="34346" h="32332">
                  <a:moveTo>
                    <a:pt x="8211" y="2573"/>
                  </a:moveTo>
                  <a:lnTo>
                    <a:pt x="9425" y="2486"/>
                  </a:lnTo>
                  <a:lnTo>
                    <a:pt x="9993" y="885"/>
                  </a:lnTo>
                  <a:lnTo>
                    <a:pt x="12278" y="841"/>
                  </a:lnTo>
                  <a:lnTo>
                    <a:pt x="16445" y="3658"/>
                  </a:lnTo>
                  <a:lnTo>
                    <a:pt x="16894" y="5877"/>
                  </a:lnTo>
                  <a:lnTo>
                    <a:pt x="19828" y="6444"/>
                  </a:lnTo>
                  <a:lnTo>
                    <a:pt x="26317" y="1377"/>
                  </a:lnTo>
                  <a:lnTo>
                    <a:pt x="32751" y="11344"/>
                  </a:lnTo>
                  <a:lnTo>
                    <a:pt x="30997" y="13117"/>
                  </a:lnTo>
                  <a:lnTo>
                    <a:pt x="32658" y="16535"/>
                  </a:lnTo>
                  <a:lnTo>
                    <a:pt x="30756" y="19364"/>
                  </a:lnTo>
                  <a:lnTo>
                    <a:pt x="31430" y="23228"/>
                  </a:lnTo>
                  <a:lnTo>
                    <a:pt x="31095" y="27374"/>
                  </a:lnTo>
                  <a:lnTo>
                    <a:pt x="33487" y="28265"/>
                  </a:lnTo>
                  <a:lnTo>
                    <a:pt x="34346" y="27754"/>
                  </a:lnTo>
                  <a:lnTo>
                    <a:pt x="32674" y="30048"/>
                  </a:lnTo>
                  <a:lnTo>
                    <a:pt x="27566" y="32332"/>
                  </a:lnTo>
                  <a:lnTo>
                    <a:pt x="25611" y="29836"/>
                  </a:lnTo>
                  <a:lnTo>
                    <a:pt x="24802" y="30266"/>
                  </a:lnTo>
                  <a:lnTo>
                    <a:pt x="22420" y="31063"/>
                  </a:lnTo>
                  <a:lnTo>
                    <a:pt x="21248" y="30654"/>
                  </a:lnTo>
                  <a:lnTo>
                    <a:pt x="16106" y="26397"/>
                  </a:lnTo>
                  <a:lnTo>
                    <a:pt x="14960" y="24538"/>
                  </a:lnTo>
                  <a:lnTo>
                    <a:pt x="14974" y="21212"/>
                  </a:lnTo>
                  <a:lnTo>
                    <a:pt x="11220" y="19373"/>
                  </a:lnTo>
                  <a:lnTo>
                    <a:pt x="5825" y="18841"/>
                  </a:lnTo>
                  <a:lnTo>
                    <a:pt x="4467" y="19603"/>
                  </a:lnTo>
                  <a:lnTo>
                    <a:pt x="994" y="17402"/>
                  </a:lnTo>
                  <a:lnTo>
                    <a:pt x="0" y="15680"/>
                  </a:lnTo>
                  <a:lnTo>
                    <a:pt x="2294" y="14646"/>
                  </a:lnTo>
                  <a:lnTo>
                    <a:pt x="3059" y="13114"/>
                  </a:lnTo>
                  <a:lnTo>
                    <a:pt x="2274" y="7237"/>
                  </a:lnTo>
                  <a:lnTo>
                    <a:pt x="3805" y="884"/>
                  </a:lnTo>
                  <a:lnTo>
                    <a:pt x="558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h7181"/>
            <p:cNvSpPr/>
            <p:nvPr/>
          </p:nvSpPr>
          <p:spPr>
            <a:xfrm>
              <a:off x="10324482" y="2861709"/>
              <a:ext cx="53569" cy="47513"/>
            </a:xfrm>
            <a:custGeom>
              <a:avLst/>
              <a:pathLst>
                <a:path w="53569" h="47513">
                  <a:moveTo>
                    <a:pt x="42134" y="1832"/>
                  </a:moveTo>
                  <a:lnTo>
                    <a:pt x="43617" y="4504"/>
                  </a:lnTo>
                  <a:lnTo>
                    <a:pt x="40633" y="4727"/>
                  </a:lnTo>
                  <a:lnTo>
                    <a:pt x="39645" y="5558"/>
                  </a:lnTo>
                  <a:lnTo>
                    <a:pt x="42688" y="9555"/>
                  </a:lnTo>
                  <a:lnTo>
                    <a:pt x="51535" y="6404"/>
                  </a:lnTo>
                  <a:lnTo>
                    <a:pt x="53569" y="7919"/>
                  </a:lnTo>
                  <a:lnTo>
                    <a:pt x="52257" y="12047"/>
                  </a:lnTo>
                  <a:lnTo>
                    <a:pt x="52259" y="13158"/>
                  </a:lnTo>
                  <a:lnTo>
                    <a:pt x="50528" y="14856"/>
                  </a:lnTo>
                  <a:lnTo>
                    <a:pt x="48942" y="15015"/>
                  </a:lnTo>
                  <a:lnTo>
                    <a:pt x="48101" y="13728"/>
                  </a:lnTo>
                  <a:lnTo>
                    <a:pt x="45292" y="15066"/>
                  </a:lnTo>
                  <a:lnTo>
                    <a:pt x="41291" y="18487"/>
                  </a:lnTo>
                  <a:lnTo>
                    <a:pt x="39182" y="23301"/>
                  </a:lnTo>
                  <a:lnTo>
                    <a:pt x="39036" y="25804"/>
                  </a:lnTo>
                  <a:lnTo>
                    <a:pt x="37166" y="29392"/>
                  </a:lnTo>
                  <a:lnTo>
                    <a:pt x="32760" y="31579"/>
                  </a:lnTo>
                  <a:lnTo>
                    <a:pt x="32616" y="36691"/>
                  </a:lnTo>
                  <a:lnTo>
                    <a:pt x="33592" y="37500"/>
                  </a:lnTo>
                  <a:lnTo>
                    <a:pt x="27842" y="39416"/>
                  </a:lnTo>
                  <a:lnTo>
                    <a:pt x="23494" y="46762"/>
                  </a:lnTo>
                  <a:lnTo>
                    <a:pt x="20605" y="44879"/>
                  </a:lnTo>
                  <a:lnTo>
                    <a:pt x="19701" y="46671"/>
                  </a:lnTo>
                  <a:lnTo>
                    <a:pt x="18457" y="47513"/>
                  </a:lnTo>
                  <a:lnTo>
                    <a:pt x="16052" y="45772"/>
                  </a:lnTo>
                  <a:lnTo>
                    <a:pt x="14198" y="39947"/>
                  </a:lnTo>
                  <a:lnTo>
                    <a:pt x="14160" y="32276"/>
                  </a:lnTo>
                  <a:lnTo>
                    <a:pt x="8654" y="26799"/>
                  </a:lnTo>
                  <a:lnTo>
                    <a:pt x="6820" y="26568"/>
                  </a:lnTo>
                  <a:lnTo>
                    <a:pt x="5241" y="22886"/>
                  </a:lnTo>
                  <a:lnTo>
                    <a:pt x="5103" y="20397"/>
                  </a:lnTo>
                  <a:lnTo>
                    <a:pt x="0" y="13414"/>
                  </a:lnTo>
                  <a:lnTo>
                    <a:pt x="784" y="11991"/>
                  </a:lnTo>
                  <a:lnTo>
                    <a:pt x="2155" y="14390"/>
                  </a:lnTo>
                  <a:lnTo>
                    <a:pt x="5030" y="15525"/>
                  </a:lnTo>
                  <a:lnTo>
                    <a:pt x="8088" y="12951"/>
                  </a:lnTo>
                  <a:lnTo>
                    <a:pt x="12120" y="12486"/>
                  </a:lnTo>
                  <a:lnTo>
                    <a:pt x="26669" y="13486"/>
                  </a:lnTo>
                  <a:lnTo>
                    <a:pt x="29481" y="15389"/>
                  </a:lnTo>
                  <a:lnTo>
                    <a:pt x="32582" y="13314"/>
                  </a:lnTo>
                  <a:lnTo>
                    <a:pt x="30718" y="9931"/>
                  </a:lnTo>
                  <a:lnTo>
                    <a:pt x="30550" y="5551"/>
                  </a:lnTo>
                  <a:lnTo>
                    <a:pt x="33773" y="3782"/>
                  </a:lnTo>
                  <a:lnTo>
                    <a:pt x="35567" y="1514"/>
                  </a:lnTo>
                  <a:lnTo>
                    <a:pt x="3673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h7182"/>
            <p:cNvSpPr/>
            <p:nvPr/>
          </p:nvSpPr>
          <p:spPr>
            <a:xfrm>
              <a:off x="10430184" y="2849808"/>
              <a:ext cx="32360" cy="27775"/>
            </a:xfrm>
            <a:custGeom>
              <a:avLst/>
              <a:pathLst>
                <a:path w="32360" h="27775">
                  <a:moveTo>
                    <a:pt x="29826" y="9749"/>
                  </a:moveTo>
                  <a:lnTo>
                    <a:pt x="29612" y="13507"/>
                  </a:lnTo>
                  <a:lnTo>
                    <a:pt x="32308" y="17281"/>
                  </a:lnTo>
                  <a:lnTo>
                    <a:pt x="32360" y="25175"/>
                  </a:lnTo>
                  <a:lnTo>
                    <a:pt x="29600" y="27775"/>
                  </a:lnTo>
                  <a:lnTo>
                    <a:pt x="23705" y="26018"/>
                  </a:lnTo>
                  <a:lnTo>
                    <a:pt x="24082" y="24728"/>
                  </a:lnTo>
                  <a:lnTo>
                    <a:pt x="19581" y="24636"/>
                  </a:lnTo>
                  <a:lnTo>
                    <a:pt x="17679" y="25987"/>
                  </a:lnTo>
                  <a:lnTo>
                    <a:pt x="15860" y="25887"/>
                  </a:lnTo>
                  <a:lnTo>
                    <a:pt x="10259" y="22451"/>
                  </a:lnTo>
                  <a:lnTo>
                    <a:pt x="8090" y="20325"/>
                  </a:lnTo>
                  <a:lnTo>
                    <a:pt x="7459" y="13209"/>
                  </a:lnTo>
                  <a:lnTo>
                    <a:pt x="5808" y="13039"/>
                  </a:lnTo>
                  <a:lnTo>
                    <a:pt x="2741" y="14928"/>
                  </a:lnTo>
                  <a:lnTo>
                    <a:pt x="0" y="12654"/>
                  </a:lnTo>
                  <a:lnTo>
                    <a:pt x="2580" y="11813"/>
                  </a:lnTo>
                  <a:lnTo>
                    <a:pt x="2158" y="9096"/>
                  </a:lnTo>
                  <a:lnTo>
                    <a:pt x="6268" y="6014"/>
                  </a:lnTo>
                  <a:lnTo>
                    <a:pt x="8011" y="2167"/>
                  </a:lnTo>
                  <a:lnTo>
                    <a:pt x="12021" y="3808"/>
                  </a:lnTo>
                  <a:lnTo>
                    <a:pt x="13418" y="872"/>
                  </a:lnTo>
                  <a:lnTo>
                    <a:pt x="13405" y="1977"/>
                  </a:lnTo>
                  <a:lnTo>
                    <a:pt x="2157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h7183"/>
            <p:cNvSpPr/>
            <p:nvPr/>
          </p:nvSpPr>
          <p:spPr>
            <a:xfrm>
              <a:off x="10438696" y="2774115"/>
              <a:ext cx="39739" cy="47685"/>
            </a:xfrm>
            <a:custGeom>
              <a:avLst/>
              <a:pathLst>
                <a:path w="39739" h="47685">
                  <a:moveTo>
                    <a:pt x="20694" y="346"/>
                  </a:moveTo>
                  <a:lnTo>
                    <a:pt x="25654" y="2869"/>
                  </a:lnTo>
                  <a:lnTo>
                    <a:pt x="25825" y="4370"/>
                  </a:lnTo>
                  <a:lnTo>
                    <a:pt x="27913" y="4935"/>
                  </a:lnTo>
                  <a:lnTo>
                    <a:pt x="31883" y="4258"/>
                  </a:lnTo>
                  <a:lnTo>
                    <a:pt x="32856" y="6429"/>
                  </a:lnTo>
                  <a:lnTo>
                    <a:pt x="37634" y="16610"/>
                  </a:lnTo>
                  <a:lnTo>
                    <a:pt x="36730" y="22273"/>
                  </a:lnTo>
                  <a:lnTo>
                    <a:pt x="39739" y="25082"/>
                  </a:lnTo>
                  <a:lnTo>
                    <a:pt x="39095" y="28240"/>
                  </a:lnTo>
                  <a:lnTo>
                    <a:pt x="35135" y="32416"/>
                  </a:lnTo>
                  <a:lnTo>
                    <a:pt x="30337" y="33261"/>
                  </a:lnTo>
                  <a:lnTo>
                    <a:pt x="29257" y="34649"/>
                  </a:lnTo>
                  <a:lnTo>
                    <a:pt x="28870" y="38301"/>
                  </a:lnTo>
                  <a:lnTo>
                    <a:pt x="29520" y="41959"/>
                  </a:lnTo>
                  <a:lnTo>
                    <a:pt x="27199" y="44380"/>
                  </a:lnTo>
                  <a:lnTo>
                    <a:pt x="26851" y="47522"/>
                  </a:lnTo>
                  <a:lnTo>
                    <a:pt x="25628" y="47685"/>
                  </a:lnTo>
                  <a:lnTo>
                    <a:pt x="23367" y="46694"/>
                  </a:lnTo>
                  <a:lnTo>
                    <a:pt x="20582" y="46467"/>
                  </a:lnTo>
                  <a:lnTo>
                    <a:pt x="13952" y="47035"/>
                  </a:lnTo>
                  <a:lnTo>
                    <a:pt x="13916" y="45618"/>
                  </a:lnTo>
                  <a:lnTo>
                    <a:pt x="10925" y="44258"/>
                  </a:lnTo>
                  <a:lnTo>
                    <a:pt x="7068" y="44265"/>
                  </a:lnTo>
                  <a:lnTo>
                    <a:pt x="3748" y="35721"/>
                  </a:lnTo>
                  <a:lnTo>
                    <a:pt x="1064" y="35613"/>
                  </a:lnTo>
                  <a:lnTo>
                    <a:pt x="185" y="33667"/>
                  </a:lnTo>
                  <a:lnTo>
                    <a:pt x="410" y="32656"/>
                  </a:lnTo>
                  <a:lnTo>
                    <a:pt x="2969" y="31972"/>
                  </a:lnTo>
                  <a:lnTo>
                    <a:pt x="4838" y="33229"/>
                  </a:lnTo>
                  <a:lnTo>
                    <a:pt x="6256" y="29573"/>
                  </a:lnTo>
                  <a:lnTo>
                    <a:pt x="5655" y="26202"/>
                  </a:lnTo>
                  <a:lnTo>
                    <a:pt x="4694" y="25792"/>
                  </a:lnTo>
                  <a:lnTo>
                    <a:pt x="3257" y="27798"/>
                  </a:lnTo>
                  <a:lnTo>
                    <a:pt x="1976" y="27855"/>
                  </a:lnTo>
                  <a:lnTo>
                    <a:pt x="1107" y="27574"/>
                  </a:lnTo>
                  <a:lnTo>
                    <a:pt x="0" y="25701"/>
                  </a:lnTo>
                  <a:lnTo>
                    <a:pt x="135" y="22945"/>
                  </a:lnTo>
                  <a:lnTo>
                    <a:pt x="1905" y="21484"/>
                  </a:lnTo>
                  <a:lnTo>
                    <a:pt x="1594" y="19780"/>
                  </a:lnTo>
                  <a:lnTo>
                    <a:pt x="931" y="17829"/>
                  </a:lnTo>
                  <a:lnTo>
                    <a:pt x="3366" y="13697"/>
                  </a:lnTo>
                  <a:lnTo>
                    <a:pt x="928" y="9825"/>
                  </a:lnTo>
                  <a:lnTo>
                    <a:pt x="5439" y="3008"/>
                  </a:lnTo>
                  <a:lnTo>
                    <a:pt x="11145" y="2865"/>
                  </a:lnTo>
                  <a:lnTo>
                    <a:pt x="153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h7184"/>
            <p:cNvSpPr/>
            <p:nvPr/>
          </p:nvSpPr>
          <p:spPr>
            <a:xfrm>
              <a:off x="10458422" y="2922931"/>
              <a:ext cx="30543" cy="30803"/>
            </a:xfrm>
            <a:custGeom>
              <a:avLst/>
              <a:pathLst>
                <a:path w="30543" h="30803">
                  <a:moveTo>
                    <a:pt x="14333" y="0"/>
                  </a:moveTo>
                  <a:lnTo>
                    <a:pt x="13478" y="992"/>
                  </a:lnTo>
                  <a:lnTo>
                    <a:pt x="13374" y="5092"/>
                  </a:lnTo>
                  <a:lnTo>
                    <a:pt x="17082" y="8820"/>
                  </a:lnTo>
                  <a:lnTo>
                    <a:pt x="16958" y="11250"/>
                  </a:lnTo>
                  <a:lnTo>
                    <a:pt x="18733" y="14343"/>
                  </a:lnTo>
                  <a:lnTo>
                    <a:pt x="25461" y="19388"/>
                  </a:lnTo>
                  <a:lnTo>
                    <a:pt x="25345" y="21806"/>
                  </a:lnTo>
                  <a:lnTo>
                    <a:pt x="27434" y="24885"/>
                  </a:lnTo>
                  <a:lnTo>
                    <a:pt x="30543" y="27545"/>
                  </a:lnTo>
                  <a:lnTo>
                    <a:pt x="29680" y="30803"/>
                  </a:lnTo>
                  <a:lnTo>
                    <a:pt x="28211" y="30502"/>
                  </a:lnTo>
                  <a:lnTo>
                    <a:pt x="21420" y="28494"/>
                  </a:lnTo>
                  <a:lnTo>
                    <a:pt x="20770" y="24182"/>
                  </a:lnTo>
                  <a:lnTo>
                    <a:pt x="19430" y="22705"/>
                  </a:lnTo>
                  <a:lnTo>
                    <a:pt x="16609" y="23482"/>
                  </a:lnTo>
                  <a:lnTo>
                    <a:pt x="16756" y="20204"/>
                  </a:lnTo>
                  <a:lnTo>
                    <a:pt x="18827" y="18980"/>
                  </a:lnTo>
                  <a:lnTo>
                    <a:pt x="17306" y="16892"/>
                  </a:lnTo>
                  <a:lnTo>
                    <a:pt x="12869" y="16184"/>
                  </a:lnTo>
                  <a:lnTo>
                    <a:pt x="10694" y="17410"/>
                  </a:lnTo>
                  <a:lnTo>
                    <a:pt x="6440" y="14485"/>
                  </a:lnTo>
                  <a:lnTo>
                    <a:pt x="925" y="13125"/>
                  </a:lnTo>
                  <a:lnTo>
                    <a:pt x="0" y="10364"/>
                  </a:lnTo>
                  <a:lnTo>
                    <a:pt x="3983" y="6172"/>
                  </a:lnTo>
                  <a:lnTo>
                    <a:pt x="6981" y="4413"/>
                  </a:lnTo>
                  <a:lnTo>
                    <a:pt x="8264" y="2377"/>
                  </a:lnTo>
                  <a:lnTo>
                    <a:pt x="7740" y="410"/>
                  </a:lnTo>
                  <a:lnTo>
                    <a:pt x="11760" y="74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h7185"/>
            <p:cNvSpPr/>
            <p:nvPr/>
          </p:nvSpPr>
          <p:spPr>
            <a:xfrm>
              <a:off x="10502221" y="2827068"/>
              <a:ext cx="37391" cy="19834"/>
            </a:xfrm>
            <a:custGeom>
              <a:avLst/>
              <a:pathLst>
                <a:path w="37391" h="19834">
                  <a:moveTo>
                    <a:pt x="22931" y="8"/>
                  </a:moveTo>
                  <a:lnTo>
                    <a:pt x="27385" y="2823"/>
                  </a:lnTo>
                  <a:lnTo>
                    <a:pt x="30708" y="2396"/>
                  </a:lnTo>
                  <a:lnTo>
                    <a:pt x="36673" y="6849"/>
                  </a:lnTo>
                  <a:lnTo>
                    <a:pt x="37391" y="13840"/>
                  </a:lnTo>
                  <a:lnTo>
                    <a:pt x="36322" y="12121"/>
                  </a:lnTo>
                  <a:lnTo>
                    <a:pt x="34021" y="12071"/>
                  </a:lnTo>
                  <a:lnTo>
                    <a:pt x="33635" y="14101"/>
                  </a:lnTo>
                  <a:lnTo>
                    <a:pt x="31725" y="16397"/>
                  </a:lnTo>
                  <a:lnTo>
                    <a:pt x="28183" y="15650"/>
                  </a:lnTo>
                  <a:lnTo>
                    <a:pt x="26031" y="16346"/>
                  </a:lnTo>
                  <a:lnTo>
                    <a:pt x="23828" y="17981"/>
                  </a:lnTo>
                  <a:lnTo>
                    <a:pt x="23677" y="19171"/>
                  </a:lnTo>
                  <a:lnTo>
                    <a:pt x="21367" y="19834"/>
                  </a:lnTo>
                  <a:lnTo>
                    <a:pt x="17993" y="19229"/>
                  </a:lnTo>
                  <a:lnTo>
                    <a:pt x="15444" y="17299"/>
                  </a:lnTo>
                  <a:lnTo>
                    <a:pt x="5127" y="16257"/>
                  </a:lnTo>
                  <a:lnTo>
                    <a:pt x="776" y="17416"/>
                  </a:lnTo>
                  <a:lnTo>
                    <a:pt x="0" y="15539"/>
                  </a:lnTo>
                  <a:lnTo>
                    <a:pt x="1223" y="7028"/>
                  </a:lnTo>
                  <a:lnTo>
                    <a:pt x="1887" y="6190"/>
                  </a:lnTo>
                  <a:lnTo>
                    <a:pt x="6453" y="6517"/>
                  </a:lnTo>
                  <a:lnTo>
                    <a:pt x="7217" y="3921"/>
                  </a:lnTo>
                  <a:lnTo>
                    <a:pt x="9488" y="2304"/>
                  </a:lnTo>
                  <a:lnTo>
                    <a:pt x="15446" y="5352"/>
                  </a:lnTo>
                  <a:lnTo>
                    <a:pt x="17775" y="5253"/>
                  </a:lnTo>
                  <a:lnTo>
                    <a:pt x="20755" y="3384"/>
                  </a:lnTo>
                  <a:lnTo>
                    <a:pt x="19468" y="2407"/>
                  </a:lnTo>
                  <a:lnTo>
                    <a:pt x="2071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h7186"/>
            <p:cNvSpPr/>
            <p:nvPr/>
          </p:nvSpPr>
          <p:spPr>
            <a:xfrm>
              <a:off x="10513290" y="2895179"/>
              <a:ext cx="29006" cy="42331"/>
            </a:xfrm>
            <a:custGeom>
              <a:avLst/>
              <a:pathLst>
                <a:path w="29006" h="42331">
                  <a:moveTo>
                    <a:pt x="23101" y="2984"/>
                  </a:moveTo>
                  <a:lnTo>
                    <a:pt x="24596" y="5536"/>
                  </a:lnTo>
                  <a:lnTo>
                    <a:pt x="29006" y="9243"/>
                  </a:lnTo>
                  <a:lnTo>
                    <a:pt x="27638" y="15704"/>
                  </a:lnTo>
                  <a:lnTo>
                    <a:pt x="28043" y="19133"/>
                  </a:lnTo>
                  <a:lnTo>
                    <a:pt x="25897" y="19865"/>
                  </a:lnTo>
                  <a:lnTo>
                    <a:pt x="22079" y="19305"/>
                  </a:lnTo>
                  <a:lnTo>
                    <a:pt x="18988" y="23595"/>
                  </a:lnTo>
                  <a:lnTo>
                    <a:pt x="20040" y="27770"/>
                  </a:lnTo>
                  <a:lnTo>
                    <a:pt x="23064" y="33176"/>
                  </a:lnTo>
                  <a:lnTo>
                    <a:pt x="21935" y="37351"/>
                  </a:lnTo>
                  <a:lnTo>
                    <a:pt x="14490" y="38125"/>
                  </a:lnTo>
                  <a:lnTo>
                    <a:pt x="11879" y="41260"/>
                  </a:lnTo>
                  <a:lnTo>
                    <a:pt x="6970" y="40499"/>
                  </a:lnTo>
                  <a:lnTo>
                    <a:pt x="3933" y="41281"/>
                  </a:lnTo>
                  <a:lnTo>
                    <a:pt x="2882" y="42331"/>
                  </a:lnTo>
                  <a:lnTo>
                    <a:pt x="1572" y="40533"/>
                  </a:lnTo>
                  <a:lnTo>
                    <a:pt x="4991" y="35088"/>
                  </a:lnTo>
                  <a:lnTo>
                    <a:pt x="2683" y="29673"/>
                  </a:lnTo>
                  <a:lnTo>
                    <a:pt x="0" y="26618"/>
                  </a:lnTo>
                  <a:lnTo>
                    <a:pt x="1866" y="21470"/>
                  </a:lnTo>
                  <a:lnTo>
                    <a:pt x="742" y="13767"/>
                  </a:lnTo>
                  <a:lnTo>
                    <a:pt x="1095" y="12750"/>
                  </a:lnTo>
                  <a:lnTo>
                    <a:pt x="7276" y="9901"/>
                  </a:lnTo>
                  <a:lnTo>
                    <a:pt x="9063" y="580"/>
                  </a:lnTo>
                  <a:lnTo>
                    <a:pt x="1208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h7187"/>
            <p:cNvSpPr/>
            <p:nvPr/>
          </p:nvSpPr>
          <p:spPr>
            <a:xfrm>
              <a:off x="10509414" y="2892654"/>
              <a:ext cx="12939" cy="43057"/>
            </a:xfrm>
            <a:custGeom>
              <a:avLst/>
              <a:pathLst>
                <a:path w="12939" h="43057">
                  <a:moveTo>
                    <a:pt x="12939" y="3105"/>
                  </a:moveTo>
                  <a:lnTo>
                    <a:pt x="11152" y="12425"/>
                  </a:lnTo>
                  <a:lnTo>
                    <a:pt x="4971" y="15274"/>
                  </a:lnTo>
                  <a:lnTo>
                    <a:pt x="4617" y="16292"/>
                  </a:lnTo>
                  <a:lnTo>
                    <a:pt x="5742" y="23995"/>
                  </a:lnTo>
                  <a:lnTo>
                    <a:pt x="3875" y="29142"/>
                  </a:lnTo>
                  <a:lnTo>
                    <a:pt x="6559" y="32197"/>
                  </a:lnTo>
                  <a:lnTo>
                    <a:pt x="8867" y="37612"/>
                  </a:lnTo>
                  <a:lnTo>
                    <a:pt x="5448" y="43057"/>
                  </a:lnTo>
                  <a:lnTo>
                    <a:pt x="1783" y="42505"/>
                  </a:lnTo>
                  <a:lnTo>
                    <a:pt x="769" y="39674"/>
                  </a:lnTo>
                  <a:lnTo>
                    <a:pt x="1605" y="36642"/>
                  </a:lnTo>
                  <a:lnTo>
                    <a:pt x="1242" y="29301"/>
                  </a:lnTo>
                  <a:lnTo>
                    <a:pt x="0" y="27694"/>
                  </a:lnTo>
                  <a:lnTo>
                    <a:pt x="712" y="24800"/>
                  </a:lnTo>
                  <a:lnTo>
                    <a:pt x="4638" y="19793"/>
                  </a:lnTo>
                  <a:lnTo>
                    <a:pt x="3725" y="7218"/>
                  </a:lnTo>
                  <a:lnTo>
                    <a:pt x="929" y="4331"/>
                  </a:lnTo>
                  <a:lnTo>
                    <a:pt x="3389" y="1474"/>
                  </a:lnTo>
                  <a:lnTo>
                    <a:pt x="819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h7188"/>
            <p:cNvSpPr/>
            <p:nvPr/>
          </p:nvSpPr>
          <p:spPr>
            <a:xfrm>
              <a:off x="10533149" y="2756982"/>
              <a:ext cx="30855" cy="23160"/>
            </a:xfrm>
            <a:custGeom>
              <a:avLst/>
              <a:pathLst>
                <a:path w="30855" h="23160">
                  <a:moveTo>
                    <a:pt x="27028" y="0"/>
                  </a:moveTo>
                  <a:lnTo>
                    <a:pt x="28826" y="3082"/>
                  </a:lnTo>
                  <a:lnTo>
                    <a:pt x="30109" y="4031"/>
                  </a:lnTo>
                  <a:lnTo>
                    <a:pt x="30153" y="7464"/>
                  </a:lnTo>
                  <a:lnTo>
                    <a:pt x="29666" y="9057"/>
                  </a:lnTo>
                  <a:lnTo>
                    <a:pt x="30855" y="11958"/>
                  </a:lnTo>
                  <a:lnTo>
                    <a:pt x="30083" y="14133"/>
                  </a:lnTo>
                  <a:lnTo>
                    <a:pt x="27528" y="16285"/>
                  </a:lnTo>
                  <a:lnTo>
                    <a:pt x="28408" y="19917"/>
                  </a:lnTo>
                  <a:lnTo>
                    <a:pt x="27449" y="20110"/>
                  </a:lnTo>
                  <a:lnTo>
                    <a:pt x="26137" y="22315"/>
                  </a:lnTo>
                  <a:lnTo>
                    <a:pt x="21074" y="23160"/>
                  </a:lnTo>
                  <a:lnTo>
                    <a:pt x="16738" y="20962"/>
                  </a:lnTo>
                  <a:lnTo>
                    <a:pt x="14744" y="18807"/>
                  </a:lnTo>
                  <a:lnTo>
                    <a:pt x="14894" y="16016"/>
                  </a:lnTo>
                  <a:lnTo>
                    <a:pt x="10384" y="16069"/>
                  </a:lnTo>
                  <a:lnTo>
                    <a:pt x="9982" y="13747"/>
                  </a:lnTo>
                  <a:lnTo>
                    <a:pt x="10498" y="12474"/>
                  </a:lnTo>
                  <a:lnTo>
                    <a:pt x="9881" y="11720"/>
                  </a:lnTo>
                  <a:lnTo>
                    <a:pt x="4503" y="13131"/>
                  </a:lnTo>
                  <a:lnTo>
                    <a:pt x="3250" y="12623"/>
                  </a:lnTo>
                  <a:lnTo>
                    <a:pt x="2391" y="13133"/>
                  </a:lnTo>
                  <a:lnTo>
                    <a:pt x="0" y="12243"/>
                  </a:lnTo>
                  <a:lnTo>
                    <a:pt x="335" y="8097"/>
                  </a:lnTo>
                  <a:lnTo>
                    <a:pt x="3909" y="7559"/>
                  </a:lnTo>
                  <a:lnTo>
                    <a:pt x="8260" y="5448"/>
                  </a:lnTo>
                  <a:lnTo>
                    <a:pt x="10458" y="6709"/>
                  </a:lnTo>
                  <a:lnTo>
                    <a:pt x="16326" y="2840"/>
                  </a:lnTo>
                  <a:lnTo>
                    <a:pt x="19921" y="133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h7189"/>
            <p:cNvSpPr/>
            <p:nvPr/>
          </p:nvSpPr>
          <p:spPr>
            <a:xfrm>
              <a:off x="10448322" y="2896568"/>
              <a:ext cx="33364" cy="22671"/>
            </a:xfrm>
            <a:custGeom>
              <a:avLst/>
              <a:pathLst>
                <a:path w="33364" h="22671">
                  <a:moveTo>
                    <a:pt x="26323" y="0"/>
                  </a:moveTo>
                  <a:lnTo>
                    <a:pt x="26422" y="1423"/>
                  </a:lnTo>
                  <a:lnTo>
                    <a:pt x="29291" y="2794"/>
                  </a:lnTo>
                  <a:lnTo>
                    <a:pt x="32175" y="5455"/>
                  </a:lnTo>
                  <a:lnTo>
                    <a:pt x="33364" y="9143"/>
                  </a:lnTo>
                  <a:lnTo>
                    <a:pt x="29966" y="8734"/>
                  </a:lnTo>
                  <a:lnTo>
                    <a:pt x="27428" y="9889"/>
                  </a:lnTo>
                  <a:lnTo>
                    <a:pt x="30120" y="14070"/>
                  </a:lnTo>
                  <a:lnTo>
                    <a:pt x="26661" y="18029"/>
                  </a:lnTo>
                  <a:lnTo>
                    <a:pt x="18236" y="17360"/>
                  </a:lnTo>
                  <a:lnTo>
                    <a:pt x="17147" y="17636"/>
                  </a:lnTo>
                  <a:lnTo>
                    <a:pt x="15394" y="20392"/>
                  </a:lnTo>
                  <a:lnTo>
                    <a:pt x="14782" y="21468"/>
                  </a:lnTo>
                  <a:lnTo>
                    <a:pt x="6620" y="22671"/>
                  </a:lnTo>
                  <a:lnTo>
                    <a:pt x="2341" y="21971"/>
                  </a:lnTo>
                  <a:lnTo>
                    <a:pt x="0" y="16113"/>
                  </a:lnTo>
                  <a:lnTo>
                    <a:pt x="2697" y="11295"/>
                  </a:lnTo>
                  <a:lnTo>
                    <a:pt x="7482" y="7350"/>
                  </a:lnTo>
                  <a:lnTo>
                    <a:pt x="15440" y="9199"/>
                  </a:lnTo>
                  <a:lnTo>
                    <a:pt x="15089" y="4451"/>
                  </a:lnTo>
                  <a:lnTo>
                    <a:pt x="15640" y="3192"/>
                  </a:lnTo>
                  <a:lnTo>
                    <a:pt x="22457" y="65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h7190"/>
            <p:cNvSpPr/>
            <p:nvPr/>
          </p:nvSpPr>
          <p:spPr>
            <a:xfrm>
              <a:off x="10560678" y="2759232"/>
              <a:ext cx="40595" cy="30389"/>
            </a:xfrm>
            <a:custGeom>
              <a:avLst/>
              <a:pathLst>
                <a:path w="40595" h="30389">
                  <a:moveTo>
                    <a:pt x="36857" y="0"/>
                  </a:moveTo>
                  <a:lnTo>
                    <a:pt x="38973" y="1435"/>
                  </a:lnTo>
                  <a:lnTo>
                    <a:pt x="39041" y="2506"/>
                  </a:lnTo>
                  <a:lnTo>
                    <a:pt x="40595" y="16734"/>
                  </a:lnTo>
                  <a:lnTo>
                    <a:pt x="39399" y="21192"/>
                  </a:lnTo>
                  <a:lnTo>
                    <a:pt x="37364" y="24586"/>
                  </a:lnTo>
                  <a:lnTo>
                    <a:pt x="37664" y="26480"/>
                  </a:lnTo>
                  <a:lnTo>
                    <a:pt x="37499" y="28027"/>
                  </a:lnTo>
                  <a:lnTo>
                    <a:pt x="36681" y="28271"/>
                  </a:lnTo>
                  <a:lnTo>
                    <a:pt x="30926" y="27417"/>
                  </a:lnTo>
                  <a:lnTo>
                    <a:pt x="17885" y="27907"/>
                  </a:lnTo>
                  <a:lnTo>
                    <a:pt x="15176" y="30180"/>
                  </a:lnTo>
                  <a:lnTo>
                    <a:pt x="12593" y="30389"/>
                  </a:lnTo>
                  <a:lnTo>
                    <a:pt x="9985" y="30287"/>
                  </a:lnTo>
                  <a:lnTo>
                    <a:pt x="8639" y="28419"/>
                  </a:lnTo>
                  <a:lnTo>
                    <a:pt x="8829" y="25219"/>
                  </a:lnTo>
                  <a:lnTo>
                    <a:pt x="7600" y="24042"/>
                  </a:lnTo>
                  <a:lnTo>
                    <a:pt x="1828" y="21357"/>
                  </a:lnTo>
                  <a:lnTo>
                    <a:pt x="571" y="18790"/>
                  </a:lnTo>
                  <a:lnTo>
                    <a:pt x="879" y="17667"/>
                  </a:lnTo>
                  <a:lnTo>
                    <a:pt x="0" y="14035"/>
                  </a:lnTo>
                  <a:lnTo>
                    <a:pt x="2554" y="11883"/>
                  </a:lnTo>
                  <a:lnTo>
                    <a:pt x="3326" y="9708"/>
                  </a:lnTo>
                  <a:lnTo>
                    <a:pt x="2138" y="6807"/>
                  </a:lnTo>
                  <a:lnTo>
                    <a:pt x="2625" y="5215"/>
                  </a:lnTo>
                  <a:lnTo>
                    <a:pt x="5812" y="3635"/>
                  </a:lnTo>
                  <a:lnTo>
                    <a:pt x="7821" y="4129"/>
                  </a:lnTo>
                  <a:lnTo>
                    <a:pt x="8917" y="6386"/>
                  </a:lnTo>
                  <a:lnTo>
                    <a:pt x="9864" y="6464"/>
                  </a:lnTo>
                  <a:lnTo>
                    <a:pt x="15841" y="4363"/>
                  </a:lnTo>
                  <a:lnTo>
                    <a:pt x="17091" y="1889"/>
                  </a:lnTo>
                  <a:lnTo>
                    <a:pt x="21991" y="809"/>
                  </a:lnTo>
                  <a:lnTo>
                    <a:pt x="28841" y="1798"/>
                  </a:lnTo>
                  <a:lnTo>
                    <a:pt x="31928" y="2823"/>
                  </a:lnTo>
                  <a:lnTo>
                    <a:pt x="35566" y="2351"/>
                  </a:lnTo>
                  <a:lnTo>
                    <a:pt x="36302" y="1974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h7191"/>
            <p:cNvSpPr/>
            <p:nvPr/>
          </p:nvSpPr>
          <p:spPr>
            <a:xfrm>
              <a:off x="10395677" y="2821073"/>
              <a:ext cx="36758" cy="32060"/>
            </a:xfrm>
            <a:custGeom>
              <a:avLst/>
              <a:pathLst>
                <a:path w="36758" h="32060">
                  <a:moveTo>
                    <a:pt x="34215" y="4101"/>
                  </a:moveTo>
                  <a:lnTo>
                    <a:pt x="36758" y="9212"/>
                  </a:lnTo>
                  <a:lnTo>
                    <a:pt x="30965" y="6637"/>
                  </a:lnTo>
                  <a:lnTo>
                    <a:pt x="29655" y="6875"/>
                  </a:lnTo>
                  <a:lnTo>
                    <a:pt x="29552" y="7647"/>
                  </a:lnTo>
                  <a:lnTo>
                    <a:pt x="24158" y="5941"/>
                  </a:lnTo>
                  <a:lnTo>
                    <a:pt x="22826" y="6155"/>
                  </a:lnTo>
                  <a:lnTo>
                    <a:pt x="22241" y="10086"/>
                  </a:lnTo>
                  <a:lnTo>
                    <a:pt x="18544" y="14782"/>
                  </a:lnTo>
                  <a:lnTo>
                    <a:pt x="19347" y="22608"/>
                  </a:lnTo>
                  <a:lnTo>
                    <a:pt x="21263" y="23107"/>
                  </a:lnTo>
                  <a:lnTo>
                    <a:pt x="22170" y="25625"/>
                  </a:lnTo>
                  <a:lnTo>
                    <a:pt x="20683" y="26678"/>
                  </a:lnTo>
                  <a:lnTo>
                    <a:pt x="17962" y="26664"/>
                  </a:lnTo>
                  <a:lnTo>
                    <a:pt x="14427" y="28016"/>
                  </a:lnTo>
                  <a:lnTo>
                    <a:pt x="12011" y="30710"/>
                  </a:lnTo>
                  <a:lnTo>
                    <a:pt x="10372" y="31454"/>
                  </a:lnTo>
                  <a:lnTo>
                    <a:pt x="6806" y="29743"/>
                  </a:lnTo>
                  <a:lnTo>
                    <a:pt x="4878" y="30198"/>
                  </a:lnTo>
                  <a:lnTo>
                    <a:pt x="4421" y="31736"/>
                  </a:lnTo>
                  <a:lnTo>
                    <a:pt x="1482" y="32060"/>
                  </a:lnTo>
                  <a:lnTo>
                    <a:pt x="0" y="23054"/>
                  </a:lnTo>
                  <a:lnTo>
                    <a:pt x="2015" y="23965"/>
                  </a:lnTo>
                  <a:lnTo>
                    <a:pt x="5666" y="22717"/>
                  </a:lnTo>
                  <a:lnTo>
                    <a:pt x="4230" y="20176"/>
                  </a:lnTo>
                  <a:lnTo>
                    <a:pt x="5988" y="13930"/>
                  </a:lnTo>
                  <a:lnTo>
                    <a:pt x="7384" y="12593"/>
                  </a:lnTo>
                  <a:lnTo>
                    <a:pt x="10679" y="13932"/>
                  </a:lnTo>
                  <a:lnTo>
                    <a:pt x="13599" y="11239"/>
                  </a:lnTo>
                  <a:lnTo>
                    <a:pt x="12946" y="8554"/>
                  </a:lnTo>
                  <a:lnTo>
                    <a:pt x="17535" y="7110"/>
                  </a:lnTo>
                  <a:lnTo>
                    <a:pt x="20787" y="1596"/>
                  </a:lnTo>
                  <a:lnTo>
                    <a:pt x="21930" y="600"/>
                  </a:lnTo>
                  <a:lnTo>
                    <a:pt x="2395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2" name="ph7192"/>
            <p:cNvSpPr/>
            <p:nvPr/>
          </p:nvSpPr>
          <p:spPr>
            <a:xfrm>
              <a:off x="10360463" y="2780859"/>
              <a:ext cx="26433" cy="23553"/>
            </a:xfrm>
            <a:custGeom>
              <a:avLst/>
              <a:pathLst>
                <a:path w="26433" h="23553">
                  <a:moveTo>
                    <a:pt x="16795" y="0"/>
                  </a:moveTo>
                  <a:lnTo>
                    <a:pt x="21755" y="2119"/>
                  </a:lnTo>
                  <a:lnTo>
                    <a:pt x="24702" y="4696"/>
                  </a:lnTo>
                  <a:lnTo>
                    <a:pt x="23215" y="6724"/>
                  </a:lnTo>
                  <a:lnTo>
                    <a:pt x="23385" y="7725"/>
                  </a:lnTo>
                  <a:lnTo>
                    <a:pt x="26293" y="9410"/>
                  </a:lnTo>
                  <a:lnTo>
                    <a:pt x="25185" y="16543"/>
                  </a:lnTo>
                  <a:lnTo>
                    <a:pt x="26433" y="17294"/>
                  </a:lnTo>
                  <a:lnTo>
                    <a:pt x="25780" y="18252"/>
                  </a:lnTo>
                  <a:lnTo>
                    <a:pt x="18251" y="16518"/>
                  </a:lnTo>
                  <a:lnTo>
                    <a:pt x="17346" y="17897"/>
                  </a:lnTo>
                  <a:lnTo>
                    <a:pt x="18558" y="20514"/>
                  </a:lnTo>
                  <a:lnTo>
                    <a:pt x="18573" y="22472"/>
                  </a:lnTo>
                  <a:lnTo>
                    <a:pt x="14885" y="23553"/>
                  </a:lnTo>
                  <a:lnTo>
                    <a:pt x="12598" y="23305"/>
                  </a:lnTo>
                  <a:lnTo>
                    <a:pt x="11269" y="22236"/>
                  </a:lnTo>
                  <a:lnTo>
                    <a:pt x="7994" y="16710"/>
                  </a:lnTo>
                  <a:lnTo>
                    <a:pt x="3729" y="14647"/>
                  </a:lnTo>
                  <a:lnTo>
                    <a:pt x="0" y="16095"/>
                  </a:lnTo>
                  <a:lnTo>
                    <a:pt x="72" y="9491"/>
                  </a:lnTo>
                  <a:lnTo>
                    <a:pt x="1930" y="8871"/>
                  </a:lnTo>
                  <a:lnTo>
                    <a:pt x="4915" y="9850"/>
                  </a:lnTo>
                  <a:lnTo>
                    <a:pt x="7850" y="8683"/>
                  </a:lnTo>
                  <a:lnTo>
                    <a:pt x="11608" y="3366"/>
                  </a:lnTo>
                  <a:lnTo>
                    <a:pt x="13374" y="295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3" name="ph7193"/>
            <p:cNvSpPr/>
            <p:nvPr/>
          </p:nvSpPr>
          <p:spPr>
            <a:xfrm>
              <a:off x="10461289" y="2815257"/>
              <a:ext cx="23686" cy="12440"/>
            </a:xfrm>
            <a:custGeom>
              <a:avLst/>
              <a:pathLst>
                <a:path w="23686" h="12440">
                  <a:moveTo>
                    <a:pt x="16462" y="0"/>
                  </a:moveTo>
                  <a:lnTo>
                    <a:pt x="19753" y="391"/>
                  </a:lnTo>
                  <a:lnTo>
                    <a:pt x="19233" y="2162"/>
                  </a:lnTo>
                  <a:lnTo>
                    <a:pt x="19946" y="3678"/>
                  </a:lnTo>
                  <a:lnTo>
                    <a:pt x="22517" y="3908"/>
                  </a:lnTo>
                  <a:lnTo>
                    <a:pt x="23686" y="8357"/>
                  </a:lnTo>
                  <a:lnTo>
                    <a:pt x="22808" y="9500"/>
                  </a:lnTo>
                  <a:lnTo>
                    <a:pt x="15588" y="7020"/>
                  </a:lnTo>
                  <a:lnTo>
                    <a:pt x="14152" y="7827"/>
                  </a:lnTo>
                  <a:lnTo>
                    <a:pt x="14145" y="10731"/>
                  </a:lnTo>
                  <a:lnTo>
                    <a:pt x="10851" y="10494"/>
                  </a:lnTo>
                  <a:lnTo>
                    <a:pt x="10581" y="9616"/>
                  </a:lnTo>
                  <a:lnTo>
                    <a:pt x="7340" y="9590"/>
                  </a:lnTo>
                  <a:lnTo>
                    <a:pt x="2453" y="12440"/>
                  </a:lnTo>
                  <a:lnTo>
                    <a:pt x="762" y="12082"/>
                  </a:lnTo>
                  <a:lnTo>
                    <a:pt x="0" y="10990"/>
                  </a:lnTo>
                  <a:lnTo>
                    <a:pt x="3119" y="7600"/>
                  </a:lnTo>
                  <a:lnTo>
                    <a:pt x="3035" y="6543"/>
                  </a:lnTo>
                  <a:lnTo>
                    <a:pt x="4258" y="6380"/>
                  </a:lnTo>
                  <a:lnTo>
                    <a:pt x="4606" y="3238"/>
                  </a:lnTo>
                  <a:lnTo>
                    <a:pt x="6928" y="817"/>
                  </a:lnTo>
                  <a:lnTo>
                    <a:pt x="6645" y="2047"/>
                  </a:lnTo>
                  <a:lnTo>
                    <a:pt x="7936" y="4743"/>
                  </a:lnTo>
                  <a:lnTo>
                    <a:pt x="13205" y="41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4" name="ph7194"/>
            <p:cNvSpPr/>
            <p:nvPr/>
          </p:nvSpPr>
          <p:spPr>
            <a:xfrm>
              <a:off x="10525152" y="2817640"/>
              <a:ext cx="29787" cy="24043"/>
            </a:xfrm>
            <a:custGeom>
              <a:avLst/>
              <a:pathLst>
                <a:path w="29787" h="24043">
                  <a:moveTo>
                    <a:pt x="22066" y="0"/>
                  </a:moveTo>
                  <a:lnTo>
                    <a:pt x="26373" y="2581"/>
                  </a:lnTo>
                  <a:lnTo>
                    <a:pt x="24470" y="3899"/>
                  </a:lnTo>
                  <a:lnTo>
                    <a:pt x="24640" y="5848"/>
                  </a:lnTo>
                  <a:lnTo>
                    <a:pt x="28248" y="6201"/>
                  </a:lnTo>
                  <a:lnTo>
                    <a:pt x="29787" y="10329"/>
                  </a:lnTo>
                  <a:lnTo>
                    <a:pt x="28827" y="12658"/>
                  </a:lnTo>
                  <a:lnTo>
                    <a:pt x="26795" y="11642"/>
                  </a:lnTo>
                  <a:lnTo>
                    <a:pt x="23100" y="13357"/>
                  </a:lnTo>
                  <a:lnTo>
                    <a:pt x="22296" y="16097"/>
                  </a:lnTo>
                  <a:lnTo>
                    <a:pt x="23402" y="17505"/>
                  </a:lnTo>
                  <a:lnTo>
                    <a:pt x="21605" y="19258"/>
                  </a:lnTo>
                  <a:lnTo>
                    <a:pt x="21739" y="20858"/>
                  </a:lnTo>
                  <a:lnTo>
                    <a:pt x="17879" y="24043"/>
                  </a:lnTo>
                  <a:lnTo>
                    <a:pt x="16564" y="22774"/>
                  </a:lnTo>
                  <a:lnTo>
                    <a:pt x="14460" y="23267"/>
                  </a:lnTo>
                  <a:lnTo>
                    <a:pt x="13742" y="16277"/>
                  </a:lnTo>
                  <a:lnTo>
                    <a:pt x="7777" y="11823"/>
                  </a:lnTo>
                  <a:lnTo>
                    <a:pt x="4454" y="12250"/>
                  </a:lnTo>
                  <a:lnTo>
                    <a:pt x="0" y="9436"/>
                  </a:lnTo>
                  <a:lnTo>
                    <a:pt x="1704" y="3593"/>
                  </a:lnTo>
                  <a:lnTo>
                    <a:pt x="10056" y="651"/>
                  </a:lnTo>
                  <a:lnTo>
                    <a:pt x="16055" y="1713"/>
                  </a:lnTo>
                  <a:lnTo>
                    <a:pt x="17440" y="1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5" name="ph7195"/>
            <p:cNvSpPr/>
            <p:nvPr/>
          </p:nvSpPr>
          <p:spPr>
            <a:xfrm>
              <a:off x="10444607" y="2638447"/>
              <a:ext cx="31551" cy="38642"/>
            </a:xfrm>
            <a:custGeom>
              <a:avLst/>
              <a:pathLst>
                <a:path w="31551" h="38642">
                  <a:moveTo>
                    <a:pt x="12286" y="0"/>
                  </a:moveTo>
                  <a:lnTo>
                    <a:pt x="15560" y="2161"/>
                  </a:lnTo>
                  <a:lnTo>
                    <a:pt x="19467" y="1824"/>
                  </a:lnTo>
                  <a:lnTo>
                    <a:pt x="24270" y="5811"/>
                  </a:lnTo>
                  <a:lnTo>
                    <a:pt x="31551" y="22402"/>
                  </a:lnTo>
                  <a:lnTo>
                    <a:pt x="30990" y="23777"/>
                  </a:lnTo>
                  <a:lnTo>
                    <a:pt x="25846" y="26727"/>
                  </a:lnTo>
                  <a:lnTo>
                    <a:pt x="25910" y="27530"/>
                  </a:lnTo>
                  <a:lnTo>
                    <a:pt x="22597" y="27803"/>
                  </a:lnTo>
                  <a:lnTo>
                    <a:pt x="16777" y="37568"/>
                  </a:lnTo>
                  <a:lnTo>
                    <a:pt x="15614" y="37577"/>
                  </a:lnTo>
                  <a:lnTo>
                    <a:pt x="13502" y="35785"/>
                  </a:lnTo>
                  <a:lnTo>
                    <a:pt x="12446" y="35864"/>
                  </a:lnTo>
                  <a:lnTo>
                    <a:pt x="10021" y="36986"/>
                  </a:lnTo>
                  <a:lnTo>
                    <a:pt x="10601" y="38511"/>
                  </a:lnTo>
                  <a:lnTo>
                    <a:pt x="5428" y="38642"/>
                  </a:lnTo>
                  <a:lnTo>
                    <a:pt x="3358" y="38130"/>
                  </a:lnTo>
                  <a:lnTo>
                    <a:pt x="125" y="35287"/>
                  </a:lnTo>
                  <a:lnTo>
                    <a:pt x="0" y="30744"/>
                  </a:lnTo>
                  <a:lnTo>
                    <a:pt x="2911" y="30936"/>
                  </a:lnTo>
                  <a:lnTo>
                    <a:pt x="4221" y="28747"/>
                  </a:lnTo>
                  <a:lnTo>
                    <a:pt x="8295" y="26915"/>
                  </a:lnTo>
                  <a:lnTo>
                    <a:pt x="8126" y="24270"/>
                  </a:lnTo>
                  <a:lnTo>
                    <a:pt x="4966" y="24406"/>
                  </a:lnTo>
                  <a:lnTo>
                    <a:pt x="8023" y="18347"/>
                  </a:lnTo>
                  <a:lnTo>
                    <a:pt x="10330" y="15657"/>
                  </a:lnTo>
                  <a:lnTo>
                    <a:pt x="8202" y="9606"/>
                  </a:lnTo>
                  <a:lnTo>
                    <a:pt x="8283" y="5818"/>
                  </a:lnTo>
                  <a:lnTo>
                    <a:pt x="10185" y="2695"/>
                  </a:lnTo>
                  <a:lnTo>
                    <a:pt x="9658" y="88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6" name="ph7196"/>
            <p:cNvSpPr/>
            <p:nvPr/>
          </p:nvSpPr>
          <p:spPr>
            <a:xfrm>
              <a:off x="10441891" y="2949022"/>
              <a:ext cx="17422" cy="21548"/>
            </a:xfrm>
            <a:custGeom>
              <a:avLst/>
              <a:pathLst>
                <a:path w="17422" h="21548">
                  <a:moveTo>
                    <a:pt x="9092" y="5118"/>
                  </a:moveTo>
                  <a:lnTo>
                    <a:pt x="16439" y="8911"/>
                  </a:lnTo>
                  <a:lnTo>
                    <a:pt x="17422" y="15920"/>
                  </a:lnTo>
                  <a:lnTo>
                    <a:pt x="14799" y="18685"/>
                  </a:lnTo>
                  <a:lnTo>
                    <a:pt x="14669" y="21548"/>
                  </a:lnTo>
                  <a:lnTo>
                    <a:pt x="9791" y="16881"/>
                  </a:lnTo>
                  <a:lnTo>
                    <a:pt x="279" y="5066"/>
                  </a:lnTo>
                  <a:lnTo>
                    <a:pt x="626" y="3419"/>
                  </a:lnTo>
                  <a:lnTo>
                    <a:pt x="0" y="593"/>
                  </a:lnTo>
                  <a:lnTo>
                    <a:pt x="292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7" name="ph7197"/>
            <p:cNvSpPr/>
            <p:nvPr/>
          </p:nvSpPr>
          <p:spPr>
            <a:xfrm>
              <a:off x="10406035" y="2827014"/>
              <a:ext cx="23614" cy="32672"/>
            </a:xfrm>
            <a:custGeom>
              <a:avLst/>
              <a:pathLst>
                <a:path w="23614" h="32672">
                  <a:moveTo>
                    <a:pt x="19194" y="1705"/>
                  </a:moveTo>
                  <a:lnTo>
                    <a:pt x="20176" y="2810"/>
                  </a:lnTo>
                  <a:lnTo>
                    <a:pt x="17943" y="5552"/>
                  </a:lnTo>
                  <a:lnTo>
                    <a:pt x="19730" y="11137"/>
                  </a:lnTo>
                  <a:lnTo>
                    <a:pt x="22092" y="11387"/>
                  </a:lnTo>
                  <a:lnTo>
                    <a:pt x="22652" y="19024"/>
                  </a:lnTo>
                  <a:lnTo>
                    <a:pt x="23614" y="21545"/>
                  </a:lnTo>
                  <a:lnTo>
                    <a:pt x="18894" y="26937"/>
                  </a:lnTo>
                  <a:lnTo>
                    <a:pt x="20726" y="32672"/>
                  </a:lnTo>
                  <a:lnTo>
                    <a:pt x="17564" y="31945"/>
                  </a:lnTo>
                  <a:lnTo>
                    <a:pt x="14229" y="28826"/>
                  </a:lnTo>
                  <a:lnTo>
                    <a:pt x="11379" y="29755"/>
                  </a:lnTo>
                  <a:lnTo>
                    <a:pt x="10126" y="28490"/>
                  </a:lnTo>
                  <a:lnTo>
                    <a:pt x="7034" y="27894"/>
                  </a:lnTo>
                  <a:lnTo>
                    <a:pt x="5178" y="28226"/>
                  </a:lnTo>
                  <a:lnTo>
                    <a:pt x="4671" y="29560"/>
                  </a:lnTo>
                  <a:lnTo>
                    <a:pt x="0" y="26138"/>
                  </a:lnTo>
                  <a:lnTo>
                    <a:pt x="14" y="25512"/>
                  </a:lnTo>
                  <a:lnTo>
                    <a:pt x="1653" y="24768"/>
                  </a:lnTo>
                  <a:lnTo>
                    <a:pt x="4069" y="22075"/>
                  </a:lnTo>
                  <a:lnTo>
                    <a:pt x="7604" y="20722"/>
                  </a:lnTo>
                  <a:lnTo>
                    <a:pt x="10325" y="20737"/>
                  </a:lnTo>
                  <a:lnTo>
                    <a:pt x="11812" y="19683"/>
                  </a:lnTo>
                  <a:lnTo>
                    <a:pt x="10905" y="17165"/>
                  </a:lnTo>
                  <a:lnTo>
                    <a:pt x="8989" y="16667"/>
                  </a:lnTo>
                  <a:lnTo>
                    <a:pt x="8186" y="8840"/>
                  </a:lnTo>
                  <a:lnTo>
                    <a:pt x="11883" y="4144"/>
                  </a:lnTo>
                  <a:lnTo>
                    <a:pt x="12468" y="214"/>
                  </a:lnTo>
                  <a:lnTo>
                    <a:pt x="1380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8" name="ph7198"/>
            <p:cNvSpPr/>
            <p:nvPr/>
          </p:nvSpPr>
          <p:spPr>
            <a:xfrm>
              <a:off x="10393736" y="2890914"/>
              <a:ext cx="20868" cy="32247"/>
            </a:xfrm>
            <a:custGeom>
              <a:avLst/>
              <a:pathLst>
                <a:path w="20868" h="32247">
                  <a:moveTo>
                    <a:pt x="17785" y="0"/>
                  </a:moveTo>
                  <a:lnTo>
                    <a:pt x="17790" y="8560"/>
                  </a:lnTo>
                  <a:lnTo>
                    <a:pt x="18401" y="11946"/>
                  </a:lnTo>
                  <a:lnTo>
                    <a:pt x="20803" y="14724"/>
                  </a:lnTo>
                  <a:lnTo>
                    <a:pt x="20868" y="19255"/>
                  </a:lnTo>
                  <a:lnTo>
                    <a:pt x="19006" y="21826"/>
                  </a:lnTo>
                  <a:lnTo>
                    <a:pt x="15664" y="23767"/>
                  </a:lnTo>
                  <a:lnTo>
                    <a:pt x="13288" y="24155"/>
                  </a:lnTo>
                  <a:lnTo>
                    <a:pt x="11153" y="26878"/>
                  </a:lnTo>
                  <a:lnTo>
                    <a:pt x="11810" y="29111"/>
                  </a:lnTo>
                  <a:lnTo>
                    <a:pt x="14662" y="31314"/>
                  </a:lnTo>
                  <a:lnTo>
                    <a:pt x="13600" y="32247"/>
                  </a:lnTo>
                  <a:lnTo>
                    <a:pt x="6629" y="31671"/>
                  </a:lnTo>
                  <a:lnTo>
                    <a:pt x="3156" y="30183"/>
                  </a:lnTo>
                  <a:lnTo>
                    <a:pt x="0" y="26087"/>
                  </a:lnTo>
                  <a:lnTo>
                    <a:pt x="447" y="22034"/>
                  </a:lnTo>
                  <a:lnTo>
                    <a:pt x="2162" y="22428"/>
                  </a:lnTo>
                  <a:lnTo>
                    <a:pt x="4236" y="15524"/>
                  </a:lnTo>
                  <a:lnTo>
                    <a:pt x="9112" y="17526"/>
                  </a:lnTo>
                  <a:lnTo>
                    <a:pt x="7978" y="13579"/>
                  </a:lnTo>
                  <a:lnTo>
                    <a:pt x="10369" y="5144"/>
                  </a:lnTo>
                  <a:lnTo>
                    <a:pt x="13683" y="4053"/>
                  </a:lnTo>
                  <a:lnTo>
                    <a:pt x="14741" y="207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9" name="ph7199"/>
            <p:cNvSpPr/>
            <p:nvPr/>
          </p:nvSpPr>
          <p:spPr>
            <a:xfrm>
              <a:off x="10225774" y="2860227"/>
              <a:ext cx="103950" cy="70725"/>
            </a:xfrm>
            <a:custGeom>
              <a:avLst/>
              <a:pathLst>
                <a:path w="103950" h="70725">
                  <a:moveTo>
                    <a:pt x="17549" y="1442"/>
                  </a:moveTo>
                  <a:lnTo>
                    <a:pt x="19057" y="2914"/>
                  </a:lnTo>
                  <a:lnTo>
                    <a:pt x="20579" y="7002"/>
                  </a:lnTo>
                  <a:lnTo>
                    <a:pt x="21944" y="7965"/>
                  </a:lnTo>
                  <a:lnTo>
                    <a:pt x="31940" y="5414"/>
                  </a:lnTo>
                  <a:lnTo>
                    <a:pt x="34641" y="8513"/>
                  </a:lnTo>
                  <a:lnTo>
                    <a:pt x="41166" y="7974"/>
                  </a:lnTo>
                  <a:lnTo>
                    <a:pt x="46277" y="6671"/>
                  </a:lnTo>
                  <a:lnTo>
                    <a:pt x="47047" y="5937"/>
                  </a:lnTo>
                  <a:lnTo>
                    <a:pt x="49990" y="4882"/>
                  </a:lnTo>
                  <a:lnTo>
                    <a:pt x="58604" y="13598"/>
                  </a:lnTo>
                  <a:lnTo>
                    <a:pt x="60782" y="13946"/>
                  </a:lnTo>
                  <a:lnTo>
                    <a:pt x="63816" y="15862"/>
                  </a:lnTo>
                  <a:lnTo>
                    <a:pt x="63471" y="18163"/>
                  </a:lnTo>
                  <a:lnTo>
                    <a:pt x="64060" y="19718"/>
                  </a:lnTo>
                  <a:lnTo>
                    <a:pt x="67770" y="22739"/>
                  </a:lnTo>
                  <a:lnTo>
                    <a:pt x="73329" y="23243"/>
                  </a:lnTo>
                  <a:lnTo>
                    <a:pt x="86593" y="21439"/>
                  </a:lnTo>
                  <a:lnTo>
                    <a:pt x="88092" y="17801"/>
                  </a:lnTo>
                  <a:lnTo>
                    <a:pt x="87227" y="16275"/>
                  </a:lnTo>
                  <a:lnTo>
                    <a:pt x="87562" y="14795"/>
                  </a:lnTo>
                  <a:lnTo>
                    <a:pt x="90458" y="12450"/>
                  </a:lnTo>
                  <a:lnTo>
                    <a:pt x="94719" y="11558"/>
                  </a:lnTo>
                  <a:lnTo>
                    <a:pt x="95513" y="12571"/>
                  </a:lnTo>
                  <a:lnTo>
                    <a:pt x="97638" y="12045"/>
                  </a:lnTo>
                  <a:lnTo>
                    <a:pt x="98054" y="10769"/>
                  </a:lnTo>
                  <a:lnTo>
                    <a:pt x="99492" y="13473"/>
                  </a:lnTo>
                  <a:lnTo>
                    <a:pt x="98708" y="14896"/>
                  </a:lnTo>
                  <a:lnTo>
                    <a:pt x="103811" y="21878"/>
                  </a:lnTo>
                  <a:lnTo>
                    <a:pt x="103950" y="24368"/>
                  </a:lnTo>
                  <a:lnTo>
                    <a:pt x="101303" y="26893"/>
                  </a:lnTo>
                  <a:lnTo>
                    <a:pt x="97776" y="25418"/>
                  </a:lnTo>
                  <a:lnTo>
                    <a:pt x="96150" y="25777"/>
                  </a:lnTo>
                  <a:lnTo>
                    <a:pt x="90806" y="30029"/>
                  </a:lnTo>
                  <a:lnTo>
                    <a:pt x="86334" y="32011"/>
                  </a:lnTo>
                  <a:lnTo>
                    <a:pt x="78010" y="38980"/>
                  </a:lnTo>
                  <a:lnTo>
                    <a:pt x="76967" y="41276"/>
                  </a:lnTo>
                  <a:lnTo>
                    <a:pt x="76050" y="41469"/>
                  </a:lnTo>
                  <a:lnTo>
                    <a:pt x="71892" y="39560"/>
                  </a:lnTo>
                  <a:lnTo>
                    <a:pt x="71423" y="38878"/>
                  </a:lnTo>
                  <a:lnTo>
                    <a:pt x="72064" y="37656"/>
                  </a:lnTo>
                  <a:lnTo>
                    <a:pt x="71119" y="37090"/>
                  </a:lnTo>
                  <a:lnTo>
                    <a:pt x="67696" y="39207"/>
                  </a:lnTo>
                  <a:lnTo>
                    <a:pt x="62398" y="44578"/>
                  </a:lnTo>
                  <a:lnTo>
                    <a:pt x="57849" y="56907"/>
                  </a:lnTo>
                  <a:lnTo>
                    <a:pt x="48851" y="61974"/>
                  </a:lnTo>
                  <a:lnTo>
                    <a:pt x="45153" y="61101"/>
                  </a:lnTo>
                  <a:lnTo>
                    <a:pt x="41304" y="68829"/>
                  </a:lnTo>
                  <a:lnTo>
                    <a:pt x="39187" y="70725"/>
                  </a:lnTo>
                  <a:lnTo>
                    <a:pt x="35570" y="70479"/>
                  </a:lnTo>
                  <a:lnTo>
                    <a:pt x="31030" y="66416"/>
                  </a:lnTo>
                  <a:lnTo>
                    <a:pt x="30827" y="64427"/>
                  </a:lnTo>
                  <a:lnTo>
                    <a:pt x="24746" y="56828"/>
                  </a:lnTo>
                  <a:lnTo>
                    <a:pt x="21987" y="51204"/>
                  </a:lnTo>
                  <a:lnTo>
                    <a:pt x="14653" y="41719"/>
                  </a:lnTo>
                  <a:lnTo>
                    <a:pt x="4581" y="26298"/>
                  </a:lnTo>
                  <a:lnTo>
                    <a:pt x="116" y="16527"/>
                  </a:lnTo>
                  <a:lnTo>
                    <a:pt x="0" y="8433"/>
                  </a:lnTo>
                  <a:lnTo>
                    <a:pt x="722" y="5865"/>
                  </a:lnTo>
                  <a:lnTo>
                    <a:pt x="8430" y="3433"/>
                  </a:lnTo>
                  <a:lnTo>
                    <a:pt x="9594" y="2152"/>
                  </a:lnTo>
                  <a:lnTo>
                    <a:pt x="9932" y="77"/>
                  </a:lnTo>
                  <a:lnTo>
                    <a:pt x="1119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0" name="ph7200"/>
            <p:cNvSpPr/>
            <p:nvPr/>
          </p:nvSpPr>
          <p:spPr>
            <a:xfrm>
              <a:off x="10386826" y="2932055"/>
              <a:ext cx="46109" cy="26904"/>
            </a:xfrm>
            <a:custGeom>
              <a:avLst/>
              <a:pathLst>
                <a:path w="46109" h="26904">
                  <a:moveTo>
                    <a:pt x="22596" y="0"/>
                  </a:moveTo>
                  <a:lnTo>
                    <a:pt x="27562" y="237"/>
                  </a:lnTo>
                  <a:lnTo>
                    <a:pt x="31671" y="1638"/>
                  </a:lnTo>
                  <a:lnTo>
                    <a:pt x="31430" y="4844"/>
                  </a:lnTo>
                  <a:lnTo>
                    <a:pt x="32809" y="5690"/>
                  </a:lnTo>
                  <a:lnTo>
                    <a:pt x="38395" y="3983"/>
                  </a:lnTo>
                  <a:lnTo>
                    <a:pt x="45386" y="6729"/>
                  </a:lnTo>
                  <a:lnTo>
                    <a:pt x="46109" y="8027"/>
                  </a:lnTo>
                  <a:lnTo>
                    <a:pt x="43287" y="8341"/>
                  </a:lnTo>
                  <a:lnTo>
                    <a:pt x="39793" y="10608"/>
                  </a:lnTo>
                  <a:lnTo>
                    <a:pt x="30570" y="11166"/>
                  </a:lnTo>
                  <a:lnTo>
                    <a:pt x="23869" y="13746"/>
                  </a:lnTo>
                  <a:lnTo>
                    <a:pt x="26854" y="18992"/>
                  </a:lnTo>
                  <a:lnTo>
                    <a:pt x="29245" y="19104"/>
                  </a:lnTo>
                  <a:lnTo>
                    <a:pt x="31146" y="21195"/>
                  </a:lnTo>
                  <a:lnTo>
                    <a:pt x="30534" y="25922"/>
                  </a:lnTo>
                  <a:lnTo>
                    <a:pt x="28043" y="26904"/>
                  </a:lnTo>
                  <a:lnTo>
                    <a:pt x="24184" y="23012"/>
                  </a:lnTo>
                  <a:lnTo>
                    <a:pt x="22167" y="24171"/>
                  </a:lnTo>
                  <a:lnTo>
                    <a:pt x="23181" y="26457"/>
                  </a:lnTo>
                  <a:lnTo>
                    <a:pt x="15837" y="24021"/>
                  </a:lnTo>
                  <a:lnTo>
                    <a:pt x="6086" y="18710"/>
                  </a:lnTo>
                  <a:lnTo>
                    <a:pt x="4961" y="18682"/>
                  </a:lnTo>
                  <a:lnTo>
                    <a:pt x="3835" y="20354"/>
                  </a:lnTo>
                  <a:lnTo>
                    <a:pt x="0" y="10029"/>
                  </a:lnTo>
                  <a:lnTo>
                    <a:pt x="227" y="8311"/>
                  </a:lnTo>
                  <a:lnTo>
                    <a:pt x="4116" y="5540"/>
                  </a:lnTo>
                  <a:lnTo>
                    <a:pt x="5921" y="5862"/>
                  </a:lnTo>
                  <a:lnTo>
                    <a:pt x="10438" y="8446"/>
                  </a:lnTo>
                  <a:lnTo>
                    <a:pt x="15889" y="6413"/>
                  </a:lnTo>
                  <a:lnTo>
                    <a:pt x="18886" y="4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1" name="ph7201"/>
            <p:cNvSpPr/>
            <p:nvPr/>
          </p:nvSpPr>
          <p:spPr>
            <a:xfrm>
              <a:off x="10519159" y="2768702"/>
              <a:ext cx="51504" cy="52894"/>
            </a:xfrm>
            <a:custGeom>
              <a:avLst/>
              <a:pathLst>
                <a:path w="51504" h="52894">
                  <a:moveTo>
                    <a:pt x="23872" y="0"/>
                  </a:moveTo>
                  <a:lnTo>
                    <a:pt x="24489" y="754"/>
                  </a:lnTo>
                  <a:lnTo>
                    <a:pt x="23973" y="2027"/>
                  </a:lnTo>
                  <a:lnTo>
                    <a:pt x="24374" y="4349"/>
                  </a:lnTo>
                  <a:lnTo>
                    <a:pt x="28885" y="4296"/>
                  </a:lnTo>
                  <a:lnTo>
                    <a:pt x="28735" y="7087"/>
                  </a:lnTo>
                  <a:lnTo>
                    <a:pt x="30729" y="9242"/>
                  </a:lnTo>
                  <a:lnTo>
                    <a:pt x="35065" y="11440"/>
                  </a:lnTo>
                  <a:lnTo>
                    <a:pt x="40127" y="10594"/>
                  </a:lnTo>
                  <a:lnTo>
                    <a:pt x="41440" y="8390"/>
                  </a:lnTo>
                  <a:lnTo>
                    <a:pt x="42398" y="8197"/>
                  </a:lnTo>
                  <a:lnTo>
                    <a:pt x="42090" y="9319"/>
                  </a:lnTo>
                  <a:lnTo>
                    <a:pt x="43347" y="11886"/>
                  </a:lnTo>
                  <a:lnTo>
                    <a:pt x="49119" y="14571"/>
                  </a:lnTo>
                  <a:lnTo>
                    <a:pt x="50348" y="15748"/>
                  </a:lnTo>
                  <a:lnTo>
                    <a:pt x="50158" y="18948"/>
                  </a:lnTo>
                  <a:lnTo>
                    <a:pt x="51504" y="20816"/>
                  </a:lnTo>
                  <a:lnTo>
                    <a:pt x="45842" y="24444"/>
                  </a:lnTo>
                  <a:lnTo>
                    <a:pt x="39488" y="30623"/>
                  </a:lnTo>
                  <a:lnTo>
                    <a:pt x="39466" y="33299"/>
                  </a:lnTo>
                  <a:lnTo>
                    <a:pt x="40539" y="36771"/>
                  </a:lnTo>
                  <a:lnTo>
                    <a:pt x="44647" y="40086"/>
                  </a:lnTo>
                  <a:lnTo>
                    <a:pt x="44528" y="44524"/>
                  </a:lnTo>
                  <a:lnTo>
                    <a:pt x="37254" y="49745"/>
                  </a:lnTo>
                  <a:lnTo>
                    <a:pt x="32366" y="51519"/>
                  </a:lnTo>
                  <a:lnTo>
                    <a:pt x="28059" y="48938"/>
                  </a:lnTo>
                  <a:lnTo>
                    <a:pt x="23433" y="48955"/>
                  </a:lnTo>
                  <a:lnTo>
                    <a:pt x="22048" y="50652"/>
                  </a:lnTo>
                  <a:lnTo>
                    <a:pt x="16049" y="49589"/>
                  </a:lnTo>
                  <a:lnTo>
                    <a:pt x="7697" y="52531"/>
                  </a:lnTo>
                  <a:lnTo>
                    <a:pt x="5844" y="52894"/>
                  </a:lnTo>
                  <a:lnTo>
                    <a:pt x="2369" y="49857"/>
                  </a:lnTo>
                  <a:lnTo>
                    <a:pt x="2993" y="46806"/>
                  </a:lnTo>
                  <a:lnTo>
                    <a:pt x="5429" y="46884"/>
                  </a:lnTo>
                  <a:lnTo>
                    <a:pt x="5327" y="45683"/>
                  </a:lnTo>
                  <a:lnTo>
                    <a:pt x="3916" y="44646"/>
                  </a:lnTo>
                  <a:lnTo>
                    <a:pt x="4851" y="41094"/>
                  </a:lnTo>
                  <a:lnTo>
                    <a:pt x="13876" y="39668"/>
                  </a:lnTo>
                  <a:lnTo>
                    <a:pt x="14271" y="38139"/>
                  </a:lnTo>
                  <a:lnTo>
                    <a:pt x="13187" y="37442"/>
                  </a:lnTo>
                  <a:lnTo>
                    <a:pt x="15424" y="28784"/>
                  </a:lnTo>
                  <a:lnTo>
                    <a:pt x="13150" y="22898"/>
                  </a:lnTo>
                  <a:lnTo>
                    <a:pt x="9781" y="19817"/>
                  </a:lnTo>
                  <a:lnTo>
                    <a:pt x="8227" y="19732"/>
                  </a:lnTo>
                  <a:lnTo>
                    <a:pt x="5164" y="22204"/>
                  </a:lnTo>
                  <a:lnTo>
                    <a:pt x="2580" y="22026"/>
                  </a:lnTo>
                  <a:lnTo>
                    <a:pt x="93" y="19768"/>
                  </a:lnTo>
                  <a:lnTo>
                    <a:pt x="0" y="15882"/>
                  </a:lnTo>
                  <a:lnTo>
                    <a:pt x="7697" y="3414"/>
                  </a:lnTo>
                  <a:lnTo>
                    <a:pt x="8506" y="2985"/>
                  </a:lnTo>
                  <a:lnTo>
                    <a:pt x="10461" y="5480"/>
                  </a:lnTo>
                  <a:lnTo>
                    <a:pt x="15569" y="3197"/>
                  </a:lnTo>
                  <a:lnTo>
                    <a:pt x="17241" y="902"/>
                  </a:lnTo>
                  <a:lnTo>
                    <a:pt x="18494" y="141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2" name="ph7202"/>
            <p:cNvSpPr/>
            <p:nvPr/>
          </p:nvSpPr>
          <p:spPr>
            <a:xfrm>
              <a:off x="10481023" y="2797883"/>
              <a:ext cx="45833" cy="36729"/>
            </a:xfrm>
            <a:custGeom>
              <a:avLst/>
              <a:pathLst>
                <a:path w="45833" h="36729">
                  <a:moveTo>
                    <a:pt x="28991" y="0"/>
                  </a:moveTo>
                  <a:lnTo>
                    <a:pt x="28727" y="3260"/>
                  </a:lnTo>
                  <a:lnTo>
                    <a:pt x="34426" y="11304"/>
                  </a:lnTo>
                  <a:lnTo>
                    <a:pt x="36659" y="11448"/>
                  </a:lnTo>
                  <a:lnTo>
                    <a:pt x="42052" y="15466"/>
                  </a:lnTo>
                  <a:lnTo>
                    <a:pt x="43464" y="16503"/>
                  </a:lnTo>
                  <a:lnTo>
                    <a:pt x="43565" y="17703"/>
                  </a:lnTo>
                  <a:lnTo>
                    <a:pt x="41130" y="17625"/>
                  </a:lnTo>
                  <a:lnTo>
                    <a:pt x="40505" y="20677"/>
                  </a:lnTo>
                  <a:lnTo>
                    <a:pt x="43980" y="23713"/>
                  </a:lnTo>
                  <a:lnTo>
                    <a:pt x="45833" y="23350"/>
                  </a:lnTo>
                  <a:lnTo>
                    <a:pt x="44129" y="29193"/>
                  </a:lnTo>
                  <a:lnTo>
                    <a:pt x="41916" y="29184"/>
                  </a:lnTo>
                  <a:lnTo>
                    <a:pt x="40666" y="31592"/>
                  </a:lnTo>
                  <a:lnTo>
                    <a:pt x="41953" y="32569"/>
                  </a:lnTo>
                  <a:lnTo>
                    <a:pt x="38974" y="34438"/>
                  </a:lnTo>
                  <a:lnTo>
                    <a:pt x="36644" y="34537"/>
                  </a:lnTo>
                  <a:lnTo>
                    <a:pt x="30686" y="31489"/>
                  </a:lnTo>
                  <a:lnTo>
                    <a:pt x="28416" y="33105"/>
                  </a:lnTo>
                  <a:lnTo>
                    <a:pt x="27652" y="35701"/>
                  </a:lnTo>
                  <a:lnTo>
                    <a:pt x="23086" y="35375"/>
                  </a:lnTo>
                  <a:lnTo>
                    <a:pt x="22421" y="36213"/>
                  </a:lnTo>
                  <a:lnTo>
                    <a:pt x="20907" y="36729"/>
                  </a:lnTo>
                  <a:lnTo>
                    <a:pt x="21098" y="32531"/>
                  </a:lnTo>
                  <a:lnTo>
                    <a:pt x="16639" y="27786"/>
                  </a:lnTo>
                  <a:lnTo>
                    <a:pt x="16219" y="26159"/>
                  </a:lnTo>
                  <a:lnTo>
                    <a:pt x="15112" y="25035"/>
                  </a:lnTo>
                  <a:lnTo>
                    <a:pt x="10650" y="14316"/>
                  </a:lnTo>
                  <a:lnTo>
                    <a:pt x="4752" y="10365"/>
                  </a:lnTo>
                  <a:lnTo>
                    <a:pt x="1924" y="10117"/>
                  </a:lnTo>
                  <a:lnTo>
                    <a:pt x="0" y="7160"/>
                  </a:lnTo>
                  <a:lnTo>
                    <a:pt x="6116" y="9111"/>
                  </a:lnTo>
                  <a:lnTo>
                    <a:pt x="11836" y="6686"/>
                  </a:lnTo>
                  <a:lnTo>
                    <a:pt x="14964" y="4507"/>
                  </a:lnTo>
                  <a:lnTo>
                    <a:pt x="19523" y="3376"/>
                  </a:lnTo>
                  <a:lnTo>
                    <a:pt x="23097" y="89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3" name="ph7203"/>
            <p:cNvSpPr/>
            <p:nvPr/>
          </p:nvSpPr>
          <p:spPr>
            <a:xfrm>
              <a:off x="10419379" y="2633433"/>
              <a:ext cx="35558" cy="35951"/>
            </a:xfrm>
            <a:custGeom>
              <a:avLst/>
              <a:pathLst>
                <a:path w="35558" h="35951">
                  <a:moveTo>
                    <a:pt x="9568" y="0"/>
                  </a:moveTo>
                  <a:lnTo>
                    <a:pt x="13576" y="766"/>
                  </a:lnTo>
                  <a:lnTo>
                    <a:pt x="16396" y="4266"/>
                  </a:lnTo>
                  <a:lnTo>
                    <a:pt x="17991" y="4895"/>
                  </a:lnTo>
                  <a:lnTo>
                    <a:pt x="18734" y="7171"/>
                  </a:lnTo>
                  <a:lnTo>
                    <a:pt x="26801" y="8702"/>
                  </a:lnTo>
                  <a:lnTo>
                    <a:pt x="29655" y="7273"/>
                  </a:lnTo>
                  <a:lnTo>
                    <a:pt x="30266" y="5207"/>
                  </a:lnTo>
                  <a:lnTo>
                    <a:pt x="31728" y="4123"/>
                  </a:lnTo>
                  <a:lnTo>
                    <a:pt x="33382" y="4164"/>
                  </a:lnTo>
                  <a:lnTo>
                    <a:pt x="34885" y="5897"/>
                  </a:lnTo>
                  <a:lnTo>
                    <a:pt x="35412" y="7709"/>
                  </a:lnTo>
                  <a:lnTo>
                    <a:pt x="33511" y="10832"/>
                  </a:lnTo>
                  <a:lnTo>
                    <a:pt x="33430" y="14621"/>
                  </a:lnTo>
                  <a:lnTo>
                    <a:pt x="35558" y="20672"/>
                  </a:lnTo>
                  <a:lnTo>
                    <a:pt x="33250" y="23362"/>
                  </a:lnTo>
                  <a:lnTo>
                    <a:pt x="30194" y="29420"/>
                  </a:lnTo>
                  <a:lnTo>
                    <a:pt x="33354" y="29284"/>
                  </a:lnTo>
                  <a:lnTo>
                    <a:pt x="33522" y="31929"/>
                  </a:lnTo>
                  <a:lnTo>
                    <a:pt x="29449" y="33761"/>
                  </a:lnTo>
                  <a:lnTo>
                    <a:pt x="28139" y="35951"/>
                  </a:lnTo>
                  <a:lnTo>
                    <a:pt x="25227" y="35758"/>
                  </a:lnTo>
                  <a:lnTo>
                    <a:pt x="18547" y="28791"/>
                  </a:lnTo>
                  <a:lnTo>
                    <a:pt x="18928" y="27118"/>
                  </a:lnTo>
                  <a:lnTo>
                    <a:pt x="15843" y="23818"/>
                  </a:lnTo>
                  <a:lnTo>
                    <a:pt x="10749" y="22881"/>
                  </a:lnTo>
                  <a:lnTo>
                    <a:pt x="6877" y="24964"/>
                  </a:lnTo>
                  <a:lnTo>
                    <a:pt x="5854" y="27718"/>
                  </a:lnTo>
                  <a:lnTo>
                    <a:pt x="1283" y="28714"/>
                  </a:lnTo>
                  <a:lnTo>
                    <a:pt x="0" y="24345"/>
                  </a:lnTo>
                  <a:lnTo>
                    <a:pt x="64" y="22983"/>
                  </a:lnTo>
                  <a:lnTo>
                    <a:pt x="1238" y="22602"/>
                  </a:lnTo>
                  <a:lnTo>
                    <a:pt x="1765" y="21371"/>
                  </a:lnTo>
                  <a:lnTo>
                    <a:pt x="1296" y="18664"/>
                  </a:lnTo>
                  <a:lnTo>
                    <a:pt x="3480" y="18099"/>
                  </a:lnTo>
                  <a:lnTo>
                    <a:pt x="5613" y="16299"/>
                  </a:lnTo>
                  <a:lnTo>
                    <a:pt x="3373" y="12660"/>
                  </a:lnTo>
                  <a:lnTo>
                    <a:pt x="719" y="11076"/>
                  </a:lnTo>
                  <a:lnTo>
                    <a:pt x="2876" y="3353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4" name="ph7204"/>
            <p:cNvSpPr/>
            <p:nvPr/>
          </p:nvSpPr>
          <p:spPr>
            <a:xfrm>
              <a:off x="10329259" y="2916790"/>
              <a:ext cx="30245" cy="38568"/>
            </a:xfrm>
            <a:custGeom>
              <a:avLst/>
              <a:pathLst>
                <a:path w="30245" h="38568">
                  <a:moveTo>
                    <a:pt x="24121" y="5487"/>
                  </a:moveTo>
                  <a:lnTo>
                    <a:pt x="26525" y="4821"/>
                  </a:lnTo>
                  <a:lnTo>
                    <a:pt x="26717" y="18002"/>
                  </a:lnTo>
                  <a:lnTo>
                    <a:pt x="30080" y="19637"/>
                  </a:lnTo>
                  <a:lnTo>
                    <a:pt x="30245" y="21151"/>
                  </a:lnTo>
                  <a:lnTo>
                    <a:pt x="29110" y="22423"/>
                  </a:lnTo>
                  <a:lnTo>
                    <a:pt x="28407" y="25749"/>
                  </a:lnTo>
                  <a:lnTo>
                    <a:pt x="28924" y="26597"/>
                  </a:lnTo>
                  <a:lnTo>
                    <a:pt x="26846" y="30402"/>
                  </a:lnTo>
                  <a:lnTo>
                    <a:pt x="25147" y="31047"/>
                  </a:lnTo>
                  <a:lnTo>
                    <a:pt x="19924" y="30494"/>
                  </a:lnTo>
                  <a:lnTo>
                    <a:pt x="16584" y="31918"/>
                  </a:lnTo>
                  <a:lnTo>
                    <a:pt x="19070" y="37637"/>
                  </a:lnTo>
                  <a:lnTo>
                    <a:pt x="17194" y="38568"/>
                  </a:lnTo>
                  <a:lnTo>
                    <a:pt x="9678" y="37153"/>
                  </a:lnTo>
                  <a:lnTo>
                    <a:pt x="7247" y="32662"/>
                  </a:lnTo>
                  <a:lnTo>
                    <a:pt x="9946" y="29821"/>
                  </a:lnTo>
                  <a:lnTo>
                    <a:pt x="8143" y="27682"/>
                  </a:lnTo>
                  <a:lnTo>
                    <a:pt x="1335" y="24550"/>
                  </a:lnTo>
                  <a:lnTo>
                    <a:pt x="0" y="21648"/>
                  </a:lnTo>
                  <a:lnTo>
                    <a:pt x="549" y="20631"/>
                  </a:lnTo>
                  <a:lnTo>
                    <a:pt x="1859" y="20345"/>
                  </a:lnTo>
                  <a:lnTo>
                    <a:pt x="2225" y="16907"/>
                  </a:lnTo>
                  <a:lnTo>
                    <a:pt x="3255" y="15445"/>
                  </a:lnTo>
                  <a:lnTo>
                    <a:pt x="7020" y="17494"/>
                  </a:lnTo>
                  <a:lnTo>
                    <a:pt x="10794" y="11829"/>
                  </a:lnTo>
                  <a:lnTo>
                    <a:pt x="15643" y="11688"/>
                  </a:lnTo>
                  <a:lnTo>
                    <a:pt x="16430" y="7822"/>
                  </a:lnTo>
                  <a:lnTo>
                    <a:pt x="16504" y="581"/>
                  </a:lnTo>
                  <a:lnTo>
                    <a:pt x="17259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5" name="ph7205"/>
            <p:cNvSpPr/>
            <p:nvPr/>
          </p:nvSpPr>
          <p:spPr>
            <a:xfrm>
              <a:off x="10475435" y="2822277"/>
              <a:ext cx="18091" cy="10690"/>
            </a:xfrm>
            <a:custGeom>
              <a:avLst/>
              <a:pathLst>
                <a:path w="18091" h="10690">
                  <a:moveTo>
                    <a:pt x="8662" y="2480"/>
                  </a:moveTo>
                  <a:lnTo>
                    <a:pt x="16329" y="2587"/>
                  </a:lnTo>
                  <a:lnTo>
                    <a:pt x="16816" y="6225"/>
                  </a:lnTo>
                  <a:lnTo>
                    <a:pt x="18091" y="6496"/>
                  </a:lnTo>
                  <a:lnTo>
                    <a:pt x="14893" y="10690"/>
                  </a:lnTo>
                  <a:lnTo>
                    <a:pt x="11039" y="10643"/>
                  </a:lnTo>
                  <a:lnTo>
                    <a:pt x="5179" y="6237"/>
                  </a:lnTo>
                  <a:lnTo>
                    <a:pt x="154" y="4391"/>
                  </a:lnTo>
                  <a:lnTo>
                    <a:pt x="0" y="3711"/>
                  </a:lnTo>
                  <a:lnTo>
                    <a:pt x="7" y="807"/>
                  </a:lnTo>
                  <a:lnTo>
                    <a:pt x="144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6" name="ph7206"/>
            <p:cNvSpPr/>
            <p:nvPr/>
          </p:nvSpPr>
          <p:spPr>
            <a:xfrm>
              <a:off x="10210147" y="2827307"/>
              <a:ext cx="62674" cy="41433"/>
            </a:xfrm>
            <a:custGeom>
              <a:avLst/>
              <a:pathLst>
                <a:path w="62674" h="41433">
                  <a:moveTo>
                    <a:pt x="41717" y="0"/>
                  </a:moveTo>
                  <a:lnTo>
                    <a:pt x="42321" y="4117"/>
                  </a:lnTo>
                  <a:lnTo>
                    <a:pt x="45013" y="3668"/>
                  </a:lnTo>
                  <a:lnTo>
                    <a:pt x="44061" y="1570"/>
                  </a:lnTo>
                  <a:lnTo>
                    <a:pt x="44352" y="713"/>
                  </a:lnTo>
                  <a:lnTo>
                    <a:pt x="47456" y="111"/>
                  </a:lnTo>
                  <a:lnTo>
                    <a:pt x="48104" y="1611"/>
                  </a:lnTo>
                  <a:lnTo>
                    <a:pt x="52174" y="3570"/>
                  </a:lnTo>
                  <a:lnTo>
                    <a:pt x="52729" y="4907"/>
                  </a:lnTo>
                  <a:lnTo>
                    <a:pt x="51679" y="6713"/>
                  </a:lnTo>
                  <a:lnTo>
                    <a:pt x="53312" y="13614"/>
                  </a:lnTo>
                  <a:lnTo>
                    <a:pt x="58649" y="17372"/>
                  </a:lnTo>
                  <a:lnTo>
                    <a:pt x="57008" y="24944"/>
                  </a:lnTo>
                  <a:lnTo>
                    <a:pt x="56829" y="30395"/>
                  </a:lnTo>
                  <a:lnTo>
                    <a:pt x="61406" y="38294"/>
                  </a:lnTo>
                  <a:lnTo>
                    <a:pt x="62674" y="38858"/>
                  </a:lnTo>
                  <a:lnTo>
                    <a:pt x="61904" y="39591"/>
                  </a:lnTo>
                  <a:lnTo>
                    <a:pt x="56793" y="40894"/>
                  </a:lnTo>
                  <a:lnTo>
                    <a:pt x="50269" y="41433"/>
                  </a:lnTo>
                  <a:lnTo>
                    <a:pt x="47567" y="38335"/>
                  </a:lnTo>
                  <a:lnTo>
                    <a:pt x="37571" y="40886"/>
                  </a:lnTo>
                  <a:lnTo>
                    <a:pt x="36206" y="39922"/>
                  </a:lnTo>
                  <a:lnTo>
                    <a:pt x="34684" y="35834"/>
                  </a:lnTo>
                  <a:lnTo>
                    <a:pt x="33176" y="34362"/>
                  </a:lnTo>
                  <a:lnTo>
                    <a:pt x="26817" y="32920"/>
                  </a:lnTo>
                  <a:lnTo>
                    <a:pt x="25559" y="32997"/>
                  </a:lnTo>
                  <a:lnTo>
                    <a:pt x="25221" y="35072"/>
                  </a:lnTo>
                  <a:lnTo>
                    <a:pt x="24057" y="36353"/>
                  </a:lnTo>
                  <a:lnTo>
                    <a:pt x="16349" y="38785"/>
                  </a:lnTo>
                  <a:lnTo>
                    <a:pt x="14658" y="32716"/>
                  </a:lnTo>
                  <a:lnTo>
                    <a:pt x="2622" y="19853"/>
                  </a:lnTo>
                  <a:lnTo>
                    <a:pt x="874" y="16331"/>
                  </a:lnTo>
                  <a:lnTo>
                    <a:pt x="0" y="11243"/>
                  </a:lnTo>
                  <a:lnTo>
                    <a:pt x="9232" y="4057"/>
                  </a:lnTo>
                  <a:lnTo>
                    <a:pt x="18795" y="1855"/>
                  </a:lnTo>
                  <a:lnTo>
                    <a:pt x="28218" y="1670"/>
                  </a:lnTo>
                  <a:lnTo>
                    <a:pt x="33217" y="333"/>
                  </a:lnTo>
                  <a:lnTo>
                    <a:pt x="37009" y="74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7" name="ph7207"/>
            <p:cNvSpPr/>
            <p:nvPr/>
          </p:nvSpPr>
          <p:spPr>
            <a:xfrm>
              <a:off x="10549972" y="2838573"/>
              <a:ext cx="36393" cy="23118"/>
            </a:xfrm>
            <a:custGeom>
              <a:avLst/>
              <a:pathLst>
                <a:path w="36393" h="23118">
                  <a:moveTo>
                    <a:pt x="11643" y="0"/>
                  </a:moveTo>
                  <a:lnTo>
                    <a:pt x="23847" y="1849"/>
                  </a:lnTo>
                  <a:lnTo>
                    <a:pt x="25435" y="2088"/>
                  </a:lnTo>
                  <a:lnTo>
                    <a:pt x="30617" y="6289"/>
                  </a:lnTo>
                  <a:lnTo>
                    <a:pt x="35745" y="9284"/>
                  </a:lnTo>
                  <a:lnTo>
                    <a:pt x="36393" y="12010"/>
                  </a:lnTo>
                  <a:lnTo>
                    <a:pt x="35701" y="14135"/>
                  </a:lnTo>
                  <a:lnTo>
                    <a:pt x="33276" y="14924"/>
                  </a:lnTo>
                  <a:lnTo>
                    <a:pt x="26147" y="13358"/>
                  </a:lnTo>
                  <a:lnTo>
                    <a:pt x="24460" y="13657"/>
                  </a:lnTo>
                  <a:lnTo>
                    <a:pt x="16199" y="18115"/>
                  </a:lnTo>
                  <a:lnTo>
                    <a:pt x="16012" y="21106"/>
                  </a:lnTo>
                  <a:lnTo>
                    <a:pt x="8391" y="23118"/>
                  </a:lnTo>
                  <a:lnTo>
                    <a:pt x="6066" y="21900"/>
                  </a:lnTo>
                  <a:lnTo>
                    <a:pt x="6888" y="19045"/>
                  </a:lnTo>
                  <a:lnTo>
                    <a:pt x="0" y="18857"/>
                  </a:lnTo>
                  <a:lnTo>
                    <a:pt x="867" y="9972"/>
                  </a:lnTo>
                  <a:lnTo>
                    <a:pt x="438" y="9489"/>
                  </a:lnTo>
                  <a:lnTo>
                    <a:pt x="6298" y="3934"/>
                  </a:lnTo>
                  <a:lnTo>
                    <a:pt x="8882" y="409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8" name="ph7208"/>
            <p:cNvSpPr/>
            <p:nvPr/>
          </p:nvSpPr>
          <p:spPr>
            <a:xfrm>
              <a:off x="10488908" y="2824042"/>
              <a:ext cx="14535" cy="20441"/>
            </a:xfrm>
            <a:custGeom>
              <a:avLst/>
              <a:pathLst>
                <a:path w="14535" h="20441">
                  <a:moveTo>
                    <a:pt x="8754" y="1627"/>
                  </a:moveTo>
                  <a:lnTo>
                    <a:pt x="13212" y="6372"/>
                  </a:lnTo>
                  <a:lnTo>
                    <a:pt x="13022" y="10569"/>
                  </a:lnTo>
                  <a:lnTo>
                    <a:pt x="14535" y="10054"/>
                  </a:lnTo>
                  <a:lnTo>
                    <a:pt x="13312" y="18564"/>
                  </a:lnTo>
                  <a:lnTo>
                    <a:pt x="14089" y="20441"/>
                  </a:lnTo>
                  <a:lnTo>
                    <a:pt x="9906" y="19797"/>
                  </a:lnTo>
                  <a:lnTo>
                    <a:pt x="4287" y="14094"/>
                  </a:lnTo>
                  <a:lnTo>
                    <a:pt x="1204" y="13375"/>
                  </a:lnTo>
                  <a:lnTo>
                    <a:pt x="0" y="10825"/>
                  </a:lnTo>
                  <a:lnTo>
                    <a:pt x="1420" y="8925"/>
                  </a:lnTo>
                  <a:lnTo>
                    <a:pt x="4617" y="4731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9" name="ph7209"/>
            <p:cNvSpPr/>
            <p:nvPr/>
          </p:nvSpPr>
          <p:spPr>
            <a:xfrm>
              <a:off x="10478893" y="2834868"/>
              <a:ext cx="19921" cy="18294"/>
            </a:xfrm>
            <a:custGeom>
              <a:avLst/>
              <a:pathLst>
                <a:path w="19921" h="18294">
                  <a:moveTo>
                    <a:pt x="11219" y="2549"/>
                  </a:moveTo>
                  <a:lnTo>
                    <a:pt x="14303" y="3268"/>
                  </a:lnTo>
                  <a:lnTo>
                    <a:pt x="19921" y="8972"/>
                  </a:lnTo>
                  <a:lnTo>
                    <a:pt x="19267" y="11181"/>
                  </a:lnTo>
                  <a:lnTo>
                    <a:pt x="19429" y="14248"/>
                  </a:lnTo>
                  <a:lnTo>
                    <a:pt x="17078" y="17248"/>
                  </a:lnTo>
                  <a:lnTo>
                    <a:pt x="11861" y="18294"/>
                  </a:lnTo>
                  <a:lnTo>
                    <a:pt x="7630" y="16911"/>
                  </a:lnTo>
                  <a:lnTo>
                    <a:pt x="3015" y="16434"/>
                  </a:lnTo>
                  <a:lnTo>
                    <a:pt x="1362" y="17477"/>
                  </a:lnTo>
                  <a:lnTo>
                    <a:pt x="0" y="10617"/>
                  </a:lnTo>
                  <a:lnTo>
                    <a:pt x="1157" y="9375"/>
                  </a:lnTo>
                  <a:lnTo>
                    <a:pt x="4963" y="6058"/>
                  </a:lnTo>
                  <a:lnTo>
                    <a:pt x="100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0" name="ph7210"/>
            <p:cNvSpPr/>
            <p:nvPr/>
          </p:nvSpPr>
          <p:spPr>
            <a:xfrm>
              <a:off x="10467566" y="2802355"/>
              <a:ext cx="15573" cy="17644"/>
            </a:xfrm>
            <a:custGeom>
              <a:avLst/>
              <a:pathLst>
                <a:path w="15573" h="17644">
                  <a:moveTo>
                    <a:pt x="13456" y="2687"/>
                  </a:moveTo>
                  <a:lnTo>
                    <a:pt x="15381" y="5645"/>
                  </a:lnTo>
                  <a:lnTo>
                    <a:pt x="14825" y="7472"/>
                  </a:lnTo>
                  <a:lnTo>
                    <a:pt x="15573" y="10062"/>
                  </a:lnTo>
                  <a:lnTo>
                    <a:pt x="14837" y="12693"/>
                  </a:lnTo>
                  <a:lnTo>
                    <a:pt x="13476" y="13292"/>
                  </a:lnTo>
                  <a:lnTo>
                    <a:pt x="10185" y="12901"/>
                  </a:lnTo>
                  <a:lnTo>
                    <a:pt x="6927" y="17022"/>
                  </a:lnTo>
                  <a:lnTo>
                    <a:pt x="1658" y="17644"/>
                  </a:lnTo>
                  <a:lnTo>
                    <a:pt x="367" y="14949"/>
                  </a:lnTo>
                  <a:lnTo>
                    <a:pt x="650" y="13718"/>
                  </a:lnTo>
                  <a:lnTo>
                    <a:pt x="0" y="10061"/>
                  </a:lnTo>
                  <a:lnTo>
                    <a:pt x="387" y="6408"/>
                  </a:lnTo>
                  <a:lnTo>
                    <a:pt x="1467" y="5020"/>
                  </a:lnTo>
                  <a:lnTo>
                    <a:pt x="6265" y="4175"/>
                  </a:lnTo>
                  <a:lnTo>
                    <a:pt x="1022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1" name="ph7211"/>
            <p:cNvSpPr/>
            <p:nvPr/>
          </p:nvSpPr>
          <p:spPr>
            <a:xfrm>
              <a:off x="10309460" y="2964037"/>
              <a:ext cx="39748" cy="27137"/>
            </a:xfrm>
            <a:custGeom>
              <a:avLst/>
              <a:pathLst>
                <a:path w="39748" h="27137">
                  <a:moveTo>
                    <a:pt x="14807" y="394"/>
                  </a:moveTo>
                  <a:lnTo>
                    <a:pt x="18283" y="2895"/>
                  </a:lnTo>
                  <a:lnTo>
                    <a:pt x="17427" y="2467"/>
                  </a:lnTo>
                  <a:lnTo>
                    <a:pt x="15833" y="3266"/>
                  </a:lnTo>
                  <a:lnTo>
                    <a:pt x="15681" y="4740"/>
                  </a:lnTo>
                  <a:lnTo>
                    <a:pt x="16158" y="7243"/>
                  </a:lnTo>
                  <a:lnTo>
                    <a:pt x="18392" y="8918"/>
                  </a:lnTo>
                  <a:lnTo>
                    <a:pt x="31550" y="2295"/>
                  </a:lnTo>
                  <a:lnTo>
                    <a:pt x="36300" y="1438"/>
                  </a:lnTo>
                  <a:lnTo>
                    <a:pt x="39748" y="9104"/>
                  </a:lnTo>
                  <a:lnTo>
                    <a:pt x="39256" y="12193"/>
                  </a:lnTo>
                  <a:lnTo>
                    <a:pt x="39261" y="14036"/>
                  </a:lnTo>
                  <a:lnTo>
                    <a:pt x="36260" y="17863"/>
                  </a:lnTo>
                  <a:lnTo>
                    <a:pt x="34103" y="17766"/>
                  </a:lnTo>
                  <a:lnTo>
                    <a:pt x="32160" y="15104"/>
                  </a:lnTo>
                  <a:lnTo>
                    <a:pt x="29700" y="14134"/>
                  </a:lnTo>
                  <a:lnTo>
                    <a:pt x="28511" y="14391"/>
                  </a:lnTo>
                  <a:lnTo>
                    <a:pt x="24430" y="19007"/>
                  </a:lnTo>
                  <a:lnTo>
                    <a:pt x="21937" y="27137"/>
                  </a:lnTo>
                  <a:lnTo>
                    <a:pt x="19345" y="26448"/>
                  </a:lnTo>
                  <a:lnTo>
                    <a:pt x="17901" y="23714"/>
                  </a:lnTo>
                  <a:lnTo>
                    <a:pt x="11827" y="21818"/>
                  </a:lnTo>
                  <a:lnTo>
                    <a:pt x="10630" y="23777"/>
                  </a:lnTo>
                  <a:lnTo>
                    <a:pt x="10344" y="24191"/>
                  </a:lnTo>
                  <a:lnTo>
                    <a:pt x="9141" y="23292"/>
                  </a:lnTo>
                  <a:lnTo>
                    <a:pt x="11335" y="20882"/>
                  </a:lnTo>
                  <a:lnTo>
                    <a:pt x="10065" y="18805"/>
                  </a:lnTo>
                  <a:lnTo>
                    <a:pt x="6303" y="17165"/>
                  </a:lnTo>
                  <a:lnTo>
                    <a:pt x="2003" y="17228"/>
                  </a:lnTo>
                  <a:lnTo>
                    <a:pt x="1152" y="16136"/>
                  </a:lnTo>
                  <a:lnTo>
                    <a:pt x="1151" y="13973"/>
                  </a:lnTo>
                  <a:lnTo>
                    <a:pt x="3303" y="10715"/>
                  </a:lnTo>
                  <a:lnTo>
                    <a:pt x="0" y="7077"/>
                  </a:lnTo>
                  <a:lnTo>
                    <a:pt x="1716" y="4541"/>
                  </a:lnTo>
                  <a:lnTo>
                    <a:pt x="7863" y="3411"/>
                  </a:lnTo>
                  <a:lnTo>
                    <a:pt x="12394" y="1330"/>
                  </a:lnTo>
                  <a:lnTo>
                    <a:pt x="12201" y="400"/>
                  </a:lnTo>
                  <a:lnTo>
                    <a:pt x="1308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2" name="ph7212"/>
            <p:cNvSpPr/>
            <p:nvPr/>
          </p:nvSpPr>
          <p:spPr>
            <a:xfrm>
              <a:off x="10573819" y="2820953"/>
              <a:ext cx="26213" cy="31755"/>
            </a:xfrm>
            <a:custGeom>
              <a:avLst/>
              <a:pathLst>
                <a:path w="26213" h="31755">
                  <a:moveTo>
                    <a:pt x="13233" y="802"/>
                  </a:moveTo>
                  <a:lnTo>
                    <a:pt x="18546" y="541"/>
                  </a:lnTo>
                  <a:lnTo>
                    <a:pt x="18964" y="43"/>
                  </a:lnTo>
                  <a:lnTo>
                    <a:pt x="22953" y="5655"/>
                  </a:lnTo>
                  <a:lnTo>
                    <a:pt x="24781" y="10775"/>
                  </a:lnTo>
                  <a:lnTo>
                    <a:pt x="25801" y="10904"/>
                  </a:lnTo>
                  <a:lnTo>
                    <a:pt x="25781" y="12207"/>
                  </a:lnTo>
                  <a:lnTo>
                    <a:pt x="24641" y="13519"/>
                  </a:lnTo>
                  <a:lnTo>
                    <a:pt x="22436" y="13792"/>
                  </a:lnTo>
                  <a:lnTo>
                    <a:pt x="16333" y="17339"/>
                  </a:lnTo>
                  <a:lnTo>
                    <a:pt x="15812" y="20124"/>
                  </a:lnTo>
                  <a:lnTo>
                    <a:pt x="18084" y="28859"/>
                  </a:lnTo>
                  <a:lnTo>
                    <a:pt x="26213" y="29837"/>
                  </a:lnTo>
                  <a:lnTo>
                    <a:pt x="24809" y="30978"/>
                  </a:lnTo>
                  <a:lnTo>
                    <a:pt x="21540" y="31643"/>
                  </a:lnTo>
                  <a:lnTo>
                    <a:pt x="17396" y="29487"/>
                  </a:lnTo>
                  <a:lnTo>
                    <a:pt x="11853" y="31755"/>
                  </a:lnTo>
                  <a:lnTo>
                    <a:pt x="12545" y="29630"/>
                  </a:lnTo>
                  <a:lnTo>
                    <a:pt x="11897" y="26904"/>
                  </a:lnTo>
                  <a:lnTo>
                    <a:pt x="6769" y="23909"/>
                  </a:lnTo>
                  <a:lnTo>
                    <a:pt x="1587" y="19708"/>
                  </a:lnTo>
                  <a:lnTo>
                    <a:pt x="0" y="19469"/>
                  </a:lnTo>
                  <a:lnTo>
                    <a:pt x="1044" y="13603"/>
                  </a:lnTo>
                  <a:lnTo>
                    <a:pt x="3723" y="9379"/>
                  </a:lnTo>
                  <a:lnTo>
                    <a:pt x="4538" y="6864"/>
                  </a:lnTo>
                  <a:lnTo>
                    <a:pt x="3339" y="6063"/>
                  </a:lnTo>
                  <a:lnTo>
                    <a:pt x="3628" y="1575"/>
                  </a:lnTo>
                  <a:lnTo>
                    <a:pt x="4819" y="343"/>
                  </a:lnTo>
                  <a:lnTo>
                    <a:pt x="873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3" name="ph7213"/>
            <p:cNvSpPr/>
            <p:nvPr/>
          </p:nvSpPr>
          <p:spPr>
            <a:xfrm>
              <a:off x="10279545" y="2768501"/>
              <a:ext cx="55796" cy="39079"/>
            </a:xfrm>
            <a:custGeom>
              <a:avLst/>
              <a:pathLst>
                <a:path w="55796" h="39079">
                  <a:moveTo>
                    <a:pt x="35180" y="17"/>
                  </a:moveTo>
                  <a:lnTo>
                    <a:pt x="36557" y="1071"/>
                  </a:lnTo>
                  <a:lnTo>
                    <a:pt x="39156" y="1448"/>
                  </a:lnTo>
                  <a:lnTo>
                    <a:pt x="40016" y="737"/>
                  </a:lnTo>
                  <a:lnTo>
                    <a:pt x="40696" y="1730"/>
                  </a:lnTo>
                  <a:lnTo>
                    <a:pt x="40207" y="4203"/>
                  </a:lnTo>
                  <a:lnTo>
                    <a:pt x="45348" y="8345"/>
                  </a:lnTo>
                  <a:lnTo>
                    <a:pt x="50295" y="10226"/>
                  </a:lnTo>
                  <a:lnTo>
                    <a:pt x="51279" y="11429"/>
                  </a:lnTo>
                  <a:lnTo>
                    <a:pt x="52417" y="11496"/>
                  </a:lnTo>
                  <a:lnTo>
                    <a:pt x="53501" y="15761"/>
                  </a:lnTo>
                  <a:lnTo>
                    <a:pt x="55796" y="20307"/>
                  </a:lnTo>
                  <a:lnTo>
                    <a:pt x="55481" y="21449"/>
                  </a:lnTo>
                  <a:lnTo>
                    <a:pt x="53971" y="22260"/>
                  </a:lnTo>
                  <a:lnTo>
                    <a:pt x="50717" y="21996"/>
                  </a:lnTo>
                  <a:lnTo>
                    <a:pt x="48901" y="23132"/>
                  </a:lnTo>
                  <a:lnTo>
                    <a:pt x="47592" y="28056"/>
                  </a:lnTo>
                  <a:lnTo>
                    <a:pt x="39852" y="33790"/>
                  </a:lnTo>
                  <a:lnTo>
                    <a:pt x="38467" y="37756"/>
                  </a:lnTo>
                  <a:lnTo>
                    <a:pt x="37788" y="37951"/>
                  </a:lnTo>
                  <a:lnTo>
                    <a:pt x="32469" y="35346"/>
                  </a:lnTo>
                  <a:lnTo>
                    <a:pt x="29644" y="35002"/>
                  </a:lnTo>
                  <a:lnTo>
                    <a:pt x="26976" y="37299"/>
                  </a:lnTo>
                  <a:lnTo>
                    <a:pt x="23301" y="39079"/>
                  </a:lnTo>
                  <a:lnTo>
                    <a:pt x="20611" y="36062"/>
                  </a:lnTo>
                  <a:lnTo>
                    <a:pt x="18516" y="35489"/>
                  </a:lnTo>
                  <a:lnTo>
                    <a:pt x="13495" y="37682"/>
                  </a:lnTo>
                  <a:lnTo>
                    <a:pt x="12226" y="36669"/>
                  </a:lnTo>
                  <a:lnTo>
                    <a:pt x="9938" y="32148"/>
                  </a:lnTo>
                  <a:lnTo>
                    <a:pt x="10371" y="31961"/>
                  </a:lnTo>
                  <a:lnTo>
                    <a:pt x="12237" y="30976"/>
                  </a:lnTo>
                  <a:lnTo>
                    <a:pt x="12402" y="27514"/>
                  </a:lnTo>
                  <a:lnTo>
                    <a:pt x="11349" y="25503"/>
                  </a:lnTo>
                  <a:lnTo>
                    <a:pt x="5447" y="21635"/>
                  </a:lnTo>
                  <a:lnTo>
                    <a:pt x="4604" y="15994"/>
                  </a:lnTo>
                  <a:lnTo>
                    <a:pt x="1839" y="14418"/>
                  </a:lnTo>
                  <a:lnTo>
                    <a:pt x="0" y="10525"/>
                  </a:lnTo>
                  <a:lnTo>
                    <a:pt x="1118" y="9604"/>
                  </a:lnTo>
                  <a:lnTo>
                    <a:pt x="4724" y="9406"/>
                  </a:lnTo>
                  <a:lnTo>
                    <a:pt x="13278" y="12488"/>
                  </a:lnTo>
                  <a:lnTo>
                    <a:pt x="15052" y="10117"/>
                  </a:lnTo>
                  <a:lnTo>
                    <a:pt x="19360" y="8548"/>
                  </a:lnTo>
                  <a:lnTo>
                    <a:pt x="25272" y="2390"/>
                  </a:lnTo>
                  <a:lnTo>
                    <a:pt x="29076" y="0"/>
                  </a:lnTo>
                  <a:lnTo>
                    <a:pt x="32441" y="17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4" name="ph7214"/>
            <p:cNvSpPr/>
            <p:nvPr/>
          </p:nvSpPr>
          <p:spPr>
            <a:xfrm>
              <a:off x="10558626" y="2789519"/>
              <a:ext cx="17555" cy="23351"/>
            </a:xfrm>
            <a:custGeom>
              <a:avLst/>
              <a:pathLst>
                <a:path w="17555" h="23351">
                  <a:moveTo>
                    <a:pt x="14646" y="102"/>
                  </a:moveTo>
                  <a:lnTo>
                    <a:pt x="12765" y="1909"/>
                  </a:lnTo>
                  <a:lnTo>
                    <a:pt x="12898" y="3703"/>
                  </a:lnTo>
                  <a:lnTo>
                    <a:pt x="14469" y="5190"/>
                  </a:lnTo>
                  <a:lnTo>
                    <a:pt x="17290" y="4449"/>
                  </a:lnTo>
                  <a:lnTo>
                    <a:pt x="17555" y="9156"/>
                  </a:lnTo>
                  <a:lnTo>
                    <a:pt x="13452" y="22883"/>
                  </a:lnTo>
                  <a:lnTo>
                    <a:pt x="9613" y="23351"/>
                  </a:lnTo>
                  <a:lnTo>
                    <a:pt x="6364" y="21448"/>
                  </a:lnTo>
                  <a:lnTo>
                    <a:pt x="5180" y="19269"/>
                  </a:lnTo>
                  <a:lnTo>
                    <a:pt x="1072" y="15954"/>
                  </a:lnTo>
                  <a:lnTo>
                    <a:pt x="0" y="12482"/>
                  </a:lnTo>
                  <a:lnTo>
                    <a:pt x="22" y="9806"/>
                  </a:lnTo>
                  <a:lnTo>
                    <a:pt x="6375" y="3627"/>
                  </a:lnTo>
                  <a:lnTo>
                    <a:pt x="1203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5" name="ph7215"/>
            <p:cNvSpPr/>
            <p:nvPr/>
          </p:nvSpPr>
          <p:spPr>
            <a:xfrm>
              <a:off x="10611274" y="2765794"/>
              <a:ext cx="26055" cy="26088"/>
            </a:xfrm>
            <a:custGeom>
              <a:avLst/>
              <a:pathLst>
                <a:path w="26055" h="26088">
                  <a:moveTo>
                    <a:pt x="26055" y="532"/>
                  </a:moveTo>
                  <a:lnTo>
                    <a:pt x="24222" y="4009"/>
                  </a:lnTo>
                  <a:lnTo>
                    <a:pt x="20202" y="16061"/>
                  </a:lnTo>
                  <a:lnTo>
                    <a:pt x="17503" y="17025"/>
                  </a:lnTo>
                  <a:lnTo>
                    <a:pt x="15645" y="16748"/>
                  </a:lnTo>
                  <a:lnTo>
                    <a:pt x="11891" y="21758"/>
                  </a:lnTo>
                  <a:lnTo>
                    <a:pt x="11646" y="23435"/>
                  </a:lnTo>
                  <a:lnTo>
                    <a:pt x="9595" y="25286"/>
                  </a:lnTo>
                  <a:lnTo>
                    <a:pt x="7238" y="26088"/>
                  </a:lnTo>
                  <a:lnTo>
                    <a:pt x="7124" y="24196"/>
                  </a:lnTo>
                  <a:lnTo>
                    <a:pt x="0" y="22481"/>
                  </a:lnTo>
                  <a:lnTo>
                    <a:pt x="1869" y="16444"/>
                  </a:lnTo>
                  <a:lnTo>
                    <a:pt x="97" y="9729"/>
                  </a:lnTo>
                  <a:lnTo>
                    <a:pt x="306" y="3888"/>
                  </a:lnTo>
                  <a:lnTo>
                    <a:pt x="1167" y="780"/>
                  </a:lnTo>
                  <a:lnTo>
                    <a:pt x="3231" y="270"/>
                  </a:lnTo>
                  <a:lnTo>
                    <a:pt x="4638" y="3222"/>
                  </a:lnTo>
                  <a:lnTo>
                    <a:pt x="7528" y="3443"/>
                  </a:lnTo>
                  <a:lnTo>
                    <a:pt x="14027" y="2729"/>
                  </a:lnTo>
                  <a:lnTo>
                    <a:pt x="16754" y="1330"/>
                  </a:lnTo>
                  <a:lnTo>
                    <a:pt x="22027" y="2451"/>
                  </a:lnTo>
                  <a:lnTo>
                    <a:pt x="2509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6" name="ph7216"/>
            <p:cNvSpPr/>
            <p:nvPr/>
          </p:nvSpPr>
          <p:spPr>
            <a:xfrm>
              <a:off x="10499403" y="2843326"/>
              <a:ext cx="48855" cy="36385"/>
            </a:xfrm>
            <a:custGeom>
              <a:avLst/>
              <a:pathLst>
                <a:path w="48855" h="36385">
                  <a:moveTo>
                    <a:pt x="18262" y="1041"/>
                  </a:moveTo>
                  <a:lnTo>
                    <a:pt x="20811" y="2971"/>
                  </a:lnTo>
                  <a:lnTo>
                    <a:pt x="24185" y="3576"/>
                  </a:lnTo>
                  <a:lnTo>
                    <a:pt x="26495" y="2913"/>
                  </a:lnTo>
                  <a:lnTo>
                    <a:pt x="30303" y="2205"/>
                  </a:lnTo>
                  <a:lnTo>
                    <a:pt x="35923" y="4552"/>
                  </a:lnTo>
                  <a:lnTo>
                    <a:pt x="37407" y="7400"/>
                  </a:lnTo>
                  <a:lnTo>
                    <a:pt x="37082" y="10382"/>
                  </a:lnTo>
                  <a:lnTo>
                    <a:pt x="38414" y="13056"/>
                  </a:lnTo>
                  <a:lnTo>
                    <a:pt x="39415" y="14002"/>
                  </a:lnTo>
                  <a:lnTo>
                    <a:pt x="42647" y="14439"/>
                  </a:lnTo>
                  <a:lnTo>
                    <a:pt x="41193" y="23881"/>
                  </a:lnTo>
                  <a:lnTo>
                    <a:pt x="48331" y="23836"/>
                  </a:lnTo>
                  <a:lnTo>
                    <a:pt x="48513" y="24489"/>
                  </a:lnTo>
                  <a:lnTo>
                    <a:pt x="48855" y="28677"/>
                  </a:lnTo>
                  <a:lnTo>
                    <a:pt x="47733" y="29322"/>
                  </a:lnTo>
                  <a:lnTo>
                    <a:pt x="43176" y="29230"/>
                  </a:lnTo>
                  <a:lnTo>
                    <a:pt x="37034" y="32650"/>
                  </a:lnTo>
                  <a:lnTo>
                    <a:pt x="36214" y="32177"/>
                  </a:lnTo>
                  <a:lnTo>
                    <a:pt x="33147" y="32672"/>
                  </a:lnTo>
                  <a:lnTo>
                    <a:pt x="34487" y="33228"/>
                  </a:lnTo>
                  <a:lnTo>
                    <a:pt x="35094" y="34375"/>
                  </a:lnTo>
                  <a:lnTo>
                    <a:pt x="33388" y="36385"/>
                  </a:lnTo>
                  <a:lnTo>
                    <a:pt x="30727" y="35174"/>
                  </a:lnTo>
                  <a:lnTo>
                    <a:pt x="28066" y="30267"/>
                  </a:lnTo>
                  <a:lnTo>
                    <a:pt x="18012" y="28575"/>
                  </a:lnTo>
                  <a:lnTo>
                    <a:pt x="15118" y="28332"/>
                  </a:lnTo>
                  <a:lnTo>
                    <a:pt x="10628" y="29558"/>
                  </a:lnTo>
                  <a:lnTo>
                    <a:pt x="8764" y="27256"/>
                  </a:lnTo>
                  <a:lnTo>
                    <a:pt x="10378" y="14722"/>
                  </a:lnTo>
                  <a:lnTo>
                    <a:pt x="9193" y="9091"/>
                  </a:lnTo>
                  <a:lnTo>
                    <a:pt x="3953" y="8918"/>
                  </a:lnTo>
                  <a:lnTo>
                    <a:pt x="341" y="10548"/>
                  </a:lnTo>
                  <a:lnTo>
                    <a:pt x="0" y="9441"/>
                  </a:lnTo>
                  <a:lnTo>
                    <a:pt x="1044" y="7431"/>
                  </a:lnTo>
                  <a:lnTo>
                    <a:pt x="4781" y="5844"/>
                  </a:lnTo>
                  <a:lnTo>
                    <a:pt x="5883" y="4454"/>
                  </a:lnTo>
                  <a:lnTo>
                    <a:pt x="5537" y="3694"/>
                  </a:lnTo>
                  <a:lnTo>
                    <a:pt x="3084" y="2654"/>
                  </a:lnTo>
                  <a:lnTo>
                    <a:pt x="2687" y="1781"/>
                  </a:lnTo>
                  <a:lnTo>
                    <a:pt x="3590" y="1176"/>
                  </a:lnTo>
                  <a:lnTo>
                    <a:pt x="794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7" name="ph7217"/>
            <p:cNvSpPr/>
            <p:nvPr/>
          </p:nvSpPr>
          <p:spPr>
            <a:xfrm>
              <a:off x="10357099" y="2873702"/>
              <a:ext cx="28338" cy="33750"/>
            </a:xfrm>
            <a:custGeom>
              <a:avLst/>
              <a:pathLst>
                <a:path w="28338" h="33750">
                  <a:moveTo>
                    <a:pt x="22553" y="4695"/>
                  </a:moveTo>
                  <a:lnTo>
                    <a:pt x="22524" y="9032"/>
                  </a:lnTo>
                  <a:lnTo>
                    <a:pt x="21037" y="10607"/>
                  </a:lnTo>
                  <a:lnTo>
                    <a:pt x="20696" y="12578"/>
                  </a:lnTo>
                  <a:lnTo>
                    <a:pt x="21842" y="13481"/>
                  </a:lnTo>
                  <a:lnTo>
                    <a:pt x="23986" y="13398"/>
                  </a:lnTo>
                  <a:lnTo>
                    <a:pt x="24991" y="14110"/>
                  </a:lnTo>
                  <a:lnTo>
                    <a:pt x="28338" y="17711"/>
                  </a:lnTo>
                  <a:lnTo>
                    <a:pt x="27340" y="19386"/>
                  </a:lnTo>
                  <a:lnTo>
                    <a:pt x="22660" y="22811"/>
                  </a:lnTo>
                  <a:lnTo>
                    <a:pt x="18145" y="30014"/>
                  </a:lnTo>
                  <a:lnTo>
                    <a:pt x="16422" y="30409"/>
                  </a:lnTo>
                  <a:lnTo>
                    <a:pt x="13503" y="28674"/>
                  </a:lnTo>
                  <a:lnTo>
                    <a:pt x="9623" y="29596"/>
                  </a:lnTo>
                  <a:lnTo>
                    <a:pt x="10172" y="31677"/>
                  </a:lnTo>
                  <a:lnTo>
                    <a:pt x="9558" y="33750"/>
                  </a:lnTo>
                  <a:lnTo>
                    <a:pt x="2564" y="29782"/>
                  </a:lnTo>
                  <a:lnTo>
                    <a:pt x="976" y="25507"/>
                  </a:lnTo>
                  <a:lnTo>
                    <a:pt x="0" y="24697"/>
                  </a:lnTo>
                  <a:lnTo>
                    <a:pt x="144" y="19586"/>
                  </a:lnTo>
                  <a:lnTo>
                    <a:pt x="4550" y="17399"/>
                  </a:lnTo>
                  <a:lnTo>
                    <a:pt x="6420" y="13810"/>
                  </a:lnTo>
                  <a:lnTo>
                    <a:pt x="6566" y="11308"/>
                  </a:lnTo>
                  <a:lnTo>
                    <a:pt x="8675" y="6493"/>
                  </a:lnTo>
                  <a:lnTo>
                    <a:pt x="12676" y="3073"/>
                  </a:lnTo>
                  <a:lnTo>
                    <a:pt x="15485" y="1735"/>
                  </a:lnTo>
                  <a:lnTo>
                    <a:pt x="16326" y="3022"/>
                  </a:lnTo>
                  <a:lnTo>
                    <a:pt x="17912" y="2862"/>
                  </a:lnTo>
                  <a:lnTo>
                    <a:pt x="19643" y="1165"/>
                  </a:lnTo>
                  <a:lnTo>
                    <a:pt x="19641" y="54"/>
                  </a:lnTo>
                  <a:lnTo>
                    <a:pt x="2206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8" name="ph7218"/>
            <p:cNvSpPr/>
            <p:nvPr/>
          </p:nvSpPr>
          <p:spPr>
            <a:xfrm>
              <a:off x="10456466" y="2867089"/>
              <a:ext cx="34455" cy="23284"/>
            </a:xfrm>
            <a:custGeom>
              <a:avLst/>
              <a:pathLst>
                <a:path w="34455" h="23284">
                  <a:moveTo>
                    <a:pt x="8778" y="15"/>
                  </a:moveTo>
                  <a:lnTo>
                    <a:pt x="7959" y="1212"/>
                  </a:lnTo>
                  <a:lnTo>
                    <a:pt x="9176" y="2447"/>
                  </a:lnTo>
                  <a:lnTo>
                    <a:pt x="14029" y="4713"/>
                  </a:lnTo>
                  <a:lnTo>
                    <a:pt x="16499" y="4771"/>
                  </a:lnTo>
                  <a:lnTo>
                    <a:pt x="17357" y="4097"/>
                  </a:lnTo>
                  <a:lnTo>
                    <a:pt x="21766" y="4602"/>
                  </a:lnTo>
                  <a:lnTo>
                    <a:pt x="27227" y="6338"/>
                  </a:lnTo>
                  <a:lnTo>
                    <a:pt x="34455" y="9569"/>
                  </a:lnTo>
                  <a:lnTo>
                    <a:pt x="34002" y="10851"/>
                  </a:lnTo>
                  <a:lnTo>
                    <a:pt x="28837" y="11400"/>
                  </a:lnTo>
                  <a:lnTo>
                    <a:pt x="28374" y="12279"/>
                  </a:lnTo>
                  <a:lnTo>
                    <a:pt x="29917" y="15453"/>
                  </a:lnTo>
                  <a:lnTo>
                    <a:pt x="29780" y="16348"/>
                  </a:lnTo>
                  <a:lnTo>
                    <a:pt x="26198" y="15857"/>
                  </a:lnTo>
                  <a:lnTo>
                    <a:pt x="24411" y="17168"/>
                  </a:lnTo>
                  <a:lnTo>
                    <a:pt x="24167" y="17662"/>
                  </a:lnTo>
                  <a:lnTo>
                    <a:pt x="25704" y="19003"/>
                  </a:lnTo>
                  <a:lnTo>
                    <a:pt x="25186" y="23284"/>
                  </a:lnTo>
                  <a:lnTo>
                    <a:pt x="19982" y="20702"/>
                  </a:lnTo>
                  <a:lnTo>
                    <a:pt x="18703" y="22775"/>
                  </a:lnTo>
                  <a:lnTo>
                    <a:pt x="15299" y="22691"/>
                  </a:lnTo>
                  <a:lnTo>
                    <a:pt x="6959" y="14499"/>
                  </a:lnTo>
                  <a:lnTo>
                    <a:pt x="5503" y="13843"/>
                  </a:lnTo>
                  <a:lnTo>
                    <a:pt x="4634" y="13477"/>
                  </a:lnTo>
                  <a:lnTo>
                    <a:pt x="3996" y="14170"/>
                  </a:lnTo>
                  <a:lnTo>
                    <a:pt x="4164" y="15384"/>
                  </a:lnTo>
                  <a:lnTo>
                    <a:pt x="3394" y="16526"/>
                  </a:lnTo>
                  <a:lnTo>
                    <a:pt x="264" y="14826"/>
                  </a:lnTo>
                  <a:lnTo>
                    <a:pt x="0" y="13571"/>
                  </a:lnTo>
                  <a:lnTo>
                    <a:pt x="3016" y="11770"/>
                  </a:lnTo>
                  <a:lnTo>
                    <a:pt x="3318" y="10493"/>
                  </a:lnTo>
                  <a:lnTo>
                    <a:pt x="6077" y="7894"/>
                  </a:lnTo>
                  <a:lnTo>
                    <a:pt x="602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9" name="ph7219"/>
            <p:cNvSpPr/>
            <p:nvPr/>
          </p:nvSpPr>
          <p:spPr>
            <a:xfrm>
              <a:off x="10535148" y="2688236"/>
              <a:ext cx="48930" cy="55292"/>
            </a:xfrm>
            <a:custGeom>
              <a:avLst/>
              <a:pathLst>
                <a:path w="48930" h="55292">
                  <a:moveTo>
                    <a:pt x="7310" y="2601"/>
                  </a:moveTo>
                  <a:lnTo>
                    <a:pt x="6495" y="4873"/>
                  </a:lnTo>
                  <a:lnTo>
                    <a:pt x="6871" y="7810"/>
                  </a:lnTo>
                  <a:lnTo>
                    <a:pt x="12645" y="10543"/>
                  </a:lnTo>
                  <a:lnTo>
                    <a:pt x="19573" y="16147"/>
                  </a:lnTo>
                  <a:lnTo>
                    <a:pt x="23362" y="18243"/>
                  </a:lnTo>
                  <a:lnTo>
                    <a:pt x="27926" y="17408"/>
                  </a:lnTo>
                  <a:lnTo>
                    <a:pt x="32146" y="15683"/>
                  </a:lnTo>
                  <a:lnTo>
                    <a:pt x="40970" y="9230"/>
                  </a:lnTo>
                  <a:lnTo>
                    <a:pt x="42863" y="5686"/>
                  </a:lnTo>
                  <a:lnTo>
                    <a:pt x="46773" y="7780"/>
                  </a:lnTo>
                  <a:lnTo>
                    <a:pt x="44841" y="12817"/>
                  </a:lnTo>
                  <a:lnTo>
                    <a:pt x="44649" y="18619"/>
                  </a:lnTo>
                  <a:lnTo>
                    <a:pt x="46353" y="17567"/>
                  </a:lnTo>
                  <a:lnTo>
                    <a:pt x="46642" y="15794"/>
                  </a:lnTo>
                  <a:lnTo>
                    <a:pt x="47935" y="16208"/>
                  </a:lnTo>
                  <a:lnTo>
                    <a:pt x="48930" y="22400"/>
                  </a:lnTo>
                  <a:lnTo>
                    <a:pt x="41183" y="33542"/>
                  </a:lnTo>
                  <a:lnTo>
                    <a:pt x="42970" y="36226"/>
                  </a:lnTo>
                  <a:lnTo>
                    <a:pt x="38307" y="40103"/>
                  </a:lnTo>
                  <a:lnTo>
                    <a:pt x="35191" y="44902"/>
                  </a:lnTo>
                  <a:lnTo>
                    <a:pt x="35799" y="46389"/>
                  </a:lnTo>
                  <a:lnTo>
                    <a:pt x="31108" y="49618"/>
                  </a:lnTo>
                  <a:lnTo>
                    <a:pt x="28324" y="49889"/>
                  </a:lnTo>
                  <a:lnTo>
                    <a:pt x="27730" y="48801"/>
                  </a:lnTo>
                  <a:lnTo>
                    <a:pt x="26581" y="48555"/>
                  </a:lnTo>
                  <a:lnTo>
                    <a:pt x="21767" y="48962"/>
                  </a:lnTo>
                  <a:lnTo>
                    <a:pt x="20144" y="52352"/>
                  </a:lnTo>
                  <a:lnTo>
                    <a:pt x="20425" y="53655"/>
                  </a:lnTo>
                  <a:lnTo>
                    <a:pt x="16683" y="55292"/>
                  </a:lnTo>
                  <a:lnTo>
                    <a:pt x="16556" y="52253"/>
                  </a:lnTo>
                  <a:lnTo>
                    <a:pt x="12322" y="47848"/>
                  </a:lnTo>
                  <a:lnTo>
                    <a:pt x="10899" y="47210"/>
                  </a:lnTo>
                  <a:lnTo>
                    <a:pt x="13532" y="44846"/>
                  </a:lnTo>
                  <a:lnTo>
                    <a:pt x="16956" y="41958"/>
                  </a:lnTo>
                  <a:lnTo>
                    <a:pt x="16944" y="32718"/>
                  </a:lnTo>
                  <a:lnTo>
                    <a:pt x="18479" y="27797"/>
                  </a:lnTo>
                  <a:lnTo>
                    <a:pt x="19967" y="25580"/>
                  </a:lnTo>
                  <a:lnTo>
                    <a:pt x="19271" y="22422"/>
                  </a:lnTo>
                  <a:lnTo>
                    <a:pt x="13575" y="20495"/>
                  </a:lnTo>
                  <a:lnTo>
                    <a:pt x="12189" y="17041"/>
                  </a:lnTo>
                  <a:lnTo>
                    <a:pt x="9698" y="17198"/>
                  </a:lnTo>
                  <a:lnTo>
                    <a:pt x="9048" y="15864"/>
                  </a:lnTo>
                  <a:lnTo>
                    <a:pt x="4458" y="14249"/>
                  </a:lnTo>
                  <a:lnTo>
                    <a:pt x="3294" y="11210"/>
                  </a:lnTo>
                  <a:lnTo>
                    <a:pt x="3534" y="6843"/>
                  </a:lnTo>
                  <a:lnTo>
                    <a:pt x="271" y="5726"/>
                  </a:lnTo>
                  <a:lnTo>
                    <a:pt x="0" y="5312"/>
                  </a:lnTo>
                  <a:lnTo>
                    <a:pt x="2200" y="4797"/>
                  </a:lnTo>
                  <a:lnTo>
                    <a:pt x="4553" y="3104"/>
                  </a:lnTo>
                  <a:lnTo>
                    <a:pt x="643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0" name="ph7220"/>
            <p:cNvSpPr/>
            <p:nvPr/>
          </p:nvSpPr>
          <p:spPr>
            <a:xfrm>
              <a:off x="10435378" y="2831835"/>
              <a:ext cx="16882" cy="19950"/>
            </a:xfrm>
            <a:custGeom>
              <a:avLst/>
              <a:pathLst>
                <a:path w="16882" h="19950">
                  <a:moveTo>
                    <a:pt x="10316" y="2223"/>
                  </a:moveTo>
                  <a:lnTo>
                    <a:pt x="13288" y="4758"/>
                  </a:lnTo>
                  <a:lnTo>
                    <a:pt x="15816" y="10901"/>
                  </a:lnTo>
                  <a:lnTo>
                    <a:pt x="16882" y="11256"/>
                  </a:lnTo>
                  <a:lnTo>
                    <a:pt x="15611" y="11881"/>
                  </a:lnTo>
                  <a:lnTo>
                    <a:pt x="15577" y="15605"/>
                  </a:lnTo>
                  <a:lnTo>
                    <a:pt x="16377" y="17973"/>
                  </a:lnTo>
                  <a:lnTo>
                    <a:pt x="8211" y="19950"/>
                  </a:lnTo>
                  <a:lnTo>
                    <a:pt x="8223" y="18846"/>
                  </a:lnTo>
                  <a:lnTo>
                    <a:pt x="8220" y="14100"/>
                  </a:lnTo>
                  <a:lnTo>
                    <a:pt x="6423" y="11019"/>
                  </a:lnTo>
                  <a:lnTo>
                    <a:pt x="4785" y="10768"/>
                  </a:lnTo>
                  <a:lnTo>
                    <a:pt x="3067" y="9320"/>
                  </a:lnTo>
                  <a:lnTo>
                    <a:pt x="619" y="6095"/>
                  </a:lnTo>
                  <a:lnTo>
                    <a:pt x="0" y="3718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1" name="ph7221"/>
            <p:cNvSpPr/>
            <p:nvPr/>
          </p:nvSpPr>
          <p:spPr>
            <a:xfrm>
              <a:off x="10394399" y="2794880"/>
              <a:ext cx="30376" cy="23388"/>
            </a:xfrm>
            <a:custGeom>
              <a:avLst/>
              <a:pathLst>
                <a:path w="30376" h="23388">
                  <a:moveTo>
                    <a:pt x="18304" y="157"/>
                  </a:moveTo>
                  <a:lnTo>
                    <a:pt x="21691" y="2389"/>
                  </a:lnTo>
                  <a:lnTo>
                    <a:pt x="23575" y="2692"/>
                  </a:lnTo>
                  <a:lnTo>
                    <a:pt x="26938" y="1007"/>
                  </a:lnTo>
                  <a:lnTo>
                    <a:pt x="30210" y="1886"/>
                  </a:lnTo>
                  <a:lnTo>
                    <a:pt x="30376" y="2912"/>
                  </a:lnTo>
                  <a:lnTo>
                    <a:pt x="21816" y="13567"/>
                  </a:lnTo>
                  <a:lnTo>
                    <a:pt x="19412" y="10934"/>
                  </a:lnTo>
                  <a:lnTo>
                    <a:pt x="19511" y="9749"/>
                  </a:lnTo>
                  <a:lnTo>
                    <a:pt x="16991" y="10994"/>
                  </a:lnTo>
                  <a:lnTo>
                    <a:pt x="15701" y="13914"/>
                  </a:lnTo>
                  <a:lnTo>
                    <a:pt x="16339" y="17806"/>
                  </a:lnTo>
                  <a:lnTo>
                    <a:pt x="19034" y="20579"/>
                  </a:lnTo>
                  <a:lnTo>
                    <a:pt x="16291" y="20295"/>
                  </a:lnTo>
                  <a:lnTo>
                    <a:pt x="15208" y="19576"/>
                  </a:lnTo>
                  <a:lnTo>
                    <a:pt x="13443" y="20147"/>
                  </a:lnTo>
                  <a:lnTo>
                    <a:pt x="7618" y="23388"/>
                  </a:lnTo>
                  <a:lnTo>
                    <a:pt x="4669" y="21803"/>
                  </a:lnTo>
                  <a:lnTo>
                    <a:pt x="0" y="17255"/>
                  </a:lnTo>
                  <a:lnTo>
                    <a:pt x="35" y="14290"/>
                  </a:lnTo>
                  <a:lnTo>
                    <a:pt x="2974" y="8999"/>
                  </a:lnTo>
                  <a:lnTo>
                    <a:pt x="6771" y="10964"/>
                  </a:lnTo>
                  <a:lnTo>
                    <a:pt x="8943" y="10526"/>
                  </a:lnTo>
                  <a:lnTo>
                    <a:pt x="13117" y="5430"/>
                  </a:lnTo>
                  <a:lnTo>
                    <a:pt x="1614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2" name="ph7222"/>
            <p:cNvSpPr/>
            <p:nvPr/>
          </p:nvSpPr>
          <p:spPr>
            <a:xfrm>
              <a:off x="10424610" y="2781304"/>
              <a:ext cx="17453" cy="19108"/>
            </a:xfrm>
            <a:custGeom>
              <a:avLst/>
              <a:pathLst>
                <a:path w="17453" h="19108">
                  <a:moveTo>
                    <a:pt x="7328" y="350"/>
                  </a:moveTo>
                  <a:lnTo>
                    <a:pt x="12641" y="3191"/>
                  </a:lnTo>
                  <a:lnTo>
                    <a:pt x="15014" y="2636"/>
                  </a:lnTo>
                  <a:lnTo>
                    <a:pt x="17453" y="6507"/>
                  </a:lnTo>
                  <a:lnTo>
                    <a:pt x="15018" y="10639"/>
                  </a:lnTo>
                  <a:lnTo>
                    <a:pt x="15681" y="12591"/>
                  </a:lnTo>
                  <a:lnTo>
                    <a:pt x="13691" y="13802"/>
                  </a:lnTo>
                  <a:lnTo>
                    <a:pt x="12316" y="13273"/>
                  </a:lnTo>
                  <a:lnTo>
                    <a:pt x="8325" y="17565"/>
                  </a:lnTo>
                  <a:lnTo>
                    <a:pt x="5403" y="19108"/>
                  </a:lnTo>
                  <a:lnTo>
                    <a:pt x="4834" y="19080"/>
                  </a:lnTo>
                  <a:lnTo>
                    <a:pt x="5724" y="18793"/>
                  </a:lnTo>
                  <a:lnTo>
                    <a:pt x="5754" y="17738"/>
                  </a:lnTo>
                  <a:lnTo>
                    <a:pt x="166" y="16487"/>
                  </a:lnTo>
                  <a:lnTo>
                    <a:pt x="0" y="15461"/>
                  </a:lnTo>
                  <a:lnTo>
                    <a:pt x="2132" y="7579"/>
                  </a:lnTo>
                  <a:lnTo>
                    <a:pt x="2288" y="2284"/>
                  </a:lnTo>
                  <a:lnTo>
                    <a:pt x="359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3" name="ph7223"/>
            <p:cNvSpPr/>
            <p:nvPr/>
          </p:nvSpPr>
          <p:spPr>
            <a:xfrm>
              <a:off x="10602377" y="2740855"/>
              <a:ext cx="47505" cy="28382"/>
            </a:xfrm>
            <a:custGeom>
              <a:avLst/>
              <a:pathLst>
                <a:path w="47505" h="28382">
                  <a:moveTo>
                    <a:pt x="24839" y="351"/>
                  </a:moveTo>
                  <a:lnTo>
                    <a:pt x="28208" y="2041"/>
                  </a:lnTo>
                  <a:lnTo>
                    <a:pt x="32750" y="2341"/>
                  </a:lnTo>
                  <a:lnTo>
                    <a:pt x="34379" y="3414"/>
                  </a:lnTo>
                  <a:lnTo>
                    <a:pt x="36151" y="6072"/>
                  </a:lnTo>
                  <a:lnTo>
                    <a:pt x="37587" y="9428"/>
                  </a:lnTo>
                  <a:lnTo>
                    <a:pt x="37654" y="11683"/>
                  </a:lnTo>
                  <a:lnTo>
                    <a:pt x="40475" y="10981"/>
                  </a:lnTo>
                  <a:lnTo>
                    <a:pt x="43588" y="9018"/>
                  </a:lnTo>
                  <a:lnTo>
                    <a:pt x="43622" y="7933"/>
                  </a:lnTo>
                  <a:lnTo>
                    <a:pt x="47505" y="6563"/>
                  </a:lnTo>
                  <a:lnTo>
                    <a:pt x="47435" y="9345"/>
                  </a:lnTo>
                  <a:lnTo>
                    <a:pt x="46408" y="12368"/>
                  </a:lnTo>
                  <a:lnTo>
                    <a:pt x="44141" y="12946"/>
                  </a:lnTo>
                  <a:lnTo>
                    <a:pt x="42063" y="16543"/>
                  </a:lnTo>
                  <a:lnTo>
                    <a:pt x="41607" y="18215"/>
                  </a:lnTo>
                  <a:lnTo>
                    <a:pt x="42627" y="20001"/>
                  </a:lnTo>
                  <a:lnTo>
                    <a:pt x="40415" y="21227"/>
                  </a:lnTo>
                  <a:lnTo>
                    <a:pt x="36312" y="21610"/>
                  </a:lnTo>
                  <a:lnTo>
                    <a:pt x="36237" y="24404"/>
                  </a:lnTo>
                  <a:lnTo>
                    <a:pt x="34951" y="25471"/>
                  </a:lnTo>
                  <a:lnTo>
                    <a:pt x="33986" y="24938"/>
                  </a:lnTo>
                  <a:lnTo>
                    <a:pt x="30924" y="27390"/>
                  </a:lnTo>
                  <a:lnTo>
                    <a:pt x="25651" y="26269"/>
                  </a:lnTo>
                  <a:lnTo>
                    <a:pt x="22924" y="27668"/>
                  </a:lnTo>
                  <a:lnTo>
                    <a:pt x="16424" y="28382"/>
                  </a:lnTo>
                  <a:lnTo>
                    <a:pt x="13534" y="28161"/>
                  </a:lnTo>
                  <a:lnTo>
                    <a:pt x="12127" y="25208"/>
                  </a:lnTo>
                  <a:lnTo>
                    <a:pt x="11949" y="23410"/>
                  </a:lnTo>
                  <a:lnTo>
                    <a:pt x="9186" y="20474"/>
                  </a:lnTo>
                  <a:lnTo>
                    <a:pt x="7689" y="19795"/>
                  </a:lnTo>
                  <a:lnTo>
                    <a:pt x="4645" y="21959"/>
                  </a:lnTo>
                  <a:lnTo>
                    <a:pt x="1238" y="18989"/>
                  </a:lnTo>
                  <a:lnTo>
                    <a:pt x="0" y="16925"/>
                  </a:lnTo>
                  <a:lnTo>
                    <a:pt x="1228" y="11145"/>
                  </a:lnTo>
                  <a:lnTo>
                    <a:pt x="5957" y="6739"/>
                  </a:lnTo>
                  <a:lnTo>
                    <a:pt x="7036" y="1271"/>
                  </a:lnTo>
                  <a:lnTo>
                    <a:pt x="8204" y="742"/>
                  </a:lnTo>
                  <a:lnTo>
                    <a:pt x="9510" y="534"/>
                  </a:lnTo>
                  <a:lnTo>
                    <a:pt x="12583" y="3125"/>
                  </a:lnTo>
                  <a:lnTo>
                    <a:pt x="12375" y="3850"/>
                  </a:lnTo>
                  <a:lnTo>
                    <a:pt x="18649" y="6244"/>
                  </a:lnTo>
                  <a:lnTo>
                    <a:pt x="20910" y="3992"/>
                  </a:lnTo>
                  <a:lnTo>
                    <a:pt x="20264" y="871"/>
                  </a:lnTo>
                  <a:lnTo>
                    <a:pt x="2249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4" name="ph7224"/>
            <p:cNvSpPr/>
            <p:nvPr/>
          </p:nvSpPr>
          <p:spPr>
            <a:xfrm>
              <a:off x="10438720" y="2935396"/>
              <a:ext cx="38529" cy="46606"/>
            </a:xfrm>
            <a:custGeom>
              <a:avLst/>
              <a:pathLst>
                <a:path w="38529" h="46606">
                  <a:moveTo>
                    <a:pt x="13057" y="2451"/>
                  </a:moveTo>
                  <a:lnTo>
                    <a:pt x="15732" y="2778"/>
                  </a:lnTo>
                  <a:lnTo>
                    <a:pt x="20627" y="660"/>
                  </a:lnTo>
                  <a:lnTo>
                    <a:pt x="26142" y="2021"/>
                  </a:lnTo>
                  <a:lnTo>
                    <a:pt x="30396" y="4945"/>
                  </a:lnTo>
                  <a:lnTo>
                    <a:pt x="32571" y="3719"/>
                  </a:lnTo>
                  <a:lnTo>
                    <a:pt x="37008" y="4428"/>
                  </a:lnTo>
                  <a:lnTo>
                    <a:pt x="38529" y="6515"/>
                  </a:lnTo>
                  <a:lnTo>
                    <a:pt x="36459" y="7739"/>
                  </a:lnTo>
                  <a:lnTo>
                    <a:pt x="36311" y="11017"/>
                  </a:lnTo>
                  <a:lnTo>
                    <a:pt x="33924" y="14291"/>
                  </a:lnTo>
                  <a:lnTo>
                    <a:pt x="36386" y="18452"/>
                  </a:lnTo>
                  <a:lnTo>
                    <a:pt x="36194" y="20746"/>
                  </a:lnTo>
                  <a:lnTo>
                    <a:pt x="29938" y="25304"/>
                  </a:lnTo>
                  <a:lnTo>
                    <a:pt x="30302" y="28053"/>
                  </a:lnTo>
                  <a:lnTo>
                    <a:pt x="28086" y="34417"/>
                  </a:lnTo>
                  <a:lnTo>
                    <a:pt x="28376" y="35584"/>
                  </a:lnTo>
                  <a:lnTo>
                    <a:pt x="28597" y="40431"/>
                  </a:lnTo>
                  <a:lnTo>
                    <a:pt x="25390" y="44618"/>
                  </a:lnTo>
                  <a:lnTo>
                    <a:pt x="22457" y="46559"/>
                  </a:lnTo>
                  <a:lnTo>
                    <a:pt x="17970" y="45081"/>
                  </a:lnTo>
                  <a:lnTo>
                    <a:pt x="15113" y="46606"/>
                  </a:lnTo>
                  <a:lnTo>
                    <a:pt x="15686" y="39751"/>
                  </a:lnTo>
                  <a:lnTo>
                    <a:pt x="16836" y="38456"/>
                  </a:lnTo>
                  <a:lnTo>
                    <a:pt x="17840" y="35174"/>
                  </a:lnTo>
                  <a:lnTo>
                    <a:pt x="17970" y="32311"/>
                  </a:lnTo>
                  <a:lnTo>
                    <a:pt x="20593" y="29546"/>
                  </a:lnTo>
                  <a:lnTo>
                    <a:pt x="19610" y="22537"/>
                  </a:lnTo>
                  <a:lnTo>
                    <a:pt x="12264" y="18744"/>
                  </a:lnTo>
                  <a:lnTo>
                    <a:pt x="6097" y="13625"/>
                  </a:lnTo>
                  <a:lnTo>
                    <a:pt x="3171" y="14219"/>
                  </a:lnTo>
                  <a:lnTo>
                    <a:pt x="0" y="14053"/>
                  </a:lnTo>
                  <a:lnTo>
                    <a:pt x="349" y="10879"/>
                  </a:lnTo>
                  <a:lnTo>
                    <a:pt x="1004" y="10452"/>
                  </a:lnTo>
                  <a:lnTo>
                    <a:pt x="188" y="7550"/>
                  </a:lnTo>
                  <a:lnTo>
                    <a:pt x="2172" y="7308"/>
                  </a:lnTo>
                  <a:lnTo>
                    <a:pt x="4586" y="5993"/>
                  </a:lnTo>
                  <a:lnTo>
                    <a:pt x="10650" y="792"/>
                  </a:lnTo>
                  <a:lnTo>
                    <a:pt x="1332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5" name="ph7225"/>
            <p:cNvSpPr/>
            <p:nvPr/>
          </p:nvSpPr>
          <p:spPr>
            <a:xfrm>
              <a:off x="10377140" y="2834864"/>
              <a:ext cx="41435" cy="46173"/>
            </a:xfrm>
            <a:custGeom>
              <a:avLst/>
              <a:pathLst>
                <a:path w="41435" h="46173">
                  <a:moveTo>
                    <a:pt x="7279" y="2487"/>
                  </a:moveTo>
                  <a:lnTo>
                    <a:pt x="8855" y="5584"/>
                  </a:lnTo>
                  <a:lnTo>
                    <a:pt x="13754" y="11082"/>
                  </a:lnTo>
                  <a:lnTo>
                    <a:pt x="16134" y="11156"/>
                  </a:lnTo>
                  <a:lnTo>
                    <a:pt x="17559" y="9102"/>
                  </a:lnTo>
                  <a:lnTo>
                    <a:pt x="18536" y="9263"/>
                  </a:lnTo>
                  <a:lnTo>
                    <a:pt x="20018" y="18269"/>
                  </a:lnTo>
                  <a:lnTo>
                    <a:pt x="22957" y="17944"/>
                  </a:lnTo>
                  <a:lnTo>
                    <a:pt x="23415" y="16407"/>
                  </a:lnTo>
                  <a:lnTo>
                    <a:pt x="25342" y="15952"/>
                  </a:lnTo>
                  <a:lnTo>
                    <a:pt x="28909" y="17663"/>
                  </a:lnTo>
                  <a:lnTo>
                    <a:pt x="28894" y="18289"/>
                  </a:lnTo>
                  <a:lnTo>
                    <a:pt x="33565" y="21710"/>
                  </a:lnTo>
                  <a:lnTo>
                    <a:pt x="34073" y="20377"/>
                  </a:lnTo>
                  <a:lnTo>
                    <a:pt x="35928" y="20044"/>
                  </a:lnTo>
                  <a:lnTo>
                    <a:pt x="39021" y="20641"/>
                  </a:lnTo>
                  <a:lnTo>
                    <a:pt x="40273" y="21906"/>
                  </a:lnTo>
                  <a:lnTo>
                    <a:pt x="41435" y="24474"/>
                  </a:lnTo>
                  <a:lnTo>
                    <a:pt x="40657" y="32387"/>
                  </a:lnTo>
                  <a:lnTo>
                    <a:pt x="39835" y="34497"/>
                  </a:lnTo>
                  <a:lnTo>
                    <a:pt x="34603" y="37415"/>
                  </a:lnTo>
                  <a:lnTo>
                    <a:pt x="31503" y="37643"/>
                  </a:lnTo>
                  <a:lnTo>
                    <a:pt x="30675" y="42073"/>
                  </a:lnTo>
                  <a:lnTo>
                    <a:pt x="28935" y="43068"/>
                  </a:lnTo>
                  <a:lnTo>
                    <a:pt x="23646" y="41807"/>
                  </a:lnTo>
                  <a:lnTo>
                    <a:pt x="19316" y="42471"/>
                  </a:lnTo>
                  <a:lnTo>
                    <a:pt x="18694" y="40814"/>
                  </a:lnTo>
                  <a:lnTo>
                    <a:pt x="18889" y="37877"/>
                  </a:lnTo>
                  <a:lnTo>
                    <a:pt x="17697" y="36886"/>
                  </a:lnTo>
                  <a:lnTo>
                    <a:pt x="15521" y="38670"/>
                  </a:lnTo>
                  <a:lnTo>
                    <a:pt x="14170" y="41563"/>
                  </a:lnTo>
                  <a:lnTo>
                    <a:pt x="10472" y="45919"/>
                  </a:lnTo>
                  <a:lnTo>
                    <a:pt x="8566" y="46173"/>
                  </a:lnTo>
                  <a:lnTo>
                    <a:pt x="7231" y="45596"/>
                  </a:lnTo>
                  <a:lnTo>
                    <a:pt x="9608" y="44205"/>
                  </a:lnTo>
                  <a:lnTo>
                    <a:pt x="11413" y="38884"/>
                  </a:lnTo>
                  <a:lnTo>
                    <a:pt x="10264" y="37703"/>
                  </a:lnTo>
                  <a:lnTo>
                    <a:pt x="9316" y="34789"/>
                  </a:lnTo>
                  <a:lnTo>
                    <a:pt x="8337" y="24190"/>
                  </a:lnTo>
                  <a:lnTo>
                    <a:pt x="8893" y="22774"/>
                  </a:lnTo>
                  <a:lnTo>
                    <a:pt x="6455" y="20839"/>
                  </a:lnTo>
                  <a:lnTo>
                    <a:pt x="5383" y="20786"/>
                  </a:lnTo>
                  <a:lnTo>
                    <a:pt x="1368" y="5837"/>
                  </a:lnTo>
                  <a:lnTo>
                    <a:pt x="0" y="4344"/>
                  </a:lnTo>
                  <a:lnTo>
                    <a:pt x="2126" y="2036"/>
                  </a:lnTo>
                  <a:lnTo>
                    <a:pt x="299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6" name="ph7226"/>
            <p:cNvSpPr/>
            <p:nvPr/>
          </p:nvSpPr>
          <p:spPr>
            <a:xfrm>
              <a:off x="10364128" y="2855651"/>
              <a:ext cx="27984" cy="37592"/>
            </a:xfrm>
            <a:custGeom>
              <a:avLst/>
              <a:pathLst>
                <a:path w="27984" h="37592">
                  <a:moveTo>
                    <a:pt x="19468" y="53"/>
                  </a:moveTo>
                  <a:lnTo>
                    <a:pt x="21905" y="1987"/>
                  </a:lnTo>
                  <a:lnTo>
                    <a:pt x="21350" y="3404"/>
                  </a:lnTo>
                  <a:lnTo>
                    <a:pt x="22328" y="14002"/>
                  </a:lnTo>
                  <a:lnTo>
                    <a:pt x="23276" y="16916"/>
                  </a:lnTo>
                  <a:lnTo>
                    <a:pt x="24426" y="18097"/>
                  </a:lnTo>
                  <a:lnTo>
                    <a:pt x="22621" y="23418"/>
                  </a:lnTo>
                  <a:lnTo>
                    <a:pt x="20244" y="24809"/>
                  </a:lnTo>
                  <a:lnTo>
                    <a:pt x="21353" y="25658"/>
                  </a:lnTo>
                  <a:lnTo>
                    <a:pt x="21233" y="28174"/>
                  </a:lnTo>
                  <a:lnTo>
                    <a:pt x="22917" y="30638"/>
                  </a:lnTo>
                  <a:lnTo>
                    <a:pt x="27984" y="35647"/>
                  </a:lnTo>
                  <a:lnTo>
                    <a:pt x="27962" y="36463"/>
                  </a:lnTo>
                  <a:lnTo>
                    <a:pt x="25654" y="37592"/>
                  </a:lnTo>
                  <a:lnTo>
                    <a:pt x="20311" y="37438"/>
                  </a:lnTo>
                  <a:lnTo>
                    <a:pt x="21309" y="35763"/>
                  </a:lnTo>
                  <a:lnTo>
                    <a:pt x="17961" y="32162"/>
                  </a:lnTo>
                  <a:lnTo>
                    <a:pt x="16957" y="31450"/>
                  </a:lnTo>
                  <a:lnTo>
                    <a:pt x="14813" y="31533"/>
                  </a:lnTo>
                  <a:lnTo>
                    <a:pt x="13666" y="30630"/>
                  </a:lnTo>
                  <a:lnTo>
                    <a:pt x="14008" y="28659"/>
                  </a:lnTo>
                  <a:lnTo>
                    <a:pt x="15495" y="27084"/>
                  </a:lnTo>
                  <a:lnTo>
                    <a:pt x="15523" y="22746"/>
                  </a:lnTo>
                  <a:lnTo>
                    <a:pt x="15034" y="18051"/>
                  </a:lnTo>
                  <a:lnTo>
                    <a:pt x="12612" y="18106"/>
                  </a:lnTo>
                  <a:lnTo>
                    <a:pt x="13924" y="13977"/>
                  </a:lnTo>
                  <a:lnTo>
                    <a:pt x="11890" y="12462"/>
                  </a:lnTo>
                  <a:lnTo>
                    <a:pt x="3043" y="15614"/>
                  </a:lnTo>
                  <a:lnTo>
                    <a:pt x="0" y="11617"/>
                  </a:lnTo>
                  <a:lnTo>
                    <a:pt x="987" y="10785"/>
                  </a:lnTo>
                  <a:lnTo>
                    <a:pt x="3972" y="10563"/>
                  </a:lnTo>
                  <a:lnTo>
                    <a:pt x="9169" y="9765"/>
                  </a:lnTo>
                  <a:lnTo>
                    <a:pt x="14146" y="5611"/>
                  </a:lnTo>
                  <a:lnTo>
                    <a:pt x="15848" y="2081"/>
                  </a:lnTo>
                  <a:lnTo>
                    <a:pt x="1839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7" name="ph7227"/>
            <p:cNvSpPr/>
            <p:nvPr/>
          </p:nvSpPr>
          <p:spPr>
            <a:xfrm>
              <a:off x="10438064" y="2753768"/>
              <a:ext cx="36176" cy="26775"/>
            </a:xfrm>
            <a:custGeom>
              <a:avLst/>
              <a:pathLst>
                <a:path w="36176" h="26775">
                  <a:moveTo>
                    <a:pt x="7846" y="795"/>
                  </a:moveTo>
                  <a:lnTo>
                    <a:pt x="8965" y="3550"/>
                  </a:lnTo>
                  <a:lnTo>
                    <a:pt x="11485" y="4993"/>
                  </a:lnTo>
                  <a:lnTo>
                    <a:pt x="14611" y="3889"/>
                  </a:lnTo>
                  <a:lnTo>
                    <a:pt x="18742" y="3760"/>
                  </a:lnTo>
                  <a:lnTo>
                    <a:pt x="22690" y="1930"/>
                  </a:lnTo>
                  <a:lnTo>
                    <a:pt x="28550" y="2725"/>
                  </a:lnTo>
                  <a:lnTo>
                    <a:pt x="27759" y="4286"/>
                  </a:lnTo>
                  <a:lnTo>
                    <a:pt x="30697" y="8873"/>
                  </a:lnTo>
                  <a:lnTo>
                    <a:pt x="33796" y="12364"/>
                  </a:lnTo>
                  <a:lnTo>
                    <a:pt x="36176" y="13865"/>
                  </a:lnTo>
                  <a:lnTo>
                    <a:pt x="34754" y="23047"/>
                  </a:lnTo>
                  <a:lnTo>
                    <a:pt x="35312" y="25471"/>
                  </a:lnTo>
                  <a:lnTo>
                    <a:pt x="33488" y="26775"/>
                  </a:lnTo>
                  <a:lnTo>
                    <a:pt x="32516" y="24604"/>
                  </a:lnTo>
                  <a:lnTo>
                    <a:pt x="28545" y="25281"/>
                  </a:lnTo>
                  <a:lnTo>
                    <a:pt x="26457" y="24716"/>
                  </a:lnTo>
                  <a:lnTo>
                    <a:pt x="26286" y="23216"/>
                  </a:lnTo>
                  <a:lnTo>
                    <a:pt x="21326" y="20693"/>
                  </a:lnTo>
                  <a:lnTo>
                    <a:pt x="15958" y="20346"/>
                  </a:lnTo>
                  <a:lnTo>
                    <a:pt x="11777" y="23211"/>
                  </a:lnTo>
                  <a:lnTo>
                    <a:pt x="6072" y="23354"/>
                  </a:lnTo>
                  <a:lnTo>
                    <a:pt x="5573" y="22367"/>
                  </a:lnTo>
                  <a:lnTo>
                    <a:pt x="5868" y="19731"/>
                  </a:lnTo>
                  <a:lnTo>
                    <a:pt x="8012" y="16506"/>
                  </a:lnTo>
                  <a:lnTo>
                    <a:pt x="7308" y="14219"/>
                  </a:lnTo>
                  <a:lnTo>
                    <a:pt x="5772" y="14007"/>
                  </a:lnTo>
                  <a:lnTo>
                    <a:pt x="2084" y="16127"/>
                  </a:lnTo>
                  <a:lnTo>
                    <a:pt x="0" y="13771"/>
                  </a:lnTo>
                  <a:lnTo>
                    <a:pt x="3053" y="4394"/>
                  </a:lnTo>
                  <a:lnTo>
                    <a:pt x="645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8" name="ph7228"/>
            <p:cNvSpPr/>
            <p:nvPr/>
          </p:nvSpPr>
          <p:spPr>
            <a:xfrm>
              <a:off x="10283593" y="2884595"/>
              <a:ext cx="65265" cy="52825"/>
            </a:xfrm>
            <a:custGeom>
              <a:avLst/>
              <a:pathLst>
                <a:path w="65265" h="52825">
                  <a:moveTo>
                    <a:pt x="47709" y="3681"/>
                  </a:moveTo>
                  <a:lnTo>
                    <a:pt x="49544" y="3912"/>
                  </a:lnTo>
                  <a:lnTo>
                    <a:pt x="55049" y="9390"/>
                  </a:lnTo>
                  <a:lnTo>
                    <a:pt x="55088" y="17060"/>
                  </a:lnTo>
                  <a:lnTo>
                    <a:pt x="56941" y="22885"/>
                  </a:lnTo>
                  <a:lnTo>
                    <a:pt x="59346" y="24627"/>
                  </a:lnTo>
                  <a:lnTo>
                    <a:pt x="60591" y="23784"/>
                  </a:lnTo>
                  <a:lnTo>
                    <a:pt x="61494" y="21993"/>
                  </a:lnTo>
                  <a:lnTo>
                    <a:pt x="64384" y="23876"/>
                  </a:lnTo>
                  <a:lnTo>
                    <a:pt x="65195" y="24386"/>
                  </a:lnTo>
                  <a:lnTo>
                    <a:pt x="65265" y="26419"/>
                  </a:lnTo>
                  <a:lnTo>
                    <a:pt x="63532" y="26474"/>
                  </a:lnTo>
                  <a:lnTo>
                    <a:pt x="62303" y="29454"/>
                  </a:lnTo>
                  <a:lnTo>
                    <a:pt x="62926" y="32194"/>
                  </a:lnTo>
                  <a:lnTo>
                    <a:pt x="62171" y="32775"/>
                  </a:lnTo>
                  <a:lnTo>
                    <a:pt x="62096" y="40016"/>
                  </a:lnTo>
                  <a:lnTo>
                    <a:pt x="61309" y="43883"/>
                  </a:lnTo>
                  <a:lnTo>
                    <a:pt x="56460" y="44023"/>
                  </a:lnTo>
                  <a:lnTo>
                    <a:pt x="52687" y="49688"/>
                  </a:lnTo>
                  <a:lnTo>
                    <a:pt x="48921" y="47640"/>
                  </a:lnTo>
                  <a:lnTo>
                    <a:pt x="47892" y="49101"/>
                  </a:lnTo>
                  <a:lnTo>
                    <a:pt x="47525" y="52539"/>
                  </a:lnTo>
                  <a:lnTo>
                    <a:pt x="46215" y="52825"/>
                  </a:lnTo>
                  <a:lnTo>
                    <a:pt x="40097" y="49787"/>
                  </a:lnTo>
                  <a:lnTo>
                    <a:pt x="35761" y="49707"/>
                  </a:lnTo>
                  <a:lnTo>
                    <a:pt x="30328" y="48570"/>
                  </a:lnTo>
                  <a:lnTo>
                    <a:pt x="22914" y="48693"/>
                  </a:lnTo>
                  <a:lnTo>
                    <a:pt x="21707" y="47951"/>
                  </a:lnTo>
                  <a:lnTo>
                    <a:pt x="17132" y="39592"/>
                  </a:lnTo>
                  <a:lnTo>
                    <a:pt x="11757" y="42383"/>
                  </a:lnTo>
                  <a:lnTo>
                    <a:pt x="7300" y="40668"/>
                  </a:lnTo>
                  <a:lnTo>
                    <a:pt x="4643" y="41694"/>
                  </a:lnTo>
                  <a:lnTo>
                    <a:pt x="0" y="38441"/>
                  </a:lnTo>
                  <a:lnTo>
                    <a:pt x="1624" y="36611"/>
                  </a:lnTo>
                  <a:lnTo>
                    <a:pt x="1700" y="34013"/>
                  </a:lnTo>
                  <a:lnTo>
                    <a:pt x="1382" y="33111"/>
                  </a:lnTo>
                  <a:lnTo>
                    <a:pt x="30" y="32539"/>
                  </a:lnTo>
                  <a:lnTo>
                    <a:pt x="4579" y="20210"/>
                  </a:lnTo>
                  <a:lnTo>
                    <a:pt x="9877" y="14839"/>
                  </a:lnTo>
                  <a:lnTo>
                    <a:pt x="13300" y="12722"/>
                  </a:lnTo>
                  <a:lnTo>
                    <a:pt x="14245" y="13288"/>
                  </a:lnTo>
                  <a:lnTo>
                    <a:pt x="13604" y="14510"/>
                  </a:lnTo>
                  <a:lnTo>
                    <a:pt x="14073" y="15192"/>
                  </a:lnTo>
                  <a:lnTo>
                    <a:pt x="18231" y="17101"/>
                  </a:lnTo>
                  <a:lnTo>
                    <a:pt x="19148" y="16908"/>
                  </a:lnTo>
                  <a:lnTo>
                    <a:pt x="20191" y="14612"/>
                  </a:lnTo>
                  <a:lnTo>
                    <a:pt x="28515" y="7643"/>
                  </a:lnTo>
                  <a:lnTo>
                    <a:pt x="32987" y="5661"/>
                  </a:lnTo>
                  <a:lnTo>
                    <a:pt x="38331" y="1409"/>
                  </a:lnTo>
                  <a:lnTo>
                    <a:pt x="39957" y="1050"/>
                  </a:lnTo>
                  <a:lnTo>
                    <a:pt x="43484" y="2525"/>
                  </a:lnTo>
                  <a:lnTo>
                    <a:pt x="4613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9" name="ph7229"/>
            <p:cNvSpPr/>
            <p:nvPr/>
          </p:nvSpPr>
          <p:spPr>
            <a:xfrm>
              <a:off x="10255554" y="2823442"/>
              <a:ext cx="230" cy="127"/>
            </a:xfrm>
            <a:custGeom>
              <a:avLst/>
              <a:pathLst>
                <a:path w="230" h="127">
                  <a:moveTo>
                    <a:pt x="0" y="31"/>
                  </a:moveTo>
                  <a:lnTo>
                    <a:pt x="230" y="0"/>
                  </a:lnTo>
                  <a:lnTo>
                    <a:pt x="157" y="127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0" name="ph7230"/>
            <p:cNvSpPr/>
            <p:nvPr/>
          </p:nvSpPr>
          <p:spPr>
            <a:xfrm>
              <a:off x="10251865" y="2779027"/>
              <a:ext cx="40083" cy="53188"/>
            </a:xfrm>
            <a:custGeom>
              <a:avLst/>
              <a:pathLst>
                <a:path w="40083" h="53188">
                  <a:moveTo>
                    <a:pt x="29519" y="3892"/>
                  </a:moveTo>
                  <a:lnTo>
                    <a:pt x="32284" y="5469"/>
                  </a:lnTo>
                  <a:lnTo>
                    <a:pt x="33128" y="11109"/>
                  </a:lnTo>
                  <a:lnTo>
                    <a:pt x="39029" y="14977"/>
                  </a:lnTo>
                  <a:lnTo>
                    <a:pt x="40083" y="16988"/>
                  </a:lnTo>
                  <a:lnTo>
                    <a:pt x="39918" y="20450"/>
                  </a:lnTo>
                  <a:lnTo>
                    <a:pt x="38051" y="21436"/>
                  </a:lnTo>
                  <a:lnTo>
                    <a:pt x="35804" y="21247"/>
                  </a:lnTo>
                  <a:lnTo>
                    <a:pt x="30625" y="24014"/>
                  </a:lnTo>
                  <a:lnTo>
                    <a:pt x="28153" y="27782"/>
                  </a:lnTo>
                  <a:lnTo>
                    <a:pt x="26232" y="28294"/>
                  </a:lnTo>
                  <a:lnTo>
                    <a:pt x="23699" y="26954"/>
                  </a:lnTo>
                  <a:lnTo>
                    <a:pt x="20816" y="27763"/>
                  </a:lnTo>
                  <a:lnTo>
                    <a:pt x="19503" y="29056"/>
                  </a:lnTo>
                  <a:lnTo>
                    <a:pt x="23938" y="41492"/>
                  </a:lnTo>
                  <a:lnTo>
                    <a:pt x="23164" y="47080"/>
                  </a:lnTo>
                  <a:lnTo>
                    <a:pt x="21172" y="48642"/>
                  </a:lnTo>
                  <a:lnTo>
                    <a:pt x="20561" y="47152"/>
                  </a:lnTo>
                  <a:lnTo>
                    <a:pt x="18627" y="46299"/>
                  </a:lnTo>
                  <a:lnTo>
                    <a:pt x="14640" y="48554"/>
                  </a:lnTo>
                  <a:lnTo>
                    <a:pt x="11012" y="53188"/>
                  </a:lnTo>
                  <a:lnTo>
                    <a:pt x="10457" y="51851"/>
                  </a:lnTo>
                  <a:lnTo>
                    <a:pt x="6386" y="49891"/>
                  </a:lnTo>
                  <a:lnTo>
                    <a:pt x="5738" y="48391"/>
                  </a:lnTo>
                  <a:lnTo>
                    <a:pt x="2634" y="48994"/>
                  </a:lnTo>
                  <a:lnTo>
                    <a:pt x="2343" y="49850"/>
                  </a:lnTo>
                  <a:lnTo>
                    <a:pt x="3296" y="51949"/>
                  </a:lnTo>
                  <a:lnTo>
                    <a:pt x="603" y="52397"/>
                  </a:lnTo>
                  <a:lnTo>
                    <a:pt x="0" y="48280"/>
                  </a:lnTo>
                  <a:lnTo>
                    <a:pt x="7674" y="43073"/>
                  </a:lnTo>
                  <a:lnTo>
                    <a:pt x="10643" y="36213"/>
                  </a:lnTo>
                  <a:lnTo>
                    <a:pt x="10620" y="33888"/>
                  </a:lnTo>
                  <a:lnTo>
                    <a:pt x="9399" y="31708"/>
                  </a:lnTo>
                  <a:lnTo>
                    <a:pt x="5427" y="29398"/>
                  </a:lnTo>
                  <a:lnTo>
                    <a:pt x="5745" y="28213"/>
                  </a:lnTo>
                  <a:lnTo>
                    <a:pt x="7765" y="27018"/>
                  </a:lnTo>
                  <a:lnTo>
                    <a:pt x="8774" y="25539"/>
                  </a:lnTo>
                  <a:lnTo>
                    <a:pt x="11033" y="20391"/>
                  </a:lnTo>
                  <a:lnTo>
                    <a:pt x="14648" y="17627"/>
                  </a:lnTo>
                  <a:lnTo>
                    <a:pt x="17725" y="18280"/>
                  </a:lnTo>
                  <a:lnTo>
                    <a:pt x="19034" y="15357"/>
                  </a:lnTo>
                  <a:lnTo>
                    <a:pt x="18070" y="14909"/>
                  </a:lnTo>
                  <a:lnTo>
                    <a:pt x="17769" y="12851"/>
                  </a:lnTo>
                  <a:lnTo>
                    <a:pt x="19918" y="7239"/>
                  </a:lnTo>
                  <a:lnTo>
                    <a:pt x="21803" y="4857"/>
                  </a:lnTo>
                  <a:lnTo>
                    <a:pt x="2768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1" name="ph7231"/>
            <p:cNvSpPr/>
            <p:nvPr/>
          </p:nvSpPr>
          <p:spPr>
            <a:xfrm>
              <a:off x="10423978" y="2827711"/>
              <a:ext cx="19623" cy="34752"/>
            </a:xfrm>
            <a:custGeom>
              <a:avLst/>
              <a:pathLst>
                <a:path w="19623" h="34752">
                  <a:moveTo>
                    <a:pt x="2664" y="0"/>
                  </a:moveTo>
                  <a:lnTo>
                    <a:pt x="8457" y="2574"/>
                  </a:lnTo>
                  <a:lnTo>
                    <a:pt x="11649" y="4124"/>
                  </a:lnTo>
                  <a:lnTo>
                    <a:pt x="11399" y="7842"/>
                  </a:lnTo>
                  <a:lnTo>
                    <a:pt x="12018" y="10219"/>
                  </a:lnTo>
                  <a:lnTo>
                    <a:pt x="14466" y="13444"/>
                  </a:lnTo>
                  <a:lnTo>
                    <a:pt x="16185" y="14892"/>
                  </a:lnTo>
                  <a:lnTo>
                    <a:pt x="17823" y="15143"/>
                  </a:lnTo>
                  <a:lnTo>
                    <a:pt x="19619" y="18224"/>
                  </a:lnTo>
                  <a:lnTo>
                    <a:pt x="19623" y="22970"/>
                  </a:lnTo>
                  <a:lnTo>
                    <a:pt x="18227" y="25906"/>
                  </a:lnTo>
                  <a:lnTo>
                    <a:pt x="14217" y="24265"/>
                  </a:lnTo>
                  <a:lnTo>
                    <a:pt x="12473" y="28111"/>
                  </a:lnTo>
                  <a:lnTo>
                    <a:pt x="8363" y="31194"/>
                  </a:lnTo>
                  <a:lnTo>
                    <a:pt x="8786" y="33910"/>
                  </a:lnTo>
                  <a:lnTo>
                    <a:pt x="6205" y="34752"/>
                  </a:lnTo>
                  <a:lnTo>
                    <a:pt x="2782" y="31976"/>
                  </a:lnTo>
                  <a:lnTo>
                    <a:pt x="950" y="26241"/>
                  </a:lnTo>
                  <a:lnTo>
                    <a:pt x="5671" y="20849"/>
                  </a:lnTo>
                  <a:lnTo>
                    <a:pt x="4708" y="18328"/>
                  </a:lnTo>
                  <a:lnTo>
                    <a:pt x="4148" y="10691"/>
                  </a:lnTo>
                  <a:lnTo>
                    <a:pt x="1787" y="10441"/>
                  </a:lnTo>
                  <a:lnTo>
                    <a:pt x="0" y="4856"/>
                  </a:lnTo>
                  <a:lnTo>
                    <a:pt x="2232" y="2114"/>
                  </a:lnTo>
                  <a:lnTo>
                    <a:pt x="1250" y="1009"/>
                  </a:lnTo>
                  <a:lnTo>
                    <a:pt x="1353" y="23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2" name="ph7232"/>
            <p:cNvSpPr/>
            <p:nvPr/>
          </p:nvSpPr>
          <p:spPr>
            <a:xfrm>
              <a:off x="10470170" y="2864899"/>
              <a:ext cx="24686" cy="20519"/>
            </a:xfrm>
            <a:custGeom>
              <a:avLst/>
              <a:pathLst>
                <a:path w="24686" h="20519">
                  <a:moveTo>
                    <a:pt x="1946" y="939"/>
                  </a:moveTo>
                  <a:lnTo>
                    <a:pt x="8262" y="3691"/>
                  </a:lnTo>
                  <a:lnTo>
                    <a:pt x="13141" y="3793"/>
                  </a:lnTo>
                  <a:lnTo>
                    <a:pt x="19630" y="6260"/>
                  </a:lnTo>
                  <a:lnTo>
                    <a:pt x="21445" y="8279"/>
                  </a:lnTo>
                  <a:lnTo>
                    <a:pt x="24686" y="8827"/>
                  </a:lnTo>
                  <a:lnTo>
                    <a:pt x="24649" y="11421"/>
                  </a:lnTo>
                  <a:lnTo>
                    <a:pt x="22959" y="15377"/>
                  </a:lnTo>
                  <a:lnTo>
                    <a:pt x="23293" y="16602"/>
                  </a:lnTo>
                  <a:lnTo>
                    <a:pt x="22272" y="20519"/>
                  </a:lnTo>
                  <a:lnTo>
                    <a:pt x="16213" y="17643"/>
                  </a:lnTo>
                  <a:lnTo>
                    <a:pt x="14670" y="14469"/>
                  </a:lnTo>
                  <a:lnTo>
                    <a:pt x="15133" y="13590"/>
                  </a:lnTo>
                  <a:lnTo>
                    <a:pt x="20298" y="13041"/>
                  </a:lnTo>
                  <a:lnTo>
                    <a:pt x="20751" y="11760"/>
                  </a:lnTo>
                  <a:lnTo>
                    <a:pt x="13523" y="8529"/>
                  </a:lnTo>
                  <a:lnTo>
                    <a:pt x="8062" y="6793"/>
                  </a:lnTo>
                  <a:lnTo>
                    <a:pt x="3653" y="6287"/>
                  </a:lnTo>
                  <a:lnTo>
                    <a:pt x="128" y="3319"/>
                  </a:lnTo>
                  <a:lnTo>
                    <a:pt x="0" y="2091"/>
                  </a:lnTo>
                  <a:lnTo>
                    <a:pt x="160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3" name="ph7233"/>
            <p:cNvSpPr/>
            <p:nvPr/>
          </p:nvSpPr>
          <p:spPr>
            <a:xfrm>
              <a:off x="10380365" y="2913837"/>
              <a:ext cx="34259" cy="28655"/>
            </a:xfrm>
            <a:custGeom>
              <a:avLst/>
              <a:pathLst>
                <a:path w="34259" h="28655">
                  <a:moveTo>
                    <a:pt x="10479" y="4100"/>
                  </a:moveTo>
                  <a:lnTo>
                    <a:pt x="13370" y="3164"/>
                  </a:lnTo>
                  <a:lnTo>
                    <a:pt x="16527" y="7260"/>
                  </a:lnTo>
                  <a:lnTo>
                    <a:pt x="20000" y="8748"/>
                  </a:lnTo>
                  <a:lnTo>
                    <a:pt x="26971" y="9324"/>
                  </a:lnTo>
                  <a:lnTo>
                    <a:pt x="28032" y="8391"/>
                  </a:lnTo>
                  <a:lnTo>
                    <a:pt x="31961" y="7463"/>
                  </a:lnTo>
                  <a:lnTo>
                    <a:pt x="34259" y="10246"/>
                  </a:lnTo>
                  <a:lnTo>
                    <a:pt x="28761" y="17386"/>
                  </a:lnTo>
                  <a:lnTo>
                    <a:pt x="29057" y="18217"/>
                  </a:lnTo>
                  <a:lnTo>
                    <a:pt x="25347" y="18267"/>
                  </a:lnTo>
                  <a:lnTo>
                    <a:pt x="22350" y="24630"/>
                  </a:lnTo>
                  <a:lnTo>
                    <a:pt x="16899" y="26664"/>
                  </a:lnTo>
                  <a:lnTo>
                    <a:pt x="12382" y="24079"/>
                  </a:lnTo>
                  <a:lnTo>
                    <a:pt x="10577" y="23758"/>
                  </a:lnTo>
                  <a:lnTo>
                    <a:pt x="6688" y="26528"/>
                  </a:lnTo>
                  <a:lnTo>
                    <a:pt x="6460" y="28247"/>
                  </a:lnTo>
                  <a:lnTo>
                    <a:pt x="5178" y="28655"/>
                  </a:lnTo>
                  <a:lnTo>
                    <a:pt x="1170" y="23936"/>
                  </a:lnTo>
                  <a:lnTo>
                    <a:pt x="708" y="19092"/>
                  </a:lnTo>
                  <a:lnTo>
                    <a:pt x="0" y="18043"/>
                  </a:lnTo>
                  <a:lnTo>
                    <a:pt x="3332" y="13614"/>
                  </a:lnTo>
                  <a:lnTo>
                    <a:pt x="6396" y="13074"/>
                  </a:lnTo>
                  <a:lnTo>
                    <a:pt x="5921" y="5727"/>
                  </a:lnTo>
                  <a:lnTo>
                    <a:pt x="3961" y="3687"/>
                  </a:lnTo>
                  <a:lnTo>
                    <a:pt x="4461" y="1361"/>
                  </a:lnTo>
                  <a:lnTo>
                    <a:pt x="583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4" name="ph7234"/>
            <p:cNvSpPr/>
            <p:nvPr/>
          </p:nvSpPr>
          <p:spPr>
            <a:xfrm>
              <a:off x="10464075" y="2623839"/>
              <a:ext cx="37976" cy="37011"/>
            </a:xfrm>
            <a:custGeom>
              <a:avLst/>
              <a:pathLst>
                <a:path w="37976" h="37011">
                  <a:moveTo>
                    <a:pt x="18699" y="0"/>
                  </a:moveTo>
                  <a:lnTo>
                    <a:pt x="17266" y="2393"/>
                  </a:lnTo>
                  <a:lnTo>
                    <a:pt x="19850" y="3930"/>
                  </a:lnTo>
                  <a:lnTo>
                    <a:pt x="19271" y="9150"/>
                  </a:lnTo>
                  <a:lnTo>
                    <a:pt x="24050" y="12770"/>
                  </a:lnTo>
                  <a:lnTo>
                    <a:pt x="32026" y="15231"/>
                  </a:lnTo>
                  <a:lnTo>
                    <a:pt x="35765" y="17984"/>
                  </a:lnTo>
                  <a:lnTo>
                    <a:pt x="32848" y="19913"/>
                  </a:lnTo>
                  <a:lnTo>
                    <a:pt x="32615" y="21692"/>
                  </a:lnTo>
                  <a:lnTo>
                    <a:pt x="37798" y="22832"/>
                  </a:lnTo>
                  <a:lnTo>
                    <a:pt x="37976" y="24782"/>
                  </a:lnTo>
                  <a:lnTo>
                    <a:pt x="37356" y="28671"/>
                  </a:lnTo>
                  <a:lnTo>
                    <a:pt x="35001" y="29912"/>
                  </a:lnTo>
                  <a:lnTo>
                    <a:pt x="30571" y="30714"/>
                  </a:lnTo>
                  <a:lnTo>
                    <a:pt x="27289" y="30508"/>
                  </a:lnTo>
                  <a:lnTo>
                    <a:pt x="28325" y="33873"/>
                  </a:lnTo>
                  <a:lnTo>
                    <a:pt x="22534" y="34215"/>
                  </a:lnTo>
                  <a:lnTo>
                    <a:pt x="19375" y="32704"/>
                  </a:lnTo>
                  <a:lnTo>
                    <a:pt x="12083" y="37011"/>
                  </a:lnTo>
                  <a:lnTo>
                    <a:pt x="4803" y="20420"/>
                  </a:lnTo>
                  <a:lnTo>
                    <a:pt x="0" y="16433"/>
                  </a:lnTo>
                  <a:lnTo>
                    <a:pt x="1205" y="15979"/>
                  </a:lnTo>
                  <a:lnTo>
                    <a:pt x="2534" y="13479"/>
                  </a:lnTo>
                  <a:lnTo>
                    <a:pt x="2758" y="9080"/>
                  </a:lnTo>
                  <a:lnTo>
                    <a:pt x="4614" y="4473"/>
                  </a:lnTo>
                  <a:lnTo>
                    <a:pt x="9858" y="1694"/>
                  </a:lnTo>
                  <a:lnTo>
                    <a:pt x="12535" y="1006"/>
                  </a:lnTo>
                  <a:lnTo>
                    <a:pt x="15373" y="2448"/>
                  </a:lnTo>
                  <a:lnTo>
                    <a:pt x="16814" y="57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5" name="ph7235"/>
            <p:cNvSpPr/>
            <p:nvPr/>
          </p:nvSpPr>
          <p:spPr>
            <a:xfrm>
              <a:off x="10325141" y="2931881"/>
              <a:ext cx="65520" cy="45240"/>
            </a:xfrm>
            <a:custGeom>
              <a:avLst/>
              <a:pathLst>
                <a:path w="65520" h="45240">
                  <a:moveTo>
                    <a:pt x="55932" y="1049"/>
                  </a:moveTo>
                  <a:lnTo>
                    <a:pt x="56394" y="5893"/>
                  </a:lnTo>
                  <a:lnTo>
                    <a:pt x="60402" y="10611"/>
                  </a:lnTo>
                  <a:lnTo>
                    <a:pt x="61685" y="10203"/>
                  </a:lnTo>
                  <a:lnTo>
                    <a:pt x="65520" y="20528"/>
                  </a:lnTo>
                  <a:lnTo>
                    <a:pt x="63736" y="25446"/>
                  </a:lnTo>
                  <a:lnTo>
                    <a:pt x="64475" y="26678"/>
                  </a:lnTo>
                  <a:lnTo>
                    <a:pt x="63246" y="31277"/>
                  </a:lnTo>
                  <a:lnTo>
                    <a:pt x="61036" y="32654"/>
                  </a:lnTo>
                  <a:lnTo>
                    <a:pt x="58303" y="35884"/>
                  </a:lnTo>
                  <a:lnTo>
                    <a:pt x="59441" y="40006"/>
                  </a:lnTo>
                  <a:lnTo>
                    <a:pt x="52215" y="41768"/>
                  </a:lnTo>
                  <a:lnTo>
                    <a:pt x="48040" y="41931"/>
                  </a:lnTo>
                  <a:lnTo>
                    <a:pt x="43772" y="40658"/>
                  </a:lnTo>
                  <a:lnTo>
                    <a:pt x="32149" y="44816"/>
                  </a:lnTo>
                  <a:lnTo>
                    <a:pt x="29476" y="45240"/>
                  </a:lnTo>
                  <a:lnTo>
                    <a:pt x="27728" y="44377"/>
                  </a:lnTo>
                  <a:lnTo>
                    <a:pt x="23575" y="44349"/>
                  </a:lnTo>
                  <a:lnTo>
                    <a:pt x="24067" y="41260"/>
                  </a:lnTo>
                  <a:lnTo>
                    <a:pt x="20619" y="33594"/>
                  </a:lnTo>
                  <a:lnTo>
                    <a:pt x="15868" y="34452"/>
                  </a:lnTo>
                  <a:lnTo>
                    <a:pt x="2711" y="41074"/>
                  </a:lnTo>
                  <a:lnTo>
                    <a:pt x="476" y="39400"/>
                  </a:lnTo>
                  <a:lnTo>
                    <a:pt x="0" y="36897"/>
                  </a:lnTo>
                  <a:lnTo>
                    <a:pt x="151" y="35422"/>
                  </a:lnTo>
                  <a:lnTo>
                    <a:pt x="1745" y="34623"/>
                  </a:lnTo>
                  <a:lnTo>
                    <a:pt x="2602" y="35051"/>
                  </a:lnTo>
                  <a:lnTo>
                    <a:pt x="3042" y="33026"/>
                  </a:lnTo>
                  <a:lnTo>
                    <a:pt x="1537" y="30691"/>
                  </a:lnTo>
                  <a:lnTo>
                    <a:pt x="2178" y="29207"/>
                  </a:lnTo>
                  <a:lnTo>
                    <a:pt x="4074" y="27851"/>
                  </a:lnTo>
                  <a:lnTo>
                    <a:pt x="6794" y="27714"/>
                  </a:lnTo>
                  <a:lnTo>
                    <a:pt x="8376" y="25476"/>
                  </a:lnTo>
                  <a:lnTo>
                    <a:pt x="13796" y="22062"/>
                  </a:lnTo>
                  <a:lnTo>
                    <a:pt x="21312" y="23477"/>
                  </a:lnTo>
                  <a:lnTo>
                    <a:pt x="23188" y="22545"/>
                  </a:lnTo>
                  <a:lnTo>
                    <a:pt x="20703" y="16827"/>
                  </a:lnTo>
                  <a:lnTo>
                    <a:pt x="24042" y="15402"/>
                  </a:lnTo>
                  <a:lnTo>
                    <a:pt x="29266" y="15956"/>
                  </a:lnTo>
                  <a:lnTo>
                    <a:pt x="30965" y="15310"/>
                  </a:lnTo>
                  <a:lnTo>
                    <a:pt x="33043" y="11506"/>
                  </a:lnTo>
                  <a:lnTo>
                    <a:pt x="32525" y="10657"/>
                  </a:lnTo>
                  <a:lnTo>
                    <a:pt x="33228" y="7332"/>
                  </a:lnTo>
                  <a:lnTo>
                    <a:pt x="34363" y="6060"/>
                  </a:lnTo>
                  <a:lnTo>
                    <a:pt x="39224" y="5514"/>
                  </a:lnTo>
                  <a:lnTo>
                    <a:pt x="43211" y="7726"/>
                  </a:lnTo>
                  <a:lnTo>
                    <a:pt x="49429" y="7169"/>
                  </a:lnTo>
                  <a:lnTo>
                    <a:pt x="53682" y="2662"/>
                  </a:lnTo>
                  <a:lnTo>
                    <a:pt x="5522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6" name="ph7236"/>
            <p:cNvSpPr/>
            <p:nvPr/>
          </p:nvSpPr>
          <p:spPr>
            <a:xfrm>
              <a:off x="10320493" y="2855692"/>
              <a:ext cx="39556" cy="21542"/>
            </a:xfrm>
            <a:custGeom>
              <a:avLst/>
              <a:pathLst>
                <a:path w="39556" h="21542">
                  <a:moveTo>
                    <a:pt x="19755" y="1324"/>
                  </a:moveTo>
                  <a:lnTo>
                    <a:pt x="21037" y="2954"/>
                  </a:lnTo>
                  <a:lnTo>
                    <a:pt x="26447" y="4650"/>
                  </a:lnTo>
                  <a:lnTo>
                    <a:pt x="28656" y="4217"/>
                  </a:lnTo>
                  <a:lnTo>
                    <a:pt x="34134" y="0"/>
                  </a:lnTo>
                  <a:lnTo>
                    <a:pt x="35298" y="186"/>
                  </a:lnTo>
                  <a:lnTo>
                    <a:pt x="37431" y="3002"/>
                  </a:lnTo>
                  <a:lnTo>
                    <a:pt x="39556" y="7531"/>
                  </a:lnTo>
                  <a:lnTo>
                    <a:pt x="37762" y="9799"/>
                  </a:lnTo>
                  <a:lnTo>
                    <a:pt x="34539" y="11568"/>
                  </a:lnTo>
                  <a:lnTo>
                    <a:pt x="34707" y="15948"/>
                  </a:lnTo>
                  <a:lnTo>
                    <a:pt x="36571" y="19331"/>
                  </a:lnTo>
                  <a:lnTo>
                    <a:pt x="33470" y="21406"/>
                  </a:lnTo>
                  <a:lnTo>
                    <a:pt x="30659" y="19503"/>
                  </a:lnTo>
                  <a:lnTo>
                    <a:pt x="16109" y="18503"/>
                  </a:lnTo>
                  <a:lnTo>
                    <a:pt x="12077" y="18968"/>
                  </a:lnTo>
                  <a:lnTo>
                    <a:pt x="9020" y="21542"/>
                  </a:lnTo>
                  <a:lnTo>
                    <a:pt x="6144" y="20407"/>
                  </a:lnTo>
                  <a:lnTo>
                    <a:pt x="4773" y="18008"/>
                  </a:lnTo>
                  <a:lnTo>
                    <a:pt x="3335" y="15305"/>
                  </a:lnTo>
                  <a:lnTo>
                    <a:pt x="2919" y="16580"/>
                  </a:lnTo>
                  <a:lnTo>
                    <a:pt x="794" y="17107"/>
                  </a:lnTo>
                  <a:lnTo>
                    <a:pt x="0" y="16094"/>
                  </a:lnTo>
                  <a:lnTo>
                    <a:pt x="111" y="9479"/>
                  </a:lnTo>
                  <a:lnTo>
                    <a:pt x="3295" y="12366"/>
                  </a:lnTo>
                  <a:lnTo>
                    <a:pt x="7387" y="14738"/>
                  </a:lnTo>
                  <a:lnTo>
                    <a:pt x="12140" y="11743"/>
                  </a:lnTo>
                  <a:lnTo>
                    <a:pt x="14351" y="7241"/>
                  </a:lnTo>
                  <a:lnTo>
                    <a:pt x="13182" y="5396"/>
                  </a:lnTo>
                  <a:lnTo>
                    <a:pt x="13520" y="4207"/>
                  </a:lnTo>
                  <a:lnTo>
                    <a:pt x="16729" y="91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7" name="ph7237"/>
            <p:cNvSpPr/>
            <p:nvPr/>
          </p:nvSpPr>
          <p:spPr>
            <a:xfrm>
              <a:off x="10354080" y="2839208"/>
              <a:ext cx="28444" cy="27005"/>
            </a:xfrm>
            <a:custGeom>
              <a:avLst/>
              <a:pathLst>
                <a:path w="28444" h="27005">
                  <a:moveTo>
                    <a:pt x="21600" y="1280"/>
                  </a:moveTo>
                  <a:lnTo>
                    <a:pt x="23026" y="703"/>
                  </a:lnTo>
                  <a:lnTo>
                    <a:pt x="23060" y="0"/>
                  </a:lnTo>
                  <a:lnTo>
                    <a:pt x="24429" y="1493"/>
                  </a:lnTo>
                  <a:lnTo>
                    <a:pt x="28444" y="16442"/>
                  </a:lnTo>
                  <a:lnTo>
                    <a:pt x="25897" y="18524"/>
                  </a:lnTo>
                  <a:lnTo>
                    <a:pt x="24195" y="22054"/>
                  </a:lnTo>
                  <a:lnTo>
                    <a:pt x="19217" y="26208"/>
                  </a:lnTo>
                  <a:lnTo>
                    <a:pt x="14020" y="27005"/>
                  </a:lnTo>
                  <a:lnTo>
                    <a:pt x="12537" y="24333"/>
                  </a:lnTo>
                  <a:lnTo>
                    <a:pt x="7141" y="22500"/>
                  </a:lnTo>
                  <a:lnTo>
                    <a:pt x="5970" y="24014"/>
                  </a:lnTo>
                  <a:lnTo>
                    <a:pt x="3844" y="19486"/>
                  </a:lnTo>
                  <a:lnTo>
                    <a:pt x="1711" y="16670"/>
                  </a:lnTo>
                  <a:lnTo>
                    <a:pt x="548" y="16483"/>
                  </a:lnTo>
                  <a:lnTo>
                    <a:pt x="0" y="16153"/>
                  </a:lnTo>
                  <a:lnTo>
                    <a:pt x="303" y="15282"/>
                  </a:lnTo>
                  <a:lnTo>
                    <a:pt x="2793" y="15198"/>
                  </a:lnTo>
                  <a:lnTo>
                    <a:pt x="1886" y="11122"/>
                  </a:lnTo>
                  <a:lnTo>
                    <a:pt x="2780" y="7056"/>
                  </a:lnTo>
                  <a:lnTo>
                    <a:pt x="9293" y="5264"/>
                  </a:lnTo>
                  <a:lnTo>
                    <a:pt x="11655" y="118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8" name="ph7238"/>
            <p:cNvSpPr/>
            <p:nvPr/>
          </p:nvSpPr>
          <p:spPr>
            <a:xfrm>
              <a:off x="10631173" y="2651242"/>
              <a:ext cx="47829" cy="57750"/>
            </a:xfrm>
            <a:custGeom>
              <a:avLst/>
              <a:pathLst>
                <a:path w="47829" h="57750">
                  <a:moveTo>
                    <a:pt x="15441" y="118"/>
                  </a:moveTo>
                  <a:lnTo>
                    <a:pt x="23159" y="4000"/>
                  </a:lnTo>
                  <a:lnTo>
                    <a:pt x="28646" y="7815"/>
                  </a:lnTo>
                  <a:lnTo>
                    <a:pt x="31515" y="10618"/>
                  </a:lnTo>
                  <a:lnTo>
                    <a:pt x="32356" y="12870"/>
                  </a:lnTo>
                  <a:lnTo>
                    <a:pt x="41207" y="13228"/>
                  </a:lnTo>
                  <a:lnTo>
                    <a:pt x="42011" y="20561"/>
                  </a:lnTo>
                  <a:lnTo>
                    <a:pt x="45689" y="25576"/>
                  </a:lnTo>
                  <a:lnTo>
                    <a:pt x="46545" y="24989"/>
                  </a:lnTo>
                  <a:lnTo>
                    <a:pt x="47015" y="25376"/>
                  </a:lnTo>
                  <a:lnTo>
                    <a:pt x="47829" y="27240"/>
                  </a:lnTo>
                  <a:lnTo>
                    <a:pt x="44696" y="29833"/>
                  </a:lnTo>
                  <a:lnTo>
                    <a:pt x="39491" y="29677"/>
                  </a:lnTo>
                  <a:lnTo>
                    <a:pt x="40174" y="34714"/>
                  </a:lnTo>
                  <a:lnTo>
                    <a:pt x="42622" y="34862"/>
                  </a:lnTo>
                  <a:lnTo>
                    <a:pt x="38868" y="45483"/>
                  </a:lnTo>
                  <a:lnTo>
                    <a:pt x="40156" y="47898"/>
                  </a:lnTo>
                  <a:lnTo>
                    <a:pt x="39513" y="50007"/>
                  </a:lnTo>
                  <a:lnTo>
                    <a:pt x="36821" y="53870"/>
                  </a:lnTo>
                  <a:lnTo>
                    <a:pt x="35446" y="57511"/>
                  </a:lnTo>
                  <a:lnTo>
                    <a:pt x="33739" y="57750"/>
                  </a:lnTo>
                  <a:lnTo>
                    <a:pt x="30107" y="56025"/>
                  </a:lnTo>
                  <a:lnTo>
                    <a:pt x="28438" y="53447"/>
                  </a:lnTo>
                  <a:lnTo>
                    <a:pt x="28875" y="49336"/>
                  </a:lnTo>
                  <a:lnTo>
                    <a:pt x="22342" y="45251"/>
                  </a:lnTo>
                  <a:lnTo>
                    <a:pt x="15125" y="37885"/>
                  </a:lnTo>
                  <a:lnTo>
                    <a:pt x="13238" y="35492"/>
                  </a:lnTo>
                  <a:lnTo>
                    <a:pt x="14060" y="31959"/>
                  </a:lnTo>
                  <a:lnTo>
                    <a:pt x="10705" y="28315"/>
                  </a:lnTo>
                  <a:lnTo>
                    <a:pt x="8692" y="23658"/>
                  </a:lnTo>
                  <a:lnTo>
                    <a:pt x="6648" y="21610"/>
                  </a:lnTo>
                  <a:lnTo>
                    <a:pt x="1086" y="20439"/>
                  </a:lnTo>
                  <a:lnTo>
                    <a:pt x="0" y="16579"/>
                  </a:lnTo>
                  <a:lnTo>
                    <a:pt x="6770" y="14118"/>
                  </a:lnTo>
                  <a:lnTo>
                    <a:pt x="11453" y="14447"/>
                  </a:lnTo>
                  <a:lnTo>
                    <a:pt x="11750" y="10354"/>
                  </a:lnTo>
                  <a:lnTo>
                    <a:pt x="6828" y="10106"/>
                  </a:lnTo>
                  <a:lnTo>
                    <a:pt x="4817" y="8384"/>
                  </a:lnTo>
                  <a:lnTo>
                    <a:pt x="5539" y="6219"/>
                  </a:lnTo>
                  <a:lnTo>
                    <a:pt x="8717" y="4461"/>
                  </a:lnTo>
                  <a:lnTo>
                    <a:pt x="881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9" name="ph7239"/>
            <p:cNvSpPr/>
            <p:nvPr/>
          </p:nvSpPr>
          <p:spPr>
            <a:xfrm>
              <a:off x="10401067" y="2867251"/>
              <a:ext cx="25003" cy="28807"/>
            </a:xfrm>
            <a:custGeom>
              <a:avLst/>
              <a:pathLst>
                <a:path w="25003" h="28807">
                  <a:moveTo>
                    <a:pt x="18530" y="2091"/>
                  </a:moveTo>
                  <a:lnTo>
                    <a:pt x="18902" y="5856"/>
                  </a:lnTo>
                  <a:lnTo>
                    <a:pt x="19616" y="6668"/>
                  </a:lnTo>
                  <a:lnTo>
                    <a:pt x="23060" y="7964"/>
                  </a:lnTo>
                  <a:lnTo>
                    <a:pt x="23540" y="7049"/>
                  </a:lnTo>
                  <a:lnTo>
                    <a:pt x="24518" y="7181"/>
                  </a:lnTo>
                  <a:lnTo>
                    <a:pt x="25003" y="9908"/>
                  </a:lnTo>
                  <a:lnTo>
                    <a:pt x="23980" y="13052"/>
                  </a:lnTo>
                  <a:lnTo>
                    <a:pt x="21929" y="13589"/>
                  </a:lnTo>
                  <a:lnTo>
                    <a:pt x="16570" y="17348"/>
                  </a:lnTo>
                  <a:lnTo>
                    <a:pt x="16455" y="19836"/>
                  </a:lnTo>
                  <a:lnTo>
                    <a:pt x="14550" y="22090"/>
                  </a:lnTo>
                  <a:lnTo>
                    <a:pt x="12871" y="21922"/>
                  </a:lnTo>
                  <a:lnTo>
                    <a:pt x="10509" y="22896"/>
                  </a:lnTo>
                  <a:lnTo>
                    <a:pt x="10453" y="23662"/>
                  </a:lnTo>
                  <a:lnTo>
                    <a:pt x="7410" y="25734"/>
                  </a:lnTo>
                  <a:lnTo>
                    <a:pt x="6352" y="27716"/>
                  </a:lnTo>
                  <a:lnTo>
                    <a:pt x="3038" y="28807"/>
                  </a:lnTo>
                  <a:lnTo>
                    <a:pt x="3789" y="25155"/>
                  </a:lnTo>
                  <a:lnTo>
                    <a:pt x="3000" y="21947"/>
                  </a:lnTo>
                  <a:lnTo>
                    <a:pt x="713" y="21558"/>
                  </a:lnTo>
                  <a:lnTo>
                    <a:pt x="0" y="20760"/>
                  </a:lnTo>
                  <a:lnTo>
                    <a:pt x="751" y="18301"/>
                  </a:lnTo>
                  <a:lnTo>
                    <a:pt x="4737" y="12497"/>
                  </a:lnTo>
                  <a:lnTo>
                    <a:pt x="5009" y="10681"/>
                  </a:lnTo>
                  <a:lnTo>
                    <a:pt x="6749" y="9686"/>
                  </a:lnTo>
                  <a:lnTo>
                    <a:pt x="7576" y="5256"/>
                  </a:lnTo>
                  <a:lnTo>
                    <a:pt x="10676" y="5027"/>
                  </a:lnTo>
                  <a:lnTo>
                    <a:pt x="15908" y="2109"/>
                  </a:lnTo>
                  <a:lnTo>
                    <a:pt x="1673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0" name="ph7240"/>
            <p:cNvSpPr/>
            <p:nvPr/>
          </p:nvSpPr>
          <p:spPr>
            <a:xfrm>
              <a:off x="10464998" y="2843840"/>
              <a:ext cx="44783" cy="29886"/>
            </a:xfrm>
            <a:custGeom>
              <a:avLst/>
              <a:pathLst>
                <a:path w="44783" h="29886">
                  <a:moveTo>
                    <a:pt x="37995" y="662"/>
                  </a:moveTo>
                  <a:lnTo>
                    <a:pt x="37092" y="1267"/>
                  </a:lnTo>
                  <a:lnTo>
                    <a:pt x="37489" y="2140"/>
                  </a:lnTo>
                  <a:lnTo>
                    <a:pt x="39941" y="3180"/>
                  </a:lnTo>
                  <a:lnTo>
                    <a:pt x="40288" y="3940"/>
                  </a:lnTo>
                  <a:lnTo>
                    <a:pt x="39186" y="5330"/>
                  </a:lnTo>
                  <a:lnTo>
                    <a:pt x="35449" y="6917"/>
                  </a:lnTo>
                  <a:lnTo>
                    <a:pt x="34404" y="8926"/>
                  </a:lnTo>
                  <a:lnTo>
                    <a:pt x="34746" y="10034"/>
                  </a:lnTo>
                  <a:lnTo>
                    <a:pt x="38358" y="8404"/>
                  </a:lnTo>
                  <a:lnTo>
                    <a:pt x="43598" y="8576"/>
                  </a:lnTo>
                  <a:lnTo>
                    <a:pt x="44783" y="14208"/>
                  </a:lnTo>
                  <a:lnTo>
                    <a:pt x="43169" y="26742"/>
                  </a:lnTo>
                  <a:lnTo>
                    <a:pt x="40850" y="27127"/>
                  </a:lnTo>
                  <a:lnTo>
                    <a:pt x="38507" y="29326"/>
                  </a:lnTo>
                  <a:lnTo>
                    <a:pt x="32075" y="28347"/>
                  </a:lnTo>
                  <a:lnTo>
                    <a:pt x="29858" y="29886"/>
                  </a:lnTo>
                  <a:lnTo>
                    <a:pt x="26617" y="29338"/>
                  </a:lnTo>
                  <a:lnTo>
                    <a:pt x="24801" y="27319"/>
                  </a:lnTo>
                  <a:lnTo>
                    <a:pt x="18313" y="24852"/>
                  </a:lnTo>
                  <a:lnTo>
                    <a:pt x="13433" y="24750"/>
                  </a:lnTo>
                  <a:lnTo>
                    <a:pt x="7117" y="21998"/>
                  </a:lnTo>
                  <a:lnTo>
                    <a:pt x="6777" y="21059"/>
                  </a:lnTo>
                  <a:lnTo>
                    <a:pt x="2076" y="21414"/>
                  </a:lnTo>
                  <a:lnTo>
                    <a:pt x="226" y="20282"/>
                  </a:lnTo>
                  <a:lnTo>
                    <a:pt x="0" y="17373"/>
                  </a:lnTo>
                  <a:lnTo>
                    <a:pt x="971" y="13842"/>
                  </a:lnTo>
                  <a:lnTo>
                    <a:pt x="5150" y="13115"/>
                  </a:lnTo>
                  <a:lnTo>
                    <a:pt x="10247" y="14271"/>
                  </a:lnTo>
                  <a:lnTo>
                    <a:pt x="12855" y="14035"/>
                  </a:lnTo>
                  <a:lnTo>
                    <a:pt x="15258" y="8505"/>
                  </a:lnTo>
                  <a:lnTo>
                    <a:pt x="16910" y="7462"/>
                  </a:lnTo>
                  <a:lnTo>
                    <a:pt x="21525" y="7939"/>
                  </a:lnTo>
                  <a:lnTo>
                    <a:pt x="25756" y="9322"/>
                  </a:lnTo>
                  <a:lnTo>
                    <a:pt x="30973" y="8276"/>
                  </a:lnTo>
                  <a:lnTo>
                    <a:pt x="33324" y="5276"/>
                  </a:lnTo>
                  <a:lnTo>
                    <a:pt x="33162" y="2209"/>
                  </a:lnTo>
                  <a:lnTo>
                    <a:pt x="3381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1" name="ph7241"/>
            <p:cNvSpPr/>
            <p:nvPr/>
          </p:nvSpPr>
          <p:spPr>
            <a:xfrm>
              <a:off x="10492488" y="2760692"/>
              <a:ext cx="34368" cy="37280"/>
            </a:xfrm>
            <a:custGeom>
              <a:avLst/>
              <a:pathLst>
                <a:path w="34368" h="37280">
                  <a:moveTo>
                    <a:pt x="20786" y="531"/>
                  </a:moveTo>
                  <a:lnTo>
                    <a:pt x="24540" y="2371"/>
                  </a:lnTo>
                  <a:lnTo>
                    <a:pt x="24526" y="5696"/>
                  </a:lnTo>
                  <a:lnTo>
                    <a:pt x="25672" y="7556"/>
                  </a:lnTo>
                  <a:lnTo>
                    <a:pt x="30814" y="11812"/>
                  </a:lnTo>
                  <a:lnTo>
                    <a:pt x="31986" y="12222"/>
                  </a:lnTo>
                  <a:lnTo>
                    <a:pt x="34368" y="11424"/>
                  </a:lnTo>
                  <a:lnTo>
                    <a:pt x="26671" y="23892"/>
                  </a:lnTo>
                  <a:lnTo>
                    <a:pt x="26764" y="27778"/>
                  </a:lnTo>
                  <a:lnTo>
                    <a:pt x="29251" y="30036"/>
                  </a:lnTo>
                  <a:lnTo>
                    <a:pt x="22151" y="35862"/>
                  </a:lnTo>
                  <a:lnTo>
                    <a:pt x="17526" y="37190"/>
                  </a:lnTo>
                  <a:lnTo>
                    <a:pt x="11632" y="37280"/>
                  </a:lnTo>
                  <a:lnTo>
                    <a:pt x="12477" y="36042"/>
                  </a:lnTo>
                  <a:lnTo>
                    <a:pt x="12064" y="32879"/>
                  </a:lnTo>
                  <a:lnTo>
                    <a:pt x="8912" y="27052"/>
                  </a:lnTo>
                  <a:lnTo>
                    <a:pt x="6936" y="26111"/>
                  </a:lnTo>
                  <a:lnTo>
                    <a:pt x="4889" y="27192"/>
                  </a:lnTo>
                  <a:lnTo>
                    <a:pt x="3567" y="25073"/>
                  </a:lnTo>
                  <a:lnTo>
                    <a:pt x="3392" y="21315"/>
                  </a:lnTo>
                  <a:lnTo>
                    <a:pt x="4" y="20194"/>
                  </a:lnTo>
                  <a:lnTo>
                    <a:pt x="0" y="19236"/>
                  </a:lnTo>
                  <a:lnTo>
                    <a:pt x="1059" y="18611"/>
                  </a:lnTo>
                  <a:lnTo>
                    <a:pt x="5689" y="17796"/>
                  </a:lnTo>
                  <a:lnTo>
                    <a:pt x="6768" y="16920"/>
                  </a:lnTo>
                  <a:lnTo>
                    <a:pt x="7164" y="13019"/>
                  </a:lnTo>
                  <a:lnTo>
                    <a:pt x="5298" y="12603"/>
                  </a:lnTo>
                  <a:lnTo>
                    <a:pt x="3619" y="14001"/>
                  </a:lnTo>
                  <a:lnTo>
                    <a:pt x="3234" y="13521"/>
                  </a:lnTo>
                  <a:lnTo>
                    <a:pt x="3854" y="8600"/>
                  </a:lnTo>
                  <a:lnTo>
                    <a:pt x="6441" y="5892"/>
                  </a:lnTo>
                  <a:lnTo>
                    <a:pt x="6949" y="4997"/>
                  </a:lnTo>
                  <a:lnTo>
                    <a:pt x="10644" y="4629"/>
                  </a:lnTo>
                  <a:lnTo>
                    <a:pt x="14033" y="761"/>
                  </a:lnTo>
                  <a:lnTo>
                    <a:pt x="1539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2" name="ph7242"/>
            <p:cNvSpPr/>
            <p:nvPr/>
          </p:nvSpPr>
          <p:spPr>
            <a:xfrm>
              <a:off x="10393508" y="2719942"/>
              <a:ext cx="63172" cy="77629"/>
            </a:xfrm>
            <a:custGeom>
              <a:avLst/>
              <a:pathLst>
                <a:path w="63172" h="77629">
                  <a:moveTo>
                    <a:pt x="60375" y="2720"/>
                  </a:moveTo>
                  <a:lnTo>
                    <a:pt x="62445" y="5622"/>
                  </a:lnTo>
                  <a:lnTo>
                    <a:pt x="63172" y="6460"/>
                  </a:lnTo>
                  <a:lnTo>
                    <a:pt x="62923" y="10564"/>
                  </a:lnTo>
                  <a:lnTo>
                    <a:pt x="54260" y="12126"/>
                  </a:lnTo>
                  <a:lnTo>
                    <a:pt x="51294" y="11009"/>
                  </a:lnTo>
                  <a:lnTo>
                    <a:pt x="41145" y="13816"/>
                  </a:lnTo>
                  <a:lnTo>
                    <a:pt x="39364" y="15880"/>
                  </a:lnTo>
                  <a:lnTo>
                    <a:pt x="39253" y="18350"/>
                  </a:lnTo>
                  <a:lnTo>
                    <a:pt x="40107" y="20798"/>
                  </a:lnTo>
                  <a:lnTo>
                    <a:pt x="41834" y="19022"/>
                  </a:lnTo>
                  <a:lnTo>
                    <a:pt x="45376" y="18032"/>
                  </a:lnTo>
                  <a:lnTo>
                    <a:pt x="49008" y="19046"/>
                  </a:lnTo>
                  <a:lnTo>
                    <a:pt x="48234" y="26200"/>
                  </a:lnTo>
                  <a:lnTo>
                    <a:pt x="45655" y="25921"/>
                  </a:lnTo>
                  <a:lnTo>
                    <a:pt x="45572" y="26633"/>
                  </a:lnTo>
                  <a:lnTo>
                    <a:pt x="49020" y="29621"/>
                  </a:lnTo>
                  <a:lnTo>
                    <a:pt x="49941" y="29660"/>
                  </a:lnTo>
                  <a:lnTo>
                    <a:pt x="51008" y="33825"/>
                  </a:lnTo>
                  <a:lnTo>
                    <a:pt x="47609" y="38220"/>
                  </a:lnTo>
                  <a:lnTo>
                    <a:pt x="44556" y="47597"/>
                  </a:lnTo>
                  <a:lnTo>
                    <a:pt x="46640" y="49953"/>
                  </a:lnTo>
                  <a:lnTo>
                    <a:pt x="50328" y="47833"/>
                  </a:lnTo>
                  <a:lnTo>
                    <a:pt x="51864" y="48044"/>
                  </a:lnTo>
                  <a:lnTo>
                    <a:pt x="52568" y="50332"/>
                  </a:lnTo>
                  <a:lnTo>
                    <a:pt x="50424" y="53557"/>
                  </a:lnTo>
                  <a:lnTo>
                    <a:pt x="50129" y="56192"/>
                  </a:lnTo>
                  <a:lnTo>
                    <a:pt x="50628" y="57180"/>
                  </a:lnTo>
                  <a:lnTo>
                    <a:pt x="46116" y="63998"/>
                  </a:lnTo>
                  <a:lnTo>
                    <a:pt x="43742" y="64553"/>
                  </a:lnTo>
                  <a:lnTo>
                    <a:pt x="38429" y="61712"/>
                  </a:lnTo>
                  <a:lnTo>
                    <a:pt x="34701" y="61361"/>
                  </a:lnTo>
                  <a:lnTo>
                    <a:pt x="33389" y="63646"/>
                  </a:lnTo>
                  <a:lnTo>
                    <a:pt x="33233" y="68941"/>
                  </a:lnTo>
                  <a:lnTo>
                    <a:pt x="31101" y="76823"/>
                  </a:lnTo>
                  <a:lnTo>
                    <a:pt x="27829" y="75944"/>
                  </a:lnTo>
                  <a:lnTo>
                    <a:pt x="24466" y="77629"/>
                  </a:lnTo>
                  <a:lnTo>
                    <a:pt x="22582" y="77326"/>
                  </a:lnTo>
                  <a:lnTo>
                    <a:pt x="19195" y="75094"/>
                  </a:lnTo>
                  <a:lnTo>
                    <a:pt x="17035" y="74937"/>
                  </a:lnTo>
                  <a:lnTo>
                    <a:pt x="17560" y="74448"/>
                  </a:lnTo>
                  <a:lnTo>
                    <a:pt x="19595" y="73387"/>
                  </a:lnTo>
                  <a:lnTo>
                    <a:pt x="20581" y="68194"/>
                  </a:lnTo>
                  <a:lnTo>
                    <a:pt x="20291" y="65299"/>
                  </a:lnTo>
                  <a:lnTo>
                    <a:pt x="16595" y="63549"/>
                  </a:lnTo>
                  <a:lnTo>
                    <a:pt x="13608" y="63208"/>
                  </a:lnTo>
                  <a:lnTo>
                    <a:pt x="11525" y="59454"/>
                  </a:lnTo>
                  <a:lnTo>
                    <a:pt x="14333" y="59689"/>
                  </a:lnTo>
                  <a:lnTo>
                    <a:pt x="16069" y="56760"/>
                  </a:lnTo>
                  <a:lnTo>
                    <a:pt x="20690" y="54079"/>
                  </a:lnTo>
                  <a:lnTo>
                    <a:pt x="22795" y="50416"/>
                  </a:lnTo>
                  <a:lnTo>
                    <a:pt x="23674" y="44769"/>
                  </a:lnTo>
                  <a:lnTo>
                    <a:pt x="19739" y="43237"/>
                  </a:lnTo>
                  <a:lnTo>
                    <a:pt x="18667" y="43677"/>
                  </a:lnTo>
                  <a:lnTo>
                    <a:pt x="15856" y="42714"/>
                  </a:lnTo>
                  <a:lnTo>
                    <a:pt x="12649" y="40967"/>
                  </a:lnTo>
                  <a:lnTo>
                    <a:pt x="8294" y="35670"/>
                  </a:lnTo>
                  <a:lnTo>
                    <a:pt x="4437" y="35810"/>
                  </a:lnTo>
                  <a:lnTo>
                    <a:pt x="0" y="32174"/>
                  </a:lnTo>
                  <a:lnTo>
                    <a:pt x="50" y="29559"/>
                  </a:lnTo>
                  <a:lnTo>
                    <a:pt x="558" y="28368"/>
                  </a:lnTo>
                  <a:lnTo>
                    <a:pt x="3798" y="27727"/>
                  </a:lnTo>
                  <a:lnTo>
                    <a:pt x="11129" y="21658"/>
                  </a:lnTo>
                  <a:lnTo>
                    <a:pt x="16605" y="24320"/>
                  </a:lnTo>
                  <a:lnTo>
                    <a:pt x="23554" y="22711"/>
                  </a:lnTo>
                  <a:lnTo>
                    <a:pt x="25979" y="23819"/>
                  </a:lnTo>
                  <a:lnTo>
                    <a:pt x="28292" y="22824"/>
                  </a:lnTo>
                  <a:lnTo>
                    <a:pt x="28569" y="21911"/>
                  </a:lnTo>
                  <a:lnTo>
                    <a:pt x="27701" y="20101"/>
                  </a:lnTo>
                  <a:lnTo>
                    <a:pt x="28235" y="18945"/>
                  </a:lnTo>
                  <a:lnTo>
                    <a:pt x="30448" y="16446"/>
                  </a:lnTo>
                  <a:lnTo>
                    <a:pt x="32701" y="15733"/>
                  </a:lnTo>
                  <a:lnTo>
                    <a:pt x="35919" y="12505"/>
                  </a:lnTo>
                  <a:lnTo>
                    <a:pt x="36675" y="9297"/>
                  </a:lnTo>
                  <a:lnTo>
                    <a:pt x="41968" y="5632"/>
                  </a:lnTo>
                  <a:lnTo>
                    <a:pt x="48070" y="2729"/>
                  </a:lnTo>
                  <a:lnTo>
                    <a:pt x="50269" y="2861"/>
                  </a:lnTo>
                  <a:lnTo>
                    <a:pt x="53425" y="5975"/>
                  </a:lnTo>
                  <a:lnTo>
                    <a:pt x="54458" y="6015"/>
                  </a:lnTo>
                  <a:lnTo>
                    <a:pt x="55686" y="866"/>
                  </a:lnTo>
                  <a:lnTo>
                    <a:pt x="5960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3" name="ph7243"/>
            <p:cNvSpPr/>
            <p:nvPr/>
          </p:nvSpPr>
          <p:spPr>
            <a:xfrm>
              <a:off x="10410093" y="2797792"/>
              <a:ext cx="20270" cy="25035"/>
            </a:xfrm>
            <a:custGeom>
              <a:avLst/>
              <a:pathLst>
                <a:path w="20270" h="25035">
                  <a:moveTo>
                    <a:pt x="20270" y="1250"/>
                  </a:moveTo>
                  <a:lnTo>
                    <a:pt x="20240" y="2305"/>
                  </a:lnTo>
                  <a:lnTo>
                    <a:pt x="19350" y="2593"/>
                  </a:lnTo>
                  <a:lnTo>
                    <a:pt x="17427" y="5890"/>
                  </a:lnTo>
                  <a:lnTo>
                    <a:pt x="16234" y="5995"/>
                  </a:lnTo>
                  <a:lnTo>
                    <a:pt x="15195" y="7985"/>
                  </a:lnTo>
                  <a:lnTo>
                    <a:pt x="17810" y="12486"/>
                  </a:lnTo>
                  <a:lnTo>
                    <a:pt x="16518" y="16145"/>
                  </a:lnTo>
                  <a:lnTo>
                    <a:pt x="11918" y="18727"/>
                  </a:lnTo>
                  <a:lnTo>
                    <a:pt x="7637" y="22895"/>
                  </a:lnTo>
                  <a:lnTo>
                    <a:pt x="7514" y="23881"/>
                  </a:lnTo>
                  <a:lnTo>
                    <a:pt x="6370" y="24877"/>
                  </a:lnTo>
                  <a:lnTo>
                    <a:pt x="3450" y="25035"/>
                  </a:lnTo>
                  <a:lnTo>
                    <a:pt x="2830" y="22180"/>
                  </a:lnTo>
                  <a:lnTo>
                    <a:pt x="0" y="17541"/>
                  </a:lnTo>
                  <a:lnTo>
                    <a:pt x="597" y="17383"/>
                  </a:lnTo>
                  <a:lnTo>
                    <a:pt x="3340" y="17667"/>
                  </a:lnTo>
                  <a:lnTo>
                    <a:pt x="645" y="14894"/>
                  </a:lnTo>
                  <a:lnTo>
                    <a:pt x="7" y="11002"/>
                  </a:lnTo>
                  <a:lnTo>
                    <a:pt x="1297" y="8082"/>
                  </a:lnTo>
                  <a:lnTo>
                    <a:pt x="3816" y="6837"/>
                  </a:lnTo>
                  <a:lnTo>
                    <a:pt x="3717" y="8022"/>
                  </a:lnTo>
                  <a:lnTo>
                    <a:pt x="6122" y="10655"/>
                  </a:lnTo>
                  <a:lnTo>
                    <a:pt x="1468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4" name="ph7244"/>
            <p:cNvSpPr/>
            <p:nvPr/>
          </p:nvSpPr>
          <p:spPr>
            <a:xfrm>
              <a:off x="10493130" y="2870582"/>
              <a:ext cx="27591" cy="17639"/>
            </a:xfrm>
            <a:custGeom>
              <a:avLst/>
              <a:pathLst>
                <a:path w="27591" h="17639">
                  <a:moveTo>
                    <a:pt x="15038" y="0"/>
                  </a:moveTo>
                  <a:lnTo>
                    <a:pt x="16901" y="2301"/>
                  </a:lnTo>
                  <a:lnTo>
                    <a:pt x="21392" y="1076"/>
                  </a:lnTo>
                  <a:lnTo>
                    <a:pt x="24286" y="1319"/>
                  </a:lnTo>
                  <a:lnTo>
                    <a:pt x="25496" y="3838"/>
                  </a:lnTo>
                  <a:lnTo>
                    <a:pt x="27591" y="5461"/>
                  </a:lnTo>
                  <a:lnTo>
                    <a:pt x="27367" y="6255"/>
                  </a:lnTo>
                  <a:lnTo>
                    <a:pt x="25381" y="6094"/>
                  </a:lnTo>
                  <a:lnTo>
                    <a:pt x="23856" y="4846"/>
                  </a:lnTo>
                  <a:lnTo>
                    <a:pt x="22401" y="6719"/>
                  </a:lnTo>
                  <a:lnTo>
                    <a:pt x="19160" y="6400"/>
                  </a:lnTo>
                  <a:lnTo>
                    <a:pt x="18563" y="5170"/>
                  </a:lnTo>
                  <a:lnTo>
                    <a:pt x="15454" y="5356"/>
                  </a:lnTo>
                  <a:lnTo>
                    <a:pt x="14100" y="6875"/>
                  </a:lnTo>
                  <a:lnTo>
                    <a:pt x="15554" y="13752"/>
                  </a:lnTo>
                  <a:lnTo>
                    <a:pt x="14117" y="13284"/>
                  </a:lnTo>
                  <a:lnTo>
                    <a:pt x="12205" y="13785"/>
                  </a:lnTo>
                  <a:lnTo>
                    <a:pt x="11203" y="16148"/>
                  </a:lnTo>
                  <a:lnTo>
                    <a:pt x="8770" y="17639"/>
                  </a:lnTo>
                  <a:lnTo>
                    <a:pt x="5821" y="15867"/>
                  </a:lnTo>
                  <a:lnTo>
                    <a:pt x="4749" y="12930"/>
                  </a:lnTo>
                  <a:lnTo>
                    <a:pt x="334" y="10919"/>
                  </a:lnTo>
                  <a:lnTo>
                    <a:pt x="0" y="9693"/>
                  </a:lnTo>
                  <a:lnTo>
                    <a:pt x="1689" y="5738"/>
                  </a:lnTo>
                  <a:lnTo>
                    <a:pt x="1726" y="3144"/>
                  </a:lnTo>
                  <a:lnTo>
                    <a:pt x="3943" y="1605"/>
                  </a:lnTo>
                  <a:lnTo>
                    <a:pt x="10375" y="2583"/>
                  </a:lnTo>
                  <a:lnTo>
                    <a:pt x="12719" y="38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5" name="ph7245"/>
            <p:cNvSpPr/>
            <p:nvPr/>
          </p:nvSpPr>
          <p:spPr>
            <a:xfrm>
              <a:off x="10361740" y="2585279"/>
              <a:ext cx="89966" cy="80102"/>
            </a:xfrm>
            <a:custGeom>
              <a:avLst/>
              <a:pathLst>
                <a:path w="89966" h="80102">
                  <a:moveTo>
                    <a:pt x="79067" y="2609"/>
                  </a:moveTo>
                  <a:lnTo>
                    <a:pt x="83793" y="1390"/>
                  </a:lnTo>
                  <a:lnTo>
                    <a:pt x="85129" y="1888"/>
                  </a:lnTo>
                  <a:lnTo>
                    <a:pt x="86014" y="2802"/>
                  </a:lnTo>
                  <a:lnTo>
                    <a:pt x="89966" y="16729"/>
                  </a:lnTo>
                  <a:lnTo>
                    <a:pt x="85681" y="25506"/>
                  </a:lnTo>
                  <a:lnTo>
                    <a:pt x="81312" y="27838"/>
                  </a:lnTo>
                  <a:lnTo>
                    <a:pt x="80985" y="30914"/>
                  </a:lnTo>
                  <a:lnTo>
                    <a:pt x="81728" y="33269"/>
                  </a:lnTo>
                  <a:lnTo>
                    <a:pt x="85565" y="36317"/>
                  </a:lnTo>
                  <a:lnTo>
                    <a:pt x="82414" y="39972"/>
                  </a:lnTo>
                  <a:lnTo>
                    <a:pt x="78984" y="48489"/>
                  </a:lnTo>
                  <a:lnTo>
                    <a:pt x="75630" y="53048"/>
                  </a:lnTo>
                  <a:lnTo>
                    <a:pt x="74035" y="52419"/>
                  </a:lnTo>
                  <a:lnTo>
                    <a:pt x="71216" y="48920"/>
                  </a:lnTo>
                  <a:lnTo>
                    <a:pt x="67207" y="48153"/>
                  </a:lnTo>
                  <a:lnTo>
                    <a:pt x="60516" y="51507"/>
                  </a:lnTo>
                  <a:lnTo>
                    <a:pt x="58358" y="59230"/>
                  </a:lnTo>
                  <a:lnTo>
                    <a:pt x="61012" y="60814"/>
                  </a:lnTo>
                  <a:lnTo>
                    <a:pt x="63253" y="64452"/>
                  </a:lnTo>
                  <a:lnTo>
                    <a:pt x="61119" y="66253"/>
                  </a:lnTo>
                  <a:lnTo>
                    <a:pt x="58935" y="66817"/>
                  </a:lnTo>
                  <a:lnTo>
                    <a:pt x="53433" y="65223"/>
                  </a:lnTo>
                  <a:lnTo>
                    <a:pt x="50209" y="66150"/>
                  </a:lnTo>
                  <a:lnTo>
                    <a:pt x="51585" y="69344"/>
                  </a:lnTo>
                  <a:lnTo>
                    <a:pt x="49455" y="75472"/>
                  </a:lnTo>
                  <a:lnTo>
                    <a:pt x="47898" y="76125"/>
                  </a:lnTo>
                  <a:lnTo>
                    <a:pt x="45481" y="75470"/>
                  </a:lnTo>
                  <a:lnTo>
                    <a:pt x="41029" y="75720"/>
                  </a:lnTo>
                  <a:lnTo>
                    <a:pt x="35738" y="73399"/>
                  </a:lnTo>
                  <a:lnTo>
                    <a:pt x="34337" y="74549"/>
                  </a:lnTo>
                  <a:lnTo>
                    <a:pt x="33308" y="77607"/>
                  </a:lnTo>
                  <a:lnTo>
                    <a:pt x="30422" y="80090"/>
                  </a:lnTo>
                  <a:lnTo>
                    <a:pt x="23673" y="78733"/>
                  </a:lnTo>
                  <a:lnTo>
                    <a:pt x="22679" y="80082"/>
                  </a:lnTo>
                  <a:lnTo>
                    <a:pt x="18809" y="80102"/>
                  </a:lnTo>
                  <a:lnTo>
                    <a:pt x="18806" y="78295"/>
                  </a:lnTo>
                  <a:lnTo>
                    <a:pt x="20092" y="77181"/>
                  </a:lnTo>
                  <a:lnTo>
                    <a:pt x="21798" y="71651"/>
                  </a:lnTo>
                  <a:lnTo>
                    <a:pt x="21203" y="70295"/>
                  </a:lnTo>
                  <a:lnTo>
                    <a:pt x="19712" y="69277"/>
                  </a:lnTo>
                  <a:lnTo>
                    <a:pt x="17554" y="69546"/>
                  </a:lnTo>
                  <a:lnTo>
                    <a:pt x="13836" y="71384"/>
                  </a:lnTo>
                  <a:lnTo>
                    <a:pt x="10597" y="69705"/>
                  </a:lnTo>
                  <a:lnTo>
                    <a:pt x="9975" y="67432"/>
                  </a:lnTo>
                  <a:lnTo>
                    <a:pt x="8574" y="67041"/>
                  </a:lnTo>
                  <a:lnTo>
                    <a:pt x="6225" y="68425"/>
                  </a:lnTo>
                  <a:lnTo>
                    <a:pt x="4886" y="70239"/>
                  </a:lnTo>
                  <a:lnTo>
                    <a:pt x="796" y="70334"/>
                  </a:lnTo>
                  <a:lnTo>
                    <a:pt x="28" y="70063"/>
                  </a:lnTo>
                  <a:lnTo>
                    <a:pt x="1020" y="58431"/>
                  </a:lnTo>
                  <a:lnTo>
                    <a:pt x="0" y="55034"/>
                  </a:lnTo>
                  <a:lnTo>
                    <a:pt x="5379" y="37839"/>
                  </a:lnTo>
                  <a:lnTo>
                    <a:pt x="8716" y="34583"/>
                  </a:lnTo>
                  <a:lnTo>
                    <a:pt x="10152" y="32069"/>
                  </a:lnTo>
                  <a:lnTo>
                    <a:pt x="8774" y="28925"/>
                  </a:lnTo>
                  <a:lnTo>
                    <a:pt x="8754" y="26017"/>
                  </a:lnTo>
                  <a:lnTo>
                    <a:pt x="9390" y="26442"/>
                  </a:lnTo>
                  <a:lnTo>
                    <a:pt x="12260" y="26615"/>
                  </a:lnTo>
                  <a:lnTo>
                    <a:pt x="13581" y="25977"/>
                  </a:lnTo>
                  <a:lnTo>
                    <a:pt x="13250" y="21707"/>
                  </a:lnTo>
                  <a:lnTo>
                    <a:pt x="15222" y="18395"/>
                  </a:lnTo>
                  <a:lnTo>
                    <a:pt x="17396" y="17468"/>
                  </a:lnTo>
                  <a:lnTo>
                    <a:pt x="18898" y="17331"/>
                  </a:lnTo>
                  <a:lnTo>
                    <a:pt x="20410" y="19877"/>
                  </a:lnTo>
                  <a:lnTo>
                    <a:pt x="23342" y="21510"/>
                  </a:lnTo>
                  <a:lnTo>
                    <a:pt x="23528" y="20311"/>
                  </a:lnTo>
                  <a:lnTo>
                    <a:pt x="22114" y="16759"/>
                  </a:lnTo>
                  <a:lnTo>
                    <a:pt x="19844" y="13291"/>
                  </a:lnTo>
                  <a:lnTo>
                    <a:pt x="19531" y="9730"/>
                  </a:lnTo>
                  <a:lnTo>
                    <a:pt x="21003" y="7209"/>
                  </a:lnTo>
                  <a:lnTo>
                    <a:pt x="24729" y="6362"/>
                  </a:lnTo>
                  <a:lnTo>
                    <a:pt x="26203" y="7640"/>
                  </a:lnTo>
                  <a:lnTo>
                    <a:pt x="29456" y="8644"/>
                  </a:lnTo>
                  <a:lnTo>
                    <a:pt x="29583" y="7145"/>
                  </a:lnTo>
                  <a:lnTo>
                    <a:pt x="28687" y="6203"/>
                  </a:lnTo>
                  <a:lnTo>
                    <a:pt x="30620" y="4561"/>
                  </a:lnTo>
                  <a:lnTo>
                    <a:pt x="32335" y="4316"/>
                  </a:lnTo>
                  <a:lnTo>
                    <a:pt x="33471" y="4459"/>
                  </a:lnTo>
                  <a:lnTo>
                    <a:pt x="34439" y="5698"/>
                  </a:lnTo>
                  <a:lnTo>
                    <a:pt x="36253" y="12217"/>
                  </a:lnTo>
                  <a:lnTo>
                    <a:pt x="32861" y="21395"/>
                  </a:lnTo>
                  <a:lnTo>
                    <a:pt x="31024" y="23622"/>
                  </a:lnTo>
                  <a:lnTo>
                    <a:pt x="31000" y="25167"/>
                  </a:lnTo>
                  <a:lnTo>
                    <a:pt x="33857" y="24736"/>
                  </a:lnTo>
                  <a:lnTo>
                    <a:pt x="36405" y="23031"/>
                  </a:lnTo>
                  <a:lnTo>
                    <a:pt x="39212" y="24492"/>
                  </a:lnTo>
                  <a:lnTo>
                    <a:pt x="40866" y="27917"/>
                  </a:lnTo>
                  <a:lnTo>
                    <a:pt x="43755" y="31248"/>
                  </a:lnTo>
                  <a:lnTo>
                    <a:pt x="49901" y="28548"/>
                  </a:lnTo>
                  <a:lnTo>
                    <a:pt x="52447" y="39822"/>
                  </a:lnTo>
                  <a:lnTo>
                    <a:pt x="56624" y="48223"/>
                  </a:lnTo>
                  <a:lnTo>
                    <a:pt x="60605" y="34039"/>
                  </a:lnTo>
                  <a:lnTo>
                    <a:pt x="58753" y="28815"/>
                  </a:lnTo>
                  <a:lnTo>
                    <a:pt x="58831" y="27341"/>
                  </a:lnTo>
                  <a:lnTo>
                    <a:pt x="60789" y="26000"/>
                  </a:lnTo>
                  <a:lnTo>
                    <a:pt x="62673" y="23349"/>
                  </a:lnTo>
                  <a:lnTo>
                    <a:pt x="63311" y="15619"/>
                  </a:lnTo>
                  <a:lnTo>
                    <a:pt x="65494" y="11374"/>
                  </a:lnTo>
                  <a:lnTo>
                    <a:pt x="65819" y="7535"/>
                  </a:lnTo>
                  <a:lnTo>
                    <a:pt x="67584" y="2124"/>
                  </a:lnTo>
                  <a:lnTo>
                    <a:pt x="7230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6" name="ph7246"/>
            <p:cNvSpPr/>
            <p:nvPr/>
          </p:nvSpPr>
          <p:spPr>
            <a:xfrm>
              <a:off x="10528372" y="2727325"/>
              <a:ext cx="23459" cy="25870"/>
            </a:xfrm>
            <a:custGeom>
              <a:avLst/>
              <a:pathLst>
                <a:path w="23459" h="25870">
                  <a:moveTo>
                    <a:pt x="20308" y="5757"/>
                  </a:moveTo>
                  <a:lnTo>
                    <a:pt x="17675" y="8121"/>
                  </a:lnTo>
                  <a:lnTo>
                    <a:pt x="19098" y="8759"/>
                  </a:lnTo>
                  <a:lnTo>
                    <a:pt x="23332" y="13164"/>
                  </a:lnTo>
                  <a:lnTo>
                    <a:pt x="23459" y="16203"/>
                  </a:lnTo>
                  <a:lnTo>
                    <a:pt x="22094" y="20191"/>
                  </a:lnTo>
                  <a:lnTo>
                    <a:pt x="18922" y="22214"/>
                  </a:lnTo>
                  <a:lnTo>
                    <a:pt x="15229" y="20562"/>
                  </a:lnTo>
                  <a:lnTo>
                    <a:pt x="12865" y="22493"/>
                  </a:lnTo>
                  <a:lnTo>
                    <a:pt x="6433" y="25870"/>
                  </a:lnTo>
                  <a:lnTo>
                    <a:pt x="0" y="15902"/>
                  </a:lnTo>
                  <a:lnTo>
                    <a:pt x="1676" y="11127"/>
                  </a:lnTo>
                  <a:lnTo>
                    <a:pt x="5168" y="8130"/>
                  </a:lnTo>
                  <a:lnTo>
                    <a:pt x="10268" y="8460"/>
                  </a:lnTo>
                  <a:lnTo>
                    <a:pt x="12115" y="7619"/>
                  </a:lnTo>
                  <a:lnTo>
                    <a:pt x="15180" y="3600"/>
                  </a:lnTo>
                  <a:lnTo>
                    <a:pt x="1506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7" name="ph7247"/>
            <p:cNvSpPr/>
            <p:nvPr/>
          </p:nvSpPr>
          <p:spPr>
            <a:xfrm>
              <a:off x="10490068" y="2892574"/>
              <a:ext cx="23984" cy="24880"/>
            </a:xfrm>
            <a:custGeom>
              <a:avLst/>
              <a:pathLst>
                <a:path w="23984" h="24880">
                  <a:moveTo>
                    <a:pt x="16391" y="0"/>
                  </a:moveTo>
                  <a:lnTo>
                    <a:pt x="20276" y="4411"/>
                  </a:lnTo>
                  <a:lnTo>
                    <a:pt x="23072" y="7298"/>
                  </a:lnTo>
                  <a:lnTo>
                    <a:pt x="23984" y="19873"/>
                  </a:lnTo>
                  <a:lnTo>
                    <a:pt x="20058" y="24880"/>
                  </a:lnTo>
                  <a:lnTo>
                    <a:pt x="19209" y="23153"/>
                  </a:lnTo>
                  <a:lnTo>
                    <a:pt x="9136" y="16175"/>
                  </a:lnTo>
                  <a:lnTo>
                    <a:pt x="7697" y="16584"/>
                  </a:lnTo>
                  <a:lnTo>
                    <a:pt x="7188" y="17747"/>
                  </a:lnTo>
                  <a:lnTo>
                    <a:pt x="5483" y="18128"/>
                  </a:lnTo>
                  <a:lnTo>
                    <a:pt x="1115" y="16206"/>
                  </a:lnTo>
                  <a:lnTo>
                    <a:pt x="0" y="14230"/>
                  </a:lnTo>
                  <a:lnTo>
                    <a:pt x="1521" y="13205"/>
                  </a:lnTo>
                  <a:lnTo>
                    <a:pt x="3290" y="13542"/>
                  </a:lnTo>
                  <a:lnTo>
                    <a:pt x="4599" y="3643"/>
                  </a:lnTo>
                  <a:lnTo>
                    <a:pt x="5386" y="2458"/>
                  </a:lnTo>
                  <a:lnTo>
                    <a:pt x="9973" y="2976"/>
                  </a:lnTo>
                  <a:lnTo>
                    <a:pt x="12633" y="4105"/>
                  </a:lnTo>
                  <a:lnTo>
                    <a:pt x="14236" y="2506"/>
                  </a:lnTo>
                  <a:lnTo>
                    <a:pt x="14759" y="88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8" name="ph7248"/>
            <p:cNvSpPr/>
            <p:nvPr/>
          </p:nvSpPr>
          <p:spPr>
            <a:xfrm>
              <a:off x="10271368" y="2789951"/>
              <a:ext cx="69674" cy="67967"/>
            </a:xfrm>
            <a:custGeom>
              <a:avLst/>
              <a:pathLst>
                <a:path w="69674" h="67967">
                  <a:moveTo>
                    <a:pt x="63105" y="2696"/>
                  </a:moveTo>
                  <a:lnTo>
                    <a:pt x="65691" y="9079"/>
                  </a:lnTo>
                  <a:lnTo>
                    <a:pt x="69190" y="11717"/>
                  </a:lnTo>
                  <a:lnTo>
                    <a:pt x="69674" y="15597"/>
                  </a:lnTo>
                  <a:lnTo>
                    <a:pt x="68380" y="15576"/>
                  </a:lnTo>
                  <a:lnTo>
                    <a:pt x="65143" y="18240"/>
                  </a:lnTo>
                  <a:lnTo>
                    <a:pt x="63411" y="20824"/>
                  </a:lnTo>
                  <a:lnTo>
                    <a:pt x="62737" y="23458"/>
                  </a:lnTo>
                  <a:lnTo>
                    <a:pt x="58755" y="28142"/>
                  </a:lnTo>
                  <a:lnTo>
                    <a:pt x="61248" y="30034"/>
                  </a:lnTo>
                  <a:lnTo>
                    <a:pt x="61913" y="32800"/>
                  </a:lnTo>
                  <a:lnTo>
                    <a:pt x="57587" y="38365"/>
                  </a:lnTo>
                  <a:lnTo>
                    <a:pt x="57955" y="40221"/>
                  </a:lnTo>
                  <a:lnTo>
                    <a:pt x="59928" y="41417"/>
                  </a:lnTo>
                  <a:lnTo>
                    <a:pt x="60176" y="44449"/>
                  </a:lnTo>
                  <a:lnTo>
                    <a:pt x="59410" y="50108"/>
                  </a:lnTo>
                  <a:lnTo>
                    <a:pt x="61269" y="54986"/>
                  </a:lnTo>
                  <a:lnTo>
                    <a:pt x="61117" y="56274"/>
                  </a:lnTo>
                  <a:lnTo>
                    <a:pt x="57235" y="60813"/>
                  </a:lnTo>
                  <a:lnTo>
                    <a:pt x="56077" y="63997"/>
                  </a:lnTo>
                  <a:lnTo>
                    <a:pt x="52686" y="67439"/>
                  </a:lnTo>
                  <a:lnTo>
                    <a:pt x="49200" y="67967"/>
                  </a:lnTo>
                  <a:lnTo>
                    <a:pt x="47810" y="67706"/>
                  </a:lnTo>
                  <a:lnTo>
                    <a:pt x="43567" y="52485"/>
                  </a:lnTo>
                  <a:lnTo>
                    <a:pt x="38226" y="50576"/>
                  </a:lnTo>
                  <a:lnTo>
                    <a:pt x="36457" y="46500"/>
                  </a:lnTo>
                  <a:lnTo>
                    <a:pt x="37687" y="45335"/>
                  </a:lnTo>
                  <a:lnTo>
                    <a:pt x="37898" y="43800"/>
                  </a:lnTo>
                  <a:lnTo>
                    <a:pt x="36705" y="39777"/>
                  </a:lnTo>
                  <a:lnTo>
                    <a:pt x="35591" y="38580"/>
                  </a:lnTo>
                  <a:lnTo>
                    <a:pt x="29685" y="36738"/>
                  </a:lnTo>
                  <a:lnTo>
                    <a:pt x="27701" y="34575"/>
                  </a:lnTo>
                  <a:lnTo>
                    <a:pt x="23227" y="35687"/>
                  </a:lnTo>
                  <a:lnTo>
                    <a:pt x="21047" y="39165"/>
                  </a:lnTo>
                  <a:lnTo>
                    <a:pt x="20776" y="43098"/>
                  </a:lnTo>
                  <a:lnTo>
                    <a:pt x="19373" y="47295"/>
                  </a:lnTo>
                  <a:lnTo>
                    <a:pt x="11666" y="46339"/>
                  </a:lnTo>
                  <a:lnTo>
                    <a:pt x="10695" y="45008"/>
                  </a:lnTo>
                  <a:lnTo>
                    <a:pt x="10468" y="42213"/>
                  </a:lnTo>
                  <a:lnTo>
                    <a:pt x="9164" y="40758"/>
                  </a:lnTo>
                  <a:lnTo>
                    <a:pt x="4278" y="39211"/>
                  </a:lnTo>
                  <a:lnTo>
                    <a:pt x="5287" y="35938"/>
                  </a:lnTo>
                  <a:lnTo>
                    <a:pt x="3660" y="36156"/>
                  </a:lnTo>
                  <a:lnTo>
                    <a:pt x="4434" y="30568"/>
                  </a:lnTo>
                  <a:lnTo>
                    <a:pt x="0" y="18132"/>
                  </a:lnTo>
                  <a:lnTo>
                    <a:pt x="1312" y="16839"/>
                  </a:lnTo>
                  <a:lnTo>
                    <a:pt x="4196" y="16030"/>
                  </a:lnTo>
                  <a:lnTo>
                    <a:pt x="6728" y="17369"/>
                  </a:lnTo>
                  <a:lnTo>
                    <a:pt x="8649" y="16858"/>
                  </a:lnTo>
                  <a:lnTo>
                    <a:pt x="11121" y="13090"/>
                  </a:lnTo>
                  <a:lnTo>
                    <a:pt x="16301" y="10323"/>
                  </a:lnTo>
                  <a:lnTo>
                    <a:pt x="18548" y="10512"/>
                  </a:lnTo>
                  <a:lnTo>
                    <a:pt x="18115" y="10698"/>
                  </a:lnTo>
                  <a:lnTo>
                    <a:pt x="20403" y="15219"/>
                  </a:lnTo>
                  <a:lnTo>
                    <a:pt x="21672" y="16233"/>
                  </a:lnTo>
                  <a:lnTo>
                    <a:pt x="26693" y="14040"/>
                  </a:lnTo>
                  <a:lnTo>
                    <a:pt x="28788" y="14612"/>
                  </a:lnTo>
                  <a:lnTo>
                    <a:pt x="31478" y="17629"/>
                  </a:lnTo>
                  <a:lnTo>
                    <a:pt x="35153" y="15849"/>
                  </a:lnTo>
                  <a:lnTo>
                    <a:pt x="37821" y="13552"/>
                  </a:lnTo>
                  <a:lnTo>
                    <a:pt x="40646" y="13896"/>
                  </a:lnTo>
                  <a:lnTo>
                    <a:pt x="45965" y="16502"/>
                  </a:lnTo>
                  <a:lnTo>
                    <a:pt x="46643" y="16306"/>
                  </a:lnTo>
                  <a:lnTo>
                    <a:pt x="48029" y="12340"/>
                  </a:lnTo>
                  <a:lnTo>
                    <a:pt x="55769" y="6606"/>
                  </a:lnTo>
                  <a:lnTo>
                    <a:pt x="57078" y="1682"/>
                  </a:lnTo>
                  <a:lnTo>
                    <a:pt x="58894" y="547"/>
                  </a:lnTo>
                  <a:lnTo>
                    <a:pt x="62148" y="811"/>
                  </a:lnTo>
                  <a:lnTo>
                    <a:pt x="636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9" name="ph7249"/>
            <p:cNvSpPr/>
            <p:nvPr/>
          </p:nvSpPr>
          <p:spPr>
            <a:xfrm>
              <a:off x="10492443" y="2881502"/>
              <a:ext cx="16685" cy="15177"/>
            </a:xfrm>
            <a:custGeom>
              <a:avLst/>
              <a:pathLst>
                <a:path w="16685" h="15177">
                  <a:moveTo>
                    <a:pt x="5436" y="2011"/>
                  </a:moveTo>
                  <a:lnTo>
                    <a:pt x="6508" y="4948"/>
                  </a:lnTo>
                  <a:lnTo>
                    <a:pt x="9457" y="6719"/>
                  </a:lnTo>
                  <a:lnTo>
                    <a:pt x="11890" y="5228"/>
                  </a:lnTo>
                  <a:lnTo>
                    <a:pt x="12892" y="2865"/>
                  </a:lnTo>
                  <a:lnTo>
                    <a:pt x="14804" y="2364"/>
                  </a:lnTo>
                  <a:lnTo>
                    <a:pt x="16241" y="2833"/>
                  </a:lnTo>
                  <a:lnTo>
                    <a:pt x="16685" y="6247"/>
                  </a:lnTo>
                  <a:lnTo>
                    <a:pt x="14016" y="11072"/>
                  </a:lnTo>
                  <a:lnTo>
                    <a:pt x="12385" y="11954"/>
                  </a:lnTo>
                  <a:lnTo>
                    <a:pt x="11862" y="13578"/>
                  </a:lnTo>
                  <a:lnTo>
                    <a:pt x="10258" y="15177"/>
                  </a:lnTo>
                  <a:lnTo>
                    <a:pt x="7599" y="14049"/>
                  </a:lnTo>
                  <a:lnTo>
                    <a:pt x="3011" y="13530"/>
                  </a:lnTo>
                  <a:lnTo>
                    <a:pt x="2224" y="14716"/>
                  </a:lnTo>
                  <a:lnTo>
                    <a:pt x="832" y="12831"/>
                  </a:lnTo>
                  <a:lnTo>
                    <a:pt x="157" y="9788"/>
                  </a:lnTo>
                  <a:lnTo>
                    <a:pt x="138" y="8756"/>
                  </a:lnTo>
                  <a:lnTo>
                    <a:pt x="1847" y="7598"/>
                  </a:lnTo>
                  <a:lnTo>
                    <a:pt x="0" y="3916"/>
                  </a:lnTo>
                  <a:lnTo>
                    <a:pt x="102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0" name="ph7250"/>
            <p:cNvSpPr/>
            <p:nvPr/>
          </p:nvSpPr>
          <p:spPr>
            <a:xfrm>
              <a:off x="10505103" y="2932530"/>
              <a:ext cx="54964" cy="32842"/>
            </a:xfrm>
            <a:custGeom>
              <a:avLst/>
              <a:pathLst>
                <a:path w="54964" h="32842">
                  <a:moveTo>
                    <a:pt x="30122" y="0"/>
                  </a:moveTo>
                  <a:lnTo>
                    <a:pt x="30173" y="1066"/>
                  </a:lnTo>
                  <a:lnTo>
                    <a:pt x="31894" y="3397"/>
                  </a:lnTo>
                  <a:lnTo>
                    <a:pt x="34549" y="5397"/>
                  </a:lnTo>
                  <a:lnTo>
                    <a:pt x="38215" y="6222"/>
                  </a:lnTo>
                  <a:lnTo>
                    <a:pt x="38740" y="7455"/>
                  </a:lnTo>
                  <a:lnTo>
                    <a:pt x="37570" y="9263"/>
                  </a:lnTo>
                  <a:lnTo>
                    <a:pt x="38712" y="11500"/>
                  </a:lnTo>
                  <a:lnTo>
                    <a:pt x="39094" y="14959"/>
                  </a:lnTo>
                  <a:lnTo>
                    <a:pt x="37582" y="18352"/>
                  </a:lnTo>
                  <a:lnTo>
                    <a:pt x="36093" y="19551"/>
                  </a:lnTo>
                  <a:lnTo>
                    <a:pt x="36227" y="20232"/>
                  </a:lnTo>
                  <a:lnTo>
                    <a:pt x="37592" y="20215"/>
                  </a:lnTo>
                  <a:lnTo>
                    <a:pt x="41681" y="17822"/>
                  </a:lnTo>
                  <a:lnTo>
                    <a:pt x="43488" y="18389"/>
                  </a:lnTo>
                  <a:lnTo>
                    <a:pt x="43764" y="20547"/>
                  </a:lnTo>
                  <a:lnTo>
                    <a:pt x="45276" y="20957"/>
                  </a:lnTo>
                  <a:lnTo>
                    <a:pt x="48764" y="19595"/>
                  </a:lnTo>
                  <a:lnTo>
                    <a:pt x="53599" y="16770"/>
                  </a:lnTo>
                  <a:lnTo>
                    <a:pt x="53791" y="16100"/>
                  </a:lnTo>
                  <a:lnTo>
                    <a:pt x="54964" y="18146"/>
                  </a:lnTo>
                  <a:lnTo>
                    <a:pt x="54502" y="19709"/>
                  </a:lnTo>
                  <a:lnTo>
                    <a:pt x="53612" y="21146"/>
                  </a:lnTo>
                  <a:lnTo>
                    <a:pt x="45916" y="26474"/>
                  </a:lnTo>
                  <a:lnTo>
                    <a:pt x="43109" y="25148"/>
                  </a:lnTo>
                  <a:lnTo>
                    <a:pt x="35928" y="25844"/>
                  </a:lnTo>
                  <a:lnTo>
                    <a:pt x="36117" y="27858"/>
                  </a:lnTo>
                  <a:lnTo>
                    <a:pt x="32521" y="32721"/>
                  </a:lnTo>
                  <a:lnTo>
                    <a:pt x="27918" y="27518"/>
                  </a:lnTo>
                  <a:lnTo>
                    <a:pt x="26704" y="29855"/>
                  </a:lnTo>
                  <a:lnTo>
                    <a:pt x="22501" y="32842"/>
                  </a:lnTo>
                  <a:lnTo>
                    <a:pt x="21216" y="26792"/>
                  </a:lnTo>
                  <a:lnTo>
                    <a:pt x="18240" y="23625"/>
                  </a:lnTo>
                  <a:lnTo>
                    <a:pt x="15805" y="25235"/>
                  </a:lnTo>
                  <a:lnTo>
                    <a:pt x="12819" y="24725"/>
                  </a:lnTo>
                  <a:lnTo>
                    <a:pt x="7380" y="22557"/>
                  </a:lnTo>
                  <a:lnTo>
                    <a:pt x="0" y="18308"/>
                  </a:lnTo>
                  <a:lnTo>
                    <a:pt x="1348" y="18544"/>
                  </a:lnTo>
                  <a:lnTo>
                    <a:pt x="3865" y="16668"/>
                  </a:lnTo>
                  <a:lnTo>
                    <a:pt x="6197" y="12625"/>
                  </a:lnTo>
                  <a:lnTo>
                    <a:pt x="4230" y="11891"/>
                  </a:lnTo>
                  <a:lnTo>
                    <a:pt x="3398" y="8884"/>
                  </a:lnTo>
                  <a:lnTo>
                    <a:pt x="5888" y="5973"/>
                  </a:lnTo>
                  <a:lnTo>
                    <a:pt x="6094" y="2630"/>
                  </a:lnTo>
                  <a:lnTo>
                    <a:pt x="9759" y="3182"/>
                  </a:lnTo>
                  <a:lnTo>
                    <a:pt x="11069" y="4980"/>
                  </a:lnTo>
                  <a:lnTo>
                    <a:pt x="12121" y="3930"/>
                  </a:lnTo>
                  <a:lnTo>
                    <a:pt x="15157" y="3148"/>
                  </a:lnTo>
                  <a:lnTo>
                    <a:pt x="20066" y="3909"/>
                  </a:lnTo>
                  <a:lnTo>
                    <a:pt x="22677" y="774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1" name="ph7251"/>
            <p:cNvSpPr/>
            <p:nvPr/>
          </p:nvSpPr>
          <p:spPr>
            <a:xfrm>
              <a:off x="10377660" y="2899353"/>
              <a:ext cx="18345" cy="18585"/>
            </a:xfrm>
            <a:custGeom>
              <a:avLst/>
              <a:pathLst>
                <a:path w="18345" h="18585">
                  <a:moveTo>
                    <a:pt x="16373" y="0"/>
                  </a:moveTo>
                  <a:lnTo>
                    <a:pt x="18236" y="1955"/>
                  </a:lnTo>
                  <a:lnTo>
                    <a:pt x="18345" y="4713"/>
                  </a:lnTo>
                  <a:lnTo>
                    <a:pt x="14269" y="9701"/>
                  </a:lnTo>
                  <a:lnTo>
                    <a:pt x="13401" y="9323"/>
                  </a:lnTo>
                  <a:lnTo>
                    <a:pt x="13004" y="12194"/>
                  </a:lnTo>
                  <a:lnTo>
                    <a:pt x="16523" y="13595"/>
                  </a:lnTo>
                  <a:lnTo>
                    <a:pt x="16075" y="17648"/>
                  </a:lnTo>
                  <a:lnTo>
                    <a:pt x="13185" y="18585"/>
                  </a:lnTo>
                  <a:lnTo>
                    <a:pt x="8540" y="14484"/>
                  </a:lnTo>
                  <a:lnTo>
                    <a:pt x="7468" y="13742"/>
                  </a:lnTo>
                  <a:lnTo>
                    <a:pt x="690" y="14460"/>
                  </a:lnTo>
                  <a:lnTo>
                    <a:pt x="0" y="13392"/>
                  </a:lnTo>
                  <a:lnTo>
                    <a:pt x="1857" y="11296"/>
                  </a:lnTo>
                  <a:lnTo>
                    <a:pt x="2196" y="9857"/>
                  </a:lnTo>
                  <a:lnTo>
                    <a:pt x="1639" y="8773"/>
                  </a:lnTo>
                  <a:lnTo>
                    <a:pt x="4744" y="7515"/>
                  </a:lnTo>
                  <a:lnTo>
                    <a:pt x="7754" y="7573"/>
                  </a:lnTo>
                  <a:lnTo>
                    <a:pt x="13807" y="6116"/>
                  </a:lnTo>
                  <a:lnTo>
                    <a:pt x="14660" y="180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2" name="ph7252"/>
            <p:cNvSpPr/>
            <p:nvPr/>
          </p:nvSpPr>
          <p:spPr>
            <a:xfrm>
              <a:off x="10463716" y="2899971"/>
              <a:ext cx="47584" cy="58609"/>
            </a:xfrm>
            <a:custGeom>
              <a:avLst/>
              <a:pathLst>
                <a:path w="47584" h="58609">
                  <a:moveTo>
                    <a:pt x="27227" y="2451"/>
                  </a:moveTo>
                  <a:lnTo>
                    <a:pt x="27874" y="5808"/>
                  </a:lnTo>
                  <a:lnTo>
                    <a:pt x="26352" y="6834"/>
                  </a:lnTo>
                  <a:lnTo>
                    <a:pt x="27467" y="8809"/>
                  </a:lnTo>
                  <a:lnTo>
                    <a:pt x="31835" y="10732"/>
                  </a:lnTo>
                  <a:lnTo>
                    <a:pt x="33540" y="10351"/>
                  </a:lnTo>
                  <a:lnTo>
                    <a:pt x="34049" y="9187"/>
                  </a:lnTo>
                  <a:lnTo>
                    <a:pt x="35489" y="8778"/>
                  </a:lnTo>
                  <a:lnTo>
                    <a:pt x="45561" y="15756"/>
                  </a:lnTo>
                  <a:lnTo>
                    <a:pt x="46411" y="17484"/>
                  </a:lnTo>
                  <a:lnTo>
                    <a:pt x="45698" y="20377"/>
                  </a:lnTo>
                  <a:lnTo>
                    <a:pt x="46941" y="21984"/>
                  </a:lnTo>
                  <a:lnTo>
                    <a:pt x="47304" y="29326"/>
                  </a:lnTo>
                  <a:lnTo>
                    <a:pt x="46468" y="32358"/>
                  </a:lnTo>
                  <a:lnTo>
                    <a:pt x="47481" y="35189"/>
                  </a:lnTo>
                  <a:lnTo>
                    <a:pt x="47275" y="38532"/>
                  </a:lnTo>
                  <a:lnTo>
                    <a:pt x="44785" y="41443"/>
                  </a:lnTo>
                  <a:lnTo>
                    <a:pt x="45617" y="44450"/>
                  </a:lnTo>
                  <a:lnTo>
                    <a:pt x="47584" y="45184"/>
                  </a:lnTo>
                  <a:lnTo>
                    <a:pt x="45252" y="49227"/>
                  </a:lnTo>
                  <a:lnTo>
                    <a:pt x="42736" y="51102"/>
                  </a:lnTo>
                  <a:lnTo>
                    <a:pt x="41387" y="50867"/>
                  </a:lnTo>
                  <a:lnTo>
                    <a:pt x="39934" y="50011"/>
                  </a:lnTo>
                  <a:lnTo>
                    <a:pt x="38483" y="50884"/>
                  </a:lnTo>
                  <a:lnTo>
                    <a:pt x="37652" y="52314"/>
                  </a:lnTo>
                  <a:lnTo>
                    <a:pt x="38559" y="52950"/>
                  </a:lnTo>
                  <a:lnTo>
                    <a:pt x="37242" y="57799"/>
                  </a:lnTo>
                  <a:lnTo>
                    <a:pt x="34572" y="58609"/>
                  </a:lnTo>
                  <a:lnTo>
                    <a:pt x="31318" y="56815"/>
                  </a:lnTo>
                  <a:lnTo>
                    <a:pt x="29716" y="57491"/>
                  </a:lnTo>
                  <a:lnTo>
                    <a:pt x="23150" y="57560"/>
                  </a:lnTo>
                  <a:lnTo>
                    <a:pt x="22176" y="55242"/>
                  </a:lnTo>
                  <a:lnTo>
                    <a:pt x="22917" y="53462"/>
                  </a:lnTo>
                  <a:lnTo>
                    <a:pt x="24387" y="53763"/>
                  </a:lnTo>
                  <a:lnTo>
                    <a:pt x="25249" y="50505"/>
                  </a:lnTo>
                  <a:lnTo>
                    <a:pt x="22140" y="47845"/>
                  </a:lnTo>
                  <a:lnTo>
                    <a:pt x="20051" y="44767"/>
                  </a:lnTo>
                  <a:lnTo>
                    <a:pt x="20167" y="42349"/>
                  </a:lnTo>
                  <a:lnTo>
                    <a:pt x="13440" y="37304"/>
                  </a:lnTo>
                  <a:lnTo>
                    <a:pt x="11664" y="34210"/>
                  </a:lnTo>
                  <a:lnTo>
                    <a:pt x="11788" y="31780"/>
                  </a:lnTo>
                  <a:lnTo>
                    <a:pt x="8081" y="28052"/>
                  </a:lnTo>
                  <a:lnTo>
                    <a:pt x="8184" y="23953"/>
                  </a:lnTo>
                  <a:lnTo>
                    <a:pt x="9039" y="22960"/>
                  </a:lnTo>
                  <a:lnTo>
                    <a:pt x="6466" y="23709"/>
                  </a:lnTo>
                  <a:lnTo>
                    <a:pt x="2446" y="23371"/>
                  </a:lnTo>
                  <a:lnTo>
                    <a:pt x="0" y="16990"/>
                  </a:lnTo>
                  <a:lnTo>
                    <a:pt x="1752" y="14234"/>
                  </a:lnTo>
                  <a:lnTo>
                    <a:pt x="2842" y="13958"/>
                  </a:lnTo>
                  <a:lnTo>
                    <a:pt x="11267" y="14627"/>
                  </a:lnTo>
                  <a:lnTo>
                    <a:pt x="14726" y="10667"/>
                  </a:lnTo>
                  <a:lnTo>
                    <a:pt x="12034" y="6487"/>
                  </a:lnTo>
                  <a:lnTo>
                    <a:pt x="14572" y="5331"/>
                  </a:lnTo>
                  <a:lnTo>
                    <a:pt x="17970" y="5740"/>
                  </a:lnTo>
                  <a:lnTo>
                    <a:pt x="18836" y="5816"/>
                  </a:lnTo>
                  <a:lnTo>
                    <a:pt x="21812" y="3666"/>
                  </a:lnTo>
                  <a:lnTo>
                    <a:pt x="22335" y="1905"/>
                  </a:lnTo>
                  <a:lnTo>
                    <a:pt x="21488" y="467"/>
                  </a:lnTo>
                  <a:lnTo>
                    <a:pt x="2297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3" name="ph7253"/>
            <p:cNvSpPr/>
            <p:nvPr/>
          </p:nvSpPr>
          <p:spPr>
            <a:xfrm>
              <a:off x="10261827" y="2824526"/>
              <a:ext cx="58778" cy="58945"/>
            </a:xfrm>
            <a:custGeom>
              <a:avLst/>
              <a:pathLst>
                <a:path w="58778" h="58945">
                  <a:moveTo>
                    <a:pt x="37242" y="0"/>
                  </a:moveTo>
                  <a:lnTo>
                    <a:pt x="39227" y="2163"/>
                  </a:lnTo>
                  <a:lnTo>
                    <a:pt x="45133" y="4005"/>
                  </a:lnTo>
                  <a:lnTo>
                    <a:pt x="46246" y="5201"/>
                  </a:lnTo>
                  <a:lnTo>
                    <a:pt x="47440" y="9224"/>
                  </a:lnTo>
                  <a:lnTo>
                    <a:pt x="47229" y="10759"/>
                  </a:lnTo>
                  <a:lnTo>
                    <a:pt x="45999" y="11924"/>
                  </a:lnTo>
                  <a:lnTo>
                    <a:pt x="47768" y="16001"/>
                  </a:lnTo>
                  <a:lnTo>
                    <a:pt x="53109" y="17910"/>
                  </a:lnTo>
                  <a:lnTo>
                    <a:pt x="57352" y="33131"/>
                  </a:lnTo>
                  <a:lnTo>
                    <a:pt x="58742" y="33391"/>
                  </a:lnTo>
                  <a:lnTo>
                    <a:pt x="57537" y="34368"/>
                  </a:lnTo>
                  <a:lnTo>
                    <a:pt x="58646" y="37017"/>
                  </a:lnTo>
                  <a:lnTo>
                    <a:pt x="58778" y="40645"/>
                  </a:lnTo>
                  <a:lnTo>
                    <a:pt x="58666" y="47259"/>
                  </a:lnTo>
                  <a:lnTo>
                    <a:pt x="54406" y="48152"/>
                  </a:lnTo>
                  <a:lnTo>
                    <a:pt x="51510" y="50497"/>
                  </a:lnTo>
                  <a:lnTo>
                    <a:pt x="51174" y="51976"/>
                  </a:lnTo>
                  <a:lnTo>
                    <a:pt x="52039" y="53502"/>
                  </a:lnTo>
                  <a:lnTo>
                    <a:pt x="50540" y="57140"/>
                  </a:lnTo>
                  <a:lnTo>
                    <a:pt x="37276" y="58945"/>
                  </a:lnTo>
                  <a:lnTo>
                    <a:pt x="31718" y="58440"/>
                  </a:lnTo>
                  <a:lnTo>
                    <a:pt x="28008" y="55420"/>
                  </a:lnTo>
                  <a:lnTo>
                    <a:pt x="27418" y="53865"/>
                  </a:lnTo>
                  <a:lnTo>
                    <a:pt x="27764" y="51563"/>
                  </a:lnTo>
                  <a:lnTo>
                    <a:pt x="24730" y="49647"/>
                  </a:lnTo>
                  <a:lnTo>
                    <a:pt x="22552" y="49299"/>
                  </a:lnTo>
                  <a:lnTo>
                    <a:pt x="13937" y="40583"/>
                  </a:lnTo>
                  <a:lnTo>
                    <a:pt x="10995" y="41639"/>
                  </a:lnTo>
                  <a:lnTo>
                    <a:pt x="9726" y="41075"/>
                  </a:lnTo>
                  <a:lnTo>
                    <a:pt x="5149" y="33176"/>
                  </a:lnTo>
                  <a:lnTo>
                    <a:pt x="5328" y="27725"/>
                  </a:lnTo>
                  <a:lnTo>
                    <a:pt x="6969" y="20153"/>
                  </a:lnTo>
                  <a:lnTo>
                    <a:pt x="1632" y="16395"/>
                  </a:lnTo>
                  <a:lnTo>
                    <a:pt x="0" y="9494"/>
                  </a:lnTo>
                  <a:lnTo>
                    <a:pt x="1050" y="7688"/>
                  </a:lnTo>
                  <a:lnTo>
                    <a:pt x="4678" y="3054"/>
                  </a:lnTo>
                  <a:lnTo>
                    <a:pt x="8665" y="800"/>
                  </a:lnTo>
                  <a:lnTo>
                    <a:pt x="10599" y="1653"/>
                  </a:lnTo>
                  <a:lnTo>
                    <a:pt x="11210" y="3142"/>
                  </a:lnTo>
                  <a:lnTo>
                    <a:pt x="13202" y="1581"/>
                  </a:lnTo>
                  <a:lnTo>
                    <a:pt x="14829" y="1363"/>
                  </a:lnTo>
                  <a:lnTo>
                    <a:pt x="13820" y="4636"/>
                  </a:lnTo>
                  <a:lnTo>
                    <a:pt x="18706" y="6182"/>
                  </a:lnTo>
                  <a:lnTo>
                    <a:pt x="20010" y="7637"/>
                  </a:lnTo>
                  <a:lnTo>
                    <a:pt x="20237" y="10433"/>
                  </a:lnTo>
                  <a:lnTo>
                    <a:pt x="21208" y="11763"/>
                  </a:lnTo>
                  <a:lnTo>
                    <a:pt x="28915" y="12720"/>
                  </a:lnTo>
                  <a:lnTo>
                    <a:pt x="30317" y="8523"/>
                  </a:lnTo>
                  <a:lnTo>
                    <a:pt x="30589" y="4590"/>
                  </a:lnTo>
                  <a:lnTo>
                    <a:pt x="32769" y="111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4" name="ph7254"/>
            <p:cNvSpPr/>
            <p:nvPr/>
          </p:nvSpPr>
          <p:spPr>
            <a:xfrm>
              <a:off x="10606430" y="2667821"/>
              <a:ext cx="66059" cy="84717"/>
            </a:xfrm>
            <a:custGeom>
              <a:avLst/>
              <a:pathLst>
                <a:path w="66059" h="84717">
                  <a:moveTo>
                    <a:pt x="25829" y="3859"/>
                  </a:moveTo>
                  <a:lnTo>
                    <a:pt x="31391" y="5030"/>
                  </a:lnTo>
                  <a:lnTo>
                    <a:pt x="33435" y="7079"/>
                  </a:lnTo>
                  <a:lnTo>
                    <a:pt x="35448" y="11735"/>
                  </a:lnTo>
                  <a:lnTo>
                    <a:pt x="38803" y="15379"/>
                  </a:lnTo>
                  <a:lnTo>
                    <a:pt x="37980" y="18913"/>
                  </a:lnTo>
                  <a:lnTo>
                    <a:pt x="39867" y="21305"/>
                  </a:lnTo>
                  <a:lnTo>
                    <a:pt x="47084" y="28671"/>
                  </a:lnTo>
                  <a:lnTo>
                    <a:pt x="53618" y="32756"/>
                  </a:lnTo>
                  <a:lnTo>
                    <a:pt x="53180" y="36868"/>
                  </a:lnTo>
                  <a:lnTo>
                    <a:pt x="54850" y="39445"/>
                  </a:lnTo>
                  <a:lnTo>
                    <a:pt x="58482" y="41170"/>
                  </a:lnTo>
                  <a:lnTo>
                    <a:pt x="60188" y="40931"/>
                  </a:lnTo>
                  <a:lnTo>
                    <a:pt x="58603" y="44301"/>
                  </a:lnTo>
                  <a:lnTo>
                    <a:pt x="63969" y="50422"/>
                  </a:lnTo>
                  <a:lnTo>
                    <a:pt x="64105" y="53097"/>
                  </a:lnTo>
                  <a:lnTo>
                    <a:pt x="66059" y="55930"/>
                  </a:lnTo>
                  <a:lnTo>
                    <a:pt x="56252" y="57352"/>
                  </a:lnTo>
                  <a:lnTo>
                    <a:pt x="53981" y="58946"/>
                  </a:lnTo>
                  <a:lnTo>
                    <a:pt x="58012" y="63495"/>
                  </a:lnTo>
                  <a:lnTo>
                    <a:pt x="57681" y="66680"/>
                  </a:lnTo>
                  <a:lnTo>
                    <a:pt x="58070" y="69946"/>
                  </a:lnTo>
                  <a:lnTo>
                    <a:pt x="56021" y="71581"/>
                  </a:lnTo>
                  <a:lnTo>
                    <a:pt x="47675" y="72772"/>
                  </a:lnTo>
                  <a:lnTo>
                    <a:pt x="45009" y="73927"/>
                  </a:lnTo>
                  <a:lnTo>
                    <a:pt x="44066" y="75105"/>
                  </a:lnTo>
                  <a:lnTo>
                    <a:pt x="43452" y="79597"/>
                  </a:lnTo>
                  <a:lnTo>
                    <a:pt x="39569" y="80967"/>
                  </a:lnTo>
                  <a:lnTo>
                    <a:pt x="39535" y="82052"/>
                  </a:lnTo>
                  <a:lnTo>
                    <a:pt x="36422" y="84015"/>
                  </a:lnTo>
                  <a:lnTo>
                    <a:pt x="33601" y="84717"/>
                  </a:lnTo>
                  <a:lnTo>
                    <a:pt x="33534" y="82462"/>
                  </a:lnTo>
                  <a:lnTo>
                    <a:pt x="32098" y="79106"/>
                  </a:lnTo>
                  <a:lnTo>
                    <a:pt x="30326" y="76448"/>
                  </a:lnTo>
                  <a:lnTo>
                    <a:pt x="28697" y="75375"/>
                  </a:lnTo>
                  <a:lnTo>
                    <a:pt x="24156" y="75075"/>
                  </a:lnTo>
                  <a:lnTo>
                    <a:pt x="20786" y="73385"/>
                  </a:lnTo>
                  <a:lnTo>
                    <a:pt x="18437" y="73033"/>
                  </a:lnTo>
                  <a:lnTo>
                    <a:pt x="16211" y="73905"/>
                  </a:lnTo>
                  <a:lnTo>
                    <a:pt x="16857" y="77026"/>
                  </a:lnTo>
                  <a:lnTo>
                    <a:pt x="14596" y="79278"/>
                  </a:lnTo>
                  <a:lnTo>
                    <a:pt x="8322" y="76883"/>
                  </a:lnTo>
                  <a:lnTo>
                    <a:pt x="8530" y="76159"/>
                  </a:lnTo>
                  <a:lnTo>
                    <a:pt x="5457" y="73568"/>
                  </a:lnTo>
                  <a:lnTo>
                    <a:pt x="4151" y="73776"/>
                  </a:lnTo>
                  <a:lnTo>
                    <a:pt x="4502" y="73071"/>
                  </a:lnTo>
                  <a:lnTo>
                    <a:pt x="3595" y="70359"/>
                  </a:lnTo>
                  <a:lnTo>
                    <a:pt x="0" y="69687"/>
                  </a:lnTo>
                  <a:lnTo>
                    <a:pt x="1546" y="59643"/>
                  </a:lnTo>
                  <a:lnTo>
                    <a:pt x="4062" y="57565"/>
                  </a:lnTo>
                  <a:lnTo>
                    <a:pt x="5240" y="55091"/>
                  </a:lnTo>
                  <a:lnTo>
                    <a:pt x="2939" y="54045"/>
                  </a:lnTo>
                  <a:lnTo>
                    <a:pt x="3019" y="53458"/>
                  </a:lnTo>
                  <a:lnTo>
                    <a:pt x="9347" y="51134"/>
                  </a:lnTo>
                  <a:lnTo>
                    <a:pt x="12895" y="48148"/>
                  </a:lnTo>
                  <a:lnTo>
                    <a:pt x="16872" y="43003"/>
                  </a:lnTo>
                  <a:lnTo>
                    <a:pt x="20273" y="36148"/>
                  </a:lnTo>
                  <a:lnTo>
                    <a:pt x="21320" y="30579"/>
                  </a:lnTo>
                  <a:lnTo>
                    <a:pt x="20608" y="27118"/>
                  </a:lnTo>
                  <a:lnTo>
                    <a:pt x="21316" y="22125"/>
                  </a:lnTo>
                  <a:lnTo>
                    <a:pt x="19984" y="19813"/>
                  </a:lnTo>
                  <a:lnTo>
                    <a:pt x="18278" y="20890"/>
                  </a:lnTo>
                  <a:lnTo>
                    <a:pt x="17356" y="20565"/>
                  </a:lnTo>
                  <a:lnTo>
                    <a:pt x="15568" y="18842"/>
                  </a:lnTo>
                  <a:lnTo>
                    <a:pt x="15685" y="16521"/>
                  </a:lnTo>
                  <a:lnTo>
                    <a:pt x="6597" y="16362"/>
                  </a:lnTo>
                  <a:lnTo>
                    <a:pt x="7719" y="13289"/>
                  </a:lnTo>
                  <a:lnTo>
                    <a:pt x="8997" y="12176"/>
                  </a:lnTo>
                  <a:lnTo>
                    <a:pt x="10230" y="12701"/>
                  </a:lnTo>
                  <a:lnTo>
                    <a:pt x="11059" y="11090"/>
                  </a:lnTo>
                  <a:lnTo>
                    <a:pt x="13588" y="7897"/>
                  </a:lnTo>
                  <a:lnTo>
                    <a:pt x="13958" y="4315"/>
                  </a:lnTo>
                  <a:lnTo>
                    <a:pt x="2474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5" name="ph7255"/>
            <p:cNvSpPr/>
            <p:nvPr/>
          </p:nvSpPr>
          <p:spPr>
            <a:xfrm>
              <a:off x="10384372" y="2871750"/>
              <a:ext cx="21704" cy="23484"/>
            </a:xfrm>
            <a:custGeom>
              <a:avLst/>
              <a:pathLst>
                <a:path w="21704" h="23484">
                  <a:moveTo>
                    <a:pt x="10465" y="0"/>
                  </a:moveTo>
                  <a:lnTo>
                    <a:pt x="11657" y="991"/>
                  </a:lnTo>
                  <a:lnTo>
                    <a:pt x="11462" y="3927"/>
                  </a:lnTo>
                  <a:lnTo>
                    <a:pt x="12084" y="5584"/>
                  </a:lnTo>
                  <a:lnTo>
                    <a:pt x="16415" y="4920"/>
                  </a:lnTo>
                  <a:lnTo>
                    <a:pt x="21704" y="6182"/>
                  </a:lnTo>
                  <a:lnTo>
                    <a:pt x="21432" y="7998"/>
                  </a:lnTo>
                  <a:lnTo>
                    <a:pt x="17446" y="13802"/>
                  </a:lnTo>
                  <a:lnTo>
                    <a:pt x="16694" y="16261"/>
                  </a:lnTo>
                  <a:lnTo>
                    <a:pt x="17407" y="17059"/>
                  </a:lnTo>
                  <a:lnTo>
                    <a:pt x="19695" y="17448"/>
                  </a:lnTo>
                  <a:lnTo>
                    <a:pt x="20484" y="20656"/>
                  </a:lnTo>
                  <a:lnTo>
                    <a:pt x="12644" y="23257"/>
                  </a:lnTo>
                  <a:lnTo>
                    <a:pt x="10256" y="23432"/>
                  </a:lnTo>
                  <a:lnTo>
                    <a:pt x="9026" y="23484"/>
                  </a:lnTo>
                  <a:lnTo>
                    <a:pt x="5410" y="21492"/>
                  </a:lnTo>
                  <a:lnTo>
                    <a:pt x="7718" y="20363"/>
                  </a:lnTo>
                  <a:lnTo>
                    <a:pt x="7740" y="19547"/>
                  </a:lnTo>
                  <a:lnTo>
                    <a:pt x="2673" y="14538"/>
                  </a:lnTo>
                  <a:lnTo>
                    <a:pt x="989" y="12074"/>
                  </a:lnTo>
                  <a:lnTo>
                    <a:pt x="1109" y="9558"/>
                  </a:lnTo>
                  <a:lnTo>
                    <a:pt x="0" y="8709"/>
                  </a:lnTo>
                  <a:lnTo>
                    <a:pt x="1334" y="9286"/>
                  </a:lnTo>
                  <a:lnTo>
                    <a:pt x="3240" y="9033"/>
                  </a:lnTo>
                  <a:lnTo>
                    <a:pt x="6938" y="4676"/>
                  </a:lnTo>
                  <a:lnTo>
                    <a:pt x="8289" y="178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6" name="ph7256"/>
            <p:cNvSpPr/>
            <p:nvPr/>
          </p:nvSpPr>
          <p:spPr>
            <a:xfrm>
              <a:off x="10450956" y="2842736"/>
              <a:ext cx="29300" cy="29124"/>
            </a:xfrm>
            <a:custGeom>
              <a:avLst/>
              <a:pathLst>
                <a:path w="29300" h="29124">
                  <a:moveTo>
                    <a:pt x="2323" y="0"/>
                  </a:moveTo>
                  <a:lnTo>
                    <a:pt x="6615" y="1603"/>
                  </a:lnTo>
                  <a:lnTo>
                    <a:pt x="10237" y="4326"/>
                  </a:lnTo>
                  <a:lnTo>
                    <a:pt x="14552" y="6262"/>
                  </a:lnTo>
                  <a:lnTo>
                    <a:pt x="21194" y="6081"/>
                  </a:lnTo>
                  <a:lnTo>
                    <a:pt x="23213" y="4885"/>
                  </a:lnTo>
                  <a:lnTo>
                    <a:pt x="24690" y="2433"/>
                  </a:lnTo>
                  <a:lnTo>
                    <a:pt x="26913" y="1351"/>
                  </a:lnTo>
                  <a:lnTo>
                    <a:pt x="29095" y="1507"/>
                  </a:lnTo>
                  <a:lnTo>
                    <a:pt x="27937" y="2749"/>
                  </a:lnTo>
                  <a:lnTo>
                    <a:pt x="29300" y="9609"/>
                  </a:lnTo>
                  <a:lnTo>
                    <a:pt x="26897" y="15138"/>
                  </a:lnTo>
                  <a:lnTo>
                    <a:pt x="24289" y="15374"/>
                  </a:lnTo>
                  <a:lnTo>
                    <a:pt x="19192" y="14219"/>
                  </a:lnTo>
                  <a:lnTo>
                    <a:pt x="15013" y="14946"/>
                  </a:lnTo>
                  <a:lnTo>
                    <a:pt x="14042" y="18476"/>
                  </a:lnTo>
                  <a:lnTo>
                    <a:pt x="14269" y="21386"/>
                  </a:lnTo>
                  <a:lnTo>
                    <a:pt x="16118" y="22518"/>
                  </a:lnTo>
                  <a:lnTo>
                    <a:pt x="20819" y="22162"/>
                  </a:lnTo>
                  <a:lnTo>
                    <a:pt x="19214" y="24253"/>
                  </a:lnTo>
                  <a:lnTo>
                    <a:pt x="19343" y="25481"/>
                  </a:lnTo>
                  <a:lnTo>
                    <a:pt x="22867" y="28450"/>
                  </a:lnTo>
                  <a:lnTo>
                    <a:pt x="22009" y="29124"/>
                  </a:lnTo>
                  <a:lnTo>
                    <a:pt x="19539" y="29066"/>
                  </a:lnTo>
                  <a:lnTo>
                    <a:pt x="14686" y="26800"/>
                  </a:lnTo>
                  <a:lnTo>
                    <a:pt x="13470" y="25565"/>
                  </a:lnTo>
                  <a:lnTo>
                    <a:pt x="14288" y="24368"/>
                  </a:lnTo>
                  <a:lnTo>
                    <a:pt x="11536" y="24353"/>
                  </a:lnTo>
                  <a:lnTo>
                    <a:pt x="8840" y="20579"/>
                  </a:lnTo>
                  <a:lnTo>
                    <a:pt x="9054" y="16821"/>
                  </a:lnTo>
                  <a:lnTo>
                    <a:pt x="799" y="7071"/>
                  </a:lnTo>
                  <a:lnTo>
                    <a:pt x="0" y="4704"/>
                  </a:lnTo>
                  <a:lnTo>
                    <a:pt x="34" y="979"/>
                  </a:lnTo>
                  <a:lnTo>
                    <a:pt x="1304" y="35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7" name="ph7257"/>
            <p:cNvSpPr/>
            <p:nvPr/>
          </p:nvSpPr>
          <p:spPr>
            <a:xfrm>
              <a:off x="10414155" y="2662225"/>
              <a:ext cx="42923" cy="44130"/>
            </a:xfrm>
            <a:custGeom>
              <a:avLst/>
              <a:pathLst>
                <a:path w="42923" h="44130">
                  <a:moveTo>
                    <a:pt x="30451" y="6966"/>
                  </a:moveTo>
                  <a:lnTo>
                    <a:pt x="30576" y="11509"/>
                  </a:lnTo>
                  <a:lnTo>
                    <a:pt x="33809" y="14353"/>
                  </a:lnTo>
                  <a:lnTo>
                    <a:pt x="35880" y="14865"/>
                  </a:lnTo>
                  <a:lnTo>
                    <a:pt x="36600" y="17093"/>
                  </a:lnTo>
                  <a:lnTo>
                    <a:pt x="39099" y="18749"/>
                  </a:lnTo>
                  <a:lnTo>
                    <a:pt x="41009" y="18984"/>
                  </a:lnTo>
                  <a:lnTo>
                    <a:pt x="42923" y="22522"/>
                  </a:lnTo>
                  <a:lnTo>
                    <a:pt x="42540" y="25535"/>
                  </a:lnTo>
                  <a:lnTo>
                    <a:pt x="38338" y="33154"/>
                  </a:lnTo>
                  <a:lnTo>
                    <a:pt x="37564" y="35028"/>
                  </a:lnTo>
                  <a:lnTo>
                    <a:pt x="38164" y="38446"/>
                  </a:lnTo>
                  <a:lnTo>
                    <a:pt x="37582" y="41860"/>
                  </a:lnTo>
                  <a:lnTo>
                    <a:pt x="35059" y="40870"/>
                  </a:lnTo>
                  <a:lnTo>
                    <a:pt x="33128" y="43876"/>
                  </a:lnTo>
                  <a:lnTo>
                    <a:pt x="30675" y="44130"/>
                  </a:lnTo>
                  <a:lnTo>
                    <a:pt x="25846" y="43137"/>
                  </a:lnTo>
                  <a:lnTo>
                    <a:pt x="22905" y="44091"/>
                  </a:lnTo>
                  <a:lnTo>
                    <a:pt x="20654" y="39348"/>
                  </a:lnTo>
                  <a:lnTo>
                    <a:pt x="23225" y="37893"/>
                  </a:lnTo>
                  <a:lnTo>
                    <a:pt x="23171" y="36595"/>
                  </a:lnTo>
                  <a:lnTo>
                    <a:pt x="21351" y="33673"/>
                  </a:lnTo>
                  <a:lnTo>
                    <a:pt x="22703" y="30672"/>
                  </a:lnTo>
                  <a:lnTo>
                    <a:pt x="25427" y="29384"/>
                  </a:lnTo>
                  <a:lnTo>
                    <a:pt x="27508" y="24800"/>
                  </a:lnTo>
                  <a:lnTo>
                    <a:pt x="20519" y="25950"/>
                  </a:lnTo>
                  <a:lnTo>
                    <a:pt x="17123" y="23987"/>
                  </a:lnTo>
                  <a:lnTo>
                    <a:pt x="6872" y="22234"/>
                  </a:lnTo>
                  <a:lnTo>
                    <a:pt x="2316" y="19740"/>
                  </a:lnTo>
                  <a:lnTo>
                    <a:pt x="0" y="20846"/>
                  </a:lnTo>
                  <a:lnTo>
                    <a:pt x="701" y="17274"/>
                  </a:lnTo>
                  <a:lnTo>
                    <a:pt x="1741" y="11975"/>
                  </a:lnTo>
                  <a:lnTo>
                    <a:pt x="3886" y="11644"/>
                  </a:lnTo>
                  <a:lnTo>
                    <a:pt x="9295" y="15141"/>
                  </a:lnTo>
                  <a:lnTo>
                    <a:pt x="17245" y="14755"/>
                  </a:lnTo>
                  <a:lnTo>
                    <a:pt x="20613" y="12029"/>
                  </a:lnTo>
                  <a:lnTo>
                    <a:pt x="25745" y="9238"/>
                  </a:lnTo>
                  <a:lnTo>
                    <a:pt x="25695" y="7840"/>
                  </a:lnTo>
                  <a:lnTo>
                    <a:pt x="24571" y="7498"/>
                  </a:lnTo>
                  <a:lnTo>
                    <a:pt x="21174" y="8201"/>
                  </a:lnTo>
                  <a:lnTo>
                    <a:pt x="21769" y="1832"/>
                  </a:lnTo>
                  <a:lnTo>
                    <a:pt x="2377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8" name="ph7258"/>
            <p:cNvSpPr/>
            <p:nvPr/>
          </p:nvSpPr>
          <p:spPr>
            <a:xfrm>
              <a:off x="10493106" y="2949982"/>
              <a:ext cx="70236" cy="45887"/>
            </a:xfrm>
            <a:custGeom>
              <a:avLst/>
              <a:pathLst>
                <a:path w="70236" h="45887">
                  <a:moveTo>
                    <a:pt x="11997" y="856"/>
                  </a:moveTo>
                  <a:lnTo>
                    <a:pt x="19378" y="5105"/>
                  </a:lnTo>
                  <a:lnTo>
                    <a:pt x="24816" y="7273"/>
                  </a:lnTo>
                  <a:lnTo>
                    <a:pt x="27802" y="7783"/>
                  </a:lnTo>
                  <a:lnTo>
                    <a:pt x="30237" y="6173"/>
                  </a:lnTo>
                  <a:lnTo>
                    <a:pt x="33213" y="9340"/>
                  </a:lnTo>
                  <a:lnTo>
                    <a:pt x="34498" y="15390"/>
                  </a:lnTo>
                  <a:lnTo>
                    <a:pt x="38701" y="12403"/>
                  </a:lnTo>
                  <a:lnTo>
                    <a:pt x="39915" y="10066"/>
                  </a:lnTo>
                  <a:lnTo>
                    <a:pt x="44518" y="15269"/>
                  </a:lnTo>
                  <a:lnTo>
                    <a:pt x="48114" y="10406"/>
                  </a:lnTo>
                  <a:lnTo>
                    <a:pt x="47925" y="8391"/>
                  </a:lnTo>
                  <a:lnTo>
                    <a:pt x="55106" y="7695"/>
                  </a:lnTo>
                  <a:lnTo>
                    <a:pt x="57913" y="9022"/>
                  </a:lnTo>
                  <a:lnTo>
                    <a:pt x="65609" y="3693"/>
                  </a:lnTo>
                  <a:lnTo>
                    <a:pt x="66499" y="2257"/>
                  </a:lnTo>
                  <a:lnTo>
                    <a:pt x="69525" y="2939"/>
                  </a:lnTo>
                  <a:lnTo>
                    <a:pt x="70236" y="4847"/>
                  </a:lnTo>
                  <a:lnTo>
                    <a:pt x="67907" y="6208"/>
                  </a:lnTo>
                  <a:lnTo>
                    <a:pt x="67301" y="8522"/>
                  </a:lnTo>
                  <a:lnTo>
                    <a:pt x="70009" y="9981"/>
                  </a:lnTo>
                  <a:lnTo>
                    <a:pt x="67260" y="12435"/>
                  </a:lnTo>
                  <a:lnTo>
                    <a:pt x="63591" y="18155"/>
                  </a:lnTo>
                  <a:lnTo>
                    <a:pt x="60736" y="24056"/>
                  </a:lnTo>
                  <a:lnTo>
                    <a:pt x="57616" y="33200"/>
                  </a:lnTo>
                  <a:lnTo>
                    <a:pt x="55931" y="35633"/>
                  </a:lnTo>
                  <a:lnTo>
                    <a:pt x="52660" y="34611"/>
                  </a:lnTo>
                  <a:lnTo>
                    <a:pt x="46331" y="31033"/>
                  </a:lnTo>
                  <a:lnTo>
                    <a:pt x="44051" y="32254"/>
                  </a:lnTo>
                  <a:lnTo>
                    <a:pt x="41687" y="33728"/>
                  </a:lnTo>
                  <a:lnTo>
                    <a:pt x="38991" y="36546"/>
                  </a:lnTo>
                  <a:lnTo>
                    <a:pt x="38227" y="36947"/>
                  </a:lnTo>
                  <a:lnTo>
                    <a:pt x="35798" y="37643"/>
                  </a:lnTo>
                  <a:lnTo>
                    <a:pt x="33905" y="37215"/>
                  </a:lnTo>
                  <a:lnTo>
                    <a:pt x="33597" y="36254"/>
                  </a:lnTo>
                  <a:lnTo>
                    <a:pt x="31208" y="37060"/>
                  </a:lnTo>
                  <a:lnTo>
                    <a:pt x="27893" y="40008"/>
                  </a:lnTo>
                  <a:lnTo>
                    <a:pt x="23103" y="40683"/>
                  </a:lnTo>
                  <a:lnTo>
                    <a:pt x="20648" y="43185"/>
                  </a:lnTo>
                  <a:lnTo>
                    <a:pt x="16115" y="45526"/>
                  </a:lnTo>
                  <a:lnTo>
                    <a:pt x="13653" y="45887"/>
                  </a:lnTo>
                  <a:lnTo>
                    <a:pt x="13034" y="39468"/>
                  </a:lnTo>
                  <a:lnTo>
                    <a:pt x="8821" y="38235"/>
                  </a:lnTo>
                  <a:lnTo>
                    <a:pt x="6481" y="35523"/>
                  </a:lnTo>
                  <a:lnTo>
                    <a:pt x="9337" y="32303"/>
                  </a:lnTo>
                  <a:lnTo>
                    <a:pt x="9605" y="30778"/>
                  </a:lnTo>
                  <a:lnTo>
                    <a:pt x="8898" y="29584"/>
                  </a:lnTo>
                  <a:lnTo>
                    <a:pt x="7933" y="29850"/>
                  </a:lnTo>
                  <a:lnTo>
                    <a:pt x="3516" y="28263"/>
                  </a:lnTo>
                  <a:lnTo>
                    <a:pt x="0" y="23745"/>
                  </a:lnTo>
                  <a:lnTo>
                    <a:pt x="1752" y="20992"/>
                  </a:lnTo>
                  <a:lnTo>
                    <a:pt x="7516" y="16133"/>
                  </a:lnTo>
                  <a:lnTo>
                    <a:pt x="9133" y="13450"/>
                  </a:lnTo>
                  <a:lnTo>
                    <a:pt x="8826" y="11996"/>
                  </a:lnTo>
                  <a:lnTo>
                    <a:pt x="7446" y="10409"/>
                  </a:lnTo>
                  <a:lnTo>
                    <a:pt x="5719" y="11485"/>
                  </a:lnTo>
                  <a:lnTo>
                    <a:pt x="5182" y="8598"/>
                  </a:lnTo>
                  <a:lnTo>
                    <a:pt x="7853" y="7788"/>
                  </a:lnTo>
                  <a:lnTo>
                    <a:pt x="9169" y="2939"/>
                  </a:lnTo>
                  <a:lnTo>
                    <a:pt x="8262" y="2303"/>
                  </a:lnTo>
                  <a:lnTo>
                    <a:pt x="9093" y="873"/>
                  </a:lnTo>
                  <a:lnTo>
                    <a:pt x="1054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9" name="ph7259"/>
            <p:cNvSpPr/>
            <p:nvPr/>
          </p:nvSpPr>
          <p:spPr>
            <a:xfrm>
              <a:off x="10592784" y="2798955"/>
              <a:ext cx="36847" cy="32902"/>
            </a:xfrm>
            <a:custGeom>
              <a:avLst/>
              <a:pathLst>
                <a:path w="36847" h="32902">
                  <a:moveTo>
                    <a:pt x="19994" y="1032"/>
                  </a:moveTo>
                  <a:lnTo>
                    <a:pt x="21277" y="3250"/>
                  </a:lnTo>
                  <a:lnTo>
                    <a:pt x="22058" y="953"/>
                  </a:lnTo>
                  <a:lnTo>
                    <a:pt x="24323" y="1810"/>
                  </a:lnTo>
                  <a:lnTo>
                    <a:pt x="23659" y="4449"/>
                  </a:lnTo>
                  <a:lnTo>
                    <a:pt x="24801" y="5753"/>
                  </a:lnTo>
                  <a:lnTo>
                    <a:pt x="30470" y="8680"/>
                  </a:lnTo>
                  <a:lnTo>
                    <a:pt x="29769" y="11964"/>
                  </a:lnTo>
                  <a:lnTo>
                    <a:pt x="30319" y="14567"/>
                  </a:lnTo>
                  <a:lnTo>
                    <a:pt x="31341" y="15057"/>
                  </a:lnTo>
                  <a:lnTo>
                    <a:pt x="35462" y="14693"/>
                  </a:lnTo>
                  <a:lnTo>
                    <a:pt x="36847" y="18813"/>
                  </a:lnTo>
                  <a:lnTo>
                    <a:pt x="36427" y="23799"/>
                  </a:lnTo>
                  <a:lnTo>
                    <a:pt x="35347" y="26710"/>
                  </a:lnTo>
                  <a:lnTo>
                    <a:pt x="30816" y="28779"/>
                  </a:lnTo>
                  <a:lnTo>
                    <a:pt x="29996" y="28198"/>
                  </a:lnTo>
                  <a:lnTo>
                    <a:pt x="27043" y="28311"/>
                  </a:lnTo>
                  <a:lnTo>
                    <a:pt x="18269" y="31410"/>
                  </a:lnTo>
                  <a:lnTo>
                    <a:pt x="10758" y="30768"/>
                  </a:lnTo>
                  <a:lnTo>
                    <a:pt x="7939" y="31700"/>
                  </a:lnTo>
                  <a:lnTo>
                    <a:pt x="6836" y="32902"/>
                  </a:lnTo>
                  <a:lnTo>
                    <a:pt x="5816" y="32773"/>
                  </a:lnTo>
                  <a:lnTo>
                    <a:pt x="3988" y="27653"/>
                  </a:lnTo>
                  <a:lnTo>
                    <a:pt x="0" y="22041"/>
                  </a:lnTo>
                  <a:lnTo>
                    <a:pt x="3102" y="15528"/>
                  </a:lnTo>
                  <a:lnTo>
                    <a:pt x="2414" y="13549"/>
                  </a:lnTo>
                  <a:lnTo>
                    <a:pt x="10692" y="7365"/>
                  </a:lnTo>
                  <a:lnTo>
                    <a:pt x="11437" y="4419"/>
                  </a:lnTo>
                  <a:lnTo>
                    <a:pt x="13689" y="2048"/>
                  </a:lnTo>
                  <a:lnTo>
                    <a:pt x="17264" y="17"/>
                  </a:lnTo>
                  <a:lnTo>
                    <a:pt x="1845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0" name="ph7260"/>
            <p:cNvSpPr/>
            <p:nvPr/>
          </p:nvSpPr>
          <p:spPr>
            <a:xfrm>
              <a:off x="10540579" y="2848000"/>
              <a:ext cx="16281" cy="19207"/>
            </a:xfrm>
            <a:custGeom>
              <a:avLst/>
              <a:pathLst>
                <a:path w="16281" h="19207">
                  <a:moveTo>
                    <a:pt x="9831" y="62"/>
                  </a:moveTo>
                  <a:lnTo>
                    <a:pt x="10259" y="545"/>
                  </a:lnTo>
                  <a:lnTo>
                    <a:pt x="9392" y="9430"/>
                  </a:lnTo>
                  <a:lnTo>
                    <a:pt x="16281" y="9619"/>
                  </a:lnTo>
                  <a:lnTo>
                    <a:pt x="15459" y="12473"/>
                  </a:lnTo>
                  <a:lnTo>
                    <a:pt x="13597" y="17140"/>
                  </a:lnTo>
                  <a:lnTo>
                    <a:pt x="11958" y="17838"/>
                  </a:lnTo>
                  <a:lnTo>
                    <a:pt x="8884" y="16936"/>
                  </a:lnTo>
                  <a:lnTo>
                    <a:pt x="7696" y="17507"/>
                  </a:lnTo>
                  <a:lnTo>
                    <a:pt x="7155" y="19161"/>
                  </a:lnTo>
                  <a:lnTo>
                    <a:pt x="17" y="19207"/>
                  </a:lnTo>
                  <a:lnTo>
                    <a:pt x="1471" y="9764"/>
                  </a:lnTo>
                  <a:lnTo>
                    <a:pt x="1716" y="7489"/>
                  </a:lnTo>
                  <a:lnTo>
                    <a:pt x="0" y="6574"/>
                  </a:lnTo>
                  <a:lnTo>
                    <a:pt x="1502" y="4359"/>
                  </a:lnTo>
                  <a:lnTo>
                    <a:pt x="2417" y="3489"/>
                  </a:lnTo>
                  <a:lnTo>
                    <a:pt x="8294" y="1854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1" name="ph7261"/>
            <p:cNvSpPr/>
            <p:nvPr/>
          </p:nvSpPr>
          <p:spPr>
            <a:xfrm>
              <a:off x="10555223" y="2733488"/>
              <a:ext cx="34476" cy="32208"/>
            </a:xfrm>
            <a:custGeom>
              <a:avLst/>
              <a:pathLst>
                <a:path w="34476" h="32208">
                  <a:moveTo>
                    <a:pt x="21417" y="1071"/>
                  </a:moveTo>
                  <a:lnTo>
                    <a:pt x="19477" y="4263"/>
                  </a:lnTo>
                  <a:lnTo>
                    <a:pt x="22438" y="6831"/>
                  </a:lnTo>
                  <a:lnTo>
                    <a:pt x="22898" y="11571"/>
                  </a:lnTo>
                  <a:lnTo>
                    <a:pt x="20758" y="12604"/>
                  </a:lnTo>
                  <a:lnTo>
                    <a:pt x="25275" y="16134"/>
                  </a:lnTo>
                  <a:lnTo>
                    <a:pt x="22870" y="18052"/>
                  </a:lnTo>
                  <a:lnTo>
                    <a:pt x="24423" y="20773"/>
                  </a:lnTo>
                  <a:lnTo>
                    <a:pt x="29286" y="20527"/>
                  </a:lnTo>
                  <a:lnTo>
                    <a:pt x="33331" y="22206"/>
                  </a:lnTo>
                  <a:lnTo>
                    <a:pt x="34476" y="23876"/>
                  </a:lnTo>
                  <a:lnTo>
                    <a:pt x="34296" y="27542"/>
                  </a:lnTo>
                  <a:lnTo>
                    <a:pt x="27446" y="26554"/>
                  </a:lnTo>
                  <a:lnTo>
                    <a:pt x="22546" y="27633"/>
                  </a:lnTo>
                  <a:lnTo>
                    <a:pt x="21296" y="30107"/>
                  </a:lnTo>
                  <a:lnTo>
                    <a:pt x="15319" y="32208"/>
                  </a:lnTo>
                  <a:lnTo>
                    <a:pt x="14372" y="32130"/>
                  </a:lnTo>
                  <a:lnTo>
                    <a:pt x="13276" y="29873"/>
                  </a:lnTo>
                  <a:lnTo>
                    <a:pt x="11267" y="29379"/>
                  </a:lnTo>
                  <a:lnTo>
                    <a:pt x="8080" y="30959"/>
                  </a:lnTo>
                  <a:lnTo>
                    <a:pt x="8036" y="27525"/>
                  </a:lnTo>
                  <a:lnTo>
                    <a:pt x="6753" y="26577"/>
                  </a:lnTo>
                  <a:lnTo>
                    <a:pt x="4955" y="23494"/>
                  </a:lnTo>
                  <a:lnTo>
                    <a:pt x="5801" y="22514"/>
                  </a:lnTo>
                  <a:lnTo>
                    <a:pt x="4791" y="21046"/>
                  </a:lnTo>
                  <a:lnTo>
                    <a:pt x="4205" y="20899"/>
                  </a:lnTo>
                  <a:lnTo>
                    <a:pt x="2868" y="22232"/>
                  </a:lnTo>
                  <a:lnTo>
                    <a:pt x="1501" y="21808"/>
                  </a:lnTo>
                  <a:lnTo>
                    <a:pt x="0" y="16133"/>
                  </a:lnTo>
                  <a:lnTo>
                    <a:pt x="4820" y="13454"/>
                  </a:lnTo>
                  <a:lnTo>
                    <a:pt x="5528" y="9214"/>
                  </a:lnTo>
                  <a:lnTo>
                    <a:pt x="351" y="8403"/>
                  </a:lnTo>
                  <a:lnTo>
                    <a:pt x="69" y="7101"/>
                  </a:lnTo>
                  <a:lnTo>
                    <a:pt x="1692" y="3710"/>
                  </a:lnTo>
                  <a:lnTo>
                    <a:pt x="6507" y="3303"/>
                  </a:lnTo>
                  <a:lnTo>
                    <a:pt x="7655" y="3550"/>
                  </a:lnTo>
                  <a:lnTo>
                    <a:pt x="8249" y="4637"/>
                  </a:lnTo>
                  <a:lnTo>
                    <a:pt x="11033" y="4366"/>
                  </a:lnTo>
                  <a:lnTo>
                    <a:pt x="15725" y="1137"/>
                  </a:lnTo>
                  <a:lnTo>
                    <a:pt x="172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2" name="ph7262"/>
            <p:cNvSpPr/>
            <p:nvPr/>
          </p:nvSpPr>
          <p:spPr>
            <a:xfrm>
              <a:off x="10471553" y="2761975"/>
              <a:ext cx="33413" cy="45019"/>
            </a:xfrm>
            <a:custGeom>
              <a:avLst/>
              <a:pathLst>
                <a:path w="33413" h="45019">
                  <a:moveTo>
                    <a:pt x="18264" y="0"/>
                  </a:moveTo>
                  <a:lnTo>
                    <a:pt x="27376" y="4609"/>
                  </a:lnTo>
                  <a:lnTo>
                    <a:pt x="24789" y="7317"/>
                  </a:lnTo>
                  <a:lnTo>
                    <a:pt x="24169" y="12238"/>
                  </a:lnTo>
                  <a:lnTo>
                    <a:pt x="24555" y="12718"/>
                  </a:lnTo>
                  <a:lnTo>
                    <a:pt x="26233" y="11321"/>
                  </a:lnTo>
                  <a:lnTo>
                    <a:pt x="28099" y="11737"/>
                  </a:lnTo>
                  <a:lnTo>
                    <a:pt x="27703" y="15637"/>
                  </a:lnTo>
                  <a:lnTo>
                    <a:pt x="26625" y="16513"/>
                  </a:lnTo>
                  <a:lnTo>
                    <a:pt x="21994" y="17328"/>
                  </a:lnTo>
                  <a:lnTo>
                    <a:pt x="20935" y="17953"/>
                  </a:lnTo>
                  <a:lnTo>
                    <a:pt x="20939" y="18911"/>
                  </a:lnTo>
                  <a:lnTo>
                    <a:pt x="24327" y="20032"/>
                  </a:lnTo>
                  <a:lnTo>
                    <a:pt x="24502" y="23790"/>
                  </a:lnTo>
                  <a:lnTo>
                    <a:pt x="25824" y="25909"/>
                  </a:lnTo>
                  <a:lnTo>
                    <a:pt x="27871" y="24828"/>
                  </a:lnTo>
                  <a:lnTo>
                    <a:pt x="29848" y="25769"/>
                  </a:lnTo>
                  <a:lnTo>
                    <a:pt x="33000" y="31596"/>
                  </a:lnTo>
                  <a:lnTo>
                    <a:pt x="33413" y="34759"/>
                  </a:lnTo>
                  <a:lnTo>
                    <a:pt x="32567" y="35997"/>
                  </a:lnTo>
                  <a:lnTo>
                    <a:pt x="28993" y="39284"/>
                  </a:lnTo>
                  <a:lnTo>
                    <a:pt x="24434" y="40415"/>
                  </a:lnTo>
                  <a:lnTo>
                    <a:pt x="21306" y="42594"/>
                  </a:lnTo>
                  <a:lnTo>
                    <a:pt x="15586" y="45019"/>
                  </a:lnTo>
                  <a:lnTo>
                    <a:pt x="9469" y="43068"/>
                  </a:lnTo>
                  <a:lnTo>
                    <a:pt x="6238" y="40380"/>
                  </a:lnTo>
                  <a:lnTo>
                    <a:pt x="6883" y="37222"/>
                  </a:lnTo>
                  <a:lnTo>
                    <a:pt x="3874" y="34412"/>
                  </a:lnTo>
                  <a:lnTo>
                    <a:pt x="4778" y="28750"/>
                  </a:lnTo>
                  <a:lnTo>
                    <a:pt x="0" y="18568"/>
                  </a:lnTo>
                  <a:lnTo>
                    <a:pt x="1823" y="17264"/>
                  </a:lnTo>
                  <a:lnTo>
                    <a:pt x="1265" y="14840"/>
                  </a:lnTo>
                  <a:lnTo>
                    <a:pt x="2687" y="5658"/>
                  </a:lnTo>
                  <a:lnTo>
                    <a:pt x="8341" y="3260"/>
                  </a:lnTo>
                  <a:lnTo>
                    <a:pt x="10652" y="4874"/>
                  </a:lnTo>
                  <a:lnTo>
                    <a:pt x="12254" y="3462"/>
                  </a:lnTo>
                  <a:lnTo>
                    <a:pt x="12638" y="1130"/>
                  </a:lnTo>
                  <a:lnTo>
                    <a:pt x="15733" y="145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3" name="ph7263"/>
            <p:cNvSpPr/>
            <p:nvPr/>
          </p:nvSpPr>
          <p:spPr>
            <a:xfrm>
              <a:off x="10397076" y="2564106"/>
              <a:ext cx="34364" cy="52421"/>
            </a:xfrm>
            <a:custGeom>
              <a:avLst/>
              <a:pathLst>
                <a:path w="34364" h="52421">
                  <a:moveTo>
                    <a:pt x="17073" y="0"/>
                  </a:moveTo>
                  <a:lnTo>
                    <a:pt x="17905" y="1815"/>
                  </a:lnTo>
                  <a:lnTo>
                    <a:pt x="32218" y="2195"/>
                  </a:lnTo>
                  <a:lnTo>
                    <a:pt x="34364" y="4795"/>
                  </a:lnTo>
                  <a:lnTo>
                    <a:pt x="32615" y="12243"/>
                  </a:lnTo>
                  <a:lnTo>
                    <a:pt x="33123" y="15046"/>
                  </a:lnTo>
                  <a:lnTo>
                    <a:pt x="31850" y="16670"/>
                  </a:lnTo>
                  <a:lnTo>
                    <a:pt x="26733" y="18498"/>
                  </a:lnTo>
                  <a:lnTo>
                    <a:pt x="22757" y="20899"/>
                  </a:lnTo>
                  <a:lnTo>
                    <a:pt x="20483" y="27215"/>
                  </a:lnTo>
                  <a:lnTo>
                    <a:pt x="20611" y="33138"/>
                  </a:lnTo>
                  <a:lnTo>
                    <a:pt x="18694" y="36676"/>
                  </a:lnTo>
                  <a:lnTo>
                    <a:pt x="21336" y="39870"/>
                  </a:lnTo>
                  <a:lnTo>
                    <a:pt x="21221" y="40564"/>
                  </a:lnTo>
                  <a:lnTo>
                    <a:pt x="14566" y="49721"/>
                  </a:lnTo>
                  <a:lnTo>
                    <a:pt x="8419" y="52421"/>
                  </a:lnTo>
                  <a:lnTo>
                    <a:pt x="5530" y="49090"/>
                  </a:lnTo>
                  <a:lnTo>
                    <a:pt x="3876" y="45665"/>
                  </a:lnTo>
                  <a:lnTo>
                    <a:pt x="4766" y="45640"/>
                  </a:lnTo>
                  <a:lnTo>
                    <a:pt x="8187" y="39114"/>
                  </a:lnTo>
                  <a:lnTo>
                    <a:pt x="13457" y="34115"/>
                  </a:lnTo>
                  <a:lnTo>
                    <a:pt x="14174" y="32423"/>
                  </a:lnTo>
                  <a:lnTo>
                    <a:pt x="13103" y="29422"/>
                  </a:lnTo>
                  <a:lnTo>
                    <a:pt x="6109" y="25235"/>
                  </a:lnTo>
                  <a:lnTo>
                    <a:pt x="6860" y="24413"/>
                  </a:lnTo>
                  <a:lnTo>
                    <a:pt x="7171" y="21317"/>
                  </a:lnTo>
                  <a:lnTo>
                    <a:pt x="6708" y="18653"/>
                  </a:lnTo>
                  <a:lnTo>
                    <a:pt x="4402" y="17456"/>
                  </a:lnTo>
                  <a:lnTo>
                    <a:pt x="3219" y="13824"/>
                  </a:lnTo>
                  <a:lnTo>
                    <a:pt x="5233" y="9492"/>
                  </a:lnTo>
                  <a:lnTo>
                    <a:pt x="0" y="7047"/>
                  </a:lnTo>
                  <a:lnTo>
                    <a:pt x="913" y="3341"/>
                  </a:lnTo>
                  <a:lnTo>
                    <a:pt x="4235" y="637"/>
                  </a:lnTo>
                  <a:lnTo>
                    <a:pt x="6025" y="17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4" name="ph7264"/>
            <p:cNvSpPr/>
            <p:nvPr/>
          </p:nvSpPr>
          <p:spPr>
            <a:xfrm>
              <a:off x="10473522" y="2605107"/>
              <a:ext cx="31763" cy="24224"/>
            </a:xfrm>
            <a:custGeom>
              <a:avLst/>
              <a:pathLst>
                <a:path w="31763" h="24224">
                  <a:moveTo>
                    <a:pt x="11833" y="0"/>
                  </a:moveTo>
                  <a:lnTo>
                    <a:pt x="16177" y="307"/>
                  </a:lnTo>
                  <a:lnTo>
                    <a:pt x="21939" y="3277"/>
                  </a:lnTo>
                  <a:lnTo>
                    <a:pt x="21908" y="6890"/>
                  </a:lnTo>
                  <a:lnTo>
                    <a:pt x="17329" y="11613"/>
                  </a:lnTo>
                  <a:lnTo>
                    <a:pt x="15908" y="15423"/>
                  </a:lnTo>
                  <a:lnTo>
                    <a:pt x="16762" y="16014"/>
                  </a:lnTo>
                  <a:lnTo>
                    <a:pt x="22241" y="14004"/>
                  </a:lnTo>
                  <a:lnTo>
                    <a:pt x="29328" y="14158"/>
                  </a:lnTo>
                  <a:lnTo>
                    <a:pt x="31307" y="16181"/>
                  </a:lnTo>
                  <a:lnTo>
                    <a:pt x="31763" y="18432"/>
                  </a:lnTo>
                  <a:lnTo>
                    <a:pt x="28418" y="22820"/>
                  </a:lnTo>
                  <a:lnTo>
                    <a:pt x="23329" y="24224"/>
                  </a:lnTo>
                  <a:lnTo>
                    <a:pt x="19871" y="17992"/>
                  </a:lnTo>
                  <a:lnTo>
                    <a:pt x="12644" y="15664"/>
                  </a:lnTo>
                  <a:lnTo>
                    <a:pt x="11170" y="16298"/>
                  </a:lnTo>
                  <a:lnTo>
                    <a:pt x="9251" y="18731"/>
                  </a:lnTo>
                  <a:lnTo>
                    <a:pt x="7367" y="19308"/>
                  </a:lnTo>
                  <a:lnTo>
                    <a:pt x="6531" y="18138"/>
                  </a:lnTo>
                  <a:lnTo>
                    <a:pt x="6431" y="15423"/>
                  </a:lnTo>
                  <a:lnTo>
                    <a:pt x="7561" y="13457"/>
                  </a:lnTo>
                  <a:lnTo>
                    <a:pt x="6564" y="12504"/>
                  </a:lnTo>
                  <a:lnTo>
                    <a:pt x="1785" y="12320"/>
                  </a:lnTo>
                  <a:lnTo>
                    <a:pt x="0" y="7122"/>
                  </a:lnTo>
                  <a:lnTo>
                    <a:pt x="238" y="4925"/>
                  </a:lnTo>
                  <a:lnTo>
                    <a:pt x="5751" y="801"/>
                  </a:lnTo>
                  <a:lnTo>
                    <a:pt x="6823" y="2506"/>
                  </a:lnTo>
                  <a:lnTo>
                    <a:pt x="9043" y="67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5" name="ph7265"/>
            <p:cNvSpPr/>
            <p:nvPr/>
          </p:nvSpPr>
          <p:spPr>
            <a:xfrm>
              <a:off x="10374532" y="2747688"/>
              <a:ext cx="42650" cy="31943"/>
            </a:xfrm>
            <a:custGeom>
              <a:avLst/>
              <a:pathLst>
                <a:path w="42650" h="31943">
                  <a:moveTo>
                    <a:pt x="19026" y="1813"/>
                  </a:moveTo>
                  <a:lnTo>
                    <a:pt x="18975" y="4428"/>
                  </a:lnTo>
                  <a:lnTo>
                    <a:pt x="23413" y="8065"/>
                  </a:lnTo>
                  <a:lnTo>
                    <a:pt x="27270" y="7924"/>
                  </a:lnTo>
                  <a:lnTo>
                    <a:pt x="31625" y="13221"/>
                  </a:lnTo>
                  <a:lnTo>
                    <a:pt x="34831" y="14968"/>
                  </a:lnTo>
                  <a:lnTo>
                    <a:pt x="37643" y="15931"/>
                  </a:lnTo>
                  <a:lnTo>
                    <a:pt x="38715" y="15492"/>
                  </a:lnTo>
                  <a:lnTo>
                    <a:pt x="42650" y="17023"/>
                  </a:lnTo>
                  <a:lnTo>
                    <a:pt x="41771" y="22670"/>
                  </a:lnTo>
                  <a:lnTo>
                    <a:pt x="39666" y="26334"/>
                  </a:lnTo>
                  <a:lnTo>
                    <a:pt x="35044" y="29014"/>
                  </a:lnTo>
                  <a:lnTo>
                    <a:pt x="33308" y="31943"/>
                  </a:lnTo>
                  <a:lnTo>
                    <a:pt x="30501" y="31709"/>
                  </a:lnTo>
                  <a:lnTo>
                    <a:pt x="25424" y="23395"/>
                  </a:lnTo>
                  <a:lnTo>
                    <a:pt x="24314" y="23602"/>
                  </a:lnTo>
                  <a:lnTo>
                    <a:pt x="24081" y="25019"/>
                  </a:lnTo>
                  <a:lnTo>
                    <a:pt x="19652" y="29186"/>
                  </a:lnTo>
                  <a:lnTo>
                    <a:pt x="15429" y="31192"/>
                  </a:lnTo>
                  <a:lnTo>
                    <a:pt x="3767" y="28791"/>
                  </a:lnTo>
                  <a:lnTo>
                    <a:pt x="2236" y="28722"/>
                  </a:lnTo>
                  <a:lnTo>
                    <a:pt x="623" y="27690"/>
                  </a:lnTo>
                  <a:lnTo>
                    <a:pt x="70" y="24897"/>
                  </a:lnTo>
                  <a:lnTo>
                    <a:pt x="0" y="20647"/>
                  </a:lnTo>
                  <a:lnTo>
                    <a:pt x="1251" y="16111"/>
                  </a:lnTo>
                  <a:lnTo>
                    <a:pt x="2075" y="15664"/>
                  </a:lnTo>
                  <a:lnTo>
                    <a:pt x="2672" y="13797"/>
                  </a:lnTo>
                  <a:lnTo>
                    <a:pt x="3438" y="8440"/>
                  </a:lnTo>
                  <a:lnTo>
                    <a:pt x="1849" y="6002"/>
                  </a:lnTo>
                  <a:lnTo>
                    <a:pt x="2540" y="2992"/>
                  </a:lnTo>
                  <a:lnTo>
                    <a:pt x="4422" y="1091"/>
                  </a:lnTo>
                  <a:lnTo>
                    <a:pt x="9234" y="2148"/>
                  </a:lnTo>
                  <a:lnTo>
                    <a:pt x="1719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6" name="ph7266"/>
            <p:cNvSpPr/>
            <p:nvPr/>
          </p:nvSpPr>
          <p:spPr>
            <a:xfrm>
              <a:off x="10331963" y="2778801"/>
              <a:ext cx="41709" cy="57170"/>
            </a:xfrm>
            <a:custGeom>
              <a:avLst/>
              <a:pathLst>
                <a:path w="41709" h="57170">
                  <a:moveTo>
                    <a:pt x="3980" y="0"/>
                  </a:moveTo>
                  <a:lnTo>
                    <a:pt x="6926" y="1276"/>
                  </a:lnTo>
                  <a:lnTo>
                    <a:pt x="8472" y="2757"/>
                  </a:lnTo>
                  <a:lnTo>
                    <a:pt x="12862" y="10691"/>
                  </a:lnTo>
                  <a:lnTo>
                    <a:pt x="15416" y="13514"/>
                  </a:lnTo>
                  <a:lnTo>
                    <a:pt x="17781" y="15446"/>
                  </a:lnTo>
                  <a:lnTo>
                    <a:pt x="22622" y="17061"/>
                  </a:lnTo>
                  <a:lnTo>
                    <a:pt x="29671" y="25345"/>
                  </a:lnTo>
                  <a:lnTo>
                    <a:pt x="32653" y="26432"/>
                  </a:lnTo>
                  <a:lnTo>
                    <a:pt x="35950" y="29405"/>
                  </a:lnTo>
                  <a:lnTo>
                    <a:pt x="37088" y="36905"/>
                  </a:lnTo>
                  <a:lnTo>
                    <a:pt x="39864" y="39986"/>
                  </a:lnTo>
                  <a:lnTo>
                    <a:pt x="41709" y="40883"/>
                  </a:lnTo>
                  <a:lnTo>
                    <a:pt x="38518" y="45252"/>
                  </a:lnTo>
                  <a:lnTo>
                    <a:pt x="40917" y="49597"/>
                  </a:lnTo>
                  <a:lnTo>
                    <a:pt x="40290" y="50694"/>
                  </a:lnTo>
                  <a:lnTo>
                    <a:pt x="41534" y="53221"/>
                  </a:lnTo>
                  <a:lnTo>
                    <a:pt x="37112" y="52623"/>
                  </a:lnTo>
                  <a:lnTo>
                    <a:pt x="37909" y="54958"/>
                  </a:lnTo>
                  <a:lnTo>
                    <a:pt x="37061" y="57170"/>
                  </a:lnTo>
                  <a:lnTo>
                    <a:pt x="33197" y="54981"/>
                  </a:lnTo>
                  <a:lnTo>
                    <a:pt x="32691" y="53418"/>
                  </a:lnTo>
                  <a:lnTo>
                    <a:pt x="29413" y="50564"/>
                  </a:lnTo>
                  <a:lnTo>
                    <a:pt x="19770" y="50037"/>
                  </a:lnTo>
                  <a:lnTo>
                    <a:pt x="17848" y="47188"/>
                  </a:lnTo>
                  <a:lnTo>
                    <a:pt x="16529" y="43281"/>
                  </a:lnTo>
                  <a:lnTo>
                    <a:pt x="13458" y="40420"/>
                  </a:lnTo>
                  <a:lnTo>
                    <a:pt x="12526" y="37748"/>
                  </a:lnTo>
                  <a:lnTo>
                    <a:pt x="12359" y="36590"/>
                  </a:lnTo>
                  <a:lnTo>
                    <a:pt x="13189" y="36413"/>
                  </a:lnTo>
                  <a:lnTo>
                    <a:pt x="12348" y="32909"/>
                  </a:lnTo>
                  <a:lnTo>
                    <a:pt x="9079" y="26746"/>
                  </a:lnTo>
                  <a:lnTo>
                    <a:pt x="8595" y="22866"/>
                  </a:lnTo>
                  <a:lnTo>
                    <a:pt x="5096" y="20229"/>
                  </a:lnTo>
                  <a:lnTo>
                    <a:pt x="2510" y="13846"/>
                  </a:lnTo>
                  <a:lnTo>
                    <a:pt x="3063" y="11149"/>
                  </a:lnTo>
                  <a:lnTo>
                    <a:pt x="3378" y="10007"/>
                  </a:lnTo>
                  <a:lnTo>
                    <a:pt x="1083" y="5461"/>
                  </a:lnTo>
                  <a:lnTo>
                    <a:pt x="0" y="119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7" name="ph7267"/>
            <p:cNvSpPr/>
            <p:nvPr/>
          </p:nvSpPr>
          <p:spPr>
            <a:xfrm>
              <a:off x="10366657" y="2902377"/>
              <a:ext cx="20104" cy="25074"/>
            </a:xfrm>
            <a:custGeom>
              <a:avLst/>
              <a:pathLst>
                <a:path w="20104" h="25074">
                  <a:moveTo>
                    <a:pt x="3944" y="0"/>
                  </a:moveTo>
                  <a:lnTo>
                    <a:pt x="6863" y="1734"/>
                  </a:lnTo>
                  <a:lnTo>
                    <a:pt x="6029" y="3141"/>
                  </a:lnTo>
                  <a:lnTo>
                    <a:pt x="8492" y="4585"/>
                  </a:lnTo>
                  <a:lnTo>
                    <a:pt x="12641" y="5749"/>
                  </a:lnTo>
                  <a:lnTo>
                    <a:pt x="13199" y="6833"/>
                  </a:lnTo>
                  <a:lnTo>
                    <a:pt x="12859" y="8273"/>
                  </a:lnTo>
                  <a:lnTo>
                    <a:pt x="11002" y="10368"/>
                  </a:lnTo>
                  <a:lnTo>
                    <a:pt x="11692" y="11436"/>
                  </a:lnTo>
                  <a:lnTo>
                    <a:pt x="18471" y="10719"/>
                  </a:lnTo>
                  <a:lnTo>
                    <a:pt x="19543" y="11460"/>
                  </a:lnTo>
                  <a:lnTo>
                    <a:pt x="18169" y="12822"/>
                  </a:lnTo>
                  <a:lnTo>
                    <a:pt x="17669" y="15148"/>
                  </a:lnTo>
                  <a:lnTo>
                    <a:pt x="19628" y="17188"/>
                  </a:lnTo>
                  <a:lnTo>
                    <a:pt x="20104" y="24535"/>
                  </a:lnTo>
                  <a:lnTo>
                    <a:pt x="17039" y="25074"/>
                  </a:lnTo>
                  <a:lnTo>
                    <a:pt x="15567" y="23342"/>
                  </a:lnTo>
                  <a:lnTo>
                    <a:pt x="14053" y="19742"/>
                  </a:lnTo>
                  <a:lnTo>
                    <a:pt x="9274" y="17565"/>
                  </a:lnTo>
                  <a:lnTo>
                    <a:pt x="8283" y="16416"/>
                  </a:lnTo>
                  <a:lnTo>
                    <a:pt x="5387" y="9244"/>
                  </a:lnTo>
                  <a:lnTo>
                    <a:pt x="3806" y="8766"/>
                  </a:lnTo>
                  <a:lnTo>
                    <a:pt x="0" y="5076"/>
                  </a:lnTo>
                  <a:lnTo>
                    <a:pt x="613" y="3002"/>
                  </a:lnTo>
                  <a:lnTo>
                    <a:pt x="64" y="92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8" name="ph7268"/>
            <p:cNvSpPr/>
            <p:nvPr/>
          </p:nvSpPr>
          <p:spPr>
            <a:xfrm>
              <a:off x="10373049" y="2785472"/>
              <a:ext cx="25903" cy="29794"/>
            </a:xfrm>
            <a:custGeom>
              <a:avLst/>
              <a:pathLst>
                <a:path w="25903" h="29794">
                  <a:moveTo>
                    <a:pt x="17704" y="0"/>
                  </a:moveTo>
                  <a:lnTo>
                    <a:pt x="19973" y="2129"/>
                  </a:lnTo>
                  <a:lnTo>
                    <a:pt x="20696" y="8986"/>
                  </a:lnTo>
                  <a:lnTo>
                    <a:pt x="20213" y="12010"/>
                  </a:lnTo>
                  <a:lnTo>
                    <a:pt x="25903" y="15652"/>
                  </a:lnTo>
                  <a:lnTo>
                    <a:pt x="24324" y="18406"/>
                  </a:lnTo>
                  <a:lnTo>
                    <a:pt x="21385" y="23697"/>
                  </a:lnTo>
                  <a:lnTo>
                    <a:pt x="21349" y="26662"/>
                  </a:lnTo>
                  <a:lnTo>
                    <a:pt x="20479" y="27805"/>
                  </a:lnTo>
                  <a:lnTo>
                    <a:pt x="16574" y="29794"/>
                  </a:lnTo>
                  <a:lnTo>
                    <a:pt x="13351" y="28287"/>
                  </a:lnTo>
                  <a:lnTo>
                    <a:pt x="3723" y="26623"/>
                  </a:lnTo>
                  <a:lnTo>
                    <a:pt x="3535" y="24572"/>
                  </a:lnTo>
                  <a:lnTo>
                    <a:pt x="2594" y="23115"/>
                  </a:lnTo>
                  <a:lnTo>
                    <a:pt x="1531" y="22517"/>
                  </a:lnTo>
                  <a:lnTo>
                    <a:pt x="0" y="23048"/>
                  </a:lnTo>
                  <a:lnTo>
                    <a:pt x="11" y="18692"/>
                  </a:lnTo>
                  <a:lnTo>
                    <a:pt x="2298" y="18940"/>
                  </a:lnTo>
                  <a:lnTo>
                    <a:pt x="5986" y="17859"/>
                  </a:lnTo>
                  <a:lnTo>
                    <a:pt x="5971" y="15901"/>
                  </a:lnTo>
                  <a:lnTo>
                    <a:pt x="4759" y="13284"/>
                  </a:lnTo>
                  <a:lnTo>
                    <a:pt x="5665" y="11905"/>
                  </a:lnTo>
                  <a:lnTo>
                    <a:pt x="13193" y="13638"/>
                  </a:lnTo>
                  <a:lnTo>
                    <a:pt x="13846" y="12681"/>
                  </a:lnTo>
                  <a:lnTo>
                    <a:pt x="12598" y="11930"/>
                  </a:lnTo>
                  <a:lnTo>
                    <a:pt x="13707" y="4797"/>
                  </a:lnTo>
                  <a:lnTo>
                    <a:pt x="10799" y="3112"/>
                  </a:lnTo>
                  <a:lnTo>
                    <a:pt x="10628" y="2111"/>
                  </a:lnTo>
                  <a:lnTo>
                    <a:pt x="12115" y="8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9" name="ph7269"/>
            <p:cNvSpPr/>
            <p:nvPr/>
          </p:nvSpPr>
          <p:spPr>
            <a:xfrm>
              <a:off x="10576332" y="2684183"/>
              <a:ext cx="51419" cy="44036"/>
            </a:xfrm>
            <a:custGeom>
              <a:avLst/>
              <a:pathLst>
                <a:path w="51419" h="44036">
                  <a:moveTo>
                    <a:pt x="45783" y="159"/>
                  </a:moveTo>
                  <a:lnTo>
                    <a:pt x="45667" y="2480"/>
                  </a:lnTo>
                  <a:lnTo>
                    <a:pt x="47455" y="4203"/>
                  </a:lnTo>
                  <a:lnTo>
                    <a:pt x="48377" y="4528"/>
                  </a:lnTo>
                  <a:lnTo>
                    <a:pt x="50083" y="3451"/>
                  </a:lnTo>
                  <a:lnTo>
                    <a:pt x="51414" y="5763"/>
                  </a:lnTo>
                  <a:lnTo>
                    <a:pt x="50707" y="10756"/>
                  </a:lnTo>
                  <a:lnTo>
                    <a:pt x="51419" y="14217"/>
                  </a:lnTo>
                  <a:lnTo>
                    <a:pt x="50371" y="19786"/>
                  </a:lnTo>
                  <a:lnTo>
                    <a:pt x="46970" y="26641"/>
                  </a:lnTo>
                  <a:lnTo>
                    <a:pt x="42993" y="31786"/>
                  </a:lnTo>
                  <a:lnTo>
                    <a:pt x="39446" y="34772"/>
                  </a:lnTo>
                  <a:lnTo>
                    <a:pt x="33117" y="37096"/>
                  </a:lnTo>
                  <a:lnTo>
                    <a:pt x="33037" y="37683"/>
                  </a:lnTo>
                  <a:lnTo>
                    <a:pt x="35338" y="38729"/>
                  </a:lnTo>
                  <a:lnTo>
                    <a:pt x="34160" y="41203"/>
                  </a:lnTo>
                  <a:lnTo>
                    <a:pt x="31645" y="43281"/>
                  </a:lnTo>
                  <a:lnTo>
                    <a:pt x="30577" y="44036"/>
                  </a:lnTo>
                  <a:lnTo>
                    <a:pt x="28211" y="42720"/>
                  </a:lnTo>
                  <a:lnTo>
                    <a:pt x="21183" y="43972"/>
                  </a:lnTo>
                  <a:lnTo>
                    <a:pt x="15220" y="43876"/>
                  </a:lnTo>
                  <a:lnTo>
                    <a:pt x="12369" y="43026"/>
                  </a:lnTo>
                  <a:lnTo>
                    <a:pt x="11713" y="41873"/>
                  </a:lnTo>
                  <a:lnTo>
                    <a:pt x="6973" y="41917"/>
                  </a:lnTo>
                  <a:lnTo>
                    <a:pt x="1787" y="40279"/>
                  </a:lnTo>
                  <a:lnTo>
                    <a:pt x="0" y="37594"/>
                  </a:lnTo>
                  <a:lnTo>
                    <a:pt x="7746" y="26452"/>
                  </a:lnTo>
                  <a:lnTo>
                    <a:pt x="6752" y="20260"/>
                  </a:lnTo>
                  <a:lnTo>
                    <a:pt x="5458" y="19847"/>
                  </a:lnTo>
                  <a:lnTo>
                    <a:pt x="5169" y="21619"/>
                  </a:lnTo>
                  <a:lnTo>
                    <a:pt x="3465" y="22672"/>
                  </a:lnTo>
                  <a:lnTo>
                    <a:pt x="3657" y="16869"/>
                  </a:lnTo>
                  <a:lnTo>
                    <a:pt x="5590" y="11833"/>
                  </a:lnTo>
                  <a:lnTo>
                    <a:pt x="12104" y="15371"/>
                  </a:lnTo>
                  <a:lnTo>
                    <a:pt x="13835" y="14857"/>
                  </a:lnTo>
                  <a:lnTo>
                    <a:pt x="15486" y="11712"/>
                  </a:lnTo>
                  <a:lnTo>
                    <a:pt x="22352" y="11713"/>
                  </a:lnTo>
                  <a:lnTo>
                    <a:pt x="24512" y="7744"/>
                  </a:lnTo>
                  <a:lnTo>
                    <a:pt x="28551" y="7565"/>
                  </a:lnTo>
                  <a:lnTo>
                    <a:pt x="32530" y="5522"/>
                  </a:lnTo>
                  <a:lnTo>
                    <a:pt x="35444" y="851"/>
                  </a:lnTo>
                  <a:lnTo>
                    <a:pt x="3669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0" name="ph7270"/>
            <p:cNvSpPr/>
            <p:nvPr/>
          </p:nvSpPr>
          <p:spPr>
            <a:xfrm>
              <a:off x="10372687" y="2892407"/>
              <a:ext cx="32169" cy="20935"/>
            </a:xfrm>
            <a:custGeom>
              <a:avLst/>
              <a:pathLst>
                <a:path w="32169" h="20935">
                  <a:moveTo>
                    <a:pt x="17094" y="836"/>
                  </a:moveTo>
                  <a:lnTo>
                    <a:pt x="20711" y="2827"/>
                  </a:lnTo>
                  <a:lnTo>
                    <a:pt x="21941" y="2775"/>
                  </a:lnTo>
                  <a:lnTo>
                    <a:pt x="24329" y="2600"/>
                  </a:lnTo>
                  <a:lnTo>
                    <a:pt x="32169" y="0"/>
                  </a:lnTo>
                  <a:lnTo>
                    <a:pt x="31418" y="3651"/>
                  </a:lnTo>
                  <a:lnTo>
                    <a:pt x="29027" y="12086"/>
                  </a:lnTo>
                  <a:lnTo>
                    <a:pt x="30161" y="16033"/>
                  </a:lnTo>
                  <a:lnTo>
                    <a:pt x="25285" y="14031"/>
                  </a:lnTo>
                  <a:lnTo>
                    <a:pt x="23211" y="20935"/>
                  </a:lnTo>
                  <a:lnTo>
                    <a:pt x="21496" y="20541"/>
                  </a:lnTo>
                  <a:lnTo>
                    <a:pt x="17976" y="19140"/>
                  </a:lnTo>
                  <a:lnTo>
                    <a:pt x="18374" y="16269"/>
                  </a:lnTo>
                  <a:lnTo>
                    <a:pt x="19242" y="16647"/>
                  </a:lnTo>
                  <a:lnTo>
                    <a:pt x="23318" y="11659"/>
                  </a:lnTo>
                  <a:lnTo>
                    <a:pt x="23208" y="8901"/>
                  </a:lnTo>
                  <a:lnTo>
                    <a:pt x="21346" y="6945"/>
                  </a:lnTo>
                  <a:lnTo>
                    <a:pt x="19632" y="8752"/>
                  </a:lnTo>
                  <a:lnTo>
                    <a:pt x="18780" y="13061"/>
                  </a:lnTo>
                  <a:lnTo>
                    <a:pt x="12727" y="14519"/>
                  </a:lnTo>
                  <a:lnTo>
                    <a:pt x="9717" y="14460"/>
                  </a:lnTo>
                  <a:lnTo>
                    <a:pt x="6612" y="15718"/>
                  </a:lnTo>
                  <a:lnTo>
                    <a:pt x="2462" y="14555"/>
                  </a:lnTo>
                  <a:lnTo>
                    <a:pt x="0" y="13110"/>
                  </a:lnTo>
                  <a:lnTo>
                    <a:pt x="834" y="11704"/>
                  </a:lnTo>
                  <a:lnTo>
                    <a:pt x="2557" y="11309"/>
                  </a:lnTo>
                  <a:lnTo>
                    <a:pt x="7071" y="4106"/>
                  </a:lnTo>
                  <a:lnTo>
                    <a:pt x="11752" y="68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1" name="ph7271"/>
            <p:cNvSpPr/>
            <p:nvPr/>
          </p:nvSpPr>
          <p:spPr>
            <a:xfrm>
              <a:off x="10589632" y="2827154"/>
              <a:ext cx="33968" cy="23636"/>
            </a:xfrm>
            <a:custGeom>
              <a:avLst/>
              <a:pathLst>
                <a:path w="33968" h="23636">
                  <a:moveTo>
                    <a:pt x="30194" y="112"/>
                  </a:moveTo>
                  <a:lnTo>
                    <a:pt x="33148" y="0"/>
                  </a:lnTo>
                  <a:lnTo>
                    <a:pt x="33968" y="581"/>
                  </a:lnTo>
                  <a:lnTo>
                    <a:pt x="31872" y="6200"/>
                  </a:lnTo>
                  <a:lnTo>
                    <a:pt x="26585" y="14393"/>
                  </a:lnTo>
                  <a:lnTo>
                    <a:pt x="24219" y="19720"/>
                  </a:lnTo>
                  <a:lnTo>
                    <a:pt x="22804" y="20443"/>
                  </a:lnTo>
                  <a:lnTo>
                    <a:pt x="16148" y="20354"/>
                  </a:lnTo>
                  <a:lnTo>
                    <a:pt x="14808" y="23147"/>
                  </a:lnTo>
                  <a:lnTo>
                    <a:pt x="10400" y="23636"/>
                  </a:lnTo>
                  <a:lnTo>
                    <a:pt x="2271" y="22658"/>
                  </a:lnTo>
                  <a:lnTo>
                    <a:pt x="0" y="13924"/>
                  </a:lnTo>
                  <a:lnTo>
                    <a:pt x="520" y="11138"/>
                  </a:lnTo>
                  <a:lnTo>
                    <a:pt x="6623" y="7591"/>
                  </a:lnTo>
                  <a:lnTo>
                    <a:pt x="8828" y="7318"/>
                  </a:lnTo>
                  <a:lnTo>
                    <a:pt x="9968" y="6007"/>
                  </a:lnTo>
                  <a:lnTo>
                    <a:pt x="9988" y="4703"/>
                  </a:lnTo>
                  <a:lnTo>
                    <a:pt x="11091" y="3501"/>
                  </a:lnTo>
                  <a:lnTo>
                    <a:pt x="13910" y="2570"/>
                  </a:lnTo>
                  <a:lnTo>
                    <a:pt x="21421" y="321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2" name="ph7272"/>
            <p:cNvSpPr/>
            <p:nvPr/>
          </p:nvSpPr>
          <p:spPr>
            <a:xfrm>
              <a:off x="10417414" y="2855841"/>
              <a:ext cx="28629" cy="28287"/>
            </a:xfrm>
            <a:custGeom>
              <a:avLst/>
              <a:pathLst>
                <a:path w="28629" h="28287">
                  <a:moveTo>
                    <a:pt x="2850" y="0"/>
                  </a:moveTo>
                  <a:lnTo>
                    <a:pt x="6184" y="3119"/>
                  </a:lnTo>
                  <a:lnTo>
                    <a:pt x="9346" y="3846"/>
                  </a:lnTo>
                  <a:lnTo>
                    <a:pt x="12769" y="6622"/>
                  </a:lnTo>
                  <a:lnTo>
                    <a:pt x="15510" y="8896"/>
                  </a:lnTo>
                  <a:lnTo>
                    <a:pt x="18578" y="7007"/>
                  </a:lnTo>
                  <a:lnTo>
                    <a:pt x="20229" y="7177"/>
                  </a:lnTo>
                  <a:lnTo>
                    <a:pt x="20860" y="14293"/>
                  </a:lnTo>
                  <a:lnTo>
                    <a:pt x="23028" y="16419"/>
                  </a:lnTo>
                  <a:lnTo>
                    <a:pt x="28629" y="19855"/>
                  </a:lnTo>
                  <a:lnTo>
                    <a:pt x="26378" y="23706"/>
                  </a:lnTo>
                  <a:lnTo>
                    <a:pt x="23815" y="25683"/>
                  </a:lnTo>
                  <a:lnTo>
                    <a:pt x="22220" y="25396"/>
                  </a:lnTo>
                  <a:lnTo>
                    <a:pt x="14508" y="25025"/>
                  </a:lnTo>
                  <a:lnTo>
                    <a:pt x="11787" y="26311"/>
                  </a:lnTo>
                  <a:lnTo>
                    <a:pt x="10798" y="27957"/>
                  </a:lnTo>
                  <a:lnTo>
                    <a:pt x="8846" y="28287"/>
                  </a:lnTo>
                  <a:lnTo>
                    <a:pt x="7633" y="24463"/>
                  </a:lnTo>
                  <a:lnTo>
                    <a:pt x="8656" y="21319"/>
                  </a:lnTo>
                  <a:lnTo>
                    <a:pt x="8171" y="18592"/>
                  </a:lnTo>
                  <a:lnTo>
                    <a:pt x="7193" y="18460"/>
                  </a:lnTo>
                  <a:lnTo>
                    <a:pt x="6713" y="19374"/>
                  </a:lnTo>
                  <a:lnTo>
                    <a:pt x="3268" y="18078"/>
                  </a:lnTo>
                  <a:lnTo>
                    <a:pt x="2555" y="17266"/>
                  </a:lnTo>
                  <a:lnTo>
                    <a:pt x="2183" y="13502"/>
                  </a:lnTo>
                  <a:lnTo>
                    <a:pt x="384" y="11410"/>
                  </a:lnTo>
                  <a:lnTo>
                    <a:pt x="1162" y="3497"/>
                  </a:lnTo>
                  <a:lnTo>
                    <a:pt x="0" y="929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3" name="ph7273"/>
            <p:cNvSpPr/>
            <p:nvPr/>
          </p:nvSpPr>
          <p:spPr>
            <a:xfrm>
              <a:off x="10547449" y="2813116"/>
              <a:ext cx="30909" cy="29547"/>
            </a:xfrm>
            <a:custGeom>
              <a:avLst/>
              <a:pathLst>
                <a:path w="30909" h="29547">
                  <a:moveTo>
                    <a:pt x="22235" y="0"/>
                  </a:moveTo>
                  <a:lnTo>
                    <a:pt x="27228" y="1660"/>
                  </a:lnTo>
                  <a:lnTo>
                    <a:pt x="29115" y="3158"/>
                  </a:lnTo>
                  <a:lnTo>
                    <a:pt x="29935" y="5074"/>
                  </a:lnTo>
                  <a:lnTo>
                    <a:pt x="29619" y="6690"/>
                  </a:lnTo>
                  <a:lnTo>
                    <a:pt x="27806" y="6978"/>
                  </a:lnTo>
                  <a:lnTo>
                    <a:pt x="27577" y="8906"/>
                  </a:lnTo>
                  <a:lnTo>
                    <a:pt x="29999" y="9412"/>
                  </a:lnTo>
                  <a:lnTo>
                    <a:pt x="29709" y="13900"/>
                  </a:lnTo>
                  <a:lnTo>
                    <a:pt x="30909" y="14700"/>
                  </a:lnTo>
                  <a:lnTo>
                    <a:pt x="30093" y="17216"/>
                  </a:lnTo>
                  <a:lnTo>
                    <a:pt x="27414" y="21440"/>
                  </a:lnTo>
                  <a:lnTo>
                    <a:pt x="26370" y="27306"/>
                  </a:lnTo>
                  <a:lnTo>
                    <a:pt x="14166" y="25456"/>
                  </a:lnTo>
                  <a:lnTo>
                    <a:pt x="11405" y="29547"/>
                  </a:lnTo>
                  <a:lnTo>
                    <a:pt x="8821" y="29391"/>
                  </a:lnTo>
                  <a:lnTo>
                    <a:pt x="10381" y="26456"/>
                  </a:lnTo>
                  <a:lnTo>
                    <a:pt x="9923" y="25516"/>
                  </a:lnTo>
                  <a:lnTo>
                    <a:pt x="2656" y="21761"/>
                  </a:lnTo>
                  <a:lnTo>
                    <a:pt x="1106" y="22029"/>
                  </a:lnTo>
                  <a:lnTo>
                    <a:pt x="0" y="20621"/>
                  </a:lnTo>
                  <a:lnTo>
                    <a:pt x="803" y="17880"/>
                  </a:lnTo>
                  <a:lnTo>
                    <a:pt x="4498" y="16166"/>
                  </a:lnTo>
                  <a:lnTo>
                    <a:pt x="6530" y="17182"/>
                  </a:lnTo>
                  <a:lnTo>
                    <a:pt x="7490" y="14853"/>
                  </a:lnTo>
                  <a:lnTo>
                    <a:pt x="5952" y="10725"/>
                  </a:lnTo>
                  <a:lnTo>
                    <a:pt x="2343" y="10371"/>
                  </a:lnTo>
                  <a:lnTo>
                    <a:pt x="2173" y="8423"/>
                  </a:lnTo>
                  <a:lnTo>
                    <a:pt x="4076" y="7105"/>
                  </a:lnTo>
                  <a:lnTo>
                    <a:pt x="8964" y="5330"/>
                  </a:lnTo>
                  <a:lnTo>
                    <a:pt x="16238" y="11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4" name="ph7274"/>
            <p:cNvSpPr/>
            <p:nvPr/>
          </p:nvSpPr>
          <p:spPr>
            <a:xfrm>
              <a:off x="10439634" y="2874444"/>
              <a:ext cx="14632" cy="12599"/>
            </a:xfrm>
            <a:custGeom>
              <a:avLst/>
              <a:pathLst>
                <a:path w="14632" h="12599">
                  <a:moveTo>
                    <a:pt x="10130" y="0"/>
                  </a:moveTo>
                  <a:lnTo>
                    <a:pt x="14632" y="92"/>
                  </a:lnTo>
                  <a:lnTo>
                    <a:pt x="14255" y="1382"/>
                  </a:lnTo>
                  <a:lnTo>
                    <a:pt x="12404" y="1779"/>
                  </a:lnTo>
                  <a:lnTo>
                    <a:pt x="11661" y="2762"/>
                  </a:lnTo>
                  <a:lnTo>
                    <a:pt x="11903" y="8259"/>
                  </a:lnTo>
                  <a:lnTo>
                    <a:pt x="10344" y="12599"/>
                  </a:lnTo>
                  <a:lnTo>
                    <a:pt x="2631" y="9459"/>
                  </a:lnTo>
                  <a:lnTo>
                    <a:pt x="0" y="6792"/>
                  </a:lnTo>
                  <a:lnTo>
                    <a:pt x="1595" y="7079"/>
                  </a:lnTo>
                  <a:lnTo>
                    <a:pt x="4158" y="5102"/>
                  </a:lnTo>
                  <a:lnTo>
                    <a:pt x="6409" y="1251"/>
                  </a:lnTo>
                  <a:lnTo>
                    <a:pt x="8228" y="135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5" name="ph7275"/>
            <p:cNvSpPr/>
            <p:nvPr/>
          </p:nvSpPr>
          <p:spPr>
            <a:xfrm>
              <a:off x="10474645" y="2882543"/>
              <a:ext cx="20021" cy="23574"/>
            </a:xfrm>
            <a:custGeom>
              <a:avLst/>
              <a:pathLst>
                <a:path w="20021" h="23574">
                  <a:moveTo>
                    <a:pt x="17797" y="2875"/>
                  </a:moveTo>
                  <a:lnTo>
                    <a:pt x="19644" y="6558"/>
                  </a:lnTo>
                  <a:lnTo>
                    <a:pt x="17935" y="7715"/>
                  </a:lnTo>
                  <a:lnTo>
                    <a:pt x="17954" y="8748"/>
                  </a:lnTo>
                  <a:lnTo>
                    <a:pt x="18629" y="11790"/>
                  </a:lnTo>
                  <a:lnTo>
                    <a:pt x="20021" y="13675"/>
                  </a:lnTo>
                  <a:lnTo>
                    <a:pt x="18712" y="23574"/>
                  </a:lnTo>
                  <a:lnTo>
                    <a:pt x="16944" y="23237"/>
                  </a:lnTo>
                  <a:lnTo>
                    <a:pt x="16297" y="19879"/>
                  </a:lnTo>
                  <a:lnTo>
                    <a:pt x="12046" y="17428"/>
                  </a:lnTo>
                  <a:lnTo>
                    <a:pt x="10558" y="17895"/>
                  </a:lnTo>
                  <a:lnTo>
                    <a:pt x="11406" y="19334"/>
                  </a:lnTo>
                  <a:lnTo>
                    <a:pt x="10882" y="21095"/>
                  </a:lnTo>
                  <a:lnTo>
                    <a:pt x="7907" y="23245"/>
                  </a:lnTo>
                  <a:lnTo>
                    <a:pt x="7040" y="23169"/>
                  </a:lnTo>
                  <a:lnTo>
                    <a:pt x="5851" y="19481"/>
                  </a:lnTo>
                  <a:lnTo>
                    <a:pt x="2967" y="16819"/>
                  </a:lnTo>
                  <a:lnTo>
                    <a:pt x="98" y="15449"/>
                  </a:lnTo>
                  <a:lnTo>
                    <a:pt x="0" y="14025"/>
                  </a:lnTo>
                  <a:lnTo>
                    <a:pt x="1061" y="12002"/>
                  </a:lnTo>
                  <a:lnTo>
                    <a:pt x="2810" y="11631"/>
                  </a:lnTo>
                  <a:lnTo>
                    <a:pt x="3962" y="12149"/>
                  </a:lnTo>
                  <a:lnTo>
                    <a:pt x="3991" y="10878"/>
                  </a:lnTo>
                  <a:lnTo>
                    <a:pt x="1539" y="7726"/>
                  </a:lnTo>
                  <a:lnTo>
                    <a:pt x="524" y="7322"/>
                  </a:lnTo>
                  <a:lnTo>
                    <a:pt x="1802" y="5249"/>
                  </a:lnTo>
                  <a:lnTo>
                    <a:pt x="7006" y="7831"/>
                  </a:lnTo>
                  <a:lnTo>
                    <a:pt x="7524" y="3549"/>
                  </a:lnTo>
                  <a:lnTo>
                    <a:pt x="5987" y="2209"/>
                  </a:lnTo>
                  <a:lnTo>
                    <a:pt x="6231" y="1715"/>
                  </a:lnTo>
                  <a:lnTo>
                    <a:pt x="8018" y="404"/>
                  </a:lnTo>
                  <a:lnTo>
                    <a:pt x="11601" y="895"/>
                  </a:lnTo>
                  <a:lnTo>
                    <a:pt x="1173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6" name="ph7276"/>
            <p:cNvSpPr/>
            <p:nvPr/>
          </p:nvSpPr>
          <p:spPr>
            <a:xfrm>
              <a:off x="10417608" y="2803682"/>
              <a:ext cx="35040" cy="30375"/>
            </a:xfrm>
            <a:custGeom>
              <a:avLst/>
              <a:pathLst>
                <a:path w="35040" h="30375">
                  <a:moveTo>
                    <a:pt x="12812" y="611"/>
                  </a:moveTo>
                  <a:lnTo>
                    <a:pt x="18277" y="3967"/>
                  </a:lnTo>
                  <a:lnTo>
                    <a:pt x="21499" y="3088"/>
                  </a:lnTo>
                  <a:lnTo>
                    <a:pt x="21273" y="4099"/>
                  </a:lnTo>
                  <a:lnTo>
                    <a:pt x="22153" y="6046"/>
                  </a:lnTo>
                  <a:lnTo>
                    <a:pt x="24836" y="6154"/>
                  </a:lnTo>
                  <a:lnTo>
                    <a:pt x="28156" y="14697"/>
                  </a:lnTo>
                  <a:lnTo>
                    <a:pt x="32013" y="14691"/>
                  </a:lnTo>
                  <a:lnTo>
                    <a:pt x="35004" y="16051"/>
                  </a:lnTo>
                  <a:lnTo>
                    <a:pt x="35040" y="17467"/>
                  </a:lnTo>
                  <a:lnTo>
                    <a:pt x="30772" y="22244"/>
                  </a:lnTo>
                  <a:lnTo>
                    <a:pt x="28398" y="27221"/>
                  </a:lnTo>
                  <a:lnTo>
                    <a:pt x="28830" y="29264"/>
                  </a:lnTo>
                  <a:lnTo>
                    <a:pt x="28086" y="30375"/>
                  </a:lnTo>
                  <a:lnTo>
                    <a:pt x="18019" y="28152"/>
                  </a:lnTo>
                  <a:lnTo>
                    <a:pt x="14827" y="26602"/>
                  </a:lnTo>
                  <a:lnTo>
                    <a:pt x="12284" y="21491"/>
                  </a:lnTo>
                  <a:lnTo>
                    <a:pt x="2020" y="17390"/>
                  </a:lnTo>
                  <a:lnTo>
                    <a:pt x="0" y="17991"/>
                  </a:lnTo>
                  <a:lnTo>
                    <a:pt x="123" y="17005"/>
                  </a:lnTo>
                  <a:lnTo>
                    <a:pt x="4403" y="12836"/>
                  </a:lnTo>
                  <a:lnTo>
                    <a:pt x="9004" y="10254"/>
                  </a:lnTo>
                  <a:lnTo>
                    <a:pt x="10295" y="6596"/>
                  </a:lnTo>
                  <a:lnTo>
                    <a:pt x="7680" y="2094"/>
                  </a:lnTo>
                  <a:lnTo>
                    <a:pt x="8720" y="105"/>
                  </a:lnTo>
                  <a:lnTo>
                    <a:pt x="99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7" name="ph7277"/>
            <p:cNvSpPr/>
            <p:nvPr/>
          </p:nvSpPr>
          <p:spPr>
            <a:xfrm>
              <a:off x="10433217" y="2897758"/>
              <a:ext cx="22586" cy="20863"/>
            </a:xfrm>
            <a:custGeom>
              <a:avLst/>
              <a:pathLst>
                <a:path w="22586" h="20863">
                  <a:moveTo>
                    <a:pt x="22566" y="4520"/>
                  </a:moveTo>
                  <a:lnTo>
                    <a:pt x="22586" y="6161"/>
                  </a:lnTo>
                  <a:lnTo>
                    <a:pt x="17802" y="10105"/>
                  </a:lnTo>
                  <a:lnTo>
                    <a:pt x="15104" y="14923"/>
                  </a:lnTo>
                  <a:lnTo>
                    <a:pt x="17446" y="20782"/>
                  </a:lnTo>
                  <a:lnTo>
                    <a:pt x="10097" y="20863"/>
                  </a:lnTo>
                  <a:lnTo>
                    <a:pt x="8490" y="20214"/>
                  </a:lnTo>
                  <a:lnTo>
                    <a:pt x="5568" y="16865"/>
                  </a:lnTo>
                  <a:lnTo>
                    <a:pt x="5569" y="13807"/>
                  </a:lnTo>
                  <a:lnTo>
                    <a:pt x="7355" y="14249"/>
                  </a:lnTo>
                  <a:lnTo>
                    <a:pt x="7855" y="12129"/>
                  </a:lnTo>
                  <a:lnTo>
                    <a:pt x="3568" y="11823"/>
                  </a:lnTo>
                  <a:lnTo>
                    <a:pt x="0" y="7728"/>
                  </a:lnTo>
                  <a:lnTo>
                    <a:pt x="3330" y="6152"/>
                  </a:lnTo>
                  <a:lnTo>
                    <a:pt x="4929" y="4246"/>
                  </a:lnTo>
                  <a:lnTo>
                    <a:pt x="4376" y="1383"/>
                  </a:lnTo>
                  <a:lnTo>
                    <a:pt x="7665" y="2702"/>
                  </a:lnTo>
                  <a:lnTo>
                    <a:pt x="10564" y="2305"/>
                  </a:lnTo>
                  <a:lnTo>
                    <a:pt x="11588" y="4675"/>
                  </a:lnTo>
                  <a:lnTo>
                    <a:pt x="13786" y="5493"/>
                  </a:lnTo>
                  <a:lnTo>
                    <a:pt x="15645" y="2767"/>
                  </a:lnTo>
                  <a:lnTo>
                    <a:pt x="1993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8" name="ph7278"/>
            <p:cNvSpPr/>
            <p:nvPr/>
          </p:nvSpPr>
          <p:spPr>
            <a:xfrm>
              <a:off x="10481342" y="2620772"/>
              <a:ext cx="26260" cy="21339"/>
            </a:xfrm>
            <a:custGeom>
              <a:avLst/>
              <a:pathLst>
                <a:path w="26260" h="21339">
                  <a:moveTo>
                    <a:pt x="12052" y="2327"/>
                  </a:moveTo>
                  <a:lnTo>
                    <a:pt x="15510" y="8560"/>
                  </a:lnTo>
                  <a:lnTo>
                    <a:pt x="20599" y="7155"/>
                  </a:lnTo>
                  <a:lnTo>
                    <a:pt x="23943" y="2767"/>
                  </a:lnTo>
                  <a:lnTo>
                    <a:pt x="26260" y="5200"/>
                  </a:lnTo>
                  <a:lnTo>
                    <a:pt x="25997" y="7652"/>
                  </a:lnTo>
                  <a:lnTo>
                    <a:pt x="20854" y="10689"/>
                  </a:lnTo>
                  <a:lnTo>
                    <a:pt x="20507" y="16276"/>
                  </a:lnTo>
                  <a:lnTo>
                    <a:pt x="22512" y="16390"/>
                  </a:lnTo>
                  <a:lnTo>
                    <a:pt x="23828" y="17167"/>
                  </a:lnTo>
                  <a:lnTo>
                    <a:pt x="24009" y="18301"/>
                  </a:lnTo>
                  <a:lnTo>
                    <a:pt x="21254" y="21339"/>
                  </a:lnTo>
                  <a:lnTo>
                    <a:pt x="18498" y="21052"/>
                  </a:lnTo>
                  <a:lnTo>
                    <a:pt x="14759" y="18299"/>
                  </a:lnTo>
                  <a:lnTo>
                    <a:pt x="6783" y="15838"/>
                  </a:lnTo>
                  <a:lnTo>
                    <a:pt x="2004" y="12217"/>
                  </a:lnTo>
                  <a:lnTo>
                    <a:pt x="2583" y="6998"/>
                  </a:lnTo>
                  <a:lnTo>
                    <a:pt x="0" y="5460"/>
                  </a:lnTo>
                  <a:lnTo>
                    <a:pt x="1432" y="3067"/>
                  </a:lnTo>
                  <a:lnTo>
                    <a:pt x="3351" y="634"/>
                  </a:lnTo>
                  <a:lnTo>
                    <a:pt x="482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9" name="ph7279"/>
            <p:cNvSpPr/>
            <p:nvPr/>
          </p:nvSpPr>
          <p:spPr>
            <a:xfrm>
              <a:off x="10427520" y="2793895"/>
              <a:ext cx="17431" cy="13754"/>
            </a:xfrm>
            <a:custGeom>
              <a:avLst/>
              <a:pathLst>
                <a:path w="17431" h="13754">
                  <a:moveTo>
                    <a:pt x="9405" y="682"/>
                  </a:moveTo>
                  <a:lnTo>
                    <a:pt x="10780" y="1210"/>
                  </a:lnTo>
                  <a:lnTo>
                    <a:pt x="12770" y="0"/>
                  </a:lnTo>
                  <a:lnTo>
                    <a:pt x="13081" y="1703"/>
                  </a:lnTo>
                  <a:lnTo>
                    <a:pt x="11311" y="3164"/>
                  </a:lnTo>
                  <a:lnTo>
                    <a:pt x="11175" y="5921"/>
                  </a:lnTo>
                  <a:lnTo>
                    <a:pt x="12283" y="7794"/>
                  </a:lnTo>
                  <a:lnTo>
                    <a:pt x="13152" y="8075"/>
                  </a:lnTo>
                  <a:lnTo>
                    <a:pt x="14433" y="8017"/>
                  </a:lnTo>
                  <a:lnTo>
                    <a:pt x="15870" y="6011"/>
                  </a:lnTo>
                  <a:lnTo>
                    <a:pt x="16831" y="6421"/>
                  </a:lnTo>
                  <a:lnTo>
                    <a:pt x="17431" y="9793"/>
                  </a:lnTo>
                  <a:lnTo>
                    <a:pt x="16014" y="13448"/>
                  </a:lnTo>
                  <a:lnTo>
                    <a:pt x="14145" y="12191"/>
                  </a:lnTo>
                  <a:lnTo>
                    <a:pt x="11586" y="12875"/>
                  </a:lnTo>
                  <a:lnTo>
                    <a:pt x="8364" y="13754"/>
                  </a:lnTo>
                  <a:lnTo>
                    <a:pt x="2899" y="10397"/>
                  </a:lnTo>
                  <a:lnTo>
                    <a:pt x="0" y="9786"/>
                  </a:lnTo>
                  <a:lnTo>
                    <a:pt x="1923" y="6489"/>
                  </a:lnTo>
                  <a:lnTo>
                    <a:pt x="2492" y="6517"/>
                  </a:lnTo>
                  <a:lnTo>
                    <a:pt x="5414" y="4974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0" name="ph7280"/>
            <p:cNvSpPr/>
            <p:nvPr/>
          </p:nvSpPr>
          <p:spPr>
            <a:xfrm>
              <a:off x="10563687" y="2784185"/>
              <a:ext cx="54824" cy="38343"/>
            </a:xfrm>
            <a:custGeom>
              <a:avLst/>
              <a:pathLst>
                <a:path w="54824" h="38343">
                  <a:moveTo>
                    <a:pt x="44343" y="1316"/>
                  </a:moveTo>
                  <a:lnTo>
                    <a:pt x="43138" y="4135"/>
                  </a:lnTo>
                  <a:lnTo>
                    <a:pt x="43875" y="4630"/>
                  </a:lnTo>
                  <a:lnTo>
                    <a:pt x="47586" y="4089"/>
                  </a:lnTo>
                  <a:lnTo>
                    <a:pt x="54711" y="5804"/>
                  </a:lnTo>
                  <a:lnTo>
                    <a:pt x="54824" y="7696"/>
                  </a:lnTo>
                  <a:lnTo>
                    <a:pt x="52377" y="9094"/>
                  </a:lnTo>
                  <a:lnTo>
                    <a:pt x="50244" y="15245"/>
                  </a:lnTo>
                  <a:lnTo>
                    <a:pt x="51155" y="15723"/>
                  </a:lnTo>
                  <a:lnTo>
                    <a:pt x="50374" y="18020"/>
                  </a:lnTo>
                  <a:lnTo>
                    <a:pt x="49091" y="15802"/>
                  </a:lnTo>
                  <a:lnTo>
                    <a:pt x="47555" y="14770"/>
                  </a:lnTo>
                  <a:lnTo>
                    <a:pt x="46361" y="14787"/>
                  </a:lnTo>
                  <a:lnTo>
                    <a:pt x="42785" y="16818"/>
                  </a:lnTo>
                  <a:lnTo>
                    <a:pt x="40534" y="19189"/>
                  </a:lnTo>
                  <a:lnTo>
                    <a:pt x="39789" y="22135"/>
                  </a:lnTo>
                  <a:lnTo>
                    <a:pt x="31511" y="28319"/>
                  </a:lnTo>
                  <a:lnTo>
                    <a:pt x="32198" y="30298"/>
                  </a:lnTo>
                  <a:lnTo>
                    <a:pt x="29096" y="36811"/>
                  </a:lnTo>
                  <a:lnTo>
                    <a:pt x="28678" y="37309"/>
                  </a:lnTo>
                  <a:lnTo>
                    <a:pt x="23365" y="37570"/>
                  </a:lnTo>
                  <a:lnTo>
                    <a:pt x="18869" y="36767"/>
                  </a:lnTo>
                  <a:lnTo>
                    <a:pt x="14951" y="37111"/>
                  </a:lnTo>
                  <a:lnTo>
                    <a:pt x="13760" y="38343"/>
                  </a:lnTo>
                  <a:lnTo>
                    <a:pt x="11339" y="37837"/>
                  </a:lnTo>
                  <a:lnTo>
                    <a:pt x="11567" y="35909"/>
                  </a:lnTo>
                  <a:lnTo>
                    <a:pt x="13381" y="35621"/>
                  </a:lnTo>
                  <a:lnTo>
                    <a:pt x="13696" y="34006"/>
                  </a:lnTo>
                  <a:lnTo>
                    <a:pt x="12877" y="32090"/>
                  </a:lnTo>
                  <a:lnTo>
                    <a:pt x="10989" y="30591"/>
                  </a:lnTo>
                  <a:lnTo>
                    <a:pt x="5996" y="28931"/>
                  </a:lnTo>
                  <a:lnTo>
                    <a:pt x="0" y="29041"/>
                  </a:lnTo>
                  <a:lnTo>
                    <a:pt x="119" y="24603"/>
                  </a:lnTo>
                  <a:lnTo>
                    <a:pt x="1302" y="26782"/>
                  </a:lnTo>
                  <a:lnTo>
                    <a:pt x="4552" y="28685"/>
                  </a:lnTo>
                  <a:lnTo>
                    <a:pt x="8390" y="28218"/>
                  </a:lnTo>
                  <a:lnTo>
                    <a:pt x="12494" y="14490"/>
                  </a:lnTo>
                  <a:lnTo>
                    <a:pt x="12229" y="9783"/>
                  </a:lnTo>
                  <a:lnTo>
                    <a:pt x="9407" y="10524"/>
                  </a:lnTo>
                  <a:lnTo>
                    <a:pt x="7836" y="9037"/>
                  </a:lnTo>
                  <a:lnTo>
                    <a:pt x="7704" y="7243"/>
                  </a:lnTo>
                  <a:lnTo>
                    <a:pt x="9584" y="5436"/>
                  </a:lnTo>
                  <a:lnTo>
                    <a:pt x="12166" y="5227"/>
                  </a:lnTo>
                  <a:lnTo>
                    <a:pt x="14875" y="2953"/>
                  </a:lnTo>
                  <a:lnTo>
                    <a:pt x="27917" y="2463"/>
                  </a:lnTo>
                  <a:lnTo>
                    <a:pt x="33672" y="3318"/>
                  </a:lnTo>
                  <a:lnTo>
                    <a:pt x="34489" y="3074"/>
                  </a:lnTo>
                  <a:lnTo>
                    <a:pt x="34654" y="1527"/>
                  </a:lnTo>
                  <a:lnTo>
                    <a:pt x="35995" y="0"/>
                  </a:lnTo>
                  <a:lnTo>
                    <a:pt x="42332" y="20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1" name="ph7281"/>
            <p:cNvSpPr/>
            <p:nvPr/>
          </p:nvSpPr>
          <p:spPr>
            <a:xfrm>
              <a:off x="10390754" y="2782518"/>
              <a:ext cx="20315" cy="23326"/>
            </a:xfrm>
            <a:custGeom>
              <a:avLst/>
              <a:pathLst>
                <a:path w="20315" h="23326">
                  <a:moveTo>
                    <a:pt x="6244" y="0"/>
                  </a:moveTo>
                  <a:lnTo>
                    <a:pt x="8027" y="2311"/>
                  </a:lnTo>
                  <a:lnTo>
                    <a:pt x="7867" y="8028"/>
                  </a:lnTo>
                  <a:lnTo>
                    <a:pt x="18609" y="10495"/>
                  </a:lnTo>
                  <a:lnTo>
                    <a:pt x="20315" y="11873"/>
                  </a:lnTo>
                  <a:lnTo>
                    <a:pt x="19789" y="12361"/>
                  </a:lnTo>
                  <a:lnTo>
                    <a:pt x="16762" y="17792"/>
                  </a:lnTo>
                  <a:lnTo>
                    <a:pt x="12588" y="22888"/>
                  </a:lnTo>
                  <a:lnTo>
                    <a:pt x="10416" y="23326"/>
                  </a:lnTo>
                  <a:lnTo>
                    <a:pt x="6620" y="21361"/>
                  </a:lnTo>
                  <a:lnTo>
                    <a:pt x="8199" y="18607"/>
                  </a:lnTo>
                  <a:lnTo>
                    <a:pt x="2509" y="14964"/>
                  </a:lnTo>
                  <a:lnTo>
                    <a:pt x="2992" y="11941"/>
                  </a:lnTo>
                  <a:lnTo>
                    <a:pt x="2269" y="5083"/>
                  </a:lnTo>
                  <a:lnTo>
                    <a:pt x="0" y="2954"/>
                  </a:lnTo>
                  <a:lnTo>
                    <a:pt x="3460" y="8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2" name="ph7282"/>
            <p:cNvSpPr/>
            <p:nvPr/>
          </p:nvSpPr>
          <p:spPr>
            <a:xfrm>
              <a:off x="10370482" y="2807990"/>
              <a:ext cx="45982" cy="38030"/>
            </a:xfrm>
            <a:custGeom>
              <a:avLst/>
              <a:pathLst>
                <a:path w="45982" h="38030">
                  <a:moveTo>
                    <a:pt x="5162" y="597"/>
                  </a:moveTo>
                  <a:lnTo>
                    <a:pt x="6103" y="2054"/>
                  </a:lnTo>
                  <a:lnTo>
                    <a:pt x="6290" y="4105"/>
                  </a:lnTo>
                  <a:lnTo>
                    <a:pt x="15919" y="5769"/>
                  </a:lnTo>
                  <a:lnTo>
                    <a:pt x="19141" y="7276"/>
                  </a:lnTo>
                  <a:lnTo>
                    <a:pt x="23047" y="5287"/>
                  </a:lnTo>
                  <a:lnTo>
                    <a:pt x="23917" y="4144"/>
                  </a:lnTo>
                  <a:lnTo>
                    <a:pt x="28586" y="8692"/>
                  </a:lnTo>
                  <a:lnTo>
                    <a:pt x="31535" y="10277"/>
                  </a:lnTo>
                  <a:lnTo>
                    <a:pt x="37360" y="7036"/>
                  </a:lnTo>
                  <a:lnTo>
                    <a:pt x="39125" y="6465"/>
                  </a:lnTo>
                  <a:lnTo>
                    <a:pt x="40208" y="7184"/>
                  </a:lnTo>
                  <a:lnTo>
                    <a:pt x="39611" y="7342"/>
                  </a:lnTo>
                  <a:lnTo>
                    <a:pt x="42442" y="11982"/>
                  </a:lnTo>
                  <a:lnTo>
                    <a:pt x="43061" y="14836"/>
                  </a:lnTo>
                  <a:lnTo>
                    <a:pt x="45982" y="14678"/>
                  </a:lnTo>
                  <a:lnTo>
                    <a:pt x="42730" y="20193"/>
                  </a:lnTo>
                  <a:lnTo>
                    <a:pt x="38141" y="21637"/>
                  </a:lnTo>
                  <a:lnTo>
                    <a:pt x="38794" y="24321"/>
                  </a:lnTo>
                  <a:lnTo>
                    <a:pt x="35874" y="27014"/>
                  </a:lnTo>
                  <a:lnTo>
                    <a:pt x="32579" y="25676"/>
                  </a:lnTo>
                  <a:lnTo>
                    <a:pt x="31183" y="27012"/>
                  </a:lnTo>
                  <a:lnTo>
                    <a:pt x="29425" y="33258"/>
                  </a:lnTo>
                  <a:lnTo>
                    <a:pt x="30861" y="35799"/>
                  </a:lnTo>
                  <a:lnTo>
                    <a:pt x="27210" y="37047"/>
                  </a:lnTo>
                  <a:lnTo>
                    <a:pt x="25194" y="36137"/>
                  </a:lnTo>
                  <a:lnTo>
                    <a:pt x="24218" y="35975"/>
                  </a:lnTo>
                  <a:lnTo>
                    <a:pt x="22792" y="38030"/>
                  </a:lnTo>
                  <a:lnTo>
                    <a:pt x="20413" y="37956"/>
                  </a:lnTo>
                  <a:lnTo>
                    <a:pt x="15514" y="32457"/>
                  </a:lnTo>
                  <a:lnTo>
                    <a:pt x="13937" y="29360"/>
                  </a:lnTo>
                  <a:lnTo>
                    <a:pt x="9650" y="26873"/>
                  </a:lnTo>
                  <a:lnTo>
                    <a:pt x="8784" y="28910"/>
                  </a:lnTo>
                  <a:lnTo>
                    <a:pt x="3015" y="24032"/>
                  </a:lnTo>
                  <a:lnTo>
                    <a:pt x="1772" y="21505"/>
                  </a:lnTo>
                  <a:lnTo>
                    <a:pt x="2399" y="20408"/>
                  </a:lnTo>
                  <a:lnTo>
                    <a:pt x="0" y="16063"/>
                  </a:lnTo>
                  <a:lnTo>
                    <a:pt x="3191" y="11694"/>
                  </a:lnTo>
                  <a:lnTo>
                    <a:pt x="1345" y="10797"/>
                  </a:lnTo>
                  <a:lnTo>
                    <a:pt x="1948" y="10234"/>
                  </a:lnTo>
                  <a:lnTo>
                    <a:pt x="1901" y="1426"/>
                  </a:lnTo>
                  <a:lnTo>
                    <a:pt x="2567" y="530"/>
                  </a:lnTo>
                  <a:lnTo>
                    <a:pt x="409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3" name="ph7283"/>
            <p:cNvSpPr/>
            <p:nvPr/>
          </p:nvSpPr>
          <p:spPr>
            <a:xfrm>
              <a:off x="10436229" y="2883904"/>
              <a:ext cx="14614" cy="16556"/>
            </a:xfrm>
            <a:custGeom>
              <a:avLst/>
              <a:pathLst>
                <a:path w="14614" h="16556">
                  <a:moveTo>
                    <a:pt x="13750" y="3139"/>
                  </a:moveTo>
                  <a:lnTo>
                    <a:pt x="14614" y="4717"/>
                  </a:lnTo>
                  <a:lnTo>
                    <a:pt x="12022" y="5912"/>
                  </a:lnTo>
                  <a:lnTo>
                    <a:pt x="6983" y="12709"/>
                  </a:lnTo>
                  <a:lnTo>
                    <a:pt x="7553" y="16159"/>
                  </a:lnTo>
                  <a:lnTo>
                    <a:pt x="4653" y="16556"/>
                  </a:lnTo>
                  <a:lnTo>
                    <a:pt x="1365" y="15236"/>
                  </a:lnTo>
                  <a:lnTo>
                    <a:pt x="2258" y="14721"/>
                  </a:lnTo>
                  <a:lnTo>
                    <a:pt x="1882" y="12605"/>
                  </a:lnTo>
                  <a:lnTo>
                    <a:pt x="88" y="10596"/>
                  </a:lnTo>
                  <a:lnTo>
                    <a:pt x="0" y="6789"/>
                  </a:lnTo>
                  <a:lnTo>
                    <a:pt x="1294" y="2453"/>
                  </a:lnTo>
                  <a:lnTo>
                    <a:pt x="2398" y="990"/>
                  </a:lnTo>
                  <a:lnTo>
                    <a:pt x="603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4" name="ph7284"/>
            <p:cNvSpPr/>
            <p:nvPr/>
          </p:nvSpPr>
          <p:spPr>
            <a:xfrm>
              <a:off x="10509750" y="2788435"/>
              <a:ext cx="24833" cy="24914"/>
            </a:xfrm>
            <a:custGeom>
              <a:avLst/>
              <a:pathLst>
                <a:path w="24833" h="24914">
                  <a:moveTo>
                    <a:pt x="19190" y="84"/>
                  </a:moveTo>
                  <a:lnTo>
                    <a:pt x="22559" y="3165"/>
                  </a:lnTo>
                  <a:lnTo>
                    <a:pt x="24833" y="9051"/>
                  </a:lnTo>
                  <a:lnTo>
                    <a:pt x="22597" y="17710"/>
                  </a:lnTo>
                  <a:lnTo>
                    <a:pt x="23681" y="18407"/>
                  </a:lnTo>
                  <a:lnTo>
                    <a:pt x="23285" y="19935"/>
                  </a:lnTo>
                  <a:lnTo>
                    <a:pt x="14260" y="21361"/>
                  </a:lnTo>
                  <a:lnTo>
                    <a:pt x="13325" y="24914"/>
                  </a:lnTo>
                  <a:lnTo>
                    <a:pt x="7932" y="20896"/>
                  </a:lnTo>
                  <a:lnTo>
                    <a:pt x="5699" y="20753"/>
                  </a:lnTo>
                  <a:lnTo>
                    <a:pt x="0" y="12709"/>
                  </a:lnTo>
                  <a:lnTo>
                    <a:pt x="264" y="9448"/>
                  </a:lnTo>
                  <a:lnTo>
                    <a:pt x="4889" y="8120"/>
                  </a:lnTo>
                  <a:lnTo>
                    <a:pt x="11989" y="2293"/>
                  </a:lnTo>
                  <a:lnTo>
                    <a:pt x="14574" y="2472"/>
                  </a:lnTo>
                  <a:lnTo>
                    <a:pt x="1763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5" name="ph7285"/>
            <p:cNvSpPr/>
            <p:nvPr/>
          </p:nvSpPr>
          <p:spPr>
            <a:xfrm>
              <a:off x="10863520" y="3000980"/>
              <a:ext cx="19736" cy="31278"/>
            </a:xfrm>
            <a:custGeom>
              <a:avLst/>
              <a:pathLst>
                <a:path w="19736" h="31278">
                  <a:moveTo>
                    <a:pt x="12189" y="271"/>
                  </a:moveTo>
                  <a:lnTo>
                    <a:pt x="13612" y="1000"/>
                  </a:lnTo>
                  <a:lnTo>
                    <a:pt x="13547" y="5507"/>
                  </a:lnTo>
                  <a:lnTo>
                    <a:pt x="14454" y="8562"/>
                  </a:lnTo>
                  <a:lnTo>
                    <a:pt x="16650" y="10854"/>
                  </a:lnTo>
                  <a:lnTo>
                    <a:pt x="18505" y="15009"/>
                  </a:lnTo>
                  <a:lnTo>
                    <a:pt x="18281" y="17251"/>
                  </a:lnTo>
                  <a:lnTo>
                    <a:pt x="19736" y="20677"/>
                  </a:lnTo>
                  <a:lnTo>
                    <a:pt x="18560" y="20363"/>
                  </a:lnTo>
                  <a:lnTo>
                    <a:pt x="18201" y="20940"/>
                  </a:lnTo>
                  <a:lnTo>
                    <a:pt x="17558" y="26274"/>
                  </a:lnTo>
                  <a:lnTo>
                    <a:pt x="16466" y="26478"/>
                  </a:lnTo>
                  <a:lnTo>
                    <a:pt x="15053" y="27997"/>
                  </a:lnTo>
                  <a:lnTo>
                    <a:pt x="17400" y="31278"/>
                  </a:lnTo>
                  <a:lnTo>
                    <a:pt x="11950" y="30901"/>
                  </a:lnTo>
                  <a:lnTo>
                    <a:pt x="13089" y="28809"/>
                  </a:lnTo>
                  <a:lnTo>
                    <a:pt x="11630" y="25499"/>
                  </a:lnTo>
                  <a:lnTo>
                    <a:pt x="7578" y="22011"/>
                  </a:lnTo>
                  <a:lnTo>
                    <a:pt x="3554" y="22234"/>
                  </a:lnTo>
                  <a:lnTo>
                    <a:pt x="0" y="19297"/>
                  </a:lnTo>
                  <a:lnTo>
                    <a:pt x="214" y="17286"/>
                  </a:lnTo>
                  <a:lnTo>
                    <a:pt x="2281" y="17503"/>
                  </a:lnTo>
                  <a:lnTo>
                    <a:pt x="4285" y="11823"/>
                  </a:lnTo>
                  <a:lnTo>
                    <a:pt x="1197" y="11326"/>
                  </a:lnTo>
                  <a:lnTo>
                    <a:pt x="1047" y="8335"/>
                  </a:lnTo>
                  <a:lnTo>
                    <a:pt x="4637" y="9441"/>
                  </a:lnTo>
                  <a:lnTo>
                    <a:pt x="4474" y="5323"/>
                  </a:lnTo>
                  <a:lnTo>
                    <a:pt x="699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6" name="ph7286"/>
            <p:cNvSpPr/>
            <p:nvPr/>
          </p:nvSpPr>
          <p:spPr>
            <a:xfrm>
              <a:off x="10961818" y="2937040"/>
              <a:ext cx="13669" cy="12736"/>
            </a:xfrm>
            <a:custGeom>
              <a:avLst/>
              <a:pathLst>
                <a:path w="13669" h="12736">
                  <a:moveTo>
                    <a:pt x="4511" y="0"/>
                  </a:moveTo>
                  <a:lnTo>
                    <a:pt x="7200" y="235"/>
                  </a:lnTo>
                  <a:lnTo>
                    <a:pt x="11522" y="2178"/>
                  </a:lnTo>
                  <a:lnTo>
                    <a:pt x="11530" y="2919"/>
                  </a:lnTo>
                  <a:lnTo>
                    <a:pt x="13669" y="6898"/>
                  </a:lnTo>
                  <a:lnTo>
                    <a:pt x="11688" y="6897"/>
                  </a:lnTo>
                  <a:lnTo>
                    <a:pt x="6865" y="9941"/>
                  </a:lnTo>
                  <a:lnTo>
                    <a:pt x="37" y="12736"/>
                  </a:lnTo>
                  <a:lnTo>
                    <a:pt x="0" y="4699"/>
                  </a:lnTo>
                  <a:lnTo>
                    <a:pt x="2136" y="4821"/>
                  </a:lnTo>
                  <a:lnTo>
                    <a:pt x="3115" y="3247"/>
                  </a:lnTo>
                  <a:lnTo>
                    <a:pt x="1753" y="125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7" name="ph7287"/>
            <p:cNvSpPr/>
            <p:nvPr/>
          </p:nvSpPr>
          <p:spPr>
            <a:xfrm>
              <a:off x="10866135" y="3036438"/>
              <a:ext cx="5259" cy="9084"/>
            </a:xfrm>
            <a:custGeom>
              <a:avLst/>
              <a:pathLst>
                <a:path w="5259" h="9084">
                  <a:moveTo>
                    <a:pt x="4032" y="100"/>
                  </a:moveTo>
                  <a:lnTo>
                    <a:pt x="5259" y="1816"/>
                  </a:lnTo>
                  <a:lnTo>
                    <a:pt x="4896" y="9084"/>
                  </a:lnTo>
                  <a:lnTo>
                    <a:pt x="0" y="7405"/>
                  </a:lnTo>
                  <a:lnTo>
                    <a:pt x="833" y="0"/>
                  </a:lnTo>
                  <a:lnTo>
                    <a:pt x="3230" y="12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8" name="ph7288"/>
            <p:cNvSpPr/>
            <p:nvPr/>
          </p:nvSpPr>
          <p:spPr>
            <a:xfrm>
              <a:off x="10856842" y="3020277"/>
              <a:ext cx="19767" cy="15380"/>
            </a:xfrm>
            <a:custGeom>
              <a:avLst/>
              <a:pathLst>
                <a:path w="19767" h="15380">
                  <a:moveTo>
                    <a:pt x="14256" y="2714"/>
                  </a:moveTo>
                  <a:lnTo>
                    <a:pt x="18308" y="6202"/>
                  </a:lnTo>
                  <a:lnTo>
                    <a:pt x="19767" y="9511"/>
                  </a:lnTo>
                  <a:lnTo>
                    <a:pt x="18628" y="11603"/>
                  </a:lnTo>
                  <a:lnTo>
                    <a:pt x="11362" y="9978"/>
                  </a:lnTo>
                  <a:lnTo>
                    <a:pt x="10270" y="15380"/>
                  </a:lnTo>
                  <a:lnTo>
                    <a:pt x="2038" y="9238"/>
                  </a:lnTo>
                  <a:lnTo>
                    <a:pt x="1750" y="6397"/>
                  </a:lnTo>
                  <a:lnTo>
                    <a:pt x="2404" y="4139"/>
                  </a:lnTo>
                  <a:lnTo>
                    <a:pt x="0" y="2914"/>
                  </a:lnTo>
                  <a:lnTo>
                    <a:pt x="6677" y="0"/>
                  </a:lnTo>
                  <a:lnTo>
                    <a:pt x="10232" y="293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9" name="ph7289"/>
            <p:cNvSpPr/>
            <p:nvPr/>
          </p:nvSpPr>
          <p:spPr>
            <a:xfrm>
              <a:off x="10963571" y="2925780"/>
              <a:ext cx="17529" cy="12516"/>
            </a:xfrm>
            <a:custGeom>
              <a:avLst/>
              <a:pathLst>
                <a:path w="17529" h="12516">
                  <a:moveTo>
                    <a:pt x="9142" y="420"/>
                  </a:moveTo>
                  <a:lnTo>
                    <a:pt x="10046" y="3387"/>
                  </a:lnTo>
                  <a:lnTo>
                    <a:pt x="11740" y="4313"/>
                  </a:lnTo>
                  <a:lnTo>
                    <a:pt x="15451" y="3693"/>
                  </a:lnTo>
                  <a:lnTo>
                    <a:pt x="17529" y="6284"/>
                  </a:lnTo>
                  <a:lnTo>
                    <a:pt x="14107" y="10745"/>
                  </a:lnTo>
                  <a:lnTo>
                    <a:pt x="10791" y="10075"/>
                  </a:lnTo>
                  <a:lnTo>
                    <a:pt x="3072" y="9798"/>
                  </a:lnTo>
                  <a:lnTo>
                    <a:pt x="2757" y="11259"/>
                  </a:lnTo>
                  <a:lnTo>
                    <a:pt x="0" y="12516"/>
                  </a:lnTo>
                  <a:lnTo>
                    <a:pt x="2278" y="5627"/>
                  </a:lnTo>
                  <a:lnTo>
                    <a:pt x="3986" y="3967"/>
                  </a:lnTo>
                  <a:lnTo>
                    <a:pt x="5990" y="3988"/>
                  </a:lnTo>
                  <a:lnTo>
                    <a:pt x="715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0" name="ph7290"/>
            <p:cNvSpPr/>
            <p:nvPr/>
          </p:nvSpPr>
          <p:spPr>
            <a:xfrm>
              <a:off x="10987608" y="3007161"/>
              <a:ext cx="14933" cy="8185"/>
            </a:xfrm>
            <a:custGeom>
              <a:avLst/>
              <a:pathLst>
                <a:path w="14933" h="8185">
                  <a:moveTo>
                    <a:pt x="9736" y="7011"/>
                  </a:moveTo>
                  <a:lnTo>
                    <a:pt x="8286" y="6902"/>
                  </a:lnTo>
                  <a:lnTo>
                    <a:pt x="849" y="8185"/>
                  </a:lnTo>
                  <a:lnTo>
                    <a:pt x="0" y="7613"/>
                  </a:lnTo>
                  <a:lnTo>
                    <a:pt x="3574" y="1784"/>
                  </a:lnTo>
                  <a:lnTo>
                    <a:pt x="8774" y="1776"/>
                  </a:lnTo>
                  <a:lnTo>
                    <a:pt x="1493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1" name="ph7291"/>
            <p:cNvSpPr/>
            <p:nvPr/>
          </p:nvSpPr>
          <p:spPr>
            <a:xfrm>
              <a:off x="10973348" y="2939960"/>
              <a:ext cx="3605" cy="4063"/>
            </a:xfrm>
            <a:custGeom>
              <a:avLst/>
              <a:pathLst>
                <a:path w="3605" h="4063">
                  <a:moveTo>
                    <a:pt x="3605" y="501"/>
                  </a:moveTo>
                  <a:lnTo>
                    <a:pt x="2618" y="3027"/>
                  </a:lnTo>
                  <a:lnTo>
                    <a:pt x="3148" y="4063"/>
                  </a:lnTo>
                  <a:lnTo>
                    <a:pt x="2139" y="3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2" name="ph7292"/>
            <p:cNvSpPr/>
            <p:nvPr/>
          </p:nvSpPr>
          <p:spPr>
            <a:xfrm>
              <a:off x="10982640" y="2997953"/>
              <a:ext cx="7764" cy="15739"/>
            </a:xfrm>
            <a:custGeom>
              <a:avLst/>
              <a:pathLst>
                <a:path w="7764" h="15739">
                  <a:moveTo>
                    <a:pt x="2837" y="0"/>
                  </a:moveTo>
                  <a:lnTo>
                    <a:pt x="2566" y="770"/>
                  </a:lnTo>
                  <a:lnTo>
                    <a:pt x="5354" y="2144"/>
                  </a:lnTo>
                  <a:lnTo>
                    <a:pt x="5954" y="3082"/>
                  </a:lnTo>
                  <a:lnTo>
                    <a:pt x="7130" y="3965"/>
                  </a:lnTo>
                  <a:lnTo>
                    <a:pt x="7764" y="8184"/>
                  </a:lnTo>
                  <a:lnTo>
                    <a:pt x="4904" y="10994"/>
                  </a:lnTo>
                  <a:lnTo>
                    <a:pt x="2123" y="15149"/>
                  </a:lnTo>
                  <a:lnTo>
                    <a:pt x="810" y="15739"/>
                  </a:lnTo>
                  <a:lnTo>
                    <a:pt x="248" y="15094"/>
                  </a:lnTo>
                  <a:lnTo>
                    <a:pt x="538" y="12290"/>
                  </a:lnTo>
                  <a:lnTo>
                    <a:pt x="2526" y="10153"/>
                  </a:lnTo>
                  <a:lnTo>
                    <a:pt x="4209" y="6462"/>
                  </a:lnTo>
                  <a:lnTo>
                    <a:pt x="3899" y="5666"/>
                  </a:lnTo>
                  <a:lnTo>
                    <a:pt x="1111" y="4245"/>
                  </a:lnTo>
                  <a:lnTo>
                    <a:pt x="0" y="2128"/>
                  </a:lnTo>
                  <a:lnTo>
                    <a:pt x="562" y="11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3" name="ph7293"/>
            <p:cNvSpPr/>
            <p:nvPr/>
          </p:nvSpPr>
          <p:spPr>
            <a:xfrm>
              <a:off x="10790507" y="3007728"/>
              <a:ext cx="62029" cy="31190"/>
            </a:xfrm>
            <a:custGeom>
              <a:avLst/>
              <a:pathLst>
                <a:path w="62029" h="31190">
                  <a:moveTo>
                    <a:pt x="46917" y="0"/>
                  </a:moveTo>
                  <a:lnTo>
                    <a:pt x="49894" y="1004"/>
                  </a:lnTo>
                  <a:lnTo>
                    <a:pt x="49233" y="2240"/>
                  </a:lnTo>
                  <a:lnTo>
                    <a:pt x="49584" y="3074"/>
                  </a:lnTo>
                  <a:lnTo>
                    <a:pt x="52328" y="5258"/>
                  </a:lnTo>
                  <a:lnTo>
                    <a:pt x="51033" y="8031"/>
                  </a:lnTo>
                  <a:lnTo>
                    <a:pt x="49965" y="7462"/>
                  </a:lnTo>
                  <a:lnTo>
                    <a:pt x="48132" y="9137"/>
                  </a:lnTo>
                  <a:lnTo>
                    <a:pt x="47839" y="10138"/>
                  </a:lnTo>
                  <a:lnTo>
                    <a:pt x="48991" y="11845"/>
                  </a:lnTo>
                  <a:lnTo>
                    <a:pt x="50913" y="12493"/>
                  </a:lnTo>
                  <a:lnTo>
                    <a:pt x="52546" y="12196"/>
                  </a:lnTo>
                  <a:lnTo>
                    <a:pt x="55144" y="10575"/>
                  </a:lnTo>
                  <a:lnTo>
                    <a:pt x="59465" y="9518"/>
                  </a:lnTo>
                  <a:lnTo>
                    <a:pt x="62029" y="13175"/>
                  </a:lnTo>
                  <a:lnTo>
                    <a:pt x="60035" y="14768"/>
                  </a:lnTo>
                  <a:lnTo>
                    <a:pt x="60090" y="17768"/>
                  </a:lnTo>
                  <a:lnTo>
                    <a:pt x="57939" y="18605"/>
                  </a:lnTo>
                  <a:lnTo>
                    <a:pt x="54891" y="24117"/>
                  </a:lnTo>
                  <a:lnTo>
                    <a:pt x="48767" y="26893"/>
                  </a:lnTo>
                  <a:lnTo>
                    <a:pt x="47656" y="26291"/>
                  </a:lnTo>
                  <a:lnTo>
                    <a:pt x="45744" y="27008"/>
                  </a:lnTo>
                  <a:lnTo>
                    <a:pt x="45571" y="27675"/>
                  </a:lnTo>
                  <a:lnTo>
                    <a:pt x="40845" y="26669"/>
                  </a:lnTo>
                  <a:lnTo>
                    <a:pt x="29609" y="27223"/>
                  </a:lnTo>
                  <a:lnTo>
                    <a:pt x="23918" y="29482"/>
                  </a:lnTo>
                  <a:lnTo>
                    <a:pt x="18478" y="30701"/>
                  </a:lnTo>
                  <a:lnTo>
                    <a:pt x="13370" y="30219"/>
                  </a:lnTo>
                  <a:lnTo>
                    <a:pt x="13322" y="31190"/>
                  </a:lnTo>
                  <a:lnTo>
                    <a:pt x="12300" y="29894"/>
                  </a:lnTo>
                  <a:lnTo>
                    <a:pt x="8409" y="27549"/>
                  </a:lnTo>
                  <a:lnTo>
                    <a:pt x="6982" y="27383"/>
                  </a:lnTo>
                  <a:lnTo>
                    <a:pt x="4153" y="23252"/>
                  </a:lnTo>
                  <a:lnTo>
                    <a:pt x="0" y="21716"/>
                  </a:lnTo>
                  <a:lnTo>
                    <a:pt x="1253" y="21124"/>
                  </a:lnTo>
                  <a:lnTo>
                    <a:pt x="6015" y="21007"/>
                  </a:lnTo>
                  <a:lnTo>
                    <a:pt x="12814" y="24021"/>
                  </a:lnTo>
                  <a:lnTo>
                    <a:pt x="15845" y="23586"/>
                  </a:lnTo>
                  <a:lnTo>
                    <a:pt x="18479" y="17738"/>
                  </a:lnTo>
                  <a:lnTo>
                    <a:pt x="24555" y="19433"/>
                  </a:lnTo>
                  <a:lnTo>
                    <a:pt x="25365" y="20960"/>
                  </a:lnTo>
                  <a:lnTo>
                    <a:pt x="27109" y="21768"/>
                  </a:lnTo>
                  <a:lnTo>
                    <a:pt x="30135" y="21140"/>
                  </a:lnTo>
                  <a:lnTo>
                    <a:pt x="31475" y="19944"/>
                  </a:lnTo>
                  <a:lnTo>
                    <a:pt x="33241" y="15775"/>
                  </a:lnTo>
                  <a:lnTo>
                    <a:pt x="34135" y="7124"/>
                  </a:lnTo>
                  <a:lnTo>
                    <a:pt x="31629" y="2829"/>
                  </a:lnTo>
                  <a:lnTo>
                    <a:pt x="29670" y="2185"/>
                  </a:lnTo>
                  <a:lnTo>
                    <a:pt x="28498" y="950"/>
                  </a:lnTo>
                  <a:lnTo>
                    <a:pt x="33630" y="1030"/>
                  </a:lnTo>
                  <a:lnTo>
                    <a:pt x="34965" y="1060"/>
                  </a:lnTo>
                  <a:lnTo>
                    <a:pt x="40616" y="4210"/>
                  </a:lnTo>
                  <a:lnTo>
                    <a:pt x="45741" y="30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4" name="ph7294"/>
            <p:cNvSpPr/>
            <p:nvPr/>
          </p:nvSpPr>
          <p:spPr>
            <a:xfrm>
              <a:off x="10973340" y="2935855"/>
              <a:ext cx="5540" cy="8168"/>
            </a:xfrm>
            <a:custGeom>
              <a:avLst/>
              <a:pathLst>
                <a:path w="5540" h="8168">
                  <a:moveTo>
                    <a:pt x="4338" y="670"/>
                  </a:moveTo>
                  <a:lnTo>
                    <a:pt x="5540" y="4593"/>
                  </a:lnTo>
                  <a:lnTo>
                    <a:pt x="5310" y="5900"/>
                  </a:lnTo>
                  <a:lnTo>
                    <a:pt x="3155" y="8168"/>
                  </a:lnTo>
                  <a:lnTo>
                    <a:pt x="2626" y="7131"/>
                  </a:lnTo>
                  <a:lnTo>
                    <a:pt x="3613" y="4605"/>
                  </a:lnTo>
                  <a:lnTo>
                    <a:pt x="7" y="4104"/>
                  </a:lnTo>
                  <a:lnTo>
                    <a:pt x="0" y="3363"/>
                  </a:lnTo>
                  <a:lnTo>
                    <a:pt x="102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5" name="ph7295"/>
            <p:cNvSpPr/>
            <p:nvPr/>
          </p:nvSpPr>
          <p:spPr>
            <a:xfrm>
              <a:off x="10909517" y="2979703"/>
              <a:ext cx="6129" cy="7500"/>
            </a:xfrm>
            <a:custGeom>
              <a:avLst/>
              <a:pathLst>
                <a:path w="6129" h="7500">
                  <a:moveTo>
                    <a:pt x="3822" y="1991"/>
                  </a:moveTo>
                  <a:lnTo>
                    <a:pt x="6039" y="3849"/>
                  </a:lnTo>
                  <a:lnTo>
                    <a:pt x="6129" y="5190"/>
                  </a:lnTo>
                  <a:lnTo>
                    <a:pt x="3529" y="7500"/>
                  </a:lnTo>
                  <a:lnTo>
                    <a:pt x="493" y="7365"/>
                  </a:lnTo>
                  <a:lnTo>
                    <a:pt x="0" y="4960"/>
                  </a:lnTo>
                  <a:lnTo>
                    <a:pt x="676" y="3046"/>
                  </a:lnTo>
                  <a:lnTo>
                    <a:pt x="22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6" name="ph7296"/>
            <p:cNvSpPr/>
            <p:nvPr/>
          </p:nvSpPr>
          <p:spPr>
            <a:xfrm>
              <a:off x="10862061" y="2969732"/>
              <a:ext cx="23229" cy="31519"/>
            </a:xfrm>
            <a:custGeom>
              <a:avLst/>
              <a:pathLst>
                <a:path w="23229" h="31519">
                  <a:moveTo>
                    <a:pt x="19918" y="0"/>
                  </a:moveTo>
                  <a:lnTo>
                    <a:pt x="23229" y="4519"/>
                  </a:lnTo>
                  <a:lnTo>
                    <a:pt x="23113" y="5738"/>
                  </a:lnTo>
                  <a:lnTo>
                    <a:pt x="20556" y="11972"/>
                  </a:lnTo>
                  <a:lnTo>
                    <a:pt x="18224" y="14549"/>
                  </a:lnTo>
                  <a:lnTo>
                    <a:pt x="14774" y="20801"/>
                  </a:lnTo>
                  <a:lnTo>
                    <a:pt x="15597" y="22056"/>
                  </a:lnTo>
                  <a:lnTo>
                    <a:pt x="15204" y="30638"/>
                  </a:lnTo>
                  <a:lnTo>
                    <a:pt x="13648" y="31519"/>
                  </a:lnTo>
                  <a:lnTo>
                    <a:pt x="8457" y="31247"/>
                  </a:lnTo>
                  <a:lnTo>
                    <a:pt x="6210" y="31277"/>
                  </a:lnTo>
                  <a:lnTo>
                    <a:pt x="7770" y="28230"/>
                  </a:lnTo>
                  <a:lnTo>
                    <a:pt x="7338" y="22298"/>
                  </a:lnTo>
                  <a:lnTo>
                    <a:pt x="2862" y="14408"/>
                  </a:lnTo>
                  <a:lnTo>
                    <a:pt x="345" y="13550"/>
                  </a:lnTo>
                  <a:lnTo>
                    <a:pt x="198" y="11492"/>
                  </a:lnTo>
                  <a:lnTo>
                    <a:pt x="0" y="9533"/>
                  </a:lnTo>
                  <a:lnTo>
                    <a:pt x="2972" y="9285"/>
                  </a:lnTo>
                  <a:lnTo>
                    <a:pt x="3713" y="11116"/>
                  </a:lnTo>
                  <a:lnTo>
                    <a:pt x="4444" y="10702"/>
                  </a:lnTo>
                  <a:lnTo>
                    <a:pt x="5385" y="3194"/>
                  </a:lnTo>
                  <a:lnTo>
                    <a:pt x="8603" y="1956"/>
                  </a:lnTo>
                  <a:lnTo>
                    <a:pt x="10363" y="2069"/>
                  </a:lnTo>
                  <a:lnTo>
                    <a:pt x="9771" y="5640"/>
                  </a:lnTo>
                  <a:lnTo>
                    <a:pt x="14554" y="6105"/>
                  </a:lnTo>
                  <a:lnTo>
                    <a:pt x="16052" y="5397"/>
                  </a:lnTo>
                  <a:lnTo>
                    <a:pt x="16299" y="3951"/>
                  </a:lnTo>
                  <a:lnTo>
                    <a:pt x="15913" y="2633"/>
                  </a:lnTo>
                  <a:lnTo>
                    <a:pt x="14941" y="2927"/>
                  </a:lnTo>
                  <a:lnTo>
                    <a:pt x="14301" y="1830"/>
                  </a:lnTo>
                  <a:lnTo>
                    <a:pt x="14450" y="6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7" name="ph7297"/>
            <p:cNvSpPr/>
            <p:nvPr/>
          </p:nvSpPr>
          <p:spPr>
            <a:xfrm>
              <a:off x="10979271" y="2999116"/>
              <a:ext cx="7577" cy="13931"/>
            </a:xfrm>
            <a:custGeom>
              <a:avLst/>
              <a:pathLst>
                <a:path w="7577" h="13931">
                  <a:moveTo>
                    <a:pt x="3930" y="0"/>
                  </a:moveTo>
                  <a:lnTo>
                    <a:pt x="3368" y="965"/>
                  </a:lnTo>
                  <a:lnTo>
                    <a:pt x="4479" y="3082"/>
                  </a:lnTo>
                  <a:lnTo>
                    <a:pt x="7268" y="4503"/>
                  </a:lnTo>
                  <a:lnTo>
                    <a:pt x="7577" y="5298"/>
                  </a:lnTo>
                  <a:lnTo>
                    <a:pt x="5895" y="8990"/>
                  </a:lnTo>
                  <a:lnTo>
                    <a:pt x="3907" y="11127"/>
                  </a:lnTo>
                  <a:lnTo>
                    <a:pt x="3617" y="13931"/>
                  </a:lnTo>
                  <a:lnTo>
                    <a:pt x="364" y="8730"/>
                  </a:lnTo>
                  <a:lnTo>
                    <a:pt x="0" y="5698"/>
                  </a:lnTo>
                  <a:lnTo>
                    <a:pt x="972" y="5859"/>
                  </a:lnTo>
                  <a:lnTo>
                    <a:pt x="3138" y="3858"/>
                  </a:lnTo>
                  <a:lnTo>
                    <a:pt x="3140" y="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8" name="ph7298"/>
            <p:cNvSpPr/>
            <p:nvPr/>
          </p:nvSpPr>
          <p:spPr>
            <a:xfrm>
              <a:off x="10841168" y="2919232"/>
              <a:ext cx="24141" cy="27271"/>
            </a:xfrm>
            <a:custGeom>
              <a:avLst/>
              <a:pathLst>
                <a:path w="24141" h="27271">
                  <a:moveTo>
                    <a:pt x="6917" y="833"/>
                  </a:moveTo>
                  <a:lnTo>
                    <a:pt x="5728" y="3827"/>
                  </a:lnTo>
                  <a:lnTo>
                    <a:pt x="7214" y="3406"/>
                  </a:lnTo>
                  <a:lnTo>
                    <a:pt x="8216" y="1407"/>
                  </a:lnTo>
                  <a:lnTo>
                    <a:pt x="21689" y="4971"/>
                  </a:lnTo>
                  <a:lnTo>
                    <a:pt x="19570" y="5558"/>
                  </a:lnTo>
                  <a:lnTo>
                    <a:pt x="19592" y="9137"/>
                  </a:lnTo>
                  <a:lnTo>
                    <a:pt x="21047" y="12189"/>
                  </a:lnTo>
                  <a:lnTo>
                    <a:pt x="24141" y="15598"/>
                  </a:lnTo>
                  <a:lnTo>
                    <a:pt x="19246" y="20962"/>
                  </a:lnTo>
                  <a:lnTo>
                    <a:pt x="18905" y="25023"/>
                  </a:lnTo>
                  <a:lnTo>
                    <a:pt x="20386" y="25772"/>
                  </a:lnTo>
                  <a:lnTo>
                    <a:pt x="17191" y="27271"/>
                  </a:lnTo>
                  <a:lnTo>
                    <a:pt x="15076" y="26622"/>
                  </a:lnTo>
                  <a:lnTo>
                    <a:pt x="16011" y="24433"/>
                  </a:lnTo>
                  <a:lnTo>
                    <a:pt x="14087" y="26169"/>
                  </a:lnTo>
                  <a:lnTo>
                    <a:pt x="7654" y="24806"/>
                  </a:lnTo>
                  <a:lnTo>
                    <a:pt x="8278" y="21644"/>
                  </a:lnTo>
                  <a:lnTo>
                    <a:pt x="3546" y="21430"/>
                  </a:lnTo>
                  <a:lnTo>
                    <a:pt x="857" y="197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9" name="ph7299"/>
            <p:cNvSpPr/>
            <p:nvPr/>
          </p:nvSpPr>
          <p:spPr>
            <a:xfrm>
              <a:off x="10946241" y="2881552"/>
              <a:ext cx="22421" cy="27440"/>
            </a:xfrm>
            <a:custGeom>
              <a:avLst/>
              <a:pathLst>
                <a:path w="22421" h="27440">
                  <a:moveTo>
                    <a:pt x="17108" y="0"/>
                  </a:moveTo>
                  <a:lnTo>
                    <a:pt x="20260" y="2550"/>
                  </a:lnTo>
                  <a:lnTo>
                    <a:pt x="22101" y="4642"/>
                  </a:lnTo>
                  <a:lnTo>
                    <a:pt x="22421" y="10144"/>
                  </a:lnTo>
                  <a:lnTo>
                    <a:pt x="19963" y="10535"/>
                  </a:lnTo>
                  <a:lnTo>
                    <a:pt x="16587" y="12636"/>
                  </a:lnTo>
                  <a:lnTo>
                    <a:pt x="16157" y="14439"/>
                  </a:lnTo>
                  <a:lnTo>
                    <a:pt x="21106" y="15960"/>
                  </a:lnTo>
                  <a:lnTo>
                    <a:pt x="21542" y="18507"/>
                  </a:lnTo>
                  <a:lnTo>
                    <a:pt x="20084" y="20331"/>
                  </a:lnTo>
                  <a:lnTo>
                    <a:pt x="17495" y="21602"/>
                  </a:lnTo>
                  <a:lnTo>
                    <a:pt x="17122" y="19047"/>
                  </a:lnTo>
                  <a:lnTo>
                    <a:pt x="13092" y="22382"/>
                  </a:lnTo>
                  <a:lnTo>
                    <a:pt x="12558" y="27440"/>
                  </a:lnTo>
                  <a:lnTo>
                    <a:pt x="9820" y="26421"/>
                  </a:lnTo>
                  <a:lnTo>
                    <a:pt x="8048" y="24757"/>
                  </a:lnTo>
                  <a:lnTo>
                    <a:pt x="8159" y="22341"/>
                  </a:lnTo>
                  <a:lnTo>
                    <a:pt x="7424" y="20574"/>
                  </a:lnTo>
                  <a:lnTo>
                    <a:pt x="6251" y="19706"/>
                  </a:lnTo>
                  <a:lnTo>
                    <a:pt x="5963" y="17670"/>
                  </a:lnTo>
                  <a:lnTo>
                    <a:pt x="8458" y="17033"/>
                  </a:lnTo>
                  <a:lnTo>
                    <a:pt x="9551" y="15335"/>
                  </a:lnTo>
                  <a:lnTo>
                    <a:pt x="1885" y="14353"/>
                  </a:lnTo>
                  <a:lnTo>
                    <a:pt x="0" y="12772"/>
                  </a:lnTo>
                  <a:lnTo>
                    <a:pt x="4744" y="9905"/>
                  </a:lnTo>
                  <a:lnTo>
                    <a:pt x="6527" y="7239"/>
                  </a:lnTo>
                  <a:lnTo>
                    <a:pt x="5520" y="5550"/>
                  </a:lnTo>
                  <a:lnTo>
                    <a:pt x="2623" y="4300"/>
                  </a:lnTo>
                  <a:lnTo>
                    <a:pt x="7961" y="5536"/>
                  </a:lnTo>
                  <a:lnTo>
                    <a:pt x="10406" y="6715"/>
                  </a:lnTo>
                  <a:lnTo>
                    <a:pt x="12963" y="11799"/>
                  </a:lnTo>
                  <a:lnTo>
                    <a:pt x="15610" y="11697"/>
                  </a:lnTo>
                  <a:lnTo>
                    <a:pt x="14465" y="6247"/>
                  </a:lnTo>
                  <a:lnTo>
                    <a:pt x="15219" y="1197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0" name="ph7300"/>
            <p:cNvSpPr/>
            <p:nvPr/>
          </p:nvSpPr>
          <p:spPr>
            <a:xfrm>
              <a:off x="10812782" y="2971630"/>
              <a:ext cx="13265" cy="15341"/>
            </a:xfrm>
            <a:custGeom>
              <a:avLst/>
              <a:pathLst>
                <a:path w="13265" h="15341">
                  <a:moveTo>
                    <a:pt x="5709" y="394"/>
                  </a:moveTo>
                  <a:lnTo>
                    <a:pt x="6426" y="1777"/>
                  </a:lnTo>
                  <a:lnTo>
                    <a:pt x="10694" y="4684"/>
                  </a:lnTo>
                  <a:lnTo>
                    <a:pt x="11496" y="4550"/>
                  </a:lnTo>
                  <a:lnTo>
                    <a:pt x="13265" y="7510"/>
                  </a:lnTo>
                  <a:lnTo>
                    <a:pt x="11387" y="9038"/>
                  </a:lnTo>
                  <a:lnTo>
                    <a:pt x="11131" y="10320"/>
                  </a:lnTo>
                  <a:lnTo>
                    <a:pt x="12136" y="10278"/>
                  </a:lnTo>
                  <a:lnTo>
                    <a:pt x="12031" y="12841"/>
                  </a:lnTo>
                  <a:lnTo>
                    <a:pt x="10747" y="15341"/>
                  </a:lnTo>
                  <a:lnTo>
                    <a:pt x="8708" y="15139"/>
                  </a:lnTo>
                  <a:lnTo>
                    <a:pt x="6818" y="13404"/>
                  </a:lnTo>
                  <a:lnTo>
                    <a:pt x="809" y="11537"/>
                  </a:lnTo>
                  <a:lnTo>
                    <a:pt x="0" y="11936"/>
                  </a:lnTo>
                  <a:lnTo>
                    <a:pt x="1847" y="8933"/>
                  </a:lnTo>
                  <a:lnTo>
                    <a:pt x="1519" y="2412"/>
                  </a:lnTo>
                  <a:lnTo>
                    <a:pt x="2104" y="1061"/>
                  </a:lnTo>
                  <a:lnTo>
                    <a:pt x="335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1" name="ph7301"/>
            <p:cNvSpPr/>
            <p:nvPr/>
          </p:nvSpPr>
          <p:spPr>
            <a:xfrm>
              <a:off x="10831941" y="2884667"/>
              <a:ext cx="30218" cy="28642"/>
            </a:xfrm>
            <a:custGeom>
              <a:avLst/>
              <a:pathLst>
                <a:path w="30218" h="28642">
                  <a:moveTo>
                    <a:pt x="1127" y="0"/>
                  </a:moveTo>
                  <a:lnTo>
                    <a:pt x="2182" y="1297"/>
                  </a:lnTo>
                  <a:lnTo>
                    <a:pt x="7455" y="3615"/>
                  </a:lnTo>
                  <a:lnTo>
                    <a:pt x="9073" y="2972"/>
                  </a:lnTo>
                  <a:lnTo>
                    <a:pt x="9499" y="4283"/>
                  </a:lnTo>
                  <a:lnTo>
                    <a:pt x="11335" y="5915"/>
                  </a:lnTo>
                  <a:lnTo>
                    <a:pt x="20710" y="9741"/>
                  </a:lnTo>
                  <a:lnTo>
                    <a:pt x="21499" y="14596"/>
                  </a:lnTo>
                  <a:lnTo>
                    <a:pt x="26634" y="14806"/>
                  </a:lnTo>
                  <a:lnTo>
                    <a:pt x="30218" y="17408"/>
                  </a:lnTo>
                  <a:lnTo>
                    <a:pt x="29331" y="18251"/>
                  </a:lnTo>
                  <a:lnTo>
                    <a:pt x="27332" y="17420"/>
                  </a:lnTo>
                  <a:lnTo>
                    <a:pt x="26263" y="19262"/>
                  </a:lnTo>
                  <a:lnTo>
                    <a:pt x="25267" y="19029"/>
                  </a:lnTo>
                  <a:lnTo>
                    <a:pt x="21878" y="20768"/>
                  </a:lnTo>
                  <a:lnTo>
                    <a:pt x="21317" y="23243"/>
                  </a:lnTo>
                  <a:lnTo>
                    <a:pt x="22160" y="23752"/>
                  </a:lnTo>
                  <a:lnTo>
                    <a:pt x="22731" y="28270"/>
                  </a:lnTo>
                  <a:lnTo>
                    <a:pt x="20136" y="28296"/>
                  </a:lnTo>
                  <a:lnTo>
                    <a:pt x="16001" y="28642"/>
                  </a:lnTo>
                  <a:lnTo>
                    <a:pt x="8401" y="24871"/>
                  </a:lnTo>
                  <a:lnTo>
                    <a:pt x="7741" y="23174"/>
                  </a:lnTo>
                  <a:lnTo>
                    <a:pt x="10910" y="23625"/>
                  </a:lnTo>
                  <a:lnTo>
                    <a:pt x="10711" y="22793"/>
                  </a:lnTo>
                  <a:lnTo>
                    <a:pt x="6436" y="20839"/>
                  </a:lnTo>
                  <a:lnTo>
                    <a:pt x="3260" y="16537"/>
                  </a:lnTo>
                  <a:lnTo>
                    <a:pt x="3014" y="8705"/>
                  </a:lnTo>
                  <a:lnTo>
                    <a:pt x="3774" y="6927"/>
                  </a:lnTo>
                  <a:lnTo>
                    <a:pt x="459" y="5834"/>
                  </a:lnTo>
                  <a:lnTo>
                    <a:pt x="0" y="4468"/>
                  </a:lnTo>
                  <a:lnTo>
                    <a:pt x="437" y="20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2" name="ph7302"/>
            <p:cNvSpPr/>
            <p:nvPr/>
          </p:nvSpPr>
          <p:spPr>
            <a:xfrm>
              <a:off x="10936716" y="2894325"/>
              <a:ext cx="19076" cy="15987"/>
            </a:xfrm>
            <a:custGeom>
              <a:avLst/>
              <a:pathLst>
                <a:path w="19076" h="15987">
                  <a:moveTo>
                    <a:pt x="8966" y="3464"/>
                  </a:moveTo>
                  <a:lnTo>
                    <a:pt x="9885" y="1985"/>
                  </a:lnTo>
                  <a:lnTo>
                    <a:pt x="9525" y="0"/>
                  </a:lnTo>
                  <a:lnTo>
                    <a:pt x="11411" y="1580"/>
                  </a:lnTo>
                  <a:lnTo>
                    <a:pt x="19076" y="2562"/>
                  </a:lnTo>
                  <a:lnTo>
                    <a:pt x="17984" y="4260"/>
                  </a:lnTo>
                  <a:lnTo>
                    <a:pt x="15488" y="4897"/>
                  </a:lnTo>
                  <a:lnTo>
                    <a:pt x="15777" y="6933"/>
                  </a:lnTo>
                  <a:lnTo>
                    <a:pt x="14285" y="8533"/>
                  </a:lnTo>
                  <a:lnTo>
                    <a:pt x="12969" y="6417"/>
                  </a:lnTo>
                  <a:lnTo>
                    <a:pt x="12142" y="15987"/>
                  </a:lnTo>
                  <a:lnTo>
                    <a:pt x="9781" y="15742"/>
                  </a:lnTo>
                  <a:lnTo>
                    <a:pt x="9848" y="12913"/>
                  </a:lnTo>
                  <a:lnTo>
                    <a:pt x="8846" y="11988"/>
                  </a:lnTo>
                  <a:lnTo>
                    <a:pt x="6305" y="12187"/>
                  </a:lnTo>
                  <a:lnTo>
                    <a:pt x="1209" y="8442"/>
                  </a:lnTo>
                  <a:lnTo>
                    <a:pt x="1089" y="3899"/>
                  </a:lnTo>
                  <a:lnTo>
                    <a:pt x="0" y="1083"/>
                  </a:lnTo>
                  <a:lnTo>
                    <a:pt x="1383" y="63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3" name="ph7303"/>
            <p:cNvSpPr/>
            <p:nvPr/>
          </p:nvSpPr>
          <p:spPr>
            <a:xfrm>
              <a:off x="10948960" y="2940132"/>
              <a:ext cx="5383" cy="7544"/>
            </a:xfrm>
            <a:custGeom>
              <a:avLst/>
              <a:pathLst>
                <a:path w="5383" h="7544">
                  <a:moveTo>
                    <a:pt x="5383" y="5134"/>
                  </a:moveTo>
                  <a:lnTo>
                    <a:pt x="4283" y="7544"/>
                  </a:lnTo>
                  <a:lnTo>
                    <a:pt x="0" y="5837"/>
                  </a:lnTo>
                  <a:lnTo>
                    <a:pt x="1593" y="0"/>
                  </a:lnTo>
                  <a:lnTo>
                    <a:pt x="3218" y="214"/>
                  </a:lnTo>
                  <a:lnTo>
                    <a:pt x="4431" y="420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4" name="ph7304"/>
            <p:cNvSpPr/>
            <p:nvPr/>
          </p:nvSpPr>
          <p:spPr>
            <a:xfrm>
              <a:off x="10935475" y="2937696"/>
              <a:ext cx="11627" cy="11712"/>
            </a:xfrm>
            <a:custGeom>
              <a:avLst/>
              <a:pathLst>
                <a:path w="11627" h="11712">
                  <a:moveTo>
                    <a:pt x="6108" y="2062"/>
                  </a:moveTo>
                  <a:lnTo>
                    <a:pt x="7818" y="2338"/>
                  </a:lnTo>
                  <a:lnTo>
                    <a:pt x="9270" y="1769"/>
                  </a:lnTo>
                  <a:lnTo>
                    <a:pt x="11627" y="2614"/>
                  </a:lnTo>
                  <a:lnTo>
                    <a:pt x="10596" y="3871"/>
                  </a:lnTo>
                  <a:lnTo>
                    <a:pt x="9552" y="9134"/>
                  </a:lnTo>
                  <a:lnTo>
                    <a:pt x="10242" y="10920"/>
                  </a:lnTo>
                  <a:lnTo>
                    <a:pt x="4850" y="9562"/>
                  </a:lnTo>
                  <a:lnTo>
                    <a:pt x="3857" y="11712"/>
                  </a:lnTo>
                  <a:lnTo>
                    <a:pt x="0" y="9260"/>
                  </a:lnTo>
                  <a:lnTo>
                    <a:pt x="3640" y="4179"/>
                  </a:lnTo>
                  <a:lnTo>
                    <a:pt x="3864" y="0"/>
                  </a:lnTo>
                  <a:lnTo>
                    <a:pt x="6188" y="11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5" name="ph7305"/>
            <p:cNvSpPr/>
            <p:nvPr/>
          </p:nvSpPr>
          <p:spPr>
            <a:xfrm>
              <a:off x="10900240" y="2973494"/>
              <a:ext cx="5068" cy="7488"/>
            </a:xfrm>
            <a:custGeom>
              <a:avLst/>
              <a:pathLst>
                <a:path w="5068" h="7488">
                  <a:moveTo>
                    <a:pt x="457" y="0"/>
                  </a:moveTo>
                  <a:lnTo>
                    <a:pt x="942" y="1775"/>
                  </a:lnTo>
                  <a:lnTo>
                    <a:pt x="4752" y="1697"/>
                  </a:lnTo>
                  <a:lnTo>
                    <a:pt x="5068" y="7311"/>
                  </a:lnTo>
                  <a:lnTo>
                    <a:pt x="2783" y="7488"/>
                  </a:lnTo>
                  <a:lnTo>
                    <a:pt x="1341" y="6126"/>
                  </a:lnTo>
                  <a:lnTo>
                    <a:pt x="0" y="180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6" name="ph7306"/>
            <p:cNvSpPr/>
            <p:nvPr/>
          </p:nvSpPr>
          <p:spPr>
            <a:xfrm>
              <a:off x="10938099" y="2885853"/>
              <a:ext cx="14669" cy="11936"/>
            </a:xfrm>
            <a:custGeom>
              <a:avLst/>
              <a:pathLst>
                <a:path w="14669" h="11936">
                  <a:moveTo>
                    <a:pt x="10765" y="0"/>
                  </a:moveTo>
                  <a:lnTo>
                    <a:pt x="13662" y="1249"/>
                  </a:lnTo>
                  <a:lnTo>
                    <a:pt x="14669" y="2938"/>
                  </a:lnTo>
                  <a:lnTo>
                    <a:pt x="12886" y="5604"/>
                  </a:lnTo>
                  <a:lnTo>
                    <a:pt x="8142" y="8471"/>
                  </a:lnTo>
                  <a:lnTo>
                    <a:pt x="8501" y="10456"/>
                  </a:lnTo>
                  <a:lnTo>
                    <a:pt x="7582" y="11936"/>
                  </a:lnTo>
                  <a:lnTo>
                    <a:pt x="0" y="9106"/>
                  </a:lnTo>
                  <a:lnTo>
                    <a:pt x="128" y="8034"/>
                  </a:lnTo>
                  <a:lnTo>
                    <a:pt x="6220" y="342"/>
                  </a:lnTo>
                  <a:lnTo>
                    <a:pt x="8031" y="33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7" name="ph7307"/>
            <p:cNvSpPr/>
            <p:nvPr/>
          </p:nvSpPr>
          <p:spPr>
            <a:xfrm>
              <a:off x="10931791" y="2910659"/>
              <a:ext cx="10629" cy="8392"/>
            </a:xfrm>
            <a:custGeom>
              <a:avLst/>
              <a:pathLst>
                <a:path w="10629" h="8392">
                  <a:moveTo>
                    <a:pt x="7980" y="373"/>
                  </a:moveTo>
                  <a:lnTo>
                    <a:pt x="9095" y="1231"/>
                  </a:lnTo>
                  <a:lnTo>
                    <a:pt x="10629" y="3437"/>
                  </a:lnTo>
                  <a:lnTo>
                    <a:pt x="7601" y="8392"/>
                  </a:lnTo>
                  <a:lnTo>
                    <a:pt x="5238" y="3667"/>
                  </a:lnTo>
                  <a:lnTo>
                    <a:pt x="0" y="6425"/>
                  </a:lnTo>
                  <a:lnTo>
                    <a:pt x="397" y="4584"/>
                  </a:lnTo>
                  <a:lnTo>
                    <a:pt x="44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8" name="ph7308"/>
            <p:cNvSpPr/>
            <p:nvPr/>
          </p:nvSpPr>
          <p:spPr>
            <a:xfrm>
              <a:off x="10967757" y="2969435"/>
              <a:ext cx="32173" cy="19651"/>
            </a:xfrm>
            <a:custGeom>
              <a:avLst/>
              <a:pathLst>
                <a:path w="32173" h="19651">
                  <a:moveTo>
                    <a:pt x="30234" y="1220"/>
                  </a:moveTo>
                  <a:lnTo>
                    <a:pt x="32173" y="6383"/>
                  </a:lnTo>
                  <a:lnTo>
                    <a:pt x="30037" y="7625"/>
                  </a:lnTo>
                  <a:lnTo>
                    <a:pt x="21647" y="9879"/>
                  </a:lnTo>
                  <a:lnTo>
                    <a:pt x="16550" y="13848"/>
                  </a:lnTo>
                  <a:lnTo>
                    <a:pt x="15417" y="13004"/>
                  </a:lnTo>
                  <a:lnTo>
                    <a:pt x="15067" y="11563"/>
                  </a:lnTo>
                  <a:lnTo>
                    <a:pt x="12201" y="8964"/>
                  </a:lnTo>
                  <a:lnTo>
                    <a:pt x="10896" y="8642"/>
                  </a:lnTo>
                  <a:lnTo>
                    <a:pt x="9827" y="12079"/>
                  </a:lnTo>
                  <a:lnTo>
                    <a:pt x="8727" y="11156"/>
                  </a:lnTo>
                  <a:lnTo>
                    <a:pt x="5097" y="19651"/>
                  </a:lnTo>
                  <a:lnTo>
                    <a:pt x="1632" y="17871"/>
                  </a:lnTo>
                  <a:lnTo>
                    <a:pt x="0" y="13555"/>
                  </a:lnTo>
                  <a:lnTo>
                    <a:pt x="2538" y="11787"/>
                  </a:lnTo>
                  <a:lnTo>
                    <a:pt x="4953" y="9257"/>
                  </a:lnTo>
                  <a:lnTo>
                    <a:pt x="4517" y="6682"/>
                  </a:lnTo>
                  <a:lnTo>
                    <a:pt x="6369" y="3924"/>
                  </a:lnTo>
                  <a:lnTo>
                    <a:pt x="9843" y="4077"/>
                  </a:lnTo>
                  <a:lnTo>
                    <a:pt x="13452" y="2440"/>
                  </a:lnTo>
                  <a:lnTo>
                    <a:pt x="17095" y="3273"/>
                  </a:lnTo>
                  <a:lnTo>
                    <a:pt x="22704" y="928"/>
                  </a:lnTo>
                  <a:lnTo>
                    <a:pt x="2758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9" name="ph7309"/>
            <p:cNvSpPr/>
            <p:nvPr/>
          </p:nvSpPr>
          <p:spPr>
            <a:xfrm>
              <a:off x="10981059" y="2975784"/>
              <a:ext cx="25153" cy="11975"/>
            </a:xfrm>
            <a:custGeom>
              <a:avLst/>
              <a:pathLst>
                <a:path w="25153" h="11975">
                  <a:moveTo>
                    <a:pt x="25153" y="724"/>
                  </a:moveTo>
                  <a:lnTo>
                    <a:pt x="23391" y="3033"/>
                  </a:lnTo>
                  <a:lnTo>
                    <a:pt x="23151" y="9463"/>
                  </a:lnTo>
                  <a:lnTo>
                    <a:pt x="23960" y="11549"/>
                  </a:lnTo>
                  <a:lnTo>
                    <a:pt x="24095" y="11975"/>
                  </a:lnTo>
                  <a:lnTo>
                    <a:pt x="20372" y="9722"/>
                  </a:lnTo>
                  <a:lnTo>
                    <a:pt x="12432" y="10192"/>
                  </a:lnTo>
                  <a:lnTo>
                    <a:pt x="7674" y="11524"/>
                  </a:lnTo>
                  <a:lnTo>
                    <a:pt x="7025" y="10835"/>
                  </a:lnTo>
                  <a:lnTo>
                    <a:pt x="3832" y="11762"/>
                  </a:lnTo>
                  <a:lnTo>
                    <a:pt x="2988" y="11939"/>
                  </a:lnTo>
                  <a:lnTo>
                    <a:pt x="0" y="10222"/>
                  </a:lnTo>
                  <a:lnTo>
                    <a:pt x="834" y="7468"/>
                  </a:lnTo>
                  <a:lnTo>
                    <a:pt x="2115" y="6655"/>
                  </a:lnTo>
                  <a:lnTo>
                    <a:pt x="3248" y="7499"/>
                  </a:lnTo>
                  <a:lnTo>
                    <a:pt x="8345" y="3530"/>
                  </a:lnTo>
                  <a:lnTo>
                    <a:pt x="16735" y="1276"/>
                  </a:lnTo>
                  <a:lnTo>
                    <a:pt x="18871" y="34"/>
                  </a:lnTo>
                  <a:lnTo>
                    <a:pt x="21296" y="2111"/>
                  </a:lnTo>
                  <a:lnTo>
                    <a:pt x="2464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0" name="ph7310"/>
            <p:cNvSpPr/>
            <p:nvPr/>
          </p:nvSpPr>
          <p:spPr>
            <a:xfrm>
              <a:off x="10966329" y="2935578"/>
              <a:ext cx="8033" cy="3639"/>
            </a:xfrm>
            <a:custGeom>
              <a:avLst/>
              <a:pathLst>
                <a:path w="8033" h="3639">
                  <a:moveTo>
                    <a:pt x="8033" y="276"/>
                  </a:moveTo>
                  <a:lnTo>
                    <a:pt x="7011" y="3639"/>
                  </a:lnTo>
                  <a:lnTo>
                    <a:pt x="2689" y="1696"/>
                  </a:lnTo>
                  <a:lnTo>
                    <a:pt x="0" y="1461"/>
                  </a:lnTo>
                  <a:lnTo>
                    <a:pt x="314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1" name="ph7311"/>
            <p:cNvSpPr/>
            <p:nvPr/>
          </p:nvSpPr>
          <p:spPr>
            <a:xfrm>
              <a:off x="10878573" y="3019999"/>
              <a:ext cx="17445" cy="17186"/>
            </a:xfrm>
            <a:custGeom>
              <a:avLst/>
              <a:pathLst>
                <a:path w="17445" h="17186">
                  <a:moveTo>
                    <a:pt x="10249" y="983"/>
                  </a:moveTo>
                  <a:lnTo>
                    <a:pt x="12018" y="2292"/>
                  </a:lnTo>
                  <a:lnTo>
                    <a:pt x="15161" y="6142"/>
                  </a:lnTo>
                  <a:lnTo>
                    <a:pt x="16125" y="9593"/>
                  </a:lnTo>
                  <a:lnTo>
                    <a:pt x="17445" y="11347"/>
                  </a:lnTo>
                  <a:lnTo>
                    <a:pt x="17307" y="11746"/>
                  </a:lnTo>
                  <a:lnTo>
                    <a:pt x="16214" y="10879"/>
                  </a:lnTo>
                  <a:lnTo>
                    <a:pt x="12178" y="10414"/>
                  </a:lnTo>
                  <a:lnTo>
                    <a:pt x="8031" y="10746"/>
                  </a:lnTo>
                  <a:lnTo>
                    <a:pt x="5769" y="12113"/>
                  </a:lnTo>
                  <a:lnTo>
                    <a:pt x="7555" y="15078"/>
                  </a:lnTo>
                  <a:lnTo>
                    <a:pt x="6207" y="17186"/>
                  </a:lnTo>
                  <a:lnTo>
                    <a:pt x="2347" y="12259"/>
                  </a:lnTo>
                  <a:lnTo>
                    <a:pt x="0" y="8978"/>
                  </a:lnTo>
                  <a:lnTo>
                    <a:pt x="1413" y="7459"/>
                  </a:lnTo>
                  <a:lnTo>
                    <a:pt x="2505" y="7254"/>
                  </a:lnTo>
                  <a:lnTo>
                    <a:pt x="3148" y="1921"/>
                  </a:lnTo>
                  <a:lnTo>
                    <a:pt x="3507" y="1344"/>
                  </a:lnTo>
                  <a:lnTo>
                    <a:pt x="4682" y="1657"/>
                  </a:lnTo>
                  <a:lnTo>
                    <a:pt x="57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2" name="ph7312"/>
            <p:cNvSpPr/>
            <p:nvPr/>
          </p:nvSpPr>
          <p:spPr>
            <a:xfrm>
              <a:off x="10884343" y="3030414"/>
              <a:ext cx="15877" cy="12356"/>
            </a:xfrm>
            <a:custGeom>
              <a:avLst/>
              <a:pathLst>
                <a:path w="15877" h="12356">
                  <a:moveTo>
                    <a:pt x="10444" y="464"/>
                  </a:moveTo>
                  <a:lnTo>
                    <a:pt x="11537" y="1331"/>
                  </a:lnTo>
                  <a:lnTo>
                    <a:pt x="14778" y="5470"/>
                  </a:lnTo>
                  <a:lnTo>
                    <a:pt x="15877" y="10246"/>
                  </a:lnTo>
                  <a:lnTo>
                    <a:pt x="15087" y="11127"/>
                  </a:lnTo>
                  <a:lnTo>
                    <a:pt x="15161" y="10475"/>
                  </a:lnTo>
                  <a:lnTo>
                    <a:pt x="14036" y="10069"/>
                  </a:lnTo>
                  <a:lnTo>
                    <a:pt x="10754" y="9891"/>
                  </a:lnTo>
                  <a:lnTo>
                    <a:pt x="10233" y="10214"/>
                  </a:lnTo>
                  <a:lnTo>
                    <a:pt x="10462" y="11825"/>
                  </a:lnTo>
                  <a:lnTo>
                    <a:pt x="9346" y="12356"/>
                  </a:lnTo>
                  <a:lnTo>
                    <a:pt x="5849" y="6389"/>
                  </a:lnTo>
                  <a:lnTo>
                    <a:pt x="1785" y="4663"/>
                  </a:lnTo>
                  <a:lnTo>
                    <a:pt x="0" y="1698"/>
                  </a:lnTo>
                  <a:lnTo>
                    <a:pt x="2261" y="331"/>
                  </a:lnTo>
                  <a:lnTo>
                    <a:pt x="640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3" name="ph7313"/>
            <p:cNvSpPr/>
            <p:nvPr/>
          </p:nvSpPr>
          <p:spPr>
            <a:xfrm>
              <a:off x="10902340" y="3005242"/>
              <a:ext cx="14391" cy="33274"/>
            </a:xfrm>
            <a:custGeom>
              <a:avLst/>
              <a:pathLst>
                <a:path w="14391" h="33274">
                  <a:moveTo>
                    <a:pt x="7907" y="3495"/>
                  </a:moveTo>
                  <a:lnTo>
                    <a:pt x="8505" y="1832"/>
                  </a:lnTo>
                  <a:lnTo>
                    <a:pt x="10111" y="5160"/>
                  </a:lnTo>
                  <a:lnTo>
                    <a:pt x="9131" y="9409"/>
                  </a:lnTo>
                  <a:lnTo>
                    <a:pt x="8234" y="10125"/>
                  </a:lnTo>
                  <a:lnTo>
                    <a:pt x="8245" y="12876"/>
                  </a:lnTo>
                  <a:lnTo>
                    <a:pt x="8631" y="13675"/>
                  </a:lnTo>
                  <a:lnTo>
                    <a:pt x="11099" y="14259"/>
                  </a:lnTo>
                  <a:lnTo>
                    <a:pt x="12871" y="13186"/>
                  </a:lnTo>
                  <a:lnTo>
                    <a:pt x="13977" y="18445"/>
                  </a:lnTo>
                  <a:lnTo>
                    <a:pt x="14391" y="24742"/>
                  </a:lnTo>
                  <a:lnTo>
                    <a:pt x="11747" y="31009"/>
                  </a:lnTo>
                  <a:lnTo>
                    <a:pt x="10357" y="31670"/>
                  </a:lnTo>
                  <a:lnTo>
                    <a:pt x="10059" y="33274"/>
                  </a:lnTo>
                  <a:lnTo>
                    <a:pt x="3948" y="27151"/>
                  </a:lnTo>
                  <a:lnTo>
                    <a:pt x="3642" y="25664"/>
                  </a:lnTo>
                  <a:lnTo>
                    <a:pt x="3530" y="22146"/>
                  </a:lnTo>
                  <a:lnTo>
                    <a:pt x="0" y="18143"/>
                  </a:lnTo>
                  <a:lnTo>
                    <a:pt x="299" y="17398"/>
                  </a:lnTo>
                  <a:lnTo>
                    <a:pt x="1637" y="12914"/>
                  </a:lnTo>
                  <a:lnTo>
                    <a:pt x="3688" y="10807"/>
                  </a:lnTo>
                  <a:lnTo>
                    <a:pt x="6664" y="264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4" name="ph7314"/>
            <p:cNvSpPr/>
            <p:nvPr/>
          </p:nvSpPr>
          <p:spPr>
            <a:xfrm>
              <a:off x="10941583" y="2929829"/>
              <a:ext cx="7799" cy="10480"/>
            </a:xfrm>
            <a:custGeom>
              <a:avLst/>
              <a:pathLst>
                <a:path w="7799" h="10480">
                  <a:moveTo>
                    <a:pt x="7799" y="1248"/>
                  </a:moveTo>
                  <a:lnTo>
                    <a:pt x="7699" y="8005"/>
                  </a:lnTo>
                  <a:lnTo>
                    <a:pt x="5519" y="10480"/>
                  </a:lnTo>
                  <a:lnTo>
                    <a:pt x="3162" y="9636"/>
                  </a:lnTo>
                  <a:lnTo>
                    <a:pt x="1710" y="10204"/>
                  </a:lnTo>
                  <a:lnTo>
                    <a:pt x="0" y="9928"/>
                  </a:lnTo>
                  <a:lnTo>
                    <a:pt x="80" y="9000"/>
                  </a:lnTo>
                  <a:lnTo>
                    <a:pt x="714" y="2110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5" name="ph7315"/>
            <p:cNvSpPr/>
            <p:nvPr/>
          </p:nvSpPr>
          <p:spPr>
            <a:xfrm>
              <a:off x="10949734" y="2926381"/>
              <a:ext cx="5590" cy="3675"/>
            </a:xfrm>
            <a:custGeom>
              <a:avLst/>
              <a:pathLst>
                <a:path w="5590" h="3675">
                  <a:moveTo>
                    <a:pt x="4906" y="587"/>
                  </a:moveTo>
                  <a:lnTo>
                    <a:pt x="5590" y="1997"/>
                  </a:lnTo>
                  <a:lnTo>
                    <a:pt x="5174" y="3675"/>
                  </a:lnTo>
                  <a:lnTo>
                    <a:pt x="1380" y="2926"/>
                  </a:lnTo>
                  <a:lnTo>
                    <a:pt x="0" y="2572"/>
                  </a:lnTo>
                  <a:lnTo>
                    <a:pt x="854" y="0"/>
                  </a:lnTo>
                  <a:lnTo>
                    <a:pt x="4766" y="53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6" name="ph7316"/>
            <p:cNvSpPr/>
            <p:nvPr/>
          </p:nvSpPr>
          <p:spPr>
            <a:xfrm>
              <a:off x="10905915" y="2987304"/>
              <a:ext cx="4017" cy="2069"/>
            </a:xfrm>
            <a:custGeom>
              <a:avLst/>
              <a:pathLst>
                <a:path w="4017" h="2069">
                  <a:moveTo>
                    <a:pt x="4017" y="1510"/>
                  </a:moveTo>
                  <a:lnTo>
                    <a:pt x="0" y="2069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7" name="ph7317"/>
            <p:cNvSpPr/>
            <p:nvPr/>
          </p:nvSpPr>
          <p:spPr>
            <a:xfrm>
              <a:off x="10853259" y="2902559"/>
              <a:ext cx="30063" cy="19631"/>
            </a:xfrm>
            <a:custGeom>
              <a:avLst/>
              <a:pathLst>
                <a:path w="30063" h="19631">
                  <a:moveTo>
                    <a:pt x="19353" y="7125"/>
                  </a:moveTo>
                  <a:lnTo>
                    <a:pt x="20424" y="6454"/>
                  </a:lnTo>
                  <a:lnTo>
                    <a:pt x="21590" y="10370"/>
                  </a:lnTo>
                  <a:lnTo>
                    <a:pt x="25111" y="12407"/>
                  </a:lnTo>
                  <a:lnTo>
                    <a:pt x="25847" y="13745"/>
                  </a:lnTo>
                  <a:lnTo>
                    <a:pt x="29105" y="16059"/>
                  </a:lnTo>
                  <a:lnTo>
                    <a:pt x="30063" y="18589"/>
                  </a:lnTo>
                  <a:lnTo>
                    <a:pt x="18570" y="19631"/>
                  </a:lnTo>
                  <a:lnTo>
                    <a:pt x="2497" y="12432"/>
                  </a:lnTo>
                  <a:lnTo>
                    <a:pt x="1439" y="11737"/>
                  </a:lnTo>
                  <a:lnTo>
                    <a:pt x="1414" y="10378"/>
                  </a:lnTo>
                  <a:lnTo>
                    <a:pt x="843" y="5860"/>
                  </a:lnTo>
                  <a:lnTo>
                    <a:pt x="0" y="5350"/>
                  </a:lnTo>
                  <a:lnTo>
                    <a:pt x="560" y="2876"/>
                  </a:lnTo>
                  <a:lnTo>
                    <a:pt x="3950" y="1137"/>
                  </a:lnTo>
                  <a:lnTo>
                    <a:pt x="4945" y="1370"/>
                  </a:lnTo>
                  <a:lnTo>
                    <a:pt x="8229" y="2164"/>
                  </a:lnTo>
                  <a:lnTo>
                    <a:pt x="9377" y="1504"/>
                  </a:lnTo>
                  <a:lnTo>
                    <a:pt x="8652" y="1420"/>
                  </a:lnTo>
                  <a:lnTo>
                    <a:pt x="962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8" name="ph7318"/>
            <p:cNvSpPr/>
            <p:nvPr/>
          </p:nvSpPr>
          <p:spPr>
            <a:xfrm>
              <a:off x="10850806" y="2858668"/>
              <a:ext cx="35836" cy="32214"/>
            </a:xfrm>
            <a:custGeom>
              <a:avLst/>
              <a:pathLst>
                <a:path w="35836" h="32214">
                  <a:moveTo>
                    <a:pt x="3406" y="2725"/>
                  </a:moveTo>
                  <a:lnTo>
                    <a:pt x="4060" y="6587"/>
                  </a:lnTo>
                  <a:lnTo>
                    <a:pt x="7720" y="7024"/>
                  </a:lnTo>
                  <a:lnTo>
                    <a:pt x="7241" y="4727"/>
                  </a:lnTo>
                  <a:lnTo>
                    <a:pt x="16180" y="7553"/>
                  </a:lnTo>
                  <a:lnTo>
                    <a:pt x="28121" y="13567"/>
                  </a:lnTo>
                  <a:lnTo>
                    <a:pt x="30577" y="12624"/>
                  </a:lnTo>
                  <a:lnTo>
                    <a:pt x="30550" y="15424"/>
                  </a:lnTo>
                  <a:lnTo>
                    <a:pt x="30263" y="20473"/>
                  </a:lnTo>
                  <a:lnTo>
                    <a:pt x="35836" y="22529"/>
                  </a:lnTo>
                  <a:lnTo>
                    <a:pt x="35602" y="26337"/>
                  </a:lnTo>
                  <a:lnTo>
                    <a:pt x="33264" y="25972"/>
                  </a:lnTo>
                  <a:lnTo>
                    <a:pt x="30012" y="29698"/>
                  </a:lnTo>
                  <a:lnTo>
                    <a:pt x="28791" y="29910"/>
                  </a:lnTo>
                  <a:lnTo>
                    <a:pt x="22629" y="26603"/>
                  </a:lnTo>
                  <a:lnTo>
                    <a:pt x="19017" y="25553"/>
                  </a:lnTo>
                  <a:lnTo>
                    <a:pt x="17837" y="26520"/>
                  </a:lnTo>
                  <a:lnTo>
                    <a:pt x="18400" y="30148"/>
                  </a:lnTo>
                  <a:lnTo>
                    <a:pt x="12733" y="32214"/>
                  </a:lnTo>
                  <a:lnTo>
                    <a:pt x="7084" y="24587"/>
                  </a:lnTo>
                  <a:lnTo>
                    <a:pt x="7339" y="22226"/>
                  </a:lnTo>
                  <a:lnTo>
                    <a:pt x="5932" y="20469"/>
                  </a:lnTo>
                  <a:lnTo>
                    <a:pt x="5204" y="17975"/>
                  </a:lnTo>
                  <a:lnTo>
                    <a:pt x="6397" y="13018"/>
                  </a:lnTo>
                  <a:lnTo>
                    <a:pt x="2990" y="8295"/>
                  </a:lnTo>
                  <a:lnTo>
                    <a:pt x="1013" y="3867"/>
                  </a:lnTo>
                  <a:lnTo>
                    <a:pt x="0" y="1744"/>
                  </a:lnTo>
                  <a:lnTo>
                    <a:pt x="63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9" name="ph7319"/>
            <p:cNvSpPr/>
            <p:nvPr/>
          </p:nvSpPr>
          <p:spPr>
            <a:xfrm>
              <a:off x="10984764" y="2997016"/>
              <a:ext cx="22939" cy="17758"/>
            </a:xfrm>
            <a:custGeom>
              <a:avLst/>
              <a:pathLst>
                <a:path w="22939" h="17758">
                  <a:moveTo>
                    <a:pt x="19702" y="0"/>
                  </a:moveTo>
                  <a:lnTo>
                    <a:pt x="20620" y="1002"/>
                  </a:lnTo>
                  <a:lnTo>
                    <a:pt x="21674" y="2128"/>
                  </a:lnTo>
                  <a:lnTo>
                    <a:pt x="22939" y="6000"/>
                  </a:lnTo>
                  <a:lnTo>
                    <a:pt x="22108" y="7528"/>
                  </a:lnTo>
                  <a:lnTo>
                    <a:pt x="21513" y="8359"/>
                  </a:lnTo>
                  <a:lnTo>
                    <a:pt x="17777" y="10145"/>
                  </a:lnTo>
                  <a:lnTo>
                    <a:pt x="11618" y="11921"/>
                  </a:lnTo>
                  <a:lnTo>
                    <a:pt x="6419" y="11929"/>
                  </a:lnTo>
                  <a:lnTo>
                    <a:pt x="2844" y="17758"/>
                  </a:lnTo>
                  <a:lnTo>
                    <a:pt x="0" y="16085"/>
                  </a:lnTo>
                  <a:lnTo>
                    <a:pt x="2780" y="11930"/>
                  </a:lnTo>
                  <a:lnTo>
                    <a:pt x="5640" y="9120"/>
                  </a:lnTo>
                  <a:lnTo>
                    <a:pt x="5006" y="4901"/>
                  </a:lnTo>
                  <a:lnTo>
                    <a:pt x="3830" y="4018"/>
                  </a:lnTo>
                  <a:lnTo>
                    <a:pt x="4844" y="1835"/>
                  </a:lnTo>
                  <a:lnTo>
                    <a:pt x="10466" y="36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0" name="ph7320"/>
            <p:cNvSpPr/>
            <p:nvPr/>
          </p:nvSpPr>
          <p:spPr>
            <a:xfrm>
              <a:off x="10977520" y="2903133"/>
              <a:ext cx="30724" cy="26850"/>
            </a:xfrm>
            <a:custGeom>
              <a:avLst/>
              <a:pathLst>
                <a:path w="30724" h="26850">
                  <a:moveTo>
                    <a:pt x="12638" y="0"/>
                  </a:moveTo>
                  <a:lnTo>
                    <a:pt x="15531" y="1341"/>
                  </a:lnTo>
                  <a:lnTo>
                    <a:pt x="12895" y="5557"/>
                  </a:lnTo>
                  <a:lnTo>
                    <a:pt x="9878" y="4294"/>
                  </a:lnTo>
                  <a:lnTo>
                    <a:pt x="10125" y="7213"/>
                  </a:lnTo>
                  <a:lnTo>
                    <a:pt x="12517" y="9528"/>
                  </a:lnTo>
                  <a:lnTo>
                    <a:pt x="15793" y="10980"/>
                  </a:lnTo>
                  <a:lnTo>
                    <a:pt x="13363" y="15473"/>
                  </a:lnTo>
                  <a:lnTo>
                    <a:pt x="15171" y="16698"/>
                  </a:lnTo>
                  <a:lnTo>
                    <a:pt x="20529" y="8623"/>
                  </a:lnTo>
                  <a:lnTo>
                    <a:pt x="23214" y="7662"/>
                  </a:lnTo>
                  <a:lnTo>
                    <a:pt x="24595" y="8702"/>
                  </a:lnTo>
                  <a:lnTo>
                    <a:pt x="25764" y="7548"/>
                  </a:lnTo>
                  <a:lnTo>
                    <a:pt x="30724" y="12794"/>
                  </a:lnTo>
                  <a:lnTo>
                    <a:pt x="29572" y="17677"/>
                  </a:lnTo>
                  <a:lnTo>
                    <a:pt x="27694" y="17442"/>
                  </a:lnTo>
                  <a:lnTo>
                    <a:pt x="26872" y="19085"/>
                  </a:lnTo>
                  <a:lnTo>
                    <a:pt x="28170" y="25741"/>
                  </a:lnTo>
                  <a:lnTo>
                    <a:pt x="25717" y="26850"/>
                  </a:lnTo>
                  <a:lnTo>
                    <a:pt x="23373" y="25526"/>
                  </a:lnTo>
                  <a:lnTo>
                    <a:pt x="23905" y="24430"/>
                  </a:lnTo>
                  <a:lnTo>
                    <a:pt x="20496" y="22093"/>
                  </a:lnTo>
                  <a:lnTo>
                    <a:pt x="14619" y="19775"/>
                  </a:lnTo>
                  <a:lnTo>
                    <a:pt x="12245" y="19192"/>
                  </a:lnTo>
                  <a:lnTo>
                    <a:pt x="10494" y="20740"/>
                  </a:lnTo>
                  <a:lnTo>
                    <a:pt x="9367" y="20348"/>
                  </a:lnTo>
                  <a:lnTo>
                    <a:pt x="10130" y="17911"/>
                  </a:lnTo>
                  <a:lnTo>
                    <a:pt x="12239" y="15666"/>
                  </a:lnTo>
                  <a:lnTo>
                    <a:pt x="11202" y="14622"/>
                  </a:lnTo>
                  <a:lnTo>
                    <a:pt x="9442" y="17774"/>
                  </a:lnTo>
                  <a:lnTo>
                    <a:pt x="8420" y="16695"/>
                  </a:lnTo>
                  <a:lnTo>
                    <a:pt x="7972" y="16500"/>
                  </a:lnTo>
                  <a:lnTo>
                    <a:pt x="0" y="12683"/>
                  </a:lnTo>
                  <a:lnTo>
                    <a:pt x="522" y="11016"/>
                  </a:lnTo>
                  <a:lnTo>
                    <a:pt x="1461" y="10511"/>
                  </a:lnTo>
                  <a:lnTo>
                    <a:pt x="3446" y="12595"/>
                  </a:lnTo>
                  <a:lnTo>
                    <a:pt x="5774" y="12865"/>
                  </a:lnTo>
                  <a:lnTo>
                    <a:pt x="6315" y="11996"/>
                  </a:lnTo>
                  <a:lnTo>
                    <a:pt x="6641" y="11172"/>
                  </a:lnTo>
                  <a:lnTo>
                    <a:pt x="4571" y="8178"/>
                  </a:lnTo>
                  <a:lnTo>
                    <a:pt x="5890" y="1216"/>
                  </a:lnTo>
                  <a:lnTo>
                    <a:pt x="8134" y="2527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1" name="ph7321"/>
            <p:cNvSpPr/>
            <p:nvPr/>
          </p:nvSpPr>
          <p:spPr>
            <a:xfrm>
              <a:off x="10857570" y="2945005"/>
              <a:ext cx="26221" cy="35843"/>
            </a:xfrm>
            <a:custGeom>
              <a:avLst/>
              <a:pathLst>
                <a:path w="26221" h="35843">
                  <a:moveTo>
                    <a:pt x="3984" y="0"/>
                  </a:moveTo>
                  <a:lnTo>
                    <a:pt x="11497" y="714"/>
                  </a:lnTo>
                  <a:lnTo>
                    <a:pt x="16282" y="4804"/>
                  </a:lnTo>
                  <a:lnTo>
                    <a:pt x="16475" y="7073"/>
                  </a:lnTo>
                  <a:lnTo>
                    <a:pt x="18690" y="8242"/>
                  </a:lnTo>
                  <a:lnTo>
                    <a:pt x="22889" y="8472"/>
                  </a:lnTo>
                  <a:lnTo>
                    <a:pt x="23380" y="7617"/>
                  </a:lnTo>
                  <a:lnTo>
                    <a:pt x="26045" y="9091"/>
                  </a:lnTo>
                  <a:lnTo>
                    <a:pt x="24852" y="12399"/>
                  </a:lnTo>
                  <a:lnTo>
                    <a:pt x="26221" y="14486"/>
                  </a:lnTo>
                  <a:lnTo>
                    <a:pt x="25410" y="14452"/>
                  </a:lnTo>
                  <a:lnTo>
                    <a:pt x="23108" y="16490"/>
                  </a:lnTo>
                  <a:lnTo>
                    <a:pt x="23551" y="20599"/>
                  </a:lnTo>
                  <a:lnTo>
                    <a:pt x="25088" y="22161"/>
                  </a:lnTo>
                  <a:lnTo>
                    <a:pt x="24410" y="24726"/>
                  </a:lnTo>
                  <a:lnTo>
                    <a:pt x="18941" y="25391"/>
                  </a:lnTo>
                  <a:lnTo>
                    <a:pt x="18792" y="26557"/>
                  </a:lnTo>
                  <a:lnTo>
                    <a:pt x="19432" y="27653"/>
                  </a:lnTo>
                  <a:lnTo>
                    <a:pt x="20405" y="27359"/>
                  </a:lnTo>
                  <a:lnTo>
                    <a:pt x="20791" y="28678"/>
                  </a:lnTo>
                  <a:lnTo>
                    <a:pt x="20543" y="30123"/>
                  </a:lnTo>
                  <a:lnTo>
                    <a:pt x="19045" y="30832"/>
                  </a:lnTo>
                  <a:lnTo>
                    <a:pt x="14262" y="30366"/>
                  </a:lnTo>
                  <a:lnTo>
                    <a:pt x="14854" y="26796"/>
                  </a:lnTo>
                  <a:lnTo>
                    <a:pt x="13094" y="26683"/>
                  </a:lnTo>
                  <a:lnTo>
                    <a:pt x="9877" y="27921"/>
                  </a:lnTo>
                  <a:lnTo>
                    <a:pt x="8936" y="35429"/>
                  </a:lnTo>
                  <a:lnTo>
                    <a:pt x="8204" y="35843"/>
                  </a:lnTo>
                  <a:lnTo>
                    <a:pt x="7463" y="34012"/>
                  </a:lnTo>
                  <a:lnTo>
                    <a:pt x="4491" y="34260"/>
                  </a:lnTo>
                  <a:lnTo>
                    <a:pt x="2473" y="30117"/>
                  </a:lnTo>
                  <a:lnTo>
                    <a:pt x="2791" y="28628"/>
                  </a:lnTo>
                  <a:lnTo>
                    <a:pt x="1693" y="24694"/>
                  </a:lnTo>
                  <a:lnTo>
                    <a:pt x="2220" y="21634"/>
                  </a:lnTo>
                  <a:lnTo>
                    <a:pt x="5365" y="16262"/>
                  </a:lnTo>
                  <a:lnTo>
                    <a:pt x="9708" y="14883"/>
                  </a:lnTo>
                  <a:lnTo>
                    <a:pt x="8773" y="12771"/>
                  </a:lnTo>
                  <a:lnTo>
                    <a:pt x="0" y="6823"/>
                  </a:lnTo>
                  <a:lnTo>
                    <a:pt x="789" y="1498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2" name="ph7322"/>
            <p:cNvSpPr/>
            <p:nvPr/>
          </p:nvSpPr>
          <p:spPr>
            <a:xfrm>
              <a:off x="10940302" y="2917297"/>
              <a:ext cx="8727" cy="14642"/>
            </a:xfrm>
            <a:custGeom>
              <a:avLst/>
              <a:pathLst>
                <a:path w="8727" h="14642">
                  <a:moveTo>
                    <a:pt x="6903" y="0"/>
                  </a:moveTo>
                  <a:lnTo>
                    <a:pt x="7912" y="1645"/>
                  </a:lnTo>
                  <a:lnTo>
                    <a:pt x="8727" y="4853"/>
                  </a:lnTo>
                  <a:lnTo>
                    <a:pt x="7180" y="4653"/>
                  </a:lnTo>
                  <a:lnTo>
                    <a:pt x="5451" y="5379"/>
                  </a:lnTo>
                  <a:lnTo>
                    <a:pt x="4664" y="7874"/>
                  </a:lnTo>
                  <a:lnTo>
                    <a:pt x="5494" y="8926"/>
                  </a:lnTo>
                  <a:lnTo>
                    <a:pt x="6910" y="8578"/>
                  </a:lnTo>
                  <a:lnTo>
                    <a:pt x="5929" y="12532"/>
                  </a:lnTo>
                  <a:lnTo>
                    <a:pt x="1995" y="14642"/>
                  </a:lnTo>
                  <a:lnTo>
                    <a:pt x="1816" y="10865"/>
                  </a:lnTo>
                  <a:lnTo>
                    <a:pt x="2790" y="4687"/>
                  </a:lnTo>
                  <a:lnTo>
                    <a:pt x="1091" y="4367"/>
                  </a:lnTo>
                  <a:lnTo>
                    <a:pt x="609" y="6175"/>
                  </a:lnTo>
                  <a:lnTo>
                    <a:pt x="0" y="2303"/>
                  </a:lnTo>
                  <a:lnTo>
                    <a:pt x="3853" y="5258"/>
                  </a:lnTo>
                  <a:lnTo>
                    <a:pt x="5001" y="5420"/>
                  </a:lnTo>
                  <a:lnTo>
                    <a:pt x="5721" y="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3" name="ph7323"/>
            <p:cNvSpPr/>
            <p:nvPr/>
          </p:nvSpPr>
          <p:spPr>
            <a:xfrm>
              <a:off x="10796411" y="3034397"/>
              <a:ext cx="55080" cy="24564"/>
            </a:xfrm>
            <a:custGeom>
              <a:avLst/>
              <a:pathLst>
                <a:path w="55080" h="24564">
                  <a:moveTo>
                    <a:pt x="23705" y="554"/>
                  </a:moveTo>
                  <a:lnTo>
                    <a:pt x="34941" y="0"/>
                  </a:lnTo>
                  <a:lnTo>
                    <a:pt x="39667" y="1006"/>
                  </a:lnTo>
                  <a:lnTo>
                    <a:pt x="41098" y="1723"/>
                  </a:lnTo>
                  <a:lnTo>
                    <a:pt x="42536" y="6321"/>
                  </a:lnTo>
                  <a:lnTo>
                    <a:pt x="42905" y="7875"/>
                  </a:lnTo>
                  <a:lnTo>
                    <a:pt x="42284" y="11476"/>
                  </a:lnTo>
                  <a:lnTo>
                    <a:pt x="48013" y="15246"/>
                  </a:lnTo>
                  <a:lnTo>
                    <a:pt x="54860" y="15291"/>
                  </a:lnTo>
                  <a:lnTo>
                    <a:pt x="55080" y="16827"/>
                  </a:lnTo>
                  <a:lnTo>
                    <a:pt x="53832" y="19632"/>
                  </a:lnTo>
                  <a:lnTo>
                    <a:pt x="51709" y="21615"/>
                  </a:lnTo>
                  <a:lnTo>
                    <a:pt x="53173" y="22998"/>
                  </a:lnTo>
                  <a:lnTo>
                    <a:pt x="47897" y="24564"/>
                  </a:lnTo>
                  <a:lnTo>
                    <a:pt x="47865" y="23183"/>
                  </a:lnTo>
                  <a:lnTo>
                    <a:pt x="46585" y="21561"/>
                  </a:lnTo>
                  <a:lnTo>
                    <a:pt x="42214" y="18342"/>
                  </a:lnTo>
                  <a:lnTo>
                    <a:pt x="41697" y="17307"/>
                  </a:lnTo>
                  <a:lnTo>
                    <a:pt x="42500" y="15658"/>
                  </a:lnTo>
                  <a:lnTo>
                    <a:pt x="40037" y="14403"/>
                  </a:lnTo>
                  <a:lnTo>
                    <a:pt x="30645" y="17749"/>
                  </a:lnTo>
                  <a:lnTo>
                    <a:pt x="26297" y="17980"/>
                  </a:lnTo>
                  <a:lnTo>
                    <a:pt x="20638" y="16798"/>
                  </a:lnTo>
                  <a:lnTo>
                    <a:pt x="18417" y="16977"/>
                  </a:lnTo>
                  <a:lnTo>
                    <a:pt x="16012" y="19837"/>
                  </a:lnTo>
                  <a:lnTo>
                    <a:pt x="12743" y="21080"/>
                  </a:lnTo>
                  <a:lnTo>
                    <a:pt x="9956" y="20706"/>
                  </a:lnTo>
                  <a:lnTo>
                    <a:pt x="6772" y="24104"/>
                  </a:lnTo>
                  <a:lnTo>
                    <a:pt x="1681" y="21781"/>
                  </a:lnTo>
                  <a:lnTo>
                    <a:pt x="0" y="18318"/>
                  </a:lnTo>
                  <a:lnTo>
                    <a:pt x="1096" y="13804"/>
                  </a:lnTo>
                  <a:lnTo>
                    <a:pt x="4662" y="11929"/>
                  </a:lnTo>
                  <a:lnTo>
                    <a:pt x="5735" y="6077"/>
                  </a:lnTo>
                  <a:lnTo>
                    <a:pt x="7418" y="4520"/>
                  </a:lnTo>
                  <a:lnTo>
                    <a:pt x="7466" y="3549"/>
                  </a:lnTo>
                  <a:lnTo>
                    <a:pt x="12574" y="4032"/>
                  </a:lnTo>
                  <a:lnTo>
                    <a:pt x="18014" y="281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4" name="ph7324"/>
            <p:cNvSpPr/>
            <p:nvPr/>
          </p:nvSpPr>
          <p:spPr>
            <a:xfrm>
              <a:off x="10840485" y="2970444"/>
              <a:ext cx="21775" cy="18434"/>
            </a:xfrm>
            <a:custGeom>
              <a:avLst/>
              <a:pathLst>
                <a:path w="21775" h="18434">
                  <a:moveTo>
                    <a:pt x="19557" y="4678"/>
                  </a:moveTo>
                  <a:lnTo>
                    <a:pt x="21576" y="8821"/>
                  </a:lnTo>
                  <a:lnTo>
                    <a:pt x="21775" y="10780"/>
                  </a:lnTo>
                  <a:lnTo>
                    <a:pt x="20808" y="12162"/>
                  </a:lnTo>
                  <a:lnTo>
                    <a:pt x="20219" y="15266"/>
                  </a:lnTo>
                  <a:lnTo>
                    <a:pt x="18655" y="16408"/>
                  </a:lnTo>
                  <a:lnTo>
                    <a:pt x="13892" y="17417"/>
                  </a:lnTo>
                  <a:lnTo>
                    <a:pt x="4445" y="18434"/>
                  </a:lnTo>
                  <a:lnTo>
                    <a:pt x="3367" y="13974"/>
                  </a:lnTo>
                  <a:lnTo>
                    <a:pt x="2296" y="12599"/>
                  </a:lnTo>
                  <a:lnTo>
                    <a:pt x="0" y="11990"/>
                  </a:lnTo>
                  <a:lnTo>
                    <a:pt x="1553" y="11101"/>
                  </a:lnTo>
                  <a:lnTo>
                    <a:pt x="4156" y="3254"/>
                  </a:lnTo>
                  <a:lnTo>
                    <a:pt x="4717" y="1294"/>
                  </a:lnTo>
                  <a:lnTo>
                    <a:pt x="6778" y="2019"/>
                  </a:lnTo>
                  <a:lnTo>
                    <a:pt x="9049" y="4230"/>
                  </a:lnTo>
                  <a:lnTo>
                    <a:pt x="9932" y="2297"/>
                  </a:lnTo>
                  <a:lnTo>
                    <a:pt x="123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5" name="ph7325"/>
            <p:cNvSpPr/>
            <p:nvPr/>
          </p:nvSpPr>
          <p:spPr>
            <a:xfrm>
              <a:off x="10940886" y="2900600"/>
              <a:ext cx="25176" cy="21571"/>
            </a:xfrm>
            <a:custGeom>
              <a:avLst/>
              <a:pathLst>
                <a:path w="25176" h="21571">
                  <a:moveTo>
                    <a:pt x="22850" y="2554"/>
                  </a:moveTo>
                  <a:lnTo>
                    <a:pt x="19384" y="4691"/>
                  </a:lnTo>
                  <a:lnTo>
                    <a:pt x="20845" y="8913"/>
                  </a:lnTo>
                  <a:lnTo>
                    <a:pt x="25176" y="11169"/>
                  </a:lnTo>
                  <a:lnTo>
                    <a:pt x="22954" y="13602"/>
                  </a:lnTo>
                  <a:lnTo>
                    <a:pt x="19043" y="14808"/>
                  </a:lnTo>
                  <a:lnTo>
                    <a:pt x="19888" y="15723"/>
                  </a:lnTo>
                  <a:lnTo>
                    <a:pt x="24686" y="17176"/>
                  </a:lnTo>
                  <a:lnTo>
                    <a:pt x="24525" y="20174"/>
                  </a:lnTo>
                  <a:lnTo>
                    <a:pt x="23263" y="21571"/>
                  </a:lnTo>
                  <a:lnTo>
                    <a:pt x="18063" y="20841"/>
                  </a:lnTo>
                  <a:lnTo>
                    <a:pt x="17778" y="18198"/>
                  </a:lnTo>
                  <a:lnTo>
                    <a:pt x="12371" y="18976"/>
                  </a:lnTo>
                  <a:lnTo>
                    <a:pt x="12875" y="17349"/>
                  </a:lnTo>
                  <a:lnTo>
                    <a:pt x="10759" y="16928"/>
                  </a:lnTo>
                  <a:lnTo>
                    <a:pt x="7328" y="18342"/>
                  </a:lnTo>
                  <a:lnTo>
                    <a:pt x="6319" y="16696"/>
                  </a:lnTo>
                  <a:lnTo>
                    <a:pt x="5673" y="13127"/>
                  </a:lnTo>
                  <a:lnTo>
                    <a:pt x="1534" y="13496"/>
                  </a:lnTo>
                  <a:lnTo>
                    <a:pt x="0" y="11290"/>
                  </a:lnTo>
                  <a:lnTo>
                    <a:pt x="2135" y="5912"/>
                  </a:lnTo>
                  <a:lnTo>
                    <a:pt x="4675" y="5713"/>
                  </a:lnTo>
                  <a:lnTo>
                    <a:pt x="5677" y="6638"/>
                  </a:lnTo>
                  <a:lnTo>
                    <a:pt x="5611" y="9466"/>
                  </a:lnTo>
                  <a:lnTo>
                    <a:pt x="7972" y="9712"/>
                  </a:lnTo>
                  <a:lnTo>
                    <a:pt x="8798" y="142"/>
                  </a:lnTo>
                  <a:lnTo>
                    <a:pt x="10115" y="2258"/>
                  </a:lnTo>
                  <a:lnTo>
                    <a:pt x="11606" y="658"/>
                  </a:lnTo>
                  <a:lnTo>
                    <a:pt x="12779" y="1527"/>
                  </a:lnTo>
                  <a:lnTo>
                    <a:pt x="13513" y="3293"/>
                  </a:lnTo>
                  <a:lnTo>
                    <a:pt x="13403" y="5709"/>
                  </a:lnTo>
                  <a:lnTo>
                    <a:pt x="15175" y="7373"/>
                  </a:lnTo>
                  <a:lnTo>
                    <a:pt x="17913" y="8392"/>
                  </a:lnTo>
                  <a:lnTo>
                    <a:pt x="18447" y="3335"/>
                  </a:lnTo>
                  <a:lnTo>
                    <a:pt x="2247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6" name="ph7326"/>
            <p:cNvSpPr/>
            <p:nvPr/>
          </p:nvSpPr>
          <p:spPr>
            <a:xfrm>
              <a:off x="10860074" y="2922423"/>
              <a:ext cx="26427" cy="31054"/>
            </a:xfrm>
            <a:custGeom>
              <a:avLst/>
              <a:pathLst>
                <a:path w="26427" h="31054">
                  <a:moveTo>
                    <a:pt x="11597" y="7389"/>
                  </a:moveTo>
                  <a:lnTo>
                    <a:pt x="9869" y="10051"/>
                  </a:lnTo>
                  <a:lnTo>
                    <a:pt x="14209" y="14218"/>
                  </a:lnTo>
                  <a:lnTo>
                    <a:pt x="20034" y="11688"/>
                  </a:lnTo>
                  <a:lnTo>
                    <a:pt x="23852" y="7345"/>
                  </a:lnTo>
                  <a:lnTo>
                    <a:pt x="26427" y="8191"/>
                  </a:lnTo>
                  <a:lnTo>
                    <a:pt x="26402" y="9688"/>
                  </a:lnTo>
                  <a:lnTo>
                    <a:pt x="25531" y="8818"/>
                  </a:lnTo>
                  <a:lnTo>
                    <a:pt x="24583" y="9533"/>
                  </a:lnTo>
                  <a:lnTo>
                    <a:pt x="21885" y="13146"/>
                  </a:lnTo>
                  <a:lnTo>
                    <a:pt x="19589" y="19509"/>
                  </a:lnTo>
                  <a:lnTo>
                    <a:pt x="22418" y="21121"/>
                  </a:lnTo>
                  <a:lnTo>
                    <a:pt x="21179" y="22419"/>
                  </a:lnTo>
                  <a:lnTo>
                    <a:pt x="21648" y="25760"/>
                  </a:lnTo>
                  <a:lnTo>
                    <a:pt x="22713" y="26608"/>
                  </a:lnTo>
                  <a:lnTo>
                    <a:pt x="23935" y="24425"/>
                  </a:lnTo>
                  <a:lnTo>
                    <a:pt x="24929" y="24852"/>
                  </a:lnTo>
                  <a:lnTo>
                    <a:pt x="22907" y="29854"/>
                  </a:lnTo>
                  <a:lnTo>
                    <a:pt x="20876" y="30199"/>
                  </a:lnTo>
                  <a:lnTo>
                    <a:pt x="20385" y="31054"/>
                  </a:lnTo>
                  <a:lnTo>
                    <a:pt x="16186" y="30824"/>
                  </a:lnTo>
                  <a:lnTo>
                    <a:pt x="13971" y="29655"/>
                  </a:lnTo>
                  <a:lnTo>
                    <a:pt x="13778" y="27386"/>
                  </a:lnTo>
                  <a:lnTo>
                    <a:pt x="8993" y="23296"/>
                  </a:lnTo>
                  <a:lnTo>
                    <a:pt x="1480" y="22582"/>
                  </a:lnTo>
                  <a:lnTo>
                    <a:pt x="0" y="21832"/>
                  </a:lnTo>
                  <a:lnTo>
                    <a:pt x="340" y="17771"/>
                  </a:lnTo>
                  <a:lnTo>
                    <a:pt x="5235" y="12407"/>
                  </a:lnTo>
                  <a:lnTo>
                    <a:pt x="2142" y="8998"/>
                  </a:lnTo>
                  <a:lnTo>
                    <a:pt x="687" y="5946"/>
                  </a:lnTo>
                  <a:lnTo>
                    <a:pt x="664" y="2367"/>
                  </a:lnTo>
                  <a:lnTo>
                    <a:pt x="2783" y="1780"/>
                  </a:lnTo>
                  <a:lnTo>
                    <a:pt x="3637" y="282"/>
                  </a:lnTo>
                  <a:lnTo>
                    <a:pt x="45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7" name="ph7327"/>
            <p:cNvSpPr/>
            <p:nvPr/>
          </p:nvSpPr>
          <p:spPr>
            <a:xfrm>
              <a:off x="10968238" y="2901260"/>
              <a:ext cx="15923" cy="20065"/>
            </a:xfrm>
            <a:custGeom>
              <a:avLst/>
              <a:pathLst>
                <a:path w="15923" h="20065">
                  <a:moveTo>
                    <a:pt x="15173" y="3089"/>
                  </a:moveTo>
                  <a:lnTo>
                    <a:pt x="13853" y="10050"/>
                  </a:lnTo>
                  <a:lnTo>
                    <a:pt x="15923" y="13045"/>
                  </a:lnTo>
                  <a:lnTo>
                    <a:pt x="15597" y="13868"/>
                  </a:lnTo>
                  <a:lnTo>
                    <a:pt x="15056" y="14738"/>
                  </a:lnTo>
                  <a:lnTo>
                    <a:pt x="12729" y="14468"/>
                  </a:lnTo>
                  <a:lnTo>
                    <a:pt x="10744" y="12383"/>
                  </a:lnTo>
                  <a:lnTo>
                    <a:pt x="9804" y="12888"/>
                  </a:lnTo>
                  <a:lnTo>
                    <a:pt x="9282" y="14555"/>
                  </a:lnTo>
                  <a:lnTo>
                    <a:pt x="8061" y="17218"/>
                  </a:lnTo>
                  <a:lnTo>
                    <a:pt x="5806" y="16697"/>
                  </a:lnTo>
                  <a:lnTo>
                    <a:pt x="4884" y="20065"/>
                  </a:lnTo>
                  <a:lnTo>
                    <a:pt x="4153" y="19833"/>
                  </a:lnTo>
                  <a:lnTo>
                    <a:pt x="1231" y="17608"/>
                  </a:lnTo>
                  <a:lnTo>
                    <a:pt x="0" y="12567"/>
                  </a:lnTo>
                  <a:lnTo>
                    <a:pt x="620" y="11032"/>
                  </a:lnTo>
                  <a:lnTo>
                    <a:pt x="2531" y="6276"/>
                  </a:lnTo>
                  <a:lnTo>
                    <a:pt x="3816" y="6732"/>
                  </a:lnTo>
                  <a:lnTo>
                    <a:pt x="4962" y="6017"/>
                  </a:lnTo>
                  <a:lnTo>
                    <a:pt x="5006" y="3823"/>
                  </a:lnTo>
                  <a:lnTo>
                    <a:pt x="3998" y="2252"/>
                  </a:lnTo>
                  <a:lnTo>
                    <a:pt x="881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8" name="ph7328"/>
            <p:cNvSpPr/>
            <p:nvPr/>
          </p:nvSpPr>
          <p:spPr>
            <a:xfrm>
              <a:off x="10879663" y="2926129"/>
              <a:ext cx="24327" cy="22903"/>
            </a:xfrm>
            <a:custGeom>
              <a:avLst/>
              <a:pathLst>
                <a:path w="24327" h="22903">
                  <a:moveTo>
                    <a:pt x="11701" y="1215"/>
                  </a:moveTo>
                  <a:lnTo>
                    <a:pt x="10979" y="4639"/>
                  </a:lnTo>
                  <a:lnTo>
                    <a:pt x="13395" y="7632"/>
                  </a:lnTo>
                  <a:lnTo>
                    <a:pt x="18737" y="10687"/>
                  </a:lnTo>
                  <a:lnTo>
                    <a:pt x="19768" y="6855"/>
                  </a:lnTo>
                  <a:lnTo>
                    <a:pt x="24327" y="9910"/>
                  </a:lnTo>
                  <a:lnTo>
                    <a:pt x="24264" y="13824"/>
                  </a:lnTo>
                  <a:lnTo>
                    <a:pt x="22418" y="14006"/>
                  </a:lnTo>
                  <a:lnTo>
                    <a:pt x="21105" y="15183"/>
                  </a:lnTo>
                  <a:lnTo>
                    <a:pt x="18928" y="20808"/>
                  </a:lnTo>
                  <a:lnTo>
                    <a:pt x="13890" y="22872"/>
                  </a:lnTo>
                  <a:lnTo>
                    <a:pt x="6044" y="22282"/>
                  </a:lnTo>
                  <a:lnTo>
                    <a:pt x="5339" y="21146"/>
                  </a:lnTo>
                  <a:lnTo>
                    <a:pt x="4345" y="20720"/>
                  </a:lnTo>
                  <a:lnTo>
                    <a:pt x="3124" y="22903"/>
                  </a:lnTo>
                  <a:lnTo>
                    <a:pt x="2058" y="22055"/>
                  </a:lnTo>
                  <a:lnTo>
                    <a:pt x="1590" y="18714"/>
                  </a:lnTo>
                  <a:lnTo>
                    <a:pt x="2828" y="17416"/>
                  </a:lnTo>
                  <a:lnTo>
                    <a:pt x="0" y="15803"/>
                  </a:lnTo>
                  <a:lnTo>
                    <a:pt x="2295" y="9440"/>
                  </a:lnTo>
                  <a:lnTo>
                    <a:pt x="4994" y="5828"/>
                  </a:lnTo>
                  <a:lnTo>
                    <a:pt x="5942" y="5113"/>
                  </a:lnTo>
                  <a:lnTo>
                    <a:pt x="6812" y="5983"/>
                  </a:lnTo>
                  <a:lnTo>
                    <a:pt x="6837" y="4486"/>
                  </a:lnTo>
                  <a:lnTo>
                    <a:pt x="4262" y="3639"/>
                  </a:lnTo>
                  <a:lnTo>
                    <a:pt x="4807" y="1833"/>
                  </a:lnTo>
                  <a:lnTo>
                    <a:pt x="6323" y="1222"/>
                  </a:lnTo>
                  <a:lnTo>
                    <a:pt x="8762" y="1580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9" name="ph7329"/>
            <p:cNvSpPr/>
            <p:nvPr/>
          </p:nvSpPr>
          <p:spPr>
            <a:xfrm>
              <a:off x="10977584" y="2978077"/>
              <a:ext cx="5589" cy="5175"/>
            </a:xfrm>
            <a:custGeom>
              <a:avLst/>
              <a:pathLst>
                <a:path w="5589" h="5175">
                  <a:moveTo>
                    <a:pt x="2373" y="322"/>
                  </a:moveTo>
                  <a:lnTo>
                    <a:pt x="5239" y="2920"/>
                  </a:lnTo>
                  <a:lnTo>
                    <a:pt x="5589" y="4362"/>
                  </a:lnTo>
                  <a:lnTo>
                    <a:pt x="4309" y="5175"/>
                  </a:lnTo>
                  <a:lnTo>
                    <a:pt x="0" y="3437"/>
                  </a:lnTo>
                  <a:lnTo>
                    <a:pt x="106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0" name="ph7330"/>
            <p:cNvSpPr/>
            <p:nvPr/>
          </p:nvSpPr>
          <p:spPr>
            <a:xfrm>
              <a:off x="10949283" y="2929307"/>
              <a:ext cx="5625" cy="8866"/>
            </a:xfrm>
            <a:custGeom>
              <a:avLst/>
              <a:pathLst>
                <a:path w="5625" h="8866">
                  <a:moveTo>
                    <a:pt x="5625" y="749"/>
                  </a:moveTo>
                  <a:lnTo>
                    <a:pt x="4008" y="8866"/>
                  </a:lnTo>
                  <a:lnTo>
                    <a:pt x="661" y="8772"/>
                  </a:lnTo>
                  <a:lnTo>
                    <a:pt x="0" y="8528"/>
                  </a:lnTo>
                  <a:lnTo>
                    <a:pt x="100" y="1771"/>
                  </a:lnTo>
                  <a:lnTo>
                    <a:pt x="183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1" name="ph7331"/>
            <p:cNvSpPr/>
            <p:nvPr/>
          </p:nvSpPr>
          <p:spPr>
            <a:xfrm>
              <a:off x="10907763" y="2971770"/>
              <a:ext cx="20950" cy="12983"/>
            </a:xfrm>
            <a:custGeom>
              <a:avLst/>
              <a:pathLst>
                <a:path w="20950" h="12983">
                  <a:moveTo>
                    <a:pt x="11571" y="1110"/>
                  </a:moveTo>
                  <a:lnTo>
                    <a:pt x="13005" y="797"/>
                  </a:lnTo>
                  <a:lnTo>
                    <a:pt x="15898" y="1039"/>
                  </a:lnTo>
                  <a:lnTo>
                    <a:pt x="16635" y="1799"/>
                  </a:lnTo>
                  <a:lnTo>
                    <a:pt x="17622" y="8420"/>
                  </a:lnTo>
                  <a:lnTo>
                    <a:pt x="19680" y="9396"/>
                  </a:lnTo>
                  <a:lnTo>
                    <a:pt x="19914" y="9387"/>
                  </a:lnTo>
                  <a:lnTo>
                    <a:pt x="20683" y="9999"/>
                  </a:lnTo>
                  <a:lnTo>
                    <a:pt x="20950" y="10998"/>
                  </a:lnTo>
                  <a:lnTo>
                    <a:pt x="10223" y="12983"/>
                  </a:lnTo>
                  <a:lnTo>
                    <a:pt x="9451" y="8947"/>
                  </a:lnTo>
                  <a:lnTo>
                    <a:pt x="5576" y="9924"/>
                  </a:lnTo>
                  <a:lnTo>
                    <a:pt x="1979" y="7932"/>
                  </a:lnTo>
                  <a:lnTo>
                    <a:pt x="224" y="7946"/>
                  </a:lnTo>
                  <a:lnTo>
                    <a:pt x="0" y="3596"/>
                  </a:lnTo>
                  <a:lnTo>
                    <a:pt x="7066" y="569"/>
                  </a:lnTo>
                  <a:lnTo>
                    <a:pt x="1022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2" name="ph7332"/>
            <p:cNvSpPr/>
            <p:nvPr/>
          </p:nvSpPr>
          <p:spPr>
            <a:xfrm>
              <a:off x="10966914" y="2987307"/>
              <a:ext cx="16288" cy="17667"/>
            </a:xfrm>
            <a:custGeom>
              <a:avLst/>
              <a:pathLst>
                <a:path w="16288" h="17667">
                  <a:moveTo>
                    <a:pt x="5940" y="1780"/>
                  </a:moveTo>
                  <a:lnTo>
                    <a:pt x="6758" y="3603"/>
                  </a:lnTo>
                  <a:lnTo>
                    <a:pt x="13947" y="6880"/>
                  </a:lnTo>
                  <a:lnTo>
                    <a:pt x="14579" y="5611"/>
                  </a:lnTo>
                  <a:lnTo>
                    <a:pt x="16288" y="11808"/>
                  </a:lnTo>
                  <a:lnTo>
                    <a:pt x="15498" y="11817"/>
                  </a:lnTo>
                  <a:lnTo>
                    <a:pt x="15496" y="15667"/>
                  </a:lnTo>
                  <a:lnTo>
                    <a:pt x="13330" y="17667"/>
                  </a:lnTo>
                  <a:lnTo>
                    <a:pt x="12357" y="17507"/>
                  </a:lnTo>
                  <a:lnTo>
                    <a:pt x="8656" y="16027"/>
                  </a:lnTo>
                  <a:lnTo>
                    <a:pt x="7054" y="13565"/>
                  </a:lnTo>
                  <a:lnTo>
                    <a:pt x="2439" y="13560"/>
                  </a:lnTo>
                  <a:lnTo>
                    <a:pt x="0" y="11924"/>
                  </a:lnTo>
                  <a:lnTo>
                    <a:pt x="1474" y="10533"/>
                  </a:lnTo>
                  <a:lnTo>
                    <a:pt x="2182" y="8323"/>
                  </a:lnTo>
                  <a:lnTo>
                    <a:pt x="2312" y="6162"/>
                  </a:lnTo>
                  <a:lnTo>
                    <a:pt x="1245" y="3624"/>
                  </a:lnTo>
                  <a:lnTo>
                    <a:pt x="1090" y="1176"/>
                  </a:lnTo>
                  <a:lnTo>
                    <a:pt x="247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3" name="ph7333"/>
            <p:cNvSpPr/>
            <p:nvPr/>
          </p:nvSpPr>
          <p:spPr>
            <a:xfrm>
              <a:off x="10987399" y="2904474"/>
              <a:ext cx="15885" cy="15357"/>
            </a:xfrm>
            <a:custGeom>
              <a:avLst/>
              <a:pathLst>
                <a:path w="15885" h="15357">
                  <a:moveTo>
                    <a:pt x="7538" y="1287"/>
                  </a:moveTo>
                  <a:lnTo>
                    <a:pt x="10774" y="1180"/>
                  </a:lnTo>
                  <a:lnTo>
                    <a:pt x="9307" y="3829"/>
                  </a:lnTo>
                  <a:lnTo>
                    <a:pt x="11661" y="6028"/>
                  </a:lnTo>
                  <a:lnTo>
                    <a:pt x="12184" y="5596"/>
                  </a:lnTo>
                  <a:lnTo>
                    <a:pt x="11880" y="3736"/>
                  </a:lnTo>
                  <a:lnTo>
                    <a:pt x="13465" y="3403"/>
                  </a:lnTo>
                  <a:lnTo>
                    <a:pt x="15885" y="6206"/>
                  </a:lnTo>
                  <a:lnTo>
                    <a:pt x="14717" y="7361"/>
                  </a:lnTo>
                  <a:lnTo>
                    <a:pt x="13335" y="6320"/>
                  </a:lnTo>
                  <a:lnTo>
                    <a:pt x="10651" y="7282"/>
                  </a:lnTo>
                  <a:lnTo>
                    <a:pt x="5293" y="15357"/>
                  </a:lnTo>
                  <a:lnTo>
                    <a:pt x="3485" y="14131"/>
                  </a:lnTo>
                  <a:lnTo>
                    <a:pt x="5915" y="9638"/>
                  </a:lnTo>
                  <a:lnTo>
                    <a:pt x="2638" y="8186"/>
                  </a:lnTo>
                  <a:lnTo>
                    <a:pt x="247" y="5871"/>
                  </a:lnTo>
                  <a:lnTo>
                    <a:pt x="0" y="2952"/>
                  </a:lnTo>
                  <a:lnTo>
                    <a:pt x="3017" y="4215"/>
                  </a:lnTo>
                  <a:lnTo>
                    <a:pt x="565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4" name="ph7334"/>
            <p:cNvSpPr/>
            <p:nvPr/>
          </p:nvSpPr>
          <p:spPr>
            <a:xfrm>
              <a:off x="10903441" y="2980717"/>
              <a:ext cx="26253" cy="18175"/>
            </a:xfrm>
            <a:custGeom>
              <a:avLst/>
              <a:pathLst>
                <a:path w="26253" h="18175">
                  <a:moveTo>
                    <a:pt x="14546" y="4036"/>
                  </a:moveTo>
                  <a:lnTo>
                    <a:pt x="25273" y="2051"/>
                  </a:lnTo>
                  <a:lnTo>
                    <a:pt x="26035" y="2976"/>
                  </a:lnTo>
                  <a:lnTo>
                    <a:pt x="21877" y="4427"/>
                  </a:lnTo>
                  <a:lnTo>
                    <a:pt x="10917" y="6109"/>
                  </a:lnTo>
                  <a:lnTo>
                    <a:pt x="9689" y="7708"/>
                  </a:lnTo>
                  <a:lnTo>
                    <a:pt x="9110" y="10439"/>
                  </a:lnTo>
                  <a:lnTo>
                    <a:pt x="14568" y="10710"/>
                  </a:lnTo>
                  <a:lnTo>
                    <a:pt x="26253" y="13215"/>
                  </a:lnTo>
                  <a:lnTo>
                    <a:pt x="23048" y="14614"/>
                  </a:lnTo>
                  <a:lnTo>
                    <a:pt x="10792" y="16206"/>
                  </a:lnTo>
                  <a:lnTo>
                    <a:pt x="9975" y="15643"/>
                  </a:lnTo>
                  <a:lnTo>
                    <a:pt x="6453" y="18175"/>
                  </a:lnTo>
                  <a:lnTo>
                    <a:pt x="6468" y="18024"/>
                  </a:lnTo>
                  <a:lnTo>
                    <a:pt x="5664" y="10667"/>
                  </a:lnTo>
                  <a:lnTo>
                    <a:pt x="6491" y="8097"/>
                  </a:lnTo>
                  <a:lnTo>
                    <a:pt x="2549" y="6586"/>
                  </a:lnTo>
                  <a:lnTo>
                    <a:pt x="61" y="5683"/>
                  </a:lnTo>
                  <a:lnTo>
                    <a:pt x="0" y="3634"/>
                  </a:lnTo>
                  <a:lnTo>
                    <a:pt x="2616" y="1958"/>
                  </a:lnTo>
                  <a:lnTo>
                    <a:pt x="2483" y="1110"/>
                  </a:lnTo>
                  <a:lnTo>
                    <a:pt x="6752" y="2032"/>
                  </a:lnTo>
                  <a:lnTo>
                    <a:pt x="6076" y="3945"/>
                  </a:lnTo>
                  <a:lnTo>
                    <a:pt x="6570" y="6350"/>
                  </a:lnTo>
                  <a:lnTo>
                    <a:pt x="9606" y="6486"/>
                  </a:lnTo>
                  <a:lnTo>
                    <a:pt x="12206" y="4175"/>
                  </a:lnTo>
                  <a:lnTo>
                    <a:pt x="12115" y="2835"/>
                  </a:lnTo>
                  <a:lnTo>
                    <a:pt x="9898" y="977"/>
                  </a:lnTo>
                  <a:lnTo>
                    <a:pt x="1377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5" name="ph7335"/>
            <p:cNvSpPr/>
            <p:nvPr/>
          </p:nvSpPr>
          <p:spPr>
            <a:xfrm>
              <a:off x="10916864" y="2944939"/>
              <a:ext cx="23321" cy="14654"/>
            </a:xfrm>
            <a:custGeom>
              <a:avLst/>
              <a:pathLst>
                <a:path w="23321" h="14654">
                  <a:moveTo>
                    <a:pt x="16495" y="626"/>
                  </a:moveTo>
                  <a:lnTo>
                    <a:pt x="18611" y="2017"/>
                  </a:lnTo>
                  <a:lnTo>
                    <a:pt x="22468" y="4469"/>
                  </a:lnTo>
                  <a:lnTo>
                    <a:pt x="23321" y="7555"/>
                  </a:lnTo>
                  <a:lnTo>
                    <a:pt x="21678" y="12851"/>
                  </a:lnTo>
                  <a:lnTo>
                    <a:pt x="19751" y="14654"/>
                  </a:lnTo>
                  <a:lnTo>
                    <a:pt x="19239" y="13700"/>
                  </a:lnTo>
                  <a:lnTo>
                    <a:pt x="15119" y="11567"/>
                  </a:lnTo>
                  <a:lnTo>
                    <a:pt x="5974" y="12686"/>
                  </a:lnTo>
                  <a:lnTo>
                    <a:pt x="3990" y="14124"/>
                  </a:lnTo>
                  <a:lnTo>
                    <a:pt x="2074" y="14125"/>
                  </a:lnTo>
                  <a:lnTo>
                    <a:pt x="0" y="12886"/>
                  </a:lnTo>
                  <a:lnTo>
                    <a:pt x="563" y="10729"/>
                  </a:lnTo>
                  <a:lnTo>
                    <a:pt x="2599" y="11862"/>
                  </a:lnTo>
                  <a:lnTo>
                    <a:pt x="4201" y="11174"/>
                  </a:lnTo>
                  <a:lnTo>
                    <a:pt x="5659" y="7193"/>
                  </a:lnTo>
                  <a:lnTo>
                    <a:pt x="10456" y="2417"/>
                  </a:lnTo>
                  <a:lnTo>
                    <a:pt x="12187" y="1958"/>
                  </a:lnTo>
                  <a:lnTo>
                    <a:pt x="1383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6" name="ph7336"/>
            <p:cNvSpPr/>
            <p:nvPr/>
          </p:nvSpPr>
          <p:spPr>
            <a:xfrm>
              <a:off x="10801007" y="3048801"/>
              <a:ext cx="43301" cy="37234"/>
            </a:xfrm>
            <a:custGeom>
              <a:avLst/>
              <a:pathLst>
                <a:path w="43301" h="37234">
                  <a:moveTo>
                    <a:pt x="37904" y="1255"/>
                  </a:moveTo>
                  <a:lnTo>
                    <a:pt x="37101" y="2903"/>
                  </a:lnTo>
                  <a:lnTo>
                    <a:pt x="37617" y="3938"/>
                  </a:lnTo>
                  <a:lnTo>
                    <a:pt x="41989" y="7157"/>
                  </a:lnTo>
                  <a:lnTo>
                    <a:pt x="43269" y="8780"/>
                  </a:lnTo>
                  <a:lnTo>
                    <a:pt x="43301" y="10160"/>
                  </a:lnTo>
                  <a:lnTo>
                    <a:pt x="43256" y="13353"/>
                  </a:lnTo>
                  <a:lnTo>
                    <a:pt x="42377" y="15235"/>
                  </a:lnTo>
                  <a:lnTo>
                    <a:pt x="40928" y="18427"/>
                  </a:lnTo>
                  <a:lnTo>
                    <a:pt x="39269" y="18228"/>
                  </a:lnTo>
                  <a:lnTo>
                    <a:pt x="35019" y="20844"/>
                  </a:lnTo>
                  <a:lnTo>
                    <a:pt x="26580" y="27704"/>
                  </a:lnTo>
                  <a:lnTo>
                    <a:pt x="25470" y="29515"/>
                  </a:lnTo>
                  <a:lnTo>
                    <a:pt x="20702" y="33500"/>
                  </a:lnTo>
                  <a:lnTo>
                    <a:pt x="19425" y="35811"/>
                  </a:lnTo>
                  <a:lnTo>
                    <a:pt x="18146" y="35479"/>
                  </a:lnTo>
                  <a:lnTo>
                    <a:pt x="16826" y="37234"/>
                  </a:lnTo>
                  <a:lnTo>
                    <a:pt x="7453" y="30244"/>
                  </a:lnTo>
                  <a:lnTo>
                    <a:pt x="7989" y="26763"/>
                  </a:lnTo>
                  <a:lnTo>
                    <a:pt x="10016" y="21828"/>
                  </a:lnTo>
                  <a:lnTo>
                    <a:pt x="8641" y="17995"/>
                  </a:lnTo>
                  <a:lnTo>
                    <a:pt x="6909" y="16696"/>
                  </a:lnTo>
                  <a:lnTo>
                    <a:pt x="6095" y="16664"/>
                  </a:lnTo>
                  <a:lnTo>
                    <a:pt x="4368" y="19042"/>
                  </a:lnTo>
                  <a:lnTo>
                    <a:pt x="2277" y="20229"/>
                  </a:lnTo>
                  <a:lnTo>
                    <a:pt x="0" y="14818"/>
                  </a:lnTo>
                  <a:lnTo>
                    <a:pt x="1361" y="10043"/>
                  </a:lnTo>
                  <a:lnTo>
                    <a:pt x="2176" y="9701"/>
                  </a:lnTo>
                  <a:lnTo>
                    <a:pt x="5360" y="6303"/>
                  </a:lnTo>
                  <a:lnTo>
                    <a:pt x="8147" y="6676"/>
                  </a:lnTo>
                  <a:lnTo>
                    <a:pt x="11416" y="5434"/>
                  </a:lnTo>
                  <a:lnTo>
                    <a:pt x="13821" y="2573"/>
                  </a:lnTo>
                  <a:lnTo>
                    <a:pt x="16042" y="2394"/>
                  </a:lnTo>
                  <a:lnTo>
                    <a:pt x="21701" y="3576"/>
                  </a:lnTo>
                  <a:lnTo>
                    <a:pt x="26049" y="3346"/>
                  </a:lnTo>
                  <a:lnTo>
                    <a:pt x="3544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7" name="ph7337"/>
            <p:cNvSpPr/>
            <p:nvPr/>
          </p:nvSpPr>
          <p:spPr>
            <a:xfrm>
              <a:off x="10876836" y="2950921"/>
              <a:ext cx="27309" cy="50561"/>
            </a:xfrm>
            <a:custGeom>
              <a:avLst/>
              <a:pathLst>
                <a:path w="27309" h="50561">
                  <a:moveTo>
                    <a:pt x="12225" y="144"/>
                  </a:moveTo>
                  <a:lnTo>
                    <a:pt x="14454" y="7076"/>
                  </a:lnTo>
                  <a:lnTo>
                    <a:pt x="15688" y="8541"/>
                  </a:lnTo>
                  <a:lnTo>
                    <a:pt x="14081" y="10757"/>
                  </a:lnTo>
                  <a:lnTo>
                    <a:pt x="16013" y="13207"/>
                  </a:lnTo>
                  <a:lnTo>
                    <a:pt x="16814" y="13344"/>
                  </a:lnTo>
                  <a:lnTo>
                    <a:pt x="17656" y="11875"/>
                  </a:lnTo>
                  <a:lnTo>
                    <a:pt x="20949" y="13756"/>
                  </a:lnTo>
                  <a:lnTo>
                    <a:pt x="22224" y="11406"/>
                  </a:lnTo>
                  <a:lnTo>
                    <a:pt x="25218" y="14644"/>
                  </a:lnTo>
                  <a:lnTo>
                    <a:pt x="27309" y="20358"/>
                  </a:lnTo>
                  <a:lnTo>
                    <a:pt x="23598" y="21557"/>
                  </a:lnTo>
                  <a:lnTo>
                    <a:pt x="23862" y="22573"/>
                  </a:lnTo>
                  <a:lnTo>
                    <a:pt x="23404" y="24373"/>
                  </a:lnTo>
                  <a:lnTo>
                    <a:pt x="18625" y="24310"/>
                  </a:lnTo>
                  <a:lnTo>
                    <a:pt x="15674" y="26165"/>
                  </a:lnTo>
                  <a:lnTo>
                    <a:pt x="15674" y="30682"/>
                  </a:lnTo>
                  <a:lnTo>
                    <a:pt x="14113" y="32258"/>
                  </a:lnTo>
                  <a:lnTo>
                    <a:pt x="14371" y="32994"/>
                  </a:lnTo>
                  <a:lnTo>
                    <a:pt x="13169" y="35456"/>
                  </a:lnTo>
                  <a:lnTo>
                    <a:pt x="9710" y="37722"/>
                  </a:lnTo>
                  <a:lnTo>
                    <a:pt x="4386" y="44694"/>
                  </a:lnTo>
                  <a:lnTo>
                    <a:pt x="4220" y="50561"/>
                  </a:lnTo>
                  <a:lnTo>
                    <a:pt x="430" y="49449"/>
                  </a:lnTo>
                  <a:lnTo>
                    <a:pt x="822" y="40867"/>
                  </a:lnTo>
                  <a:lnTo>
                    <a:pt x="0" y="39612"/>
                  </a:lnTo>
                  <a:lnTo>
                    <a:pt x="3449" y="33360"/>
                  </a:lnTo>
                  <a:lnTo>
                    <a:pt x="5781" y="30784"/>
                  </a:lnTo>
                  <a:lnTo>
                    <a:pt x="8338" y="24549"/>
                  </a:lnTo>
                  <a:lnTo>
                    <a:pt x="8454" y="23330"/>
                  </a:lnTo>
                  <a:lnTo>
                    <a:pt x="5144" y="18811"/>
                  </a:lnTo>
                  <a:lnTo>
                    <a:pt x="5822" y="16246"/>
                  </a:lnTo>
                  <a:lnTo>
                    <a:pt x="4285" y="14684"/>
                  </a:lnTo>
                  <a:lnTo>
                    <a:pt x="3842" y="10574"/>
                  </a:lnTo>
                  <a:lnTo>
                    <a:pt x="6144" y="8537"/>
                  </a:lnTo>
                  <a:lnTo>
                    <a:pt x="6955" y="8570"/>
                  </a:lnTo>
                  <a:lnTo>
                    <a:pt x="11113" y="5424"/>
                  </a:lnTo>
                  <a:lnTo>
                    <a:pt x="1138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8" name="ph7338"/>
            <p:cNvSpPr/>
            <p:nvPr/>
          </p:nvSpPr>
          <p:spPr>
            <a:xfrm>
              <a:off x="10816879" y="2996398"/>
              <a:ext cx="9973" cy="12360"/>
            </a:xfrm>
            <a:custGeom>
              <a:avLst/>
              <a:pathLst>
                <a:path w="9973" h="12360">
                  <a:moveTo>
                    <a:pt x="8546" y="10487"/>
                  </a:moveTo>
                  <a:lnTo>
                    <a:pt x="7258" y="12360"/>
                  </a:lnTo>
                  <a:lnTo>
                    <a:pt x="2126" y="12280"/>
                  </a:lnTo>
                  <a:lnTo>
                    <a:pt x="0" y="9228"/>
                  </a:lnTo>
                  <a:lnTo>
                    <a:pt x="1917" y="7998"/>
                  </a:lnTo>
                  <a:lnTo>
                    <a:pt x="1901" y="4841"/>
                  </a:lnTo>
                  <a:lnTo>
                    <a:pt x="2769" y="2760"/>
                  </a:lnTo>
                  <a:lnTo>
                    <a:pt x="997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9" name="ph7339"/>
            <p:cNvSpPr/>
            <p:nvPr/>
          </p:nvSpPr>
          <p:spPr>
            <a:xfrm>
              <a:off x="10849972" y="3007607"/>
              <a:ext cx="17833" cy="17889"/>
            </a:xfrm>
            <a:custGeom>
              <a:avLst/>
              <a:pathLst>
                <a:path w="17833" h="17889">
                  <a:moveTo>
                    <a:pt x="14783" y="321"/>
                  </a:moveTo>
                  <a:lnTo>
                    <a:pt x="14595" y="1708"/>
                  </a:lnTo>
                  <a:lnTo>
                    <a:pt x="14745" y="4698"/>
                  </a:lnTo>
                  <a:lnTo>
                    <a:pt x="17833" y="5196"/>
                  </a:lnTo>
                  <a:lnTo>
                    <a:pt x="15829" y="10875"/>
                  </a:lnTo>
                  <a:lnTo>
                    <a:pt x="13762" y="10659"/>
                  </a:lnTo>
                  <a:lnTo>
                    <a:pt x="13548" y="12669"/>
                  </a:lnTo>
                  <a:lnTo>
                    <a:pt x="6870" y="15584"/>
                  </a:lnTo>
                  <a:lnTo>
                    <a:pt x="625" y="17889"/>
                  </a:lnTo>
                  <a:lnTo>
                    <a:pt x="570" y="14889"/>
                  </a:lnTo>
                  <a:lnTo>
                    <a:pt x="2564" y="13296"/>
                  </a:lnTo>
                  <a:lnTo>
                    <a:pt x="0" y="9640"/>
                  </a:lnTo>
                  <a:lnTo>
                    <a:pt x="6061" y="2713"/>
                  </a:lnTo>
                  <a:lnTo>
                    <a:pt x="12536" y="4362"/>
                  </a:lnTo>
                  <a:lnTo>
                    <a:pt x="1319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0" name="ph7340"/>
            <p:cNvSpPr/>
            <p:nvPr/>
          </p:nvSpPr>
          <p:spPr>
            <a:xfrm>
              <a:off x="10895647" y="2876593"/>
              <a:ext cx="16964" cy="15222"/>
            </a:xfrm>
            <a:custGeom>
              <a:avLst/>
              <a:pathLst>
                <a:path w="16964" h="15222">
                  <a:moveTo>
                    <a:pt x="11553" y="1013"/>
                  </a:moveTo>
                  <a:lnTo>
                    <a:pt x="12290" y="3733"/>
                  </a:lnTo>
                  <a:lnTo>
                    <a:pt x="14715" y="5683"/>
                  </a:lnTo>
                  <a:lnTo>
                    <a:pt x="16964" y="11847"/>
                  </a:lnTo>
                  <a:lnTo>
                    <a:pt x="16605" y="15222"/>
                  </a:lnTo>
                  <a:lnTo>
                    <a:pt x="9009" y="12806"/>
                  </a:lnTo>
                  <a:lnTo>
                    <a:pt x="6847" y="13265"/>
                  </a:lnTo>
                  <a:lnTo>
                    <a:pt x="3284" y="12179"/>
                  </a:lnTo>
                  <a:lnTo>
                    <a:pt x="1108" y="8604"/>
                  </a:lnTo>
                  <a:lnTo>
                    <a:pt x="0" y="1298"/>
                  </a:lnTo>
                  <a:lnTo>
                    <a:pt x="572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1" name="ph7341"/>
            <p:cNvSpPr/>
            <p:nvPr/>
          </p:nvSpPr>
          <p:spPr>
            <a:xfrm>
              <a:off x="10894096" y="3018680"/>
              <a:ext cx="18302" cy="27103"/>
            </a:xfrm>
            <a:custGeom>
              <a:avLst/>
              <a:pathLst>
                <a:path w="18302" h="27103">
                  <a:moveTo>
                    <a:pt x="3422" y="0"/>
                  </a:moveTo>
                  <a:lnTo>
                    <a:pt x="7200" y="1508"/>
                  </a:lnTo>
                  <a:lnTo>
                    <a:pt x="8543" y="3959"/>
                  </a:lnTo>
                  <a:lnTo>
                    <a:pt x="8243" y="4705"/>
                  </a:lnTo>
                  <a:lnTo>
                    <a:pt x="7622" y="7947"/>
                  </a:lnTo>
                  <a:lnTo>
                    <a:pt x="11885" y="12225"/>
                  </a:lnTo>
                  <a:lnTo>
                    <a:pt x="12191" y="13712"/>
                  </a:lnTo>
                  <a:lnTo>
                    <a:pt x="18302" y="19836"/>
                  </a:lnTo>
                  <a:lnTo>
                    <a:pt x="15167" y="23853"/>
                  </a:lnTo>
                  <a:lnTo>
                    <a:pt x="10524" y="27103"/>
                  </a:lnTo>
                  <a:lnTo>
                    <a:pt x="6637" y="25792"/>
                  </a:lnTo>
                  <a:lnTo>
                    <a:pt x="5392" y="24232"/>
                  </a:lnTo>
                  <a:lnTo>
                    <a:pt x="5334" y="22861"/>
                  </a:lnTo>
                  <a:lnTo>
                    <a:pt x="6124" y="21980"/>
                  </a:lnTo>
                  <a:lnTo>
                    <a:pt x="5025" y="17203"/>
                  </a:lnTo>
                  <a:lnTo>
                    <a:pt x="1784" y="13065"/>
                  </a:lnTo>
                  <a:lnTo>
                    <a:pt x="1922" y="12665"/>
                  </a:lnTo>
                  <a:lnTo>
                    <a:pt x="2000" y="9284"/>
                  </a:lnTo>
                  <a:lnTo>
                    <a:pt x="0" y="51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2" name="ph7342"/>
            <p:cNvSpPr/>
            <p:nvPr/>
          </p:nvSpPr>
          <p:spPr>
            <a:xfrm>
              <a:off x="10956013" y="2911769"/>
              <a:ext cx="16379" cy="23319"/>
            </a:xfrm>
            <a:custGeom>
              <a:avLst/>
              <a:pathLst>
                <a:path w="16379" h="23319">
                  <a:moveTo>
                    <a:pt x="12846" y="523"/>
                  </a:moveTo>
                  <a:lnTo>
                    <a:pt x="12225" y="2058"/>
                  </a:lnTo>
                  <a:lnTo>
                    <a:pt x="13457" y="7099"/>
                  </a:lnTo>
                  <a:lnTo>
                    <a:pt x="16379" y="9324"/>
                  </a:lnTo>
                  <a:lnTo>
                    <a:pt x="14717" y="14010"/>
                  </a:lnTo>
                  <a:lnTo>
                    <a:pt x="13548" y="17999"/>
                  </a:lnTo>
                  <a:lnTo>
                    <a:pt x="11544" y="17977"/>
                  </a:lnTo>
                  <a:lnTo>
                    <a:pt x="9836" y="19638"/>
                  </a:lnTo>
                  <a:lnTo>
                    <a:pt x="6604" y="18754"/>
                  </a:lnTo>
                  <a:lnTo>
                    <a:pt x="5122" y="20196"/>
                  </a:lnTo>
                  <a:lnTo>
                    <a:pt x="6019" y="21768"/>
                  </a:lnTo>
                  <a:lnTo>
                    <a:pt x="4368" y="23138"/>
                  </a:lnTo>
                  <a:lnTo>
                    <a:pt x="2658" y="23319"/>
                  </a:lnTo>
                  <a:lnTo>
                    <a:pt x="0" y="18020"/>
                  </a:lnTo>
                  <a:lnTo>
                    <a:pt x="1872" y="13392"/>
                  </a:lnTo>
                  <a:lnTo>
                    <a:pt x="2936" y="9672"/>
                  </a:lnTo>
                  <a:lnTo>
                    <a:pt x="8137" y="10402"/>
                  </a:lnTo>
                  <a:lnTo>
                    <a:pt x="9398" y="9005"/>
                  </a:lnTo>
                  <a:lnTo>
                    <a:pt x="9560" y="6007"/>
                  </a:lnTo>
                  <a:lnTo>
                    <a:pt x="4762" y="4554"/>
                  </a:lnTo>
                  <a:lnTo>
                    <a:pt x="3916" y="3639"/>
                  </a:lnTo>
                  <a:lnTo>
                    <a:pt x="7828" y="2433"/>
                  </a:lnTo>
                  <a:lnTo>
                    <a:pt x="1004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3" name="ph7343"/>
            <p:cNvSpPr/>
            <p:nvPr/>
          </p:nvSpPr>
          <p:spPr>
            <a:xfrm>
              <a:off x="10923796" y="2902768"/>
              <a:ext cx="19225" cy="16648"/>
            </a:xfrm>
            <a:custGeom>
              <a:avLst/>
              <a:pathLst>
                <a:path w="19225" h="16648">
                  <a:moveTo>
                    <a:pt x="19225" y="3744"/>
                  </a:moveTo>
                  <a:lnTo>
                    <a:pt x="17090" y="9122"/>
                  </a:lnTo>
                  <a:lnTo>
                    <a:pt x="15975" y="8264"/>
                  </a:lnTo>
                  <a:lnTo>
                    <a:pt x="12462" y="7891"/>
                  </a:lnTo>
                  <a:lnTo>
                    <a:pt x="8392" y="12475"/>
                  </a:lnTo>
                  <a:lnTo>
                    <a:pt x="7995" y="14317"/>
                  </a:lnTo>
                  <a:lnTo>
                    <a:pt x="7789" y="16203"/>
                  </a:lnTo>
                  <a:lnTo>
                    <a:pt x="2525" y="16648"/>
                  </a:lnTo>
                  <a:lnTo>
                    <a:pt x="146" y="15316"/>
                  </a:lnTo>
                  <a:lnTo>
                    <a:pt x="271" y="13191"/>
                  </a:lnTo>
                  <a:lnTo>
                    <a:pt x="0" y="11733"/>
                  </a:lnTo>
                  <a:lnTo>
                    <a:pt x="755" y="10627"/>
                  </a:lnTo>
                  <a:lnTo>
                    <a:pt x="3918" y="9050"/>
                  </a:lnTo>
                  <a:lnTo>
                    <a:pt x="5393" y="6579"/>
                  </a:lnTo>
                  <a:lnTo>
                    <a:pt x="8363" y="3671"/>
                  </a:lnTo>
                  <a:lnTo>
                    <a:pt x="11555" y="1694"/>
                  </a:lnTo>
                  <a:lnTo>
                    <a:pt x="12176" y="1892"/>
                  </a:lnTo>
                  <a:lnTo>
                    <a:pt x="1412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4" name="ph7344"/>
            <p:cNvSpPr/>
            <p:nvPr/>
          </p:nvSpPr>
          <p:spPr>
            <a:xfrm>
              <a:off x="10833267" y="2907841"/>
              <a:ext cx="18810" cy="15859"/>
            </a:xfrm>
            <a:custGeom>
              <a:avLst/>
              <a:pathLst>
                <a:path w="18810" h="15859">
                  <a:moveTo>
                    <a:pt x="6415" y="0"/>
                  </a:moveTo>
                  <a:lnTo>
                    <a:pt x="7075" y="1696"/>
                  </a:lnTo>
                  <a:lnTo>
                    <a:pt x="14675" y="5468"/>
                  </a:lnTo>
                  <a:lnTo>
                    <a:pt x="18810" y="5121"/>
                  </a:lnTo>
                  <a:lnTo>
                    <a:pt x="17719" y="10457"/>
                  </a:lnTo>
                  <a:lnTo>
                    <a:pt x="16779" y="10324"/>
                  </a:lnTo>
                  <a:lnTo>
                    <a:pt x="15637" y="11462"/>
                  </a:lnTo>
                  <a:lnTo>
                    <a:pt x="15115" y="14797"/>
                  </a:lnTo>
                  <a:lnTo>
                    <a:pt x="13629" y="15218"/>
                  </a:lnTo>
                  <a:lnTo>
                    <a:pt x="14818" y="12224"/>
                  </a:lnTo>
                  <a:lnTo>
                    <a:pt x="7900" y="11391"/>
                  </a:lnTo>
                  <a:lnTo>
                    <a:pt x="7668" y="9983"/>
                  </a:lnTo>
                  <a:lnTo>
                    <a:pt x="4392" y="12787"/>
                  </a:lnTo>
                  <a:lnTo>
                    <a:pt x="3657" y="13674"/>
                  </a:lnTo>
                  <a:lnTo>
                    <a:pt x="3644" y="15859"/>
                  </a:lnTo>
                  <a:lnTo>
                    <a:pt x="0" y="15830"/>
                  </a:lnTo>
                  <a:lnTo>
                    <a:pt x="694" y="13223"/>
                  </a:lnTo>
                  <a:lnTo>
                    <a:pt x="226" y="5690"/>
                  </a:lnTo>
                  <a:lnTo>
                    <a:pt x="1580" y="178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5" name="ph7345"/>
            <p:cNvSpPr/>
            <p:nvPr/>
          </p:nvSpPr>
          <p:spPr>
            <a:xfrm>
              <a:off x="10972854" y="2980592"/>
              <a:ext cx="9038" cy="8766"/>
            </a:xfrm>
            <a:custGeom>
              <a:avLst/>
              <a:pathLst>
                <a:path w="9038" h="8766">
                  <a:moveTo>
                    <a:pt x="4729" y="922"/>
                  </a:moveTo>
                  <a:lnTo>
                    <a:pt x="9038" y="2660"/>
                  </a:lnTo>
                  <a:lnTo>
                    <a:pt x="8204" y="5414"/>
                  </a:lnTo>
                  <a:lnTo>
                    <a:pt x="5260" y="5349"/>
                  </a:lnTo>
                  <a:lnTo>
                    <a:pt x="4182" y="6584"/>
                  </a:lnTo>
                  <a:lnTo>
                    <a:pt x="4507" y="8766"/>
                  </a:lnTo>
                  <a:lnTo>
                    <a:pt x="0" y="8495"/>
                  </a:lnTo>
                  <a:lnTo>
                    <a:pt x="362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6" name="ph7346"/>
            <p:cNvSpPr/>
            <p:nvPr/>
          </p:nvSpPr>
          <p:spPr>
            <a:xfrm>
              <a:off x="10873683" y="2884640"/>
              <a:ext cx="16647" cy="30326"/>
            </a:xfrm>
            <a:custGeom>
              <a:avLst/>
              <a:pathLst>
                <a:path w="16647" h="30326">
                  <a:moveTo>
                    <a:pt x="9978" y="3301"/>
                  </a:moveTo>
                  <a:lnTo>
                    <a:pt x="12672" y="8662"/>
                  </a:lnTo>
                  <a:lnTo>
                    <a:pt x="5938" y="13814"/>
                  </a:lnTo>
                  <a:lnTo>
                    <a:pt x="5928" y="15014"/>
                  </a:lnTo>
                  <a:lnTo>
                    <a:pt x="10492" y="14919"/>
                  </a:lnTo>
                  <a:lnTo>
                    <a:pt x="15903" y="12688"/>
                  </a:lnTo>
                  <a:lnTo>
                    <a:pt x="16647" y="13908"/>
                  </a:lnTo>
                  <a:lnTo>
                    <a:pt x="15102" y="16217"/>
                  </a:lnTo>
                  <a:lnTo>
                    <a:pt x="15032" y="18144"/>
                  </a:lnTo>
                  <a:lnTo>
                    <a:pt x="13423" y="24807"/>
                  </a:lnTo>
                  <a:lnTo>
                    <a:pt x="12006" y="25487"/>
                  </a:lnTo>
                  <a:lnTo>
                    <a:pt x="7068" y="25532"/>
                  </a:lnTo>
                  <a:lnTo>
                    <a:pt x="5129" y="26562"/>
                  </a:lnTo>
                  <a:lnTo>
                    <a:pt x="4686" y="30326"/>
                  </a:lnTo>
                  <a:lnTo>
                    <a:pt x="1165" y="28289"/>
                  </a:lnTo>
                  <a:lnTo>
                    <a:pt x="0" y="24372"/>
                  </a:lnTo>
                  <a:lnTo>
                    <a:pt x="2548" y="22972"/>
                  </a:lnTo>
                  <a:lnTo>
                    <a:pt x="1552" y="17108"/>
                  </a:lnTo>
                  <a:lnTo>
                    <a:pt x="2277" y="14850"/>
                  </a:lnTo>
                  <a:lnTo>
                    <a:pt x="7433" y="11382"/>
                  </a:lnTo>
                  <a:lnTo>
                    <a:pt x="8869" y="4432"/>
                  </a:lnTo>
                  <a:lnTo>
                    <a:pt x="7134" y="3726"/>
                  </a:lnTo>
                  <a:lnTo>
                    <a:pt x="1038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7" name="ph7347"/>
            <p:cNvSpPr/>
            <p:nvPr/>
          </p:nvSpPr>
          <p:spPr>
            <a:xfrm>
              <a:off x="10880950" y="2939953"/>
              <a:ext cx="27237" cy="22004"/>
            </a:xfrm>
            <a:custGeom>
              <a:avLst/>
              <a:pathLst>
                <a:path w="27237" h="22004">
                  <a:moveTo>
                    <a:pt x="22977" y="0"/>
                  </a:moveTo>
                  <a:lnTo>
                    <a:pt x="24039" y="962"/>
                  </a:lnTo>
                  <a:lnTo>
                    <a:pt x="23154" y="1025"/>
                  </a:lnTo>
                  <a:lnTo>
                    <a:pt x="23599" y="3829"/>
                  </a:lnTo>
                  <a:lnTo>
                    <a:pt x="27237" y="8330"/>
                  </a:lnTo>
                  <a:lnTo>
                    <a:pt x="22820" y="9902"/>
                  </a:lnTo>
                  <a:lnTo>
                    <a:pt x="18928" y="13184"/>
                  </a:lnTo>
                  <a:lnTo>
                    <a:pt x="17114" y="20115"/>
                  </a:lnTo>
                  <a:lnTo>
                    <a:pt x="18076" y="19989"/>
                  </a:lnTo>
                  <a:lnTo>
                    <a:pt x="18633" y="21649"/>
                  </a:lnTo>
                  <a:lnTo>
                    <a:pt x="17624" y="22004"/>
                  </a:lnTo>
                  <a:lnTo>
                    <a:pt x="13414" y="20994"/>
                  </a:lnTo>
                  <a:lnTo>
                    <a:pt x="11574" y="19508"/>
                  </a:lnTo>
                  <a:lnTo>
                    <a:pt x="10340" y="18043"/>
                  </a:lnTo>
                  <a:lnTo>
                    <a:pt x="8111" y="11112"/>
                  </a:lnTo>
                  <a:lnTo>
                    <a:pt x="7274" y="10967"/>
                  </a:lnTo>
                  <a:lnTo>
                    <a:pt x="6998" y="16392"/>
                  </a:lnTo>
                  <a:lnTo>
                    <a:pt x="2841" y="19538"/>
                  </a:lnTo>
                  <a:lnTo>
                    <a:pt x="1472" y="17451"/>
                  </a:lnTo>
                  <a:lnTo>
                    <a:pt x="2665" y="14142"/>
                  </a:lnTo>
                  <a:lnTo>
                    <a:pt x="0" y="12669"/>
                  </a:lnTo>
                  <a:lnTo>
                    <a:pt x="2031" y="12323"/>
                  </a:lnTo>
                  <a:lnTo>
                    <a:pt x="4052" y="7321"/>
                  </a:lnTo>
                  <a:lnTo>
                    <a:pt x="4757" y="8457"/>
                  </a:lnTo>
                  <a:lnTo>
                    <a:pt x="12604" y="9047"/>
                  </a:lnTo>
                  <a:lnTo>
                    <a:pt x="17641" y="6983"/>
                  </a:lnTo>
                  <a:lnTo>
                    <a:pt x="19818" y="1359"/>
                  </a:lnTo>
                  <a:lnTo>
                    <a:pt x="21131" y="182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8" name="ph7348"/>
            <p:cNvSpPr/>
            <p:nvPr/>
          </p:nvSpPr>
          <p:spPr>
            <a:xfrm>
              <a:off x="10804933" y="2991838"/>
              <a:ext cx="22688" cy="14207"/>
            </a:xfrm>
            <a:custGeom>
              <a:avLst/>
              <a:pathLst>
                <a:path w="22688" h="14207">
                  <a:moveTo>
                    <a:pt x="8161" y="0"/>
                  </a:moveTo>
                  <a:lnTo>
                    <a:pt x="14373" y="1881"/>
                  </a:lnTo>
                  <a:lnTo>
                    <a:pt x="22688" y="1346"/>
                  </a:lnTo>
                  <a:lnTo>
                    <a:pt x="21920" y="4559"/>
                  </a:lnTo>
                  <a:lnTo>
                    <a:pt x="14715" y="7320"/>
                  </a:lnTo>
                  <a:lnTo>
                    <a:pt x="13847" y="9401"/>
                  </a:lnTo>
                  <a:lnTo>
                    <a:pt x="13863" y="12558"/>
                  </a:lnTo>
                  <a:lnTo>
                    <a:pt x="11946" y="13788"/>
                  </a:lnTo>
                  <a:lnTo>
                    <a:pt x="9605" y="14207"/>
                  </a:lnTo>
                  <a:lnTo>
                    <a:pt x="8085" y="11495"/>
                  </a:lnTo>
                  <a:lnTo>
                    <a:pt x="5299" y="10241"/>
                  </a:lnTo>
                  <a:lnTo>
                    <a:pt x="0" y="9913"/>
                  </a:lnTo>
                  <a:lnTo>
                    <a:pt x="2233" y="2389"/>
                  </a:lnTo>
                  <a:lnTo>
                    <a:pt x="5241" y="37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9" name="ph7349"/>
            <p:cNvSpPr/>
            <p:nvPr/>
          </p:nvSpPr>
          <p:spPr>
            <a:xfrm>
              <a:off x="10946232" y="2923740"/>
              <a:ext cx="8268" cy="7337"/>
            </a:xfrm>
            <a:custGeom>
              <a:avLst/>
              <a:pathLst>
                <a:path w="8268" h="7337">
                  <a:moveTo>
                    <a:pt x="8268" y="3177"/>
                  </a:moveTo>
                  <a:lnTo>
                    <a:pt x="4356" y="2640"/>
                  </a:lnTo>
                  <a:lnTo>
                    <a:pt x="3501" y="5212"/>
                  </a:lnTo>
                  <a:lnTo>
                    <a:pt x="4882" y="5566"/>
                  </a:lnTo>
                  <a:lnTo>
                    <a:pt x="3151" y="7337"/>
                  </a:lnTo>
                  <a:lnTo>
                    <a:pt x="0" y="6088"/>
                  </a:lnTo>
                  <a:lnTo>
                    <a:pt x="980" y="2134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0" name="ph7350"/>
            <p:cNvSpPr/>
            <p:nvPr/>
          </p:nvSpPr>
          <p:spPr>
            <a:xfrm>
              <a:off x="10972854" y="2985941"/>
              <a:ext cx="11192" cy="8246"/>
            </a:xfrm>
            <a:custGeom>
              <a:avLst/>
              <a:pathLst>
                <a:path w="11192" h="8246">
                  <a:moveTo>
                    <a:pt x="8204" y="65"/>
                  </a:moveTo>
                  <a:lnTo>
                    <a:pt x="11192" y="1783"/>
                  </a:lnTo>
                  <a:lnTo>
                    <a:pt x="8638" y="6978"/>
                  </a:lnTo>
                  <a:lnTo>
                    <a:pt x="8007" y="8246"/>
                  </a:lnTo>
                  <a:lnTo>
                    <a:pt x="817" y="4969"/>
                  </a:lnTo>
                  <a:lnTo>
                    <a:pt x="0" y="3146"/>
                  </a:lnTo>
                  <a:lnTo>
                    <a:pt x="4507" y="3417"/>
                  </a:lnTo>
                  <a:lnTo>
                    <a:pt x="4182" y="1235"/>
                  </a:lnTo>
                  <a:lnTo>
                    <a:pt x="526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1" name="ph7351"/>
            <p:cNvSpPr/>
            <p:nvPr/>
          </p:nvSpPr>
          <p:spPr>
            <a:xfrm>
              <a:off x="10899060" y="2957825"/>
              <a:ext cx="21708" cy="24924"/>
            </a:xfrm>
            <a:custGeom>
              <a:avLst/>
              <a:pathLst>
                <a:path w="21708" h="24924">
                  <a:moveTo>
                    <a:pt x="19878" y="1239"/>
                  </a:moveTo>
                  <a:lnTo>
                    <a:pt x="19103" y="9067"/>
                  </a:lnTo>
                  <a:lnTo>
                    <a:pt x="21708" y="14742"/>
                  </a:lnTo>
                  <a:lnTo>
                    <a:pt x="20274" y="15055"/>
                  </a:lnTo>
                  <a:lnTo>
                    <a:pt x="18924" y="13944"/>
                  </a:lnTo>
                  <a:lnTo>
                    <a:pt x="15769" y="14514"/>
                  </a:lnTo>
                  <a:lnTo>
                    <a:pt x="8703" y="17541"/>
                  </a:lnTo>
                  <a:lnTo>
                    <a:pt x="8927" y="21891"/>
                  </a:lnTo>
                  <a:lnTo>
                    <a:pt x="10682" y="21877"/>
                  </a:lnTo>
                  <a:lnTo>
                    <a:pt x="11132" y="24924"/>
                  </a:lnTo>
                  <a:lnTo>
                    <a:pt x="6863" y="24003"/>
                  </a:lnTo>
                  <a:lnTo>
                    <a:pt x="6248" y="22980"/>
                  </a:lnTo>
                  <a:lnTo>
                    <a:pt x="5932" y="17366"/>
                  </a:lnTo>
                  <a:lnTo>
                    <a:pt x="2122" y="17444"/>
                  </a:lnTo>
                  <a:lnTo>
                    <a:pt x="1637" y="15669"/>
                  </a:lnTo>
                  <a:lnTo>
                    <a:pt x="1373" y="14653"/>
                  </a:lnTo>
                  <a:lnTo>
                    <a:pt x="5084" y="13453"/>
                  </a:lnTo>
                  <a:lnTo>
                    <a:pt x="2993" y="7739"/>
                  </a:lnTo>
                  <a:lnTo>
                    <a:pt x="0" y="4502"/>
                  </a:lnTo>
                  <a:lnTo>
                    <a:pt x="745" y="4433"/>
                  </a:lnTo>
                  <a:lnTo>
                    <a:pt x="4376" y="4274"/>
                  </a:lnTo>
                  <a:lnTo>
                    <a:pt x="10997" y="2420"/>
                  </a:lnTo>
                  <a:lnTo>
                    <a:pt x="12142" y="771"/>
                  </a:lnTo>
                  <a:lnTo>
                    <a:pt x="1780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2" name="ph7352"/>
            <p:cNvSpPr/>
            <p:nvPr/>
          </p:nvSpPr>
          <p:spPr>
            <a:xfrm>
              <a:off x="10909798" y="2942918"/>
              <a:ext cx="17521" cy="13883"/>
            </a:xfrm>
            <a:custGeom>
              <a:avLst/>
              <a:pathLst>
                <a:path w="17521" h="13883">
                  <a:moveTo>
                    <a:pt x="16735" y="666"/>
                  </a:moveTo>
                  <a:lnTo>
                    <a:pt x="17521" y="4438"/>
                  </a:lnTo>
                  <a:lnTo>
                    <a:pt x="12724" y="9214"/>
                  </a:lnTo>
                  <a:lnTo>
                    <a:pt x="11266" y="13195"/>
                  </a:lnTo>
                  <a:lnTo>
                    <a:pt x="9665" y="13883"/>
                  </a:lnTo>
                  <a:lnTo>
                    <a:pt x="7628" y="12750"/>
                  </a:lnTo>
                  <a:lnTo>
                    <a:pt x="3802" y="8100"/>
                  </a:lnTo>
                  <a:lnTo>
                    <a:pt x="0" y="5383"/>
                  </a:lnTo>
                  <a:lnTo>
                    <a:pt x="2211" y="3222"/>
                  </a:lnTo>
                  <a:lnTo>
                    <a:pt x="5299" y="1539"/>
                  </a:lnTo>
                  <a:lnTo>
                    <a:pt x="1354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3" name="ph7353"/>
            <p:cNvSpPr/>
            <p:nvPr/>
          </p:nvSpPr>
          <p:spPr>
            <a:xfrm>
              <a:off x="10918164" y="2956506"/>
              <a:ext cx="18451" cy="16303"/>
            </a:xfrm>
            <a:custGeom>
              <a:avLst/>
              <a:pathLst>
                <a:path w="18451" h="16303">
                  <a:moveTo>
                    <a:pt x="17939" y="2133"/>
                  </a:moveTo>
                  <a:lnTo>
                    <a:pt x="18451" y="3087"/>
                  </a:lnTo>
                  <a:lnTo>
                    <a:pt x="16642" y="4150"/>
                  </a:lnTo>
                  <a:lnTo>
                    <a:pt x="8582" y="11257"/>
                  </a:lnTo>
                  <a:lnTo>
                    <a:pt x="5498" y="16303"/>
                  </a:lnTo>
                  <a:lnTo>
                    <a:pt x="2604" y="16061"/>
                  </a:lnTo>
                  <a:lnTo>
                    <a:pt x="0" y="10386"/>
                  </a:lnTo>
                  <a:lnTo>
                    <a:pt x="774" y="2558"/>
                  </a:lnTo>
                  <a:lnTo>
                    <a:pt x="2690" y="2557"/>
                  </a:lnTo>
                  <a:lnTo>
                    <a:pt x="4674" y="1119"/>
                  </a:lnTo>
                  <a:lnTo>
                    <a:pt x="138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4" name="ph7354"/>
            <p:cNvSpPr/>
            <p:nvPr/>
          </p:nvSpPr>
          <p:spPr>
            <a:xfrm>
              <a:off x="10904105" y="2939345"/>
              <a:ext cx="21404" cy="8955"/>
            </a:xfrm>
            <a:custGeom>
              <a:avLst/>
              <a:pathLst>
                <a:path w="21404" h="8955">
                  <a:moveTo>
                    <a:pt x="18880" y="0"/>
                  </a:moveTo>
                  <a:lnTo>
                    <a:pt x="21404" y="524"/>
                  </a:lnTo>
                  <a:lnTo>
                    <a:pt x="19242" y="3572"/>
                  </a:lnTo>
                  <a:lnTo>
                    <a:pt x="10993" y="5111"/>
                  </a:lnTo>
                  <a:lnTo>
                    <a:pt x="7905" y="6794"/>
                  </a:lnTo>
                  <a:lnTo>
                    <a:pt x="5693" y="8955"/>
                  </a:lnTo>
                  <a:lnTo>
                    <a:pt x="4082" y="8938"/>
                  </a:lnTo>
                  <a:lnTo>
                    <a:pt x="444" y="4437"/>
                  </a:lnTo>
                  <a:lnTo>
                    <a:pt x="0" y="1633"/>
                  </a:lnTo>
                  <a:lnTo>
                    <a:pt x="884" y="1569"/>
                  </a:lnTo>
                  <a:lnTo>
                    <a:pt x="6385" y="251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5" name="ph7355"/>
            <p:cNvSpPr/>
            <p:nvPr/>
          </p:nvSpPr>
          <p:spPr>
            <a:xfrm>
              <a:off x="10969321" y="2958412"/>
              <a:ext cx="36382" cy="19483"/>
            </a:xfrm>
            <a:custGeom>
              <a:avLst/>
              <a:pathLst>
                <a:path w="36382" h="19483">
                  <a:moveTo>
                    <a:pt x="33154" y="1581"/>
                  </a:moveTo>
                  <a:lnTo>
                    <a:pt x="32638" y="10207"/>
                  </a:lnTo>
                  <a:lnTo>
                    <a:pt x="36382" y="17372"/>
                  </a:lnTo>
                  <a:lnTo>
                    <a:pt x="33034" y="19483"/>
                  </a:lnTo>
                  <a:lnTo>
                    <a:pt x="30609" y="17406"/>
                  </a:lnTo>
                  <a:lnTo>
                    <a:pt x="28669" y="12243"/>
                  </a:lnTo>
                  <a:lnTo>
                    <a:pt x="26024" y="11022"/>
                  </a:lnTo>
                  <a:lnTo>
                    <a:pt x="21139" y="11951"/>
                  </a:lnTo>
                  <a:lnTo>
                    <a:pt x="15530" y="14296"/>
                  </a:lnTo>
                  <a:lnTo>
                    <a:pt x="11888" y="13463"/>
                  </a:lnTo>
                  <a:lnTo>
                    <a:pt x="8279" y="15100"/>
                  </a:lnTo>
                  <a:lnTo>
                    <a:pt x="4804" y="14947"/>
                  </a:lnTo>
                  <a:lnTo>
                    <a:pt x="0" y="9936"/>
                  </a:lnTo>
                  <a:lnTo>
                    <a:pt x="5842" y="6949"/>
                  </a:lnTo>
                  <a:lnTo>
                    <a:pt x="8585" y="2865"/>
                  </a:lnTo>
                  <a:lnTo>
                    <a:pt x="17078" y="1001"/>
                  </a:lnTo>
                  <a:lnTo>
                    <a:pt x="19431" y="543"/>
                  </a:lnTo>
                  <a:lnTo>
                    <a:pt x="22635" y="2090"/>
                  </a:lnTo>
                  <a:lnTo>
                    <a:pt x="25406" y="1377"/>
                  </a:lnTo>
                  <a:lnTo>
                    <a:pt x="2680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6" name="ph7356"/>
            <p:cNvSpPr/>
            <p:nvPr/>
          </p:nvSpPr>
          <p:spPr>
            <a:xfrm>
              <a:off x="10981493" y="2987546"/>
              <a:ext cx="8624" cy="11569"/>
            </a:xfrm>
            <a:custGeom>
              <a:avLst/>
              <a:pathLst>
                <a:path w="8624" h="11569">
                  <a:moveTo>
                    <a:pt x="3398" y="0"/>
                  </a:moveTo>
                  <a:lnTo>
                    <a:pt x="4172" y="1343"/>
                  </a:lnTo>
                  <a:lnTo>
                    <a:pt x="6608" y="1576"/>
                  </a:lnTo>
                  <a:lnTo>
                    <a:pt x="8387" y="2880"/>
                  </a:lnTo>
                  <a:lnTo>
                    <a:pt x="8624" y="4548"/>
                  </a:lnTo>
                  <a:lnTo>
                    <a:pt x="5438" y="9414"/>
                  </a:lnTo>
                  <a:lnTo>
                    <a:pt x="3984" y="10406"/>
                  </a:lnTo>
                  <a:lnTo>
                    <a:pt x="1709" y="11569"/>
                  </a:lnTo>
                  <a:lnTo>
                    <a:pt x="0" y="5372"/>
                  </a:lnTo>
                  <a:lnTo>
                    <a:pt x="2554" y="177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7" name="ph7357"/>
            <p:cNvSpPr/>
            <p:nvPr/>
          </p:nvSpPr>
          <p:spPr>
            <a:xfrm>
              <a:off x="10978651" y="2940448"/>
              <a:ext cx="1996" cy="1433"/>
            </a:xfrm>
            <a:custGeom>
              <a:avLst/>
              <a:pathLst>
                <a:path w="1996" h="1433">
                  <a:moveTo>
                    <a:pt x="1996" y="1433"/>
                  </a:moveTo>
                  <a:lnTo>
                    <a:pt x="0" y="130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8" name="ph7358"/>
            <p:cNvSpPr/>
            <p:nvPr/>
          </p:nvSpPr>
          <p:spPr>
            <a:xfrm>
              <a:off x="10983889" y="2922325"/>
              <a:ext cx="17537" cy="13773"/>
            </a:xfrm>
            <a:custGeom>
              <a:avLst/>
              <a:pathLst>
                <a:path w="17537" h="13773">
                  <a:moveTo>
                    <a:pt x="14127" y="2900"/>
                  </a:moveTo>
                  <a:lnTo>
                    <a:pt x="17537" y="5237"/>
                  </a:lnTo>
                  <a:lnTo>
                    <a:pt x="17005" y="6333"/>
                  </a:lnTo>
                  <a:lnTo>
                    <a:pt x="17054" y="12795"/>
                  </a:lnTo>
                  <a:lnTo>
                    <a:pt x="15293" y="13773"/>
                  </a:lnTo>
                  <a:lnTo>
                    <a:pt x="13194" y="12259"/>
                  </a:lnTo>
                  <a:lnTo>
                    <a:pt x="0" y="11739"/>
                  </a:lnTo>
                  <a:lnTo>
                    <a:pt x="171" y="8672"/>
                  </a:lnTo>
                  <a:lnTo>
                    <a:pt x="125" y="6725"/>
                  </a:lnTo>
                  <a:lnTo>
                    <a:pt x="2389" y="6087"/>
                  </a:lnTo>
                  <a:lnTo>
                    <a:pt x="3248" y="3849"/>
                  </a:lnTo>
                  <a:lnTo>
                    <a:pt x="1250" y="3685"/>
                  </a:lnTo>
                  <a:lnTo>
                    <a:pt x="2998" y="1156"/>
                  </a:lnTo>
                  <a:lnTo>
                    <a:pt x="4125" y="1548"/>
                  </a:lnTo>
                  <a:lnTo>
                    <a:pt x="5876" y="0"/>
                  </a:lnTo>
                  <a:lnTo>
                    <a:pt x="8250" y="583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9" name="ph7359"/>
            <p:cNvSpPr/>
            <p:nvPr/>
          </p:nvSpPr>
          <p:spPr>
            <a:xfrm>
              <a:off x="10985493" y="2919633"/>
              <a:ext cx="1469" cy="3414"/>
            </a:xfrm>
            <a:custGeom>
              <a:avLst/>
              <a:pathLst>
                <a:path w="1469" h="3414">
                  <a:moveTo>
                    <a:pt x="447" y="194"/>
                  </a:moveTo>
                  <a:lnTo>
                    <a:pt x="1469" y="1273"/>
                  </a:lnTo>
                  <a:lnTo>
                    <a:pt x="189" y="34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0" name="ph7360"/>
            <p:cNvSpPr/>
            <p:nvPr/>
          </p:nvSpPr>
          <p:spPr>
            <a:xfrm>
              <a:off x="10848382" y="2912938"/>
              <a:ext cx="40241" cy="23704"/>
            </a:xfrm>
            <a:custGeom>
              <a:avLst/>
              <a:pathLst>
                <a:path w="40241" h="23704">
                  <a:moveTo>
                    <a:pt x="6290" y="0"/>
                  </a:moveTo>
                  <a:lnTo>
                    <a:pt x="6315" y="1358"/>
                  </a:lnTo>
                  <a:lnTo>
                    <a:pt x="7374" y="2053"/>
                  </a:lnTo>
                  <a:lnTo>
                    <a:pt x="23447" y="9253"/>
                  </a:lnTo>
                  <a:lnTo>
                    <a:pt x="34939" y="8210"/>
                  </a:lnTo>
                  <a:lnTo>
                    <a:pt x="35206" y="7685"/>
                  </a:lnTo>
                  <a:lnTo>
                    <a:pt x="36829" y="8310"/>
                  </a:lnTo>
                  <a:lnTo>
                    <a:pt x="38802" y="10833"/>
                  </a:lnTo>
                  <a:lnTo>
                    <a:pt x="38731" y="11936"/>
                  </a:lnTo>
                  <a:lnTo>
                    <a:pt x="40241" y="13190"/>
                  </a:lnTo>
                  <a:lnTo>
                    <a:pt x="40043" y="14771"/>
                  </a:lnTo>
                  <a:lnTo>
                    <a:pt x="37603" y="14413"/>
                  </a:lnTo>
                  <a:lnTo>
                    <a:pt x="36088" y="15024"/>
                  </a:lnTo>
                  <a:lnTo>
                    <a:pt x="35543" y="16830"/>
                  </a:lnTo>
                  <a:lnTo>
                    <a:pt x="31725" y="21173"/>
                  </a:lnTo>
                  <a:lnTo>
                    <a:pt x="25900" y="23704"/>
                  </a:lnTo>
                  <a:lnTo>
                    <a:pt x="21560" y="19537"/>
                  </a:lnTo>
                  <a:lnTo>
                    <a:pt x="23288" y="16874"/>
                  </a:lnTo>
                  <a:lnTo>
                    <a:pt x="16218" y="9485"/>
                  </a:lnTo>
                  <a:lnTo>
                    <a:pt x="15329" y="9767"/>
                  </a:lnTo>
                  <a:lnTo>
                    <a:pt x="14474" y="11265"/>
                  </a:lnTo>
                  <a:lnTo>
                    <a:pt x="1001" y="7702"/>
                  </a:lnTo>
                  <a:lnTo>
                    <a:pt x="0" y="9700"/>
                  </a:lnTo>
                  <a:lnTo>
                    <a:pt x="522" y="6366"/>
                  </a:lnTo>
                  <a:lnTo>
                    <a:pt x="1663" y="5227"/>
                  </a:lnTo>
                  <a:lnTo>
                    <a:pt x="2603" y="5360"/>
                  </a:lnTo>
                  <a:lnTo>
                    <a:pt x="3695" y="2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1" name="ph7361"/>
            <p:cNvSpPr/>
            <p:nvPr/>
          </p:nvSpPr>
          <p:spPr>
            <a:xfrm>
              <a:off x="10930438" y="2921664"/>
              <a:ext cx="12654" cy="17165"/>
            </a:xfrm>
            <a:custGeom>
              <a:avLst/>
              <a:pathLst>
                <a:path w="12654" h="17165">
                  <a:moveTo>
                    <a:pt x="12654" y="320"/>
                  </a:moveTo>
                  <a:lnTo>
                    <a:pt x="11680" y="6498"/>
                  </a:lnTo>
                  <a:lnTo>
                    <a:pt x="11859" y="10275"/>
                  </a:lnTo>
                  <a:lnTo>
                    <a:pt x="11224" y="17165"/>
                  </a:lnTo>
                  <a:lnTo>
                    <a:pt x="8900" y="16031"/>
                  </a:lnTo>
                  <a:lnTo>
                    <a:pt x="2739" y="14717"/>
                  </a:lnTo>
                  <a:lnTo>
                    <a:pt x="1550" y="13915"/>
                  </a:lnTo>
                  <a:lnTo>
                    <a:pt x="0" y="10417"/>
                  </a:lnTo>
                  <a:lnTo>
                    <a:pt x="1208" y="8166"/>
                  </a:lnTo>
                  <a:lnTo>
                    <a:pt x="2001" y="7957"/>
                  </a:lnTo>
                  <a:lnTo>
                    <a:pt x="2251" y="4818"/>
                  </a:lnTo>
                  <a:lnTo>
                    <a:pt x="9175" y="3226"/>
                  </a:lnTo>
                  <a:lnTo>
                    <a:pt x="10473" y="1808"/>
                  </a:lnTo>
                  <a:lnTo>
                    <a:pt x="1095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2" name="ph7362"/>
            <p:cNvSpPr/>
            <p:nvPr/>
          </p:nvSpPr>
          <p:spPr>
            <a:xfrm>
              <a:off x="10836079" y="3023191"/>
              <a:ext cx="33285" cy="40161"/>
            </a:xfrm>
            <a:custGeom>
              <a:avLst/>
              <a:pathLst>
                <a:path w="33285" h="40161">
                  <a:moveTo>
                    <a:pt x="20763" y="0"/>
                  </a:moveTo>
                  <a:lnTo>
                    <a:pt x="23168" y="1225"/>
                  </a:lnTo>
                  <a:lnTo>
                    <a:pt x="22514" y="3483"/>
                  </a:lnTo>
                  <a:lnTo>
                    <a:pt x="22801" y="6324"/>
                  </a:lnTo>
                  <a:lnTo>
                    <a:pt x="31033" y="12465"/>
                  </a:lnTo>
                  <a:lnTo>
                    <a:pt x="33285" y="13372"/>
                  </a:lnTo>
                  <a:lnTo>
                    <a:pt x="30888" y="13247"/>
                  </a:lnTo>
                  <a:lnTo>
                    <a:pt x="30055" y="20652"/>
                  </a:lnTo>
                  <a:lnTo>
                    <a:pt x="26487" y="21295"/>
                  </a:lnTo>
                  <a:lnTo>
                    <a:pt x="26575" y="23492"/>
                  </a:lnTo>
                  <a:lnTo>
                    <a:pt x="28315" y="28459"/>
                  </a:lnTo>
                  <a:lnTo>
                    <a:pt x="24217" y="30522"/>
                  </a:lnTo>
                  <a:lnTo>
                    <a:pt x="21842" y="34323"/>
                  </a:lnTo>
                  <a:lnTo>
                    <a:pt x="22467" y="35728"/>
                  </a:lnTo>
                  <a:lnTo>
                    <a:pt x="20396" y="40161"/>
                  </a:lnTo>
                  <a:lnTo>
                    <a:pt x="17181" y="38211"/>
                  </a:lnTo>
                  <a:lnTo>
                    <a:pt x="13505" y="34204"/>
                  </a:lnTo>
                  <a:lnTo>
                    <a:pt x="12041" y="32821"/>
                  </a:lnTo>
                  <a:lnTo>
                    <a:pt x="14164" y="30838"/>
                  </a:lnTo>
                  <a:lnTo>
                    <a:pt x="15412" y="28033"/>
                  </a:lnTo>
                  <a:lnTo>
                    <a:pt x="15192" y="26498"/>
                  </a:lnTo>
                  <a:lnTo>
                    <a:pt x="8345" y="26452"/>
                  </a:lnTo>
                  <a:lnTo>
                    <a:pt x="2616" y="22682"/>
                  </a:lnTo>
                  <a:lnTo>
                    <a:pt x="3237" y="19081"/>
                  </a:lnTo>
                  <a:lnTo>
                    <a:pt x="2869" y="17527"/>
                  </a:lnTo>
                  <a:lnTo>
                    <a:pt x="1430" y="12930"/>
                  </a:lnTo>
                  <a:lnTo>
                    <a:pt x="0" y="12212"/>
                  </a:lnTo>
                  <a:lnTo>
                    <a:pt x="172" y="11545"/>
                  </a:lnTo>
                  <a:lnTo>
                    <a:pt x="2084" y="10828"/>
                  </a:lnTo>
                  <a:lnTo>
                    <a:pt x="3196" y="11430"/>
                  </a:lnTo>
                  <a:lnTo>
                    <a:pt x="9319" y="8654"/>
                  </a:lnTo>
                  <a:lnTo>
                    <a:pt x="12367" y="3142"/>
                  </a:lnTo>
                  <a:lnTo>
                    <a:pt x="14519" y="230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3" name="ph7363"/>
            <p:cNvSpPr/>
            <p:nvPr/>
          </p:nvSpPr>
          <p:spPr>
            <a:xfrm>
              <a:off x="10856701" y="2856912"/>
              <a:ext cx="26552" cy="17179"/>
            </a:xfrm>
            <a:custGeom>
              <a:avLst/>
              <a:pathLst>
                <a:path w="26552" h="17179">
                  <a:moveTo>
                    <a:pt x="8387" y="1935"/>
                  </a:moveTo>
                  <a:lnTo>
                    <a:pt x="10297" y="310"/>
                  </a:lnTo>
                  <a:lnTo>
                    <a:pt x="16157" y="5445"/>
                  </a:lnTo>
                  <a:lnTo>
                    <a:pt x="16435" y="6388"/>
                  </a:lnTo>
                  <a:lnTo>
                    <a:pt x="15634" y="6674"/>
                  </a:lnTo>
                  <a:lnTo>
                    <a:pt x="20640" y="11218"/>
                  </a:lnTo>
                  <a:lnTo>
                    <a:pt x="24189" y="13727"/>
                  </a:lnTo>
                  <a:lnTo>
                    <a:pt x="26552" y="13084"/>
                  </a:lnTo>
                  <a:lnTo>
                    <a:pt x="26524" y="15593"/>
                  </a:lnTo>
                  <a:lnTo>
                    <a:pt x="25478" y="15107"/>
                  </a:lnTo>
                  <a:lnTo>
                    <a:pt x="24655" y="17179"/>
                  </a:lnTo>
                  <a:lnTo>
                    <a:pt x="24682" y="14379"/>
                  </a:lnTo>
                  <a:lnTo>
                    <a:pt x="22226" y="15322"/>
                  </a:lnTo>
                  <a:lnTo>
                    <a:pt x="10285" y="9309"/>
                  </a:lnTo>
                  <a:lnTo>
                    <a:pt x="1346" y="6482"/>
                  </a:lnTo>
                  <a:lnTo>
                    <a:pt x="648" y="6276"/>
                  </a:lnTo>
                  <a:lnTo>
                    <a:pt x="0" y="4258"/>
                  </a:lnTo>
                  <a:lnTo>
                    <a:pt x="477" y="2053"/>
                  </a:lnTo>
                  <a:lnTo>
                    <a:pt x="206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4" name="ph7364"/>
            <p:cNvSpPr/>
            <p:nvPr/>
          </p:nvSpPr>
          <p:spPr>
            <a:xfrm>
              <a:off x="10982888" y="2930997"/>
              <a:ext cx="1172" cy="3067"/>
            </a:xfrm>
            <a:custGeom>
              <a:avLst/>
              <a:pathLst>
                <a:path w="1172" h="3067">
                  <a:moveTo>
                    <a:pt x="0" y="1531"/>
                  </a:moveTo>
                  <a:lnTo>
                    <a:pt x="1172" y="0"/>
                  </a:lnTo>
                  <a:lnTo>
                    <a:pt x="1001" y="306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5" name="ph7365"/>
            <p:cNvSpPr/>
            <p:nvPr/>
          </p:nvSpPr>
          <p:spPr>
            <a:xfrm>
              <a:off x="10975228" y="2915816"/>
              <a:ext cx="14532" cy="13235"/>
            </a:xfrm>
            <a:custGeom>
              <a:avLst/>
              <a:pathLst>
                <a:path w="14532" h="13235">
                  <a:moveTo>
                    <a:pt x="10455" y="7231"/>
                  </a:moveTo>
                  <a:lnTo>
                    <a:pt x="11735" y="5090"/>
                  </a:lnTo>
                  <a:lnTo>
                    <a:pt x="13495" y="1939"/>
                  </a:lnTo>
                  <a:lnTo>
                    <a:pt x="14532" y="2983"/>
                  </a:lnTo>
                  <a:lnTo>
                    <a:pt x="12422" y="5228"/>
                  </a:lnTo>
                  <a:lnTo>
                    <a:pt x="11660" y="7665"/>
                  </a:lnTo>
                  <a:lnTo>
                    <a:pt x="9912" y="10195"/>
                  </a:lnTo>
                  <a:lnTo>
                    <a:pt x="11909" y="10359"/>
                  </a:lnTo>
                  <a:lnTo>
                    <a:pt x="11051" y="12597"/>
                  </a:lnTo>
                  <a:lnTo>
                    <a:pt x="8786" y="13235"/>
                  </a:lnTo>
                  <a:lnTo>
                    <a:pt x="8942" y="10866"/>
                  </a:lnTo>
                  <a:lnTo>
                    <a:pt x="0" y="6180"/>
                  </a:lnTo>
                  <a:lnTo>
                    <a:pt x="1071" y="2662"/>
                  </a:lnTo>
                  <a:lnTo>
                    <a:pt x="2292" y="0"/>
                  </a:lnTo>
                  <a:lnTo>
                    <a:pt x="10265" y="381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6" name="ph7366"/>
            <p:cNvSpPr/>
            <p:nvPr/>
          </p:nvSpPr>
          <p:spPr>
            <a:xfrm>
              <a:off x="10895484" y="2990692"/>
              <a:ext cx="8831" cy="4270"/>
            </a:xfrm>
            <a:custGeom>
              <a:avLst/>
              <a:pathLst>
                <a:path w="8831" h="4270">
                  <a:moveTo>
                    <a:pt x="1417" y="0"/>
                  </a:moveTo>
                  <a:lnTo>
                    <a:pt x="8831" y="703"/>
                  </a:lnTo>
                  <a:lnTo>
                    <a:pt x="8376" y="1531"/>
                  </a:lnTo>
                  <a:lnTo>
                    <a:pt x="8081" y="4270"/>
                  </a:lnTo>
                  <a:lnTo>
                    <a:pt x="0" y="262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7" name="ph7367"/>
            <p:cNvSpPr/>
            <p:nvPr/>
          </p:nvSpPr>
          <p:spPr>
            <a:xfrm>
              <a:off x="10890642" y="2929143"/>
              <a:ext cx="8789" cy="7673"/>
            </a:xfrm>
            <a:custGeom>
              <a:avLst/>
              <a:pathLst>
                <a:path w="8789" h="7673">
                  <a:moveTo>
                    <a:pt x="8789" y="3841"/>
                  </a:moveTo>
                  <a:lnTo>
                    <a:pt x="7758" y="7673"/>
                  </a:lnTo>
                  <a:lnTo>
                    <a:pt x="2415" y="4618"/>
                  </a:lnTo>
                  <a:lnTo>
                    <a:pt x="0" y="1625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8" name="ph7368"/>
            <p:cNvSpPr/>
            <p:nvPr/>
          </p:nvSpPr>
          <p:spPr>
            <a:xfrm>
              <a:off x="10878370" y="2909448"/>
              <a:ext cx="25949" cy="19604"/>
            </a:xfrm>
            <a:custGeom>
              <a:avLst/>
              <a:pathLst>
                <a:path w="25949" h="19604">
                  <a:moveTo>
                    <a:pt x="16784" y="6762"/>
                  </a:moveTo>
                  <a:lnTo>
                    <a:pt x="15298" y="10898"/>
                  </a:lnTo>
                  <a:lnTo>
                    <a:pt x="18971" y="12520"/>
                  </a:lnTo>
                  <a:lnTo>
                    <a:pt x="20075" y="13806"/>
                  </a:lnTo>
                  <a:lnTo>
                    <a:pt x="20123" y="15706"/>
                  </a:lnTo>
                  <a:lnTo>
                    <a:pt x="25949" y="14863"/>
                  </a:lnTo>
                  <a:lnTo>
                    <a:pt x="23403" y="19238"/>
                  </a:lnTo>
                  <a:lnTo>
                    <a:pt x="19677" y="19604"/>
                  </a:lnTo>
                  <a:lnTo>
                    <a:pt x="12994" y="17896"/>
                  </a:lnTo>
                  <a:lnTo>
                    <a:pt x="10253" y="16680"/>
                  </a:lnTo>
                  <a:lnTo>
                    <a:pt x="8743" y="15426"/>
                  </a:lnTo>
                  <a:lnTo>
                    <a:pt x="8814" y="14323"/>
                  </a:lnTo>
                  <a:lnTo>
                    <a:pt x="6841" y="11800"/>
                  </a:lnTo>
                  <a:lnTo>
                    <a:pt x="5218" y="11175"/>
                  </a:lnTo>
                  <a:lnTo>
                    <a:pt x="4951" y="11700"/>
                  </a:lnTo>
                  <a:lnTo>
                    <a:pt x="3994" y="9170"/>
                  </a:lnTo>
                  <a:lnTo>
                    <a:pt x="736" y="6856"/>
                  </a:lnTo>
                  <a:lnTo>
                    <a:pt x="0" y="5518"/>
                  </a:lnTo>
                  <a:lnTo>
                    <a:pt x="442" y="1755"/>
                  </a:lnTo>
                  <a:lnTo>
                    <a:pt x="2382" y="724"/>
                  </a:lnTo>
                  <a:lnTo>
                    <a:pt x="7319" y="680"/>
                  </a:lnTo>
                  <a:lnTo>
                    <a:pt x="8736" y="0"/>
                  </a:lnTo>
                  <a:lnTo>
                    <a:pt x="12579" y="2571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9" name="ph7369"/>
            <p:cNvSpPr/>
            <p:nvPr/>
          </p:nvSpPr>
          <p:spPr>
            <a:xfrm>
              <a:off x="10890917" y="2948284"/>
              <a:ext cx="22684" cy="16393"/>
            </a:xfrm>
            <a:custGeom>
              <a:avLst/>
              <a:pathLst>
                <a:path w="22684" h="16393">
                  <a:moveTo>
                    <a:pt x="18881" y="17"/>
                  </a:moveTo>
                  <a:lnTo>
                    <a:pt x="22684" y="2735"/>
                  </a:lnTo>
                  <a:lnTo>
                    <a:pt x="18161" y="8513"/>
                  </a:lnTo>
                  <a:lnTo>
                    <a:pt x="8888" y="13974"/>
                  </a:lnTo>
                  <a:lnTo>
                    <a:pt x="8143" y="14043"/>
                  </a:lnTo>
                  <a:lnTo>
                    <a:pt x="6867" y="16393"/>
                  </a:lnTo>
                  <a:lnTo>
                    <a:pt x="3575" y="14512"/>
                  </a:lnTo>
                  <a:lnTo>
                    <a:pt x="2733" y="15981"/>
                  </a:lnTo>
                  <a:lnTo>
                    <a:pt x="1931" y="15844"/>
                  </a:lnTo>
                  <a:lnTo>
                    <a:pt x="0" y="13394"/>
                  </a:lnTo>
                  <a:lnTo>
                    <a:pt x="1607" y="11178"/>
                  </a:lnTo>
                  <a:lnTo>
                    <a:pt x="3447" y="12664"/>
                  </a:lnTo>
                  <a:lnTo>
                    <a:pt x="7657" y="13674"/>
                  </a:lnTo>
                  <a:lnTo>
                    <a:pt x="8666" y="13319"/>
                  </a:lnTo>
                  <a:lnTo>
                    <a:pt x="8109" y="11659"/>
                  </a:lnTo>
                  <a:lnTo>
                    <a:pt x="7147" y="11784"/>
                  </a:lnTo>
                  <a:lnTo>
                    <a:pt x="8961" y="4854"/>
                  </a:lnTo>
                  <a:lnTo>
                    <a:pt x="12853" y="1572"/>
                  </a:lnTo>
                  <a:lnTo>
                    <a:pt x="1727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0" name="ph7370"/>
            <p:cNvSpPr/>
            <p:nvPr/>
          </p:nvSpPr>
          <p:spPr>
            <a:xfrm>
              <a:off x="10901718" y="3023385"/>
              <a:ext cx="4263" cy="7520"/>
            </a:xfrm>
            <a:custGeom>
              <a:avLst/>
              <a:pathLst>
                <a:path w="4263" h="7520">
                  <a:moveTo>
                    <a:pt x="4263" y="7520"/>
                  </a:moveTo>
                  <a:lnTo>
                    <a:pt x="0" y="3242"/>
                  </a:lnTo>
                  <a:lnTo>
                    <a:pt x="621" y="0"/>
                  </a:lnTo>
                  <a:lnTo>
                    <a:pt x="4151" y="400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1" name="ph7371"/>
            <p:cNvSpPr/>
            <p:nvPr/>
          </p:nvSpPr>
          <p:spPr>
            <a:xfrm>
              <a:off x="10892323" y="3004730"/>
              <a:ext cx="16681" cy="17909"/>
            </a:xfrm>
            <a:custGeom>
              <a:avLst/>
              <a:pathLst>
                <a:path w="16681" h="17909">
                  <a:moveTo>
                    <a:pt x="4707" y="2678"/>
                  </a:moveTo>
                  <a:lnTo>
                    <a:pt x="8342" y="3446"/>
                  </a:lnTo>
                  <a:lnTo>
                    <a:pt x="8865" y="3390"/>
                  </a:lnTo>
                  <a:lnTo>
                    <a:pt x="9134" y="1886"/>
                  </a:lnTo>
                  <a:lnTo>
                    <a:pt x="10608" y="2448"/>
                  </a:lnTo>
                  <a:lnTo>
                    <a:pt x="16364" y="614"/>
                  </a:lnTo>
                  <a:lnTo>
                    <a:pt x="16681" y="776"/>
                  </a:lnTo>
                  <a:lnTo>
                    <a:pt x="13705" y="11319"/>
                  </a:lnTo>
                  <a:lnTo>
                    <a:pt x="11654" y="13426"/>
                  </a:lnTo>
                  <a:lnTo>
                    <a:pt x="10316" y="17909"/>
                  </a:lnTo>
                  <a:lnTo>
                    <a:pt x="8973" y="15458"/>
                  </a:lnTo>
                  <a:lnTo>
                    <a:pt x="5195" y="13950"/>
                  </a:lnTo>
                  <a:lnTo>
                    <a:pt x="1773" y="14465"/>
                  </a:lnTo>
                  <a:lnTo>
                    <a:pt x="1665" y="11717"/>
                  </a:lnTo>
                  <a:lnTo>
                    <a:pt x="77" y="6823"/>
                  </a:lnTo>
                  <a:lnTo>
                    <a:pt x="0" y="1098"/>
                  </a:lnTo>
                  <a:lnTo>
                    <a:pt x="1438" y="48"/>
                  </a:lnTo>
                  <a:lnTo>
                    <a:pt x="392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2" name="ph7372"/>
            <p:cNvSpPr/>
            <p:nvPr/>
          </p:nvSpPr>
          <p:spPr>
            <a:xfrm>
              <a:off x="10964720" y="2961533"/>
              <a:ext cx="10592" cy="6815"/>
            </a:xfrm>
            <a:custGeom>
              <a:avLst/>
              <a:pathLst>
                <a:path w="10592" h="6815">
                  <a:moveTo>
                    <a:pt x="10592" y="1896"/>
                  </a:moveTo>
                  <a:lnTo>
                    <a:pt x="10443" y="3828"/>
                  </a:lnTo>
                  <a:lnTo>
                    <a:pt x="4601" y="6815"/>
                  </a:lnTo>
                  <a:lnTo>
                    <a:pt x="2062" y="6409"/>
                  </a:lnTo>
                  <a:lnTo>
                    <a:pt x="0" y="2815"/>
                  </a:lnTo>
                  <a:lnTo>
                    <a:pt x="2926" y="2071"/>
                  </a:lnTo>
                  <a:lnTo>
                    <a:pt x="491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3" name="ph7373"/>
            <p:cNvSpPr/>
            <p:nvPr/>
          </p:nvSpPr>
          <p:spPr>
            <a:xfrm>
              <a:off x="10808273" y="2983168"/>
              <a:ext cx="19348" cy="10551"/>
            </a:xfrm>
            <a:custGeom>
              <a:avLst/>
              <a:pathLst>
                <a:path w="19348" h="10551">
                  <a:moveTo>
                    <a:pt x="11327" y="1867"/>
                  </a:moveTo>
                  <a:lnTo>
                    <a:pt x="13218" y="3601"/>
                  </a:lnTo>
                  <a:lnTo>
                    <a:pt x="15256" y="3803"/>
                  </a:lnTo>
                  <a:lnTo>
                    <a:pt x="14425" y="5123"/>
                  </a:lnTo>
                  <a:lnTo>
                    <a:pt x="17499" y="6543"/>
                  </a:lnTo>
                  <a:lnTo>
                    <a:pt x="19037" y="8272"/>
                  </a:lnTo>
                  <a:lnTo>
                    <a:pt x="19348" y="10016"/>
                  </a:lnTo>
                  <a:lnTo>
                    <a:pt x="11033" y="10551"/>
                  </a:lnTo>
                  <a:lnTo>
                    <a:pt x="4821" y="8670"/>
                  </a:lnTo>
                  <a:lnTo>
                    <a:pt x="1901" y="9045"/>
                  </a:lnTo>
                  <a:lnTo>
                    <a:pt x="0" y="7113"/>
                  </a:lnTo>
                  <a:lnTo>
                    <a:pt x="547" y="4579"/>
                  </a:lnTo>
                  <a:lnTo>
                    <a:pt x="4509" y="399"/>
                  </a:lnTo>
                  <a:lnTo>
                    <a:pt x="531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4" name="ph7374"/>
            <p:cNvSpPr/>
            <p:nvPr/>
          </p:nvSpPr>
          <p:spPr>
            <a:xfrm>
              <a:off x="10822238" y="2951709"/>
              <a:ext cx="28736" cy="23106"/>
            </a:xfrm>
            <a:custGeom>
              <a:avLst/>
              <a:pathLst>
                <a:path w="28736" h="23106">
                  <a:moveTo>
                    <a:pt x="11234" y="638"/>
                  </a:moveTo>
                  <a:lnTo>
                    <a:pt x="11958" y="3362"/>
                  </a:lnTo>
                  <a:lnTo>
                    <a:pt x="18195" y="5162"/>
                  </a:lnTo>
                  <a:lnTo>
                    <a:pt x="21245" y="5283"/>
                  </a:lnTo>
                  <a:lnTo>
                    <a:pt x="24361" y="13073"/>
                  </a:lnTo>
                  <a:lnTo>
                    <a:pt x="28736" y="18985"/>
                  </a:lnTo>
                  <a:lnTo>
                    <a:pt x="28179" y="21032"/>
                  </a:lnTo>
                  <a:lnTo>
                    <a:pt x="27296" y="22966"/>
                  </a:lnTo>
                  <a:lnTo>
                    <a:pt x="25025" y="20754"/>
                  </a:lnTo>
                  <a:lnTo>
                    <a:pt x="22964" y="20029"/>
                  </a:lnTo>
                  <a:lnTo>
                    <a:pt x="22403" y="21989"/>
                  </a:lnTo>
                  <a:lnTo>
                    <a:pt x="20768" y="21573"/>
                  </a:lnTo>
                  <a:lnTo>
                    <a:pt x="19239" y="19359"/>
                  </a:lnTo>
                  <a:lnTo>
                    <a:pt x="16256" y="17696"/>
                  </a:lnTo>
                  <a:lnTo>
                    <a:pt x="10988" y="16947"/>
                  </a:lnTo>
                  <a:lnTo>
                    <a:pt x="8532" y="19497"/>
                  </a:lnTo>
                  <a:lnTo>
                    <a:pt x="8407" y="22610"/>
                  </a:lnTo>
                  <a:lnTo>
                    <a:pt x="2156" y="23106"/>
                  </a:lnTo>
                  <a:lnTo>
                    <a:pt x="3012" y="20754"/>
                  </a:lnTo>
                  <a:lnTo>
                    <a:pt x="0" y="13153"/>
                  </a:lnTo>
                  <a:lnTo>
                    <a:pt x="1631" y="10698"/>
                  </a:lnTo>
                  <a:lnTo>
                    <a:pt x="4044" y="9487"/>
                  </a:lnTo>
                  <a:lnTo>
                    <a:pt x="6951" y="6320"/>
                  </a:lnTo>
                  <a:lnTo>
                    <a:pt x="5064" y="4499"/>
                  </a:lnTo>
                  <a:lnTo>
                    <a:pt x="5617" y="13"/>
                  </a:lnTo>
                  <a:lnTo>
                    <a:pt x="824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5" name="ph7375"/>
            <p:cNvSpPr/>
            <p:nvPr/>
          </p:nvSpPr>
          <p:spPr>
            <a:xfrm>
              <a:off x="10890642" y="2905381"/>
              <a:ext cx="29914" cy="30657"/>
            </a:xfrm>
            <a:custGeom>
              <a:avLst/>
              <a:pathLst>
                <a:path w="29914" h="30657">
                  <a:moveTo>
                    <a:pt x="25215" y="2389"/>
                  </a:moveTo>
                  <a:lnTo>
                    <a:pt x="27812" y="1224"/>
                  </a:lnTo>
                  <a:lnTo>
                    <a:pt x="29914" y="2183"/>
                  </a:lnTo>
                  <a:lnTo>
                    <a:pt x="28474" y="7082"/>
                  </a:lnTo>
                  <a:lnTo>
                    <a:pt x="28434" y="11047"/>
                  </a:lnTo>
                  <a:lnTo>
                    <a:pt x="25754" y="14876"/>
                  </a:lnTo>
                  <a:lnTo>
                    <a:pt x="24993" y="20318"/>
                  </a:lnTo>
                  <a:lnTo>
                    <a:pt x="24458" y="26155"/>
                  </a:lnTo>
                  <a:lnTo>
                    <a:pt x="21497" y="25671"/>
                  </a:lnTo>
                  <a:lnTo>
                    <a:pt x="20763" y="30474"/>
                  </a:lnTo>
                  <a:lnTo>
                    <a:pt x="13348" y="30657"/>
                  </a:lnTo>
                  <a:lnTo>
                    <a:pt x="8789" y="27602"/>
                  </a:lnTo>
                  <a:lnTo>
                    <a:pt x="4648" y="23761"/>
                  </a:lnTo>
                  <a:lnTo>
                    <a:pt x="0" y="25387"/>
                  </a:lnTo>
                  <a:lnTo>
                    <a:pt x="722" y="21963"/>
                  </a:lnTo>
                  <a:lnTo>
                    <a:pt x="7404" y="23671"/>
                  </a:lnTo>
                  <a:lnTo>
                    <a:pt x="11131" y="23304"/>
                  </a:lnTo>
                  <a:lnTo>
                    <a:pt x="13677" y="18930"/>
                  </a:lnTo>
                  <a:lnTo>
                    <a:pt x="7851" y="19773"/>
                  </a:lnTo>
                  <a:lnTo>
                    <a:pt x="7802" y="17873"/>
                  </a:lnTo>
                  <a:lnTo>
                    <a:pt x="6699" y="16587"/>
                  </a:lnTo>
                  <a:lnTo>
                    <a:pt x="11994" y="13896"/>
                  </a:lnTo>
                  <a:lnTo>
                    <a:pt x="14272" y="14570"/>
                  </a:lnTo>
                  <a:lnTo>
                    <a:pt x="14921" y="16279"/>
                  </a:lnTo>
                  <a:lnTo>
                    <a:pt x="16734" y="16533"/>
                  </a:lnTo>
                  <a:lnTo>
                    <a:pt x="18815" y="8980"/>
                  </a:lnTo>
                  <a:lnTo>
                    <a:pt x="20424" y="5687"/>
                  </a:lnTo>
                  <a:lnTo>
                    <a:pt x="24594" y="3530"/>
                  </a:lnTo>
                  <a:lnTo>
                    <a:pt x="2347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6" name="ph7376"/>
            <p:cNvSpPr/>
            <p:nvPr/>
          </p:nvSpPr>
          <p:spPr>
            <a:xfrm>
              <a:off x="10939392" y="2913728"/>
              <a:ext cx="7813" cy="8989"/>
            </a:xfrm>
            <a:custGeom>
              <a:avLst/>
              <a:pathLst>
                <a:path w="7813" h="8989">
                  <a:moveTo>
                    <a:pt x="7813" y="3568"/>
                  </a:moveTo>
                  <a:lnTo>
                    <a:pt x="6631" y="3585"/>
                  </a:lnTo>
                  <a:lnTo>
                    <a:pt x="5911" y="8989"/>
                  </a:lnTo>
                  <a:lnTo>
                    <a:pt x="4763" y="8827"/>
                  </a:lnTo>
                  <a:lnTo>
                    <a:pt x="910" y="5872"/>
                  </a:lnTo>
                  <a:lnTo>
                    <a:pt x="0" y="5323"/>
                  </a:lnTo>
                  <a:lnTo>
                    <a:pt x="3028" y="368"/>
                  </a:lnTo>
                  <a:lnTo>
                    <a:pt x="71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7" name="ph7377"/>
            <p:cNvSpPr/>
            <p:nvPr/>
          </p:nvSpPr>
          <p:spPr>
            <a:xfrm>
              <a:off x="10877067" y="3001980"/>
              <a:ext cx="19028" cy="29365"/>
            </a:xfrm>
            <a:custGeom>
              <a:avLst/>
              <a:pathLst>
                <a:path w="19028" h="29365">
                  <a:moveTo>
                    <a:pt x="4487" y="196"/>
                  </a:moveTo>
                  <a:lnTo>
                    <a:pt x="6339" y="1328"/>
                  </a:lnTo>
                  <a:lnTo>
                    <a:pt x="13172" y="675"/>
                  </a:lnTo>
                  <a:lnTo>
                    <a:pt x="13303" y="3983"/>
                  </a:lnTo>
                  <a:lnTo>
                    <a:pt x="15255" y="3848"/>
                  </a:lnTo>
                  <a:lnTo>
                    <a:pt x="15332" y="9573"/>
                  </a:lnTo>
                  <a:lnTo>
                    <a:pt x="16920" y="14467"/>
                  </a:lnTo>
                  <a:lnTo>
                    <a:pt x="17028" y="17216"/>
                  </a:lnTo>
                  <a:lnTo>
                    <a:pt x="19028" y="25984"/>
                  </a:lnTo>
                  <a:lnTo>
                    <a:pt x="18951" y="29365"/>
                  </a:lnTo>
                  <a:lnTo>
                    <a:pt x="17631" y="27612"/>
                  </a:lnTo>
                  <a:lnTo>
                    <a:pt x="16666" y="24160"/>
                  </a:lnTo>
                  <a:lnTo>
                    <a:pt x="13524" y="20310"/>
                  </a:lnTo>
                  <a:lnTo>
                    <a:pt x="11755" y="19002"/>
                  </a:lnTo>
                  <a:lnTo>
                    <a:pt x="7301" y="18018"/>
                  </a:lnTo>
                  <a:lnTo>
                    <a:pt x="6188" y="19676"/>
                  </a:lnTo>
                  <a:lnTo>
                    <a:pt x="4734" y="16251"/>
                  </a:lnTo>
                  <a:lnTo>
                    <a:pt x="4957" y="14008"/>
                  </a:lnTo>
                  <a:lnTo>
                    <a:pt x="3103" y="9853"/>
                  </a:lnTo>
                  <a:lnTo>
                    <a:pt x="907" y="7562"/>
                  </a:lnTo>
                  <a:lnTo>
                    <a:pt x="0" y="4507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8" name="ph7378"/>
            <p:cNvSpPr/>
            <p:nvPr/>
          </p:nvSpPr>
          <p:spPr>
            <a:xfrm>
              <a:off x="10904757" y="2988815"/>
              <a:ext cx="5175" cy="2570"/>
            </a:xfrm>
            <a:custGeom>
              <a:avLst/>
              <a:pathLst>
                <a:path w="5175" h="2570">
                  <a:moveTo>
                    <a:pt x="4348" y="2570"/>
                  </a:moveTo>
                  <a:lnTo>
                    <a:pt x="0" y="1505"/>
                  </a:lnTo>
                  <a:lnTo>
                    <a:pt x="1158" y="558"/>
                  </a:lnTo>
                  <a:lnTo>
                    <a:pt x="517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9" name="ph7379"/>
            <p:cNvSpPr/>
            <p:nvPr/>
          </p:nvSpPr>
          <p:spPr>
            <a:xfrm>
              <a:off x="10782006" y="3001752"/>
              <a:ext cx="42636" cy="29998"/>
            </a:xfrm>
            <a:custGeom>
              <a:avLst/>
              <a:pathLst>
                <a:path w="42636" h="29998">
                  <a:moveTo>
                    <a:pt x="28226" y="328"/>
                  </a:moveTo>
                  <a:lnTo>
                    <a:pt x="31012" y="1581"/>
                  </a:lnTo>
                  <a:lnTo>
                    <a:pt x="32532" y="4294"/>
                  </a:lnTo>
                  <a:lnTo>
                    <a:pt x="34873" y="3874"/>
                  </a:lnTo>
                  <a:lnTo>
                    <a:pt x="36999" y="6926"/>
                  </a:lnTo>
                  <a:lnTo>
                    <a:pt x="38171" y="8161"/>
                  </a:lnTo>
                  <a:lnTo>
                    <a:pt x="40131" y="8805"/>
                  </a:lnTo>
                  <a:lnTo>
                    <a:pt x="42636" y="13100"/>
                  </a:lnTo>
                  <a:lnTo>
                    <a:pt x="41742" y="21751"/>
                  </a:lnTo>
                  <a:lnTo>
                    <a:pt x="39976" y="25920"/>
                  </a:lnTo>
                  <a:lnTo>
                    <a:pt x="38636" y="27117"/>
                  </a:lnTo>
                  <a:lnTo>
                    <a:pt x="35610" y="27745"/>
                  </a:lnTo>
                  <a:lnTo>
                    <a:pt x="33866" y="26936"/>
                  </a:lnTo>
                  <a:lnTo>
                    <a:pt x="33057" y="25410"/>
                  </a:lnTo>
                  <a:lnTo>
                    <a:pt x="26980" y="23715"/>
                  </a:lnTo>
                  <a:lnTo>
                    <a:pt x="24346" y="29562"/>
                  </a:lnTo>
                  <a:lnTo>
                    <a:pt x="21315" y="29998"/>
                  </a:lnTo>
                  <a:lnTo>
                    <a:pt x="14516" y="26983"/>
                  </a:lnTo>
                  <a:lnTo>
                    <a:pt x="9754" y="27100"/>
                  </a:lnTo>
                  <a:lnTo>
                    <a:pt x="8501" y="27692"/>
                  </a:lnTo>
                  <a:lnTo>
                    <a:pt x="8586" y="28636"/>
                  </a:lnTo>
                  <a:lnTo>
                    <a:pt x="3164" y="25999"/>
                  </a:lnTo>
                  <a:lnTo>
                    <a:pt x="0" y="22652"/>
                  </a:lnTo>
                  <a:lnTo>
                    <a:pt x="7119" y="15511"/>
                  </a:lnTo>
                  <a:lnTo>
                    <a:pt x="8824" y="11971"/>
                  </a:lnTo>
                  <a:lnTo>
                    <a:pt x="9551" y="7870"/>
                  </a:lnTo>
                  <a:lnTo>
                    <a:pt x="15027" y="5226"/>
                  </a:lnTo>
                  <a:lnTo>
                    <a:pt x="17217" y="5176"/>
                  </a:lnTo>
                  <a:lnTo>
                    <a:pt x="22339" y="1246"/>
                  </a:lnTo>
                  <a:lnTo>
                    <a:pt x="2292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0" name="ph7380"/>
            <p:cNvSpPr/>
            <p:nvPr/>
          </p:nvSpPr>
          <p:spPr>
            <a:xfrm>
              <a:off x="10960260" y="2941411"/>
              <a:ext cx="42466" cy="19091"/>
            </a:xfrm>
            <a:custGeom>
              <a:avLst/>
              <a:pathLst>
                <a:path w="42466" h="19091">
                  <a:moveTo>
                    <a:pt x="26231" y="548"/>
                  </a:moveTo>
                  <a:lnTo>
                    <a:pt x="28977" y="2462"/>
                  </a:lnTo>
                  <a:lnTo>
                    <a:pt x="33978" y="4252"/>
                  </a:lnTo>
                  <a:lnTo>
                    <a:pt x="40803" y="10290"/>
                  </a:lnTo>
                  <a:lnTo>
                    <a:pt x="42466" y="10366"/>
                  </a:lnTo>
                  <a:lnTo>
                    <a:pt x="41561" y="11328"/>
                  </a:lnTo>
                  <a:lnTo>
                    <a:pt x="42191" y="15139"/>
                  </a:lnTo>
                  <a:lnTo>
                    <a:pt x="41554" y="17892"/>
                  </a:lnTo>
                  <a:lnTo>
                    <a:pt x="42216" y="18582"/>
                  </a:lnTo>
                  <a:lnTo>
                    <a:pt x="35869" y="17000"/>
                  </a:lnTo>
                  <a:lnTo>
                    <a:pt x="34467" y="18378"/>
                  </a:lnTo>
                  <a:lnTo>
                    <a:pt x="31696" y="19091"/>
                  </a:lnTo>
                  <a:lnTo>
                    <a:pt x="28493" y="17543"/>
                  </a:lnTo>
                  <a:lnTo>
                    <a:pt x="26140" y="18002"/>
                  </a:lnTo>
                  <a:lnTo>
                    <a:pt x="11935" y="15596"/>
                  </a:lnTo>
                  <a:lnTo>
                    <a:pt x="11770" y="13860"/>
                  </a:lnTo>
                  <a:lnTo>
                    <a:pt x="10053" y="11379"/>
                  </a:lnTo>
                  <a:lnTo>
                    <a:pt x="5783" y="12883"/>
                  </a:lnTo>
                  <a:lnTo>
                    <a:pt x="4477" y="15972"/>
                  </a:lnTo>
                  <a:lnTo>
                    <a:pt x="333" y="15021"/>
                  </a:lnTo>
                  <a:lnTo>
                    <a:pt x="0" y="9087"/>
                  </a:lnTo>
                  <a:lnTo>
                    <a:pt x="1595" y="8364"/>
                  </a:lnTo>
                  <a:lnTo>
                    <a:pt x="8423" y="5569"/>
                  </a:lnTo>
                  <a:lnTo>
                    <a:pt x="13246" y="2525"/>
                  </a:lnTo>
                  <a:lnTo>
                    <a:pt x="15227" y="2527"/>
                  </a:lnTo>
                  <a:lnTo>
                    <a:pt x="16236" y="2612"/>
                  </a:lnTo>
                  <a:lnTo>
                    <a:pt x="18390" y="344"/>
                  </a:lnTo>
                  <a:lnTo>
                    <a:pt x="20387" y="470"/>
                  </a:lnTo>
                  <a:lnTo>
                    <a:pt x="2171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1" name="ph7381"/>
            <p:cNvSpPr/>
            <p:nvPr/>
          </p:nvSpPr>
          <p:spPr>
            <a:xfrm>
              <a:off x="10903928" y="2924994"/>
              <a:ext cx="29249" cy="16862"/>
            </a:xfrm>
            <a:custGeom>
              <a:avLst/>
              <a:pathLst>
                <a:path w="29249" h="16862">
                  <a:moveTo>
                    <a:pt x="18616" y="0"/>
                  </a:moveTo>
                  <a:lnTo>
                    <a:pt x="22498" y="3923"/>
                  </a:lnTo>
                  <a:lnTo>
                    <a:pt x="22826" y="5296"/>
                  </a:lnTo>
                  <a:lnTo>
                    <a:pt x="27719" y="4836"/>
                  </a:lnTo>
                  <a:lnTo>
                    <a:pt x="26510" y="7087"/>
                  </a:lnTo>
                  <a:lnTo>
                    <a:pt x="28061" y="10585"/>
                  </a:lnTo>
                  <a:lnTo>
                    <a:pt x="29249" y="11387"/>
                  </a:lnTo>
                  <a:lnTo>
                    <a:pt x="26567" y="14457"/>
                  </a:lnTo>
                  <a:lnTo>
                    <a:pt x="23147" y="12965"/>
                  </a:lnTo>
                  <a:lnTo>
                    <a:pt x="21581" y="14875"/>
                  </a:lnTo>
                  <a:lnTo>
                    <a:pt x="19057" y="14351"/>
                  </a:lnTo>
                  <a:lnTo>
                    <a:pt x="6562" y="16862"/>
                  </a:lnTo>
                  <a:lnTo>
                    <a:pt x="1061" y="15921"/>
                  </a:lnTo>
                  <a:lnTo>
                    <a:pt x="0" y="14959"/>
                  </a:lnTo>
                  <a:lnTo>
                    <a:pt x="62" y="11044"/>
                  </a:lnTo>
                  <a:lnTo>
                    <a:pt x="7478" y="10861"/>
                  </a:lnTo>
                  <a:lnTo>
                    <a:pt x="8212" y="6057"/>
                  </a:lnTo>
                  <a:lnTo>
                    <a:pt x="11172" y="6542"/>
                  </a:lnTo>
                  <a:lnTo>
                    <a:pt x="11708" y="70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2" name="ph7382"/>
            <p:cNvSpPr/>
            <p:nvPr/>
          </p:nvSpPr>
          <p:spPr>
            <a:xfrm>
              <a:off x="10966744" y="2967942"/>
              <a:ext cx="7382" cy="13280"/>
            </a:xfrm>
            <a:custGeom>
              <a:avLst/>
              <a:pathLst>
                <a:path w="7382" h="13280">
                  <a:moveTo>
                    <a:pt x="2577" y="406"/>
                  </a:moveTo>
                  <a:lnTo>
                    <a:pt x="7382" y="5417"/>
                  </a:lnTo>
                  <a:lnTo>
                    <a:pt x="5529" y="8175"/>
                  </a:lnTo>
                  <a:lnTo>
                    <a:pt x="5966" y="10750"/>
                  </a:lnTo>
                  <a:lnTo>
                    <a:pt x="3551" y="13280"/>
                  </a:lnTo>
                  <a:lnTo>
                    <a:pt x="951" y="12470"/>
                  </a:lnTo>
                  <a:lnTo>
                    <a:pt x="0" y="9998"/>
                  </a:lnTo>
                  <a:lnTo>
                    <a:pt x="1636" y="1354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3" name="ph7383"/>
            <p:cNvSpPr/>
            <p:nvPr/>
          </p:nvSpPr>
          <p:spPr>
            <a:xfrm>
              <a:off x="10954914" y="2928378"/>
              <a:ext cx="1098" cy="1667"/>
            </a:xfrm>
            <a:custGeom>
              <a:avLst/>
              <a:pathLst>
                <a:path w="1098" h="1667">
                  <a:moveTo>
                    <a:pt x="410" y="0"/>
                  </a:moveTo>
                  <a:lnTo>
                    <a:pt x="1098" y="1411"/>
                  </a:lnTo>
                  <a:lnTo>
                    <a:pt x="0" y="1667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4" name="ph7384"/>
            <p:cNvSpPr/>
            <p:nvPr/>
          </p:nvSpPr>
          <p:spPr>
            <a:xfrm>
              <a:off x="10951270" y="2917529"/>
              <a:ext cx="2492" cy="2047"/>
            </a:xfrm>
            <a:custGeom>
              <a:avLst/>
              <a:pathLst>
                <a:path w="2492" h="2047">
                  <a:moveTo>
                    <a:pt x="376" y="0"/>
                  </a:moveTo>
                  <a:lnTo>
                    <a:pt x="2492" y="420"/>
                  </a:lnTo>
                  <a:lnTo>
                    <a:pt x="1987" y="2047"/>
                  </a:lnTo>
                  <a:lnTo>
                    <a:pt x="0" y="2003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5" name="ph7385"/>
            <p:cNvSpPr/>
            <p:nvPr/>
          </p:nvSpPr>
          <p:spPr>
            <a:xfrm>
              <a:off x="10822699" y="2975788"/>
              <a:ext cx="32991" cy="24737"/>
            </a:xfrm>
            <a:custGeom>
              <a:avLst/>
              <a:pathLst>
                <a:path w="32991" h="24737">
                  <a:moveTo>
                    <a:pt x="10884" y="0"/>
                  </a:moveTo>
                  <a:lnTo>
                    <a:pt x="15784" y="1088"/>
                  </a:lnTo>
                  <a:lnTo>
                    <a:pt x="19339" y="5757"/>
                  </a:lnTo>
                  <a:lnTo>
                    <a:pt x="17786" y="6646"/>
                  </a:lnTo>
                  <a:lnTo>
                    <a:pt x="20082" y="7256"/>
                  </a:lnTo>
                  <a:lnTo>
                    <a:pt x="21153" y="8630"/>
                  </a:lnTo>
                  <a:lnTo>
                    <a:pt x="22231" y="13091"/>
                  </a:lnTo>
                  <a:lnTo>
                    <a:pt x="31679" y="12073"/>
                  </a:lnTo>
                  <a:lnTo>
                    <a:pt x="32991" y="13365"/>
                  </a:lnTo>
                  <a:lnTo>
                    <a:pt x="31254" y="17376"/>
                  </a:lnTo>
                  <a:lnTo>
                    <a:pt x="29517" y="19574"/>
                  </a:lnTo>
                  <a:lnTo>
                    <a:pt x="27757" y="20767"/>
                  </a:lnTo>
                  <a:lnTo>
                    <a:pt x="25436" y="19861"/>
                  </a:lnTo>
                  <a:lnTo>
                    <a:pt x="21900" y="19606"/>
                  </a:lnTo>
                  <a:lnTo>
                    <a:pt x="21713" y="24737"/>
                  </a:lnTo>
                  <a:lnTo>
                    <a:pt x="9898" y="23888"/>
                  </a:lnTo>
                  <a:lnTo>
                    <a:pt x="7054" y="23003"/>
                  </a:lnTo>
                  <a:lnTo>
                    <a:pt x="4154" y="20610"/>
                  </a:lnTo>
                  <a:lnTo>
                    <a:pt x="4922" y="17396"/>
                  </a:lnTo>
                  <a:lnTo>
                    <a:pt x="4611" y="15652"/>
                  </a:lnTo>
                  <a:lnTo>
                    <a:pt x="3074" y="13923"/>
                  </a:lnTo>
                  <a:lnTo>
                    <a:pt x="0" y="12503"/>
                  </a:lnTo>
                  <a:lnTo>
                    <a:pt x="830" y="11184"/>
                  </a:lnTo>
                  <a:lnTo>
                    <a:pt x="2115" y="8684"/>
                  </a:lnTo>
                  <a:lnTo>
                    <a:pt x="2220" y="6120"/>
                  </a:lnTo>
                  <a:lnTo>
                    <a:pt x="1214" y="6163"/>
                  </a:lnTo>
                  <a:lnTo>
                    <a:pt x="1471" y="4881"/>
                  </a:lnTo>
                  <a:lnTo>
                    <a:pt x="3349" y="3352"/>
                  </a:lnTo>
                  <a:lnTo>
                    <a:pt x="5089" y="1264"/>
                  </a:lnTo>
                  <a:lnTo>
                    <a:pt x="7048" y="1034"/>
                  </a:lnTo>
                  <a:lnTo>
                    <a:pt x="7121" y="5315"/>
                  </a:lnTo>
                  <a:lnTo>
                    <a:pt x="8677" y="6780"/>
                  </a:lnTo>
                  <a:lnTo>
                    <a:pt x="9397" y="5834"/>
                  </a:lnTo>
                  <a:lnTo>
                    <a:pt x="8635" y="3314"/>
                  </a:lnTo>
                  <a:lnTo>
                    <a:pt x="8850" y="33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6" name="ph7386"/>
            <p:cNvSpPr/>
            <p:nvPr/>
          </p:nvSpPr>
          <p:spPr>
            <a:xfrm>
              <a:off x="10879612" y="2869331"/>
              <a:ext cx="34199" cy="38233"/>
            </a:xfrm>
            <a:custGeom>
              <a:avLst/>
              <a:pathLst>
                <a:path w="34199" h="38233">
                  <a:moveTo>
                    <a:pt x="8393" y="985"/>
                  </a:moveTo>
                  <a:lnTo>
                    <a:pt x="11378" y="3724"/>
                  </a:lnTo>
                  <a:lnTo>
                    <a:pt x="14820" y="813"/>
                  </a:lnTo>
                  <a:lnTo>
                    <a:pt x="20350" y="1108"/>
                  </a:lnTo>
                  <a:lnTo>
                    <a:pt x="24621" y="0"/>
                  </a:lnTo>
                  <a:lnTo>
                    <a:pt x="25435" y="1728"/>
                  </a:lnTo>
                  <a:lnTo>
                    <a:pt x="27588" y="8275"/>
                  </a:lnTo>
                  <a:lnTo>
                    <a:pt x="21762" y="7262"/>
                  </a:lnTo>
                  <a:lnTo>
                    <a:pt x="16034" y="8560"/>
                  </a:lnTo>
                  <a:lnTo>
                    <a:pt x="17143" y="15866"/>
                  </a:lnTo>
                  <a:lnTo>
                    <a:pt x="19319" y="19441"/>
                  </a:lnTo>
                  <a:lnTo>
                    <a:pt x="22882" y="20527"/>
                  </a:lnTo>
                  <a:lnTo>
                    <a:pt x="25044" y="20068"/>
                  </a:lnTo>
                  <a:lnTo>
                    <a:pt x="32640" y="22484"/>
                  </a:lnTo>
                  <a:lnTo>
                    <a:pt x="29423" y="26186"/>
                  </a:lnTo>
                  <a:lnTo>
                    <a:pt x="28360" y="32072"/>
                  </a:lnTo>
                  <a:lnTo>
                    <a:pt x="34199" y="35531"/>
                  </a:lnTo>
                  <a:lnTo>
                    <a:pt x="32168" y="38233"/>
                  </a:lnTo>
                  <a:lnTo>
                    <a:pt x="30993" y="35389"/>
                  </a:lnTo>
                  <a:lnTo>
                    <a:pt x="26213" y="33752"/>
                  </a:lnTo>
                  <a:lnTo>
                    <a:pt x="21131" y="34009"/>
                  </a:lnTo>
                  <a:lnTo>
                    <a:pt x="19461" y="35000"/>
                  </a:lnTo>
                  <a:lnTo>
                    <a:pt x="13350" y="33129"/>
                  </a:lnTo>
                  <a:lnTo>
                    <a:pt x="10725" y="33887"/>
                  </a:lnTo>
                  <a:lnTo>
                    <a:pt x="9104" y="33453"/>
                  </a:lnTo>
                  <a:lnTo>
                    <a:pt x="9173" y="31526"/>
                  </a:lnTo>
                  <a:lnTo>
                    <a:pt x="10718" y="29217"/>
                  </a:lnTo>
                  <a:lnTo>
                    <a:pt x="9974" y="27997"/>
                  </a:lnTo>
                  <a:lnTo>
                    <a:pt x="4564" y="30228"/>
                  </a:lnTo>
                  <a:lnTo>
                    <a:pt x="0" y="30323"/>
                  </a:lnTo>
                  <a:lnTo>
                    <a:pt x="9" y="29123"/>
                  </a:lnTo>
                  <a:lnTo>
                    <a:pt x="6744" y="23971"/>
                  </a:lnTo>
                  <a:lnTo>
                    <a:pt x="4050" y="18610"/>
                  </a:lnTo>
                  <a:lnTo>
                    <a:pt x="4458" y="15309"/>
                  </a:lnTo>
                  <a:lnTo>
                    <a:pt x="6797" y="15674"/>
                  </a:lnTo>
                  <a:lnTo>
                    <a:pt x="7030" y="11866"/>
                  </a:lnTo>
                  <a:lnTo>
                    <a:pt x="1457" y="9810"/>
                  </a:lnTo>
                  <a:lnTo>
                    <a:pt x="1744" y="4761"/>
                  </a:lnTo>
                  <a:lnTo>
                    <a:pt x="2568" y="2689"/>
                  </a:lnTo>
                  <a:lnTo>
                    <a:pt x="3614" y="3174"/>
                  </a:lnTo>
                  <a:lnTo>
                    <a:pt x="3642" y="66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7" name="ph7387"/>
            <p:cNvSpPr/>
            <p:nvPr/>
          </p:nvSpPr>
          <p:spPr>
            <a:xfrm>
              <a:off x="10903565" y="2990320"/>
              <a:ext cx="6343" cy="8421"/>
            </a:xfrm>
            <a:custGeom>
              <a:avLst/>
              <a:pathLst>
                <a:path w="6343" h="8421">
                  <a:moveTo>
                    <a:pt x="1191" y="0"/>
                  </a:moveTo>
                  <a:lnTo>
                    <a:pt x="5540" y="1064"/>
                  </a:lnTo>
                  <a:lnTo>
                    <a:pt x="6343" y="8421"/>
                  </a:lnTo>
                  <a:lnTo>
                    <a:pt x="812" y="4638"/>
                  </a:lnTo>
                  <a:lnTo>
                    <a:pt x="0" y="4641"/>
                  </a:lnTo>
                  <a:lnTo>
                    <a:pt x="295" y="1903"/>
                  </a:lnTo>
                  <a:lnTo>
                    <a:pt x="684" y="1907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8" name="ph7388"/>
            <p:cNvSpPr/>
            <p:nvPr/>
          </p:nvSpPr>
          <p:spPr>
            <a:xfrm>
              <a:off x="10899805" y="2951019"/>
              <a:ext cx="17621" cy="11239"/>
            </a:xfrm>
            <a:custGeom>
              <a:avLst/>
              <a:pathLst>
                <a:path w="17621" h="11239">
                  <a:moveTo>
                    <a:pt x="17621" y="4649"/>
                  </a:moveTo>
                  <a:lnTo>
                    <a:pt x="17058" y="6806"/>
                  </a:lnTo>
                  <a:lnTo>
                    <a:pt x="11397" y="7578"/>
                  </a:lnTo>
                  <a:lnTo>
                    <a:pt x="10252" y="9226"/>
                  </a:lnTo>
                  <a:lnTo>
                    <a:pt x="3631" y="11080"/>
                  </a:lnTo>
                  <a:lnTo>
                    <a:pt x="0" y="11239"/>
                  </a:lnTo>
                  <a:lnTo>
                    <a:pt x="9273" y="5778"/>
                  </a:lnTo>
                  <a:lnTo>
                    <a:pt x="1379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9" name="ph7389"/>
            <p:cNvSpPr/>
            <p:nvPr/>
          </p:nvSpPr>
          <p:spPr>
            <a:xfrm>
              <a:off x="10857922" y="3030255"/>
              <a:ext cx="31188" cy="28664"/>
            </a:xfrm>
            <a:custGeom>
              <a:avLst/>
              <a:pathLst>
                <a:path w="31188" h="28664">
                  <a:moveTo>
                    <a:pt x="17549" y="1625"/>
                  </a:moveTo>
                  <a:lnTo>
                    <a:pt x="22998" y="2003"/>
                  </a:lnTo>
                  <a:lnTo>
                    <a:pt x="26858" y="6929"/>
                  </a:lnTo>
                  <a:lnTo>
                    <a:pt x="31188" y="13457"/>
                  </a:lnTo>
                  <a:lnTo>
                    <a:pt x="30289" y="13647"/>
                  </a:lnTo>
                  <a:lnTo>
                    <a:pt x="27426" y="10963"/>
                  </a:lnTo>
                  <a:lnTo>
                    <a:pt x="23548" y="10737"/>
                  </a:lnTo>
                  <a:lnTo>
                    <a:pt x="19021" y="19093"/>
                  </a:lnTo>
                  <a:lnTo>
                    <a:pt x="18363" y="22475"/>
                  </a:lnTo>
                  <a:lnTo>
                    <a:pt x="17454" y="23646"/>
                  </a:lnTo>
                  <a:lnTo>
                    <a:pt x="15635" y="22528"/>
                  </a:lnTo>
                  <a:lnTo>
                    <a:pt x="11244" y="25807"/>
                  </a:lnTo>
                  <a:lnTo>
                    <a:pt x="5898" y="26179"/>
                  </a:lnTo>
                  <a:lnTo>
                    <a:pt x="624" y="28664"/>
                  </a:lnTo>
                  <a:lnTo>
                    <a:pt x="0" y="27259"/>
                  </a:lnTo>
                  <a:lnTo>
                    <a:pt x="2374" y="23458"/>
                  </a:lnTo>
                  <a:lnTo>
                    <a:pt x="6472" y="21395"/>
                  </a:lnTo>
                  <a:lnTo>
                    <a:pt x="4732" y="16428"/>
                  </a:lnTo>
                  <a:lnTo>
                    <a:pt x="4644" y="14231"/>
                  </a:lnTo>
                  <a:lnTo>
                    <a:pt x="8212" y="13589"/>
                  </a:lnTo>
                  <a:lnTo>
                    <a:pt x="13109" y="15267"/>
                  </a:lnTo>
                  <a:lnTo>
                    <a:pt x="13471" y="7999"/>
                  </a:lnTo>
                  <a:lnTo>
                    <a:pt x="12245" y="6283"/>
                  </a:lnTo>
                  <a:lnTo>
                    <a:pt x="11443" y="6308"/>
                  </a:lnTo>
                  <a:lnTo>
                    <a:pt x="9191" y="5402"/>
                  </a:lnTo>
                  <a:lnTo>
                    <a:pt x="1028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0" name="ph7390"/>
            <p:cNvSpPr/>
            <p:nvPr/>
          </p:nvSpPr>
          <p:spPr>
            <a:xfrm>
              <a:off x="10820367" y="2917825"/>
              <a:ext cx="29079" cy="34521"/>
            </a:xfrm>
            <a:custGeom>
              <a:avLst/>
              <a:pathLst>
                <a:path w="29079" h="34521">
                  <a:moveTo>
                    <a:pt x="20568" y="0"/>
                  </a:moveTo>
                  <a:lnTo>
                    <a:pt x="20800" y="1407"/>
                  </a:lnTo>
                  <a:lnTo>
                    <a:pt x="21657" y="21191"/>
                  </a:lnTo>
                  <a:lnTo>
                    <a:pt x="24346" y="22837"/>
                  </a:lnTo>
                  <a:lnTo>
                    <a:pt x="29079" y="23051"/>
                  </a:lnTo>
                  <a:lnTo>
                    <a:pt x="28455" y="26214"/>
                  </a:lnTo>
                  <a:lnTo>
                    <a:pt x="26531" y="26354"/>
                  </a:lnTo>
                  <a:lnTo>
                    <a:pt x="23564" y="29354"/>
                  </a:lnTo>
                  <a:lnTo>
                    <a:pt x="22813" y="32131"/>
                  </a:lnTo>
                  <a:lnTo>
                    <a:pt x="23456" y="32537"/>
                  </a:lnTo>
                  <a:lnTo>
                    <a:pt x="22114" y="34201"/>
                  </a:lnTo>
                  <a:lnTo>
                    <a:pt x="19428" y="33628"/>
                  </a:lnTo>
                  <a:lnTo>
                    <a:pt x="19824" y="31178"/>
                  </a:lnTo>
                  <a:lnTo>
                    <a:pt x="16199" y="29878"/>
                  </a:lnTo>
                  <a:lnTo>
                    <a:pt x="15276" y="30629"/>
                  </a:lnTo>
                  <a:lnTo>
                    <a:pt x="15241" y="33554"/>
                  </a:lnTo>
                  <a:lnTo>
                    <a:pt x="13104" y="34521"/>
                  </a:lnTo>
                  <a:lnTo>
                    <a:pt x="10117" y="33883"/>
                  </a:lnTo>
                  <a:lnTo>
                    <a:pt x="9296" y="33154"/>
                  </a:lnTo>
                  <a:lnTo>
                    <a:pt x="7943" y="29252"/>
                  </a:lnTo>
                  <a:lnTo>
                    <a:pt x="5849" y="26773"/>
                  </a:lnTo>
                  <a:lnTo>
                    <a:pt x="4388" y="26184"/>
                  </a:lnTo>
                  <a:lnTo>
                    <a:pt x="2143" y="21467"/>
                  </a:lnTo>
                  <a:lnTo>
                    <a:pt x="1506" y="18403"/>
                  </a:lnTo>
                  <a:lnTo>
                    <a:pt x="2025" y="17084"/>
                  </a:lnTo>
                  <a:lnTo>
                    <a:pt x="0" y="13840"/>
                  </a:lnTo>
                  <a:lnTo>
                    <a:pt x="689" y="9277"/>
                  </a:lnTo>
                  <a:lnTo>
                    <a:pt x="3938" y="7584"/>
                  </a:lnTo>
                  <a:lnTo>
                    <a:pt x="3959" y="8998"/>
                  </a:lnTo>
                  <a:lnTo>
                    <a:pt x="8161" y="9013"/>
                  </a:lnTo>
                  <a:lnTo>
                    <a:pt x="12899" y="5847"/>
                  </a:lnTo>
                  <a:lnTo>
                    <a:pt x="16543" y="5875"/>
                  </a:lnTo>
                  <a:lnTo>
                    <a:pt x="16556" y="3691"/>
                  </a:lnTo>
                  <a:lnTo>
                    <a:pt x="17291" y="2803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1" name="ph7391"/>
            <p:cNvSpPr/>
            <p:nvPr/>
          </p:nvSpPr>
          <p:spPr>
            <a:xfrm>
              <a:off x="10971986" y="2957008"/>
              <a:ext cx="14413" cy="8354"/>
            </a:xfrm>
            <a:custGeom>
              <a:avLst/>
              <a:pathLst>
                <a:path w="14413" h="8354">
                  <a:moveTo>
                    <a:pt x="14413" y="2405"/>
                  </a:moveTo>
                  <a:lnTo>
                    <a:pt x="5920" y="4269"/>
                  </a:lnTo>
                  <a:lnTo>
                    <a:pt x="3177" y="8354"/>
                  </a:lnTo>
                  <a:lnTo>
                    <a:pt x="3326" y="6421"/>
                  </a:lnTo>
                  <a:lnTo>
                    <a:pt x="3600" y="3521"/>
                  </a:lnTo>
                  <a:lnTo>
                    <a:pt x="0" y="2000"/>
                  </a:lnTo>
                  <a:lnTo>
                    <a:pt x="20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2" name="ph7392"/>
            <p:cNvSpPr/>
            <p:nvPr/>
          </p:nvSpPr>
          <p:spPr>
            <a:xfrm>
              <a:off x="10956265" y="2948889"/>
              <a:ext cx="11381" cy="15459"/>
            </a:xfrm>
            <a:custGeom>
              <a:avLst/>
              <a:pathLst>
                <a:path w="11381" h="15459">
                  <a:moveTo>
                    <a:pt x="3994" y="1609"/>
                  </a:moveTo>
                  <a:lnTo>
                    <a:pt x="4327" y="7543"/>
                  </a:lnTo>
                  <a:lnTo>
                    <a:pt x="8471" y="8495"/>
                  </a:lnTo>
                  <a:lnTo>
                    <a:pt x="11381" y="14715"/>
                  </a:lnTo>
                  <a:lnTo>
                    <a:pt x="8454" y="15459"/>
                  </a:lnTo>
                  <a:lnTo>
                    <a:pt x="886" y="11664"/>
                  </a:lnTo>
                  <a:lnTo>
                    <a:pt x="1099" y="9107"/>
                  </a:lnTo>
                  <a:lnTo>
                    <a:pt x="1586" y="5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3" name="ph7393"/>
            <p:cNvSpPr/>
            <p:nvPr/>
          </p:nvSpPr>
          <p:spPr>
            <a:xfrm>
              <a:off x="10970730" y="2917958"/>
              <a:ext cx="13440" cy="14571"/>
            </a:xfrm>
            <a:custGeom>
              <a:avLst/>
              <a:pathLst>
                <a:path w="13440" h="14571">
                  <a:moveTo>
                    <a:pt x="5569" y="520"/>
                  </a:moveTo>
                  <a:lnTo>
                    <a:pt x="4497" y="4038"/>
                  </a:lnTo>
                  <a:lnTo>
                    <a:pt x="13440" y="8723"/>
                  </a:lnTo>
                  <a:lnTo>
                    <a:pt x="13283" y="11092"/>
                  </a:lnTo>
                  <a:lnTo>
                    <a:pt x="13330" y="13039"/>
                  </a:lnTo>
                  <a:lnTo>
                    <a:pt x="12157" y="14571"/>
                  </a:lnTo>
                  <a:lnTo>
                    <a:pt x="10370" y="14106"/>
                  </a:lnTo>
                  <a:lnTo>
                    <a:pt x="8292" y="11515"/>
                  </a:lnTo>
                  <a:lnTo>
                    <a:pt x="4581" y="12135"/>
                  </a:lnTo>
                  <a:lnTo>
                    <a:pt x="2887" y="11209"/>
                  </a:lnTo>
                  <a:lnTo>
                    <a:pt x="1983" y="8242"/>
                  </a:lnTo>
                  <a:lnTo>
                    <a:pt x="0" y="7821"/>
                  </a:lnTo>
                  <a:lnTo>
                    <a:pt x="1661" y="3135"/>
                  </a:lnTo>
                  <a:lnTo>
                    <a:pt x="2392" y="3367"/>
                  </a:lnTo>
                  <a:lnTo>
                    <a:pt x="331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4" name="ph7394"/>
            <p:cNvSpPr/>
            <p:nvPr/>
          </p:nvSpPr>
          <p:spPr>
            <a:xfrm>
              <a:off x="10838347" y="3006238"/>
              <a:ext cx="21186" cy="13983"/>
            </a:xfrm>
            <a:custGeom>
              <a:avLst/>
              <a:pathLst>
                <a:path w="21186" h="13983">
                  <a:moveTo>
                    <a:pt x="15500" y="1681"/>
                  </a:moveTo>
                  <a:lnTo>
                    <a:pt x="21186" y="1465"/>
                  </a:lnTo>
                  <a:lnTo>
                    <a:pt x="17686" y="4082"/>
                  </a:lnTo>
                  <a:lnTo>
                    <a:pt x="11625" y="11009"/>
                  </a:lnTo>
                  <a:lnTo>
                    <a:pt x="7304" y="12065"/>
                  </a:lnTo>
                  <a:lnTo>
                    <a:pt x="4706" y="13687"/>
                  </a:lnTo>
                  <a:lnTo>
                    <a:pt x="3073" y="13983"/>
                  </a:lnTo>
                  <a:lnTo>
                    <a:pt x="1152" y="13336"/>
                  </a:lnTo>
                  <a:lnTo>
                    <a:pt x="0" y="11629"/>
                  </a:lnTo>
                  <a:lnTo>
                    <a:pt x="292" y="10627"/>
                  </a:lnTo>
                  <a:lnTo>
                    <a:pt x="2126" y="8953"/>
                  </a:lnTo>
                  <a:lnTo>
                    <a:pt x="3193" y="9521"/>
                  </a:lnTo>
                  <a:lnTo>
                    <a:pt x="4488" y="6749"/>
                  </a:lnTo>
                  <a:lnTo>
                    <a:pt x="1744" y="4564"/>
                  </a:lnTo>
                  <a:lnTo>
                    <a:pt x="1393" y="3730"/>
                  </a:lnTo>
                  <a:lnTo>
                    <a:pt x="2054" y="2495"/>
                  </a:lnTo>
                  <a:lnTo>
                    <a:pt x="1133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5" name="ph7395"/>
            <p:cNvSpPr/>
            <p:nvPr/>
          </p:nvSpPr>
          <p:spPr>
            <a:xfrm>
              <a:off x="10895355" y="2982922"/>
              <a:ext cx="6248" cy="1860"/>
            </a:xfrm>
            <a:custGeom>
              <a:avLst/>
              <a:pathLst>
                <a:path w="6248" h="1860">
                  <a:moveTo>
                    <a:pt x="6248" y="0"/>
                  </a:moveTo>
                  <a:lnTo>
                    <a:pt x="4236" y="1860"/>
                  </a:lnTo>
                  <a:lnTo>
                    <a:pt x="0" y="80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6" name="ph7396"/>
            <p:cNvSpPr/>
            <p:nvPr/>
          </p:nvSpPr>
          <p:spPr>
            <a:xfrm>
              <a:off x="10890949" y="2975231"/>
              <a:ext cx="15108" cy="8493"/>
            </a:xfrm>
            <a:custGeom>
              <a:avLst/>
              <a:pathLst>
                <a:path w="15108" h="8493">
                  <a:moveTo>
                    <a:pt x="9291" y="63"/>
                  </a:moveTo>
                  <a:lnTo>
                    <a:pt x="10632" y="4389"/>
                  </a:lnTo>
                  <a:lnTo>
                    <a:pt x="12074" y="5752"/>
                  </a:lnTo>
                  <a:lnTo>
                    <a:pt x="14359" y="5575"/>
                  </a:lnTo>
                  <a:lnTo>
                    <a:pt x="14975" y="6597"/>
                  </a:lnTo>
                  <a:lnTo>
                    <a:pt x="15108" y="7445"/>
                  </a:lnTo>
                  <a:lnTo>
                    <a:pt x="10654" y="7690"/>
                  </a:lnTo>
                  <a:lnTo>
                    <a:pt x="4405" y="8493"/>
                  </a:lnTo>
                  <a:lnTo>
                    <a:pt x="0" y="7948"/>
                  </a:lnTo>
                  <a:lnTo>
                    <a:pt x="1561" y="6371"/>
                  </a:lnTo>
                  <a:lnTo>
                    <a:pt x="1561" y="1855"/>
                  </a:lnTo>
                  <a:lnTo>
                    <a:pt x="451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7" name="ph7397"/>
            <p:cNvSpPr/>
            <p:nvPr/>
          </p:nvSpPr>
          <p:spPr>
            <a:xfrm>
              <a:off x="10909746" y="3005242"/>
              <a:ext cx="1127" cy="3495"/>
            </a:xfrm>
            <a:custGeom>
              <a:avLst/>
              <a:pathLst>
                <a:path w="1127" h="3495">
                  <a:moveTo>
                    <a:pt x="1098" y="1832"/>
                  </a:moveTo>
                  <a:lnTo>
                    <a:pt x="500" y="3495"/>
                  </a:lnTo>
                  <a:lnTo>
                    <a:pt x="0" y="0"/>
                  </a:lnTo>
                  <a:lnTo>
                    <a:pt x="1127" y="18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8" name="ph7398"/>
            <p:cNvSpPr/>
            <p:nvPr/>
          </p:nvSpPr>
          <p:spPr>
            <a:xfrm>
              <a:off x="10901458" y="2994958"/>
              <a:ext cx="8451" cy="12219"/>
            </a:xfrm>
            <a:custGeom>
              <a:avLst/>
              <a:pathLst>
                <a:path w="8451" h="12219">
                  <a:moveTo>
                    <a:pt x="8436" y="3934"/>
                  </a:moveTo>
                  <a:lnTo>
                    <a:pt x="7229" y="10385"/>
                  </a:lnTo>
                  <a:lnTo>
                    <a:pt x="1473" y="12219"/>
                  </a:lnTo>
                  <a:lnTo>
                    <a:pt x="0" y="11657"/>
                  </a:lnTo>
                  <a:lnTo>
                    <a:pt x="277" y="9988"/>
                  </a:lnTo>
                  <a:lnTo>
                    <a:pt x="1575" y="9909"/>
                  </a:lnTo>
                  <a:lnTo>
                    <a:pt x="2751" y="5874"/>
                  </a:lnTo>
                  <a:lnTo>
                    <a:pt x="2919" y="0"/>
                  </a:lnTo>
                  <a:lnTo>
                    <a:pt x="8451" y="3783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9" name="ph7399"/>
            <p:cNvSpPr/>
            <p:nvPr/>
          </p:nvSpPr>
          <p:spPr>
            <a:xfrm>
              <a:off x="10887107" y="2902461"/>
              <a:ext cx="28130" cy="19507"/>
            </a:xfrm>
            <a:custGeom>
              <a:avLst/>
              <a:pathLst>
                <a:path w="28130" h="19507">
                  <a:moveTo>
                    <a:pt x="5855" y="0"/>
                  </a:moveTo>
                  <a:lnTo>
                    <a:pt x="11966" y="1870"/>
                  </a:lnTo>
                  <a:lnTo>
                    <a:pt x="13636" y="879"/>
                  </a:lnTo>
                  <a:lnTo>
                    <a:pt x="18719" y="622"/>
                  </a:lnTo>
                  <a:lnTo>
                    <a:pt x="23498" y="2260"/>
                  </a:lnTo>
                  <a:lnTo>
                    <a:pt x="24673" y="5103"/>
                  </a:lnTo>
                  <a:lnTo>
                    <a:pt x="26704" y="2401"/>
                  </a:lnTo>
                  <a:lnTo>
                    <a:pt x="27006" y="2920"/>
                  </a:lnTo>
                  <a:lnTo>
                    <a:pt x="28130" y="6450"/>
                  </a:lnTo>
                  <a:lnTo>
                    <a:pt x="23960" y="8608"/>
                  </a:lnTo>
                  <a:lnTo>
                    <a:pt x="22351" y="11900"/>
                  </a:lnTo>
                  <a:lnTo>
                    <a:pt x="20269" y="19454"/>
                  </a:lnTo>
                  <a:lnTo>
                    <a:pt x="18457" y="19199"/>
                  </a:lnTo>
                  <a:lnTo>
                    <a:pt x="17808" y="17490"/>
                  </a:lnTo>
                  <a:lnTo>
                    <a:pt x="15530" y="16816"/>
                  </a:lnTo>
                  <a:lnTo>
                    <a:pt x="10235" y="19507"/>
                  </a:lnTo>
                  <a:lnTo>
                    <a:pt x="6562" y="17886"/>
                  </a:lnTo>
                  <a:lnTo>
                    <a:pt x="8047" y="13749"/>
                  </a:lnTo>
                  <a:lnTo>
                    <a:pt x="3842" y="9558"/>
                  </a:lnTo>
                  <a:lnTo>
                    <a:pt x="0" y="6987"/>
                  </a:lnTo>
                  <a:lnTo>
                    <a:pt x="1609" y="324"/>
                  </a:lnTo>
                  <a:lnTo>
                    <a:pt x="3230" y="758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0" name="ph7400"/>
            <p:cNvSpPr/>
            <p:nvPr/>
          </p:nvSpPr>
          <p:spPr>
            <a:xfrm>
              <a:off x="10841014" y="2883255"/>
              <a:ext cx="41539" cy="26429"/>
            </a:xfrm>
            <a:custGeom>
              <a:avLst/>
              <a:pathLst>
                <a:path w="41539" h="26429">
                  <a:moveTo>
                    <a:pt x="16876" y="0"/>
                  </a:moveTo>
                  <a:lnTo>
                    <a:pt x="22525" y="7627"/>
                  </a:lnTo>
                  <a:lnTo>
                    <a:pt x="28192" y="5560"/>
                  </a:lnTo>
                  <a:lnTo>
                    <a:pt x="27628" y="1932"/>
                  </a:lnTo>
                  <a:lnTo>
                    <a:pt x="28809" y="965"/>
                  </a:lnTo>
                  <a:lnTo>
                    <a:pt x="32421" y="2016"/>
                  </a:lnTo>
                  <a:lnTo>
                    <a:pt x="38583" y="5322"/>
                  </a:lnTo>
                  <a:lnTo>
                    <a:pt x="39803" y="5111"/>
                  </a:lnTo>
                  <a:lnTo>
                    <a:pt x="41539" y="5817"/>
                  </a:lnTo>
                  <a:lnTo>
                    <a:pt x="40102" y="12767"/>
                  </a:lnTo>
                  <a:lnTo>
                    <a:pt x="34946" y="16235"/>
                  </a:lnTo>
                  <a:lnTo>
                    <a:pt x="34221" y="18493"/>
                  </a:lnTo>
                  <a:lnTo>
                    <a:pt x="35217" y="24357"/>
                  </a:lnTo>
                  <a:lnTo>
                    <a:pt x="32669" y="25757"/>
                  </a:lnTo>
                  <a:lnTo>
                    <a:pt x="31598" y="26429"/>
                  </a:lnTo>
                  <a:lnTo>
                    <a:pt x="21873" y="19303"/>
                  </a:lnTo>
                  <a:lnTo>
                    <a:pt x="20896" y="20724"/>
                  </a:lnTo>
                  <a:lnTo>
                    <a:pt x="21621" y="20808"/>
                  </a:lnTo>
                  <a:lnTo>
                    <a:pt x="20473" y="21468"/>
                  </a:lnTo>
                  <a:lnTo>
                    <a:pt x="17190" y="20674"/>
                  </a:lnTo>
                  <a:lnTo>
                    <a:pt x="18258" y="18832"/>
                  </a:lnTo>
                  <a:lnTo>
                    <a:pt x="20258" y="19663"/>
                  </a:lnTo>
                  <a:lnTo>
                    <a:pt x="21145" y="18820"/>
                  </a:lnTo>
                  <a:lnTo>
                    <a:pt x="17560" y="16218"/>
                  </a:lnTo>
                  <a:lnTo>
                    <a:pt x="12426" y="16008"/>
                  </a:lnTo>
                  <a:lnTo>
                    <a:pt x="11636" y="11153"/>
                  </a:lnTo>
                  <a:lnTo>
                    <a:pt x="2261" y="7327"/>
                  </a:lnTo>
                  <a:lnTo>
                    <a:pt x="426" y="5695"/>
                  </a:lnTo>
                  <a:lnTo>
                    <a:pt x="0" y="4384"/>
                  </a:lnTo>
                  <a:lnTo>
                    <a:pt x="3666" y="3521"/>
                  </a:lnTo>
                  <a:lnTo>
                    <a:pt x="7017" y="7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1" name="ph7401"/>
            <p:cNvSpPr/>
            <p:nvPr/>
          </p:nvSpPr>
          <p:spPr>
            <a:xfrm>
              <a:off x="10948215" y="2917529"/>
              <a:ext cx="10735" cy="9439"/>
            </a:xfrm>
            <a:custGeom>
              <a:avLst/>
              <a:pathLst>
                <a:path w="10735" h="9439">
                  <a:moveTo>
                    <a:pt x="10450" y="1269"/>
                  </a:moveTo>
                  <a:lnTo>
                    <a:pt x="10735" y="3912"/>
                  </a:lnTo>
                  <a:lnTo>
                    <a:pt x="9670" y="7632"/>
                  </a:lnTo>
                  <a:lnTo>
                    <a:pt x="6426" y="9439"/>
                  </a:lnTo>
                  <a:lnTo>
                    <a:pt x="6286" y="9388"/>
                  </a:lnTo>
                  <a:lnTo>
                    <a:pt x="2715" y="6211"/>
                  </a:lnTo>
                  <a:lnTo>
                    <a:pt x="815" y="4621"/>
                  </a:lnTo>
                  <a:lnTo>
                    <a:pt x="0" y="1413"/>
                  </a:lnTo>
                  <a:lnTo>
                    <a:pt x="3431" y="0"/>
                  </a:lnTo>
                  <a:lnTo>
                    <a:pt x="3055" y="2003"/>
                  </a:lnTo>
                  <a:lnTo>
                    <a:pt x="5043" y="204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2" name="ph7402"/>
            <p:cNvSpPr/>
            <p:nvPr/>
          </p:nvSpPr>
          <p:spPr>
            <a:xfrm>
              <a:off x="10824138" y="2981224"/>
              <a:ext cx="46380" cy="30745"/>
            </a:xfrm>
            <a:custGeom>
              <a:avLst/>
              <a:pathLst>
                <a:path w="46380" h="30745">
                  <a:moveTo>
                    <a:pt x="38269" y="2058"/>
                  </a:moveTo>
                  <a:lnTo>
                    <a:pt x="40785" y="2916"/>
                  </a:lnTo>
                  <a:lnTo>
                    <a:pt x="45261" y="10806"/>
                  </a:lnTo>
                  <a:lnTo>
                    <a:pt x="45693" y="16738"/>
                  </a:lnTo>
                  <a:lnTo>
                    <a:pt x="44133" y="19784"/>
                  </a:lnTo>
                  <a:lnTo>
                    <a:pt x="46380" y="19755"/>
                  </a:lnTo>
                  <a:lnTo>
                    <a:pt x="43857" y="25079"/>
                  </a:lnTo>
                  <a:lnTo>
                    <a:pt x="44019" y="29197"/>
                  </a:lnTo>
                  <a:lnTo>
                    <a:pt x="40429" y="28090"/>
                  </a:lnTo>
                  <a:lnTo>
                    <a:pt x="40618" y="26704"/>
                  </a:lnTo>
                  <a:lnTo>
                    <a:pt x="39032" y="26382"/>
                  </a:lnTo>
                  <a:lnTo>
                    <a:pt x="38370" y="30745"/>
                  </a:lnTo>
                  <a:lnTo>
                    <a:pt x="31895" y="29096"/>
                  </a:lnTo>
                  <a:lnTo>
                    <a:pt x="35395" y="26478"/>
                  </a:lnTo>
                  <a:lnTo>
                    <a:pt x="29709" y="26694"/>
                  </a:lnTo>
                  <a:lnTo>
                    <a:pt x="25544" y="25013"/>
                  </a:lnTo>
                  <a:lnTo>
                    <a:pt x="16263" y="27508"/>
                  </a:lnTo>
                  <a:lnTo>
                    <a:pt x="13286" y="26503"/>
                  </a:lnTo>
                  <a:lnTo>
                    <a:pt x="12110" y="26813"/>
                  </a:lnTo>
                  <a:lnTo>
                    <a:pt x="6985" y="30714"/>
                  </a:lnTo>
                  <a:lnTo>
                    <a:pt x="1334" y="27564"/>
                  </a:lnTo>
                  <a:lnTo>
                    <a:pt x="0" y="27533"/>
                  </a:lnTo>
                  <a:lnTo>
                    <a:pt x="1287" y="25660"/>
                  </a:lnTo>
                  <a:lnTo>
                    <a:pt x="2715" y="15173"/>
                  </a:lnTo>
                  <a:lnTo>
                    <a:pt x="5615" y="17566"/>
                  </a:lnTo>
                  <a:lnTo>
                    <a:pt x="8459" y="18451"/>
                  </a:lnTo>
                  <a:lnTo>
                    <a:pt x="20274" y="19300"/>
                  </a:lnTo>
                  <a:lnTo>
                    <a:pt x="20461" y="14169"/>
                  </a:lnTo>
                  <a:lnTo>
                    <a:pt x="23996" y="14425"/>
                  </a:lnTo>
                  <a:lnTo>
                    <a:pt x="26318" y="15331"/>
                  </a:lnTo>
                  <a:lnTo>
                    <a:pt x="28078" y="14138"/>
                  </a:lnTo>
                  <a:lnTo>
                    <a:pt x="29815" y="11939"/>
                  </a:lnTo>
                  <a:lnTo>
                    <a:pt x="31551" y="7929"/>
                  </a:lnTo>
                  <a:lnTo>
                    <a:pt x="30239" y="6637"/>
                  </a:lnTo>
                  <a:lnTo>
                    <a:pt x="35002" y="5627"/>
                  </a:lnTo>
                  <a:lnTo>
                    <a:pt x="36565" y="4486"/>
                  </a:lnTo>
                  <a:lnTo>
                    <a:pt x="37155" y="1382"/>
                  </a:lnTo>
                  <a:lnTo>
                    <a:pt x="3812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3" name="ph7403"/>
            <p:cNvSpPr/>
            <p:nvPr/>
          </p:nvSpPr>
          <p:spPr>
            <a:xfrm>
              <a:off x="10944967" y="2921951"/>
              <a:ext cx="5962" cy="4272"/>
            </a:xfrm>
            <a:custGeom>
              <a:avLst/>
              <a:pathLst>
                <a:path w="5962" h="4272">
                  <a:moveTo>
                    <a:pt x="4062" y="200"/>
                  </a:moveTo>
                  <a:lnTo>
                    <a:pt x="5962" y="1789"/>
                  </a:lnTo>
                  <a:lnTo>
                    <a:pt x="2245" y="3924"/>
                  </a:lnTo>
                  <a:lnTo>
                    <a:pt x="830" y="4272"/>
                  </a:lnTo>
                  <a:lnTo>
                    <a:pt x="0" y="3220"/>
                  </a:lnTo>
                  <a:lnTo>
                    <a:pt x="786" y="725"/>
                  </a:lnTo>
                  <a:lnTo>
                    <a:pt x="251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4" name="ph7404"/>
            <p:cNvSpPr/>
            <p:nvPr/>
          </p:nvSpPr>
          <p:spPr>
            <a:xfrm>
              <a:off x="10875709" y="2993261"/>
              <a:ext cx="28668" cy="14916"/>
            </a:xfrm>
            <a:custGeom>
              <a:avLst/>
              <a:pathLst>
                <a:path w="28668" h="14916">
                  <a:moveTo>
                    <a:pt x="19774" y="54"/>
                  </a:moveTo>
                  <a:lnTo>
                    <a:pt x="27856" y="1701"/>
                  </a:lnTo>
                  <a:lnTo>
                    <a:pt x="28668" y="1697"/>
                  </a:lnTo>
                  <a:lnTo>
                    <a:pt x="28499" y="7571"/>
                  </a:lnTo>
                  <a:lnTo>
                    <a:pt x="27324" y="11606"/>
                  </a:lnTo>
                  <a:lnTo>
                    <a:pt x="26025" y="11686"/>
                  </a:lnTo>
                  <a:lnTo>
                    <a:pt x="25748" y="13355"/>
                  </a:lnTo>
                  <a:lnTo>
                    <a:pt x="25479" y="14859"/>
                  </a:lnTo>
                  <a:lnTo>
                    <a:pt x="24956" y="14916"/>
                  </a:lnTo>
                  <a:lnTo>
                    <a:pt x="21320" y="14147"/>
                  </a:lnTo>
                  <a:lnTo>
                    <a:pt x="20542" y="11469"/>
                  </a:lnTo>
                  <a:lnTo>
                    <a:pt x="18051" y="11517"/>
                  </a:lnTo>
                  <a:lnTo>
                    <a:pt x="16613" y="12568"/>
                  </a:lnTo>
                  <a:lnTo>
                    <a:pt x="14661" y="12702"/>
                  </a:lnTo>
                  <a:lnTo>
                    <a:pt x="14530" y="9395"/>
                  </a:lnTo>
                  <a:lnTo>
                    <a:pt x="7697" y="10048"/>
                  </a:lnTo>
                  <a:lnTo>
                    <a:pt x="5845" y="8915"/>
                  </a:lnTo>
                  <a:lnTo>
                    <a:pt x="1423" y="8719"/>
                  </a:lnTo>
                  <a:lnTo>
                    <a:pt x="0" y="7990"/>
                  </a:lnTo>
                  <a:lnTo>
                    <a:pt x="1556" y="7109"/>
                  </a:lnTo>
                  <a:lnTo>
                    <a:pt x="5346" y="8221"/>
                  </a:lnTo>
                  <a:lnTo>
                    <a:pt x="5512" y="2353"/>
                  </a:lnTo>
                  <a:lnTo>
                    <a:pt x="16155" y="1563"/>
                  </a:lnTo>
                  <a:lnTo>
                    <a:pt x="1633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5" name="ph7405"/>
            <p:cNvSpPr/>
            <p:nvPr/>
          </p:nvSpPr>
          <p:spPr>
            <a:xfrm>
              <a:off x="10815456" y="2962407"/>
              <a:ext cx="29185" cy="20161"/>
            </a:xfrm>
            <a:custGeom>
              <a:avLst/>
              <a:pathLst>
                <a:path w="29185" h="20161">
                  <a:moveTo>
                    <a:pt x="8413" y="0"/>
                  </a:moveTo>
                  <a:lnTo>
                    <a:pt x="6781" y="2455"/>
                  </a:lnTo>
                  <a:lnTo>
                    <a:pt x="9794" y="10055"/>
                  </a:lnTo>
                  <a:lnTo>
                    <a:pt x="8938" y="12408"/>
                  </a:lnTo>
                  <a:lnTo>
                    <a:pt x="15189" y="11912"/>
                  </a:lnTo>
                  <a:lnTo>
                    <a:pt x="15313" y="8798"/>
                  </a:lnTo>
                  <a:lnTo>
                    <a:pt x="17769" y="6249"/>
                  </a:lnTo>
                  <a:lnTo>
                    <a:pt x="23038" y="6998"/>
                  </a:lnTo>
                  <a:lnTo>
                    <a:pt x="26021" y="8661"/>
                  </a:lnTo>
                  <a:lnTo>
                    <a:pt x="27550" y="10875"/>
                  </a:lnTo>
                  <a:lnTo>
                    <a:pt x="29185" y="11291"/>
                  </a:lnTo>
                  <a:lnTo>
                    <a:pt x="26581" y="19138"/>
                  </a:lnTo>
                  <a:lnTo>
                    <a:pt x="23026" y="14469"/>
                  </a:lnTo>
                  <a:lnTo>
                    <a:pt x="18126" y="13380"/>
                  </a:lnTo>
                  <a:lnTo>
                    <a:pt x="16093" y="13716"/>
                  </a:lnTo>
                  <a:lnTo>
                    <a:pt x="15877" y="16695"/>
                  </a:lnTo>
                  <a:lnTo>
                    <a:pt x="16639" y="19215"/>
                  </a:lnTo>
                  <a:lnTo>
                    <a:pt x="15919" y="20161"/>
                  </a:lnTo>
                  <a:lnTo>
                    <a:pt x="14363" y="18695"/>
                  </a:lnTo>
                  <a:lnTo>
                    <a:pt x="14290" y="14415"/>
                  </a:lnTo>
                  <a:lnTo>
                    <a:pt x="12331" y="14645"/>
                  </a:lnTo>
                  <a:lnTo>
                    <a:pt x="10591" y="16733"/>
                  </a:lnTo>
                  <a:lnTo>
                    <a:pt x="8822" y="13773"/>
                  </a:lnTo>
                  <a:lnTo>
                    <a:pt x="8020" y="13907"/>
                  </a:lnTo>
                  <a:lnTo>
                    <a:pt x="3753" y="11000"/>
                  </a:lnTo>
                  <a:lnTo>
                    <a:pt x="3035" y="9617"/>
                  </a:lnTo>
                  <a:lnTo>
                    <a:pt x="683" y="9223"/>
                  </a:lnTo>
                  <a:lnTo>
                    <a:pt x="0" y="5003"/>
                  </a:lnTo>
                  <a:lnTo>
                    <a:pt x="2133" y="107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6" name="ph7406"/>
            <p:cNvSpPr/>
            <p:nvPr/>
          </p:nvSpPr>
          <p:spPr>
            <a:xfrm>
              <a:off x="10954641" y="2925162"/>
              <a:ext cx="3244" cy="4628"/>
            </a:xfrm>
            <a:custGeom>
              <a:avLst/>
              <a:pathLst>
                <a:path w="3244" h="4628">
                  <a:moveTo>
                    <a:pt x="3244" y="0"/>
                  </a:moveTo>
                  <a:lnTo>
                    <a:pt x="1371" y="4628"/>
                  </a:lnTo>
                  <a:lnTo>
                    <a:pt x="683" y="3216"/>
                  </a:lnTo>
                  <a:lnTo>
                    <a:pt x="0" y="180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7" name="ph7407"/>
            <p:cNvSpPr/>
            <p:nvPr/>
          </p:nvSpPr>
          <p:spPr>
            <a:xfrm>
              <a:off x="10833472" y="2943666"/>
              <a:ext cx="33806" cy="31457"/>
            </a:xfrm>
            <a:custGeom>
              <a:avLst/>
              <a:pathLst>
                <a:path w="33806" h="31457">
                  <a:moveTo>
                    <a:pt x="23706" y="0"/>
                  </a:moveTo>
                  <a:lnTo>
                    <a:pt x="22772" y="2189"/>
                  </a:lnTo>
                  <a:lnTo>
                    <a:pt x="24887" y="2838"/>
                  </a:lnTo>
                  <a:lnTo>
                    <a:pt x="24097" y="8163"/>
                  </a:lnTo>
                  <a:lnTo>
                    <a:pt x="32870" y="14110"/>
                  </a:lnTo>
                  <a:lnTo>
                    <a:pt x="33806" y="16223"/>
                  </a:lnTo>
                  <a:lnTo>
                    <a:pt x="29462" y="17602"/>
                  </a:lnTo>
                  <a:lnTo>
                    <a:pt x="26317" y="22974"/>
                  </a:lnTo>
                  <a:lnTo>
                    <a:pt x="25790" y="26034"/>
                  </a:lnTo>
                  <a:lnTo>
                    <a:pt x="26888" y="29968"/>
                  </a:lnTo>
                  <a:lnTo>
                    <a:pt x="26570" y="31457"/>
                  </a:lnTo>
                  <a:lnTo>
                    <a:pt x="19339" y="26778"/>
                  </a:lnTo>
                  <a:lnTo>
                    <a:pt x="16945" y="29075"/>
                  </a:lnTo>
                  <a:lnTo>
                    <a:pt x="17501" y="27028"/>
                  </a:lnTo>
                  <a:lnTo>
                    <a:pt x="13127" y="21116"/>
                  </a:lnTo>
                  <a:lnTo>
                    <a:pt x="10011" y="13326"/>
                  </a:lnTo>
                  <a:lnTo>
                    <a:pt x="6961" y="13205"/>
                  </a:lnTo>
                  <a:lnTo>
                    <a:pt x="724" y="11405"/>
                  </a:lnTo>
                  <a:lnTo>
                    <a:pt x="0" y="8681"/>
                  </a:lnTo>
                  <a:lnTo>
                    <a:pt x="2136" y="7714"/>
                  </a:lnTo>
                  <a:lnTo>
                    <a:pt x="2171" y="4789"/>
                  </a:lnTo>
                  <a:lnTo>
                    <a:pt x="3095" y="4037"/>
                  </a:lnTo>
                  <a:lnTo>
                    <a:pt x="6719" y="5338"/>
                  </a:lnTo>
                  <a:lnTo>
                    <a:pt x="6323" y="7787"/>
                  </a:lnTo>
                  <a:lnTo>
                    <a:pt x="9009" y="8361"/>
                  </a:lnTo>
                  <a:lnTo>
                    <a:pt x="10351" y="6697"/>
                  </a:lnTo>
                  <a:lnTo>
                    <a:pt x="9708" y="6291"/>
                  </a:lnTo>
                  <a:lnTo>
                    <a:pt x="10459" y="3514"/>
                  </a:lnTo>
                  <a:lnTo>
                    <a:pt x="13426" y="514"/>
                  </a:lnTo>
                  <a:lnTo>
                    <a:pt x="15350" y="373"/>
                  </a:lnTo>
                  <a:lnTo>
                    <a:pt x="21782" y="173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8" name="ph7408"/>
            <p:cNvSpPr/>
            <p:nvPr/>
          </p:nvSpPr>
          <p:spPr>
            <a:xfrm>
              <a:off x="10977679" y="2932064"/>
              <a:ext cx="25047" cy="19713"/>
            </a:xfrm>
            <a:custGeom>
              <a:avLst/>
              <a:pathLst>
                <a:path w="25047" h="19713">
                  <a:moveTo>
                    <a:pt x="5208" y="465"/>
                  </a:moveTo>
                  <a:lnTo>
                    <a:pt x="6209" y="2000"/>
                  </a:lnTo>
                  <a:lnTo>
                    <a:pt x="19404" y="2520"/>
                  </a:lnTo>
                  <a:lnTo>
                    <a:pt x="21502" y="4034"/>
                  </a:lnTo>
                  <a:lnTo>
                    <a:pt x="18592" y="10139"/>
                  </a:lnTo>
                  <a:lnTo>
                    <a:pt x="19583" y="12057"/>
                  </a:lnTo>
                  <a:lnTo>
                    <a:pt x="21664" y="13593"/>
                  </a:lnTo>
                  <a:lnTo>
                    <a:pt x="25047" y="19713"/>
                  </a:lnTo>
                  <a:lnTo>
                    <a:pt x="23384" y="19637"/>
                  </a:lnTo>
                  <a:lnTo>
                    <a:pt x="16559" y="13599"/>
                  </a:lnTo>
                  <a:lnTo>
                    <a:pt x="11557" y="11809"/>
                  </a:lnTo>
                  <a:lnTo>
                    <a:pt x="8812" y="9895"/>
                  </a:lnTo>
                  <a:lnTo>
                    <a:pt x="4298" y="9346"/>
                  </a:lnTo>
                  <a:lnTo>
                    <a:pt x="2968" y="9817"/>
                  </a:lnTo>
                  <a:lnTo>
                    <a:pt x="1202" y="8384"/>
                  </a:lnTo>
                  <a:lnTo>
                    <a:pt x="0" y="4461"/>
                  </a:lnTo>
                  <a:lnTo>
                    <a:pt x="342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9" name="ph7409"/>
            <p:cNvSpPr/>
            <p:nvPr/>
          </p:nvSpPr>
          <p:spPr>
            <a:xfrm>
              <a:off x="10908687" y="2993933"/>
              <a:ext cx="22290" cy="29754"/>
            </a:xfrm>
            <a:custGeom>
              <a:avLst/>
              <a:pathLst>
                <a:path w="22290" h="29754">
                  <a:moveTo>
                    <a:pt x="22290" y="268"/>
                  </a:moveTo>
                  <a:lnTo>
                    <a:pt x="19759" y="4518"/>
                  </a:lnTo>
                  <a:lnTo>
                    <a:pt x="19818" y="11233"/>
                  </a:lnTo>
                  <a:lnTo>
                    <a:pt x="20642" y="11982"/>
                  </a:lnTo>
                  <a:lnTo>
                    <a:pt x="19775" y="13593"/>
                  </a:lnTo>
                  <a:lnTo>
                    <a:pt x="20795" y="15913"/>
                  </a:lnTo>
                  <a:lnTo>
                    <a:pt x="21134" y="19823"/>
                  </a:lnTo>
                  <a:lnTo>
                    <a:pt x="20429" y="21478"/>
                  </a:lnTo>
                  <a:lnTo>
                    <a:pt x="17439" y="24216"/>
                  </a:lnTo>
                  <a:lnTo>
                    <a:pt x="14910" y="27067"/>
                  </a:lnTo>
                  <a:lnTo>
                    <a:pt x="9715" y="29643"/>
                  </a:lnTo>
                  <a:lnTo>
                    <a:pt x="7630" y="29754"/>
                  </a:lnTo>
                  <a:lnTo>
                    <a:pt x="6524" y="24495"/>
                  </a:lnTo>
                  <a:lnTo>
                    <a:pt x="4752" y="25568"/>
                  </a:lnTo>
                  <a:lnTo>
                    <a:pt x="2284" y="24983"/>
                  </a:lnTo>
                  <a:lnTo>
                    <a:pt x="1897" y="24185"/>
                  </a:lnTo>
                  <a:lnTo>
                    <a:pt x="1887" y="21433"/>
                  </a:lnTo>
                  <a:lnTo>
                    <a:pt x="2783" y="20718"/>
                  </a:lnTo>
                  <a:lnTo>
                    <a:pt x="3763" y="16469"/>
                  </a:lnTo>
                  <a:lnTo>
                    <a:pt x="2157" y="13141"/>
                  </a:lnTo>
                  <a:lnTo>
                    <a:pt x="2187" y="11494"/>
                  </a:lnTo>
                  <a:lnTo>
                    <a:pt x="1059" y="11308"/>
                  </a:lnTo>
                  <a:lnTo>
                    <a:pt x="316" y="11573"/>
                  </a:lnTo>
                  <a:lnTo>
                    <a:pt x="0" y="11411"/>
                  </a:lnTo>
                  <a:lnTo>
                    <a:pt x="1206" y="4959"/>
                  </a:lnTo>
                  <a:lnTo>
                    <a:pt x="4728" y="2427"/>
                  </a:lnTo>
                  <a:lnTo>
                    <a:pt x="5546" y="2990"/>
                  </a:lnTo>
                  <a:lnTo>
                    <a:pt x="17802" y="1398"/>
                  </a:lnTo>
                  <a:lnTo>
                    <a:pt x="2100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0" name="ph7410"/>
            <p:cNvSpPr/>
            <p:nvPr/>
          </p:nvSpPr>
          <p:spPr>
            <a:xfrm>
              <a:off x="10896901" y="2986401"/>
              <a:ext cx="9089" cy="5826"/>
            </a:xfrm>
            <a:custGeom>
              <a:avLst/>
              <a:pathLst>
                <a:path w="9089" h="5826">
                  <a:moveTo>
                    <a:pt x="9089" y="902"/>
                  </a:moveTo>
                  <a:lnTo>
                    <a:pt x="9014" y="2972"/>
                  </a:lnTo>
                  <a:lnTo>
                    <a:pt x="7855" y="3919"/>
                  </a:lnTo>
                  <a:lnTo>
                    <a:pt x="7348" y="5826"/>
                  </a:lnTo>
                  <a:lnTo>
                    <a:pt x="6959" y="5822"/>
                  </a:lnTo>
                  <a:lnTo>
                    <a:pt x="7413" y="4993"/>
                  </a:lnTo>
                  <a:lnTo>
                    <a:pt x="0" y="4290"/>
                  </a:lnTo>
                  <a:lnTo>
                    <a:pt x="282" y="2530"/>
                  </a:lnTo>
                  <a:lnTo>
                    <a:pt x="660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1" name="ph7411"/>
            <p:cNvSpPr/>
            <p:nvPr/>
          </p:nvSpPr>
          <p:spPr>
            <a:xfrm>
              <a:off x="10949945" y="2929790"/>
              <a:ext cx="15904" cy="20708"/>
            </a:xfrm>
            <a:custGeom>
              <a:avLst/>
              <a:pathLst>
                <a:path w="15904" h="20708">
                  <a:moveTo>
                    <a:pt x="8726" y="5298"/>
                  </a:moveTo>
                  <a:lnTo>
                    <a:pt x="10436" y="5117"/>
                  </a:lnTo>
                  <a:lnTo>
                    <a:pt x="12088" y="3747"/>
                  </a:lnTo>
                  <a:lnTo>
                    <a:pt x="11190" y="2175"/>
                  </a:lnTo>
                  <a:lnTo>
                    <a:pt x="12673" y="733"/>
                  </a:lnTo>
                  <a:lnTo>
                    <a:pt x="15904" y="1617"/>
                  </a:lnTo>
                  <a:lnTo>
                    <a:pt x="13626" y="8506"/>
                  </a:lnTo>
                  <a:lnTo>
                    <a:pt x="14988" y="10497"/>
                  </a:lnTo>
                  <a:lnTo>
                    <a:pt x="14009" y="12070"/>
                  </a:lnTo>
                  <a:lnTo>
                    <a:pt x="11872" y="11948"/>
                  </a:lnTo>
                  <a:lnTo>
                    <a:pt x="11910" y="19985"/>
                  </a:lnTo>
                  <a:lnTo>
                    <a:pt x="10315" y="20708"/>
                  </a:lnTo>
                  <a:lnTo>
                    <a:pt x="6320" y="19098"/>
                  </a:lnTo>
                  <a:lnTo>
                    <a:pt x="3299" y="17885"/>
                  </a:lnTo>
                  <a:lnTo>
                    <a:pt x="4399" y="15475"/>
                  </a:lnTo>
                  <a:lnTo>
                    <a:pt x="3447" y="14544"/>
                  </a:lnTo>
                  <a:lnTo>
                    <a:pt x="2234" y="10556"/>
                  </a:lnTo>
                  <a:lnTo>
                    <a:pt x="609" y="10341"/>
                  </a:lnTo>
                  <a:lnTo>
                    <a:pt x="0" y="8289"/>
                  </a:lnTo>
                  <a:lnTo>
                    <a:pt x="3346" y="8382"/>
                  </a:lnTo>
                  <a:lnTo>
                    <a:pt x="4969" y="256"/>
                  </a:lnTo>
                  <a:lnTo>
                    <a:pt x="606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2" name="ph7412"/>
            <p:cNvSpPr/>
            <p:nvPr/>
          </p:nvSpPr>
          <p:spPr>
            <a:xfrm>
              <a:off x="10923347" y="2936381"/>
              <a:ext cx="15991" cy="10974"/>
            </a:xfrm>
            <a:custGeom>
              <a:avLst/>
              <a:pathLst>
                <a:path w="15991" h="10974">
                  <a:moveTo>
                    <a:pt x="15991" y="1314"/>
                  </a:moveTo>
                  <a:lnTo>
                    <a:pt x="15768" y="5493"/>
                  </a:lnTo>
                  <a:lnTo>
                    <a:pt x="12127" y="10575"/>
                  </a:lnTo>
                  <a:lnTo>
                    <a:pt x="10011" y="9183"/>
                  </a:lnTo>
                  <a:lnTo>
                    <a:pt x="7350" y="8557"/>
                  </a:lnTo>
                  <a:lnTo>
                    <a:pt x="5703" y="10516"/>
                  </a:lnTo>
                  <a:lnTo>
                    <a:pt x="3972" y="10974"/>
                  </a:lnTo>
                  <a:lnTo>
                    <a:pt x="3186" y="7202"/>
                  </a:lnTo>
                  <a:lnTo>
                    <a:pt x="0" y="6536"/>
                  </a:lnTo>
                  <a:lnTo>
                    <a:pt x="2162" y="3488"/>
                  </a:lnTo>
                  <a:lnTo>
                    <a:pt x="3728" y="1578"/>
                  </a:lnTo>
                  <a:lnTo>
                    <a:pt x="7147" y="3070"/>
                  </a:lnTo>
                  <a:lnTo>
                    <a:pt x="983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3" name="ph7413"/>
            <p:cNvSpPr/>
            <p:nvPr/>
          </p:nvSpPr>
          <p:spPr>
            <a:xfrm>
              <a:off x="10898611" y="2982676"/>
              <a:ext cx="7445" cy="4631"/>
            </a:xfrm>
            <a:custGeom>
              <a:avLst/>
              <a:pathLst>
                <a:path w="7445" h="4631">
                  <a:moveTo>
                    <a:pt x="4829" y="1675"/>
                  </a:moveTo>
                  <a:lnTo>
                    <a:pt x="3848" y="3564"/>
                  </a:lnTo>
                  <a:lnTo>
                    <a:pt x="302" y="4631"/>
                  </a:lnTo>
                  <a:lnTo>
                    <a:pt x="0" y="2845"/>
                  </a:lnTo>
                  <a:lnTo>
                    <a:pt x="980" y="2106"/>
                  </a:lnTo>
                  <a:lnTo>
                    <a:pt x="2992" y="245"/>
                  </a:lnTo>
                  <a:lnTo>
                    <a:pt x="744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4" name="ph7414"/>
            <p:cNvSpPr/>
            <p:nvPr/>
          </p:nvSpPr>
          <p:spPr>
            <a:xfrm>
              <a:off x="10881222" y="2983180"/>
              <a:ext cx="22280" cy="12435"/>
            </a:xfrm>
            <a:custGeom>
              <a:avLst/>
              <a:pathLst>
                <a:path w="22280" h="12435">
                  <a:moveTo>
                    <a:pt x="14133" y="545"/>
                  </a:moveTo>
                  <a:lnTo>
                    <a:pt x="18369" y="1602"/>
                  </a:lnTo>
                  <a:lnTo>
                    <a:pt x="17389" y="2342"/>
                  </a:lnTo>
                  <a:lnTo>
                    <a:pt x="17691" y="4127"/>
                  </a:lnTo>
                  <a:lnTo>
                    <a:pt x="21237" y="3061"/>
                  </a:lnTo>
                  <a:lnTo>
                    <a:pt x="22218" y="1171"/>
                  </a:lnTo>
                  <a:lnTo>
                    <a:pt x="22280" y="3221"/>
                  </a:lnTo>
                  <a:lnTo>
                    <a:pt x="15962" y="5751"/>
                  </a:lnTo>
                  <a:lnTo>
                    <a:pt x="15679" y="7512"/>
                  </a:lnTo>
                  <a:lnTo>
                    <a:pt x="14262" y="10135"/>
                  </a:lnTo>
                  <a:lnTo>
                    <a:pt x="10820" y="10081"/>
                  </a:lnTo>
                  <a:lnTo>
                    <a:pt x="10643" y="11644"/>
                  </a:lnTo>
                  <a:lnTo>
                    <a:pt x="0" y="12435"/>
                  </a:lnTo>
                  <a:lnTo>
                    <a:pt x="5324" y="5463"/>
                  </a:lnTo>
                  <a:lnTo>
                    <a:pt x="8783" y="3197"/>
                  </a:lnTo>
                  <a:lnTo>
                    <a:pt x="9985" y="735"/>
                  </a:lnTo>
                  <a:lnTo>
                    <a:pt x="972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5" name="ph7415"/>
            <p:cNvSpPr/>
            <p:nvPr/>
          </p:nvSpPr>
          <p:spPr>
            <a:xfrm>
              <a:off x="10984891" y="2985507"/>
              <a:ext cx="21572" cy="15528"/>
            </a:xfrm>
            <a:custGeom>
              <a:avLst/>
              <a:pathLst>
                <a:path w="21572" h="15528">
                  <a:moveTo>
                    <a:pt x="20262" y="2252"/>
                  </a:moveTo>
                  <a:lnTo>
                    <a:pt x="20627" y="3432"/>
                  </a:lnTo>
                  <a:lnTo>
                    <a:pt x="20204" y="6796"/>
                  </a:lnTo>
                  <a:lnTo>
                    <a:pt x="21572" y="7858"/>
                  </a:lnTo>
                  <a:lnTo>
                    <a:pt x="21393" y="11237"/>
                  </a:lnTo>
                  <a:lnTo>
                    <a:pt x="20493" y="12512"/>
                  </a:lnTo>
                  <a:lnTo>
                    <a:pt x="19574" y="11509"/>
                  </a:lnTo>
                  <a:lnTo>
                    <a:pt x="10338" y="11870"/>
                  </a:lnTo>
                  <a:lnTo>
                    <a:pt x="4717" y="13344"/>
                  </a:lnTo>
                  <a:lnTo>
                    <a:pt x="3702" y="15528"/>
                  </a:lnTo>
                  <a:lnTo>
                    <a:pt x="3102" y="14589"/>
                  </a:lnTo>
                  <a:lnTo>
                    <a:pt x="315" y="13216"/>
                  </a:lnTo>
                  <a:lnTo>
                    <a:pt x="586" y="12445"/>
                  </a:lnTo>
                  <a:lnTo>
                    <a:pt x="2039" y="11454"/>
                  </a:lnTo>
                  <a:lnTo>
                    <a:pt x="5225" y="6588"/>
                  </a:lnTo>
                  <a:lnTo>
                    <a:pt x="4989" y="4919"/>
                  </a:lnTo>
                  <a:lnTo>
                    <a:pt x="3210" y="3616"/>
                  </a:lnTo>
                  <a:lnTo>
                    <a:pt x="773" y="3383"/>
                  </a:lnTo>
                  <a:lnTo>
                    <a:pt x="0" y="2039"/>
                  </a:lnTo>
                  <a:lnTo>
                    <a:pt x="3192" y="1113"/>
                  </a:lnTo>
                  <a:lnTo>
                    <a:pt x="3841" y="1801"/>
                  </a:lnTo>
                  <a:lnTo>
                    <a:pt x="8600" y="470"/>
                  </a:lnTo>
                  <a:lnTo>
                    <a:pt x="16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6" name="ph7416"/>
            <p:cNvSpPr/>
            <p:nvPr/>
          </p:nvSpPr>
          <p:spPr>
            <a:xfrm>
              <a:off x="10964737" y="2952790"/>
              <a:ext cx="10849" cy="10813"/>
            </a:xfrm>
            <a:custGeom>
              <a:avLst/>
              <a:pathLst>
                <a:path w="10849" h="10813">
                  <a:moveTo>
                    <a:pt x="7292" y="2481"/>
                  </a:moveTo>
                  <a:lnTo>
                    <a:pt x="7457" y="4217"/>
                  </a:lnTo>
                  <a:lnTo>
                    <a:pt x="7248" y="6217"/>
                  </a:lnTo>
                  <a:lnTo>
                    <a:pt x="10849" y="7738"/>
                  </a:lnTo>
                  <a:lnTo>
                    <a:pt x="10575" y="10638"/>
                  </a:lnTo>
                  <a:lnTo>
                    <a:pt x="4899" y="8742"/>
                  </a:lnTo>
                  <a:lnTo>
                    <a:pt x="2909" y="10813"/>
                  </a:lnTo>
                  <a:lnTo>
                    <a:pt x="0" y="4593"/>
                  </a:lnTo>
                  <a:lnTo>
                    <a:pt x="1306" y="1504"/>
                  </a:lnTo>
                  <a:lnTo>
                    <a:pt x="5576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7" name="ph7417"/>
            <p:cNvSpPr/>
            <p:nvPr/>
          </p:nvSpPr>
          <p:spPr>
            <a:xfrm>
              <a:off x="10912552" y="2983694"/>
              <a:ext cx="20282" cy="10507"/>
            </a:xfrm>
            <a:custGeom>
              <a:avLst/>
              <a:pathLst>
                <a:path w="20282" h="10507">
                  <a:moveTo>
                    <a:pt x="20282" y="9396"/>
                  </a:moveTo>
                  <a:lnTo>
                    <a:pt x="18426" y="10507"/>
                  </a:lnTo>
                  <a:lnTo>
                    <a:pt x="17142" y="10239"/>
                  </a:lnTo>
                  <a:lnTo>
                    <a:pt x="5457" y="7733"/>
                  </a:lnTo>
                  <a:lnTo>
                    <a:pt x="0" y="7462"/>
                  </a:lnTo>
                  <a:lnTo>
                    <a:pt x="578" y="4732"/>
                  </a:lnTo>
                  <a:lnTo>
                    <a:pt x="1806" y="3132"/>
                  </a:lnTo>
                  <a:lnTo>
                    <a:pt x="12766" y="1450"/>
                  </a:lnTo>
                  <a:lnTo>
                    <a:pt x="1692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8" name="ph7418"/>
            <p:cNvSpPr/>
            <p:nvPr/>
          </p:nvSpPr>
          <p:spPr>
            <a:xfrm>
              <a:off x="10915636" y="2914327"/>
              <a:ext cx="25275" cy="15963"/>
            </a:xfrm>
            <a:custGeom>
              <a:avLst/>
              <a:pathLst>
                <a:path w="25275" h="15963">
                  <a:moveTo>
                    <a:pt x="23756" y="4725"/>
                  </a:moveTo>
                  <a:lnTo>
                    <a:pt x="24666" y="5273"/>
                  </a:lnTo>
                  <a:lnTo>
                    <a:pt x="25275" y="9145"/>
                  </a:lnTo>
                  <a:lnTo>
                    <a:pt x="23978" y="10564"/>
                  </a:lnTo>
                  <a:lnTo>
                    <a:pt x="17053" y="12156"/>
                  </a:lnTo>
                  <a:lnTo>
                    <a:pt x="16803" y="15295"/>
                  </a:lnTo>
                  <a:lnTo>
                    <a:pt x="16011" y="15504"/>
                  </a:lnTo>
                  <a:lnTo>
                    <a:pt x="11118" y="15963"/>
                  </a:lnTo>
                  <a:lnTo>
                    <a:pt x="10790" y="14591"/>
                  </a:lnTo>
                  <a:lnTo>
                    <a:pt x="6907" y="10667"/>
                  </a:lnTo>
                  <a:lnTo>
                    <a:pt x="0" y="11372"/>
                  </a:lnTo>
                  <a:lnTo>
                    <a:pt x="760" y="5930"/>
                  </a:lnTo>
                  <a:lnTo>
                    <a:pt x="3440" y="2101"/>
                  </a:lnTo>
                  <a:lnTo>
                    <a:pt x="8431" y="1633"/>
                  </a:lnTo>
                  <a:lnTo>
                    <a:pt x="8306" y="3758"/>
                  </a:lnTo>
                  <a:lnTo>
                    <a:pt x="10685" y="5089"/>
                  </a:lnTo>
                  <a:lnTo>
                    <a:pt x="15948" y="4645"/>
                  </a:lnTo>
                  <a:lnTo>
                    <a:pt x="16154" y="2758"/>
                  </a:lnTo>
                  <a:lnTo>
                    <a:pt x="2139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9" name="ph7419"/>
            <p:cNvSpPr/>
            <p:nvPr/>
          </p:nvSpPr>
          <p:spPr>
            <a:xfrm>
              <a:off x="10517416" y="2871902"/>
              <a:ext cx="19393" cy="14742"/>
            </a:xfrm>
            <a:custGeom>
              <a:avLst/>
              <a:pathLst>
                <a:path w="19393" h="14742">
                  <a:moveTo>
                    <a:pt x="10053" y="1691"/>
                  </a:moveTo>
                  <a:lnTo>
                    <a:pt x="12714" y="6598"/>
                  </a:lnTo>
                  <a:lnTo>
                    <a:pt x="15375" y="7809"/>
                  </a:lnTo>
                  <a:lnTo>
                    <a:pt x="17081" y="5799"/>
                  </a:lnTo>
                  <a:lnTo>
                    <a:pt x="16474" y="4652"/>
                  </a:lnTo>
                  <a:lnTo>
                    <a:pt x="15134" y="4096"/>
                  </a:lnTo>
                  <a:lnTo>
                    <a:pt x="18201" y="3601"/>
                  </a:lnTo>
                  <a:lnTo>
                    <a:pt x="19021" y="4074"/>
                  </a:lnTo>
                  <a:lnTo>
                    <a:pt x="19393" y="9964"/>
                  </a:lnTo>
                  <a:lnTo>
                    <a:pt x="19373" y="10486"/>
                  </a:lnTo>
                  <a:lnTo>
                    <a:pt x="17905" y="10686"/>
                  </a:lnTo>
                  <a:lnTo>
                    <a:pt x="11897" y="9780"/>
                  </a:lnTo>
                  <a:lnTo>
                    <a:pt x="10047" y="14453"/>
                  </a:lnTo>
                  <a:lnTo>
                    <a:pt x="8361" y="14742"/>
                  </a:lnTo>
                  <a:lnTo>
                    <a:pt x="8217" y="12313"/>
                  </a:lnTo>
                  <a:lnTo>
                    <a:pt x="6343" y="11782"/>
                  </a:lnTo>
                  <a:lnTo>
                    <a:pt x="4257" y="12344"/>
                  </a:lnTo>
                  <a:lnTo>
                    <a:pt x="1263" y="11069"/>
                  </a:lnTo>
                  <a:lnTo>
                    <a:pt x="277" y="9803"/>
                  </a:lnTo>
                  <a:lnTo>
                    <a:pt x="1095" y="4774"/>
                  </a:lnTo>
                  <a:lnTo>
                    <a:pt x="3080" y="4936"/>
                  </a:lnTo>
                  <a:lnTo>
                    <a:pt x="3305" y="4142"/>
                  </a:lnTo>
                  <a:lnTo>
                    <a:pt x="1209" y="25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0" name="ph7420"/>
            <p:cNvSpPr/>
            <p:nvPr/>
          </p:nvSpPr>
          <p:spPr>
            <a:xfrm>
              <a:off x="10631147" y="2940826"/>
              <a:ext cx="19460" cy="21194"/>
            </a:xfrm>
            <a:custGeom>
              <a:avLst/>
              <a:pathLst>
                <a:path w="19460" h="21194">
                  <a:moveTo>
                    <a:pt x="19064" y="31"/>
                  </a:moveTo>
                  <a:lnTo>
                    <a:pt x="19460" y="3248"/>
                  </a:lnTo>
                  <a:lnTo>
                    <a:pt x="16651" y="4926"/>
                  </a:lnTo>
                  <a:lnTo>
                    <a:pt x="18694" y="9128"/>
                  </a:lnTo>
                  <a:lnTo>
                    <a:pt x="14712" y="11519"/>
                  </a:lnTo>
                  <a:lnTo>
                    <a:pt x="15518" y="12651"/>
                  </a:lnTo>
                  <a:lnTo>
                    <a:pt x="15994" y="15404"/>
                  </a:lnTo>
                  <a:lnTo>
                    <a:pt x="12448" y="18569"/>
                  </a:lnTo>
                  <a:lnTo>
                    <a:pt x="12074" y="19850"/>
                  </a:lnTo>
                  <a:lnTo>
                    <a:pt x="12831" y="21194"/>
                  </a:lnTo>
                  <a:lnTo>
                    <a:pt x="6760" y="19143"/>
                  </a:lnTo>
                  <a:lnTo>
                    <a:pt x="3821" y="10750"/>
                  </a:lnTo>
                  <a:lnTo>
                    <a:pt x="2193" y="9886"/>
                  </a:lnTo>
                  <a:lnTo>
                    <a:pt x="276" y="10449"/>
                  </a:lnTo>
                  <a:lnTo>
                    <a:pt x="592" y="7258"/>
                  </a:lnTo>
                  <a:lnTo>
                    <a:pt x="0" y="4743"/>
                  </a:lnTo>
                  <a:lnTo>
                    <a:pt x="561" y="3840"/>
                  </a:lnTo>
                  <a:lnTo>
                    <a:pt x="3246" y="5501"/>
                  </a:lnTo>
                  <a:lnTo>
                    <a:pt x="9193" y="4213"/>
                  </a:lnTo>
                  <a:lnTo>
                    <a:pt x="13242" y="2812"/>
                  </a:lnTo>
                  <a:lnTo>
                    <a:pt x="1491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1" name="ph7421"/>
            <p:cNvSpPr/>
            <p:nvPr/>
          </p:nvSpPr>
          <p:spPr>
            <a:xfrm>
              <a:off x="10518753" y="3004381"/>
              <a:ext cx="41820" cy="65167"/>
            </a:xfrm>
            <a:custGeom>
              <a:avLst/>
              <a:pathLst>
                <a:path w="41820" h="65167">
                  <a:moveTo>
                    <a:pt x="30716" y="0"/>
                  </a:moveTo>
                  <a:lnTo>
                    <a:pt x="32126" y="1503"/>
                  </a:lnTo>
                  <a:lnTo>
                    <a:pt x="38469" y="1488"/>
                  </a:lnTo>
                  <a:lnTo>
                    <a:pt x="37223" y="4894"/>
                  </a:lnTo>
                  <a:lnTo>
                    <a:pt x="35925" y="16618"/>
                  </a:lnTo>
                  <a:lnTo>
                    <a:pt x="33372" y="19564"/>
                  </a:lnTo>
                  <a:lnTo>
                    <a:pt x="32443" y="24261"/>
                  </a:lnTo>
                  <a:lnTo>
                    <a:pt x="38643" y="37666"/>
                  </a:lnTo>
                  <a:lnTo>
                    <a:pt x="41820" y="39850"/>
                  </a:lnTo>
                  <a:lnTo>
                    <a:pt x="41685" y="42081"/>
                  </a:lnTo>
                  <a:lnTo>
                    <a:pt x="40834" y="42900"/>
                  </a:lnTo>
                  <a:lnTo>
                    <a:pt x="28747" y="46494"/>
                  </a:lnTo>
                  <a:lnTo>
                    <a:pt x="24529" y="48961"/>
                  </a:lnTo>
                  <a:lnTo>
                    <a:pt x="23473" y="63613"/>
                  </a:lnTo>
                  <a:lnTo>
                    <a:pt x="17403" y="65167"/>
                  </a:lnTo>
                  <a:lnTo>
                    <a:pt x="11083" y="63617"/>
                  </a:lnTo>
                  <a:lnTo>
                    <a:pt x="6449" y="59199"/>
                  </a:lnTo>
                  <a:lnTo>
                    <a:pt x="2721" y="57982"/>
                  </a:lnTo>
                  <a:lnTo>
                    <a:pt x="3843" y="49898"/>
                  </a:lnTo>
                  <a:lnTo>
                    <a:pt x="3700" y="42854"/>
                  </a:lnTo>
                  <a:lnTo>
                    <a:pt x="1297" y="37063"/>
                  </a:lnTo>
                  <a:lnTo>
                    <a:pt x="3829" y="34554"/>
                  </a:lnTo>
                  <a:lnTo>
                    <a:pt x="1838" y="31355"/>
                  </a:lnTo>
                  <a:lnTo>
                    <a:pt x="222" y="25044"/>
                  </a:lnTo>
                  <a:lnTo>
                    <a:pt x="0" y="20995"/>
                  </a:lnTo>
                  <a:lnTo>
                    <a:pt x="6323" y="16388"/>
                  </a:lnTo>
                  <a:lnTo>
                    <a:pt x="8907" y="14032"/>
                  </a:lnTo>
                  <a:lnTo>
                    <a:pt x="11725" y="13550"/>
                  </a:lnTo>
                  <a:lnTo>
                    <a:pt x="12523" y="14883"/>
                  </a:lnTo>
                  <a:lnTo>
                    <a:pt x="18235" y="11127"/>
                  </a:lnTo>
                  <a:lnTo>
                    <a:pt x="21926" y="11047"/>
                  </a:lnTo>
                  <a:lnTo>
                    <a:pt x="26311" y="4338"/>
                  </a:lnTo>
                  <a:lnTo>
                    <a:pt x="26467" y="2266"/>
                  </a:lnTo>
                  <a:lnTo>
                    <a:pt x="27787" y="63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2" name="ph7422"/>
            <p:cNvSpPr/>
            <p:nvPr/>
          </p:nvSpPr>
          <p:spPr>
            <a:xfrm>
              <a:off x="10726087" y="2895573"/>
              <a:ext cx="16657" cy="22467"/>
            </a:xfrm>
            <a:custGeom>
              <a:avLst/>
              <a:pathLst>
                <a:path w="16657" h="22467">
                  <a:moveTo>
                    <a:pt x="10788" y="2210"/>
                  </a:moveTo>
                  <a:lnTo>
                    <a:pt x="13162" y="1850"/>
                  </a:lnTo>
                  <a:lnTo>
                    <a:pt x="14326" y="4947"/>
                  </a:lnTo>
                  <a:lnTo>
                    <a:pt x="15801" y="4840"/>
                  </a:lnTo>
                  <a:lnTo>
                    <a:pt x="16657" y="10016"/>
                  </a:lnTo>
                  <a:lnTo>
                    <a:pt x="14541" y="10728"/>
                  </a:lnTo>
                  <a:lnTo>
                    <a:pt x="13926" y="11909"/>
                  </a:lnTo>
                  <a:lnTo>
                    <a:pt x="10124" y="18275"/>
                  </a:lnTo>
                  <a:lnTo>
                    <a:pt x="11327" y="19381"/>
                  </a:lnTo>
                  <a:lnTo>
                    <a:pt x="11826" y="21224"/>
                  </a:lnTo>
                  <a:lnTo>
                    <a:pt x="11040" y="21935"/>
                  </a:lnTo>
                  <a:lnTo>
                    <a:pt x="10106" y="21236"/>
                  </a:lnTo>
                  <a:lnTo>
                    <a:pt x="6849" y="22467"/>
                  </a:lnTo>
                  <a:lnTo>
                    <a:pt x="3266" y="20816"/>
                  </a:lnTo>
                  <a:lnTo>
                    <a:pt x="3550" y="12025"/>
                  </a:lnTo>
                  <a:lnTo>
                    <a:pt x="704" y="10652"/>
                  </a:lnTo>
                  <a:lnTo>
                    <a:pt x="0" y="10241"/>
                  </a:lnTo>
                  <a:lnTo>
                    <a:pt x="706" y="8406"/>
                  </a:lnTo>
                  <a:lnTo>
                    <a:pt x="3099" y="9198"/>
                  </a:lnTo>
                  <a:lnTo>
                    <a:pt x="7684" y="6638"/>
                  </a:lnTo>
                  <a:lnTo>
                    <a:pt x="7943" y="2307"/>
                  </a:lnTo>
                  <a:lnTo>
                    <a:pt x="902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3" name="ph7423"/>
            <p:cNvSpPr/>
            <p:nvPr/>
          </p:nvSpPr>
          <p:spPr>
            <a:xfrm>
              <a:off x="10644880" y="2863568"/>
              <a:ext cx="21193" cy="24338"/>
            </a:xfrm>
            <a:custGeom>
              <a:avLst/>
              <a:pathLst>
                <a:path w="21193" h="24338">
                  <a:moveTo>
                    <a:pt x="19381" y="601"/>
                  </a:moveTo>
                  <a:lnTo>
                    <a:pt x="18412" y="2029"/>
                  </a:lnTo>
                  <a:lnTo>
                    <a:pt x="20155" y="4503"/>
                  </a:lnTo>
                  <a:lnTo>
                    <a:pt x="21193" y="4717"/>
                  </a:lnTo>
                  <a:lnTo>
                    <a:pt x="20452" y="8744"/>
                  </a:lnTo>
                  <a:lnTo>
                    <a:pt x="19965" y="10792"/>
                  </a:lnTo>
                  <a:lnTo>
                    <a:pt x="15328" y="15808"/>
                  </a:lnTo>
                  <a:lnTo>
                    <a:pt x="12273" y="21562"/>
                  </a:lnTo>
                  <a:lnTo>
                    <a:pt x="11014" y="23918"/>
                  </a:lnTo>
                  <a:lnTo>
                    <a:pt x="5453" y="24338"/>
                  </a:lnTo>
                  <a:lnTo>
                    <a:pt x="2228" y="22712"/>
                  </a:lnTo>
                  <a:lnTo>
                    <a:pt x="4699" y="20229"/>
                  </a:lnTo>
                  <a:lnTo>
                    <a:pt x="2197" y="16229"/>
                  </a:lnTo>
                  <a:lnTo>
                    <a:pt x="889" y="16058"/>
                  </a:lnTo>
                  <a:lnTo>
                    <a:pt x="0" y="14062"/>
                  </a:lnTo>
                  <a:lnTo>
                    <a:pt x="2312" y="10550"/>
                  </a:lnTo>
                  <a:lnTo>
                    <a:pt x="4531" y="9573"/>
                  </a:lnTo>
                  <a:lnTo>
                    <a:pt x="4211" y="5983"/>
                  </a:lnTo>
                  <a:lnTo>
                    <a:pt x="2633" y="3681"/>
                  </a:lnTo>
                  <a:lnTo>
                    <a:pt x="12805" y="5119"/>
                  </a:lnTo>
                  <a:lnTo>
                    <a:pt x="16271" y="3116"/>
                  </a:lnTo>
                  <a:lnTo>
                    <a:pt x="1857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4" name="ph7424"/>
            <p:cNvSpPr/>
            <p:nvPr/>
          </p:nvSpPr>
          <p:spPr>
            <a:xfrm>
              <a:off x="10810250" y="2930772"/>
              <a:ext cx="12261" cy="9555"/>
            </a:xfrm>
            <a:custGeom>
              <a:avLst/>
              <a:pathLst>
                <a:path w="12261" h="9555">
                  <a:moveTo>
                    <a:pt x="10117" y="893"/>
                  </a:moveTo>
                  <a:lnTo>
                    <a:pt x="12142" y="4136"/>
                  </a:lnTo>
                  <a:lnTo>
                    <a:pt x="11624" y="5456"/>
                  </a:lnTo>
                  <a:lnTo>
                    <a:pt x="12261" y="8520"/>
                  </a:lnTo>
                  <a:lnTo>
                    <a:pt x="3982" y="9555"/>
                  </a:lnTo>
                  <a:lnTo>
                    <a:pt x="1088" y="6276"/>
                  </a:lnTo>
                  <a:lnTo>
                    <a:pt x="0" y="3465"/>
                  </a:lnTo>
                  <a:lnTo>
                    <a:pt x="1977" y="1777"/>
                  </a:lnTo>
                  <a:lnTo>
                    <a:pt x="4148" y="54"/>
                  </a:lnTo>
                  <a:lnTo>
                    <a:pt x="848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5" name="ph7425"/>
            <p:cNvSpPr/>
            <p:nvPr/>
          </p:nvSpPr>
          <p:spPr>
            <a:xfrm>
              <a:off x="10551196" y="2985566"/>
              <a:ext cx="51101" cy="60154"/>
            </a:xfrm>
            <a:custGeom>
              <a:avLst/>
              <a:pathLst>
                <a:path w="51101" h="60154">
                  <a:moveTo>
                    <a:pt x="46317" y="388"/>
                  </a:moveTo>
                  <a:lnTo>
                    <a:pt x="49521" y="440"/>
                  </a:lnTo>
                  <a:lnTo>
                    <a:pt x="47841" y="5868"/>
                  </a:lnTo>
                  <a:lnTo>
                    <a:pt x="42156" y="17421"/>
                  </a:lnTo>
                  <a:lnTo>
                    <a:pt x="41932" y="21300"/>
                  </a:lnTo>
                  <a:lnTo>
                    <a:pt x="40545" y="24871"/>
                  </a:lnTo>
                  <a:lnTo>
                    <a:pt x="36256" y="30677"/>
                  </a:lnTo>
                  <a:lnTo>
                    <a:pt x="34249" y="35818"/>
                  </a:lnTo>
                  <a:lnTo>
                    <a:pt x="36041" y="37762"/>
                  </a:lnTo>
                  <a:lnTo>
                    <a:pt x="37907" y="38499"/>
                  </a:lnTo>
                  <a:lnTo>
                    <a:pt x="50163" y="39835"/>
                  </a:lnTo>
                  <a:lnTo>
                    <a:pt x="50867" y="40249"/>
                  </a:lnTo>
                  <a:lnTo>
                    <a:pt x="51101" y="42453"/>
                  </a:lnTo>
                  <a:lnTo>
                    <a:pt x="47607" y="47059"/>
                  </a:lnTo>
                  <a:lnTo>
                    <a:pt x="46589" y="45011"/>
                  </a:lnTo>
                  <a:lnTo>
                    <a:pt x="44240" y="44425"/>
                  </a:lnTo>
                  <a:lnTo>
                    <a:pt x="41808" y="45526"/>
                  </a:lnTo>
                  <a:lnTo>
                    <a:pt x="41107" y="47069"/>
                  </a:lnTo>
                  <a:lnTo>
                    <a:pt x="42202" y="50937"/>
                  </a:lnTo>
                  <a:lnTo>
                    <a:pt x="43083" y="52068"/>
                  </a:lnTo>
                  <a:lnTo>
                    <a:pt x="45438" y="52480"/>
                  </a:lnTo>
                  <a:lnTo>
                    <a:pt x="46009" y="54080"/>
                  </a:lnTo>
                  <a:lnTo>
                    <a:pt x="41245" y="57832"/>
                  </a:lnTo>
                  <a:lnTo>
                    <a:pt x="34652" y="60154"/>
                  </a:lnTo>
                  <a:lnTo>
                    <a:pt x="24933" y="59672"/>
                  </a:lnTo>
                  <a:lnTo>
                    <a:pt x="17499" y="58455"/>
                  </a:lnTo>
                  <a:lnTo>
                    <a:pt x="11552" y="59502"/>
                  </a:lnTo>
                  <a:lnTo>
                    <a:pt x="9377" y="58664"/>
                  </a:lnTo>
                  <a:lnTo>
                    <a:pt x="6200" y="56480"/>
                  </a:lnTo>
                  <a:lnTo>
                    <a:pt x="0" y="43075"/>
                  </a:lnTo>
                  <a:lnTo>
                    <a:pt x="929" y="38378"/>
                  </a:lnTo>
                  <a:lnTo>
                    <a:pt x="3482" y="35432"/>
                  </a:lnTo>
                  <a:lnTo>
                    <a:pt x="4779" y="23708"/>
                  </a:lnTo>
                  <a:lnTo>
                    <a:pt x="6026" y="20302"/>
                  </a:lnTo>
                  <a:lnTo>
                    <a:pt x="9025" y="21924"/>
                  </a:lnTo>
                  <a:lnTo>
                    <a:pt x="9249" y="25613"/>
                  </a:lnTo>
                  <a:lnTo>
                    <a:pt x="14981" y="26155"/>
                  </a:lnTo>
                  <a:lnTo>
                    <a:pt x="16551" y="24435"/>
                  </a:lnTo>
                  <a:lnTo>
                    <a:pt x="16392" y="20737"/>
                  </a:lnTo>
                  <a:lnTo>
                    <a:pt x="13795" y="18972"/>
                  </a:lnTo>
                  <a:lnTo>
                    <a:pt x="15554" y="10094"/>
                  </a:lnTo>
                  <a:lnTo>
                    <a:pt x="18930" y="7681"/>
                  </a:lnTo>
                  <a:lnTo>
                    <a:pt x="20486" y="9852"/>
                  </a:lnTo>
                  <a:lnTo>
                    <a:pt x="21579" y="10224"/>
                  </a:lnTo>
                  <a:lnTo>
                    <a:pt x="24191" y="9228"/>
                  </a:lnTo>
                  <a:lnTo>
                    <a:pt x="25981" y="7059"/>
                  </a:lnTo>
                  <a:lnTo>
                    <a:pt x="26677" y="4635"/>
                  </a:lnTo>
                  <a:lnTo>
                    <a:pt x="28954" y="5463"/>
                  </a:lnTo>
                  <a:lnTo>
                    <a:pt x="31853" y="4298"/>
                  </a:lnTo>
                  <a:lnTo>
                    <a:pt x="35688" y="0"/>
                  </a:lnTo>
                  <a:lnTo>
                    <a:pt x="36945" y="225"/>
                  </a:lnTo>
                  <a:lnTo>
                    <a:pt x="38311" y="1877"/>
                  </a:lnTo>
                  <a:lnTo>
                    <a:pt x="40450" y="241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6" name="ph7426"/>
            <p:cNvSpPr/>
            <p:nvPr/>
          </p:nvSpPr>
          <p:spPr>
            <a:xfrm>
              <a:off x="10798485" y="2926956"/>
              <a:ext cx="13742" cy="8939"/>
            </a:xfrm>
            <a:custGeom>
              <a:avLst/>
              <a:pathLst>
                <a:path w="13742" h="8939">
                  <a:moveTo>
                    <a:pt x="6846" y="0"/>
                  </a:moveTo>
                  <a:lnTo>
                    <a:pt x="9683" y="655"/>
                  </a:lnTo>
                  <a:lnTo>
                    <a:pt x="13742" y="5593"/>
                  </a:lnTo>
                  <a:lnTo>
                    <a:pt x="11765" y="7281"/>
                  </a:lnTo>
                  <a:lnTo>
                    <a:pt x="9561" y="6866"/>
                  </a:lnTo>
                  <a:lnTo>
                    <a:pt x="8096" y="8920"/>
                  </a:lnTo>
                  <a:lnTo>
                    <a:pt x="4667" y="8939"/>
                  </a:lnTo>
                  <a:lnTo>
                    <a:pt x="0" y="711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7" name="ph7427"/>
            <p:cNvSpPr/>
            <p:nvPr/>
          </p:nvSpPr>
          <p:spPr>
            <a:xfrm>
              <a:off x="10431289" y="3048260"/>
              <a:ext cx="108965" cy="72543"/>
            </a:xfrm>
            <a:custGeom>
              <a:avLst/>
              <a:pathLst>
                <a:path w="108965" h="72543">
                  <a:moveTo>
                    <a:pt x="21798" y="5006"/>
                  </a:moveTo>
                  <a:lnTo>
                    <a:pt x="25139" y="7887"/>
                  </a:lnTo>
                  <a:lnTo>
                    <a:pt x="30336" y="9722"/>
                  </a:lnTo>
                  <a:lnTo>
                    <a:pt x="34839" y="7808"/>
                  </a:lnTo>
                  <a:lnTo>
                    <a:pt x="35950" y="8774"/>
                  </a:lnTo>
                  <a:lnTo>
                    <a:pt x="37945" y="11639"/>
                  </a:lnTo>
                  <a:lnTo>
                    <a:pt x="38078" y="14172"/>
                  </a:lnTo>
                  <a:lnTo>
                    <a:pt x="37016" y="16339"/>
                  </a:lnTo>
                  <a:lnTo>
                    <a:pt x="36655" y="19834"/>
                  </a:lnTo>
                  <a:lnTo>
                    <a:pt x="38473" y="21305"/>
                  </a:lnTo>
                  <a:lnTo>
                    <a:pt x="40264" y="22105"/>
                  </a:lnTo>
                  <a:lnTo>
                    <a:pt x="45075" y="20943"/>
                  </a:lnTo>
                  <a:lnTo>
                    <a:pt x="45555" y="19809"/>
                  </a:lnTo>
                  <a:lnTo>
                    <a:pt x="45175" y="18250"/>
                  </a:lnTo>
                  <a:lnTo>
                    <a:pt x="54553" y="18711"/>
                  </a:lnTo>
                  <a:lnTo>
                    <a:pt x="55983" y="19885"/>
                  </a:lnTo>
                  <a:lnTo>
                    <a:pt x="52849" y="23714"/>
                  </a:lnTo>
                  <a:lnTo>
                    <a:pt x="51014" y="30806"/>
                  </a:lnTo>
                  <a:lnTo>
                    <a:pt x="51940" y="32728"/>
                  </a:lnTo>
                  <a:lnTo>
                    <a:pt x="53817" y="32267"/>
                  </a:lnTo>
                  <a:lnTo>
                    <a:pt x="62825" y="32596"/>
                  </a:lnTo>
                  <a:lnTo>
                    <a:pt x="67151" y="34143"/>
                  </a:lnTo>
                  <a:lnTo>
                    <a:pt x="75204" y="43133"/>
                  </a:lnTo>
                  <a:lnTo>
                    <a:pt x="88058" y="41164"/>
                  </a:lnTo>
                  <a:lnTo>
                    <a:pt x="91864" y="45129"/>
                  </a:lnTo>
                  <a:lnTo>
                    <a:pt x="95868" y="42571"/>
                  </a:lnTo>
                  <a:lnTo>
                    <a:pt x="97523" y="45008"/>
                  </a:lnTo>
                  <a:lnTo>
                    <a:pt x="100557" y="46385"/>
                  </a:lnTo>
                  <a:lnTo>
                    <a:pt x="105785" y="45212"/>
                  </a:lnTo>
                  <a:lnTo>
                    <a:pt x="107321" y="45496"/>
                  </a:lnTo>
                  <a:lnTo>
                    <a:pt x="108965" y="50237"/>
                  </a:lnTo>
                  <a:lnTo>
                    <a:pt x="106118" y="53639"/>
                  </a:lnTo>
                  <a:lnTo>
                    <a:pt x="103057" y="55990"/>
                  </a:lnTo>
                  <a:lnTo>
                    <a:pt x="102485" y="57905"/>
                  </a:lnTo>
                  <a:lnTo>
                    <a:pt x="103860" y="64348"/>
                  </a:lnTo>
                  <a:lnTo>
                    <a:pt x="102944" y="65521"/>
                  </a:lnTo>
                  <a:lnTo>
                    <a:pt x="103193" y="72543"/>
                  </a:lnTo>
                  <a:lnTo>
                    <a:pt x="76090" y="60003"/>
                  </a:lnTo>
                  <a:lnTo>
                    <a:pt x="72154" y="59093"/>
                  </a:lnTo>
                  <a:lnTo>
                    <a:pt x="66193" y="59016"/>
                  </a:lnTo>
                  <a:lnTo>
                    <a:pt x="55157" y="54436"/>
                  </a:lnTo>
                  <a:lnTo>
                    <a:pt x="51029" y="54114"/>
                  </a:lnTo>
                  <a:lnTo>
                    <a:pt x="40691" y="49686"/>
                  </a:lnTo>
                  <a:lnTo>
                    <a:pt x="37108" y="49342"/>
                  </a:lnTo>
                  <a:lnTo>
                    <a:pt x="24931" y="43241"/>
                  </a:lnTo>
                  <a:lnTo>
                    <a:pt x="21311" y="40633"/>
                  </a:lnTo>
                  <a:lnTo>
                    <a:pt x="19330" y="36125"/>
                  </a:lnTo>
                  <a:lnTo>
                    <a:pt x="19229" y="33464"/>
                  </a:lnTo>
                  <a:lnTo>
                    <a:pt x="17910" y="30305"/>
                  </a:lnTo>
                  <a:lnTo>
                    <a:pt x="13251" y="21359"/>
                  </a:lnTo>
                  <a:lnTo>
                    <a:pt x="7320" y="15542"/>
                  </a:lnTo>
                  <a:lnTo>
                    <a:pt x="3478" y="12500"/>
                  </a:lnTo>
                  <a:lnTo>
                    <a:pt x="0" y="10810"/>
                  </a:lnTo>
                  <a:lnTo>
                    <a:pt x="1753" y="7089"/>
                  </a:lnTo>
                  <a:lnTo>
                    <a:pt x="5258" y="6521"/>
                  </a:lnTo>
                  <a:lnTo>
                    <a:pt x="11078" y="2073"/>
                  </a:lnTo>
                  <a:lnTo>
                    <a:pt x="13755" y="809"/>
                  </a:lnTo>
                  <a:lnTo>
                    <a:pt x="16584" y="816"/>
                  </a:lnTo>
                  <a:lnTo>
                    <a:pt x="1806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8" name="ph7428"/>
            <p:cNvSpPr/>
            <p:nvPr/>
          </p:nvSpPr>
          <p:spPr>
            <a:xfrm>
              <a:off x="10641013" y="2974939"/>
              <a:ext cx="32085" cy="41439"/>
            </a:xfrm>
            <a:custGeom>
              <a:avLst/>
              <a:pathLst>
                <a:path w="32085" h="41439">
                  <a:moveTo>
                    <a:pt x="25806" y="873"/>
                  </a:moveTo>
                  <a:lnTo>
                    <a:pt x="28482" y="1615"/>
                  </a:lnTo>
                  <a:lnTo>
                    <a:pt x="31322" y="1168"/>
                  </a:lnTo>
                  <a:lnTo>
                    <a:pt x="32085" y="5169"/>
                  </a:lnTo>
                  <a:lnTo>
                    <a:pt x="31416" y="7349"/>
                  </a:lnTo>
                  <a:lnTo>
                    <a:pt x="26488" y="12497"/>
                  </a:lnTo>
                  <a:lnTo>
                    <a:pt x="26071" y="13507"/>
                  </a:lnTo>
                  <a:lnTo>
                    <a:pt x="26600" y="15681"/>
                  </a:lnTo>
                  <a:lnTo>
                    <a:pt x="25896" y="18070"/>
                  </a:lnTo>
                  <a:lnTo>
                    <a:pt x="26746" y="22615"/>
                  </a:lnTo>
                  <a:lnTo>
                    <a:pt x="24954" y="25006"/>
                  </a:lnTo>
                  <a:lnTo>
                    <a:pt x="25992" y="28713"/>
                  </a:lnTo>
                  <a:lnTo>
                    <a:pt x="27742" y="31353"/>
                  </a:lnTo>
                  <a:lnTo>
                    <a:pt x="27579" y="32467"/>
                  </a:lnTo>
                  <a:lnTo>
                    <a:pt x="25366" y="33880"/>
                  </a:lnTo>
                  <a:lnTo>
                    <a:pt x="24743" y="35370"/>
                  </a:lnTo>
                  <a:lnTo>
                    <a:pt x="23934" y="37560"/>
                  </a:lnTo>
                  <a:lnTo>
                    <a:pt x="24543" y="39695"/>
                  </a:lnTo>
                  <a:lnTo>
                    <a:pt x="17923" y="41439"/>
                  </a:lnTo>
                  <a:lnTo>
                    <a:pt x="4720" y="31538"/>
                  </a:lnTo>
                  <a:lnTo>
                    <a:pt x="5859" y="30207"/>
                  </a:lnTo>
                  <a:lnTo>
                    <a:pt x="8361" y="29521"/>
                  </a:lnTo>
                  <a:lnTo>
                    <a:pt x="9150" y="28544"/>
                  </a:lnTo>
                  <a:lnTo>
                    <a:pt x="5967" y="17554"/>
                  </a:lnTo>
                  <a:lnTo>
                    <a:pt x="6891" y="13908"/>
                  </a:lnTo>
                  <a:lnTo>
                    <a:pt x="6247" y="11369"/>
                  </a:lnTo>
                  <a:lnTo>
                    <a:pt x="3783" y="9354"/>
                  </a:lnTo>
                  <a:lnTo>
                    <a:pt x="1208" y="8547"/>
                  </a:lnTo>
                  <a:lnTo>
                    <a:pt x="865" y="7632"/>
                  </a:lnTo>
                  <a:lnTo>
                    <a:pt x="2834" y="5531"/>
                  </a:lnTo>
                  <a:lnTo>
                    <a:pt x="5741" y="4581"/>
                  </a:lnTo>
                  <a:lnTo>
                    <a:pt x="5848" y="3674"/>
                  </a:lnTo>
                  <a:lnTo>
                    <a:pt x="2861" y="2547"/>
                  </a:lnTo>
                  <a:lnTo>
                    <a:pt x="0" y="3090"/>
                  </a:lnTo>
                  <a:lnTo>
                    <a:pt x="4260" y="0"/>
                  </a:lnTo>
                  <a:lnTo>
                    <a:pt x="11229" y="2671"/>
                  </a:lnTo>
                  <a:lnTo>
                    <a:pt x="17014" y="98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9" name="ph7429"/>
            <p:cNvSpPr/>
            <p:nvPr/>
          </p:nvSpPr>
          <p:spPr>
            <a:xfrm>
              <a:off x="10521801" y="3029991"/>
              <a:ext cx="83895" cy="62522"/>
            </a:xfrm>
            <a:custGeom>
              <a:avLst/>
              <a:pathLst>
                <a:path w="83895" h="62522">
                  <a:moveTo>
                    <a:pt x="75985" y="586"/>
                  </a:moveTo>
                  <a:lnTo>
                    <a:pt x="77002" y="2634"/>
                  </a:lnTo>
                  <a:lnTo>
                    <a:pt x="78167" y="4268"/>
                  </a:lnTo>
                  <a:lnTo>
                    <a:pt x="78721" y="7420"/>
                  </a:lnTo>
                  <a:lnTo>
                    <a:pt x="77351" y="9485"/>
                  </a:lnTo>
                  <a:lnTo>
                    <a:pt x="77853" y="11420"/>
                  </a:lnTo>
                  <a:lnTo>
                    <a:pt x="79510" y="15643"/>
                  </a:lnTo>
                  <a:lnTo>
                    <a:pt x="81121" y="16509"/>
                  </a:lnTo>
                  <a:lnTo>
                    <a:pt x="82217" y="20003"/>
                  </a:lnTo>
                  <a:lnTo>
                    <a:pt x="82045" y="21022"/>
                  </a:lnTo>
                  <a:lnTo>
                    <a:pt x="83895" y="25523"/>
                  </a:lnTo>
                  <a:lnTo>
                    <a:pt x="77306" y="27700"/>
                  </a:lnTo>
                  <a:lnTo>
                    <a:pt x="72670" y="30142"/>
                  </a:lnTo>
                  <a:lnTo>
                    <a:pt x="70873" y="32343"/>
                  </a:lnTo>
                  <a:lnTo>
                    <a:pt x="70262" y="34652"/>
                  </a:lnTo>
                  <a:lnTo>
                    <a:pt x="72174" y="37466"/>
                  </a:lnTo>
                  <a:lnTo>
                    <a:pt x="70842" y="41927"/>
                  </a:lnTo>
                  <a:lnTo>
                    <a:pt x="69490" y="43231"/>
                  </a:lnTo>
                  <a:lnTo>
                    <a:pt x="67339" y="41930"/>
                  </a:lnTo>
                  <a:lnTo>
                    <a:pt x="65698" y="42231"/>
                  </a:lnTo>
                  <a:lnTo>
                    <a:pt x="63553" y="44120"/>
                  </a:lnTo>
                  <a:lnTo>
                    <a:pt x="63936" y="50047"/>
                  </a:lnTo>
                  <a:lnTo>
                    <a:pt x="59998" y="52685"/>
                  </a:lnTo>
                  <a:lnTo>
                    <a:pt x="56843" y="53207"/>
                  </a:lnTo>
                  <a:lnTo>
                    <a:pt x="50938" y="52640"/>
                  </a:lnTo>
                  <a:lnTo>
                    <a:pt x="48653" y="53993"/>
                  </a:lnTo>
                  <a:lnTo>
                    <a:pt x="45790" y="58926"/>
                  </a:lnTo>
                  <a:lnTo>
                    <a:pt x="46280" y="61149"/>
                  </a:lnTo>
                  <a:lnTo>
                    <a:pt x="44842" y="62522"/>
                  </a:lnTo>
                  <a:lnTo>
                    <a:pt x="32804" y="58789"/>
                  </a:lnTo>
                  <a:lnTo>
                    <a:pt x="26643" y="60759"/>
                  </a:lnTo>
                  <a:lnTo>
                    <a:pt x="22226" y="56323"/>
                  </a:lnTo>
                  <a:lnTo>
                    <a:pt x="18013" y="54196"/>
                  </a:lnTo>
                  <a:lnTo>
                    <a:pt x="14097" y="54709"/>
                  </a:lnTo>
                  <a:lnTo>
                    <a:pt x="9232" y="53249"/>
                  </a:lnTo>
                  <a:lnTo>
                    <a:pt x="8980" y="52293"/>
                  </a:lnTo>
                  <a:lnTo>
                    <a:pt x="0" y="42967"/>
                  </a:lnTo>
                  <a:lnTo>
                    <a:pt x="8035" y="38007"/>
                  </a:lnTo>
                  <a:lnTo>
                    <a:pt x="14355" y="39557"/>
                  </a:lnTo>
                  <a:lnTo>
                    <a:pt x="20425" y="38003"/>
                  </a:lnTo>
                  <a:lnTo>
                    <a:pt x="21481" y="23350"/>
                  </a:lnTo>
                  <a:lnTo>
                    <a:pt x="25699" y="20883"/>
                  </a:lnTo>
                  <a:lnTo>
                    <a:pt x="37786" y="17289"/>
                  </a:lnTo>
                  <a:lnTo>
                    <a:pt x="38637" y="16470"/>
                  </a:lnTo>
                  <a:lnTo>
                    <a:pt x="38772" y="14239"/>
                  </a:lnTo>
                  <a:lnTo>
                    <a:pt x="40947" y="15076"/>
                  </a:lnTo>
                  <a:lnTo>
                    <a:pt x="46894" y="14030"/>
                  </a:lnTo>
                  <a:lnTo>
                    <a:pt x="54328" y="15247"/>
                  </a:lnTo>
                  <a:lnTo>
                    <a:pt x="64047" y="15729"/>
                  </a:lnTo>
                  <a:lnTo>
                    <a:pt x="70640" y="13406"/>
                  </a:lnTo>
                  <a:lnTo>
                    <a:pt x="75404" y="9654"/>
                  </a:lnTo>
                  <a:lnTo>
                    <a:pt x="74833" y="8055"/>
                  </a:lnTo>
                  <a:lnTo>
                    <a:pt x="72478" y="7643"/>
                  </a:lnTo>
                  <a:lnTo>
                    <a:pt x="71597" y="6512"/>
                  </a:lnTo>
                  <a:lnTo>
                    <a:pt x="70502" y="2643"/>
                  </a:lnTo>
                  <a:lnTo>
                    <a:pt x="71203" y="1101"/>
                  </a:lnTo>
                  <a:lnTo>
                    <a:pt x="7363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0" name="ph7430"/>
            <p:cNvSpPr/>
            <p:nvPr/>
          </p:nvSpPr>
          <p:spPr>
            <a:xfrm>
              <a:off x="10664948" y="2989492"/>
              <a:ext cx="50752" cy="57893"/>
            </a:xfrm>
            <a:custGeom>
              <a:avLst/>
              <a:pathLst>
                <a:path w="50752" h="57893">
                  <a:moveTo>
                    <a:pt x="6561" y="0"/>
                  </a:moveTo>
                  <a:lnTo>
                    <a:pt x="7883" y="476"/>
                  </a:lnTo>
                  <a:lnTo>
                    <a:pt x="8333" y="1962"/>
                  </a:lnTo>
                  <a:lnTo>
                    <a:pt x="14069" y="5839"/>
                  </a:lnTo>
                  <a:lnTo>
                    <a:pt x="14443" y="10001"/>
                  </a:lnTo>
                  <a:lnTo>
                    <a:pt x="16608" y="12010"/>
                  </a:lnTo>
                  <a:lnTo>
                    <a:pt x="18464" y="8934"/>
                  </a:lnTo>
                  <a:lnTo>
                    <a:pt x="22334" y="7104"/>
                  </a:lnTo>
                  <a:lnTo>
                    <a:pt x="31714" y="5973"/>
                  </a:lnTo>
                  <a:lnTo>
                    <a:pt x="31971" y="7076"/>
                  </a:lnTo>
                  <a:lnTo>
                    <a:pt x="33971" y="8064"/>
                  </a:lnTo>
                  <a:lnTo>
                    <a:pt x="35379" y="7225"/>
                  </a:lnTo>
                  <a:lnTo>
                    <a:pt x="36606" y="14456"/>
                  </a:lnTo>
                  <a:lnTo>
                    <a:pt x="37660" y="15722"/>
                  </a:lnTo>
                  <a:lnTo>
                    <a:pt x="41172" y="25256"/>
                  </a:lnTo>
                  <a:lnTo>
                    <a:pt x="50752" y="30127"/>
                  </a:lnTo>
                  <a:lnTo>
                    <a:pt x="50570" y="32890"/>
                  </a:lnTo>
                  <a:lnTo>
                    <a:pt x="48634" y="35962"/>
                  </a:lnTo>
                  <a:lnTo>
                    <a:pt x="47908" y="38946"/>
                  </a:lnTo>
                  <a:lnTo>
                    <a:pt x="48907" y="44140"/>
                  </a:lnTo>
                  <a:lnTo>
                    <a:pt x="45872" y="46939"/>
                  </a:lnTo>
                  <a:lnTo>
                    <a:pt x="46340" y="48647"/>
                  </a:lnTo>
                  <a:lnTo>
                    <a:pt x="44761" y="52564"/>
                  </a:lnTo>
                  <a:lnTo>
                    <a:pt x="37554" y="57332"/>
                  </a:lnTo>
                  <a:lnTo>
                    <a:pt x="33969" y="57893"/>
                  </a:lnTo>
                  <a:lnTo>
                    <a:pt x="28322" y="56512"/>
                  </a:lnTo>
                  <a:lnTo>
                    <a:pt x="26023" y="57512"/>
                  </a:lnTo>
                  <a:lnTo>
                    <a:pt x="24514" y="56974"/>
                  </a:lnTo>
                  <a:lnTo>
                    <a:pt x="15465" y="49778"/>
                  </a:lnTo>
                  <a:lnTo>
                    <a:pt x="13957" y="41445"/>
                  </a:lnTo>
                  <a:lnTo>
                    <a:pt x="5780" y="32583"/>
                  </a:lnTo>
                  <a:lnTo>
                    <a:pt x="6630" y="28791"/>
                  </a:lnTo>
                  <a:lnTo>
                    <a:pt x="3630" y="27663"/>
                  </a:lnTo>
                  <a:lnTo>
                    <a:pt x="608" y="25142"/>
                  </a:lnTo>
                  <a:lnTo>
                    <a:pt x="0" y="23007"/>
                  </a:lnTo>
                  <a:lnTo>
                    <a:pt x="808" y="20816"/>
                  </a:lnTo>
                  <a:lnTo>
                    <a:pt x="1431" y="19326"/>
                  </a:lnTo>
                  <a:lnTo>
                    <a:pt x="3644" y="17914"/>
                  </a:lnTo>
                  <a:lnTo>
                    <a:pt x="3807" y="16799"/>
                  </a:lnTo>
                  <a:lnTo>
                    <a:pt x="2057" y="14160"/>
                  </a:lnTo>
                  <a:lnTo>
                    <a:pt x="1019" y="10452"/>
                  </a:lnTo>
                  <a:lnTo>
                    <a:pt x="2811" y="8062"/>
                  </a:lnTo>
                  <a:lnTo>
                    <a:pt x="1962" y="3516"/>
                  </a:lnTo>
                  <a:lnTo>
                    <a:pt x="2665" y="112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1" name="ph7431"/>
            <p:cNvSpPr/>
            <p:nvPr/>
          </p:nvSpPr>
          <p:spPr>
            <a:xfrm>
              <a:off x="10588425" y="2850301"/>
              <a:ext cx="23164" cy="14636"/>
            </a:xfrm>
            <a:custGeom>
              <a:avLst/>
              <a:pathLst>
                <a:path w="23164" h="14636">
                  <a:moveTo>
                    <a:pt x="16015" y="0"/>
                  </a:moveTo>
                  <a:lnTo>
                    <a:pt x="18885" y="3420"/>
                  </a:lnTo>
                  <a:lnTo>
                    <a:pt x="23164" y="6104"/>
                  </a:lnTo>
                  <a:lnTo>
                    <a:pt x="20212" y="9966"/>
                  </a:lnTo>
                  <a:lnTo>
                    <a:pt x="16559" y="13160"/>
                  </a:lnTo>
                  <a:lnTo>
                    <a:pt x="9598" y="14636"/>
                  </a:lnTo>
                  <a:lnTo>
                    <a:pt x="7793" y="9842"/>
                  </a:lnTo>
                  <a:lnTo>
                    <a:pt x="5526" y="8772"/>
                  </a:lnTo>
                  <a:lnTo>
                    <a:pt x="1194" y="8970"/>
                  </a:lnTo>
                  <a:lnTo>
                    <a:pt x="0" y="4036"/>
                  </a:lnTo>
                  <a:lnTo>
                    <a:pt x="2790" y="139"/>
                  </a:lnTo>
                  <a:lnTo>
                    <a:pt x="6934" y="2296"/>
                  </a:lnTo>
                  <a:lnTo>
                    <a:pt x="10204" y="1630"/>
                  </a:lnTo>
                  <a:lnTo>
                    <a:pt x="11607" y="48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2" name="ph7432"/>
            <p:cNvSpPr/>
            <p:nvPr/>
          </p:nvSpPr>
          <p:spPr>
            <a:xfrm>
              <a:off x="10624612" y="2896467"/>
              <a:ext cx="33568" cy="32783"/>
            </a:xfrm>
            <a:custGeom>
              <a:avLst/>
              <a:pathLst>
                <a:path w="33568" h="32783">
                  <a:moveTo>
                    <a:pt x="7669" y="0"/>
                  </a:moveTo>
                  <a:lnTo>
                    <a:pt x="10497" y="229"/>
                  </a:lnTo>
                  <a:lnTo>
                    <a:pt x="13484" y="2154"/>
                  </a:lnTo>
                  <a:lnTo>
                    <a:pt x="13902" y="5235"/>
                  </a:lnTo>
                  <a:lnTo>
                    <a:pt x="18549" y="9363"/>
                  </a:lnTo>
                  <a:lnTo>
                    <a:pt x="24845" y="8390"/>
                  </a:lnTo>
                  <a:lnTo>
                    <a:pt x="33568" y="8832"/>
                  </a:lnTo>
                  <a:lnTo>
                    <a:pt x="30724" y="25638"/>
                  </a:lnTo>
                  <a:lnTo>
                    <a:pt x="28939" y="32385"/>
                  </a:lnTo>
                  <a:lnTo>
                    <a:pt x="22443" y="32783"/>
                  </a:lnTo>
                  <a:lnTo>
                    <a:pt x="23403" y="26949"/>
                  </a:lnTo>
                  <a:lnTo>
                    <a:pt x="18602" y="25853"/>
                  </a:lnTo>
                  <a:lnTo>
                    <a:pt x="13581" y="25921"/>
                  </a:lnTo>
                  <a:lnTo>
                    <a:pt x="10410" y="22696"/>
                  </a:lnTo>
                  <a:lnTo>
                    <a:pt x="7659" y="21029"/>
                  </a:lnTo>
                  <a:lnTo>
                    <a:pt x="5086" y="20844"/>
                  </a:lnTo>
                  <a:lnTo>
                    <a:pt x="2714" y="19593"/>
                  </a:lnTo>
                  <a:lnTo>
                    <a:pt x="0" y="15950"/>
                  </a:lnTo>
                  <a:lnTo>
                    <a:pt x="705" y="14643"/>
                  </a:lnTo>
                  <a:lnTo>
                    <a:pt x="3733" y="15238"/>
                  </a:lnTo>
                  <a:lnTo>
                    <a:pt x="10316" y="12716"/>
                  </a:lnTo>
                  <a:lnTo>
                    <a:pt x="10439" y="8116"/>
                  </a:lnTo>
                  <a:lnTo>
                    <a:pt x="8264" y="1733"/>
                  </a:lnTo>
                  <a:lnTo>
                    <a:pt x="7102" y="27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3" name="ph7433"/>
            <p:cNvSpPr/>
            <p:nvPr/>
          </p:nvSpPr>
          <p:spPr>
            <a:xfrm>
              <a:off x="10597120" y="2899406"/>
              <a:ext cx="316" cy="539"/>
            </a:xfrm>
            <a:custGeom>
              <a:avLst/>
              <a:pathLst>
                <a:path w="316" h="539">
                  <a:moveTo>
                    <a:pt x="316" y="385"/>
                  </a:moveTo>
                  <a:lnTo>
                    <a:pt x="0" y="539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4" name="ph7434"/>
            <p:cNvSpPr/>
            <p:nvPr/>
          </p:nvSpPr>
          <p:spPr>
            <a:xfrm>
              <a:off x="10578859" y="2879524"/>
              <a:ext cx="32025" cy="18930"/>
            </a:xfrm>
            <a:custGeom>
              <a:avLst/>
              <a:pathLst>
                <a:path w="32025" h="18930">
                  <a:moveTo>
                    <a:pt x="13206" y="2341"/>
                  </a:moveTo>
                  <a:lnTo>
                    <a:pt x="21508" y="2292"/>
                  </a:lnTo>
                  <a:lnTo>
                    <a:pt x="29558" y="3892"/>
                  </a:lnTo>
                  <a:lnTo>
                    <a:pt x="30324" y="5170"/>
                  </a:lnTo>
                  <a:lnTo>
                    <a:pt x="28549" y="9010"/>
                  </a:lnTo>
                  <a:lnTo>
                    <a:pt x="28840" y="10660"/>
                  </a:lnTo>
                  <a:lnTo>
                    <a:pt x="31391" y="10566"/>
                  </a:lnTo>
                  <a:lnTo>
                    <a:pt x="32025" y="11404"/>
                  </a:lnTo>
                  <a:lnTo>
                    <a:pt x="31090" y="14953"/>
                  </a:lnTo>
                  <a:lnTo>
                    <a:pt x="30158" y="15183"/>
                  </a:lnTo>
                  <a:lnTo>
                    <a:pt x="26048" y="14354"/>
                  </a:lnTo>
                  <a:lnTo>
                    <a:pt x="22356" y="15253"/>
                  </a:lnTo>
                  <a:lnTo>
                    <a:pt x="20234" y="18162"/>
                  </a:lnTo>
                  <a:lnTo>
                    <a:pt x="15591" y="18930"/>
                  </a:lnTo>
                  <a:lnTo>
                    <a:pt x="11016" y="14047"/>
                  </a:lnTo>
                  <a:lnTo>
                    <a:pt x="8888" y="13026"/>
                  </a:lnTo>
                  <a:lnTo>
                    <a:pt x="4190" y="15510"/>
                  </a:lnTo>
                  <a:lnTo>
                    <a:pt x="1869" y="14027"/>
                  </a:lnTo>
                  <a:lnTo>
                    <a:pt x="3457" y="12343"/>
                  </a:lnTo>
                  <a:lnTo>
                    <a:pt x="3149" y="11701"/>
                  </a:lnTo>
                  <a:lnTo>
                    <a:pt x="861" y="11320"/>
                  </a:lnTo>
                  <a:lnTo>
                    <a:pt x="0" y="7807"/>
                  </a:lnTo>
                  <a:lnTo>
                    <a:pt x="3109" y="7274"/>
                  </a:lnTo>
                  <a:lnTo>
                    <a:pt x="3924" y="4229"/>
                  </a:lnTo>
                  <a:lnTo>
                    <a:pt x="5403" y="373"/>
                  </a:lnTo>
                  <a:lnTo>
                    <a:pt x="7338" y="949"/>
                  </a:lnTo>
                  <a:lnTo>
                    <a:pt x="10080" y="0"/>
                  </a:lnTo>
                  <a:lnTo>
                    <a:pt x="11888" y="59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5" name="ph7435"/>
            <p:cNvSpPr/>
            <p:nvPr/>
          </p:nvSpPr>
          <p:spPr>
            <a:xfrm>
              <a:off x="10615066" y="2863069"/>
              <a:ext cx="14529" cy="16564"/>
            </a:xfrm>
            <a:custGeom>
              <a:avLst/>
              <a:pathLst>
                <a:path w="14529" h="16564">
                  <a:moveTo>
                    <a:pt x="12199" y="1919"/>
                  </a:moveTo>
                  <a:lnTo>
                    <a:pt x="13068" y="3577"/>
                  </a:lnTo>
                  <a:lnTo>
                    <a:pt x="13321" y="6332"/>
                  </a:lnTo>
                  <a:lnTo>
                    <a:pt x="14529" y="7860"/>
                  </a:lnTo>
                  <a:lnTo>
                    <a:pt x="12920" y="7730"/>
                  </a:lnTo>
                  <a:lnTo>
                    <a:pt x="12537" y="10815"/>
                  </a:lnTo>
                  <a:lnTo>
                    <a:pt x="14334" y="14398"/>
                  </a:lnTo>
                  <a:lnTo>
                    <a:pt x="12466" y="16564"/>
                  </a:lnTo>
                  <a:lnTo>
                    <a:pt x="8351" y="14723"/>
                  </a:lnTo>
                  <a:lnTo>
                    <a:pt x="3180" y="10216"/>
                  </a:lnTo>
                  <a:lnTo>
                    <a:pt x="1794" y="5292"/>
                  </a:lnTo>
                  <a:lnTo>
                    <a:pt x="0" y="3560"/>
                  </a:lnTo>
                  <a:lnTo>
                    <a:pt x="899" y="2324"/>
                  </a:lnTo>
                  <a:lnTo>
                    <a:pt x="6147" y="1810"/>
                  </a:lnTo>
                  <a:lnTo>
                    <a:pt x="839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6" name="ph7436"/>
            <p:cNvSpPr/>
            <p:nvPr/>
          </p:nvSpPr>
          <p:spPr>
            <a:xfrm>
              <a:off x="10740014" y="2894637"/>
              <a:ext cx="43220" cy="28907"/>
            </a:xfrm>
            <a:custGeom>
              <a:avLst/>
              <a:pathLst>
                <a:path w="43220" h="28907">
                  <a:moveTo>
                    <a:pt x="20615" y="2678"/>
                  </a:moveTo>
                  <a:lnTo>
                    <a:pt x="22369" y="7544"/>
                  </a:lnTo>
                  <a:lnTo>
                    <a:pt x="25715" y="7695"/>
                  </a:lnTo>
                  <a:lnTo>
                    <a:pt x="28876" y="4399"/>
                  </a:lnTo>
                  <a:lnTo>
                    <a:pt x="36731" y="2246"/>
                  </a:lnTo>
                  <a:lnTo>
                    <a:pt x="40017" y="2314"/>
                  </a:lnTo>
                  <a:lnTo>
                    <a:pt x="41509" y="2952"/>
                  </a:lnTo>
                  <a:lnTo>
                    <a:pt x="42857" y="5867"/>
                  </a:lnTo>
                  <a:lnTo>
                    <a:pt x="43220" y="8474"/>
                  </a:lnTo>
                  <a:lnTo>
                    <a:pt x="42482" y="13567"/>
                  </a:lnTo>
                  <a:lnTo>
                    <a:pt x="41247" y="18438"/>
                  </a:lnTo>
                  <a:lnTo>
                    <a:pt x="40234" y="19600"/>
                  </a:lnTo>
                  <a:lnTo>
                    <a:pt x="36658" y="19014"/>
                  </a:lnTo>
                  <a:lnTo>
                    <a:pt x="28818" y="21165"/>
                  </a:lnTo>
                  <a:lnTo>
                    <a:pt x="30288" y="24333"/>
                  </a:lnTo>
                  <a:lnTo>
                    <a:pt x="30906" y="27704"/>
                  </a:lnTo>
                  <a:lnTo>
                    <a:pt x="30506" y="28907"/>
                  </a:lnTo>
                  <a:lnTo>
                    <a:pt x="22858" y="27642"/>
                  </a:lnTo>
                  <a:lnTo>
                    <a:pt x="16948" y="20609"/>
                  </a:lnTo>
                  <a:lnTo>
                    <a:pt x="14942" y="16936"/>
                  </a:lnTo>
                  <a:lnTo>
                    <a:pt x="2043" y="14804"/>
                  </a:lnTo>
                  <a:lnTo>
                    <a:pt x="0" y="12845"/>
                  </a:lnTo>
                  <a:lnTo>
                    <a:pt x="614" y="11665"/>
                  </a:lnTo>
                  <a:lnTo>
                    <a:pt x="2730" y="10953"/>
                  </a:lnTo>
                  <a:lnTo>
                    <a:pt x="1875" y="5776"/>
                  </a:lnTo>
                  <a:lnTo>
                    <a:pt x="3094" y="5437"/>
                  </a:lnTo>
                  <a:lnTo>
                    <a:pt x="3107" y="1986"/>
                  </a:lnTo>
                  <a:lnTo>
                    <a:pt x="7783" y="2066"/>
                  </a:lnTo>
                  <a:lnTo>
                    <a:pt x="10433" y="4148"/>
                  </a:lnTo>
                  <a:lnTo>
                    <a:pt x="15716" y="5216"/>
                  </a:lnTo>
                  <a:lnTo>
                    <a:pt x="16320" y="2885"/>
                  </a:lnTo>
                  <a:lnTo>
                    <a:pt x="16005" y="714"/>
                  </a:lnTo>
                  <a:lnTo>
                    <a:pt x="1696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7" name="ph7437"/>
            <p:cNvSpPr/>
            <p:nvPr/>
          </p:nvSpPr>
          <p:spPr>
            <a:xfrm>
              <a:off x="10526659" y="3048946"/>
              <a:ext cx="114376" cy="71291"/>
            </a:xfrm>
            <a:custGeom>
              <a:avLst/>
              <a:pathLst>
                <a:path w="114376" h="71291">
                  <a:moveTo>
                    <a:pt x="87129" y="0"/>
                  </a:moveTo>
                  <a:lnTo>
                    <a:pt x="88731" y="3283"/>
                  </a:lnTo>
                  <a:lnTo>
                    <a:pt x="94370" y="7352"/>
                  </a:lnTo>
                  <a:lnTo>
                    <a:pt x="103053" y="3656"/>
                  </a:lnTo>
                  <a:lnTo>
                    <a:pt x="107138" y="6433"/>
                  </a:lnTo>
                  <a:lnTo>
                    <a:pt x="111639" y="7552"/>
                  </a:lnTo>
                  <a:lnTo>
                    <a:pt x="113007" y="14164"/>
                  </a:lnTo>
                  <a:lnTo>
                    <a:pt x="114376" y="15268"/>
                  </a:lnTo>
                  <a:lnTo>
                    <a:pt x="111458" y="18048"/>
                  </a:lnTo>
                  <a:lnTo>
                    <a:pt x="110628" y="22483"/>
                  </a:lnTo>
                  <a:lnTo>
                    <a:pt x="112363" y="29820"/>
                  </a:lnTo>
                  <a:lnTo>
                    <a:pt x="110591" y="33927"/>
                  </a:lnTo>
                  <a:lnTo>
                    <a:pt x="113781" y="39567"/>
                  </a:lnTo>
                  <a:lnTo>
                    <a:pt x="113822" y="43534"/>
                  </a:lnTo>
                  <a:lnTo>
                    <a:pt x="112118" y="49704"/>
                  </a:lnTo>
                  <a:lnTo>
                    <a:pt x="109752" y="48951"/>
                  </a:lnTo>
                  <a:lnTo>
                    <a:pt x="108579" y="50853"/>
                  </a:lnTo>
                  <a:lnTo>
                    <a:pt x="108871" y="52441"/>
                  </a:lnTo>
                  <a:lnTo>
                    <a:pt x="106204" y="54382"/>
                  </a:lnTo>
                  <a:lnTo>
                    <a:pt x="103622" y="54834"/>
                  </a:lnTo>
                  <a:lnTo>
                    <a:pt x="100988" y="56722"/>
                  </a:lnTo>
                  <a:lnTo>
                    <a:pt x="91451" y="58733"/>
                  </a:lnTo>
                  <a:lnTo>
                    <a:pt x="83037" y="59477"/>
                  </a:lnTo>
                  <a:lnTo>
                    <a:pt x="85327" y="55211"/>
                  </a:lnTo>
                  <a:lnTo>
                    <a:pt x="84888" y="53680"/>
                  </a:lnTo>
                  <a:lnTo>
                    <a:pt x="68668" y="52160"/>
                  </a:lnTo>
                  <a:lnTo>
                    <a:pt x="69015" y="54533"/>
                  </a:lnTo>
                  <a:lnTo>
                    <a:pt x="65007" y="54197"/>
                  </a:lnTo>
                  <a:lnTo>
                    <a:pt x="61584" y="54610"/>
                  </a:lnTo>
                  <a:lnTo>
                    <a:pt x="59948" y="55587"/>
                  </a:lnTo>
                  <a:lnTo>
                    <a:pt x="60013" y="57128"/>
                  </a:lnTo>
                  <a:lnTo>
                    <a:pt x="60805" y="57884"/>
                  </a:lnTo>
                  <a:lnTo>
                    <a:pt x="60596" y="60735"/>
                  </a:lnTo>
                  <a:lnTo>
                    <a:pt x="51197" y="62306"/>
                  </a:lnTo>
                  <a:lnTo>
                    <a:pt x="49748" y="65471"/>
                  </a:lnTo>
                  <a:lnTo>
                    <a:pt x="49789" y="67760"/>
                  </a:lnTo>
                  <a:lnTo>
                    <a:pt x="45260" y="70230"/>
                  </a:lnTo>
                  <a:lnTo>
                    <a:pt x="39440" y="71291"/>
                  </a:lnTo>
                  <a:lnTo>
                    <a:pt x="38427" y="69976"/>
                  </a:lnTo>
                  <a:lnTo>
                    <a:pt x="38753" y="68371"/>
                  </a:lnTo>
                  <a:lnTo>
                    <a:pt x="37314" y="66224"/>
                  </a:lnTo>
                  <a:lnTo>
                    <a:pt x="32297" y="65499"/>
                  </a:lnTo>
                  <a:lnTo>
                    <a:pt x="31353" y="63065"/>
                  </a:lnTo>
                  <a:lnTo>
                    <a:pt x="29514" y="63264"/>
                  </a:lnTo>
                  <a:lnTo>
                    <a:pt x="25145" y="65613"/>
                  </a:lnTo>
                  <a:lnTo>
                    <a:pt x="25771" y="67189"/>
                  </a:lnTo>
                  <a:lnTo>
                    <a:pt x="23167" y="68998"/>
                  </a:lnTo>
                  <a:lnTo>
                    <a:pt x="19077" y="66926"/>
                  </a:lnTo>
                  <a:lnTo>
                    <a:pt x="18191" y="63589"/>
                  </a:lnTo>
                  <a:lnTo>
                    <a:pt x="17212" y="62747"/>
                  </a:lnTo>
                  <a:lnTo>
                    <a:pt x="12158" y="64861"/>
                  </a:lnTo>
                  <a:lnTo>
                    <a:pt x="8489" y="63662"/>
                  </a:lnTo>
                  <a:lnTo>
                    <a:pt x="7115" y="57219"/>
                  </a:lnTo>
                  <a:lnTo>
                    <a:pt x="7686" y="55304"/>
                  </a:lnTo>
                  <a:lnTo>
                    <a:pt x="10748" y="52952"/>
                  </a:lnTo>
                  <a:lnTo>
                    <a:pt x="13595" y="49551"/>
                  </a:lnTo>
                  <a:lnTo>
                    <a:pt x="11951" y="44810"/>
                  </a:lnTo>
                  <a:lnTo>
                    <a:pt x="10415" y="44525"/>
                  </a:lnTo>
                  <a:lnTo>
                    <a:pt x="5186" y="45698"/>
                  </a:lnTo>
                  <a:lnTo>
                    <a:pt x="2153" y="44322"/>
                  </a:lnTo>
                  <a:lnTo>
                    <a:pt x="498" y="41885"/>
                  </a:lnTo>
                  <a:lnTo>
                    <a:pt x="0" y="41019"/>
                  </a:lnTo>
                  <a:lnTo>
                    <a:pt x="615" y="37070"/>
                  </a:lnTo>
                  <a:lnTo>
                    <a:pt x="2811" y="33660"/>
                  </a:lnTo>
                  <a:lnTo>
                    <a:pt x="4122" y="33339"/>
                  </a:lnTo>
                  <a:lnTo>
                    <a:pt x="4374" y="34294"/>
                  </a:lnTo>
                  <a:lnTo>
                    <a:pt x="9238" y="35754"/>
                  </a:lnTo>
                  <a:lnTo>
                    <a:pt x="13155" y="35241"/>
                  </a:lnTo>
                  <a:lnTo>
                    <a:pt x="17367" y="37368"/>
                  </a:lnTo>
                  <a:lnTo>
                    <a:pt x="21784" y="41805"/>
                  </a:lnTo>
                  <a:lnTo>
                    <a:pt x="27946" y="39834"/>
                  </a:lnTo>
                  <a:lnTo>
                    <a:pt x="39984" y="43567"/>
                  </a:lnTo>
                  <a:lnTo>
                    <a:pt x="41421" y="42195"/>
                  </a:lnTo>
                  <a:lnTo>
                    <a:pt x="40932" y="39971"/>
                  </a:lnTo>
                  <a:lnTo>
                    <a:pt x="43794" y="35039"/>
                  </a:lnTo>
                  <a:lnTo>
                    <a:pt x="46080" y="33686"/>
                  </a:lnTo>
                  <a:lnTo>
                    <a:pt x="51985" y="34252"/>
                  </a:lnTo>
                  <a:lnTo>
                    <a:pt x="55140" y="33731"/>
                  </a:lnTo>
                  <a:lnTo>
                    <a:pt x="59078" y="31093"/>
                  </a:lnTo>
                  <a:lnTo>
                    <a:pt x="58695" y="25165"/>
                  </a:lnTo>
                  <a:lnTo>
                    <a:pt x="60840" y="23276"/>
                  </a:lnTo>
                  <a:lnTo>
                    <a:pt x="62480" y="22976"/>
                  </a:lnTo>
                  <a:lnTo>
                    <a:pt x="64631" y="24276"/>
                  </a:lnTo>
                  <a:lnTo>
                    <a:pt x="65984" y="22973"/>
                  </a:lnTo>
                  <a:lnTo>
                    <a:pt x="67316" y="18511"/>
                  </a:lnTo>
                  <a:lnTo>
                    <a:pt x="65404" y="15697"/>
                  </a:lnTo>
                  <a:lnTo>
                    <a:pt x="66015" y="13388"/>
                  </a:lnTo>
                  <a:lnTo>
                    <a:pt x="67811" y="11187"/>
                  </a:lnTo>
                  <a:lnTo>
                    <a:pt x="72447" y="8745"/>
                  </a:lnTo>
                  <a:lnTo>
                    <a:pt x="79037" y="6569"/>
                  </a:lnTo>
                  <a:lnTo>
                    <a:pt x="77187" y="2067"/>
                  </a:lnTo>
                  <a:lnTo>
                    <a:pt x="77358" y="1048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8" name="ph7438"/>
            <p:cNvSpPr/>
            <p:nvPr/>
          </p:nvSpPr>
          <p:spPr>
            <a:xfrm>
              <a:off x="10547735" y="2859680"/>
              <a:ext cx="18250" cy="8246"/>
            </a:xfrm>
            <a:custGeom>
              <a:avLst/>
              <a:pathLst>
                <a:path w="18250" h="8246">
                  <a:moveTo>
                    <a:pt x="18250" y="0"/>
                  </a:moveTo>
                  <a:lnTo>
                    <a:pt x="16097" y="6628"/>
                  </a:lnTo>
                  <a:lnTo>
                    <a:pt x="13780" y="8246"/>
                  </a:lnTo>
                  <a:lnTo>
                    <a:pt x="11593" y="7453"/>
                  </a:lnTo>
                  <a:lnTo>
                    <a:pt x="181" y="8136"/>
                  </a:lnTo>
                  <a:lnTo>
                    <a:pt x="0" y="7482"/>
                  </a:lnTo>
                  <a:lnTo>
                    <a:pt x="540" y="5828"/>
                  </a:lnTo>
                  <a:lnTo>
                    <a:pt x="1728" y="5257"/>
                  </a:lnTo>
                  <a:lnTo>
                    <a:pt x="4803" y="6159"/>
                  </a:lnTo>
                  <a:lnTo>
                    <a:pt x="6442" y="5460"/>
                  </a:lnTo>
                  <a:lnTo>
                    <a:pt x="8303" y="794"/>
                  </a:lnTo>
                  <a:lnTo>
                    <a:pt x="10628" y="201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9" name="ph7439"/>
            <p:cNvSpPr/>
            <p:nvPr/>
          </p:nvSpPr>
          <p:spPr>
            <a:xfrm>
              <a:off x="10783878" y="2933074"/>
              <a:ext cx="24771" cy="17778"/>
            </a:xfrm>
            <a:custGeom>
              <a:avLst/>
              <a:pathLst>
                <a:path w="24771" h="17778">
                  <a:moveTo>
                    <a:pt x="14606" y="1001"/>
                  </a:moveTo>
                  <a:lnTo>
                    <a:pt x="19274" y="2822"/>
                  </a:lnTo>
                  <a:lnTo>
                    <a:pt x="18259" y="3086"/>
                  </a:lnTo>
                  <a:lnTo>
                    <a:pt x="18280" y="4787"/>
                  </a:lnTo>
                  <a:lnTo>
                    <a:pt x="23681" y="11288"/>
                  </a:lnTo>
                  <a:lnTo>
                    <a:pt x="24771" y="14401"/>
                  </a:lnTo>
                  <a:lnTo>
                    <a:pt x="24155" y="14879"/>
                  </a:lnTo>
                  <a:lnTo>
                    <a:pt x="21288" y="14139"/>
                  </a:lnTo>
                  <a:lnTo>
                    <a:pt x="16881" y="16423"/>
                  </a:lnTo>
                  <a:lnTo>
                    <a:pt x="14391" y="17618"/>
                  </a:lnTo>
                  <a:lnTo>
                    <a:pt x="7943" y="17731"/>
                  </a:lnTo>
                  <a:lnTo>
                    <a:pt x="3481" y="15594"/>
                  </a:lnTo>
                  <a:lnTo>
                    <a:pt x="1085" y="17778"/>
                  </a:lnTo>
                  <a:lnTo>
                    <a:pt x="0" y="16442"/>
                  </a:lnTo>
                  <a:lnTo>
                    <a:pt x="869" y="5410"/>
                  </a:lnTo>
                  <a:lnTo>
                    <a:pt x="4464" y="3553"/>
                  </a:lnTo>
                  <a:lnTo>
                    <a:pt x="8326" y="3350"/>
                  </a:lnTo>
                  <a:lnTo>
                    <a:pt x="9594" y="4030"/>
                  </a:lnTo>
                  <a:lnTo>
                    <a:pt x="11552" y="1750"/>
                  </a:lnTo>
                  <a:lnTo>
                    <a:pt x="12767" y="2249"/>
                  </a:lnTo>
                  <a:lnTo>
                    <a:pt x="1366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0" name="ph7440"/>
            <p:cNvSpPr/>
            <p:nvPr/>
          </p:nvSpPr>
          <p:spPr>
            <a:xfrm>
              <a:off x="10804882" y="2857204"/>
              <a:ext cx="24131" cy="35550"/>
            </a:xfrm>
            <a:custGeom>
              <a:avLst/>
              <a:pathLst>
                <a:path w="24131" h="35550">
                  <a:moveTo>
                    <a:pt x="9829" y="293"/>
                  </a:moveTo>
                  <a:lnTo>
                    <a:pt x="15136" y="2367"/>
                  </a:lnTo>
                  <a:lnTo>
                    <a:pt x="24131" y="9244"/>
                  </a:lnTo>
                  <a:lnTo>
                    <a:pt x="22976" y="13163"/>
                  </a:lnTo>
                  <a:lnTo>
                    <a:pt x="20344" y="15650"/>
                  </a:lnTo>
                  <a:lnTo>
                    <a:pt x="22424" y="18659"/>
                  </a:lnTo>
                  <a:lnTo>
                    <a:pt x="22034" y="25088"/>
                  </a:lnTo>
                  <a:lnTo>
                    <a:pt x="15285" y="28922"/>
                  </a:lnTo>
                  <a:lnTo>
                    <a:pt x="7002" y="30246"/>
                  </a:lnTo>
                  <a:lnTo>
                    <a:pt x="5989" y="32906"/>
                  </a:lnTo>
                  <a:lnTo>
                    <a:pt x="6708" y="34165"/>
                  </a:lnTo>
                  <a:lnTo>
                    <a:pt x="4005" y="35550"/>
                  </a:lnTo>
                  <a:lnTo>
                    <a:pt x="3121" y="31821"/>
                  </a:lnTo>
                  <a:lnTo>
                    <a:pt x="4209" y="31909"/>
                  </a:lnTo>
                  <a:lnTo>
                    <a:pt x="4389" y="33179"/>
                  </a:lnTo>
                  <a:lnTo>
                    <a:pt x="4873" y="33128"/>
                  </a:lnTo>
                  <a:lnTo>
                    <a:pt x="4185" y="28135"/>
                  </a:lnTo>
                  <a:lnTo>
                    <a:pt x="3414" y="26315"/>
                  </a:lnTo>
                  <a:lnTo>
                    <a:pt x="865" y="24757"/>
                  </a:lnTo>
                  <a:lnTo>
                    <a:pt x="0" y="22846"/>
                  </a:lnTo>
                  <a:lnTo>
                    <a:pt x="613" y="19973"/>
                  </a:lnTo>
                  <a:lnTo>
                    <a:pt x="1798" y="18884"/>
                  </a:lnTo>
                  <a:lnTo>
                    <a:pt x="2912" y="18143"/>
                  </a:lnTo>
                  <a:lnTo>
                    <a:pt x="4899" y="10052"/>
                  </a:lnTo>
                  <a:lnTo>
                    <a:pt x="7808" y="4425"/>
                  </a:lnTo>
                  <a:lnTo>
                    <a:pt x="7811" y="3227"/>
                  </a:lnTo>
                  <a:lnTo>
                    <a:pt x="5736" y="1832"/>
                  </a:lnTo>
                  <a:lnTo>
                    <a:pt x="497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1" name="ph7441"/>
            <p:cNvSpPr/>
            <p:nvPr/>
          </p:nvSpPr>
          <p:spPr>
            <a:xfrm>
              <a:off x="10646064" y="2927944"/>
              <a:ext cx="18949" cy="21558"/>
            </a:xfrm>
            <a:custGeom>
              <a:avLst/>
              <a:pathLst>
                <a:path w="18949" h="21558">
                  <a:moveTo>
                    <a:pt x="13455" y="304"/>
                  </a:moveTo>
                  <a:lnTo>
                    <a:pt x="14604" y="3036"/>
                  </a:lnTo>
                  <a:lnTo>
                    <a:pt x="16326" y="3305"/>
                  </a:lnTo>
                  <a:lnTo>
                    <a:pt x="18949" y="6467"/>
                  </a:lnTo>
                  <a:lnTo>
                    <a:pt x="18334" y="11913"/>
                  </a:lnTo>
                  <a:lnTo>
                    <a:pt x="13846" y="21021"/>
                  </a:lnTo>
                  <a:lnTo>
                    <a:pt x="11720" y="21558"/>
                  </a:lnTo>
                  <a:lnTo>
                    <a:pt x="9258" y="20854"/>
                  </a:lnTo>
                  <a:lnTo>
                    <a:pt x="5074" y="18204"/>
                  </a:lnTo>
                  <a:lnTo>
                    <a:pt x="4543" y="16130"/>
                  </a:lnTo>
                  <a:lnTo>
                    <a:pt x="4147" y="12913"/>
                  </a:lnTo>
                  <a:lnTo>
                    <a:pt x="0" y="12882"/>
                  </a:lnTo>
                  <a:lnTo>
                    <a:pt x="1322" y="8232"/>
                  </a:lnTo>
                  <a:lnTo>
                    <a:pt x="24" y="5043"/>
                  </a:lnTo>
                  <a:lnTo>
                    <a:pt x="992" y="1305"/>
                  </a:lnTo>
                  <a:lnTo>
                    <a:pt x="7487" y="907"/>
                  </a:lnTo>
                  <a:lnTo>
                    <a:pt x="8851" y="1491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2" name="ph7442"/>
            <p:cNvSpPr/>
            <p:nvPr/>
          </p:nvSpPr>
          <p:spPr>
            <a:xfrm>
              <a:off x="10754795" y="3031937"/>
              <a:ext cx="30345" cy="56998"/>
            </a:xfrm>
            <a:custGeom>
              <a:avLst/>
              <a:pathLst>
                <a:path w="30345" h="56998">
                  <a:moveTo>
                    <a:pt x="7148" y="0"/>
                  </a:moveTo>
                  <a:lnTo>
                    <a:pt x="8075" y="2827"/>
                  </a:lnTo>
                  <a:lnTo>
                    <a:pt x="6224" y="4883"/>
                  </a:lnTo>
                  <a:lnTo>
                    <a:pt x="6496" y="9442"/>
                  </a:lnTo>
                  <a:lnTo>
                    <a:pt x="7259" y="9850"/>
                  </a:lnTo>
                  <a:lnTo>
                    <a:pt x="10338" y="16960"/>
                  </a:lnTo>
                  <a:lnTo>
                    <a:pt x="11795" y="21869"/>
                  </a:lnTo>
                  <a:lnTo>
                    <a:pt x="10322" y="31476"/>
                  </a:lnTo>
                  <a:lnTo>
                    <a:pt x="12718" y="36599"/>
                  </a:lnTo>
                  <a:lnTo>
                    <a:pt x="23217" y="42859"/>
                  </a:lnTo>
                  <a:lnTo>
                    <a:pt x="25633" y="45975"/>
                  </a:lnTo>
                  <a:lnTo>
                    <a:pt x="30345" y="48765"/>
                  </a:lnTo>
                  <a:lnTo>
                    <a:pt x="28689" y="51878"/>
                  </a:lnTo>
                  <a:lnTo>
                    <a:pt x="24427" y="56998"/>
                  </a:lnTo>
                  <a:lnTo>
                    <a:pt x="20627" y="53969"/>
                  </a:lnTo>
                  <a:lnTo>
                    <a:pt x="19748" y="52180"/>
                  </a:lnTo>
                  <a:lnTo>
                    <a:pt x="16478" y="48991"/>
                  </a:lnTo>
                  <a:lnTo>
                    <a:pt x="14712" y="49930"/>
                  </a:lnTo>
                  <a:lnTo>
                    <a:pt x="11514" y="47280"/>
                  </a:lnTo>
                  <a:lnTo>
                    <a:pt x="8705" y="44564"/>
                  </a:lnTo>
                  <a:lnTo>
                    <a:pt x="6986" y="41303"/>
                  </a:lnTo>
                  <a:lnTo>
                    <a:pt x="3628" y="41909"/>
                  </a:lnTo>
                  <a:lnTo>
                    <a:pt x="2125" y="37753"/>
                  </a:lnTo>
                  <a:lnTo>
                    <a:pt x="3186" y="31263"/>
                  </a:lnTo>
                  <a:lnTo>
                    <a:pt x="1028" y="23899"/>
                  </a:lnTo>
                  <a:lnTo>
                    <a:pt x="261" y="17651"/>
                  </a:lnTo>
                  <a:lnTo>
                    <a:pt x="1492" y="10963"/>
                  </a:lnTo>
                  <a:lnTo>
                    <a:pt x="1135" y="6995"/>
                  </a:lnTo>
                  <a:lnTo>
                    <a:pt x="0" y="3834"/>
                  </a:lnTo>
                  <a:lnTo>
                    <a:pt x="637" y="654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3" name="ph7443"/>
            <p:cNvSpPr/>
            <p:nvPr/>
          </p:nvSpPr>
          <p:spPr>
            <a:xfrm>
              <a:off x="10762965" y="2958315"/>
              <a:ext cx="37843" cy="51914"/>
            </a:xfrm>
            <a:custGeom>
              <a:avLst/>
              <a:pathLst>
                <a:path w="37843" h="51914">
                  <a:moveTo>
                    <a:pt x="26570" y="8024"/>
                  </a:moveTo>
                  <a:lnTo>
                    <a:pt x="25990" y="11918"/>
                  </a:lnTo>
                  <a:lnTo>
                    <a:pt x="26816" y="16636"/>
                  </a:lnTo>
                  <a:lnTo>
                    <a:pt x="26102" y="19753"/>
                  </a:lnTo>
                  <a:lnTo>
                    <a:pt x="28703" y="24203"/>
                  </a:lnTo>
                  <a:lnTo>
                    <a:pt x="32557" y="23884"/>
                  </a:lnTo>
                  <a:lnTo>
                    <a:pt x="34568" y="22481"/>
                  </a:lnTo>
                  <a:lnTo>
                    <a:pt x="34946" y="23500"/>
                  </a:lnTo>
                  <a:lnTo>
                    <a:pt x="34380" y="26400"/>
                  </a:lnTo>
                  <a:lnTo>
                    <a:pt x="35948" y="30164"/>
                  </a:lnTo>
                  <a:lnTo>
                    <a:pt x="37540" y="31945"/>
                  </a:lnTo>
                  <a:lnTo>
                    <a:pt x="37843" y="34469"/>
                  </a:lnTo>
                  <a:lnTo>
                    <a:pt x="34601" y="37345"/>
                  </a:lnTo>
                  <a:lnTo>
                    <a:pt x="34861" y="43189"/>
                  </a:lnTo>
                  <a:lnTo>
                    <a:pt x="34068" y="48664"/>
                  </a:lnTo>
                  <a:lnTo>
                    <a:pt x="28592" y="51307"/>
                  </a:lnTo>
                  <a:lnTo>
                    <a:pt x="28449" y="50231"/>
                  </a:lnTo>
                  <a:lnTo>
                    <a:pt x="20956" y="41618"/>
                  </a:lnTo>
                  <a:lnTo>
                    <a:pt x="16538" y="39798"/>
                  </a:lnTo>
                  <a:lnTo>
                    <a:pt x="15300" y="41379"/>
                  </a:lnTo>
                  <a:lnTo>
                    <a:pt x="14721" y="44774"/>
                  </a:lnTo>
                  <a:lnTo>
                    <a:pt x="15364" y="46960"/>
                  </a:lnTo>
                  <a:lnTo>
                    <a:pt x="13481" y="51478"/>
                  </a:lnTo>
                  <a:lnTo>
                    <a:pt x="12614" y="51914"/>
                  </a:lnTo>
                  <a:lnTo>
                    <a:pt x="9017" y="50953"/>
                  </a:lnTo>
                  <a:lnTo>
                    <a:pt x="7986" y="48881"/>
                  </a:lnTo>
                  <a:lnTo>
                    <a:pt x="8142" y="44864"/>
                  </a:lnTo>
                  <a:lnTo>
                    <a:pt x="6735" y="36275"/>
                  </a:lnTo>
                  <a:lnTo>
                    <a:pt x="4926" y="30451"/>
                  </a:lnTo>
                  <a:lnTo>
                    <a:pt x="5280" y="29093"/>
                  </a:lnTo>
                  <a:lnTo>
                    <a:pt x="2729" y="18449"/>
                  </a:lnTo>
                  <a:lnTo>
                    <a:pt x="2233" y="9239"/>
                  </a:lnTo>
                  <a:lnTo>
                    <a:pt x="0" y="5663"/>
                  </a:lnTo>
                  <a:lnTo>
                    <a:pt x="2606" y="6366"/>
                  </a:lnTo>
                  <a:lnTo>
                    <a:pt x="3972" y="5958"/>
                  </a:lnTo>
                  <a:lnTo>
                    <a:pt x="6376" y="4634"/>
                  </a:lnTo>
                  <a:lnTo>
                    <a:pt x="7090" y="3095"/>
                  </a:lnTo>
                  <a:lnTo>
                    <a:pt x="9333" y="1407"/>
                  </a:lnTo>
                  <a:lnTo>
                    <a:pt x="18613" y="3500"/>
                  </a:lnTo>
                  <a:lnTo>
                    <a:pt x="19253" y="2229"/>
                  </a:lnTo>
                  <a:lnTo>
                    <a:pt x="1914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4" name="ph7444"/>
            <p:cNvSpPr/>
            <p:nvPr/>
          </p:nvSpPr>
          <p:spPr>
            <a:xfrm>
              <a:off x="10687802" y="2947340"/>
              <a:ext cx="20291" cy="16533"/>
            </a:xfrm>
            <a:custGeom>
              <a:avLst/>
              <a:pathLst>
                <a:path w="20291" h="16533">
                  <a:moveTo>
                    <a:pt x="14184" y="0"/>
                  </a:moveTo>
                  <a:lnTo>
                    <a:pt x="19578" y="1287"/>
                  </a:lnTo>
                  <a:lnTo>
                    <a:pt x="20291" y="3059"/>
                  </a:lnTo>
                  <a:lnTo>
                    <a:pt x="19665" y="5837"/>
                  </a:lnTo>
                  <a:lnTo>
                    <a:pt x="20054" y="8664"/>
                  </a:lnTo>
                  <a:lnTo>
                    <a:pt x="19131" y="8858"/>
                  </a:lnTo>
                  <a:lnTo>
                    <a:pt x="16292" y="13799"/>
                  </a:lnTo>
                  <a:lnTo>
                    <a:pt x="12702" y="15778"/>
                  </a:lnTo>
                  <a:lnTo>
                    <a:pt x="9850" y="15912"/>
                  </a:lnTo>
                  <a:lnTo>
                    <a:pt x="9723" y="16533"/>
                  </a:lnTo>
                  <a:lnTo>
                    <a:pt x="0" y="14982"/>
                  </a:lnTo>
                  <a:lnTo>
                    <a:pt x="1666" y="10058"/>
                  </a:lnTo>
                  <a:lnTo>
                    <a:pt x="4473" y="9209"/>
                  </a:lnTo>
                  <a:lnTo>
                    <a:pt x="7110" y="7339"/>
                  </a:lnTo>
                  <a:lnTo>
                    <a:pt x="7667" y="6495"/>
                  </a:lnTo>
                  <a:lnTo>
                    <a:pt x="6450" y="6475"/>
                  </a:lnTo>
                  <a:lnTo>
                    <a:pt x="5983" y="4982"/>
                  </a:lnTo>
                  <a:lnTo>
                    <a:pt x="10519" y="72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5" name="ph7445"/>
            <p:cNvSpPr/>
            <p:nvPr/>
          </p:nvSpPr>
          <p:spPr>
            <a:xfrm>
              <a:off x="10582128" y="2892550"/>
              <a:ext cx="15294" cy="14108"/>
            </a:xfrm>
            <a:custGeom>
              <a:avLst/>
              <a:pathLst>
                <a:path w="15294" h="14108">
                  <a:moveTo>
                    <a:pt x="7747" y="1020"/>
                  </a:moveTo>
                  <a:lnTo>
                    <a:pt x="12322" y="5904"/>
                  </a:lnTo>
                  <a:lnTo>
                    <a:pt x="12690" y="6931"/>
                  </a:lnTo>
                  <a:lnTo>
                    <a:pt x="15294" y="8660"/>
                  </a:lnTo>
                  <a:lnTo>
                    <a:pt x="14268" y="11610"/>
                  </a:lnTo>
                  <a:lnTo>
                    <a:pt x="11767" y="14108"/>
                  </a:lnTo>
                  <a:lnTo>
                    <a:pt x="6531" y="13305"/>
                  </a:lnTo>
                  <a:lnTo>
                    <a:pt x="2857" y="13497"/>
                  </a:lnTo>
                  <a:lnTo>
                    <a:pt x="1367" y="11722"/>
                  </a:lnTo>
                  <a:lnTo>
                    <a:pt x="811" y="8832"/>
                  </a:lnTo>
                  <a:lnTo>
                    <a:pt x="0" y="3745"/>
                  </a:lnTo>
                  <a:lnTo>
                    <a:pt x="921" y="2484"/>
                  </a:lnTo>
                  <a:lnTo>
                    <a:pt x="5619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6" name="ph7446"/>
            <p:cNvSpPr/>
            <p:nvPr/>
          </p:nvSpPr>
          <p:spPr>
            <a:xfrm>
              <a:off x="10638096" y="2894205"/>
              <a:ext cx="37462" cy="12575"/>
            </a:xfrm>
            <a:custGeom>
              <a:avLst/>
              <a:pathLst>
                <a:path w="37462" h="12575">
                  <a:moveTo>
                    <a:pt x="35641" y="0"/>
                  </a:moveTo>
                  <a:lnTo>
                    <a:pt x="37462" y="4505"/>
                  </a:lnTo>
                  <a:lnTo>
                    <a:pt x="33765" y="5507"/>
                  </a:lnTo>
                  <a:lnTo>
                    <a:pt x="31237" y="7021"/>
                  </a:lnTo>
                  <a:lnTo>
                    <a:pt x="31949" y="10437"/>
                  </a:lnTo>
                  <a:lnTo>
                    <a:pt x="29601" y="10296"/>
                  </a:lnTo>
                  <a:lnTo>
                    <a:pt x="24956" y="12575"/>
                  </a:lnTo>
                  <a:lnTo>
                    <a:pt x="20084" y="11093"/>
                  </a:lnTo>
                  <a:lnTo>
                    <a:pt x="11360" y="10652"/>
                  </a:lnTo>
                  <a:lnTo>
                    <a:pt x="5065" y="11624"/>
                  </a:lnTo>
                  <a:lnTo>
                    <a:pt x="418" y="7496"/>
                  </a:lnTo>
                  <a:lnTo>
                    <a:pt x="0" y="4416"/>
                  </a:lnTo>
                  <a:lnTo>
                    <a:pt x="2515" y="3437"/>
                  </a:lnTo>
                  <a:lnTo>
                    <a:pt x="4615" y="5260"/>
                  </a:lnTo>
                  <a:lnTo>
                    <a:pt x="4403" y="7176"/>
                  </a:lnTo>
                  <a:lnTo>
                    <a:pt x="11248" y="6196"/>
                  </a:lnTo>
                  <a:lnTo>
                    <a:pt x="15103" y="3754"/>
                  </a:lnTo>
                  <a:lnTo>
                    <a:pt x="17003" y="5845"/>
                  </a:lnTo>
                  <a:lnTo>
                    <a:pt x="19465" y="5615"/>
                  </a:lnTo>
                  <a:lnTo>
                    <a:pt x="26418" y="831"/>
                  </a:lnTo>
                  <a:lnTo>
                    <a:pt x="27518" y="2674"/>
                  </a:lnTo>
                  <a:lnTo>
                    <a:pt x="31408" y="3792"/>
                  </a:lnTo>
                  <a:lnTo>
                    <a:pt x="32282" y="3434"/>
                  </a:lnTo>
                  <a:lnTo>
                    <a:pt x="32635" y="166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7" name="ph7447"/>
            <p:cNvSpPr/>
            <p:nvPr/>
          </p:nvSpPr>
          <p:spPr>
            <a:xfrm>
              <a:off x="10524571" y="2886355"/>
              <a:ext cx="26513" cy="19956"/>
            </a:xfrm>
            <a:custGeom>
              <a:avLst/>
              <a:pathLst>
                <a:path w="26513" h="19956">
                  <a:moveTo>
                    <a:pt x="24970" y="228"/>
                  </a:moveTo>
                  <a:lnTo>
                    <a:pt x="26513" y="7297"/>
                  </a:lnTo>
                  <a:lnTo>
                    <a:pt x="25256" y="11419"/>
                  </a:lnTo>
                  <a:lnTo>
                    <a:pt x="22843" y="13286"/>
                  </a:lnTo>
                  <a:lnTo>
                    <a:pt x="24708" y="17632"/>
                  </a:lnTo>
                  <a:lnTo>
                    <a:pt x="24507" y="19673"/>
                  </a:lnTo>
                  <a:lnTo>
                    <a:pt x="22964" y="19956"/>
                  </a:lnTo>
                  <a:lnTo>
                    <a:pt x="17724" y="18066"/>
                  </a:lnTo>
                  <a:lnTo>
                    <a:pt x="13314" y="14360"/>
                  </a:lnTo>
                  <a:lnTo>
                    <a:pt x="11819" y="11808"/>
                  </a:lnTo>
                  <a:lnTo>
                    <a:pt x="804" y="8823"/>
                  </a:lnTo>
                  <a:lnTo>
                    <a:pt x="0" y="7597"/>
                  </a:lnTo>
                  <a:lnTo>
                    <a:pt x="1205" y="289"/>
                  </a:lnTo>
                  <a:lnTo>
                    <a:pt x="2891" y="0"/>
                  </a:lnTo>
                  <a:lnTo>
                    <a:pt x="3044" y="2450"/>
                  </a:lnTo>
                  <a:lnTo>
                    <a:pt x="6795" y="2187"/>
                  </a:lnTo>
                  <a:lnTo>
                    <a:pt x="17794" y="5748"/>
                  </a:lnTo>
                  <a:lnTo>
                    <a:pt x="19367" y="5405"/>
                  </a:lnTo>
                  <a:lnTo>
                    <a:pt x="19455" y="1425"/>
                  </a:lnTo>
                  <a:lnTo>
                    <a:pt x="21813" y="5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8" name="ph7448"/>
            <p:cNvSpPr/>
            <p:nvPr/>
          </p:nvSpPr>
          <p:spPr>
            <a:xfrm>
              <a:off x="10535290" y="2959963"/>
              <a:ext cx="42584" cy="51758"/>
            </a:xfrm>
            <a:custGeom>
              <a:avLst/>
              <a:pathLst>
                <a:path w="42584" h="51758">
                  <a:moveTo>
                    <a:pt x="27825" y="0"/>
                  </a:moveTo>
                  <a:lnTo>
                    <a:pt x="30015" y="1410"/>
                  </a:lnTo>
                  <a:lnTo>
                    <a:pt x="30649" y="2873"/>
                  </a:lnTo>
                  <a:lnTo>
                    <a:pt x="34764" y="2895"/>
                  </a:lnTo>
                  <a:lnTo>
                    <a:pt x="35097" y="4711"/>
                  </a:lnTo>
                  <a:lnTo>
                    <a:pt x="32809" y="7619"/>
                  </a:lnTo>
                  <a:lnTo>
                    <a:pt x="32978" y="11472"/>
                  </a:lnTo>
                  <a:lnTo>
                    <a:pt x="36757" y="13136"/>
                  </a:lnTo>
                  <a:lnTo>
                    <a:pt x="35854" y="16684"/>
                  </a:lnTo>
                  <a:lnTo>
                    <a:pt x="42584" y="30238"/>
                  </a:lnTo>
                  <a:lnTo>
                    <a:pt x="41887" y="32662"/>
                  </a:lnTo>
                  <a:lnTo>
                    <a:pt x="40097" y="34831"/>
                  </a:lnTo>
                  <a:lnTo>
                    <a:pt x="37486" y="35827"/>
                  </a:lnTo>
                  <a:lnTo>
                    <a:pt x="36393" y="35455"/>
                  </a:lnTo>
                  <a:lnTo>
                    <a:pt x="34837" y="33284"/>
                  </a:lnTo>
                  <a:lnTo>
                    <a:pt x="31461" y="35697"/>
                  </a:lnTo>
                  <a:lnTo>
                    <a:pt x="29702" y="44575"/>
                  </a:lnTo>
                  <a:lnTo>
                    <a:pt x="32299" y="46340"/>
                  </a:lnTo>
                  <a:lnTo>
                    <a:pt x="32457" y="50038"/>
                  </a:lnTo>
                  <a:lnTo>
                    <a:pt x="30887" y="51758"/>
                  </a:lnTo>
                  <a:lnTo>
                    <a:pt x="25156" y="51216"/>
                  </a:lnTo>
                  <a:lnTo>
                    <a:pt x="24931" y="47527"/>
                  </a:lnTo>
                  <a:lnTo>
                    <a:pt x="21933" y="45905"/>
                  </a:lnTo>
                  <a:lnTo>
                    <a:pt x="15589" y="45920"/>
                  </a:lnTo>
                  <a:lnTo>
                    <a:pt x="14180" y="44417"/>
                  </a:lnTo>
                  <a:lnTo>
                    <a:pt x="14169" y="43039"/>
                  </a:lnTo>
                  <a:lnTo>
                    <a:pt x="10773" y="39873"/>
                  </a:lnTo>
                  <a:lnTo>
                    <a:pt x="6966" y="38349"/>
                  </a:lnTo>
                  <a:lnTo>
                    <a:pt x="5453" y="34428"/>
                  </a:lnTo>
                  <a:lnTo>
                    <a:pt x="1277" y="31860"/>
                  </a:lnTo>
                  <a:lnTo>
                    <a:pt x="229" y="28168"/>
                  </a:lnTo>
                  <a:lnTo>
                    <a:pt x="0" y="23755"/>
                  </a:lnTo>
                  <a:lnTo>
                    <a:pt x="1867" y="22272"/>
                  </a:lnTo>
                  <a:lnTo>
                    <a:pt x="4147" y="21052"/>
                  </a:lnTo>
                  <a:lnTo>
                    <a:pt x="10476" y="24630"/>
                  </a:lnTo>
                  <a:lnTo>
                    <a:pt x="13747" y="25652"/>
                  </a:lnTo>
                  <a:lnTo>
                    <a:pt x="15432" y="23219"/>
                  </a:lnTo>
                  <a:lnTo>
                    <a:pt x="18553" y="14074"/>
                  </a:lnTo>
                  <a:lnTo>
                    <a:pt x="21407" y="8173"/>
                  </a:lnTo>
                  <a:lnTo>
                    <a:pt x="25076" y="24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9" name="ph7449"/>
            <p:cNvSpPr/>
            <p:nvPr/>
          </p:nvSpPr>
          <p:spPr>
            <a:xfrm>
              <a:off x="10712856" y="2988883"/>
              <a:ext cx="41412" cy="45368"/>
            </a:xfrm>
            <a:custGeom>
              <a:avLst/>
              <a:pathLst>
                <a:path w="41412" h="45368">
                  <a:moveTo>
                    <a:pt x="18699" y="0"/>
                  </a:moveTo>
                  <a:lnTo>
                    <a:pt x="20556" y="819"/>
                  </a:lnTo>
                  <a:lnTo>
                    <a:pt x="23981" y="11021"/>
                  </a:lnTo>
                  <a:lnTo>
                    <a:pt x="26157" y="12787"/>
                  </a:lnTo>
                  <a:lnTo>
                    <a:pt x="31862" y="11425"/>
                  </a:lnTo>
                  <a:lnTo>
                    <a:pt x="39560" y="18877"/>
                  </a:lnTo>
                  <a:lnTo>
                    <a:pt x="41412" y="24832"/>
                  </a:lnTo>
                  <a:lnTo>
                    <a:pt x="41270" y="26640"/>
                  </a:lnTo>
                  <a:lnTo>
                    <a:pt x="36820" y="36106"/>
                  </a:lnTo>
                  <a:lnTo>
                    <a:pt x="37695" y="38953"/>
                  </a:lnTo>
                  <a:lnTo>
                    <a:pt x="36592" y="40205"/>
                  </a:lnTo>
                  <a:lnTo>
                    <a:pt x="31842" y="40799"/>
                  </a:lnTo>
                  <a:lnTo>
                    <a:pt x="31058" y="40285"/>
                  </a:lnTo>
                  <a:lnTo>
                    <a:pt x="28333" y="40479"/>
                  </a:lnTo>
                  <a:lnTo>
                    <a:pt x="25268" y="44183"/>
                  </a:lnTo>
                  <a:lnTo>
                    <a:pt x="22374" y="43489"/>
                  </a:lnTo>
                  <a:lnTo>
                    <a:pt x="20572" y="39549"/>
                  </a:lnTo>
                  <a:lnTo>
                    <a:pt x="17618" y="37333"/>
                  </a:lnTo>
                  <a:lnTo>
                    <a:pt x="15421" y="38225"/>
                  </a:lnTo>
                  <a:lnTo>
                    <a:pt x="9318" y="43195"/>
                  </a:lnTo>
                  <a:lnTo>
                    <a:pt x="1869" y="45368"/>
                  </a:lnTo>
                  <a:lnTo>
                    <a:pt x="999" y="44749"/>
                  </a:lnTo>
                  <a:lnTo>
                    <a:pt x="0" y="39555"/>
                  </a:lnTo>
                  <a:lnTo>
                    <a:pt x="726" y="36571"/>
                  </a:lnTo>
                  <a:lnTo>
                    <a:pt x="2662" y="33499"/>
                  </a:lnTo>
                  <a:lnTo>
                    <a:pt x="2844" y="30736"/>
                  </a:lnTo>
                  <a:lnTo>
                    <a:pt x="3526" y="28279"/>
                  </a:lnTo>
                  <a:lnTo>
                    <a:pt x="6183" y="28505"/>
                  </a:lnTo>
                  <a:lnTo>
                    <a:pt x="6915" y="27462"/>
                  </a:lnTo>
                  <a:lnTo>
                    <a:pt x="4313" y="23777"/>
                  </a:lnTo>
                  <a:lnTo>
                    <a:pt x="4009" y="21659"/>
                  </a:lnTo>
                  <a:lnTo>
                    <a:pt x="8042" y="20872"/>
                  </a:lnTo>
                  <a:lnTo>
                    <a:pt x="14376" y="15960"/>
                  </a:lnTo>
                  <a:lnTo>
                    <a:pt x="11011" y="6852"/>
                  </a:lnTo>
                  <a:lnTo>
                    <a:pt x="11256" y="5896"/>
                  </a:lnTo>
                  <a:lnTo>
                    <a:pt x="15022" y="4430"/>
                  </a:lnTo>
                  <a:lnTo>
                    <a:pt x="15941" y="229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0" name="ph7450"/>
            <p:cNvSpPr/>
            <p:nvPr/>
          </p:nvSpPr>
          <p:spPr>
            <a:xfrm>
              <a:off x="10590086" y="2914698"/>
              <a:ext cx="16738" cy="27828"/>
            </a:xfrm>
            <a:custGeom>
              <a:avLst/>
              <a:pathLst>
                <a:path w="16738" h="27828">
                  <a:moveTo>
                    <a:pt x="10640" y="2427"/>
                  </a:moveTo>
                  <a:lnTo>
                    <a:pt x="12439" y="4513"/>
                  </a:lnTo>
                  <a:lnTo>
                    <a:pt x="14441" y="11503"/>
                  </a:lnTo>
                  <a:lnTo>
                    <a:pt x="16738" y="18216"/>
                  </a:lnTo>
                  <a:lnTo>
                    <a:pt x="16181" y="23462"/>
                  </a:lnTo>
                  <a:lnTo>
                    <a:pt x="15283" y="25707"/>
                  </a:lnTo>
                  <a:lnTo>
                    <a:pt x="12689" y="27828"/>
                  </a:lnTo>
                  <a:lnTo>
                    <a:pt x="12407" y="22783"/>
                  </a:lnTo>
                  <a:lnTo>
                    <a:pt x="3766" y="23868"/>
                  </a:lnTo>
                  <a:lnTo>
                    <a:pt x="3179" y="26200"/>
                  </a:lnTo>
                  <a:lnTo>
                    <a:pt x="939" y="26496"/>
                  </a:lnTo>
                  <a:lnTo>
                    <a:pt x="0" y="23964"/>
                  </a:lnTo>
                  <a:lnTo>
                    <a:pt x="3063" y="16822"/>
                  </a:lnTo>
                  <a:lnTo>
                    <a:pt x="4443" y="9154"/>
                  </a:lnTo>
                  <a:lnTo>
                    <a:pt x="3475" y="2340"/>
                  </a:lnTo>
                  <a:lnTo>
                    <a:pt x="2948" y="1999"/>
                  </a:lnTo>
                  <a:lnTo>
                    <a:pt x="5332" y="901"/>
                  </a:lnTo>
                  <a:lnTo>
                    <a:pt x="8421" y="1577"/>
                  </a:lnTo>
                  <a:lnTo>
                    <a:pt x="1064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1" name="ph7451"/>
            <p:cNvSpPr/>
            <p:nvPr/>
          </p:nvSpPr>
          <p:spPr>
            <a:xfrm>
              <a:off x="10713890" y="2881243"/>
              <a:ext cx="21217" cy="24982"/>
            </a:xfrm>
            <a:custGeom>
              <a:avLst/>
              <a:pathLst>
                <a:path w="21217" h="24982">
                  <a:moveTo>
                    <a:pt x="4211" y="0"/>
                  </a:moveTo>
                  <a:lnTo>
                    <a:pt x="8393" y="3838"/>
                  </a:lnTo>
                  <a:lnTo>
                    <a:pt x="10785" y="4352"/>
                  </a:lnTo>
                  <a:lnTo>
                    <a:pt x="19129" y="10026"/>
                  </a:lnTo>
                  <a:lnTo>
                    <a:pt x="20907" y="11814"/>
                  </a:lnTo>
                  <a:lnTo>
                    <a:pt x="21217" y="14329"/>
                  </a:lnTo>
                  <a:lnTo>
                    <a:pt x="20141" y="16637"/>
                  </a:lnTo>
                  <a:lnTo>
                    <a:pt x="19882" y="20968"/>
                  </a:lnTo>
                  <a:lnTo>
                    <a:pt x="15297" y="23528"/>
                  </a:lnTo>
                  <a:lnTo>
                    <a:pt x="12904" y="22736"/>
                  </a:lnTo>
                  <a:lnTo>
                    <a:pt x="12197" y="24571"/>
                  </a:lnTo>
                  <a:lnTo>
                    <a:pt x="12902" y="24982"/>
                  </a:lnTo>
                  <a:lnTo>
                    <a:pt x="6990" y="23667"/>
                  </a:lnTo>
                  <a:lnTo>
                    <a:pt x="6721" y="22007"/>
                  </a:lnTo>
                  <a:lnTo>
                    <a:pt x="8049" y="16028"/>
                  </a:lnTo>
                  <a:lnTo>
                    <a:pt x="6499" y="15103"/>
                  </a:lnTo>
                  <a:lnTo>
                    <a:pt x="0" y="15706"/>
                  </a:lnTo>
                  <a:lnTo>
                    <a:pt x="440" y="10246"/>
                  </a:lnTo>
                  <a:lnTo>
                    <a:pt x="599" y="8041"/>
                  </a:lnTo>
                  <a:lnTo>
                    <a:pt x="3096" y="7571"/>
                  </a:lnTo>
                  <a:lnTo>
                    <a:pt x="5266" y="6087"/>
                  </a:lnTo>
                  <a:lnTo>
                    <a:pt x="1165" y="4294"/>
                  </a:lnTo>
                  <a:lnTo>
                    <a:pt x="3369" y="3410"/>
                  </a:lnTo>
                  <a:lnTo>
                    <a:pt x="4146" y="1287"/>
                  </a:lnTo>
                  <a:lnTo>
                    <a:pt x="3685" y="17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2" name="ph7452"/>
            <p:cNvSpPr/>
            <p:nvPr/>
          </p:nvSpPr>
          <p:spPr>
            <a:xfrm>
              <a:off x="10532278" y="2903988"/>
              <a:ext cx="27607" cy="35997"/>
            </a:xfrm>
            <a:custGeom>
              <a:avLst/>
              <a:pathLst>
                <a:path w="27607" h="35997">
                  <a:moveTo>
                    <a:pt x="23517" y="2538"/>
                  </a:moveTo>
                  <a:lnTo>
                    <a:pt x="24129" y="4389"/>
                  </a:lnTo>
                  <a:lnTo>
                    <a:pt x="27607" y="19245"/>
                  </a:lnTo>
                  <a:lnTo>
                    <a:pt x="24977" y="19255"/>
                  </a:lnTo>
                  <a:lnTo>
                    <a:pt x="18327" y="22645"/>
                  </a:lnTo>
                  <a:lnTo>
                    <a:pt x="18366" y="24879"/>
                  </a:lnTo>
                  <a:lnTo>
                    <a:pt x="16469" y="32828"/>
                  </a:lnTo>
                  <a:lnTo>
                    <a:pt x="13724" y="35736"/>
                  </a:lnTo>
                  <a:lnTo>
                    <a:pt x="11564" y="35997"/>
                  </a:lnTo>
                  <a:lnTo>
                    <a:pt x="11040" y="34764"/>
                  </a:lnTo>
                  <a:lnTo>
                    <a:pt x="7374" y="33939"/>
                  </a:lnTo>
                  <a:lnTo>
                    <a:pt x="4719" y="31939"/>
                  </a:lnTo>
                  <a:lnTo>
                    <a:pt x="2998" y="29608"/>
                  </a:lnTo>
                  <a:lnTo>
                    <a:pt x="2947" y="28542"/>
                  </a:lnTo>
                  <a:lnTo>
                    <a:pt x="4076" y="24367"/>
                  </a:lnTo>
                  <a:lnTo>
                    <a:pt x="1052" y="18961"/>
                  </a:lnTo>
                  <a:lnTo>
                    <a:pt x="0" y="14786"/>
                  </a:lnTo>
                  <a:lnTo>
                    <a:pt x="3091" y="10496"/>
                  </a:lnTo>
                  <a:lnTo>
                    <a:pt x="6909" y="11056"/>
                  </a:lnTo>
                  <a:lnTo>
                    <a:pt x="9055" y="10324"/>
                  </a:lnTo>
                  <a:lnTo>
                    <a:pt x="8650" y="6895"/>
                  </a:lnTo>
                  <a:lnTo>
                    <a:pt x="10018" y="434"/>
                  </a:lnTo>
                  <a:lnTo>
                    <a:pt x="15257" y="2324"/>
                  </a:lnTo>
                  <a:lnTo>
                    <a:pt x="16800" y="2040"/>
                  </a:lnTo>
                  <a:lnTo>
                    <a:pt x="17001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3" name="ph7453"/>
            <p:cNvSpPr/>
            <p:nvPr/>
          </p:nvSpPr>
          <p:spPr>
            <a:xfrm>
              <a:off x="10704464" y="2894888"/>
              <a:ext cx="17475" cy="14514"/>
            </a:xfrm>
            <a:custGeom>
              <a:avLst/>
              <a:pathLst>
                <a:path w="17475" h="14514">
                  <a:moveTo>
                    <a:pt x="6588" y="2026"/>
                  </a:moveTo>
                  <a:lnTo>
                    <a:pt x="9425" y="2061"/>
                  </a:lnTo>
                  <a:lnTo>
                    <a:pt x="15924" y="1458"/>
                  </a:lnTo>
                  <a:lnTo>
                    <a:pt x="17475" y="2384"/>
                  </a:lnTo>
                  <a:lnTo>
                    <a:pt x="16147" y="8362"/>
                  </a:lnTo>
                  <a:lnTo>
                    <a:pt x="16416" y="10022"/>
                  </a:lnTo>
                  <a:lnTo>
                    <a:pt x="12530" y="14001"/>
                  </a:lnTo>
                  <a:lnTo>
                    <a:pt x="5394" y="14514"/>
                  </a:lnTo>
                  <a:lnTo>
                    <a:pt x="3903" y="14058"/>
                  </a:lnTo>
                  <a:lnTo>
                    <a:pt x="0" y="14211"/>
                  </a:lnTo>
                  <a:lnTo>
                    <a:pt x="300" y="1620"/>
                  </a:lnTo>
                  <a:lnTo>
                    <a:pt x="779" y="759"/>
                  </a:lnTo>
                  <a:lnTo>
                    <a:pt x="273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4" name="ph7454"/>
            <p:cNvSpPr/>
            <p:nvPr/>
          </p:nvSpPr>
          <p:spPr>
            <a:xfrm>
              <a:off x="10625013" y="2965664"/>
              <a:ext cx="23492" cy="14499"/>
            </a:xfrm>
            <a:custGeom>
              <a:avLst/>
              <a:pathLst>
                <a:path w="23492" h="14499">
                  <a:moveTo>
                    <a:pt x="17928" y="0"/>
                  </a:moveTo>
                  <a:lnTo>
                    <a:pt x="18037" y="1024"/>
                  </a:lnTo>
                  <a:lnTo>
                    <a:pt x="19415" y="2281"/>
                  </a:lnTo>
                  <a:lnTo>
                    <a:pt x="21333" y="1994"/>
                  </a:lnTo>
                  <a:lnTo>
                    <a:pt x="23492" y="4544"/>
                  </a:lnTo>
                  <a:lnTo>
                    <a:pt x="20260" y="9274"/>
                  </a:lnTo>
                  <a:lnTo>
                    <a:pt x="15999" y="12365"/>
                  </a:lnTo>
                  <a:lnTo>
                    <a:pt x="12907" y="14323"/>
                  </a:lnTo>
                  <a:lnTo>
                    <a:pt x="10222" y="12911"/>
                  </a:lnTo>
                  <a:lnTo>
                    <a:pt x="8168" y="13125"/>
                  </a:lnTo>
                  <a:lnTo>
                    <a:pt x="6147" y="14499"/>
                  </a:lnTo>
                  <a:lnTo>
                    <a:pt x="3697" y="10306"/>
                  </a:lnTo>
                  <a:lnTo>
                    <a:pt x="0" y="6320"/>
                  </a:lnTo>
                  <a:lnTo>
                    <a:pt x="590" y="3949"/>
                  </a:lnTo>
                  <a:lnTo>
                    <a:pt x="2944" y="1904"/>
                  </a:lnTo>
                  <a:lnTo>
                    <a:pt x="4893" y="1759"/>
                  </a:lnTo>
                  <a:lnTo>
                    <a:pt x="6697" y="864"/>
                  </a:lnTo>
                  <a:lnTo>
                    <a:pt x="7893" y="243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5" name="ph7455"/>
            <p:cNvSpPr/>
            <p:nvPr/>
          </p:nvSpPr>
          <p:spPr>
            <a:xfrm>
              <a:off x="10575134" y="2850441"/>
              <a:ext cx="22889" cy="19740"/>
            </a:xfrm>
            <a:custGeom>
              <a:avLst/>
              <a:pathLst>
                <a:path w="22889" h="19740">
                  <a:moveTo>
                    <a:pt x="16082" y="0"/>
                  </a:moveTo>
                  <a:lnTo>
                    <a:pt x="13291" y="3896"/>
                  </a:lnTo>
                  <a:lnTo>
                    <a:pt x="14485" y="8830"/>
                  </a:lnTo>
                  <a:lnTo>
                    <a:pt x="18818" y="8632"/>
                  </a:lnTo>
                  <a:lnTo>
                    <a:pt x="21085" y="9703"/>
                  </a:lnTo>
                  <a:lnTo>
                    <a:pt x="22889" y="14496"/>
                  </a:lnTo>
                  <a:lnTo>
                    <a:pt x="22454" y="15885"/>
                  </a:lnTo>
                  <a:lnTo>
                    <a:pt x="17455" y="18682"/>
                  </a:lnTo>
                  <a:lnTo>
                    <a:pt x="11268" y="19740"/>
                  </a:lnTo>
                  <a:lnTo>
                    <a:pt x="8719" y="18140"/>
                  </a:lnTo>
                  <a:lnTo>
                    <a:pt x="6685" y="15445"/>
                  </a:lnTo>
                  <a:lnTo>
                    <a:pt x="0" y="15768"/>
                  </a:lnTo>
                  <a:lnTo>
                    <a:pt x="39" y="10014"/>
                  </a:lnTo>
                  <a:lnTo>
                    <a:pt x="733" y="6953"/>
                  </a:lnTo>
                  <a:lnTo>
                    <a:pt x="3477" y="4998"/>
                  </a:lnTo>
                  <a:lnTo>
                    <a:pt x="7815" y="4435"/>
                  </a:lnTo>
                  <a:lnTo>
                    <a:pt x="8114" y="3056"/>
                  </a:lnTo>
                  <a:lnTo>
                    <a:pt x="10539" y="226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6" name="ph7456"/>
            <p:cNvSpPr/>
            <p:nvPr/>
          </p:nvSpPr>
          <p:spPr>
            <a:xfrm>
              <a:off x="10742057" y="2909442"/>
              <a:ext cx="21780" cy="30570"/>
            </a:xfrm>
            <a:custGeom>
              <a:avLst/>
              <a:pathLst>
                <a:path w="21780" h="30570">
                  <a:moveTo>
                    <a:pt x="12899" y="2131"/>
                  </a:moveTo>
                  <a:lnTo>
                    <a:pt x="14904" y="5804"/>
                  </a:lnTo>
                  <a:lnTo>
                    <a:pt x="20815" y="12837"/>
                  </a:lnTo>
                  <a:lnTo>
                    <a:pt x="19697" y="14868"/>
                  </a:lnTo>
                  <a:lnTo>
                    <a:pt x="17708" y="16149"/>
                  </a:lnTo>
                  <a:lnTo>
                    <a:pt x="16806" y="19326"/>
                  </a:lnTo>
                  <a:lnTo>
                    <a:pt x="17527" y="22878"/>
                  </a:lnTo>
                  <a:lnTo>
                    <a:pt x="19504" y="24667"/>
                  </a:lnTo>
                  <a:lnTo>
                    <a:pt x="21780" y="29717"/>
                  </a:lnTo>
                  <a:lnTo>
                    <a:pt x="19255" y="30570"/>
                  </a:lnTo>
                  <a:lnTo>
                    <a:pt x="16824" y="29500"/>
                  </a:lnTo>
                  <a:lnTo>
                    <a:pt x="13725" y="29356"/>
                  </a:lnTo>
                  <a:lnTo>
                    <a:pt x="12767" y="29919"/>
                  </a:lnTo>
                  <a:lnTo>
                    <a:pt x="12378" y="27537"/>
                  </a:lnTo>
                  <a:lnTo>
                    <a:pt x="9640" y="23465"/>
                  </a:lnTo>
                  <a:lnTo>
                    <a:pt x="8375" y="22596"/>
                  </a:lnTo>
                  <a:lnTo>
                    <a:pt x="7469" y="14341"/>
                  </a:lnTo>
                  <a:lnTo>
                    <a:pt x="8992" y="9516"/>
                  </a:lnTo>
                  <a:lnTo>
                    <a:pt x="6753" y="8645"/>
                  </a:lnTo>
                  <a:lnTo>
                    <a:pt x="3618" y="2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7" name="ph7457"/>
            <p:cNvSpPr/>
            <p:nvPr/>
          </p:nvSpPr>
          <p:spPr>
            <a:xfrm>
              <a:off x="10623952" y="2865842"/>
              <a:ext cx="25458" cy="30854"/>
            </a:xfrm>
            <a:custGeom>
              <a:avLst/>
              <a:pathLst>
                <a:path w="25458" h="30854">
                  <a:moveTo>
                    <a:pt x="20965" y="1906"/>
                  </a:moveTo>
                  <a:lnTo>
                    <a:pt x="20380" y="2719"/>
                  </a:lnTo>
                  <a:lnTo>
                    <a:pt x="23561" y="1407"/>
                  </a:lnTo>
                  <a:lnTo>
                    <a:pt x="25139" y="3710"/>
                  </a:lnTo>
                  <a:lnTo>
                    <a:pt x="25458" y="7299"/>
                  </a:lnTo>
                  <a:lnTo>
                    <a:pt x="23240" y="8277"/>
                  </a:lnTo>
                  <a:lnTo>
                    <a:pt x="20927" y="11789"/>
                  </a:lnTo>
                  <a:lnTo>
                    <a:pt x="21817" y="13785"/>
                  </a:lnTo>
                  <a:lnTo>
                    <a:pt x="20457" y="15208"/>
                  </a:lnTo>
                  <a:lnTo>
                    <a:pt x="16476" y="23765"/>
                  </a:lnTo>
                  <a:lnTo>
                    <a:pt x="12415" y="27766"/>
                  </a:lnTo>
                  <a:lnTo>
                    <a:pt x="11157" y="30854"/>
                  </a:lnTo>
                  <a:lnTo>
                    <a:pt x="8329" y="30624"/>
                  </a:lnTo>
                  <a:lnTo>
                    <a:pt x="3341" y="22459"/>
                  </a:lnTo>
                  <a:lnTo>
                    <a:pt x="0" y="20339"/>
                  </a:lnTo>
                  <a:lnTo>
                    <a:pt x="4168" y="15788"/>
                  </a:lnTo>
                  <a:lnTo>
                    <a:pt x="3580" y="13791"/>
                  </a:lnTo>
                  <a:lnTo>
                    <a:pt x="5448" y="11624"/>
                  </a:lnTo>
                  <a:lnTo>
                    <a:pt x="3651" y="8041"/>
                  </a:lnTo>
                  <a:lnTo>
                    <a:pt x="4034" y="4957"/>
                  </a:lnTo>
                  <a:lnTo>
                    <a:pt x="5643" y="5087"/>
                  </a:lnTo>
                  <a:lnTo>
                    <a:pt x="6709" y="3735"/>
                  </a:lnTo>
                  <a:lnTo>
                    <a:pt x="7956" y="3469"/>
                  </a:lnTo>
                  <a:lnTo>
                    <a:pt x="8829" y="6093"/>
                  </a:lnTo>
                  <a:lnTo>
                    <a:pt x="10264" y="3613"/>
                  </a:lnTo>
                  <a:lnTo>
                    <a:pt x="14446" y="2784"/>
                  </a:lnTo>
                  <a:lnTo>
                    <a:pt x="1926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8" name="ph7458"/>
            <p:cNvSpPr/>
            <p:nvPr/>
          </p:nvSpPr>
          <p:spPr>
            <a:xfrm>
              <a:off x="10726154" y="2916390"/>
              <a:ext cx="20943" cy="30511"/>
            </a:xfrm>
            <a:custGeom>
              <a:avLst/>
              <a:pathLst>
                <a:path w="20943" h="30511">
                  <a:moveTo>
                    <a:pt x="6782" y="1651"/>
                  </a:moveTo>
                  <a:lnTo>
                    <a:pt x="10039" y="420"/>
                  </a:lnTo>
                  <a:lnTo>
                    <a:pt x="10973" y="1119"/>
                  </a:lnTo>
                  <a:lnTo>
                    <a:pt x="11666" y="6163"/>
                  </a:lnTo>
                  <a:lnTo>
                    <a:pt x="17932" y="10448"/>
                  </a:lnTo>
                  <a:lnTo>
                    <a:pt x="18138" y="12539"/>
                  </a:lnTo>
                  <a:lnTo>
                    <a:pt x="19942" y="15030"/>
                  </a:lnTo>
                  <a:lnTo>
                    <a:pt x="20943" y="20309"/>
                  </a:lnTo>
                  <a:lnTo>
                    <a:pt x="12362" y="28156"/>
                  </a:lnTo>
                  <a:lnTo>
                    <a:pt x="7742" y="30511"/>
                  </a:lnTo>
                  <a:lnTo>
                    <a:pt x="4646" y="28337"/>
                  </a:lnTo>
                  <a:lnTo>
                    <a:pt x="3969" y="26687"/>
                  </a:lnTo>
                  <a:lnTo>
                    <a:pt x="5736" y="26488"/>
                  </a:lnTo>
                  <a:lnTo>
                    <a:pt x="5568" y="22671"/>
                  </a:lnTo>
                  <a:lnTo>
                    <a:pt x="2592" y="19305"/>
                  </a:lnTo>
                  <a:lnTo>
                    <a:pt x="0" y="14265"/>
                  </a:lnTo>
                  <a:lnTo>
                    <a:pt x="523" y="10299"/>
                  </a:lnTo>
                  <a:lnTo>
                    <a:pt x="1762" y="8688"/>
                  </a:lnTo>
                  <a:lnTo>
                    <a:pt x="1117" y="6897"/>
                  </a:lnTo>
                  <a:lnTo>
                    <a:pt x="3168" y="5328"/>
                  </a:lnTo>
                  <a:lnTo>
                    <a:pt x="3886" y="2788"/>
                  </a:lnTo>
                  <a:lnTo>
                    <a:pt x="319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9" name="ph7459"/>
            <p:cNvSpPr/>
            <p:nvPr/>
          </p:nvSpPr>
          <p:spPr>
            <a:xfrm>
              <a:off x="10643222" y="2953478"/>
              <a:ext cx="36528" cy="24132"/>
            </a:xfrm>
            <a:custGeom>
              <a:avLst/>
              <a:pathLst>
                <a:path w="36528" h="24132">
                  <a:moveTo>
                    <a:pt x="8729" y="495"/>
                  </a:moveTo>
                  <a:lnTo>
                    <a:pt x="13440" y="3623"/>
                  </a:lnTo>
                  <a:lnTo>
                    <a:pt x="19797" y="5533"/>
                  </a:lnTo>
                  <a:lnTo>
                    <a:pt x="22417" y="4888"/>
                  </a:lnTo>
                  <a:lnTo>
                    <a:pt x="30272" y="6751"/>
                  </a:lnTo>
                  <a:lnTo>
                    <a:pt x="36528" y="9376"/>
                  </a:lnTo>
                  <a:lnTo>
                    <a:pt x="30270" y="19171"/>
                  </a:lnTo>
                  <a:lnTo>
                    <a:pt x="29113" y="22628"/>
                  </a:lnTo>
                  <a:lnTo>
                    <a:pt x="26273" y="23075"/>
                  </a:lnTo>
                  <a:lnTo>
                    <a:pt x="23597" y="22334"/>
                  </a:lnTo>
                  <a:lnTo>
                    <a:pt x="14805" y="22448"/>
                  </a:lnTo>
                  <a:lnTo>
                    <a:pt x="9020" y="24132"/>
                  </a:lnTo>
                  <a:lnTo>
                    <a:pt x="2051" y="21460"/>
                  </a:lnTo>
                  <a:lnTo>
                    <a:pt x="5284" y="16730"/>
                  </a:lnTo>
                  <a:lnTo>
                    <a:pt x="3124" y="14180"/>
                  </a:lnTo>
                  <a:lnTo>
                    <a:pt x="3030" y="10252"/>
                  </a:lnTo>
                  <a:lnTo>
                    <a:pt x="756" y="8542"/>
                  </a:lnTo>
                  <a:lnTo>
                    <a:pt x="0" y="7198"/>
                  </a:lnTo>
                  <a:lnTo>
                    <a:pt x="373" y="5917"/>
                  </a:lnTo>
                  <a:lnTo>
                    <a:pt x="3919" y="2752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0" name="ph7460"/>
            <p:cNvSpPr/>
            <p:nvPr/>
          </p:nvSpPr>
          <p:spPr>
            <a:xfrm>
              <a:off x="10722283" y="2881449"/>
              <a:ext cx="18533" cy="16334"/>
            </a:xfrm>
            <a:custGeom>
              <a:avLst/>
              <a:pathLst>
                <a:path w="18533" h="16334">
                  <a:moveTo>
                    <a:pt x="10291" y="0"/>
                  </a:moveTo>
                  <a:lnTo>
                    <a:pt x="13508" y="1062"/>
                  </a:lnTo>
                  <a:lnTo>
                    <a:pt x="15667" y="3075"/>
                  </a:lnTo>
                  <a:lnTo>
                    <a:pt x="13290" y="5327"/>
                  </a:lnTo>
                  <a:lnTo>
                    <a:pt x="13441" y="6272"/>
                  </a:lnTo>
                  <a:lnTo>
                    <a:pt x="14304" y="7439"/>
                  </a:lnTo>
                  <a:lnTo>
                    <a:pt x="17040" y="7950"/>
                  </a:lnTo>
                  <a:lnTo>
                    <a:pt x="18533" y="9387"/>
                  </a:lnTo>
                  <a:lnTo>
                    <a:pt x="18242" y="10118"/>
                  </a:lnTo>
                  <a:lnTo>
                    <a:pt x="16846" y="10430"/>
                  </a:lnTo>
                  <a:lnTo>
                    <a:pt x="14413" y="14738"/>
                  </a:lnTo>
                  <a:lnTo>
                    <a:pt x="14592" y="16334"/>
                  </a:lnTo>
                  <a:lnTo>
                    <a:pt x="12823" y="14123"/>
                  </a:lnTo>
                  <a:lnTo>
                    <a:pt x="12514" y="11608"/>
                  </a:lnTo>
                  <a:lnTo>
                    <a:pt x="10735" y="9820"/>
                  </a:lnTo>
                  <a:lnTo>
                    <a:pt x="2391" y="4146"/>
                  </a:lnTo>
                  <a:lnTo>
                    <a:pt x="0" y="3632"/>
                  </a:lnTo>
                  <a:lnTo>
                    <a:pt x="5808" y="955"/>
                  </a:lnTo>
                  <a:lnTo>
                    <a:pt x="6410" y="29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1" name="ph7461"/>
            <p:cNvSpPr/>
            <p:nvPr/>
          </p:nvSpPr>
          <p:spPr>
            <a:xfrm>
              <a:off x="10558467" y="2914832"/>
              <a:ext cx="36848" cy="35843"/>
            </a:xfrm>
            <a:custGeom>
              <a:avLst/>
              <a:pathLst>
                <a:path w="36848" h="35843">
                  <a:moveTo>
                    <a:pt x="23924" y="328"/>
                  </a:moveTo>
                  <a:lnTo>
                    <a:pt x="26335" y="5634"/>
                  </a:lnTo>
                  <a:lnTo>
                    <a:pt x="27793" y="7064"/>
                  </a:lnTo>
                  <a:lnTo>
                    <a:pt x="33090" y="5242"/>
                  </a:lnTo>
                  <a:lnTo>
                    <a:pt x="34566" y="1864"/>
                  </a:lnTo>
                  <a:lnTo>
                    <a:pt x="35094" y="2206"/>
                  </a:lnTo>
                  <a:lnTo>
                    <a:pt x="36062" y="9020"/>
                  </a:lnTo>
                  <a:lnTo>
                    <a:pt x="34682" y="16688"/>
                  </a:lnTo>
                  <a:lnTo>
                    <a:pt x="31618" y="23830"/>
                  </a:lnTo>
                  <a:lnTo>
                    <a:pt x="32557" y="26361"/>
                  </a:lnTo>
                  <a:lnTo>
                    <a:pt x="34797" y="26066"/>
                  </a:lnTo>
                  <a:lnTo>
                    <a:pt x="36848" y="27327"/>
                  </a:lnTo>
                  <a:lnTo>
                    <a:pt x="36435" y="29867"/>
                  </a:lnTo>
                  <a:lnTo>
                    <a:pt x="33860" y="30607"/>
                  </a:lnTo>
                  <a:lnTo>
                    <a:pt x="28296" y="28890"/>
                  </a:lnTo>
                  <a:lnTo>
                    <a:pt x="22058" y="28211"/>
                  </a:lnTo>
                  <a:lnTo>
                    <a:pt x="16515" y="27592"/>
                  </a:lnTo>
                  <a:lnTo>
                    <a:pt x="9409" y="29982"/>
                  </a:lnTo>
                  <a:lnTo>
                    <a:pt x="3049" y="33776"/>
                  </a:lnTo>
                  <a:lnTo>
                    <a:pt x="1442" y="35146"/>
                  </a:lnTo>
                  <a:lnTo>
                    <a:pt x="1600" y="35843"/>
                  </a:lnTo>
                  <a:lnTo>
                    <a:pt x="427" y="33798"/>
                  </a:lnTo>
                  <a:lnTo>
                    <a:pt x="1082" y="31954"/>
                  </a:lnTo>
                  <a:lnTo>
                    <a:pt x="0" y="30054"/>
                  </a:lnTo>
                  <a:lnTo>
                    <a:pt x="221" y="26299"/>
                  </a:lnTo>
                  <a:lnTo>
                    <a:pt x="2896" y="23852"/>
                  </a:lnTo>
                  <a:lnTo>
                    <a:pt x="15386" y="22796"/>
                  </a:lnTo>
                  <a:lnTo>
                    <a:pt x="14443" y="19416"/>
                  </a:lnTo>
                  <a:lnTo>
                    <a:pt x="14629" y="16180"/>
                  </a:lnTo>
                  <a:lnTo>
                    <a:pt x="16247" y="12122"/>
                  </a:lnTo>
                  <a:lnTo>
                    <a:pt x="18960" y="10402"/>
                  </a:lnTo>
                  <a:lnTo>
                    <a:pt x="20457" y="6689"/>
                  </a:lnTo>
                  <a:lnTo>
                    <a:pt x="21369" y="3251"/>
                  </a:lnTo>
                  <a:lnTo>
                    <a:pt x="20095" y="973"/>
                  </a:lnTo>
                  <a:lnTo>
                    <a:pt x="2230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2" name="ph7462"/>
            <p:cNvSpPr/>
            <p:nvPr/>
          </p:nvSpPr>
          <p:spPr>
            <a:xfrm>
              <a:off x="10527463" y="2881281"/>
              <a:ext cx="22078" cy="10823"/>
            </a:xfrm>
            <a:custGeom>
              <a:avLst/>
              <a:pathLst>
                <a:path w="22078" h="10823">
                  <a:moveTo>
                    <a:pt x="17851" y="0"/>
                  </a:moveTo>
                  <a:lnTo>
                    <a:pt x="21333" y="1247"/>
                  </a:lnTo>
                  <a:lnTo>
                    <a:pt x="22078" y="5303"/>
                  </a:lnTo>
                  <a:lnTo>
                    <a:pt x="18921" y="5134"/>
                  </a:lnTo>
                  <a:lnTo>
                    <a:pt x="16563" y="6499"/>
                  </a:lnTo>
                  <a:lnTo>
                    <a:pt x="16475" y="10480"/>
                  </a:lnTo>
                  <a:lnTo>
                    <a:pt x="14902" y="10823"/>
                  </a:lnTo>
                  <a:lnTo>
                    <a:pt x="3904" y="7262"/>
                  </a:lnTo>
                  <a:lnTo>
                    <a:pt x="153" y="7524"/>
                  </a:lnTo>
                  <a:lnTo>
                    <a:pt x="0" y="5074"/>
                  </a:lnTo>
                  <a:lnTo>
                    <a:pt x="1850" y="401"/>
                  </a:lnTo>
                  <a:lnTo>
                    <a:pt x="7857" y="1307"/>
                  </a:lnTo>
                  <a:lnTo>
                    <a:pt x="9325" y="1107"/>
                  </a:lnTo>
                  <a:lnTo>
                    <a:pt x="9346" y="58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3" name="ph7463"/>
            <p:cNvSpPr/>
            <p:nvPr/>
          </p:nvSpPr>
          <p:spPr>
            <a:xfrm>
              <a:off x="10614414" y="2978592"/>
              <a:ext cx="20593" cy="29264"/>
            </a:xfrm>
            <a:custGeom>
              <a:avLst/>
              <a:pathLst>
                <a:path w="20593" h="29264">
                  <a:moveTo>
                    <a:pt x="6126" y="648"/>
                  </a:moveTo>
                  <a:lnTo>
                    <a:pt x="10432" y="2983"/>
                  </a:lnTo>
                  <a:lnTo>
                    <a:pt x="12978" y="3093"/>
                  </a:lnTo>
                  <a:lnTo>
                    <a:pt x="15907" y="2113"/>
                  </a:lnTo>
                  <a:lnTo>
                    <a:pt x="20593" y="7752"/>
                  </a:lnTo>
                  <a:lnTo>
                    <a:pt x="17796" y="14682"/>
                  </a:lnTo>
                  <a:lnTo>
                    <a:pt x="15457" y="15801"/>
                  </a:lnTo>
                  <a:lnTo>
                    <a:pt x="18183" y="22396"/>
                  </a:lnTo>
                  <a:lnTo>
                    <a:pt x="19631" y="24385"/>
                  </a:lnTo>
                  <a:lnTo>
                    <a:pt x="14174" y="26888"/>
                  </a:lnTo>
                  <a:lnTo>
                    <a:pt x="9400" y="26019"/>
                  </a:lnTo>
                  <a:lnTo>
                    <a:pt x="6513" y="26442"/>
                  </a:lnTo>
                  <a:lnTo>
                    <a:pt x="5030" y="29264"/>
                  </a:lnTo>
                  <a:lnTo>
                    <a:pt x="2921" y="26765"/>
                  </a:lnTo>
                  <a:lnTo>
                    <a:pt x="2257" y="21184"/>
                  </a:lnTo>
                  <a:lnTo>
                    <a:pt x="504" y="20094"/>
                  </a:lnTo>
                  <a:lnTo>
                    <a:pt x="0" y="11072"/>
                  </a:lnTo>
                  <a:lnTo>
                    <a:pt x="707" y="4497"/>
                  </a:lnTo>
                  <a:lnTo>
                    <a:pt x="1376" y="4546"/>
                  </a:lnTo>
                  <a:lnTo>
                    <a:pt x="1893" y="3055"/>
                  </a:lnTo>
                  <a:lnTo>
                    <a:pt x="981" y="637"/>
                  </a:lnTo>
                  <a:lnTo>
                    <a:pt x="23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4" name="ph7464"/>
            <p:cNvSpPr/>
            <p:nvPr/>
          </p:nvSpPr>
          <p:spPr>
            <a:xfrm>
              <a:off x="10598804" y="3002840"/>
              <a:ext cx="69774" cy="53658"/>
            </a:xfrm>
            <a:custGeom>
              <a:avLst/>
              <a:pathLst>
                <a:path w="69774" h="53658">
                  <a:moveTo>
                    <a:pt x="39360" y="0"/>
                  </a:moveTo>
                  <a:lnTo>
                    <a:pt x="41361" y="1367"/>
                  </a:lnTo>
                  <a:lnTo>
                    <a:pt x="42849" y="5367"/>
                  </a:lnTo>
                  <a:lnTo>
                    <a:pt x="46929" y="3637"/>
                  </a:lnTo>
                  <a:lnTo>
                    <a:pt x="60133" y="13538"/>
                  </a:lnTo>
                  <a:lnTo>
                    <a:pt x="66752" y="11794"/>
                  </a:lnTo>
                  <a:lnTo>
                    <a:pt x="69774" y="14315"/>
                  </a:lnTo>
                  <a:lnTo>
                    <a:pt x="67600" y="15569"/>
                  </a:lnTo>
                  <a:lnTo>
                    <a:pt x="68308" y="19623"/>
                  </a:lnTo>
                  <a:lnTo>
                    <a:pt x="67350" y="25210"/>
                  </a:lnTo>
                  <a:lnTo>
                    <a:pt x="65710" y="27291"/>
                  </a:lnTo>
                  <a:lnTo>
                    <a:pt x="63162" y="27952"/>
                  </a:lnTo>
                  <a:lnTo>
                    <a:pt x="60269" y="30546"/>
                  </a:lnTo>
                  <a:lnTo>
                    <a:pt x="59208" y="33193"/>
                  </a:lnTo>
                  <a:lnTo>
                    <a:pt x="58996" y="37377"/>
                  </a:lnTo>
                  <a:lnTo>
                    <a:pt x="56381" y="40114"/>
                  </a:lnTo>
                  <a:lnTo>
                    <a:pt x="54263" y="38559"/>
                  </a:lnTo>
                  <a:lnTo>
                    <a:pt x="51753" y="39229"/>
                  </a:lnTo>
                  <a:lnTo>
                    <a:pt x="51192" y="42174"/>
                  </a:lnTo>
                  <a:lnTo>
                    <a:pt x="49586" y="44162"/>
                  </a:lnTo>
                  <a:lnTo>
                    <a:pt x="42250" y="52218"/>
                  </a:lnTo>
                  <a:lnTo>
                    <a:pt x="39494" y="53658"/>
                  </a:lnTo>
                  <a:lnTo>
                    <a:pt x="34994" y="52539"/>
                  </a:lnTo>
                  <a:lnTo>
                    <a:pt x="30909" y="49762"/>
                  </a:lnTo>
                  <a:lnTo>
                    <a:pt x="22226" y="53458"/>
                  </a:lnTo>
                  <a:lnTo>
                    <a:pt x="16586" y="49389"/>
                  </a:lnTo>
                  <a:lnTo>
                    <a:pt x="14984" y="46106"/>
                  </a:lnTo>
                  <a:lnTo>
                    <a:pt x="5214" y="47154"/>
                  </a:lnTo>
                  <a:lnTo>
                    <a:pt x="4118" y="43660"/>
                  </a:lnTo>
                  <a:lnTo>
                    <a:pt x="2508" y="42794"/>
                  </a:lnTo>
                  <a:lnTo>
                    <a:pt x="850" y="38572"/>
                  </a:lnTo>
                  <a:lnTo>
                    <a:pt x="348" y="36637"/>
                  </a:lnTo>
                  <a:lnTo>
                    <a:pt x="1718" y="34572"/>
                  </a:lnTo>
                  <a:lnTo>
                    <a:pt x="1165" y="31420"/>
                  </a:lnTo>
                  <a:lnTo>
                    <a:pt x="0" y="29786"/>
                  </a:lnTo>
                  <a:lnTo>
                    <a:pt x="3494" y="25180"/>
                  </a:lnTo>
                  <a:lnTo>
                    <a:pt x="7099" y="25189"/>
                  </a:lnTo>
                  <a:lnTo>
                    <a:pt x="7762" y="24855"/>
                  </a:lnTo>
                  <a:lnTo>
                    <a:pt x="14568" y="28684"/>
                  </a:lnTo>
                  <a:lnTo>
                    <a:pt x="18171" y="29244"/>
                  </a:lnTo>
                  <a:lnTo>
                    <a:pt x="18790" y="27201"/>
                  </a:lnTo>
                  <a:lnTo>
                    <a:pt x="17460" y="20272"/>
                  </a:lnTo>
                  <a:lnTo>
                    <a:pt x="19025" y="18126"/>
                  </a:lnTo>
                  <a:lnTo>
                    <a:pt x="19683" y="5641"/>
                  </a:lnTo>
                  <a:lnTo>
                    <a:pt x="20641" y="5016"/>
                  </a:lnTo>
                  <a:lnTo>
                    <a:pt x="22123" y="2194"/>
                  </a:lnTo>
                  <a:lnTo>
                    <a:pt x="25011" y="1771"/>
                  </a:lnTo>
                  <a:lnTo>
                    <a:pt x="29785" y="2640"/>
                  </a:lnTo>
                  <a:lnTo>
                    <a:pt x="35242" y="138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5" name="ph7465"/>
            <p:cNvSpPr/>
            <p:nvPr/>
          </p:nvSpPr>
          <p:spPr>
            <a:xfrm>
              <a:off x="10696489" y="2888109"/>
              <a:ext cx="17841" cy="10244"/>
            </a:xfrm>
            <a:custGeom>
              <a:avLst/>
              <a:pathLst>
                <a:path w="17841" h="10244">
                  <a:moveTo>
                    <a:pt x="7853" y="0"/>
                  </a:moveTo>
                  <a:lnTo>
                    <a:pt x="9480" y="804"/>
                  </a:lnTo>
                  <a:lnTo>
                    <a:pt x="13854" y="439"/>
                  </a:lnTo>
                  <a:lnTo>
                    <a:pt x="15825" y="2777"/>
                  </a:lnTo>
                  <a:lnTo>
                    <a:pt x="17841" y="3381"/>
                  </a:lnTo>
                  <a:lnTo>
                    <a:pt x="17400" y="8840"/>
                  </a:lnTo>
                  <a:lnTo>
                    <a:pt x="14562" y="8804"/>
                  </a:lnTo>
                  <a:lnTo>
                    <a:pt x="10709" y="6778"/>
                  </a:lnTo>
                  <a:lnTo>
                    <a:pt x="8754" y="7538"/>
                  </a:lnTo>
                  <a:lnTo>
                    <a:pt x="8275" y="8399"/>
                  </a:lnTo>
                  <a:lnTo>
                    <a:pt x="6428" y="7693"/>
                  </a:lnTo>
                  <a:lnTo>
                    <a:pt x="4966" y="10244"/>
                  </a:lnTo>
                  <a:lnTo>
                    <a:pt x="0" y="8199"/>
                  </a:lnTo>
                  <a:lnTo>
                    <a:pt x="3433" y="6207"/>
                  </a:lnTo>
                  <a:lnTo>
                    <a:pt x="2758" y="2820"/>
                  </a:lnTo>
                  <a:lnTo>
                    <a:pt x="3734" y="50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6" name="ph7466"/>
            <p:cNvSpPr/>
            <p:nvPr/>
          </p:nvSpPr>
          <p:spPr>
            <a:xfrm>
              <a:off x="10669334" y="2897650"/>
              <a:ext cx="21024" cy="18718"/>
            </a:xfrm>
            <a:custGeom>
              <a:avLst/>
              <a:pathLst>
                <a:path w="21024" h="18718">
                  <a:moveTo>
                    <a:pt x="21024" y="5379"/>
                  </a:moveTo>
                  <a:lnTo>
                    <a:pt x="18199" y="11014"/>
                  </a:lnTo>
                  <a:lnTo>
                    <a:pt x="19874" y="15981"/>
                  </a:lnTo>
                  <a:lnTo>
                    <a:pt x="15230" y="16357"/>
                  </a:lnTo>
                  <a:lnTo>
                    <a:pt x="13990" y="18718"/>
                  </a:lnTo>
                  <a:lnTo>
                    <a:pt x="11887" y="18327"/>
                  </a:lnTo>
                  <a:lnTo>
                    <a:pt x="12196" y="15006"/>
                  </a:lnTo>
                  <a:lnTo>
                    <a:pt x="10379" y="11333"/>
                  </a:lnTo>
                  <a:lnTo>
                    <a:pt x="2749" y="10295"/>
                  </a:lnTo>
                  <a:lnTo>
                    <a:pt x="418" y="8938"/>
                  </a:lnTo>
                  <a:lnTo>
                    <a:pt x="711" y="6992"/>
                  </a:lnTo>
                  <a:lnTo>
                    <a:pt x="0" y="3576"/>
                  </a:lnTo>
                  <a:lnTo>
                    <a:pt x="2527" y="2062"/>
                  </a:lnTo>
                  <a:lnTo>
                    <a:pt x="6224" y="1060"/>
                  </a:lnTo>
                  <a:lnTo>
                    <a:pt x="7866" y="2136"/>
                  </a:lnTo>
                  <a:lnTo>
                    <a:pt x="10774" y="2021"/>
                  </a:lnTo>
                  <a:lnTo>
                    <a:pt x="1952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7" name="ph7467"/>
            <p:cNvSpPr/>
            <p:nvPr/>
          </p:nvSpPr>
          <p:spPr>
            <a:xfrm>
              <a:off x="10683212" y="3026217"/>
              <a:ext cx="75212" cy="51114"/>
            </a:xfrm>
            <a:custGeom>
              <a:avLst/>
              <a:pathLst>
                <a:path w="75212" h="51114">
                  <a:moveTo>
                    <a:pt x="50216" y="2215"/>
                  </a:moveTo>
                  <a:lnTo>
                    <a:pt x="52018" y="6155"/>
                  </a:lnTo>
                  <a:lnTo>
                    <a:pt x="54912" y="6849"/>
                  </a:lnTo>
                  <a:lnTo>
                    <a:pt x="57977" y="3145"/>
                  </a:lnTo>
                  <a:lnTo>
                    <a:pt x="60702" y="2952"/>
                  </a:lnTo>
                  <a:lnTo>
                    <a:pt x="61486" y="3465"/>
                  </a:lnTo>
                  <a:lnTo>
                    <a:pt x="66236" y="2872"/>
                  </a:lnTo>
                  <a:lnTo>
                    <a:pt x="67339" y="1620"/>
                  </a:lnTo>
                  <a:lnTo>
                    <a:pt x="72221" y="6374"/>
                  </a:lnTo>
                  <a:lnTo>
                    <a:pt x="71583" y="9554"/>
                  </a:lnTo>
                  <a:lnTo>
                    <a:pt x="72718" y="12715"/>
                  </a:lnTo>
                  <a:lnTo>
                    <a:pt x="73076" y="16683"/>
                  </a:lnTo>
                  <a:lnTo>
                    <a:pt x="71844" y="23371"/>
                  </a:lnTo>
                  <a:lnTo>
                    <a:pt x="72611" y="29619"/>
                  </a:lnTo>
                  <a:lnTo>
                    <a:pt x="74769" y="36983"/>
                  </a:lnTo>
                  <a:lnTo>
                    <a:pt x="73708" y="43473"/>
                  </a:lnTo>
                  <a:lnTo>
                    <a:pt x="75212" y="47629"/>
                  </a:lnTo>
                  <a:lnTo>
                    <a:pt x="73721" y="47790"/>
                  </a:lnTo>
                  <a:lnTo>
                    <a:pt x="68671" y="46368"/>
                  </a:lnTo>
                  <a:lnTo>
                    <a:pt x="64937" y="49546"/>
                  </a:lnTo>
                  <a:lnTo>
                    <a:pt x="64288" y="51114"/>
                  </a:lnTo>
                  <a:lnTo>
                    <a:pt x="59242" y="50996"/>
                  </a:lnTo>
                  <a:lnTo>
                    <a:pt x="57130" y="46075"/>
                  </a:lnTo>
                  <a:lnTo>
                    <a:pt x="53776" y="41418"/>
                  </a:lnTo>
                  <a:lnTo>
                    <a:pt x="50878" y="41608"/>
                  </a:lnTo>
                  <a:lnTo>
                    <a:pt x="45127" y="44066"/>
                  </a:lnTo>
                  <a:lnTo>
                    <a:pt x="32869" y="41698"/>
                  </a:lnTo>
                  <a:lnTo>
                    <a:pt x="31086" y="40511"/>
                  </a:lnTo>
                  <a:lnTo>
                    <a:pt x="22477" y="40196"/>
                  </a:lnTo>
                  <a:lnTo>
                    <a:pt x="14035" y="42527"/>
                  </a:lnTo>
                  <a:lnTo>
                    <a:pt x="5384" y="45975"/>
                  </a:lnTo>
                  <a:lnTo>
                    <a:pt x="468" y="46132"/>
                  </a:lnTo>
                  <a:lnTo>
                    <a:pt x="0" y="43332"/>
                  </a:lnTo>
                  <a:lnTo>
                    <a:pt x="2808" y="39962"/>
                  </a:lnTo>
                  <a:lnTo>
                    <a:pt x="4586" y="35874"/>
                  </a:lnTo>
                  <a:lnTo>
                    <a:pt x="4627" y="30417"/>
                  </a:lnTo>
                  <a:lnTo>
                    <a:pt x="5895" y="24861"/>
                  </a:lnTo>
                  <a:lnTo>
                    <a:pt x="4245" y="22777"/>
                  </a:lnTo>
                  <a:lnTo>
                    <a:pt x="6250" y="20249"/>
                  </a:lnTo>
                  <a:lnTo>
                    <a:pt x="7758" y="20787"/>
                  </a:lnTo>
                  <a:lnTo>
                    <a:pt x="10058" y="19787"/>
                  </a:lnTo>
                  <a:lnTo>
                    <a:pt x="15705" y="21168"/>
                  </a:lnTo>
                  <a:lnTo>
                    <a:pt x="19290" y="20607"/>
                  </a:lnTo>
                  <a:lnTo>
                    <a:pt x="26497" y="15839"/>
                  </a:lnTo>
                  <a:lnTo>
                    <a:pt x="28075" y="11923"/>
                  </a:lnTo>
                  <a:lnTo>
                    <a:pt x="27608" y="10214"/>
                  </a:lnTo>
                  <a:lnTo>
                    <a:pt x="30643" y="7415"/>
                  </a:lnTo>
                  <a:lnTo>
                    <a:pt x="31513" y="8034"/>
                  </a:lnTo>
                  <a:lnTo>
                    <a:pt x="38962" y="5861"/>
                  </a:lnTo>
                  <a:lnTo>
                    <a:pt x="45065" y="891"/>
                  </a:lnTo>
                  <a:lnTo>
                    <a:pt x="4726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8" name="ph7468"/>
            <p:cNvSpPr/>
            <p:nvPr/>
          </p:nvSpPr>
          <p:spPr>
            <a:xfrm>
              <a:off x="10680142" y="2942835"/>
              <a:ext cx="11163" cy="12114"/>
            </a:xfrm>
            <a:custGeom>
              <a:avLst/>
              <a:pathLst>
                <a:path w="11163" h="12114">
                  <a:moveTo>
                    <a:pt x="10535" y="6002"/>
                  </a:moveTo>
                  <a:lnTo>
                    <a:pt x="11163" y="7392"/>
                  </a:lnTo>
                  <a:lnTo>
                    <a:pt x="10154" y="12114"/>
                  </a:lnTo>
                  <a:lnTo>
                    <a:pt x="5686" y="11786"/>
                  </a:lnTo>
                  <a:lnTo>
                    <a:pt x="75" y="9294"/>
                  </a:lnTo>
                  <a:lnTo>
                    <a:pt x="2702" y="7862"/>
                  </a:lnTo>
                  <a:lnTo>
                    <a:pt x="2844" y="5517"/>
                  </a:lnTo>
                  <a:lnTo>
                    <a:pt x="0" y="1439"/>
                  </a:lnTo>
                  <a:lnTo>
                    <a:pt x="430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9" name="ph7469"/>
            <p:cNvSpPr/>
            <p:nvPr/>
          </p:nvSpPr>
          <p:spPr>
            <a:xfrm>
              <a:off x="10736212" y="2907483"/>
              <a:ext cx="14837" cy="26203"/>
            </a:xfrm>
            <a:custGeom>
              <a:avLst/>
              <a:pathLst>
                <a:path w="14837" h="26203">
                  <a:moveTo>
                    <a:pt x="5845" y="1959"/>
                  </a:moveTo>
                  <a:lnTo>
                    <a:pt x="9463" y="4809"/>
                  </a:lnTo>
                  <a:lnTo>
                    <a:pt x="12598" y="10604"/>
                  </a:lnTo>
                  <a:lnTo>
                    <a:pt x="14837" y="11475"/>
                  </a:lnTo>
                  <a:lnTo>
                    <a:pt x="13314" y="16300"/>
                  </a:lnTo>
                  <a:lnTo>
                    <a:pt x="14220" y="24555"/>
                  </a:lnTo>
                  <a:lnTo>
                    <a:pt x="13408" y="26203"/>
                  </a:lnTo>
                  <a:lnTo>
                    <a:pt x="12590" y="26180"/>
                  </a:lnTo>
                  <a:lnTo>
                    <a:pt x="12018" y="24946"/>
                  </a:lnTo>
                  <a:lnTo>
                    <a:pt x="9885" y="23937"/>
                  </a:lnTo>
                  <a:lnTo>
                    <a:pt x="8080" y="21447"/>
                  </a:lnTo>
                  <a:lnTo>
                    <a:pt x="7875" y="19355"/>
                  </a:lnTo>
                  <a:lnTo>
                    <a:pt x="1609" y="15070"/>
                  </a:lnTo>
                  <a:lnTo>
                    <a:pt x="916" y="10026"/>
                  </a:lnTo>
                  <a:lnTo>
                    <a:pt x="1702" y="9315"/>
                  </a:lnTo>
                  <a:lnTo>
                    <a:pt x="1202" y="7471"/>
                  </a:lnTo>
                  <a:lnTo>
                    <a:pt x="0" y="6366"/>
                  </a:lnTo>
                  <a:lnTo>
                    <a:pt x="380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0" name="ph7470"/>
            <p:cNvSpPr/>
            <p:nvPr/>
          </p:nvSpPr>
          <p:spPr>
            <a:xfrm>
              <a:off x="10790938" y="2916808"/>
              <a:ext cx="14393" cy="18515"/>
            </a:xfrm>
            <a:custGeom>
              <a:avLst/>
              <a:pathLst>
                <a:path w="14393" h="18515">
                  <a:moveTo>
                    <a:pt x="9590" y="679"/>
                  </a:moveTo>
                  <a:lnTo>
                    <a:pt x="9261" y="4003"/>
                  </a:lnTo>
                  <a:lnTo>
                    <a:pt x="11907" y="8074"/>
                  </a:lnTo>
                  <a:lnTo>
                    <a:pt x="14393" y="10148"/>
                  </a:lnTo>
                  <a:lnTo>
                    <a:pt x="7546" y="17267"/>
                  </a:lnTo>
                  <a:lnTo>
                    <a:pt x="6605" y="16265"/>
                  </a:lnTo>
                  <a:lnTo>
                    <a:pt x="5707" y="18515"/>
                  </a:lnTo>
                  <a:lnTo>
                    <a:pt x="4492" y="18016"/>
                  </a:lnTo>
                  <a:lnTo>
                    <a:pt x="0" y="2079"/>
                  </a:lnTo>
                  <a:lnTo>
                    <a:pt x="206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1" name="ph7471"/>
            <p:cNvSpPr/>
            <p:nvPr/>
          </p:nvSpPr>
          <p:spPr>
            <a:xfrm>
              <a:off x="10572966" y="2865886"/>
              <a:ext cx="11296" cy="17867"/>
            </a:xfrm>
            <a:custGeom>
              <a:avLst/>
              <a:pathLst>
                <a:path w="11296" h="17867">
                  <a:moveTo>
                    <a:pt x="8853" y="0"/>
                  </a:moveTo>
                  <a:lnTo>
                    <a:pt x="10888" y="2695"/>
                  </a:lnTo>
                  <a:lnTo>
                    <a:pt x="9317" y="4833"/>
                  </a:lnTo>
                  <a:lnTo>
                    <a:pt x="10499" y="12517"/>
                  </a:lnTo>
                  <a:lnTo>
                    <a:pt x="11296" y="14010"/>
                  </a:lnTo>
                  <a:lnTo>
                    <a:pt x="9818" y="17867"/>
                  </a:lnTo>
                  <a:lnTo>
                    <a:pt x="7326" y="16659"/>
                  </a:lnTo>
                  <a:lnTo>
                    <a:pt x="4190" y="16348"/>
                  </a:lnTo>
                  <a:lnTo>
                    <a:pt x="2414" y="13815"/>
                  </a:lnTo>
                  <a:lnTo>
                    <a:pt x="2593" y="12606"/>
                  </a:lnTo>
                  <a:lnTo>
                    <a:pt x="0" y="9953"/>
                  </a:lnTo>
                  <a:lnTo>
                    <a:pt x="2002" y="4483"/>
                  </a:lnTo>
                  <a:lnTo>
                    <a:pt x="2168" y="322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2" name="ph7472"/>
            <p:cNvSpPr/>
            <p:nvPr/>
          </p:nvSpPr>
          <p:spPr>
            <a:xfrm>
              <a:off x="10697525" y="2947200"/>
              <a:ext cx="39981" cy="43977"/>
            </a:xfrm>
            <a:custGeom>
              <a:avLst/>
              <a:pathLst>
                <a:path w="39981" h="43977">
                  <a:moveTo>
                    <a:pt x="26983" y="880"/>
                  </a:moveTo>
                  <a:lnTo>
                    <a:pt x="34974" y="5430"/>
                  </a:lnTo>
                  <a:lnTo>
                    <a:pt x="33300" y="9865"/>
                  </a:lnTo>
                  <a:lnTo>
                    <a:pt x="35127" y="11785"/>
                  </a:lnTo>
                  <a:lnTo>
                    <a:pt x="36905" y="18267"/>
                  </a:lnTo>
                  <a:lnTo>
                    <a:pt x="39981" y="21228"/>
                  </a:lnTo>
                  <a:lnTo>
                    <a:pt x="39807" y="22659"/>
                  </a:lnTo>
                  <a:lnTo>
                    <a:pt x="38376" y="27297"/>
                  </a:lnTo>
                  <a:lnTo>
                    <a:pt x="36756" y="38355"/>
                  </a:lnTo>
                  <a:lnTo>
                    <a:pt x="34030" y="41682"/>
                  </a:lnTo>
                  <a:lnTo>
                    <a:pt x="31272" y="43977"/>
                  </a:lnTo>
                  <a:lnTo>
                    <a:pt x="27946" y="41532"/>
                  </a:lnTo>
                  <a:lnTo>
                    <a:pt x="21876" y="42413"/>
                  </a:lnTo>
                  <a:lnTo>
                    <a:pt x="14715" y="38006"/>
                  </a:lnTo>
                  <a:lnTo>
                    <a:pt x="4553" y="37608"/>
                  </a:lnTo>
                  <a:lnTo>
                    <a:pt x="4317" y="38253"/>
                  </a:lnTo>
                  <a:lnTo>
                    <a:pt x="2257" y="38220"/>
                  </a:lnTo>
                  <a:lnTo>
                    <a:pt x="1228" y="36386"/>
                  </a:lnTo>
                  <a:lnTo>
                    <a:pt x="2162" y="30988"/>
                  </a:lnTo>
                  <a:lnTo>
                    <a:pt x="1593" y="30210"/>
                  </a:lnTo>
                  <a:lnTo>
                    <a:pt x="1059" y="21421"/>
                  </a:lnTo>
                  <a:lnTo>
                    <a:pt x="0" y="16672"/>
                  </a:lnTo>
                  <a:lnTo>
                    <a:pt x="127" y="16051"/>
                  </a:lnTo>
                  <a:lnTo>
                    <a:pt x="2978" y="15918"/>
                  </a:lnTo>
                  <a:lnTo>
                    <a:pt x="6569" y="13939"/>
                  </a:lnTo>
                  <a:lnTo>
                    <a:pt x="9408" y="8997"/>
                  </a:lnTo>
                  <a:lnTo>
                    <a:pt x="10330" y="8803"/>
                  </a:lnTo>
                  <a:lnTo>
                    <a:pt x="11780" y="9432"/>
                  </a:lnTo>
                  <a:lnTo>
                    <a:pt x="13287" y="7198"/>
                  </a:lnTo>
                  <a:lnTo>
                    <a:pt x="15284" y="7365"/>
                  </a:lnTo>
                  <a:lnTo>
                    <a:pt x="19614" y="10967"/>
                  </a:lnTo>
                  <a:lnTo>
                    <a:pt x="19248" y="6414"/>
                  </a:lnTo>
                  <a:lnTo>
                    <a:pt x="21012" y="2080"/>
                  </a:lnTo>
                  <a:lnTo>
                    <a:pt x="23831" y="209"/>
                  </a:lnTo>
                  <a:lnTo>
                    <a:pt x="25179" y="1774"/>
                  </a:lnTo>
                  <a:lnTo>
                    <a:pt x="2689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3" name="ph7473"/>
            <p:cNvSpPr/>
            <p:nvPr/>
          </p:nvSpPr>
          <p:spPr>
            <a:xfrm>
              <a:off x="10780031" y="2890609"/>
              <a:ext cx="46605" cy="28278"/>
            </a:xfrm>
            <a:custGeom>
              <a:avLst/>
              <a:pathLst>
                <a:path w="46605" h="28278">
                  <a:moveTo>
                    <a:pt x="35597" y="0"/>
                  </a:moveTo>
                  <a:lnTo>
                    <a:pt x="37829" y="416"/>
                  </a:lnTo>
                  <a:lnTo>
                    <a:pt x="38630" y="1416"/>
                  </a:lnTo>
                  <a:lnTo>
                    <a:pt x="38264" y="5720"/>
                  </a:lnTo>
                  <a:lnTo>
                    <a:pt x="35282" y="10162"/>
                  </a:lnTo>
                  <a:lnTo>
                    <a:pt x="34248" y="12544"/>
                  </a:lnTo>
                  <a:lnTo>
                    <a:pt x="34785" y="13201"/>
                  </a:lnTo>
                  <a:lnTo>
                    <a:pt x="36894" y="14660"/>
                  </a:lnTo>
                  <a:lnTo>
                    <a:pt x="41188" y="11842"/>
                  </a:lnTo>
                  <a:lnTo>
                    <a:pt x="43986" y="12185"/>
                  </a:lnTo>
                  <a:lnTo>
                    <a:pt x="46100" y="16248"/>
                  </a:lnTo>
                  <a:lnTo>
                    <a:pt x="46605" y="18086"/>
                  </a:lnTo>
                  <a:lnTo>
                    <a:pt x="46131" y="20312"/>
                  </a:lnTo>
                  <a:lnTo>
                    <a:pt x="40201" y="21773"/>
                  </a:lnTo>
                  <a:lnTo>
                    <a:pt x="39514" y="21215"/>
                  </a:lnTo>
                  <a:lnTo>
                    <a:pt x="37302" y="20193"/>
                  </a:lnTo>
                  <a:lnTo>
                    <a:pt x="34983" y="21584"/>
                  </a:lnTo>
                  <a:lnTo>
                    <a:pt x="34431" y="25360"/>
                  </a:lnTo>
                  <a:lnTo>
                    <a:pt x="30279" y="22969"/>
                  </a:lnTo>
                  <a:lnTo>
                    <a:pt x="28960" y="23028"/>
                  </a:lnTo>
                  <a:lnTo>
                    <a:pt x="23721" y="23803"/>
                  </a:lnTo>
                  <a:lnTo>
                    <a:pt x="20497" y="26879"/>
                  </a:lnTo>
                  <a:lnTo>
                    <a:pt x="12975" y="26199"/>
                  </a:lnTo>
                  <a:lnTo>
                    <a:pt x="10907" y="28278"/>
                  </a:lnTo>
                  <a:lnTo>
                    <a:pt x="9767" y="26705"/>
                  </a:lnTo>
                  <a:lnTo>
                    <a:pt x="7383" y="25416"/>
                  </a:lnTo>
                  <a:lnTo>
                    <a:pt x="3658" y="25078"/>
                  </a:lnTo>
                  <a:lnTo>
                    <a:pt x="2799" y="24371"/>
                  </a:lnTo>
                  <a:lnTo>
                    <a:pt x="4100" y="21431"/>
                  </a:lnTo>
                  <a:lnTo>
                    <a:pt x="3251" y="18219"/>
                  </a:lnTo>
                  <a:lnTo>
                    <a:pt x="2465" y="17595"/>
                  </a:lnTo>
                  <a:lnTo>
                    <a:pt x="3203" y="12502"/>
                  </a:lnTo>
                  <a:lnTo>
                    <a:pt x="2840" y="9895"/>
                  </a:lnTo>
                  <a:lnTo>
                    <a:pt x="1492" y="6980"/>
                  </a:lnTo>
                  <a:lnTo>
                    <a:pt x="0" y="6342"/>
                  </a:lnTo>
                  <a:lnTo>
                    <a:pt x="1969" y="2903"/>
                  </a:lnTo>
                  <a:lnTo>
                    <a:pt x="2712" y="2331"/>
                  </a:lnTo>
                  <a:lnTo>
                    <a:pt x="6914" y="2160"/>
                  </a:lnTo>
                  <a:lnTo>
                    <a:pt x="6056" y="4215"/>
                  </a:lnTo>
                  <a:lnTo>
                    <a:pt x="4376" y="4171"/>
                  </a:lnTo>
                  <a:lnTo>
                    <a:pt x="3029" y="5205"/>
                  </a:lnTo>
                  <a:lnTo>
                    <a:pt x="2994" y="6180"/>
                  </a:lnTo>
                  <a:lnTo>
                    <a:pt x="7762" y="6170"/>
                  </a:lnTo>
                  <a:lnTo>
                    <a:pt x="11532" y="8678"/>
                  </a:lnTo>
                  <a:lnTo>
                    <a:pt x="17280" y="2567"/>
                  </a:lnTo>
                  <a:lnTo>
                    <a:pt x="19232" y="3098"/>
                  </a:lnTo>
                  <a:lnTo>
                    <a:pt x="28856" y="2146"/>
                  </a:lnTo>
                  <a:lnTo>
                    <a:pt x="31559" y="760"/>
                  </a:lnTo>
                  <a:lnTo>
                    <a:pt x="32679" y="1344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4" name="ph7474"/>
            <p:cNvSpPr/>
            <p:nvPr/>
          </p:nvSpPr>
          <p:spPr>
            <a:xfrm>
              <a:off x="10506459" y="2875429"/>
              <a:ext cx="19318" cy="21556"/>
            </a:xfrm>
            <a:custGeom>
              <a:avLst/>
              <a:pathLst>
                <a:path w="19318" h="21556">
                  <a:moveTo>
                    <a:pt x="10526" y="0"/>
                  </a:moveTo>
                  <a:lnTo>
                    <a:pt x="12051" y="1247"/>
                  </a:lnTo>
                  <a:lnTo>
                    <a:pt x="11234" y="6275"/>
                  </a:lnTo>
                  <a:lnTo>
                    <a:pt x="12220" y="7541"/>
                  </a:lnTo>
                  <a:lnTo>
                    <a:pt x="15214" y="8817"/>
                  </a:lnTo>
                  <a:lnTo>
                    <a:pt x="17300" y="8255"/>
                  </a:lnTo>
                  <a:lnTo>
                    <a:pt x="19173" y="8786"/>
                  </a:lnTo>
                  <a:lnTo>
                    <a:pt x="19318" y="11215"/>
                  </a:lnTo>
                  <a:lnTo>
                    <a:pt x="18112" y="18523"/>
                  </a:lnTo>
                  <a:lnTo>
                    <a:pt x="18916" y="19749"/>
                  </a:lnTo>
                  <a:lnTo>
                    <a:pt x="15894" y="20330"/>
                  </a:lnTo>
                  <a:lnTo>
                    <a:pt x="11148" y="17225"/>
                  </a:lnTo>
                  <a:lnTo>
                    <a:pt x="6344" y="18699"/>
                  </a:lnTo>
                  <a:lnTo>
                    <a:pt x="3884" y="21556"/>
                  </a:lnTo>
                  <a:lnTo>
                    <a:pt x="0" y="17144"/>
                  </a:lnTo>
                  <a:lnTo>
                    <a:pt x="2669" y="12319"/>
                  </a:lnTo>
                  <a:lnTo>
                    <a:pt x="2224" y="8905"/>
                  </a:lnTo>
                  <a:lnTo>
                    <a:pt x="771" y="2028"/>
                  </a:lnTo>
                  <a:lnTo>
                    <a:pt x="2124" y="509"/>
                  </a:lnTo>
                  <a:lnTo>
                    <a:pt x="5234" y="323"/>
                  </a:lnTo>
                  <a:lnTo>
                    <a:pt x="5831" y="1553"/>
                  </a:lnTo>
                  <a:lnTo>
                    <a:pt x="9072" y="1872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5" name="ph7475"/>
            <p:cNvSpPr/>
            <p:nvPr/>
          </p:nvSpPr>
          <p:spPr>
            <a:xfrm>
              <a:off x="10534233" y="3101106"/>
              <a:ext cx="77754" cy="39982"/>
            </a:xfrm>
            <a:custGeom>
              <a:avLst/>
              <a:pathLst>
                <a:path w="77754" h="39982">
                  <a:moveTo>
                    <a:pt x="77315" y="1520"/>
                  </a:moveTo>
                  <a:lnTo>
                    <a:pt x="77754" y="3051"/>
                  </a:lnTo>
                  <a:lnTo>
                    <a:pt x="75463" y="7317"/>
                  </a:lnTo>
                  <a:lnTo>
                    <a:pt x="74174" y="7532"/>
                  </a:lnTo>
                  <a:lnTo>
                    <a:pt x="71963" y="10262"/>
                  </a:lnTo>
                  <a:lnTo>
                    <a:pt x="70110" y="15836"/>
                  </a:lnTo>
                  <a:lnTo>
                    <a:pt x="69371" y="26698"/>
                  </a:lnTo>
                  <a:lnTo>
                    <a:pt x="69803" y="29894"/>
                  </a:lnTo>
                  <a:lnTo>
                    <a:pt x="70631" y="31086"/>
                  </a:lnTo>
                  <a:lnTo>
                    <a:pt x="74708" y="33471"/>
                  </a:lnTo>
                  <a:lnTo>
                    <a:pt x="74787" y="37011"/>
                  </a:lnTo>
                  <a:lnTo>
                    <a:pt x="69690" y="39982"/>
                  </a:lnTo>
                  <a:lnTo>
                    <a:pt x="68554" y="39954"/>
                  </a:lnTo>
                  <a:lnTo>
                    <a:pt x="55104" y="33464"/>
                  </a:lnTo>
                  <a:lnTo>
                    <a:pt x="21213" y="24047"/>
                  </a:lnTo>
                  <a:lnTo>
                    <a:pt x="11495" y="23077"/>
                  </a:lnTo>
                  <a:lnTo>
                    <a:pt x="6136" y="20997"/>
                  </a:lnTo>
                  <a:lnTo>
                    <a:pt x="249" y="19696"/>
                  </a:lnTo>
                  <a:lnTo>
                    <a:pt x="0" y="12675"/>
                  </a:lnTo>
                  <a:lnTo>
                    <a:pt x="916" y="11501"/>
                  </a:lnTo>
                  <a:lnTo>
                    <a:pt x="4585" y="12701"/>
                  </a:lnTo>
                  <a:lnTo>
                    <a:pt x="9638" y="10586"/>
                  </a:lnTo>
                  <a:lnTo>
                    <a:pt x="10618" y="11429"/>
                  </a:lnTo>
                  <a:lnTo>
                    <a:pt x="11503" y="14765"/>
                  </a:lnTo>
                  <a:lnTo>
                    <a:pt x="15593" y="16838"/>
                  </a:lnTo>
                  <a:lnTo>
                    <a:pt x="18198" y="15029"/>
                  </a:lnTo>
                  <a:lnTo>
                    <a:pt x="17571" y="13453"/>
                  </a:lnTo>
                  <a:lnTo>
                    <a:pt x="21940" y="11104"/>
                  </a:lnTo>
                  <a:lnTo>
                    <a:pt x="23779" y="10905"/>
                  </a:lnTo>
                  <a:lnTo>
                    <a:pt x="24723" y="13339"/>
                  </a:lnTo>
                  <a:lnTo>
                    <a:pt x="29740" y="14064"/>
                  </a:lnTo>
                  <a:lnTo>
                    <a:pt x="31179" y="16211"/>
                  </a:lnTo>
                  <a:lnTo>
                    <a:pt x="30854" y="17816"/>
                  </a:lnTo>
                  <a:lnTo>
                    <a:pt x="31866" y="19131"/>
                  </a:lnTo>
                  <a:lnTo>
                    <a:pt x="37686" y="18070"/>
                  </a:lnTo>
                  <a:lnTo>
                    <a:pt x="42216" y="15600"/>
                  </a:lnTo>
                  <a:lnTo>
                    <a:pt x="42175" y="13311"/>
                  </a:lnTo>
                  <a:lnTo>
                    <a:pt x="43623" y="10146"/>
                  </a:lnTo>
                  <a:lnTo>
                    <a:pt x="53022" y="8575"/>
                  </a:lnTo>
                  <a:lnTo>
                    <a:pt x="53232" y="5724"/>
                  </a:lnTo>
                  <a:lnTo>
                    <a:pt x="52439" y="4968"/>
                  </a:lnTo>
                  <a:lnTo>
                    <a:pt x="52374" y="3427"/>
                  </a:lnTo>
                  <a:lnTo>
                    <a:pt x="54010" y="2450"/>
                  </a:lnTo>
                  <a:lnTo>
                    <a:pt x="57433" y="2037"/>
                  </a:lnTo>
                  <a:lnTo>
                    <a:pt x="61441" y="2373"/>
                  </a:lnTo>
                  <a:lnTo>
                    <a:pt x="61095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6" name="ph7476"/>
            <p:cNvSpPr/>
            <p:nvPr/>
          </p:nvSpPr>
          <p:spPr>
            <a:xfrm>
              <a:off x="10680011" y="2908947"/>
              <a:ext cx="51879" cy="49220"/>
            </a:xfrm>
            <a:custGeom>
              <a:avLst/>
              <a:pathLst>
                <a:path w="51879" h="49220">
                  <a:moveTo>
                    <a:pt x="28356" y="0"/>
                  </a:moveTo>
                  <a:lnTo>
                    <a:pt x="25855" y="1881"/>
                  </a:lnTo>
                  <a:lnTo>
                    <a:pt x="31487" y="12310"/>
                  </a:lnTo>
                  <a:lnTo>
                    <a:pt x="35513" y="13383"/>
                  </a:lnTo>
                  <a:lnTo>
                    <a:pt x="39691" y="13560"/>
                  </a:lnTo>
                  <a:lnTo>
                    <a:pt x="39611" y="12210"/>
                  </a:lnTo>
                  <a:lnTo>
                    <a:pt x="44584" y="10720"/>
                  </a:lnTo>
                  <a:lnTo>
                    <a:pt x="45422" y="11671"/>
                  </a:lnTo>
                  <a:lnTo>
                    <a:pt x="45086" y="12966"/>
                  </a:lnTo>
                  <a:lnTo>
                    <a:pt x="47260" y="14340"/>
                  </a:lnTo>
                  <a:lnTo>
                    <a:pt x="47905" y="16131"/>
                  </a:lnTo>
                  <a:lnTo>
                    <a:pt x="46666" y="17742"/>
                  </a:lnTo>
                  <a:lnTo>
                    <a:pt x="46143" y="21708"/>
                  </a:lnTo>
                  <a:lnTo>
                    <a:pt x="48735" y="26748"/>
                  </a:lnTo>
                  <a:lnTo>
                    <a:pt x="51711" y="30114"/>
                  </a:lnTo>
                  <a:lnTo>
                    <a:pt x="51879" y="33931"/>
                  </a:lnTo>
                  <a:lnTo>
                    <a:pt x="50112" y="34130"/>
                  </a:lnTo>
                  <a:lnTo>
                    <a:pt x="45160" y="32498"/>
                  </a:lnTo>
                  <a:lnTo>
                    <a:pt x="42846" y="35034"/>
                  </a:lnTo>
                  <a:lnTo>
                    <a:pt x="43103" y="36950"/>
                  </a:lnTo>
                  <a:lnTo>
                    <a:pt x="44653" y="36770"/>
                  </a:lnTo>
                  <a:lnTo>
                    <a:pt x="44404" y="38253"/>
                  </a:lnTo>
                  <a:lnTo>
                    <a:pt x="42693" y="40027"/>
                  </a:lnTo>
                  <a:lnTo>
                    <a:pt x="41345" y="38462"/>
                  </a:lnTo>
                  <a:lnTo>
                    <a:pt x="38526" y="40334"/>
                  </a:lnTo>
                  <a:lnTo>
                    <a:pt x="36761" y="44667"/>
                  </a:lnTo>
                  <a:lnTo>
                    <a:pt x="37127" y="49220"/>
                  </a:lnTo>
                  <a:lnTo>
                    <a:pt x="32798" y="45618"/>
                  </a:lnTo>
                  <a:lnTo>
                    <a:pt x="30801" y="45451"/>
                  </a:lnTo>
                  <a:lnTo>
                    <a:pt x="29294" y="47685"/>
                  </a:lnTo>
                  <a:lnTo>
                    <a:pt x="27844" y="47057"/>
                  </a:lnTo>
                  <a:lnTo>
                    <a:pt x="27456" y="44230"/>
                  </a:lnTo>
                  <a:lnTo>
                    <a:pt x="28081" y="41452"/>
                  </a:lnTo>
                  <a:lnTo>
                    <a:pt x="27368" y="39680"/>
                  </a:lnTo>
                  <a:lnTo>
                    <a:pt x="21974" y="38392"/>
                  </a:lnTo>
                  <a:lnTo>
                    <a:pt x="18309" y="39116"/>
                  </a:lnTo>
                  <a:lnTo>
                    <a:pt x="13773" y="43375"/>
                  </a:lnTo>
                  <a:lnTo>
                    <a:pt x="14240" y="44868"/>
                  </a:lnTo>
                  <a:lnTo>
                    <a:pt x="15457" y="44888"/>
                  </a:lnTo>
                  <a:lnTo>
                    <a:pt x="14901" y="45732"/>
                  </a:lnTo>
                  <a:lnTo>
                    <a:pt x="12264" y="47602"/>
                  </a:lnTo>
                  <a:lnTo>
                    <a:pt x="9456" y="48451"/>
                  </a:lnTo>
                  <a:lnTo>
                    <a:pt x="10284" y="46002"/>
                  </a:lnTo>
                  <a:lnTo>
                    <a:pt x="11294" y="41280"/>
                  </a:lnTo>
                  <a:lnTo>
                    <a:pt x="13767" y="41122"/>
                  </a:lnTo>
                  <a:lnTo>
                    <a:pt x="16055" y="28606"/>
                  </a:lnTo>
                  <a:lnTo>
                    <a:pt x="12085" y="27310"/>
                  </a:lnTo>
                  <a:lnTo>
                    <a:pt x="10420" y="27628"/>
                  </a:lnTo>
                  <a:lnTo>
                    <a:pt x="8934" y="29704"/>
                  </a:lnTo>
                  <a:lnTo>
                    <a:pt x="6709" y="26241"/>
                  </a:lnTo>
                  <a:lnTo>
                    <a:pt x="7160" y="24163"/>
                  </a:lnTo>
                  <a:lnTo>
                    <a:pt x="10459" y="20398"/>
                  </a:lnTo>
                  <a:lnTo>
                    <a:pt x="9908" y="18797"/>
                  </a:lnTo>
                  <a:lnTo>
                    <a:pt x="8553" y="16642"/>
                  </a:lnTo>
                  <a:lnTo>
                    <a:pt x="7471" y="16122"/>
                  </a:lnTo>
                  <a:lnTo>
                    <a:pt x="5428" y="19050"/>
                  </a:lnTo>
                  <a:lnTo>
                    <a:pt x="2219" y="20613"/>
                  </a:lnTo>
                  <a:lnTo>
                    <a:pt x="1505" y="18667"/>
                  </a:lnTo>
                  <a:lnTo>
                    <a:pt x="1745" y="14248"/>
                  </a:lnTo>
                  <a:lnTo>
                    <a:pt x="0" y="11849"/>
                  </a:lnTo>
                  <a:lnTo>
                    <a:pt x="260" y="9955"/>
                  </a:lnTo>
                  <a:lnTo>
                    <a:pt x="1210" y="7030"/>
                  </a:lnTo>
                  <a:lnTo>
                    <a:pt x="3313" y="7422"/>
                  </a:lnTo>
                  <a:lnTo>
                    <a:pt x="4553" y="5060"/>
                  </a:lnTo>
                  <a:lnTo>
                    <a:pt x="9197" y="4684"/>
                  </a:lnTo>
                  <a:lnTo>
                    <a:pt x="14845" y="3931"/>
                  </a:lnTo>
                  <a:lnTo>
                    <a:pt x="16774" y="2683"/>
                  </a:lnTo>
                  <a:lnTo>
                    <a:pt x="24452" y="15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7" name="ph7477"/>
            <p:cNvSpPr/>
            <p:nvPr/>
          </p:nvSpPr>
          <p:spPr>
            <a:xfrm>
              <a:off x="10427185" y="3023396"/>
              <a:ext cx="26269" cy="31954"/>
            </a:xfrm>
            <a:custGeom>
              <a:avLst/>
              <a:pathLst>
                <a:path w="26269" h="31954">
                  <a:moveTo>
                    <a:pt x="18060" y="2112"/>
                  </a:moveTo>
                  <a:lnTo>
                    <a:pt x="19044" y="2570"/>
                  </a:lnTo>
                  <a:lnTo>
                    <a:pt x="19574" y="6090"/>
                  </a:lnTo>
                  <a:lnTo>
                    <a:pt x="21408" y="8299"/>
                  </a:lnTo>
                  <a:lnTo>
                    <a:pt x="24371" y="9511"/>
                  </a:lnTo>
                  <a:lnTo>
                    <a:pt x="26269" y="13211"/>
                  </a:lnTo>
                  <a:lnTo>
                    <a:pt x="26164" y="16160"/>
                  </a:lnTo>
                  <a:lnTo>
                    <a:pt x="22172" y="24864"/>
                  </a:lnTo>
                  <a:lnTo>
                    <a:pt x="20688" y="25681"/>
                  </a:lnTo>
                  <a:lnTo>
                    <a:pt x="17858" y="25673"/>
                  </a:lnTo>
                  <a:lnTo>
                    <a:pt x="15181" y="26938"/>
                  </a:lnTo>
                  <a:lnTo>
                    <a:pt x="9362" y="31386"/>
                  </a:lnTo>
                  <a:lnTo>
                    <a:pt x="5857" y="31954"/>
                  </a:lnTo>
                  <a:lnTo>
                    <a:pt x="3875" y="28197"/>
                  </a:lnTo>
                  <a:lnTo>
                    <a:pt x="0" y="24782"/>
                  </a:lnTo>
                  <a:lnTo>
                    <a:pt x="4684" y="16265"/>
                  </a:lnTo>
                  <a:lnTo>
                    <a:pt x="6815" y="14229"/>
                  </a:lnTo>
                  <a:lnTo>
                    <a:pt x="11488" y="13091"/>
                  </a:lnTo>
                  <a:lnTo>
                    <a:pt x="13550" y="10948"/>
                  </a:lnTo>
                  <a:lnTo>
                    <a:pt x="13062" y="7995"/>
                  </a:lnTo>
                  <a:lnTo>
                    <a:pt x="13860" y="5814"/>
                  </a:lnTo>
                  <a:lnTo>
                    <a:pt x="11308" y="3071"/>
                  </a:lnTo>
                  <a:lnTo>
                    <a:pt x="12501" y="929"/>
                  </a:lnTo>
                  <a:lnTo>
                    <a:pt x="1372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8" name="ph7478"/>
            <p:cNvSpPr/>
            <p:nvPr/>
          </p:nvSpPr>
          <p:spPr>
            <a:xfrm>
              <a:off x="10466399" y="3007048"/>
              <a:ext cx="64382" cy="86341"/>
            </a:xfrm>
            <a:custGeom>
              <a:avLst/>
              <a:pathLst>
                <a:path w="64382" h="86341">
                  <a:moveTo>
                    <a:pt x="39814" y="412"/>
                  </a:moveTo>
                  <a:lnTo>
                    <a:pt x="41561" y="3796"/>
                  </a:lnTo>
                  <a:lnTo>
                    <a:pt x="47584" y="9177"/>
                  </a:lnTo>
                  <a:lnTo>
                    <a:pt x="50625" y="6601"/>
                  </a:lnTo>
                  <a:lnTo>
                    <a:pt x="54441" y="7307"/>
                  </a:lnTo>
                  <a:lnTo>
                    <a:pt x="58677" y="13721"/>
                  </a:lnTo>
                  <a:lnTo>
                    <a:pt x="52354" y="18327"/>
                  </a:lnTo>
                  <a:lnTo>
                    <a:pt x="52576" y="22376"/>
                  </a:lnTo>
                  <a:lnTo>
                    <a:pt x="54193" y="28688"/>
                  </a:lnTo>
                  <a:lnTo>
                    <a:pt x="56183" y="31886"/>
                  </a:lnTo>
                  <a:lnTo>
                    <a:pt x="53651" y="34395"/>
                  </a:lnTo>
                  <a:lnTo>
                    <a:pt x="56054" y="40186"/>
                  </a:lnTo>
                  <a:lnTo>
                    <a:pt x="56197" y="47231"/>
                  </a:lnTo>
                  <a:lnTo>
                    <a:pt x="55076" y="55314"/>
                  </a:lnTo>
                  <a:lnTo>
                    <a:pt x="58803" y="56532"/>
                  </a:lnTo>
                  <a:lnTo>
                    <a:pt x="63438" y="60950"/>
                  </a:lnTo>
                  <a:lnTo>
                    <a:pt x="55402" y="65910"/>
                  </a:lnTo>
                  <a:lnTo>
                    <a:pt x="64382" y="75237"/>
                  </a:lnTo>
                  <a:lnTo>
                    <a:pt x="63072" y="75558"/>
                  </a:lnTo>
                  <a:lnTo>
                    <a:pt x="60875" y="78968"/>
                  </a:lnTo>
                  <a:lnTo>
                    <a:pt x="60260" y="82917"/>
                  </a:lnTo>
                  <a:lnTo>
                    <a:pt x="60758" y="83783"/>
                  </a:lnTo>
                  <a:lnTo>
                    <a:pt x="56754" y="86341"/>
                  </a:lnTo>
                  <a:lnTo>
                    <a:pt x="52948" y="82375"/>
                  </a:lnTo>
                  <a:lnTo>
                    <a:pt x="40094" y="84345"/>
                  </a:lnTo>
                  <a:lnTo>
                    <a:pt x="32041" y="75355"/>
                  </a:lnTo>
                  <a:lnTo>
                    <a:pt x="27716" y="73808"/>
                  </a:lnTo>
                  <a:lnTo>
                    <a:pt x="18708" y="73479"/>
                  </a:lnTo>
                  <a:lnTo>
                    <a:pt x="16830" y="73939"/>
                  </a:lnTo>
                  <a:lnTo>
                    <a:pt x="15904" y="72018"/>
                  </a:lnTo>
                  <a:lnTo>
                    <a:pt x="17739" y="64926"/>
                  </a:lnTo>
                  <a:lnTo>
                    <a:pt x="20874" y="61097"/>
                  </a:lnTo>
                  <a:lnTo>
                    <a:pt x="19443" y="59923"/>
                  </a:lnTo>
                  <a:lnTo>
                    <a:pt x="10065" y="59462"/>
                  </a:lnTo>
                  <a:lnTo>
                    <a:pt x="9749" y="54556"/>
                  </a:lnTo>
                  <a:lnTo>
                    <a:pt x="11106" y="51666"/>
                  </a:lnTo>
                  <a:lnTo>
                    <a:pt x="10139" y="45685"/>
                  </a:lnTo>
                  <a:lnTo>
                    <a:pt x="14232" y="45140"/>
                  </a:lnTo>
                  <a:lnTo>
                    <a:pt x="14527" y="42627"/>
                  </a:lnTo>
                  <a:lnTo>
                    <a:pt x="17115" y="38517"/>
                  </a:lnTo>
                  <a:lnTo>
                    <a:pt x="12815" y="31110"/>
                  </a:lnTo>
                  <a:lnTo>
                    <a:pt x="8003" y="25634"/>
                  </a:lnTo>
                  <a:lnTo>
                    <a:pt x="7506" y="24025"/>
                  </a:lnTo>
                  <a:lnTo>
                    <a:pt x="8480" y="23280"/>
                  </a:lnTo>
                  <a:lnTo>
                    <a:pt x="8349" y="19287"/>
                  </a:lnTo>
                  <a:lnTo>
                    <a:pt x="7203" y="15311"/>
                  </a:lnTo>
                  <a:lnTo>
                    <a:pt x="1759" y="11382"/>
                  </a:lnTo>
                  <a:lnTo>
                    <a:pt x="0" y="7793"/>
                  </a:lnTo>
                  <a:lnTo>
                    <a:pt x="4590" y="6291"/>
                  </a:lnTo>
                  <a:lnTo>
                    <a:pt x="7170" y="7147"/>
                  </a:lnTo>
                  <a:lnTo>
                    <a:pt x="15049" y="3717"/>
                  </a:lnTo>
                  <a:lnTo>
                    <a:pt x="16741" y="2311"/>
                  </a:lnTo>
                  <a:lnTo>
                    <a:pt x="19433" y="1771"/>
                  </a:lnTo>
                  <a:lnTo>
                    <a:pt x="21019" y="4430"/>
                  </a:lnTo>
                  <a:lnTo>
                    <a:pt x="21843" y="8219"/>
                  </a:lnTo>
                  <a:lnTo>
                    <a:pt x="25176" y="11712"/>
                  </a:lnTo>
                  <a:lnTo>
                    <a:pt x="28020" y="12974"/>
                  </a:lnTo>
                  <a:lnTo>
                    <a:pt x="30249" y="12334"/>
                  </a:lnTo>
                  <a:lnTo>
                    <a:pt x="32576" y="9934"/>
                  </a:lnTo>
                  <a:lnTo>
                    <a:pt x="37746" y="894"/>
                  </a:lnTo>
                  <a:lnTo>
                    <a:pt x="3907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9" name="ph7479"/>
            <p:cNvSpPr/>
            <p:nvPr/>
          </p:nvSpPr>
          <p:spPr>
            <a:xfrm>
              <a:off x="10653551" y="2904502"/>
              <a:ext cx="27979" cy="26747"/>
            </a:xfrm>
            <a:custGeom>
              <a:avLst/>
              <a:pathLst>
                <a:path w="27979" h="26747">
                  <a:moveTo>
                    <a:pt x="14146" y="0"/>
                  </a:moveTo>
                  <a:lnTo>
                    <a:pt x="16494" y="140"/>
                  </a:lnTo>
                  <a:lnTo>
                    <a:pt x="16201" y="2086"/>
                  </a:lnTo>
                  <a:lnTo>
                    <a:pt x="18532" y="3443"/>
                  </a:lnTo>
                  <a:lnTo>
                    <a:pt x="26162" y="4481"/>
                  </a:lnTo>
                  <a:lnTo>
                    <a:pt x="27979" y="8154"/>
                  </a:lnTo>
                  <a:lnTo>
                    <a:pt x="27670" y="11475"/>
                  </a:lnTo>
                  <a:lnTo>
                    <a:pt x="26720" y="14399"/>
                  </a:lnTo>
                  <a:lnTo>
                    <a:pt x="20691" y="15660"/>
                  </a:lnTo>
                  <a:lnTo>
                    <a:pt x="18859" y="17010"/>
                  </a:lnTo>
                  <a:lnTo>
                    <a:pt x="19027" y="18704"/>
                  </a:lnTo>
                  <a:lnTo>
                    <a:pt x="20308" y="19965"/>
                  </a:lnTo>
                  <a:lnTo>
                    <a:pt x="18439" y="21960"/>
                  </a:lnTo>
                  <a:lnTo>
                    <a:pt x="15789" y="22766"/>
                  </a:lnTo>
                  <a:lnTo>
                    <a:pt x="13571" y="21575"/>
                  </a:lnTo>
                  <a:lnTo>
                    <a:pt x="11505" y="22391"/>
                  </a:lnTo>
                  <a:lnTo>
                    <a:pt x="8469" y="24661"/>
                  </a:lnTo>
                  <a:lnTo>
                    <a:pt x="8839" y="26747"/>
                  </a:lnTo>
                  <a:lnTo>
                    <a:pt x="7117" y="26479"/>
                  </a:lnTo>
                  <a:lnTo>
                    <a:pt x="5968" y="23747"/>
                  </a:lnTo>
                  <a:lnTo>
                    <a:pt x="3628" y="23442"/>
                  </a:lnTo>
                  <a:lnTo>
                    <a:pt x="1363" y="24933"/>
                  </a:lnTo>
                  <a:lnTo>
                    <a:pt x="0" y="24350"/>
                  </a:lnTo>
                  <a:lnTo>
                    <a:pt x="1785" y="17603"/>
                  </a:lnTo>
                  <a:lnTo>
                    <a:pt x="4629" y="797"/>
                  </a:lnTo>
                  <a:lnTo>
                    <a:pt x="9501" y="227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0" name="ph7480"/>
            <p:cNvSpPr/>
            <p:nvPr/>
          </p:nvSpPr>
          <p:spPr>
            <a:xfrm>
              <a:off x="10810872" y="2881937"/>
              <a:ext cx="31980" cy="28503"/>
            </a:xfrm>
            <a:custGeom>
              <a:avLst/>
              <a:pathLst>
                <a:path w="31980" h="28503">
                  <a:moveTo>
                    <a:pt x="21043" y="916"/>
                  </a:moveTo>
                  <a:lnTo>
                    <a:pt x="23251" y="4027"/>
                  </a:lnTo>
                  <a:lnTo>
                    <a:pt x="22196" y="2729"/>
                  </a:lnTo>
                  <a:lnTo>
                    <a:pt x="21506" y="2935"/>
                  </a:lnTo>
                  <a:lnTo>
                    <a:pt x="21069" y="7197"/>
                  </a:lnTo>
                  <a:lnTo>
                    <a:pt x="21528" y="8564"/>
                  </a:lnTo>
                  <a:lnTo>
                    <a:pt x="24843" y="9657"/>
                  </a:lnTo>
                  <a:lnTo>
                    <a:pt x="24083" y="11434"/>
                  </a:lnTo>
                  <a:lnTo>
                    <a:pt x="24329" y="19266"/>
                  </a:lnTo>
                  <a:lnTo>
                    <a:pt x="27505" y="23569"/>
                  </a:lnTo>
                  <a:lnTo>
                    <a:pt x="31780" y="25522"/>
                  </a:lnTo>
                  <a:lnTo>
                    <a:pt x="31980" y="26355"/>
                  </a:lnTo>
                  <a:lnTo>
                    <a:pt x="28810" y="25903"/>
                  </a:lnTo>
                  <a:lnTo>
                    <a:pt x="23975" y="27686"/>
                  </a:lnTo>
                  <a:lnTo>
                    <a:pt x="22302" y="28503"/>
                  </a:lnTo>
                  <a:lnTo>
                    <a:pt x="19026" y="26907"/>
                  </a:lnTo>
                  <a:lnTo>
                    <a:pt x="17587" y="25082"/>
                  </a:lnTo>
                  <a:lnTo>
                    <a:pt x="15259" y="24920"/>
                  </a:lnTo>
                  <a:lnTo>
                    <a:pt x="13145" y="20857"/>
                  </a:lnTo>
                  <a:lnTo>
                    <a:pt x="10347" y="20514"/>
                  </a:lnTo>
                  <a:lnTo>
                    <a:pt x="6054" y="23331"/>
                  </a:lnTo>
                  <a:lnTo>
                    <a:pt x="3944" y="21872"/>
                  </a:lnTo>
                  <a:lnTo>
                    <a:pt x="3407" y="21216"/>
                  </a:lnTo>
                  <a:lnTo>
                    <a:pt x="4441" y="18834"/>
                  </a:lnTo>
                  <a:lnTo>
                    <a:pt x="7424" y="14392"/>
                  </a:lnTo>
                  <a:lnTo>
                    <a:pt x="7789" y="10088"/>
                  </a:lnTo>
                  <a:lnTo>
                    <a:pt x="6988" y="9087"/>
                  </a:lnTo>
                  <a:lnTo>
                    <a:pt x="4757" y="8671"/>
                  </a:lnTo>
                  <a:lnTo>
                    <a:pt x="1839" y="10016"/>
                  </a:lnTo>
                  <a:lnTo>
                    <a:pt x="719" y="9432"/>
                  </a:lnTo>
                  <a:lnTo>
                    <a:pt x="0" y="8173"/>
                  </a:lnTo>
                  <a:lnTo>
                    <a:pt x="1013" y="5512"/>
                  </a:lnTo>
                  <a:lnTo>
                    <a:pt x="9296" y="4188"/>
                  </a:lnTo>
                  <a:lnTo>
                    <a:pt x="16045" y="355"/>
                  </a:lnTo>
                  <a:lnTo>
                    <a:pt x="1756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1" name="ph7481"/>
            <p:cNvSpPr/>
            <p:nvPr/>
          </p:nvSpPr>
          <p:spPr>
            <a:xfrm>
              <a:off x="10568099" y="2948225"/>
              <a:ext cx="34621" cy="42805"/>
            </a:xfrm>
            <a:custGeom>
              <a:avLst/>
              <a:pathLst>
                <a:path w="34621" h="42805">
                  <a:moveTo>
                    <a:pt x="19342" y="407"/>
                  </a:moveTo>
                  <a:lnTo>
                    <a:pt x="19470" y="3081"/>
                  </a:lnTo>
                  <a:lnTo>
                    <a:pt x="25311" y="2993"/>
                  </a:lnTo>
                  <a:lnTo>
                    <a:pt x="28113" y="4690"/>
                  </a:lnTo>
                  <a:lnTo>
                    <a:pt x="24689" y="11093"/>
                  </a:lnTo>
                  <a:lnTo>
                    <a:pt x="27088" y="14891"/>
                  </a:lnTo>
                  <a:lnTo>
                    <a:pt x="26890" y="19893"/>
                  </a:lnTo>
                  <a:lnTo>
                    <a:pt x="29667" y="22635"/>
                  </a:lnTo>
                  <a:lnTo>
                    <a:pt x="32525" y="28352"/>
                  </a:lnTo>
                  <a:lnTo>
                    <a:pt x="33337" y="28435"/>
                  </a:lnTo>
                  <a:lnTo>
                    <a:pt x="34621" y="31082"/>
                  </a:lnTo>
                  <a:lnTo>
                    <a:pt x="34485" y="35505"/>
                  </a:lnTo>
                  <a:lnTo>
                    <a:pt x="32618" y="37781"/>
                  </a:lnTo>
                  <a:lnTo>
                    <a:pt x="29415" y="37729"/>
                  </a:lnTo>
                  <a:lnTo>
                    <a:pt x="23548" y="39759"/>
                  </a:lnTo>
                  <a:lnTo>
                    <a:pt x="21409" y="39218"/>
                  </a:lnTo>
                  <a:lnTo>
                    <a:pt x="20043" y="37566"/>
                  </a:lnTo>
                  <a:lnTo>
                    <a:pt x="18785" y="37341"/>
                  </a:lnTo>
                  <a:lnTo>
                    <a:pt x="14950" y="41640"/>
                  </a:lnTo>
                  <a:lnTo>
                    <a:pt x="12052" y="42805"/>
                  </a:lnTo>
                  <a:lnTo>
                    <a:pt x="9775" y="41976"/>
                  </a:lnTo>
                  <a:lnTo>
                    <a:pt x="3045" y="28423"/>
                  </a:lnTo>
                  <a:lnTo>
                    <a:pt x="3947" y="24875"/>
                  </a:lnTo>
                  <a:lnTo>
                    <a:pt x="169" y="23211"/>
                  </a:lnTo>
                  <a:lnTo>
                    <a:pt x="0" y="19358"/>
                  </a:lnTo>
                  <a:lnTo>
                    <a:pt x="2288" y="16449"/>
                  </a:lnTo>
                  <a:lnTo>
                    <a:pt x="1954" y="14634"/>
                  </a:lnTo>
                  <a:lnTo>
                    <a:pt x="10791" y="9826"/>
                  </a:lnTo>
                  <a:lnTo>
                    <a:pt x="15651" y="11225"/>
                  </a:lnTo>
                  <a:lnTo>
                    <a:pt x="17791" y="10730"/>
                  </a:lnTo>
                  <a:lnTo>
                    <a:pt x="18525" y="1784"/>
                  </a:lnTo>
                  <a:lnTo>
                    <a:pt x="1811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2" name="ph7482"/>
            <p:cNvSpPr/>
            <p:nvPr/>
          </p:nvSpPr>
          <p:spPr>
            <a:xfrm>
              <a:off x="10667085" y="2962322"/>
              <a:ext cx="36965" cy="39180"/>
            </a:xfrm>
            <a:custGeom>
              <a:avLst/>
              <a:pathLst>
                <a:path w="36965" h="39180">
                  <a:moveTo>
                    <a:pt x="30440" y="1550"/>
                  </a:moveTo>
                  <a:lnTo>
                    <a:pt x="31499" y="6299"/>
                  </a:lnTo>
                  <a:lnTo>
                    <a:pt x="32033" y="15087"/>
                  </a:lnTo>
                  <a:lnTo>
                    <a:pt x="32602" y="15866"/>
                  </a:lnTo>
                  <a:lnTo>
                    <a:pt x="31669" y="21264"/>
                  </a:lnTo>
                  <a:lnTo>
                    <a:pt x="32697" y="23098"/>
                  </a:lnTo>
                  <a:lnTo>
                    <a:pt x="34758" y="23131"/>
                  </a:lnTo>
                  <a:lnTo>
                    <a:pt x="35643" y="27836"/>
                  </a:lnTo>
                  <a:lnTo>
                    <a:pt x="36622" y="27922"/>
                  </a:lnTo>
                  <a:lnTo>
                    <a:pt x="36965" y="29473"/>
                  </a:lnTo>
                  <a:lnTo>
                    <a:pt x="35156" y="32888"/>
                  </a:lnTo>
                  <a:lnTo>
                    <a:pt x="33242" y="34394"/>
                  </a:lnTo>
                  <a:lnTo>
                    <a:pt x="31834" y="35233"/>
                  </a:lnTo>
                  <a:lnTo>
                    <a:pt x="29834" y="34245"/>
                  </a:lnTo>
                  <a:lnTo>
                    <a:pt x="29577" y="33142"/>
                  </a:lnTo>
                  <a:lnTo>
                    <a:pt x="20197" y="34274"/>
                  </a:lnTo>
                  <a:lnTo>
                    <a:pt x="16327" y="36104"/>
                  </a:lnTo>
                  <a:lnTo>
                    <a:pt x="14471" y="39180"/>
                  </a:lnTo>
                  <a:lnTo>
                    <a:pt x="12306" y="37171"/>
                  </a:lnTo>
                  <a:lnTo>
                    <a:pt x="11932" y="33009"/>
                  </a:lnTo>
                  <a:lnTo>
                    <a:pt x="6196" y="29132"/>
                  </a:lnTo>
                  <a:lnTo>
                    <a:pt x="5746" y="27646"/>
                  </a:lnTo>
                  <a:lnTo>
                    <a:pt x="4424" y="27169"/>
                  </a:lnTo>
                  <a:lnTo>
                    <a:pt x="528" y="28297"/>
                  </a:lnTo>
                  <a:lnTo>
                    <a:pt x="0" y="26123"/>
                  </a:lnTo>
                  <a:lnTo>
                    <a:pt x="416" y="25114"/>
                  </a:lnTo>
                  <a:lnTo>
                    <a:pt x="5344" y="19965"/>
                  </a:lnTo>
                  <a:lnTo>
                    <a:pt x="6013" y="17786"/>
                  </a:lnTo>
                  <a:lnTo>
                    <a:pt x="5250" y="13784"/>
                  </a:lnTo>
                  <a:lnTo>
                    <a:pt x="6407" y="10327"/>
                  </a:lnTo>
                  <a:lnTo>
                    <a:pt x="12665" y="532"/>
                  </a:lnTo>
                  <a:lnTo>
                    <a:pt x="2071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3" name="ph7483"/>
            <p:cNvSpPr/>
            <p:nvPr/>
          </p:nvSpPr>
          <p:spPr>
            <a:xfrm>
              <a:off x="10797034" y="2972268"/>
              <a:ext cx="17853" cy="34710"/>
            </a:xfrm>
            <a:custGeom>
              <a:avLst/>
              <a:pathLst>
                <a:path w="17853" h="34710">
                  <a:moveTo>
                    <a:pt x="14742" y="866"/>
                  </a:moveTo>
                  <a:lnTo>
                    <a:pt x="17853" y="423"/>
                  </a:lnTo>
                  <a:lnTo>
                    <a:pt x="17268" y="1775"/>
                  </a:lnTo>
                  <a:lnTo>
                    <a:pt x="17596" y="8295"/>
                  </a:lnTo>
                  <a:lnTo>
                    <a:pt x="15748" y="11299"/>
                  </a:lnTo>
                  <a:lnTo>
                    <a:pt x="11787" y="15479"/>
                  </a:lnTo>
                  <a:lnTo>
                    <a:pt x="11239" y="18013"/>
                  </a:lnTo>
                  <a:lnTo>
                    <a:pt x="13141" y="19945"/>
                  </a:lnTo>
                  <a:lnTo>
                    <a:pt x="10132" y="21960"/>
                  </a:lnTo>
                  <a:lnTo>
                    <a:pt x="7899" y="29484"/>
                  </a:lnTo>
                  <a:lnTo>
                    <a:pt x="7311" y="30730"/>
                  </a:lnTo>
                  <a:lnTo>
                    <a:pt x="2189" y="34660"/>
                  </a:lnTo>
                  <a:lnTo>
                    <a:pt x="0" y="34710"/>
                  </a:lnTo>
                  <a:lnTo>
                    <a:pt x="793" y="29236"/>
                  </a:lnTo>
                  <a:lnTo>
                    <a:pt x="533" y="23391"/>
                  </a:lnTo>
                  <a:lnTo>
                    <a:pt x="3774" y="20516"/>
                  </a:lnTo>
                  <a:lnTo>
                    <a:pt x="3471" y="17991"/>
                  </a:lnTo>
                  <a:lnTo>
                    <a:pt x="1880" y="16211"/>
                  </a:lnTo>
                  <a:lnTo>
                    <a:pt x="311" y="12447"/>
                  </a:lnTo>
                  <a:lnTo>
                    <a:pt x="877" y="9547"/>
                  </a:lnTo>
                  <a:lnTo>
                    <a:pt x="4187" y="7648"/>
                  </a:lnTo>
                  <a:lnTo>
                    <a:pt x="8883" y="6433"/>
                  </a:lnTo>
                  <a:lnTo>
                    <a:pt x="11091" y="682"/>
                  </a:lnTo>
                  <a:lnTo>
                    <a:pt x="1237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4" name="ph7484"/>
            <p:cNvSpPr/>
            <p:nvPr/>
          </p:nvSpPr>
          <p:spPr>
            <a:xfrm>
              <a:off x="10625298" y="2922320"/>
              <a:ext cx="22717" cy="24007"/>
            </a:xfrm>
            <a:custGeom>
              <a:avLst/>
              <a:pathLst>
                <a:path w="22717" h="24007">
                  <a:moveTo>
                    <a:pt x="17917" y="0"/>
                  </a:moveTo>
                  <a:lnTo>
                    <a:pt x="22717" y="1096"/>
                  </a:lnTo>
                  <a:lnTo>
                    <a:pt x="21758" y="6929"/>
                  </a:lnTo>
                  <a:lnTo>
                    <a:pt x="20790" y="10667"/>
                  </a:lnTo>
                  <a:lnTo>
                    <a:pt x="22089" y="13856"/>
                  </a:lnTo>
                  <a:lnTo>
                    <a:pt x="20766" y="18506"/>
                  </a:lnTo>
                  <a:lnTo>
                    <a:pt x="19091" y="21318"/>
                  </a:lnTo>
                  <a:lnTo>
                    <a:pt x="15042" y="22719"/>
                  </a:lnTo>
                  <a:lnTo>
                    <a:pt x="9095" y="24007"/>
                  </a:lnTo>
                  <a:lnTo>
                    <a:pt x="6410" y="22346"/>
                  </a:lnTo>
                  <a:lnTo>
                    <a:pt x="4746" y="22602"/>
                  </a:lnTo>
                  <a:lnTo>
                    <a:pt x="3853" y="20471"/>
                  </a:lnTo>
                  <a:lnTo>
                    <a:pt x="2234" y="20488"/>
                  </a:lnTo>
                  <a:lnTo>
                    <a:pt x="0" y="17635"/>
                  </a:lnTo>
                  <a:lnTo>
                    <a:pt x="726" y="14256"/>
                  </a:lnTo>
                  <a:lnTo>
                    <a:pt x="2587" y="12454"/>
                  </a:lnTo>
                  <a:lnTo>
                    <a:pt x="3760" y="12456"/>
                  </a:lnTo>
                  <a:lnTo>
                    <a:pt x="7426" y="10516"/>
                  </a:lnTo>
                  <a:lnTo>
                    <a:pt x="11274" y="1774"/>
                  </a:lnTo>
                  <a:lnTo>
                    <a:pt x="12895" y="68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5" name="ph7485"/>
            <p:cNvSpPr/>
            <p:nvPr/>
          </p:nvSpPr>
          <p:spPr>
            <a:xfrm>
              <a:off x="10800200" y="2910803"/>
              <a:ext cx="20856" cy="21747"/>
            </a:xfrm>
            <a:custGeom>
              <a:avLst/>
              <a:pathLst>
                <a:path w="20856" h="21747">
                  <a:moveTo>
                    <a:pt x="19345" y="1021"/>
                  </a:moveTo>
                  <a:lnTo>
                    <a:pt x="19805" y="3641"/>
                  </a:lnTo>
                  <a:lnTo>
                    <a:pt x="17118" y="6969"/>
                  </a:lnTo>
                  <a:lnTo>
                    <a:pt x="20643" y="10175"/>
                  </a:lnTo>
                  <a:lnTo>
                    <a:pt x="20320" y="15927"/>
                  </a:lnTo>
                  <a:lnTo>
                    <a:pt x="20856" y="16300"/>
                  </a:lnTo>
                  <a:lnTo>
                    <a:pt x="20167" y="20863"/>
                  </a:lnTo>
                  <a:lnTo>
                    <a:pt x="18531" y="19969"/>
                  </a:lnTo>
                  <a:lnTo>
                    <a:pt x="14198" y="20024"/>
                  </a:lnTo>
                  <a:lnTo>
                    <a:pt x="12027" y="21747"/>
                  </a:lnTo>
                  <a:lnTo>
                    <a:pt x="7968" y="16809"/>
                  </a:lnTo>
                  <a:lnTo>
                    <a:pt x="5131" y="16153"/>
                  </a:lnTo>
                  <a:lnTo>
                    <a:pt x="2645" y="14079"/>
                  </a:lnTo>
                  <a:lnTo>
                    <a:pt x="0" y="10008"/>
                  </a:lnTo>
                  <a:lnTo>
                    <a:pt x="328" y="6685"/>
                  </a:lnTo>
                  <a:lnTo>
                    <a:pt x="3552" y="3609"/>
                  </a:lnTo>
                  <a:lnTo>
                    <a:pt x="8791" y="2834"/>
                  </a:lnTo>
                  <a:lnTo>
                    <a:pt x="10110" y="2775"/>
                  </a:lnTo>
                  <a:lnTo>
                    <a:pt x="14262" y="5166"/>
                  </a:lnTo>
                  <a:lnTo>
                    <a:pt x="14814" y="1391"/>
                  </a:lnTo>
                  <a:lnTo>
                    <a:pt x="1713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6" name="ph7486"/>
            <p:cNvSpPr/>
            <p:nvPr/>
          </p:nvSpPr>
          <p:spPr>
            <a:xfrm>
              <a:off x="10700328" y="2984809"/>
              <a:ext cx="28469" cy="34811"/>
            </a:xfrm>
            <a:custGeom>
              <a:avLst/>
              <a:pathLst>
                <a:path w="28469" h="34811">
                  <a:moveTo>
                    <a:pt x="19073" y="4804"/>
                  </a:moveTo>
                  <a:lnTo>
                    <a:pt x="25143" y="3924"/>
                  </a:lnTo>
                  <a:lnTo>
                    <a:pt x="28469" y="6368"/>
                  </a:lnTo>
                  <a:lnTo>
                    <a:pt x="27550" y="8505"/>
                  </a:lnTo>
                  <a:lnTo>
                    <a:pt x="23784" y="9970"/>
                  </a:lnTo>
                  <a:lnTo>
                    <a:pt x="23539" y="10926"/>
                  </a:lnTo>
                  <a:lnTo>
                    <a:pt x="26905" y="20035"/>
                  </a:lnTo>
                  <a:lnTo>
                    <a:pt x="20570" y="24946"/>
                  </a:lnTo>
                  <a:lnTo>
                    <a:pt x="16538" y="25733"/>
                  </a:lnTo>
                  <a:lnTo>
                    <a:pt x="16841" y="27852"/>
                  </a:lnTo>
                  <a:lnTo>
                    <a:pt x="19444" y="31536"/>
                  </a:lnTo>
                  <a:lnTo>
                    <a:pt x="18711" y="32580"/>
                  </a:lnTo>
                  <a:lnTo>
                    <a:pt x="16054" y="32353"/>
                  </a:lnTo>
                  <a:lnTo>
                    <a:pt x="15372" y="34811"/>
                  </a:lnTo>
                  <a:lnTo>
                    <a:pt x="5792" y="29940"/>
                  </a:lnTo>
                  <a:lnTo>
                    <a:pt x="2280" y="20406"/>
                  </a:lnTo>
                  <a:lnTo>
                    <a:pt x="1226" y="19140"/>
                  </a:lnTo>
                  <a:lnTo>
                    <a:pt x="0" y="11908"/>
                  </a:lnTo>
                  <a:lnTo>
                    <a:pt x="1913" y="10402"/>
                  </a:lnTo>
                  <a:lnTo>
                    <a:pt x="3722" y="6987"/>
                  </a:lnTo>
                  <a:lnTo>
                    <a:pt x="3379" y="5436"/>
                  </a:lnTo>
                  <a:lnTo>
                    <a:pt x="2400" y="5349"/>
                  </a:lnTo>
                  <a:lnTo>
                    <a:pt x="1515" y="645"/>
                  </a:lnTo>
                  <a:lnTo>
                    <a:pt x="1751" y="0"/>
                  </a:lnTo>
                  <a:lnTo>
                    <a:pt x="11912" y="39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7" name="ph7487"/>
            <p:cNvSpPr/>
            <p:nvPr/>
          </p:nvSpPr>
          <p:spPr>
            <a:xfrm>
              <a:off x="10753979" y="2908204"/>
              <a:ext cx="41450" cy="56476"/>
            </a:xfrm>
            <a:custGeom>
              <a:avLst/>
              <a:pathLst>
                <a:path w="41450" h="56476">
                  <a:moveTo>
                    <a:pt x="29303" y="624"/>
                  </a:moveTo>
                  <a:lnTo>
                    <a:pt x="30152" y="3836"/>
                  </a:lnTo>
                  <a:lnTo>
                    <a:pt x="28851" y="6776"/>
                  </a:lnTo>
                  <a:lnTo>
                    <a:pt x="29710" y="7483"/>
                  </a:lnTo>
                  <a:lnTo>
                    <a:pt x="33435" y="7821"/>
                  </a:lnTo>
                  <a:lnTo>
                    <a:pt x="35818" y="9110"/>
                  </a:lnTo>
                  <a:lnTo>
                    <a:pt x="36958" y="10683"/>
                  </a:lnTo>
                  <a:lnTo>
                    <a:pt x="41450" y="26620"/>
                  </a:lnTo>
                  <a:lnTo>
                    <a:pt x="39492" y="28900"/>
                  </a:lnTo>
                  <a:lnTo>
                    <a:pt x="38225" y="28220"/>
                  </a:lnTo>
                  <a:lnTo>
                    <a:pt x="34363" y="28423"/>
                  </a:lnTo>
                  <a:lnTo>
                    <a:pt x="30767" y="30279"/>
                  </a:lnTo>
                  <a:lnTo>
                    <a:pt x="29898" y="41312"/>
                  </a:lnTo>
                  <a:lnTo>
                    <a:pt x="30984" y="42648"/>
                  </a:lnTo>
                  <a:lnTo>
                    <a:pt x="30940" y="43848"/>
                  </a:lnTo>
                  <a:lnTo>
                    <a:pt x="28681" y="44328"/>
                  </a:lnTo>
                  <a:lnTo>
                    <a:pt x="26189" y="47962"/>
                  </a:lnTo>
                  <a:lnTo>
                    <a:pt x="28126" y="50110"/>
                  </a:lnTo>
                  <a:lnTo>
                    <a:pt x="28238" y="52340"/>
                  </a:lnTo>
                  <a:lnTo>
                    <a:pt x="27598" y="53611"/>
                  </a:lnTo>
                  <a:lnTo>
                    <a:pt x="18319" y="51517"/>
                  </a:lnTo>
                  <a:lnTo>
                    <a:pt x="16076" y="53205"/>
                  </a:lnTo>
                  <a:lnTo>
                    <a:pt x="15362" y="54744"/>
                  </a:lnTo>
                  <a:lnTo>
                    <a:pt x="12957" y="56068"/>
                  </a:lnTo>
                  <a:lnTo>
                    <a:pt x="11592" y="56476"/>
                  </a:lnTo>
                  <a:lnTo>
                    <a:pt x="8985" y="55774"/>
                  </a:lnTo>
                  <a:lnTo>
                    <a:pt x="6998" y="51721"/>
                  </a:lnTo>
                  <a:lnTo>
                    <a:pt x="0" y="44330"/>
                  </a:lnTo>
                  <a:lnTo>
                    <a:pt x="845" y="31157"/>
                  </a:lnTo>
                  <a:lnTo>
                    <a:pt x="1802" y="30594"/>
                  </a:lnTo>
                  <a:lnTo>
                    <a:pt x="4901" y="30738"/>
                  </a:lnTo>
                  <a:lnTo>
                    <a:pt x="7332" y="31808"/>
                  </a:lnTo>
                  <a:lnTo>
                    <a:pt x="9857" y="30954"/>
                  </a:lnTo>
                  <a:lnTo>
                    <a:pt x="7582" y="25905"/>
                  </a:lnTo>
                  <a:lnTo>
                    <a:pt x="5605" y="24116"/>
                  </a:lnTo>
                  <a:lnTo>
                    <a:pt x="4883" y="20564"/>
                  </a:lnTo>
                  <a:lnTo>
                    <a:pt x="5785" y="17387"/>
                  </a:lnTo>
                  <a:lnTo>
                    <a:pt x="7774" y="16106"/>
                  </a:lnTo>
                  <a:lnTo>
                    <a:pt x="8892" y="14075"/>
                  </a:lnTo>
                  <a:lnTo>
                    <a:pt x="16541" y="15340"/>
                  </a:lnTo>
                  <a:lnTo>
                    <a:pt x="16941" y="14137"/>
                  </a:lnTo>
                  <a:lnTo>
                    <a:pt x="16322" y="10765"/>
                  </a:lnTo>
                  <a:lnTo>
                    <a:pt x="14852" y="7598"/>
                  </a:lnTo>
                  <a:lnTo>
                    <a:pt x="22693" y="5447"/>
                  </a:lnTo>
                  <a:lnTo>
                    <a:pt x="26269" y="6033"/>
                  </a:lnTo>
                  <a:lnTo>
                    <a:pt x="27282" y="4871"/>
                  </a:lnTo>
                  <a:lnTo>
                    <a:pt x="2851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8" name="ph7488"/>
            <p:cNvSpPr/>
            <p:nvPr/>
          </p:nvSpPr>
          <p:spPr>
            <a:xfrm>
              <a:off x="10592788" y="2952915"/>
              <a:ext cx="20468" cy="23745"/>
            </a:xfrm>
            <a:custGeom>
              <a:avLst/>
              <a:pathLst>
                <a:path w="20468" h="23745">
                  <a:moveTo>
                    <a:pt x="11089" y="2739"/>
                  </a:moveTo>
                  <a:lnTo>
                    <a:pt x="18276" y="2204"/>
                  </a:lnTo>
                  <a:lnTo>
                    <a:pt x="18963" y="3038"/>
                  </a:lnTo>
                  <a:lnTo>
                    <a:pt x="18806" y="6737"/>
                  </a:lnTo>
                  <a:lnTo>
                    <a:pt x="20209" y="10730"/>
                  </a:lnTo>
                  <a:lnTo>
                    <a:pt x="20468" y="13726"/>
                  </a:lnTo>
                  <a:lnTo>
                    <a:pt x="17631" y="13598"/>
                  </a:lnTo>
                  <a:lnTo>
                    <a:pt x="13161" y="15355"/>
                  </a:lnTo>
                  <a:lnTo>
                    <a:pt x="11391" y="17692"/>
                  </a:lnTo>
                  <a:lnTo>
                    <a:pt x="8648" y="23745"/>
                  </a:lnTo>
                  <a:lnTo>
                    <a:pt x="7835" y="23662"/>
                  </a:lnTo>
                  <a:lnTo>
                    <a:pt x="4978" y="17945"/>
                  </a:lnTo>
                  <a:lnTo>
                    <a:pt x="2200" y="15203"/>
                  </a:lnTo>
                  <a:lnTo>
                    <a:pt x="2399" y="10201"/>
                  </a:lnTo>
                  <a:lnTo>
                    <a:pt x="0" y="6403"/>
                  </a:lnTo>
                  <a:lnTo>
                    <a:pt x="342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9" name="ph7489"/>
            <p:cNvSpPr/>
            <p:nvPr/>
          </p:nvSpPr>
          <p:spPr>
            <a:xfrm>
              <a:off x="10629872" y="2977486"/>
              <a:ext cx="20291" cy="30720"/>
            </a:xfrm>
            <a:custGeom>
              <a:avLst/>
              <a:pathLst>
                <a:path w="20291" h="30720">
                  <a:moveTo>
                    <a:pt x="14002" y="0"/>
                  </a:moveTo>
                  <a:lnTo>
                    <a:pt x="16990" y="1126"/>
                  </a:lnTo>
                  <a:lnTo>
                    <a:pt x="16882" y="2033"/>
                  </a:lnTo>
                  <a:lnTo>
                    <a:pt x="13975" y="2983"/>
                  </a:lnTo>
                  <a:lnTo>
                    <a:pt x="12006" y="5084"/>
                  </a:lnTo>
                  <a:lnTo>
                    <a:pt x="12349" y="5999"/>
                  </a:lnTo>
                  <a:lnTo>
                    <a:pt x="14924" y="6806"/>
                  </a:lnTo>
                  <a:lnTo>
                    <a:pt x="17388" y="8821"/>
                  </a:lnTo>
                  <a:lnTo>
                    <a:pt x="18032" y="11360"/>
                  </a:lnTo>
                  <a:lnTo>
                    <a:pt x="17109" y="15006"/>
                  </a:lnTo>
                  <a:lnTo>
                    <a:pt x="20291" y="25997"/>
                  </a:lnTo>
                  <a:lnTo>
                    <a:pt x="19503" y="26973"/>
                  </a:lnTo>
                  <a:lnTo>
                    <a:pt x="17001" y="27659"/>
                  </a:lnTo>
                  <a:lnTo>
                    <a:pt x="15861" y="28990"/>
                  </a:lnTo>
                  <a:lnTo>
                    <a:pt x="11781" y="30720"/>
                  </a:lnTo>
                  <a:lnTo>
                    <a:pt x="10293" y="26721"/>
                  </a:lnTo>
                  <a:lnTo>
                    <a:pt x="8292" y="25353"/>
                  </a:lnTo>
                  <a:lnTo>
                    <a:pt x="4174" y="25491"/>
                  </a:lnTo>
                  <a:lnTo>
                    <a:pt x="2726" y="23502"/>
                  </a:lnTo>
                  <a:lnTo>
                    <a:pt x="0" y="16907"/>
                  </a:lnTo>
                  <a:lnTo>
                    <a:pt x="2339" y="15788"/>
                  </a:lnTo>
                  <a:lnTo>
                    <a:pt x="5135" y="8857"/>
                  </a:lnTo>
                  <a:lnTo>
                    <a:pt x="450" y="3218"/>
                  </a:lnTo>
                  <a:lnTo>
                    <a:pt x="1288" y="2677"/>
                  </a:lnTo>
                  <a:lnTo>
                    <a:pt x="3310" y="1303"/>
                  </a:lnTo>
                  <a:lnTo>
                    <a:pt x="5363" y="1089"/>
                  </a:lnTo>
                  <a:lnTo>
                    <a:pt x="8048" y="2501"/>
                  </a:lnTo>
                  <a:lnTo>
                    <a:pt x="11141" y="542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0" name="ph7490"/>
            <p:cNvSpPr/>
            <p:nvPr/>
          </p:nvSpPr>
          <p:spPr>
            <a:xfrm>
              <a:off x="10623460" y="2851750"/>
              <a:ext cx="10757" cy="20185"/>
            </a:xfrm>
            <a:custGeom>
              <a:avLst/>
              <a:pathLst>
                <a:path w="10757" h="20185">
                  <a:moveTo>
                    <a:pt x="7226" y="10226"/>
                  </a:moveTo>
                  <a:lnTo>
                    <a:pt x="8253" y="14001"/>
                  </a:lnTo>
                  <a:lnTo>
                    <a:pt x="9123" y="15513"/>
                  </a:lnTo>
                  <a:lnTo>
                    <a:pt x="10649" y="16312"/>
                  </a:lnTo>
                  <a:lnTo>
                    <a:pt x="10757" y="17704"/>
                  </a:lnTo>
                  <a:lnTo>
                    <a:pt x="9322" y="20185"/>
                  </a:lnTo>
                  <a:lnTo>
                    <a:pt x="8448" y="17561"/>
                  </a:lnTo>
                  <a:lnTo>
                    <a:pt x="7201" y="17826"/>
                  </a:lnTo>
                  <a:lnTo>
                    <a:pt x="6135" y="19178"/>
                  </a:lnTo>
                  <a:lnTo>
                    <a:pt x="4927" y="17651"/>
                  </a:lnTo>
                  <a:lnTo>
                    <a:pt x="4675" y="14895"/>
                  </a:lnTo>
                  <a:lnTo>
                    <a:pt x="3806" y="13237"/>
                  </a:lnTo>
                  <a:lnTo>
                    <a:pt x="0" y="11318"/>
                  </a:lnTo>
                  <a:lnTo>
                    <a:pt x="2246" y="8200"/>
                  </a:lnTo>
                  <a:lnTo>
                    <a:pt x="3336" y="2901"/>
                  </a:lnTo>
                  <a:lnTo>
                    <a:pt x="721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1" name="ph7491"/>
            <p:cNvSpPr/>
            <p:nvPr/>
          </p:nvSpPr>
          <p:spPr>
            <a:xfrm>
              <a:off x="10555777" y="2866308"/>
              <a:ext cx="19782" cy="17134"/>
            </a:xfrm>
            <a:custGeom>
              <a:avLst/>
              <a:pathLst>
                <a:path w="19782" h="17134">
                  <a:moveTo>
                    <a:pt x="8055" y="0"/>
                  </a:moveTo>
                  <a:lnTo>
                    <a:pt x="19191" y="4061"/>
                  </a:lnTo>
                  <a:lnTo>
                    <a:pt x="17188" y="9531"/>
                  </a:lnTo>
                  <a:lnTo>
                    <a:pt x="19782" y="12184"/>
                  </a:lnTo>
                  <a:lnTo>
                    <a:pt x="19603" y="13393"/>
                  </a:lnTo>
                  <a:lnTo>
                    <a:pt x="15432" y="12461"/>
                  </a:lnTo>
                  <a:lnTo>
                    <a:pt x="9946" y="16421"/>
                  </a:lnTo>
                  <a:lnTo>
                    <a:pt x="6379" y="14978"/>
                  </a:lnTo>
                  <a:lnTo>
                    <a:pt x="2870" y="17134"/>
                  </a:lnTo>
                  <a:lnTo>
                    <a:pt x="649" y="16733"/>
                  </a:lnTo>
                  <a:lnTo>
                    <a:pt x="0" y="14783"/>
                  </a:lnTo>
                  <a:lnTo>
                    <a:pt x="1808" y="8720"/>
                  </a:lnTo>
                  <a:lnTo>
                    <a:pt x="5222" y="8691"/>
                  </a:lnTo>
                  <a:lnTo>
                    <a:pt x="5660" y="8031"/>
                  </a:lnTo>
                  <a:lnTo>
                    <a:pt x="5738" y="16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2" name="ph7492"/>
            <p:cNvSpPr/>
            <p:nvPr/>
          </p:nvSpPr>
          <p:spPr>
            <a:xfrm>
              <a:off x="10635110" y="2879627"/>
              <a:ext cx="29404" cy="21754"/>
            </a:xfrm>
            <a:custGeom>
              <a:avLst/>
              <a:pathLst>
                <a:path w="29404" h="21754">
                  <a:moveTo>
                    <a:pt x="11968" y="170"/>
                  </a:moveTo>
                  <a:lnTo>
                    <a:pt x="14469" y="4170"/>
                  </a:lnTo>
                  <a:lnTo>
                    <a:pt x="11998" y="6654"/>
                  </a:lnTo>
                  <a:lnTo>
                    <a:pt x="15223" y="8279"/>
                  </a:lnTo>
                  <a:lnTo>
                    <a:pt x="20784" y="7859"/>
                  </a:lnTo>
                  <a:lnTo>
                    <a:pt x="22043" y="5504"/>
                  </a:lnTo>
                  <a:lnTo>
                    <a:pt x="23047" y="5192"/>
                  </a:lnTo>
                  <a:lnTo>
                    <a:pt x="25915" y="7746"/>
                  </a:lnTo>
                  <a:lnTo>
                    <a:pt x="27029" y="9850"/>
                  </a:lnTo>
                  <a:lnTo>
                    <a:pt x="26733" y="10945"/>
                  </a:lnTo>
                  <a:lnTo>
                    <a:pt x="25546" y="11707"/>
                  </a:lnTo>
                  <a:lnTo>
                    <a:pt x="25966" y="13169"/>
                  </a:lnTo>
                  <a:lnTo>
                    <a:pt x="29404" y="15409"/>
                  </a:lnTo>
                  <a:lnTo>
                    <a:pt x="22452" y="20193"/>
                  </a:lnTo>
                  <a:lnTo>
                    <a:pt x="19990" y="20423"/>
                  </a:lnTo>
                  <a:lnTo>
                    <a:pt x="18090" y="18332"/>
                  </a:lnTo>
                  <a:lnTo>
                    <a:pt x="14235" y="20774"/>
                  </a:lnTo>
                  <a:lnTo>
                    <a:pt x="7390" y="21754"/>
                  </a:lnTo>
                  <a:lnTo>
                    <a:pt x="7602" y="19838"/>
                  </a:lnTo>
                  <a:lnTo>
                    <a:pt x="5502" y="18015"/>
                  </a:lnTo>
                  <a:lnTo>
                    <a:pt x="2986" y="18994"/>
                  </a:lnTo>
                  <a:lnTo>
                    <a:pt x="0" y="17069"/>
                  </a:lnTo>
                  <a:lnTo>
                    <a:pt x="1258" y="13981"/>
                  </a:lnTo>
                  <a:lnTo>
                    <a:pt x="5319" y="9979"/>
                  </a:lnTo>
                  <a:lnTo>
                    <a:pt x="9300" y="1423"/>
                  </a:lnTo>
                  <a:lnTo>
                    <a:pt x="1066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3" name="ph7493"/>
            <p:cNvSpPr/>
            <p:nvPr/>
          </p:nvSpPr>
          <p:spPr>
            <a:xfrm>
              <a:off x="10585445" y="2978180"/>
              <a:ext cx="29473" cy="49849"/>
            </a:xfrm>
            <a:custGeom>
              <a:avLst/>
              <a:pathLst>
                <a:path w="29473" h="49849">
                  <a:moveTo>
                    <a:pt x="19351" y="118"/>
                  </a:moveTo>
                  <a:lnTo>
                    <a:pt x="22552" y="5825"/>
                  </a:lnTo>
                  <a:lnTo>
                    <a:pt x="28968" y="11484"/>
                  </a:lnTo>
                  <a:lnTo>
                    <a:pt x="29473" y="20506"/>
                  </a:lnTo>
                  <a:lnTo>
                    <a:pt x="22235" y="22239"/>
                  </a:lnTo>
                  <a:lnTo>
                    <a:pt x="19767" y="25172"/>
                  </a:lnTo>
                  <a:lnTo>
                    <a:pt x="17196" y="30181"/>
                  </a:lnTo>
                  <a:lnTo>
                    <a:pt x="15321" y="39319"/>
                  </a:lnTo>
                  <a:lnTo>
                    <a:pt x="16835" y="44404"/>
                  </a:lnTo>
                  <a:lnTo>
                    <a:pt x="18995" y="48471"/>
                  </a:lnTo>
                  <a:lnTo>
                    <a:pt x="20458" y="49849"/>
                  </a:lnTo>
                  <a:lnTo>
                    <a:pt x="16852" y="49840"/>
                  </a:lnTo>
                  <a:lnTo>
                    <a:pt x="16618" y="47636"/>
                  </a:lnTo>
                  <a:lnTo>
                    <a:pt x="15914" y="47221"/>
                  </a:lnTo>
                  <a:lnTo>
                    <a:pt x="3658" y="45885"/>
                  </a:lnTo>
                  <a:lnTo>
                    <a:pt x="1792" y="45148"/>
                  </a:lnTo>
                  <a:lnTo>
                    <a:pt x="0" y="43204"/>
                  </a:lnTo>
                  <a:lnTo>
                    <a:pt x="2007" y="38064"/>
                  </a:lnTo>
                  <a:lnTo>
                    <a:pt x="6296" y="32258"/>
                  </a:lnTo>
                  <a:lnTo>
                    <a:pt x="7683" y="28686"/>
                  </a:lnTo>
                  <a:lnTo>
                    <a:pt x="7906" y="24808"/>
                  </a:lnTo>
                  <a:lnTo>
                    <a:pt x="13592" y="13255"/>
                  </a:lnTo>
                  <a:lnTo>
                    <a:pt x="15272" y="7826"/>
                  </a:lnTo>
                  <a:lnTo>
                    <a:pt x="17138" y="5550"/>
                  </a:lnTo>
                  <a:lnTo>
                    <a:pt x="17275" y="1127"/>
                  </a:lnTo>
                  <a:lnTo>
                    <a:pt x="1856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4" name="ph7494"/>
            <p:cNvSpPr/>
            <p:nvPr/>
          </p:nvSpPr>
          <p:spPr>
            <a:xfrm>
              <a:off x="10563832" y="2851932"/>
              <a:ext cx="19416" cy="18437"/>
            </a:xfrm>
            <a:custGeom>
              <a:avLst/>
              <a:pathLst>
                <a:path w="19416" h="18437">
                  <a:moveTo>
                    <a:pt x="12286" y="0"/>
                  </a:moveTo>
                  <a:lnTo>
                    <a:pt x="19416" y="1565"/>
                  </a:lnTo>
                  <a:lnTo>
                    <a:pt x="19117" y="2944"/>
                  </a:lnTo>
                  <a:lnTo>
                    <a:pt x="14779" y="3506"/>
                  </a:lnTo>
                  <a:lnTo>
                    <a:pt x="12034" y="5462"/>
                  </a:lnTo>
                  <a:lnTo>
                    <a:pt x="11341" y="8522"/>
                  </a:lnTo>
                  <a:lnTo>
                    <a:pt x="11301" y="14276"/>
                  </a:lnTo>
                  <a:lnTo>
                    <a:pt x="11136" y="18437"/>
                  </a:lnTo>
                  <a:lnTo>
                    <a:pt x="0" y="14376"/>
                  </a:lnTo>
                  <a:lnTo>
                    <a:pt x="2152" y="7747"/>
                  </a:lnTo>
                  <a:lnTo>
                    <a:pt x="2338" y="4756"/>
                  </a:lnTo>
                  <a:lnTo>
                    <a:pt x="10600" y="29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5" name="ph7495"/>
            <p:cNvSpPr/>
            <p:nvPr/>
          </p:nvSpPr>
          <p:spPr>
            <a:xfrm>
              <a:off x="10604527" y="2923359"/>
              <a:ext cx="23358" cy="19535"/>
            </a:xfrm>
            <a:custGeom>
              <a:avLst/>
              <a:pathLst>
                <a:path w="23358" h="19535">
                  <a:moveTo>
                    <a:pt x="7240" y="2503"/>
                  </a:moveTo>
                  <a:lnTo>
                    <a:pt x="6751" y="4212"/>
                  </a:lnTo>
                  <a:lnTo>
                    <a:pt x="7215" y="5002"/>
                  </a:lnTo>
                  <a:lnTo>
                    <a:pt x="9923" y="5835"/>
                  </a:lnTo>
                  <a:lnTo>
                    <a:pt x="15249" y="4844"/>
                  </a:lnTo>
                  <a:lnTo>
                    <a:pt x="17106" y="4292"/>
                  </a:lnTo>
                  <a:lnTo>
                    <a:pt x="16953" y="3469"/>
                  </a:lnTo>
                  <a:lnTo>
                    <a:pt x="19106" y="3317"/>
                  </a:lnTo>
                  <a:lnTo>
                    <a:pt x="23324" y="8138"/>
                  </a:lnTo>
                  <a:lnTo>
                    <a:pt x="23358" y="11415"/>
                  </a:lnTo>
                  <a:lnTo>
                    <a:pt x="21497" y="13217"/>
                  </a:lnTo>
                  <a:lnTo>
                    <a:pt x="20770" y="16596"/>
                  </a:lnTo>
                  <a:lnTo>
                    <a:pt x="23005" y="19449"/>
                  </a:lnTo>
                  <a:lnTo>
                    <a:pt x="20199" y="19535"/>
                  </a:lnTo>
                  <a:lnTo>
                    <a:pt x="9226" y="17646"/>
                  </a:lnTo>
                  <a:lnTo>
                    <a:pt x="6183" y="14782"/>
                  </a:lnTo>
                  <a:lnTo>
                    <a:pt x="1740" y="14801"/>
                  </a:lnTo>
                  <a:lnTo>
                    <a:pt x="2297" y="9555"/>
                  </a:lnTo>
                  <a:lnTo>
                    <a:pt x="0" y="2842"/>
                  </a:lnTo>
                  <a:lnTo>
                    <a:pt x="565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6" name="ph7496"/>
            <p:cNvSpPr/>
            <p:nvPr/>
          </p:nvSpPr>
          <p:spPr>
            <a:xfrm>
              <a:off x="10506213" y="2982236"/>
              <a:ext cx="43256" cy="38533"/>
            </a:xfrm>
            <a:custGeom>
              <a:avLst/>
              <a:pathLst>
                <a:path w="43256" h="38533">
                  <a:moveTo>
                    <a:pt x="29076" y="1482"/>
                  </a:moveTo>
                  <a:lnTo>
                    <a:pt x="29306" y="5895"/>
                  </a:lnTo>
                  <a:lnTo>
                    <a:pt x="30354" y="9587"/>
                  </a:lnTo>
                  <a:lnTo>
                    <a:pt x="34530" y="12155"/>
                  </a:lnTo>
                  <a:lnTo>
                    <a:pt x="36043" y="16076"/>
                  </a:lnTo>
                  <a:lnTo>
                    <a:pt x="39849" y="17601"/>
                  </a:lnTo>
                  <a:lnTo>
                    <a:pt x="43246" y="20766"/>
                  </a:lnTo>
                  <a:lnTo>
                    <a:pt x="43256" y="22144"/>
                  </a:lnTo>
                  <a:lnTo>
                    <a:pt x="40327" y="22779"/>
                  </a:lnTo>
                  <a:lnTo>
                    <a:pt x="39007" y="24411"/>
                  </a:lnTo>
                  <a:lnTo>
                    <a:pt x="38851" y="26483"/>
                  </a:lnTo>
                  <a:lnTo>
                    <a:pt x="34466" y="33191"/>
                  </a:lnTo>
                  <a:lnTo>
                    <a:pt x="30776" y="33271"/>
                  </a:lnTo>
                  <a:lnTo>
                    <a:pt x="25063" y="37027"/>
                  </a:lnTo>
                  <a:lnTo>
                    <a:pt x="24265" y="35695"/>
                  </a:lnTo>
                  <a:lnTo>
                    <a:pt x="21447" y="36176"/>
                  </a:lnTo>
                  <a:lnTo>
                    <a:pt x="18863" y="38533"/>
                  </a:lnTo>
                  <a:lnTo>
                    <a:pt x="14627" y="32119"/>
                  </a:lnTo>
                  <a:lnTo>
                    <a:pt x="10811" y="31413"/>
                  </a:lnTo>
                  <a:lnTo>
                    <a:pt x="7770" y="33989"/>
                  </a:lnTo>
                  <a:lnTo>
                    <a:pt x="1747" y="28608"/>
                  </a:lnTo>
                  <a:lnTo>
                    <a:pt x="0" y="25224"/>
                  </a:lnTo>
                  <a:lnTo>
                    <a:pt x="3556" y="23067"/>
                  </a:lnTo>
                  <a:lnTo>
                    <a:pt x="3008" y="13272"/>
                  </a:lnTo>
                  <a:lnTo>
                    <a:pt x="7540" y="10931"/>
                  </a:lnTo>
                  <a:lnTo>
                    <a:pt x="9995" y="8429"/>
                  </a:lnTo>
                  <a:lnTo>
                    <a:pt x="14786" y="7754"/>
                  </a:lnTo>
                  <a:lnTo>
                    <a:pt x="18101" y="4806"/>
                  </a:lnTo>
                  <a:lnTo>
                    <a:pt x="20489" y="4000"/>
                  </a:lnTo>
                  <a:lnTo>
                    <a:pt x="20798" y="4961"/>
                  </a:lnTo>
                  <a:lnTo>
                    <a:pt x="22691" y="5389"/>
                  </a:lnTo>
                  <a:lnTo>
                    <a:pt x="25120" y="4693"/>
                  </a:lnTo>
                  <a:lnTo>
                    <a:pt x="25884" y="4292"/>
                  </a:lnTo>
                  <a:lnTo>
                    <a:pt x="28580" y="1474"/>
                  </a:lnTo>
                  <a:lnTo>
                    <a:pt x="3094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7" name="ph7497"/>
            <p:cNvSpPr/>
            <p:nvPr/>
          </p:nvSpPr>
          <p:spPr>
            <a:xfrm>
              <a:off x="10802138" y="2933822"/>
              <a:ext cx="22618" cy="13904"/>
            </a:xfrm>
            <a:custGeom>
              <a:avLst/>
              <a:pathLst>
                <a:path w="22618" h="13904">
                  <a:moveTo>
                    <a:pt x="8111" y="415"/>
                  </a:moveTo>
                  <a:lnTo>
                    <a:pt x="9200" y="3226"/>
                  </a:lnTo>
                  <a:lnTo>
                    <a:pt x="12093" y="6505"/>
                  </a:lnTo>
                  <a:lnTo>
                    <a:pt x="20372" y="5470"/>
                  </a:lnTo>
                  <a:lnTo>
                    <a:pt x="22618" y="10187"/>
                  </a:lnTo>
                  <a:lnTo>
                    <a:pt x="21427" y="11889"/>
                  </a:lnTo>
                  <a:lnTo>
                    <a:pt x="18421" y="13205"/>
                  </a:lnTo>
                  <a:lnTo>
                    <a:pt x="12821" y="13904"/>
                  </a:lnTo>
                  <a:lnTo>
                    <a:pt x="6511" y="13652"/>
                  </a:lnTo>
                  <a:lnTo>
                    <a:pt x="5421" y="10539"/>
                  </a:lnTo>
                  <a:lnTo>
                    <a:pt x="20" y="4039"/>
                  </a:lnTo>
                  <a:lnTo>
                    <a:pt x="0" y="2337"/>
                  </a:lnTo>
                  <a:lnTo>
                    <a:pt x="1014" y="2073"/>
                  </a:lnTo>
                  <a:lnTo>
                    <a:pt x="4443" y="2054"/>
                  </a:lnTo>
                  <a:lnTo>
                    <a:pt x="5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8" name="ph7498"/>
            <p:cNvSpPr/>
            <p:nvPr/>
          </p:nvSpPr>
          <p:spPr>
            <a:xfrm>
              <a:off x="10600767" y="2998686"/>
              <a:ext cx="18677" cy="33398"/>
            </a:xfrm>
            <a:custGeom>
              <a:avLst/>
              <a:pathLst>
                <a:path w="18677" h="33398">
                  <a:moveTo>
                    <a:pt x="15904" y="1090"/>
                  </a:moveTo>
                  <a:lnTo>
                    <a:pt x="16568" y="6671"/>
                  </a:lnTo>
                  <a:lnTo>
                    <a:pt x="18677" y="9169"/>
                  </a:lnTo>
                  <a:lnTo>
                    <a:pt x="17720" y="9795"/>
                  </a:lnTo>
                  <a:lnTo>
                    <a:pt x="17061" y="22280"/>
                  </a:lnTo>
                  <a:lnTo>
                    <a:pt x="15497" y="24426"/>
                  </a:lnTo>
                  <a:lnTo>
                    <a:pt x="16826" y="31355"/>
                  </a:lnTo>
                  <a:lnTo>
                    <a:pt x="16207" y="33398"/>
                  </a:lnTo>
                  <a:lnTo>
                    <a:pt x="12605" y="32838"/>
                  </a:lnTo>
                  <a:lnTo>
                    <a:pt x="5798" y="29009"/>
                  </a:lnTo>
                  <a:lnTo>
                    <a:pt x="5136" y="29343"/>
                  </a:lnTo>
                  <a:lnTo>
                    <a:pt x="3673" y="27965"/>
                  </a:lnTo>
                  <a:lnTo>
                    <a:pt x="1513" y="23898"/>
                  </a:lnTo>
                  <a:lnTo>
                    <a:pt x="0" y="18813"/>
                  </a:lnTo>
                  <a:lnTo>
                    <a:pt x="1874" y="9674"/>
                  </a:lnTo>
                  <a:lnTo>
                    <a:pt x="4446" y="4665"/>
                  </a:lnTo>
                  <a:lnTo>
                    <a:pt x="6914" y="1733"/>
                  </a:lnTo>
                  <a:lnTo>
                    <a:pt x="1415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9" name="ph7499"/>
            <p:cNvSpPr/>
            <p:nvPr/>
          </p:nvSpPr>
          <p:spPr>
            <a:xfrm>
              <a:off x="10673738" y="2887123"/>
              <a:ext cx="26486" cy="12663"/>
            </a:xfrm>
            <a:custGeom>
              <a:avLst/>
              <a:pathLst>
                <a:path w="26486" h="12663">
                  <a:moveTo>
                    <a:pt x="18228" y="1168"/>
                  </a:moveTo>
                  <a:lnTo>
                    <a:pt x="19686" y="1711"/>
                  </a:lnTo>
                  <a:lnTo>
                    <a:pt x="26486" y="1492"/>
                  </a:lnTo>
                  <a:lnTo>
                    <a:pt x="25509" y="3806"/>
                  </a:lnTo>
                  <a:lnTo>
                    <a:pt x="26184" y="7193"/>
                  </a:lnTo>
                  <a:lnTo>
                    <a:pt x="22751" y="9185"/>
                  </a:lnTo>
                  <a:lnTo>
                    <a:pt x="15122" y="10526"/>
                  </a:lnTo>
                  <a:lnTo>
                    <a:pt x="6371" y="12548"/>
                  </a:lnTo>
                  <a:lnTo>
                    <a:pt x="3462" y="12663"/>
                  </a:lnTo>
                  <a:lnTo>
                    <a:pt x="1820" y="11587"/>
                  </a:lnTo>
                  <a:lnTo>
                    <a:pt x="0" y="7082"/>
                  </a:lnTo>
                  <a:lnTo>
                    <a:pt x="5713" y="3884"/>
                  </a:lnTo>
                  <a:lnTo>
                    <a:pt x="1813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0" name="ph7500"/>
            <p:cNvSpPr/>
            <p:nvPr/>
          </p:nvSpPr>
          <p:spPr>
            <a:xfrm>
              <a:off x="10582283" y="2863461"/>
              <a:ext cx="27254" cy="19955"/>
            </a:xfrm>
            <a:custGeom>
              <a:avLst/>
              <a:pathLst>
                <a:path w="27254" h="19955">
                  <a:moveTo>
                    <a:pt x="26815" y="1277"/>
                  </a:moveTo>
                  <a:lnTo>
                    <a:pt x="23799" y="9008"/>
                  </a:lnTo>
                  <a:lnTo>
                    <a:pt x="25353" y="15960"/>
                  </a:lnTo>
                  <a:lnTo>
                    <a:pt x="27254" y="17031"/>
                  </a:lnTo>
                  <a:lnTo>
                    <a:pt x="26133" y="19955"/>
                  </a:lnTo>
                  <a:lnTo>
                    <a:pt x="18084" y="18355"/>
                  </a:lnTo>
                  <a:lnTo>
                    <a:pt x="9781" y="18403"/>
                  </a:lnTo>
                  <a:lnTo>
                    <a:pt x="8464" y="16659"/>
                  </a:lnTo>
                  <a:lnTo>
                    <a:pt x="6655" y="16062"/>
                  </a:lnTo>
                  <a:lnTo>
                    <a:pt x="3914" y="17012"/>
                  </a:lnTo>
                  <a:lnTo>
                    <a:pt x="1979" y="16435"/>
                  </a:lnTo>
                  <a:lnTo>
                    <a:pt x="1181" y="14942"/>
                  </a:lnTo>
                  <a:lnTo>
                    <a:pt x="0" y="7258"/>
                  </a:lnTo>
                  <a:lnTo>
                    <a:pt x="1570" y="5120"/>
                  </a:lnTo>
                  <a:lnTo>
                    <a:pt x="4119" y="6720"/>
                  </a:lnTo>
                  <a:lnTo>
                    <a:pt x="10306" y="5662"/>
                  </a:lnTo>
                  <a:lnTo>
                    <a:pt x="15305" y="2864"/>
                  </a:lnTo>
                  <a:lnTo>
                    <a:pt x="15740" y="1476"/>
                  </a:lnTo>
                  <a:lnTo>
                    <a:pt x="2270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1" name="ph7501"/>
            <p:cNvSpPr/>
            <p:nvPr/>
          </p:nvSpPr>
          <p:spPr>
            <a:xfrm>
              <a:off x="10638298" y="3017155"/>
              <a:ext cx="51164" cy="55607"/>
            </a:xfrm>
            <a:custGeom>
              <a:avLst/>
              <a:pathLst>
                <a:path w="51164" h="55607">
                  <a:moveTo>
                    <a:pt x="33280" y="1128"/>
                  </a:moveTo>
                  <a:lnTo>
                    <a:pt x="32430" y="4920"/>
                  </a:lnTo>
                  <a:lnTo>
                    <a:pt x="40606" y="13782"/>
                  </a:lnTo>
                  <a:lnTo>
                    <a:pt x="42114" y="22115"/>
                  </a:lnTo>
                  <a:lnTo>
                    <a:pt x="51164" y="29311"/>
                  </a:lnTo>
                  <a:lnTo>
                    <a:pt x="49159" y="31839"/>
                  </a:lnTo>
                  <a:lnTo>
                    <a:pt x="50808" y="33923"/>
                  </a:lnTo>
                  <a:lnTo>
                    <a:pt x="49540" y="39478"/>
                  </a:lnTo>
                  <a:lnTo>
                    <a:pt x="49500" y="44935"/>
                  </a:lnTo>
                  <a:lnTo>
                    <a:pt x="47721" y="49024"/>
                  </a:lnTo>
                  <a:lnTo>
                    <a:pt x="44913" y="52394"/>
                  </a:lnTo>
                  <a:lnTo>
                    <a:pt x="45382" y="55193"/>
                  </a:lnTo>
                  <a:lnTo>
                    <a:pt x="43098" y="55607"/>
                  </a:lnTo>
                  <a:lnTo>
                    <a:pt x="39223" y="54432"/>
                  </a:lnTo>
                  <a:lnTo>
                    <a:pt x="33729" y="51589"/>
                  </a:lnTo>
                  <a:lnTo>
                    <a:pt x="31262" y="45204"/>
                  </a:lnTo>
                  <a:lnTo>
                    <a:pt x="28537" y="42120"/>
                  </a:lnTo>
                  <a:lnTo>
                    <a:pt x="19573" y="42039"/>
                  </a:lnTo>
                  <a:lnTo>
                    <a:pt x="18931" y="40985"/>
                  </a:lnTo>
                  <a:lnTo>
                    <a:pt x="16725" y="40840"/>
                  </a:lnTo>
                  <a:lnTo>
                    <a:pt x="11060" y="42189"/>
                  </a:lnTo>
                  <a:lnTo>
                    <a:pt x="4788" y="44858"/>
                  </a:lnTo>
                  <a:lnTo>
                    <a:pt x="2737" y="47059"/>
                  </a:lnTo>
                  <a:lnTo>
                    <a:pt x="1368" y="45955"/>
                  </a:lnTo>
                  <a:lnTo>
                    <a:pt x="0" y="39343"/>
                  </a:lnTo>
                  <a:lnTo>
                    <a:pt x="2755" y="37903"/>
                  </a:lnTo>
                  <a:lnTo>
                    <a:pt x="10091" y="29846"/>
                  </a:lnTo>
                  <a:lnTo>
                    <a:pt x="11697" y="27858"/>
                  </a:lnTo>
                  <a:lnTo>
                    <a:pt x="12258" y="24913"/>
                  </a:lnTo>
                  <a:lnTo>
                    <a:pt x="14769" y="24243"/>
                  </a:lnTo>
                  <a:lnTo>
                    <a:pt x="16886" y="25798"/>
                  </a:lnTo>
                  <a:lnTo>
                    <a:pt x="19501" y="23062"/>
                  </a:lnTo>
                  <a:lnTo>
                    <a:pt x="19713" y="18877"/>
                  </a:lnTo>
                  <a:lnTo>
                    <a:pt x="20775" y="16230"/>
                  </a:lnTo>
                  <a:lnTo>
                    <a:pt x="23667" y="13636"/>
                  </a:lnTo>
                  <a:lnTo>
                    <a:pt x="26215" y="12976"/>
                  </a:lnTo>
                  <a:lnTo>
                    <a:pt x="27856" y="10894"/>
                  </a:lnTo>
                  <a:lnTo>
                    <a:pt x="28813" y="5308"/>
                  </a:lnTo>
                  <a:lnTo>
                    <a:pt x="28105" y="1254"/>
                  </a:lnTo>
                  <a:lnTo>
                    <a:pt x="302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2" name="ph7502"/>
            <p:cNvSpPr/>
            <p:nvPr/>
          </p:nvSpPr>
          <p:spPr>
            <a:xfrm>
              <a:off x="10606082" y="2864739"/>
              <a:ext cx="22038" cy="22463"/>
            </a:xfrm>
            <a:custGeom>
              <a:avLst/>
              <a:pathLst>
                <a:path w="22038" h="22463">
                  <a:moveTo>
                    <a:pt x="4487" y="518"/>
                  </a:moveTo>
                  <a:lnTo>
                    <a:pt x="7399" y="3727"/>
                  </a:lnTo>
                  <a:lnTo>
                    <a:pt x="8983" y="1890"/>
                  </a:lnTo>
                  <a:lnTo>
                    <a:pt x="10778" y="3622"/>
                  </a:lnTo>
                  <a:lnTo>
                    <a:pt x="12164" y="8546"/>
                  </a:lnTo>
                  <a:lnTo>
                    <a:pt x="17335" y="13053"/>
                  </a:lnTo>
                  <a:lnTo>
                    <a:pt x="21450" y="14894"/>
                  </a:lnTo>
                  <a:lnTo>
                    <a:pt x="22038" y="16892"/>
                  </a:lnTo>
                  <a:lnTo>
                    <a:pt x="17869" y="21442"/>
                  </a:lnTo>
                  <a:lnTo>
                    <a:pt x="17652" y="21952"/>
                  </a:lnTo>
                  <a:lnTo>
                    <a:pt x="7614" y="22463"/>
                  </a:lnTo>
                  <a:lnTo>
                    <a:pt x="7674" y="18891"/>
                  </a:lnTo>
                  <a:lnTo>
                    <a:pt x="6723" y="17594"/>
                  </a:lnTo>
                  <a:lnTo>
                    <a:pt x="3455" y="15753"/>
                  </a:lnTo>
                  <a:lnTo>
                    <a:pt x="1554" y="14682"/>
                  </a:lnTo>
                  <a:lnTo>
                    <a:pt x="0" y="7731"/>
                  </a:lnTo>
                  <a:lnTo>
                    <a:pt x="301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3" name="ph7503"/>
            <p:cNvSpPr/>
            <p:nvPr/>
          </p:nvSpPr>
          <p:spPr>
            <a:xfrm>
              <a:off x="10687534" y="2895803"/>
              <a:ext cx="17231" cy="17828"/>
            </a:xfrm>
            <a:custGeom>
              <a:avLst/>
              <a:pathLst>
                <a:path w="17231" h="17828">
                  <a:moveTo>
                    <a:pt x="17231" y="705"/>
                  </a:moveTo>
                  <a:lnTo>
                    <a:pt x="16930" y="13297"/>
                  </a:lnTo>
                  <a:lnTo>
                    <a:pt x="9252" y="15827"/>
                  </a:lnTo>
                  <a:lnTo>
                    <a:pt x="7323" y="17075"/>
                  </a:lnTo>
                  <a:lnTo>
                    <a:pt x="1675" y="17828"/>
                  </a:lnTo>
                  <a:lnTo>
                    <a:pt x="0" y="12861"/>
                  </a:lnTo>
                  <a:lnTo>
                    <a:pt x="2824" y="7226"/>
                  </a:lnTo>
                  <a:lnTo>
                    <a:pt x="1326" y="1847"/>
                  </a:lnTo>
                  <a:lnTo>
                    <a:pt x="8955" y="506"/>
                  </a:lnTo>
                  <a:lnTo>
                    <a:pt x="13922" y="2551"/>
                  </a:lnTo>
                  <a:lnTo>
                    <a:pt x="1538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4" name="ph7504"/>
            <p:cNvSpPr/>
            <p:nvPr/>
          </p:nvSpPr>
          <p:spPr>
            <a:xfrm>
              <a:off x="10446230" y="3012164"/>
              <a:ext cx="37284" cy="58200"/>
            </a:xfrm>
            <a:custGeom>
              <a:avLst/>
              <a:pathLst>
                <a:path w="37284" h="58200">
                  <a:moveTo>
                    <a:pt x="16686" y="999"/>
                  </a:moveTo>
                  <a:lnTo>
                    <a:pt x="20169" y="2677"/>
                  </a:lnTo>
                  <a:lnTo>
                    <a:pt x="21928" y="6266"/>
                  </a:lnTo>
                  <a:lnTo>
                    <a:pt x="27372" y="10195"/>
                  </a:lnTo>
                  <a:lnTo>
                    <a:pt x="28518" y="14171"/>
                  </a:lnTo>
                  <a:lnTo>
                    <a:pt x="28649" y="18163"/>
                  </a:lnTo>
                  <a:lnTo>
                    <a:pt x="27675" y="18909"/>
                  </a:lnTo>
                  <a:lnTo>
                    <a:pt x="28172" y="20518"/>
                  </a:lnTo>
                  <a:lnTo>
                    <a:pt x="32984" y="25993"/>
                  </a:lnTo>
                  <a:lnTo>
                    <a:pt x="37284" y="33401"/>
                  </a:lnTo>
                  <a:lnTo>
                    <a:pt x="34696" y="37511"/>
                  </a:lnTo>
                  <a:lnTo>
                    <a:pt x="34401" y="40024"/>
                  </a:lnTo>
                  <a:lnTo>
                    <a:pt x="30308" y="40568"/>
                  </a:lnTo>
                  <a:lnTo>
                    <a:pt x="31275" y="46550"/>
                  </a:lnTo>
                  <a:lnTo>
                    <a:pt x="29918" y="49440"/>
                  </a:lnTo>
                  <a:lnTo>
                    <a:pt x="30234" y="54346"/>
                  </a:lnTo>
                  <a:lnTo>
                    <a:pt x="30614" y="55905"/>
                  </a:lnTo>
                  <a:lnTo>
                    <a:pt x="30134" y="57038"/>
                  </a:lnTo>
                  <a:lnTo>
                    <a:pt x="25323" y="58200"/>
                  </a:lnTo>
                  <a:lnTo>
                    <a:pt x="23532" y="57401"/>
                  </a:lnTo>
                  <a:lnTo>
                    <a:pt x="21714" y="55930"/>
                  </a:lnTo>
                  <a:lnTo>
                    <a:pt x="22075" y="52435"/>
                  </a:lnTo>
                  <a:lnTo>
                    <a:pt x="23137" y="50268"/>
                  </a:lnTo>
                  <a:lnTo>
                    <a:pt x="23004" y="47735"/>
                  </a:lnTo>
                  <a:lnTo>
                    <a:pt x="21009" y="44870"/>
                  </a:lnTo>
                  <a:lnTo>
                    <a:pt x="19898" y="43904"/>
                  </a:lnTo>
                  <a:lnTo>
                    <a:pt x="15395" y="45817"/>
                  </a:lnTo>
                  <a:lnTo>
                    <a:pt x="10198" y="43983"/>
                  </a:lnTo>
                  <a:lnTo>
                    <a:pt x="6857" y="41101"/>
                  </a:lnTo>
                  <a:lnTo>
                    <a:pt x="3128" y="36095"/>
                  </a:lnTo>
                  <a:lnTo>
                    <a:pt x="7119" y="27392"/>
                  </a:lnTo>
                  <a:lnTo>
                    <a:pt x="7225" y="24442"/>
                  </a:lnTo>
                  <a:lnTo>
                    <a:pt x="5327" y="20743"/>
                  </a:lnTo>
                  <a:lnTo>
                    <a:pt x="2364" y="19530"/>
                  </a:lnTo>
                  <a:lnTo>
                    <a:pt x="530" y="17322"/>
                  </a:lnTo>
                  <a:lnTo>
                    <a:pt x="0" y="13802"/>
                  </a:lnTo>
                  <a:lnTo>
                    <a:pt x="435" y="11381"/>
                  </a:lnTo>
                  <a:lnTo>
                    <a:pt x="1676" y="9718"/>
                  </a:lnTo>
                  <a:lnTo>
                    <a:pt x="3561" y="9371"/>
                  </a:lnTo>
                  <a:lnTo>
                    <a:pt x="9629" y="2853"/>
                  </a:lnTo>
                  <a:lnTo>
                    <a:pt x="1130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5" name="ph7505"/>
            <p:cNvSpPr/>
            <p:nvPr/>
          </p:nvSpPr>
          <p:spPr>
            <a:xfrm>
              <a:off x="10600726" y="2905319"/>
              <a:ext cx="24592" cy="20881"/>
            </a:xfrm>
            <a:custGeom>
              <a:avLst/>
              <a:pathLst>
                <a:path w="24592" h="20881">
                  <a:moveTo>
                    <a:pt x="22682" y="742"/>
                  </a:moveTo>
                  <a:lnTo>
                    <a:pt x="22656" y="3681"/>
                  </a:lnTo>
                  <a:lnTo>
                    <a:pt x="23721" y="5484"/>
                  </a:lnTo>
                  <a:lnTo>
                    <a:pt x="24592" y="5791"/>
                  </a:lnTo>
                  <a:lnTo>
                    <a:pt x="23886" y="7097"/>
                  </a:lnTo>
                  <a:lnTo>
                    <a:pt x="23202" y="7454"/>
                  </a:lnTo>
                  <a:lnTo>
                    <a:pt x="22840" y="15331"/>
                  </a:lnTo>
                  <a:lnTo>
                    <a:pt x="23818" y="16937"/>
                  </a:lnTo>
                  <a:lnTo>
                    <a:pt x="22896" y="17719"/>
                  </a:lnTo>
                  <a:lnTo>
                    <a:pt x="16966" y="18327"/>
                  </a:lnTo>
                  <a:lnTo>
                    <a:pt x="16258" y="17586"/>
                  </a:lnTo>
                  <a:lnTo>
                    <a:pt x="16388" y="15790"/>
                  </a:lnTo>
                  <a:lnTo>
                    <a:pt x="11706" y="15136"/>
                  </a:lnTo>
                  <a:lnTo>
                    <a:pt x="9452" y="18039"/>
                  </a:lnTo>
                  <a:lnTo>
                    <a:pt x="3800" y="20881"/>
                  </a:lnTo>
                  <a:lnTo>
                    <a:pt x="1799" y="13892"/>
                  </a:lnTo>
                  <a:lnTo>
                    <a:pt x="0" y="11806"/>
                  </a:lnTo>
                  <a:lnTo>
                    <a:pt x="1" y="9378"/>
                  </a:lnTo>
                  <a:lnTo>
                    <a:pt x="4332" y="5908"/>
                  </a:lnTo>
                  <a:lnTo>
                    <a:pt x="2765" y="2545"/>
                  </a:lnTo>
                  <a:lnTo>
                    <a:pt x="4377" y="919"/>
                  </a:lnTo>
                  <a:lnTo>
                    <a:pt x="8477" y="1008"/>
                  </a:lnTo>
                  <a:lnTo>
                    <a:pt x="11236" y="2155"/>
                  </a:lnTo>
                  <a:lnTo>
                    <a:pt x="13194" y="354"/>
                  </a:lnTo>
                  <a:lnTo>
                    <a:pt x="1683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6" name="ph7506"/>
            <p:cNvSpPr/>
            <p:nvPr/>
          </p:nvSpPr>
          <p:spPr>
            <a:xfrm>
              <a:off x="10610178" y="2912417"/>
              <a:ext cx="28015" cy="22359"/>
            </a:xfrm>
            <a:custGeom>
              <a:avLst/>
              <a:pathLst>
                <a:path w="28015" h="22359">
                  <a:moveTo>
                    <a:pt x="17148" y="3642"/>
                  </a:moveTo>
                  <a:lnTo>
                    <a:pt x="19520" y="4894"/>
                  </a:lnTo>
                  <a:lnTo>
                    <a:pt x="22093" y="5078"/>
                  </a:lnTo>
                  <a:lnTo>
                    <a:pt x="24844" y="6745"/>
                  </a:lnTo>
                  <a:lnTo>
                    <a:pt x="28015" y="9971"/>
                  </a:lnTo>
                  <a:lnTo>
                    <a:pt x="26393" y="11677"/>
                  </a:lnTo>
                  <a:lnTo>
                    <a:pt x="22546" y="20419"/>
                  </a:lnTo>
                  <a:lnTo>
                    <a:pt x="18879" y="22359"/>
                  </a:lnTo>
                  <a:lnTo>
                    <a:pt x="17707" y="22357"/>
                  </a:lnTo>
                  <a:lnTo>
                    <a:pt x="17673" y="19080"/>
                  </a:lnTo>
                  <a:lnTo>
                    <a:pt x="13454" y="14259"/>
                  </a:lnTo>
                  <a:lnTo>
                    <a:pt x="11302" y="14411"/>
                  </a:lnTo>
                  <a:lnTo>
                    <a:pt x="11454" y="15234"/>
                  </a:lnTo>
                  <a:lnTo>
                    <a:pt x="9598" y="15787"/>
                  </a:lnTo>
                  <a:lnTo>
                    <a:pt x="4272" y="16777"/>
                  </a:lnTo>
                  <a:lnTo>
                    <a:pt x="1564" y="15944"/>
                  </a:lnTo>
                  <a:lnTo>
                    <a:pt x="1100" y="15154"/>
                  </a:lnTo>
                  <a:lnTo>
                    <a:pt x="1589" y="13445"/>
                  </a:lnTo>
                  <a:lnTo>
                    <a:pt x="0" y="10942"/>
                  </a:lnTo>
                  <a:lnTo>
                    <a:pt x="2254" y="8038"/>
                  </a:lnTo>
                  <a:lnTo>
                    <a:pt x="6936" y="8692"/>
                  </a:lnTo>
                  <a:lnTo>
                    <a:pt x="6806" y="10489"/>
                  </a:lnTo>
                  <a:lnTo>
                    <a:pt x="7514" y="11230"/>
                  </a:lnTo>
                  <a:lnTo>
                    <a:pt x="13444" y="10621"/>
                  </a:lnTo>
                  <a:lnTo>
                    <a:pt x="14366" y="9839"/>
                  </a:lnTo>
                  <a:lnTo>
                    <a:pt x="13388" y="8233"/>
                  </a:lnTo>
                  <a:lnTo>
                    <a:pt x="13749" y="356"/>
                  </a:lnTo>
                  <a:lnTo>
                    <a:pt x="1443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7" name="ph7507"/>
            <p:cNvSpPr/>
            <p:nvPr/>
          </p:nvSpPr>
          <p:spPr>
            <a:xfrm>
              <a:off x="10565724" y="2878770"/>
              <a:ext cx="17060" cy="16212"/>
            </a:xfrm>
            <a:custGeom>
              <a:avLst/>
              <a:pathLst>
                <a:path w="17060" h="16212">
                  <a:moveTo>
                    <a:pt x="9657" y="932"/>
                  </a:moveTo>
                  <a:lnTo>
                    <a:pt x="11432" y="3464"/>
                  </a:lnTo>
                  <a:lnTo>
                    <a:pt x="14568" y="3775"/>
                  </a:lnTo>
                  <a:lnTo>
                    <a:pt x="17060" y="4983"/>
                  </a:lnTo>
                  <a:lnTo>
                    <a:pt x="16244" y="8028"/>
                  </a:lnTo>
                  <a:lnTo>
                    <a:pt x="13135" y="8561"/>
                  </a:lnTo>
                  <a:lnTo>
                    <a:pt x="13996" y="12073"/>
                  </a:lnTo>
                  <a:lnTo>
                    <a:pt x="16284" y="12455"/>
                  </a:lnTo>
                  <a:lnTo>
                    <a:pt x="16592" y="13097"/>
                  </a:lnTo>
                  <a:lnTo>
                    <a:pt x="15004" y="14781"/>
                  </a:lnTo>
                  <a:lnTo>
                    <a:pt x="12402" y="16017"/>
                  </a:lnTo>
                  <a:lnTo>
                    <a:pt x="7631" y="15689"/>
                  </a:lnTo>
                  <a:lnTo>
                    <a:pt x="4477" y="16212"/>
                  </a:lnTo>
                  <a:lnTo>
                    <a:pt x="2631" y="15527"/>
                  </a:lnTo>
                  <a:lnTo>
                    <a:pt x="2519" y="12946"/>
                  </a:lnTo>
                  <a:lnTo>
                    <a:pt x="4689" y="7514"/>
                  </a:lnTo>
                  <a:lnTo>
                    <a:pt x="610" y="5494"/>
                  </a:lnTo>
                  <a:lnTo>
                    <a:pt x="0" y="396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8" name="ph7508"/>
            <p:cNvSpPr/>
            <p:nvPr/>
          </p:nvSpPr>
          <p:spPr>
            <a:xfrm>
              <a:off x="10645859" y="2939857"/>
              <a:ext cx="44436" cy="22997"/>
            </a:xfrm>
            <a:custGeom>
              <a:avLst/>
              <a:pathLst>
                <a:path w="44436" h="22997">
                  <a:moveTo>
                    <a:pt x="20481" y="1146"/>
                  </a:moveTo>
                  <a:lnTo>
                    <a:pt x="19245" y="2412"/>
                  </a:lnTo>
                  <a:lnTo>
                    <a:pt x="19882" y="4306"/>
                  </a:lnTo>
                  <a:lnTo>
                    <a:pt x="22220" y="4702"/>
                  </a:lnTo>
                  <a:lnTo>
                    <a:pt x="25019" y="3834"/>
                  </a:lnTo>
                  <a:lnTo>
                    <a:pt x="30214" y="3721"/>
                  </a:lnTo>
                  <a:lnTo>
                    <a:pt x="34282" y="4417"/>
                  </a:lnTo>
                  <a:lnTo>
                    <a:pt x="37126" y="8495"/>
                  </a:lnTo>
                  <a:lnTo>
                    <a:pt x="36984" y="10840"/>
                  </a:lnTo>
                  <a:lnTo>
                    <a:pt x="34357" y="12272"/>
                  </a:lnTo>
                  <a:lnTo>
                    <a:pt x="39968" y="14764"/>
                  </a:lnTo>
                  <a:lnTo>
                    <a:pt x="44436" y="15092"/>
                  </a:lnTo>
                  <a:lnTo>
                    <a:pt x="43608" y="17540"/>
                  </a:lnTo>
                  <a:lnTo>
                    <a:pt x="41942" y="22465"/>
                  </a:lnTo>
                  <a:lnTo>
                    <a:pt x="33891" y="22997"/>
                  </a:lnTo>
                  <a:lnTo>
                    <a:pt x="27634" y="20372"/>
                  </a:lnTo>
                  <a:lnTo>
                    <a:pt x="19779" y="18509"/>
                  </a:lnTo>
                  <a:lnTo>
                    <a:pt x="17159" y="19153"/>
                  </a:lnTo>
                  <a:lnTo>
                    <a:pt x="10803" y="17244"/>
                  </a:lnTo>
                  <a:lnTo>
                    <a:pt x="6092" y="14116"/>
                  </a:lnTo>
                  <a:lnTo>
                    <a:pt x="805" y="13620"/>
                  </a:lnTo>
                  <a:lnTo>
                    <a:pt x="0" y="12488"/>
                  </a:lnTo>
                  <a:lnTo>
                    <a:pt x="3982" y="10097"/>
                  </a:lnTo>
                  <a:lnTo>
                    <a:pt x="1939" y="5895"/>
                  </a:lnTo>
                  <a:lnTo>
                    <a:pt x="4747" y="4217"/>
                  </a:lnTo>
                  <a:lnTo>
                    <a:pt x="5278" y="6291"/>
                  </a:lnTo>
                  <a:lnTo>
                    <a:pt x="9462" y="8941"/>
                  </a:lnTo>
                  <a:lnTo>
                    <a:pt x="11924" y="9645"/>
                  </a:lnTo>
                  <a:lnTo>
                    <a:pt x="14051" y="9108"/>
                  </a:lnTo>
                  <a:lnTo>
                    <a:pt x="1853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9" name="ph7509"/>
            <p:cNvSpPr/>
            <p:nvPr/>
          </p:nvSpPr>
          <p:spPr>
            <a:xfrm>
              <a:off x="10559605" y="2942425"/>
              <a:ext cx="27019" cy="20434"/>
            </a:xfrm>
            <a:custGeom>
              <a:avLst/>
              <a:pathLst>
                <a:path w="27019" h="20434">
                  <a:moveTo>
                    <a:pt x="20920" y="618"/>
                  </a:moveTo>
                  <a:lnTo>
                    <a:pt x="23472" y="4248"/>
                  </a:lnTo>
                  <a:lnTo>
                    <a:pt x="26059" y="5001"/>
                  </a:lnTo>
                  <a:lnTo>
                    <a:pt x="26606" y="5799"/>
                  </a:lnTo>
                  <a:lnTo>
                    <a:pt x="27019" y="7584"/>
                  </a:lnTo>
                  <a:lnTo>
                    <a:pt x="26285" y="16530"/>
                  </a:lnTo>
                  <a:lnTo>
                    <a:pt x="24145" y="17025"/>
                  </a:lnTo>
                  <a:lnTo>
                    <a:pt x="19284" y="15626"/>
                  </a:lnTo>
                  <a:lnTo>
                    <a:pt x="10448" y="20434"/>
                  </a:lnTo>
                  <a:lnTo>
                    <a:pt x="6333" y="20412"/>
                  </a:lnTo>
                  <a:lnTo>
                    <a:pt x="5700" y="18949"/>
                  </a:lnTo>
                  <a:lnTo>
                    <a:pt x="3510" y="17538"/>
                  </a:lnTo>
                  <a:lnTo>
                    <a:pt x="801" y="16079"/>
                  </a:lnTo>
                  <a:lnTo>
                    <a:pt x="1407" y="13765"/>
                  </a:lnTo>
                  <a:lnTo>
                    <a:pt x="3736" y="12404"/>
                  </a:lnTo>
                  <a:lnTo>
                    <a:pt x="3026" y="10496"/>
                  </a:lnTo>
                  <a:lnTo>
                    <a:pt x="0" y="9814"/>
                  </a:lnTo>
                  <a:lnTo>
                    <a:pt x="462" y="8251"/>
                  </a:lnTo>
                  <a:lnTo>
                    <a:pt x="304" y="7553"/>
                  </a:lnTo>
                  <a:lnTo>
                    <a:pt x="1911" y="6184"/>
                  </a:lnTo>
                  <a:lnTo>
                    <a:pt x="8271" y="2390"/>
                  </a:lnTo>
                  <a:lnTo>
                    <a:pt x="1537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0" name="ph7510"/>
            <p:cNvSpPr/>
            <p:nvPr/>
          </p:nvSpPr>
          <p:spPr>
            <a:xfrm>
              <a:off x="10604441" y="2846874"/>
              <a:ext cx="26233" cy="21591"/>
            </a:xfrm>
            <a:custGeom>
              <a:avLst/>
              <a:pathLst>
                <a:path w="26233" h="21591">
                  <a:moveTo>
                    <a:pt x="17762" y="2520"/>
                  </a:moveTo>
                  <a:lnTo>
                    <a:pt x="18674" y="3990"/>
                  </a:lnTo>
                  <a:lnTo>
                    <a:pt x="20617" y="2917"/>
                  </a:lnTo>
                  <a:lnTo>
                    <a:pt x="23692" y="2844"/>
                  </a:lnTo>
                  <a:lnTo>
                    <a:pt x="24439" y="4696"/>
                  </a:lnTo>
                  <a:lnTo>
                    <a:pt x="26233" y="4876"/>
                  </a:lnTo>
                  <a:lnTo>
                    <a:pt x="22355" y="7777"/>
                  </a:lnTo>
                  <a:lnTo>
                    <a:pt x="21265" y="13076"/>
                  </a:lnTo>
                  <a:lnTo>
                    <a:pt x="19018" y="16194"/>
                  </a:lnTo>
                  <a:lnTo>
                    <a:pt x="16773" y="18005"/>
                  </a:lnTo>
                  <a:lnTo>
                    <a:pt x="11524" y="18518"/>
                  </a:lnTo>
                  <a:lnTo>
                    <a:pt x="10625" y="19754"/>
                  </a:lnTo>
                  <a:lnTo>
                    <a:pt x="9041" y="21591"/>
                  </a:lnTo>
                  <a:lnTo>
                    <a:pt x="6129" y="18383"/>
                  </a:lnTo>
                  <a:lnTo>
                    <a:pt x="4658" y="17864"/>
                  </a:lnTo>
                  <a:lnTo>
                    <a:pt x="544" y="16587"/>
                  </a:lnTo>
                  <a:lnTo>
                    <a:pt x="4196" y="13393"/>
                  </a:lnTo>
                  <a:lnTo>
                    <a:pt x="7149" y="9531"/>
                  </a:lnTo>
                  <a:lnTo>
                    <a:pt x="2870" y="6847"/>
                  </a:lnTo>
                  <a:lnTo>
                    <a:pt x="0" y="3426"/>
                  </a:lnTo>
                  <a:lnTo>
                    <a:pt x="1340" y="634"/>
                  </a:lnTo>
                  <a:lnTo>
                    <a:pt x="7995" y="722"/>
                  </a:lnTo>
                  <a:lnTo>
                    <a:pt x="9411" y="0"/>
                  </a:lnTo>
                  <a:lnTo>
                    <a:pt x="12914" y="1097"/>
                  </a:lnTo>
                  <a:lnTo>
                    <a:pt x="17670" y="3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1" name="ph7511"/>
            <p:cNvSpPr/>
            <p:nvPr/>
          </p:nvSpPr>
          <p:spPr>
            <a:xfrm>
              <a:off x="10612527" y="2894816"/>
              <a:ext cx="22524" cy="16888"/>
            </a:xfrm>
            <a:custGeom>
              <a:avLst/>
              <a:pathLst>
                <a:path w="22524" h="16888">
                  <a:moveTo>
                    <a:pt x="16472" y="99"/>
                  </a:moveTo>
                  <a:lnTo>
                    <a:pt x="17832" y="1651"/>
                  </a:lnTo>
                  <a:lnTo>
                    <a:pt x="19187" y="1926"/>
                  </a:lnTo>
                  <a:lnTo>
                    <a:pt x="20349" y="3383"/>
                  </a:lnTo>
                  <a:lnTo>
                    <a:pt x="22524" y="9767"/>
                  </a:lnTo>
                  <a:lnTo>
                    <a:pt x="22401" y="14366"/>
                  </a:lnTo>
                  <a:lnTo>
                    <a:pt x="15818" y="16888"/>
                  </a:lnTo>
                  <a:lnTo>
                    <a:pt x="12790" y="16294"/>
                  </a:lnTo>
                  <a:lnTo>
                    <a:pt x="11920" y="15987"/>
                  </a:lnTo>
                  <a:lnTo>
                    <a:pt x="10854" y="14184"/>
                  </a:lnTo>
                  <a:lnTo>
                    <a:pt x="10881" y="11245"/>
                  </a:lnTo>
                  <a:lnTo>
                    <a:pt x="5033" y="10503"/>
                  </a:lnTo>
                  <a:lnTo>
                    <a:pt x="1392" y="10858"/>
                  </a:lnTo>
                  <a:lnTo>
                    <a:pt x="0" y="4566"/>
                  </a:lnTo>
                  <a:lnTo>
                    <a:pt x="2178" y="3996"/>
                  </a:lnTo>
                  <a:lnTo>
                    <a:pt x="6812" y="4261"/>
                  </a:lnTo>
                  <a:lnTo>
                    <a:pt x="152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2" name="ph7512"/>
            <p:cNvSpPr/>
            <p:nvPr/>
          </p:nvSpPr>
          <p:spPr>
            <a:xfrm>
              <a:off x="10657153" y="2859457"/>
              <a:ext cx="40225" cy="38539"/>
            </a:xfrm>
            <a:custGeom>
              <a:avLst/>
              <a:pathLst>
                <a:path w="40225" h="38539">
                  <a:moveTo>
                    <a:pt x="25862" y="399"/>
                  </a:moveTo>
                  <a:lnTo>
                    <a:pt x="28334" y="935"/>
                  </a:lnTo>
                  <a:lnTo>
                    <a:pt x="30748" y="1618"/>
                  </a:lnTo>
                  <a:lnTo>
                    <a:pt x="30896" y="0"/>
                  </a:lnTo>
                  <a:lnTo>
                    <a:pt x="32573" y="252"/>
                  </a:lnTo>
                  <a:lnTo>
                    <a:pt x="35421" y="3413"/>
                  </a:lnTo>
                  <a:lnTo>
                    <a:pt x="39226" y="3336"/>
                  </a:lnTo>
                  <a:lnTo>
                    <a:pt x="40225" y="5012"/>
                  </a:lnTo>
                  <a:lnTo>
                    <a:pt x="39057" y="9676"/>
                  </a:lnTo>
                  <a:lnTo>
                    <a:pt x="32684" y="9013"/>
                  </a:lnTo>
                  <a:lnTo>
                    <a:pt x="32401" y="12603"/>
                  </a:lnTo>
                  <a:lnTo>
                    <a:pt x="34234" y="15823"/>
                  </a:lnTo>
                  <a:lnTo>
                    <a:pt x="34451" y="23456"/>
                  </a:lnTo>
                  <a:lnTo>
                    <a:pt x="35860" y="23807"/>
                  </a:lnTo>
                  <a:lnTo>
                    <a:pt x="34721" y="27665"/>
                  </a:lnTo>
                  <a:lnTo>
                    <a:pt x="22298" y="31550"/>
                  </a:lnTo>
                  <a:lnTo>
                    <a:pt x="16584" y="34747"/>
                  </a:lnTo>
                  <a:lnTo>
                    <a:pt x="13579" y="36412"/>
                  </a:lnTo>
                  <a:lnTo>
                    <a:pt x="13225" y="38182"/>
                  </a:lnTo>
                  <a:lnTo>
                    <a:pt x="12351" y="38539"/>
                  </a:lnTo>
                  <a:lnTo>
                    <a:pt x="8462" y="37422"/>
                  </a:lnTo>
                  <a:lnTo>
                    <a:pt x="7361" y="35579"/>
                  </a:lnTo>
                  <a:lnTo>
                    <a:pt x="3923" y="33339"/>
                  </a:lnTo>
                  <a:lnTo>
                    <a:pt x="3502" y="31876"/>
                  </a:lnTo>
                  <a:lnTo>
                    <a:pt x="4690" y="31114"/>
                  </a:lnTo>
                  <a:lnTo>
                    <a:pt x="4986" y="30020"/>
                  </a:lnTo>
                  <a:lnTo>
                    <a:pt x="3872" y="27916"/>
                  </a:lnTo>
                  <a:lnTo>
                    <a:pt x="1004" y="25362"/>
                  </a:lnTo>
                  <a:lnTo>
                    <a:pt x="0" y="25673"/>
                  </a:lnTo>
                  <a:lnTo>
                    <a:pt x="3055" y="19919"/>
                  </a:lnTo>
                  <a:lnTo>
                    <a:pt x="7691" y="14903"/>
                  </a:lnTo>
                  <a:lnTo>
                    <a:pt x="8179" y="12855"/>
                  </a:lnTo>
                  <a:lnTo>
                    <a:pt x="10816" y="13614"/>
                  </a:lnTo>
                  <a:lnTo>
                    <a:pt x="10926" y="14597"/>
                  </a:lnTo>
                  <a:lnTo>
                    <a:pt x="12413" y="15115"/>
                  </a:lnTo>
                  <a:lnTo>
                    <a:pt x="14207" y="14942"/>
                  </a:lnTo>
                  <a:lnTo>
                    <a:pt x="16659" y="12914"/>
                  </a:lnTo>
                  <a:lnTo>
                    <a:pt x="15816" y="7697"/>
                  </a:lnTo>
                  <a:lnTo>
                    <a:pt x="19405" y="3598"/>
                  </a:lnTo>
                  <a:lnTo>
                    <a:pt x="22629" y="2999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3" name="ph7513"/>
            <p:cNvSpPr/>
            <p:nvPr/>
          </p:nvSpPr>
          <p:spPr>
            <a:xfrm>
              <a:off x="10662021" y="2918902"/>
              <a:ext cx="28449" cy="16286"/>
            </a:xfrm>
            <a:custGeom>
              <a:avLst/>
              <a:pathLst>
                <a:path w="28449" h="16286">
                  <a:moveTo>
                    <a:pt x="17990" y="1894"/>
                  </a:moveTo>
                  <a:lnTo>
                    <a:pt x="19735" y="4293"/>
                  </a:lnTo>
                  <a:lnTo>
                    <a:pt x="19495" y="8712"/>
                  </a:lnTo>
                  <a:lnTo>
                    <a:pt x="20210" y="10657"/>
                  </a:lnTo>
                  <a:lnTo>
                    <a:pt x="23419" y="9095"/>
                  </a:lnTo>
                  <a:lnTo>
                    <a:pt x="25462" y="6167"/>
                  </a:lnTo>
                  <a:lnTo>
                    <a:pt x="26544" y="6686"/>
                  </a:lnTo>
                  <a:lnTo>
                    <a:pt x="27899" y="8842"/>
                  </a:lnTo>
                  <a:lnTo>
                    <a:pt x="28449" y="10443"/>
                  </a:lnTo>
                  <a:lnTo>
                    <a:pt x="25151" y="14208"/>
                  </a:lnTo>
                  <a:lnTo>
                    <a:pt x="24700" y="16286"/>
                  </a:lnTo>
                  <a:lnTo>
                    <a:pt x="15477" y="15873"/>
                  </a:lnTo>
                  <a:lnTo>
                    <a:pt x="6445" y="13822"/>
                  </a:lnTo>
                  <a:lnTo>
                    <a:pt x="2992" y="15509"/>
                  </a:lnTo>
                  <a:lnTo>
                    <a:pt x="369" y="12347"/>
                  </a:lnTo>
                  <a:lnTo>
                    <a:pt x="0" y="10261"/>
                  </a:lnTo>
                  <a:lnTo>
                    <a:pt x="3036" y="7991"/>
                  </a:lnTo>
                  <a:lnTo>
                    <a:pt x="5102" y="7175"/>
                  </a:lnTo>
                  <a:lnTo>
                    <a:pt x="7320" y="8366"/>
                  </a:lnTo>
                  <a:lnTo>
                    <a:pt x="9970" y="7560"/>
                  </a:lnTo>
                  <a:lnTo>
                    <a:pt x="11839" y="5565"/>
                  </a:lnTo>
                  <a:lnTo>
                    <a:pt x="10558" y="4304"/>
                  </a:lnTo>
                  <a:lnTo>
                    <a:pt x="10390" y="2610"/>
                  </a:lnTo>
                  <a:lnTo>
                    <a:pt x="12222" y="1260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4" name="ph7514"/>
            <p:cNvSpPr/>
            <p:nvPr/>
          </p:nvSpPr>
          <p:spPr>
            <a:xfrm>
              <a:off x="10555796" y="2904284"/>
              <a:ext cx="24040" cy="22671"/>
            </a:xfrm>
            <a:custGeom>
              <a:avLst/>
              <a:pathLst>
                <a:path w="24040" h="22671">
                  <a:moveTo>
                    <a:pt x="4497" y="945"/>
                  </a:moveTo>
                  <a:lnTo>
                    <a:pt x="7782" y="3439"/>
                  </a:lnTo>
                  <a:lnTo>
                    <a:pt x="9146" y="7461"/>
                  </a:lnTo>
                  <a:lnTo>
                    <a:pt x="8510" y="9434"/>
                  </a:lnTo>
                  <a:lnTo>
                    <a:pt x="8828" y="10924"/>
                  </a:lnTo>
                  <a:lnTo>
                    <a:pt x="17397" y="13346"/>
                  </a:lnTo>
                  <a:lnTo>
                    <a:pt x="22767" y="11521"/>
                  </a:lnTo>
                  <a:lnTo>
                    <a:pt x="24040" y="13799"/>
                  </a:lnTo>
                  <a:lnTo>
                    <a:pt x="23128" y="17238"/>
                  </a:lnTo>
                  <a:lnTo>
                    <a:pt x="21632" y="20950"/>
                  </a:lnTo>
                  <a:lnTo>
                    <a:pt x="18918" y="22671"/>
                  </a:lnTo>
                  <a:lnTo>
                    <a:pt x="16730" y="21606"/>
                  </a:lnTo>
                  <a:lnTo>
                    <a:pt x="7395" y="21283"/>
                  </a:lnTo>
                  <a:lnTo>
                    <a:pt x="5431" y="20053"/>
                  </a:lnTo>
                  <a:lnTo>
                    <a:pt x="8660" y="16843"/>
                  </a:lnTo>
                  <a:lnTo>
                    <a:pt x="8207" y="13867"/>
                  </a:lnTo>
                  <a:lnTo>
                    <a:pt x="5909" y="7974"/>
                  </a:lnTo>
                  <a:lnTo>
                    <a:pt x="2656" y="3976"/>
                  </a:lnTo>
                  <a:lnTo>
                    <a:pt x="611" y="4092"/>
                  </a:lnTo>
                  <a:lnTo>
                    <a:pt x="0" y="2242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5" name="ph7515"/>
            <p:cNvSpPr/>
            <p:nvPr/>
          </p:nvSpPr>
          <p:spPr>
            <a:xfrm>
              <a:off x="10663293" y="2852942"/>
              <a:ext cx="24214" cy="21630"/>
            </a:xfrm>
            <a:custGeom>
              <a:avLst/>
              <a:pathLst>
                <a:path w="24214" h="21630">
                  <a:moveTo>
                    <a:pt x="19820" y="203"/>
                  </a:moveTo>
                  <a:lnTo>
                    <a:pt x="21968" y="1040"/>
                  </a:lnTo>
                  <a:lnTo>
                    <a:pt x="24214" y="3207"/>
                  </a:lnTo>
                  <a:lnTo>
                    <a:pt x="23684" y="5050"/>
                  </a:lnTo>
                  <a:lnTo>
                    <a:pt x="22318" y="5600"/>
                  </a:lnTo>
                  <a:lnTo>
                    <a:pt x="22195" y="7451"/>
                  </a:lnTo>
                  <a:lnTo>
                    <a:pt x="19723" y="6915"/>
                  </a:lnTo>
                  <a:lnTo>
                    <a:pt x="16490" y="9514"/>
                  </a:lnTo>
                  <a:lnTo>
                    <a:pt x="13266" y="10113"/>
                  </a:lnTo>
                  <a:lnTo>
                    <a:pt x="9677" y="14213"/>
                  </a:lnTo>
                  <a:lnTo>
                    <a:pt x="10520" y="19429"/>
                  </a:lnTo>
                  <a:lnTo>
                    <a:pt x="8068" y="21458"/>
                  </a:lnTo>
                  <a:lnTo>
                    <a:pt x="6273" y="21630"/>
                  </a:lnTo>
                  <a:lnTo>
                    <a:pt x="4787" y="21113"/>
                  </a:lnTo>
                  <a:lnTo>
                    <a:pt x="4676" y="20129"/>
                  </a:lnTo>
                  <a:lnTo>
                    <a:pt x="2040" y="19370"/>
                  </a:lnTo>
                  <a:lnTo>
                    <a:pt x="2780" y="15343"/>
                  </a:lnTo>
                  <a:lnTo>
                    <a:pt x="1742" y="15129"/>
                  </a:lnTo>
                  <a:lnTo>
                    <a:pt x="0" y="12655"/>
                  </a:lnTo>
                  <a:lnTo>
                    <a:pt x="968" y="11227"/>
                  </a:lnTo>
                  <a:lnTo>
                    <a:pt x="3230" y="3486"/>
                  </a:lnTo>
                  <a:lnTo>
                    <a:pt x="3501" y="2157"/>
                  </a:lnTo>
                  <a:lnTo>
                    <a:pt x="7478" y="2739"/>
                  </a:lnTo>
                  <a:lnTo>
                    <a:pt x="10598" y="1898"/>
                  </a:lnTo>
                  <a:lnTo>
                    <a:pt x="10349" y="1436"/>
                  </a:lnTo>
                  <a:lnTo>
                    <a:pt x="1150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6" name="ph7516"/>
            <p:cNvSpPr/>
            <p:nvPr/>
          </p:nvSpPr>
          <p:spPr>
            <a:xfrm>
              <a:off x="10796064" y="2944010"/>
              <a:ext cx="34421" cy="29125"/>
            </a:xfrm>
            <a:custGeom>
              <a:avLst/>
              <a:pathLst>
                <a:path w="34421" h="29125">
                  <a:moveTo>
                    <a:pt x="30152" y="589"/>
                  </a:moveTo>
                  <a:lnTo>
                    <a:pt x="32247" y="3068"/>
                  </a:lnTo>
                  <a:lnTo>
                    <a:pt x="33599" y="6969"/>
                  </a:lnTo>
                  <a:lnTo>
                    <a:pt x="34421" y="7699"/>
                  </a:lnTo>
                  <a:lnTo>
                    <a:pt x="31791" y="7712"/>
                  </a:lnTo>
                  <a:lnTo>
                    <a:pt x="31238" y="12198"/>
                  </a:lnTo>
                  <a:lnTo>
                    <a:pt x="33125" y="14019"/>
                  </a:lnTo>
                  <a:lnTo>
                    <a:pt x="30218" y="17186"/>
                  </a:lnTo>
                  <a:lnTo>
                    <a:pt x="27805" y="18397"/>
                  </a:lnTo>
                  <a:lnTo>
                    <a:pt x="21525" y="19471"/>
                  </a:lnTo>
                  <a:lnTo>
                    <a:pt x="19392" y="23400"/>
                  </a:lnTo>
                  <a:lnTo>
                    <a:pt x="20075" y="27620"/>
                  </a:lnTo>
                  <a:lnTo>
                    <a:pt x="18823" y="28682"/>
                  </a:lnTo>
                  <a:lnTo>
                    <a:pt x="15712" y="29125"/>
                  </a:lnTo>
                  <a:lnTo>
                    <a:pt x="13346" y="28258"/>
                  </a:lnTo>
                  <a:lnTo>
                    <a:pt x="12061" y="28940"/>
                  </a:lnTo>
                  <a:lnTo>
                    <a:pt x="11332" y="26540"/>
                  </a:lnTo>
                  <a:lnTo>
                    <a:pt x="9881" y="25710"/>
                  </a:lnTo>
                  <a:lnTo>
                    <a:pt x="4223" y="25523"/>
                  </a:lnTo>
                  <a:lnTo>
                    <a:pt x="2262" y="27732"/>
                  </a:lnTo>
                  <a:lnTo>
                    <a:pt x="518" y="24194"/>
                  </a:lnTo>
                  <a:lnTo>
                    <a:pt x="0" y="18067"/>
                  </a:lnTo>
                  <a:lnTo>
                    <a:pt x="2964" y="15619"/>
                  </a:lnTo>
                  <a:lnTo>
                    <a:pt x="7394" y="13392"/>
                  </a:lnTo>
                  <a:lnTo>
                    <a:pt x="4696" y="5487"/>
                  </a:lnTo>
                  <a:lnTo>
                    <a:pt x="9103" y="3203"/>
                  </a:lnTo>
                  <a:lnTo>
                    <a:pt x="11969" y="3943"/>
                  </a:lnTo>
                  <a:lnTo>
                    <a:pt x="12586" y="3465"/>
                  </a:lnTo>
                  <a:lnTo>
                    <a:pt x="18896" y="3717"/>
                  </a:lnTo>
                  <a:lnTo>
                    <a:pt x="24495" y="3018"/>
                  </a:lnTo>
                  <a:lnTo>
                    <a:pt x="27501" y="1702"/>
                  </a:lnTo>
                  <a:lnTo>
                    <a:pt x="2869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7" name="ph7517"/>
            <p:cNvSpPr/>
            <p:nvPr/>
          </p:nvSpPr>
          <p:spPr>
            <a:xfrm>
              <a:off x="10578723" y="2893878"/>
              <a:ext cx="35197" cy="28018"/>
            </a:xfrm>
            <a:custGeom>
              <a:avLst/>
              <a:pathLst>
                <a:path w="35197" h="28018">
                  <a:moveTo>
                    <a:pt x="33804" y="5504"/>
                  </a:moveTo>
                  <a:lnTo>
                    <a:pt x="35197" y="11795"/>
                  </a:lnTo>
                  <a:lnTo>
                    <a:pt x="33239" y="13596"/>
                  </a:lnTo>
                  <a:lnTo>
                    <a:pt x="30480" y="12449"/>
                  </a:lnTo>
                  <a:lnTo>
                    <a:pt x="26380" y="12360"/>
                  </a:lnTo>
                  <a:lnTo>
                    <a:pt x="24768" y="13986"/>
                  </a:lnTo>
                  <a:lnTo>
                    <a:pt x="26335" y="17349"/>
                  </a:lnTo>
                  <a:lnTo>
                    <a:pt x="22004" y="20819"/>
                  </a:lnTo>
                  <a:lnTo>
                    <a:pt x="19784" y="22397"/>
                  </a:lnTo>
                  <a:lnTo>
                    <a:pt x="16695" y="21721"/>
                  </a:lnTo>
                  <a:lnTo>
                    <a:pt x="14311" y="22819"/>
                  </a:lnTo>
                  <a:lnTo>
                    <a:pt x="12835" y="26196"/>
                  </a:lnTo>
                  <a:lnTo>
                    <a:pt x="7538" y="28018"/>
                  </a:lnTo>
                  <a:lnTo>
                    <a:pt x="6080" y="26588"/>
                  </a:lnTo>
                  <a:lnTo>
                    <a:pt x="3668" y="21283"/>
                  </a:lnTo>
                  <a:lnTo>
                    <a:pt x="2045" y="20954"/>
                  </a:lnTo>
                  <a:lnTo>
                    <a:pt x="3163" y="18147"/>
                  </a:lnTo>
                  <a:lnTo>
                    <a:pt x="0" y="14189"/>
                  </a:lnTo>
                  <a:lnTo>
                    <a:pt x="1440" y="12892"/>
                  </a:lnTo>
                  <a:lnTo>
                    <a:pt x="4629" y="12913"/>
                  </a:lnTo>
                  <a:lnTo>
                    <a:pt x="6262" y="12169"/>
                  </a:lnTo>
                  <a:lnTo>
                    <a:pt x="9936" y="11977"/>
                  </a:lnTo>
                  <a:lnTo>
                    <a:pt x="15172" y="12780"/>
                  </a:lnTo>
                  <a:lnTo>
                    <a:pt x="17673" y="10282"/>
                  </a:lnTo>
                  <a:lnTo>
                    <a:pt x="18699" y="7332"/>
                  </a:lnTo>
                  <a:lnTo>
                    <a:pt x="16095" y="5603"/>
                  </a:lnTo>
                  <a:lnTo>
                    <a:pt x="15728" y="4576"/>
                  </a:lnTo>
                  <a:lnTo>
                    <a:pt x="20371" y="3807"/>
                  </a:lnTo>
                  <a:lnTo>
                    <a:pt x="22492" y="899"/>
                  </a:lnTo>
                  <a:lnTo>
                    <a:pt x="26184" y="0"/>
                  </a:lnTo>
                  <a:lnTo>
                    <a:pt x="30294" y="828"/>
                  </a:lnTo>
                  <a:close/>
                  <a:moveTo>
                    <a:pt x="18714" y="5913"/>
                  </a:moveTo>
                  <a:lnTo>
                    <a:pt x="18436" y="5528"/>
                  </a:lnTo>
                  <a:lnTo>
                    <a:pt x="18397" y="6067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8" name="ph7518"/>
            <p:cNvSpPr/>
            <p:nvPr/>
          </p:nvSpPr>
          <p:spPr>
            <a:xfrm>
              <a:off x="10705867" y="2904910"/>
              <a:ext cx="24173" cy="18377"/>
            </a:xfrm>
            <a:custGeom>
              <a:avLst/>
              <a:pathLst>
                <a:path w="24173" h="18377">
                  <a:moveTo>
                    <a:pt x="20925" y="1315"/>
                  </a:moveTo>
                  <a:lnTo>
                    <a:pt x="23770" y="2687"/>
                  </a:lnTo>
                  <a:lnTo>
                    <a:pt x="23487" y="11479"/>
                  </a:lnTo>
                  <a:lnTo>
                    <a:pt x="24173" y="14268"/>
                  </a:lnTo>
                  <a:lnTo>
                    <a:pt x="23456" y="16807"/>
                  </a:lnTo>
                  <a:lnTo>
                    <a:pt x="21404" y="18377"/>
                  </a:lnTo>
                  <a:lnTo>
                    <a:pt x="19230" y="17003"/>
                  </a:lnTo>
                  <a:lnTo>
                    <a:pt x="19566" y="15707"/>
                  </a:lnTo>
                  <a:lnTo>
                    <a:pt x="18728" y="14756"/>
                  </a:lnTo>
                  <a:lnTo>
                    <a:pt x="13755" y="16246"/>
                  </a:lnTo>
                  <a:lnTo>
                    <a:pt x="13835" y="17596"/>
                  </a:lnTo>
                  <a:lnTo>
                    <a:pt x="9658" y="17420"/>
                  </a:lnTo>
                  <a:lnTo>
                    <a:pt x="5631" y="16347"/>
                  </a:lnTo>
                  <a:lnTo>
                    <a:pt x="0" y="5917"/>
                  </a:lnTo>
                  <a:lnTo>
                    <a:pt x="2501" y="4036"/>
                  </a:lnTo>
                  <a:lnTo>
                    <a:pt x="3992" y="4492"/>
                  </a:lnTo>
                  <a:lnTo>
                    <a:pt x="11127" y="3979"/>
                  </a:lnTo>
                  <a:lnTo>
                    <a:pt x="15013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9" name="ph7519"/>
            <p:cNvSpPr/>
            <p:nvPr/>
          </p:nvSpPr>
          <p:spPr>
            <a:xfrm>
              <a:off x="10731555" y="2969859"/>
              <a:ext cx="60002" cy="65715"/>
            </a:xfrm>
            <a:custGeom>
              <a:avLst/>
              <a:pathLst>
                <a:path w="60002" h="65715">
                  <a:moveTo>
                    <a:pt x="6741" y="1482"/>
                  </a:moveTo>
                  <a:lnTo>
                    <a:pt x="8622" y="1291"/>
                  </a:lnTo>
                  <a:lnTo>
                    <a:pt x="12643" y="2410"/>
                  </a:lnTo>
                  <a:lnTo>
                    <a:pt x="12888" y="4470"/>
                  </a:lnTo>
                  <a:lnTo>
                    <a:pt x="11865" y="4622"/>
                  </a:lnTo>
                  <a:lnTo>
                    <a:pt x="11490" y="6345"/>
                  </a:lnTo>
                  <a:lnTo>
                    <a:pt x="15185" y="10388"/>
                  </a:lnTo>
                  <a:lnTo>
                    <a:pt x="18309" y="10962"/>
                  </a:lnTo>
                  <a:lnTo>
                    <a:pt x="16231" y="14759"/>
                  </a:lnTo>
                  <a:lnTo>
                    <a:pt x="19288" y="19256"/>
                  </a:lnTo>
                  <a:lnTo>
                    <a:pt x="20654" y="19713"/>
                  </a:lnTo>
                  <a:lnTo>
                    <a:pt x="21745" y="19276"/>
                  </a:lnTo>
                  <a:lnTo>
                    <a:pt x="20796" y="16851"/>
                  </a:lnTo>
                  <a:lnTo>
                    <a:pt x="21598" y="15409"/>
                  </a:lnTo>
                  <a:lnTo>
                    <a:pt x="27115" y="10946"/>
                  </a:lnTo>
                  <a:lnTo>
                    <a:pt x="34138" y="6904"/>
                  </a:lnTo>
                  <a:lnTo>
                    <a:pt x="36690" y="17548"/>
                  </a:lnTo>
                  <a:lnTo>
                    <a:pt x="36336" y="18906"/>
                  </a:lnTo>
                  <a:lnTo>
                    <a:pt x="38145" y="24730"/>
                  </a:lnTo>
                  <a:lnTo>
                    <a:pt x="39551" y="33319"/>
                  </a:lnTo>
                  <a:lnTo>
                    <a:pt x="39396" y="37337"/>
                  </a:lnTo>
                  <a:lnTo>
                    <a:pt x="40426" y="39408"/>
                  </a:lnTo>
                  <a:lnTo>
                    <a:pt x="44023" y="40369"/>
                  </a:lnTo>
                  <a:lnTo>
                    <a:pt x="44890" y="39933"/>
                  </a:lnTo>
                  <a:lnTo>
                    <a:pt x="46773" y="35415"/>
                  </a:lnTo>
                  <a:lnTo>
                    <a:pt x="46130" y="33230"/>
                  </a:lnTo>
                  <a:lnTo>
                    <a:pt x="46710" y="29834"/>
                  </a:lnTo>
                  <a:lnTo>
                    <a:pt x="47948" y="28253"/>
                  </a:lnTo>
                  <a:lnTo>
                    <a:pt x="52366" y="30073"/>
                  </a:lnTo>
                  <a:lnTo>
                    <a:pt x="59858" y="38686"/>
                  </a:lnTo>
                  <a:lnTo>
                    <a:pt x="60002" y="39762"/>
                  </a:lnTo>
                  <a:lnTo>
                    <a:pt x="59275" y="43864"/>
                  </a:lnTo>
                  <a:lnTo>
                    <a:pt x="57569" y="47403"/>
                  </a:lnTo>
                  <a:lnTo>
                    <a:pt x="50450" y="54544"/>
                  </a:lnTo>
                  <a:lnTo>
                    <a:pt x="49435" y="56970"/>
                  </a:lnTo>
                  <a:lnTo>
                    <a:pt x="41137" y="65715"/>
                  </a:lnTo>
                  <a:lnTo>
                    <a:pt x="40025" y="65453"/>
                  </a:lnTo>
                  <a:lnTo>
                    <a:pt x="39560" y="60755"/>
                  </a:lnTo>
                  <a:lnTo>
                    <a:pt x="35069" y="56949"/>
                  </a:lnTo>
                  <a:lnTo>
                    <a:pt x="31891" y="57973"/>
                  </a:lnTo>
                  <a:lnTo>
                    <a:pt x="30232" y="61037"/>
                  </a:lnTo>
                  <a:lnTo>
                    <a:pt x="30387" y="62077"/>
                  </a:lnTo>
                  <a:lnTo>
                    <a:pt x="23877" y="62731"/>
                  </a:lnTo>
                  <a:lnTo>
                    <a:pt x="18996" y="57977"/>
                  </a:lnTo>
                  <a:lnTo>
                    <a:pt x="18121" y="55129"/>
                  </a:lnTo>
                  <a:lnTo>
                    <a:pt x="22571" y="45663"/>
                  </a:lnTo>
                  <a:lnTo>
                    <a:pt x="22712" y="43855"/>
                  </a:lnTo>
                  <a:lnTo>
                    <a:pt x="20861" y="37900"/>
                  </a:lnTo>
                  <a:lnTo>
                    <a:pt x="13162" y="30448"/>
                  </a:lnTo>
                  <a:lnTo>
                    <a:pt x="7458" y="31810"/>
                  </a:lnTo>
                  <a:lnTo>
                    <a:pt x="5282" y="30045"/>
                  </a:lnTo>
                  <a:lnTo>
                    <a:pt x="1856" y="19843"/>
                  </a:lnTo>
                  <a:lnTo>
                    <a:pt x="0" y="19023"/>
                  </a:lnTo>
                  <a:lnTo>
                    <a:pt x="2725" y="15696"/>
                  </a:lnTo>
                  <a:lnTo>
                    <a:pt x="4346" y="4638"/>
                  </a:lnTo>
                  <a:lnTo>
                    <a:pt x="577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0" name="ph7520"/>
            <p:cNvSpPr/>
            <p:nvPr/>
          </p:nvSpPr>
          <p:spPr>
            <a:xfrm>
              <a:off x="10817319" y="2906858"/>
              <a:ext cx="17528" cy="20245"/>
            </a:xfrm>
            <a:custGeom>
              <a:avLst/>
              <a:pathLst>
                <a:path w="17528" h="20245">
                  <a:moveTo>
                    <a:pt x="11140" y="161"/>
                  </a:moveTo>
                  <a:lnTo>
                    <a:pt x="12578" y="1987"/>
                  </a:lnTo>
                  <a:lnTo>
                    <a:pt x="15855" y="3582"/>
                  </a:lnTo>
                  <a:lnTo>
                    <a:pt x="17528" y="2765"/>
                  </a:lnTo>
                  <a:lnTo>
                    <a:pt x="16174" y="6674"/>
                  </a:lnTo>
                  <a:lnTo>
                    <a:pt x="16642" y="14207"/>
                  </a:lnTo>
                  <a:lnTo>
                    <a:pt x="15947" y="16814"/>
                  </a:lnTo>
                  <a:lnTo>
                    <a:pt x="11210" y="19981"/>
                  </a:lnTo>
                  <a:lnTo>
                    <a:pt x="7008" y="19965"/>
                  </a:lnTo>
                  <a:lnTo>
                    <a:pt x="6986" y="18552"/>
                  </a:lnTo>
                  <a:lnTo>
                    <a:pt x="3737" y="20245"/>
                  </a:lnTo>
                  <a:lnTo>
                    <a:pt x="3201" y="19872"/>
                  </a:lnTo>
                  <a:lnTo>
                    <a:pt x="3524" y="14119"/>
                  </a:lnTo>
                  <a:lnTo>
                    <a:pt x="0" y="10913"/>
                  </a:lnTo>
                  <a:lnTo>
                    <a:pt x="2686" y="7586"/>
                  </a:lnTo>
                  <a:lnTo>
                    <a:pt x="2226" y="4966"/>
                  </a:lnTo>
                  <a:lnTo>
                    <a:pt x="2913" y="5524"/>
                  </a:lnTo>
                  <a:lnTo>
                    <a:pt x="8843" y="4063"/>
                  </a:lnTo>
                  <a:lnTo>
                    <a:pt x="9317" y="1837"/>
                  </a:lnTo>
                  <a:lnTo>
                    <a:pt x="881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1" name="ph7521"/>
            <p:cNvSpPr/>
            <p:nvPr/>
          </p:nvSpPr>
          <p:spPr>
            <a:xfrm>
              <a:off x="10626394" y="2950712"/>
              <a:ext cx="19952" cy="17385"/>
            </a:xfrm>
            <a:custGeom>
              <a:avLst/>
              <a:pathLst>
                <a:path w="19952" h="17385">
                  <a:moveTo>
                    <a:pt x="8574" y="864"/>
                  </a:moveTo>
                  <a:lnTo>
                    <a:pt x="11513" y="9257"/>
                  </a:lnTo>
                  <a:lnTo>
                    <a:pt x="17583" y="11308"/>
                  </a:lnTo>
                  <a:lnTo>
                    <a:pt x="19858" y="13018"/>
                  </a:lnTo>
                  <a:lnTo>
                    <a:pt x="19952" y="16946"/>
                  </a:lnTo>
                  <a:lnTo>
                    <a:pt x="18034" y="17233"/>
                  </a:lnTo>
                  <a:lnTo>
                    <a:pt x="16656" y="15976"/>
                  </a:lnTo>
                  <a:lnTo>
                    <a:pt x="16547" y="14951"/>
                  </a:lnTo>
                  <a:lnTo>
                    <a:pt x="6512" y="17385"/>
                  </a:lnTo>
                  <a:lnTo>
                    <a:pt x="5316" y="15816"/>
                  </a:lnTo>
                  <a:lnTo>
                    <a:pt x="3512" y="16711"/>
                  </a:lnTo>
                  <a:lnTo>
                    <a:pt x="809" y="8054"/>
                  </a:lnTo>
                  <a:lnTo>
                    <a:pt x="3758" y="6105"/>
                  </a:lnTo>
                  <a:lnTo>
                    <a:pt x="0" y="2455"/>
                  </a:lnTo>
                  <a:lnTo>
                    <a:pt x="430" y="1341"/>
                  </a:lnTo>
                  <a:lnTo>
                    <a:pt x="3437" y="1340"/>
                  </a:lnTo>
                  <a:lnTo>
                    <a:pt x="5029" y="563"/>
                  </a:lnTo>
                  <a:lnTo>
                    <a:pt x="694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2" name="ph7522"/>
            <p:cNvSpPr/>
            <p:nvPr/>
          </p:nvSpPr>
          <p:spPr>
            <a:xfrm>
              <a:off x="10722858" y="2931420"/>
              <a:ext cx="42835" cy="58152"/>
            </a:xfrm>
            <a:custGeom>
              <a:avLst/>
              <a:pathLst>
                <a:path w="42835" h="58152">
                  <a:moveTo>
                    <a:pt x="25372" y="1009"/>
                  </a:moveTo>
                  <a:lnTo>
                    <a:pt x="25943" y="2242"/>
                  </a:lnTo>
                  <a:lnTo>
                    <a:pt x="26761" y="2265"/>
                  </a:lnTo>
                  <a:lnTo>
                    <a:pt x="27574" y="618"/>
                  </a:lnTo>
                  <a:lnTo>
                    <a:pt x="28839" y="1486"/>
                  </a:lnTo>
                  <a:lnTo>
                    <a:pt x="31577" y="5559"/>
                  </a:lnTo>
                  <a:lnTo>
                    <a:pt x="31966" y="7941"/>
                  </a:lnTo>
                  <a:lnTo>
                    <a:pt x="31121" y="21114"/>
                  </a:lnTo>
                  <a:lnTo>
                    <a:pt x="38119" y="28505"/>
                  </a:lnTo>
                  <a:lnTo>
                    <a:pt x="40106" y="32558"/>
                  </a:lnTo>
                  <a:lnTo>
                    <a:pt x="42340" y="36133"/>
                  </a:lnTo>
                  <a:lnTo>
                    <a:pt x="42835" y="45343"/>
                  </a:lnTo>
                  <a:lnTo>
                    <a:pt x="35812" y="49386"/>
                  </a:lnTo>
                  <a:lnTo>
                    <a:pt x="30295" y="53848"/>
                  </a:lnTo>
                  <a:lnTo>
                    <a:pt x="29493" y="55290"/>
                  </a:lnTo>
                  <a:lnTo>
                    <a:pt x="30442" y="57716"/>
                  </a:lnTo>
                  <a:lnTo>
                    <a:pt x="29351" y="58152"/>
                  </a:lnTo>
                  <a:lnTo>
                    <a:pt x="27986" y="57695"/>
                  </a:lnTo>
                  <a:lnTo>
                    <a:pt x="24928" y="53199"/>
                  </a:lnTo>
                  <a:lnTo>
                    <a:pt x="27007" y="49402"/>
                  </a:lnTo>
                  <a:lnTo>
                    <a:pt x="23882" y="48827"/>
                  </a:lnTo>
                  <a:lnTo>
                    <a:pt x="20188" y="44785"/>
                  </a:lnTo>
                  <a:lnTo>
                    <a:pt x="20562" y="43061"/>
                  </a:lnTo>
                  <a:lnTo>
                    <a:pt x="21585" y="42909"/>
                  </a:lnTo>
                  <a:lnTo>
                    <a:pt x="21340" y="40850"/>
                  </a:lnTo>
                  <a:lnTo>
                    <a:pt x="17320" y="39730"/>
                  </a:lnTo>
                  <a:lnTo>
                    <a:pt x="15438" y="39921"/>
                  </a:lnTo>
                  <a:lnTo>
                    <a:pt x="14474" y="38439"/>
                  </a:lnTo>
                  <a:lnTo>
                    <a:pt x="14648" y="37008"/>
                  </a:lnTo>
                  <a:lnTo>
                    <a:pt x="11572" y="34047"/>
                  </a:lnTo>
                  <a:lnTo>
                    <a:pt x="9794" y="27566"/>
                  </a:lnTo>
                  <a:lnTo>
                    <a:pt x="7967" y="25645"/>
                  </a:lnTo>
                  <a:lnTo>
                    <a:pt x="9641" y="21211"/>
                  </a:lnTo>
                  <a:lnTo>
                    <a:pt x="1650" y="16660"/>
                  </a:lnTo>
                  <a:lnTo>
                    <a:pt x="1557" y="15780"/>
                  </a:lnTo>
                  <a:lnTo>
                    <a:pt x="1806" y="14297"/>
                  </a:lnTo>
                  <a:lnTo>
                    <a:pt x="256" y="14477"/>
                  </a:lnTo>
                  <a:lnTo>
                    <a:pt x="0" y="12561"/>
                  </a:lnTo>
                  <a:lnTo>
                    <a:pt x="2313" y="10025"/>
                  </a:lnTo>
                  <a:lnTo>
                    <a:pt x="7265" y="11656"/>
                  </a:lnTo>
                  <a:lnTo>
                    <a:pt x="7943" y="13307"/>
                  </a:lnTo>
                  <a:lnTo>
                    <a:pt x="11038" y="15481"/>
                  </a:lnTo>
                  <a:lnTo>
                    <a:pt x="15659" y="13126"/>
                  </a:lnTo>
                  <a:lnTo>
                    <a:pt x="24239" y="5279"/>
                  </a:lnTo>
                  <a:lnTo>
                    <a:pt x="2323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3" name="ph7523"/>
            <p:cNvSpPr/>
            <p:nvPr/>
          </p:nvSpPr>
          <p:spPr>
            <a:xfrm>
              <a:off x="10664398" y="2932724"/>
              <a:ext cx="24548" cy="11835"/>
            </a:xfrm>
            <a:custGeom>
              <a:avLst/>
              <a:pathLst>
                <a:path w="24548" h="11835">
                  <a:moveTo>
                    <a:pt x="13100" y="2051"/>
                  </a:moveTo>
                  <a:lnTo>
                    <a:pt x="22323" y="2464"/>
                  </a:lnTo>
                  <a:lnTo>
                    <a:pt x="24548" y="5927"/>
                  </a:lnTo>
                  <a:lnTo>
                    <a:pt x="20050" y="10111"/>
                  </a:lnTo>
                  <a:lnTo>
                    <a:pt x="15743" y="11550"/>
                  </a:lnTo>
                  <a:lnTo>
                    <a:pt x="11676" y="10854"/>
                  </a:lnTo>
                  <a:lnTo>
                    <a:pt x="6480" y="10967"/>
                  </a:lnTo>
                  <a:lnTo>
                    <a:pt x="3682" y="11835"/>
                  </a:lnTo>
                  <a:lnTo>
                    <a:pt x="1344" y="11439"/>
                  </a:lnTo>
                  <a:lnTo>
                    <a:pt x="706" y="9546"/>
                  </a:lnTo>
                  <a:lnTo>
                    <a:pt x="1942" y="8279"/>
                  </a:lnTo>
                  <a:lnTo>
                    <a:pt x="0" y="7133"/>
                  </a:lnTo>
                  <a:lnTo>
                    <a:pt x="615" y="1687"/>
                  </a:lnTo>
                  <a:lnTo>
                    <a:pt x="406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4" name="ph7524"/>
            <p:cNvSpPr/>
            <p:nvPr/>
          </p:nvSpPr>
          <p:spPr>
            <a:xfrm>
              <a:off x="10541197" y="2908261"/>
              <a:ext cx="33517" cy="45227"/>
            </a:xfrm>
            <a:custGeom>
              <a:avLst/>
              <a:pathLst>
                <a:path w="33517" h="45227">
                  <a:moveTo>
                    <a:pt x="17255" y="0"/>
                  </a:moveTo>
                  <a:lnTo>
                    <a:pt x="20508" y="3997"/>
                  </a:lnTo>
                  <a:lnTo>
                    <a:pt x="22806" y="9890"/>
                  </a:lnTo>
                  <a:lnTo>
                    <a:pt x="23260" y="12866"/>
                  </a:lnTo>
                  <a:lnTo>
                    <a:pt x="20031" y="16076"/>
                  </a:lnTo>
                  <a:lnTo>
                    <a:pt x="21994" y="17306"/>
                  </a:lnTo>
                  <a:lnTo>
                    <a:pt x="31329" y="17629"/>
                  </a:lnTo>
                  <a:lnTo>
                    <a:pt x="33517" y="18694"/>
                  </a:lnTo>
                  <a:lnTo>
                    <a:pt x="31900" y="22751"/>
                  </a:lnTo>
                  <a:lnTo>
                    <a:pt x="31714" y="25988"/>
                  </a:lnTo>
                  <a:lnTo>
                    <a:pt x="32656" y="29368"/>
                  </a:lnTo>
                  <a:lnTo>
                    <a:pt x="20167" y="30424"/>
                  </a:lnTo>
                  <a:lnTo>
                    <a:pt x="17492" y="32871"/>
                  </a:lnTo>
                  <a:lnTo>
                    <a:pt x="17270" y="36626"/>
                  </a:lnTo>
                  <a:lnTo>
                    <a:pt x="18352" y="38526"/>
                  </a:lnTo>
                  <a:lnTo>
                    <a:pt x="17698" y="40369"/>
                  </a:lnTo>
                  <a:lnTo>
                    <a:pt x="17505" y="41039"/>
                  </a:lnTo>
                  <a:lnTo>
                    <a:pt x="12670" y="43864"/>
                  </a:lnTo>
                  <a:lnTo>
                    <a:pt x="9182" y="45227"/>
                  </a:lnTo>
                  <a:lnTo>
                    <a:pt x="7670" y="44816"/>
                  </a:lnTo>
                  <a:lnTo>
                    <a:pt x="7394" y="42658"/>
                  </a:lnTo>
                  <a:lnTo>
                    <a:pt x="5587" y="42092"/>
                  </a:lnTo>
                  <a:lnTo>
                    <a:pt x="1499" y="44485"/>
                  </a:lnTo>
                  <a:lnTo>
                    <a:pt x="134" y="44501"/>
                  </a:lnTo>
                  <a:lnTo>
                    <a:pt x="0" y="43820"/>
                  </a:lnTo>
                  <a:lnTo>
                    <a:pt x="1488" y="42621"/>
                  </a:lnTo>
                  <a:lnTo>
                    <a:pt x="3000" y="39228"/>
                  </a:lnTo>
                  <a:lnTo>
                    <a:pt x="2618" y="35769"/>
                  </a:lnTo>
                  <a:lnTo>
                    <a:pt x="1476" y="33533"/>
                  </a:lnTo>
                  <a:lnTo>
                    <a:pt x="2646" y="31724"/>
                  </a:lnTo>
                  <a:lnTo>
                    <a:pt x="4806" y="31463"/>
                  </a:lnTo>
                  <a:lnTo>
                    <a:pt x="7551" y="28555"/>
                  </a:lnTo>
                  <a:lnTo>
                    <a:pt x="9447" y="20606"/>
                  </a:lnTo>
                  <a:lnTo>
                    <a:pt x="9409" y="18372"/>
                  </a:lnTo>
                  <a:lnTo>
                    <a:pt x="16059" y="14982"/>
                  </a:lnTo>
                  <a:lnTo>
                    <a:pt x="18689" y="14972"/>
                  </a:lnTo>
                  <a:lnTo>
                    <a:pt x="15210" y="11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5" name="ph7525"/>
            <p:cNvSpPr/>
            <p:nvPr/>
          </p:nvSpPr>
          <p:spPr>
            <a:xfrm>
              <a:off x="10560124" y="2893552"/>
              <a:ext cx="24861" cy="24079"/>
            </a:xfrm>
            <a:custGeom>
              <a:avLst/>
              <a:pathLst>
                <a:path w="24861" h="24079">
                  <a:moveTo>
                    <a:pt x="22925" y="1482"/>
                  </a:moveTo>
                  <a:lnTo>
                    <a:pt x="22004" y="2743"/>
                  </a:lnTo>
                  <a:lnTo>
                    <a:pt x="22815" y="7831"/>
                  </a:lnTo>
                  <a:lnTo>
                    <a:pt x="23371" y="10721"/>
                  </a:lnTo>
                  <a:lnTo>
                    <a:pt x="24861" y="12495"/>
                  </a:lnTo>
                  <a:lnTo>
                    <a:pt x="23228" y="13239"/>
                  </a:lnTo>
                  <a:lnTo>
                    <a:pt x="20039" y="13219"/>
                  </a:lnTo>
                  <a:lnTo>
                    <a:pt x="18598" y="14516"/>
                  </a:lnTo>
                  <a:lnTo>
                    <a:pt x="21762" y="18473"/>
                  </a:lnTo>
                  <a:lnTo>
                    <a:pt x="20644" y="21280"/>
                  </a:lnTo>
                  <a:lnTo>
                    <a:pt x="18439" y="22254"/>
                  </a:lnTo>
                  <a:lnTo>
                    <a:pt x="13069" y="24079"/>
                  </a:lnTo>
                  <a:lnTo>
                    <a:pt x="4500" y="21656"/>
                  </a:lnTo>
                  <a:lnTo>
                    <a:pt x="4182" y="20166"/>
                  </a:lnTo>
                  <a:lnTo>
                    <a:pt x="4818" y="18193"/>
                  </a:lnTo>
                  <a:lnTo>
                    <a:pt x="3454" y="14172"/>
                  </a:lnTo>
                  <a:lnTo>
                    <a:pt x="170" y="11677"/>
                  </a:lnTo>
                  <a:lnTo>
                    <a:pt x="0" y="10732"/>
                  </a:lnTo>
                  <a:lnTo>
                    <a:pt x="6971" y="9413"/>
                  </a:lnTo>
                  <a:lnTo>
                    <a:pt x="5436" y="6579"/>
                  </a:lnTo>
                  <a:lnTo>
                    <a:pt x="5764" y="3816"/>
                  </a:lnTo>
                  <a:lnTo>
                    <a:pt x="9676" y="3191"/>
                  </a:lnTo>
                  <a:lnTo>
                    <a:pt x="10076" y="1430"/>
                  </a:lnTo>
                  <a:lnTo>
                    <a:pt x="13231" y="907"/>
                  </a:lnTo>
                  <a:lnTo>
                    <a:pt x="18002" y="1235"/>
                  </a:lnTo>
                  <a:lnTo>
                    <a:pt x="2060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6" name="ph7526"/>
            <p:cNvSpPr/>
            <p:nvPr/>
          </p:nvSpPr>
          <p:spPr>
            <a:xfrm>
              <a:off x="10580525" y="2937481"/>
              <a:ext cx="51214" cy="52183"/>
            </a:xfrm>
            <a:custGeom>
              <a:avLst/>
              <a:pathLst>
                <a:path w="51214" h="52183">
                  <a:moveTo>
                    <a:pt x="30185" y="660"/>
                  </a:moveTo>
                  <a:lnTo>
                    <a:pt x="33228" y="3524"/>
                  </a:lnTo>
                  <a:lnTo>
                    <a:pt x="44201" y="5413"/>
                  </a:lnTo>
                  <a:lnTo>
                    <a:pt x="47007" y="5326"/>
                  </a:lnTo>
                  <a:lnTo>
                    <a:pt x="48625" y="5310"/>
                  </a:lnTo>
                  <a:lnTo>
                    <a:pt x="49518" y="7440"/>
                  </a:lnTo>
                  <a:lnTo>
                    <a:pt x="51183" y="7185"/>
                  </a:lnTo>
                  <a:lnTo>
                    <a:pt x="50621" y="8088"/>
                  </a:lnTo>
                  <a:lnTo>
                    <a:pt x="51214" y="10603"/>
                  </a:lnTo>
                  <a:lnTo>
                    <a:pt x="50898" y="13794"/>
                  </a:lnTo>
                  <a:lnTo>
                    <a:pt x="49306" y="14571"/>
                  </a:lnTo>
                  <a:lnTo>
                    <a:pt x="46299" y="14572"/>
                  </a:lnTo>
                  <a:lnTo>
                    <a:pt x="45868" y="15686"/>
                  </a:lnTo>
                  <a:lnTo>
                    <a:pt x="49627" y="19336"/>
                  </a:lnTo>
                  <a:lnTo>
                    <a:pt x="46678" y="21285"/>
                  </a:lnTo>
                  <a:lnTo>
                    <a:pt x="49381" y="29942"/>
                  </a:lnTo>
                  <a:lnTo>
                    <a:pt x="47432" y="30086"/>
                  </a:lnTo>
                  <a:lnTo>
                    <a:pt x="45077" y="32132"/>
                  </a:lnTo>
                  <a:lnTo>
                    <a:pt x="44487" y="34503"/>
                  </a:lnTo>
                  <a:lnTo>
                    <a:pt x="48185" y="38489"/>
                  </a:lnTo>
                  <a:lnTo>
                    <a:pt x="50634" y="42682"/>
                  </a:lnTo>
                  <a:lnTo>
                    <a:pt x="49796" y="43224"/>
                  </a:lnTo>
                  <a:lnTo>
                    <a:pt x="46868" y="44204"/>
                  </a:lnTo>
                  <a:lnTo>
                    <a:pt x="44321" y="44094"/>
                  </a:lnTo>
                  <a:lnTo>
                    <a:pt x="40015" y="41759"/>
                  </a:lnTo>
                  <a:lnTo>
                    <a:pt x="36254" y="41110"/>
                  </a:lnTo>
                  <a:lnTo>
                    <a:pt x="34871" y="41748"/>
                  </a:lnTo>
                  <a:lnTo>
                    <a:pt x="35782" y="44166"/>
                  </a:lnTo>
                  <a:lnTo>
                    <a:pt x="35265" y="45657"/>
                  </a:lnTo>
                  <a:lnTo>
                    <a:pt x="34596" y="45608"/>
                  </a:lnTo>
                  <a:lnTo>
                    <a:pt x="33889" y="52183"/>
                  </a:lnTo>
                  <a:lnTo>
                    <a:pt x="27473" y="46523"/>
                  </a:lnTo>
                  <a:lnTo>
                    <a:pt x="24271" y="40816"/>
                  </a:lnTo>
                  <a:lnTo>
                    <a:pt x="23481" y="40698"/>
                  </a:lnTo>
                  <a:lnTo>
                    <a:pt x="22195" y="41826"/>
                  </a:lnTo>
                  <a:lnTo>
                    <a:pt x="20910" y="39178"/>
                  </a:lnTo>
                  <a:lnTo>
                    <a:pt x="23654" y="33125"/>
                  </a:lnTo>
                  <a:lnTo>
                    <a:pt x="25424" y="30789"/>
                  </a:lnTo>
                  <a:lnTo>
                    <a:pt x="29894" y="29031"/>
                  </a:lnTo>
                  <a:lnTo>
                    <a:pt x="32731" y="29160"/>
                  </a:lnTo>
                  <a:lnTo>
                    <a:pt x="32472" y="26163"/>
                  </a:lnTo>
                  <a:lnTo>
                    <a:pt x="31069" y="22170"/>
                  </a:lnTo>
                  <a:lnTo>
                    <a:pt x="31225" y="18472"/>
                  </a:lnTo>
                  <a:lnTo>
                    <a:pt x="30538" y="17637"/>
                  </a:lnTo>
                  <a:lnTo>
                    <a:pt x="23352" y="18172"/>
                  </a:lnTo>
                  <a:lnTo>
                    <a:pt x="15687" y="15433"/>
                  </a:lnTo>
                  <a:lnTo>
                    <a:pt x="12884" y="13737"/>
                  </a:lnTo>
                  <a:lnTo>
                    <a:pt x="7044" y="13825"/>
                  </a:lnTo>
                  <a:lnTo>
                    <a:pt x="6915" y="11151"/>
                  </a:lnTo>
                  <a:lnTo>
                    <a:pt x="5685" y="10743"/>
                  </a:lnTo>
                  <a:lnTo>
                    <a:pt x="5138" y="9945"/>
                  </a:lnTo>
                  <a:lnTo>
                    <a:pt x="2551" y="9192"/>
                  </a:lnTo>
                  <a:lnTo>
                    <a:pt x="0" y="5562"/>
                  </a:lnTo>
                  <a:lnTo>
                    <a:pt x="6238" y="6241"/>
                  </a:lnTo>
                  <a:lnTo>
                    <a:pt x="11802" y="7958"/>
                  </a:lnTo>
                  <a:lnTo>
                    <a:pt x="14377" y="7218"/>
                  </a:lnTo>
                  <a:lnTo>
                    <a:pt x="14790" y="4678"/>
                  </a:lnTo>
                  <a:lnTo>
                    <a:pt x="12739" y="3417"/>
                  </a:lnTo>
                  <a:lnTo>
                    <a:pt x="13326" y="1084"/>
                  </a:lnTo>
                  <a:lnTo>
                    <a:pt x="21968" y="0"/>
                  </a:lnTo>
                  <a:lnTo>
                    <a:pt x="22250" y="5045"/>
                  </a:lnTo>
                  <a:lnTo>
                    <a:pt x="24844" y="2924"/>
                  </a:lnTo>
                  <a:lnTo>
                    <a:pt x="25742" y="67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7" name="ph7527"/>
            <p:cNvSpPr/>
            <p:nvPr/>
          </p:nvSpPr>
          <p:spPr>
            <a:xfrm>
              <a:off x="10536438" y="2867133"/>
              <a:ext cx="25077" cy="15909"/>
            </a:xfrm>
            <a:custGeom>
              <a:avLst/>
              <a:pathLst>
                <a:path w="25077" h="15909">
                  <a:moveTo>
                    <a:pt x="22889" y="0"/>
                  </a:moveTo>
                  <a:lnTo>
                    <a:pt x="25077" y="793"/>
                  </a:lnTo>
                  <a:lnTo>
                    <a:pt x="24999" y="7206"/>
                  </a:lnTo>
                  <a:lnTo>
                    <a:pt x="24561" y="7867"/>
                  </a:lnTo>
                  <a:lnTo>
                    <a:pt x="21147" y="7896"/>
                  </a:lnTo>
                  <a:lnTo>
                    <a:pt x="19338" y="13958"/>
                  </a:lnTo>
                  <a:lnTo>
                    <a:pt x="19988" y="15909"/>
                  </a:lnTo>
                  <a:lnTo>
                    <a:pt x="16852" y="15897"/>
                  </a:lnTo>
                  <a:lnTo>
                    <a:pt x="13972" y="13917"/>
                  </a:lnTo>
                  <a:lnTo>
                    <a:pt x="12634" y="14406"/>
                  </a:lnTo>
                  <a:lnTo>
                    <a:pt x="12358" y="15395"/>
                  </a:lnTo>
                  <a:lnTo>
                    <a:pt x="8876" y="14148"/>
                  </a:lnTo>
                  <a:lnTo>
                    <a:pt x="371" y="14733"/>
                  </a:lnTo>
                  <a:lnTo>
                    <a:pt x="0" y="8843"/>
                  </a:lnTo>
                  <a:lnTo>
                    <a:pt x="6141" y="5423"/>
                  </a:lnTo>
                  <a:lnTo>
                    <a:pt x="10698" y="5516"/>
                  </a:lnTo>
                  <a:lnTo>
                    <a:pt x="11820" y="4870"/>
                  </a:lnTo>
                  <a:lnTo>
                    <a:pt x="11478" y="68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8" name="ph7528"/>
            <p:cNvSpPr/>
            <p:nvPr/>
          </p:nvSpPr>
          <p:spPr>
            <a:xfrm>
              <a:off x="10547415" y="2881050"/>
              <a:ext cx="22998" cy="25476"/>
            </a:xfrm>
            <a:custGeom>
              <a:avLst/>
              <a:pathLst>
                <a:path w="22998" h="25476">
                  <a:moveTo>
                    <a:pt x="18308" y="1679"/>
                  </a:moveTo>
                  <a:lnTo>
                    <a:pt x="18919" y="3214"/>
                  </a:lnTo>
                  <a:lnTo>
                    <a:pt x="22998" y="5234"/>
                  </a:lnTo>
                  <a:lnTo>
                    <a:pt x="20828" y="10666"/>
                  </a:lnTo>
                  <a:lnTo>
                    <a:pt x="20939" y="13247"/>
                  </a:lnTo>
                  <a:lnTo>
                    <a:pt x="22785" y="13932"/>
                  </a:lnTo>
                  <a:lnTo>
                    <a:pt x="22385" y="15693"/>
                  </a:lnTo>
                  <a:lnTo>
                    <a:pt x="18473" y="16318"/>
                  </a:lnTo>
                  <a:lnTo>
                    <a:pt x="18145" y="19081"/>
                  </a:lnTo>
                  <a:lnTo>
                    <a:pt x="19680" y="21915"/>
                  </a:lnTo>
                  <a:lnTo>
                    <a:pt x="12709" y="23234"/>
                  </a:lnTo>
                  <a:lnTo>
                    <a:pt x="8381" y="25476"/>
                  </a:lnTo>
                  <a:lnTo>
                    <a:pt x="1864" y="22937"/>
                  </a:lnTo>
                  <a:lnTo>
                    <a:pt x="0" y="18592"/>
                  </a:lnTo>
                  <a:lnTo>
                    <a:pt x="2413" y="16725"/>
                  </a:lnTo>
                  <a:lnTo>
                    <a:pt x="3669" y="12603"/>
                  </a:lnTo>
                  <a:lnTo>
                    <a:pt x="2127" y="5534"/>
                  </a:lnTo>
                  <a:lnTo>
                    <a:pt x="1381" y="1478"/>
                  </a:lnTo>
                  <a:lnTo>
                    <a:pt x="1657" y="488"/>
                  </a:lnTo>
                  <a:lnTo>
                    <a:pt x="2996" y="0"/>
                  </a:lnTo>
                  <a:lnTo>
                    <a:pt x="5875" y="1980"/>
                  </a:lnTo>
                  <a:lnTo>
                    <a:pt x="9011" y="1992"/>
                  </a:lnTo>
                  <a:lnTo>
                    <a:pt x="11232" y="2392"/>
                  </a:lnTo>
                  <a:lnTo>
                    <a:pt x="14741" y="23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9" name="ph7529"/>
            <p:cNvSpPr/>
            <p:nvPr/>
          </p:nvSpPr>
          <p:spPr>
            <a:xfrm>
              <a:off x="10607408" y="2880492"/>
              <a:ext cx="24873" cy="18890"/>
            </a:xfrm>
            <a:custGeom>
              <a:avLst/>
              <a:pathLst>
                <a:path w="24873" h="18890">
                  <a:moveTo>
                    <a:pt x="5397" y="1840"/>
                  </a:moveTo>
                  <a:lnTo>
                    <a:pt x="6348" y="3138"/>
                  </a:lnTo>
                  <a:lnTo>
                    <a:pt x="6288" y="6710"/>
                  </a:lnTo>
                  <a:lnTo>
                    <a:pt x="16326" y="6199"/>
                  </a:lnTo>
                  <a:lnTo>
                    <a:pt x="16543" y="5689"/>
                  </a:lnTo>
                  <a:lnTo>
                    <a:pt x="19885" y="7809"/>
                  </a:lnTo>
                  <a:lnTo>
                    <a:pt x="24873" y="15974"/>
                  </a:lnTo>
                  <a:lnTo>
                    <a:pt x="24306" y="16249"/>
                  </a:lnTo>
                  <a:lnTo>
                    <a:pt x="22952" y="15974"/>
                  </a:lnTo>
                  <a:lnTo>
                    <a:pt x="21591" y="14423"/>
                  </a:lnTo>
                  <a:lnTo>
                    <a:pt x="20407" y="14323"/>
                  </a:lnTo>
                  <a:lnTo>
                    <a:pt x="11931" y="18584"/>
                  </a:lnTo>
                  <a:lnTo>
                    <a:pt x="7297" y="18320"/>
                  </a:lnTo>
                  <a:lnTo>
                    <a:pt x="5119" y="18890"/>
                  </a:lnTo>
                  <a:lnTo>
                    <a:pt x="1608" y="14214"/>
                  </a:lnTo>
                  <a:lnTo>
                    <a:pt x="2540" y="13985"/>
                  </a:lnTo>
                  <a:lnTo>
                    <a:pt x="3475" y="10435"/>
                  </a:lnTo>
                  <a:lnTo>
                    <a:pt x="2841" y="9598"/>
                  </a:lnTo>
                  <a:lnTo>
                    <a:pt x="290" y="9692"/>
                  </a:lnTo>
                  <a:lnTo>
                    <a:pt x="0" y="8041"/>
                  </a:lnTo>
                  <a:lnTo>
                    <a:pt x="1774" y="4201"/>
                  </a:lnTo>
                  <a:lnTo>
                    <a:pt x="1008" y="2924"/>
                  </a:lnTo>
                  <a:lnTo>
                    <a:pt x="212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0" name="ph7530"/>
            <p:cNvSpPr/>
            <p:nvPr/>
          </p:nvSpPr>
          <p:spPr>
            <a:xfrm>
              <a:off x="10780169" y="2948669"/>
              <a:ext cx="23289" cy="26282"/>
            </a:xfrm>
            <a:custGeom>
              <a:avLst/>
              <a:pathLst>
                <a:path w="23289" h="26282">
                  <a:moveTo>
                    <a:pt x="11653" y="2136"/>
                  </a:moveTo>
                  <a:lnTo>
                    <a:pt x="18100" y="2023"/>
                  </a:lnTo>
                  <a:lnTo>
                    <a:pt x="20591" y="828"/>
                  </a:lnTo>
                  <a:lnTo>
                    <a:pt x="23289" y="8733"/>
                  </a:lnTo>
                  <a:lnTo>
                    <a:pt x="18859" y="10960"/>
                  </a:lnTo>
                  <a:lnTo>
                    <a:pt x="15894" y="13408"/>
                  </a:lnTo>
                  <a:lnTo>
                    <a:pt x="16413" y="19535"/>
                  </a:lnTo>
                  <a:lnTo>
                    <a:pt x="18157" y="23073"/>
                  </a:lnTo>
                  <a:lnTo>
                    <a:pt x="14069" y="23452"/>
                  </a:lnTo>
                  <a:lnTo>
                    <a:pt x="11176" y="26132"/>
                  </a:lnTo>
                  <a:lnTo>
                    <a:pt x="9612" y="26282"/>
                  </a:lnTo>
                  <a:lnTo>
                    <a:pt x="8786" y="21564"/>
                  </a:lnTo>
                  <a:lnTo>
                    <a:pt x="9366" y="17670"/>
                  </a:lnTo>
                  <a:lnTo>
                    <a:pt x="1937" y="9645"/>
                  </a:lnTo>
                  <a:lnTo>
                    <a:pt x="0" y="7497"/>
                  </a:lnTo>
                  <a:lnTo>
                    <a:pt x="2492" y="3863"/>
                  </a:lnTo>
                  <a:lnTo>
                    <a:pt x="4750" y="3383"/>
                  </a:lnTo>
                  <a:lnTo>
                    <a:pt x="4794" y="2183"/>
                  </a:lnTo>
                  <a:lnTo>
                    <a:pt x="71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1" name="ph7531"/>
            <p:cNvSpPr/>
            <p:nvPr/>
          </p:nvSpPr>
          <p:spPr>
            <a:xfrm>
              <a:off x="10789068" y="2969533"/>
              <a:ext cx="19057" cy="12984"/>
            </a:xfrm>
            <a:custGeom>
              <a:avLst/>
              <a:pathLst>
                <a:path w="19057" h="12984">
                  <a:moveTo>
                    <a:pt x="16877" y="187"/>
                  </a:moveTo>
                  <a:lnTo>
                    <a:pt x="18328" y="1016"/>
                  </a:lnTo>
                  <a:lnTo>
                    <a:pt x="19057" y="3417"/>
                  </a:lnTo>
                  <a:lnTo>
                    <a:pt x="16849" y="9168"/>
                  </a:lnTo>
                  <a:lnTo>
                    <a:pt x="12153" y="10382"/>
                  </a:lnTo>
                  <a:lnTo>
                    <a:pt x="8843" y="12282"/>
                  </a:lnTo>
                  <a:lnTo>
                    <a:pt x="8465" y="11263"/>
                  </a:lnTo>
                  <a:lnTo>
                    <a:pt x="6454" y="12666"/>
                  </a:lnTo>
                  <a:lnTo>
                    <a:pt x="2600" y="12984"/>
                  </a:lnTo>
                  <a:lnTo>
                    <a:pt x="0" y="8534"/>
                  </a:lnTo>
                  <a:lnTo>
                    <a:pt x="713" y="5418"/>
                  </a:lnTo>
                  <a:lnTo>
                    <a:pt x="2277" y="5267"/>
                  </a:lnTo>
                  <a:lnTo>
                    <a:pt x="5170" y="2587"/>
                  </a:lnTo>
                  <a:lnTo>
                    <a:pt x="9258" y="2209"/>
                  </a:lnTo>
                  <a:lnTo>
                    <a:pt x="1121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2" name="ph7532"/>
            <p:cNvSpPr/>
            <p:nvPr/>
          </p:nvSpPr>
          <p:spPr>
            <a:xfrm>
              <a:off x="10684449" y="2936258"/>
              <a:ext cx="11618" cy="13969"/>
            </a:xfrm>
            <a:custGeom>
              <a:avLst/>
              <a:pathLst>
                <a:path w="11618" h="13969">
                  <a:moveTo>
                    <a:pt x="11618" y="1296"/>
                  </a:moveTo>
                  <a:lnTo>
                    <a:pt x="9329" y="13812"/>
                  </a:lnTo>
                  <a:lnTo>
                    <a:pt x="6857" y="13969"/>
                  </a:lnTo>
                  <a:lnTo>
                    <a:pt x="6228" y="12579"/>
                  </a:lnTo>
                  <a:lnTo>
                    <a:pt x="0" y="6577"/>
                  </a:lnTo>
                  <a:lnTo>
                    <a:pt x="4497" y="2393"/>
                  </a:lnTo>
                  <a:lnTo>
                    <a:pt x="5983" y="317"/>
                  </a:lnTo>
                  <a:lnTo>
                    <a:pt x="764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3" name="ph7533"/>
            <p:cNvSpPr/>
            <p:nvPr/>
          </p:nvSpPr>
          <p:spPr>
            <a:xfrm>
              <a:off x="10970246" y="3007846"/>
              <a:ext cx="13204" cy="14186"/>
            </a:xfrm>
            <a:custGeom>
              <a:avLst/>
              <a:pathLst>
                <a:path w="13204" h="14186">
                  <a:moveTo>
                    <a:pt x="12642" y="5201"/>
                  </a:moveTo>
                  <a:lnTo>
                    <a:pt x="13204" y="5846"/>
                  </a:lnTo>
                  <a:lnTo>
                    <a:pt x="11639" y="9624"/>
                  </a:lnTo>
                  <a:lnTo>
                    <a:pt x="2887" y="14186"/>
                  </a:lnTo>
                  <a:lnTo>
                    <a:pt x="1395" y="13192"/>
                  </a:lnTo>
                  <a:lnTo>
                    <a:pt x="0" y="8815"/>
                  </a:lnTo>
                  <a:lnTo>
                    <a:pt x="3455" y="5437"/>
                  </a:lnTo>
                  <a:lnTo>
                    <a:pt x="5909" y="5058"/>
                  </a:lnTo>
                  <a:lnTo>
                    <a:pt x="7885" y="32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4" name="ph7534"/>
            <p:cNvSpPr/>
            <p:nvPr/>
          </p:nvSpPr>
          <p:spPr>
            <a:xfrm>
              <a:off x="10959553" y="3021038"/>
              <a:ext cx="18378" cy="16096"/>
            </a:xfrm>
            <a:custGeom>
              <a:avLst/>
              <a:pathLst>
                <a:path w="18378" h="16096">
                  <a:moveTo>
                    <a:pt x="13580" y="993"/>
                  </a:moveTo>
                  <a:lnTo>
                    <a:pt x="15356" y="1950"/>
                  </a:lnTo>
                  <a:lnTo>
                    <a:pt x="16113" y="4583"/>
                  </a:lnTo>
                  <a:lnTo>
                    <a:pt x="15888" y="6416"/>
                  </a:lnTo>
                  <a:lnTo>
                    <a:pt x="14242" y="7763"/>
                  </a:lnTo>
                  <a:lnTo>
                    <a:pt x="13674" y="9889"/>
                  </a:lnTo>
                  <a:lnTo>
                    <a:pt x="18378" y="11170"/>
                  </a:lnTo>
                  <a:lnTo>
                    <a:pt x="14652" y="16096"/>
                  </a:lnTo>
                  <a:lnTo>
                    <a:pt x="11160" y="14675"/>
                  </a:lnTo>
                  <a:lnTo>
                    <a:pt x="9415" y="11274"/>
                  </a:lnTo>
                  <a:lnTo>
                    <a:pt x="5288" y="10240"/>
                  </a:lnTo>
                  <a:lnTo>
                    <a:pt x="92" y="7374"/>
                  </a:lnTo>
                  <a:lnTo>
                    <a:pt x="0" y="5733"/>
                  </a:lnTo>
                  <a:lnTo>
                    <a:pt x="895" y="4154"/>
                  </a:lnTo>
                  <a:lnTo>
                    <a:pt x="3926" y="4516"/>
                  </a:lnTo>
                  <a:lnTo>
                    <a:pt x="1208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5" name="ph7535"/>
            <p:cNvSpPr/>
            <p:nvPr/>
          </p:nvSpPr>
          <p:spPr>
            <a:xfrm>
              <a:off x="10933272" y="3029353"/>
              <a:ext cx="10757" cy="14511"/>
            </a:xfrm>
            <a:custGeom>
              <a:avLst/>
              <a:pathLst>
                <a:path w="10757" h="14511">
                  <a:moveTo>
                    <a:pt x="5232" y="2007"/>
                  </a:moveTo>
                  <a:lnTo>
                    <a:pt x="7726" y="2277"/>
                  </a:lnTo>
                  <a:lnTo>
                    <a:pt x="10749" y="3737"/>
                  </a:lnTo>
                  <a:lnTo>
                    <a:pt x="10372" y="7771"/>
                  </a:lnTo>
                  <a:lnTo>
                    <a:pt x="9712" y="7829"/>
                  </a:lnTo>
                  <a:lnTo>
                    <a:pt x="10757" y="14026"/>
                  </a:lnTo>
                  <a:lnTo>
                    <a:pt x="10425" y="14511"/>
                  </a:lnTo>
                  <a:lnTo>
                    <a:pt x="9857" y="14125"/>
                  </a:lnTo>
                  <a:lnTo>
                    <a:pt x="10162" y="13126"/>
                  </a:lnTo>
                  <a:lnTo>
                    <a:pt x="6969" y="13623"/>
                  </a:lnTo>
                  <a:lnTo>
                    <a:pt x="335" y="12282"/>
                  </a:lnTo>
                  <a:lnTo>
                    <a:pt x="622" y="8278"/>
                  </a:lnTo>
                  <a:lnTo>
                    <a:pt x="0" y="6349"/>
                  </a:lnTo>
                  <a:lnTo>
                    <a:pt x="3571" y="5096"/>
                  </a:lnTo>
                  <a:lnTo>
                    <a:pt x="1753" y="2453"/>
                  </a:lnTo>
                  <a:lnTo>
                    <a:pt x="1590" y="447"/>
                  </a:lnTo>
                  <a:lnTo>
                    <a:pt x="39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6" name="ph7536"/>
            <p:cNvSpPr/>
            <p:nvPr/>
          </p:nvSpPr>
          <p:spPr>
            <a:xfrm>
              <a:off x="10990626" y="3005376"/>
              <a:ext cx="15651" cy="23440"/>
            </a:xfrm>
            <a:custGeom>
              <a:avLst/>
              <a:pathLst>
                <a:path w="15651" h="23440">
                  <a:moveTo>
                    <a:pt x="7806" y="13602"/>
                  </a:moveTo>
                  <a:lnTo>
                    <a:pt x="6931" y="17883"/>
                  </a:lnTo>
                  <a:lnTo>
                    <a:pt x="5852" y="23440"/>
                  </a:lnTo>
                  <a:lnTo>
                    <a:pt x="0" y="22201"/>
                  </a:lnTo>
                  <a:lnTo>
                    <a:pt x="3640" y="15878"/>
                  </a:lnTo>
                  <a:lnTo>
                    <a:pt x="2736" y="12418"/>
                  </a:lnTo>
                  <a:lnTo>
                    <a:pt x="3165" y="10945"/>
                  </a:lnTo>
                  <a:lnTo>
                    <a:pt x="5268" y="8687"/>
                  </a:lnTo>
                  <a:lnTo>
                    <a:pt x="6719" y="8797"/>
                  </a:lnTo>
                  <a:lnTo>
                    <a:pt x="11915" y="1785"/>
                  </a:lnTo>
                  <a:lnTo>
                    <a:pt x="1565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7" name="ph7537"/>
            <p:cNvSpPr/>
            <p:nvPr/>
          </p:nvSpPr>
          <p:spPr>
            <a:xfrm>
              <a:off x="10928446" y="2993090"/>
              <a:ext cx="20717" cy="17758"/>
            </a:xfrm>
            <a:custGeom>
              <a:avLst/>
              <a:pathLst>
                <a:path w="20717" h="17758">
                  <a:moveTo>
                    <a:pt x="10349" y="4133"/>
                  </a:moveTo>
                  <a:lnTo>
                    <a:pt x="20717" y="4736"/>
                  </a:lnTo>
                  <a:lnTo>
                    <a:pt x="19347" y="9407"/>
                  </a:lnTo>
                  <a:lnTo>
                    <a:pt x="17473" y="12615"/>
                  </a:lnTo>
                  <a:lnTo>
                    <a:pt x="14357" y="15417"/>
                  </a:lnTo>
                  <a:lnTo>
                    <a:pt x="11951" y="17584"/>
                  </a:lnTo>
                  <a:lnTo>
                    <a:pt x="10390" y="17758"/>
                  </a:lnTo>
                  <a:lnTo>
                    <a:pt x="7308" y="15145"/>
                  </a:lnTo>
                  <a:lnTo>
                    <a:pt x="3004" y="12868"/>
                  </a:lnTo>
                  <a:lnTo>
                    <a:pt x="883" y="12825"/>
                  </a:lnTo>
                  <a:lnTo>
                    <a:pt x="58" y="12075"/>
                  </a:lnTo>
                  <a:lnTo>
                    <a:pt x="0" y="5360"/>
                  </a:lnTo>
                  <a:lnTo>
                    <a:pt x="2531" y="1110"/>
                  </a:lnTo>
                  <a:lnTo>
                    <a:pt x="438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8" name="ph7538"/>
            <p:cNvSpPr/>
            <p:nvPr/>
          </p:nvSpPr>
          <p:spPr>
            <a:xfrm>
              <a:off x="10984238" y="3014064"/>
              <a:ext cx="11655" cy="15978"/>
            </a:xfrm>
            <a:custGeom>
              <a:avLst/>
              <a:pathLst>
                <a:path w="11655" h="15978">
                  <a:moveTo>
                    <a:pt x="11655" y="0"/>
                  </a:moveTo>
                  <a:lnTo>
                    <a:pt x="9553" y="2257"/>
                  </a:lnTo>
                  <a:lnTo>
                    <a:pt x="9123" y="3730"/>
                  </a:lnTo>
                  <a:lnTo>
                    <a:pt x="10027" y="7190"/>
                  </a:lnTo>
                  <a:lnTo>
                    <a:pt x="6387" y="13513"/>
                  </a:lnTo>
                  <a:lnTo>
                    <a:pt x="3380" y="14427"/>
                  </a:lnTo>
                  <a:lnTo>
                    <a:pt x="1896" y="15978"/>
                  </a:lnTo>
                  <a:lnTo>
                    <a:pt x="0" y="13602"/>
                  </a:lnTo>
                  <a:lnTo>
                    <a:pt x="4219" y="128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9" name="ph7539"/>
            <p:cNvSpPr/>
            <p:nvPr/>
          </p:nvSpPr>
          <p:spPr>
            <a:xfrm>
              <a:off x="10939989" y="3023421"/>
              <a:ext cx="8563" cy="15881"/>
            </a:xfrm>
            <a:custGeom>
              <a:avLst/>
              <a:pathLst>
                <a:path w="8563" h="15881">
                  <a:moveTo>
                    <a:pt x="1695" y="0"/>
                  </a:moveTo>
                  <a:lnTo>
                    <a:pt x="8302" y="4621"/>
                  </a:lnTo>
                  <a:lnTo>
                    <a:pt x="8563" y="5594"/>
                  </a:lnTo>
                  <a:lnTo>
                    <a:pt x="7680" y="7874"/>
                  </a:lnTo>
                  <a:lnTo>
                    <a:pt x="8544" y="13788"/>
                  </a:lnTo>
                  <a:lnTo>
                    <a:pt x="5265" y="15881"/>
                  </a:lnTo>
                  <a:lnTo>
                    <a:pt x="3656" y="13703"/>
                  </a:lnTo>
                  <a:lnTo>
                    <a:pt x="4033" y="9669"/>
                  </a:lnTo>
                  <a:lnTo>
                    <a:pt x="1010" y="8209"/>
                  </a:lnTo>
                  <a:lnTo>
                    <a:pt x="1527" y="4295"/>
                  </a:lnTo>
                  <a:lnTo>
                    <a:pt x="437" y="4050"/>
                  </a:lnTo>
                  <a:lnTo>
                    <a:pt x="0" y="165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0" name="ph7540"/>
            <p:cNvSpPr/>
            <p:nvPr/>
          </p:nvSpPr>
          <p:spPr>
            <a:xfrm>
              <a:off x="10986341" y="3054532"/>
              <a:ext cx="13881" cy="19745"/>
            </a:xfrm>
            <a:custGeom>
              <a:avLst/>
              <a:pathLst>
                <a:path w="13881" h="19745">
                  <a:moveTo>
                    <a:pt x="11272" y="0"/>
                  </a:moveTo>
                  <a:lnTo>
                    <a:pt x="12090" y="2315"/>
                  </a:lnTo>
                  <a:lnTo>
                    <a:pt x="11765" y="4342"/>
                  </a:lnTo>
                  <a:lnTo>
                    <a:pt x="13331" y="7848"/>
                  </a:lnTo>
                  <a:lnTo>
                    <a:pt x="13881" y="13061"/>
                  </a:lnTo>
                  <a:lnTo>
                    <a:pt x="12853" y="16071"/>
                  </a:lnTo>
                  <a:lnTo>
                    <a:pt x="13139" y="19027"/>
                  </a:lnTo>
                  <a:lnTo>
                    <a:pt x="10849" y="19745"/>
                  </a:lnTo>
                  <a:lnTo>
                    <a:pt x="7616" y="17722"/>
                  </a:lnTo>
                  <a:lnTo>
                    <a:pt x="6907" y="15599"/>
                  </a:lnTo>
                  <a:lnTo>
                    <a:pt x="3921" y="14522"/>
                  </a:lnTo>
                  <a:lnTo>
                    <a:pt x="1129" y="10460"/>
                  </a:lnTo>
                  <a:lnTo>
                    <a:pt x="0" y="4310"/>
                  </a:lnTo>
                  <a:lnTo>
                    <a:pt x="2317" y="3213"/>
                  </a:lnTo>
                  <a:lnTo>
                    <a:pt x="6764" y="2742"/>
                  </a:lnTo>
                  <a:lnTo>
                    <a:pt x="6625" y="2332"/>
                  </a:lnTo>
                  <a:lnTo>
                    <a:pt x="8019" y="2115"/>
                  </a:lnTo>
                  <a:lnTo>
                    <a:pt x="9525" y="1913"/>
                  </a:lnTo>
                  <a:lnTo>
                    <a:pt x="9517" y="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1" name="ph7541"/>
            <p:cNvSpPr/>
            <p:nvPr/>
          </p:nvSpPr>
          <p:spPr>
            <a:xfrm>
              <a:off x="10996478" y="3018125"/>
              <a:ext cx="6818" cy="10691"/>
            </a:xfrm>
            <a:custGeom>
              <a:avLst/>
              <a:pathLst>
                <a:path w="6818" h="10691">
                  <a:moveTo>
                    <a:pt x="6818" y="1432"/>
                  </a:moveTo>
                  <a:lnTo>
                    <a:pt x="5739" y="3505"/>
                  </a:lnTo>
                  <a:lnTo>
                    <a:pt x="3918" y="6158"/>
                  </a:lnTo>
                  <a:lnTo>
                    <a:pt x="0" y="10691"/>
                  </a:lnTo>
                  <a:lnTo>
                    <a:pt x="1078" y="5134"/>
                  </a:lnTo>
                  <a:lnTo>
                    <a:pt x="2379" y="4085"/>
                  </a:lnTo>
                  <a:lnTo>
                    <a:pt x="2498" y="1936"/>
                  </a:lnTo>
                  <a:lnTo>
                    <a:pt x="5563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2" name="ph7542"/>
            <p:cNvSpPr/>
            <p:nvPr/>
          </p:nvSpPr>
          <p:spPr>
            <a:xfrm>
              <a:off x="10932429" y="3041635"/>
              <a:ext cx="11005" cy="10947"/>
            </a:xfrm>
            <a:custGeom>
              <a:avLst/>
              <a:pathLst>
                <a:path w="11005" h="10947">
                  <a:moveTo>
                    <a:pt x="7813" y="1341"/>
                  </a:moveTo>
                  <a:lnTo>
                    <a:pt x="11005" y="844"/>
                  </a:lnTo>
                  <a:lnTo>
                    <a:pt x="10700" y="1843"/>
                  </a:lnTo>
                  <a:lnTo>
                    <a:pt x="10423" y="4655"/>
                  </a:lnTo>
                  <a:lnTo>
                    <a:pt x="8250" y="4506"/>
                  </a:lnTo>
                  <a:lnTo>
                    <a:pt x="7279" y="6077"/>
                  </a:lnTo>
                  <a:lnTo>
                    <a:pt x="7622" y="8188"/>
                  </a:lnTo>
                  <a:lnTo>
                    <a:pt x="6940" y="10947"/>
                  </a:lnTo>
                  <a:lnTo>
                    <a:pt x="2931" y="9705"/>
                  </a:lnTo>
                  <a:lnTo>
                    <a:pt x="3496" y="7427"/>
                  </a:lnTo>
                  <a:lnTo>
                    <a:pt x="2102" y="8324"/>
                  </a:lnTo>
                  <a:lnTo>
                    <a:pt x="0" y="7750"/>
                  </a:lnTo>
                  <a:lnTo>
                    <a:pt x="1507" y="2418"/>
                  </a:lnTo>
                  <a:lnTo>
                    <a:pt x="668" y="2186"/>
                  </a:lnTo>
                  <a:lnTo>
                    <a:pt x="117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3" name="ph7543"/>
            <p:cNvSpPr/>
            <p:nvPr/>
          </p:nvSpPr>
          <p:spPr>
            <a:xfrm>
              <a:off x="10939226" y="3048768"/>
              <a:ext cx="36494" cy="39101"/>
            </a:xfrm>
            <a:custGeom>
              <a:avLst/>
              <a:pathLst>
                <a:path w="36494" h="39101">
                  <a:moveTo>
                    <a:pt x="8296" y="65"/>
                  </a:moveTo>
                  <a:lnTo>
                    <a:pt x="12637" y="1578"/>
                  </a:lnTo>
                  <a:lnTo>
                    <a:pt x="13054" y="0"/>
                  </a:lnTo>
                  <a:lnTo>
                    <a:pt x="15743" y="1733"/>
                  </a:lnTo>
                  <a:lnTo>
                    <a:pt x="18159" y="9147"/>
                  </a:lnTo>
                  <a:lnTo>
                    <a:pt x="21397" y="9690"/>
                  </a:lnTo>
                  <a:lnTo>
                    <a:pt x="24616" y="9809"/>
                  </a:lnTo>
                  <a:lnTo>
                    <a:pt x="26885" y="10719"/>
                  </a:lnTo>
                  <a:lnTo>
                    <a:pt x="28335" y="15907"/>
                  </a:lnTo>
                  <a:lnTo>
                    <a:pt x="34085" y="20805"/>
                  </a:lnTo>
                  <a:lnTo>
                    <a:pt x="36494" y="23861"/>
                  </a:lnTo>
                  <a:lnTo>
                    <a:pt x="33854" y="28129"/>
                  </a:lnTo>
                  <a:lnTo>
                    <a:pt x="29910" y="28797"/>
                  </a:lnTo>
                  <a:lnTo>
                    <a:pt x="19645" y="39101"/>
                  </a:lnTo>
                  <a:lnTo>
                    <a:pt x="18478" y="37898"/>
                  </a:lnTo>
                  <a:lnTo>
                    <a:pt x="19442" y="35977"/>
                  </a:lnTo>
                  <a:lnTo>
                    <a:pt x="19325" y="34720"/>
                  </a:lnTo>
                  <a:lnTo>
                    <a:pt x="16796" y="31115"/>
                  </a:lnTo>
                  <a:lnTo>
                    <a:pt x="12317" y="27946"/>
                  </a:lnTo>
                  <a:lnTo>
                    <a:pt x="10994" y="22840"/>
                  </a:lnTo>
                  <a:lnTo>
                    <a:pt x="9059" y="23354"/>
                  </a:lnTo>
                  <a:lnTo>
                    <a:pt x="6235" y="25549"/>
                  </a:lnTo>
                  <a:lnTo>
                    <a:pt x="5413" y="27141"/>
                  </a:lnTo>
                  <a:lnTo>
                    <a:pt x="3352" y="25722"/>
                  </a:lnTo>
                  <a:lnTo>
                    <a:pt x="3589" y="24781"/>
                  </a:lnTo>
                  <a:lnTo>
                    <a:pt x="3322" y="23545"/>
                  </a:lnTo>
                  <a:lnTo>
                    <a:pt x="6755" y="20763"/>
                  </a:lnTo>
                  <a:lnTo>
                    <a:pt x="713" y="21808"/>
                  </a:lnTo>
                  <a:lnTo>
                    <a:pt x="0" y="19374"/>
                  </a:lnTo>
                  <a:lnTo>
                    <a:pt x="2951" y="16716"/>
                  </a:lnTo>
                  <a:lnTo>
                    <a:pt x="8130" y="15609"/>
                  </a:lnTo>
                  <a:lnTo>
                    <a:pt x="9303" y="12853"/>
                  </a:lnTo>
                  <a:lnTo>
                    <a:pt x="9747" y="10698"/>
                  </a:lnTo>
                  <a:lnTo>
                    <a:pt x="9249" y="7580"/>
                  </a:lnTo>
                  <a:lnTo>
                    <a:pt x="4896" y="3314"/>
                  </a:lnTo>
                  <a:lnTo>
                    <a:pt x="6484" y="260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4" name="ph7544"/>
            <p:cNvSpPr/>
            <p:nvPr/>
          </p:nvSpPr>
          <p:spPr>
            <a:xfrm>
              <a:off x="10912833" y="3050195"/>
              <a:ext cx="15525" cy="15949"/>
            </a:xfrm>
            <a:custGeom>
              <a:avLst/>
              <a:pathLst>
                <a:path w="15525" h="15949">
                  <a:moveTo>
                    <a:pt x="9757" y="3185"/>
                  </a:moveTo>
                  <a:lnTo>
                    <a:pt x="12436" y="4507"/>
                  </a:lnTo>
                  <a:lnTo>
                    <a:pt x="13151" y="1392"/>
                  </a:lnTo>
                  <a:lnTo>
                    <a:pt x="14859" y="3815"/>
                  </a:lnTo>
                  <a:lnTo>
                    <a:pt x="15525" y="9063"/>
                  </a:lnTo>
                  <a:lnTo>
                    <a:pt x="14493" y="11154"/>
                  </a:lnTo>
                  <a:lnTo>
                    <a:pt x="13867" y="15712"/>
                  </a:lnTo>
                  <a:lnTo>
                    <a:pt x="9950" y="15949"/>
                  </a:lnTo>
                  <a:lnTo>
                    <a:pt x="8681" y="15358"/>
                  </a:lnTo>
                  <a:lnTo>
                    <a:pt x="6622" y="11771"/>
                  </a:lnTo>
                  <a:lnTo>
                    <a:pt x="4894" y="11087"/>
                  </a:lnTo>
                  <a:lnTo>
                    <a:pt x="4098" y="7898"/>
                  </a:lnTo>
                  <a:lnTo>
                    <a:pt x="0" y="1442"/>
                  </a:lnTo>
                  <a:lnTo>
                    <a:pt x="1286" y="1467"/>
                  </a:lnTo>
                  <a:lnTo>
                    <a:pt x="2307" y="2687"/>
                  </a:lnTo>
                  <a:lnTo>
                    <a:pt x="4791" y="2399"/>
                  </a:lnTo>
                  <a:lnTo>
                    <a:pt x="607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5" name="ph7545"/>
            <p:cNvSpPr/>
            <p:nvPr/>
          </p:nvSpPr>
          <p:spPr>
            <a:xfrm>
              <a:off x="10942804" y="2997827"/>
              <a:ext cx="20326" cy="22972"/>
            </a:xfrm>
            <a:custGeom>
              <a:avLst/>
              <a:pathLst>
                <a:path w="20326" h="22972">
                  <a:moveTo>
                    <a:pt x="15020" y="4718"/>
                  </a:moveTo>
                  <a:lnTo>
                    <a:pt x="19882" y="10810"/>
                  </a:lnTo>
                  <a:lnTo>
                    <a:pt x="20326" y="13306"/>
                  </a:lnTo>
                  <a:lnTo>
                    <a:pt x="20181" y="15163"/>
                  </a:lnTo>
                  <a:lnTo>
                    <a:pt x="18881" y="19264"/>
                  </a:lnTo>
                  <a:lnTo>
                    <a:pt x="11267" y="20603"/>
                  </a:lnTo>
                  <a:lnTo>
                    <a:pt x="9764" y="21531"/>
                  </a:lnTo>
                  <a:lnTo>
                    <a:pt x="10343" y="22028"/>
                  </a:lnTo>
                  <a:lnTo>
                    <a:pt x="7239" y="22972"/>
                  </a:lnTo>
                  <a:lnTo>
                    <a:pt x="1166" y="18295"/>
                  </a:lnTo>
                  <a:lnTo>
                    <a:pt x="1447" y="14028"/>
                  </a:lnTo>
                  <a:lnTo>
                    <a:pt x="0" y="10681"/>
                  </a:lnTo>
                  <a:lnTo>
                    <a:pt x="3115" y="7879"/>
                  </a:lnTo>
                  <a:lnTo>
                    <a:pt x="4990" y="4671"/>
                  </a:lnTo>
                  <a:lnTo>
                    <a:pt x="635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6" name="ph7546"/>
            <p:cNvSpPr/>
            <p:nvPr/>
          </p:nvSpPr>
          <p:spPr>
            <a:xfrm>
              <a:off x="10924726" y="3034406"/>
              <a:ext cx="9169" cy="11648"/>
            </a:xfrm>
            <a:custGeom>
              <a:avLst/>
              <a:pathLst>
                <a:path w="9169" h="11648">
                  <a:moveTo>
                    <a:pt x="8013" y="485"/>
                  </a:moveTo>
                  <a:lnTo>
                    <a:pt x="8546" y="1296"/>
                  </a:lnTo>
                  <a:lnTo>
                    <a:pt x="9169" y="3225"/>
                  </a:lnTo>
                  <a:lnTo>
                    <a:pt x="8882" y="7229"/>
                  </a:lnTo>
                  <a:lnTo>
                    <a:pt x="8371" y="9415"/>
                  </a:lnTo>
                  <a:lnTo>
                    <a:pt x="2893" y="11648"/>
                  </a:lnTo>
                  <a:lnTo>
                    <a:pt x="3439" y="8355"/>
                  </a:lnTo>
                  <a:lnTo>
                    <a:pt x="0" y="4820"/>
                  </a:lnTo>
                  <a:lnTo>
                    <a:pt x="3892" y="2903"/>
                  </a:lnTo>
                  <a:lnTo>
                    <a:pt x="730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7" name="ph7547"/>
            <p:cNvSpPr/>
            <p:nvPr/>
          </p:nvSpPr>
          <p:spPr>
            <a:xfrm>
              <a:off x="10966960" y="3003334"/>
              <a:ext cx="12675" cy="9948"/>
            </a:xfrm>
            <a:custGeom>
              <a:avLst/>
              <a:pathLst>
                <a:path w="12675" h="9948">
                  <a:moveTo>
                    <a:pt x="8610" y="0"/>
                  </a:moveTo>
                  <a:lnTo>
                    <a:pt x="12311" y="1479"/>
                  </a:lnTo>
                  <a:lnTo>
                    <a:pt x="12675" y="4511"/>
                  </a:lnTo>
                  <a:lnTo>
                    <a:pt x="11171" y="4544"/>
                  </a:lnTo>
                  <a:lnTo>
                    <a:pt x="9195" y="9570"/>
                  </a:lnTo>
                  <a:lnTo>
                    <a:pt x="6741" y="9948"/>
                  </a:lnTo>
                  <a:lnTo>
                    <a:pt x="6609" y="8557"/>
                  </a:lnTo>
                  <a:lnTo>
                    <a:pt x="5446" y="7595"/>
                  </a:lnTo>
                  <a:lnTo>
                    <a:pt x="0" y="5687"/>
                  </a:lnTo>
                  <a:lnTo>
                    <a:pt x="956" y="3390"/>
                  </a:lnTo>
                  <a:lnTo>
                    <a:pt x="2696" y="151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8" name="ph7548"/>
            <p:cNvSpPr/>
            <p:nvPr/>
          </p:nvSpPr>
          <p:spPr>
            <a:xfrm>
              <a:off x="10973134" y="3013102"/>
              <a:ext cx="15323" cy="22835"/>
            </a:xfrm>
            <a:custGeom>
              <a:avLst/>
              <a:pathLst>
                <a:path w="15323" h="22835">
                  <a:moveTo>
                    <a:pt x="11629" y="0"/>
                  </a:moveTo>
                  <a:lnTo>
                    <a:pt x="14474" y="1673"/>
                  </a:lnTo>
                  <a:lnTo>
                    <a:pt x="15323" y="2244"/>
                  </a:lnTo>
                  <a:lnTo>
                    <a:pt x="11104" y="14564"/>
                  </a:lnTo>
                  <a:lnTo>
                    <a:pt x="13000" y="16940"/>
                  </a:lnTo>
                  <a:lnTo>
                    <a:pt x="14485" y="15389"/>
                  </a:lnTo>
                  <a:lnTo>
                    <a:pt x="14390" y="19451"/>
                  </a:lnTo>
                  <a:lnTo>
                    <a:pt x="10751" y="22714"/>
                  </a:lnTo>
                  <a:lnTo>
                    <a:pt x="7340" y="22835"/>
                  </a:lnTo>
                  <a:lnTo>
                    <a:pt x="6214" y="20223"/>
                  </a:lnTo>
                  <a:lnTo>
                    <a:pt x="4798" y="19106"/>
                  </a:lnTo>
                  <a:lnTo>
                    <a:pt x="93" y="17825"/>
                  </a:lnTo>
                  <a:lnTo>
                    <a:pt x="661" y="15700"/>
                  </a:lnTo>
                  <a:lnTo>
                    <a:pt x="2307" y="14352"/>
                  </a:lnTo>
                  <a:lnTo>
                    <a:pt x="2533" y="12520"/>
                  </a:lnTo>
                  <a:lnTo>
                    <a:pt x="1776" y="9887"/>
                  </a:lnTo>
                  <a:lnTo>
                    <a:pt x="0" y="8929"/>
                  </a:lnTo>
                  <a:lnTo>
                    <a:pt x="8751" y="4368"/>
                  </a:lnTo>
                  <a:lnTo>
                    <a:pt x="10316" y="589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9" name="ph7549"/>
            <p:cNvSpPr/>
            <p:nvPr/>
          </p:nvSpPr>
          <p:spPr>
            <a:xfrm>
              <a:off x="10962986" y="3009022"/>
              <a:ext cx="10716" cy="11784"/>
            </a:xfrm>
            <a:custGeom>
              <a:avLst/>
              <a:pathLst>
                <a:path w="10716" h="11784">
                  <a:moveTo>
                    <a:pt x="3974" y="0"/>
                  </a:moveTo>
                  <a:lnTo>
                    <a:pt x="9420" y="1908"/>
                  </a:lnTo>
                  <a:lnTo>
                    <a:pt x="10583" y="2869"/>
                  </a:lnTo>
                  <a:lnTo>
                    <a:pt x="10716" y="4261"/>
                  </a:lnTo>
                  <a:lnTo>
                    <a:pt x="7260" y="7639"/>
                  </a:lnTo>
                  <a:lnTo>
                    <a:pt x="4507" y="6638"/>
                  </a:lnTo>
                  <a:lnTo>
                    <a:pt x="3226" y="8466"/>
                  </a:lnTo>
                  <a:lnTo>
                    <a:pt x="3502" y="11018"/>
                  </a:lnTo>
                  <a:lnTo>
                    <a:pt x="2855" y="11784"/>
                  </a:lnTo>
                  <a:lnTo>
                    <a:pt x="313" y="7081"/>
                  </a:lnTo>
                  <a:lnTo>
                    <a:pt x="966" y="5246"/>
                  </a:lnTo>
                  <a:lnTo>
                    <a:pt x="0" y="3967"/>
                  </a:lnTo>
                  <a:lnTo>
                    <a:pt x="145" y="211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0" name="ph7550"/>
            <p:cNvSpPr/>
            <p:nvPr/>
          </p:nvSpPr>
          <p:spPr>
            <a:xfrm>
              <a:off x="10937919" y="3046142"/>
              <a:ext cx="9618" cy="8909"/>
            </a:xfrm>
            <a:custGeom>
              <a:avLst/>
              <a:pathLst>
                <a:path w="9618" h="8909">
                  <a:moveTo>
                    <a:pt x="6117" y="1703"/>
                  </a:moveTo>
                  <a:lnTo>
                    <a:pt x="9618" y="616"/>
                  </a:lnTo>
                  <a:lnTo>
                    <a:pt x="9602" y="2690"/>
                  </a:lnTo>
                  <a:lnTo>
                    <a:pt x="7790" y="5228"/>
                  </a:lnTo>
                  <a:lnTo>
                    <a:pt x="5586" y="4224"/>
                  </a:lnTo>
                  <a:lnTo>
                    <a:pt x="5475" y="5591"/>
                  </a:lnTo>
                  <a:lnTo>
                    <a:pt x="4281" y="6725"/>
                  </a:lnTo>
                  <a:lnTo>
                    <a:pt x="0" y="8909"/>
                  </a:lnTo>
                  <a:lnTo>
                    <a:pt x="119" y="7249"/>
                  </a:lnTo>
                  <a:lnTo>
                    <a:pt x="1450" y="6440"/>
                  </a:lnTo>
                  <a:lnTo>
                    <a:pt x="2132" y="3681"/>
                  </a:lnTo>
                  <a:lnTo>
                    <a:pt x="1789" y="1570"/>
                  </a:lnTo>
                  <a:lnTo>
                    <a:pt x="2760" y="0"/>
                  </a:lnTo>
                  <a:lnTo>
                    <a:pt x="4932" y="148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1" name="ph7551"/>
            <p:cNvSpPr/>
            <p:nvPr/>
          </p:nvSpPr>
          <p:spPr>
            <a:xfrm>
              <a:off x="10914119" y="3039047"/>
              <a:ext cx="10980" cy="13835"/>
            </a:xfrm>
            <a:custGeom>
              <a:avLst/>
              <a:pathLst>
                <a:path w="10980" h="13835">
                  <a:moveTo>
                    <a:pt x="7658" y="995"/>
                  </a:moveTo>
                  <a:lnTo>
                    <a:pt x="8213" y="3318"/>
                  </a:lnTo>
                  <a:lnTo>
                    <a:pt x="10980" y="5875"/>
                  </a:lnTo>
                  <a:lnTo>
                    <a:pt x="4784" y="11148"/>
                  </a:lnTo>
                  <a:lnTo>
                    <a:pt x="3505" y="13548"/>
                  </a:lnTo>
                  <a:lnTo>
                    <a:pt x="1020" y="13835"/>
                  </a:lnTo>
                  <a:lnTo>
                    <a:pt x="0" y="12615"/>
                  </a:lnTo>
                  <a:lnTo>
                    <a:pt x="1076" y="12120"/>
                  </a:lnTo>
                  <a:lnTo>
                    <a:pt x="1909" y="8762"/>
                  </a:lnTo>
                  <a:lnTo>
                    <a:pt x="1174" y="7747"/>
                  </a:lnTo>
                  <a:lnTo>
                    <a:pt x="1462" y="5740"/>
                  </a:lnTo>
                  <a:lnTo>
                    <a:pt x="3211" y="1879"/>
                  </a:lnTo>
                  <a:lnTo>
                    <a:pt x="541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2" name="ph7552"/>
            <p:cNvSpPr/>
            <p:nvPr/>
          </p:nvSpPr>
          <p:spPr>
            <a:xfrm>
              <a:off x="10963843" y="3045772"/>
              <a:ext cx="29263" cy="26856"/>
            </a:xfrm>
            <a:custGeom>
              <a:avLst/>
              <a:pathLst>
                <a:path w="29263" h="26856">
                  <a:moveTo>
                    <a:pt x="19671" y="0"/>
                  </a:moveTo>
                  <a:lnTo>
                    <a:pt x="22422" y="3882"/>
                  </a:lnTo>
                  <a:lnTo>
                    <a:pt x="22226" y="4580"/>
                  </a:lnTo>
                  <a:lnTo>
                    <a:pt x="20876" y="4626"/>
                  </a:lnTo>
                  <a:lnTo>
                    <a:pt x="20583" y="5796"/>
                  </a:lnTo>
                  <a:lnTo>
                    <a:pt x="26816" y="8930"/>
                  </a:lnTo>
                  <a:lnTo>
                    <a:pt x="29124" y="11092"/>
                  </a:lnTo>
                  <a:lnTo>
                    <a:pt x="29263" y="11501"/>
                  </a:lnTo>
                  <a:lnTo>
                    <a:pt x="24816" y="11973"/>
                  </a:lnTo>
                  <a:lnTo>
                    <a:pt x="22498" y="13069"/>
                  </a:lnTo>
                  <a:lnTo>
                    <a:pt x="23628" y="19220"/>
                  </a:lnTo>
                  <a:lnTo>
                    <a:pt x="20889" y="19046"/>
                  </a:lnTo>
                  <a:lnTo>
                    <a:pt x="20141" y="20973"/>
                  </a:lnTo>
                  <a:lnTo>
                    <a:pt x="16557" y="24462"/>
                  </a:lnTo>
                  <a:lnTo>
                    <a:pt x="11878" y="26856"/>
                  </a:lnTo>
                  <a:lnTo>
                    <a:pt x="9468" y="23800"/>
                  </a:lnTo>
                  <a:lnTo>
                    <a:pt x="3718" y="18902"/>
                  </a:lnTo>
                  <a:lnTo>
                    <a:pt x="2269" y="13715"/>
                  </a:lnTo>
                  <a:lnTo>
                    <a:pt x="0" y="12804"/>
                  </a:lnTo>
                  <a:lnTo>
                    <a:pt x="1164" y="11015"/>
                  </a:lnTo>
                  <a:lnTo>
                    <a:pt x="5056" y="10473"/>
                  </a:lnTo>
                  <a:lnTo>
                    <a:pt x="4524" y="7066"/>
                  </a:lnTo>
                  <a:lnTo>
                    <a:pt x="5861" y="2634"/>
                  </a:lnTo>
                  <a:lnTo>
                    <a:pt x="7339" y="2045"/>
                  </a:lnTo>
                  <a:lnTo>
                    <a:pt x="7507" y="6177"/>
                  </a:lnTo>
                  <a:lnTo>
                    <a:pt x="7008" y="6831"/>
                  </a:lnTo>
                  <a:lnTo>
                    <a:pt x="10396" y="7477"/>
                  </a:lnTo>
                  <a:lnTo>
                    <a:pt x="8231" y="2759"/>
                  </a:lnTo>
                  <a:lnTo>
                    <a:pt x="8853" y="1490"/>
                  </a:lnTo>
                  <a:lnTo>
                    <a:pt x="11636" y="415"/>
                  </a:lnTo>
                  <a:lnTo>
                    <a:pt x="15772" y="11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3" name="ph7553"/>
            <p:cNvSpPr/>
            <p:nvPr/>
          </p:nvSpPr>
          <p:spPr>
            <a:xfrm>
              <a:off x="10957824" y="2998049"/>
              <a:ext cx="17746" cy="13083"/>
            </a:xfrm>
            <a:custGeom>
              <a:avLst/>
              <a:pathLst>
                <a:path w="17746" h="13083">
                  <a:moveTo>
                    <a:pt x="8557" y="679"/>
                  </a:moveTo>
                  <a:lnTo>
                    <a:pt x="8700" y="814"/>
                  </a:lnTo>
                  <a:lnTo>
                    <a:pt x="9089" y="1181"/>
                  </a:lnTo>
                  <a:lnTo>
                    <a:pt x="11528" y="2818"/>
                  </a:lnTo>
                  <a:lnTo>
                    <a:pt x="16143" y="2823"/>
                  </a:lnTo>
                  <a:lnTo>
                    <a:pt x="17746" y="5285"/>
                  </a:lnTo>
                  <a:lnTo>
                    <a:pt x="11832" y="6804"/>
                  </a:lnTo>
                  <a:lnTo>
                    <a:pt x="10092" y="8675"/>
                  </a:lnTo>
                  <a:lnTo>
                    <a:pt x="9135" y="10972"/>
                  </a:lnTo>
                  <a:lnTo>
                    <a:pt x="5306" y="13083"/>
                  </a:lnTo>
                  <a:lnTo>
                    <a:pt x="4861" y="10588"/>
                  </a:lnTo>
                  <a:lnTo>
                    <a:pt x="0" y="4495"/>
                  </a:lnTo>
                  <a:lnTo>
                    <a:pt x="344" y="3866"/>
                  </a:lnTo>
                  <a:lnTo>
                    <a:pt x="1812" y="1178"/>
                  </a:lnTo>
                  <a:lnTo>
                    <a:pt x="3264" y="99"/>
                  </a:lnTo>
                  <a:lnTo>
                    <a:pt x="339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4" name="ph7554"/>
            <p:cNvSpPr/>
            <p:nvPr/>
          </p:nvSpPr>
          <p:spPr>
            <a:xfrm>
              <a:off x="10922783" y="3043822"/>
              <a:ext cx="23198" cy="30102"/>
            </a:xfrm>
            <a:custGeom>
              <a:avLst/>
              <a:pathLst>
                <a:path w="23198" h="30102">
                  <a:moveTo>
                    <a:pt x="11153" y="231"/>
                  </a:moveTo>
                  <a:lnTo>
                    <a:pt x="9645" y="5563"/>
                  </a:lnTo>
                  <a:lnTo>
                    <a:pt x="11747" y="6137"/>
                  </a:lnTo>
                  <a:lnTo>
                    <a:pt x="13142" y="5240"/>
                  </a:lnTo>
                  <a:lnTo>
                    <a:pt x="12577" y="7518"/>
                  </a:lnTo>
                  <a:lnTo>
                    <a:pt x="10095" y="9588"/>
                  </a:lnTo>
                  <a:lnTo>
                    <a:pt x="8624" y="13266"/>
                  </a:lnTo>
                  <a:lnTo>
                    <a:pt x="10076" y="16759"/>
                  </a:lnTo>
                  <a:lnTo>
                    <a:pt x="11980" y="19759"/>
                  </a:lnTo>
                  <a:lnTo>
                    <a:pt x="14889" y="20883"/>
                  </a:lnTo>
                  <a:lnTo>
                    <a:pt x="16871" y="17958"/>
                  </a:lnTo>
                  <a:lnTo>
                    <a:pt x="19394" y="21662"/>
                  </a:lnTo>
                  <a:lnTo>
                    <a:pt x="16442" y="24320"/>
                  </a:lnTo>
                  <a:lnTo>
                    <a:pt x="17156" y="26753"/>
                  </a:lnTo>
                  <a:lnTo>
                    <a:pt x="23198" y="25708"/>
                  </a:lnTo>
                  <a:lnTo>
                    <a:pt x="19765" y="28490"/>
                  </a:lnTo>
                  <a:lnTo>
                    <a:pt x="20032" y="29727"/>
                  </a:lnTo>
                  <a:lnTo>
                    <a:pt x="12720" y="30102"/>
                  </a:lnTo>
                  <a:lnTo>
                    <a:pt x="4186" y="28615"/>
                  </a:lnTo>
                  <a:lnTo>
                    <a:pt x="0" y="22322"/>
                  </a:lnTo>
                  <a:lnTo>
                    <a:pt x="3917" y="22085"/>
                  </a:lnTo>
                  <a:lnTo>
                    <a:pt x="4542" y="17527"/>
                  </a:lnTo>
                  <a:lnTo>
                    <a:pt x="5575" y="15436"/>
                  </a:lnTo>
                  <a:lnTo>
                    <a:pt x="4908" y="10189"/>
                  </a:lnTo>
                  <a:lnTo>
                    <a:pt x="3201" y="7765"/>
                  </a:lnTo>
                  <a:lnTo>
                    <a:pt x="3310" y="5253"/>
                  </a:lnTo>
                  <a:lnTo>
                    <a:pt x="2424" y="5244"/>
                  </a:lnTo>
                  <a:lnTo>
                    <a:pt x="2068" y="3917"/>
                  </a:lnTo>
                  <a:lnTo>
                    <a:pt x="4836" y="2232"/>
                  </a:lnTo>
                  <a:lnTo>
                    <a:pt x="1031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5" name="ph7555"/>
            <p:cNvSpPr/>
            <p:nvPr/>
          </p:nvSpPr>
          <p:spPr>
            <a:xfrm>
              <a:off x="10916317" y="3018150"/>
              <a:ext cx="16422" cy="21076"/>
            </a:xfrm>
            <a:custGeom>
              <a:avLst/>
              <a:pathLst>
                <a:path w="16422" h="21076">
                  <a:moveTo>
                    <a:pt x="9809" y="0"/>
                  </a:moveTo>
                  <a:lnTo>
                    <a:pt x="11580" y="6486"/>
                  </a:lnTo>
                  <a:lnTo>
                    <a:pt x="8818" y="9582"/>
                  </a:lnTo>
                  <a:lnTo>
                    <a:pt x="9285" y="10950"/>
                  </a:lnTo>
                  <a:lnTo>
                    <a:pt x="16205" y="15029"/>
                  </a:lnTo>
                  <a:lnTo>
                    <a:pt x="16422" y="16742"/>
                  </a:lnTo>
                  <a:lnTo>
                    <a:pt x="15715" y="16256"/>
                  </a:lnTo>
                  <a:lnTo>
                    <a:pt x="12301" y="19159"/>
                  </a:lnTo>
                  <a:lnTo>
                    <a:pt x="8408" y="21076"/>
                  </a:lnTo>
                  <a:lnTo>
                    <a:pt x="4622" y="20357"/>
                  </a:lnTo>
                  <a:lnTo>
                    <a:pt x="3655" y="19713"/>
                  </a:lnTo>
                  <a:lnTo>
                    <a:pt x="716" y="13832"/>
                  </a:lnTo>
                  <a:lnTo>
                    <a:pt x="414" y="11834"/>
                  </a:lnTo>
                  <a:lnTo>
                    <a:pt x="0" y="5537"/>
                  </a:lnTo>
                  <a:lnTo>
                    <a:pt x="2085" y="5426"/>
                  </a:lnTo>
                  <a:lnTo>
                    <a:pt x="7280" y="285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6" name="ph7556"/>
            <p:cNvSpPr/>
            <p:nvPr/>
          </p:nvSpPr>
          <p:spPr>
            <a:xfrm>
              <a:off x="10979615" y="3040351"/>
              <a:ext cx="14746" cy="16513"/>
            </a:xfrm>
            <a:custGeom>
              <a:avLst/>
              <a:pathLst>
                <a:path w="14746" h="16513">
                  <a:moveTo>
                    <a:pt x="2307" y="617"/>
                  </a:moveTo>
                  <a:lnTo>
                    <a:pt x="4440" y="647"/>
                  </a:lnTo>
                  <a:lnTo>
                    <a:pt x="7951" y="1987"/>
                  </a:lnTo>
                  <a:lnTo>
                    <a:pt x="9819" y="4069"/>
                  </a:lnTo>
                  <a:lnTo>
                    <a:pt x="12462" y="8291"/>
                  </a:lnTo>
                  <a:lnTo>
                    <a:pt x="13236" y="14308"/>
                  </a:lnTo>
                  <a:lnTo>
                    <a:pt x="14746" y="16296"/>
                  </a:lnTo>
                  <a:lnTo>
                    <a:pt x="13352" y="16513"/>
                  </a:lnTo>
                  <a:lnTo>
                    <a:pt x="11043" y="14352"/>
                  </a:lnTo>
                  <a:lnTo>
                    <a:pt x="4811" y="11218"/>
                  </a:lnTo>
                  <a:lnTo>
                    <a:pt x="5104" y="10048"/>
                  </a:lnTo>
                  <a:lnTo>
                    <a:pt x="6454" y="10001"/>
                  </a:lnTo>
                  <a:lnTo>
                    <a:pt x="6650" y="9303"/>
                  </a:lnTo>
                  <a:lnTo>
                    <a:pt x="3899" y="5421"/>
                  </a:lnTo>
                  <a:lnTo>
                    <a:pt x="0" y="6582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7" name="ph7557"/>
            <p:cNvSpPr/>
            <p:nvPr/>
          </p:nvSpPr>
          <p:spPr>
            <a:xfrm>
              <a:off x="10940398" y="3016122"/>
              <a:ext cx="11061" cy="11920"/>
            </a:xfrm>
            <a:custGeom>
              <a:avLst/>
              <a:pathLst>
                <a:path w="11061" h="11920">
                  <a:moveTo>
                    <a:pt x="3572" y="0"/>
                  </a:moveTo>
                  <a:lnTo>
                    <a:pt x="9645" y="4677"/>
                  </a:lnTo>
                  <a:lnTo>
                    <a:pt x="10982" y="6525"/>
                  </a:lnTo>
                  <a:lnTo>
                    <a:pt x="11061" y="8159"/>
                  </a:lnTo>
                  <a:lnTo>
                    <a:pt x="7892" y="11920"/>
                  </a:lnTo>
                  <a:lnTo>
                    <a:pt x="1286" y="7298"/>
                  </a:lnTo>
                  <a:lnTo>
                    <a:pt x="0" y="6968"/>
                  </a:lnTo>
                  <a:lnTo>
                    <a:pt x="408" y="3797"/>
                  </a:lnTo>
                  <a:lnTo>
                    <a:pt x="4042" y="298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8" name="ph7558"/>
            <p:cNvSpPr/>
            <p:nvPr/>
          </p:nvSpPr>
          <p:spPr>
            <a:xfrm>
              <a:off x="10981923" y="3037276"/>
              <a:ext cx="16551" cy="19371"/>
            </a:xfrm>
            <a:custGeom>
              <a:avLst/>
              <a:pathLst>
                <a:path w="16551" h="19371">
                  <a:moveTo>
                    <a:pt x="10609" y="2618"/>
                  </a:moveTo>
                  <a:lnTo>
                    <a:pt x="11440" y="902"/>
                  </a:lnTo>
                  <a:lnTo>
                    <a:pt x="13127" y="1550"/>
                  </a:lnTo>
                  <a:lnTo>
                    <a:pt x="14210" y="563"/>
                  </a:lnTo>
                  <a:lnTo>
                    <a:pt x="15707" y="1250"/>
                  </a:lnTo>
                  <a:lnTo>
                    <a:pt x="14793" y="3679"/>
                  </a:lnTo>
                  <a:lnTo>
                    <a:pt x="12895" y="5094"/>
                  </a:lnTo>
                  <a:lnTo>
                    <a:pt x="14580" y="9573"/>
                  </a:lnTo>
                  <a:lnTo>
                    <a:pt x="16551" y="15868"/>
                  </a:lnTo>
                  <a:lnTo>
                    <a:pt x="16337" y="17083"/>
                  </a:lnTo>
                  <a:lnTo>
                    <a:pt x="15691" y="17256"/>
                  </a:lnTo>
                  <a:lnTo>
                    <a:pt x="13935" y="17303"/>
                  </a:lnTo>
                  <a:lnTo>
                    <a:pt x="13944" y="19169"/>
                  </a:lnTo>
                  <a:lnTo>
                    <a:pt x="12438" y="19371"/>
                  </a:lnTo>
                  <a:lnTo>
                    <a:pt x="10929" y="17383"/>
                  </a:lnTo>
                  <a:lnTo>
                    <a:pt x="10154" y="11366"/>
                  </a:lnTo>
                  <a:lnTo>
                    <a:pt x="7512" y="7144"/>
                  </a:lnTo>
                  <a:lnTo>
                    <a:pt x="5644" y="5062"/>
                  </a:lnTo>
                  <a:lnTo>
                    <a:pt x="2132" y="3722"/>
                  </a:lnTo>
                  <a:lnTo>
                    <a:pt x="0" y="3692"/>
                  </a:lnTo>
                  <a:lnTo>
                    <a:pt x="1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9" name="ph7559"/>
            <p:cNvSpPr/>
            <p:nvPr/>
          </p:nvSpPr>
          <p:spPr>
            <a:xfrm>
              <a:off x="10925136" y="3018436"/>
              <a:ext cx="16380" cy="17266"/>
            </a:xfrm>
            <a:custGeom>
              <a:avLst/>
              <a:pathLst>
                <a:path w="16380" h="17266">
                  <a:moveTo>
                    <a:pt x="14852" y="6642"/>
                  </a:moveTo>
                  <a:lnTo>
                    <a:pt x="15290" y="9034"/>
                  </a:lnTo>
                  <a:lnTo>
                    <a:pt x="16380" y="9280"/>
                  </a:lnTo>
                  <a:lnTo>
                    <a:pt x="15863" y="13194"/>
                  </a:lnTo>
                  <a:lnTo>
                    <a:pt x="13368" y="12925"/>
                  </a:lnTo>
                  <a:lnTo>
                    <a:pt x="12046" y="10917"/>
                  </a:lnTo>
                  <a:lnTo>
                    <a:pt x="9727" y="11364"/>
                  </a:lnTo>
                  <a:lnTo>
                    <a:pt x="9890" y="13371"/>
                  </a:lnTo>
                  <a:lnTo>
                    <a:pt x="11708" y="16014"/>
                  </a:lnTo>
                  <a:lnTo>
                    <a:pt x="8136" y="17266"/>
                  </a:lnTo>
                  <a:lnTo>
                    <a:pt x="7604" y="16456"/>
                  </a:lnTo>
                  <a:lnTo>
                    <a:pt x="7386" y="14743"/>
                  </a:lnTo>
                  <a:lnTo>
                    <a:pt x="467" y="10664"/>
                  </a:lnTo>
                  <a:lnTo>
                    <a:pt x="0" y="9296"/>
                  </a:lnTo>
                  <a:lnTo>
                    <a:pt x="2761" y="6200"/>
                  </a:lnTo>
                  <a:lnTo>
                    <a:pt x="6480" y="9106"/>
                  </a:lnTo>
                  <a:lnTo>
                    <a:pt x="8950" y="8954"/>
                  </a:lnTo>
                  <a:lnTo>
                    <a:pt x="9136" y="7803"/>
                  </a:lnTo>
                  <a:lnTo>
                    <a:pt x="7126" y="4771"/>
                  </a:lnTo>
                  <a:lnTo>
                    <a:pt x="70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0" name="ph7560"/>
            <p:cNvSpPr/>
            <p:nvPr/>
          </p:nvSpPr>
          <p:spPr>
            <a:xfrm>
              <a:off x="10948291" y="3012990"/>
              <a:ext cx="23350" cy="22618"/>
            </a:xfrm>
            <a:custGeom>
              <a:avLst/>
              <a:pathLst>
                <a:path w="23350" h="22618">
                  <a:moveTo>
                    <a:pt x="15660" y="1278"/>
                  </a:moveTo>
                  <a:lnTo>
                    <a:pt x="15008" y="3113"/>
                  </a:lnTo>
                  <a:lnTo>
                    <a:pt x="17550" y="7816"/>
                  </a:lnTo>
                  <a:lnTo>
                    <a:pt x="18197" y="7050"/>
                  </a:lnTo>
                  <a:lnTo>
                    <a:pt x="17921" y="4498"/>
                  </a:lnTo>
                  <a:lnTo>
                    <a:pt x="19202" y="2670"/>
                  </a:lnTo>
                  <a:lnTo>
                    <a:pt x="21955" y="3671"/>
                  </a:lnTo>
                  <a:lnTo>
                    <a:pt x="23350" y="8048"/>
                  </a:lnTo>
                  <a:lnTo>
                    <a:pt x="15189" y="12565"/>
                  </a:lnTo>
                  <a:lnTo>
                    <a:pt x="12157" y="12203"/>
                  </a:lnTo>
                  <a:lnTo>
                    <a:pt x="11262" y="13781"/>
                  </a:lnTo>
                  <a:lnTo>
                    <a:pt x="11354" y="15423"/>
                  </a:lnTo>
                  <a:lnTo>
                    <a:pt x="11247" y="19268"/>
                  </a:lnTo>
                  <a:lnTo>
                    <a:pt x="7523" y="22618"/>
                  </a:lnTo>
                  <a:lnTo>
                    <a:pt x="6635" y="18540"/>
                  </a:lnTo>
                  <a:lnTo>
                    <a:pt x="4864" y="16670"/>
                  </a:lnTo>
                  <a:lnTo>
                    <a:pt x="3556" y="15734"/>
                  </a:lnTo>
                  <a:lnTo>
                    <a:pt x="261" y="16026"/>
                  </a:lnTo>
                  <a:lnTo>
                    <a:pt x="0" y="15053"/>
                  </a:lnTo>
                  <a:lnTo>
                    <a:pt x="3168" y="11291"/>
                  </a:lnTo>
                  <a:lnTo>
                    <a:pt x="3089" y="9657"/>
                  </a:lnTo>
                  <a:lnTo>
                    <a:pt x="1752" y="7809"/>
                  </a:lnTo>
                  <a:lnTo>
                    <a:pt x="4856" y="6865"/>
                  </a:lnTo>
                  <a:lnTo>
                    <a:pt x="4278" y="6367"/>
                  </a:lnTo>
                  <a:lnTo>
                    <a:pt x="5780" y="5440"/>
                  </a:lnTo>
                  <a:lnTo>
                    <a:pt x="13394" y="4101"/>
                  </a:lnTo>
                  <a:lnTo>
                    <a:pt x="1469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1" name="ph7561"/>
            <p:cNvSpPr/>
            <p:nvPr/>
          </p:nvSpPr>
          <p:spPr>
            <a:xfrm>
              <a:off x="10931408" y="3050366"/>
              <a:ext cx="17565" cy="15118"/>
            </a:xfrm>
            <a:custGeom>
              <a:avLst/>
              <a:pathLst>
                <a:path w="17565" h="15118">
                  <a:moveTo>
                    <a:pt x="14302" y="1004"/>
                  </a:moveTo>
                  <a:lnTo>
                    <a:pt x="12714" y="1715"/>
                  </a:lnTo>
                  <a:lnTo>
                    <a:pt x="17067" y="5982"/>
                  </a:lnTo>
                  <a:lnTo>
                    <a:pt x="17565" y="9100"/>
                  </a:lnTo>
                  <a:lnTo>
                    <a:pt x="17121" y="11254"/>
                  </a:lnTo>
                  <a:lnTo>
                    <a:pt x="15948" y="14011"/>
                  </a:lnTo>
                  <a:lnTo>
                    <a:pt x="10769" y="15118"/>
                  </a:lnTo>
                  <a:lnTo>
                    <a:pt x="8246" y="11413"/>
                  </a:lnTo>
                  <a:lnTo>
                    <a:pt x="6264" y="14339"/>
                  </a:lnTo>
                  <a:lnTo>
                    <a:pt x="3356" y="13215"/>
                  </a:lnTo>
                  <a:lnTo>
                    <a:pt x="1451" y="10215"/>
                  </a:lnTo>
                  <a:lnTo>
                    <a:pt x="0" y="6722"/>
                  </a:lnTo>
                  <a:lnTo>
                    <a:pt x="1470" y="3044"/>
                  </a:lnTo>
                  <a:lnTo>
                    <a:pt x="3952" y="974"/>
                  </a:lnTo>
                  <a:lnTo>
                    <a:pt x="7961" y="2216"/>
                  </a:lnTo>
                  <a:lnTo>
                    <a:pt x="6630" y="3025"/>
                  </a:lnTo>
                  <a:lnTo>
                    <a:pt x="6511" y="4685"/>
                  </a:lnTo>
                  <a:lnTo>
                    <a:pt x="10792" y="2501"/>
                  </a:lnTo>
                  <a:lnTo>
                    <a:pt x="11986" y="1367"/>
                  </a:lnTo>
                  <a:lnTo>
                    <a:pt x="1209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2" name="ph7562"/>
            <p:cNvSpPr/>
            <p:nvPr/>
          </p:nvSpPr>
          <p:spPr>
            <a:xfrm>
              <a:off x="10942852" y="3028724"/>
              <a:ext cx="23199" cy="29733"/>
            </a:xfrm>
            <a:custGeom>
              <a:avLst/>
              <a:pathLst>
                <a:path w="23199" h="29733">
                  <a:moveTo>
                    <a:pt x="8994" y="0"/>
                  </a:moveTo>
                  <a:lnTo>
                    <a:pt x="10303" y="935"/>
                  </a:lnTo>
                  <a:lnTo>
                    <a:pt x="12073" y="2805"/>
                  </a:lnTo>
                  <a:lnTo>
                    <a:pt x="12962" y="6883"/>
                  </a:lnTo>
                  <a:lnTo>
                    <a:pt x="14023" y="12475"/>
                  </a:lnTo>
                  <a:lnTo>
                    <a:pt x="12084" y="14691"/>
                  </a:lnTo>
                  <a:lnTo>
                    <a:pt x="12259" y="19961"/>
                  </a:lnTo>
                  <a:lnTo>
                    <a:pt x="16804" y="19137"/>
                  </a:lnTo>
                  <a:lnTo>
                    <a:pt x="22962" y="19387"/>
                  </a:lnTo>
                  <a:lnTo>
                    <a:pt x="23199" y="21945"/>
                  </a:lnTo>
                  <a:lnTo>
                    <a:pt x="20465" y="23421"/>
                  </a:lnTo>
                  <a:lnTo>
                    <a:pt x="18339" y="29694"/>
                  </a:lnTo>
                  <a:lnTo>
                    <a:pt x="17771" y="29733"/>
                  </a:lnTo>
                  <a:lnTo>
                    <a:pt x="14532" y="29191"/>
                  </a:lnTo>
                  <a:lnTo>
                    <a:pt x="12117" y="21776"/>
                  </a:lnTo>
                  <a:lnTo>
                    <a:pt x="9427" y="20043"/>
                  </a:lnTo>
                  <a:lnTo>
                    <a:pt x="9011" y="21621"/>
                  </a:lnTo>
                  <a:lnTo>
                    <a:pt x="4669" y="20108"/>
                  </a:lnTo>
                  <a:lnTo>
                    <a:pt x="4685" y="18033"/>
                  </a:lnTo>
                  <a:lnTo>
                    <a:pt x="1184" y="19120"/>
                  </a:lnTo>
                  <a:lnTo>
                    <a:pt x="0" y="17566"/>
                  </a:lnTo>
                  <a:lnTo>
                    <a:pt x="277" y="14754"/>
                  </a:lnTo>
                  <a:lnTo>
                    <a:pt x="845" y="15139"/>
                  </a:lnTo>
                  <a:lnTo>
                    <a:pt x="1177" y="14655"/>
                  </a:lnTo>
                  <a:lnTo>
                    <a:pt x="132" y="8457"/>
                  </a:lnTo>
                  <a:lnTo>
                    <a:pt x="792" y="8400"/>
                  </a:lnTo>
                  <a:lnTo>
                    <a:pt x="2402" y="10577"/>
                  </a:lnTo>
                  <a:lnTo>
                    <a:pt x="5680" y="8484"/>
                  </a:lnTo>
                  <a:lnTo>
                    <a:pt x="4817" y="2570"/>
                  </a:lnTo>
                  <a:lnTo>
                    <a:pt x="5699" y="29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3" name="ph7563"/>
            <p:cNvSpPr/>
            <p:nvPr/>
          </p:nvSpPr>
          <p:spPr>
            <a:xfrm>
              <a:off x="10926127" y="3005916"/>
              <a:ext cx="18314" cy="21626"/>
            </a:xfrm>
            <a:custGeom>
              <a:avLst/>
              <a:pathLst>
                <a:path w="18314" h="21626">
                  <a:moveTo>
                    <a:pt x="5324" y="42"/>
                  </a:moveTo>
                  <a:lnTo>
                    <a:pt x="9628" y="2319"/>
                  </a:lnTo>
                  <a:lnTo>
                    <a:pt x="12709" y="4933"/>
                  </a:lnTo>
                  <a:lnTo>
                    <a:pt x="14271" y="4758"/>
                  </a:lnTo>
                  <a:lnTo>
                    <a:pt x="16677" y="2591"/>
                  </a:lnTo>
                  <a:lnTo>
                    <a:pt x="18124" y="5939"/>
                  </a:lnTo>
                  <a:lnTo>
                    <a:pt x="17843" y="10206"/>
                  </a:lnTo>
                  <a:lnTo>
                    <a:pt x="18314" y="13194"/>
                  </a:lnTo>
                  <a:lnTo>
                    <a:pt x="14680" y="14003"/>
                  </a:lnTo>
                  <a:lnTo>
                    <a:pt x="14271" y="17174"/>
                  </a:lnTo>
                  <a:lnTo>
                    <a:pt x="15557" y="17504"/>
                  </a:lnTo>
                  <a:lnTo>
                    <a:pt x="13861" y="19162"/>
                  </a:lnTo>
                  <a:lnTo>
                    <a:pt x="6051" y="12520"/>
                  </a:lnTo>
                  <a:lnTo>
                    <a:pt x="6135" y="17291"/>
                  </a:lnTo>
                  <a:lnTo>
                    <a:pt x="8145" y="20323"/>
                  </a:lnTo>
                  <a:lnTo>
                    <a:pt x="7959" y="21475"/>
                  </a:lnTo>
                  <a:lnTo>
                    <a:pt x="5489" y="21626"/>
                  </a:lnTo>
                  <a:lnTo>
                    <a:pt x="1770" y="18720"/>
                  </a:lnTo>
                  <a:lnTo>
                    <a:pt x="0" y="12234"/>
                  </a:lnTo>
                  <a:lnTo>
                    <a:pt x="2990" y="9496"/>
                  </a:lnTo>
                  <a:lnTo>
                    <a:pt x="3694" y="7840"/>
                  </a:lnTo>
                  <a:lnTo>
                    <a:pt x="3356" y="3930"/>
                  </a:lnTo>
                  <a:lnTo>
                    <a:pt x="2336" y="1610"/>
                  </a:lnTo>
                  <a:lnTo>
                    <a:pt x="320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4" name="ph7564"/>
            <p:cNvSpPr/>
            <p:nvPr/>
          </p:nvSpPr>
          <p:spPr>
            <a:xfrm>
              <a:off x="10909263" y="3029984"/>
              <a:ext cx="12514" cy="21678"/>
            </a:xfrm>
            <a:custGeom>
              <a:avLst/>
              <a:pathLst>
                <a:path w="12514" h="21678">
                  <a:moveTo>
                    <a:pt x="7770" y="1998"/>
                  </a:moveTo>
                  <a:lnTo>
                    <a:pt x="10709" y="7879"/>
                  </a:lnTo>
                  <a:lnTo>
                    <a:pt x="11676" y="8522"/>
                  </a:lnTo>
                  <a:lnTo>
                    <a:pt x="12514" y="10058"/>
                  </a:lnTo>
                  <a:lnTo>
                    <a:pt x="10271" y="9062"/>
                  </a:lnTo>
                  <a:lnTo>
                    <a:pt x="8066" y="10942"/>
                  </a:lnTo>
                  <a:lnTo>
                    <a:pt x="6318" y="14802"/>
                  </a:lnTo>
                  <a:lnTo>
                    <a:pt x="6030" y="16809"/>
                  </a:lnTo>
                  <a:lnTo>
                    <a:pt x="6765" y="17824"/>
                  </a:lnTo>
                  <a:lnTo>
                    <a:pt x="5932" y="21182"/>
                  </a:lnTo>
                  <a:lnTo>
                    <a:pt x="4855" y="21678"/>
                  </a:lnTo>
                  <a:lnTo>
                    <a:pt x="3569" y="21653"/>
                  </a:lnTo>
                  <a:lnTo>
                    <a:pt x="1629" y="16812"/>
                  </a:lnTo>
                  <a:lnTo>
                    <a:pt x="0" y="12549"/>
                  </a:lnTo>
                  <a:lnTo>
                    <a:pt x="3135" y="8532"/>
                  </a:lnTo>
                  <a:lnTo>
                    <a:pt x="3433" y="6927"/>
                  </a:lnTo>
                  <a:lnTo>
                    <a:pt x="4824" y="6266"/>
                  </a:lnTo>
                  <a:lnTo>
                    <a:pt x="74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5" name="ph7565"/>
            <p:cNvSpPr/>
            <p:nvPr/>
          </p:nvSpPr>
          <p:spPr>
            <a:xfrm>
              <a:off x="10954936" y="3028413"/>
              <a:ext cx="28948" cy="30163"/>
            </a:xfrm>
            <a:custGeom>
              <a:avLst/>
              <a:pathLst>
                <a:path w="28948" h="30163">
                  <a:moveTo>
                    <a:pt x="9905" y="2865"/>
                  </a:moveTo>
                  <a:lnTo>
                    <a:pt x="14031" y="3899"/>
                  </a:lnTo>
                  <a:lnTo>
                    <a:pt x="15777" y="7301"/>
                  </a:lnTo>
                  <a:lnTo>
                    <a:pt x="19269" y="8721"/>
                  </a:lnTo>
                  <a:lnTo>
                    <a:pt x="22995" y="3795"/>
                  </a:lnTo>
                  <a:lnTo>
                    <a:pt x="24412" y="4912"/>
                  </a:lnTo>
                  <a:lnTo>
                    <a:pt x="25538" y="7524"/>
                  </a:lnTo>
                  <a:lnTo>
                    <a:pt x="28948" y="7403"/>
                  </a:lnTo>
                  <a:lnTo>
                    <a:pt x="28841" y="8863"/>
                  </a:lnTo>
                  <a:lnTo>
                    <a:pt x="26986" y="12555"/>
                  </a:lnTo>
                  <a:lnTo>
                    <a:pt x="25171" y="11938"/>
                  </a:lnTo>
                  <a:lnTo>
                    <a:pt x="24678" y="18520"/>
                  </a:lnTo>
                  <a:lnTo>
                    <a:pt x="20542" y="17775"/>
                  </a:lnTo>
                  <a:lnTo>
                    <a:pt x="17759" y="18849"/>
                  </a:lnTo>
                  <a:lnTo>
                    <a:pt x="17137" y="20119"/>
                  </a:lnTo>
                  <a:lnTo>
                    <a:pt x="19302" y="24837"/>
                  </a:lnTo>
                  <a:lnTo>
                    <a:pt x="15914" y="24191"/>
                  </a:lnTo>
                  <a:lnTo>
                    <a:pt x="16413" y="23537"/>
                  </a:lnTo>
                  <a:lnTo>
                    <a:pt x="16245" y="19405"/>
                  </a:lnTo>
                  <a:lnTo>
                    <a:pt x="14767" y="19993"/>
                  </a:lnTo>
                  <a:lnTo>
                    <a:pt x="13430" y="24425"/>
                  </a:lnTo>
                  <a:lnTo>
                    <a:pt x="13962" y="27832"/>
                  </a:lnTo>
                  <a:lnTo>
                    <a:pt x="10070" y="28374"/>
                  </a:lnTo>
                  <a:lnTo>
                    <a:pt x="8906" y="30163"/>
                  </a:lnTo>
                  <a:lnTo>
                    <a:pt x="5687" y="30044"/>
                  </a:lnTo>
                  <a:lnTo>
                    <a:pt x="6255" y="30006"/>
                  </a:lnTo>
                  <a:lnTo>
                    <a:pt x="8381" y="23732"/>
                  </a:lnTo>
                  <a:lnTo>
                    <a:pt x="11115" y="22257"/>
                  </a:lnTo>
                  <a:lnTo>
                    <a:pt x="10878" y="19698"/>
                  </a:lnTo>
                  <a:lnTo>
                    <a:pt x="4720" y="19448"/>
                  </a:lnTo>
                  <a:lnTo>
                    <a:pt x="175" y="20272"/>
                  </a:lnTo>
                  <a:lnTo>
                    <a:pt x="0" y="15002"/>
                  </a:lnTo>
                  <a:lnTo>
                    <a:pt x="1939" y="12787"/>
                  </a:lnTo>
                  <a:lnTo>
                    <a:pt x="878" y="7194"/>
                  </a:lnTo>
                  <a:lnTo>
                    <a:pt x="4602" y="3845"/>
                  </a:lnTo>
                  <a:lnTo>
                    <a:pt x="47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6" name="ph7566"/>
            <p:cNvSpPr/>
            <p:nvPr/>
          </p:nvSpPr>
          <p:spPr>
            <a:xfrm>
              <a:off x="10918904" y="3038507"/>
              <a:ext cx="9261" cy="16195"/>
            </a:xfrm>
            <a:custGeom>
              <a:avLst/>
              <a:pathLst>
                <a:path w="9261" h="16195">
                  <a:moveTo>
                    <a:pt x="5822" y="719"/>
                  </a:moveTo>
                  <a:lnTo>
                    <a:pt x="9261" y="4254"/>
                  </a:lnTo>
                  <a:lnTo>
                    <a:pt x="8715" y="7547"/>
                  </a:lnTo>
                  <a:lnTo>
                    <a:pt x="5948" y="9232"/>
                  </a:lnTo>
                  <a:lnTo>
                    <a:pt x="6304" y="10559"/>
                  </a:lnTo>
                  <a:lnTo>
                    <a:pt x="7189" y="10568"/>
                  </a:lnTo>
                  <a:lnTo>
                    <a:pt x="7080" y="13080"/>
                  </a:lnTo>
                  <a:lnTo>
                    <a:pt x="6365" y="16195"/>
                  </a:lnTo>
                  <a:lnTo>
                    <a:pt x="3686" y="14873"/>
                  </a:lnTo>
                  <a:lnTo>
                    <a:pt x="0" y="11688"/>
                  </a:lnTo>
                  <a:lnTo>
                    <a:pt x="6196" y="6415"/>
                  </a:lnTo>
                  <a:lnTo>
                    <a:pt x="3429" y="3858"/>
                  </a:lnTo>
                  <a:lnTo>
                    <a:pt x="2873" y="1535"/>
                  </a:lnTo>
                  <a:lnTo>
                    <a:pt x="203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7" name="ph7567"/>
            <p:cNvSpPr/>
            <p:nvPr/>
          </p:nvSpPr>
          <p:spPr>
            <a:xfrm>
              <a:off x="10987524" y="3024283"/>
              <a:ext cx="12871" cy="12033"/>
            </a:xfrm>
            <a:custGeom>
              <a:avLst/>
              <a:pathLst>
                <a:path w="12871" h="12033">
                  <a:moveTo>
                    <a:pt x="12871" y="0"/>
                  </a:moveTo>
                  <a:lnTo>
                    <a:pt x="12186" y="1560"/>
                  </a:lnTo>
                  <a:lnTo>
                    <a:pt x="9456" y="5336"/>
                  </a:lnTo>
                  <a:lnTo>
                    <a:pt x="6476" y="12033"/>
                  </a:lnTo>
                  <a:lnTo>
                    <a:pt x="0" y="8269"/>
                  </a:lnTo>
                  <a:lnTo>
                    <a:pt x="94" y="4208"/>
                  </a:lnTo>
                  <a:lnTo>
                    <a:pt x="3101" y="3293"/>
                  </a:lnTo>
                  <a:lnTo>
                    <a:pt x="8953" y="4533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8" name="ph7568"/>
            <p:cNvSpPr/>
            <p:nvPr/>
          </p:nvSpPr>
          <p:spPr>
            <a:xfrm>
              <a:off x="10983778" y="3032553"/>
              <a:ext cx="10222" cy="7341"/>
            </a:xfrm>
            <a:custGeom>
              <a:avLst/>
              <a:pathLst>
                <a:path w="10222" h="7341">
                  <a:moveTo>
                    <a:pt x="10222" y="3763"/>
                  </a:moveTo>
                  <a:lnTo>
                    <a:pt x="9584" y="5624"/>
                  </a:lnTo>
                  <a:lnTo>
                    <a:pt x="8754" y="7341"/>
                  </a:lnTo>
                  <a:lnTo>
                    <a:pt x="0" y="4722"/>
                  </a:lnTo>
                  <a:lnTo>
                    <a:pt x="107" y="3263"/>
                  </a:lnTo>
                  <a:lnTo>
                    <a:pt x="374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9" name="ph7569"/>
            <p:cNvSpPr/>
            <p:nvPr/>
          </p:nvSpPr>
          <p:spPr>
            <a:xfrm>
              <a:off x="10218181" y="2571696"/>
              <a:ext cx="76447" cy="48792"/>
            </a:xfrm>
            <a:custGeom>
              <a:avLst/>
              <a:pathLst>
                <a:path w="76447" h="48792">
                  <a:moveTo>
                    <a:pt x="30770" y="546"/>
                  </a:moveTo>
                  <a:lnTo>
                    <a:pt x="30932" y="4380"/>
                  </a:lnTo>
                  <a:lnTo>
                    <a:pt x="32970" y="11374"/>
                  </a:lnTo>
                  <a:lnTo>
                    <a:pt x="39533" y="10811"/>
                  </a:lnTo>
                  <a:lnTo>
                    <a:pt x="45665" y="11267"/>
                  </a:lnTo>
                  <a:lnTo>
                    <a:pt x="45731" y="9482"/>
                  </a:lnTo>
                  <a:lnTo>
                    <a:pt x="48230" y="9103"/>
                  </a:lnTo>
                  <a:lnTo>
                    <a:pt x="49823" y="12548"/>
                  </a:lnTo>
                  <a:lnTo>
                    <a:pt x="52807" y="15175"/>
                  </a:lnTo>
                  <a:lnTo>
                    <a:pt x="55376" y="15029"/>
                  </a:lnTo>
                  <a:lnTo>
                    <a:pt x="62868" y="11568"/>
                  </a:lnTo>
                  <a:lnTo>
                    <a:pt x="64575" y="9660"/>
                  </a:lnTo>
                  <a:lnTo>
                    <a:pt x="67521" y="1309"/>
                  </a:lnTo>
                  <a:lnTo>
                    <a:pt x="74494" y="9879"/>
                  </a:lnTo>
                  <a:lnTo>
                    <a:pt x="76447" y="20258"/>
                  </a:lnTo>
                  <a:lnTo>
                    <a:pt x="76373" y="21943"/>
                  </a:lnTo>
                  <a:lnTo>
                    <a:pt x="72439" y="24731"/>
                  </a:lnTo>
                  <a:lnTo>
                    <a:pt x="70172" y="27606"/>
                  </a:lnTo>
                  <a:lnTo>
                    <a:pt x="71824" y="34409"/>
                  </a:lnTo>
                  <a:lnTo>
                    <a:pt x="70816" y="36814"/>
                  </a:lnTo>
                  <a:lnTo>
                    <a:pt x="63293" y="36993"/>
                  </a:lnTo>
                  <a:lnTo>
                    <a:pt x="61892" y="37866"/>
                  </a:lnTo>
                  <a:lnTo>
                    <a:pt x="61236" y="44648"/>
                  </a:lnTo>
                  <a:lnTo>
                    <a:pt x="58221" y="48458"/>
                  </a:lnTo>
                  <a:lnTo>
                    <a:pt x="57346" y="48792"/>
                  </a:lnTo>
                  <a:lnTo>
                    <a:pt x="48189" y="46213"/>
                  </a:lnTo>
                  <a:lnTo>
                    <a:pt x="46394" y="47245"/>
                  </a:lnTo>
                  <a:lnTo>
                    <a:pt x="45195" y="42315"/>
                  </a:lnTo>
                  <a:lnTo>
                    <a:pt x="42075" y="42571"/>
                  </a:lnTo>
                  <a:lnTo>
                    <a:pt x="41477" y="38352"/>
                  </a:lnTo>
                  <a:lnTo>
                    <a:pt x="38711" y="34305"/>
                  </a:lnTo>
                  <a:lnTo>
                    <a:pt x="37128" y="34546"/>
                  </a:lnTo>
                  <a:lnTo>
                    <a:pt x="35298" y="36870"/>
                  </a:lnTo>
                  <a:lnTo>
                    <a:pt x="30924" y="34528"/>
                  </a:lnTo>
                  <a:lnTo>
                    <a:pt x="29483" y="30831"/>
                  </a:lnTo>
                  <a:lnTo>
                    <a:pt x="29689" y="26380"/>
                  </a:lnTo>
                  <a:lnTo>
                    <a:pt x="24596" y="25465"/>
                  </a:lnTo>
                  <a:lnTo>
                    <a:pt x="22049" y="23831"/>
                  </a:lnTo>
                  <a:lnTo>
                    <a:pt x="17797" y="23357"/>
                  </a:lnTo>
                  <a:lnTo>
                    <a:pt x="16653" y="24846"/>
                  </a:lnTo>
                  <a:lnTo>
                    <a:pt x="16419" y="27418"/>
                  </a:lnTo>
                  <a:lnTo>
                    <a:pt x="12538" y="24566"/>
                  </a:lnTo>
                  <a:lnTo>
                    <a:pt x="14408" y="23111"/>
                  </a:lnTo>
                  <a:lnTo>
                    <a:pt x="14311" y="21929"/>
                  </a:lnTo>
                  <a:lnTo>
                    <a:pt x="12764" y="20137"/>
                  </a:lnTo>
                  <a:lnTo>
                    <a:pt x="9989" y="18520"/>
                  </a:lnTo>
                  <a:lnTo>
                    <a:pt x="7062" y="18083"/>
                  </a:lnTo>
                  <a:lnTo>
                    <a:pt x="2170" y="15982"/>
                  </a:lnTo>
                  <a:lnTo>
                    <a:pt x="860" y="13925"/>
                  </a:lnTo>
                  <a:lnTo>
                    <a:pt x="0" y="9752"/>
                  </a:lnTo>
                  <a:lnTo>
                    <a:pt x="1885" y="8428"/>
                  </a:lnTo>
                  <a:lnTo>
                    <a:pt x="5655" y="7919"/>
                  </a:lnTo>
                  <a:lnTo>
                    <a:pt x="11883" y="13962"/>
                  </a:lnTo>
                  <a:lnTo>
                    <a:pt x="22994" y="18430"/>
                  </a:lnTo>
                  <a:lnTo>
                    <a:pt x="26403" y="16099"/>
                  </a:lnTo>
                  <a:lnTo>
                    <a:pt x="27260" y="13061"/>
                  </a:lnTo>
                  <a:lnTo>
                    <a:pt x="27032" y="8902"/>
                  </a:lnTo>
                  <a:lnTo>
                    <a:pt x="23688" y="2101"/>
                  </a:lnTo>
                  <a:lnTo>
                    <a:pt x="2433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0" name="ph7570"/>
            <p:cNvSpPr/>
            <p:nvPr/>
          </p:nvSpPr>
          <p:spPr>
            <a:xfrm>
              <a:off x="10287604" y="2574466"/>
              <a:ext cx="84304" cy="141868"/>
            </a:xfrm>
            <a:custGeom>
              <a:avLst/>
              <a:pathLst>
                <a:path w="84304" h="141868">
                  <a:moveTo>
                    <a:pt x="29378" y="204"/>
                  </a:moveTo>
                  <a:lnTo>
                    <a:pt x="30946" y="2057"/>
                  </a:lnTo>
                  <a:lnTo>
                    <a:pt x="30348" y="5424"/>
                  </a:lnTo>
                  <a:lnTo>
                    <a:pt x="32190" y="9508"/>
                  </a:lnTo>
                  <a:lnTo>
                    <a:pt x="34864" y="10985"/>
                  </a:lnTo>
                  <a:lnTo>
                    <a:pt x="38152" y="11417"/>
                  </a:lnTo>
                  <a:lnTo>
                    <a:pt x="42282" y="10273"/>
                  </a:lnTo>
                  <a:lnTo>
                    <a:pt x="43709" y="13629"/>
                  </a:lnTo>
                  <a:lnTo>
                    <a:pt x="43678" y="22558"/>
                  </a:lnTo>
                  <a:lnTo>
                    <a:pt x="49500" y="22860"/>
                  </a:lnTo>
                  <a:lnTo>
                    <a:pt x="49150" y="24643"/>
                  </a:lnTo>
                  <a:lnTo>
                    <a:pt x="51635" y="30040"/>
                  </a:lnTo>
                  <a:lnTo>
                    <a:pt x="59871" y="36759"/>
                  </a:lnTo>
                  <a:lnTo>
                    <a:pt x="61978" y="36050"/>
                  </a:lnTo>
                  <a:lnTo>
                    <a:pt x="61859" y="34390"/>
                  </a:lnTo>
                  <a:lnTo>
                    <a:pt x="65183" y="31896"/>
                  </a:lnTo>
                  <a:lnTo>
                    <a:pt x="74949" y="27921"/>
                  </a:lnTo>
                  <a:lnTo>
                    <a:pt x="77431" y="29381"/>
                  </a:lnTo>
                  <a:lnTo>
                    <a:pt x="76896" y="30372"/>
                  </a:lnTo>
                  <a:lnTo>
                    <a:pt x="77253" y="32150"/>
                  </a:lnTo>
                  <a:lnTo>
                    <a:pt x="83504" y="34781"/>
                  </a:lnTo>
                  <a:lnTo>
                    <a:pt x="84304" y="35836"/>
                  </a:lnTo>
                  <a:lnTo>
                    <a:pt x="83527" y="37256"/>
                  </a:lnTo>
                  <a:lnTo>
                    <a:pt x="82891" y="36830"/>
                  </a:lnTo>
                  <a:lnTo>
                    <a:pt x="82910" y="39738"/>
                  </a:lnTo>
                  <a:lnTo>
                    <a:pt x="84289" y="42883"/>
                  </a:lnTo>
                  <a:lnTo>
                    <a:pt x="82853" y="45397"/>
                  </a:lnTo>
                  <a:lnTo>
                    <a:pt x="79515" y="48653"/>
                  </a:lnTo>
                  <a:lnTo>
                    <a:pt x="74136" y="65848"/>
                  </a:lnTo>
                  <a:lnTo>
                    <a:pt x="75156" y="69245"/>
                  </a:lnTo>
                  <a:lnTo>
                    <a:pt x="74164" y="80877"/>
                  </a:lnTo>
                  <a:lnTo>
                    <a:pt x="74933" y="81148"/>
                  </a:lnTo>
                  <a:lnTo>
                    <a:pt x="73714" y="83696"/>
                  </a:lnTo>
                  <a:lnTo>
                    <a:pt x="71828" y="84916"/>
                  </a:lnTo>
                  <a:lnTo>
                    <a:pt x="65946" y="86449"/>
                  </a:lnTo>
                  <a:lnTo>
                    <a:pt x="68151" y="94277"/>
                  </a:lnTo>
                  <a:lnTo>
                    <a:pt x="69555" y="95117"/>
                  </a:lnTo>
                  <a:lnTo>
                    <a:pt x="65117" y="107838"/>
                  </a:lnTo>
                  <a:lnTo>
                    <a:pt x="66434" y="108838"/>
                  </a:lnTo>
                  <a:lnTo>
                    <a:pt x="66975" y="110614"/>
                  </a:lnTo>
                  <a:lnTo>
                    <a:pt x="64928" y="115173"/>
                  </a:lnTo>
                  <a:lnTo>
                    <a:pt x="64437" y="118208"/>
                  </a:lnTo>
                  <a:lnTo>
                    <a:pt x="67241" y="118851"/>
                  </a:lnTo>
                  <a:lnTo>
                    <a:pt x="66096" y="124934"/>
                  </a:lnTo>
                  <a:lnTo>
                    <a:pt x="61764" y="124162"/>
                  </a:lnTo>
                  <a:lnTo>
                    <a:pt x="61640" y="128663"/>
                  </a:lnTo>
                  <a:lnTo>
                    <a:pt x="66624" y="134950"/>
                  </a:lnTo>
                  <a:lnTo>
                    <a:pt x="61686" y="140797"/>
                  </a:lnTo>
                  <a:lnTo>
                    <a:pt x="60850" y="139816"/>
                  </a:lnTo>
                  <a:lnTo>
                    <a:pt x="58815" y="139729"/>
                  </a:lnTo>
                  <a:lnTo>
                    <a:pt x="57256" y="141737"/>
                  </a:lnTo>
                  <a:lnTo>
                    <a:pt x="55192" y="141868"/>
                  </a:lnTo>
                  <a:lnTo>
                    <a:pt x="54145" y="141105"/>
                  </a:lnTo>
                  <a:lnTo>
                    <a:pt x="54024" y="138937"/>
                  </a:lnTo>
                  <a:lnTo>
                    <a:pt x="55959" y="136618"/>
                  </a:lnTo>
                  <a:lnTo>
                    <a:pt x="55786" y="135606"/>
                  </a:lnTo>
                  <a:lnTo>
                    <a:pt x="55212" y="134935"/>
                  </a:lnTo>
                  <a:lnTo>
                    <a:pt x="51842" y="134564"/>
                  </a:lnTo>
                  <a:lnTo>
                    <a:pt x="50802" y="130858"/>
                  </a:lnTo>
                  <a:lnTo>
                    <a:pt x="50853" y="129221"/>
                  </a:lnTo>
                  <a:lnTo>
                    <a:pt x="51519" y="128523"/>
                  </a:lnTo>
                  <a:lnTo>
                    <a:pt x="48200" y="124190"/>
                  </a:lnTo>
                  <a:lnTo>
                    <a:pt x="34892" y="95842"/>
                  </a:lnTo>
                  <a:lnTo>
                    <a:pt x="30821" y="94558"/>
                  </a:lnTo>
                  <a:lnTo>
                    <a:pt x="25506" y="96341"/>
                  </a:lnTo>
                  <a:lnTo>
                    <a:pt x="20846" y="99731"/>
                  </a:lnTo>
                  <a:lnTo>
                    <a:pt x="20495" y="100653"/>
                  </a:lnTo>
                  <a:lnTo>
                    <a:pt x="21447" y="102369"/>
                  </a:lnTo>
                  <a:lnTo>
                    <a:pt x="19510" y="103800"/>
                  </a:lnTo>
                  <a:lnTo>
                    <a:pt x="14807" y="103092"/>
                  </a:lnTo>
                  <a:lnTo>
                    <a:pt x="11772" y="103714"/>
                  </a:lnTo>
                  <a:lnTo>
                    <a:pt x="10645" y="102901"/>
                  </a:lnTo>
                  <a:lnTo>
                    <a:pt x="10575" y="99132"/>
                  </a:lnTo>
                  <a:lnTo>
                    <a:pt x="16211" y="93976"/>
                  </a:lnTo>
                  <a:lnTo>
                    <a:pt x="18512" y="93894"/>
                  </a:lnTo>
                  <a:lnTo>
                    <a:pt x="19265" y="95181"/>
                  </a:lnTo>
                  <a:lnTo>
                    <a:pt x="19599" y="89476"/>
                  </a:lnTo>
                  <a:lnTo>
                    <a:pt x="15123" y="91428"/>
                  </a:lnTo>
                  <a:lnTo>
                    <a:pt x="14841" y="90471"/>
                  </a:lnTo>
                  <a:lnTo>
                    <a:pt x="15041" y="88535"/>
                  </a:lnTo>
                  <a:lnTo>
                    <a:pt x="17191" y="84777"/>
                  </a:lnTo>
                  <a:lnTo>
                    <a:pt x="19645" y="84437"/>
                  </a:lnTo>
                  <a:lnTo>
                    <a:pt x="22207" y="81832"/>
                  </a:lnTo>
                  <a:lnTo>
                    <a:pt x="23069" y="79282"/>
                  </a:lnTo>
                  <a:lnTo>
                    <a:pt x="27483" y="77450"/>
                  </a:lnTo>
                  <a:lnTo>
                    <a:pt x="25965" y="74620"/>
                  </a:lnTo>
                  <a:lnTo>
                    <a:pt x="23091" y="73013"/>
                  </a:lnTo>
                  <a:lnTo>
                    <a:pt x="25591" y="68508"/>
                  </a:lnTo>
                  <a:lnTo>
                    <a:pt x="23378" y="62970"/>
                  </a:lnTo>
                  <a:lnTo>
                    <a:pt x="20233" y="60075"/>
                  </a:lnTo>
                  <a:lnTo>
                    <a:pt x="11351" y="58867"/>
                  </a:lnTo>
                  <a:lnTo>
                    <a:pt x="8750" y="57654"/>
                  </a:lnTo>
                  <a:lnTo>
                    <a:pt x="7709" y="58160"/>
                  </a:lnTo>
                  <a:lnTo>
                    <a:pt x="6274" y="56245"/>
                  </a:lnTo>
                  <a:lnTo>
                    <a:pt x="6900" y="52160"/>
                  </a:lnTo>
                  <a:lnTo>
                    <a:pt x="4126" y="50767"/>
                  </a:lnTo>
                  <a:lnTo>
                    <a:pt x="3520" y="49384"/>
                  </a:lnTo>
                  <a:lnTo>
                    <a:pt x="4186" y="45537"/>
                  </a:lnTo>
                  <a:lnTo>
                    <a:pt x="30" y="38774"/>
                  </a:lnTo>
                  <a:lnTo>
                    <a:pt x="0" y="37112"/>
                  </a:lnTo>
                  <a:lnTo>
                    <a:pt x="1394" y="34045"/>
                  </a:lnTo>
                  <a:lnTo>
                    <a:pt x="2401" y="31640"/>
                  </a:lnTo>
                  <a:lnTo>
                    <a:pt x="750" y="24836"/>
                  </a:lnTo>
                  <a:lnTo>
                    <a:pt x="3016" y="21961"/>
                  </a:lnTo>
                  <a:lnTo>
                    <a:pt x="6951" y="19173"/>
                  </a:lnTo>
                  <a:lnTo>
                    <a:pt x="7024" y="17488"/>
                  </a:lnTo>
                  <a:lnTo>
                    <a:pt x="10065" y="16768"/>
                  </a:lnTo>
                  <a:lnTo>
                    <a:pt x="21132" y="4894"/>
                  </a:lnTo>
                  <a:lnTo>
                    <a:pt x="2168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1" name="ph7571"/>
            <p:cNvSpPr/>
            <p:nvPr/>
          </p:nvSpPr>
          <p:spPr>
            <a:xfrm>
              <a:off x="10228863" y="2608511"/>
              <a:ext cx="71233" cy="49562"/>
            </a:xfrm>
            <a:custGeom>
              <a:avLst/>
              <a:pathLst>
                <a:path w="71233" h="49562">
                  <a:moveTo>
                    <a:pt x="60135" y="0"/>
                  </a:moveTo>
                  <a:lnTo>
                    <a:pt x="58740" y="3067"/>
                  </a:lnTo>
                  <a:lnTo>
                    <a:pt x="58771" y="4729"/>
                  </a:lnTo>
                  <a:lnTo>
                    <a:pt x="62927" y="11492"/>
                  </a:lnTo>
                  <a:lnTo>
                    <a:pt x="62261" y="15339"/>
                  </a:lnTo>
                  <a:lnTo>
                    <a:pt x="62866" y="16722"/>
                  </a:lnTo>
                  <a:lnTo>
                    <a:pt x="65641" y="18115"/>
                  </a:lnTo>
                  <a:lnTo>
                    <a:pt x="65014" y="22200"/>
                  </a:lnTo>
                  <a:lnTo>
                    <a:pt x="66450" y="24114"/>
                  </a:lnTo>
                  <a:lnTo>
                    <a:pt x="69661" y="30751"/>
                  </a:lnTo>
                  <a:lnTo>
                    <a:pt x="71233" y="37022"/>
                  </a:lnTo>
                  <a:lnTo>
                    <a:pt x="69754" y="39397"/>
                  </a:lnTo>
                  <a:lnTo>
                    <a:pt x="66671" y="41145"/>
                  </a:lnTo>
                  <a:lnTo>
                    <a:pt x="68593" y="44254"/>
                  </a:lnTo>
                  <a:lnTo>
                    <a:pt x="66071" y="48610"/>
                  </a:lnTo>
                  <a:lnTo>
                    <a:pt x="58320" y="49562"/>
                  </a:lnTo>
                  <a:lnTo>
                    <a:pt x="57558" y="48710"/>
                  </a:lnTo>
                  <a:lnTo>
                    <a:pt x="54964" y="48176"/>
                  </a:lnTo>
                  <a:lnTo>
                    <a:pt x="53461" y="49507"/>
                  </a:lnTo>
                  <a:lnTo>
                    <a:pt x="48109" y="49202"/>
                  </a:lnTo>
                  <a:lnTo>
                    <a:pt x="50157" y="46287"/>
                  </a:lnTo>
                  <a:lnTo>
                    <a:pt x="48687" y="45089"/>
                  </a:lnTo>
                  <a:lnTo>
                    <a:pt x="38230" y="47253"/>
                  </a:lnTo>
                  <a:lnTo>
                    <a:pt x="37269" y="48157"/>
                  </a:lnTo>
                  <a:lnTo>
                    <a:pt x="36579" y="46090"/>
                  </a:lnTo>
                  <a:lnTo>
                    <a:pt x="35713" y="45633"/>
                  </a:lnTo>
                  <a:lnTo>
                    <a:pt x="34727" y="46114"/>
                  </a:lnTo>
                  <a:lnTo>
                    <a:pt x="34111" y="48845"/>
                  </a:lnTo>
                  <a:lnTo>
                    <a:pt x="30465" y="48672"/>
                  </a:lnTo>
                  <a:lnTo>
                    <a:pt x="29163" y="47504"/>
                  </a:lnTo>
                  <a:lnTo>
                    <a:pt x="29921" y="47464"/>
                  </a:lnTo>
                  <a:lnTo>
                    <a:pt x="30018" y="46284"/>
                  </a:lnTo>
                  <a:lnTo>
                    <a:pt x="24265" y="41461"/>
                  </a:lnTo>
                  <a:lnTo>
                    <a:pt x="13359" y="42077"/>
                  </a:lnTo>
                  <a:lnTo>
                    <a:pt x="9861" y="38707"/>
                  </a:lnTo>
                  <a:lnTo>
                    <a:pt x="9955" y="32245"/>
                  </a:lnTo>
                  <a:lnTo>
                    <a:pt x="6388" y="30681"/>
                  </a:lnTo>
                  <a:lnTo>
                    <a:pt x="4541" y="30867"/>
                  </a:lnTo>
                  <a:lnTo>
                    <a:pt x="1857" y="28922"/>
                  </a:lnTo>
                  <a:lnTo>
                    <a:pt x="101" y="24995"/>
                  </a:lnTo>
                  <a:lnTo>
                    <a:pt x="0" y="22185"/>
                  </a:lnTo>
                  <a:lnTo>
                    <a:pt x="7049" y="20783"/>
                  </a:lnTo>
                  <a:lnTo>
                    <a:pt x="7856" y="14282"/>
                  </a:lnTo>
                  <a:lnTo>
                    <a:pt x="9673" y="16684"/>
                  </a:lnTo>
                  <a:lnTo>
                    <a:pt x="12114" y="17769"/>
                  </a:lnTo>
                  <a:lnTo>
                    <a:pt x="16520" y="18326"/>
                  </a:lnTo>
                  <a:lnTo>
                    <a:pt x="18887" y="16517"/>
                  </a:lnTo>
                  <a:lnTo>
                    <a:pt x="18194" y="13981"/>
                  </a:lnTo>
                  <a:lnTo>
                    <a:pt x="18732" y="12949"/>
                  </a:lnTo>
                  <a:lnTo>
                    <a:pt x="23299" y="11145"/>
                  </a:lnTo>
                  <a:lnTo>
                    <a:pt x="23967" y="11967"/>
                  </a:lnTo>
                  <a:lnTo>
                    <a:pt x="23624" y="13490"/>
                  </a:lnTo>
                  <a:lnTo>
                    <a:pt x="26352" y="13804"/>
                  </a:lnTo>
                  <a:lnTo>
                    <a:pt x="35712" y="10431"/>
                  </a:lnTo>
                  <a:lnTo>
                    <a:pt x="37507" y="9398"/>
                  </a:lnTo>
                  <a:lnTo>
                    <a:pt x="46665" y="11977"/>
                  </a:lnTo>
                  <a:lnTo>
                    <a:pt x="47539" y="11643"/>
                  </a:lnTo>
                  <a:lnTo>
                    <a:pt x="50555" y="7834"/>
                  </a:lnTo>
                  <a:lnTo>
                    <a:pt x="51211" y="1052"/>
                  </a:lnTo>
                  <a:lnTo>
                    <a:pt x="52611" y="17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2" name="ph7572"/>
            <p:cNvSpPr/>
            <p:nvPr/>
          </p:nvSpPr>
          <p:spPr>
            <a:xfrm>
              <a:off x="10266132" y="2632120"/>
              <a:ext cx="48954" cy="34068"/>
            </a:xfrm>
            <a:custGeom>
              <a:avLst/>
              <a:pathLst>
                <a:path w="48954" h="34068">
                  <a:moveTo>
                    <a:pt x="32823" y="1213"/>
                  </a:moveTo>
                  <a:lnTo>
                    <a:pt x="41704" y="2421"/>
                  </a:lnTo>
                  <a:lnTo>
                    <a:pt x="44849" y="5316"/>
                  </a:lnTo>
                  <a:lnTo>
                    <a:pt x="47062" y="10854"/>
                  </a:lnTo>
                  <a:lnTo>
                    <a:pt x="44563" y="15359"/>
                  </a:lnTo>
                  <a:lnTo>
                    <a:pt x="47437" y="16966"/>
                  </a:lnTo>
                  <a:lnTo>
                    <a:pt x="48954" y="19796"/>
                  </a:lnTo>
                  <a:lnTo>
                    <a:pt x="44541" y="21628"/>
                  </a:lnTo>
                  <a:lnTo>
                    <a:pt x="43678" y="24178"/>
                  </a:lnTo>
                  <a:lnTo>
                    <a:pt x="41117" y="26783"/>
                  </a:lnTo>
                  <a:lnTo>
                    <a:pt x="38662" y="27123"/>
                  </a:lnTo>
                  <a:lnTo>
                    <a:pt x="36512" y="30881"/>
                  </a:lnTo>
                  <a:lnTo>
                    <a:pt x="36312" y="32817"/>
                  </a:lnTo>
                  <a:lnTo>
                    <a:pt x="34483" y="31880"/>
                  </a:lnTo>
                  <a:lnTo>
                    <a:pt x="33294" y="32562"/>
                  </a:lnTo>
                  <a:lnTo>
                    <a:pt x="28513" y="32325"/>
                  </a:lnTo>
                  <a:lnTo>
                    <a:pt x="22546" y="31047"/>
                  </a:lnTo>
                  <a:lnTo>
                    <a:pt x="22556" y="30079"/>
                  </a:lnTo>
                  <a:lnTo>
                    <a:pt x="18769" y="30339"/>
                  </a:lnTo>
                  <a:lnTo>
                    <a:pt x="14959" y="31637"/>
                  </a:lnTo>
                  <a:lnTo>
                    <a:pt x="14630" y="34068"/>
                  </a:lnTo>
                  <a:lnTo>
                    <a:pt x="9655" y="33913"/>
                  </a:lnTo>
                  <a:lnTo>
                    <a:pt x="8105" y="33194"/>
                  </a:lnTo>
                  <a:lnTo>
                    <a:pt x="7022" y="30079"/>
                  </a:lnTo>
                  <a:lnTo>
                    <a:pt x="5050" y="29674"/>
                  </a:lnTo>
                  <a:lnTo>
                    <a:pt x="3311" y="31758"/>
                  </a:lnTo>
                  <a:lnTo>
                    <a:pt x="2539" y="25302"/>
                  </a:lnTo>
                  <a:lnTo>
                    <a:pt x="1804" y="24596"/>
                  </a:lnTo>
                  <a:lnTo>
                    <a:pt x="0" y="24549"/>
                  </a:lnTo>
                  <a:lnTo>
                    <a:pt x="961" y="23644"/>
                  </a:lnTo>
                  <a:lnTo>
                    <a:pt x="11418" y="21481"/>
                  </a:lnTo>
                  <a:lnTo>
                    <a:pt x="12888" y="22679"/>
                  </a:lnTo>
                  <a:lnTo>
                    <a:pt x="10840" y="25594"/>
                  </a:lnTo>
                  <a:lnTo>
                    <a:pt x="16192" y="25898"/>
                  </a:lnTo>
                  <a:lnTo>
                    <a:pt x="17694" y="24567"/>
                  </a:lnTo>
                  <a:lnTo>
                    <a:pt x="20289" y="25102"/>
                  </a:lnTo>
                  <a:lnTo>
                    <a:pt x="21051" y="25953"/>
                  </a:lnTo>
                  <a:lnTo>
                    <a:pt x="28802" y="25001"/>
                  </a:lnTo>
                  <a:lnTo>
                    <a:pt x="31324" y="20645"/>
                  </a:lnTo>
                  <a:lnTo>
                    <a:pt x="29402" y="17536"/>
                  </a:lnTo>
                  <a:lnTo>
                    <a:pt x="32485" y="15788"/>
                  </a:lnTo>
                  <a:lnTo>
                    <a:pt x="33963" y="13413"/>
                  </a:lnTo>
                  <a:lnTo>
                    <a:pt x="32392" y="7142"/>
                  </a:lnTo>
                  <a:lnTo>
                    <a:pt x="29181" y="506"/>
                  </a:lnTo>
                  <a:lnTo>
                    <a:pt x="3022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3" name="ph7573"/>
            <p:cNvSpPr/>
            <p:nvPr/>
          </p:nvSpPr>
          <p:spPr>
            <a:xfrm>
              <a:off x="10277617" y="2669024"/>
              <a:ext cx="58187" cy="54614"/>
            </a:xfrm>
            <a:custGeom>
              <a:avLst/>
              <a:pathLst>
                <a:path w="58187" h="54614">
                  <a:moveTo>
                    <a:pt x="44878" y="1283"/>
                  </a:moveTo>
                  <a:lnTo>
                    <a:pt x="58187" y="29631"/>
                  </a:lnTo>
                  <a:lnTo>
                    <a:pt x="55825" y="31983"/>
                  </a:lnTo>
                  <a:lnTo>
                    <a:pt x="52356" y="31576"/>
                  </a:lnTo>
                  <a:lnTo>
                    <a:pt x="51857" y="32056"/>
                  </a:lnTo>
                  <a:lnTo>
                    <a:pt x="50638" y="36696"/>
                  </a:lnTo>
                  <a:lnTo>
                    <a:pt x="54610" y="41168"/>
                  </a:lnTo>
                  <a:lnTo>
                    <a:pt x="54353" y="41840"/>
                  </a:lnTo>
                  <a:lnTo>
                    <a:pt x="49150" y="44261"/>
                  </a:lnTo>
                  <a:lnTo>
                    <a:pt x="43058" y="48958"/>
                  </a:lnTo>
                  <a:lnTo>
                    <a:pt x="47582" y="51355"/>
                  </a:lnTo>
                  <a:lnTo>
                    <a:pt x="45635" y="54534"/>
                  </a:lnTo>
                  <a:lnTo>
                    <a:pt x="44542" y="54144"/>
                  </a:lnTo>
                  <a:lnTo>
                    <a:pt x="43745" y="52442"/>
                  </a:lnTo>
                  <a:lnTo>
                    <a:pt x="42381" y="52328"/>
                  </a:lnTo>
                  <a:lnTo>
                    <a:pt x="39229" y="54614"/>
                  </a:lnTo>
                  <a:lnTo>
                    <a:pt x="37776" y="54424"/>
                  </a:lnTo>
                  <a:lnTo>
                    <a:pt x="34215" y="52038"/>
                  </a:lnTo>
                  <a:lnTo>
                    <a:pt x="37010" y="51068"/>
                  </a:lnTo>
                  <a:lnTo>
                    <a:pt x="31486" y="46072"/>
                  </a:lnTo>
                  <a:lnTo>
                    <a:pt x="15885" y="44388"/>
                  </a:lnTo>
                  <a:lnTo>
                    <a:pt x="13420" y="42400"/>
                  </a:lnTo>
                  <a:lnTo>
                    <a:pt x="11365" y="42000"/>
                  </a:lnTo>
                  <a:lnTo>
                    <a:pt x="10692" y="42811"/>
                  </a:lnTo>
                  <a:lnTo>
                    <a:pt x="7388" y="41168"/>
                  </a:lnTo>
                  <a:lnTo>
                    <a:pt x="6053" y="38416"/>
                  </a:lnTo>
                  <a:lnTo>
                    <a:pt x="6396" y="36493"/>
                  </a:lnTo>
                  <a:lnTo>
                    <a:pt x="8079" y="35149"/>
                  </a:lnTo>
                  <a:lnTo>
                    <a:pt x="7603" y="30640"/>
                  </a:lnTo>
                  <a:lnTo>
                    <a:pt x="4321" y="27322"/>
                  </a:lnTo>
                  <a:lnTo>
                    <a:pt x="4239" y="24052"/>
                  </a:lnTo>
                  <a:lnTo>
                    <a:pt x="5747" y="21929"/>
                  </a:lnTo>
                  <a:lnTo>
                    <a:pt x="4777" y="20521"/>
                  </a:lnTo>
                  <a:lnTo>
                    <a:pt x="1339" y="20411"/>
                  </a:lnTo>
                  <a:lnTo>
                    <a:pt x="0" y="12804"/>
                  </a:lnTo>
                  <a:lnTo>
                    <a:pt x="4879" y="12014"/>
                  </a:lnTo>
                  <a:lnTo>
                    <a:pt x="9327" y="12399"/>
                  </a:lnTo>
                  <a:lnTo>
                    <a:pt x="10784" y="15266"/>
                  </a:lnTo>
                  <a:lnTo>
                    <a:pt x="14386" y="15893"/>
                  </a:lnTo>
                  <a:lnTo>
                    <a:pt x="18438" y="14837"/>
                  </a:lnTo>
                  <a:lnTo>
                    <a:pt x="21202" y="12719"/>
                  </a:lnTo>
                  <a:lnTo>
                    <a:pt x="21759" y="9156"/>
                  </a:lnTo>
                  <a:lnTo>
                    <a:pt x="24794" y="8533"/>
                  </a:lnTo>
                  <a:lnTo>
                    <a:pt x="29497" y="9241"/>
                  </a:lnTo>
                  <a:lnTo>
                    <a:pt x="31434" y="7811"/>
                  </a:lnTo>
                  <a:lnTo>
                    <a:pt x="30481" y="6094"/>
                  </a:lnTo>
                  <a:lnTo>
                    <a:pt x="30833" y="5173"/>
                  </a:lnTo>
                  <a:lnTo>
                    <a:pt x="35493" y="1783"/>
                  </a:lnTo>
                  <a:lnTo>
                    <a:pt x="4080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4" name="ph7574"/>
            <p:cNvSpPr/>
            <p:nvPr/>
          </p:nvSpPr>
          <p:spPr>
            <a:xfrm>
              <a:off x="10227178" y="2633507"/>
              <a:ext cx="42265" cy="34702"/>
            </a:xfrm>
            <a:custGeom>
              <a:avLst/>
              <a:pathLst>
                <a:path w="42265" h="34702">
                  <a:moveTo>
                    <a:pt x="3542" y="3926"/>
                  </a:moveTo>
                  <a:lnTo>
                    <a:pt x="6225" y="5871"/>
                  </a:lnTo>
                  <a:lnTo>
                    <a:pt x="8073" y="5686"/>
                  </a:lnTo>
                  <a:lnTo>
                    <a:pt x="11639" y="7250"/>
                  </a:lnTo>
                  <a:lnTo>
                    <a:pt x="11546" y="13711"/>
                  </a:lnTo>
                  <a:lnTo>
                    <a:pt x="15044" y="17081"/>
                  </a:lnTo>
                  <a:lnTo>
                    <a:pt x="25950" y="16466"/>
                  </a:lnTo>
                  <a:lnTo>
                    <a:pt x="31702" y="21288"/>
                  </a:lnTo>
                  <a:lnTo>
                    <a:pt x="31605" y="22468"/>
                  </a:lnTo>
                  <a:lnTo>
                    <a:pt x="30847" y="22509"/>
                  </a:lnTo>
                  <a:lnTo>
                    <a:pt x="32149" y="23676"/>
                  </a:lnTo>
                  <a:lnTo>
                    <a:pt x="35795" y="23849"/>
                  </a:lnTo>
                  <a:lnTo>
                    <a:pt x="36411" y="21118"/>
                  </a:lnTo>
                  <a:lnTo>
                    <a:pt x="37398" y="20638"/>
                  </a:lnTo>
                  <a:lnTo>
                    <a:pt x="38264" y="21094"/>
                  </a:lnTo>
                  <a:lnTo>
                    <a:pt x="38953" y="23162"/>
                  </a:lnTo>
                  <a:lnTo>
                    <a:pt x="40757" y="23209"/>
                  </a:lnTo>
                  <a:lnTo>
                    <a:pt x="41492" y="23915"/>
                  </a:lnTo>
                  <a:lnTo>
                    <a:pt x="42265" y="30371"/>
                  </a:lnTo>
                  <a:lnTo>
                    <a:pt x="41659" y="31775"/>
                  </a:lnTo>
                  <a:lnTo>
                    <a:pt x="39397" y="32180"/>
                  </a:lnTo>
                  <a:lnTo>
                    <a:pt x="38596" y="31176"/>
                  </a:lnTo>
                  <a:lnTo>
                    <a:pt x="31618" y="30778"/>
                  </a:lnTo>
                  <a:lnTo>
                    <a:pt x="28821" y="33372"/>
                  </a:lnTo>
                  <a:lnTo>
                    <a:pt x="25099" y="34702"/>
                  </a:lnTo>
                  <a:lnTo>
                    <a:pt x="24261" y="23871"/>
                  </a:lnTo>
                  <a:lnTo>
                    <a:pt x="20090" y="25877"/>
                  </a:lnTo>
                  <a:lnTo>
                    <a:pt x="12308" y="21693"/>
                  </a:lnTo>
                  <a:lnTo>
                    <a:pt x="3843" y="7884"/>
                  </a:lnTo>
                  <a:lnTo>
                    <a:pt x="0" y="214"/>
                  </a:lnTo>
                  <a:lnTo>
                    <a:pt x="178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5" name="ph7575"/>
            <p:cNvSpPr/>
            <p:nvPr/>
          </p:nvSpPr>
          <p:spPr>
            <a:xfrm>
              <a:off x="10349245" y="2652321"/>
              <a:ext cx="81186" cy="98359"/>
            </a:xfrm>
            <a:custGeom>
              <a:avLst/>
              <a:pathLst>
                <a:path w="81186" h="98359">
                  <a:moveTo>
                    <a:pt x="22471" y="391"/>
                  </a:moveTo>
                  <a:lnTo>
                    <a:pt x="23093" y="2664"/>
                  </a:lnTo>
                  <a:lnTo>
                    <a:pt x="26332" y="4342"/>
                  </a:lnTo>
                  <a:lnTo>
                    <a:pt x="30049" y="2504"/>
                  </a:lnTo>
                  <a:lnTo>
                    <a:pt x="32207" y="2236"/>
                  </a:lnTo>
                  <a:lnTo>
                    <a:pt x="33698" y="3254"/>
                  </a:lnTo>
                  <a:lnTo>
                    <a:pt x="34294" y="4609"/>
                  </a:lnTo>
                  <a:lnTo>
                    <a:pt x="32588" y="10140"/>
                  </a:lnTo>
                  <a:lnTo>
                    <a:pt x="31301" y="11254"/>
                  </a:lnTo>
                  <a:lnTo>
                    <a:pt x="31304" y="13061"/>
                  </a:lnTo>
                  <a:lnTo>
                    <a:pt x="32619" y="19786"/>
                  </a:lnTo>
                  <a:lnTo>
                    <a:pt x="38841" y="25520"/>
                  </a:lnTo>
                  <a:lnTo>
                    <a:pt x="41159" y="25926"/>
                  </a:lnTo>
                  <a:lnTo>
                    <a:pt x="47524" y="25134"/>
                  </a:lnTo>
                  <a:lnTo>
                    <a:pt x="61882" y="28160"/>
                  </a:lnTo>
                  <a:lnTo>
                    <a:pt x="62125" y="30557"/>
                  </a:lnTo>
                  <a:lnTo>
                    <a:pt x="65596" y="36835"/>
                  </a:lnTo>
                  <a:lnTo>
                    <a:pt x="62537" y="40081"/>
                  </a:lnTo>
                  <a:lnTo>
                    <a:pt x="61528" y="49675"/>
                  </a:lnTo>
                  <a:lnTo>
                    <a:pt x="62159" y="50898"/>
                  </a:lnTo>
                  <a:lnTo>
                    <a:pt x="67295" y="54661"/>
                  </a:lnTo>
                  <a:lnTo>
                    <a:pt x="68685" y="56753"/>
                  </a:lnTo>
                  <a:lnTo>
                    <a:pt x="68462" y="57529"/>
                  </a:lnTo>
                  <a:lnTo>
                    <a:pt x="72443" y="61351"/>
                  </a:lnTo>
                  <a:lnTo>
                    <a:pt x="75105" y="61917"/>
                  </a:lnTo>
                  <a:lnTo>
                    <a:pt x="77994" y="61046"/>
                  </a:lnTo>
                  <a:lnTo>
                    <a:pt x="79368" y="62782"/>
                  </a:lnTo>
                  <a:lnTo>
                    <a:pt x="81186" y="66810"/>
                  </a:lnTo>
                  <a:lnTo>
                    <a:pt x="80512" y="74648"/>
                  </a:lnTo>
                  <a:lnTo>
                    <a:pt x="80938" y="76919"/>
                  </a:lnTo>
                  <a:lnTo>
                    <a:pt x="80183" y="80127"/>
                  </a:lnTo>
                  <a:lnTo>
                    <a:pt x="76965" y="83355"/>
                  </a:lnTo>
                  <a:lnTo>
                    <a:pt x="74711" y="84068"/>
                  </a:lnTo>
                  <a:lnTo>
                    <a:pt x="72498" y="86566"/>
                  </a:lnTo>
                  <a:lnTo>
                    <a:pt x="71965" y="87722"/>
                  </a:lnTo>
                  <a:lnTo>
                    <a:pt x="72832" y="89533"/>
                  </a:lnTo>
                  <a:lnTo>
                    <a:pt x="72555" y="90445"/>
                  </a:lnTo>
                  <a:lnTo>
                    <a:pt x="70242" y="91441"/>
                  </a:lnTo>
                  <a:lnTo>
                    <a:pt x="67818" y="90333"/>
                  </a:lnTo>
                  <a:lnTo>
                    <a:pt x="60868" y="91942"/>
                  </a:lnTo>
                  <a:lnTo>
                    <a:pt x="55392" y="89280"/>
                  </a:lnTo>
                  <a:lnTo>
                    <a:pt x="48061" y="95349"/>
                  </a:lnTo>
                  <a:lnTo>
                    <a:pt x="44822" y="95989"/>
                  </a:lnTo>
                  <a:lnTo>
                    <a:pt x="44313" y="97181"/>
                  </a:lnTo>
                  <a:lnTo>
                    <a:pt x="42480" y="95367"/>
                  </a:lnTo>
                  <a:lnTo>
                    <a:pt x="34522" y="97515"/>
                  </a:lnTo>
                  <a:lnTo>
                    <a:pt x="29709" y="96458"/>
                  </a:lnTo>
                  <a:lnTo>
                    <a:pt x="27828" y="98359"/>
                  </a:lnTo>
                  <a:lnTo>
                    <a:pt x="25848" y="95281"/>
                  </a:lnTo>
                  <a:lnTo>
                    <a:pt x="24766" y="92373"/>
                  </a:lnTo>
                  <a:lnTo>
                    <a:pt x="18820" y="88362"/>
                  </a:lnTo>
                  <a:lnTo>
                    <a:pt x="17801" y="87878"/>
                  </a:lnTo>
                  <a:lnTo>
                    <a:pt x="14893" y="88701"/>
                  </a:lnTo>
                  <a:lnTo>
                    <a:pt x="13643" y="86686"/>
                  </a:lnTo>
                  <a:lnTo>
                    <a:pt x="13161" y="82470"/>
                  </a:lnTo>
                  <a:lnTo>
                    <a:pt x="11778" y="79639"/>
                  </a:lnTo>
                  <a:lnTo>
                    <a:pt x="10272" y="77784"/>
                  </a:lnTo>
                  <a:lnTo>
                    <a:pt x="8015" y="77265"/>
                  </a:lnTo>
                  <a:lnTo>
                    <a:pt x="6622" y="75872"/>
                  </a:lnTo>
                  <a:lnTo>
                    <a:pt x="5480" y="72076"/>
                  </a:lnTo>
                  <a:lnTo>
                    <a:pt x="5513" y="69418"/>
                  </a:lnTo>
                  <a:lnTo>
                    <a:pt x="2857" y="67983"/>
                  </a:lnTo>
                  <a:lnTo>
                    <a:pt x="1442" y="68822"/>
                  </a:lnTo>
                  <a:lnTo>
                    <a:pt x="469" y="68343"/>
                  </a:lnTo>
                  <a:lnTo>
                    <a:pt x="45" y="62942"/>
                  </a:lnTo>
                  <a:lnTo>
                    <a:pt x="4984" y="57095"/>
                  </a:lnTo>
                  <a:lnTo>
                    <a:pt x="0" y="50808"/>
                  </a:lnTo>
                  <a:lnTo>
                    <a:pt x="123" y="46307"/>
                  </a:lnTo>
                  <a:lnTo>
                    <a:pt x="4455" y="47079"/>
                  </a:lnTo>
                  <a:lnTo>
                    <a:pt x="5600" y="40996"/>
                  </a:lnTo>
                  <a:lnTo>
                    <a:pt x="2796" y="40352"/>
                  </a:lnTo>
                  <a:lnTo>
                    <a:pt x="3287" y="37318"/>
                  </a:lnTo>
                  <a:lnTo>
                    <a:pt x="5334" y="32759"/>
                  </a:lnTo>
                  <a:lnTo>
                    <a:pt x="4793" y="30983"/>
                  </a:lnTo>
                  <a:lnTo>
                    <a:pt x="3476" y="29982"/>
                  </a:lnTo>
                  <a:lnTo>
                    <a:pt x="7914" y="17262"/>
                  </a:lnTo>
                  <a:lnTo>
                    <a:pt x="6510" y="16422"/>
                  </a:lnTo>
                  <a:lnTo>
                    <a:pt x="4305" y="8594"/>
                  </a:lnTo>
                  <a:lnTo>
                    <a:pt x="10187" y="7061"/>
                  </a:lnTo>
                  <a:lnTo>
                    <a:pt x="12073" y="5841"/>
                  </a:lnTo>
                  <a:lnTo>
                    <a:pt x="13292" y="3293"/>
                  </a:lnTo>
                  <a:lnTo>
                    <a:pt x="17382" y="3197"/>
                  </a:lnTo>
                  <a:lnTo>
                    <a:pt x="18720" y="1384"/>
                  </a:lnTo>
                  <a:lnTo>
                    <a:pt x="2106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6" name="ph7576"/>
            <p:cNvSpPr/>
            <p:nvPr/>
          </p:nvSpPr>
          <p:spPr>
            <a:xfrm>
              <a:off x="10259082" y="2763490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7" name="ph7577"/>
            <p:cNvSpPr/>
            <p:nvPr/>
          </p:nvSpPr>
          <p:spPr>
            <a:xfrm>
              <a:off x="10248282" y="2725181"/>
              <a:ext cx="64620" cy="61450"/>
            </a:xfrm>
            <a:custGeom>
              <a:avLst/>
              <a:pathLst>
                <a:path w="64620" h="61450">
                  <a:moveTo>
                    <a:pt x="20669" y="1504"/>
                  </a:moveTo>
                  <a:lnTo>
                    <a:pt x="22076" y="2861"/>
                  </a:lnTo>
                  <a:lnTo>
                    <a:pt x="25513" y="2244"/>
                  </a:lnTo>
                  <a:lnTo>
                    <a:pt x="31055" y="7038"/>
                  </a:lnTo>
                  <a:lnTo>
                    <a:pt x="33947" y="4883"/>
                  </a:lnTo>
                  <a:lnTo>
                    <a:pt x="38083" y="3830"/>
                  </a:lnTo>
                  <a:lnTo>
                    <a:pt x="43292" y="6229"/>
                  </a:lnTo>
                  <a:lnTo>
                    <a:pt x="46320" y="8428"/>
                  </a:lnTo>
                  <a:lnTo>
                    <a:pt x="49010" y="9154"/>
                  </a:lnTo>
                  <a:lnTo>
                    <a:pt x="54076" y="8221"/>
                  </a:lnTo>
                  <a:lnTo>
                    <a:pt x="56756" y="5229"/>
                  </a:lnTo>
                  <a:lnTo>
                    <a:pt x="61306" y="5304"/>
                  </a:lnTo>
                  <a:lnTo>
                    <a:pt x="64102" y="6551"/>
                  </a:lnTo>
                  <a:lnTo>
                    <a:pt x="61363" y="17524"/>
                  </a:lnTo>
                  <a:lnTo>
                    <a:pt x="60131" y="18718"/>
                  </a:lnTo>
                  <a:lnTo>
                    <a:pt x="57900" y="19271"/>
                  </a:lnTo>
                  <a:lnTo>
                    <a:pt x="61789" y="22782"/>
                  </a:lnTo>
                  <a:lnTo>
                    <a:pt x="63471" y="25690"/>
                  </a:lnTo>
                  <a:lnTo>
                    <a:pt x="60509" y="25152"/>
                  </a:lnTo>
                  <a:lnTo>
                    <a:pt x="57732" y="26835"/>
                  </a:lnTo>
                  <a:lnTo>
                    <a:pt x="58986" y="34490"/>
                  </a:lnTo>
                  <a:lnTo>
                    <a:pt x="64620" y="41178"/>
                  </a:lnTo>
                  <a:lnTo>
                    <a:pt x="63705" y="43498"/>
                  </a:lnTo>
                  <a:lnTo>
                    <a:pt x="60340" y="43320"/>
                  </a:lnTo>
                  <a:lnTo>
                    <a:pt x="56535" y="45710"/>
                  </a:lnTo>
                  <a:lnTo>
                    <a:pt x="50623" y="51868"/>
                  </a:lnTo>
                  <a:lnTo>
                    <a:pt x="46316" y="53437"/>
                  </a:lnTo>
                  <a:lnTo>
                    <a:pt x="44542" y="55808"/>
                  </a:lnTo>
                  <a:lnTo>
                    <a:pt x="45322" y="50765"/>
                  </a:lnTo>
                  <a:lnTo>
                    <a:pt x="40781" y="45862"/>
                  </a:lnTo>
                  <a:lnTo>
                    <a:pt x="37532" y="44580"/>
                  </a:lnTo>
                  <a:lnTo>
                    <a:pt x="37065" y="45823"/>
                  </a:lnTo>
                  <a:lnTo>
                    <a:pt x="33300" y="48286"/>
                  </a:lnTo>
                  <a:lnTo>
                    <a:pt x="16582" y="49909"/>
                  </a:lnTo>
                  <a:lnTo>
                    <a:pt x="12552" y="55419"/>
                  </a:lnTo>
                  <a:lnTo>
                    <a:pt x="9025" y="56097"/>
                  </a:lnTo>
                  <a:lnTo>
                    <a:pt x="6536" y="59390"/>
                  </a:lnTo>
                  <a:lnTo>
                    <a:pt x="1748" y="61450"/>
                  </a:lnTo>
                  <a:lnTo>
                    <a:pt x="0" y="58453"/>
                  </a:lnTo>
                  <a:lnTo>
                    <a:pt x="5083" y="52499"/>
                  </a:lnTo>
                  <a:lnTo>
                    <a:pt x="1451" y="48760"/>
                  </a:lnTo>
                  <a:lnTo>
                    <a:pt x="3152" y="46615"/>
                  </a:lnTo>
                  <a:lnTo>
                    <a:pt x="6369" y="39965"/>
                  </a:lnTo>
                  <a:lnTo>
                    <a:pt x="10889" y="41434"/>
                  </a:lnTo>
                  <a:lnTo>
                    <a:pt x="14152" y="38603"/>
                  </a:lnTo>
                  <a:lnTo>
                    <a:pt x="15414" y="35829"/>
                  </a:lnTo>
                  <a:lnTo>
                    <a:pt x="16018" y="31436"/>
                  </a:lnTo>
                  <a:lnTo>
                    <a:pt x="15849" y="24008"/>
                  </a:lnTo>
                  <a:lnTo>
                    <a:pt x="17665" y="20014"/>
                  </a:lnTo>
                  <a:lnTo>
                    <a:pt x="16727" y="10177"/>
                  </a:lnTo>
                  <a:lnTo>
                    <a:pt x="14887" y="3265"/>
                  </a:lnTo>
                  <a:lnTo>
                    <a:pt x="15563" y="1310"/>
                  </a:lnTo>
                  <a:lnTo>
                    <a:pt x="18216" y="0"/>
                  </a:lnTo>
                  <a:lnTo>
                    <a:pt x="21044" y="6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8" name="ph7578"/>
            <p:cNvSpPr/>
            <p:nvPr/>
          </p:nvSpPr>
          <p:spPr>
            <a:xfrm>
              <a:off x="10306014" y="2731733"/>
              <a:ext cx="26445" cy="38217"/>
            </a:xfrm>
            <a:custGeom>
              <a:avLst/>
              <a:pathLst>
                <a:path w="26445" h="38217">
                  <a:moveTo>
                    <a:pt x="15563" y="6775"/>
                  </a:moveTo>
                  <a:lnTo>
                    <a:pt x="18020" y="5360"/>
                  </a:lnTo>
                  <a:lnTo>
                    <a:pt x="20575" y="6176"/>
                  </a:lnTo>
                  <a:lnTo>
                    <a:pt x="18028" y="9786"/>
                  </a:lnTo>
                  <a:lnTo>
                    <a:pt x="19743" y="13131"/>
                  </a:lnTo>
                  <a:lnTo>
                    <a:pt x="24692" y="18257"/>
                  </a:lnTo>
                  <a:lnTo>
                    <a:pt x="26445" y="22165"/>
                  </a:lnTo>
                  <a:lnTo>
                    <a:pt x="26052" y="23148"/>
                  </a:lnTo>
                  <a:lnTo>
                    <a:pt x="22837" y="25816"/>
                  </a:lnTo>
                  <a:lnTo>
                    <a:pt x="21338" y="28766"/>
                  </a:lnTo>
                  <a:lnTo>
                    <a:pt x="17713" y="32060"/>
                  </a:lnTo>
                  <a:lnTo>
                    <a:pt x="14792" y="36957"/>
                  </a:lnTo>
                  <a:lnTo>
                    <a:pt x="13547" y="37506"/>
                  </a:lnTo>
                  <a:lnTo>
                    <a:pt x="12687" y="38217"/>
                  </a:lnTo>
                  <a:lnTo>
                    <a:pt x="10087" y="37840"/>
                  </a:lnTo>
                  <a:lnTo>
                    <a:pt x="8711" y="36786"/>
                  </a:lnTo>
                  <a:lnTo>
                    <a:pt x="5972" y="36947"/>
                  </a:lnTo>
                  <a:lnTo>
                    <a:pt x="6887" y="34627"/>
                  </a:lnTo>
                  <a:lnTo>
                    <a:pt x="1254" y="27938"/>
                  </a:lnTo>
                  <a:lnTo>
                    <a:pt x="0" y="20283"/>
                  </a:lnTo>
                  <a:lnTo>
                    <a:pt x="2776" y="18600"/>
                  </a:lnTo>
                  <a:lnTo>
                    <a:pt x="5739" y="19138"/>
                  </a:lnTo>
                  <a:lnTo>
                    <a:pt x="4057" y="16230"/>
                  </a:lnTo>
                  <a:lnTo>
                    <a:pt x="168" y="12720"/>
                  </a:lnTo>
                  <a:lnTo>
                    <a:pt x="2399" y="12166"/>
                  </a:lnTo>
                  <a:lnTo>
                    <a:pt x="3630" y="10972"/>
                  </a:lnTo>
                  <a:lnTo>
                    <a:pt x="6370" y="0"/>
                  </a:lnTo>
                  <a:lnTo>
                    <a:pt x="7003" y="515"/>
                  </a:lnTo>
                  <a:lnTo>
                    <a:pt x="9050" y="1025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9" name="ph7579"/>
            <p:cNvSpPr/>
            <p:nvPr/>
          </p:nvSpPr>
          <p:spPr>
            <a:xfrm>
              <a:off x="10273789" y="2711025"/>
              <a:ext cx="43669" cy="23311"/>
            </a:xfrm>
            <a:custGeom>
              <a:avLst/>
              <a:pathLst>
                <a:path w="43669" h="23311">
                  <a:moveTo>
                    <a:pt x="17248" y="400"/>
                  </a:moveTo>
                  <a:lnTo>
                    <a:pt x="19713" y="2388"/>
                  </a:lnTo>
                  <a:lnTo>
                    <a:pt x="35314" y="4072"/>
                  </a:lnTo>
                  <a:lnTo>
                    <a:pt x="40838" y="9068"/>
                  </a:lnTo>
                  <a:lnTo>
                    <a:pt x="38043" y="10037"/>
                  </a:lnTo>
                  <a:lnTo>
                    <a:pt x="41604" y="12423"/>
                  </a:lnTo>
                  <a:lnTo>
                    <a:pt x="43057" y="12613"/>
                  </a:lnTo>
                  <a:lnTo>
                    <a:pt x="43669" y="12705"/>
                  </a:lnTo>
                  <a:lnTo>
                    <a:pt x="43417" y="14785"/>
                  </a:lnTo>
                  <a:lnTo>
                    <a:pt x="41248" y="15278"/>
                  </a:lnTo>
                  <a:lnTo>
                    <a:pt x="38389" y="19911"/>
                  </a:lnTo>
                  <a:lnTo>
                    <a:pt x="39229" y="21223"/>
                  </a:lnTo>
                  <a:lnTo>
                    <a:pt x="38595" y="20708"/>
                  </a:lnTo>
                  <a:lnTo>
                    <a:pt x="35799" y="19460"/>
                  </a:lnTo>
                  <a:lnTo>
                    <a:pt x="31249" y="19386"/>
                  </a:lnTo>
                  <a:lnTo>
                    <a:pt x="28569" y="22378"/>
                  </a:lnTo>
                  <a:lnTo>
                    <a:pt x="23503" y="23311"/>
                  </a:lnTo>
                  <a:lnTo>
                    <a:pt x="20813" y="22584"/>
                  </a:lnTo>
                  <a:lnTo>
                    <a:pt x="17785" y="20385"/>
                  </a:lnTo>
                  <a:lnTo>
                    <a:pt x="12576" y="17987"/>
                  </a:lnTo>
                  <a:lnTo>
                    <a:pt x="8440" y="19039"/>
                  </a:lnTo>
                  <a:lnTo>
                    <a:pt x="5548" y="21194"/>
                  </a:lnTo>
                  <a:lnTo>
                    <a:pt x="6" y="16400"/>
                  </a:lnTo>
                  <a:lnTo>
                    <a:pt x="0" y="14857"/>
                  </a:lnTo>
                  <a:lnTo>
                    <a:pt x="1469" y="11867"/>
                  </a:lnTo>
                  <a:lnTo>
                    <a:pt x="4340" y="12428"/>
                  </a:lnTo>
                  <a:lnTo>
                    <a:pt x="5954" y="10627"/>
                  </a:lnTo>
                  <a:lnTo>
                    <a:pt x="6614" y="5631"/>
                  </a:lnTo>
                  <a:lnTo>
                    <a:pt x="7670" y="4900"/>
                  </a:lnTo>
                  <a:lnTo>
                    <a:pt x="11724" y="4424"/>
                  </a:lnTo>
                  <a:lnTo>
                    <a:pt x="13123" y="3362"/>
                  </a:lnTo>
                  <a:lnTo>
                    <a:pt x="14520" y="811"/>
                  </a:lnTo>
                  <a:lnTo>
                    <a:pt x="1519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0" name="ph7580"/>
            <p:cNvSpPr/>
            <p:nvPr/>
          </p:nvSpPr>
          <p:spPr>
            <a:xfrm>
              <a:off x="10236208" y="2521398"/>
              <a:ext cx="69505" cy="65474"/>
            </a:xfrm>
            <a:custGeom>
              <a:avLst/>
              <a:pathLst>
                <a:path w="69505" h="65474">
                  <a:moveTo>
                    <a:pt x="19025" y="1820"/>
                  </a:moveTo>
                  <a:lnTo>
                    <a:pt x="19914" y="3164"/>
                  </a:lnTo>
                  <a:lnTo>
                    <a:pt x="21441" y="15678"/>
                  </a:lnTo>
                  <a:lnTo>
                    <a:pt x="22571" y="17141"/>
                  </a:lnTo>
                  <a:lnTo>
                    <a:pt x="25454" y="15682"/>
                  </a:lnTo>
                  <a:lnTo>
                    <a:pt x="40214" y="16049"/>
                  </a:lnTo>
                  <a:lnTo>
                    <a:pt x="49865" y="15573"/>
                  </a:lnTo>
                  <a:lnTo>
                    <a:pt x="57913" y="13680"/>
                  </a:lnTo>
                  <a:lnTo>
                    <a:pt x="57335" y="14683"/>
                  </a:lnTo>
                  <a:lnTo>
                    <a:pt x="57033" y="20157"/>
                  </a:lnTo>
                  <a:lnTo>
                    <a:pt x="59278" y="25965"/>
                  </a:lnTo>
                  <a:lnTo>
                    <a:pt x="59201" y="30465"/>
                  </a:lnTo>
                  <a:lnTo>
                    <a:pt x="62389" y="33200"/>
                  </a:lnTo>
                  <a:lnTo>
                    <a:pt x="65148" y="31627"/>
                  </a:lnTo>
                  <a:lnTo>
                    <a:pt x="66875" y="32557"/>
                  </a:lnTo>
                  <a:lnTo>
                    <a:pt x="68238" y="34987"/>
                  </a:lnTo>
                  <a:lnTo>
                    <a:pt x="67006" y="41030"/>
                  </a:lnTo>
                  <a:lnTo>
                    <a:pt x="69505" y="42404"/>
                  </a:lnTo>
                  <a:lnTo>
                    <a:pt x="51237" y="47889"/>
                  </a:lnTo>
                  <a:lnTo>
                    <a:pt x="49986" y="49013"/>
                  </a:lnTo>
                  <a:lnTo>
                    <a:pt x="49495" y="51608"/>
                  </a:lnTo>
                  <a:lnTo>
                    <a:pt x="46548" y="59959"/>
                  </a:lnTo>
                  <a:lnTo>
                    <a:pt x="44842" y="61867"/>
                  </a:lnTo>
                  <a:lnTo>
                    <a:pt x="37350" y="65328"/>
                  </a:lnTo>
                  <a:lnTo>
                    <a:pt x="34781" y="65474"/>
                  </a:lnTo>
                  <a:lnTo>
                    <a:pt x="31797" y="62846"/>
                  </a:lnTo>
                  <a:lnTo>
                    <a:pt x="30203" y="59401"/>
                  </a:lnTo>
                  <a:lnTo>
                    <a:pt x="27705" y="59781"/>
                  </a:lnTo>
                  <a:lnTo>
                    <a:pt x="27638" y="61565"/>
                  </a:lnTo>
                  <a:lnTo>
                    <a:pt x="21507" y="61110"/>
                  </a:lnTo>
                  <a:lnTo>
                    <a:pt x="14944" y="61673"/>
                  </a:lnTo>
                  <a:lnTo>
                    <a:pt x="12906" y="54678"/>
                  </a:lnTo>
                  <a:lnTo>
                    <a:pt x="12743" y="50844"/>
                  </a:lnTo>
                  <a:lnTo>
                    <a:pt x="6309" y="50298"/>
                  </a:lnTo>
                  <a:lnTo>
                    <a:pt x="2525" y="51139"/>
                  </a:lnTo>
                  <a:lnTo>
                    <a:pt x="0" y="42404"/>
                  </a:lnTo>
                  <a:lnTo>
                    <a:pt x="109" y="36611"/>
                  </a:lnTo>
                  <a:lnTo>
                    <a:pt x="2142" y="32760"/>
                  </a:lnTo>
                  <a:lnTo>
                    <a:pt x="3331" y="32226"/>
                  </a:lnTo>
                  <a:lnTo>
                    <a:pt x="5693" y="23959"/>
                  </a:lnTo>
                  <a:lnTo>
                    <a:pt x="3330" y="17617"/>
                  </a:lnTo>
                  <a:lnTo>
                    <a:pt x="3064" y="14628"/>
                  </a:lnTo>
                  <a:lnTo>
                    <a:pt x="8395" y="12517"/>
                  </a:lnTo>
                  <a:lnTo>
                    <a:pt x="10807" y="7038"/>
                  </a:lnTo>
                  <a:lnTo>
                    <a:pt x="13406" y="7139"/>
                  </a:lnTo>
                  <a:lnTo>
                    <a:pt x="13104" y="1132"/>
                  </a:lnTo>
                  <a:lnTo>
                    <a:pt x="1541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1" name="ph7581"/>
            <p:cNvSpPr/>
            <p:nvPr/>
          </p:nvSpPr>
          <p:spPr>
            <a:xfrm>
              <a:off x="10350356" y="2747009"/>
              <a:ext cx="28361" cy="42533"/>
            </a:xfrm>
            <a:custGeom>
              <a:avLst/>
              <a:pathLst>
                <a:path w="28361" h="42533">
                  <a:moveTo>
                    <a:pt x="24736" y="592"/>
                  </a:moveTo>
                  <a:lnTo>
                    <a:pt x="26716" y="3670"/>
                  </a:lnTo>
                  <a:lnTo>
                    <a:pt x="26025" y="6681"/>
                  </a:lnTo>
                  <a:lnTo>
                    <a:pt x="27614" y="9118"/>
                  </a:lnTo>
                  <a:lnTo>
                    <a:pt x="26848" y="14476"/>
                  </a:lnTo>
                  <a:lnTo>
                    <a:pt x="26250" y="16342"/>
                  </a:lnTo>
                  <a:lnTo>
                    <a:pt x="25426" y="16790"/>
                  </a:lnTo>
                  <a:lnTo>
                    <a:pt x="24175" y="21326"/>
                  </a:lnTo>
                  <a:lnTo>
                    <a:pt x="24246" y="25575"/>
                  </a:lnTo>
                  <a:lnTo>
                    <a:pt x="24799" y="28369"/>
                  </a:lnTo>
                  <a:lnTo>
                    <a:pt x="26411" y="29401"/>
                  </a:lnTo>
                  <a:lnTo>
                    <a:pt x="27943" y="29469"/>
                  </a:lnTo>
                  <a:lnTo>
                    <a:pt x="28361" y="29783"/>
                  </a:lnTo>
                  <a:lnTo>
                    <a:pt x="27705" y="32265"/>
                  </a:lnTo>
                  <a:lnTo>
                    <a:pt x="26096" y="31627"/>
                  </a:lnTo>
                  <a:lnTo>
                    <a:pt x="21714" y="37216"/>
                  </a:lnTo>
                  <a:lnTo>
                    <a:pt x="17957" y="42533"/>
                  </a:lnTo>
                  <a:lnTo>
                    <a:pt x="16640" y="38840"/>
                  </a:lnTo>
                  <a:lnTo>
                    <a:pt x="14985" y="37011"/>
                  </a:lnTo>
                  <a:lnTo>
                    <a:pt x="12594" y="31964"/>
                  </a:lnTo>
                  <a:lnTo>
                    <a:pt x="12263" y="28639"/>
                  </a:lnTo>
                  <a:lnTo>
                    <a:pt x="7129" y="28449"/>
                  </a:lnTo>
                  <a:lnTo>
                    <a:pt x="5500" y="30918"/>
                  </a:lnTo>
                  <a:lnTo>
                    <a:pt x="1581" y="31094"/>
                  </a:lnTo>
                  <a:lnTo>
                    <a:pt x="209" y="29034"/>
                  </a:lnTo>
                  <a:lnTo>
                    <a:pt x="0" y="26025"/>
                  </a:lnTo>
                  <a:lnTo>
                    <a:pt x="1111" y="23619"/>
                  </a:lnTo>
                  <a:lnTo>
                    <a:pt x="5185" y="23086"/>
                  </a:lnTo>
                  <a:lnTo>
                    <a:pt x="5589" y="22332"/>
                  </a:lnTo>
                  <a:lnTo>
                    <a:pt x="3134" y="17711"/>
                  </a:lnTo>
                  <a:lnTo>
                    <a:pt x="4337" y="16225"/>
                  </a:lnTo>
                  <a:lnTo>
                    <a:pt x="14377" y="16211"/>
                  </a:lnTo>
                  <a:lnTo>
                    <a:pt x="18604" y="14430"/>
                  </a:lnTo>
                  <a:lnTo>
                    <a:pt x="18657" y="13251"/>
                  </a:lnTo>
                  <a:lnTo>
                    <a:pt x="16366" y="10361"/>
                  </a:lnTo>
                  <a:lnTo>
                    <a:pt x="13772" y="4157"/>
                  </a:lnTo>
                  <a:lnTo>
                    <a:pt x="13677" y="112"/>
                  </a:lnTo>
                  <a:lnTo>
                    <a:pt x="15064" y="905"/>
                  </a:lnTo>
                  <a:lnTo>
                    <a:pt x="2211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2" name="ph7582"/>
            <p:cNvSpPr/>
            <p:nvPr/>
          </p:nvSpPr>
          <p:spPr>
            <a:xfrm>
              <a:off x="10338892" y="2729586"/>
              <a:ext cx="36200" cy="35134"/>
            </a:xfrm>
            <a:custGeom>
              <a:avLst/>
              <a:pathLst>
                <a:path w="36200" h="35134">
                  <a:moveTo>
                    <a:pt x="20625" y="519"/>
                  </a:moveTo>
                  <a:lnTo>
                    <a:pt x="22130" y="2373"/>
                  </a:lnTo>
                  <a:lnTo>
                    <a:pt x="23514" y="5205"/>
                  </a:lnTo>
                  <a:lnTo>
                    <a:pt x="23995" y="9420"/>
                  </a:lnTo>
                  <a:lnTo>
                    <a:pt x="25245" y="11435"/>
                  </a:lnTo>
                  <a:lnTo>
                    <a:pt x="28153" y="10613"/>
                  </a:lnTo>
                  <a:lnTo>
                    <a:pt x="29172" y="11097"/>
                  </a:lnTo>
                  <a:lnTo>
                    <a:pt x="35119" y="15107"/>
                  </a:lnTo>
                  <a:lnTo>
                    <a:pt x="36200" y="18015"/>
                  </a:lnTo>
                  <a:lnTo>
                    <a:pt x="33578" y="17423"/>
                  </a:lnTo>
                  <a:lnTo>
                    <a:pt x="26528" y="18328"/>
                  </a:lnTo>
                  <a:lnTo>
                    <a:pt x="25141" y="17535"/>
                  </a:lnTo>
                  <a:lnTo>
                    <a:pt x="25237" y="21580"/>
                  </a:lnTo>
                  <a:lnTo>
                    <a:pt x="27830" y="27784"/>
                  </a:lnTo>
                  <a:lnTo>
                    <a:pt x="30121" y="30674"/>
                  </a:lnTo>
                  <a:lnTo>
                    <a:pt x="30069" y="31853"/>
                  </a:lnTo>
                  <a:lnTo>
                    <a:pt x="25842" y="33634"/>
                  </a:lnTo>
                  <a:lnTo>
                    <a:pt x="15801" y="33648"/>
                  </a:lnTo>
                  <a:lnTo>
                    <a:pt x="14599" y="35134"/>
                  </a:lnTo>
                  <a:lnTo>
                    <a:pt x="13065" y="34824"/>
                  </a:lnTo>
                  <a:lnTo>
                    <a:pt x="10003" y="28917"/>
                  </a:lnTo>
                  <a:lnTo>
                    <a:pt x="4121" y="26166"/>
                  </a:lnTo>
                  <a:lnTo>
                    <a:pt x="7725" y="23013"/>
                  </a:lnTo>
                  <a:lnTo>
                    <a:pt x="2553" y="20307"/>
                  </a:lnTo>
                  <a:lnTo>
                    <a:pt x="852" y="19482"/>
                  </a:lnTo>
                  <a:lnTo>
                    <a:pt x="0" y="16279"/>
                  </a:lnTo>
                  <a:lnTo>
                    <a:pt x="4701" y="15980"/>
                  </a:lnTo>
                  <a:lnTo>
                    <a:pt x="10438" y="12785"/>
                  </a:lnTo>
                  <a:lnTo>
                    <a:pt x="17202" y="7567"/>
                  </a:lnTo>
                  <a:lnTo>
                    <a:pt x="18487" y="5033"/>
                  </a:lnTo>
                  <a:lnTo>
                    <a:pt x="16983" y="2018"/>
                  </a:lnTo>
                  <a:lnTo>
                    <a:pt x="183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3" name="ph7583"/>
            <p:cNvSpPr/>
            <p:nvPr/>
          </p:nvSpPr>
          <p:spPr>
            <a:xfrm>
              <a:off x="10312178" y="2698656"/>
              <a:ext cx="45201" cy="60860"/>
            </a:xfrm>
            <a:custGeom>
              <a:avLst/>
              <a:pathLst>
                <a:path w="45201" h="60860">
                  <a:moveTo>
                    <a:pt x="26945" y="4332"/>
                  </a:moveTo>
                  <a:lnTo>
                    <a:pt x="26279" y="5031"/>
                  </a:lnTo>
                  <a:lnTo>
                    <a:pt x="26227" y="6668"/>
                  </a:lnTo>
                  <a:lnTo>
                    <a:pt x="27267" y="10374"/>
                  </a:lnTo>
                  <a:lnTo>
                    <a:pt x="30638" y="10744"/>
                  </a:lnTo>
                  <a:lnTo>
                    <a:pt x="31212" y="11415"/>
                  </a:lnTo>
                  <a:lnTo>
                    <a:pt x="31385" y="12427"/>
                  </a:lnTo>
                  <a:lnTo>
                    <a:pt x="29450" y="14747"/>
                  </a:lnTo>
                  <a:lnTo>
                    <a:pt x="29571" y="16914"/>
                  </a:lnTo>
                  <a:lnTo>
                    <a:pt x="30618" y="17677"/>
                  </a:lnTo>
                  <a:lnTo>
                    <a:pt x="32682" y="17547"/>
                  </a:lnTo>
                  <a:lnTo>
                    <a:pt x="34241" y="15538"/>
                  </a:lnTo>
                  <a:lnTo>
                    <a:pt x="36276" y="15626"/>
                  </a:lnTo>
                  <a:lnTo>
                    <a:pt x="37112" y="16606"/>
                  </a:lnTo>
                  <a:lnTo>
                    <a:pt x="37536" y="22008"/>
                  </a:lnTo>
                  <a:lnTo>
                    <a:pt x="38508" y="22487"/>
                  </a:lnTo>
                  <a:lnTo>
                    <a:pt x="39924" y="21648"/>
                  </a:lnTo>
                  <a:lnTo>
                    <a:pt x="42580" y="23083"/>
                  </a:lnTo>
                  <a:lnTo>
                    <a:pt x="42546" y="25741"/>
                  </a:lnTo>
                  <a:lnTo>
                    <a:pt x="43688" y="29537"/>
                  </a:lnTo>
                  <a:lnTo>
                    <a:pt x="45082" y="30930"/>
                  </a:lnTo>
                  <a:lnTo>
                    <a:pt x="43697" y="32949"/>
                  </a:lnTo>
                  <a:lnTo>
                    <a:pt x="45201" y="35963"/>
                  </a:lnTo>
                  <a:lnTo>
                    <a:pt x="43916" y="38497"/>
                  </a:lnTo>
                  <a:lnTo>
                    <a:pt x="37152" y="43715"/>
                  </a:lnTo>
                  <a:lnTo>
                    <a:pt x="31415" y="46910"/>
                  </a:lnTo>
                  <a:lnTo>
                    <a:pt x="26714" y="47209"/>
                  </a:lnTo>
                  <a:lnTo>
                    <a:pt x="27566" y="50412"/>
                  </a:lnTo>
                  <a:lnTo>
                    <a:pt x="29267" y="51238"/>
                  </a:lnTo>
                  <a:lnTo>
                    <a:pt x="29702" y="53233"/>
                  </a:lnTo>
                  <a:lnTo>
                    <a:pt x="23972" y="55766"/>
                  </a:lnTo>
                  <a:lnTo>
                    <a:pt x="24286" y="58896"/>
                  </a:lnTo>
                  <a:lnTo>
                    <a:pt x="23444" y="60860"/>
                  </a:lnTo>
                  <a:lnTo>
                    <a:pt x="18529" y="51334"/>
                  </a:lnTo>
                  <a:lnTo>
                    <a:pt x="13580" y="46208"/>
                  </a:lnTo>
                  <a:lnTo>
                    <a:pt x="11864" y="42863"/>
                  </a:lnTo>
                  <a:lnTo>
                    <a:pt x="14412" y="39253"/>
                  </a:lnTo>
                  <a:lnTo>
                    <a:pt x="11857" y="38437"/>
                  </a:lnTo>
                  <a:lnTo>
                    <a:pt x="9400" y="39852"/>
                  </a:lnTo>
                  <a:lnTo>
                    <a:pt x="2887" y="34102"/>
                  </a:lnTo>
                  <a:lnTo>
                    <a:pt x="840" y="33592"/>
                  </a:lnTo>
                  <a:lnTo>
                    <a:pt x="0" y="32280"/>
                  </a:lnTo>
                  <a:lnTo>
                    <a:pt x="2859" y="27647"/>
                  </a:lnTo>
                  <a:lnTo>
                    <a:pt x="5028" y="27154"/>
                  </a:lnTo>
                  <a:lnTo>
                    <a:pt x="5280" y="25074"/>
                  </a:lnTo>
                  <a:lnTo>
                    <a:pt x="4668" y="24982"/>
                  </a:lnTo>
                  <a:lnTo>
                    <a:pt x="7820" y="22696"/>
                  </a:lnTo>
                  <a:lnTo>
                    <a:pt x="9184" y="22810"/>
                  </a:lnTo>
                  <a:lnTo>
                    <a:pt x="9981" y="24512"/>
                  </a:lnTo>
                  <a:lnTo>
                    <a:pt x="11074" y="24902"/>
                  </a:lnTo>
                  <a:lnTo>
                    <a:pt x="13021" y="21723"/>
                  </a:lnTo>
                  <a:lnTo>
                    <a:pt x="8497" y="19326"/>
                  </a:lnTo>
                  <a:lnTo>
                    <a:pt x="14589" y="14629"/>
                  </a:lnTo>
                  <a:lnTo>
                    <a:pt x="19792" y="12208"/>
                  </a:lnTo>
                  <a:lnTo>
                    <a:pt x="20049" y="11536"/>
                  </a:lnTo>
                  <a:lnTo>
                    <a:pt x="16077" y="7064"/>
                  </a:lnTo>
                  <a:lnTo>
                    <a:pt x="17296" y="2424"/>
                  </a:lnTo>
                  <a:lnTo>
                    <a:pt x="17795" y="1944"/>
                  </a:lnTo>
                  <a:lnTo>
                    <a:pt x="21264" y="2352"/>
                  </a:lnTo>
                  <a:lnTo>
                    <a:pt x="236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4" name="ph7584"/>
            <p:cNvSpPr/>
            <p:nvPr/>
          </p:nvSpPr>
          <p:spPr>
            <a:xfrm>
              <a:off x="10192968" y="2666167"/>
              <a:ext cx="1006" cy="1409"/>
            </a:xfrm>
            <a:custGeom>
              <a:avLst/>
              <a:pathLst>
                <a:path w="1006" h="1409">
                  <a:moveTo>
                    <a:pt x="870" y="474"/>
                  </a:moveTo>
                  <a:lnTo>
                    <a:pt x="1006" y="1409"/>
                  </a:lnTo>
                  <a:lnTo>
                    <a:pt x="203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5" name="ph7585"/>
            <p:cNvSpPr/>
            <p:nvPr/>
          </p:nvSpPr>
          <p:spPr>
            <a:xfrm>
              <a:off x="10219485" y="2614762"/>
              <a:ext cx="87718" cy="79072"/>
            </a:xfrm>
            <a:custGeom>
              <a:avLst/>
              <a:pathLst>
                <a:path w="87718" h="79072">
                  <a:moveTo>
                    <a:pt x="4534" y="6378"/>
                  </a:moveTo>
                  <a:lnTo>
                    <a:pt x="4863" y="12826"/>
                  </a:lnTo>
                  <a:lnTo>
                    <a:pt x="6657" y="17945"/>
                  </a:lnTo>
                  <a:lnTo>
                    <a:pt x="7693" y="18958"/>
                  </a:lnTo>
                  <a:lnTo>
                    <a:pt x="11536" y="26628"/>
                  </a:lnTo>
                  <a:lnTo>
                    <a:pt x="20002" y="40438"/>
                  </a:lnTo>
                  <a:lnTo>
                    <a:pt x="27783" y="44621"/>
                  </a:lnTo>
                  <a:lnTo>
                    <a:pt x="31955" y="42616"/>
                  </a:lnTo>
                  <a:lnTo>
                    <a:pt x="32792" y="53446"/>
                  </a:lnTo>
                  <a:lnTo>
                    <a:pt x="36514" y="52117"/>
                  </a:lnTo>
                  <a:lnTo>
                    <a:pt x="39312" y="49523"/>
                  </a:lnTo>
                  <a:lnTo>
                    <a:pt x="46289" y="49921"/>
                  </a:lnTo>
                  <a:lnTo>
                    <a:pt x="47091" y="50925"/>
                  </a:lnTo>
                  <a:lnTo>
                    <a:pt x="49353" y="50519"/>
                  </a:lnTo>
                  <a:lnTo>
                    <a:pt x="49958" y="49116"/>
                  </a:lnTo>
                  <a:lnTo>
                    <a:pt x="51697" y="47032"/>
                  </a:lnTo>
                  <a:lnTo>
                    <a:pt x="53669" y="47437"/>
                  </a:lnTo>
                  <a:lnTo>
                    <a:pt x="54752" y="50552"/>
                  </a:lnTo>
                  <a:lnTo>
                    <a:pt x="56302" y="51270"/>
                  </a:lnTo>
                  <a:lnTo>
                    <a:pt x="61277" y="51425"/>
                  </a:lnTo>
                  <a:lnTo>
                    <a:pt x="61607" y="48995"/>
                  </a:lnTo>
                  <a:lnTo>
                    <a:pt x="65416" y="47697"/>
                  </a:lnTo>
                  <a:lnTo>
                    <a:pt x="69203" y="47437"/>
                  </a:lnTo>
                  <a:lnTo>
                    <a:pt x="69193" y="48405"/>
                  </a:lnTo>
                  <a:lnTo>
                    <a:pt x="75160" y="49683"/>
                  </a:lnTo>
                  <a:lnTo>
                    <a:pt x="79941" y="49920"/>
                  </a:lnTo>
                  <a:lnTo>
                    <a:pt x="81130" y="49237"/>
                  </a:lnTo>
                  <a:lnTo>
                    <a:pt x="82960" y="50175"/>
                  </a:lnTo>
                  <a:lnTo>
                    <a:pt x="83242" y="51131"/>
                  </a:lnTo>
                  <a:lnTo>
                    <a:pt x="87718" y="49180"/>
                  </a:lnTo>
                  <a:lnTo>
                    <a:pt x="87383" y="54884"/>
                  </a:lnTo>
                  <a:lnTo>
                    <a:pt x="86631" y="53597"/>
                  </a:lnTo>
                  <a:lnTo>
                    <a:pt x="84329" y="53679"/>
                  </a:lnTo>
                  <a:lnTo>
                    <a:pt x="78694" y="58836"/>
                  </a:lnTo>
                  <a:lnTo>
                    <a:pt x="78764" y="62605"/>
                  </a:lnTo>
                  <a:lnTo>
                    <a:pt x="79891" y="63418"/>
                  </a:lnTo>
                  <a:lnTo>
                    <a:pt x="79334" y="66981"/>
                  </a:lnTo>
                  <a:lnTo>
                    <a:pt x="76570" y="69099"/>
                  </a:lnTo>
                  <a:lnTo>
                    <a:pt x="72518" y="70156"/>
                  </a:lnTo>
                  <a:lnTo>
                    <a:pt x="68916" y="69528"/>
                  </a:lnTo>
                  <a:lnTo>
                    <a:pt x="67459" y="66661"/>
                  </a:lnTo>
                  <a:lnTo>
                    <a:pt x="63011" y="66276"/>
                  </a:lnTo>
                  <a:lnTo>
                    <a:pt x="58132" y="67066"/>
                  </a:lnTo>
                  <a:lnTo>
                    <a:pt x="59472" y="74673"/>
                  </a:lnTo>
                  <a:lnTo>
                    <a:pt x="58542" y="74940"/>
                  </a:lnTo>
                  <a:lnTo>
                    <a:pt x="56343" y="71227"/>
                  </a:lnTo>
                  <a:lnTo>
                    <a:pt x="52858" y="72153"/>
                  </a:lnTo>
                  <a:lnTo>
                    <a:pt x="45503" y="72031"/>
                  </a:lnTo>
                  <a:lnTo>
                    <a:pt x="40640" y="67306"/>
                  </a:lnTo>
                  <a:lnTo>
                    <a:pt x="38558" y="67053"/>
                  </a:lnTo>
                  <a:lnTo>
                    <a:pt x="39847" y="70067"/>
                  </a:lnTo>
                  <a:lnTo>
                    <a:pt x="38652" y="71625"/>
                  </a:lnTo>
                  <a:lnTo>
                    <a:pt x="37878" y="71823"/>
                  </a:lnTo>
                  <a:lnTo>
                    <a:pt x="35295" y="70056"/>
                  </a:lnTo>
                  <a:lnTo>
                    <a:pt x="32674" y="71112"/>
                  </a:lnTo>
                  <a:lnTo>
                    <a:pt x="31604" y="71650"/>
                  </a:lnTo>
                  <a:lnTo>
                    <a:pt x="30815" y="74339"/>
                  </a:lnTo>
                  <a:lnTo>
                    <a:pt x="24628" y="77074"/>
                  </a:lnTo>
                  <a:lnTo>
                    <a:pt x="23848" y="76716"/>
                  </a:lnTo>
                  <a:lnTo>
                    <a:pt x="22232" y="79072"/>
                  </a:lnTo>
                  <a:lnTo>
                    <a:pt x="15714" y="63830"/>
                  </a:lnTo>
                  <a:lnTo>
                    <a:pt x="5431" y="44985"/>
                  </a:lnTo>
                  <a:lnTo>
                    <a:pt x="1031" y="35362"/>
                  </a:lnTo>
                  <a:lnTo>
                    <a:pt x="173" y="29666"/>
                  </a:lnTo>
                  <a:lnTo>
                    <a:pt x="1585" y="11375"/>
                  </a:lnTo>
                  <a:lnTo>
                    <a:pt x="0" y="0"/>
                  </a:lnTo>
                  <a:lnTo>
                    <a:pt x="2938" y="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6" name="ph7586"/>
            <p:cNvSpPr/>
            <p:nvPr/>
          </p:nvSpPr>
          <p:spPr>
            <a:xfrm>
              <a:off x="10209529" y="2581449"/>
              <a:ext cx="55046" cy="52271"/>
            </a:xfrm>
            <a:custGeom>
              <a:avLst/>
              <a:pathLst>
                <a:path w="55046" h="52271">
                  <a:moveTo>
                    <a:pt x="8651" y="0"/>
                  </a:moveTo>
                  <a:lnTo>
                    <a:pt x="9512" y="4172"/>
                  </a:lnTo>
                  <a:lnTo>
                    <a:pt x="10822" y="6229"/>
                  </a:lnTo>
                  <a:lnTo>
                    <a:pt x="15714" y="8331"/>
                  </a:lnTo>
                  <a:lnTo>
                    <a:pt x="18641" y="8767"/>
                  </a:lnTo>
                  <a:lnTo>
                    <a:pt x="21416" y="10384"/>
                  </a:lnTo>
                  <a:lnTo>
                    <a:pt x="22963" y="12176"/>
                  </a:lnTo>
                  <a:lnTo>
                    <a:pt x="23060" y="13358"/>
                  </a:lnTo>
                  <a:lnTo>
                    <a:pt x="21190" y="14813"/>
                  </a:lnTo>
                  <a:lnTo>
                    <a:pt x="25071" y="17665"/>
                  </a:lnTo>
                  <a:lnTo>
                    <a:pt x="25305" y="15093"/>
                  </a:lnTo>
                  <a:lnTo>
                    <a:pt x="26449" y="13604"/>
                  </a:lnTo>
                  <a:lnTo>
                    <a:pt x="30701" y="14078"/>
                  </a:lnTo>
                  <a:lnTo>
                    <a:pt x="33248" y="15712"/>
                  </a:lnTo>
                  <a:lnTo>
                    <a:pt x="38341" y="16628"/>
                  </a:lnTo>
                  <a:lnTo>
                    <a:pt x="38135" y="21078"/>
                  </a:lnTo>
                  <a:lnTo>
                    <a:pt x="39576" y="24776"/>
                  </a:lnTo>
                  <a:lnTo>
                    <a:pt x="43950" y="27117"/>
                  </a:lnTo>
                  <a:lnTo>
                    <a:pt x="45780" y="24793"/>
                  </a:lnTo>
                  <a:lnTo>
                    <a:pt x="47363" y="24552"/>
                  </a:lnTo>
                  <a:lnTo>
                    <a:pt x="50128" y="28599"/>
                  </a:lnTo>
                  <a:lnTo>
                    <a:pt x="50727" y="32818"/>
                  </a:lnTo>
                  <a:lnTo>
                    <a:pt x="53847" y="32562"/>
                  </a:lnTo>
                  <a:lnTo>
                    <a:pt x="55046" y="37492"/>
                  </a:lnTo>
                  <a:lnTo>
                    <a:pt x="45686" y="40865"/>
                  </a:lnTo>
                  <a:lnTo>
                    <a:pt x="42957" y="40552"/>
                  </a:lnTo>
                  <a:lnTo>
                    <a:pt x="43301" y="39029"/>
                  </a:lnTo>
                  <a:lnTo>
                    <a:pt x="42632" y="38207"/>
                  </a:lnTo>
                  <a:lnTo>
                    <a:pt x="38066" y="40011"/>
                  </a:lnTo>
                  <a:lnTo>
                    <a:pt x="37527" y="41043"/>
                  </a:lnTo>
                  <a:lnTo>
                    <a:pt x="38220" y="43578"/>
                  </a:lnTo>
                  <a:lnTo>
                    <a:pt x="35853" y="45388"/>
                  </a:lnTo>
                  <a:lnTo>
                    <a:pt x="31448" y="44831"/>
                  </a:lnTo>
                  <a:lnTo>
                    <a:pt x="29007" y="43746"/>
                  </a:lnTo>
                  <a:lnTo>
                    <a:pt x="27189" y="41343"/>
                  </a:lnTo>
                  <a:lnTo>
                    <a:pt x="26383" y="47844"/>
                  </a:lnTo>
                  <a:lnTo>
                    <a:pt x="19333" y="49247"/>
                  </a:lnTo>
                  <a:lnTo>
                    <a:pt x="19435" y="52057"/>
                  </a:lnTo>
                  <a:lnTo>
                    <a:pt x="17648" y="52271"/>
                  </a:lnTo>
                  <a:lnTo>
                    <a:pt x="16612" y="51257"/>
                  </a:lnTo>
                  <a:lnTo>
                    <a:pt x="14819" y="46139"/>
                  </a:lnTo>
                  <a:lnTo>
                    <a:pt x="14489" y="39691"/>
                  </a:lnTo>
                  <a:lnTo>
                    <a:pt x="12894" y="33377"/>
                  </a:lnTo>
                  <a:lnTo>
                    <a:pt x="9955" y="33312"/>
                  </a:lnTo>
                  <a:lnTo>
                    <a:pt x="6472" y="19598"/>
                  </a:lnTo>
                  <a:lnTo>
                    <a:pt x="0" y="3883"/>
                  </a:lnTo>
                  <a:lnTo>
                    <a:pt x="1026" y="3692"/>
                  </a:lnTo>
                  <a:lnTo>
                    <a:pt x="4830" y="11457"/>
                  </a:lnTo>
                  <a:lnTo>
                    <a:pt x="6236" y="12356"/>
                  </a:lnTo>
                  <a:lnTo>
                    <a:pt x="8904" y="12372"/>
                  </a:lnTo>
                  <a:lnTo>
                    <a:pt x="9600" y="10793"/>
                  </a:lnTo>
                  <a:lnTo>
                    <a:pt x="9222" y="7734"/>
                  </a:lnTo>
                  <a:lnTo>
                    <a:pt x="6596" y="1572"/>
                  </a:lnTo>
                  <a:lnTo>
                    <a:pt x="6834" y="39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7" name="ph7587"/>
            <p:cNvSpPr/>
            <p:nvPr/>
          </p:nvSpPr>
          <p:spPr>
            <a:xfrm>
              <a:off x="10330825" y="2772019"/>
              <a:ext cx="42236" cy="46769"/>
            </a:xfrm>
            <a:custGeom>
              <a:avLst/>
              <a:pathLst>
                <a:path w="42236" h="46769">
                  <a:moveTo>
                    <a:pt x="9704" y="5210"/>
                  </a:moveTo>
                  <a:lnTo>
                    <a:pt x="16557" y="0"/>
                  </a:lnTo>
                  <a:lnTo>
                    <a:pt x="18882" y="18"/>
                  </a:lnTo>
                  <a:lnTo>
                    <a:pt x="19531" y="1015"/>
                  </a:lnTo>
                  <a:lnTo>
                    <a:pt x="19740" y="4024"/>
                  </a:lnTo>
                  <a:lnTo>
                    <a:pt x="21112" y="6084"/>
                  </a:lnTo>
                  <a:lnTo>
                    <a:pt x="25031" y="5909"/>
                  </a:lnTo>
                  <a:lnTo>
                    <a:pt x="26661" y="3440"/>
                  </a:lnTo>
                  <a:lnTo>
                    <a:pt x="31795" y="3629"/>
                  </a:lnTo>
                  <a:lnTo>
                    <a:pt x="32125" y="6954"/>
                  </a:lnTo>
                  <a:lnTo>
                    <a:pt x="34517" y="12001"/>
                  </a:lnTo>
                  <a:lnTo>
                    <a:pt x="36171" y="13831"/>
                  </a:lnTo>
                  <a:lnTo>
                    <a:pt x="37488" y="17523"/>
                  </a:lnTo>
                  <a:lnTo>
                    <a:pt x="34552" y="18691"/>
                  </a:lnTo>
                  <a:lnTo>
                    <a:pt x="31568" y="17712"/>
                  </a:lnTo>
                  <a:lnTo>
                    <a:pt x="29709" y="18331"/>
                  </a:lnTo>
                  <a:lnTo>
                    <a:pt x="29637" y="24936"/>
                  </a:lnTo>
                  <a:lnTo>
                    <a:pt x="33367" y="23487"/>
                  </a:lnTo>
                  <a:lnTo>
                    <a:pt x="37631" y="25550"/>
                  </a:lnTo>
                  <a:lnTo>
                    <a:pt x="40907" y="31076"/>
                  </a:lnTo>
                  <a:lnTo>
                    <a:pt x="42236" y="32145"/>
                  </a:lnTo>
                  <a:lnTo>
                    <a:pt x="42224" y="36501"/>
                  </a:lnTo>
                  <a:lnTo>
                    <a:pt x="41558" y="37397"/>
                  </a:lnTo>
                  <a:lnTo>
                    <a:pt x="41605" y="46205"/>
                  </a:lnTo>
                  <a:lnTo>
                    <a:pt x="41002" y="46769"/>
                  </a:lnTo>
                  <a:lnTo>
                    <a:pt x="38227" y="43687"/>
                  </a:lnTo>
                  <a:lnTo>
                    <a:pt x="37088" y="36187"/>
                  </a:lnTo>
                  <a:lnTo>
                    <a:pt x="33792" y="33215"/>
                  </a:lnTo>
                  <a:lnTo>
                    <a:pt x="30809" y="32128"/>
                  </a:lnTo>
                  <a:lnTo>
                    <a:pt x="23760" y="23843"/>
                  </a:lnTo>
                  <a:lnTo>
                    <a:pt x="18919" y="22228"/>
                  </a:lnTo>
                  <a:lnTo>
                    <a:pt x="16554" y="20296"/>
                  </a:lnTo>
                  <a:lnTo>
                    <a:pt x="14000" y="17473"/>
                  </a:lnTo>
                  <a:lnTo>
                    <a:pt x="9610" y="9539"/>
                  </a:lnTo>
                  <a:lnTo>
                    <a:pt x="8064" y="8058"/>
                  </a:lnTo>
                  <a:lnTo>
                    <a:pt x="5118" y="6782"/>
                  </a:lnTo>
                  <a:lnTo>
                    <a:pt x="1138" y="7978"/>
                  </a:lnTo>
                  <a:lnTo>
                    <a:pt x="0" y="7912"/>
                  </a:lnTo>
                  <a:lnTo>
                    <a:pt x="5443" y="3054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8" name="ph7588"/>
            <p:cNvSpPr/>
            <p:nvPr/>
          </p:nvSpPr>
          <p:spPr>
            <a:xfrm>
              <a:off x="10148021" y="2726739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9" name="ph7589"/>
            <p:cNvSpPr/>
            <p:nvPr/>
          </p:nvSpPr>
          <p:spPr>
            <a:xfrm>
              <a:off x="10124475" y="2707064"/>
              <a:ext cx="14670" cy="9145"/>
            </a:xfrm>
            <a:custGeom>
              <a:avLst/>
              <a:pathLst>
                <a:path w="14670" h="9145">
                  <a:moveTo>
                    <a:pt x="13717" y="1954"/>
                  </a:move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lnTo>
                    <a:pt x="0" y="3253"/>
                  </a:ln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0" name="ph7590"/>
            <p:cNvSpPr/>
            <p:nvPr/>
          </p:nvSpPr>
          <p:spPr>
            <a:xfrm>
              <a:off x="10241718" y="2681815"/>
              <a:ext cx="46591" cy="46228"/>
            </a:xfrm>
            <a:custGeom>
              <a:avLst/>
              <a:pathLst>
                <a:path w="46591" h="46228">
                  <a:moveTo>
                    <a:pt x="34110" y="4173"/>
                  </a:moveTo>
                  <a:lnTo>
                    <a:pt x="36309" y="7887"/>
                  </a:lnTo>
                  <a:lnTo>
                    <a:pt x="37239" y="7620"/>
                  </a:lnTo>
                  <a:lnTo>
                    <a:pt x="40676" y="7730"/>
                  </a:lnTo>
                  <a:lnTo>
                    <a:pt x="41646" y="9138"/>
                  </a:lnTo>
                  <a:lnTo>
                    <a:pt x="40139" y="11261"/>
                  </a:lnTo>
                  <a:lnTo>
                    <a:pt x="40221" y="14531"/>
                  </a:lnTo>
                  <a:lnTo>
                    <a:pt x="43502" y="17849"/>
                  </a:lnTo>
                  <a:lnTo>
                    <a:pt x="43978" y="22358"/>
                  </a:lnTo>
                  <a:lnTo>
                    <a:pt x="42295" y="23702"/>
                  </a:lnTo>
                  <a:lnTo>
                    <a:pt x="41952" y="25625"/>
                  </a:lnTo>
                  <a:lnTo>
                    <a:pt x="43287" y="28377"/>
                  </a:lnTo>
                  <a:lnTo>
                    <a:pt x="46591" y="30021"/>
                  </a:lnTo>
                  <a:lnTo>
                    <a:pt x="45194" y="32572"/>
                  </a:lnTo>
                  <a:lnTo>
                    <a:pt x="43795" y="33633"/>
                  </a:lnTo>
                  <a:lnTo>
                    <a:pt x="39741" y="34110"/>
                  </a:lnTo>
                  <a:lnTo>
                    <a:pt x="38686" y="34841"/>
                  </a:lnTo>
                  <a:lnTo>
                    <a:pt x="38025" y="39836"/>
                  </a:lnTo>
                  <a:lnTo>
                    <a:pt x="36412" y="41637"/>
                  </a:lnTo>
                  <a:lnTo>
                    <a:pt x="33540" y="41076"/>
                  </a:lnTo>
                  <a:lnTo>
                    <a:pt x="32071" y="44067"/>
                  </a:lnTo>
                  <a:lnTo>
                    <a:pt x="32077" y="45610"/>
                  </a:lnTo>
                  <a:lnTo>
                    <a:pt x="28640" y="46228"/>
                  </a:lnTo>
                  <a:lnTo>
                    <a:pt x="27233" y="44870"/>
                  </a:lnTo>
                  <a:lnTo>
                    <a:pt x="27608" y="43980"/>
                  </a:lnTo>
                  <a:lnTo>
                    <a:pt x="24781" y="43366"/>
                  </a:lnTo>
                  <a:lnTo>
                    <a:pt x="22127" y="44676"/>
                  </a:lnTo>
                  <a:lnTo>
                    <a:pt x="27950" y="34928"/>
                  </a:lnTo>
                  <a:lnTo>
                    <a:pt x="27008" y="29344"/>
                  </a:lnTo>
                  <a:lnTo>
                    <a:pt x="23172" y="25175"/>
                  </a:lnTo>
                  <a:lnTo>
                    <a:pt x="22220" y="25060"/>
                  </a:lnTo>
                  <a:lnTo>
                    <a:pt x="20879" y="26489"/>
                  </a:lnTo>
                  <a:lnTo>
                    <a:pt x="19584" y="26774"/>
                  </a:lnTo>
                  <a:lnTo>
                    <a:pt x="3687" y="15702"/>
                  </a:lnTo>
                  <a:lnTo>
                    <a:pt x="0" y="12019"/>
                  </a:lnTo>
                  <a:lnTo>
                    <a:pt x="1615" y="9663"/>
                  </a:lnTo>
                  <a:lnTo>
                    <a:pt x="2395" y="10021"/>
                  </a:lnTo>
                  <a:lnTo>
                    <a:pt x="8582" y="7286"/>
                  </a:lnTo>
                  <a:lnTo>
                    <a:pt x="9371" y="4597"/>
                  </a:lnTo>
                  <a:lnTo>
                    <a:pt x="10441" y="4058"/>
                  </a:lnTo>
                  <a:lnTo>
                    <a:pt x="13062" y="3003"/>
                  </a:lnTo>
                  <a:lnTo>
                    <a:pt x="15645" y="4770"/>
                  </a:lnTo>
                  <a:lnTo>
                    <a:pt x="16419" y="4571"/>
                  </a:lnTo>
                  <a:lnTo>
                    <a:pt x="17615" y="3013"/>
                  </a:lnTo>
                  <a:lnTo>
                    <a:pt x="16325" y="0"/>
                  </a:lnTo>
                  <a:lnTo>
                    <a:pt x="18407" y="253"/>
                  </a:lnTo>
                  <a:lnTo>
                    <a:pt x="23270" y="4978"/>
                  </a:lnTo>
                  <a:lnTo>
                    <a:pt x="30625" y="510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1" name="ph7591"/>
            <p:cNvSpPr/>
            <p:nvPr/>
          </p:nvSpPr>
          <p:spPr>
            <a:xfrm>
              <a:off x="10107623" y="2682743"/>
              <a:ext cx="15672" cy="17373"/>
            </a:xfrm>
            <a:custGeom>
              <a:avLst/>
              <a:pathLst>
                <a:path w="15672" h="17373">
                  <a:moveTo>
                    <a:pt x="12866" y="4619"/>
                  </a:moveTo>
                  <a:lnTo>
                    <a:pt x="15672" y="11531"/>
                  </a:lnTo>
                  <a:lnTo>
                    <a:pt x="14897" y="15027"/>
                  </a:lnTo>
                  <a:lnTo>
                    <a:pt x="12773" y="17373"/>
                  </a:ln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2" name="ph7592"/>
            <p:cNvSpPr/>
            <p:nvPr/>
          </p:nvSpPr>
          <p:spPr>
            <a:xfrm>
              <a:off x="10104060" y="2672998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3" name="ph7593"/>
            <p:cNvSpPr/>
            <p:nvPr/>
          </p:nvSpPr>
          <p:spPr>
            <a:xfrm>
              <a:off x="10230825" y="2769762"/>
              <a:ext cx="62779" cy="38663"/>
            </a:xfrm>
            <a:custGeom>
              <a:avLst/>
              <a:pathLst>
                <a:path w="62779" h="38663">
                  <a:moveTo>
                    <a:pt x="58238" y="1281"/>
                  </a:moveTo>
                  <a:lnTo>
                    <a:pt x="62779" y="6184"/>
                  </a:lnTo>
                  <a:lnTo>
                    <a:pt x="61999" y="11227"/>
                  </a:lnTo>
                  <a:lnTo>
                    <a:pt x="53445" y="8145"/>
                  </a:lnTo>
                  <a:lnTo>
                    <a:pt x="49838" y="8344"/>
                  </a:lnTo>
                  <a:lnTo>
                    <a:pt x="48720" y="9264"/>
                  </a:lnTo>
                  <a:lnTo>
                    <a:pt x="42843" y="14122"/>
                  </a:lnTo>
                  <a:lnTo>
                    <a:pt x="40958" y="16504"/>
                  </a:lnTo>
                  <a:lnTo>
                    <a:pt x="38809" y="22116"/>
                  </a:lnTo>
                  <a:lnTo>
                    <a:pt x="39111" y="24174"/>
                  </a:lnTo>
                  <a:lnTo>
                    <a:pt x="40074" y="24622"/>
                  </a:lnTo>
                  <a:lnTo>
                    <a:pt x="38765" y="27545"/>
                  </a:lnTo>
                  <a:lnTo>
                    <a:pt x="35688" y="26892"/>
                  </a:lnTo>
                  <a:lnTo>
                    <a:pt x="32073" y="29656"/>
                  </a:lnTo>
                  <a:lnTo>
                    <a:pt x="29815" y="34804"/>
                  </a:lnTo>
                  <a:lnTo>
                    <a:pt x="28805" y="36282"/>
                  </a:lnTo>
                  <a:lnTo>
                    <a:pt x="26785" y="37478"/>
                  </a:lnTo>
                  <a:lnTo>
                    <a:pt x="26467" y="38663"/>
                  </a:lnTo>
                  <a:lnTo>
                    <a:pt x="25782" y="38438"/>
                  </a:lnTo>
                  <a:lnTo>
                    <a:pt x="22762" y="31440"/>
                  </a:lnTo>
                  <a:lnTo>
                    <a:pt x="19246" y="28056"/>
                  </a:lnTo>
                  <a:lnTo>
                    <a:pt x="17457" y="27720"/>
                  </a:lnTo>
                  <a:lnTo>
                    <a:pt x="14461" y="30205"/>
                  </a:lnTo>
                  <a:lnTo>
                    <a:pt x="12022" y="30794"/>
                  </a:lnTo>
                  <a:lnTo>
                    <a:pt x="0" y="26261"/>
                  </a:lnTo>
                  <a:lnTo>
                    <a:pt x="11732" y="11410"/>
                  </a:lnTo>
                  <a:lnTo>
                    <a:pt x="13633" y="7686"/>
                  </a:lnTo>
                  <a:lnTo>
                    <a:pt x="18908" y="4180"/>
                  </a:lnTo>
                  <a:lnTo>
                    <a:pt x="22540" y="7918"/>
                  </a:lnTo>
                  <a:lnTo>
                    <a:pt x="17457" y="13873"/>
                  </a:lnTo>
                  <a:lnTo>
                    <a:pt x="19205" y="16870"/>
                  </a:lnTo>
                  <a:lnTo>
                    <a:pt x="23993" y="14809"/>
                  </a:lnTo>
                  <a:lnTo>
                    <a:pt x="26483" y="11517"/>
                  </a:lnTo>
                  <a:lnTo>
                    <a:pt x="30009" y="10838"/>
                  </a:lnTo>
                  <a:lnTo>
                    <a:pt x="34039" y="5328"/>
                  </a:lnTo>
                  <a:lnTo>
                    <a:pt x="50757" y="3705"/>
                  </a:lnTo>
                  <a:lnTo>
                    <a:pt x="54522" y="1242"/>
                  </a:lnTo>
                  <a:lnTo>
                    <a:pt x="5499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4" name="ph7594"/>
            <p:cNvSpPr/>
            <p:nvPr/>
          </p:nvSpPr>
          <p:spPr>
            <a:xfrm>
              <a:off x="10319562" y="2749894"/>
              <a:ext cx="36383" cy="30037"/>
            </a:xfrm>
            <a:custGeom>
              <a:avLst/>
              <a:pathLst>
                <a:path w="36383" h="30037">
                  <a:moveTo>
                    <a:pt x="27056" y="2705"/>
                  </a:moveTo>
                  <a:lnTo>
                    <a:pt x="23451" y="5858"/>
                  </a:lnTo>
                  <a:lnTo>
                    <a:pt x="29333" y="8610"/>
                  </a:lnTo>
                  <a:lnTo>
                    <a:pt x="32395" y="14516"/>
                  </a:lnTo>
                  <a:lnTo>
                    <a:pt x="33929" y="14826"/>
                  </a:lnTo>
                  <a:lnTo>
                    <a:pt x="36383" y="19447"/>
                  </a:lnTo>
                  <a:lnTo>
                    <a:pt x="35979" y="20201"/>
                  </a:lnTo>
                  <a:lnTo>
                    <a:pt x="31905" y="20734"/>
                  </a:lnTo>
                  <a:lnTo>
                    <a:pt x="30794" y="23140"/>
                  </a:lnTo>
                  <a:lnTo>
                    <a:pt x="30145" y="22143"/>
                  </a:lnTo>
                  <a:lnTo>
                    <a:pt x="27820" y="22124"/>
                  </a:lnTo>
                  <a:lnTo>
                    <a:pt x="20967" y="27335"/>
                  </a:lnTo>
                  <a:lnTo>
                    <a:pt x="16706" y="25178"/>
                  </a:lnTo>
                  <a:lnTo>
                    <a:pt x="11262" y="30037"/>
                  </a:lnTo>
                  <a:lnTo>
                    <a:pt x="10278" y="28833"/>
                  </a:lnTo>
                  <a:lnTo>
                    <a:pt x="5332" y="26952"/>
                  </a:lnTo>
                  <a:lnTo>
                    <a:pt x="191" y="22811"/>
                  </a:lnTo>
                  <a:lnTo>
                    <a:pt x="679" y="20337"/>
                  </a:lnTo>
                  <a:lnTo>
                    <a:pt x="0" y="19345"/>
                  </a:lnTo>
                  <a:lnTo>
                    <a:pt x="1244" y="18796"/>
                  </a:lnTo>
                  <a:lnTo>
                    <a:pt x="4165" y="13899"/>
                  </a:lnTo>
                  <a:lnTo>
                    <a:pt x="7791" y="10605"/>
                  </a:lnTo>
                  <a:lnTo>
                    <a:pt x="9290" y="7655"/>
                  </a:lnTo>
                  <a:lnTo>
                    <a:pt x="12505" y="4987"/>
                  </a:lnTo>
                  <a:lnTo>
                    <a:pt x="12898" y="4003"/>
                  </a:lnTo>
                  <a:lnTo>
                    <a:pt x="11145" y="96"/>
                  </a:lnTo>
                  <a:lnTo>
                    <a:pt x="16060" y="9622"/>
                  </a:lnTo>
                  <a:lnTo>
                    <a:pt x="16902" y="7658"/>
                  </a:lnTo>
                  <a:lnTo>
                    <a:pt x="16588" y="4528"/>
                  </a:lnTo>
                  <a:lnTo>
                    <a:pt x="22318" y="1995"/>
                  </a:lnTo>
                  <a:lnTo>
                    <a:pt x="2188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5" name="ph7595"/>
            <p:cNvSpPr/>
            <p:nvPr/>
          </p:nvSpPr>
          <p:spPr>
            <a:xfrm>
              <a:off x="10869486" y="2304033"/>
              <a:ext cx="13840" cy="11511"/>
            </a:xfrm>
            <a:custGeom>
              <a:avLst/>
              <a:pathLst>
                <a:path w="13840" h="11511">
                  <a:moveTo>
                    <a:pt x="1102" y="0"/>
                  </a:moveTo>
                  <a:lnTo>
                    <a:pt x="13671" y="265"/>
                  </a:lnTo>
                  <a:lnTo>
                    <a:pt x="13840" y="10502"/>
                  </a:lnTo>
                  <a:lnTo>
                    <a:pt x="11748" y="11511"/>
                  </a:lnTo>
                  <a:lnTo>
                    <a:pt x="269" y="11390"/>
                  </a:lnTo>
                  <a:lnTo>
                    <a:pt x="0" y="822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6" name="ph7596"/>
            <p:cNvSpPr/>
            <p:nvPr/>
          </p:nvSpPr>
          <p:spPr>
            <a:xfrm>
              <a:off x="10761660" y="2207973"/>
              <a:ext cx="53261" cy="39768"/>
            </a:xfrm>
            <a:custGeom>
              <a:avLst/>
              <a:pathLst>
                <a:path w="53261" h="39768">
                  <a:moveTo>
                    <a:pt x="30964" y="3424"/>
                  </a:moveTo>
                  <a:lnTo>
                    <a:pt x="32500" y="3983"/>
                  </a:lnTo>
                  <a:lnTo>
                    <a:pt x="33765" y="6875"/>
                  </a:lnTo>
                  <a:lnTo>
                    <a:pt x="32909" y="13390"/>
                  </a:lnTo>
                  <a:lnTo>
                    <a:pt x="41655" y="18860"/>
                  </a:lnTo>
                  <a:lnTo>
                    <a:pt x="48877" y="27144"/>
                  </a:lnTo>
                  <a:lnTo>
                    <a:pt x="51143" y="31557"/>
                  </a:lnTo>
                  <a:lnTo>
                    <a:pt x="52030" y="35924"/>
                  </a:lnTo>
                  <a:lnTo>
                    <a:pt x="53261" y="37792"/>
                  </a:lnTo>
                  <a:lnTo>
                    <a:pt x="47091" y="39768"/>
                  </a:lnTo>
                  <a:lnTo>
                    <a:pt x="37241" y="34848"/>
                  </a:lnTo>
                  <a:lnTo>
                    <a:pt x="33073" y="37274"/>
                  </a:lnTo>
                  <a:lnTo>
                    <a:pt x="31108" y="37401"/>
                  </a:lnTo>
                  <a:lnTo>
                    <a:pt x="27488" y="35481"/>
                  </a:lnTo>
                  <a:lnTo>
                    <a:pt x="21659" y="34108"/>
                  </a:lnTo>
                  <a:lnTo>
                    <a:pt x="15818" y="33293"/>
                  </a:lnTo>
                  <a:lnTo>
                    <a:pt x="16371" y="30464"/>
                  </a:lnTo>
                  <a:lnTo>
                    <a:pt x="12084" y="29180"/>
                  </a:lnTo>
                  <a:lnTo>
                    <a:pt x="13210" y="28246"/>
                  </a:lnTo>
                  <a:lnTo>
                    <a:pt x="14156" y="27462"/>
                  </a:lnTo>
                  <a:lnTo>
                    <a:pt x="21725" y="28048"/>
                  </a:lnTo>
                  <a:lnTo>
                    <a:pt x="20760" y="25981"/>
                  </a:lnTo>
                  <a:lnTo>
                    <a:pt x="12802" y="23734"/>
                  </a:lnTo>
                  <a:lnTo>
                    <a:pt x="10519" y="21388"/>
                  </a:lnTo>
                  <a:lnTo>
                    <a:pt x="4331" y="21946"/>
                  </a:lnTo>
                  <a:lnTo>
                    <a:pt x="1095" y="17695"/>
                  </a:lnTo>
                  <a:lnTo>
                    <a:pt x="0" y="14037"/>
                  </a:lnTo>
                  <a:lnTo>
                    <a:pt x="693" y="14854"/>
                  </a:lnTo>
                  <a:lnTo>
                    <a:pt x="3220" y="13420"/>
                  </a:lnTo>
                  <a:lnTo>
                    <a:pt x="6471" y="10608"/>
                  </a:lnTo>
                  <a:lnTo>
                    <a:pt x="9041" y="6902"/>
                  </a:lnTo>
                  <a:lnTo>
                    <a:pt x="13630" y="4405"/>
                  </a:lnTo>
                  <a:lnTo>
                    <a:pt x="17638" y="5857"/>
                  </a:lnTo>
                  <a:lnTo>
                    <a:pt x="19354" y="4784"/>
                  </a:lnTo>
                  <a:lnTo>
                    <a:pt x="235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7" name="ph7597"/>
            <p:cNvSpPr/>
            <p:nvPr/>
          </p:nvSpPr>
          <p:spPr>
            <a:xfrm>
              <a:off x="10799329" y="2069233"/>
              <a:ext cx="48289" cy="79823"/>
            </a:xfrm>
            <a:custGeom>
              <a:avLst/>
              <a:pathLst>
                <a:path w="48289" h="79823">
                  <a:moveTo>
                    <a:pt x="11950" y="499"/>
                  </a:moveTo>
                  <a:lnTo>
                    <a:pt x="12521" y="1697"/>
                  </a:lnTo>
                  <a:lnTo>
                    <a:pt x="12162" y="3621"/>
                  </a:lnTo>
                  <a:lnTo>
                    <a:pt x="20804" y="4742"/>
                  </a:lnTo>
                  <a:lnTo>
                    <a:pt x="24377" y="12007"/>
                  </a:lnTo>
                  <a:lnTo>
                    <a:pt x="23178" y="13596"/>
                  </a:lnTo>
                  <a:lnTo>
                    <a:pt x="29693" y="13295"/>
                  </a:lnTo>
                  <a:lnTo>
                    <a:pt x="33558" y="25392"/>
                  </a:lnTo>
                  <a:lnTo>
                    <a:pt x="35319" y="28180"/>
                  </a:lnTo>
                  <a:lnTo>
                    <a:pt x="28528" y="32786"/>
                  </a:lnTo>
                  <a:lnTo>
                    <a:pt x="35421" y="38360"/>
                  </a:lnTo>
                  <a:lnTo>
                    <a:pt x="37897" y="43791"/>
                  </a:lnTo>
                  <a:lnTo>
                    <a:pt x="37418" y="47235"/>
                  </a:lnTo>
                  <a:lnTo>
                    <a:pt x="35639" y="50484"/>
                  </a:lnTo>
                  <a:lnTo>
                    <a:pt x="35740" y="51847"/>
                  </a:lnTo>
                  <a:lnTo>
                    <a:pt x="41748" y="55108"/>
                  </a:lnTo>
                  <a:lnTo>
                    <a:pt x="40921" y="58525"/>
                  </a:lnTo>
                  <a:lnTo>
                    <a:pt x="42586" y="61329"/>
                  </a:lnTo>
                  <a:lnTo>
                    <a:pt x="47467" y="62116"/>
                  </a:lnTo>
                  <a:lnTo>
                    <a:pt x="48289" y="66083"/>
                  </a:lnTo>
                  <a:lnTo>
                    <a:pt x="47874" y="69079"/>
                  </a:lnTo>
                  <a:lnTo>
                    <a:pt x="44800" y="79823"/>
                  </a:lnTo>
                  <a:lnTo>
                    <a:pt x="37572" y="78323"/>
                  </a:lnTo>
                  <a:lnTo>
                    <a:pt x="33752" y="72500"/>
                  </a:lnTo>
                  <a:lnTo>
                    <a:pt x="31361" y="71170"/>
                  </a:lnTo>
                  <a:lnTo>
                    <a:pt x="19753" y="69551"/>
                  </a:lnTo>
                  <a:lnTo>
                    <a:pt x="16915" y="60508"/>
                  </a:lnTo>
                  <a:lnTo>
                    <a:pt x="13648" y="54220"/>
                  </a:lnTo>
                  <a:lnTo>
                    <a:pt x="15600" y="51210"/>
                  </a:lnTo>
                  <a:lnTo>
                    <a:pt x="15674" y="49650"/>
                  </a:lnTo>
                  <a:lnTo>
                    <a:pt x="15102" y="48956"/>
                  </a:lnTo>
                  <a:lnTo>
                    <a:pt x="12852" y="48673"/>
                  </a:lnTo>
                  <a:lnTo>
                    <a:pt x="9546" y="36789"/>
                  </a:lnTo>
                  <a:lnTo>
                    <a:pt x="8262" y="34543"/>
                  </a:lnTo>
                  <a:lnTo>
                    <a:pt x="4432" y="31385"/>
                  </a:lnTo>
                  <a:lnTo>
                    <a:pt x="5132" y="29667"/>
                  </a:lnTo>
                  <a:lnTo>
                    <a:pt x="4011" y="26147"/>
                  </a:lnTo>
                  <a:lnTo>
                    <a:pt x="2420" y="26236"/>
                  </a:lnTo>
                  <a:lnTo>
                    <a:pt x="0" y="14948"/>
                  </a:lnTo>
                  <a:lnTo>
                    <a:pt x="6495" y="14676"/>
                  </a:lnTo>
                  <a:lnTo>
                    <a:pt x="6518" y="12410"/>
                  </a:lnTo>
                  <a:lnTo>
                    <a:pt x="4077" y="7134"/>
                  </a:lnTo>
                  <a:lnTo>
                    <a:pt x="6918" y="7879"/>
                  </a:lnTo>
                  <a:lnTo>
                    <a:pt x="98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8" name="ph7598"/>
            <p:cNvSpPr/>
            <p:nvPr/>
          </p:nvSpPr>
          <p:spPr>
            <a:xfrm>
              <a:off x="10863804" y="2185363"/>
              <a:ext cx="40781" cy="65595"/>
            </a:xfrm>
            <a:custGeom>
              <a:avLst/>
              <a:pathLst>
                <a:path w="40781" h="65595">
                  <a:moveTo>
                    <a:pt x="12466" y="3512"/>
                  </a:moveTo>
                  <a:lnTo>
                    <a:pt x="16294" y="7788"/>
                  </a:lnTo>
                  <a:lnTo>
                    <a:pt x="25769" y="3122"/>
                  </a:lnTo>
                  <a:lnTo>
                    <a:pt x="25770" y="8564"/>
                  </a:lnTo>
                  <a:lnTo>
                    <a:pt x="24266" y="9386"/>
                  </a:lnTo>
                  <a:lnTo>
                    <a:pt x="23562" y="11544"/>
                  </a:lnTo>
                  <a:lnTo>
                    <a:pt x="29710" y="9564"/>
                  </a:lnTo>
                  <a:lnTo>
                    <a:pt x="31370" y="13188"/>
                  </a:lnTo>
                  <a:lnTo>
                    <a:pt x="34523" y="10440"/>
                  </a:lnTo>
                  <a:lnTo>
                    <a:pt x="40781" y="18334"/>
                  </a:lnTo>
                  <a:lnTo>
                    <a:pt x="40719" y="19512"/>
                  </a:lnTo>
                  <a:lnTo>
                    <a:pt x="36563" y="21808"/>
                  </a:lnTo>
                  <a:lnTo>
                    <a:pt x="39051" y="25122"/>
                  </a:lnTo>
                  <a:lnTo>
                    <a:pt x="34557" y="28365"/>
                  </a:lnTo>
                  <a:lnTo>
                    <a:pt x="39795" y="36007"/>
                  </a:lnTo>
                  <a:lnTo>
                    <a:pt x="38007" y="46353"/>
                  </a:lnTo>
                  <a:lnTo>
                    <a:pt x="38657" y="47108"/>
                  </a:lnTo>
                  <a:lnTo>
                    <a:pt x="38999" y="53446"/>
                  </a:lnTo>
                  <a:lnTo>
                    <a:pt x="37307" y="53275"/>
                  </a:lnTo>
                  <a:lnTo>
                    <a:pt x="29284" y="56351"/>
                  </a:lnTo>
                  <a:lnTo>
                    <a:pt x="23078" y="51832"/>
                  </a:lnTo>
                  <a:lnTo>
                    <a:pt x="20528" y="50995"/>
                  </a:lnTo>
                  <a:lnTo>
                    <a:pt x="16519" y="51351"/>
                  </a:lnTo>
                  <a:lnTo>
                    <a:pt x="16827" y="54492"/>
                  </a:lnTo>
                  <a:lnTo>
                    <a:pt x="15724" y="56582"/>
                  </a:lnTo>
                  <a:lnTo>
                    <a:pt x="14899" y="56457"/>
                  </a:lnTo>
                  <a:lnTo>
                    <a:pt x="14655" y="53864"/>
                  </a:lnTo>
                  <a:lnTo>
                    <a:pt x="12347" y="54104"/>
                  </a:lnTo>
                  <a:lnTo>
                    <a:pt x="13232" y="63472"/>
                  </a:lnTo>
                  <a:lnTo>
                    <a:pt x="11509" y="63660"/>
                  </a:lnTo>
                  <a:lnTo>
                    <a:pt x="11180" y="60188"/>
                  </a:lnTo>
                  <a:lnTo>
                    <a:pt x="9023" y="60310"/>
                  </a:lnTo>
                  <a:lnTo>
                    <a:pt x="9531" y="65595"/>
                  </a:lnTo>
                  <a:lnTo>
                    <a:pt x="108" y="59668"/>
                  </a:lnTo>
                  <a:lnTo>
                    <a:pt x="1740" y="59327"/>
                  </a:lnTo>
                  <a:lnTo>
                    <a:pt x="4773" y="54415"/>
                  </a:lnTo>
                  <a:lnTo>
                    <a:pt x="9486" y="51938"/>
                  </a:lnTo>
                  <a:lnTo>
                    <a:pt x="10640" y="49578"/>
                  </a:lnTo>
                  <a:lnTo>
                    <a:pt x="7917" y="45931"/>
                  </a:lnTo>
                  <a:lnTo>
                    <a:pt x="5316" y="45265"/>
                  </a:lnTo>
                  <a:lnTo>
                    <a:pt x="4598" y="36982"/>
                  </a:lnTo>
                  <a:lnTo>
                    <a:pt x="1663" y="31513"/>
                  </a:lnTo>
                  <a:lnTo>
                    <a:pt x="0" y="30939"/>
                  </a:lnTo>
                  <a:lnTo>
                    <a:pt x="1623" y="28084"/>
                  </a:lnTo>
                  <a:lnTo>
                    <a:pt x="2471" y="23244"/>
                  </a:lnTo>
                  <a:lnTo>
                    <a:pt x="6848" y="24356"/>
                  </a:lnTo>
                  <a:lnTo>
                    <a:pt x="12727" y="17697"/>
                  </a:lnTo>
                  <a:lnTo>
                    <a:pt x="10367" y="15788"/>
                  </a:lnTo>
                  <a:lnTo>
                    <a:pt x="11272" y="11154"/>
                  </a:lnTo>
                  <a:lnTo>
                    <a:pt x="7561" y="5049"/>
                  </a:lnTo>
                  <a:lnTo>
                    <a:pt x="7669" y="3255"/>
                  </a:lnTo>
                  <a:lnTo>
                    <a:pt x="1073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9" name="ph7599"/>
            <p:cNvSpPr/>
            <p:nvPr/>
          </p:nvSpPr>
          <p:spPr>
            <a:xfrm>
              <a:off x="10883443" y="2137254"/>
              <a:ext cx="27550" cy="28047"/>
            </a:xfrm>
            <a:custGeom>
              <a:avLst/>
              <a:pathLst>
                <a:path w="27550" h="28047">
                  <a:moveTo>
                    <a:pt x="27301" y="2666"/>
                  </a:moveTo>
                  <a:lnTo>
                    <a:pt x="27550" y="9037"/>
                  </a:lnTo>
                  <a:lnTo>
                    <a:pt x="20407" y="22673"/>
                  </a:lnTo>
                  <a:lnTo>
                    <a:pt x="22755" y="28047"/>
                  </a:lnTo>
                  <a:lnTo>
                    <a:pt x="21074" y="27954"/>
                  </a:lnTo>
                  <a:lnTo>
                    <a:pt x="12481" y="27590"/>
                  </a:lnTo>
                  <a:lnTo>
                    <a:pt x="6840" y="19937"/>
                  </a:lnTo>
                  <a:lnTo>
                    <a:pt x="3884" y="17597"/>
                  </a:lnTo>
                  <a:lnTo>
                    <a:pt x="165" y="17702"/>
                  </a:lnTo>
                  <a:lnTo>
                    <a:pt x="0" y="11610"/>
                  </a:lnTo>
                  <a:lnTo>
                    <a:pt x="4750" y="11420"/>
                  </a:lnTo>
                  <a:lnTo>
                    <a:pt x="10382" y="6776"/>
                  </a:lnTo>
                  <a:lnTo>
                    <a:pt x="13553" y="7690"/>
                  </a:lnTo>
                  <a:lnTo>
                    <a:pt x="13183" y="2118"/>
                  </a:lnTo>
                  <a:lnTo>
                    <a:pt x="19118" y="1552"/>
                  </a:lnTo>
                  <a:lnTo>
                    <a:pt x="20055" y="2985"/>
                  </a:lnTo>
                  <a:lnTo>
                    <a:pt x="20705" y="2812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0" name="ph7600"/>
            <p:cNvSpPr/>
            <p:nvPr/>
          </p:nvSpPr>
          <p:spPr>
            <a:xfrm>
              <a:off x="10862407" y="2236359"/>
              <a:ext cx="84426" cy="53798"/>
            </a:xfrm>
            <a:custGeom>
              <a:avLst/>
              <a:pathLst>
                <a:path w="84426" h="53798">
                  <a:moveTo>
                    <a:pt x="24474" y="836"/>
                  </a:moveTo>
                  <a:lnTo>
                    <a:pt x="30681" y="5355"/>
                  </a:lnTo>
                  <a:lnTo>
                    <a:pt x="38704" y="2280"/>
                  </a:lnTo>
                  <a:lnTo>
                    <a:pt x="40396" y="2451"/>
                  </a:lnTo>
                  <a:lnTo>
                    <a:pt x="41070" y="2559"/>
                  </a:lnTo>
                  <a:lnTo>
                    <a:pt x="44400" y="1"/>
                  </a:lnTo>
                  <a:lnTo>
                    <a:pt x="47618" y="2170"/>
                  </a:lnTo>
                  <a:lnTo>
                    <a:pt x="52803" y="11167"/>
                  </a:lnTo>
                  <a:lnTo>
                    <a:pt x="56189" y="11172"/>
                  </a:lnTo>
                  <a:lnTo>
                    <a:pt x="56315" y="9220"/>
                  </a:lnTo>
                  <a:lnTo>
                    <a:pt x="58399" y="8334"/>
                  </a:lnTo>
                  <a:lnTo>
                    <a:pt x="62263" y="10936"/>
                  </a:lnTo>
                  <a:lnTo>
                    <a:pt x="61418" y="11690"/>
                  </a:lnTo>
                  <a:lnTo>
                    <a:pt x="62276" y="13828"/>
                  </a:lnTo>
                  <a:lnTo>
                    <a:pt x="65833" y="14062"/>
                  </a:lnTo>
                  <a:lnTo>
                    <a:pt x="68397" y="13104"/>
                  </a:lnTo>
                  <a:lnTo>
                    <a:pt x="74343" y="19470"/>
                  </a:lnTo>
                  <a:lnTo>
                    <a:pt x="76603" y="18507"/>
                  </a:lnTo>
                  <a:lnTo>
                    <a:pt x="77753" y="19969"/>
                  </a:lnTo>
                  <a:lnTo>
                    <a:pt x="80581" y="27473"/>
                  </a:lnTo>
                  <a:lnTo>
                    <a:pt x="82871" y="26670"/>
                  </a:lnTo>
                  <a:lnTo>
                    <a:pt x="83707" y="29877"/>
                  </a:lnTo>
                  <a:lnTo>
                    <a:pt x="84426" y="32785"/>
                  </a:lnTo>
                  <a:lnTo>
                    <a:pt x="78997" y="32975"/>
                  </a:lnTo>
                  <a:lnTo>
                    <a:pt x="81355" y="35240"/>
                  </a:lnTo>
                  <a:lnTo>
                    <a:pt x="79432" y="37868"/>
                  </a:lnTo>
                  <a:lnTo>
                    <a:pt x="83596" y="42270"/>
                  </a:lnTo>
                  <a:lnTo>
                    <a:pt x="83182" y="44038"/>
                  </a:lnTo>
                  <a:lnTo>
                    <a:pt x="80954" y="43841"/>
                  </a:lnTo>
                  <a:lnTo>
                    <a:pt x="79953" y="44498"/>
                  </a:lnTo>
                  <a:lnTo>
                    <a:pt x="78661" y="49026"/>
                  </a:lnTo>
                  <a:lnTo>
                    <a:pt x="76655" y="50975"/>
                  </a:lnTo>
                  <a:lnTo>
                    <a:pt x="69189" y="53093"/>
                  </a:lnTo>
                  <a:lnTo>
                    <a:pt x="68422" y="53798"/>
                  </a:lnTo>
                  <a:lnTo>
                    <a:pt x="65392" y="53569"/>
                  </a:lnTo>
                  <a:lnTo>
                    <a:pt x="65894" y="49888"/>
                  </a:lnTo>
                  <a:lnTo>
                    <a:pt x="67370" y="49985"/>
                  </a:lnTo>
                  <a:lnTo>
                    <a:pt x="67791" y="47930"/>
                  </a:lnTo>
                  <a:lnTo>
                    <a:pt x="53271" y="46259"/>
                  </a:lnTo>
                  <a:lnTo>
                    <a:pt x="53421" y="41730"/>
                  </a:lnTo>
                  <a:lnTo>
                    <a:pt x="47603" y="40955"/>
                  </a:lnTo>
                  <a:lnTo>
                    <a:pt x="47212" y="43523"/>
                  </a:lnTo>
                  <a:lnTo>
                    <a:pt x="45603" y="45043"/>
                  </a:lnTo>
                  <a:lnTo>
                    <a:pt x="44231" y="44914"/>
                  </a:lnTo>
                  <a:lnTo>
                    <a:pt x="44512" y="43237"/>
                  </a:lnTo>
                  <a:lnTo>
                    <a:pt x="42686" y="43202"/>
                  </a:lnTo>
                  <a:lnTo>
                    <a:pt x="42207" y="46360"/>
                  </a:lnTo>
                  <a:lnTo>
                    <a:pt x="42058" y="47986"/>
                  </a:lnTo>
                  <a:lnTo>
                    <a:pt x="38175" y="47393"/>
                  </a:lnTo>
                  <a:lnTo>
                    <a:pt x="38812" y="42351"/>
                  </a:lnTo>
                  <a:lnTo>
                    <a:pt x="35297" y="40351"/>
                  </a:lnTo>
                  <a:lnTo>
                    <a:pt x="30653" y="45003"/>
                  </a:lnTo>
                  <a:lnTo>
                    <a:pt x="23996" y="48670"/>
                  </a:lnTo>
                  <a:lnTo>
                    <a:pt x="18111" y="44351"/>
                  </a:lnTo>
                  <a:lnTo>
                    <a:pt x="7838" y="33798"/>
                  </a:lnTo>
                  <a:lnTo>
                    <a:pt x="5671" y="28575"/>
                  </a:lnTo>
                  <a:lnTo>
                    <a:pt x="3943" y="26445"/>
                  </a:lnTo>
                  <a:lnTo>
                    <a:pt x="2289" y="28104"/>
                  </a:lnTo>
                  <a:lnTo>
                    <a:pt x="712" y="26132"/>
                  </a:lnTo>
                  <a:lnTo>
                    <a:pt x="1964" y="19244"/>
                  </a:lnTo>
                  <a:lnTo>
                    <a:pt x="0" y="16016"/>
                  </a:lnTo>
                  <a:lnTo>
                    <a:pt x="843" y="14674"/>
                  </a:lnTo>
                  <a:lnTo>
                    <a:pt x="690" y="10184"/>
                  </a:lnTo>
                  <a:lnTo>
                    <a:pt x="1505" y="8672"/>
                  </a:lnTo>
                  <a:lnTo>
                    <a:pt x="10928" y="14599"/>
                  </a:lnTo>
                  <a:lnTo>
                    <a:pt x="10420" y="9314"/>
                  </a:lnTo>
                  <a:lnTo>
                    <a:pt x="12577" y="9192"/>
                  </a:lnTo>
                  <a:lnTo>
                    <a:pt x="12906" y="12664"/>
                  </a:lnTo>
                  <a:lnTo>
                    <a:pt x="14629" y="12476"/>
                  </a:lnTo>
                  <a:lnTo>
                    <a:pt x="13743" y="3108"/>
                  </a:lnTo>
                  <a:lnTo>
                    <a:pt x="16052" y="2868"/>
                  </a:lnTo>
                  <a:lnTo>
                    <a:pt x="16296" y="5461"/>
                  </a:lnTo>
                  <a:lnTo>
                    <a:pt x="17121" y="5586"/>
                  </a:lnTo>
                  <a:lnTo>
                    <a:pt x="18223" y="3496"/>
                  </a:lnTo>
                  <a:lnTo>
                    <a:pt x="17915" y="355"/>
                  </a:lnTo>
                  <a:lnTo>
                    <a:pt x="2192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1" name="ph7601"/>
            <p:cNvSpPr/>
            <p:nvPr/>
          </p:nvSpPr>
          <p:spPr>
            <a:xfrm>
              <a:off x="10781603" y="2164651"/>
              <a:ext cx="18819" cy="25883"/>
            </a:xfrm>
            <a:custGeom>
              <a:avLst/>
              <a:pathLst>
                <a:path w="18819" h="25883">
                  <a:moveTo>
                    <a:pt x="2377" y="0"/>
                  </a:moveTo>
                  <a:lnTo>
                    <a:pt x="11581" y="5707"/>
                  </a:lnTo>
                  <a:lnTo>
                    <a:pt x="17195" y="10992"/>
                  </a:lnTo>
                  <a:lnTo>
                    <a:pt x="18819" y="14930"/>
                  </a:lnTo>
                  <a:lnTo>
                    <a:pt x="18432" y="15529"/>
                  </a:lnTo>
                  <a:lnTo>
                    <a:pt x="18250" y="15516"/>
                  </a:lnTo>
                  <a:lnTo>
                    <a:pt x="15170" y="14732"/>
                  </a:lnTo>
                  <a:lnTo>
                    <a:pt x="10639" y="22059"/>
                  </a:lnTo>
                  <a:lnTo>
                    <a:pt x="12097" y="23843"/>
                  </a:lnTo>
                  <a:lnTo>
                    <a:pt x="12308" y="25883"/>
                  </a:lnTo>
                  <a:lnTo>
                    <a:pt x="7905" y="25625"/>
                  </a:lnTo>
                  <a:lnTo>
                    <a:pt x="4739" y="25117"/>
                  </a:lnTo>
                  <a:lnTo>
                    <a:pt x="4112" y="19314"/>
                  </a:lnTo>
                  <a:lnTo>
                    <a:pt x="6027" y="13924"/>
                  </a:lnTo>
                  <a:lnTo>
                    <a:pt x="8846" y="9666"/>
                  </a:lnTo>
                  <a:lnTo>
                    <a:pt x="3764" y="5384"/>
                  </a:lnTo>
                  <a:lnTo>
                    <a:pt x="139" y="1711"/>
                  </a:lnTo>
                  <a:lnTo>
                    <a:pt x="0" y="76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2" name="ph7602"/>
            <p:cNvSpPr/>
            <p:nvPr/>
          </p:nvSpPr>
          <p:spPr>
            <a:xfrm>
              <a:off x="10783320" y="2234883"/>
              <a:ext cx="53315" cy="35261"/>
            </a:xfrm>
            <a:custGeom>
              <a:avLst/>
              <a:pathLst>
                <a:path w="53315" h="35261">
                  <a:moveTo>
                    <a:pt x="39168" y="384"/>
                  </a:moveTo>
                  <a:lnTo>
                    <a:pt x="43133" y="5889"/>
                  </a:lnTo>
                  <a:lnTo>
                    <a:pt x="46802" y="1916"/>
                  </a:lnTo>
                  <a:lnTo>
                    <a:pt x="49804" y="5755"/>
                  </a:lnTo>
                  <a:lnTo>
                    <a:pt x="53315" y="8403"/>
                  </a:lnTo>
                  <a:lnTo>
                    <a:pt x="51254" y="12094"/>
                  </a:lnTo>
                  <a:lnTo>
                    <a:pt x="51214" y="18720"/>
                  </a:lnTo>
                  <a:lnTo>
                    <a:pt x="49296" y="21772"/>
                  </a:lnTo>
                  <a:lnTo>
                    <a:pt x="42487" y="26140"/>
                  </a:lnTo>
                  <a:lnTo>
                    <a:pt x="48442" y="32442"/>
                  </a:lnTo>
                  <a:lnTo>
                    <a:pt x="48270" y="33414"/>
                  </a:lnTo>
                  <a:lnTo>
                    <a:pt x="43295" y="30929"/>
                  </a:lnTo>
                  <a:lnTo>
                    <a:pt x="39222" y="35261"/>
                  </a:lnTo>
                  <a:lnTo>
                    <a:pt x="34927" y="29877"/>
                  </a:lnTo>
                  <a:lnTo>
                    <a:pt x="31288" y="29896"/>
                  </a:lnTo>
                  <a:lnTo>
                    <a:pt x="30114" y="25486"/>
                  </a:lnTo>
                  <a:lnTo>
                    <a:pt x="22584" y="21641"/>
                  </a:lnTo>
                  <a:lnTo>
                    <a:pt x="15284" y="23143"/>
                  </a:lnTo>
                  <a:lnTo>
                    <a:pt x="6724" y="22079"/>
                  </a:lnTo>
                  <a:lnTo>
                    <a:pt x="8631" y="13412"/>
                  </a:lnTo>
                  <a:lnTo>
                    <a:pt x="4212" y="11087"/>
                  </a:lnTo>
                  <a:lnTo>
                    <a:pt x="919" y="10655"/>
                  </a:lnTo>
                  <a:lnTo>
                    <a:pt x="0" y="7197"/>
                  </a:lnTo>
                  <a:lnTo>
                    <a:pt x="5828" y="8570"/>
                  </a:lnTo>
                  <a:lnTo>
                    <a:pt x="9449" y="10491"/>
                  </a:lnTo>
                  <a:lnTo>
                    <a:pt x="11414" y="10363"/>
                  </a:lnTo>
                  <a:lnTo>
                    <a:pt x="15581" y="7937"/>
                  </a:lnTo>
                  <a:lnTo>
                    <a:pt x="25431" y="12857"/>
                  </a:lnTo>
                  <a:lnTo>
                    <a:pt x="31602" y="10881"/>
                  </a:lnTo>
                  <a:lnTo>
                    <a:pt x="30371" y="9013"/>
                  </a:lnTo>
                  <a:lnTo>
                    <a:pt x="29484" y="4646"/>
                  </a:lnTo>
                  <a:lnTo>
                    <a:pt x="3660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3" name="ph7603"/>
            <p:cNvSpPr/>
            <p:nvPr/>
          </p:nvSpPr>
          <p:spPr>
            <a:xfrm>
              <a:off x="10821242" y="2213759"/>
              <a:ext cx="53202" cy="42066"/>
            </a:xfrm>
            <a:custGeom>
              <a:avLst/>
              <a:pathLst>
                <a:path w="53202" h="42066">
                  <a:moveTo>
                    <a:pt x="35586" y="1482"/>
                  </a:moveTo>
                  <a:lnTo>
                    <a:pt x="37294" y="4072"/>
                  </a:lnTo>
                  <a:lnTo>
                    <a:pt x="38441" y="4066"/>
                  </a:lnTo>
                  <a:lnTo>
                    <a:pt x="40742" y="2390"/>
                  </a:lnTo>
                  <a:lnTo>
                    <a:pt x="42562" y="2543"/>
                  </a:lnTo>
                  <a:lnTo>
                    <a:pt x="44225" y="3117"/>
                  </a:lnTo>
                  <a:lnTo>
                    <a:pt x="47160" y="8585"/>
                  </a:lnTo>
                  <a:lnTo>
                    <a:pt x="47879" y="16869"/>
                  </a:lnTo>
                  <a:lnTo>
                    <a:pt x="50479" y="17535"/>
                  </a:lnTo>
                  <a:lnTo>
                    <a:pt x="53202" y="21182"/>
                  </a:lnTo>
                  <a:lnTo>
                    <a:pt x="52048" y="23542"/>
                  </a:lnTo>
                  <a:lnTo>
                    <a:pt x="47335" y="26019"/>
                  </a:lnTo>
                  <a:lnTo>
                    <a:pt x="44302" y="30931"/>
                  </a:lnTo>
                  <a:lnTo>
                    <a:pt x="42671" y="31272"/>
                  </a:lnTo>
                  <a:lnTo>
                    <a:pt x="41856" y="32784"/>
                  </a:lnTo>
                  <a:lnTo>
                    <a:pt x="42009" y="37274"/>
                  </a:lnTo>
                  <a:lnTo>
                    <a:pt x="41165" y="38616"/>
                  </a:lnTo>
                  <a:lnTo>
                    <a:pt x="40412" y="40667"/>
                  </a:lnTo>
                  <a:lnTo>
                    <a:pt x="38284" y="42066"/>
                  </a:lnTo>
                  <a:lnTo>
                    <a:pt x="26846" y="32653"/>
                  </a:lnTo>
                  <a:lnTo>
                    <a:pt x="25952" y="34300"/>
                  </a:lnTo>
                  <a:lnTo>
                    <a:pt x="27322" y="37221"/>
                  </a:lnTo>
                  <a:lnTo>
                    <a:pt x="25754" y="38250"/>
                  </a:lnTo>
                  <a:lnTo>
                    <a:pt x="17796" y="41435"/>
                  </a:lnTo>
                  <a:lnTo>
                    <a:pt x="14836" y="41067"/>
                  </a:lnTo>
                  <a:lnTo>
                    <a:pt x="13292" y="39844"/>
                  </a:lnTo>
                  <a:lnTo>
                    <a:pt x="13331" y="33218"/>
                  </a:lnTo>
                  <a:lnTo>
                    <a:pt x="15393" y="29527"/>
                  </a:lnTo>
                  <a:lnTo>
                    <a:pt x="11882" y="26879"/>
                  </a:lnTo>
                  <a:lnTo>
                    <a:pt x="8880" y="23040"/>
                  </a:lnTo>
                  <a:lnTo>
                    <a:pt x="5211" y="27013"/>
                  </a:lnTo>
                  <a:lnTo>
                    <a:pt x="1246" y="21508"/>
                  </a:lnTo>
                  <a:lnTo>
                    <a:pt x="0" y="19934"/>
                  </a:lnTo>
                  <a:lnTo>
                    <a:pt x="554" y="19016"/>
                  </a:lnTo>
                  <a:lnTo>
                    <a:pt x="4807" y="19121"/>
                  </a:lnTo>
                  <a:lnTo>
                    <a:pt x="8355" y="21774"/>
                  </a:lnTo>
                  <a:lnTo>
                    <a:pt x="13913" y="21420"/>
                  </a:lnTo>
                  <a:lnTo>
                    <a:pt x="11307" y="18602"/>
                  </a:lnTo>
                  <a:lnTo>
                    <a:pt x="10949" y="19363"/>
                  </a:lnTo>
                  <a:lnTo>
                    <a:pt x="7291" y="15732"/>
                  </a:lnTo>
                  <a:lnTo>
                    <a:pt x="7947" y="13380"/>
                  </a:lnTo>
                  <a:lnTo>
                    <a:pt x="15889" y="4977"/>
                  </a:lnTo>
                  <a:lnTo>
                    <a:pt x="18123" y="5190"/>
                  </a:lnTo>
                  <a:lnTo>
                    <a:pt x="20112" y="1578"/>
                  </a:lnTo>
                  <a:lnTo>
                    <a:pt x="22182" y="1854"/>
                  </a:lnTo>
                  <a:lnTo>
                    <a:pt x="24041" y="431"/>
                  </a:lnTo>
                  <a:lnTo>
                    <a:pt x="2647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4" name="ph7604"/>
            <p:cNvSpPr/>
            <p:nvPr/>
          </p:nvSpPr>
          <p:spPr>
            <a:xfrm>
              <a:off x="10748894" y="2012247"/>
              <a:ext cx="93477" cy="90684"/>
            </a:xfrm>
            <a:custGeom>
              <a:avLst/>
              <a:pathLst>
                <a:path w="93477" h="90684">
                  <a:moveTo>
                    <a:pt x="47101" y="2254"/>
                  </a:moveTo>
                  <a:lnTo>
                    <a:pt x="46096" y="6240"/>
                  </a:lnTo>
                  <a:lnTo>
                    <a:pt x="61916" y="20559"/>
                  </a:lnTo>
                  <a:lnTo>
                    <a:pt x="69452" y="20461"/>
                  </a:lnTo>
                  <a:lnTo>
                    <a:pt x="70585" y="24762"/>
                  </a:lnTo>
                  <a:lnTo>
                    <a:pt x="70658" y="30135"/>
                  </a:lnTo>
                  <a:lnTo>
                    <a:pt x="76030" y="30060"/>
                  </a:lnTo>
                  <a:lnTo>
                    <a:pt x="78267" y="34332"/>
                  </a:lnTo>
                  <a:lnTo>
                    <a:pt x="78328" y="38636"/>
                  </a:lnTo>
                  <a:lnTo>
                    <a:pt x="76157" y="38667"/>
                  </a:lnTo>
                  <a:lnTo>
                    <a:pt x="76214" y="42965"/>
                  </a:lnTo>
                  <a:lnTo>
                    <a:pt x="81524" y="44739"/>
                  </a:lnTo>
                  <a:lnTo>
                    <a:pt x="86690" y="44909"/>
                  </a:lnTo>
                  <a:lnTo>
                    <a:pt x="88816" y="44081"/>
                  </a:lnTo>
                  <a:lnTo>
                    <a:pt x="93477" y="45122"/>
                  </a:lnTo>
                  <a:lnTo>
                    <a:pt x="89201" y="47953"/>
                  </a:lnTo>
                  <a:lnTo>
                    <a:pt x="87229" y="51476"/>
                  </a:lnTo>
                  <a:lnTo>
                    <a:pt x="89076" y="56484"/>
                  </a:lnTo>
                  <a:lnTo>
                    <a:pt x="87133" y="57313"/>
                  </a:lnTo>
                  <a:lnTo>
                    <a:pt x="86866" y="61951"/>
                  </a:lnTo>
                  <a:lnTo>
                    <a:pt x="82276" y="65416"/>
                  </a:lnTo>
                  <a:lnTo>
                    <a:pt x="80548" y="64244"/>
                  </a:lnTo>
                  <a:lnTo>
                    <a:pt x="79280" y="65573"/>
                  </a:lnTo>
                  <a:lnTo>
                    <a:pt x="79047" y="67973"/>
                  </a:lnTo>
                  <a:lnTo>
                    <a:pt x="80129" y="70281"/>
                  </a:lnTo>
                  <a:lnTo>
                    <a:pt x="73614" y="70582"/>
                  </a:lnTo>
                  <a:lnTo>
                    <a:pt x="74812" y="68994"/>
                  </a:lnTo>
                  <a:lnTo>
                    <a:pt x="71239" y="61728"/>
                  </a:lnTo>
                  <a:lnTo>
                    <a:pt x="62597" y="60607"/>
                  </a:lnTo>
                  <a:lnTo>
                    <a:pt x="62956" y="58683"/>
                  </a:lnTo>
                  <a:lnTo>
                    <a:pt x="62385" y="57486"/>
                  </a:lnTo>
                  <a:lnTo>
                    <a:pt x="60279" y="56986"/>
                  </a:lnTo>
                  <a:lnTo>
                    <a:pt x="57353" y="64865"/>
                  </a:lnTo>
                  <a:lnTo>
                    <a:pt x="54512" y="64120"/>
                  </a:lnTo>
                  <a:lnTo>
                    <a:pt x="56953" y="69396"/>
                  </a:lnTo>
                  <a:lnTo>
                    <a:pt x="56930" y="71662"/>
                  </a:lnTo>
                  <a:lnTo>
                    <a:pt x="50435" y="71935"/>
                  </a:lnTo>
                  <a:lnTo>
                    <a:pt x="52855" y="83222"/>
                  </a:lnTo>
                  <a:lnTo>
                    <a:pt x="53802" y="86040"/>
                  </a:lnTo>
                  <a:lnTo>
                    <a:pt x="47947" y="85678"/>
                  </a:lnTo>
                  <a:lnTo>
                    <a:pt x="39816" y="89615"/>
                  </a:lnTo>
                  <a:lnTo>
                    <a:pt x="37634" y="90684"/>
                  </a:lnTo>
                  <a:lnTo>
                    <a:pt x="37228" y="86001"/>
                  </a:lnTo>
                  <a:lnTo>
                    <a:pt x="24658" y="81441"/>
                  </a:lnTo>
                  <a:lnTo>
                    <a:pt x="26509" y="75629"/>
                  </a:lnTo>
                  <a:lnTo>
                    <a:pt x="31624" y="70041"/>
                  </a:lnTo>
                  <a:lnTo>
                    <a:pt x="31840" y="54108"/>
                  </a:lnTo>
                  <a:lnTo>
                    <a:pt x="31137" y="50172"/>
                  </a:lnTo>
                  <a:lnTo>
                    <a:pt x="32163" y="41491"/>
                  </a:lnTo>
                  <a:lnTo>
                    <a:pt x="19359" y="38024"/>
                  </a:lnTo>
                  <a:lnTo>
                    <a:pt x="17688" y="36689"/>
                  </a:lnTo>
                  <a:lnTo>
                    <a:pt x="13530" y="35203"/>
                  </a:lnTo>
                  <a:lnTo>
                    <a:pt x="10389" y="37033"/>
                  </a:lnTo>
                  <a:lnTo>
                    <a:pt x="9376" y="41470"/>
                  </a:lnTo>
                  <a:lnTo>
                    <a:pt x="497" y="38409"/>
                  </a:lnTo>
                  <a:lnTo>
                    <a:pt x="0" y="23960"/>
                  </a:lnTo>
                  <a:lnTo>
                    <a:pt x="16482" y="7175"/>
                  </a:lnTo>
                  <a:lnTo>
                    <a:pt x="436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5" name="ph7605"/>
            <p:cNvSpPr/>
            <p:nvPr/>
          </p:nvSpPr>
          <p:spPr>
            <a:xfrm>
              <a:off x="10814275" y="2213236"/>
              <a:ext cx="27079" cy="22297"/>
            </a:xfrm>
            <a:custGeom>
              <a:avLst/>
              <a:pathLst>
                <a:path w="27079" h="22297">
                  <a:moveTo>
                    <a:pt x="26187" y="1099"/>
                  </a:moveTo>
                  <a:lnTo>
                    <a:pt x="27079" y="2101"/>
                  </a:lnTo>
                  <a:lnTo>
                    <a:pt x="25090" y="5713"/>
                  </a:lnTo>
                  <a:lnTo>
                    <a:pt x="22856" y="5500"/>
                  </a:lnTo>
                  <a:lnTo>
                    <a:pt x="14915" y="13903"/>
                  </a:lnTo>
                  <a:lnTo>
                    <a:pt x="14258" y="16256"/>
                  </a:lnTo>
                  <a:lnTo>
                    <a:pt x="17916" y="19886"/>
                  </a:lnTo>
                  <a:lnTo>
                    <a:pt x="18274" y="19125"/>
                  </a:lnTo>
                  <a:lnTo>
                    <a:pt x="20880" y="21943"/>
                  </a:lnTo>
                  <a:lnTo>
                    <a:pt x="15322" y="22297"/>
                  </a:lnTo>
                  <a:lnTo>
                    <a:pt x="11774" y="19644"/>
                  </a:lnTo>
                  <a:lnTo>
                    <a:pt x="7521" y="19539"/>
                  </a:lnTo>
                  <a:lnTo>
                    <a:pt x="6967" y="20457"/>
                  </a:lnTo>
                  <a:lnTo>
                    <a:pt x="276" y="10899"/>
                  </a:lnTo>
                  <a:lnTo>
                    <a:pt x="0" y="9303"/>
                  </a:lnTo>
                  <a:lnTo>
                    <a:pt x="3608" y="9727"/>
                  </a:lnTo>
                  <a:lnTo>
                    <a:pt x="12528" y="3347"/>
                  </a:lnTo>
                  <a:lnTo>
                    <a:pt x="13354" y="581"/>
                  </a:lnTo>
                  <a:lnTo>
                    <a:pt x="1446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6" name="ph7606"/>
            <p:cNvSpPr/>
            <p:nvPr/>
          </p:nvSpPr>
          <p:spPr>
            <a:xfrm>
              <a:off x="10886987" y="2165209"/>
              <a:ext cx="31045" cy="37068"/>
            </a:xfrm>
            <a:custGeom>
              <a:avLst/>
              <a:pathLst>
                <a:path w="31045" h="37068">
                  <a:moveTo>
                    <a:pt x="19211" y="92"/>
                  </a:moveTo>
                  <a:lnTo>
                    <a:pt x="24386" y="11947"/>
                  </a:lnTo>
                  <a:lnTo>
                    <a:pt x="24772" y="21355"/>
                  </a:lnTo>
                  <a:lnTo>
                    <a:pt x="28479" y="23073"/>
                  </a:lnTo>
                  <a:lnTo>
                    <a:pt x="30251" y="22392"/>
                  </a:lnTo>
                  <a:lnTo>
                    <a:pt x="30417" y="29868"/>
                  </a:lnTo>
                  <a:lnTo>
                    <a:pt x="31045" y="30323"/>
                  </a:lnTo>
                  <a:lnTo>
                    <a:pt x="22065" y="37068"/>
                  </a:lnTo>
                  <a:lnTo>
                    <a:pt x="15869" y="29452"/>
                  </a:lnTo>
                  <a:lnTo>
                    <a:pt x="11340" y="30594"/>
                  </a:lnTo>
                  <a:lnTo>
                    <a:pt x="8186" y="33342"/>
                  </a:lnTo>
                  <a:lnTo>
                    <a:pt x="6527" y="29718"/>
                  </a:lnTo>
                  <a:lnTo>
                    <a:pt x="379" y="31698"/>
                  </a:lnTo>
                  <a:lnTo>
                    <a:pt x="1083" y="29540"/>
                  </a:lnTo>
                  <a:lnTo>
                    <a:pt x="2587" y="28718"/>
                  </a:lnTo>
                  <a:lnTo>
                    <a:pt x="2586" y="23276"/>
                  </a:lnTo>
                  <a:lnTo>
                    <a:pt x="2636" y="21947"/>
                  </a:lnTo>
                  <a:lnTo>
                    <a:pt x="4252" y="20517"/>
                  </a:lnTo>
                  <a:lnTo>
                    <a:pt x="0" y="12316"/>
                  </a:lnTo>
                  <a:lnTo>
                    <a:pt x="12651" y="12262"/>
                  </a:lnTo>
                  <a:lnTo>
                    <a:pt x="16836" y="10675"/>
                  </a:lnTo>
                  <a:lnTo>
                    <a:pt x="1752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7" name="ph7607"/>
            <p:cNvSpPr/>
            <p:nvPr/>
          </p:nvSpPr>
          <p:spPr>
            <a:xfrm>
              <a:off x="10924928" y="2169595"/>
              <a:ext cx="68227" cy="53406"/>
            </a:xfrm>
            <a:custGeom>
              <a:avLst/>
              <a:pathLst>
                <a:path w="68227" h="53406">
                  <a:moveTo>
                    <a:pt x="50616" y="1085"/>
                  </a:moveTo>
                  <a:lnTo>
                    <a:pt x="66936" y="2949"/>
                  </a:lnTo>
                  <a:lnTo>
                    <a:pt x="68227" y="40054"/>
                  </a:lnTo>
                  <a:lnTo>
                    <a:pt x="56462" y="38476"/>
                  </a:lnTo>
                  <a:lnTo>
                    <a:pt x="56604" y="46352"/>
                  </a:lnTo>
                  <a:lnTo>
                    <a:pt x="52011" y="49541"/>
                  </a:lnTo>
                  <a:lnTo>
                    <a:pt x="49653" y="50263"/>
                  </a:lnTo>
                  <a:lnTo>
                    <a:pt x="47153" y="48773"/>
                  </a:lnTo>
                  <a:lnTo>
                    <a:pt x="46612" y="46579"/>
                  </a:lnTo>
                  <a:lnTo>
                    <a:pt x="42570" y="47109"/>
                  </a:lnTo>
                  <a:lnTo>
                    <a:pt x="35221" y="52366"/>
                  </a:lnTo>
                  <a:lnTo>
                    <a:pt x="30244" y="53406"/>
                  </a:lnTo>
                  <a:lnTo>
                    <a:pt x="24200" y="47545"/>
                  </a:lnTo>
                  <a:lnTo>
                    <a:pt x="21311" y="50833"/>
                  </a:lnTo>
                  <a:lnTo>
                    <a:pt x="20726" y="50783"/>
                  </a:lnTo>
                  <a:lnTo>
                    <a:pt x="15890" y="48130"/>
                  </a:lnTo>
                  <a:lnTo>
                    <a:pt x="7980" y="45958"/>
                  </a:lnTo>
                  <a:lnTo>
                    <a:pt x="6090" y="44465"/>
                  </a:lnTo>
                  <a:lnTo>
                    <a:pt x="0" y="32155"/>
                  </a:lnTo>
                  <a:lnTo>
                    <a:pt x="2935" y="30108"/>
                  </a:lnTo>
                  <a:lnTo>
                    <a:pt x="2732" y="22140"/>
                  </a:lnTo>
                  <a:lnTo>
                    <a:pt x="21991" y="25318"/>
                  </a:lnTo>
                  <a:lnTo>
                    <a:pt x="44846" y="8545"/>
                  </a:lnTo>
                  <a:lnTo>
                    <a:pt x="44617" y="1780"/>
                  </a:lnTo>
                  <a:lnTo>
                    <a:pt x="38881" y="2805"/>
                  </a:lnTo>
                  <a:lnTo>
                    <a:pt x="4125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8" name="ph7608"/>
            <p:cNvSpPr/>
            <p:nvPr/>
          </p:nvSpPr>
          <p:spPr>
            <a:xfrm>
              <a:off x="10824196" y="2197177"/>
              <a:ext cx="41230" cy="20655"/>
            </a:xfrm>
            <a:custGeom>
              <a:avLst/>
              <a:pathLst>
                <a:path w="41230" h="20655">
                  <a:moveTo>
                    <a:pt x="4626" y="570"/>
                  </a:moveTo>
                  <a:lnTo>
                    <a:pt x="13909" y="3786"/>
                  </a:lnTo>
                  <a:lnTo>
                    <a:pt x="18173" y="8302"/>
                  </a:lnTo>
                  <a:lnTo>
                    <a:pt x="23207" y="9759"/>
                  </a:lnTo>
                  <a:lnTo>
                    <a:pt x="25701" y="9453"/>
                  </a:lnTo>
                  <a:lnTo>
                    <a:pt x="28674" y="10183"/>
                  </a:lnTo>
                  <a:lnTo>
                    <a:pt x="32935" y="11341"/>
                  </a:lnTo>
                  <a:lnTo>
                    <a:pt x="34562" y="11132"/>
                  </a:lnTo>
                  <a:lnTo>
                    <a:pt x="37741" y="12779"/>
                  </a:lnTo>
                  <a:lnTo>
                    <a:pt x="41230" y="16271"/>
                  </a:lnTo>
                  <a:lnTo>
                    <a:pt x="39607" y="19126"/>
                  </a:lnTo>
                  <a:lnTo>
                    <a:pt x="37787" y="18972"/>
                  </a:lnTo>
                  <a:lnTo>
                    <a:pt x="35486" y="20649"/>
                  </a:lnTo>
                  <a:lnTo>
                    <a:pt x="34339" y="20655"/>
                  </a:lnTo>
                  <a:lnTo>
                    <a:pt x="32631" y="18065"/>
                  </a:lnTo>
                  <a:lnTo>
                    <a:pt x="23522" y="16582"/>
                  </a:lnTo>
                  <a:lnTo>
                    <a:pt x="21086" y="17013"/>
                  </a:lnTo>
                  <a:lnTo>
                    <a:pt x="19228" y="18437"/>
                  </a:lnTo>
                  <a:lnTo>
                    <a:pt x="17157" y="18160"/>
                  </a:lnTo>
                  <a:lnTo>
                    <a:pt x="16266" y="17158"/>
                  </a:lnTo>
                  <a:lnTo>
                    <a:pt x="4546" y="16059"/>
                  </a:lnTo>
                  <a:lnTo>
                    <a:pt x="3458" y="14394"/>
                  </a:lnTo>
                  <a:lnTo>
                    <a:pt x="0" y="12586"/>
                  </a:lnTo>
                  <a:lnTo>
                    <a:pt x="3805" y="9144"/>
                  </a:lnTo>
                  <a:lnTo>
                    <a:pt x="5048" y="6888"/>
                  </a:lnTo>
                  <a:lnTo>
                    <a:pt x="4999" y="4276"/>
                  </a:lnTo>
                  <a:lnTo>
                    <a:pt x="1660" y="1856"/>
                  </a:lnTo>
                  <a:lnTo>
                    <a:pt x="1821" y="751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9" name="ph7609"/>
            <p:cNvSpPr/>
            <p:nvPr/>
          </p:nvSpPr>
          <p:spPr>
            <a:xfrm>
              <a:off x="10859852" y="2069736"/>
              <a:ext cx="43489" cy="66302"/>
            </a:xfrm>
            <a:custGeom>
              <a:avLst/>
              <a:pathLst>
                <a:path w="43489" h="66302">
                  <a:moveTo>
                    <a:pt x="14531" y="0"/>
                  </a:moveTo>
                  <a:lnTo>
                    <a:pt x="22077" y="4384"/>
                  </a:lnTo>
                  <a:lnTo>
                    <a:pt x="23294" y="8224"/>
                  </a:lnTo>
                  <a:lnTo>
                    <a:pt x="19977" y="12932"/>
                  </a:lnTo>
                  <a:lnTo>
                    <a:pt x="19493" y="20703"/>
                  </a:lnTo>
                  <a:lnTo>
                    <a:pt x="15425" y="24504"/>
                  </a:lnTo>
                  <a:lnTo>
                    <a:pt x="14807" y="25968"/>
                  </a:lnTo>
                  <a:lnTo>
                    <a:pt x="15263" y="27456"/>
                  </a:lnTo>
                  <a:lnTo>
                    <a:pt x="28201" y="27926"/>
                  </a:lnTo>
                  <a:lnTo>
                    <a:pt x="43489" y="35759"/>
                  </a:lnTo>
                  <a:lnTo>
                    <a:pt x="43208" y="41301"/>
                  </a:lnTo>
                  <a:lnTo>
                    <a:pt x="42427" y="54088"/>
                  </a:lnTo>
                  <a:lnTo>
                    <a:pt x="41809" y="54655"/>
                  </a:lnTo>
                  <a:lnTo>
                    <a:pt x="38431" y="53782"/>
                  </a:lnTo>
                  <a:lnTo>
                    <a:pt x="36487" y="54420"/>
                  </a:lnTo>
                  <a:lnTo>
                    <a:pt x="36873" y="58895"/>
                  </a:lnTo>
                  <a:lnTo>
                    <a:pt x="35498" y="60670"/>
                  </a:lnTo>
                  <a:lnTo>
                    <a:pt x="24468" y="57889"/>
                  </a:lnTo>
                  <a:lnTo>
                    <a:pt x="20947" y="58530"/>
                  </a:lnTo>
                  <a:lnTo>
                    <a:pt x="21015" y="59795"/>
                  </a:lnTo>
                  <a:lnTo>
                    <a:pt x="16431" y="60999"/>
                  </a:lnTo>
                  <a:lnTo>
                    <a:pt x="17590" y="65440"/>
                  </a:lnTo>
                  <a:lnTo>
                    <a:pt x="14265" y="66302"/>
                  </a:lnTo>
                  <a:lnTo>
                    <a:pt x="7636" y="62924"/>
                  </a:lnTo>
                  <a:lnTo>
                    <a:pt x="7622" y="60434"/>
                  </a:lnTo>
                  <a:lnTo>
                    <a:pt x="8524" y="58128"/>
                  </a:lnTo>
                  <a:lnTo>
                    <a:pt x="8075" y="56189"/>
                  </a:lnTo>
                  <a:lnTo>
                    <a:pt x="9694" y="39491"/>
                  </a:lnTo>
                  <a:lnTo>
                    <a:pt x="12290" y="38312"/>
                  </a:lnTo>
                  <a:lnTo>
                    <a:pt x="12833" y="34956"/>
                  </a:lnTo>
                  <a:lnTo>
                    <a:pt x="11453" y="34371"/>
                  </a:lnTo>
                  <a:lnTo>
                    <a:pt x="10182" y="36126"/>
                  </a:lnTo>
                  <a:lnTo>
                    <a:pt x="7234" y="27402"/>
                  </a:lnTo>
                  <a:lnTo>
                    <a:pt x="0" y="25273"/>
                  </a:lnTo>
                  <a:lnTo>
                    <a:pt x="2381" y="18804"/>
                  </a:lnTo>
                  <a:lnTo>
                    <a:pt x="5470" y="19999"/>
                  </a:lnTo>
                  <a:lnTo>
                    <a:pt x="8259" y="14268"/>
                  </a:lnTo>
                  <a:lnTo>
                    <a:pt x="10158" y="12876"/>
                  </a:lnTo>
                  <a:lnTo>
                    <a:pt x="12375" y="9125"/>
                  </a:lnTo>
                  <a:lnTo>
                    <a:pt x="9067" y="7075"/>
                  </a:lnTo>
                  <a:lnTo>
                    <a:pt x="12720" y="64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0" name="ph7610"/>
            <p:cNvSpPr/>
            <p:nvPr/>
          </p:nvSpPr>
          <p:spPr>
            <a:xfrm>
              <a:off x="10792625" y="2202190"/>
              <a:ext cx="29863" cy="37339"/>
            </a:xfrm>
            <a:custGeom>
              <a:avLst/>
              <a:pathLst>
                <a:path w="29863" h="37339">
                  <a:moveTo>
                    <a:pt x="7916" y="680"/>
                  </a:moveTo>
                  <a:lnTo>
                    <a:pt x="11244" y="4062"/>
                  </a:lnTo>
                  <a:lnTo>
                    <a:pt x="12841" y="5540"/>
                  </a:lnTo>
                  <a:lnTo>
                    <a:pt x="13425" y="8799"/>
                  </a:lnTo>
                  <a:lnTo>
                    <a:pt x="19409" y="11279"/>
                  </a:lnTo>
                  <a:lnTo>
                    <a:pt x="19495" y="13488"/>
                  </a:lnTo>
                  <a:lnTo>
                    <a:pt x="18419" y="14953"/>
                  </a:lnTo>
                  <a:lnTo>
                    <a:pt x="18335" y="20299"/>
                  </a:lnTo>
                  <a:lnTo>
                    <a:pt x="18701" y="20777"/>
                  </a:lnTo>
                  <a:lnTo>
                    <a:pt x="21650" y="20349"/>
                  </a:lnTo>
                  <a:lnTo>
                    <a:pt x="21926" y="21945"/>
                  </a:lnTo>
                  <a:lnTo>
                    <a:pt x="28617" y="31503"/>
                  </a:lnTo>
                  <a:lnTo>
                    <a:pt x="29863" y="33077"/>
                  </a:lnTo>
                  <a:lnTo>
                    <a:pt x="27304" y="32692"/>
                  </a:lnTo>
                  <a:lnTo>
                    <a:pt x="20179" y="37339"/>
                  </a:lnTo>
                  <a:lnTo>
                    <a:pt x="17913" y="32926"/>
                  </a:lnTo>
                  <a:lnTo>
                    <a:pt x="10691" y="24642"/>
                  </a:lnTo>
                  <a:lnTo>
                    <a:pt x="13979" y="17796"/>
                  </a:lnTo>
                  <a:lnTo>
                    <a:pt x="8921" y="15346"/>
                  </a:lnTo>
                  <a:lnTo>
                    <a:pt x="1536" y="9765"/>
                  </a:lnTo>
                  <a:lnTo>
                    <a:pt x="0" y="9206"/>
                  </a:lnTo>
                  <a:lnTo>
                    <a:pt x="2741" y="977"/>
                  </a:lnTo>
                  <a:lnTo>
                    <a:pt x="576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1" name="ph7611"/>
            <p:cNvSpPr/>
            <p:nvPr/>
          </p:nvSpPr>
          <p:spPr>
            <a:xfrm>
              <a:off x="10803869" y="2205228"/>
              <a:ext cx="14393" cy="8241"/>
            </a:xfrm>
            <a:custGeom>
              <a:avLst/>
              <a:pathLst>
                <a:path w="14393" h="8241">
                  <a:moveTo>
                    <a:pt x="14035" y="4533"/>
                  </a:moveTo>
                  <a:lnTo>
                    <a:pt x="14393" y="6150"/>
                  </a:lnTo>
                  <a:lnTo>
                    <a:pt x="8164" y="8241"/>
                  </a:lnTo>
                  <a:lnTo>
                    <a:pt x="2181" y="5762"/>
                  </a:lnTo>
                  <a:lnTo>
                    <a:pt x="1596" y="2502"/>
                  </a:lnTo>
                  <a:lnTo>
                    <a:pt x="0" y="1025"/>
                  </a:lnTo>
                  <a:lnTo>
                    <a:pt x="750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2" name="ph7612"/>
            <p:cNvSpPr/>
            <p:nvPr/>
          </p:nvSpPr>
          <p:spPr>
            <a:xfrm>
              <a:off x="10794161" y="2211956"/>
              <a:ext cx="12443" cy="14876"/>
            </a:xfrm>
            <a:custGeom>
              <a:avLst/>
              <a:pathLst>
                <a:path w="12443" h="14876">
                  <a:moveTo>
                    <a:pt x="7385" y="5580"/>
                  </a:moveTo>
                  <a:lnTo>
                    <a:pt x="12443" y="8031"/>
                  </a:lnTo>
                  <a:lnTo>
                    <a:pt x="9154" y="14876"/>
                  </a:lnTo>
                  <a:lnTo>
                    <a:pt x="409" y="9406"/>
                  </a:lnTo>
                  <a:lnTo>
                    <a:pt x="1265" y="28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3" name="ph7613"/>
            <p:cNvSpPr/>
            <p:nvPr/>
          </p:nvSpPr>
          <p:spPr>
            <a:xfrm>
              <a:off x="10709728" y="2090933"/>
              <a:ext cx="81436" cy="103729"/>
            </a:xfrm>
            <a:custGeom>
              <a:avLst/>
              <a:pathLst>
                <a:path w="81436" h="103729">
                  <a:moveTo>
                    <a:pt x="54493" y="13267"/>
                  </a:moveTo>
                  <a:lnTo>
                    <a:pt x="54966" y="14858"/>
                  </a:lnTo>
                  <a:lnTo>
                    <a:pt x="56624" y="17506"/>
                  </a:lnTo>
                  <a:lnTo>
                    <a:pt x="60562" y="22922"/>
                  </a:lnTo>
                  <a:lnTo>
                    <a:pt x="62891" y="27960"/>
                  </a:lnTo>
                  <a:lnTo>
                    <a:pt x="62457" y="35996"/>
                  </a:lnTo>
                  <a:lnTo>
                    <a:pt x="74152" y="35711"/>
                  </a:lnTo>
                  <a:lnTo>
                    <a:pt x="74135" y="38093"/>
                  </a:lnTo>
                  <a:lnTo>
                    <a:pt x="75989" y="43631"/>
                  </a:lnTo>
                  <a:lnTo>
                    <a:pt x="77853" y="46050"/>
                  </a:lnTo>
                  <a:lnTo>
                    <a:pt x="78904" y="46481"/>
                  </a:lnTo>
                  <a:lnTo>
                    <a:pt x="78467" y="48700"/>
                  </a:lnTo>
                  <a:lnTo>
                    <a:pt x="81073" y="53818"/>
                  </a:lnTo>
                  <a:lnTo>
                    <a:pt x="81436" y="56373"/>
                  </a:lnTo>
                  <a:lnTo>
                    <a:pt x="76012" y="61999"/>
                  </a:lnTo>
                  <a:lnTo>
                    <a:pt x="73634" y="62248"/>
                  </a:lnTo>
                  <a:lnTo>
                    <a:pt x="69132" y="72663"/>
                  </a:lnTo>
                  <a:lnTo>
                    <a:pt x="71874" y="74479"/>
                  </a:lnTo>
                  <a:lnTo>
                    <a:pt x="72014" y="75430"/>
                  </a:lnTo>
                  <a:lnTo>
                    <a:pt x="75639" y="79102"/>
                  </a:lnTo>
                  <a:lnTo>
                    <a:pt x="80721" y="83384"/>
                  </a:lnTo>
                  <a:lnTo>
                    <a:pt x="77902" y="87643"/>
                  </a:lnTo>
                  <a:lnTo>
                    <a:pt x="75986" y="93033"/>
                  </a:lnTo>
                  <a:lnTo>
                    <a:pt x="76613" y="98836"/>
                  </a:lnTo>
                  <a:lnTo>
                    <a:pt x="73837" y="98500"/>
                  </a:lnTo>
                  <a:lnTo>
                    <a:pt x="64412" y="103729"/>
                  </a:lnTo>
                  <a:lnTo>
                    <a:pt x="64278" y="93621"/>
                  </a:lnTo>
                  <a:lnTo>
                    <a:pt x="63665" y="91317"/>
                  </a:lnTo>
                  <a:lnTo>
                    <a:pt x="60065" y="92994"/>
                  </a:lnTo>
                  <a:lnTo>
                    <a:pt x="52612" y="94081"/>
                  </a:lnTo>
                  <a:lnTo>
                    <a:pt x="50739" y="89484"/>
                  </a:lnTo>
                  <a:lnTo>
                    <a:pt x="48992" y="92243"/>
                  </a:lnTo>
                  <a:lnTo>
                    <a:pt x="46732" y="93478"/>
                  </a:lnTo>
                  <a:lnTo>
                    <a:pt x="42314" y="94737"/>
                  </a:lnTo>
                  <a:lnTo>
                    <a:pt x="40343" y="94147"/>
                  </a:lnTo>
                  <a:lnTo>
                    <a:pt x="35773" y="93925"/>
                  </a:lnTo>
                  <a:lnTo>
                    <a:pt x="32681" y="92791"/>
                  </a:lnTo>
                  <a:lnTo>
                    <a:pt x="32734" y="86630"/>
                  </a:lnTo>
                  <a:lnTo>
                    <a:pt x="31403" y="78676"/>
                  </a:lnTo>
                  <a:lnTo>
                    <a:pt x="28547" y="77367"/>
                  </a:lnTo>
                  <a:lnTo>
                    <a:pt x="24220" y="71126"/>
                  </a:lnTo>
                  <a:lnTo>
                    <a:pt x="17249" y="67559"/>
                  </a:lnTo>
                  <a:lnTo>
                    <a:pt x="14300" y="64111"/>
                  </a:lnTo>
                  <a:lnTo>
                    <a:pt x="11793" y="57706"/>
                  </a:lnTo>
                  <a:lnTo>
                    <a:pt x="0" y="43861"/>
                  </a:lnTo>
                  <a:lnTo>
                    <a:pt x="23767" y="22776"/>
                  </a:lnTo>
                  <a:lnTo>
                    <a:pt x="4828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4" name="ph7614"/>
            <p:cNvSpPr/>
            <p:nvPr/>
          </p:nvSpPr>
          <p:spPr>
            <a:xfrm>
              <a:off x="10794109" y="2180168"/>
              <a:ext cx="13800" cy="15924"/>
            </a:xfrm>
            <a:custGeom>
              <a:avLst/>
              <a:pathLst>
                <a:path w="13800" h="15924">
                  <a:moveTo>
                    <a:pt x="5926" y="13"/>
                  </a:moveTo>
                  <a:lnTo>
                    <a:pt x="6232" y="1011"/>
                  </a:lnTo>
                  <a:lnTo>
                    <a:pt x="8714" y="704"/>
                  </a:lnTo>
                  <a:lnTo>
                    <a:pt x="11771" y="4113"/>
                  </a:lnTo>
                  <a:lnTo>
                    <a:pt x="10023" y="6461"/>
                  </a:lnTo>
                  <a:lnTo>
                    <a:pt x="13800" y="15767"/>
                  </a:lnTo>
                  <a:lnTo>
                    <a:pt x="5032" y="15924"/>
                  </a:lnTo>
                  <a:lnTo>
                    <a:pt x="3115" y="15337"/>
                  </a:lnTo>
                  <a:lnTo>
                    <a:pt x="0" y="10633"/>
                  </a:lnTo>
                  <a:lnTo>
                    <a:pt x="2075" y="10890"/>
                  </a:lnTo>
                  <a:lnTo>
                    <a:pt x="4558" y="6574"/>
                  </a:lnTo>
                  <a:lnTo>
                    <a:pt x="574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5" name="ph7615"/>
            <p:cNvSpPr/>
            <p:nvPr/>
          </p:nvSpPr>
          <p:spPr>
            <a:xfrm>
              <a:off x="10789508" y="2190277"/>
              <a:ext cx="22442" cy="15976"/>
            </a:xfrm>
            <a:custGeom>
              <a:avLst/>
              <a:pathLst>
                <a:path w="22442" h="15976">
                  <a:moveTo>
                    <a:pt x="4403" y="258"/>
                  </a:moveTo>
                  <a:lnTo>
                    <a:pt x="4600" y="524"/>
                  </a:lnTo>
                  <a:lnTo>
                    <a:pt x="7715" y="5227"/>
                  </a:lnTo>
                  <a:lnTo>
                    <a:pt x="9632" y="5814"/>
                  </a:lnTo>
                  <a:lnTo>
                    <a:pt x="18400" y="5657"/>
                  </a:lnTo>
                  <a:lnTo>
                    <a:pt x="21134" y="5573"/>
                  </a:lnTo>
                  <a:lnTo>
                    <a:pt x="22442" y="11199"/>
                  </a:lnTo>
                  <a:lnTo>
                    <a:pt x="21502" y="11209"/>
                  </a:lnTo>
                  <a:lnTo>
                    <a:pt x="21870" y="14950"/>
                  </a:lnTo>
                  <a:lnTo>
                    <a:pt x="14361" y="15976"/>
                  </a:lnTo>
                  <a:lnTo>
                    <a:pt x="11032" y="12594"/>
                  </a:lnTo>
                  <a:lnTo>
                    <a:pt x="8882" y="11913"/>
                  </a:lnTo>
                  <a:lnTo>
                    <a:pt x="5858" y="128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6" name="ph7616"/>
            <p:cNvSpPr/>
            <p:nvPr/>
          </p:nvSpPr>
          <p:spPr>
            <a:xfrm>
              <a:off x="10812752" y="2173185"/>
              <a:ext cx="15790" cy="16724"/>
            </a:xfrm>
            <a:custGeom>
              <a:avLst/>
              <a:pathLst>
                <a:path w="15790" h="16724">
                  <a:moveTo>
                    <a:pt x="11477" y="2877"/>
                  </a:moveTo>
                  <a:lnTo>
                    <a:pt x="14245" y="0"/>
                  </a:lnTo>
                  <a:lnTo>
                    <a:pt x="15790" y="4929"/>
                  </a:lnTo>
                  <a:lnTo>
                    <a:pt x="12594" y="9054"/>
                  </a:lnTo>
                  <a:lnTo>
                    <a:pt x="10148" y="13695"/>
                  </a:lnTo>
                  <a:lnTo>
                    <a:pt x="8422" y="15328"/>
                  </a:lnTo>
                  <a:lnTo>
                    <a:pt x="4520" y="16724"/>
                  </a:lnTo>
                  <a:lnTo>
                    <a:pt x="1724" y="14861"/>
                  </a:lnTo>
                  <a:lnTo>
                    <a:pt x="1144" y="13392"/>
                  </a:lnTo>
                  <a:lnTo>
                    <a:pt x="1866" y="7163"/>
                  </a:lnTo>
                  <a:lnTo>
                    <a:pt x="0" y="4915"/>
                  </a:lnTo>
                  <a:lnTo>
                    <a:pt x="1845" y="2235"/>
                  </a:lnTo>
                  <a:lnTo>
                    <a:pt x="8039" y="601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7" name="ph7617"/>
            <p:cNvSpPr/>
            <p:nvPr/>
          </p:nvSpPr>
          <p:spPr>
            <a:xfrm>
              <a:off x="10844129" y="2123518"/>
              <a:ext cx="58431" cy="35583"/>
            </a:xfrm>
            <a:custGeom>
              <a:avLst/>
              <a:pathLst>
                <a:path w="58431" h="35583">
                  <a:moveTo>
                    <a:pt x="54154" y="0"/>
                  </a:moveTo>
                  <a:lnTo>
                    <a:pt x="57531" y="873"/>
                  </a:lnTo>
                  <a:lnTo>
                    <a:pt x="56082" y="11243"/>
                  </a:lnTo>
                  <a:lnTo>
                    <a:pt x="58431" y="15289"/>
                  </a:lnTo>
                  <a:lnTo>
                    <a:pt x="52496" y="15855"/>
                  </a:lnTo>
                  <a:lnTo>
                    <a:pt x="52866" y="21426"/>
                  </a:lnTo>
                  <a:lnTo>
                    <a:pt x="49695" y="20512"/>
                  </a:lnTo>
                  <a:lnTo>
                    <a:pt x="44063" y="25157"/>
                  </a:lnTo>
                  <a:lnTo>
                    <a:pt x="39313" y="25347"/>
                  </a:lnTo>
                  <a:lnTo>
                    <a:pt x="34270" y="24006"/>
                  </a:lnTo>
                  <a:lnTo>
                    <a:pt x="23731" y="32594"/>
                  </a:lnTo>
                  <a:lnTo>
                    <a:pt x="20695" y="32964"/>
                  </a:lnTo>
                  <a:lnTo>
                    <a:pt x="13751" y="35477"/>
                  </a:lnTo>
                  <a:lnTo>
                    <a:pt x="10412" y="35583"/>
                  </a:lnTo>
                  <a:lnTo>
                    <a:pt x="8356" y="33134"/>
                  </a:lnTo>
                  <a:lnTo>
                    <a:pt x="3879" y="31649"/>
                  </a:lnTo>
                  <a:lnTo>
                    <a:pt x="3077" y="30597"/>
                  </a:lnTo>
                  <a:lnTo>
                    <a:pt x="2669" y="29282"/>
                  </a:lnTo>
                  <a:lnTo>
                    <a:pt x="3883" y="24690"/>
                  </a:lnTo>
                  <a:lnTo>
                    <a:pt x="0" y="25537"/>
                  </a:lnTo>
                  <a:lnTo>
                    <a:pt x="3074" y="14794"/>
                  </a:lnTo>
                  <a:lnTo>
                    <a:pt x="3489" y="11797"/>
                  </a:lnTo>
                  <a:lnTo>
                    <a:pt x="2666" y="7831"/>
                  </a:lnTo>
                  <a:lnTo>
                    <a:pt x="5430" y="8906"/>
                  </a:lnTo>
                  <a:lnTo>
                    <a:pt x="16705" y="8465"/>
                  </a:lnTo>
                  <a:lnTo>
                    <a:pt x="19923" y="7773"/>
                  </a:lnTo>
                  <a:lnTo>
                    <a:pt x="24247" y="4346"/>
                  </a:lnTo>
                  <a:lnTo>
                    <a:pt x="23345" y="6651"/>
                  </a:lnTo>
                  <a:lnTo>
                    <a:pt x="23359" y="9142"/>
                  </a:lnTo>
                  <a:lnTo>
                    <a:pt x="29987" y="12520"/>
                  </a:lnTo>
                  <a:lnTo>
                    <a:pt x="33313" y="11658"/>
                  </a:lnTo>
                  <a:lnTo>
                    <a:pt x="32153" y="7217"/>
                  </a:lnTo>
                  <a:lnTo>
                    <a:pt x="36738" y="6013"/>
                  </a:lnTo>
                  <a:lnTo>
                    <a:pt x="36670" y="4748"/>
                  </a:lnTo>
                  <a:lnTo>
                    <a:pt x="40191" y="4106"/>
                  </a:lnTo>
                  <a:lnTo>
                    <a:pt x="51221" y="6888"/>
                  </a:lnTo>
                  <a:lnTo>
                    <a:pt x="52595" y="5112"/>
                  </a:lnTo>
                  <a:lnTo>
                    <a:pt x="52210" y="63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8" name="ph7618"/>
            <p:cNvSpPr/>
            <p:nvPr/>
          </p:nvSpPr>
          <p:spPr>
            <a:xfrm>
              <a:off x="10792561" y="1963492"/>
              <a:ext cx="82757" cy="113235"/>
            </a:xfrm>
            <a:custGeom>
              <a:avLst/>
              <a:pathLst>
                <a:path w="82757" h="113235">
                  <a:moveTo>
                    <a:pt x="44640" y="21656"/>
                  </a:moveTo>
                  <a:lnTo>
                    <a:pt x="51565" y="14505"/>
                  </a:lnTo>
                  <a:lnTo>
                    <a:pt x="60891" y="2984"/>
                  </a:lnTo>
                  <a:lnTo>
                    <a:pt x="63096" y="3348"/>
                  </a:lnTo>
                  <a:lnTo>
                    <a:pt x="68798" y="7512"/>
                  </a:lnTo>
                  <a:lnTo>
                    <a:pt x="73269" y="13616"/>
                  </a:lnTo>
                  <a:lnTo>
                    <a:pt x="52447" y="29430"/>
                  </a:lnTo>
                  <a:lnTo>
                    <a:pt x="53318" y="36291"/>
                  </a:lnTo>
                  <a:lnTo>
                    <a:pt x="70299" y="42540"/>
                  </a:lnTo>
                  <a:lnTo>
                    <a:pt x="71806" y="60155"/>
                  </a:lnTo>
                  <a:lnTo>
                    <a:pt x="79607" y="82266"/>
                  </a:lnTo>
                  <a:lnTo>
                    <a:pt x="81768" y="83930"/>
                  </a:lnTo>
                  <a:lnTo>
                    <a:pt x="82757" y="86575"/>
                  </a:lnTo>
                  <a:lnTo>
                    <a:pt x="74058" y="104023"/>
                  </a:lnTo>
                  <a:lnTo>
                    <a:pt x="70204" y="103153"/>
                  </a:lnTo>
                  <a:lnTo>
                    <a:pt x="70645" y="107743"/>
                  </a:lnTo>
                  <a:lnTo>
                    <a:pt x="59745" y="108764"/>
                  </a:lnTo>
                  <a:lnTo>
                    <a:pt x="49144" y="113235"/>
                  </a:lnTo>
                  <a:lnTo>
                    <a:pt x="45409" y="105238"/>
                  </a:lnTo>
                  <a:lnTo>
                    <a:pt x="43562" y="100231"/>
                  </a:lnTo>
                  <a:lnTo>
                    <a:pt x="45534" y="96707"/>
                  </a:lnTo>
                  <a:lnTo>
                    <a:pt x="49811" y="93876"/>
                  </a:lnTo>
                  <a:lnTo>
                    <a:pt x="45149" y="92836"/>
                  </a:lnTo>
                  <a:lnTo>
                    <a:pt x="43023" y="93664"/>
                  </a:lnTo>
                  <a:lnTo>
                    <a:pt x="37857" y="93493"/>
                  </a:lnTo>
                  <a:lnTo>
                    <a:pt x="32548" y="91719"/>
                  </a:lnTo>
                  <a:lnTo>
                    <a:pt x="32490" y="87422"/>
                  </a:lnTo>
                  <a:lnTo>
                    <a:pt x="34661" y="87390"/>
                  </a:lnTo>
                  <a:lnTo>
                    <a:pt x="34600" y="83087"/>
                  </a:lnTo>
                  <a:lnTo>
                    <a:pt x="32363" y="78814"/>
                  </a:lnTo>
                  <a:lnTo>
                    <a:pt x="26991" y="78890"/>
                  </a:lnTo>
                  <a:lnTo>
                    <a:pt x="26918" y="73517"/>
                  </a:lnTo>
                  <a:lnTo>
                    <a:pt x="25785" y="69216"/>
                  </a:lnTo>
                  <a:lnTo>
                    <a:pt x="18249" y="69313"/>
                  </a:lnTo>
                  <a:lnTo>
                    <a:pt x="2429" y="54995"/>
                  </a:lnTo>
                  <a:lnTo>
                    <a:pt x="3435" y="51008"/>
                  </a:lnTo>
                  <a:lnTo>
                    <a:pt x="0" y="48754"/>
                  </a:lnTo>
                  <a:lnTo>
                    <a:pt x="7185" y="13866"/>
                  </a:lnTo>
                  <a:lnTo>
                    <a:pt x="13958" y="8259"/>
                  </a:lnTo>
                  <a:lnTo>
                    <a:pt x="2422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9" name="ph7619"/>
            <p:cNvSpPr/>
            <p:nvPr/>
          </p:nvSpPr>
          <p:spPr>
            <a:xfrm>
              <a:off x="10839944" y="2410004"/>
              <a:ext cx="62728" cy="38076"/>
            </a:xfrm>
            <a:custGeom>
              <a:avLst/>
              <a:pathLst>
                <a:path w="62728" h="38076">
                  <a:moveTo>
                    <a:pt x="53093" y="625"/>
                  </a:moveTo>
                  <a:lnTo>
                    <a:pt x="55569" y="5704"/>
                  </a:lnTo>
                  <a:lnTo>
                    <a:pt x="59245" y="9216"/>
                  </a:lnTo>
                  <a:lnTo>
                    <a:pt x="62728" y="20383"/>
                  </a:lnTo>
                  <a:lnTo>
                    <a:pt x="61568" y="19994"/>
                  </a:lnTo>
                  <a:lnTo>
                    <a:pt x="58666" y="18953"/>
                  </a:lnTo>
                  <a:lnTo>
                    <a:pt x="49814" y="31379"/>
                  </a:lnTo>
                  <a:lnTo>
                    <a:pt x="45162" y="33335"/>
                  </a:lnTo>
                  <a:lnTo>
                    <a:pt x="40715" y="32095"/>
                  </a:lnTo>
                  <a:lnTo>
                    <a:pt x="28758" y="30648"/>
                  </a:lnTo>
                  <a:lnTo>
                    <a:pt x="24765" y="30732"/>
                  </a:lnTo>
                  <a:lnTo>
                    <a:pt x="18751" y="31992"/>
                  </a:lnTo>
                  <a:lnTo>
                    <a:pt x="16413" y="38076"/>
                  </a:lnTo>
                  <a:lnTo>
                    <a:pt x="13301" y="30771"/>
                  </a:lnTo>
                  <a:lnTo>
                    <a:pt x="9507" y="30528"/>
                  </a:lnTo>
                  <a:lnTo>
                    <a:pt x="9714" y="24568"/>
                  </a:lnTo>
                  <a:lnTo>
                    <a:pt x="7222" y="22345"/>
                  </a:lnTo>
                  <a:lnTo>
                    <a:pt x="0" y="19099"/>
                  </a:lnTo>
                  <a:lnTo>
                    <a:pt x="657" y="17993"/>
                  </a:lnTo>
                  <a:lnTo>
                    <a:pt x="1286" y="12314"/>
                  </a:lnTo>
                  <a:lnTo>
                    <a:pt x="2294" y="12235"/>
                  </a:lnTo>
                  <a:lnTo>
                    <a:pt x="4734" y="6466"/>
                  </a:lnTo>
                  <a:lnTo>
                    <a:pt x="6097" y="4756"/>
                  </a:lnTo>
                  <a:lnTo>
                    <a:pt x="12068" y="4980"/>
                  </a:lnTo>
                  <a:lnTo>
                    <a:pt x="16409" y="3166"/>
                  </a:lnTo>
                  <a:lnTo>
                    <a:pt x="17604" y="5470"/>
                  </a:lnTo>
                  <a:lnTo>
                    <a:pt x="19192" y="5388"/>
                  </a:lnTo>
                  <a:lnTo>
                    <a:pt x="29865" y="3648"/>
                  </a:lnTo>
                  <a:lnTo>
                    <a:pt x="31154" y="1560"/>
                  </a:lnTo>
                  <a:lnTo>
                    <a:pt x="38449" y="244"/>
                  </a:lnTo>
                  <a:lnTo>
                    <a:pt x="4991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0" name="ph7620"/>
            <p:cNvSpPr/>
            <p:nvPr/>
          </p:nvSpPr>
          <p:spPr>
            <a:xfrm>
              <a:off x="10810960" y="2209761"/>
              <a:ext cx="16668" cy="13206"/>
            </a:xfrm>
            <a:custGeom>
              <a:avLst/>
              <a:pathLst>
                <a:path w="16668" h="13206">
                  <a:moveTo>
                    <a:pt x="10024" y="245"/>
                  </a:moveTo>
                  <a:lnTo>
                    <a:pt x="9380" y="2269"/>
                  </a:lnTo>
                  <a:lnTo>
                    <a:pt x="16668" y="4056"/>
                  </a:lnTo>
                  <a:lnTo>
                    <a:pt x="15843" y="6821"/>
                  </a:lnTo>
                  <a:lnTo>
                    <a:pt x="6923" y="13202"/>
                  </a:lnTo>
                  <a:lnTo>
                    <a:pt x="3314" y="12778"/>
                  </a:lnTo>
                  <a:lnTo>
                    <a:pt x="366" y="13206"/>
                  </a:lnTo>
                  <a:lnTo>
                    <a:pt x="0" y="12728"/>
                  </a:lnTo>
                  <a:lnTo>
                    <a:pt x="84" y="7381"/>
                  </a:lnTo>
                  <a:lnTo>
                    <a:pt x="1160" y="5917"/>
                  </a:lnTo>
                  <a:lnTo>
                    <a:pt x="1074" y="3707"/>
                  </a:lnTo>
                  <a:lnTo>
                    <a:pt x="7302" y="1616"/>
                  </a:lnTo>
                  <a:lnTo>
                    <a:pt x="694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1" name="ph7621"/>
            <p:cNvSpPr/>
            <p:nvPr/>
          </p:nvSpPr>
          <p:spPr>
            <a:xfrm>
              <a:off x="10903851" y="2139921"/>
              <a:ext cx="25315" cy="49624"/>
            </a:xfrm>
            <a:custGeom>
              <a:avLst/>
              <a:pathLst>
                <a:path w="25315" h="49624">
                  <a:moveTo>
                    <a:pt x="14918" y="6220"/>
                  </a:moveTo>
                  <a:lnTo>
                    <a:pt x="21581" y="5420"/>
                  </a:lnTo>
                  <a:lnTo>
                    <a:pt x="25315" y="27137"/>
                  </a:lnTo>
                  <a:lnTo>
                    <a:pt x="23057" y="27184"/>
                  </a:lnTo>
                  <a:lnTo>
                    <a:pt x="22400" y="28286"/>
                  </a:lnTo>
                  <a:lnTo>
                    <a:pt x="22092" y="33282"/>
                  </a:lnTo>
                  <a:lnTo>
                    <a:pt x="22523" y="36233"/>
                  </a:lnTo>
                  <a:lnTo>
                    <a:pt x="23812" y="38181"/>
                  </a:lnTo>
                  <a:lnTo>
                    <a:pt x="23790" y="42125"/>
                  </a:lnTo>
                  <a:lnTo>
                    <a:pt x="22634" y="44846"/>
                  </a:lnTo>
                  <a:lnTo>
                    <a:pt x="23347" y="47433"/>
                  </a:lnTo>
                  <a:lnTo>
                    <a:pt x="23109" y="48609"/>
                  </a:lnTo>
                  <a:lnTo>
                    <a:pt x="17785" y="49624"/>
                  </a:lnTo>
                  <a:lnTo>
                    <a:pt x="15075" y="46313"/>
                  </a:lnTo>
                  <a:lnTo>
                    <a:pt x="13388" y="47680"/>
                  </a:lnTo>
                  <a:lnTo>
                    <a:pt x="11615" y="48361"/>
                  </a:lnTo>
                  <a:lnTo>
                    <a:pt x="7909" y="46642"/>
                  </a:lnTo>
                  <a:lnTo>
                    <a:pt x="7523" y="37235"/>
                  </a:lnTo>
                  <a:lnTo>
                    <a:pt x="2347" y="25380"/>
                  </a:lnTo>
                  <a:lnTo>
                    <a:pt x="0" y="20006"/>
                  </a:lnTo>
                  <a:lnTo>
                    <a:pt x="7142" y="6370"/>
                  </a:lnTo>
                  <a:lnTo>
                    <a:pt x="6893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2" name="ph7622"/>
            <p:cNvSpPr/>
            <p:nvPr/>
          </p:nvSpPr>
          <p:spPr>
            <a:xfrm>
              <a:off x="10825807" y="2252010"/>
              <a:ext cx="21729" cy="17918"/>
            </a:xfrm>
            <a:custGeom>
              <a:avLst/>
              <a:pathLst>
                <a:path w="21729" h="17918">
                  <a:moveTo>
                    <a:pt x="21729" y="10128"/>
                  </a:moveTo>
                  <a:lnTo>
                    <a:pt x="12100" y="14415"/>
                  </a:lnTo>
                  <a:lnTo>
                    <a:pt x="10799" y="16964"/>
                  </a:lnTo>
                  <a:lnTo>
                    <a:pt x="8549" y="17918"/>
                  </a:lnTo>
                  <a:lnTo>
                    <a:pt x="5782" y="16288"/>
                  </a:lnTo>
                  <a:lnTo>
                    <a:pt x="5954" y="15315"/>
                  </a:lnTo>
                  <a:lnTo>
                    <a:pt x="0" y="9013"/>
                  </a:lnTo>
                  <a:lnTo>
                    <a:pt x="6809" y="4645"/>
                  </a:lnTo>
                  <a:lnTo>
                    <a:pt x="8727" y="1593"/>
                  </a:lnTo>
                  <a:lnTo>
                    <a:pt x="10270" y="2816"/>
                  </a:lnTo>
                  <a:lnTo>
                    <a:pt x="13230" y="3184"/>
                  </a:lnTo>
                  <a:lnTo>
                    <a:pt x="2118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3" name="ph7623"/>
            <p:cNvSpPr/>
            <p:nvPr/>
          </p:nvSpPr>
          <p:spPr>
            <a:xfrm>
              <a:off x="10812622" y="2175345"/>
              <a:ext cx="21603" cy="22403"/>
            </a:xfrm>
            <a:custGeom>
              <a:avLst/>
              <a:pathLst>
                <a:path w="21603" h="22403">
                  <a:moveTo>
                    <a:pt x="21603" y="6520"/>
                  </a:moveTo>
                  <a:lnTo>
                    <a:pt x="19188" y="8360"/>
                  </a:lnTo>
                  <a:lnTo>
                    <a:pt x="18446" y="7493"/>
                  </a:lnTo>
                  <a:lnTo>
                    <a:pt x="18194" y="8034"/>
                  </a:lnTo>
                  <a:lnTo>
                    <a:pt x="20293" y="12054"/>
                  </a:lnTo>
                  <a:lnTo>
                    <a:pt x="20734" y="12701"/>
                  </a:lnTo>
                  <a:lnTo>
                    <a:pt x="19936" y="16488"/>
                  </a:lnTo>
                  <a:lnTo>
                    <a:pt x="17397" y="19011"/>
                  </a:lnTo>
                  <a:lnTo>
                    <a:pt x="16201" y="22403"/>
                  </a:lnTo>
                  <a:lnTo>
                    <a:pt x="15056" y="21832"/>
                  </a:lnTo>
                  <a:lnTo>
                    <a:pt x="14751" y="20808"/>
                  </a:lnTo>
                  <a:lnTo>
                    <a:pt x="9066" y="18828"/>
                  </a:lnTo>
                  <a:lnTo>
                    <a:pt x="2030" y="18816"/>
                  </a:lnTo>
                  <a:lnTo>
                    <a:pt x="1235" y="20112"/>
                  </a:lnTo>
                  <a:lnTo>
                    <a:pt x="0" y="16927"/>
                  </a:lnTo>
                  <a:lnTo>
                    <a:pt x="1854" y="12702"/>
                  </a:lnTo>
                  <a:lnTo>
                    <a:pt x="4650" y="14564"/>
                  </a:lnTo>
                  <a:lnTo>
                    <a:pt x="8552" y="13168"/>
                  </a:lnTo>
                  <a:lnTo>
                    <a:pt x="10278" y="11536"/>
                  </a:lnTo>
                  <a:lnTo>
                    <a:pt x="12724" y="6894"/>
                  </a:lnTo>
                  <a:lnTo>
                    <a:pt x="15920" y="2770"/>
                  </a:lnTo>
                  <a:lnTo>
                    <a:pt x="1877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4" name="ph7624"/>
            <p:cNvSpPr/>
            <p:nvPr/>
          </p:nvSpPr>
          <p:spPr>
            <a:xfrm>
              <a:off x="10925943" y="2163340"/>
              <a:ext cx="43831" cy="31573"/>
            </a:xfrm>
            <a:custGeom>
              <a:avLst/>
              <a:pathLst>
                <a:path w="43831" h="31573">
                  <a:moveTo>
                    <a:pt x="32114" y="15877"/>
                  </a:moveTo>
                  <a:lnTo>
                    <a:pt x="37866" y="9060"/>
                  </a:lnTo>
                  <a:lnTo>
                    <a:pt x="43602" y="8035"/>
                  </a:lnTo>
                  <a:lnTo>
                    <a:pt x="43831" y="14801"/>
                  </a:lnTo>
                  <a:lnTo>
                    <a:pt x="20976" y="31573"/>
                  </a:lnTo>
                  <a:lnTo>
                    <a:pt x="1717" y="28396"/>
                  </a:lnTo>
                  <a:lnTo>
                    <a:pt x="1254" y="24015"/>
                  </a:lnTo>
                  <a:lnTo>
                    <a:pt x="541" y="21427"/>
                  </a:lnTo>
                  <a:lnTo>
                    <a:pt x="1697" y="18707"/>
                  </a:lnTo>
                  <a:lnTo>
                    <a:pt x="1719" y="14763"/>
                  </a:lnTo>
                  <a:lnTo>
                    <a:pt x="430" y="12815"/>
                  </a:lnTo>
                  <a:lnTo>
                    <a:pt x="0" y="9864"/>
                  </a:lnTo>
                  <a:lnTo>
                    <a:pt x="308" y="4868"/>
                  </a:lnTo>
                  <a:lnTo>
                    <a:pt x="965" y="3766"/>
                  </a:lnTo>
                  <a:lnTo>
                    <a:pt x="3222" y="3719"/>
                  </a:lnTo>
                  <a:lnTo>
                    <a:pt x="6056" y="6334"/>
                  </a:lnTo>
                  <a:lnTo>
                    <a:pt x="7497" y="6233"/>
                  </a:lnTo>
                  <a:lnTo>
                    <a:pt x="11134" y="3203"/>
                  </a:lnTo>
                  <a:lnTo>
                    <a:pt x="14414" y="1678"/>
                  </a:lnTo>
                  <a:lnTo>
                    <a:pt x="17124" y="1295"/>
                  </a:lnTo>
                  <a:lnTo>
                    <a:pt x="1853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5" name="ph7625"/>
            <p:cNvSpPr/>
            <p:nvPr/>
          </p:nvSpPr>
          <p:spPr>
            <a:xfrm>
              <a:off x="10819117" y="2354571"/>
              <a:ext cx="70742" cy="68125"/>
            </a:xfrm>
            <a:custGeom>
              <a:avLst/>
              <a:pathLst>
                <a:path w="70742" h="68125">
                  <a:moveTo>
                    <a:pt x="64840" y="5039"/>
                  </a:moveTo>
                  <a:lnTo>
                    <a:pt x="67952" y="13056"/>
                  </a:lnTo>
                  <a:lnTo>
                    <a:pt x="67608" y="20818"/>
                  </a:lnTo>
                  <a:lnTo>
                    <a:pt x="61997" y="34326"/>
                  </a:lnTo>
                  <a:lnTo>
                    <a:pt x="61181" y="46242"/>
                  </a:lnTo>
                  <a:lnTo>
                    <a:pt x="70742" y="55432"/>
                  </a:lnTo>
                  <a:lnTo>
                    <a:pt x="59277" y="55677"/>
                  </a:lnTo>
                  <a:lnTo>
                    <a:pt x="51981" y="56992"/>
                  </a:lnTo>
                  <a:lnTo>
                    <a:pt x="50693" y="59081"/>
                  </a:lnTo>
                  <a:lnTo>
                    <a:pt x="40020" y="60821"/>
                  </a:lnTo>
                  <a:lnTo>
                    <a:pt x="38432" y="60903"/>
                  </a:lnTo>
                  <a:lnTo>
                    <a:pt x="37237" y="58599"/>
                  </a:lnTo>
                  <a:lnTo>
                    <a:pt x="32895" y="60413"/>
                  </a:lnTo>
                  <a:lnTo>
                    <a:pt x="26924" y="60188"/>
                  </a:lnTo>
                  <a:lnTo>
                    <a:pt x="25561" y="61898"/>
                  </a:lnTo>
                  <a:lnTo>
                    <a:pt x="23122" y="67668"/>
                  </a:lnTo>
                  <a:lnTo>
                    <a:pt x="22114" y="67747"/>
                  </a:lnTo>
                  <a:lnTo>
                    <a:pt x="17298" y="68125"/>
                  </a:lnTo>
                  <a:lnTo>
                    <a:pt x="12829" y="66013"/>
                  </a:lnTo>
                  <a:lnTo>
                    <a:pt x="10796" y="64316"/>
                  </a:lnTo>
                  <a:lnTo>
                    <a:pt x="10493" y="60924"/>
                  </a:lnTo>
                  <a:lnTo>
                    <a:pt x="11520" y="54421"/>
                  </a:lnTo>
                  <a:lnTo>
                    <a:pt x="5198" y="52105"/>
                  </a:lnTo>
                  <a:lnTo>
                    <a:pt x="7001" y="49787"/>
                  </a:lnTo>
                  <a:lnTo>
                    <a:pt x="2611" y="46821"/>
                  </a:lnTo>
                  <a:lnTo>
                    <a:pt x="2588" y="45310"/>
                  </a:lnTo>
                  <a:lnTo>
                    <a:pt x="5573" y="42086"/>
                  </a:lnTo>
                  <a:lnTo>
                    <a:pt x="1460" y="35886"/>
                  </a:lnTo>
                  <a:lnTo>
                    <a:pt x="0" y="31525"/>
                  </a:lnTo>
                  <a:lnTo>
                    <a:pt x="2210" y="31488"/>
                  </a:lnTo>
                  <a:lnTo>
                    <a:pt x="3147" y="29758"/>
                  </a:lnTo>
                  <a:lnTo>
                    <a:pt x="4533" y="29614"/>
                  </a:lnTo>
                  <a:lnTo>
                    <a:pt x="4553" y="27474"/>
                  </a:lnTo>
                  <a:lnTo>
                    <a:pt x="6739" y="25537"/>
                  </a:lnTo>
                  <a:lnTo>
                    <a:pt x="10898" y="24122"/>
                  </a:lnTo>
                  <a:lnTo>
                    <a:pt x="11904" y="25416"/>
                  </a:lnTo>
                  <a:lnTo>
                    <a:pt x="15435" y="24121"/>
                  </a:lnTo>
                  <a:lnTo>
                    <a:pt x="16083" y="18879"/>
                  </a:lnTo>
                  <a:lnTo>
                    <a:pt x="13301" y="7182"/>
                  </a:lnTo>
                  <a:lnTo>
                    <a:pt x="23857" y="5550"/>
                  </a:lnTo>
                  <a:lnTo>
                    <a:pt x="32844" y="6029"/>
                  </a:lnTo>
                  <a:lnTo>
                    <a:pt x="38928" y="1050"/>
                  </a:lnTo>
                  <a:lnTo>
                    <a:pt x="40696" y="1627"/>
                  </a:lnTo>
                  <a:lnTo>
                    <a:pt x="41005" y="4380"/>
                  </a:lnTo>
                  <a:lnTo>
                    <a:pt x="45901" y="12153"/>
                  </a:lnTo>
                  <a:lnTo>
                    <a:pt x="49174" y="14072"/>
                  </a:lnTo>
                  <a:lnTo>
                    <a:pt x="51185" y="13859"/>
                  </a:lnTo>
                  <a:lnTo>
                    <a:pt x="51520" y="11788"/>
                  </a:lnTo>
                  <a:lnTo>
                    <a:pt x="54758" y="7804"/>
                  </a:lnTo>
                  <a:lnTo>
                    <a:pt x="53647" y="2876"/>
                  </a:lnTo>
                  <a:lnTo>
                    <a:pt x="626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6" name="ph7626"/>
            <p:cNvSpPr/>
            <p:nvPr/>
          </p:nvSpPr>
          <p:spPr>
            <a:xfrm>
              <a:off x="10747235" y="2180418"/>
              <a:ext cx="48131" cy="42408"/>
            </a:xfrm>
            <a:custGeom>
              <a:avLst/>
              <a:pathLst>
                <a:path w="48131" h="42408">
                  <a:moveTo>
                    <a:pt x="15106" y="4596"/>
                  </a:moveTo>
                  <a:lnTo>
                    <a:pt x="22559" y="3509"/>
                  </a:lnTo>
                  <a:lnTo>
                    <a:pt x="26159" y="1832"/>
                  </a:lnTo>
                  <a:lnTo>
                    <a:pt x="26771" y="4136"/>
                  </a:lnTo>
                  <a:lnTo>
                    <a:pt x="26906" y="14244"/>
                  </a:lnTo>
                  <a:lnTo>
                    <a:pt x="36331" y="9015"/>
                  </a:lnTo>
                  <a:lnTo>
                    <a:pt x="39107" y="9351"/>
                  </a:lnTo>
                  <a:lnTo>
                    <a:pt x="42273" y="9859"/>
                  </a:lnTo>
                  <a:lnTo>
                    <a:pt x="48131" y="22749"/>
                  </a:lnTo>
                  <a:lnTo>
                    <a:pt x="45389" y="30979"/>
                  </a:lnTo>
                  <a:lnTo>
                    <a:pt x="38004" y="27554"/>
                  </a:lnTo>
                  <a:lnTo>
                    <a:pt x="33780" y="32339"/>
                  </a:lnTo>
                  <a:lnTo>
                    <a:pt x="32063" y="33411"/>
                  </a:lnTo>
                  <a:lnTo>
                    <a:pt x="28056" y="31960"/>
                  </a:lnTo>
                  <a:lnTo>
                    <a:pt x="23467" y="34456"/>
                  </a:lnTo>
                  <a:lnTo>
                    <a:pt x="20897" y="38163"/>
                  </a:lnTo>
                  <a:lnTo>
                    <a:pt x="17646" y="40975"/>
                  </a:lnTo>
                  <a:lnTo>
                    <a:pt x="15119" y="42408"/>
                  </a:lnTo>
                  <a:lnTo>
                    <a:pt x="14425" y="41592"/>
                  </a:lnTo>
                  <a:lnTo>
                    <a:pt x="8633" y="40954"/>
                  </a:lnTo>
                  <a:lnTo>
                    <a:pt x="8119" y="35732"/>
                  </a:lnTo>
                  <a:lnTo>
                    <a:pt x="6155" y="30905"/>
                  </a:lnTo>
                  <a:lnTo>
                    <a:pt x="0" y="19748"/>
                  </a:lnTo>
                  <a:lnTo>
                    <a:pt x="1559" y="15045"/>
                  </a:lnTo>
                  <a:lnTo>
                    <a:pt x="2768" y="13999"/>
                  </a:lnTo>
                  <a:lnTo>
                    <a:pt x="4129" y="8003"/>
                  </a:lnTo>
                  <a:lnTo>
                    <a:pt x="2836" y="4662"/>
                  </a:lnTo>
                  <a:lnTo>
                    <a:pt x="4808" y="5252"/>
                  </a:lnTo>
                  <a:lnTo>
                    <a:pt x="9225" y="3993"/>
                  </a:lnTo>
                  <a:lnTo>
                    <a:pt x="11485" y="2758"/>
                  </a:lnTo>
                  <a:lnTo>
                    <a:pt x="1323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7" name="ph7627"/>
            <p:cNvSpPr/>
            <p:nvPr/>
          </p:nvSpPr>
          <p:spPr>
            <a:xfrm>
              <a:off x="10783166" y="2095380"/>
              <a:ext cx="36166" cy="50818"/>
            </a:xfrm>
            <a:custGeom>
              <a:avLst/>
              <a:pathLst>
                <a:path w="36166" h="50818">
                  <a:moveTo>
                    <a:pt x="21295" y="3520"/>
                  </a:moveTo>
                  <a:lnTo>
                    <a:pt x="20596" y="5237"/>
                  </a:lnTo>
                  <a:lnTo>
                    <a:pt x="24426" y="8396"/>
                  </a:lnTo>
                  <a:lnTo>
                    <a:pt x="25710" y="10642"/>
                  </a:lnTo>
                  <a:lnTo>
                    <a:pt x="29016" y="22526"/>
                  </a:lnTo>
                  <a:lnTo>
                    <a:pt x="31265" y="22809"/>
                  </a:lnTo>
                  <a:lnTo>
                    <a:pt x="31838" y="23503"/>
                  </a:lnTo>
                  <a:lnTo>
                    <a:pt x="31764" y="25063"/>
                  </a:lnTo>
                  <a:lnTo>
                    <a:pt x="29811" y="28073"/>
                  </a:lnTo>
                  <a:lnTo>
                    <a:pt x="33079" y="34361"/>
                  </a:lnTo>
                  <a:lnTo>
                    <a:pt x="35917" y="43404"/>
                  </a:lnTo>
                  <a:lnTo>
                    <a:pt x="36166" y="48313"/>
                  </a:lnTo>
                  <a:lnTo>
                    <a:pt x="31970" y="50818"/>
                  </a:lnTo>
                  <a:lnTo>
                    <a:pt x="25032" y="50182"/>
                  </a:lnTo>
                  <a:lnTo>
                    <a:pt x="21739" y="44656"/>
                  </a:lnTo>
                  <a:lnTo>
                    <a:pt x="18830" y="41338"/>
                  </a:lnTo>
                  <a:lnTo>
                    <a:pt x="14354" y="39762"/>
                  </a:lnTo>
                  <a:lnTo>
                    <a:pt x="13784" y="35662"/>
                  </a:lnTo>
                  <a:lnTo>
                    <a:pt x="9650" y="35977"/>
                  </a:lnTo>
                  <a:lnTo>
                    <a:pt x="7977" y="36740"/>
                  </a:lnTo>
                  <a:lnTo>
                    <a:pt x="7290" y="38877"/>
                  </a:lnTo>
                  <a:lnTo>
                    <a:pt x="4416" y="41603"/>
                  </a:lnTo>
                  <a:lnTo>
                    <a:pt x="2551" y="39184"/>
                  </a:lnTo>
                  <a:lnTo>
                    <a:pt x="697" y="33646"/>
                  </a:lnTo>
                  <a:lnTo>
                    <a:pt x="714" y="31265"/>
                  </a:lnTo>
                  <a:lnTo>
                    <a:pt x="0" y="30086"/>
                  </a:lnTo>
                  <a:lnTo>
                    <a:pt x="2059" y="24967"/>
                  </a:lnTo>
                  <a:lnTo>
                    <a:pt x="6447" y="22639"/>
                  </a:lnTo>
                  <a:lnTo>
                    <a:pt x="7709" y="21064"/>
                  </a:lnTo>
                  <a:lnTo>
                    <a:pt x="4028" y="14593"/>
                  </a:lnTo>
                  <a:lnTo>
                    <a:pt x="4051" y="13231"/>
                  </a:lnTo>
                  <a:lnTo>
                    <a:pt x="4906" y="14609"/>
                  </a:lnTo>
                  <a:lnTo>
                    <a:pt x="8394" y="13137"/>
                  </a:lnTo>
                  <a:lnTo>
                    <a:pt x="5544" y="6482"/>
                  </a:lnTo>
                  <a:lnTo>
                    <a:pt x="13676" y="2545"/>
                  </a:lnTo>
                  <a:lnTo>
                    <a:pt x="19530" y="2907"/>
                  </a:lnTo>
                  <a:lnTo>
                    <a:pt x="18583" y="89"/>
                  </a:lnTo>
                  <a:lnTo>
                    <a:pt x="2017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8" name="ph7628"/>
            <p:cNvSpPr/>
            <p:nvPr/>
          </p:nvSpPr>
          <p:spPr>
            <a:xfrm>
              <a:off x="10810643" y="2192272"/>
              <a:ext cx="18602" cy="21546"/>
            </a:xfrm>
            <a:custGeom>
              <a:avLst/>
              <a:pathLst>
                <a:path w="18602" h="21546">
                  <a:moveTo>
                    <a:pt x="3214" y="3185"/>
                  </a:moveTo>
                  <a:lnTo>
                    <a:pt x="4009" y="1889"/>
                  </a:lnTo>
                  <a:lnTo>
                    <a:pt x="11045" y="1901"/>
                  </a:lnTo>
                  <a:lnTo>
                    <a:pt x="16731" y="3881"/>
                  </a:lnTo>
                  <a:lnTo>
                    <a:pt x="17035" y="4905"/>
                  </a:lnTo>
                  <a:lnTo>
                    <a:pt x="15375" y="5656"/>
                  </a:lnTo>
                  <a:lnTo>
                    <a:pt x="15214" y="6762"/>
                  </a:lnTo>
                  <a:lnTo>
                    <a:pt x="18552" y="9181"/>
                  </a:lnTo>
                  <a:lnTo>
                    <a:pt x="18602" y="11793"/>
                  </a:lnTo>
                  <a:lnTo>
                    <a:pt x="17359" y="14049"/>
                  </a:lnTo>
                  <a:lnTo>
                    <a:pt x="13553" y="17491"/>
                  </a:lnTo>
                  <a:lnTo>
                    <a:pt x="17011" y="19299"/>
                  </a:lnTo>
                  <a:lnTo>
                    <a:pt x="18099" y="20964"/>
                  </a:lnTo>
                  <a:lnTo>
                    <a:pt x="16985" y="21546"/>
                  </a:lnTo>
                  <a:lnTo>
                    <a:pt x="9697" y="19759"/>
                  </a:lnTo>
                  <a:lnTo>
                    <a:pt x="10341" y="17734"/>
                  </a:lnTo>
                  <a:lnTo>
                    <a:pt x="7262" y="17489"/>
                  </a:lnTo>
                  <a:lnTo>
                    <a:pt x="736" y="12955"/>
                  </a:lnTo>
                  <a:lnTo>
                    <a:pt x="367" y="9214"/>
                  </a:lnTo>
                  <a:lnTo>
                    <a:pt x="1307" y="9204"/>
                  </a:lnTo>
                  <a:lnTo>
                    <a:pt x="0" y="3578"/>
                  </a:lnTo>
                  <a:lnTo>
                    <a:pt x="19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9" name="ph7629"/>
            <p:cNvSpPr/>
            <p:nvPr/>
          </p:nvSpPr>
          <p:spPr>
            <a:xfrm>
              <a:off x="10842717" y="2147524"/>
              <a:ext cx="53207" cy="45627"/>
            </a:xfrm>
            <a:custGeom>
              <a:avLst/>
              <a:pathLst>
                <a:path w="53207" h="45627">
                  <a:moveTo>
                    <a:pt x="40725" y="1340"/>
                  </a:moveTo>
                  <a:lnTo>
                    <a:pt x="40891" y="7432"/>
                  </a:lnTo>
                  <a:lnTo>
                    <a:pt x="44610" y="7327"/>
                  </a:lnTo>
                  <a:lnTo>
                    <a:pt x="47565" y="9667"/>
                  </a:lnTo>
                  <a:lnTo>
                    <a:pt x="53207" y="17320"/>
                  </a:lnTo>
                  <a:lnTo>
                    <a:pt x="42692" y="18015"/>
                  </a:lnTo>
                  <a:lnTo>
                    <a:pt x="41261" y="18365"/>
                  </a:lnTo>
                  <a:lnTo>
                    <a:pt x="39219" y="20692"/>
                  </a:lnTo>
                  <a:lnTo>
                    <a:pt x="44270" y="30001"/>
                  </a:lnTo>
                  <a:lnTo>
                    <a:pt x="48522" y="38201"/>
                  </a:lnTo>
                  <a:lnTo>
                    <a:pt x="46906" y="39632"/>
                  </a:lnTo>
                  <a:lnTo>
                    <a:pt x="46856" y="40961"/>
                  </a:lnTo>
                  <a:lnTo>
                    <a:pt x="37381" y="45627"/>
                  </a:lnTo>
                  <a:lnTo>
                    <a:pt x="33553" y="41351"/>
                  </a:lnTo>
                  <a:lnTo>
                    <a:pt x="31820" y="37838"/>
                  </a:lnTo>
                  <a:lnTo>
                    <a:pt x="22612" y="32288"/>
                  </a:lnTo>
                  <a:lnTo>
                    <a:pt x="18247" y="30864"/>
                  </a:lnTo>
                  <a:lnTo>
                    <a:pt x="18313" y="30229"/>
                  </a:lnTo>
                  <a:lnTo>
                    <a:pt x="16716" y="27549"/>
                  </a:lnTo>
                  <a:lnTo>
                    <a:pt x="9388" y="27570"/>
                  </a:lnTo>
                  <a:lnTo>
                    <a:pt x="8780" y="28150"/>
                  </a:lnTo>
                  <a:lnTo>
                    <a:pt x="5682" y="24013"/>
                  </a:lnTo>
                  <a:lnTo>
                    <a:pt x="5771" y="19472"/>
                  </a:lnTo>
                  <a:lnTo>
                    <a:pt x="2200" y="11577"/>
                  </a:lnTo>
                  <a:lnTo>
                    <a:pt x="229" y="10588"/>
                  </a:lnTo>
                  <a:lnTo>
                    <a:pt x="0" y="6278"/>
                  </a:lnTo>
                  <a:lnTo>
                    <a:pt x="2480" y="6884"/>
                  </a:lnTo>
                  <a:lnTo>
                    <a:pt x="4490" y="6590"/>
                  </a:lnTo>
                  <a:lnTo>
                    <a:pt x="5291" y="7642"/>
                  </a:lnTo>
                  <a:lnTo>
                    <a:pt x="9769" y="9128"/>
                  </a:lnTo>
                  <a:lnTo>
                    <a:pt x="11824" y="11576"/>
                  </a:lnTo>
                  <a:lnTo>
                    <a:pt x="15164" y="11470"/>
                  </a:lnTo>
                  <a:lnTo>
                    <a:pt x="22108" y="8957"/>
                  </a:lnTo>
                  <a:lnTo>
                    <a:pt x="25143" y="8588"/>
                  </a:lnTo>
                  <a:lnTo>
                    <a:pt x="3568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0" name="ph7630"/>
            <p:cNvSpPr/>
            <p:nvPr/>
          </p:nvSpPr>
          <p:spPr>
            <a:xfrm>
              <a:off x="10792243" y="2179384"/>
              <a:ext cx="7610" cy="11673"/>
            </a:xfrm>
            <a:custGeom>
              <a:avLst/>
              <a:pathLst>
                <a:path w="7610" h="11673">
                  <a:moveTo>
                    <a:pt x="7610" y="783"/>
                  </a:moveTo>
                  <a:lnTo>
                    <a:pt x="6424" y="7357"/>
                  </a:lnTo>
                  <a:lnTo>
                    <a:pt x="3941" y="11673"/>
                  </a:lnTo>
                  <a:lnTo>
                    <a:pt x="1866" y="11416"/>
                  </a:lnTo>
                  <a:lnTo>
                    <a:pt x="1669" y="11150"/>
                  </a:lnTo>
                  <a:lnTo>
                    <a:pt x="1457" y="9110"/>
                  </a:lnTo>
                  <a:lnTo>
                    <a:pt x="0" y="7326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1" name="ph7631"/>
            <p:cNvSpPr/>
            <p:nvPr/>
          </p:nvSpPr>
          <p:spPr>
            <a:xfrm>
              <a:off x="10751916" y="2266940"/>
              <a:ext cx="107459" cy="118591"/>
            </a:xfrm>
            <a:custGeom>
              <a:avLst/>
              <a:pathLst>
                <a:path w="107459" h="118591">
                  <a:moveTo>
                    <a:pt x="38000" y="2705"/>
                  </a:moveTo>
                  <a:lnTo>
                    <a:pt x="53264" y="7877"/>
                  </a:lnTo>
                  <a:lnTo>
                    <a:pt x="54268" y="9717"/>
                  </a:lnTo>
                  <a:lnTo>
                    <a:pt x="57014" y="11844"/>
                  </a:lnTo>
                  <a:lnTo>
                    <a:pt x="61846" y="14403"/>
                  </a:lnTo>
                  <a:lnTo>
                    <a:pt x="59855" y="16897"/>
                  </a:lnTo>
                  <a:lnTo>
                    <a:pt x="65322" y="23626"/>
                  </a:lnTo>
                  <a:lnTo>
                    <a:pt x="69484" y="27372"/>
                  </a:lnTo>
                  <a:lnTo>
                    <a:pt x="72172" y="28187"/>
                  </a:lnTo>
                  <a:lnTo>
                    <a:pt x="75550" y="36403"/>
                  </a:lnTo>
                  <a:lnTo>
                    <a:pt x="80767" y="40276"/>
                  </a:lnTo>
                  <a:lnTo>
                    <a:pt x="82552" y="42760"/>
                  </a:lnTo>
                  <a:lnTo>
                    <a:pt x="90756" y="40963"/>
                  </a:lnTo>
                  <a:lnTo>
                    <a:pt x="93141" y="43750"/>
                  </a:lnTo>
                  <a:lnTo>
                    <a:pt x="95197" y="46240"/>
                  </a:lnTo>
                  <a:lnTo>
                    <a:pt x="95810" y="49382"/>
                  </a:lnTo>
                  <a:lnTo>
                    <a:pt x="93204" y="53460"/>
                  </a:lnTo>
                  <a:lnTo>
                    <a:pt x="94536" y="56452"/>
                  </a:lnTo>
                  <a:lnTo>
                    <a:pt x="94412" y="57704"/>
                  </a:lnTo>
                  <a:lnTo>
                    <a:pt x="90348" y="61606"/>
                  </a:lnTo>
                  <a:lnTo>
                    <a:pt x="104631" y="74718"/>
                  </a:lnTo>
                  <a:lnTo>
                    <a:pt x="107459" y="81067"/>
                  </a:lnTo>
                  <a:lnTo>
                    <a:pt x="103837" y="85616"/>
                  </a:lnTo>
                  <a:lnTo>
                    <a:pt x="103481" y="87745"/>
                  </a:lnTo>
                  <a:lnTo>
                    <a:pt x="106129" y="88681"/>
                  </a:lnTo>
                  <a:lnTo>
                    <a:pt x="100044" y="93660"/>
                  </a:lnTo>
                  <a:lnTo>
                    <a:pt x="91057" y="93182"/>
                  </a:lnTo>
                  <a:lnTo>
                    <a:pt x="80501" y="94813"/>
                  </a:lnTo>
                  <a:lnTo>
                    <a:pt x="83284" y="106511"/>
                  </a:lnTo>
                  <a:lnTo>
                    <a:pt x="82636" y="111752"/>
                  </a:lnTo>
                  <a:lnTo>
                    <a:pt x="79105" y="113047"/>
                  </a:lnTo>
                  <a:lnTo>
                    <a:pt x="78098" y="111753"/>
                  </a:lnTo>
                  <a:lnTo>
                    <a:pt x="73940" y="113168"/>
                  </a:lnTo>
                  <a:lnTo>
                    <a:pt x="71753" y="115106"/>
                  </a:lnTo>
                  <a:lnTo>
                    <a:pt x="71734" y="117245"/>
                  </a:lnTo>
                  <a:lnTo>
                    <a:pt x="70347" y="117390"/>
                  </a:lnTo>
                  <a:lnTo>
                    <a:pt x="70337" y="114859"/>
                  </a:lnTo>
                  <a:lnTo>
                    <a:pt x="62613" y="111030"/>
                  </a:lnTo>
                  <a:lnTo>
                    <a:pt x="60935" y="118591"/>
                  </a:lnTo>
                  <a:lnTo>
                    <a:pt x="56303" y="111362"/>
                  </a:lnTo>
                  <a:lnTo>
                    <a:pt x="52710" y="111911"/>
                  </a:lnTo>
                  <a:lnTo>
                    <a:pt x="46416" y="104815"/>
                  </a:lnTo>
                  <a:lnTo>
                    <a:pt x="43332" y="96784"/>
                  </a:lnTo>
                  <a:lnTo>
                    <a:pt x="41791" y="96909"/>
                  </a:lnTo>
                  <a:lnTo>
                    <a:pt x="42128" y="98934"/>
                  </a:lnTo>
                  <a:lnTo>
                    <a:pt x="36471" y="100389"/>
                  </a:lnTo>
                  <a:lnTo>
                    <a:pt x="35539" y="94881"/>
                  </a:lnTo>
                  <a:lnTo>
                    <a:pt x="30387" y="97028"/>
                  </a:lnTo>
                  <a:lnTo>
                    <a:pt x="24787" y="101538"/>
                  </a:lnTo>
                  <a:lnTo>
                    <a:pt x="12966" y="90921"/>
                  </a:lnTo>
                  <a:lnTo>
                    <a:pt x="9614" y="94647"/>
                  </a:lnTo>
                  <a:lnTo>
                    <a:pt x="3249" y="83316"/>
                  </a:lnTo>
                  <a:lnTo>
                    <a:pt x="2606" y="78547"/>
                  </a:lnTo>
                  <a:lnTo>
                    <a:pt x="3376" y="60171"/>
                  </a:lnTo>
                  <a:lnTo>
                    <a:pt x="0" y="51470"/>
                  </a:lnTo>
                  <a:lnTo>
                    <a:pt x="128" y="50185"/>
                  </a:lnTo>
                  <a:lnTo>
                    <a:pt x="10744" y="40139"/>
                  </a:lnTo>
                  <a:lnTo>
                    <a:pt x="472" y="30950"/>
                  </a:lnTo>
                  <a:lnTo>
                    <a:pt x="2155" y="12316"/>
                  </a:lnTo>
                  <a:lnTo>
                    <a:pt x="2296" y="10887"/>
                  </a:lnTo>
                  <a:lnTo>
                    <a:pt x="12422" y="2330"/>
                  </a:lnTo>
                  <a:lnTo>
                    <a:pt x="2505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2" name="ph7632"/>
            <p:cNvSpPr/>
            <p:nvPr/>
          </p:nvSpPr>
          <p:spPr>
            <a:xfrm>
              <a:off x="10842274" y="2177754"/>
              <a:ext cx="34257" cy="35694"/>
            </a:xfrm>
            <a:custGeom>
              <a:avLst/>
              <a:pathLst>
                <a:path w="34257" h="35694">
                  <a:moveTo>
                    <a:pt x="18689" y="635"/>
                  </a:moveTo>
                  <a:lnTo>
                    <a:pt x="23055" y="2058"/>
                  </a:lnTo>
                  <a:lnTo>
                    <a:pt x="32262" y="7609"/>
                  </a:lnTo>
                  <a:lnTo>
                    <a:pt x="29199" y="10865"/>
                  </a:lnTo>
                  <a:lnTo>
                    <a:pt x="29091" y="12659"/>
                  </a:lnTo>
                  <a:lnTo>
                    <a:pt x="32801" y="18764"/>
                  </a:lnTo>
                  <a:lnTo>
                    <a:pt x="31897" y="23398"/>
                  </a:lnTo>
                  <a:lnTo>
                    <a:pt x="34257" y="25307"/>
                  </a:lnTo>
                  <a:lnTo>
                    <a:pt x="28378" y="31966"/>
                  </a:lnTo>
                  <a:lnTo>
                    <a:pt x="24000" y="30853"/>
                  </a:lnTo>
                  <a:lnTo>
                    <a:pt x="23152" y="35694"/>
                  </a:lnTo>
                  <a:lnTo>
                    <a:pt x="19663" y="32202"/>
                  </a:lnTo>
                  <a:lnTo>
                    <a:pt x="16484" y="30555"/>
                  </a:lnTo>
                  <a:lnTo>
                    <a:pt x="14857" y="30764"/>
                  </a:lnTo>
                  <a:lnTo>
                    <a:pt x="10596" y="29607"/>
                  </a:lnTo>
                  <a:lnTo>
                    <a:pt x="8311" y="26492"/>
                  </a:lnTo>
                  <a:lnTo>
                    <a:pt x="9399" y="25504"/>
                  </a:lnTo>
                  <a:lnTo>
                    <a:pt x="8468" y="23052"/>
                  </a:lnTo>
                  <a:lnTo>
                    <a:pt x="5156" y="20611"/>
                  </a:lnTo>
                  <a:lnTo>
                    <a:pt x="1075" y="18989"/>
                  </a:lnTo>
                  <a:lnTo>
                    <a:pt x="0" y="12244"/>
                  </a:lnTo>
                  <a:lnTo>
                    <a:pt x="3679" y="12622"/>
                  </a:lnTo>
                  <a:lnTo>
                    <a:pt x="1875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3" name="ph7633"/>
            <p:cNvSpPr/>
            <p:nvPr/>
          </p:nvSpPr>
          <p:spPr>
            <a:xfrm>
              <a:off x="10827858" y="2068731"/>
              <a:ext cx="44827" cy="63693"/>
            </a:xfrm>
            <a:custGeom>
              <a:avLst/>
              <a:pathLst>
                <a:path w="44827" h="63693">
                  <a:moveTo>
                    <a:pt x="41013" y="803"/>
                  </a:moveTo>
                  <a:lnTo>
                    <a:pt x="44715" y="1647"/>
                  </a:lnTo>
                  <a:lnTo>
                    <a:pt x="41061" y="8079"/>
                  </a:lnTo>
                  <a:lnTo>
                    <a:pt x="44369" y="10129"/>
                  </a:lnTo>
                  <a:lnTo>
                    <a:pt x="42153" y="13881"/>
                  </a:lnTo>
                  <a:lnTo>
                    <a:pt x="40253" y="15273"/>
                  </a:lnTo>
                  <a:lnTo>
                    <a:pt x="37464" y="21004"/>
                  </a:lnTo>
                  <a:lnTo>
                    <a:pt x="34375" y="19809"/>
                  </a:lnTo>
                  <a:lnTo>
                    <a:pt x="31994" y="26278"/>
                  </a:lnTo>
                  <a:lnTo>
                    <a:pt x="39228" y="28407"/>
                  </a:lnTo>
                  <a:lnTo>
                    <a:pt x="42177" y="37131"/>
                  </a:lnTo>
                  <a:lnTo>
                    <a:pt x="43447" y="35375"/>
                  </a:lnTo>
                  <a:lnTo>
                    <a:pt x="44827" y="35961"/>
                  </a:lnTo>
                  <a:lnTo>
                    <a:pt x="44284" y="39316"/>
                  </a:lnTo>
                  <a:lnTo>
                    <a:pt x="41688" y="40496"/>
                  </a:lnTo>
                  <a:lnTo>
                    <a:pt x="40070" y="57194"/>
                  </a:lnTo>
                  <a:lnTo>
                    <a:pt x="40518" y="59133"/>
                  </a:lnTo>
                  <a:lnTo>
                    <a:pt x="36195" y="62560"/>
                  </a:lnTo>
                  <a:lnTo>
                    <a:pt x="32977" y="63252"/>
                  </a:lnTo>
                  <a:lnTo>
                    <a:pt x="21702" y="63693"/>
                  </a:lnTo>
                  <a:lnTo>
                    <a:pt x="18938" y="62618"/>
                  </a:lnTo>
                  <a:lnTo>
                    <a:pt x="14057" y="61830"/>
                  </a:lnTo>
                  <a:lnTo>
                    <a:pt x="12392" y="59027"/>
                  </a:lnTo>
                  <a:lnTo>
                    <a:pt x="13219" y="55610"/>
                  </a:lnTo>
                  <a:lnTo>
                    <a:pt x="7211" y="52349"/>
                  </a:lnTo>
                  <a:lnTo>
                    <a:pt x="7110" y="50986"/>
                  </a:lnTo>
                  <a:lnTo>
                    <a:pt x="8889" y="47737"/>
                  </a:lnTo>
                  <a:lnTo>
                    <a:pt x="9368" y="44293"/>
                  </a:lnTo>
                  <a:lnTo>
                    <a:pt x="6893" y="38862"/>
                  </a:lnTo>
                  <a:lnTo>
                    <a:pt x="0" y="33288"/>
                  </a:lnTo>
                  <a:lnTo>
                    <a:pt x="6790" y="28682"/>
                  </a:lnTo>
                  <a:lnTo>
                    <a:pt x="5029" y="25894"/>
                  </a:lnTo>
                  <a:lnTo>
                    <a:pt x="1165" y="13797"/>
                  </a:lnTo>
                  <a:lnTo>
                    <a:pt x="83" y="11489"/>
                  </a:lnTo>
                  <a:lnTo>
                    <a:pt x="316" y="9088"/>
                  </a:lnTo>
                  <a:lnTo>
                    <a:pt x="1584" y="7759"/>
                  </a:lnTo>
                  <a:lnTo>
                    <a:pt x="3312" y="8931"/>
                  </a:lnTo>
                  <a:lnTo>
                    <a:pt x="7902" y="5467"/>
                  </a:lnTo>
                  <a:lnTo>
                    <a:pt x="8169" y="828"/>
                  </a:lnTo>
                  <a:lnTo>
                    <a:pt x="10112" y="0"/>
                  </a:lnTo>
                  <a:lnTo>
                    <a:pt x="13847" y="7996"/>
                  </a:lnTo>
                  <a:lnTo>
                    <a:pt x="24448" y="3525"/>
                  </a:lnTo>
                  <a:lnTo>
                    <a:pt x="35348" y="2504"/>
                  </a:lnTo>
                  <a:lnTo>
                    <a:pt x="36882" y="1264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4" name="ph7634"/>
            <p:cNvSpPr/>
            <p:nvPr/>
          </p:nvSpPr>
          <p:spPr>
            <a:xfrm>
              <a:off x="10828823" y="2175073"/>
              <a:ext cx="32207" cy="32287"/>
            </a:xfrm>
            <a:custGeom>
              <a:avLst/>
              <a:pathLst>
                <a:path w="32207" h="32287">
                  <a:moveTo>
                    <a:pt x="30609" y="0"/>
                  </a:moveTo>
                  <a:lnTo>
                    <a:pt x="32207" y="2680"/>
                  </a:lnTo>
                  <a:lnTo>
                    <a:pt x="17130" y="15302"/>
                  </a:lnTo>
                  <a:lnTo>
                    <a:pt x="13451" y="14924"/>
                  </a:lnTo>
                  <a:lnTo>
                    <a:pt x="14526" y="21669"/>
                  </a:lnTo>
                  <a:lnTo>
                    <a:pt x="18607" y="23291"/>
                  </a:lnTo>
                  <a:lnTo>
                    <a:pt x="21920" y="25732"/>
                  </a:lnTo>
                  <a:lnTo>
                    <a:pt x="22850" y="28184"/>
                  </a:lnTo>
                  <a:lnTo>
                    <a:pt x="21762" y="29172"/>
                  </a:lnTo>
                  <a:lnTo>
                    <a:pt x="24047" y="32287"/>
                  </a:lnTo>
                  <a:lnTo>
                    <a:pt x="21075" y="31557"/>
                  </a:lnTo>
                  <a:lnTo>
                    <a:pt x="18581" y="31862"/>
                  </a:lnTo>
                  <a:lnTo>
                    <a:pt x="13547" y="30406"/>
                  </a:lnTo>
                  <a:lnTo>
                    <a:pt x="9282" y="25889"/>
                  </a:lnTo>
                  <a:lnTo>
                    <a:pt x="0" y="22674"/>
                  </a:lnTo>
                  <a:lnTo>
                    <a:pt x="1195" y="19283"/>
                  </a:lnTo>
                  <a:lnTo>
                    <a:pt x="3735" y="16759"/>
                  </a:lnTo>
                  <a:lnTo>
                    <a:pt x="4532" y="12972"/>
                  </a:lnTo>
                  <a:lnTo>
                    <a:pt x="4092" y="12326"/>
                  </a:lnTo>
                  <a:lnTo>
                    <a:pt x="11313" y="11995"/>
                  </a:lnTo>
                  <a:lnTo>
                    <a:pt x="16315" y="13684"/>
                  </a:lnTo>
                  <a:lnTo>
                    <a:pt x="19226" y="11129"/>
                  </a:lnTo>
                  <a:lnTo>
                    <a:pt x="23830" y="2950"/>
                  </a:lnTo>
                  <a:lnTo>
                    <a:pt x="22674" y="601"/>
                  </a:lnTo>
                  <a:lnTo>
                    <a:pt x="23282" y="21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5" name="ph7635"/>
            <p:cNvSpPr/>
            <p:nvPr/>
          </p:nvSpPr>
          <p:spPr>
            <a:xfrm>
              <a:off x="10881937" y="2164845"/>
              <a:ext cx="22580" cy="12680"/>
            </a:xfrm>
            <a:custGeom>
              <a:avLst/>
              <a:pathLst>
                <a:path w="22580" h="12680">
                  <a:moveTo>
                    <a:pt x="22580" y="363"/>
                  </a:moveTo>
                  <a:lnTo>
                    <a:pt x="21887" y="11039"/>
                  </a:lnTo>
                  <a:lnTo>
                    <a:pt x="17701" y="12625"/>
                  </a:lnTo>
                  <a:lnTo>
                    <a:pt x="5050" y="12680"/>
                  </a:lnTo>
                  <a:lnTo>
                    <a:pt x="0" y="3371"/>
                  </a:lnTo>
                  <a:lnTo>
                    <a:pt x="2041" y="1044"/>
                  </a:lnTo>
                  <a:lnTo>
                    <a:pt x="3473" y="694"/>
                  </a:lnTo>
                  <a:lnTo>
                    <a:pt x="1398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6" name="ph7636"/>
            <p:cNvSpPr/>
            <p:nvPr/>
          </p:nvSpPr>
          <p:spPr>
            <a:xfrm>
              <a:off x="10826998" y="2158113"/>
              <a:ext cx="25655" cy="30644"/>
            </a:xfrm>
            <a:custGeom>
              <a:avLst/>
              <a:pathLst>
                <a:path w="25655" h="30644">
                  <a:moveTo>
                    <a:pt x="15948" y="0"/>
                  </a:moveTo>
                  <a:lnTo>
                    <a:pt x="17920" y="989"/>
                  </a:lnTo>
                  <a:lnTo>
                    <a:pt x="21490" y="8884"/>
                  </a:lnTo>
                  <a:lnTo>
                    <a:pt x="21402" y="13424"/>
                  </a:lnTo>
                  <a:lnTo>
                    <a:pt x="24499" y="17561"/>
                  </a:lnTo>
                  <a:lnTo>
                    <a:pt x="25655" y="19910"/>
                  </a:lnTo>
                  <a:lnTo>
                    <a:pt x="21052" y="28089"/>
                  </a:lnTo>
                  <a:lnTo>
                    <a:pt x="18141" y="30644"/>
                  </a:lnTo>
                  <a:lnTo>
                    <a:pt x="13138" y="28956"/>
                  </a:lnTo>
                  <a:lnTo>
                    <a:pt x="5917" y="29286"/>
                  </a:lnTo>
                  <a:lnTo>
                    <a:pt x="3818" y="25266"/>
                  </a:lnTo>
                  <a:lnTo>
                    <a:pt x="4070" y="24725"/>
                  </a:lnTo>
                  <a:lnTo>
                    <a:pt x="4813" y="25592"/>
                  </a:lnTo>
                  <a:lnTo>
                    <a:pt x="7227" y="23752"/>
                  </a:lnTo>
                  <a:lnTo>
                    <a:pt x="4394" y="17231"/>
                  </a:lnTo>
                  <a:lnTo>
                    <a:pt x="1545" y="20002"/>
                  </a:lnTo>
                  <a:lnTo>
                    <a:pt x="0" y="15072"/>
                  </a:lnTo>
                  <a:lnTo>
                    <a:pt x="4620" y="12100"/>
                  </a:lnTo>
                  <a:lnTo>
                    <a:pt x="1348" y="5640"/>
                  </a:lnTo>
                  <a:lnTo>
                    <a:pt x="10038" y="137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7" name="ph7637"/>
            <p:cNvSpPr/>
            <p:nvPr/>
          </p:nvSpPr>
          <p:spPr>
            <a:xfrm>
              <a:off x="10845730" y="2277314"/>
              <a:ext cx="87036" cy="71800"/>
            </a:xfrm>
            <a:custGeom>
              <a:avLst/>
              <a:pathLst>
                <a:path w="87036" h="71800">
                  <a:moveTo>
                    <a:pt x="69949" y="5304"/>
                  </a:moveTo>
                  <a:lnTo>
                    <a:pt x="84469" y="6975"/>
                  </a:lnTo>
                  <a:lnTo>
                    <a:pt x="84048" y="9029"/>
                  </a:lnTo>
                  <a:lnTo>
                    <a:pt x="82571" y="8933"/>
                  </a:lnTo>
                  <a:lnTo>
                    <a:pt x="82070" y="12614"/>
                  </a:lnTo>
                  <a:lnTo>
                    <a:pt x="85100" y="12843"/>
                  </a:lnTo>
                  <a:lnTo>
                    <a:pt x="85866" y="12138"/>
                  </a:lnTo>
                  <a:lnTo>
                    <a:pt x="86741" y="13893"/>
                  </a:lnTo>
                  <a:lnTo>
                    <a:pt x="84427" y="16334"/>
                  </a:lnTo>
                  <a:lnTo>
                    <a:pt x="87036" y="27649"/>
                  </a:lnTo>
                  <a:lnTo>
                    <a:pt x="82168" y="33905"/>
                  </a:lnTo>
                  <a:lnTo>
                    <a:pt x="84866" y="44338"/>
                  </a:lnTo>
                  <a:lnTo>
                    <a:pt x="84130" y="43801"/>
                  </a:lnTo>
                  <a:lnTo>
                    <a:pt x="81520" y="44923"/>
                  </a:lnTo>
                  <a:lnTo>
                    <a:pt x="72541" y="41233"/>
                  </a:lnTo>
                  <a:lnTo>
                    <a:pt x="69346" y="43603"/>
                  </a:lnTo>
                  <a:lnTo>
                    <a:pt x="65075" y="45224"/>
                  </a:lnTo>
                  <a:lnTo>
                    <a:pt x="60754" y="49664"/>
                  </a:lnTo>
                  <a:lnTo>
                    <a:pt x="56181" y="50286"/>
                  </a:lnTo>
                  <a:lnTo>
                    <a:pt x="52391" y="53082"/>
                  </a:lnTo>
                  <a:lnTo>
                    <a:pt x="50495" y="56475"/>
                  </a:lnTo>
                  <a:lnTo>
                    <a:pt x="50681" y="61002"/>
                  </a:lnTo>
                  <a:lnTo>
                    <a:pt x="45657" y="64441"/>
                  </a:lnTo>
                  <a:lnTo>
                    <a:pt x="44769" y="64821"/>
                  </a:lnTo>
                  <a:lnTo>
                    <a:pt x="42453" y="63432"/>
                  </a:lnTo>
                  <a:lnTo>
                    <a:pt x="38765" y="63438"/>
                  </a:lnTo>
                  <a:lnTo>
                    <a:pt x="28503" y="69150"/>
                  </a:lnTo>
                  <a:lnTo>
                    <a:pt x="25468" y="71800"/>
                  </a:lnTo>
                  <a:lnTo>
                    <a:pt x="21137" y="68038"/>
                  </a:lnTo>
                  <a:lnTo>
                    <a:pt x="16677" y="60601"/>
                  </a:lnTo>
                  <a:lnTo>
                    <a:pt x="16737" y="57656"/>
                  </a:lnTo>
                  <a:lnTo>
                    <a:pt x="13536" y="49497"/>
                  </a:lnTo>
                  <a:lnTo>
                    <a:pt x="7796" y="40043"/>
                  </a:lnTo>
                  <a:lnTo>
                    <a:pt x="11762" y="37316"/>
                  </a:lnTo>
                  <a:lnTo>
                    <a:pt x="8411" y="31146"/>
                  </a:lnTo>
                  <a:lnTo>
                    <a:pt x="2353" y="35923"/>
                  </a:lnTo>
                  <a:lnTo>
                    <a:pt x="656" y="33759"/>
                  </a:lnTo>
                  <a:lnTo>
                    <a:pt x="0" y="31687"/>
                  </a:lnTo>
                  <a:lnTo>
                    <a:pt x="2688" y="29346"/>
                  </a:lnTo>
                  <a:lnTo>
                    <a:pt x="10002" y="26935"/>
                  </a:lnTo>
                  <a:lnTo>
                    <a:pt x="13560" y="23948"/>
                  </a:lnTo>
                  <a:lnTo>
                    <a:pt x="16139" y="19793"/>
                  </a:lnTo>
                  <a:lnTo>
                    <a:pt x="17667" y="19101"/>
                  </a:lnTo>
                  <a:lnTo>
                    <a:pt x="22858" y="19904"/>
                  </a:lnTo>
                  <a:lnTo>
                    <a:pt x="31212" y="24677"/>
                  </a:lnTo>
                  <a:lnTo>
                    <a:pt x="33483" y="24234"/>
                  </a:lnTo>
                  <a:lnTo>
                    <a:pt x="34470" y="22479"/>
                  </a:lnTo>
                  <a:lnTo>
                    <a:pt x="42658" y="18405"/>
                  </a:lnTo>
                  <a:lnTo>
                    <a:pt x="47416" y="19295"/>
                  </a:lnTo>
                  <a:lnTo>
                    <a:pt x="51474" y="17858"/>
                  </a:lnTo>
                  <a:lnTo>
                    <a:pt x="56486" y="20260"/>
                  </a:lnTo>
                  <a:lnTo>
                    <a:pt x="59036" y="19691"/>
                  </a:lnTo>
                  <a:lnTo>
                    <a:pt x="60875" y="16304"/>
                  </a:lnTo>
                  <a:lnTo>
                    <a:pt x="63555" y="16892"/>
                  </a:lnTo>
                  <a:lnTo>
                    <a:pt x="63964" y="13623"/>
                  </a:lnTo>
                  <a:lnTo>
                    <a:pt x="59418" y="12711"/>
                  </a:lnTo>
                  <a:lnTo>
                    <a:pt x="59848" y="8426"/>
                  </a:lnTo>
                  <a:lnTo>
                    <a:pt x="60670" y="8637"/>
                  </a:lnTo>
                  <a:lnTo>
                    <a:pt x="61093" y="5800"/>
                  </a:lnTo>
                  <a:lnTo>
                    <a:pt x="58885" y="5405"/>
                  </a:lnTo>
                  <a:lnTo>
                    <a:pt x="59363" y="2247"/>
                  </a:lnTo>
                  <a:lnTo>
                    <a:pt x="61189" y="2282"/>
                  </a:lnTo>
                  <a:lnTo>
                    <a:pt x="60909" y="3959"/>
                  </a:lnTo>
                  <a:lnTo>
                    <a:pt x="62280" y="4088"/>
                  </a:lnTo>
                  <a:lnTo>
                    <a:pt x="63889" y="2568"/>
                  </a:lnTo>
                  <a:lnTo>
                    <a:pt x="64281" y="0"/>
                  </a:lnTo>
                  <a:lnTo>
                    <a:pt x="70099" y="775"/>
                  </a:lnTo>
                  <a:close/>
                  <a:moveTo>
                    <a:pt x="24025" y="38108"/>
                  </a:moveTo>
                  <a:lnTo>
                    <a:pt x="35505" y="38230"/>
                  </a:lnTo>
                  <a:lnTo>
                    <a:pt x="37596" y="37220"/>
                  </a:lnTo>
                  <a:lnTo>
                    <a:pt x="37428" y="26983"/>
                  </a:lnTo>
                  <a:lnTo>
                    <a:pt x="24859" y="26718"/>
                  </a:lnTo>
                  <a:lnTo>
                    <a:pt x="23756" y="3494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8" name="ph7638"/>
            <p:cNvSpPr/>
            <p:nvPr/>
          </p:nvSpPr>
          <p:spPr>
            <a:xfrm>
              <a:off x="10804695" y="2466419"/>
              <a:ext cx="48053" cy="40485"/>
            </a:xfrm>
            <a:custGeom>
              <a:avLst/>
              <a:pathLst>
                <a:path w="48053" h="40485">
                  <a:moveTo>
                    <a:pt x="25963" y="690"/>
                  </a:moveTo>
                  <a:lnTo>
                    <a:pt x="27423" y="2448"/>
                  </a:lnTo>
                  <a:lnTo>
                    <a:pt x="35116" y="5243"/>
                  </a:lnTo>
                  <a:lnTo>
                    <a:pt x="36939" y="1349"/>
                  </a:lnTo>
                  <a:lnTo>
                    <a:pt x="40021" y="3815"/>
                  </a:lnTo>
                  <a:lnTo>
                    <a:pt x="41000" y="6926"/>
                  </a:lnTo>
                  <a:lnTo>
                    <a:pt x="44950" y="8676"/>
                  </a:lnTo>
                  <a:lnTo>
                    <a:pt x="48053" y="22657"/>
                  </a:lnTo>
                  <a:lnTo>
                    <a:pt x="41310" y="21187"/>
                  </a:lnTo>
                  <a:lnTo>
                    <a:pt x="30580" y="20932"/>
                  </a:lnTo>
                  <a:lnTo>
                    <a:pt x="23569" y="27710"/>
                  </a:lnTo>
                  <a:lnTo>
                    <a:pt x="30966" y="31599"/>
                  </a:lnTo>
                  <a:lnTo>
                    <a:pt x="28254" y="40485"/>
                  </a:lnTo>
                  <a:lnTo>
                    <a:pt x="14559" y="38409"/>
                  </a:lnTo>
                  <a:lnTo>
                    <a:pt x="16877" y="31647"/>
                  </a:lnTo>
                  <a:lnTo>
                    <a:pt x="15569" y="31304"/>
                  </a:lnTo>
                  <a:lnTo>
                    <a:pt x="15375" y="32757"/>
                  </a:lnTo>
                  <a:lnTo>
                    <a:pt x="8960" y="31357"/>
                  </a:lnTo>
                  <a:lnTo>
                    <a:pt x="5975" y="37268"/>
                  </a:lnTo>
                  <a:lnTo>
                    <a:pt x="3185" y="37521"/>
                  </a:lnTo>
                  <a:lnTo>
                    <a:pt x="2071" y="33677"/>
                  </a:lnTo>
                  <a:lnTo>
                    <a:pt x="2471" y="25566"/>
                  </a:lnTo>
                  <a:lnTo>
                    <a:pt x="0" y="21702"/>
                  </a:lnTo>
                  <a:lnTo>
                    <a:pt x="3580" y="16656"/>
                  </a:lnTo>
                  <a:lnTo>
                    <a:pt x="3984" y="9593"/>
                  </a:lnTo>
                  <a:lnTo>
                    <a:pt x="6391" y="10128"/>
                  </a:lnTo>
                  <a:lnTo>
                    <a:pt x="6690" y="4810"/>
                  </a:lnTo>
                  <a:lnTo>
                    <a:pt x="7570" y="1860"/>
                  </a:lnTo>
                  <a:lnTo>
                    <a:pt x="11586" y="2078"/>
                  </a:lnTo>
                  <a:lnTo>
                    <a:pt x="13661" y="3182"/>
                  </a:lnTo>
                  <a:lnTo>
                    <a:pt x="18351" y="2260"/>
                  </a:lnTo>
                  <a:lnTo>
                    <a:pt x="23413" y="3634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9" name="ph7639"/>
            <p:cNvSpPr/>
            <p:nvPr/>
          </p:nvSpPr>
          <p:spPr>
            <a:xfrm>
              <a:off x="10805181" y="2264761"/>
              <a:ext cx="43237" cy="45929"/>
            </a:xfrm>
            <a:custGeom>
              <a:avLst/>
              <a:pathLst>
                <a:path w="43237" h="45929">
                  <a:moveTo>
                    <a:pt x="13066" y="0"/>
                  </a:moveTo>
                  <a:lnTo>
                    <a:pt x="17360" y="5383"/>
                  </a:lnTo>
                  <a:lnTo>
                    <a:pt x="19027" y="7953"/>
                  </a:lnTo>
                  <a:lnTo>
                    <a:pt x="18954" y="9327"/>
                  </a:lnTo>
                  <a:lnTo>
                    <a:pt x="24119" y="16698"/>
                  </a:lnTo>
                  <a:lnTo>
                    <a:pt x="29119" y="18675"/>
                  </a:lnTo>
                  <a:lnTo>
                    <a:pt x="30414" y="22202"/>
                  </a:lnTo>
                  <a:lnTo>
                    <a:pt x="31660" y="23537"/>
                  </a:lnTo>
                  <a:lnTo>
                    <a:pt x="33238" y="24407"/>
                  </a:lnTo>
                  <a:lnTo>
                    <a:pt x="37052" y="24590"/>
                  </a:lnTo>
                  <a:lnTo>
                    <a:pt x="42158" y="41212"/>
                  </a:lnTo>
                  <a:lnTo>
                    <a:pt x="43237" y="41899"/>
                  </a:lnTo>
                  <a:lnTo>
                    <a:pt x="40548" y="44241"/>
                  </a:lnTo>
                  <a:lnTo>
                    <a:pt x="39876" y="45929"/>
                  </a:lnTo>
                  <a:lnTo>
                    <a:pt x="37492" y="43142"/>
                  </a:lnTo>
                  <a:lnTo>
                    <a:pt x="29287" y="44939"/>
                  </a:lnTo>
                  <a:lnTo>
                    <a:pt x="27502" y="42455"/>
                  </a:lnTo>
                  <a:lnTo>
                    <a:pt x="22285" y="38582"/>
                  </a:lnTo>
                  <a:lnTo>
                    <a:pt x="18907" y="30366"/>
                  </a:lnTo>
                  <a:lnTo>
                    <a:pt x="16220" y="29551"/>
                  </a:lnTo>
                  <a:lnTo>
                    <a:pt x="12057" y="25805"/>
                  </a:lnTo>
                  <a:lnTo>
                    <a:pt x="6591" y="19077"/>
                  </a:lnTo>
                  <a:lnTo>
                    <a:pt x="8581" y="16582"/>
                  </a:lnTo>
                  <a:lnTo>
                    <a:pt x="3750" y="14023"/>
                  </a:lnTo>
                  <a:lnTo>
                    <a:pt x="1004" y="11896"/>
                  </a:lnTo>
                  <a:lnTo>
                    <a:pt x="0" y="10056"/>
                  </a:lnTo>
                  <a:lnTo>
                    <a:pt x="648" y="5769"/>
                  </a:lnTo>
                  <a:lnTo>
                    <a:pt x="2854" y="6795"/>
                  </a:lnTo>
                  <a:lnTo>
                    <a:pt x="7613" y="7493"/>
                  </a:lnTo>
                  <a:lnTo>
                    <a:pt x="11039" y="6161"/>
                  </a:lnTo>
                  <a:lnTo>
                    <a:pt x="10489" y="4077"/>
                  </a:lnTo>
                  <a:lnTo>
                    <a:pt x="7423" y="1910"/>
                  </a:lnTo>
                  <a:lnTo>
                    <a:pt x="9427" y="1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0" name="ph7640"/>
            <p:cNvSpPr/>
            <p:nvPr/>
          </p:nvSpPr>
          <p:spPr>
            <a:xfrm>
              <a:off x="10773687" y="2361822"/>
              <a:ext cx="82671" cy="153578"/>
            </a:xfrm>
            <a:custGeom>
              <a:avLst/>
              <a:pathLst>
                <a:path w="82671" h="153578">
                  <a:moveTo>
                    <a:pt x="14701" y="5507"/>
                  </a:moveTo>
                  <a:lnTo>
                    <a:pt x="20357" y="4052"/>
                  </a:lnTo>
                  <a:lnTo>
                    <a:pt x="20020" y="2027"/>
                  </a:lnTo>
                  <a:lnTo>
                    <a:pt x="21562" y="1902"/>
                  </a:lnTo>
                  <a:lnTo>
                    <a:pt x="24646" y="9933"/>
                  </a:lnTo>
                  <a:lnTo>
                    <a:pt x="30940" y="17029"/>
                  </a:lnTo>
                  <a:lnTo>
                    <a:pt x="34533" y="16480"/>
                  </a:lnTo>
                  <a:lnTo>
                    <a:pt x="39165" y="23709"/>
                  </a:lnTo>
                  <a:lnTo>
                    <a:pt x="40843" y="16148"/>
                  </a:lnTo>
                  <a:lnTo>
                    <a:pt x="48567" y="19977"/>
                  </a:lnTo>
                  <a:lnTo>
                    <a:pt x="48577" y="22508"/>
                  </a:lnTo>
                  <a:lnTo>
                    <a:pt x="47640" y="24238"/>
                  </a:lnTo>
                  <a:lnTo>
                    <a:pt x="45429" y="24274"/>
                  </a:lnTo>
                  <a:lnTo>
                    <a:pt x="46890" y="28635"/>
                  </a:lnTo>
                  <a:lnTo>
                    <a:pt x="51003" y="34836"/>
                  </a:lnTo>
                  <a:lnTo>
                    <a:pt x="48017" y="38060"/>
                  </a:lnTo>
                  <a:lnTo>
                    <a:pt x="48041" y="39571"/>
                  </a:lnTo>
                  <a:lnTo>
                    <a:pt x="52430" y="42536"/>
                  </a:lnTo>
                  <a:lnTo>
                    <a:pt x="50628" y="44855"/>
                  </a:lnTo>
                  <a:lnTo>
                    <a:pt x="56949" y="47170"/>
                  </a:lnTo>
                  <a:lnTo>
                    <a:pt x="55923" y="53674"/>
                  </a:lnTo>
                  <a:lnTo>
                    <a:pt x="56226" y="57066"/>
                  </a:lnTo>
                  <a:lnTo>
                    <a:pt x="58259" y="58763"/>
                  </a:lnTo>
                  <a:lnTo>
                    <a:pt x="62728" y="60875"/>
                  </a:lnTo>
                  <a:lnTo>
                    <a:pt x="67544" y="60496"/>
                  </a:lnTo>
                  <a:lnTo>
                    <a:pt x="66915" y="66176"/>
                  </a:lnTo>
                  <a:lnTo>
                    <a:pt x="66257" y="67281"/>
                  </a:lnTo>
                  <a:lnTo>
                    <a:pt x="73479" y="70528"/>
                  </a:lnTo>
                  <a:lnTo>
                    <a:pt x="75972" y="72750"/>
                  </a:lnTo>
                  <a:lnTo>
                    <a:pt x="75764" y="78710"/>
                  </a:lnTo>
                  <a:lnTo>
                    <a:pt x="79559" y="78953"/>
                  </a:lnTo>
                  <a:lnTo>
                    <a:pt x="82671" y="86259"/>
                  </a:lnTo>
                  <a:lnTo>
                    <a:pt x="79166" y="93265"/>
                  </a:lnTo>
                  <a:lnTo>
                    <a:pt x="74380" y="106196"/>
                  </a:lnTo>
                  <a:lnTo>
                    <a:pt x="75959" y="113273"/>
                  </a:lnTo>
                  <a:lnTo>
                    <a:pt x="72009" y="111523"/>
                  </a:lnTo>
                  <a:lnTo>
                    <a:pt x="71030" y="108413"/>
                  </a:lnTo>
                  <a:lnTo>
                    <a:pt x="67948" y="105947"/>
                  </a:lnTo>
                  <a:lnTo>
                    <a:pt x="66125" y="109840"/>
                  </a:lnTo>
                  <a:lnTo>
                    <a:pt x="58431" y="107045"/>
                  </a:lnTo>
                  <a:lnTo>
                    <a:pt x="56971" y="105287"/>
                  </a:lnTo>
                  <a:lnTo>
                    <a:pt x="52412" y="104597"/>
                  </a:lnTo>
                  <a:lnTo>
                    <a:pt x="54422" y="108232"/>
                  </a:lnTo>
                  <a:lnTo>
                    <a:pt x="49360" y="106857"/>
                  </a:lnTo>
                  <a:lnTo>
                    <a:pt x="44669" y="107779"/>
                  </a:lnTo>
                  <a:lnTo>
                    <a:pt x="42594" y="106676"/>
                  </a:lnTo>
                  <a:lnTo>
                    <a:pt x="38579" y="106458"/>
                  </a:lnTo>
                  <a:lnTo>
                    <a:pt x="37699" y="109408"/>
                  </a:lnTo>
                  <a:lnTo>
                    <a:pt x="37399" y="114725"/>
                  </a:lnTo>
                  <a:lnTo>
                    <a:pt x="34993" y="114190"/>
                  </a:lnTo>
                  <a:lnTo>
                    <a:pt x="34589" y="121253"/>
                  </a:lnTo>
                  <a:lnTo>
                    <a:pt x="31008" y="126299"/>
                  </a:lnTo>
                  <a:lnTo>
                    <a:pt x="33480" y="130163"/>
                  </a:lnTo>
                  <a:lnTo>
                    <a:pt x="33080" y="138275"/>
                  </a:lnTo>
                  <a:lnTo>
                    <a:pt x="34193" y="142118"/>
                  </a:lnTo>
                  <a:lnTo>
                    <a:pt x="29504" y="141431"/>
                  </a:lnTo>
                  <a:lnTo>
                    <a:pt x="30766" y="150489"/>
                  </a:lnTo>
                  <a:lnTo>
                    <a:pt x="35180" y="149651"/>
                  </a:lnTo>
                  <a:lnTo>
                    <a:pt x="34319" y="153578"/>
                  </a:lnTo>
                  <a:lnTo>
                    <a:pt x="18004" y="149993"/>
                  </a:lnTo>
                  <a:lnTo>
                    <a:pt x="17566" y="147658"/>
                  </a:lnTo>
                  <a:lnTo>
                    <a:pt x="20285" y="129516"/>
                  </a:lnTo>
                  <a:lnTo>
                    <a:pt x="13620" y="123092"/>
                  </a:lnTo>
                  <a:lnTo>
                    <a:pt x="16013" y="110304"/>
                  </a:lnTo>
                  <a:lnTo>
                    <a:pt x="19870" y="112265"/>
                  </a:lnTo>
                  <a:lnTo>
                    <a:pt x="19846" y="109697"/>
                  </a:lnTo>
                  <a:lnTo>
                    <a:pt x="18664" y="105713"/>
                  </a:lnTo>
                  <a:lnTo>
                    <a:pt x="16241" y="105521"/>
                  </a:lnTo>
                  <a:lnTo>
                    <a:pt x="16522" y="101187"/>
                  </a:lnTo>
                  <a:lnTo>
                    <a:pt x="17721" y="97754"/>
                  </a:lnTo>
                  <a:lnTo>
                    <a:pt x="21132" y="92545"/>
                  </a:lnTo>
                  <a:lnTo>
                    <a:pt x="20956" y="90264"/>
                  </a:lnTo>
                  <a:lnTo>
                    <a:pt x="18862" y="90674"/>
                  </a:lnTo>
                  <a:lnTo>
                    <a:pt x="15367" y="85594"/>
                  </a:lnTo>
                  <a:lnTo>
                    <a:pt x="15301" y="78176"/>
                  </a:lnTo>
                  <a:lnTo>
                    <a:pt x="11885" y="75974"/>
                  </a:lnTo>
                  <a:lnTo>
                    <a:pt x="12196" y="73357"/>
                  </a:lnTo>
                  <a:lnTo>
                    <a:pt x="9484" y="73066"/>
                  </a:lnTo>
                  <a:lnTo>
                    <a:pt x="10571" y="67564"/>
                  </a:lnTo>
                  <a:lnTo>
                    <a:pt x="9780" y="64119"/>
                  </a:lnTo>
                  <a:lnTo>
                    <a:pt x="8069" y="63874"/>
                  </a:lnTo>
                  <a:lnTo>
                    <a:pt x="10248" y="51237"/>
                  </a:lnTo>
                  <a:lnTo>
                    <a:pt x="12106" y="45784"/>
                  </a:lnTo>
                  <a:lnTo>
                    <a:pt x="10420" y="40206"/>
                  </a:lnTo>
                  <a:lnTo>
                    <a:pt x="12504" y="40200"/>
                  </a:lnTo>
                  <a:lnTo>
                    <a:pt x="12778" y="37639"/>
                  </a:lnTo>
                  <a:lnTo>
                    <a:pt x="2203" y="33697"/>
                  </a:lnTo>
                  <a:lnTo>
                    <a:pt x="4368" y="33170"/>
                  </a:lnTo>
                  <a:lnTo>
                    <a:pt x="5232" y="27725"/>
                  </a:lnTo>
                  <a:lnTo>
                    <a:pt x="0" y="27531"/>
                  </a:lnTo>
                  <a:lnTo>
                    <a:pt x="3469" y="12896"/>
                  </a:lnTo>
                  <a:lnTo>
                    <a:pt x="3016" y="6657"/>
                  </a:lnTo>
                  <a:lnTo>
                    <a:pt x="8617" y="2146"/>
                  </a:lnTo>
                  <a:lnTo>
                    <a:pt x="1376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1" name="ph7641"/>
            <p:cNvSpPr/>
            <p:nvPr/>
          </p:nvSpPr>
          <p:spPr>
            <a:xfrm>
              <a:off x="10822542" y="2246413"/>
              <a:ext cx="87152" cy="60247"/>
            </a:xfrm>
            <a:custGeom>
              <a:avLst/>
              <a:pathLst>
                <a:path w="87152" h="60247">
                  <a:moveTo>
                    <a:pt x="36984" y="9412"/>
                  </a:moveTo>
                  <a:lnTo>
                    <a:pt x="39112" y="8013"/>
                  </a:lnTo>
                  <a:lnTo>
                    <a:pt x="39865" y="5962"/>
                  </a:lnTo>
                  <a:lnTo>
                    <a:pt x="41829" y="9190"/>
                  </a:lnTo>
                  <a:lnTo>
                    <a:pt x="40577" y="16078"/>
                  </a:lnTo>
                  <a:lnTo>
                    <a:pt x="42155" y="18050"/>
                  </a:lnTo>
                  <a:lnTo>
                    <a:pt x="43808" y="16391"/>
                  </a:lnTo>
                  <a:lnTo>
                    <a:pt x="45537" y="18521"/>
                  </a:lnTo>
                  <a:lnTo>
                    <a:pt x="47704" y="23744"/>
                  </a:lnTo>
                  <a:lnTo>
                    <a:pt x="57976" y="34297"/>
                  </a:lnTo>
                  <a:lnTo>
                    <a:pt x="63862" y="38616"/>
                  </a:lnTo>
                  <a:lnTo>
                    <a:pt x="70519" y="34949"/>
                  </a:lnTo>
                  <a:lnTo>
                    <a:pt x="75162" y="30297"/>
                  </a:lnTo>
                  <a:lnTo>
                    <a:pt x="78678" y="32297"/>
                  </a:lnTo>
                  <a:lnTo>
                    <a:pt x="78041" y="37338"/>
                  </a:lnTo>
                  <a:lnTo>
                    <a:pt x="81923" y="37932"/>
                  </a:lnTo>
                  <a:lnTo>
                    <a:pt x="82073" y="36306"/>
                  </a:lnTo>
                  <a:lnTo>
                    <a:pt x="84281" y="36701"/>
                  </a:lnTo>
                  <a:lnTo>
                    <a:pt x="83858" y="39538"/>
                  </a:lnTo>
                  <a:lnTo>
                    <a:pt x="83036" y="39328"/>
                  </a:lnTo>
                  <a:lnTo>
                    <a:pt x="82606" y="43612"/>
                  </a:lnTo>
                  <a:lnTo>
                    <a:pt x="87152" y="44524"/>
                  </a:lnTo>
                  <a:lnTo>
                    <a:pt x="86743" y="47793"/>
                  </a:lnTo>
                  <a:lnTo>
                    <a:pt x="84063" y="47205"/>
                  </a:lnTo>
                  <a:lnTo>
                    <a:pt x="82224" y="50592"/>
                  </a:lnTo>
                  <a:lnTo>
                    <a:pt x="79674" y="51161"/>
                  </a:lnTo>
                  <a:lnTo>
                    <a:pt x="74662" y="48759"/>
                  </a:lnTo>
                  <a:lnTo>
                    <a:pt x="70604" y="50196"/>
                  </a:lnTo>
                  <a:lnTo>
                    <a:pt x="65846" y="49306"/>
                  </a:lnTo>
                  <a:lnTo>
                    <a:pt x="57658" y="53380"/>
                  </a:lnTo>
                  <a:lnTo>
                    <a:pt x="56671" y="55135"/>
                  </a:lnTo>
                  <a:lnTo>
                    <a:pt x="54400" y="55579"/>
                  </a:lnTo>
                  <a:lnTo>
                    <a:pt x="46046" y="50805"/>
                  </a:lnTo>
                  <a:lnTo>
                    <a:pt x="40855" y="50002"/>
                  </a:lnTo>
                  <a:lnTo>
                    <a:pt x="39327" y="50694"/>
                  </a:lnTo>
                  <a:lnTo>
                    <a:pt x="36748" y="54849"/>
                  </a:lnTo>
                  <a:lnTo>
                    <a:pt x="33190" y="57836"/>
                  </a:lnTo>
                  <a:lnTo>
                    <a:pt x="25876" y="60247"/>
                  </a:lnTo>
                  <a:lnTo>
                    <a:pt x="24798" y="59559"/>
                  </a:lnTo>
                  <a:lnTo>
                    <a:pt x="19691" y="42937"/>
                  </a:lnTo>
                  <a:lnTo>
                    <a:pt x="15877" y="42755"/>
                  </a:lnTo>
                  <a:lnTo>
                    <a:pt x="14299" y="41884"/>
                  </a:lnTo>
                  <a:lnTo>
                    <a:pt x="13054" y="40549"/>
                  </a:lnTo>
                  <a:lnTo>
                    <a:pt x="11758" y="37022"/>
                  </a:lnTo>
                  <a:lnTo>
                    <a:pt x="6758" y="35046"/>
                  </a:lnTo>
                  <a:lnTo>
                    <a:pt x="1593" y="27674"/>
                  </a:lnTo>
                  <a:lnTo>
                    <a:pt x="1667" y="26300"/>
                  </a:lnTo>
                  <a:lnTo>
                    <a:pt x="0" y="23731"/>
                  </a:lnTo>
                  <a:lnTo>
                    <a:pt x="4073" y="19399"/>
                  </a:lnTo>
                  <a:lnTo>
                    <a:pt x="9048" y="21884"/>
                  </a:lnTo>
                  <a:lnTo>
                    <a:pt x="11814" y="23514"/>
                  </a:lnTo>
                  <a:lnTo>
                    <a:pt x="14064" y="22560"/>
                  </a:lnTo>
                  <a:lnTo>
                    <a:pt x="15366" y="20012"/>
                  </a:lnTo>
                  <a:lnTo>
                    <a:pt x="24994" y="15725"/>
                  </a:lnTo>
                  <a:lnTo>
                    <a:pt x="24454" y="5596"/>
                  </a:lnTo>
                  <a:lnTo>
                    <a:pt x="26022" y="4567"/>
                  </a:lnTo>
                  <a:lnTo>
                    <a:pt x="24652" y="1646"/>
                  </a:lnTo>
                  <a:lnTo>
                    <a:pt x="2554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2" name="ph7642"/>
            <p:cNvSpPr/>
            <p:nvPr/>
          </p:nvSpPr>
          <p:spPr>
            <a:xfrm>
              <a:off x="10764222" y="2093688"/>
              <a:ext cx="27338" cy="33240"/>
            </a:xfrm>
            <a:custGeom>
              <a:avLst/>
              <a:pathLst>
                <a:path w="27338" h="33240">
                  <a:moveTo>
                    <a:pt x="21900" y="4559"/>
                  </a:moveTo>
                  <a:lnTo>
                    <a:pt x="22306" y="9242"/>
                  </a:lnTo>
                  <a:lnTo>
                    <a:pt x="24487" y="8173"/>
                  </a:lnTo>
                  <a:lnTo>
                    <a:pt x="27338" y="14829"/>
                  </a:lnTo>
                  <a:lnTo>
                    <a:pt x="23850" y="16301"/>
                  </a:lnTo>
                  <a:lnTo>
                    <a:pt x="22994" y="14922"/>
                  </a:lnTo>
                  <a:lnTo>
                    <a:pt x="22971" y="16285"/>
                  </a:lnTo>
                  <a:lnTo>
                    <a:pt x="26653" y="22755"/>
                  </a:lnTo>
                  <a:lnTo>
                    <a:pt x="25390" y="24330"/>
                  </a:lnTo>
                  <a:lnTo>
                    <a:pt x="21002" y="26659"/>
                  </a:lnTo>
                  <a:lnTo>
                    <a:pt x="18943" y="31777"/>
                  </a:lnTo>
                  <a:lnTo>
                    <a:pt x="19658" y="32956"/>
                  </a:lnTo>
                  <a:lnTo>
                    <a:pt x="7963" y="33240"/>
                  </a:lnTo>
                  <a:lnTo>
                    <a:pt x="8397" y="25204"/>
                  </a:lnTo>
                  <a:lnTo>
                    <a:pt x="6068" y="20167"/>
                  </a:lnTo>
                  <a:lnTo>
                    <a:pt x="2130" y="14750"/>
                  </a:lnTo>
                  <a:lnTo>
                    <a:pt x="472" y="12103"/>
                  </a:lnTo>
                  <a:lnTo>
                    <a:pt x="0" y="10511"/>
                  </a:lnTo>
                  <a:lnTo>
                    <a:pt x="531" y="11646"/>
                  </a:lnTo>
                  <a:lnTo>
                    <a:pt x="8672" y="3012"/>
                  </a:lnTo>
                  <a:lnTo>
                    <a:pt x="933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3" name="ph7643"/>
            <p:cNvSpPr/>
            <p:nvPr/>
          </p:nvSpPr>
          <p:spPr>
            <a:xfrm>
              <a:off x="10898328" y="2186235"/>
              <a:ext cx="112689" cy="100416"/>
            </a:xfrm>
            <a:custGeom>
              <a:avLst/>
              <a:pathLst>
                <a:path w="112689" h="100416">
                  <a:moveTo>
                    <a:pt x="20598" y="0"/>
                  </a:moveTo>
                  <a:lnTo>
                    <a:pt x="23308" y="3311"/>
                  </a:lnTo>
                  <a:lnTo>
                    <a:pt x="28632" y="2295"/>
                  </a:lnTo>
                  <a:lnTo>
                    <a:pt x="28870" y="1120"/>
                  </a:lnTo>
                  <a:lnTo>
                    <a:pt x="29332" y="5500"/>
                  </a:lnTo>
                  <a:lnTo>
                    <a:pt x="29535" y="13468"/>
                  </a:lnTo>
                  <a:lnTo>
                    <a:pt x="26600" y="15515"/>
                  </a:lnTo>
                  <a:lnTo>
                    <a:pt x="32690" y="27825"/>
                  </a:lnTo>
                  <a:lnTo>
                    <a:pt x="34581" y="29318"/>
                  </a:lnTo>
                  <a:lnTo>
                    <a:pt x="42490" y="31491"/>
                  </a:lnTo>
                  <a:lnTo>
                    <a:pt x="47326" y="34143"/>
                  </a:lnTo>
                  <a:lnTo>
                    <a:pt x="47912" y="34194"/>
                  </a:lnTo>
                  <a:lnTo>
                    <a:pt x="50800" y="30906"/>
                  </a:lnTo>
                  <a:lnTo>
                    <a:pt x="56845" y="36767"/>
                  </a:lnTo>
                  <a:lnTo>
                    <a:pt x="61822" y="35727"/>
                  </a:lnTo>
                  <a:lnTo>
                    <a:pt x="69170" y="30469"/>
                  </a:lnTo>
                  <a:lnTo>
                    <a:pt x="73212" y="29939"/>
                  </a:lnTo>
                  <a:lnTo>
                    <a:pt x="73754" y="32133"/>
                  </a:lnTo>
                  <a:lnTo>
                    <a:pt x="76253" y="33623"/>
                  </a:lnTo>
                  <a:lnTo>
                    <a:pt x="78611" y="32901"/>
                  </a:lnTo>
                  <a:lnTo>
                    <a:pt x="83205" y="29713"/>
                  </a:lnTo>
                  <a:lnTo>
                    <a:pt x="83062" y="21836"/>
                  </a:lnTo>
                  <a:lnTo>
                    <a:pt x="94828" y="23415"/>
                  </a:lnTo>
                  <a:lnTo>
                    <a:pt x="95399" y="49179"/>
                  </a:lnTo>
                  <a:lnTo>
                    <a:pt x="111421" y="48785"/>
                  </a:lnTo>
                  <a:lnTo>
                    <a:pt x="112689" y="48758"/>
                  </a:lnTo>
                  <a:lnTo>
                    <a:pt x="112646" y="53741"/>
                  </a:lnTo>
                  <a:lnTo>
                    <a:pt x="65888" y="92956"/>
                  </a:lnTo>
                  <a:lnTo>
                    <a:pt x="58413" y="99585"/>
                  </a:lnTo>
                  <a:lnTo>
                    <a:pt x="50769" y="100416"/>
                  </a:lnTo>
                  <a:lnTo>
                    <a:pt x="48916" y="99890"/>
                  </a:lnTo>
                  <a:lnTo>
                    <a:pt x="47262" y="94162"/>
                  </a:lnTo>
                  <a:lnTo>
                    <a:pt x="47676" y="92394"/>
                  </a:lnTo>
                  <a:lnTo>
                    <a:pt x="43511" y="87992"/>
                  </a:lnTo>
                  <a:lnTo>
                    <a:pt x="45435" y="85365"/>
                  </a:lnTo>
                  <a:lnTo>
                    <a:pt x="43077" y="83099"/>
                  </a:lnTo>
                  <a:lnTo>
                    <a:pt x="48506" y="82910"/>
                  </a:lnTo>
                  <a:lnTo>
                    <a:pt x="47786" y="80001"/>
                  </a:lnTo>
                  <a:lnTo>
                    <a:pt x="46950" y="76795"/>
                  </a:lnTo>
                  <a:lnTo>
                    <a:pt x="44661" y="77597"/>
                  </a:lnTo>
                  <a:lnTo>
                    <a:pt x="41833" y="70094"/>
                  </a:lnTo>
                  <a:lnTo>
                    <a:pt x="40683" y="68632"/>
                  </a:lnTo>
                  <a:lnTo>
                    <a:pt x="38423" y="69594"/>
                  </a:lnTo>
                  <a:lnTo>
                    <a:pt x="32476" y="63228"/>
                  </a:lnTo>
                  <a:lnTo>
                    <a:pt x="29913" y="64186"/>
                  </a:lnTo>
                  <a:lnTo>
                    <a:pt x="26356" y="63952"/>
                  </a:lnTo>
                  <a:lnTo>
                    <a:pt x="25497" y="61814"/>
                  </a:lnTo>
                  <a:lnTo>
                    <a:pt x="26342" y="61061"/>
                  </a:lnTo>
                  <a:lnTo>
                    <a:pt x="22479" y="58458"/>
                  </a:lnTo>
                  <a:lnTo>
                    <a:pt x="20395" y="59344"/>
                  </a:lnTo>
                  <a:lnTo>
                    <a:pt x="20269" y="61297"/>
                  </a:lnTo>
                  <a:lnTo>
                    <a:pt x="16883" y="61291"/>
                  </a:lnTo>
                  <a:lnTo>
                    <a:pt x="11697" y="52294"/>
                  </a:lnTo>
                  <a:lnTo>
                    <a:pt x="8479" y="50125"/>
                  </a:lnTo>
                  <a:lnTo>
                    <a:pt x="5150" y="52684"/>
                  </a:lnTo>
                  <a:lnTo>
                    <a:pt x="4476" y="52575"/>
                  </a:lnTo>
                  <a:lnTo>
                    <a:pt x="4133" y="46237"/>
                  </a:lnTo>
                  <a:lnTo>
                    <a:pt x="3484" y="45482"/>
                  </a:lnTo>
                  <a:lnTo>
                    <a:pt x="5271" y="35135"/>
                  </a:lnTo>
                  <a:lnTo>
                    <a:pt x="33" y="27493"/>
                  </a:lnTo>
                  <a:lnTo>
                    <a:pt x="4527" y="24251"/>
                  </a:lnTo>
                  <a:lnTo>
                    <a:pt x="2040" y="20936"/>
                  </a:lnTo>
                  <a:lnTo>
                    <a:pt x="6195" y="18640"/>
                  </a:lnTo>
                  <a:lnTo>
                    <a:pt x="6258" y="17463"/>
                  </a:lnTo>
                  <a:lnTo>
                    <a:pt x="0" y="9568"/>
                  </a:lnTo>
                  <a:lnTo>
                    <a:pt x="4529" y="8426"/>
                  </a:lnTo>
                  <a:lnTo>
                    <a:pt x="10725" y="16042"/>
                  </a:lnTo>
                  <a:lnTo>
                    <a:pt x="19705" y="9298"/>
                  </a:lnTo>
                  <a:lnTo>
                    <a:pt x="19076" y="8842"/>
                  </a:lnTo>
                  <a:lnTo>
                    <a:pt x="18911" y="136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4" name="ph7644"/>
            <p:cNvSpPr/>
            <p:nvPr/>
          </p:nvSpPr>
          <p:spPr>
            <a:xfrm>
              <a:off x="10778861" y="2131042"/>
              <a:ext cx="69152" cy="64892"/>
            </a:xfrm>
            <a:custGeom>
              <a:avLst/>
              <a:pathLst>
                <a:path w="69152" h="64892">
                  <a:moveTo>
                    <a:pt x="18658" y="4100"/>
                  </a:moveTo>
                  <a:lnTo>
                    <a:pt x="23135" y="5676"/>
                  </a:lnTo>
                  <a:lnTo>
                    <a:pt x="26043" y="8994"/>
                  </a:lnTo>
                  <a:lnTo>
                    <a:pt x="29337" y="14520"/>
                  </a:lnTo>
                  <a:lnTo>
                    <a:pt x="36275" y="15156"/>
                  </a:lnTo>
                  <a:lnTo>
                    <a:pt x="40471" y="12651"/>
                  </a:lnTo>
                  <a:lnTo>
                    <a:pt x="40222" y="7742"/>
                  </a:lnTo>
                  <a:lnTo>
                    <a:pt x="51829" y="9361"/>
                  </a:lnTo>
                  <a:lnTo>
                    <a:pt x="54220" y="10691"/>
                  </a:lnTo>
                  <a:lnTo>
                    <a:pt x="58040" y="16514"/>
                  </a:lnTo>
                  <a:lnTo>
                    <a:pt x="65268" y="18013"/>
                  </a:lnTo>
                  <a:lnTo>
                    <a:pt x="69152" y="17166"/>
                  </a:lnTo>
                  <a:lnTo>
                    <a:pt x="67938" y="21758"/>
                  </a:lnTo>
                  <a:lnTo>
                    <a:pt x="68346" y="23073"/>
                  </a:lnTo>
                  <a:lnTo>
                    <a:pt x="66336" y="23366"/>
                  </a:lnTo>
                  <a:lnTo>
                    <a:pt x="63856" y="22761"/>
                  </a:lnTo>
                  <a:lnTo>
                    <a:pt x="64085" y="27071"/>
                  </a:lnTo>
                  <a:lnTo>
                    <a:pt x="58175" y="28444"/>
                  </a:lnTo>
                  <a:lnTo>
                    <a:pt x="49485" y="32711"/>
                  </a:lnTo>
                  <a:lnTo>
                    <a:pt x="52757" y="39172"/>
                  </a:lnTo>
                  <a:lnTo>
                    <a:pt x="48136" y="42143"/>
                  </a:lnTo>
                  <a:lnTo>
                    <a:pt x="45368" y="45020"/>
                  </a:lnTo>
                  <a:lnTo>
                    <a:pt x="41931" y="42745"/>
                  </a:lnTo>
                  <a:lnTo>
                    <a:pt x="35736" y="44378"/>
                  </a:lnTo>
                  <a:lnTo>
                    <a:pt x="33891" y="47058"/>
                  </a:lnTo>
                  <a:lnTo>
                    <a:pt x="35758" y="49306"/>
                  </a:lnTo>
                  <a:lnTo>
                    <a:pt x="35035" y="55535"/>
                  </a:lnTo>
                  <a:lnTo>
                    <a:pt x="35615" y="57004"/>
                  </a:lnTo>
                  <a:lnTo>
                    <a:pt x="33760" y="61229"/>
                  </a:lnTo>
                  <a:lnTo>
                    <a:pt x="31781" y="64808"/>
                  </a:lnTo>
                  <a:lnTo>
                    <a:pt x="29047" y="64892"/>
                  </a:lnTo>
                  <a:lnTo>
                    <a:pt x="25271" y="55587"/>
                  </a:lnTo>
                  <a:lnTo>
                    <a:pt x="27019" y="53238"/>
                  </a:lnTo>
                  <a:lnTo>
                    <a:pt x="23962" y="49830"/>
                  </a:lnTo>
                  <a:lnTo>
                    <a:pt x="21480" y="50137"/>
                  </a:lnTo>
                  <a:lnTo>
                    <a:pt x="21174" y="49139"/>
                  </a:lnTo>
                  <a:lnTo>
                    <a:pt x="21561" y="48540"/>
                  </a:lnTo>
                  <a:lnTo>
                    <a:pt x="19937" y="44602"/>
                  </a:lnTo>
                  <a:lnTo>
                    <a:pt x="14323" y="39316"/>
                  </a:lnTo>
                  <a:lnTo>
                    <a:pt x="5119" y="33609"/>
                  </a:lnTo>
                  <a:lnTo>
                    <a:pt x="2741" y="34370"/>
                  </a:lnTo>
                  <a:lnTo>
                    <a:pt x="0" y="32554"/>
                  </a:lnTo>
                  <a:lnTo>
                    <a:pt x="4502" y="22139"/>
                  </a:lnTo>
                  <a:lnTo>
                    <a:pt x="6879" y="21890"/>
                  </a:lnTo>
                  <a:lnTo>
                    <a:pt x="12303" y="16264"/>
                  </a:lnTo>
                  <a:lnTo>
                    <a:pt x="11940" y="13709"/>
                  </a:lnTo>
                  <a:lnTo>
                    <a:pt x="9334" y="8591"/>
                  </a:lnTo>
                  <a:lnTo>
                    <a:pt x="9771" y="6372"/>
                  </a:lnTo>
                  <a:lnTo>
                    <a:pt x="8721" y="5941"/>
                  </a:lnTo>
                  <a:lnTo>
                    <a:pt x="11595" y="3214"/>
                  </a:lnTo>
                  <a:lnTo>
                    <a:pt x="12282" y="1078"/>
                  </a:lnTo>
                  <a:lnTo>
                    <a:pt x="13954" y="315"/>
                  </a:lnTo>
                  <a:lnTo>
                    <a:pt x="1808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5" name="ph7645"/>
            <p:cNvSpPr/>
            <p:nvPr/>
          </p:nvSpPr>
          <p:spPr>
            <a:xfrm>
              <a:off x="10842264" y="2308461"/>
              <a:ext cx="31610" cy="60182"/>
            </a:xfrm>
            <a:custGeom>
              <a:avLst/>
              <a:pathLst>
                <a:path w="31610" h="60182">
                  <a:moveTo>
                    <a:pt x="15227" y="6170"/>
                  </a:moveTo>
                  <a:lnTo>
                    <a:pt x="11262" y="8896"/>
                  </a:lnTo>
                  <a:lnTo>
                    <a:pt x="17001" y="18351"/>
                  </a:lnTo>
                  <a:lnTo>
                    <a:pt x="20202" y="26510"/>
                  </a:lnTo>
                  <a:lnTo>
                    <a:pt x="20142" y="29454"/>
                  </a:lnTo>
                  <a:lnTo>
                    <a:pt x="24602" y="36891"/>
                  </a:lnTo>
                  <a:lnTo>
                    <a:pt x="28933" y="40654"/>
                  </a:lnTo>
                  <a:lnTo>
                    <a:pt x="30499" y="48987"/>
                  </a:lnTo>
                  <a:lnTo>
                    <a:pt x="31610" y="53914"/>
                  </a:lnTo>
                  <a:lnTo>
                    <a:pt x="28373" y="57898"/>
                  </a:lnTo>
                  <a:lnTo>
                    <a:pt x="28037" y="59970"/>
                  </a:lnTo>
                  <a:lnTo>
                    <a:pt x="26027" y="60182"/>
                  </a:lnTo>
                  <a:lnTo>
                    <a:pt x="22753" y="58263"/>
                  </a:lnTo>
                  <a:lnTo>
                    <a:pt x="17858" y="50490"/>
                  </a:lnTo>
                  <a:lnTo>
                    <a:pt x="17548" y="47737"/>
                  </a:lnTo>
                  <a:lnTo>
                    <a:pt x="15781" y="47160"/>
                  </a:lnTo>
                  <a:lnTo>
                    <a:pt x="13133" y="46224"/>
                  </a:lnTo>
                  <a:lnTo>
                    <a:pt x="13489" y="44095"/>
                  </a:lnTo>
                  <a:lnTo>
                    <a:pt x="17111" y="39546"/>
                  </a:lnTo>
                  <a:lnTo>
                    <a:pt x="14282" y="33197"/>
                  </a:lnTo>
                  <a:lnTo>
                    <a:pt x="0" y="20085"/>
                  </a:lnTo>
                  <a:lnTo>
                    <a:pt x="4064" y="16183"/>
                  </a:lnTo>
                  <a:lnTo>
                    <a:pt x="4188" y="14931"/>
                  </a:lnTo>
                  <a:lnTo>
                    <a:pt x="2856" y="11939"/>
                  </a:lnTo>
                  <a:lnTo>
                    <a:pt x="5462" y="7861"/>
                  </a:lnTo>
                  <a:lnTo>
                    <a:pt x="4849" y="4719"/>
                  </a:lnTo>
                  <a:lnTo>
                    <a:pt x="2793" y="2229"/>
                  </a:lnTo>
                  <a:lnTo>
                    <a:pt x="3465" y="541"/>
                  </a:lnTo>
                  <a:lnTo>
                    <a:pt x="4121" y="2612"/>
                  </a:lnTo>
                  <a:lnTo>
                    <a:pt x="5819" y="4777"/>
                  </a:lnTo>
                  <a:lnTo>
                    <a:pt x="1187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6" name="ph7646"/>
            <p:cNvSpPr/>
            <p:nvPr/>
          </p:nvSpPr>
          <p:spPr>
            <a:xfrm>
              <a:off x="11283548" y="3245318"/>
              <a:ext cx="78672" cy="117538"/>
            </a:xfrm>
            <a:custGeom>
              <a:avLst/>
              <a:pathLst>
                <a:path w="78672" h="117538">
                  <a:moveTo>
                    <a:pt x="78672" y="3607"/>
                  </a:moveTo>
                  <a:lnTo>
                    <a:pt x="76659" y="4876"/>
                  </a:lnTo>
                  <a:lnTo>
                    <a:pt x="76124" y="6661"/>
                  </a:lnTo>
                  <a:lnTo>
                    <a:pt x="77013" y="7121"/>
                  </a:lnTo>
                  <a:lnTo>
                    <a:pt x="76847" y="9545"/>
                  </a:lnTo>
                  <a:lnTo>
                    <a:pt x="65614" y="14540"/>
                  </a:lnTo>
                  <a:lnTo>
                    <a:pt x="65782" y="16838"/>
                  </a:lnTo>
                  <a:lnTo>
                    <a:pt x="60976" y="22348"/>
                  </a:lnTo>
                  <a:lnTo>
                    <a:pt x="61256" y="23527"/>
                  </a:lnTo>
                  <a:lnTo>
                    <a:pt x="61860" y="23358"/>
                  </a:lnTo>
                  <a:lnTo>
                    <a:pt x="60752" y="29192"/>
                  </a:lnTo>
                  <a:lnTo>
                    <a:pt x="59145" y="30922"/>
                  </a:lnTo>
                  <a:lnTo>
                    <a:pt x="58955" y="36369"/>
                  </a:lnTo>
                  <a:lnTo>
                    <a:pt x="61480" y="41721"/>
                  </a:lnTo>
                  <a:lnTo>
                    <a:pt x="60507" y="43899"/>
                  </a:lnTo>
                  <a:lnTo>
                    <a:pt x="60995" y="44758"/>
                  </a:lnTo>
                  <a:lnTo>
                    <a:pt x="69678" y="47456"/>
                  </a:lnTo>
                  <a:lnTo>
                    <a:pt x="62104" y="60327"/>
                  </a:lnTo>
                  <a:lnTo>
                    <a:pt x="56075" y="59370"/>
                  </a:lnTo>
                  <a:lnTo>
                    <a:pt x="51782" y="56965"/>
                  </a:lnTo>
                  <a:lnTo>
                    <a:pt x="49984" y="55677"/>
                  </a:lnTo>
                  <a:lnTo>
                    <a:pt x="48629" y="57674"/>
                  </a:lnTo>
                  <a:lnTo>
                    <a:pt x="47085" y="57833"/>
                  </a:lnTo>
                  <a:lnTo>
                    <a:pt x="37888" y="53398"/>
                  </a:lnTo>
                  <a:lnTo>
                    <a:pt x="32089" y="58100"/>
                  </a:lnTo>
                  <a:lnTo>
                    <a:pt x="35943" y="60421"/>
                  </a:lnTo>
                  <a:lnTo>
                    <a:pt x="37577" y="63420"/>
                  </a:lnTo>
                  <a:lnTo>
                    <a:pt x="40160" y="63707"/>
                  </a:lnTo>
                  <a:lnTo>
                    <a:pt x="44220" y="60305"/>
                  </a:lnTo>
                  <a:lnTo>
                    <a:pt x="49887" y="61941"/>
                  </a:lnTo>
                  <a:lnTo>
                    <a:pt x="51280" y="63504"/>
                  </a:lnTo>
                  <a:lnTo>
                    <a:pt x="46392" y="75861"/>
                  </a:lnTo>
                  <a:lnTo>
                    <a:pt x="44767" y="76325"/>
                  </a:lnTo>
                  <a:lnTo>
                    <a:pt x="40727" y="70661"/>
                  </a:lnTo>
                  <a:lnTo>
                    <a:pt x="42448" y="67520"/>
                  </a:lnTo>
                  <a:lnTo>
                    <a:pt x="42856" y="66202"/>
                  </a:lnTo>
                  <a:lnTo>
                    <a:pt x="42316" y="66063"/>
                  </a:lnTo>
                  <a:lnTo>
                    <a:pt x="39216" y="67310"/>
                  </a:lnTo>
                  <a:lnTo>
                    <a:pt x="37253" y="69002"/>
                  </a:lnTo>
                  <a:lnTo>
                    <a:pt x="36708" y="70009"/>
                  </a:lnTo>
                  <a:lnTo>
                    <a:pt x="39056" y="72566"/>
                  </a:lnTo>
                  <a:lnTo>
                    <a:pt x="34172" y="79002"/>
                  </a:lnTo>
                  <a:lnTo>
                    <a:pt x="32648" y="78878"/>
                  </a:lnTo>
                  <a:lnTo>
                    <a:pt x="32012" y="79899"/>
                  </a:lnTo>
                  <a:lnTo>
                    <a:pt x="31335" y="79615"/>
                  </a:lnTo>
                  <a:lnTo>
                    <a:pt x="30815" y="77601"/>
                  </a:lnTo>
                  <a:lnTo>
                    <a:pt x="33915" y="76641"/>
                  </a:lnTo>
                  <a:lnTo>
                    <a:pt x="34628" y="75587"/>
                  </a:lnTo>
                  <a:lnTo>
                    <a:pt x="35217" y="68926"/>
                  </a:lnTo>
                  <a:lnTo>
                    <a:pt x="34353" y="66612"/>
                  </a:lnTo>
                  <a:lnTo>
                    <a:pt x="32986" y="65306"/>
                  </a:lnTo>
                  <a:lnTo>
                    <a:pt x="29233" y="63571"/>
                  </a:lnTo>
                  <a:lnTo>
                    <a:pt x="27323" y="66440"/>
                  </a:lnTo>
                  <a:lnTo>
                    <a:pt x="25106" y="66764"/>
                  </a:lnTo>
                  <a:lnTo>
                    <a:pt x="22907" y="69782"/>
                  </a:lnTo>
                  <a:lnTo>
                    <a:pt x="24288" y="74613"/>
                  </a:lnTo>
                  <a:lnTo>
                    <a:pt x="23838" y="76196"/>
                  </a:lnTo>
                  <a:lnTo>
                    <a:pt x="21693" y="78342"/>
                  </a:lnTo>
                  <a:lnTo>
                    <a:pt x="21208" y="81187"/>
                  </a:lnTo>
                  <a:lnTo>
                    <a:pt x="22292" y="83947"/>
                  </a:lnTo>
                  <a:lnTo>
                    <a:pt x="24630" y="83960"/>
                  </a:lnTo>
                  <a:lnTo>
                    <a:pt x="25055" y="82883"/>
                  </a:lnTo>
                  <a:lnTo>
                    <a:pt x="27314" y="81741"/>
                  </a:lnTo>
                  <a:lnTo>
                    <a:pt x="29716" y="82217"/>
                  </a:lnTo>
                  <a:lnTo>
                    <a:pt x="31782" y="83543"/>
                  </a:lnTo>
                  <a:lnTo>
                    <a:pt x="32775" y="84731"/>
                  </a:lnTo>
                  <a:lnTo>
                    <a:pt x="36278" y="86191"/>
                  </a:lnTo>
                  <a:lnTo>
                    <a:pt x="39315" y="86300"/>
                  </a:lnTo>
                  <a:lnTo>
                    <a:pt x="42485" y="84591"/>
                  </a:lnTo>
                  <a:lnTo>
                    <a:pt x="41924" y="83063"/>
                  </a:lnTo>
                  <a:lnTo>
                    <a:pt x="42422" y="82289"/>
                  </a:lnTo>
                  <a:lnTo>
                    <a:pt x="43706" y="81558"/>
                  </a:lnTo>
                  <a:lnTo>
                    <a:pt x="46429" y="81930"/>
                  </a:lnTo>
                  <a:lnTo>
                    <a:pt x="57117" y="87327"/>
                  </a:lnTo>
                  <a:lnTo>
                    <a:pt x="44432" y="95394"/>
                  </a:lnTo>
                  <a:lnTo>
                    <a:pt x="42984" y="95267"/>
                  </a:lnTo>
                  <a:lnTo>
                    <a:pt x="44096" y="93253"/>
                  </a:lnTo>
                  <a:lnTo>
                    <a:pt x="43120" y="92531"/>
                  </a:lnTo>
                  <a:lnTo>
                    <a:pt x="40100" y="91663"/>
                  </a:lnTo>
                  <a:lnTo>
                    <a:pt x="39728" y="93800"/>
                  </a:lnTo>
                  <a:lnTo>
                    <a:pt x="42391" y="98576"/>
                  </a:lnTo>
                  <a:lnTo>
                    <a:pt x="47086" y="99283"/>
                  </a:lnTo>
                  <a:lnTo>
                    <a:pt x="47118" y="95954"/>
                  </a:lnTo>
                  <a:lnTo>
                    <a:pt x="49854" y="95695"/>
                  </a:lnTo>
                  <a:lnTo>
                    <a:pt x="51211" y="100418"/>
                  </a:lnTo>
                  <a:lnTo>
                    <a:pt x="56085" y="108743"/>
                  </a:lnTo>
                  <a:lnTo>
                    <a:pt x="53377" y="114461"/>
                  </a:lnTo>
                  <a:lnTo>
                    <a:pt x="50375" y="114749"/>
                  </a:lnTo>
                  <a:lnTo>
                    <a:pt x="46679" y="113612"/>
                  </a:lnTo>
                  <a:lnTo>
                    <a:pt x="40185" y="117538"/>
                  </a:lnTo>
                  <a:lnTo>
                    <a:pt x="36975" y="115672"/>
                  </a:lnTo>
                  <a:lnTo>
                    <a:pt x="34895" y="109841"/>
                  </a:lnTo>
                  <a:lnTo>
                    <a:pt x="30211" y="111169"/>
                  </a:lnTo>
                  <a:lnTo>
                    <a:pt x="29518" y="109831"/>
                  </a:lnTo>
                  <a:lnTo>
                    <a:pt x="28778" y="105946"/>
                  </a:lnTo>
                  <a:lnTo>
                    <a:pt x="32211" y="104696"/>
                  </a:lnTo>
                  <a:lnTo>
                    <a:pt x="36382" y="106198"/>
                  </a:lnTo>
                  <a:lnTo>
                    <a:pt x="33339" y="101214"/>
                  </a:lnTo>
                  <a:lnTo>
                    <a:pt x="29727" y="99483"/>
                  </a:lnTo>
                  <a:lnTo>
                    <a:pt x="24954" y="98974"/>
                  </a:lnTo>
                  <a:lnTo>
                    <a:pt x="21695" y="97118"/>
                  </a:lnTo>
                  <a:lnTo>
                    <a:pt x="22250" y="94090"/>
                  </a:lnTo>
                  <a:lnTo>
                    <a:pt x="25216" y="91947"/>
                  </a:lnTo>
                  <a:lnTo>
                    <a:pt x="23399" y="91257"/>
                  </a:lnTo>
                  <a:lnTo>
                    <a:pt x="19851" y="86725"/>
                  </a:lnTo>
                  <a:lnTo>
                    <a:pt x="14714" y="83695"/>
                  </a:lnTo>
                  <a:lnTo>
                    <a:pt x="14698" y="81911"/>
                  </a:lnTo>
                  <a:lnTo>
                    <a:pt x="13481" y="80158"/>
                  </a:lnTo>
                  <a:lnTo>
                    <a:pt x="10560" y="78485"/>
                  </a:lnTo>
                  <a:lnTo>
                    <a:pt x="10405" y="77807"/>
                  </a:lnTo>
                  <a:lnTo>
                    <a:pt x="12356" y="75119"/>
                  </a:lnTo>
                  <a:lnTo>
                    <a:pt x="12366" y="72939"/>
                  </a:lnTo>
                  <a:lnTo>
                    <a:pt x="10708" y="68614"/>
                  </a:lnTo>
                  <a:lnTo>
                    <a:pt x="8092" y="71092"/>
                  </a:lnTo>
                  <a:lnTo>
                    <a:pt x="4113" y="69995"/>
                  </a:lnTo>
                  <a:lnTo>
                    <a:pt x="1446" y="67617"/>
                  </a:lnTo>
                  <a:lnTo>
                    <a:pt x="0" y="64714"/>
                  </a:lnTo>
                  <a:lnTo>
                    <a:pt x="4850" y="65586"/>
                  </a:lnTo>
                  <a:lnTo>
                    <a:pt x="11169" y="64858"/>
                  </a:lnTo>
                  <a:lnTo>
                    <a:pt x="12359" y="60518"/>
                  </a:lnTo>
                  <a:lnTo>
                    <a:pt x="7670" y="55775"/>
                  </a:lnTo>
                  <a:lnTo>
                    <a:pt x="2497" y="48345"/>
                  </a:lnTo>
                  <a:lnTo>
                    <a:pt x="3488" y="47700"/>
                  </a:lnTo>
                  <a:lnTo>
                    <a:pt x="5376" y="47921"/>
                  </a:lnTo>
                  <a:lnTo>
                    <a:pt x="3726" y="40893"/>
                  </a:lnTo>
                  <a:lnTo>
                    <a:pt x="2876" y="39591"/>
                  </a:lnTo>
                  <a:lnTo>
                    <a:pt x="9697" y="36780"/>
                  </a:lnTo>
                  <a:lnTo>
                    <a:pt x="13722" y="43141"/>
                  </a:lnTo>
                  <a:lnTo>
                    <a:pt x="18885" y="40980"/>
                  </a:lnTo>
                  <a:lnTo>
                    <a:pt x="25496" y="34206"/>
                  </a:lnTo>
                  <a:lnTo>
                    <a:pt x="25888" y="34296"/>
                  </a:lnTo>
                  <a:lnTo>
                    <a:pt x="27316" y="35300"/>
                  </a:lnTo>
                  <a:lnTo>
                    <a:pt x="28077" y="42667"/>
                  </a:lnTo>
                  <a:lnTo>
                    <a:pt x="26466" y="47902"/>
                  </a:lnTo>
                  <a:lnTo>
                    <a:pt x="26662" y="50071"/>
                  </a:lnTo>
                  <a:lnTo>
                    <a:pt x="31626" y="54932"/>
                  </a:lnTo>
                  <a:lnTo>
                    <a:pt x="35752" y="54438"/>
                  </a:lnTo>
                  <a:lnTo>
                    <a:pt x="35524" y="50945"/>
                  </a:lnTo>
                  <a:lnTo>
                    <a:pt x="37772" y="52074"/>
                  </a:lnTo>
                  <a:lnTo>
                    <a:pt x="45223" y="53043"/>
                  </a:lnTo>
                  <a:lnTo>
                    <a:pt x="51719" y="55224"/>
                  </a:lnTo>
                  <a:lnTo>
                    <a:pt x="49711" y="47491"/>
                  </a:lnTo>
                  <a:lnTo>
                    <a:pt x="51987" y="44366"/>
                  </a:lnTo>
                  <a:lnTo>
                    <a:pt x="55917" y="40726"/>
                  </a:lnTo>
                  <a:lnTo>
                    <a:pt x="55785" y="39568"/>
                  </a:lnTo>
                  <a:lnTo>
                    <a:pt x="53609" y="35287"/>
                  </a:lnTo>
                  <a:lnTo>
                    <a:pt x="41374" y="26812"/>
                  </a:lnTo>
                  <a:lnTo>
                    <a:pt x="42740" y="20412"/>
                  </a:lnTo>
                  <a:lnTo>
                    <a:pt x="43040" y="21555"/>
                  </a:lnTo>
                  <a:lnTo>
                    <a:pt x="46453" y="20195"/>
                  </a:lnTo>
                  <a:lnTo>
                    <a:pt x="55617" y="6938"/>
                  </a:lnTo>
                  <a:lnTo>
                    <a:pt x="57216" y="3140"/>
                  </a:lnTo>
                  <a:lnTo>
                    <a:pt x="61005" y="2756"/>
                  </a:lnTo>
                  <a:lnTo>
                    <a:pt x="64173" y="2449"/>
                  </a:lnTo>
                  <a:lnTo>
                    <a:pt x="66859" y="4329"/>
                  </a:lnTo>
                  <a:lnTo>
                    <a:pt x="7081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7" name="ph7647"/>
            <p:cNvSpPr/>
            <p:nvPr/>
          </p:nvSpPr>
          <p:spPr>
            <a:xfrm>
              <a:off x="11105860" y="3234104"/>
              <a:ext cx="11261" cy="13971"/>
            </a:xfrm>
            <a:custGeom>
              <a:avLst/>
              <a:pathLst>
                <a:path w="11261" h="13971">
                  <a:moveTo>
                    <a:pt x="8188" y="563"/>
                  </a:moveTo>
                  <a:lnTo>
                    <a:pt x="7132" y="2046"/>
                  </a:lnTo>
                  <a:lnTo>
                    <a:pt x="9276" y="4083"/>
                  </a:lnTo>
                  <a:lnTo>
                    <a:pt x="9813" y="6755"/>
                  </a:lnTo>
                  <a:lnTo>
                    <a:pt x="10811" y="8967"/>
                  </a:lnTo>
                  <a:lnTo>
                    <a:pt x="11261" y="9657"/>
                  </a:lnTo>
                  <a:lnTo>
                    <a:pt x="9968" y="12462"/>
                  </a:lnTo>
                  <a:lnTo>
                    <a:pt x="7777" y="13971"/>
                  </a:lnTo>
                  <a:lnTo>
                    <a:pt x="6642" y="13764"/>
                  </a:lnTo>
                  <a:lnTo>
                    <a:pt x="7075" y="12260"/>
                  </a:lnTo>
                  <a:lnTo>
                    <a:pt x="1132" y="13958"/>
                  </a:lnTo>
                  <a:lnTo>
                    <a:pt x="0" y="13239"/>
                  </a:lnTo>
                  <a:lnTo>
                    <a:pt x="1806" y="13371"/>
                  </a:lnTo>
                  <a:lnTo>
                    <a:pt x="4930" y="8173"/>
                  </a:lnTo>
                  <a:lnTo>
                    <a:pt x="5145" y="2695"/>
                  </a:lnTo>
                  <a:lnTo>
                    <a:pt x="448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8" name="ph7648"/>
            <p:cNvSpPr/>
            <p:nvPr/>
          </p:nvSpPr>
          <p:spPr>
            <a:xfrm>
              <a:off x="11295163" y="3237723"/>
              <a:ext cx="22028" cy="12676"/>
            </a:xfrm>
            <a:custGeom>
              <a:avLst/>
              <a:pathLst>
                <a:path w="22028" h="12676">
                  <a:moveTo>
                    <a:pt x="13774" y="0"/>
                  </a:moveTo>
                  <a:lnTo>
                    <a:pt x="16965" y="2487"/>
                  </a:lnTo>
                  <a:lnTo>
                    <a:pt x="16909" y="7957"/>
                  </a:lnTo>
                  <a:lnTo>
                    <a:pt x="22028" y="11124"/>
                  </a:lnTo>
                  <a:lnTo>
                    <a:pt x="18095" y="12676"/>
                  </a:lnTo>
                  <a:lnTo>
                    <a:pt x="9619" y="10832"/>
                  </a:lnTo>
                  <a:lnTo>
                    <a:pt x="5573" y="8557"/>
                  </a:lnTo>
                  <a:lnTo>
                    <a:pt x="3700" y="8409"/>
                  </a:lnTo>
                  <a:lnTo>
                    <a:pt x="1776" y="6493"/>
                  </a:lnTo>
                  <a:lnTo>
                    <a:pt x="0" y="3795"/>
                  </a:lnTo>
                  <a:lnTo>
                    <a:pt x="2267" y="3800"/>
                  </a:lnTo>
                  <a:lnTo>
                    <a:pt x="4836" y="968"/>
                  </a:lnTo>
                  <a:lnTo>
                    <a:pt x="6042" y="521"/>
                  </a:lnTo>
                  <a:lnTo>
                    <a:pt x="7580" y="796"/>
                  </a:lnTo>
                  <a:lnTo>
                    <a:pt x="7182" y="4330"/>
                  </a:lnTo>
                  <a:lnTo>
                    <a:pt x="10121" y="4635"/>
                  </a:lnTo>
                  <a:lnTo>
                    <a:pt x="10931" y="19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9" name="ph7649"/>
            <p:cNvSpPr/>
            <p:nvPr/>
          </p:nvSpPr>
          <p:spPr>
            <a:xfrm>
              <a:off x="11111999" y="3164582"/>
              <a:ext cx="9405" cy="6027"/>
            </a:xfrm>
            <a:custGeom>
              <a:avLst/>
              <a:pathLst>
                <a:path w="9405" h="6027">
                  <a:moveTo>
                    <a:pt x="7622" y="0"/>
                  </a:moveTo>
                  <a:lnTo>
                    <a:pt x="9405" y="836"/>
                  </a:lnTo>
                  <a:lnTo>
                    <a:pt x="7808" y="5038"/>
                  </a:lnTo>
                  <a:lnTo>
                    <a:pt x="3200" y="6027"/>
                  </a:lnTo>
                  <a:lnTo>
                    <a:pt x="0" y="4350"/>
                  </a:lnTo>
                  <a:lnTo>
                    <a:pt x="3081" y="56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0" name="ph7650"/>
            <p:cNvSpPr/>
            <p:nvPr/>
          </p:nvSpPr>
          <p:spPr>
            <a:xfrm>
              <a:off x="11202597" y="3261913"/>
              <a:ext cx="19985" cy="8302"/>
            </a:xfrm>
            <a:custGeom>
              <a:avLst/>
              <a:pathLst>
                <a:path w="19985" h="8302">
                  <a:moveTo>
                    <a:pt x="5871" y="27"/>
                  </a:moveTo>
                  <a:lnTo>
                    <a:pt x="7367" y="1185"/>
                  </a:lnTo>
                  <a:lnTo>
                    <a:pt x="15438" y="2082"/>
                  </a:lnTo>
                  <a:lnTo>
                    <a:pt x="16526" y="3591"/>
                  </a:lnTo>
                  <a:lnTo>
                    <a:pt x="16475" y="5833"/>
                  </a:lnTo>
                  <a:lnTo>
                    <a:pt x="19513" y="7004"/>
                  </a:lnTo>
                  <a:lnTo>
                    <a:pt x="19985" y="7531"/>
                  </a:lnTo>
                  <a:lnTo>
                    <a:pt x="19039" y="8065"/>
                  </a:lnTo>
                  <a:lnTo>
                    <a:pt x="17736" y="8302"/>
                  </a:lnTo>
                  <a:lnTo>
                    <a:pt x="14675" y="7073"/>
                  </a:lnTo>
                  <a:lnTo>
                    <a:pt x="13383" y="5936"/>
                  </a:lnTo>
                  <a:lnTo>
                    <a:pt x="12231" y="3350"/>
                  </a:lnTo>
                  <a:lnTo>
                    <a:pt x="8818" y="3059"/>
                  </a:lnTo>
                  <a:lnTo>
                    <a:pt x="2755" y="4649"/>
                  </a:lnTo>
                  <a:lnTo>
                    <a:pt x="0" y="3080"/>
                  </a:lnTo>
                  <a:lnTo>
                    <a:pt x="666" y="1680"/>
                  </a:lnTo>
                  <a:lnTo>
                    <a:pt x="361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1" name="ph7651"/>
            <p:cNvSpPr/>
            <p:nvPr/>
          </p:nvSpPr>
          <p:spPr>
            <a:xfrm>
              <a:off x="11169154" y="3191087"/>
              <a:ext cx="6112" cy="6716"/>
            </a:xfrm>
            <a:custGeom>
              <a:avLst/>
              <a:pathLst>
                <a:path w="6112" h="6716">
                  <a:moveTo>
                    <a:pt x="6112" y="5216"/>
                  </a:moveTo>
                  <a:lnTo>
                    <a:pt x="1124" y="6716"/>
                  </a:lnTo>
                  <a:lnTo>
                    <a:pt x="285" y="3311"/>
                  </a:lnTo>
                  <a:lnTo>
                    <a:pt x="0" y="1846"/>
                  </a:lnTo>
                  <a:lnTo>
                    <a:pt x="295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2" name="ph7652"/>
            <p:cNvSpPr/>
            <p:nvPr/>
          </p:nvSpPr>
          <p:spPr>
            <a:xfrm>
              <a:off x="11226189" y="3289002"/>
              <a:ext cx="4774" cy="4429"/>
            </a:xfrm>
            <a:custGeom>
              <a:avLst/>
              <a:pathLst>
                <a:path w="4774" h="4429">
                  <a:moveTo>
                    <a:pt x="4161" y="321"/>
                  </a:moveTo>
                  <a:lnTo>
                    <a:pt x="2821" y="1088"/>
                  </a:lnTo>
                  <a:lnTo>
                    <a:pt x="4671" y="1477"/>
                  </a:lnTo>
                  <a:lnTo>
                    <a:pt x="4774" y="2312"/>
                  </a:lnTo>
                  <a:lnTo>
                    <a:pt x="1193" y="2982"/>
                  </a:lnTo>
                  <a:lnTo>
                    <a:pt x="19" y="4429"/>
                  </a:lnTo>
                  <a:lnTo>
                    <a:pt x="0" y="318"/>
                  </a:lnTo>
                  <a:lnTo>
                    <a:pt x="1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3" name="ph7653"/>
            <p:cNvSpPr/>
            <p:nvPr/>
          </p:nvSpPr>
          <p:spPr>
            <a:xfrm>
              <a:off x="11074661" y="3147524"/>
              <a:ext cx="33718" cy="13935"/>
            </a:xfrm>
            <a:custGeom>
              <a:avLst/>
              <a:pathLst>
                <a:path w="33718" h="13935">
                  <a:moveTo>
                    <a:pt x="19216" y="2806"/>
                  </a:moveTo>
                  <a:lnTo>
                    <a:pt x="17740" y="4292"/>
                  </a:lnTo>
                  <a:lnTo>
                    <a:pt x="17616" y="5686"/>
                  </a:lnTo>
                  <a:lnTo>
                    <a:pt x="23971" y="8753"/>
                  </a:lnTo>
                  <a:lnTo>
                    <a:pt x="26542" y="8684"/>
                  </a:lnTo>
                  <a:lnTo>
                    <a:pt x="28039" y="7075"/>
                  </a:lnTo>
                  <a:lnTo>
                    <a:pt x="27770" y="6297"/>
                  </a:lnTo>
                  <a:lnTo>
                    <a:pt x="25781" y="5848"/>
                  </a:lnTo>
                  <a:lnTo>
                    <a:pt x="26306" y="5541"/>
                  </a:lnTo>
                  <a:lnTo>
                    <a:pt x="30431" y="6367"/>
                  </a:lnTo>
                  <a:lnTo>
                    <a:pt x="33027" y="7990"/>
                  </a:lnTo>
                  <a:lnTo>
                    <a:pt x="33718" y="9957"/>
                  </a:lnTo>
                  <a:lnTo>
                    <a:pt x="33147" y="12811"/>
                  </a:lnTo>
                  <a:lnTo>
                    <a:pt x="31748" y="10188"/>
                  </a:lnTo>
                  <a:lnTo>
                    <a:pt x="26132" y="11834"/>
                  </a:lnTo>
                  <a:lnTo>
                    <a:pt x="24271" y="13935"/>
                  </a:lnTo>
                  <a:lnTo>
                    <a:pt x="22746" y="12519"/>
                  </a:lnTo>
                  <a:lnTo>
                    <a:pt x="21284" y="11965"/>
                  </a:lnTo>
                  <a:lnTo>
                    <a:pt x="19901" y="13173"/>
                  </a:lnTo>
                  <a:lnTo>
                    <a:pt x="16729" y="12913"/>
                  </a:lnTo>
                  <a:lnTo>
                    <a:pt x="13820" y="8739"/>
                  </a:lnTo>
                  <a:lnTo>
                    <a:pt x="6268" y="9825"/>
                  </a:lnTo>
                  <a:lnTo>
                    <a:pt x="4955" y="9456"/>
                  </a:lnTo>
                  <a:lnTo>
                    <a:pt x="5476" y="8183"/>
                  </a:lnTo>
                  <a:lnTo>
                    <a:pt x="4247" y="7303"/>
                  </a:lnTo>
                  <a:lnTo>
                    <a:pt x="2723" y="7869"/>
                  </a:lnTo>
                  <a:lnTo>
                    <a:pt x="1944" y="10566"/>
                  </a:lnTo>
                  <a:lnTo>
                    <a:pt x="0" y="10734"/>
                  </a:lnTo>
                  <a:lnTo>
                    <a:pt x="163" y="9314"/>
                  </a:lnTo>
                  <a:lnTo>
                    <a:pt x="2445" y="7977"/>
                  </a:lnTo>
                  <a:lnTo>
                    <a:pt x="1397" y="6788"/>
                  </a:lnTo>
                  <a:lnTo>
                    <a:pt x="2891" y="6243"/>
                  </a:lnTo>
                  <a:lnTo>
                    <a:pt x="5961" y="7688"/>
                  </a:lnTo>
                  <a:lnTo>
                    <a:pt x="13694" y="7176"/>
                  </a:lnTo>
                  <a:lnTo>
                    <a:pt x="13063" y="3917"/>
                  </a:lnTo>
                  <a:lnTo>
                    <a:pt x="11464" y="2715"/>
                  </a:lnTo>
                  <a:lnTo>
                    <a:pt x="1761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4" name="ph7654"/>
            <p:cNvSpPr/>
            <p:nvPr/>
          </p:nvSpPr>
          <p:spPr>
            <a:xfrm>
              <a:off x="11111547" y="3305504"/>
              <a:ext cx="22022" cy="28293"/>
            </a:xfrm>
            <a:custGeom>
              <a:avLst/>
              <a:pathLst>
                <a:path w="22022" h="28293">
                  <a:moveTo>
                    <a:pt x="17603" y="1197"/>
                  </a:moveTo>
                  <a:lnTo>
                    <a:pt x="18846" y="2684"/>
                  </a:lnTo>
                  <a:lnTo>
                    <a:pt x="19101" y="4424"/>
                  </a:lnTo>
                  <a:lnTo>
                    <a:pt x="20711" y="10353"/>
                  </a:lnTo>
                  <a:lnTo>
                    <a:pt x="20189" y="20664"/>
                  </a:lnTo>
                  <a:lnTo>
                    <a:pt x="22022" y="25721"/>
                  </a:lnTo>
                  <a:lnTo>
                    <a:pt x="5937" y="28293"/>
                  </a:lnTo>
                  <a:lnTo>
                    <a:pt x="2562" y="26981"/>
                  </a:lnTo>
                  <a:lnTo>
                    <a:pt x="0" y="19318"/>
                  </a:lnTo>
                  <a:lnTo>
                    <a:pt x="1000" y="16955"/>
                  </a:lnTo>
                  <a:lnTo>
                    <a:pt x="3227" y="16348"/>
                  </a:lnTo>
                  <a:lnTo>
                    <a:pt x="9508" y="20265"/>
                  </a:lnTo>
                  <a:lnTo>
                    <a:pt x="11582" y="15932"/>
                  </a:lnTo>
                  <a:lnTo>
                    <a:pt x="11916" y="14825"/>
                  </a:lnTo>
                  <a:lnTo>
                    <a:pt x="9629" y="12333"/>
                  </a:lnTo>
                  <a:lnTo>
                    <a:pt x="8916" y="8575"/>
                  </a:lnTo>
                  <a:lnTo>
                    <a:pt x="9871" y="4079"/>
                  </a:lnTo>
                  <a:lnTo>
                    <a:pt x="11391" y="886"/>
                  </a:lnTo>
                  <a:lnTo>
                    <a:pt x="1370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5" name="ph7655"/>
            <p:cNvSpPr/>
            <p:nvPr/>
          </p:nvSpPr>
          <p:spPr>
            <a:xfrm>
              <a:off x="11227473" y="3190985"/>
              <a:ext cx="19342" cy="19906"/>
            </a:xfrm>
            <a:custGeom>
              <a:avLst/>
              <a:pathLst>
                <a:path w="19342" h="19906">
                  <a:moveTo>
                    <a:pt x="9444" y="1873"/>
                  </a:moveTo>
                  <a:lnTo>
                    <a:pt x="12248" y="3461"/>
                  </a:lnTo>
                  <a:lnTo>
                    <a:pt x="15469" y="3929"/>
                  </a:lnTo>
                  <a:lnTo>
                    <a:pt x="18121" y="2882"/>
                  </a:lnTo>
                  <a:lnTo>
                    <a:pt x="19342" y="5851"/>
                  </a:lnTo>
                  <a:lnTo>
                    <a:pt x="17554" y="9498"/>
                  </a:lnTo>
                  <a:lnTo>
                    <a:pt x="14621" y="9030"/>
                  </a:lnTo>
                  <a:lnTo>
                    <a:pt x="7479" y="12535"/>
                  </a:lnTo>
                  <a:lnTo>
                    <a:pt x="6115" y="14285"/>
                  </a:lnTo>
                  <a:lnTo>
                    <a:pt x="6185" y="18901"/>
                  </a:lnTo>
                  <a:lnTo>
                    <a:pt x="5021" y="19906"/>
                  </a:lnTo>
                  <a:lnTo>
                    <a:pt x="0" y="14504"/>
                  </a:lnTo>
                  <a:lnTo>
                    <a:pt x="3774" y="11876"/>
                  </a:lnTo>
                  <a:lnTo>
                    <a:pt x="1250" y="5895"/>
                  </a:lnTo>
                  <a:lnTo>
                    <a:pt x="2393" y="5167"/>
                  </a:lnTo>
                  <a:lnTo>
                    <a:pt x="8320" y="1863"/>
                  </a:lnTo>
                  <a:lnTo>
                    <a:pt x="838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6" name="ph7656"/>
            <p:cNvSpPr/>
            <p:nvPr/>
          </p:nvSpPr>
          <p:spPr>
            <a:xfrm>
              <a:off x="11193628" y="3093327"/>
              <a:ext cx="7706" cy="4019"/>
            </a:xfrm>
            <a:custGeom>
              <a:avLst/>
              <a:pathLst>
                <a:path w="7706" h="4019">
                  <a:moveTo>
                    <a:pt x="7706" y="1268"/>
                  </a:moveTo>
                  <a:lnTo>
                    <a:pt x="5207" y="3442"/>
                  </a:lnTo>
                  <a:lnTo>
                    <a:pt x="594" y="4019"/>
                  </a:lnTo>
                  <a:lnTo>
                    <a:pt x="0" y="3173"/>
                  </a:lnTo>
                  <a:lnTo>
                    <a:pt x="1079" y="572"/>
                  </a:lnTo>
                  <a:lnTo>
                    <a:pt x="279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7" name="ph7657"/>
            <p:cNvSpPr/>
            <p:nvPr/>
          </p:nvSpPr>
          <p:spPr>
            <a:xfrm>
              <a:off x="11268399" y="3267394"/>
              <a:ext cx="40645" cy="21066"/>
            </a:xfrm>
            <a:custGeom>
              <a:avLst/>
              <a:pathLst>
                <a:path w="40645" h="21066">
                  <a:moveTo>
                    <a:pt x="18713" y="3814"/>
                  </a:moveTo>
                  <a:lnTo>
                    <a:pt x="21194" y="5264"/>
                  </a:lnTo>
                  <a:lnTo>
                    <a:pt x="24560" y="2676"/>
                  </a:lnTo>
                  <a:lnTo>
                    <a:pt x="31363" y="647"/>
                  </a:lnTo>
                  <a:lnTo>
                    <a:pt x="31218" y="1386"/>
                  </a:lnTo>
                  <a:lnTo>
                    <a:pt x="38888" y="11923"/>
                  </a:lnTo>
                  <a:lnTo>
                    <a:pt x="40645" y="12130"/>
                  </a:lnTo>
                  <a:lnTo>
                    <a:pt x="34034" y="18905"/>
                  </a:lnTo>
                  <a:lnTo>
                    <a:pt x="28871" y="21066"/>
                  </a:lnTo>
                  <a:lnTo>
                    <a:pt x="24846" y="14705"/>
                  </a:lnTo>
                  <a:lnTo>
                    <a:pt x="18025" y="17516"/>
                  </a:lnTo>
                  <a:lnTo>
                    <a:pt x="16428" y="18104"/>
                  </a:lnTo>
                  <a:lnTo>
                    <a:pt x="10199" y="15347"/>
                  </a:lnTo>
                  <a:lnTo>
                    <a:pt x="2136" y="9815"/>
                  </a:lnTo>
                  <a:lnTo>
                    <a:pt x="0" y="9050"/>
                  </a:lnTo>
                  <a:lnTo>
                    <a:pt x="1113" y="7099"/>
                  </a:lnTo>
                  <a:lnTo>
                    <a:pt x="1215" y="6648"/>
                  </a:lnTo>
                  <a:lnTo>
                    <a:pt x="4272" y="6576"/>
                  </a:lnTo>
                  <a:lnTo>
                    <a:pt x="7275" y="4913"/>
                  </a:lnTo>
                  <a:lnTo>
                    <a:pt x="12073" y="357"/>
                  </a:lnTo>
                  <a:lnTo>
                    <a:pt x="1477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8" name="ph7658"/>
            <p:cNvSpPr/>
            <p:nvPr/>
          </p:nvSpPr>
          <p:spPr>
            <a:xfrm>
              <a:off x="11163219" y="3368822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9" name="ph7659"/>
            <p:cNvSpPr/>
            <p:nvPr/>
          </p:nvSpPr>
          <p:spPr>
            <a:xfrm>
              <a:off x="11112353" y="3329404"/>
              <a:ext cx="70839" cy="40661"/>
            </a:xfrm>
            <a:custGeom>
              <a:avLst/>
              <a:pathLst>
                <a:path w="70839" h="40661">
                  <a:moveTo>
                    <a:pt x="38073" y="266"/>
                  </a:moveTo>
                  <a:lnTo>
                    <a:pt x="37236" y="8600"/>
                  </a:lnTo>
                  <a:lnTo>
                    <a:pt x="39805" y="12713"/>
                  </a:lnTo>
                  <a:lnTo>
                    <a:pt x="43848" y="15216"/>
                  </a:lnTo>
                  <a:lnTo>
                    <a:pt x="45687" y="14585"/>
                  </a:lnTo>
                  <a:lnTo>
                    <a:pt x="44259" y="17323"/>
                  </a:lnTo>
                  <a:lnTo>
                    <a:pt x="43195" y="26171"/>
                  </a:lnTo>
                  <a:lnTo>
                    <a:pt x="44356" y="31445"/>
                  </a:lnTo>
                  <a:lnTo>
                    <a:pt x="47691" y="36198"/>
                  </a:lnTo>
                  <a:lnTo>
                    <a:pt x="51453" y="34100"/>
                  </a:lnTo>
                  <a:lnTo>
                    <a:pt x="57950" y="28854"/>
                  </a:lnTo>
                  <a:lnTo>
                    <a:pt x="60223" y="28275"/>
                  </a:lnTo>
                  <a:lnTo>
                    <a:pt x="61066" y="28596"/>
                  </a:lnTo>
                  <a:lnTo>
                    <a:pt x="60953" y="29339"/>
                  </a:lnTo>
                  <a:lnTo>
                    <a:pt x="60892" y="30922"/>
                  </a:lnTo>
                  <a:lnTo>
                    <a:pt x="65195" y="30773"/>
                  </a:lnTo>
                  <a:lnTo>
                    <a:pt x="70839" y="33272"/>
                  </a:lnTo>
                  <a:lnTo>
                    <a:pt x="67421" y="40661"/>
                  </a:lnTo>
                  <a:lnTo>
                    <a:pt x="60040" y="39049"/>
                  </a:lnTo>
                  <a:lnTo>
                    <a:pt x="53053" y="38377"/>
                  </a:lnTo>
                  <a:lnTo>
                    <a:pt x="50176" y="38622"/>
                  </a:lnTo>
                  <a:lnTo>
                    <a:pt x="49059" y="39491"/>
                  </a:lnTo>
                  <a:lnTo>
                    <a:pt x="42842" y="39216"/>
                  </a:lnTo>
                  <a:lnTo>
                    <a:pt x="30077" y="36291"/>
                  </a:lnTo>
                  <a:lnTo>
                    <a:pt x="26217" y="37161"/>
                  </a:lnTo>
                  <a:lnTo>
                    <a:pt x="15639" y="35705"/>
                  </a:lnTo>
                  <a:lnTo>
                    <a:pt x="13904" y="36231"/>
                  </a:lnTo>
                  <a:lnTo>
                    <a:pt x="13261" y="37497"/>
                  </a:lnTo>
                  <a:lnTo>
                    <a:pt x="11794" y="37544"/>
                  </a:lnTo>
                  <a:lnTo>
                    <a:pt x="2347" y="36195"/>
                  </a:lnTo>
                  <a:lnTo>
                    <a:pt x="0" y="35221"/>
                  </a:lnTo>
                  <a:lnTo>
                    <a:pt x="15" y="31533"/>
                  </a:lnTo>
                  <a:lnTo>
                    <a:pt x="1597" y="29848"/>
                  </a:lnTo>
                  <a:lnTo>
                    <a:pt x="3306" y="30067"/>
                  </a:lnTo>
                  <a:lnTo>
                    <a:pt x="6472" y="24430"/>
                  </a:lnTo>
                  <a:lnTo>
                    <a:pt x="6815" y="22209"/>
                  </a:lnTo>
                  <a:lnTo>
                    <a:pt x="4799" y="15865"/>
                  </a:lnTo>
                  <a:lnTo>
                    <a:pt x="4906" y="13461"/>
                  </a:lnTo>
                  <a:lnTo>
                    <a:pt x="7231" y="8206"/>
                  </a:lnTo>
                  <a:lnTo>
                    <a:pt x="13109" y="4529"/>
                  </a:lnTo>
                  <a:lnTo>
                    <a:pt x="15005" y="5592"/>
                  </a:lnTo>
                  <a:lnTo>
                    <a:pt x="16622" y="8309"/>
                  </a:lnTo>
                  <a:lnTo>
                    <a:pt x="17757" y="8328"/>
                  </a:lnTo>
                  <a:lnTo>
                    <a:pt x="21235" y="3682"/>
                  </a:lnTo>
                  <a:lnTo>
                    <a:pt x="23229" y="4327"/>
                  </a:lnTo>
                  <a:lnTo>
                    <a:pt x="30107" y="2929"/>
                  </a:lnTo>
                  <a:lnTo>
                    <a:pt x="35161" y="266"/>
                  </a:lnTo>
                  <a:lnTo>
                    <a:pt x="3741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0" name="ph7660"/>
            <p:cNvSpPr/>
            <p:nvPr/>
          </p:nvSpPr>
          <p:spPr>
            <a:xfrm>
              <a:off x="11147259" y="3193126"/>
              <a:ext cx="11132" cy="7211"/>
            </a:xfrm>
            <a:custGeom>
              <a:avLst/>
              <a:pathLst>
                <a:path w="11132" h="7211">
                  <a:moveTo>
                    <a:pt x="11132" y="2463"/>
                  </a:moveTo>
                  <a:lnTo>
                    <a:pt x="9601" y="5028"/>
                  </a:lnTo>
                  <a:lnTo>
                    <a:pt x="5816" y="5329"/>
                  </a:lnTo>
                  <a:lnTo>
                    <a:pt x="192" y="7211"/>
                  </a:lnTo>
                  <a:lnTo>
                    <a:pt x="0" y="6245"/>
                  </a:lnTo>
                  <a:lnTo>
                    <a:pt x="1529" y="2769"/>
                  </a:lnTo>
                  <a:lnTo>
                    <a:pt x="5395" y="880"/>
                  </a:lnTo>
                  <a:lnTo>
                    <a:pt x="861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1" name="ph7661"/>
            <p:cNvSpPr/>
            <p:nvPr/>
          </p:nvSpPr>
          <p:spPr>
            <a:xfrm>
              <a:off x="11112993" y="3227767"/>
              <a:ext cx="13558" cy="13093"/>
            </a:xfrm>
            <a:custGeom>
              <a:avLst/>
              <a:pathLst>
                <a:path w="13558" h="13093">
                  <a:moveTo>
                    <a:pt x="11137" y="407"/>
                  </a:moveTo>
                  <a:lnTo>
                    <a:pt x="13558" y="4176"/>
                  </a:lnTo>
                  <a:lnTo>
                    <a:pt x="12263" y="9832"/>
                  </a:lnTo>
                  <a:lnTo>
                    <a:pt x="2680" y="13093"/>
                  </a:lnTo>
                  <a:lnTo>
                    <a:pt x="2144" y="10421"/>
                  </a:lnTo>
                  <a:lnTo>
                    <a:pt x="0" y="8383"/>
                  </a:lnTo>
                  <a:lnTo>
                    <a:pt x="1056" y="6900"/>
                  </a:lnTo>
                  <a:lnTo>
                    <a:pt x="2007" y="257"/>
                  </a:lnTo>
                  <a:lnTo>
                    <a:pt x="821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2" name="ph7662"/>
            <p:cNvSpPr/>
            <p:nvPr/>
          </p:nvSpPr>
          <p:spPr>
            <a:xfrm>
              <a:off x="11236379" y="3105233"/>
              <a:ext cx="21793" cy="11709"/>
            </a:xfrm>
            <a:custGeom>
              <a:avLst/>
              <a:pathLst>
                <a:path w="21793" h="11709">
                  <a:moveTo>
                    <a:pt x="18621" y="127"/>
                  </a:moveTo>
                  <a:lnTo>
                    <a:pt x="21793" y="1434"/>
                  </a:lnTo>
                  <a:lnTo>
                    <a:pt x="20376" y="3361"/>
                  </a:lnTo>
                  <a:lnTo>
                    <a:pt x="19845" y="7434"/>
                  </a:lnTo>
                  <a:lnTo>
                    <a:pt x="16764" y="9085"/>
                  </a:lnTo>
                  <a:lnTo>
                    <a:pt x="16861" y="11709"/>
                  </a:lnTo>
                  <a:lnTo>
                    <a:pt x="14194" y="11307"/>
                  </a:lnTo>
                  <a:lnTo>
                    <a:pt x="10402" y="9357"/>
                  </a:lnTo>
                  <a:lnTo>
                    <a:pt x="7150" y="10067"/>
                  </a:lnTo>
                  <a:lnTo>
                    <a:pt x="1124" y="8789"/>
                  </a:lnTo>
                  <a:lnTo>
                    <a:pt x="0" y="6554"/>
                  </a:lnTo>
                  <a:lnTo>
                    <a:pt x="4049" y="5770"/>
                  </a:lnTo>
                  <a:lnTo>
                    <a:pt x="7183" y="3676"/>
                  </a:lnTo>
                  <a:lnTo>
                    <a:pt x="8822" y="1864"/>
                  </a:lnTo>
                  <a:lnTo>
                    <a:pt x="9126" y="471"/>
                  </a:lnTo>
                  <a:lnTo>
                    <a:pt x="9702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3" name="ph7663"/>
            <p:cNvSpPr/>
            <p:nvPr/>
          </p:nvSpPr>
          <p:spPr>
            <a:xfrm>
              <a:off x="11274632" y="3213088"/>
              <a:ext cx="16830" cy="5306"/>
            </a:xfrm>
            <a:custGeom>
              <a:avLst/>
              <a:pathLst>
                <a:path w="16830" h="5306">
                  <a:moveTo>
                    <a:pt x="11542" y="540"/>
                  </a:moveTo>
                  <a:lnTo>
                    <a:pt x="16830" y="1014"/>
                  </a:lnTo>
                  <a:lnTo>
                    <a:pt x="16118" y="2670"/>
                  </a:lnTo>
                  <a:lnTo>
                    <a:pt x="13567" y="4741"/>
                  </a:lnTo>
                  <a:lnTo>
                    <a:pt x="11637" y="5306"/>
                  </a:lnTo>
                  <a:lnTo>
                    <a:pt x="10573" y="5270"/>
                  </a:lnTo>
                  <a:lnTo>
                    <a:pt x="7681" y="4450"/>
                  </a:lnTo>
                  <a:lnTo>
                    <a:pt x="0" y="4465"/>
                  </a:lnTo>
                  <a:lnTo>
                    <a:pt x="519" y="2729"/>
                  </a:lnTo>
                  <a:lnTo>
                    <a:pt x="2930" y="0"/>
                  </a:lnTo>
                  <a:lnTo>
                    <a:pt x="5374" y="1200"/>
                  </a:lnTo>
                  <a:lnTo>
                    <a:pt x="7829" y="1158"/>
                  </a:lnTo>
                  <a:lnTo>
                    <a:pt x="9759" y="19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4" name="ph7664"/>
            <p:cNvSpPr/>
            <p:nvPr/>
          </p:nvSpPr>
          <p:spPr>
            <a:xfrm>
              <a:off x="11204435" y="3290865"/>
              <a:ext cx="16885" cy="13217"/>
            </a:xfrm>
            <a:custGeom>
              <a:avLst/>
              <a:pathLst>
                <a:path w="16885" h="13217">
                  <a:moveTo>
                    <a:pt x="5823" y="0"/>
                  </a:moveTo>
                  <a:lnTo>
                    <a:pt x="9165" y="1966"/>
                  </a:lnTo>
                  <a:lnTo>
                    <a:pt x="13123" y="5107"/>
                  </a:lnTo>
                  <a:lnTo>
                    <a:pt x="16885" y="6135"/>
                  </a:lnTo>
                  <a:lnTo>
                    <a:pt x="15186" y="9389"/>
                  </a:lnTo>
                  <a:lnTo>
                    <a:pt x="13649" y="9726"/>
                  </a:lnTo>
                  <a:lnTo>
                    <a:pt x="14280" y="13217"/>
                  </a:lnTo>
                  <a:lnTo>
                    <a:pt x="7884" y="11563"/>
                  </a:lnTo>
                  <a:lnTo>
                    <a:pt x="5954" y="12767"/>
                  </a:lnTo>
                  <a:lnTo>
                    <a:pt x="4320" y="12313"/>
                  </a:lnTo>
                  <a:lnTo>
                    <a:pt x="157" y="8345"/>
                  </a:lnTo>
                  <a:lnTo>
                    <a:pt x="0" y="6938"/>
                  </a:lnTo>
                  <a:lnTo>
                    <a:pt x="3203" y="3334"/>
                  </a:lnTo>
                  <a:lnTo>
                    <a:pt x="5885" y="2057"/>
                  </a:lnTo>
                  <a:lnTo>
                    <a:pt x="5802" y="735"/>
                  </a:lnTo>
                  <a:lnTo>
                    <a:pt x="4340" y="14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5" name="ph7665"/>
            <p:cNvSpPr/>
            <p:nvPr/>
          </p:nvSpPr>
          <p:spPr>
            <a:xfrm>
              <a:off x="11181464" y="3176124"/>
              <a:ext cx="24581" cy="36688"/>
            </a:xfrm>
            <a:custGeom>
              <a:avLst/>
              <a:pathLst>
                <a:path w="24581" h="36688">
                  <a:moveTo>
                    <a:pt x="22465" y="6167"/>
                  </a:moveTo>
                  <a:lnTo>
                    <a:pt x="24581" y="10357"/>
                  </a:lnTo>
                  <a:lnTo>
                    <a:pt x="22133" y="10169"/>
                  </a:lnTo>
                  <a:lnTo>
                    <a:pt x="19751" y="14197"/>
                  </a:lnTo>
                  <a:lnTo>
                    <a:pt x="14712" y="11848"/>
                  </a:lnTo>
                  <a:lnTo>
                    <a:pt x="14780" y="15272"/>
                  </a:lnTo>
                  <a:lnTo>
                    <a:pt x="16995" y="17919"/>
                  </a:lnTo>
                  <a:lnTo>
                    <a:pt x="15454" y="19373"/>
                  </a:lnTo>
                  <a:lnTo>
                    <a:pt x="13020" y="25067"/>
                  </a:lnTo>
                  <a:lnTo>
                    <a:pt x="13644" y="36688"/>
                  </a:lnTo>
                  <a:lnTo>
                    <a:pt x="8253" y="31178"/>
                  </a:lnTo>
                  <a:lnTo>
                    <a:pt x="4784" y="27281"/>
                  </a:lnTo>
                  <a:lnTo>
                    <a:pt x="6945" y="19858"/>
                  </a:lnTo>
                  <a:lnTo>
                    <a:pt x="2026" y="18294"/>
                  </a:lnTo>
                  <a:lnTo>
                    <a:pt x="0" y="16890"/>
                  </a:lnTo>
                  <a:lnTo>
                    <a:pt x="4331" y="13106"/>
                  </a:lnTo>
                  <a:lnTo>
                    <a:pt x="6077" y="14487"/>
                  </a:lnTo>
                  <a:lnTo>
                    <a:pt x="11443" y="14267"/>
                  </a:lnTo>
                  <a:lnTo>
                    <a:pt x="13968" y="11648"/>
                  </a:lnTo>
                  <a:lnTo>
                    <a:pt x="16508" y="11235"/>
                  </a:lnTo>
                  <a:lnTo>
                    <a:pt x="15589" y="6492"/>
                  </a:lnTo>
                  <a:lnTo>
                    <a:pt x="14036" y="6992"/>
                  </a:lnTo>
                  <a:lnTo>
                    <a:pt x="14136" y="4864"/>
                  </a:lnTo>
                  <a:lnTo>
                    <a:pt x="17193" y="4417"/>
                  </a:lnTo>
                  <a:lnTo>
                    <a:pt x="18838" y="3400"/>
                  </a:lnTo>
                  <a:lnTo>
                    <a:pt x="2102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6" name="ph7666"/>
            <p:cNvSpPr/>
            <p:nvPr/>
          </p:nvSpPr>
          <p:spPr>
            <a:xfrm>
              <a:off x="11192630" y="3316514"/>
              <a:ext cx="29204" cy="40828"/>
            </a:xfrm>
            <a:custGeom>
              <a:avLst/>
              <a:pathLst>
                <a:path w="29204" h="40828">
                  <a:moveTo>
                    <a:pt x="7454" y="2407"/>
                  </a:moveTo>
                  <a:lnTo>
                    <a:pt x="10754" y="4884"/>
                  </a:lnTo>
                  <a:lnTo>
                    <a:pt x="12984" y="5309"/>
                  </a:lnTo>
                  <a:lnTo>
                    <a:pt x="16808" y="4588"/>
                  </a:lnTo>
                  <a:lnTo>
                    <a:pt x="20158" y="5128"/>
                  </a:lnTo>
                  <a:lnTo>
                    <a:pt x="21885" y="7326"/>
                  </a:lnTo>
                  <a:lnTo>
                    <a:pt x="24529" y="9089"/>
                  </a:lnTo>
                  <a:lnTo>
                    <a:pt x="25483" y="8674"/>
                  </a:lnTo>
                  <a:lnTo>
                    <a:pt x="25223" y="8133"/>
                  </a:lnTo>
                  <a:lnTo>
                    <a:pt x="29204" y="8536"/>
                  </a:lnTo>
                  <a:lnTo>
                    <a:pt x="27479" y="13399"/>
                  </a:lnTo>
                  <a:lnTo>
                    <a:pt x="26151" y="20819"/>
                  </a:lnTo>
                  <a:lnTo>
                    <a:pt x="16223" y="39711"/>
                  </a:lnTo>
                  <a:lnTo>
                    <a:pt x="16472" y="40828"/>
                  </a:lnTo>
                  <a:lnTo>
                    <a:pt x="8562" y="38273"/>
                  </a:lnTo>
                  <a:lnTo>
                    <a:pt x="6795" y="29423"/>
                  </a:lnTo>
                  <a:lnTo>
                    <a:pt x="3663" y="27339"/>
                  </a:lnTo>
                  <a:lnTo>
                    <a:pt x="4138" y="27363"/>
                  </a:lnTo>
                  <a:lnTo>
                    <a:pt x="2901" y="19547"/>
                  </a:lnTo>
                  <a:lnTo>
                    <a:pt x="3539" y="18760"/>
                  </a:lnTo>
                  <a:lnTo>
                    <a:pt x="7018" y="18136"/>
                  </a:lnTo>
                  <a:lnTo>
                    <a:pt x="6453" y="20423"/>
                  </a:lnTo>
                  <a:lnTo>
                    <a:pt x="7017" y="21012"/>
                  </a:lnTo>
                  <a:lnTo>
                    <a:pt x="8240" y="20676"/>
                  </a:lnTo>
                  <a:lnTo>
                    <a:pt x="8116" y="17672"/>
                  </a:lnTo>
                  <a:lnTo>
                    <a:pt x="7037" y="15695"/>
                  </a:lnTo>
                  <a:lnTo>
                    <a:pt x="2963" y="14300"/>
                  </a:lnTo>
                  <a:lnTo>
                    <a:pt x="1113" y="11316"/>
                  </a:lnTo>
                  <a:lnTo>
                    <a:pt x="0" y="11858"/>
                  </a:lnTo>
                  <a:lnTo>
                    <a:pt x="1783" y="5611"/>
                  </a:lnTo>
                  <a:lnTo>
                    <a:pt x="65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7" name="ph7667"/>
            <p:cNvSpPr/>
            <p:nvPr/>
          </p:nvSpPr>
          <p:spPr>
            <a:xfrm>
              <a:off x="11294738" y="3213347"/>
              <a:ext cx="23477" cy="15492"/>
            </a:xfrm>
            <a:custGeom>
              <a:avLst/>
              <a:pathLst>
                <a:path w="23477" h="15492">
                  <a:moveTo>
                    <a:pt x="23477" y="6066"/>
                  </a:moveTo>
                  <a:lnTo>
                    <a:pt x="23443" y="8862"/>
                  </a:lnTo>
                  <a:lnTo>
                    <a:pt x="19999" y="10070"/>
                  </a:lnTo>
                  <a:lnTo>
                    <a:pt x="18928" y="11119"/>
                  </a:lnTo>
                  <a:lnTo>
                    <a:pt x="19098" y="13357"/>
                  </a:lnTo>
                  <a:lnTo>
                    <a:pt x="17695" y="14575"/>
                  </a:lnTo>
                  <a:lnTo>
                    <a:pt x="11821" y="14637"/>
                  </a:lnTo>
                  <a:lnTo>
                    <a:pt x="7411" y="13816"/>
                  </a:lnTo>
                  <a:lnTo>
                    <a:pt x="6309" y="14132"/>
                  </a:lnTo>
                  <a:lnTo>
                    <a:pt x="5706" y="15492"/>
                  </a:lnTo>
                  <a:lnTo>
                    <a:pt x="4410" y="13356"/>
                  </a:lnTo>
                  <a:lnTo>
                    <a:pt x="1558" y="13330"/>
                  </a:lnTo>
                  <a:lnTo>
                    <a:pt x="0" y="11676"/>
                  </a:lnTo>
                  <a:lnTo>
                    <a:pt x="902" y="8693"/>
                  </a:lnTo>
                  <a:lnTo>
                    <a:pt x="8749" y="8748"/>
                  </a:lnTo>
                  <a:lnTo>
                    <a:pt x="10905" y="7295"/>
                  </a:lnTo>
                  <a:lnTo>
                    <a:pt x="10982" y="4373"/>
                  </a:lnTo>
                  <a:lnTo>
                    <a:pt x="11921" y="3224"/>
                  </a:lnTo>
                  <a:lnTo>
                    <a:pt x="17922" y="5512"/>
                  </a:lnTo>
                  <a:lnTo>
                    <a:pt x="19254" y="1837"/>
                  </a:lnTo>
                  <a:lnTo>
                    <a:pt x="211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8" name="ph7668"/>
            <p:cNvSpPr/>
            <p:nvPr/>
          </p:nvSpPr>
          <p:spPr>
            <a:xfrm>
              <a:off x="11422996" y="3300308"/>
              <a:ext cx="14917" cy="11651"/>
            </a:xfrm>
            <a:custGeom>
              <a:avLst/>
              <a:pathLst>
                <a:path w="14917" h="11651">
                  <a:moveTo>
                    <a:pt x="7542" y="0"/>
                  </a:moveTo>
                  <a:lnTo>
                    <a:pt x="9540" y="1806"/>
                  </a:lnTo>
                  <a:lnTo>
                    <a:pt x="10776" y="4767"/>
                  </a:lnTo>
                  <a:lnTo>
                    <a:pt x="14917" y="5939"/>
                  </a:lnTo>
                  <a:lnTo>
                    <a:pt x="14209" y="9254"/>
                  </a:lnTo>
                  <a:lnTo>
                    <a:pt x="13063" y="10340"/>
                  </a:lnTo>
                  <a:lnTo>
                    <a:pt x="5703" y="11651"/>
                  </a:lnTo>
                  <a:lnTo>
                    <a:pt x="2576" y="11387"/>
                  </a:lnTo>
                  <a:lnTo>
                    <a:pt x="1955" y="10731"/>
                  </a:lnTo>
                  <a:lnTo>
                    <a:pt x="1813" y="10570"/>
                  </a:lnTo>
                  <a:lnTo>
                    <a:pt x="0" y="6474"/>
                  </a:lnTo>
                  <a:lnTo>
                    <a:pt x="2885" y="6286"/>
                  </a:lnTo>
                  <a:lnTo>
                    <a:pt x="2828" y="213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9" name="ph7669"/>
            <p:cNvSpPr/>
            <p:nvPr/>
          </p:nvSpPr>
          <p:spPr>
            <a:xfrm>
              <a:off x="11102380" y="3232411"/>
              <a:ext cx="8626" cy="15064"/>
            </a:xfrm>
            <a:custGeom>
              <a:avLst/>
              <a:pathLst>
                <a:path w="8626" h="15064">
                  <a:moveTo>
                    <a:pt x="6582" y="652"/>
                  </a:moveTo>
                  <a:lnTo>
                    <a:pt x="7968" y="1693"/>
                  </a:lnTo>
                  <a:lnTo>
                    <a:pt x="8626" y="4389"/>
                  </a:lnTo>
                  <a:lnTo>
                    <a:pt x="8410" y="9867"/>
                  </a:lnTo>
                  <a:lnTo>
                    <a:pt x="5287" y="15064"/>
                  </a:lnTo>
                  <a:lnTo>
                    <a:pt x="3480" y="14932"/>
                  </a:lnTo>
                  <a:lnTo>
                    <a:pt x="2524" y="10412"/>
                  </a:lnTo>
                  <a:lnTo>
                    <a:pt x="940" y="7968"/>
                  </a:lnTo>
                  <a:lnTo>
                    <a:pt x="435" y="4867"/>
                  </a:lnTo>
                  <a:lnTo>
                    <a:pt x="1051" y="2458"/>
                  </a:lnTo>
                  <a:lnTo>
                    <a:pt x="0" y="1659"/>
                  </a:lnTo>
                  <a:lnTo>
                    <a:pt x="3197" y="1986"/>
                  </a:lnTo>
                  <a:lnTo>
                    <a:pt x="2658" y="398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0" name="ph7670"/>
            <p:cNvSpPr/>
            <p:nvPr/>
          </p:nvSpPr>
          <p:spPr>
            <a:xfrm>
              <a:off x="11069922" y="3256560"/>
              <a:ext cx="34259" cy="29854"/>
            </a:xfrm>
            <a:custGeom>
              <a:avLst/>
              <a:pathLst>
                <a:path w="34259" h="29854">
                  <a:moveTo>
                    <a:pt x="29200" y="3353"/>
                  </a:moveTo>
                  <a:lnTo>
                    <a:pt x="31094" y="9310"/>
                  </a:lnTo>
                  <a:lnTo>
                    <a:pt x="31158" y="12582"/>
                  </a:lnTo>
                  <a:lnTo>
                    <a:pt x="32774" y="17283"/>
                  </a:lnTo>
                  <a:lnTo>
                    <a:pt x="33405" y="17529"/>
                  </a:lnTo>
                  <a:lnTo>
                    <a:pt x="34259" y="21350"/>
                  </a:lnTo>
                  <a:lnTo>
                    <a:pt x="32157" y="20599"/>
                  </a:lnTo>
                  <a:lnTo>
                    <a:pt x="28094" y="21561"/>
                  </a:lnTo>
                  <a:lnTo>
                    <a:pt x="28113" y="25235"/>
                  </a:lnTo>
                  <a:lnTo>
                    <a:pt x="27422" y="27265"/>
                  </a:lnTo>
                  <a:lnTo>
                    <a:pt x="24130" y="27777"/>
                  </a:lnTo>
                  <a:lnTo>
                    <a:pt x="22813" y="29854"/>
                  </a:lnTo>
                  <a:lnTo>
                    <a:pt x="18574" y="25631"/>
                  </a:lnTo>
                  <a:lnTo>
                    <a:pt x="12589" y="23651"/>
                  </a:lnTo>
                  <a:lnTo>
                    <a:pt x="7892" y="18750"/>
                  </a:lnTo>
                  <a:lnTo>
                    <a:pt x="6491" y="18405"/>
                  </a:lnTo>
                  <a:lnTo>
                    <a:pt x="4886" y="19959"/>
                  </a:lnTo>
                  <a:lnTo>
                    <a:pt x="3146" y="18662"/>
                  </a:lnTo>
                  <a:lnTo>
                    <a:pt x="0" y="16860"/>
                  </a:lnTo>
                  <a:lnTo>
                    <a:pt x="1721" y="17132"/>
                  </a:lnTo>
                  <a:lnTo>
                    <a:pt x="3143" y="16262"/>
                  </a:lnTo>
                  <a:lnTo>
                    <a:pt x="6678" y="5066"/>
                  </a:lnTo>
                  <a:lnTo>
                    <a:pt x="6879" y="2693"/>
                  </a:lnTo>
                  <a:lnTo>
                    <a:pt x="5879" y="1440"/>
                  </a:lnTo>
                  <a:lnTo>
                    <a:pt x="13390" y="1781"/>
                  </a:lnTo>
                  <a:lnTo>
                    <a:pt x="14721" y="1102"/>
                  </a:lnTo>
                  <a:lnTo>
                    <a:pt x="24660" y="5139"/>
                  </a:lnTo>
                  <a:lnTo>
                    <a:pt x="25060" y="248"/>
                  </a:lnTo>
                  <a:lnTo>
                    <a:pt x="2627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1" name="ph7671"/>
            <p:cNvSpPr/>
            <p:nvPr/>
          </p:nvSpPr>
          <p:spPr>
            <a:xfrm>
              <a:off x="11059536" y="3196606"/>
              <a:ext cx="39212" cy="45173"/>
            </a:xfrm>
            <a:custGeom>
              <a:avLst/>
              <a:pathLst>
                <a:path w="39212" h="45173">
                  <a:moveTo>
                    <a:pt x="24293" y="498"/>
                  </a:moveTo>
                  <a:lnTo>
                    <a:pt x="28533" y="4268"/>
                  </a:lnTo>
                  <a:lnTo>
                    <a:pt x="30877" y="5817"/>
                  </a:lnTo>
                  <a:lnTo>
                    <a:pt x="35137" y="5342"/>
                  </a:lnTo>
                  <a:lnTo>
                    <a:pt x="34213" y="7714"/>
                  </a:lnTo>
                  <a:lnTo>
                    <a:pt x="30530" y="9360"/>
                  </a:lnTo>
                  <a:lnTo>
                    <a:pt x="30027" y="10829"/>
                  </a:lnTo>
                  <a:lnTo>
                    <a:pt x="32692" y="15649"/>
                  </a:lnTo>
                  <a:lnTo>
                    <a:pt x="36464" y="19115"/>
                  </a:lnTo>
                  <a:lnTo>
                    <a:pt x="34163" y="22938"/>
                  </a:lnTo>
                  <a:lnTo>
                    <a:pt x="36068" y="25565"/>
                  </a:lnTo>
                  <a:lnTo>
                    <a:pt x="38028" y="25143"/>
                  </a:lnTo>
                  <a:lnTo>
                    <a:pt x="37852" y="31176"/>
                  </a:lnTo>
                  <a:lnTo>
                    <a:pt x="39212" y="39600"/>
                  </a:lnTo>
                  <a:lnTo>
                    <a:pt x="37537" y="41551"/>
                  </a:lnTo>
                  <a:lnTo>
                    <a:pt x="33474" y="41251"/>
                  </a:lnTo>
                  <a:lnTo>
                    <a:pt x="29479" y="38985"/>
                  </a:lnTo>
                  <a:lnTo>
                    <a:pt x="28866" y="39720"/>
                  </a:lnTo>
                  <a:lnTo>
                    <a:pt x="24725" y="40210"/>
                  </a:lnTo>
                  <a:lnTo>
                    <a:pt x="23033" y="36914"/>
                  </a:lnTo>
                  <a:lnTo>
                    <a:pt x="22201" y="36804"/>
                  </a:lnTo>
                  <a:lnTo>
                    <a:pt x="19593" y="38808"/>
                  </a:lnTo>
                  <a:lnTo>
                    <a:pt x="22557" y="40412"/>
                  </a:lnTo>
                  <a:lnTo>
                    <a:pt x="23429" y="40018"/>
                  </a:lnTo>
                  <a:lnTo>
                    <a:pt x="24705" y="40601"/>
                  </a:lnTo>
                  <a:lnTo>
                    <a:pt x="26008" y="41630"/>
                  </a:lnTo>
                  <a:lnTo>
                    <a:pt x="27368" y="44385"/>
                  </a:lnTo>
                  <a:lnTo>
                    <a:pt x="22210" y="45173"/>
                  </a:lnTo>
                  <a:lnTo>
                    <a:pt x="24200" y="42615"/>
                  </a:lnTo>
                  <a:lnTo>
                    <a:pt x="16611" y="39926"/>
                  </a:lnTo>
                  <a:lnTo>
                    <a:pt x="17963" y="38180"/>
                  </a:lnTo>
                  <a:lnTo>
                    <a:pt x="17862" y="34683"/>
                  </a:lnTo>
                  <a:lnTo>
                    <a:pt x="16752" y="32778"/>
                  </a:lnTo>
                  <a:lnTo>
                    <a:pt x="14920" y="33593"/>
                  </a:lnTo>
                  <a:lnTo>
                    <a:pt x="15142" y="34985"/>
                  </a:lnTo>
                  <a:lnTo>
                    <a:pt x="13539" y="37682"/>
                  </a:lnTo>
                  <a:lnTo>
                    <a:pt x="7593" y="35621"/>
                  </a:lnTo>
                  <a:lnTo>
                    <a:pt x="7175" y="34679"/>
                  </a:lnTo>
                  <a:lnTo>
                    <a:pt x="3701" y="33900"/>
                  </a:lnTo>
                  <a:lnTo>
                    <a:pt x="5576" y="32704"/>
                  </a:lnTo>
                  <a:lnTo>
                    <a:pt x="6479" y="24233"/>
                  </a:lnTo>
                  <a:lnTo>
                    <a:pt x="5053" y="18174"/>
                  </a:lnTo>
                  <a:lnTo>
                    <a:pt x="1181" y="20400"/>
                  </a:lnTo>
                  <a:lnTo>
                    <a:pt x="190" y="18938"/>
                  </a:lnTo>
                  <a:lnTo>
                    <a:pt x="0" y="16848"/>
                  </a:lnTo>
                  <a:lnTo>
                    <a:pt x="2839" y="13719"/>
                  </a:lnTo>
                  <a:lnTo>
                    <a:pt x="5048" y="14129"/>
                  </a:lnTo>
                  <a:lnTo>
                    <a:pt x="9728" y="17528"/>
                  </a:lnTo>
                  <a:lnTo>
                    <a:pt x="10618" y="20454"/>
                  </a:lnTo>
                  <a:lnTo>
                    <a:pt x="11979" y="21197"/>
                  </a:lnTo>
                  <a:lnTo>
                    <a:pt x="14690" y="16455"/>
                  </a:lnTo>
                  <a:lnTo>
                    <a:pt x="15185" y="12554"/>
                  </a:lnTo>
                  <a:lnTo>
                    <a:pt x="18803" y="8425"/>
                  </a:lnTo>
                  <a:lnTo>
                    <a:pt x="20765" y="7662"/>
                  </a:lnTo>
                  <a:lnTo>
                    <a:pt x="22139" y="5877"/>
                  </a:lnTo>
                  <a:lnTo>
                    <a:pt x="2184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2" name="ph7672"/>
            <p:cNvSpPr/>
            <p:nvPr/>
          </p:nvSpPr>
          <p:spPr>
            <a:xfrm>
              <a:off x="11179301" y="3213302"/>
              <a:ext cx="21642" cy="17077"/>
            </a:xfrm>
            <a:custGeom>
              <a:avLst/>
              <a:pathLst>
                <a:path w="21642" h="17077">
                  <a:moveTo>
                    <a:pt x="4762" y="0"/>
                  </a:moveTo>
                  <a:lnTo>
                    <a:pt x="11080" y="632"/>
                  </a:lnTo>
                  <a:lnTo>
                    <a:pt x="21622" y="5780"/>
                  </a:lnTo>
                  <a:lnTo>
                    <a:pt x="21642" y="8889"/>
                  </a:lnTo>
                  <a:lnTo>
                    <a:pt x="19035" y="12822"/>
                  </a:lnTo>
                  <a:lnTo>
                    <a:pt x="15942" y="16128"/>
                  </a:lnTo>
                  <a:lnTo>
                    <a:pt x="14022" y="17077"/>
                  </a:lnTo>
                  <a:lnTo>
                    <a:pt x="12119" y="9891"/>
                  </a:lnTo>
                  <a:lnTo>
                    <a:pt x="7291" y="6634"/>
                  </a:lnTo>
                  <a:lnTo>
                    <a:pt x="4940" y="8194"/>
                  </a:lnTo>
                  <a:lnTo>
                    <a:pt x="0" y="3695"/>
                  </a:lnTo>
                  <a:lnTo>
                    <a:pt x="3198" y="38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3" name="ph7673"/>
            <p:cNvSpPr/>
            <p:nvPr/>
          </p:nvSpPr>
          <p:spPr>
            <a:xfrm>
              <a:off x="11392584" y="3233388"/>
              <a:ext cx="22869" cy="32912"/>
            </a:xfrm>
            <a:custGeom>
              <a:avLst/>
              <a:pathLst>
                <a:path w="22869" h="32912">
                  <a:moveTo>
                    <a:pt x="9302" y="413"/>
                  </a:moveTo>
                  <a:lnTo>
                    <a:pt x="12307" y="6518"/>
                  </a:lnTo>
                  <a:lnTo>
                    <a:pt x="18280" y="6998"/>
                  </a:lnTo>
                  <a:lnTo>
                    <a:pt x="22568" y="8926"/>
                  </a:lnTo>
                  <a:lnTo>
                    <a:pt x="19612" y="8388"/>
                  </a:lnTo>
                  <a:lnTo>
                    <a:pt x="17465" y="12009"/>
                  </a:lnTo>
                  <a:lnTo>
                    <a:pt x="22869" y="20987"/>
                  </a:lnTo>
                  <a:lnTo>
                    <a:pt x="22556" y="22712"/>
                  </a:lnTo>
                  <a:lnTo>
                    <a:pt x="20636" y="24621"/>
                  </a:lnTo>
                  <a:lnTo>
                    <a:pt x="21615" y="27058"/>
                  </a:lnTo>
                  <a:lnTo>
                    <a:pt x="19959" y="32771"/>
                  </a:lnTo>
                  <a:lnTo>
                    <a:pt x="15631" y="32912"/>
                  </a:lnTo>
                  <a:lnTo>
                    <a:pt x="11451" y="31469"/>
                  </a:lnTo>
                  <a:lnTo>
                    <a:pt x="10230" y="25497"/>
                  </a:lnTo>
                  <a:lnTo>
                    <a:pt x="4869" y="11576"/>
                  </a:lnTo>
                  <a:lnTo>
                    <a:pt x="3479" y="9030"/>
                  </a:lnTo>
                  <a:lnTo>
                    <a:pt x="0" y="5230"/>
                  </a:lnTo>
                  <a:lnTo>
                    <a:pt x="890" y="3887"/>
                  </a:lnTo>
                  <a:lnTo>
                    <a:pt x="1195" y="1097"/>
                  </a:lnTo>
                  <a:lnTo>
                    <a:pt x="442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4" name="ph7674"/>
            <p:cNvSpPr/>
            <p:nvPr/>
          </p:nvSpPr>
          <p:spPr>
            <a:xfrm>
              <a:off x="11231783" y="3071210"/>
              <a:ext cx="46091" cy="35457"/>
            </a:xfrm>
            <a:custGeom>
              <a:avLst/>
              <a:pathLst>
                <a:path w="46091" h="35457">
                  <a:moveTo>
                    <a:pt x="28463" y="339"/>
                  </a:moveTo>
                  <a:lnTo>
                    <a:pt x="30562" y="1585"/>
                  </a:lnTo>
                  <a:lnTo>
                    <a:pt x="33767" y="5827"/>
                  </a:lnTo>
                  <a:lnTo>
                    <a:pt x="39689" y="4202"/>
                  </a:lnTo>
                  <a:lnTo>
                    <a:pt x="41902" y="8917"/>
                  </a:lnTo>
                  <a:lnTo>
                    <a:pt x="41035" y="12743"/>
                  </a:lnTo>
                  <a:lnTo>
                    <a:pt x="42785" y="15977"/>
                  </a:lnTo>
                  <a:lnTo>
                    <a:pt x="43763" y="16185"/>
                  </a:lnTo>
                  <a:lnTo>
                    <a:pt x="46091" y="19889"/>
                  </a:lnTo>
                  <a:lnTo>
                    <a:pt x="44366" y="26791"/>
                  </a:lnTo>
                  <a:lnTo>
                    <a:pt x="42590" y="28543"/>
                  </a:lnTo>
                  <a:lnTo>
                    <a:pt x="43376" y="29298"/>
                  </a:lnTo>
                  <a:lnTo>
                    <a:pt x="41760" y="28922"/>
                  </a:lnTo>
                  <a:lnTo>
                    <a:pt x="36202" y="30849"/>
                  </a:lnTo>
                  <a:lnTo>
                    <a:pt x="34176" y="29381"/>
                  </a:lnTo>
                  <a:lnTo>
                    <a:pt x="27149" y="33889"/>
                  </a:lnTo>
                  <a:lnTo>
                    <a:pt x="26389" y="35457"/>
                  </a:lnTo>
                  <a:lnTo>
                    <a:pt x="23217" y="34151"/>
                  </a:lnTo>
                  <a:lnTo>
                    <a:pt x="23737" y="32825"/>
                  </a:lnTo>
                  <a:lnTo>
                    <a:pt x="13367" y="22234"/>
                  </a:lnTo>
                  <a:lnTo>
                    <a:pt x="10527" y="21943"/>
                  </a:lnTo>
                  <a:lnTo>
                    <a:pt x="9314" y="23619"/>
                  </a:lnTo>
                  <a:lnTo>
                    <a:pt x="6926" y="23306"/>
                  </a:lnTo>
                  <a:lnTo>
                    <a:pt x="5694" y="22047"/>
                  </a:lnTo>
                  <a:lnTo>
                    <a:pt x="8332" y="17542"/>
                  </a:lnTo>
                  <a:lnTo>
                    <a:pt x="7972" y="16035"/>
                  </a:lnTo>
                  <a:lnTo>
                    <a:pt x="6898" y="15363"/>
                  </a:lnTo>
                  <a:lnTo>
                    <a:pt x="8072" y="14186"/>
                  </a:lnTo>
                  <a:lnTo>
                    <a:pt x="8598" y="11924"/>
                  </a:lnTo>
                  <a:lnTo>
                    <a:pt x="5931" y="11068"/>
                  </a:lnTo>
                  <a:lnTo>
                    <a:pt x="0" y="6607"/>
                  </a:lnTo>
                  <a:lnTo>
                    <a:pt x="804" y="5689"/>
                  </a:lnTo>
                  <a:lnTo>
                    <a:pt x="4249" y="6157"/>
                  </a:lnTo>
                  <a:lnTo>
                    <a:pt x="10512" y="10160"/>
                  </a:lnTo>
                  <a:lnTo>
                    <a:pt x="13096" y="9856"/>
                  </a:lnTo>
                  <a:lnTo>
                    <a:pt x="14061" y="2850"/>
                  </a:lnTo>
                  <a:lnTo>
                    <a:pt x="14715" y="1980"/>
                  </a:lnTo>
                  <a:lnTo>
                    <a:pt x="19221" y="4147"/>
                  </a:lnTo>
                  <a:lnTo>
                    <a:pt x="25467" y="11668"/>
                  </a:lnTo>
                  <a:lnTo>
                    <a:pt x="28327" y="8981"/>
                  </a:lnTo>
                  <a:lnTo>
                    <a:pt x="21949" y="1325"/>
                  </a:lnTo>
                  <a:lnTo>
                    <a:pt x="22797" y="124"/>
                  </a:lnTo>
                  <a:lnTo>
                    <a:pt x="27933" y="4043"/>
                  </a:lnTo>
                  <a:lnTo>
                    <a:pt x="28574" y="3290"/>
                  </a:lnTo>
                  <a:lnTo>
                    <a:pt x="25565" y="783"/>
                  </a:lnTo>
                  <a:lnTo>
                    <a:pt x="2614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5" name="ph7675"/>
            <p:cNvSpPr/>
            <p:nvPr/>
          </p:nvSpPr>
          <p:spPr>
            <a:xfrm>
              <a:off x="11279505" y="3156746"/>
              <a:ext cx="23975" cy="29669"/>
            </a:xfrm>
            <a:custGeom>
              <a:avLst/>
              <a:pathLst>
                <a:path w="23975" h="29669">
                  <a:moveTo>
                    <a:pt x="18232" y="1440"/>
                  </a:moveTo>
                  <a:lnTo>
                    <a:pt x="20312" y="2662"/>
                  </a:lnTo>
                  <a:lnTo>
                    <a:pt x="21198" y="4966"/>
                  </a:lnTo>
                  <a:lnTo>
                    <a:pt x="20709" y="6887"/>
                  </a:lnTo>
                  <a:lnTo>
                    <a:pt x="23975" y="9572"/>
                  </a:lnTo>
                  <a:lnTo>
                    <a:pt x="22208" y="15422"/>
                  </a:lnTo>
                  <a:lnTo>
                    <a:pt x="21671" y="18712"/>
                  </a:lnTo>
                  <a:lnTo>
                    <a:pt x="22260" y="20471"/>
                  </a:lnTo>
                  <a:lnTo>
                    <a:pt x="21255" y="24007"/>
                  </a:lnTo>
                  <a:lnTo>
                    <a:pt x="19780" y="26389"/>
                  </a:lnTo>
                  <a:lnTo>
                    <a:pt x="18442" y="27040"/>
                  </a:lnTo>
                  <a:lnTo>
                    <a:pt x="15935" y="25332"/>
                  </a:lnTo>
                  <a:lnTo>
                    <a:pt x="13178" y="25263"/>
                  </a:lnTo>
                  <a:lnTo>
                    <a:pt x="14624" y="28832"/>
                  </a:lnTo>
                  <a:lnTo>
                    <a:pt x="7951" y="29669"/>
                  </a:lnTo>
                  <a:lnTo>
                    <a:pt x="5394" y="26815"/>
                  </a:lnTo>
                  <a:lnTo>
                    <a:pt x="1966" y="22703"/>
                  </a:lnTo>
                  <a:lnTo>
                    <a:pt x="0" y="20567"/>
                  </a:lnTo>
                  <a:lnTo>
                    <a:pt x="1108" y="17263"/>
                  </a:lnTo>
                  <a:lnTo>
                    <a:pt x="5718" y="13341"/>
                  </a:lnTo>
                  <a:lnTo>
                    <a:pt x="11959" y="11675"/>
                  </a:lnTo>
                  <a:lnTo>
                    <a:pt x="14481" y="4590"/>
                  </a:lnTo>
                  <a:lnTo>
                    <a:pt x="17723" y="1984"/>
                  </a:lnTo>
                  <a:lnTo>
                    <a:pt x="16254" y="916"/>
                  </a:lnTo>
                  <a:lnTo>
                    <a:pt x="1834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6" name="ph7676"/>
            <p:cNvSpPr/>
            <p:nvPr/>
          </p:nvSpPr>
          <p:spPr>
            <a:xfrm>
              <a:off x="11198483" y="3100157"/>
              <a:ext cx="7554" cy="5935"/>
            </a:xfrm>
            <a:custGeom>
              <a:avLst/>
              <a:pathLst>
                <a:path w="7554" h="5935">
                  <a:moveTo>
                    <a:pt x="7498" y="2724"/>
                  </a:moveTo>
                  <a:lnTo>
                    <a:pt x="4453" y="3002"/>
                  </a:lnTo>
                  <a:lnTo>
                    <a:pt x="171" y="5935"/>
                  </a:lnTo>
                  <a:lnTo>
                    <a:pt x="0" y="4955"/>
                  </a:lnTo>
                  <a:lnTo>
                    <a:pt x="3230" y="159"/>
                  </a:lnTo>
                  <a:lnTo>
                    <a:pt x="4848" y="25"/>
                  </a:lnTo>
                  <a:lnTo>
                    <a:pt x="755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7" name="ph7677"/>
            <p:cNvSpPr/>
            <p:nvPr/>
          </p:nvSpPr>
          <p:spPr>
            <a:xfrm>
              <a:off x="11286522" y="3116732"/>
              <a:ext cx="20563" cy="21878"/>
            </a:xfrm>
            <a:custGeom>
              <a:avLst/>
              <a:pathLst>
                <a:path w="20563" h="21878">
                  <a:moveTo>
                    <a:pt x="8071" y="17"/>
                  </a:moveTo>
                  <a:lnTo>
                    <a:pt x="8339" y="2007"/>
                  </a:lnTo>
                  <a:lnTo>
                    <a:pt x="11506" y="6392"/>
                  </a:lnTo>
                  <a:lnTo>
                    <a:pt x="17183" y="8664"/>
                  </a:lnTo>
                  <a:lnTo>
                    <a:pt x="20563" y="11965"/>
                  </a:lnTo>
                  <a:lnTo>
                    <a:pt x="20167" y="13151"/>
                  </a:lnTo>
                  <a:lnTo>
                    <a:pt x="18982" y="16588"/>
                  </a:lnTo>
                  <a:lnTo>
                    <a:pt x="17618" y="13846"/>
                  </a:lnTo>
                  <a:lnTo>
                    <a:pt x="14909" y="14787"/>
                  </a:lnTo>
                  <a:lnTo>
                    <a:pt x="15992" y="19698"/>
                  </a:lnTo>
                  <a:lnTo>
                    <a:pt x="14637" y="21348"/>
                  </a:lnTo>
                  <a:lnTo>
                    <a:pt x="11963" y="21878"/>
                  </a:lnTo>
                  <a:lnTo>
                    <a:pt x="7725" y="21521"/>
                  </a:lnTo>
                  <a:lnTo>
                    <a:pt x="6768" y="15034"/>
                  </a:lnTo>
                  <a:lnTo>
                    <a:pt x="7733" y="13936"/>
                  </a:lnTo>
                  <a:lnTo>
                    <a:pt x="6216" y="11054"/>
                  </a:lnTo>
                  <a:lnTo>
                    <a:pt x="0" y="9316"/>
                  </a:lnTo>
                  <a:lnTo>
                    <a:pt x="748" y="1857"/>
                  </a:lnTo>
                  <a:lnTo>
                    <a:pt x="127" y="1543"/>
                  </a:lnTo>
                  <a:lnTo>
                    <a:pt x="8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8" name="ph7678"/>
            <p:cNvSpPr/>
            <p:nvPr/>
          </p:nvSpPr>
          <p:spPr>
            <a:xfrm>
              <a:off x="11285560" y="3223043"/>
              <a:ext cx="8365" cy="12459"/>
            </a:xfrm>
            <a:custGeom>
              <a:avLst/>
              <a:pathLst>
                <a:path w="8365" h="12459">
                  <a:moveTo>
                    <a:pt x="7831" y="722"/>
                  </a:moveTo>
                  <a:lnTo>
                    <a:pt x="8365" y="6094"/>
                  </a:lnTo>
                  <a:lnTo>
                    <a:pt x="5212" y="8972"/>
                  </a:lnTo>
                  <a:lnTo>
                    <a:pt x="5126" y="12459"/>
                  </a:lnTo>
                  <a:lnTo>
                    <a:pt x="2675" y="9551"/>
                  </a:lnTo>
                  <a:lnTo>
                    <a:pt x="877" y="4866"/>
                  </a:lnTo>
                  <a:lnTo>
                    <a:pt x="0" y="2660"/>
                  </a:lnTo>
                  <a:lnTo>
                    <a:pt x="165" y="2474"/>
                  </a:lnTo>
                  <a:lnTo>
                    <a:pt x="5345" y="1792"/>
                  </a:lnTo>
                  <a:lnTo>
                    <a:pt x="6415" y="1285"/>
                  </a:lnTo>
                  <a:lnTo>
                    <a:pt x="682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9" name="ph7679"/>
            <p:cNvSpPr/>
            <p:nvPr/>
          </p:nvSpPr>
          <p:spPr>
            <a:xfrm>
              <a:off x="11049224" y="3307111"/>
              <a:ext cx="43415" cy="42678"/>
            </a:xfrm>
            <a:custGeom>
              <a:avLst/>
              <a:pathLst>
                <a:path w="43415" h="42678">
                  <a:moveTo>
                    <a:pt x="15553" y="618"/>
                  </a:moveTo>
                  <a:lnTo>
                    <a:pt x="14839" y="1074"/>
                  </a:lnTo>
                  <a:lnTo>
                    <a:pt x="14591" y="2842"/>
                  </a:lnTo>
                  <a:lnTo>
                    <a:pt x="16240" y="3142"/>
                  </a:lnTo>
                  <a:lnTo>
                    <a:pt x="24833" y="9287"/>
                  </a:lnTo>
                  <a:lnTo>
                    <a:pt x="30305" y="9640"/>
                  </a:lnTo>
                  <a:lnTo>
                    <a:pt x="33410" y="8768"/>
                  </a:lnTo>
                  <a:lnTo>
                    <a:pt x="35334" y="6949"/>
                  </a:lnTo>
                  <a:lnTo>
                    <a:pt x="36246" y="5943"/>
                  </a:lnTo>
                  <a:lnTo>
                    <a:pt x="38221" y="7432"/>
                  </a:lnTo>
                  <a:lnTo>
                    <a:pt x="36631" y="10174"/>
                  </a:lnTo>
                  <a:lnTo>
                    <a:pt x="39552" y="13885"/>
                  </a:lnTo>
                  <a:lnTo>
                    <a:pt x="37509" y="15576"/>
                  </a:lnTo>
                  <a:lnTo>
                    <a:pt x="39489" y="16862"/>
                  </a:lnTo>
                  <a:lnTo>
                    <a:pt x="40493" y="16168"/>
                  </a:lnTo>
                  <a:lnTo>
                    <a:pt x="43415" y="18796"/>
                  </a:lnTo>
                  <a:lnTo>
                    <a:pt x="40837" y="20549"/>
                  </a:lnTo>
                  <a:lnTo>
                    <a:pt x="39061" y="18410"/>
                  </a:lnTo>
                  <a:lnTo>
                    <a:pt x="38350" y="18737"/>
                  </a:lnTo>
                  <a:lnTo>
                    <a:pt x="37016" y="22356"/>
                  </a:lnTo>
                  <a:lnTo>
                    <a:pt x="37358" y="23382"/>
                  </a:lnTo>
                  <a:lnTo>
                    <a:pt x="41748" y="26601"/>
                  </a:lnTo>
                  <a:lnTo>
                    <a:pt x="42263" y="34846"/>
                  </a:lnTo>
                  <a:lnTo>
                    <a:pt x="39307" y="40933"/>
                  </a:lnTo>
                  <a:lnTo>
                    <a:pt x="39630" y="42678"/>
                  </a:lnTo>
                  <a:lnTo>
                    <a:pt x="25795" y="35379"/>
                  </a:lnTo>
                  <a:lnTo>
                    <a:pt x="16865" y="31712"/>
                  </a:lnTo>
                  <a:lnTo>
                    <a:pt x="14150" y="29665"/>
                  </a:lnTo>
                  <a:lnTo>
                    <a:pt x="0" y="26652"/>
                  </a:lnTo>
                  <a:lnTo>
                    <a:pt x="319" y="20527"/>
                  </a:lnTo>
                  <a:lnTo>
                    <a:pt x="1891" y="15230"/>
                  </a:lnTo>
                  <a:lnTo>
                    <a:pt x="3460" y="14642"/>
                  </a:lnTo>
                  <a:lnTo>
                    <a:pt x="10164" y="16470"/>
                  </a:lnTo>
                  <a:lnTo>
                    <a:pt x="14375" y="12483"/>
                  </a:lnTo>
                  <a:lnTo>
                    <a:pt x="14676" y="10753"/>
                  </a:lnTo>
                  <a:lnTo>
                    <a:pt x="12941" y="8743"/>
                  </a:lnTo>
                  <a:lnTo>
                    <a:pt x="12020" y="8628"/>
                  </a:lnTo>
                  <a:lnTo>
                    <a:pt x="12984" y="978"/>
                  </a:lnTo>
                  <a:lnTo>
                    <a:pt x="13229" y="200"/>
                  </a:lnTo>
                  <a:lnTo>
                    <a:pt x="1446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0" name="ph7680"/>
            <p:cNvSpPr/>
            <p:nvPr/>
          </p:nvSpPr>
          <p:spPr>
            <a:xfrm>
              <a:off x="11408216" y="3266160"/>
              <a:ext cx="7781" cy="19380"/>
            </a:xfrm>
            <a:custGeom>
              <a:avLst/>
              <a:pathLst>
                <a:path w="7781" h="19380">
                  <a:moveTo>
                    <a:pt x="3604" y="1990"/>
                  </a:moveTo>
                  <a:lnTo>
                    <a:pt x="4394" y="6811"/>
                  </a:lnTo>
                  <a:lnTo>
                    <a:pt x="6143" y="12187"/>
                  </a:lnTo>
                  <a:lnTo>
                    <a:pt x="7781" y="14233"/>
                  </a:lnTo>
                  <a:lnTo>
                    <a:pt x="7006" y="17398"/>
                  </a:lnTo>
                  <a:lnTo>
                    <a:pt x="5459" y="17100"/>
                  </a:lnTo>
                  <a:lnTo>
                    <a:pt x="5552" y="19380"/>
                  </a:lnTo>
                  <a:lnTo>
                    <a:pt x="2383" y="19100"/>
                  </a:lnTo>
                  <a:lnTo>
                    <a:pt x="2593" y="13200"/>
                  </a:lnTo>
                  <a:lnTo>
                    <a:pt x="2220" y="11999"/>
                  </a:lnTo>
                  <a:lnTo>
                    <a:pt x="657" y="10674"/>
                  </a:lnTo>
                  <a:lnTo>
                    <a:pt x="0" y="141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1" name="ph7681"/>
            <p:cNvSpPr/>
            <p:nvPr/>
          </p:nvSpPr>
          <p:spPr>
            <a:xfrm>
              <a:off x="11315798" y="3151375"/>
              <a:ext cx="45267" cy="45340"/>
            </a:xfrm>
            <a:custGeom>
              <a:avLst/>
              <a:pathLst>
                <a:path w="45267" h="45340">
                  <a:moveTo>
                    <a:pt x="10063" y="160"/>
                  </a:moveTo>
                  <a:lnTo>
                    <a:pt x="10552" y="2210"/>
                  </a:lnTo>
                  <a:lnTo>
                    <a:pt x="17547" y="7420"/>
                  </a:lnTo>
                  <a:lnTo>
                    <a:pt x="21633" y="9025"/>
                  </a:lnTo>
                  <a:lnTo>
                    <a:pt x="20782" y="11548"/>
                  </a:lnTo>
                  <a:lnTo>
                    <a:pt x="25957" y="14021"/>
                  </a:lnTo>
                  <a:lnTo>
                    <a:pt x="27494" y="16060"/>
                  </a:lnTo>
                  <a:lnTo>
                    <a:pt x="27978" y="18812"/>
                  </a:lnTo>
                  <a:lnTo>
                    <a:pt x="29800" y="20308"/>
                  </a:lnTo>
                  <a:lnTo>
                    <a:pt x="36366" y="18412"/>
                  </a:lnTo>
                  <a:lnTo>
                    <a:pt x="37614" y="17287"/>
                  </a:lnTo>
                  <a:lnTo>
                    <a:pt x="43463" y="18694"/>
                  </a:lnTo>
                  <a:lnTo>
                    <a:pt x="44999" y="16982"/>
                  </a:lnTo>
                  <a:lnTo>
                    <a:pt x="45267" y="19254"/>
                  </a:lnTo>
                  <a:lnTo>
                    <a:pt x="43984" y="20536"/>
                  </a:lnTo>
                  <a:lnTo>
                    <a:pt x="43605" y="24113"/>
                  </a:lnTo>
                  <a:lnTo>
                    <a:pt x="42026" y="25730"/>
                  </a:lnTo>
                  <a:lnTo>
                    <a:pt x="37903" y="26833"/>
                  </a:lnTo>
                  <a:lnTo>
                    <a:pt x="35183" y="26115"/>
                  </a:lnTo>
                  <a:lnTo>
                    <a:pt x="35665" y="29706"/>
                  </a:lnTo>
                  <a:lnTo>
                    <a:pt x="26282" y="37631"/>
                  </a:lnTo>
                  <a:lnTo>
                    <a:pt x="27996" y="40278"/>
                  </a:lnTo>
                  <a:lnTo>
                    <a:pt x="28219" y="43204"/>
                  </a:lnTo>
                  <a:lnTo>
                    <a:pt x="26024" y="45340"/>
                  </a:lnTo>
                  <a:lnTo>
                    <a:pt x="23654" y="44926"/>
                  </a:lnTo>
                  <a:lnTo>
                    <a:pt x="22615" y="43747"/>
                  </a:lnTo>
                  <a:lnTo>
                    <a:pt x="18452" y="42274"/>
                  </a:lnTo>
                  <a:lnTo>
                    <a:pt x="17006" y="39607"/>
                  </a:lnTo>
                  <a:lnTo>
                    <a:pt x="17287" y="36225"/>
                  </a:lnTo>
                  <a:lnTo>
                    <a:pt x="16827" y="35731"/>
                  </a:lnTo>
                  <a:lnTo>
                    <a:pt x="14234" y="34730"/>
                  </a:lnTo>
                  <a:lnTo>
                    <a:pt x="12911" y="35746"/>
                  </a:lnTo>
                  <a:lnTo>
                    <a:pt x="12555" y="37645"/>
                  </a:lnTo>
                  <a:lnTo>
                    <a:pt x="11619" y="37705"/>
                  </a:lnTo>
                  <a:lnTo>
                    <a:pt x="6024" y="35060"/>
                  </a:lnTo>
                  <a:lnTo>
                    <a:pt x="6270" y="33553"/>
                  </a:lnTo>
                  <a:lnTo>
                    <a:pt x="8091" y="31732"/>
                  </a:lnTo>
                  <a:lnTo>
                    <a:pt x="1622" y="31137"/>
                  </a:lnTo>
                  <a:lnTo>
                    <a:pt x="869" y="29384"/>
                  </a:lnTo>
                  <a:lnTo>
                    <a:pt x="0" y="24689"/>
                  </a:lnTo>
                  <a:lnTo>
                    <a:pt x="1455" y="25666"/>
                  </a:lnTo>
                  <a:lnTo>
                    <a:pt x="6970" y="26508"/>
                  </a:lnTo>
                  <a:lnTo>
                    <a:pt x="7867" y="25856"/>
                  </a:lnTo>
                  <a:lnTo>
                    <a:pt x="8279" y="23036"/>
                  </a:lnTo>
                  <a:lnTo>
                    <a:pt x="7557" y="21066"/>
                  </a:lnTo>
                  <a:lnTo>
                    <a:pt x="8098" y="17778"/>
                  </a:lnTo>
                  <a:lnTo>
                    <a:pt x="11896" y="11546"/>
                  </a:lnTo>
                  <a:lnTo>
                    <a:pt x="10611" y="5869"/>
                  </a:lnTo>
                  <a:lnTo>
                    <a:pt x="6714" y="1427"/>
                  </a:lnTo>
                  <a:lnTo>
                    <a:pt x="7277" y="0"/>
                  </a:lnTo>
                  <a:close/>
                  <a:moveTo>
                    <a:pt x="24247" y="23076"/>
                  </a:moveTo>
                  <a:lnTo>
                    <a:pt x="21957" y="26838"/>
                  </a:lnTo>
                  <a:lnTo>
                    <a:pt x="22574" y="27425"/>
                  </a:lnTo>
                  <a:lnTo>
                    <a:pt x="25542" y="27662"/>
                  </a:lnTo>
                  <a:lnTo>
                    <a:pt x="27355" y="22855"/>
                  </a:lnTo>
                  <a:lnTo>
                    <a:pt x="26314" y="2175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2" name="ph7682"/>
            <p:cNvSpPr/>
            <p:nvPr/>
          </p:nvSpPr>
          <p:spPr>
            <a:xfrm>
              <a:off x="11198844" y="3264972"/>
              <a:ext cx="15983" cy="8308"/>
            </a:xfrm>
            <a:custGeom>
              <a:avLst/>
              <a:pathLst>
                <a:path w="15983" h="8308">
                  <a:moveTo>
                    <a:pt x="15983" y="291"/>
                  </a:moveTo>
                  <a:lnTo>
                    <a:pt x="11838" y="3325"/>
                  </a:lnTo>
                  <a:lnTo>
                    <a:pt x="15145" y="7585"/>
                  </a:lnTo>
                  <a:lnTo>
                    <a:pt x="7991" y="8085"/>
                  </a:lnTo>
                  <a:lnTo>
                    <a:pt x="4386" y="8308"/>
                  </a:lnTo>
                  <a:lnTo>
                    <a:pt x="0" y="3894"/>
                  </a:lnTo>
                  <a:lnTo>
                    <a:pt x="91" y="2023"/>
                  </a:lnTo>
                  <a:lnTo>
                    <a:pt x="2255" y="2495"/>
                  </a:lnTo>
                  <a:lnTo>
                    <a:pt x="3752" y="21"/>
                  </a:lnTo>
                  <a:lnTo>
                    <a:pt x="6508" y="1589"/>
                  </a:lnTo>
                  <a:lnTo>
                    <a:pt x="1257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3" name="ph7683"/>
            <p:cNvSpPr/>
            <p:nvPr/>
          </p:nvSpPr>
          <p:spPr>
            <a:xfrm>
              <a:off x="11162576" y="3232360"/>
              <a:ext cx="10998" cy="17286"/>
            </a:xfrm>
            <a:custGeom>
              <a:avLst/>
              <a:pathLst>
                <a:path w="10998" h="17286">
                  <a:moveTo>
                    <a:pt x="10224" y="4672"/>
                  </a:moveTo>
                  <a:lnTo>
                    <a:pt x="10998" y="8249"/>
                  </a:lnTo>
                  <a:lnTo>
                    <a:pt x="6338" y="8458"/>
                  </a:lnTo>
                  <a:lnTo>
                    <a:pt x="7426" y="9891"/>
                  </a:lnTo>
                  <a:lnTo>
                    <a:pt x="10204" y="10529"/>
                  </a:lnTo>
                  <a:lnTo>
                    <a:pt x="9679" y="17286"/>
                  </a:lnTo>
                  <a:lnTo>
                    <a:pt x="2721" y="14957"/>
                  </a:lnTo>
                  <a:lnTo>
                    <a:pt x="203" y="15226"/>
                  </a:lnTo>
                  <a:lnTo>
                    <a:pt x="0" y="4591"/>
                  </a:lnTo>
                  <a:lnTo>
                    <a:pt x="1774" y="6188"/>
                  </a:lnTo>
                  <a:lnTo>
                    <a:pt x="3870" y="5727"/>
                  </a:lnTo>
                  <a:lnTo>
                    <a:pt x="5468" y="4646"/>
                  </a:lnTo>
                  <a:lnTo>
                    <a:pt x="5484" y="3360"/>
                  </a:lnTo>
                  <a:lnTo>
                    <a:pt x="759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4" name="ph7684"/>
            <p:cNvSpPr/>
            <p:nvPr/>
          </p:nvSpPr>
          <p:spPr>
            <a:xfrm>
              <a:off x="11226704" y="3114022"/>
              <a:ext cx="23869" cy="16405"/>
            </a:xfrm>
            <a:custGeom>
              <a:avLst/>
              <a:pathLst>
                <a:path w="23869" h="16405">
                  <a:moveTo>
                    <a:pt x="16825" y="1278"/>
                  </a:moveTo>
                  <a:lnTo>
                    <a:pt x="20077" y="567"/>
                  </a:lnTo>
                  <a:lnTo>
                    <a:pt x="23869" y="2517"/>
                  </a:lnTo>
                  <a:lnTo>
                    <a:pt x="23092" y="5091"/>
                  </a:lnTo>
                  <a:lnTo>
                    <a:pt x="15430" y="11757"/>
                  </a:lnTo>
                  <a:lnTo>
                    <a:pt x="6035" y="8469"/>
                  </a:lnTo>
                  <a:lnTo>
                    <a:pt x="3671" y="10071"/>
                  </a:lnTo>
                  <a:lnTo>
                    <a:pt x="3907" y="11655"/>
                  </a:lnTo>
                  <a:lnTo>
                    <a:pt x="8430" y="15849"/>
                  </a:lnTo>
                  <a:lnTo>
                    <a:pt x="5224" y="16405"/>
                  </a:lnTo>
                  <a:lnTo>
                    <a:pt x="2824" y="13219"/>
                  </a:lnTo>
                  <a:lnTo>
                    <a:pt x="2240" y="14569"/>
                  </a:lnTo>
                  <a:lnTo>
                    <a:pt x="0" y="10853"/>
                  </a:lnTo>
                  <a:lnTo>
                    <a:pt x="1936" y="5112"/>
                  </a:lnTo>
                  <a:lnTo>
                    <a:pt x="5019" y="3628"/>
                  </a:lnTo>
                  <a:lnTo>
                    <a:pt x="9568" y="3347"/>
                  </a:lnTo>
                  <a:lnTo>
                    <a:pt x="10452" y="2201"/>
                  </a:lnTo>
                  <a:lnTo>
                    <a:pt x="1079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5" name="ph7685"/>
            <p:cNvSpPr/>
            <p:nvPr/>
          </p:nvSpPr>
          <p:spPr>
            <a:xfrm>
              <a:off x="11288199" y="3215759"/>
              <a:ext cx="7147" cy="5209"/>
            </a:xfrm>
            <a:custGeom>
              <a:avLst/>
              <a:pathLst>
                <a:path w="7147" h="5209">
                  <a:moveTo>
                    <a:pt x="2551" y="0"/>
                  </a:moveTo>
                  <a:lnTo>
                    <a:pt x="7147" y="5209"/>
                  </a:lnTo>
                  <a:lnTo>
                    <a:pt x="3065" y="4851"/>
                  </a:lnTo>
                  <a:lnTo>
                    <a:pt x="0" y="207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6" name="ph7686"/>
            <p:cNvSpPr/>
            <p:nvPr/>
          </p:nvSpPr>
          <p:spPr>
            <a:xfrm>
              <a:off x="11168594" y="3257137"/>
              <a:ext cx="50693" cy="68466"/>
            </a:xfrm>
            <a:custGeom>
              <a:avLst/>
              <a:pathLst>
                <a:path w="50693" h="68466">
                  <a:moveTo>
                    <a:pt x="6067" y="1032"/>
                  </a:moveTo>
                  <a:lnTo>
                    <a:pt x="11119" y="1266"/>
                  </a:lnTo>
                  <a:lnTo>
                    <a:pt x="12345" y="2050"/>
                  </a:lnTo>
                  <a:lnTo>
                    <a:pt x="12073" y="5335"/>
                  </a:lnTo>
                  <a:lnTo>
                    <a:pt x="10269" y="8460"/>
                  </a:lnTo>
                  <a:lnTo>
                    <a:pt x="10538" y="10069"/>
                  </a:lnTo>
                  <a:lnTo>
                    <a:pt x="13151" y="12598"/>
                  </a:lnTo>
                  <a:lnTo>
                    <a:pt x="11300" y="18950"/>
                  </a:lnTo>
                  <a:lnTo>
                    <a:pt x="10859" y="23983"/>
                  </a:lnTo>
                  <a:lnTo>
                    <a:pt x="14261" y="24246"/>
                  </a:lnTo>
                  <a:lnTo>
                    <a:pt x="19332" y="25899"/>
                  </a:lnTo>
                  <a:lnTo>
                    <a:pt x="21335" y="28215"/>
                  </a:lnTo>
                  <a:lnTo>
                    <a:pt x="22430" y="33372"/>
                  </a:lnTo>
                  <a:lnTo>
                    <a:pt x="26451" y="34657"/>
                  </a:lnTo>
                  <a:lnTo>
                    <a:pt x="23869" y="36569"/>
                  </a:lnTo>
                  <a:lnTo>
                    <a:pt x="25054" y="39168"/>
                  </a:lnTo>
                  <a:lnTo>
                    <a:pt x="28315" y="41363"/>
                  </a:lnTo>
                  <a:lnTo>
                    <a:pt x="33827" y="37157"/>
                  </a:lnTo>
                  <a:lnTo>
                    <a:pt x="34176" y="33194"/>
                  </a:lnTo>
                  <a:lnTo>
                    <a:pt x="33154" y="31983"/>
                  </a:lnTo>
                  <a:lnTo>
                    <a:pt x="32294" y="21941"/>
                  </a:lnTo>
                  <a:lnTo>
                    <a:pt x="33988" y="19342"/>
                  </a:lnTo>
                  <a:lnTo>
                    <a:pt x="34793" y="19189"/>
                  </a:lnTo>
                  <a:lnTo>
                    <a:pt x="34636" y="16144"/>
                  </a:lnTo>
                  <a:lnTo>
                    <a:pt x="38241" y="15920"/>
                  </a:lnTo>
                  <a:lnTo>
                    <a:pt x="41167" y="26242"/>
                  </a:lnTo>
                  <a:lnTo>
                    <a:pt x="34179" y="27412"/>
                  </a:lnTo>
                  <a:lnTo>
                    <a:pt x="36962" y="32164"/>
                  </a:lnTo>
                  <a:lnTo>
                    <a:pt x="34867" y="38564"/>
                  </a:lnTo>
                  <a:lnTo>
                    <a:pt x="35793" y="39344"/>
                  </a:lnTo>
                  <a:lnTo>
                    <a:pt x="37930" y="33790"/>
                  </a:lnTo>
                  <a:lnTo>
                    <a:pt x="40180" y="33877"/>
                  </a:lnTo>
                  <a:lnTo>
                    <a:pt x="41642" y="34462"/>
                  </a:lnTo>
                  <a:lnTo>
                    <a:pt x="41726" y="35784"/>
                  </a:lnTo>
                  <a:lnTo>
                    <a:pt x="39044" y="37061"/>
                  </a:lnTo>
                  <a:lnTo>
                    <a:pt x="35840" y="40665"/>
                  </a:lnTo>
                  <a:lnTo>
                    <a:pt x="35997" y="42073"/>
                  </a:lnTo>
                  <a:lnTo>
                    <a:pt x="40160" y="46040"/>
                  </a:lnTo>
                  <a:lnTo>
                    <a:pt x="41794" y="46495"/>
                  </a:lnTo>
                  <a:lnTo>
                    <a:pt x="43725" y="45291"/>
                  </a:lnTo>
                  <a:lnTo>
                    <a:pt x="50121" y="46945"/>
                  </a:lnTo>
                  <a:lnTo>
                    <a:pt x="50693" y="47446"/>
                  </a:lnTo>
                  <a:lnTo>
                    <a:pt x="48673" y="50143"/>
                  </a:lnTo>
                  <a:lnTo>
                    <a:pt x="46421" y="58254"/>
                  </a:lnTo>
                  <a:lnTo>
                    <a:pt x="47431" y="62052"/>
                  </a:lnTo>
                  <a:lnTo>
                    <a:pt x="49873" y="64226"/>
                  </a:lnTo>
                  <a:lnTo>
                    <a:pt x="49259" y="67510"/>
                  </a:lnTo>
                  <a:lnTo>
                    <a:pt x="49518" y="68051"/>
                  </a:lnTo>
                  <a:lnTo>
                    <a:pt x="48565" y="68466"/>
                  </a:lnTo>
                  <a:lnTo>
                    <a:pt x="45920" y="66703"/>
                  </a:lnTo>
                  <a:lnTo>
                    <a:pt x="44193" y="64505"/>
                  </a:lnTo>
                  <a:lnTo>
                    <a:pt x="40843" y="63965"/>
                  </a:lnTo>
                  <a:lnTo>
                    <a:pt x="37019" y="64686"/>
                  </a:lnTo>
                  <a:lnTo>
                    <a:pt x="34790" y="64261"/>
                  </a:lnTo>
                  <a:lnTo>
                    <a:pt x="31490" y="61784"/>
                  </a:lnTo>
                  <a:lnTo>
                    <a:pt x="24692" y="59376"/>
                  </a:lnTo>
                  <a:lnTo>
                    <a:pt x="23479" y="61593"/>
                  </a:lnTo>
                  <a:lnTo>
                    <a:pt x="19746" y="60728"/>
                  </a:lnTo>
                  <a:lnTo>
                    <a:pt x="17221" y="61454"/>
                  </a:lnTo>
                  <a:lnTo>
                    <a:pt x="11740" y="61640"/>
                  </a:lnTo>
                  <a:lnTo>
                    <a:pt x="7029" y="59119"/>
                  </a:lnTo>
                  <a:lnTo>
                    <a:pt x="7597" y="58982"/>
                  </a:lnTo>
                  <a:lnTo>
                    <a:pt x="9911" y="53278"/>
                  </a:lnTo>
                  <a:lnTo>
                    <a:pt x="12869" y="52738"/>
                  </a:lnTo>
                  <a:lnTo>
                    <a:pt x="14855" y="48613"/>
                  </a:lnTo>
                  <a:lnTo>
                    <a:pt x="14255" y="46509"/>
                  </a:lnTo>
                  <a:lnTo>
                    <a:pt x="19507" y="45062"/>
                  </a:lnTo>
                  <a:lnTo>
                    <a:pt x="19558" y="42722"/>
                  </a:lnTo>
                  <a:lnTo>
                    <a:pt x="17425" y="37327"/>
                  </a:lnTo>
                  <a:lnTo>
                    <a:pt x="14693" y="32774"/>
                  </a:lnTo>
                  <a:lnTo>
                    <a:pt x="9664" y="26222"/>
                  </a:lnTo>
                  <a:lnTo>
                    <a:pt x="9360" y="24922"/>
                  </a:lnTo>
                  <a:lnTo>
                    <a:pt x="9975" y="23378"/>
                  </a:lnTo>
                  <a:lnTo>
                    <a:pt x="9004" y="20019"/>
                  </a:lnTo>
                  <a:lnTo>
                    <a:pt x="7083" y="18269"/>
                  </a:lnTo>
                  <a:lnTo>
                    <a:pt x="6265" y="13656"/>
                  </a:lnTo>
                  <a:lnTo>
                    <a:pt x="2441" y="13245"/>
                  </a:lnTo>
                  <a:lnTo>
                    <a:pt x="215" y="12127"/>
                  </a:lnTo>
                  <a:lnTo>
                    <a:pt x="0" y="10384"/>
                  </a:lnTo>
                  <a:lnTo>
                    <a:pt x="3747" y="6367"/>
                  </a:lnTo>
                  <a:lnTo>
                    <a:pt x="2002" y="3401"/>
                  </a:lnTo>
                  <a:lnTo>
                    <a:pt x="2888" y="2034"/>
                  </a:lnTo>
                  <a:lnTo>
                    <a:pt x="605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7" name="ph7687"/>
            <p:cNvSpPr/>
            <p:nvPr/>
          </p:nvSpPr>
          <p:spPr>
            <a:xfrm>
              <a:off x="11170732" y="3096501"/>
              <a:ext cx="24701" cy="21059"/>
            </a:xfrm>
            <a:custGeom>
              <a:avLst/>
              <a:pathLst>
                <a:path w="24701" h="21059">
                  <a:moveTo>
                    <a:pt x="23490" y="846"/>
                  </a:moveTo>
                  <a:lnTo>
                    <a:pt x="24701" y="6205"/>
                  </a:lnTo>
                  <a:lnTo>
                    <a:pt x="23628" y="7442"/>
                  </a:lnTo>
                  <a:lnTo>
                    <a:pt x="13575" y="12829"/>
                  </a:lnTo>
                  <a:lnTo>
                    <a:pt x="13059" y="14067"/>
                  </a:lnTo>
                  <a:lnTo>
                    <a:pt x="14549" y="15123"/>
                  </a:lnTo>
                  <a:lnTo>
                    <a:pt x="13863" y="16512"/>
                  </a:lnTo>
                  <a:lnTo>
                    <a:pt x="11453" y="19615"/>
                  </a:lnTo>
                  <a:lnTo>
                    <a:pt x="8167" y="19090"/>
                  </a:lnTo>
                  <a:lnTo>
                    <a:pt x="5226" y="20919"/>
                  </a:lnTo>
                  <a:lnTo>
                    <a:pt x="2698" y="21059"/>
                  </a:lnTo>
                  <a:lnTo>
                    <a:pt x="0" y="12629"/>
                  </a:lnTo>
                  <a:lnTo>
                    <a:pt x="2797" y="10170"/>
                  </a:lnTo>
                  <a:lnTo>
                    <a:pt x="4561" y="12612"/>
                  </a:lnTo>
                  <a:lnTo>
                    <a:pt x="9815" y="11157"/>
                  </a:lnTo>
                  <a:lnTo>
                    <a:pt x="10661" y="8801"/>
                  </a:lnTo>
                  <a:lnTo>
                    <a:pt x="14047" y="7073"/>
                  </a:lnTo>
                  <a:lnTo>
                    <a:pt x="19332" y="6008"/>
                  </a:lnTo>
                  <a:lnTo>
                    <a:pt x="19676" y="3640"/>
                  </a:lnTo>
                  <a:lnTo>
                    <a:pt x="21144" y="1979"/>
                  </a:lnTo>
                  <a:lnTo>
                    <a:pt x="22895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8" name="ph7688"/>
            <p:cNvSpPr/>
            <p:nvPr/>
          </p:nvSpPr>
          <p:spPr>
            <a:xfrm>
              <a:off x="11245901" y="3224673"/>
              <a:ext cx="14817" cy="15141"/>
            </a:xfrm>
            <a:custGeom>
              <a:avLst/>
              <a:pathLst>
                <a:path w="14817" h="15141">
                  <a:moveTo>
                    <a:pt x="14534" y="685"/>
                  </a:moveTo>
                  <a:lnTo>
                    <a:pt x="14817" y="7321"/>
                  </a:lnTo>
                  <a:lnTo>
                    <a:pt x="11670" y="15141"/>
                  </a:lnTo>
                  <a:lnTo>
                    <a:pt x="9859" y="14657"/>
                  </a:lnTo>
                  <a:lnTo>
                    <a:pt x="8346" y="14352"/>
                  </a:lnTo>
                  <a:lnTo>
                    <a:pt x="6807" y="6696"/>
                  </a:lnTo>
                  <a:lnTo>
                    <a:pt x="6096" y="5847"/>
                  </a:lnTo>
                  <a:lnTo>
                    <a:pt x="4840" y="8409"/>
                  </a:lnTo>
                  <a:lnTo>
                    <a:pt x="4215" y="11943"/>
                  </a:lnTo>
                  <a:lnTo>
                    <a:pt x="3281" y="12661"/>
                  </a:lnTo>
                  <a:lnTo>
                    <a:pt x="1801" y="12009"/>
                  </a:lnTo>
                  <a:lnTo>
                    <a:pt x="0" y="8289"/>
                  </a:lnTo>
                  <a:lnTo>
                    <a:pt x="5503" y="3747"/>
                  </a:lnTo>
                  <a:lnTo>
                    <a:pt x="6448" y="1797"/>
                  </a:lnTo>
                  <a:lnTo>
                    <a:pt x="8056" y="94"/>
                  </a:lnTo>
                  <a:lnTo>
                    <a:pt x="10905" y="632"/>
                  </a:lnTo>
                  <a:lnTo>
                    <a:pt x="1284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9" name="ph7689"/>
            <p:cNvSpPr/>
            <p:nvPr/>
          </p:nvSpPr>
          <p:spPr>
            <a:xfrm>
              <a:off x="11130846" y="3148335"/>
              <a:ext cx="9285" cy="10122"/>
            </a:xfrm>
            <a:custGeom>
              <a:avLst/>
              <a:pathLst>
                <a:path w="9285" h="10122">
                  <a:moveTo>
                    <a:pt x="2343" y="970"/>
                  </a:moveTo>
                  <a:lnTo>
                    <a:pt x="6024" y="63"/>
                  </a:lnTo>
                  <a:lnTo>
                    <a:pt x="7424" y="3661"/>
                  </a:lnTo>
                  <a:lnTo>
                    <a:pt x="9285" y="7836"/>
                  </a:lnTo>
                  <a:lnTo>
                    <a:pt x="6030" y="10122"/>
                  </a:lnTo>
                  <a:lnTo>
                    <a:pt x="3596" y="9179"/>
                  </a:lnTo>
                  <a:lnTo>
                    <a:pt x="1470" y="6807"/>
                  </a:lnTo>
                  <a:lnTo>
                    <a:pt x="0" y="1874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0" name="ph7690"/>
            <p:cNvSpPr/>
            <p:nvPr/>
          </p:nvSpPr>
          <p:spPr>
            <a:xfrm>
              <a:off x="11273038" y="3302385"/>
              <a:ext cx="10707" cy="15370"/>
            </a:xfrm>
            <a:custGeom>
              <a:avLst/>
              <a:pathLst>
                <a:path w="10707" h="15370">
                  <a:moveTo>
                    <a:pt x="8872" y="1016"/>
                  </a:moveTo>
                  <a:lnTo>
                    <a:pt x="8647" y="3222"/>
                  </a:lnTo>
                  <a:lnTo>
                    <a:pt x="10707" y="6476"/>
                  </a:lnTo>
                  <a:lnTo>
                    <a:pt x="10510" y="7646"/>
                  </a:lnTo>
                  <a:lnTo>
                    <a:pt x="9705" y="11331"/>
                  </a:lnTo>
                  <a:lnTo>
                    <a:pt x="9268" y="12257"/>
                  </a:lnTo>
                  <a:lnTo>
                    <a:pt x="4218" y="15370"/>
                  </a:lnTo>
                  <a:lnTo>
                    <a:pt x="3663" y="7918"/>
                  </a:lnTo>
                  <a:lnTo>
                    <a:pt x="1447" y="4834"/>
                  </a:lnTo>
                  <a:lnTo>
                    <a:pt x="0" y="4793"/>
                  </a:lnTo>
                  <a:lnTo>
                    <a:pt x="988" y="2610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1" name="ph7691"/>
            <p:cNvSpPr/>
            <p:nvPr/>
          </p:nvSpPr>
          <p:spPr>
            <a:xfrm>
              <a:off x="11063102" y="3162532"/>
              <a:ext cx="9808" cy="14366"/>
            </a:xfrm>
            <a:custGeom>
              <a:avLst/>
              <a:pathLst>
                <a:path w="9808" h="14366">
                  <a:moveTo>
                    <a:pt x="7653" y="4854"/>
                  </a:moveTo>
                  <a:lnTo>
                    <a:pt x="9808" y="4750"/>
                  </a:lnTo>
                  <a:lnTo>
                    <a:pt x="8727" y="6207"/>
                  </a:lnTo>
                  <a:lnTo>
                    <a:pt x="8553" y="10217"/>
                  </a:lnTo>
                  <a:lnTo>
                    <a:pt x="7183" y="13761"/>
                  </a:lnTo>
                  <a:lnTo>
                    <a:pt x="3762" y="14366"/>
                  </a:lnTo>
                  <a:lnTo>
                    <a:pt x="5520" y="8027"/>
                  </a:lnTo>
                  <a:lnTo>
                    <a:pt x="1832" y="5908"/>
                  </a:lnTo>
                  <a:lnTo>
                    <a:pt x="0" y="2280"/>
                  </a:lnTo>
                  <a:lnTo>
                    <a:pt x="718" y="1041"/>
                  </a:lnTo>
                  <a:lnTo>
                    <a:pt x="518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2" name="ph7692"/>
            <p:cNvSpPr/>
            <p:nvPr/>
          </p:nvSpPr>
          <p:spPr>
            <a:xfrm>
              <a:off x="11050289" y="3315206"/>
              <a:ext cx="13612" cy="8375"/>
            </a:xfrm>
            <a:custGeom>
              <a:avLst/>
              <a:pathLst>
                <a:path w="13612" h="8375">
                  <a:moveTo>
                    <a:pt x="10955" y="534"/>
                  </a:moveTo>
                  <a:lnTo>
                    <a:pt x="11876" y="648"/>
                  </a:lnTo>
                  <a:lnTo>
                    <a:pt x="13612" y="2659"/>
                  </a:lnTo>
                  <a:lnTo>
                    <a:pt x="13310" y="4388"/>
                  </a:lnTo>
                  <a:lnTo>
                    <a:pt x="9099" y="8375"/>
                  </a:lnTo>
                  <a:lnTo>
                    <a:pt x="2395" y="6548"/>
                  </a:lnTo>
                  <a:lnTo>
                    <a:pt x="827" y="7135"/>
                  </a:lnTo>
                  <a:lnTo>
                    <a:pt x="0" y="2358"/>
                  </a:lnTo>
                  <a:lnTo>
                    <a:pt x="671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3" name="ph7693"/>
            <p:cNvSpPr/>
            <p:nvPr/>
          </p:nvSpPr>
          <p:spPr>
            <a:xfrm>
              <a:off x="11272819" y="3080127"/>
              <a:ext cx="54869" cy="62015"/>
            </a:xfrm>
            <a:custGeom>
              <a:avLst/>
              <a:pathLst>
                <a:path w="54869" h="62015">
                  <a:moveTo>
                    <a:pt x="1727" y="633"/>
                  </a:moveTo>
                  <a:lnTo>
                    <a:pt x="2615" y="773"/>
                  </a:lnTo>
                  <a:lnTo>
                    <a:pt x="3863" y="2604"/>
                  </a:lnTo>
                  <a:lnTo>
                    <a:pt x="5158" y="11000"/>
                  </a:lnTo>
                  <a:lnTo>
                    <a:pt x="9539" y="14970"/>
                  </a:lnTo>
                  <a:lnTo>
                    <a:pt x="12786" y="16613"/>
                  </a:lnTo>
                  <a:lnTo>
                    <a:pt x="16347" y="15090"/>
                  </a:lnTo>
                  <a:lnTo>
                    <a:pt x="16560" y="17065"/>
                  </a:lnTo>
                  <a:lnTo>
                    <a:pt x="14642" y="17508"/>
                  </a:lnTo>
                  <a:lnTo>
                    <a:pt x="14592" y="19354"/>
                  </a:lnTo>
                  <a:lnTo>
                    <a:pt x="15626" y="20594"/>
                  </a:lnTo>
                  <a:lnTo>
                    <a:pt x="18176" y="21450"/>
                  </a:lnTo>
                  <a:lnTo>
                    <a:pt x="21958" y="20359"/>
                  </a:lnTo>
                  <a:lnTo>
                    <a:pt x="22166" y="18611"/>
                  </a:lnTo>
                  <a:lnTo>
                    <a:pt x="23209" y="17275"/>
                  </a:lnTo>
                  <a:lnTo>
                    <a:pt x="26436" y="17620"/>
                  </a:lnTo>
                  <a:lnTo>
                    <a:pt x="27000" y="19027"/>
                  </a:lnTo>
                  <a:lnTo>
                    <a:pt x="30117" y="21523"/>
                  </a:lnTo>
                  <a:lnTo>
                    <a:pt x="33212" y="20719"/>
                  </a:lnTo>
                  <a:lnTo>
                    <a:pt x="37126" y="18440"/>
                  </a:lnTo>
                  <a:lnTo>
                    <a:pt x="38438" y="18916"/>
                  </a:lnTo>
                  <a:lnTo>
                    <a:pt x="40123" y="25188"/>
                  </a:lnTo>
                  <a:lnTo>
                    <a:pt x="39445" y="26763"/>
                  </a:lnTo>
                  <a:lnTo>
                    <a:pt x="38204" y="24960"/>
                  </a:lnTo>
                  <a:lnTo>
                    <a:pt x="37929" y="33531"/>
                  </a:lnTo>
                  <a:lnTo>
                    <a:pt x="42114" y="37975"/>
                  </a:lnTo>
                  <a:lnTo>
                    <a:pt x="42844" y="44511"/>
                  </a:lnTo>
                  <a:lnTo>
                    <a:pt x="48297" y="50970"/>
                  </a:lnTo>
                  <a:lnTo>
                    <a:pt x="54869" y="53888"/>
                  </a:lnTo>
                  <a:lnTo>
                    <a:pt x="53700" y="54368"/>
                  </a:lnTo>
                  <a:lnTo>
                    <a:pt x="50957" y="58748"/>
                  </a:lnTo>
                  <a:lnTo>
                    <a:pt x="49349" y="59681"/>
                  </a:lnTo>
                  <a:lnTo>
                    <a:pt x="46544" y="60007"/>
                  </a:lnTo>
                  <a:lnTo>
                    <a:pt x="47040" y="61276"/>
                  </a:lnTo>
                  <a:lnTo>
                    <a:pt x="47747" y="61139"/>
                  </a:lnTo>
                  <a:lnTo>
                    <a:pt x="46509" y="62015"/>
                  </a:lnTo>
                  <a:lnTo>
                    <a:pt x="44510" y="60817"/>
                  </a:lnTo>
                  <a:lnTo>
                    <a:pt x="33871" y="49756"/>
                  </a:lnTo>
                  <a:lnTo>
                    <a:pt x="34266" y="48569"/>
                  </a:lnTo>
                  <a:lnTo>
                    <a:pt x="30887" y="45269"/>
                  </a:lnTo>
                  <a:lnTo>
                    <a:pt x="25209" y="42997"/>
                  </a:lnTo>
                  <a:lnTo>
                    <a:pt x="22042" y="38612"/>
                  </a:lnTo>
                  <a:lnTo>
                    <a:pt x="21774" y="36622"/>
                  </a:lnTo>
                  <a:lnTo>
                    <a:pt x="14547" y="36604"/>
                  </a:lnTo>
                  <a:lnTo>
                    <a:pt x="13830" y="38148"/>
                  </a:lnTo>
                  <a:lnTo>
                    <a:pt x="8199" y="41159"/>
                  </a:lnTo>
                  <a:lnTo>
                    <a:pt x="6688" y="37141"/>
                  </a:lnTo>
                  <a:lnTo>
                    <a:pt x="6983" y="35823"/>
                  </a:lnTo>
                  <a:lnTo>
                    <a:pt x="9042" y="35890"/>
                  </a:lnTo>
                  <a:lnTo>
                    <a:pt x="8827" y="31657"/>
                  </a:lnTo>
                  <a:lnTo>
                    <a:pt x="7913" y="30929"/>
                  </a:lnTo>
                  <a:lnTo>
                    <a:pt x="4670" y="33062"/>
                  </a:lnTo>
                  <a:lnTo>
                    <a:pt x="661" y="27359"/>
                  </a:lnTo>
                  <a:lnTo>
                    <a:pt x="5618" y="24383"/>
                  </a:lnTo>
                  <a:lnTo>
                    <a:pt x="2341" y="20381"/>
                  </a:lnTo>
                  <a:lnTo>
                    <a:pt x="1554" y="19625"/>
                  </a:lnTo>
                  <a:lnTo>
                    <a:pt x="3330" y="17873"/>
                  </a:lnTo>
                  <a:lnTo>
                    <a:pt x="5056" y="10972"/>
                  </a:lnTo>
                  <a:lnTo>
                    <a:pt x="2728" y="7267"/>
                  </a:lnTo>
                  <a:lnTo>
                    <a:pt x="1750" y="7060"/>
                  </a:lnTo>
                  <a:lnTo>
                    <a:pt x="0" y="3825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4" name="ph7694"/>
            <p:cNvSpPr/>
            <p:nvPr/>
          </p:nvSpPr>
          <p:spPr>
            <a:xfrm>
              <a:off x="11057464" y="3273421"/>
              <a:ext cx="20887" cy="24052"/>
            </a:xfrm>
            <a:custGeom>
              <a:avLst/>
              <a:pathLst>
                <a:path w="20887" h="24052">
                  <a:moveTo>
                    <a:pt x="15605" y="1801"/>
                  </a:moveTo>
                  <a:lnTo>
                    <a:pt x="13202" y="9316"/>
                  </a:lnTo>
                  <a:lnTo>
                    <a:pt x="10796" y="10029"/>
                  </a:lnTo>
                  <a:lnTo>
                    <a:pt x="11114" y="12394"/>
                  </a:lnTo>
                  <a:lnTo>
                    <a:pt x="11900" y="13916"/>
                  </a:lnTo>
                  <a:lnTo>
                    <a:pt x="13884" y="13630"/>
                  </a:lnTo>
                  <a:lnTo>
                    <a:pt x="20887" y="17063"/>
                  </a:lnTo>
                  <a:lnTo>
                    <a:pt x="18522" y="22197"/>
                  </a:lnTo>
                  <a:lnTo>
                    <a:pt x="16791" y="23463"/>
                  </a:lnTo>
                  <a:lnTo>
                    <a:pt x="15564" y="20530"/>
                  </a:lnTo>
                  <a:lnTo>
                    <a:pt x="13740" y="20415"/>
                  </a:lnTo>
                  <a:lnTo>
                    <a:pt x="11863" y="20740"/>
                  </a:lnTo>
                  <a:lnTo>
                    <a:pt x="11964" y="23685"/>
                  </a:lnTo>
                  <a:lnTo>
                    <a:pt x="7017" y="24052"/>
                  </a:lnTo>
                  <a:lnTo>
                    <a:pt x="4920" y="20719"/>
                  </a:lnTo>
                  <a:lnTo>
                    <a:pt x="6162" y="16433"/>
                  </a:lnTo>
                  <a:lnTo>
                    <a:pt x="3612" y="16078"/>
                  </a:lnTo>
                  <a:lnTo>
                    <a:pt x="0" y="10699"/>
                  </a:lnTo>
                  <a:lnTo>
                    <a:pt x="797" y="6290"/>
                  </a:lnTo>
                  <a:lnTo>
                    <a:pt x="1524" y="5017"/>
                  </a:lnTo>
                  <a:lnTo>
                    <a:pt x="5173" y="7392"/>
                  </a:lnTo>
                  <a:lnTo>
                    <a:pt x="9052" y="4360"/>
                  </a:lnTo>
                  <a:lnTo>
                    <a:pt x="12149" y="4029"/>
                  </a:lnTo>
                  <a:lnTo>
                    <a:pt x="13631" y="2158"/>
                  </a:lnTo>
                  <a:lnTo>
                    <a:pt x="13766" y="891"/>
                  </a:lnTo>
                  <a:lnTo>
                    <a:pt x="1245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5" name="ph7695"/>
            <p:cNvSpPr/>
            <p:nvPr/>
          </p:nvSpPr>
          <p:spPr>
            <a:xfrm>
              <a:off x="11161531" y="3165384"/>
              <a:ext cx="12969" cy="15154"/>
            </a:xfrm>
            <a:custGeom>
              <a:avLst/>
              <a:pathLst>
                <a:path w="12969" h="15154">
                  <a:moveTo>
                    <a:pt x="4252" y="2495"/>
                  </a:moveTo>
                  <a:lnTo>
                    <a:pt x="2984" y="6819"/>
                  </a:lnTo>
                  <a:lnTo>
                    <a:pt x="3482" y="7239"/>
                  </a:lnTo>
                  <a:lnTo>
                    <a:pt x="4226" y="7619"/>
                  </a:lnTo>
                  <a:lnTo>
                    <a:pt x="7628" y="4048"/>
                  </a:lnTo>
                  <a:lnTo>
                    <a:pt x="12969" y="5136"/>
                  </a:lnTo>
                  <a:lnTo>
                    <a:pt x="12866" y="6662"/>
                  </a:lnTo>
                  <a:lnTo>
                    <a:pt x="9260" y="10869"/>
                  </a:lnTo>
                  <a:lnTo>
                    <a:pt x="6661" y="12812"/>
                  </a:lnTo>
                  <a:lnTo>
                    <a:pt x="7521" y="11567"/>
                  </a:lnTo>
                  <a:lnTo>
                    <a:pt x="7304" y="10274"/>
                  </a:lnTo>
                  <a:lnTo>
                    <a:pt x="6490" y="8960"/>
                  </a:lnTo>
                  <a:lnTo>
                    <a:pt x="4605" y="8862"/>
                  </a:lnTo>
                  <a:lnTo>
                    <a:pt x="3375" y="10116"/>
                  </a:lnTo>
                  <a:lnTo>
                    <a:pt x="5375" y="13180"/>
                  </a:lnTo>
                  <a:lnTo>
                    <a:pt x="4410" y="14206"/>
                  </a:lnTo>
                  <a:lnTo>
                    <a:pt x="1970" y="14632"/>
                  </a:lnTo>
                  <a:lnTo>
                    <a:pt x="784" y="15154"/>
                  </a:lnTo>
                  <a:lnTo>
                    <a:pt x="0" y="13773"/>
                  </a:lnTo>
                  <a:lnTo>
                    <a:pt x="101" y="11758"/>
                  </a:lnTo>
                  <a:lnTo>
                    <a:pt x="1489" y="9692"/>
                  </a:lnTo>
                  <a:lnTo>
                    <a:pt x="23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6" name="ph7696"/>
            <p:cNvSpPr/>
            <p:nvPr/>
          </p:nvSpPr>
          <p:spPr>
            <a:xfrm>
              <a:off x="11440571" y="3207228"/>
              <a:ext cx="118129" cy="55024"/>
            </a:xfrm>
            <a:custGeom>
              <a:avLst/>
              <a:pathLst>
                <a:path w="118129" h="55024">
                  <a:moveTo>
                    <a:pt x="17304" y="26"/>
                  </a:moveTo>
                  <a:lnTo>
                    <a:pt x="92797" y="247"/>
                  </a:lnTo>
                  <a:lnTo>
                    <a:pt x="118129" y="321"/>
                  </a:lnTo>
                  <a:lnTo>
                    <a:pt x="100617" y="54233"/>
                  </a:lnTo>
                  <a:lnTo>
                    <a:pt x="100653" y="52169"/>
                  </a:lnTo>
                  <a:lnTo>
                    <a:pt x="36108" y="55024"/>
                  </a:lnTo>
                  <a:lnTo>
                    <a:pt x="28914" y="54428"/>
                  </a:lnTo>
                  <a:lnTo>
                    <a:pt x="12016" y="49592"/>
                  </a:lnTo>
                  <a:lnTo>
                    <a:pt x="12306" y="48106"/>
                  </a:lnTo>
                  <a:lnTo>
                    <a:pt x="11072" y="45877"/>
                  </a:lnTo>
                  <a:lnTo>
                    <a:pt x="9071" y="44745"/>
                  </a:lnTo>
                  <a:lnTo>
                    <a:pt x="8086" y="45318"/>
                  </a:lnTo>
                  <a:lnTo>
                    <a:pt x="7441" y="47254"/>
                  </a:lnTo>
                  <a:lnTo>
                    <a:pt x="3026" y="42519"/>
                  </a:lnTo>
                  <a:lnTo>
                    <a:pt x="1042" y="40892"/>
                  </a:lnTo>
                  <a:lnTo>
                    <a:pt x="2044" y="35500"/>
                  </a:lnTo>
                  <a:lnTo>
                    <a:pt x="3359" y="33666"/>
                  </a:lnTo>
                  <a:lnTo>
                    <a:pt x="4698" y="33577"/>
                  </a:lnTo>
                  <a:lnTo>
                    <a:pt x="6399" y="35459"/>
                  </a:lnTo>
                  <a:lnTo>
                    <a:pt x="15101" y="32864"/>
                  </a:lnTo>
                  <a:lnTo>
                    <a:pt x="15608" y="29163"/>
                  </a:lnTo>
                  <a:lnTo>
                    <a:pt x="15022" y="28303"/>
                  </a:lnTo>
                  <a:lnTo>
                    <a:pt x="8159" y="25132"/>
                  </a:lnTo>
                  <a:lnTo>
                    <a:pt x="0" y="17916"/>
                  </a:lnTo>
                  <a:lnTo>
                    <a:pt x="173" y="15898"/>
                  </a:lnTo>
                  <a:lnTo>
                    <a:pt x="2325" y="15470"/>
                  </a:lnTo>
                  <a:lnTo>
                    <a:pt x="7152" y="16248"/>
                  </a:lnTo>
                  <a:lnTo>
                    <a:pt x="7696" y="18020"/>
                  </a:lnTo>
                  <a:lnTo>
                    <a:pt x="9340" y="19053"/>
                  </a:lnTo>
                  <a:lnTo>
                    <a:pt x="10397" y="18938"/>
                  </a:lnTo>
                  <a:lnTo>
                    <a:pt x="14308" y="16929"/>
                  </a:lnTo>
                  <a:lnTo>
                    <a:pt x="18280" y="16696"/>
                  </a:lnTo>
                  <a:lnTo>
                    <a:pt x="21784" y="13065"/>
                  </a:lnTo>
                  <a:lnTo>
                    <a:pt x="22512" y="10943"/>
                  </a:lnTo>
                  <a:lnTo>
                    <a:pt x="19859" y="9115"/>
                  </a:lnTo>
                  <a:lnTo>
                    <a:pt x="17345" y="9718"/>
                  </a:lnTo>
                  <a:lnTo>
                    <a:pt x="12373" y="8649"/>
                  </a:lnTo>
                  <a:lnTo>
                    <a:pt x="9484" y="4860"/>
                  </a:lnTo>
                  <a:lnTo>
                    <a:pt x="810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7" name="ph7697"/>
            <p:cNvSpPr/>
            <p:nvPr/>
          </p:nvSpPr>
          <p:spPr>
            <a:xfrm>
              <a:off x="11041933" y="3134120"/>
              <a:ext cx="17205" cy="13023"/>
            </a:xfrm>
            <a:custGeom>
              <a:avLst/>
              <a:pathLst>
                <a:path w="17205" h="13023">
                  <a:moveTo>
                    <a:pt x="9680" y="0"/>
                  </a:moveTo>
                  <a:lnTo>
                    <a:pt x="9922" y="2186"/>
                  </a:lnTo>
                  <a:lnTo>
                    <a:pt x="11678" y="5741"/>
                  </a:lnTo>
                  <a:lnTo>
                    <a:pt x="15878" y="5474"/>
                  </a:lnTo>
                  <a:lnTo>
                    <a:pt x="16155" y="4602"/>
                  </a:lnTo>
                  <a:lnTo>
                    <a:pt x="17205" y="9963"/>
                  </a:lnTo>
                  <a:lnTo>
                    <a:pt x="17022" y="10760"/>
                  </a:lnTo>
                  <a:lnTo>
                    <a:pt x="15258" y="13023"/>
                  </a:lnTo>
                  <a:lnTo>
                    <a:pt x="12508" y="12847"/>
                  </a:lnTo>
                  <a:lnTo>
                    <a:pt x="11505" y="10165"/>
                  </a:lnTo>
                  <a:lnTo>
                    <a:pt x="11412" y="6669"/>
                  </a:lnTo>
                  <a:lnTo>
                    <a:pt x="10758" y="5933"/>
                  </a:lnTo>
                  <a:lnTo>
                    <a:pt x="7977" y="5331"/>
                  </a:lnTo>
                  <a:lnTo>
                    <a:pt x="6320" y="7902"/>
                  </a:lnTo>
                  <a:lnTo>
                    <a:pt x="8764" y="8526"/>
                  </a:lnTo>
                  <a:lnTo>
                    <a:pt x="9364" y="12151"/>
                  </a:lnTo>
                  <a:lnTo>
                    <a:pt x="5746" y="11505"/>
                  </a:lnTo>
                  <a:lnTo>
                    <a:pt x="3378" y="11808"/>
                  </a:lnTo>
                  <a:lnTo>
                    <a:pt x="0" y="8301"/>
                  </a:lnTo>
                  <a:lnTo>
                    <a:pt x="1933" y="5810"/>
                  </a:lnTo>
                  <a:lnTo>
                    <a:pt x="5706" y="1996"/>
                  </a:lnTo>
                  <a:lnTo>
                    <a:pt x="6362" y="95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8" name="ph7698"/>
            <p:cNvSpPr/>
            <p:nvPr/>
          </p:nvSpPr>
          <p:spPr>
            <a:xfrm>
              <a:off x="11230721" y="3144919"/>
              <a:ext cx="21661" cy="27236"/>
            </a:xfrm>
            <a:custGeom>
              <a:avLst/>
              <a:pathLst>
                <a:path w="21661" h="27236">
                  <a:moveTo>
                    <a:pt x="5172" y="1773"/>
                  </a:moveTo>
                  <a:lnTo>
                    <a:pt x="7681" y="1720"/>
                  </a:lnTo>
                  <a:lnTo>
                    <a:pt x="8648" y="2349"/>
                  </a:lnTo>
                  <a:lnTo>
                    <a:pt x="9805" y="5495"/>
                  </a:lnTo>
                  <a:lnTo>
                    <a:pt x="11328" y="6294"/>
                  </a:lnTo>
                  <a:lnTo>
                    <a:pt x="11159" y="9149"/>
                  </a:lnTo>
                  <a:lnTo>
                    <a:pt x="14599" y="11260"/>
                  </a:lnTo>
                  <a:lnTo>
                    <a:pt x="15525" y="13606"/>
                  </a:lnTo>
                  <a:lnTo>
                    <a:pt x="8817" y="18043"/>
                  </a:lnTo>
                  <a:lnTo>
                    <a:pt x="10556" y="20143"/>
                  </a:lnTo>
                  <a:lnTo>
                    <a:pt x="12961" y="18085"/>
                  </a:lnTo>
                  <a:lnTo>
                    <a:pt x="20959" y="17906"/>
                  </a:lnTo>
                  <a:lnTo>
                    <a:pt x="21661" y="18904"/>
                  </a:lnTo>
                  <a:lnTo>
                    <a:pt x="15720" y="22268"/>
                  </a:lnTo>
                  <a:lnTo>
                    <a:pt x="14044" y="25580"/>
                  </a:lnTo>
                  <a:lnTo>
                    <a:pt x="10135" y="27236"/>
                  </a:lnTo>
                  <a:lnTo>
                    <a:pt x="6578" y="27123"/>
                  </a:lnTo>
                  <a:lnTo>
                    <a:pt x="5615" y="25778"/>
                  </a:lnTo>
                  <a:lnTo>
                    <a:pt x="6797" y="22975"/>
                  </a:lnTo>
                  <a:lnTo>
                    <a:pt x="7972" y="22742"/>
                  </a:lnTo>
                  <a:lnTo>
                    <a:pt x="2906" y="16067"/>
                  </a:lnTo>
                  <a:lnTo>
                    <a:pt x="1461" y="14887"/>
                  </a:lnTo>
                  <a:lnTo>
                    <a:pt x="0" y="14795"/>
                  </a:lnTo>
                  <a:lnTo>
                    <a:pt x="3495" y="9481"/>
                  </a:lnTo>
                  <a:lnTo>
                    <a:pt x="4831" y="8862"/>
                  </a:lnTo>
                  <a:lnTo>
                    <a:pt x="1872" y="7350"/>
                  </a:lnTo>
                  <a:lnTo>
                    <a:pt x="318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9" name="ph7699"/>
            <p:cNvSpPr/>
            <p:nvPr/>
          </p:nvSpPr>
          <p:spPr>
            <a:xfrm>
              <a:off x="11210340" y="3139502"/>
              <a:ext cx="25212" cy="20213"/>
            </a:xfrm>
            <a:custGeom>
              <a:avLst/>
              <a:pathLst>
                <a:path w="25212" h="20213">
                  <a:moveTo>
                    <a:pt x="14976" y="595"/>
                  </a:moveTo>
                  <a:lnTo>
                    <a:pt x="18419" y="974"/>
                  </a:lnTo>
                  <a:lnTo>
                    <a:pt x="20689" y="5137"/>
                  </a:lnTo>
                  <a:lnTo>
                    <a:pt x="23566" y="5417"/>
                  </a:lnTo>
                  <a:lnTo>
                    <a:pt x="22253" y="12768"/>
                  </a:lnTo>
                  <a:lnTo>
                    <a:pt x="25212" y="14280"/>
                  </a:lnTo>
                  <a:lnTo>
                    <a:pt x="23876" y="14898"/>
                  </a:lnTo>
                  <a:lnTo>
                    <a:pt x="20381" y="20213"/>
                  </a:lnTo>
                  <a:lnTo>
                    <a:pt x="19449" y="18867"/>
                  </a:lnTo>
                  <a:lnTo>
                    <a:pt x="14878" y="17280"/>
                  </a:lnTo>
                  <a:lnTo>
                    <a:pt x="12863" y="18846"/>
                  </a:lnTo>
                  <a:lnTo>
                    <a:pt x="3138" y="19849"/>
                  </a:lnTo>
                  <a:lnTo>
                    <a:pt x="776" y="17091"/>
                  </a:lnTo>
                  <a:lnTo>
                    <a:pt x="0" y="13367"/>
                  </a:lnTo>
                  <a:lnTo>
                    <a:pt x="1088" y="10357"/>
                  </a:lnTo>
                  <a:lnTo>
                    <a:pt x="3438" y="10267"/>
                  </a:lnTo>
                  <a:lnTo>
                    <a:pt x="5441" y="8887"/>
                  </a:lnTo>
                  <a:lnTo>
                    <a:pt x="7226" y="10500"/>
                  </a:lnTo>
                  <a:lnTo>
                    <a:pt x="10382" y="12069"/>
                  </a:lnTo>
                  <a:lnTo>
                    <a:pt x="11166" y="10449"/>
                  </a:lnTo>
                  <a:lnTo>
                    <a:pt x="9093" y="7970"/>
                  </a:lnTo>
                  <a:lnTo>
                    <a:pt x="12027" y="1734"/>
                  </a:lnTo>
                  <a:lnTo>
                    <a:pt x="1497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0" name="ph7700"/>
            <p:cNvSpPr/>
            <p:nvPr/>
          </p:nvSpPr>
          <p:spPr>
            <a:xfrm>
              <a:off x="11218507" y="3220323"/>
              <a:ext cx="7070" cy="8720"/>
            </a:xfrm>
            <a:custGeom>
              <a:avLst/>
              <a:pathLst>
                <a:path w="7070" h="8720">
                  <a:moveTo>
                    <a:pt x="6451" y="0"/>
                  </a:moveTo>
                  <a:lnTo>
                    <a:pt x="7070" y="2279"/>
                  </a:lnTo>
                  <a:lnTo>
                    <a:pt x="6375" y="2524"/>
                  </a:lnTo>
                  <a:lnTo>
                    <a:pt x="6120" y="4378"/>
                  </a:lnTo>
                  <a:lnTo>
                    <a:pt x="4519" y="4163"/>
                  </a:lnTo>
                  <a:lnTo>
                    <a:pt x="2645" y="8469"/>
                  </a:lnTo>
                  <a:lnTo>
                    <a:pt x="483" y="8720"/>
                  </a:lnTo>
                  <a:lnTo>
                    <a:pt x="0" y="7905"/>
                  </a:lnTo>
                  <a:lnTo>
                    <a:pt x="483" y="1802"/>
                  </a:lnTo>
                  <a:lnTo>
                    <a:pt x="3496" y="1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1" name="ph7701"/>
            <p:cNvSpPr/>
            <p:nvPr/>
          </p:nvSpPr>
          <p:spPr>
            <a:xfrm>
              <a:off x="11066616" y="3126886"/>
              <a:ext cx="25850" cy="23353"/>
            </a:xfrm>
            <a:custGeom>
              <a:avLst/>
              <a:pathLst>
                <a:path w="25850" h="23353">
                  <a:moveTo>
                    <a:pt x="2563" y="97"/>
                  </a:moveTo>
                  <a:lnTo>
                    <a:pt x="8926" y="0"/>
                  </a:lnTo>
                  <a:lnTo>
                    <a:pt x="9102" y="6530"/>
                  </a:lnTo>
                  <a:lnTo>
                    <a:pt x="13820" y="5699"/>
                  </a:lnTo>
                  <a:lnTo>
                    <a:pt x="16918" y="6675"/>
                  </a:lnTo>
                  <a:lnTo>
                    <a:pt x="16314" y="8835"/>
                  </a:lnTo>
                  <a:lnTo>
                    <a:pt x="17111" y="11270"/>
                  </a:lnTo>
                  <a:lnTo>
                    <a:pt x="25717" y="15438"/>
                  </a:lnTo>
                  <a:lnTo>
                    <a:pt x="25850" y="17051"/>
                  </a:lnTo>
                  <a:lnTo>
                    <a:pt x="25655" y="20638"/>
                  </a:lnTo>
                  <a:lnTo>
                    <a:pt x="19509" y="23353"/>
                  </a:lnTo>
                  <a:lnTo>
                    <a:pt x="18027" y="20633"/>
                  </a:lnTo>
                  <a:lnTo>
                    <a:pt x="18028" y="19099"/>
                  </a:lnTo>
                  <a:lnTo>
                    <a:pt x="19483" y="16443"/>
                  </a:lnTo>
                  <a:lnTo>
                    <a:pt x="19097" y="13743"/>
                  </a:lnTo>
                  <a:lnTo>
                    <a:pt x="17499" y="12610"/>
                  </a:lnTo>
                  <a:lnTo>
                    <a:pt x="13752" y="12634"/>
                  </a:lnTo>
                  <a:lnTo>
                    <a:pt x="13634" y="16466"/>
                  </a:lnTo>
                  <a:lnTo>
                    <a:pt x="10146" y="19345"/>
                  </a:lnTo>
                  <a:lnTo>
                    <a:pt x="7536" y="15095"/>
                  </a:lnTo>
                  <a:lnTo>
                    <a:pt x="3689" y="10841"/>
                  </a:lnTo>
                  <a:lnTo>
                    <a:pt x="6230" y="9614"/>
                  </a:lnTo>
                  <a:lnTo>
                    <a:pt x="5822" y="8473"/>
                  </a:lnTo>
                  <a:lnTo>
                    <a:pt x="4006" y="7501"/>
                  </a:lnTo>
                  <a:lnTo>
                    <a:pt x="2321" y="3235"/>
                  </a:lnTo>
                  <a:lnTo>
                    <a:pt x="2204" y="347"/>
                  </a:lnTo>
                  <a:lnTo>
                    <a:pt x="0" y="74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2" name="ph7702"/>
            <p:cNvSpPr/>
            <p:nvPr/>
          </p:nvSpPr>
          <p:spPr>
            <a:xfrm>
              <a:off x="11135500" y="3132834"/>
              <a:ext cx="11841" cy="10788"/>
            </a:xfrm>
            <a:custGeom>
              <a:avLst/>
              <a:pathLst>
                <a:path w="11841" h="10788">
                  <a:moveTo>
                    <a:pt x="4133" y="621"/>
                  </a:moveTo>
                  <a:lnTo>
                    <a:pt x="10965" y="4482"/>
                  </a:lnTo>
                  <a:lnTo>
                    <a:pt x="11841" y="10226"/>
                  </a:lnTo>
                  <a:lnTo>
                    <a:pt x="9558" y="10563"/>
                  </a:lnTo>
                  <a:lnTo>
                    <a:pt x="7203" y="10788"/>
                  </a:lnTo>
                  <a:lnTo>
                    <a:pt x="7113" y="9287"/>
                  </a:lnTo>
                  <a:lnTo>
                    <a:pt x="4245" y="6255"/>
                  </a:lnTo>
                  <a:lnTo>
                    <a:pt x="952" y="4110"/>
                  </a:lnTo>
                  <a:lnTo>
                    <a:pt x="0" y="1839"/>
                  </a:lnTo>
                  <a:lnTo>
                    <a:pt x="3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3" name="ph7703"/>
            <p:cNvSpPr/>
            <p:nvPr/>
          </p:nvSpPr>
          <p:spPr>
            <a:xfrm>
              <a:off x="11256994" y="3203169"/>
              <a:ext cx="9975" cy="22189"/>
            </a:xfrm>
            <a:custGeom>
              <a:avLst/>
              <a:pathLst>
                <a:path w="9975" h="22189">
                  <a:moveTo>
                    <a:pt x="3050" y="338"/>
                  </a:moveTo>
                  <a:lnTo>
                    <a:pt x="3476" y="527"/>
                  </a:lnTo>
                  <a:lnTo>
                    <a:pt x="6299" y="3862"/>
                  </a:lnTo>
                  <a:lnTo>
                    <a:pt x="4486" y="3699"/>
                  </a:lnTo>
                  <a:lnTo>
                    <a:pt x="3522" y="5503"/>
                  </a:lnTo>
                  <a:lnTo>
                    <a:pt x="5190" y="12559"/>
                  </a:lnTo>
                  <a:lnTo>
                    <a:pt x="7599" y="16970"/>
                  </a:lnTo>
                  <a:lnTo>
                    <a:pt x="9975" y="17384"/>
                  </a:lnTo>
                  <a:lnTo>
                    <a:pt x="3441" y="22189"/>
                  </a:lnTo>
                  <a:lnTo>
                    <a:pt x="2007" y="7331"/>
                  </a:lnTo>
                  <a:lnTo>
                    <a:pt x="2433" y="4408"/>
                  </a:lnTo>
                  <a:lnTo>
                    <a:pt x="1356" y="2916"/>
                  </a:lnTo>
                  <a:lnTo>
                    <a:pt x="0" y="2595"/>
                  </a:lnTo>
                  <a:lnTo>
                    <a:pt x="121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4" name="ph7704"/>
            <p:cNvSpPr/>
            <p:nvPr/>
          </p:nvSpPr>
          <p:spPr>
            <a:xfrm>
              <a:off x="11291454" y="3342437"/>
              <a:ext cx="32279" cy="38612"/>
            </a:xfrm>
            <a:custGeom>
              <a:avLst/>
              <a:pathLst>
                <a:path w="32279" h="38612">
                  <a:moveTo>
                    <a:pt x="17048" y="1855"/>
                  </a:moveTo>
                  <a:lnTo>
                    <a:pt x="21821" y="2365"/>
                  </a:lnTo>
                  <a:lnTo>
                    <a:pt x="25434" y="4095"/>
                  </a:lnTo>
                  <a:lnTo>
                    <a:pt x="28477" y="9079"/>
                  </a:lnTo>
                  <a:lnTo>
                    <a:pt x="24305" y="7577"/>
                  </a:lnTo>
                  <a:lnTo>
                    <a:pt x="20872" y="8827"/>
                  </a:lnTo>
                  <a:lnTo>
                    <a:pt x="21612" y="12713"/>
                  </a:lnTo>
                  <a:lnTo>
                    <a:pt x="22305" y="14051"/>
                  </a:lnTo>
                  <a:lnTo>
                    <a:pt x="26989" y="12722"/>
                  </a:lnTo>
                  <a:lnTo>
                    <a:pt x="29070" y="18554"/>
                  </a:lnTo>
                  <a:lnTo>
                    <a:pt x="32279" y="20419"/>
                  </a:lnTo>
                  <a:lnTo>
                    <a:pt x="27578" y="25188"/>
                  </a:lnTo>
                  <a:lnTo>
                    <a:pt x="27113" y="28716"/>
                  </a:lnTo>
                  <a:lnTo>
                    <a:pt x="28738" y="36080"/>
                  </a:lnTo>
                  <a:lnTo>
                    <a:pt x="23997" y="38612"/>
                  </a:lnTo>
                  <a:lnTo>
                    <a:pt x="20045" y="32582"/>
                  </a:lnTo>
                  <a:lnTo>
                    <a:pt x="17799" y="33507"/>
                  </a:lnTo>
                  <a:lnTo>
                    <a:pt x="17320" y="33153"/>
                  </a:lnTo>
                  <a:lnTo>
                    <a:pt x="15628" y="30249"/>
                  </a:lnTo>
                  <a:lnTo>
                    <a:pt x="15838" y="29154"/>
                  </a:lnTo>
                  <a:lnTo>
                    <a:pt x="3723" y="30011"/>
                  </a:lnTo>
                  <a:lnTo>
                    <a:pt x="803" y="29567"/>
                  </a:lnTo>
                  <a:lnTo>
                    <a:pt x="47" y="28640"/>
                  </a:lnTo>
                  <a:lnTo>
                    <a:pt x="0" y="26737"/>
                  </a:lnTo>
                  <a:lnTo>
                    <a:pt x="1025" y="20982"/>
                  </a:lnTo>
                  <a:lnTo>
                    <a:pt x="52" y="19832"/>
                  </a:lnTo>
                  <a:lnTo>
                    <a:pt x="1804" y="18381"/>
                  </a:lnTo>
                  <a:lnTo>
                    <a:pt x="5659" y="17770"/>
                  </a:lnTo>
                  <a:lnTo>
                    <a:pt x="11702" y="18262"/>
                  </a:lnTo>
                  <a:lnTo>
                    <a:pt x="14608" y="14019"/>
                  </a:lnTo>
                  <a:lnTo>
                    <a:pt x="12699" y="10099"/>
                  </a:lnTo>
                  <a:lnTo>
                    <a:pt x="8671" y="9745"/>
                  </a:lnTo>
                  <a:lnTo>
                    <a:pt x="8118" y="8744"/>
                  </a:lnTo>
                  <a:lnTo>
                    <a:pt x="11475" y="8314"/>
                  </a:lnTo>
                  <a:lnTo>
                    <a:pt x="12538" y="4687"/>
                  </a:lnTo>
                  <a:lnTo>
                    <a:pt x="12201" y="2268"/>
                  </a:lnTo>
                  <a:lnTo>
                    <a:pt x="1378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5" name="ph7705"/>
            <p:cNvSpPr/>
            <p:nvPr/>
          </p:nvSpPr>
          <p:spPr>
            <a:xfrm>
              <a:off x="11246310" y="3230520"/>
              <a:ext cx="9450" cy="11321"/>
            </a:xfrm>
            <a:custGeom>
              <a:avLst/>
              <a:pathLst>
                <a:path w="9450" h="11321">
                  <a:moveTo>
                    <a:pt x="6398" y="848"/>
                  </a:moveTo>
                  <a:lnTo>
                    <a:pt x="7937" y="8505"/>
                  </a:lnTo>
                  <a:lnTo>
                    <a:pt x="9450" y="8810"/>
                  </a:lnTo>
                  <a:lnTo>
                    <a:pt x="8757" y="11321"/>
                  </a:lnTo>
                  <a:lnTo>
                    <a:pt x="3904" y="9542"/>
                  </a:lnTo>
                  <a:lnTo>
                    <a:pt x="2610" y="10499"/>
                  </a:lnTo>
                  <a:lnTo>
                    <a:pt x="0" y="7358"/>
                  </a:lnTo>
                  <a:lnTo>
                    <a:pt x="1392" y="6161"/>
                  </a:lnTo>
                  <a:lnTo>
                    <a:pt x="2872" y="6814"/>
                  </a:lnTo>
                  <a:lnTo>
                    <a:pt x="3806" y="6095"/>
                  </a:lnTo>
                  <a:lnTo>
                    <a:pt x="4431" y="2562"/>
                  </a:lnTo>
                  <a:lnTo>
                    <a:pt x="568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6" name="ph7706"/>
            <p:cNvSpPr/>
            <p:nvPr/>
          </p:nvSpPr>
          <p:spPr>
            <a:xfrm>
              <a:off x="11272086" y="3351862"/>
              <a:ext cx="18135" cy="16851"/>
            </a:xfrm>
            <a:custGeom>
              <a:avLst/>
              <a:pathLst>
                <a:path w="18135" h="16851">
                  <a:moveTo>
                    <a:pt x="4806" y="219"/>
                  </a:moveTo>
                  <a:lnTo>
                    <a:pt x="6821" y="2158"/>
                  </a:lnTo>
                  <a:lnTo>
                    <a:pt x="8811" y="2293"/>
                  </a:lnTo>
                  <a:lnTo>
                    <a:pt x="13552" y="871"/>
                  </a:lnTo>
                  <a:lnTo>
                    <a:pt x="14072" y="2106"/>
                  </a:lnTo>
                  <a:lnTo>
                    <a:pt x="13053" y="3695"/>
                  </a:lnTo>
                  <a:lnTo>
                    <a:pt x="16456" y="8657"/>
                  </a:lnTo>
                  <a:lnTo>
                    <a:pt x="18135" y="9513"/>
                  </a:lnTo>
                  <a:lnTo>
                    <a:pt x="16559" y="11625"/>
                  </a:lnTo>
                  <a:lnTo>
                    <a:pt x="14123" y="12328"/>
                  </a:lnTo>
                  <a:lnTo>
                    <a:pt x="13571" y="14107"/>
                  </a:lnTo>
                  <a:lnTo>
                    <a:pt x="17472" y="14650"/>
                  </a:lnTo>
                  <a:lnTo>
                    <a:pt x="10421" y="15066"/>
                  </a:lnTo>
                  <a:lnTo>
                    <a:pt x="7228" y="16851"/>
                  </a:lnTo>
                  <a:lnTo>
                    <a:pt x="3872" y="14675"/>
                  </a:lnTo>
                  <a:lnTo>
                    <a:pt x="3109" y="10910"/>
                  </a:lnTo>
                  <a:lnTo>
                    <a:pt x="0" y="9767"/>
                  </a:lnTo>
                  <a:lnTo>
                    <a:pt x="1973" y="1694"/>
                  </a:lnTo>
                  <a:lnTo>
                    <a:pt x="331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7" name="ph7707"/>
            <p:cNvSpPr/>
            <p:nvPr/>
          </p:nvSpPr>
          <p:spPr>
            <a:xfrm>
              <a:off x="11245714" y="3335424"/>
              <a:ext cx="26535" cy="20917"/>
            </a:xfrm>
            <a:custGeom>
              <a:avLst/>
              <a:pathLst>
                <a:path w="26535" h="20917">
                  <a:moveTo>
                    <a:pt x="16813" y="198"/>
                  </a:moveTo>
                  <a:lnTo>
                    <a:pt x="20252" y="1178"/>
                  </a:lnTo>
                  <a:lnTo>
                    <a:pt x="25002" y="3687"/>
                  </a:lnTo>
                  <a:lnTo>
                    <a:pt x="26535" y="3167"/>
                  </a:lnTo>
                  <a:lnTo>
                    <a:pt x="25382" y="8097"/>
                  </a:lnTo>
                  <a:lnTo>
                    <a:pt x="23225" y="8655"/>
                  </a:lnTo>
                  <a:lnTo>
                    <a:pt x="21346" y="6928"/>
                  </a:lnTo>
                  <a:lnTo>
                    <a:pt x="17423" y="7979"/>
                  </a:lnTo>
                  <a:lnTo>
                    <a:pt x="14087" y="10247"/>
                  </a:lnTo>
                  <a:lnTo>
                    <a:pt x="13954" y="15153"/>
                  </a:lnTo>
                  <a:lnTo>
                    <a:pt x="15183" y="15258"/>
                  </a:lnTo>
                  <a:lnTo>
                    <a:pt x="15379" y="16359"/>
                  </a:lnTo>
                  <a:lnTo>
                    <a:pt x="13687" y="18438"/>
                  </a:lnTo>
                  <a:lnTo>
                    <a:pt x="13081" y="20889"/>
                  </a:lnTo>
                  <a:lnTo>
                    <a:pt x="11629" y="20917"/>
                  </a:lnTo>
                  <a:lnTo>
                    <a:pt x="9957" y="19750"/>
                  </a:lnTo>
                  <a:lnTo>
                    <a:pt x="9534" y="16825"/>
                  </a:lnTo>
                  <a:lnTo>
                    <a:pt x="8265" y="14323"/>
                  </a:lnTo>
                  <a:lnTo>
                    <a:pt x="6702" y="12988"/>
                  </a:lnTo>
                  <a:lnTo>
                    <a:pt x="845" y="11716"/>
                  </a:lnTo>
                  <a:lnTo>
                    <a:pt x="0" y="9532"/>
                  </a:lnTo>
                  <a:lnTo>
                    <a:pt x="1439" y="9381"/>
                  </a:lnTo>
                  <a:lnTo>
                    <a:pt x="4715" y="5716"/>
                  </a:lnTo>
                  <a:lnTo>
                    <a:pt x="5511" y="2361"/>
                  </a:lnTo>
                  <a:lnTo>
                    <a:pt x="1355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8" name="ph7708"/>
            <p:cNvSpPr/>
            <p:nvPr/>
          </p:nvSpPr>
          <p:spPr>
            <a:xfrm>
              <a:off x="11149589" y="3324321"/>
              <a:ext cx="15723" cy="20299"/>
            </a:xfrm>
            <a:custGeom>
              <a:avLst/>
              <a:pathLst>
                <a:path w="15723" h="20299">
                  <a:moveTo>
                    <a:pt x="11983" y="2905"/>
                  </a:moveTo>
                  <a:lnTo>
                    <a:pt x="15465" y="3718"/>
                  </a:lnTo>
                  <a:lnTo>
                    <a:pt x="15723" y="4875"/>
                  </a:lnTo>
                  <a:lnTo>
                    <a:pt x="15427" y="7094"/>
                  </a:lnTo>
                  <a:lnTo>
                    <a:pt x="10184" y="12370"/>
                  </a:lnTo>
                  <a:lnTo>
                    <a:pt x="7182" y="9786"/>
                  </a:lnTo>
                  <a:lnTo>
                    <a:pt x="5909" y="10009"/>
                  </a:lnTo>
                  <a:lnTo>
                    <a:pt x="3360" y="12170"/>
                  </a:lnTo>
                  <a:lnTo>
                    <a:pt x="7449" y="14664"/>
                  </a:lnTo>
                  <a:lnTo>
                    <a:pt x="9235" y="17546"/>
                  </a:lnTo>
                  <a:lnTo>
                    <a:pt x="8451" y="19668"/>
                  </a:lnTo>
                  <a:lnTo>
                    <a:pt x="6612" y="20299"/>
                  </a:lnTo>
                  <a:lnTo>
                    <a:pt x="2569" y="17796"/>
                  </a:lnTo>
                  <a:lnTo>
                    <a:pt x="0" y="13683"/>
                  </a:lnTo>
                  <a:lnTo>
                    <a:pt x="837" y="5350"/>
                  </a:lnTo>
                  <a:lnTo>
                    <a:pt x="181" y="5083"/>
                  </a:lnTo>
                  <a:lnTo>
                    <a:pt x="2247" y="3812"/>
                  </a:lnTo>
                  <a:lnTo>
                    <a:pt x="2338" y="4309"/>
                  </a:lnTo>
                  <a:lnTo>
                    <a:pt x="3944" y="2258"/>
                  </a:lnTo>
                  <a:lnTo>
                    <a:pt x="2966" y="912"/>
                  </a:lnTo>
                  <a:lnTo>
                    <a:pt x="3446" y="540"/>
                  </a:lnTo>
                  <a:lnTo>
                    <a:pt x="9625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9" name="ph7709"/>
            <p:cNvSpPr/>
            <p:nvPr/>
          </p:nvSpPr>
          <p:spPr>
            <a:xfrm>
              <a:off x="11189313" y="3241587"/>
              <a:ext cx="20038" cy="15268"/>
            </a:xfrm>
            <a:custGeom>
              <a:avLst/>
              <a:pathLst>
                <a:path w="20038" h="15268">
                  <a:moveTo>
                    <a:pt x="18863" y="671"/>
                  </a:moveTo>
                  <a:lnTo>
                    <a:pt x="20038" y="3479"/>
                  </a:lnTo>
                  <a:lnTo>
                    <a:pt x="16815" y="5240"/>
                  </a:lnTo>
                  <a:lnTo>
                    <a:pt x="16033" y="6871"/>
                  </a:lnTo>
                  <a:lnTo>
                    <a:pt x="14889" y="9362"/>
                  </a:lnTo>
                  <a:lnTo>
                    <a:pt x="14267" y="11550"/>
                  </a:lnTo>
                  <a:lnTo>
                    <a:pt x="10648" y="15268"/>
                  </a:lnTo>
                  <a:lnTo>
                    <a:pt x="4754" y="13081"/>
                  </a:lnTo>
                  <a:lnTo>
                    <a:pt x="2449" y="13826"/>
                  </a:lnTo>
                  <a:lnTo>
                    <a:pt x="2085" y="14815"/>
                  </a:lnTo>
                  <a:lnTo>
                    <a:pt x="0" y="8883"/>
                  </a:lnTo>
                  <a:lnTo>
                    <a:pt x="2536" y="3043"/>
                  </a:lnTo>
                  <a:lnTo>
                    <a:pt x="3281" y="3771"/>
                  </a:lnTo>
                  <a:lnTo>
                    <a:pt x="6400" y="1696"/>
                  </a:lnTo>
                  <a:lnTo>
                    <a:pt x="10368" y="1263"/>
                  </a:lnTo>
                  <a:lnTo>
                    <a:pt x="14097" y="1757"/>
                  </a:lnTo>
                  <a:lnTo>
                    <a:pt x="1722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0" name="ph7710"/>
            <p:cNvSpPr/>
            <p:nvPr/>
          </p:nvSpPr>
          <p:spPr>
            <a:xfrm>
              <a:off x="11331559" y="3226306"/>
              <a:ext cx="18472" cy="22371"/>
            </a:xfrm>
            <a:custGeom>
              <a:avLst/>
              <a:pathLst>
                <a:path w="18472" h="22371">
                  <a:moveTo>
                    <a:pt x="7212" y="1489"/>
                  </a:moveTo>
                  <a:lnTo>
                    <a:pt x="11963" y="4552"/>
                  </a:lnTo>
                  <a:lnTo>
                    <a:pt x="15891" y="4321"/>
                  </a:lnTo>
                  <a:lnTo>
                    <a:pt x="18257" y="5367"/>
                  </a:lnTo>
                  <a:lnTo>
                    <a:pt x="18472" y="8924"/>
                  </a:lnTo>
                  <a:lnTo>
                    <a:pt x="17168" y="8278"/>
                  </a:lnTo>
                  <a:lnTo>
                    <a:pt x="14215" y="10763"/>
                  </a:lnTo>
                  <a:lnTo>
                    <a:pt x="13685" y="13145"/>
                  </a:lnTo>
                  <a:lnTo>
                    <a:pt x="14111" y="17084"/>
                  </a:lnTo>
                  <a:lnTo>
                    <a:pt x="12994" y="21769"/>
                  </a:lnTo>
                  <a:lnTo>
                    <a:pt x="9205" y="22153"/>
                  </a:lnTo>
                  <a:lnTo>
                    <a:pt x="2455" y="22371"/>
                  </a:lnTo>
                  <a:lnTo>
                    <a:pt x="1033" y="20158"/>
                  </a:lnTo>
                  <a:lnTo>
                    <a:pt x="1069" y="16160"/>
                  </a:lnTo>
                  <a:lnTo>
                    <a:pt x="3121" y="14236"/>
                  </a:lnTo>
                  <a:lnTo>
                    <a:pt x="6587" y="13449"/>
                  </a:lnTo>
                  <a:lnTo>
                    <a:pt x="6010" y="11667"/>
                  </a:lnTo>
                  <a:lnTo>
                    <a:pt x="1938" y="6577"/>
                  </a:lnTo>
                  <a:lnTo>
                    <a:pt x="0" y="5143"/>
                  </a:lnTo>
                  <a:lnTo>
                    <a:pt x="459" y="3122"/>
                  </a:lnTo>
                  <a:lnTo>
                    <a:pt x="3277" y="1006"/>
                  </a:lnTo>
                  <a:lnTo>
                    <a:pt x="78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1" name="ph7711"/>
            <p:cNvSpPr/>
            <p:nvPr/>
          </p:nvSpPr>
          <p:spPr>
            <a:xfrm>
              <a:off x="11292734" y="3259270"/>
              <a:ext cx="7028" cy="10800"/>
            </a:xfrm>
            <a:custGeom>
              <a:avLst/>
              <a:pathLst>
                <a:path w="7028" h="10800">
                  <a:moveTo>
                    <a:pt x="0" y="256"/>
                  </a:moveTo>
                  <a:lnTo>
                    <a:pt x="5549" y="0"/>
                  </a:lnTo>
                  <a:lnTo>
                    <a:pt x="7028" y="8771"/>
                  </a:lnTo>
                  <a:lnTo>
                    <a:pt x="225" y="1080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2" name="ph7712"/>
            <p:cNvSpPr/>
            <p:nvPr/>
          </p:nvSpPr>
          <p:spPr>
            <a:xfrm>
              <a:off x="11252142" y="3239331"/>
              <a:ext cx="15702" cy="14466"/>
            </a:xfrm>
            <a:custGeom>
              <a:avLst/>
              <a:pathLst>
                <a:path w="15702" h="14466">
                  <a:moveTo>
                    <a:pt x="9845" y="2770"/>
                  </a:moveTo>
                  <a:lnTo>
                    <a:pt x="14646" y="3561"/>
                  </a:lnTo>
                  <a:lnTo>
                    <a:pt x="15702" y="4282"/>
                  </a:lnTo>
                  <a:lnTo>
                    <a:pt x="14975" y="7672"/>
                  </a:lnTo>
                  <a:lnTo>
                    <a:pt x="12989" y="9295"/>
                  </a:lnTo>
                  <a:lnTo>
                    <a:pt x="8129" y="8286"/>
                  </a:lnTo>
                  <a:lnTo>
                    <a:pt x="4331" y="7416"/>
                  </a:lnTo>
                  <a:lnTo>
                    <a:pt x="2765" y="14466"/>
                  </a:lnTo>
                  <a:lnTo>
                    <a:pt x="385" y="11985"/>
                  </a:lnTo>
                  <a:lnTo>
                    <a:pt x="0" y="7431"/>
                  </a:lnTo>
                  <a:lnTo>
                    <a:pt x="4333" y="7404"/>
                  </a:lnTo>
                  <a:lnTo>
                    <a:pt x="4224" y="4244"/>
                  </a:lnTo>
                  <a:lnTo>
                    <a:pt x="2925" y="2511"/>
                  </a:lnTo>
                  <a:lnTo>
                    <a:pt x="3617" y="0"/>
                  </a:lnTo>
                  <a:lnTo>
                    <a:pt x="5428" y="483"/>
                  </a:lnTo>
                  <a:lnTo>
                    <a:pt x="10708" y="54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3" name="ph7713"/>
            <p:cNvSpPr/>
            <p:nvPr/>
          </p:nvSpPr>
          <p:spPr>
            <a:xfrm>
              <a:off x="11321458" y="3272131"/>
              <a:ext cx="18006" cy="20679"/>
            </a:xfrm>
            <a:custGeom>
              <a:avLst/>
              <a:pathLst>
                <a:path w="18006" h="20679">
                  <a:moveTo>
                    <a:pt x="15698" y="8474"/>
                  </a:moveTo>
                  <a:lnTo>
                    <a:pt x="17874" y="12756"/>
                  </a:lnTo>
                  <a:lnTo>
                    <a:pt x="18006" y="13913"/>
                  </a:lnTo>
                  <a:lnTo>
                    <a:pt x="14077" y="17553"/>
                  </a:lnTo>
                  <a:lnTo>
                    <a:pt x="11800" y="20679"/>
                  </a:lnTo>
                  <a:lnTo>
                    <a:pt x="4776" y="15704"/>
                  </a:lnTo>
                  <a:lnTo>
                    <a:pt x="2101" y="16163"/>
                  </a:lnTo>
                  <a:lnTo>
                    <a:pt x="3309" y="11556"/>
                  </a:lnTo>
                  <a:lnTo>
                    <a:pt x="0" y="8200"/>
                  </a:lnTo>
                  <a:lnTo>
                    <a:pt x="89" y="4495"/>
                  </a:lnTo>
                  <a:lnTo>
                    <a:pt x="346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4" name="ph7714"/>
            <p:cNvSpPr/>
            <p:nvPr/>
          </p:nvSpPr>
          <p:spPr>
            <a:xfrm>
              <a:off x="11315906" y="3201733"/>
              <a:ext cx="21605" cy="18943"/>
            </a:xfrm>
            <a:custGeom>
              <a:avLst/>
              <a:pathLst>
                <a:path w="21605" h="18943">
                  <a:moveTo>
                    <a:pt x="14075" y="2455"/>
                  </a:moveTo>
                  <a:lnTo>
                    <a:pt x="16075" y="2454"/>
                  </a:lnTo>
                  <a:lnTo>
                    <a:pt x="19826" y="5227"/>
                  </a:lnTo>
                  <a:lnTo>
                    <a:pt x="21605" y="6712"/>
                  </a:lnTo>
                  <a:lnTo>
                    <a:pt x="21011" y="8847"/>
                  </a:lnTo>
                  <a:lnTo>
                    <a:pt x="18355" y="8527"/>
                  </a:lnTo>
                  <a:lnTo>
                    <a:pt x="15815" y="9094"/>
                  </a:lnTo>
                  <a:lnTo>
                    <a:pt x="19012" y="12619"/>
                  </a:lnTo>
                  <a:lnTo>
                    <a:pt x="18793" y="16205"/>
                  </a:lnTo>
                  <a:lnTo>
                    <a:pt x="17794" y="17029"/>
                  </a:lnTo>
                  <a:lnTo>
                    <a:pt x="15144" y="18213"/>
                  </a:lnTo>
                  <a:lnTo>
                    <a:pt x="10183" y="17971"/>
                  </a:lnTo>
                  <a:lnTo>
                    <a:pt x="8490" y="18943"/>
                  </a:lnTo>
                  <a:lnTo>
                    <a:pt x="2310" y="17680"/>
                  </a:lnTo>
                  <a:lnTo>
                    <a:pt x="0" y="11613"/>
                  </a:lnTo>
                  <a:lnTo>
                    <a:pt x="1723" y="10367"/>
                  </a:lnTo>
                  <a:lnTo>
                    <a:pt x="5011" y="5775"/>
                  </a:lnTo>
                  <a:lnTo>
                    <a:pt x="8758" y="5451"/>
                  </a:lnTo>
                  <a:lnTo>
                    <a:pt x="8872" y="1159"/>
                  </a:lnTo>
                  <a:lnTo>
                    <a:pt x="9238" y="406"/>
                  </a:lnTo>
                  <a:lnTo>
                    <a:pt x="1090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5" name="ph7715"/>
            <p:cNvSpPr/>
            <p:nvPr/>
          </p:nvSpPr>
          <p:spPr>
            <a:xfrm>
              <a:off x="11237881" y="3221526"/>
              <a:ext cx="16076" cy="16316"/>
            </a:xfrm>
            <a:custGeom>
              <a:avLst/>
              <a:pathLst>
                <a:path w="16076" h="16316">
                  <a:moveTo>
                    <a:pt x="8123" y="2619"/>
                  </a:moveTo>
                  <a:lnTo>
                    <a:pt x="14305" y="1217"/>
                  </a:lnTo>
                  <a:lnTo>
                    <a:pt x="16076" y="3241"/>
                  </a:lnTo>
                  <a:lnTo>
                    <a:pt x="14467" y="4944"/>
                  </a:lnTo>
                  <a:lnTo>
                    <a:pt x="7075" y="6432"/>
                  </a:lnTo>
                  <a:lnTo>
                    <a:pt x="3490" y="9937"/>
                  </a:lnTo>
                  <a:lnTo>
                    <a:pt x="3483" y="10986"/>
                  </a:lnTo>
                  <a:lnTo>
                    <a:pt x="463" y="16316"/>
                  </a:lnTo>
                  <a:lnTo>
                    <a:pt x="0" y="14940"/>
                  </a:lnTo>
                  <a:lnTo>
                    <a:pt x="167" y="10221"/>
                  </a:lnTo>
                  <a:lnTo>
                    <a:pt x="195" y="8470"/>
                  </a:lnTo>
                  <a:lnTo>
                    <a:pt x="384" y="6662"/>
                  </a:lnTo>
                  <a:lnTo>
                    <a:pt x="131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6" name="ph7716"/>
            <p:cNvSpPr/>
            <p:nvPr/>
          </p:nvSpPr>
          <p:spPr>
            <a:xfrm>
              <a:off x="11449082" y="3256820"/>
              <a:ext cx="92142" cy="31364"/>
            </a:xfrm>
            <a:custGeom>
              <a:avLst/>
              <a:pathLst>
                <a:path w="92142" h="31364">
                  <a:moveTo>
                    <a:pt x="20403" y="4836"/>
                  </a:moveTo>
                  <a:lnTo>
                    <a:pt x="27596" y="5432"/>
                  </a:lnTo>
                  <a:lnTo>
                    <a:pt x="92142" y="2576"/>
                  </a:lnTo>
                  <a:lnTo>
                    <a:pt x="92106" y="4641"/>
                  </a:lnTo>
                  <a:lnTo>
                    <a:pt x="83426" y="31364"/>
                  </a:lnTo>
                  <a:lnTo>
                    <a:pt x="83514" y="27584"/>
                  </a:lnTo>
                  <a:lnTo>
                    <a:pt x="77135" y="27827"/>
                  </a:lnTo>
                  <a:lnTo>
                    <a:pt x="73819" y="23163"/>
                  </a:lnTo>
                  <a:lnTo>
                    <a:pt x="68695" y="22012"/>
                  </a:lnTo>
                  <a:lnTo>
                    <a:pt x="67116" y="19074"/>
                  </a:lnTo>
                  <a:lnTo>
                    <a:pt x="62116" y="20908"/>
                  </a:lnTo>
                  <a:lnTo>
                    <a:pt x="61598" y="18046"/>
                  </a:lnTo>
                  <a:lnTo>
                    <a:pt x="53400" y="21522"/>
                  </a:lnTo>
                  <a:lnTo>
                    <a:pt x="51574" y="21012"/>
                  </a:lnTo>
                  <a:lnTo>
                    <a:pt x="49396" y="21802"/>
                  </a:lnTo>
                  <a:lnTo>
                    <a:pt x="50199" y="20064"/>
                  </a:lnTo>
                  <a:lnTo>
                    <a:pt x="44568" y="19211"/>
                  </a:lnTo>
                  <a:lnTo>
                    <a:pt x="43789" y="14058"/>
                  </a:lnTo>
                  <a:lnTo>
                    <a:pt x="42481" y="14194"/>
                  </a:lnTo>
                  <a:lnTo>
                    <a:pt x="41530" y="18751"/>
                  </a:lnTo>
                  <a:lnTo>
                    <a:pt x="24415" y="16054"/>
                  </a:lnTo>
                  <a:lnTo>
                    <a:pt x="24568" y="14440"/>
                  </a:lnTo>
                  <a:lnTo>
                    <a:pt x="22695" y="14088"/>
                  </a:lnTo>
                  <a:lnTo>
                    <a:pt x="20700" y="15249"/>
                  </a:lnTo>
                  <a:lnTo>
                    <a:pt x="10162" y="14098"/>
                  </a:lnTo>
                  <a:lnTo>
                    <a:pt x="10924" y="18902"/>
                  </a:lnTo>
                  <a:lnTo>
                    <a:pt x="5955" y="18689"/>
                  </a:lnTo>
                  <a:lnTo>
                    <a:pt x="1759" y="18505"/>
                  </a:lnTo>
                  <a:lnTo>
                    <a:pt x="0" y="17140"/>
                  </a:lnTo>
                  <a:lnTo>
                    <a:pt x="1962" y="12310"/>
                  </a:lnTo>
                  <a:lnTo>
                    <a:pt x="2089" y="8156"/>
                  </a:lnTo>
                  <a:lnTo>
                    <a:pt x="856" y="3029"/>
                  </a:lnTo>
                  <a:lnTo>
                    <a:pt x="2330" y="298"/>
                  </a:lnTo>
                  <a:lnTo>
                    <a:pt x="350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7" name="ph7717"/>
            <p:cNvSpPr/>
            <p:nvPr/>
          </p:nvSpPr>
          <p:spPr>
            <a:xfrm>
              <a:off x="11158639" y="3184579"/>
              <a:ext cx="5223" cy="4077"/>
            </a:xfrm>
            <a:custGeom>
              <a:avLst/>
              <a:pathLst>
                <a:path w="5223" h="4077">
                  <a:moveTo>
                    <a:pt x="5223" y="1215"/>
                  </a:moveTo>
                  <a:lnTo>
                    <a:pt x="1731" y="4077"/>
                  </a:lnTo>
                  <a:lnTo>
                    <a:pt x="0" y="32"/>
                  </a:lnTo>
                  <a:lnTo>
                    <a:pt x="1530" y="91"/>
                  </a:lnTo>
                  <a:lnTo>
                    <a:pt x="302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8" name="ph7718"/>
            <p:cNvSpPr/>
            <p:nvPr/>
          </p:nvSpPr>
          <p:spPr>
            <a:xfrm>
              <a:off x="11179774" y="3357464"/>
              <a:ext cx="36378" cy="20081"/>
            </a:xfrm>
            <a:custGeom>
              <a:avLst/>
              <a:pathLst>
                <a:path w="36378" h="20081">
                  <a:moveTo>
                    <a:pt x="9886" y="0"/>
                  </a:moveTo>
                  <a:lnTo>
                    <a:pt x="12230" y="1337"/>
                  </a:lnTo>
                  <a:lnTo>
                    <a:pt x="19396" y="2304"/>
                  </a:lnTo>
                  <a:lnTo>
                    <a:pt x="22706" y="1955"/>
                  </a:lnTo>
                  <a:lnTo>
                    <a:pt x="24375" y="3982"/>
                  </a:lnTo>
                  <a:lnTo>
                    <a:pt x="31717" y="3654"/>
                  </a:lnTo>
                  <a:lnTo>
                    <a:pt x="34214" y="2851"/>
                  </a:lnTo>
                  <a:lnTo>
                    <a:pt x="35665" y="3366"/>
                  </a:lnTo>
                  <a:lnTo>
                    <a:pt x="36378" y="5827"/>
                  </a:lnTo>
                  <a:lnTo>
                    <a:pt x="26956" y="10764"/>
                  </a:lnTo>
                  <a:lnTo>
                    <a:pt x="18776" y="16600"/>
                  </a:lnTo>
                  <a:lnTo>
                    <a:pt x="17441" y="19498"/>
                  </a:lnTo>
                  <a:lnTo>
                    <a:pt x="16503" y="20081"/>
                  </a:lnTo>
                  <a:lnTo>
                    <a:pt x="15186" y="19755"/>
                  </a:lnTo>
                  <a:lnTo>
                    <a:pt x="8331" y="15574"/>
                  </a:lnTo>
                  <a:lnTo>
                    <a:pt x="0" y="12601"/>
                  </a:lnTo>
                  <a:lnTo>
                    <a:pt x="3418" y="5212"/>
                  </a:lnTo>
                  <a:lnTo>
                    <a:pt x="7793" y="1046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9" name="ph7719"/>
            <p:cNvSpPr/>
            <p:nvPr/>
          </p:nvSpPr>
          <p:spPr>
            <a:xfrm>
              <a:off x="11498329" y="3287632"/>
              <a:ext cx="47096" cy="42071"/>
            </a:xfrm>
            <a:custGeom>
              <a:avLst/>
              <a:pathLst>
                <a:path w="47096" h="42071">
                  <a:moveTo>
                    <a:pt x="38203" y="8533"/>
                  </a:moveTo>
                  <a:lnTo>
                    <a:pt x="44696" y="17502"/>
                  </a:lnTo>
                  <a:lnTo>
                    <a:pt x="47096" y="23815"/>
                  </a:lnTo>
                  <a:lnTo>
                    <a:pt x="47080" y="28180"/>
                  </a:lnTo>
                  <a:lnTo>
                    <a:pt x="45702" y="31060"/>
                  </a:lnTo>
                  <a:lnTo>
                    <a:pt x="38889" y="35882"/>
                  </a:lnTo>
                  <a:lnTo>
                    <a:pt x="39916" y="40213"/>
                  </a:lnTo>
                  <a:lnTo>
                    <a:pt x="33367" y="42071"/>
                  </a:lnTo>
                  <a:lnTo>
                    <a:pt x="28394" y="39605"/>
                  </a:lnTo>
                  <a:lnTo>
                    <a:pt x="26361" y="41513"/>
                  </a:lnTo>
                  <a:lnTo>
                    <a:pt x="19304" y="41279"/>
                  </a:lnTo>
                  <a:lnTo>
                    <a:pt x="13109" y="39015"/>
                  </a:lnTo>
                  <a:lnTo>
                    <a:pt x="6542" y="37761"/>
                  </a:lnTo>
                  <a:lnTo>
                    <a:pt x="0" y="33618"/>
                  </a:lnTo>
                  <a:lnTo>
                    <a:pt x="958" y="32860"/>
                  </a:lnTo>
                  <a:lnTo>
                    <a:pt x="1280" y="29722"/>
                  </a:lnTo>
                  <a:lnTo>
                    <a:pt x="2950" y="25071"/>
                  </a:lnTo>
                  <a:lnTo>
                    <a:pt x="7753" y="23523"/>
                  </a:lnTo>
                  <a:lnTo>
                    <a:pt x="8455" y="18408"/>
                  </a:lnTo>
                  <a:lnTo>
                    <a:pt x="10982" y="17793"/>
                  </a:lnTo>
                  <a:lnTo>
                    <a:pt x="14639" y="18536"/>
                  </a:lnTo>
                  <a:lnTo>
                    <a:pt x="15911" y="17540"/>
                  </a:lnTo>
                  <a:lnTo>
                    <a:pt x="17337" y="15989"/>
                  </a:lnTo>
                  <a:lnTo>
                    <a:pt x="18654" y="12832"/>
                  </a:lnTo>
                  <a:lnTo>
                    <a:pt x="18332" y="10405"/>
                  </a:lnTo>
                  <a:lnTo>
                    <a:pt x="20002" y="6513"/>
                  </a:lnTo>
                  <a:lnTo>
                    <a:pt x="21013" y="5848"/>
                  </a:lnTo>
                  <a:lnTo>
                    <a:pt x="22538" y="7153"/>
                  </a:lnTo>
                  <a:lnTo>
                    <a:pt x="26260" y="4766"/>
                  </a:lnTo>
                  <a:lnTo>
                    <a:pt x="26510" y="0"/>
                  </a:lnTo>
                  <a:lnTo>
                    <a:pt x="33618" y="2278"/>
                  </a:lnTo>
                  <a:close/>
                  <a:moveTo>
                    <a:pt x="26050" y="22412"/>
                  </a:moveTo>
                  <a:lnTo>
                    <a:pt x="24663" y="28781"/>
                  </a:lnTo>
                  <a:lnTo>
                    <a:pt x="28104" y="29055"/>
                  </a:lnTo>
                  <a:lnTo>
                    <a:pt x="29903" y="21287"/>
                  </a:lnTo>
                  <a:lnTo>
                    <a:pt x="29109" y="2068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0" name="ph7720"/>
            <p:cNvSpPr/>
            <p:nvPr/>
          </p:nvSpPr>
          <p:spPr>
            <a:xfrm>
              <a:off x="11297148" y="3197724"/>
              <a:ext cx="27630" cy="21135"/>
            </a:xfrm>
            <a:custGeom>
              <a:avLst/>
              <a:pathLst>
                <a:path w="27630" h="21135">
                  <a:moveTo>
                    <a:pt x="10867" y="74"/>
                  </a:moveTo>
                  <a:lnTo>
                    <a:pt x="17081" y="0"/>
                  </a:lnTo>
                  <a:lnTo>
                    <a:pt x="17465" y="1173"/>
                  </a:lnTo>
                  <a:lnTo>
                    <a:pt x="20310" y="3812"/>
                  </a:lnTo>
                  <a:lnTo>
                    <a:pt x="24759" y="5344"/>
                  </a:lnTo>
                  <a:lnTo>
                    <a:pt x="27630" y="5169"/>
                  </a:lnTo>
                  <a:lnTo>
                    <a:pt x="27516" y="9460"/>
                  </a:lnTo>
                  <a:lnTo>
                    <a:pt x="23768" y="9784"/>
                  </a:lnTo>
                  <a:lnTo>
                    <a:pt x="20481" y="14376"/>
                  </a:lnTo>
                  <a:lnTo>
                    <a:pt x="18757" y="15623"/>
                  </a:lnTo>
                  <a:lnTo>
                    <a:pt x="16845" y="17460"/>
                  </a:lnTo>
                  <a:lnTo>
                    <a:pt x="15512" y="21135"/>
                  </a:lnTo>
                  <a:lnTo>
                    <a:pt x="9512" y="18847"/>
                  </a:lnTo>
                  <a:lnTo>
                    <a:pt x="9097" y="14072"/>
                  </a:lnTo>
                  <a:lnTo>
                    <a:pt x="502" y="11879"/>
                  </a:lnTo>
                  <a:lnTo>
                    <a:pt x="0" y="11188"/>
                  </a:lnTo>
                  <a:lnTo>
                    <a:pt x="3385" y="7609"/>
                  </a:lnTo>
                  <a:lnTo>
                    <a:pt x="5904" y="340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1" name="ph7721"/>
            <p:cNvSpPr/>
            <p:nvPr/>
          </p:nvSpPr>
          <p:spPr>
            <a:xfrm>
              <a:off x="11219705" y="3245978"/>
              <a:ext cx="8391" cy="4496"/>
            </a:xfrm>
            <a:custGeom>
              <a:avLst/>
              <a:pathLst>
                <a:path w="8391" h="4496">
                  <a:moveTo>
                    <a:pt x="6714" y="0"/>
                  </a:moveTo>
                  <a:lnTo>
                    <a:pt x="8391" y="4496"/>
                  </a:lnTo>
                  <a:lnTo>
                    <a:pt x="7286" y="4050"/>
                  </a:lnTo>
                  <a:lnTo>
                    <a:pt x="1897" y="3411"/>
                  </a:lnTo>
                  <a:lnTo>
                    <a:pt x="0" y="61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2" name="ph7722"/>
            <p:cNvSpPr/>
            <p:nvPr/>
          </p:nvSpPr>
          <p:spPr>
            <a:xfrm>
              <a:off x="11136870" y="3147232"/>
              <a:ext cx="4876" cy="4764"/>
            </a:xfrm>
            <a:custGeom>
              <a:avLst/>
              <a:pathLst>
                <a:path w="4876" h="4764">
                  <a:moveTo>
                    <a:pt x="1183" y="0"/>
                  </a:moveTo>
                  <a:lnTo>
                    <a:pt x="4876" y="1745"/>
                  </a:lnTo>
                  <a:lnTo>
                    <a:pt x="4712" y="3166"/>
                  </a:lnTo>
                  <a:lnTo>
                    <a:pt x="1399" y="4764"/>
                  </a:lnTo>
                  <a:lnTo>
                    <a:pt x="0" y="1166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3" name="ph7723"/>
            <p:cNvSpPr/>
            <p:nvPr/>
          </p:nvSpPr>
          <p:spPr>
            <a:xfrm>
              <a:off x="11129495" y="3109734"/>
              <a:ext cx="24315" cy="29540"/>
            </a:xfrm>
            <a:custGeom>
              <a:avLst/>
              <a:pathLst>
                <a:path w="24315" h="29540">
                  <a:moveTo>
                    <a:pt x="19623" y="0"/>
                  </a:moveTo>
                  <a:lnTo>
                    <a:pt x="22387" y="1479"/>
                  </a:lnTo>
                  <a:lnTo>
                    <a:pt x="23532" y="705"/>
                  </a:lnTo>
                  <a:lnTo>
                    <a:pt x="24315" y="3904"/>
                  </a:lnTo>
                  <a:lnTo>
                    <a:pt x="24164" y="7364"/>
                  </a:lnTo>
                  <a:lnTo>
                    <a:pt x="18358" y="20367"/>
                  </a:lnTo>
                  <a:lnTo>
                    <a:pt x="18718" y="24551"/>
                  </a:lnTo>
                  <a:lnTo>
                    <a:pt x="21955" y="27588"/>
                  </a:lnTo>
                  <a:lnTo>
                    <a:pt x="21691" y="29115"/>
                  </a:lnTo>
                  <a:lnTo>
                    <a:pt x="20611" y="29540"/>
                  </a:lnTo>
                  <a:lnTo>
                    <a:pt x="14980" y="23904"/>
                  </a:lnTo>
                  <a:lnTo>
                    <a:pt x="6654" y="20490"/>
                  </a:lnTo>
                  <a:lnTo>
                    <a:pt x="5730" y="21530"/>
                  </a:lnTo>
                  <a:lnTo>
                    <a:pt x="5025" y="20351"/>
                  </a:lnTo>
                  <a:lnTo>
                    <a:pt x="2235" y="19092"/>
                  </a:lnTo>
                  <a:lnTo>
                    <a:pt x="0" y="16558"/>
                  </a:lnTo>
                  <a:lnTo>
                    <a:pt x="7468" y="16428"/>
                  </a:lnTo>
                  <a:lnTo>
                    <a:pt x="10913" y="15449"/>
                  </a:lnTo>
                  <a:lnTo>
                    <a:pt x="11164" y="9867"/>
                  </a:lnTo>
                  <a:lnTo>
                    <a:pt x="12817" y="9658"/>
                  </a:lnTo>
                  <a:lnTo>
                    <a:pt x="18692" y="63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4" name="ph7724"/>
            <p:cNvSpPr/>
            <p:nvPr/>
          </p:nvSpPr>
          <p:spPr>
            <a:xfrm>
              <a:off x="11365339" y="3262257"/>
              <a:ext cx="4777" cy="4319"/>
            </a:xfrm>
            <a:custGeom>
              <a:avLst/>
              <a:pathLst>
                <a:path w="4777" h="4319">
                  <a:moveTo>
                    <a:pt x="4600" y="249"/>
                  </a:moveTo>
                  <a:lnTo>
                    <a:pt x="4777" y="1053"/>
                  </a:lnTo>
                  <a:lnTo>
                    <a:pt x="3184" y="4319"/>
                  </a:lnTo>
                  <a:lnTo>
                    <a:pt x="1726" y="3766"/>
                  </a:lnTo>
                  <a:lnTo>
                    <a:pt x="0" y="1684"/>
                  </a:lnTo>
                  <a:lnTo>
                    <a:pt x="326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5" name="ph7725"/>
            <p:cNvSpPr/>
            <p:nvPr/>
          </p:nvSpPr>
          <p:spPr>
            <a:xfrm>
              <a:off x="11374498" y="3239073"/>
              <a:ext cx="21149" cy="23685"/>
            </a:xfrm>
            <a:custGeom>
              <a:avLst/>
              <a:pathLst>
                <a:path w="21149" h="23685">
                  <a:moveTo>
                    <a:pt x="11365" y="815"/>
                  </a:moveTo>
                  <a:lnTo>
                    <a:pt x="11905" y="2298"/>
                  </a:lnTo>
                  <a:lnTo>
                    <a:pt x="13107" y="2968"/>
                  </a:lnTo>
                  <a:lnTo>
                    <a:pt x="16346" y="2568"/>
                  </a:lnTo>
                  <a:lnTo>
                    <a:pt x="16331" y="2107"/>
                  </a:lnTo>
                  <a:lnTo>
                    <a:pt x="17493" y="1526"/>
                  </a:lnTo>
                  <a:lnTo>
                    <a:pt x="21149" y="6551"/>
                  </a:lnTo>
                  <a:lnTo>
                    <a:pt x="19565" y="18767"/>
                  </a:lnTo>
                  <a:lnTo>
                    <a:pt x="13131" y="23685"/>
                  </a:lnTo>
                  <a:lnTo>
                    <a:pt x="2988" y="21304"/>
                  </a:lnTo>
                  <a:lnTo>
                    <a:pt x="2026" y="16297"/>
                  </a:lnTo>
                  <a:lnTo>
                    <a:pt x="0" y="14053"/>
                  </a:lnTo>
                  <a:lnTo>
                    <a:pt x="2736" y="12407"/>
                  </a:lnTo>
                  <a:lnTo>
                    <a:pt x="7614" y="11167"/>
                  </a:lnTo>
                  <a:lnTo>
                    <a:pt x="8816" y="9531"/>
                  </a:lnTo>
                  <a:lnTo>
                    <a:pt x="7280" y="3765"/>
                  </a:lnTo>
                  <a:lnTo>
                    <a:pt x="5648" y="1489"/>
                  </a:lnTo>
                  <a:lnTo>
                    <a:pt x="856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6" name="ph7726"/>
            <p:cNvSpPr/>
            <p:nvPr/>
          </p:nvSpPr>
          <p:spPr>
            <a:xfrm>
              <a:off x="11220774" y="3213896"/>
              <a:ext cx="4037" cy="4179"/>
            </a:xfrm>
            <a:custGeom>
              <a:avLst/>
              <a:pathLst>
                <a:path w="4037" h="4179">
                  <a:moveTo>
                    <a:pt x="402" y="0"/>
                  </a:moveTo>
                  <a:lnTo>
                    <a:pt x="534" y="72"/>
                  </a:lnTo>
                  <a:lnTo>
                    <a:pt x="4037" y="1289"/>
                  </a:lnTo>
                  <a:lnTo>
                    <a:pt x="4033" y="3214"/>
                  </a:lnTo>
                  <a:lnTo>
                    <a:pt x="2968" y="4179"/>
                  </a:lnTo>
                  <a:lnTo>
                    <a:pt x="0" y="388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7" name="ph7727"/>
            <p:cNvSpPr/>
            <p:nvPr/>
          </p:nvSpPr>
          <p:spPr>
            <a:xfrm>
              <a:off x="11208854" y="3329914"/>
              <a:ext cx="16324" cy="34036"/>
            </a:xfrm>
            <a:custGeom>
              <a:avLst/>
              <a:pathLst>
                <a:path w="16324" h="34036">
                  <a:moveTo>
                    <a:pt x="16324" y="3761"/>
                  </a:moveTo>
                  <a:lnTo>
                    <a:pt x="13850" y="18656"/>
                  </a:lnTo>
                  <a:lnTo>
                    <a:pt x="11725" y="18398"/>
                  </a:lnTo>
                  <a:lnTo>
                    <a:pt x="8318" y="19661"/>
                  </a:lnTo>
                  <a:lnTo>
                    <a:pt x="12816" y="26787"/>
                  </a:lnTo>
                  <a:lnTo>
                    <a:pt x="14991" y="34036"/>
                  </a:lnTo>
                  <a:lnTo>
                    <a:pt x="7298" y="33378"/>
                  </a:lnTo>
                  <a:lnTo>
                    <a:pt x="6585" y="30917"/>
                  </a:lnTo>
                  <a:lnTo>
                    <a:pt x="5516" y="28150"/>
                  </a:lnTo>
                  <a:lnTo>
                    <a:pt x="0" y="26312"/>
                  </a:lnTo>
                  <a:lnTo>
                    <a:pt x="9927" y="7420"/>
                  </a:lnTo>
                  <a:lnTo>
                    <a:pt x="1125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8" name="ph7728"/>
            <p:cNvSpPr/>
            <p:nvPr/>
          </p:nvSpPr>
          <p:spPr>
            <a:xfrm>
              <a:off x="11229931" y="3342062"/>
              <a:ext cx="14020" cy="17681"/>
            </a:xfrm>
            <a:custGeom>
              <a:avLst/>
              <a:pathLst>
                <a:path w="14020" h="17681">
                  <a:moveTo>
                    <a:pt x="14020" y="6187"/>
                  </a:moveTo>
                  <a:lnTo>
                    <a:pt x="13676" y="9529"/>
                  </a:lnTo>
                  <a:lnTo>
                    <a:pt x="8607" y="13975"/>
                  </a:lnTo>
                  <a:lnTo>
                    <a:pt x="7605" y="13558"/>
                  </a:lnTo>
                  <a:lnTo>
                    <a:pt x="7390" y="14895"/>
                  </a:lnTo>
                  <a:lnTo>
                    <a:pt x="4020" y="16112"/>
                  </a:lnTo>
                  <a:lnTo>
                    <a:pt x="3037" y="17681"/>
                  </a:lnTo>
                  <a:lnTo>
                    <a:pt x="2032" y="17073"/>
                  </a:lnTo>
                  <a:lnTo>
                    <a:pt x="275" y="11426"/>
                  </a:lnTo>
                  <a:lnTo>
                    <a:pt x="0" y="8705"/>
                  </a:lnTo>
                  <a:lnTo>
                    <a:pt x="1261" y="6534"/>
                  </a:lnTo>
                  <a:lnTo>
                    <a:pt x="1688" y="3751"/>
                  </a:lnTo>
                  <a:lnTo>
                    <a:pt x="917" y="1671"/>
                  </a:lnTo>
                  <a:lnTo>
                    <a:pt x="414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9" name="ph7729"/>
            <p:cNvSpPr/>
            <p:nvPr/>
          </p:nvSpPr>
          <p:spPr>
            <a:xfrm>
              <a:off x="11106548" y="3252420"/>
              <a:ext cx="30577" cy="39489"/>
            </a:xfrm>
            <a:custGeom>
              <a:avLst/>
              <a:pathLst>
                <a:path w="30577" h="39489">
                  <a:moveTo>
                    <a:pt x="19506" y="0"/>
                  </a:moveTo>
                  <a:lnTo>
                    <a:pt x="24447" y="14295"/>
                  </a:lnTo>
                  <a:lnTo>
                    <a:pt x="27799" y="17801"/>
                  </a:lnTo>
                  <a:lnTo>
                    <a:pt x="28046" y="21265"/>
                  </a:lnTo>
                  <a:lnTo>
                    <a:pt x="30577" y="22757"/>
                  </a:lnTo>
                  <a:lnTo>
                    <a:pt x="30538" y="28660"/>
                  </a:lnTo>
                  <a:lnTo>
                    <a:pt x="29629" y="30262"/>
                  </a:lnTo>
                  <a:lnTo>
                    <a:pt x="25519" y="32014"/>
                  </a:lnTo>
                  <a:lnTo>
                    <a:pt x="22652" y="37038"/>
                  </a:lnTo>
                  <a:lnTo>
                    <a:pt x="21751" y="37399"/>
                  </a:lnTo>
                  <a:lnTo>
                    <a:pt x="18641" y="36166"/>
                  </a:lnTo>
                  <a:lnTo>
                    <a:pt x="6345" y="35635"/>
                  </a:lnTo>
                  <a:lnTo>
                    <a:pt x="3192" y="36131"/>
                  </a:lnTo>
                  <a:lnTo>
                    <a:pt x="4996" y="39489"/>
                  </a:lnTo>
                  <a:lnTo>
                    <a:pt x="2736" y="38645"/>
                  </a:lnTo>
                  <a:lnTo>
                    <a:pt x="494" y="37260"/>
                  </a:lnTo>
                  <a:lnTo>
                    <a:pt x="0" y="35270"/>
                  </a:lnTo>
                  <a:lnTo>
                    <a:pt x="1304" y="33239"/>
                  </a:lnTo>
                  <a:lnTo>
                    <a:pt x="266" y="29428"/>
                  </a:lnTo>
                  <a:lnTo>
                    <a:pt x="2338" y="24943"/>
                  </a:lnTo>
                  <a:lnTo>
                    <a:pt x="5631" y="19199"/>
                  </a:lnTo>
                  <a:lnTo>
                    <a:pt x="7482" y="17133"/>
                  </a:lnTo>
                  <a:lnTo>
                    <a:pt x="9798" y="12370"/>
                  </a:lnTo>
                  <a:lnTo>
                    <a:pt x="16608" y="4717"/>
                  </a:lnTo>
                  <a:lnTo>
                    <a:pt x="17944" y="13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0" name="ph7730"/>
            <p:cNvSpPr/>
            <p:nvPr/>
          </p:nvSpPr>
          <p:spPr>
            <a:xfrm>
              <a:off x="11176334" y="3155147"/>
              <a:ext cx="10477" cy="16603"/>
            </a:xfrm>
            <a:custGeom>
              <a:avLst/>
              <a:pathLst>
                <a:path w="10477" h="16603">
                  <a:moveTo>
                    <a:pt x="8882" y="2676"/>
                  </a:moveTo>
                  <a:lnTo>
                    <a:pt x="10477" y="4600"/>
                  </a:lnTo>
                  <a:lnTo>
                    <a:pt x="7094" y="9219"/>
                  </a:lnTo>
                  <a:lnTo>
                    <a:pt x="7725" y="14840"/>
                  </a:lnTo>
                  <a:lnTo>
                    <a:pt x="5902" y="16603"/>
                  </a:lnTo>
                  <a:lnTo>
                    <a:pt x="2406" y="15566"/>
                  </a:lnTo>
                  <a:lnTo>
                    <a:pt x="2053" y="8142"/>
                  </a:lnTo>
                  <a:lnTo>
                    <a:pt x="778" y="4966"/>
                  </a:lnTo>
                  <a:lnTo>
                    <a:pt x="0" y="5551"/>
                  </a:lnTo>
                  <a:lnTo>
                    <a:pt x="1970" y="1525"/>
                  </a:lnTo>
                  <a:lnTo>
                    <a:pt x="812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1" name="ph7731"/>
            <p:cNvSpPr/>
            <p:nvPr/>
          </p:nvSpPr>
          <p:spPr>
            <a:xfrm>
              <a:off x="11408920" y="3247672"/>
              <a:ext cx="43957" cy="51225"/>
            </a:xfrm>
            <a:custGeom>
              <a:avLst/>
              <a:pathLst>
                <a:path w="43957" h="51225">
                  <a:moveTo>
                    <a:pt x="33652" y="3094"/>
                  </a:moveTo>
                  <a:lnTo>
                    <a:pt x="34677" y="2074"/>
                  </a:lnTo>
                  <a:lnTo>
                    <a:pt x="39092" y="6809"/>
                  </a:lnTo>
                  <a:lnTo>
                    <a:pt x="39737" y="4873"/>
                  </a:lnTo>
                  <a:lnTo>
                    <a:pt x="40722" y="4300"/>
                  </a:lnTo>
                  <a:lnTo>
                    <a:pt x="42723" y="5432"/>
                  </a:lnTo>
                  <a:lnTo>
                    <a:pt x="43957" y="7662"/>
                  </a:lnTo>
                  <a:lnTo>
                    <a:pt x="43667" y="9147"/>
                  </a:lnTo>
                  <a:lnTo>
                    <a:pt x="42492" y="9445"/>
                  </a:lnTo>
                  <a:lnTo>
                    <a:pt x="41018" y="12177"/>
                  </a:lnTo>
                  <a:lnTo>
                    <a:pt x="42251" y="17303"/>
                  </a:lnTo>
                  <a:lnTo>
                    <a:pt x="42124" y="21457"/>
                  </a:lnTo>
                  <a:lnTo>
                    <a:pt x="40162" y="26288"/>
                  </a:lnTo>
                  <a:lnTo>
                    <a:pt x="41921" y="27653"/>
                  </a:lnTo>
                  <a:lnTo>
                    <a:pt x="37107" y="29056"/>
                  </a:lnTo>
                  <a:lnTo>
                    <a:pt x="37327" y="32992"/>
                  </a:lnTo>
                  <a:lnTo>
                    <a:pt x="32375" y="31439"/>
                  </a:lnTo>
                  <a:lnTo>
                    <a:pt x="28445" y="32676"/>
                  </a:lnTo>
                  <a:lnTo>
                    <a:pt x="26115" y="35239"/>
                  </a:lnTo>
                  <a:lnTo>
                    <a:pt x="26084" y="39863"/>
                  </a:lnTo>
                  <a:lnTo>
                    <a:pt x="25548" y="41144"/>
                  </a:lnTo>
                  <a:lnTo>
                    <a:pt x="16449" y="44614"/>
                  </a:lnTo>
                  <a:lnTo>
                    <a:pt x="14014" y="51225"/>
                  </a:lnTo>
                  <a:lnTo>
                    <a:pt x="10054" y="50563"/>
                  </a:lnTo>
                  <a:lnTo>
                    <a:pt x="9898" y="47343"/>
                  </a:lnTo>
                  <a:lnTo>
                    <a:pt x="10772" y="47301"/>
                  </a:lnTo>
                  <a:lnTo>
                    <a:pt x="8817" y="45362"/>
                  </a:lnTo>
                  <a:lnTo>
                    <a:pt x="4766" y="43750"/>
                  </a:lnTo>
                  <a:lnTo>
                    <a:pt x="3329" y="43791"/>
                  </a:lnTo>
                  <a:lnTo>
                    <a:pt x="2346" y="42186"/>
                  </a:lnTo>
                  <a:lnTo>
                    <a:pt x="2906" y="40499"/>
                  </a:lnTo>
                  <a:lnTo>
                    <a:pt x="2255" y="39206"/>
                  </a:lnTo>
                  <a:lnTo>
                    <a:pt x="0" y="39707"/>
                  </a:lnTo>
                  <a:lnTo>
                    <a:pt x="1679" y="37588"/>
                  </a:lnTo>
                  <a:lnTo>
                    <a:pt x="4849" y="37868"/>
                  </a:lnTo>
                  <a:lnTo>
                    <a:pt x="5397" y="41393"/>
                  </a:lnTo>
                  <a:lnTo>
                    <a:pt x="9608" y="41397"/>
                  </a:lnTo>
                  <a:lnTo>
                    <a:pt x="15323" y="39790"/>
                  </a:lnTo>
                  <a:lnTo>
                    <a:pt x="19922" y="34403"/>
                  </a:lnTo>
                  <a:lnTo>
                    <a:pt x="22719" y="28016"/>
                  </a:lnTo>
                  <a:lnTo>
                    <a:pt x="22354" y="21158"/>
                  </a:lnTo>
                  <a:lnTo>
                    <a:pt x="17291" y="18554"/>
                  </a:lnTo>
                  <a:lnTo>
                    <a:pt x="20464" y="16149"/>
                  </a:lnTo>
                  <a:lnTo>
                    <a:pt x="22257" y="12639"/>
                  </a:lnTo>
                  <a:lnTo>
                    <a:pt x="19792" y="10225"/>
                  </a:lnTo>
                  <a:lnTo>
                    <a:pt x="3036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2" name="ph7732"/>
            <p:cNvSpPr/>
            <p:nvPr/>
          </p:nvSpPr>
          <p:spPr>
            <a:xfrm>
              <a:off x="11193165" y="3141893"/>
              <a:ext cx="9819" cy="12448"/>
            </a:xfrm>
            <a:custGeom>
              <a:avLst/>
              <a:pathLst>
                <a:path w="9819" h="12448">
                  <a:moveTo>
                    <a:pt x="8043" y="5848"/>
                  </a:moveTo>
                  <a:lnTo>
                    <a:pt x="9819" y="10462"/>
                  </a:lnTo>
                  <a:lnTo>
                    <a:pt x="7914" y="10663"/>
                  </a:lnTo>
                  <a:lnTo>
                    <a:pt x="7051" y="12161"/>
                  </a:lnTo>
                  <a:lnTo>
                    <a:pt x="1929" y="12448"/>
                  </a:lnTo>
                  <a:lnTo>
                    <a:pt x="2261" y="7837"/>
                  </a:lnTo>
                  <a:lnTo>
                    <a:pt x="0" y="2800"/>
                  </a:lnTo>
                  <a:lnTo>
                    <a:pt x="279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3" name="ph7733"/>
            <p:cNvSpPr/>
            <p:nvPr/>
          </p:nvSpPr>
          <p:spPr>
            <a:xfrm>
              <a:off x="11260820" y="3266821"/>
              <a:ext cx="8692" cy="12336"/>
            </a:xfrm>
            <a:custGeom>
              <a:avLst/>
              <a:pathLst>
                <a:path w="8692" h="12336">
                  <a:moveTo>
                    <a:pt x="6884" y="2625"/>
                  </a:moveTo>
                  <a:lnTo>
                    <a:pt x="7672" y="4559"/>
                  </a:lnTo>
                  <a:lnTo>
                    <a:pt x="7199" y="8167"/>
                  </a:lnTo>
                  <a:lnTo>
                    <a:pt x="8692" y="7672"/>
                  </a:lnTo>
                  <a:lnTo>
                    <a:pt x="7579" y="9623"/>
                  </a:lnTo>
                  <a:lnTo>
                    <a:pt x="1113" y="12336"/>
                  </a:lnTo>
                  <a:lnTo>
                    <a:pt x="581" y="10831"/>
                  </a:lnTo>
                  <a:lnTo>
                    <a:pt x="2244" y="11498"/>
                  </a:lnTo>
                  <a:lnTo>
                    <a:pt x="477" y="6181"/>
                  </a:lnTo>
                  <a:lnTo>
                    <a:pt x="0" y="2037"/>
                  </a:lnTo>
                  <a:lnTo>
                    <a:pt x="128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4" name="ph7734"/>
            <p:cNvSpPr/>
            <p:nvPr/>
          </p:nvSpPr>
          <p:spPr>
            <a:xfrm>
              <a:off x="11052402" y="3293672"/>
              <a:ext cx="12079" cy="9502"/>
            </a:xfrm>
            <a:custGeom>
              <a:avLst/>
              <a:pathLst>
                <a:path w="12079" h="9502">
                  <a:moveTo>
                    <a:pt x="9982" y="468"/>
                  </a:moveTo>
                  <a:lnTo>
                    <a:pt x="12079" y="3801"/>
                  </a:lnTo>
                  <a:lnTo>
                    <a:pt x="10592" y="9502"/>
                  </a:lnTo>
                  <a:lnTo>
                    <a:pt x="1883" y="9427"/>
                  </a:lnTo>
                  <a:lnTo>
                    <a:pt x="1260" y="5427"/>
                  </a:lnTo>
                  <a:lnTo>
                    <a:pt x="0" y="4098"/>
                  </a:lnTo>
                  <a:lnTo>
                    <a:pt x="4937" y="3283"/>
                  </a:lnTo>
                  <a:lnTo>
                    <a:pt x="7259" y="1142"/>
                  </a:lnTo>
                  <a:lnTo>
                    <a:pt x="976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5" name="ph7735"/>
            <p:cNvSpPr/>
            <p:nvPr/>
          </p:nvSpPr>
          <p:spPr>
            <a:xfrm>
              <a:off x="11217268" y="3301601"/>
              <a:ext cx="15196" cy="9852"/>
            </a:xfrm>
            <a:custGeom>
              <a:avLst/>
              <a:pathLst>
                <a:path w="15196" h="9852">
                  <a:moveTo>
                    <a:pt x="14919" y="38"/>
                  </a:moveTo>
                  <a:lnTo>
                    <a:pt x="15196" y="954"/>
                  </a:lnTo>
                  <a:lnTo>
                    <a:pt x="12097" y="4800"/>
                  </a:lnTo>
                  <a:lnTo>
                    <a:pt x="10552" y="9772"/>
                  </a:lnTo>
                  <a:lnTo>
                    <a:pt x="9602" y="9807"/>
                  </a:lnTo>
                  <a:lnTo>
                    <a:pt x="8684" y="9852"/>
                  </a:lnTo>
                  <a:lnTo>
                    <a:pt x="6076" y="7791"/>
                  </a:lnTo>
                  <a:lnTo>
                    <a:pt x="0" y="5680"/>
                  </a:lnTo>
                  <a:lnTo>
                    <a:pt x="2019" y="2982"/>
                  </a:lnTo>
                  <a:lnTo>
                    <a:pt x="4016" y="3516"/>
                  </a:lnTo>
                  <a:lnTo>
                    <a:pt x="6869" y="2772"/>
                  </a:lnTo>
                  <a:lnTo>
                    <a:pt x="1005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6" name="ph7736"/>
            <p:cNvSpPr/>
            <p:nvPr/>
          </p:nvSpPr>
          <p:spPr>
            <a:xfrm>
              <a:off x="11171008" y="3331331"/>
              <a:ext cx="8980" cy="8866"/>
            </a:xfrm>
            <a:custGeom>
              <a:avLst/>
              <a:pathLst>
                <a:path w="8980" h="8866">
                  <a:moveTo>
                    <a:pt x="8980" y="6229"/>
                  </a:moveTo>
                  <a:lnTo>
                    <a:pt x="6202" y="8866"/>
                  </a:lnTo>
                  <a:lnTo>
                    <a:pt x="3092" y="8571"/>
                  </a:lnTo>
                  <a:lnTo>
                    <a:pt x="958" y="6725"/>
                  </a:lnTo>
                  <a:lnTo>
                    <a:pt x="0" y="2207"/>
                  </a:lnTo>
                  <a:lnTo>
                    <a:pt x="6828" y="910"/>
                  </a:lnTo>
                  <a:lnTo>
                    <a:pt x="68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7" name="ph7737"/>
            <p:cNvSpPr/>
            <p:nvPr/>
          </p:nvSpPr>
          <p:spPr>
            <a:xfrm>
              <a:off x="11086059" y="3157713"/>
              <a:ext cx="29021" cy="35723"/>
            </a:xfrm>
            <a:custGeom>
              <a:avLst/>
              <a:pathLst>
                <a:path w="29021" h="35723">
                  <a:moveTo>
                    <a:pt x="20349" y="0"/>
                  </a:moveTo>
                  <a:lnTo>
                    <a:pt x="21748" y="2623"/>
                  </a:lnTo>
                  <a:lnTo>
                    <a:pt x="22563" y="2623"/>
                  </a:lnTo>
                  <a:lnTo>
                    <a:pt x="22605" y="4283"/>
                  </a:lnTo>
                  <a:lnTo>
                    <a:pt x="24220" y="6606"/>
                  </a:lnTo>
                  <a:lnTo>
                    <a:pt x="27067" y="4815"/>
                  </a:lnTo>
                  <a:lnTo>
                    <a:pt x="29021" y="7429"/>
                  </a:lnTo>
                  <a:lnTo>
                    <a:pt x="25940" y="11219"/>
                  </a:lnTo>
                  <a:lnTo>
                    <a:pt x="26847" y="14807"/>
                  </a:lnTo>
                  <a:lnTo>
                    <a:pt x="19336" y="22925"/>
                  </a:lnTo>
                  <a:lnTo>
                    <a:pt x="14665" y="25725"/>
                  </a:lnTo>
                  <a:lnTo>
                    <a:pt x="13379" y="28252"/>
                  </a:lnTo>
                  <a:lnTo>
                    <a:pt x="13830" y="31955"/>
                  </a:lnTo>
                  <a:lnTo>
                    <a:pt x="12832" y="33774"/>
                  </a:lnTo>
                  <a:lnTo>
                    <a:pt x="10352" y="35723"/>
                  </a:lnTo>
                  <a:lnTo>
                    <a:pt x="8455" y="34966"/>
                  </a:lnTo>
                  <a:lnTo>
                    <a:pt x="7956" y="33805"/>
                  </a:lnTo>
                  <a:lnTo>
                    <a:pt x="5669" y="30535"/>
                  </a:lnTo>
                  <a:lnTo>
                    <a:pt x="2159" y="31644"/>
                  </a:lnTo>
                  <a:lnTo>
                    <a:pt x="1544" y="31164"/>
                  </a:lnTo>
                  <a:lnTo>
                    <a:pt x="0" y="27331"/>
                  </a:lnTo>
                  <a:lnTo>
                    <a:pt x="108" y="22861"/>
                  </a:lnTo>
                  <a:lnTo>
                    <a:pt x="2724" y="23211"/>
                  </a:lnTo>
                  <a:lnTo>
                    <a:pt x="4039" y="22730"/>
                  </a:lnTo>
                  <a:lnTo>
                    <a:pt x="1037" y="16857"/>
                  </a:lnTo>
                  <a:lnTo>
                    <a:pt x="2089" y="12249"/>
                  </a:lnTo>
                  <a:lnTo>
                    <a:pt x="2891" y="12946"/>
                  </a:lnTo>
                  <a:lnTo>
                    <a:pt x="4893" y="12192"/>
                  </a:lnTo>
                  <a:lnTo>
                    <a:pt x="3908" y="7759"/>
                  </a:lnTo>
                  <a:lnTo>
                    <a:pt x="8905" y="4753"/>
                  </a:lnTo>
                  <a:lnTo>
                    <a:pt x="11348" y="2331"/>
                  </a:lnTo>
                  <a:lnTo>
                    <a:pt x="12873" y="3747"/>
                  </a:lnTo>
                  <a:lnTo>
                    <a:pt x="14734" y="164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8" name="ph7738"/>
            <p:cNvSpPr/>
            <p:nvPr/>
          </p:nvSpPr>
          <p:spPr>
            <a:xfrm>
              <a:off x="11160524" y="3226504"/>
              <a:ext cx="9644" cy="12044"/>
            </a:xfrm>
            <a:custGeom>
              <a:avLst/>
              <a:pathLst>
                <a:path w="9644" h="12044">
                  <a:moveTo>
                    <a:pt x="8371" y="2353"/>
                  </a:moveTo>
                  <a:lnTo>
                    <a:pt x="9644" y="5856"/>
                  </a:lnTo>
                  <a:lnTo>
                    <a:pt x="7536" y="9216"/>
                  </a:lnTo>
                  <a:lnTo>
                    <a:pt x="7520" y="10502"/>
                  </a:lnTo>
                  <a:lnTo>
                    <a:pt x="5922" y="11583"/>
                  </a:lnTo>
                  <a:lnTo>
                    <a:pt x="3826" y="12044"/>
                  </a:lnTo>
                  <a:lnTo>
                    <a:pt x="2052" y="10447"/>
                  </a:lnTo>
                  <a:lnTo>
                    <a:pt x="0" y="7414"/>
                  </a:lnTo>
                  <a:lnTo>
                    <a:pt x="1921" y="3450"/>
                  </a:lnTo>
                  <a:lnTo>
                    <a:pt x="1729" y="579"/>
                  </a:lnTo>
                  <a:lnTo>
                    <a:pt x="114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9" name="ph7739"/>
            <p:cNvSpPr/>
            <p:nvPr/>
          </p:nvSpPr>
          <p:spPr>
            <a:xfrm>
              <a:off x="11216044" y="3237150"/>
              <a:ext cx="22911" cy="15517"/>
            </a:xfrm>
            <a:custGeom>
              <a:avLst/>
              <a:pathLst>
                <a:path w="22911" h="15517">
                  <a:moveTo>
                    <a:pt x="5207" y="2098"/>
                  </a:moveTo>
                  <a:lnTo>
                    <a:pt x="5494" y="5292"/>
                  </a:lnTo>
                  <a:lnTo>
                    <a:pt x="9472" y="7700"/>
                  </a:lnTo>
                  <a:lnTo>
                    <a:pt x="10803" y="7389"/>
                  </a:lnTo>
                  <a:lnTo>
                    <a:pt x="11061" y="6602"/>
                  </a:lnTo>
                  <a:lnTo>
                    <a:pt x="12821" y="5541"/>
                  </a:lnTo>
                  <a:lnTo>
                    <a:pt x="14523" y="6219"/>
                  </a:lnTo>
                  <a:lnTo>
                    <a:pt x="15034" y="6727"/>
                  </a:lnTo>
                  <a:lnTo>
                    <a:pt x="15354" y="8424"/>
                  </a:lnTo>
                  <a:lnTo>
                    <a:pt x="22911" y="10971"/>
                  </a:lnTo>
                  <a:lnTo>
                    <a:pt x="22891" y="11854"/>
                  </a:lnTo>
                  <a:lnTo>
                    <a:pt x="21264" y="11679"/>
                  </a:lnTo>
                  <a:lnTo>
                    <a:pt x="20096" y="15517"/>
                  </a:lnTo>
                  <a:lnTo>
                    <a:pt x="18503" y="13810"/>
                  </a:lnTo>
                  <a:lnTo>
                    <a:pt x="16840" y="13190"/>
                  </a:lnTo>
                  <a:lnTo>
                    <a:pt x="15629" y="11074"/>
                  </a:lnTo>
                  <a:lnTo>
                    <a:pt x="13899" y="10642"/>
                  </a:lnTo>
                  <a:lnTo>
                    <a:pt x="13358" y="13145"/>
                  </a:lnTo>
                  <a:lnTo>
                    <a:pt x="12052" y="13324"/>
                  </a:lnTo>
                  <a:lnTo>
                    <a:pt x="10375" y="8827"/>
                  </a:lnTo>
                  <a:lnTo>
                    <a:pt x="3660" y="9443"/>
                  </a:lnTo>
                  <a:lnTo>
                    <a:pt x="0" y="7214"/>
                  </a:lnTo>
                  <a:lnTo>
                    <a:pt x="1974" y="1563"/>
                  </a:lnTo>
                  <a:lnTo>
                    <a:pt x="376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0" name="ph7740"/>
            <p:cNvSpPr/>
            <p:nvPr/>
          </p:nvSpPr>
          <p:spPr>
            <a:xfrm>
              <a:off x="11036233" y="3162439"/>
              <a:ext cx="4413" cy="7441"/>
            </a:xfrm>
            <a:custGeom>
              <a:avLst/>
              <a:pathLst>
                <a:path w="4413" h="7441">
                  <a:moveTo>
                    <a:pt x="1949" y="1021"/>
                  </a:moveTo>
                  <a:lnTo>
                    <a:pt x="4413" y="6492"/>
                  </a:lnTo>
                  <a:lnTo>
                    <a:pt x="3881" y="7441"/>
                  </a:lnTo>
                  <a:lnTo>
                    <a:pt x="473" y="47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1" name="ph7741"/>
            <p:cNvSpPr/>
            <p:nvPr/>
          </p:nvSpPr>
          <p:spPr>
            <a:xfrm>
              <a:off x="11150206" y="3266374"/>
              <a:ext cx="27393" cy="17740"/>
            </a:xfrm>
            <a:custGeom>
              <a:avLst/>
              <a:pathLst>
                <a:path w="27393" h="17740">
                  <a:moveTo>
                    <a:pt x="18388" y="1147"/>
                  </a:moveTo>
                  <a:lnTo>
                    <a:pt x="18604" y="2890"/>
                  </a:lnTo>
                  <a:lnTo>
                    <a:pt x="20830" y="4008"/>
                  </a:lnTo>
                  <a:lnTo>
                    <a:pt x="24654" y="4418"/>
                  </a:lnTo>
                  <a:lnTo>
                    <a:pt x="25472" y="9032"/>
                  </a:lnTo>
                  <a:lnTo>
                    <a:pt x="27393" y="10781"/>
                  </a:lnTo>
                  <a:lnTo>
                    <a:pt x="26799" y="14332"/>
                  </a:lnTo>
                  <a:lnTo>
                    <a:pt x="24917" y="17509"/>
                  </a:lnTo>
                  <a:lnTo>
                    <a:pt x="22514" y="17740"/>
                  </a:lnTo>
                  <a:lnTo>
                    <a:pt x="13758" y="12363"/>
                  </a:lnTo>
                  <a:lnTo>
                    <a:pt x="3700" y="13137"/>
                  </a:lnTo>
                  <a:lnTo>
                    <a:pt x="749" y="14128"/>
                  </a:lnTo>
                  <a:lnTo>
                    <a:pt x="0" y="12495"/>
                  </a:lnTo>
                  <a:lnTo>
                    <a:pt x="2949" y="7416"/>
                  </a:lnTo>
                  <a:lnTo>
                    <a:pt x="3563" y="4447"/>
                  </a:lnTo>
                  <a:lnTo>
                    <a:pt x="6017" y="1274"/>
                  </a:lnTo>
                  <a:lnTo>
                    <a:pt x="1215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2" name="ph7742"/>
            <p:cNvSpPr/>
            <p:nvPr/>
          </p:nvSpPr>
          <p:spPr>
            <a:xfrm>
              <a:off x="11300445" y="3223417"/>
              <a:ext cx="20503" cy="16793"/>
            </a:xfrm>
            <a:custGeom>
              <a:avLst/>
              <a:pathLst>
                <a:path w="20503" h="16793">
                  <a:moveTo>
                    <a:pt x="18263" y="2459"/>
                  </a:moveTo>
                  <a:lnTo>
                    <a:pt x="16936" y="7755"/>
                  </a:lnTo>
                  <a:lnTo>
                    <a:pt x="17256" y="9729"/>
                  </a:lnTo>
                  <a:lnTo>
                    <a:pt x="19107" y="12233"/>
                  </a:lnTo>
                  <a:lnTo>
                    <a:pt x="20503" y="12887"/>
                  </a:lnTo>
                  <a:lnTo>
                    <a:pt x="18954" y="13317"/>
                  </a:lnTo>
                  <a:lnTo>
                    <a:pt x="16253" y="11804"/>
                  </a:lnTo>
                  <a:lnTo>
                    <a:pt x="12870" y="11805"/>
                  </a:lnTo>
                  <a:lnTo>
                    <a:pt x="11658" y="13528"/>
                  </a:lnTo>
                  <a:lnTo>
                    <a:pt x="13033" y="16539"/>
                  </a:lnTo>
                  <a:lnTo>
                    <a:pt x="11682" y="16793"/>
                  </a:lnTo>
                  <a:lnTo>
                    <a:pt x="8492" y="14305"/>
                  </a:lnTo>
                  <a:lnTo>
                    <a:pt x="8967" y="13488"/>
                  </a:lnTo>
                  <a:lnTo>
                    <a:pt x="8722" y="9651"/>
                  </a:lnTo>
                  <a:lnTo>
                    <a:pt x="3130" y="6243"/>
                  </a:lnTo>
                  <a:lnTo>
                    <a:pt x="405" y="6858"/>
                  </a:lnTo>
                  <a:lnTo>
                    <a:pt x="0" y="5422"/>
                  </a:lnTo>
                  <a:lnTo>
                    <a:pt x="602" y="4062"/>
                  </a:lnTo>
                  <a:lnTo>
                    <a:pt x="1704" y="3746"/>
                  </a:lnTo>
                  <a:lnTo>
                    <a:pt x="6114" y="4567"/>
                  </a:lnTo>
                  <a:lnTo>
                    <a:pt x="11988" y="4505"/>
                  </a:lnTo>
                  <a:lnTo>
                    <a:pt x="13392" y="3287"/>
                  </a:lnTo>
                  <a:lnTo>
                    <a:pt x="13221" y="1049"/>
                  </a:lnTo>
                  <a:lnTo>
                    <a:pt x="1429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3" name="ph7743"/>
            <p:cNvSpPr/>
            <p:nvPr/>
          </p:nvSpPr>
          <p:spPr>
            <a:xfrm>
              <a:off x="11259668" y="3342353"/>
              <a:ext cx="12310" cy="11322"/>
            </a:xfrm>
            <a:custGeom>
              <a:avLst/>
              <a:pathLst>
                <a:path w="12310" h="11322">
                  <a:moveTo>
                    <a:pt x="9271" y="1726"/>
                  </a:moveTo>
                  <a:lnTo>
                    <a:pt x="10228" y="3397"/>
                  </a:lnTo>
                  <a:lnTo>
                    <a:pt x="10592" y="6311"/>
                  </a:lnTo>
                  <a:lnTo>
                    <a:pt x="12310" y="8693"/>
                  </a:lnTo>
                  <a:lnTo>
                    <a:pt x="11563" y="11322"/>
                  </a:lnTo>
                  <a:lnTo>
                    <a:pt x="5748" y="9890"/>
                  </a:lnTo>
                  <a:lnTo>
                    <a:pt x="2682" y="7735"/>
                  </a:lnTo>
                  <a:lnTo>
                    <a:pt x="1229" y="8329"/>
                  </a:lnTo>
                  <a:lnTo>
                    <a:pt x="0" y="8224"/>
                  </a:lnTo>
                  <a:lnTo>
                    <a:pt x="133" y="3318"/>
                  </a:lnTo>
                  <a:lnTo>
                    <a:pt x="3468" y="1051"/>
                  </a:lnTo>
                  <a:lnTo>
                    <a:pt x="739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4" name="ph7744"/>
            <p:cNvSpPr/>
            <p:nvPr/>
          </p:nvSpPr>
          <p:spPr>
            <a:xfrm>
              <a:off x="11197216" y="3363292"/>
              <a:ext cx="28881" cy="27549"/>
            </a:xfrm>
            <a:custGeom>
              <a:avLst/>
              <a:pathLst>
                <a:path w="28881" h="27549">
                  <a:moveTo>
                    <a:pt x="26666" y="731"/>
                  </a:moveTo>
                  <a:lnTo>
                    <a:pt x="25422" y="941"/>
                  </a:lnTo>
                  <a:lnTo>
                    <a:pt x="24687" y="2091"/>
                  </a:lnTo>
                  <a:lnTo>
                    <a:pt x="25689" y="5492"/>
                  </a:lnTo>
                  <a:lnTo>
                    <a:pt x="28881" y="8595"/>
                  </a:lnTo>
                  <a:lnTo>
                    <a:pt x="27457" y="16066"/>
                  </a:lnTo>
                  <a:lnTo>
                    <a:pt x="26239" y="18030"/>
                  </a:lnTo>
                  <a:lnTo>
                    <a:pt x="25368" y="22331"/>
                  </a:lnTo>
                  <a:lnTo>
                    <a:pt x="26013" y="26738"/>
                  </a:lnTo>
                  <a:lnTo>
                    <a:pt x="24810" y="27549"/>
                  </a:lnTo>
                  <a:lnTo>
                    <a:pt x="15052" y="22389"/>
                  </a:lnTo>
                  <a:lnTo>
                    <a:pt x="4655" y="19583"/>
                  </a:lnTo>
                  <a:lnTo>
                    <a:pt x="1695" y="17486"/>
                  </a:lnTo>
                  <a:lnTo>
                    <a:pt x="1913" y="16531"/>
                  </a:lnTo>
                  <a:lnTo>
                    <a:pt x="0" y="13671"/>
                  </a:lnTo>
                  <a:lnTo>
                    <a:pt x="1334" y="10772"/>
                  </a:lnTo>
                  <a:lnTo>
                    <a:pt x="9514" y="4936"/>
                  </a:lnTo>
                  <a:lnTo>
                    <a:pt x="1893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5" name="ph7745"/>
            <p:cNvSpPr/>
            <p:nvPr/>
          </p:nvSpPr>
          <p:spPr>
            <a:xfrm>
              <a:off x="11101665" y="3316539"/>
              <a:ext cx="9215" cy="11189"/>
            </a:xfrm>
            <a:custGeom>
              <a:avLst/>
              <a:pathLst>
                <a:path w="9215" h="11189">
                  <a:moveTo>
                    <a:pt x="8696" y="3578"/>
                  </a:moveTo>
                  <a:lnTo>
                    <a:pt x="9215" y="4852"/>
                  </a:lnTo>
                  <a:lnTo>
                    <a:pt x="4639" y="10735"/>
                  </a:lnTo>
                  <a:lnTo>
                    <a:pt x="1441" y="11189"/>
                  </a:lnTo>
                  <a:lnTo>
                    <a:pt x="0" y="7733"/>
                  </a:lnTo>
                  <a:lnTo>
                    <a:pt x="1196" y="1230"/>
                  </a:lnTo>
                  <a:lnTo>
                    <a:pt x="419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6" name="ph7746"/>
            <p:cNvSpPr/>
            <p:nvPr/>
          </p:nvSpPr>
          <p:spPr>
            <a:xfrm>
              <a:off x="11126054" y="3247580"/>
              <a:ext cx="32034" cy="27596"/>
            </a:xfrm>
            <a:custGeom>
              <a:avLst/>
              <a:pathLst>
                <a:path w="32034" h="27596">
                  <a:moveTo>
                    <a:pt x="9662" y="472"/>
                  </a:moveTo>
                  <a:lnTo>
                    <a:pt x="11457" y="3697"/>
                  </a:lnTo>
                  <a:lnTo>
                    <a:pt x="11493" y="6363"/>
                  </a:lnTo>
                  <a:lnTo>
                    <a:pt x="13145" y="8962"/>
                  </a:lnTo>
                  <a:lnTo>
                    <a:pt x="15254" y="8396"/>
                  </a:lnTo>
                  <a:lnTo>
                    <a:pt x="16217" y="6089"/>
                  </a:lnTo>
                  <a:lnTo>
                    <a:pt x="21230" y="7129"/>
                  </a:lnTo>
                  <a:lnTo>
                    <a:pt x="19596" y="8250"/>
                  </a:lnTo>
                  <a:lnTo>
                    <a:pt x="15910" y="8288"/>
                  </a:lnTo>
                  <a:lnTo>
                    <a:pt x="14911" y="9576"/>
                  </a:lnTo>
                  <a:lnTo>
                    <a:pt x="15512" y="10052"/>
                  </a:lnTo>
                  <a:lnTo>
                    <a:pt x="22047" y="9245"/>
                  </a:lnTo>
                  <a:lnTo>
                    <a:pt x="27222" y="10166"/>
                  </a:lnTo>
                  <a:lnTo>
                    <a:pt x="30067" y="10524"/>
                  </a:lnTo>
                  <a:lnTo>
                    <a:pt x="32034" y="14338"/>
                  </a:lnTo>
                  <a:lnTo>
                    <a:pt x="31646" y="15885"/>
                  </a:lnTo>
                  <a:lnTo>
                    <a:pt x="30654" y="16451"/>
                  </a:lnTo>
                  <a:lnTo>
                    <a:pt x="22408" y="16989"/>
                  </a:lnTo>
                  <a:lnTo>
                    <a:pt x="18083" y="18217"/>
                  </a:lnTo>
                  <a:lnTo>
                    <a:pt x="15263" y="20667"/>
                  </a:lnTo>
                  <a:lnTo>
                    <a:pt x="11070" y="27596"/>
                  </a:lnTo>
                  <a:lnTo>
                    <a:pt x="8540" y="26105"/>
                  </a:lnTo>
                  <a:lnTo>
                    <a:pt x="8293" y="22641"/>
                  </a:lnTo>
                  <a:lnTo>
                    <a:pt x="4941" y="19135"/>
                  </a:lnTo>
                  <a:lnTo>
                    <a:pt x="0" y="4839"/>
                  </a:lnTo>
                  <a:lnTo>
                    <a:pt x="611" y="2696"/>
                  </a:lnTo>
                  <a:lnTo>
                    <a:pt x="73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7" name="ph7747"/>
            <p:cNvSpPr/>
            <p:nvPr/>
          </p:nvSpPr>
          <p:spPr>
            <a:xfrm>
              <a:off x="11282957" y="3208907"/>
              <a:ext cx="3217" cy="4721"/>
            </a:xfrm>
            <a:custGeom>
              <a:avLst/>
              <a:pathLst>
                <a:path w="3217" h="4721">
                  <a:moveTo>
                    <a:pt x="1938" y="502"/>
                  </a:moveTo>
                  <a:lnTo>
                    <a:pt x="3217" y="4721"/>
                  </a:lnTo>
                  <a:lnTo>
                    <a:pt x="1435" y="4371"/>
                  </a:lnTo>
                  <a:lnTo>
                    <a:pt x="0" y="1209"/>
                  </a:lnTo>
                  <a:lnTo>
                    <a:pt x="141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8" name="ph7748"/>
            <p:cNvSpPr/>
            <p:nvPr/>
          </p:nvSpPr>
          <p:spPr>
            <a:xfrm>
              <a:off x="11112260" y="3219587"/>
              <a:ext cx="8946" cy="8436"/>
            </a:xfrm>
            <a:custGeom>
              <a:avLst/>
              <a:pathLst>
                <a:path w="8946" h="8436">
                  <a:moveTo>
                    <a:pt x="5072" y="340"/>
                  </a:moveTo>
                  <a:lnTo>
                    <a:pt x="8946" y="8179"/>
                  </a:lnTo>
                  <a:lnTo>
                    <a:pt x="2739" y="8436"/>
                  </a:lnTo>
                  <a:lnTo>
                    <a:pt x="3322" y="8107"/>
                  </a:lnTo>
                  <a:lnTo>
                    <a:pt x="3027" y="7361"/>
                  </a:lnTo>
                  <a:lnTo>
                    <a:pt x="1268" y="6132"/>
                  </a:lnTo>
                  <a:lnTo>
                    <a:pt x="0" y="3250"/>
                  </a:lnTo>
                  <a:lnTo>
                    <a:pt x="33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9" name="ph7749"/>
            <p:cNvSpPr/>
            <p:nvPr/>
          </p:nvSpPr>
          <p:spPr>
            <a:xfrm>
              <a:off x="11196569" y="3232520"/>
              <a:ext cx="11805" cy="9738"/>
            </a:xfrm>
            <a:custGeom>
              <a:avLst/>
              <a:pathLst>
                <a:path w="11805" h="9738">
                  <a:moveTo>
                    <a:pt x="3043" y="0"/>
                  </a:moveTo>
                  <a:lnTo>
                    <a:pt x="8959" y="271"/>
                  </a:lnTo>
                  <a:lnTo>
                    <a:pt x="10126" y="1068"/>
                  </a:lnTo>
                  <a:lnTo>
                    <a:pt x="10806" y="5295"/>
                  </a:lnTo>
                  <a:lnTo>
                    <a:pt x="11805" y="6747"/>
                  </a:lnTo>
                  <a:lnTo>
                    <a:pt x="11606" y="9738"/>
                  </a:lnTo>
                  <a:lnTo>
                    <a:pt x="9971" y="9067"/>
                  </a:lnTo>
                  <a:lnTo>
                    <a:pt x="211" y="6115"/>
                  </a:lnTo>
                  <a:lnTo>
                    <a:pt x="0" y="2440"/>
                  </a:lnTo>
                  <a:lnTo>
                    <a:pt x="955" y="81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0" name="ph7750"/>
            <p:cNvSpPr/>
            <p:nvPr/>
          </p:nvSpPr>
          <p:spPr>
            <a:xfrm>
              <a:off x="11126088" y="3180790"/>
              <a:ext cx="11361" cy="12273"/>
            </a:xfrm>
            <a:custGeom>
              <a:avLst/>
              <a:pathLst>
                <a:path w="11361" h="12273">
                  <a:moveTo>
                    <a:pt x="10422" y="4012"/>
                  </a:moveTo>
                  <a:lnTo>
                    <a:pt x="11361" y="7525"/>
                  </a:lnTo>
                  <a:lnTo>
                    <a:pt x="8824" y="12169"/>
                  </a:lnTo>
                  <a:lnTo>
                    <a:pt x="7324" y="12273"/>
                  </a:lnTo>
                  <a:lnTo>
                    <a:pt x="5975" y="10688"/>
                  </a:lnTo>
                  <a:lnTo>
                    <a:pt x="3308" y="7648"/>
                  </a:lnTo>
                  <a:lnTo>
                    <a:pt x="1513" y="7196"/>
                  </a:lnTo>
                  <a:lnTo>
                    <a:pt x="0" y="2351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1" name="ph7751"/>
            <p:cNvSpPr/>
            <p:nvPr/>
          </p:nvSpPr>
          <p:spPr>
            <a:xfrm>
              <a:off x="11196529" y="3109079"/>
              <a:ext cx="20267" cy="19411"/>
            </a:xfrm>
            <a:custGeom>
              <a:avLst/>
              <a:pathLst>
                <a:path w="20267" h="19411">
                  <a:moveTo>
                    <a:pt x="19601" y="4022"/>
                  </a:moveTo>
                  <a:lnTo>
                    <a:pt x="20267" y="7350"/>
                  </a:lnTo>
                  <a:lnTo>
                    <a:pt x="17745" y="9298"/>
                  </a:lnTo>
                  <a:lnTo>
                    <a:pt x="13587" y="10177"/>
                  </a:lnTo>
                  <a:lnTo>
                    <a:pt x="8448" y="14631"/>
                  </a:lnTo>
                  <a:lnTo>
                    <a:pt x="9129" y="16475"/>
                  </a:lnTo>
                  <a:lnTo>
                    <a:pt x="11948" y="19411"/>
                  </a:lnTo>
                  <a:lnTo>
                    <a:pt x="6541" y="19285"/>
                  </a:lnTo>
                  <a:lnTo>
                    <a:pt x="786" y="8654"/>
                  </a:lnTo>
                  <a:lnTo>
                    <a:pt x="0" y="4712"/>
                  </a:lnTo>
                  <a:lnTo>
                    <a:pt x="2448" y="1030"/>
                  </a:lnTo>
                  <a:lnTo>
                    <a:pt x="11220" y="2859"/>
                  </a:lnTo>
                  <a:lnTo>
                    <a:pt x="1303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2" name="ph7752"/>
            <p:cNvSpPr/>
            <p:nvPr/>
          </p:nvSpPr>
          <p:spPr>
            <a:xfrm>
              <a:off x="11217853" y="3299513"/>
              <a:ext cx="49773" cy="31864"/>
            </a:xfrm>
            <a:custGeom>
              <a:avLst/>
              <a:pathLst>
                <a:path w="49773" h="31864">
                  <a:moveTo>
                    <a:pt x="26469" y="3421"/>
                  </a:moveTo>
                  <a:lnTo>
                    <a:pt x="28841" y="3352"/>
                  </a:lnTo>
                  <a:lnTo>
                    <a:pt x="34971" y="1240"/>
                  </a:lnTo>
                  <a:lnTo>
                    <a:pt x="37641" y="5908"/>
                  </a:lnTo>
                  <a:lnTo>
                    <a:pt x="37354" y="9188"/>
                  </a:lnTo>
                  <a:lnTo>
                    <a:pt x="35531" y="13321"/>
                  </a:lnTo>
                  <a:lnTo>
                    <a:pt x="35403" y="15127"/>
                  </a:lnTo>
                  <a:lnTo>
                    <a:pt x="37147" y="16383"/>
                  </a:lnTo>
                  <a:lnTo>
                    <a:pt x="37779" y="19707"/>
                  </a:lnTo>
                  <a:lnTo>
                    <a:pt x="39812" y="15787"/>
                  </a:lnTo>
                  <a:lnTo>
                    <a:pt x="47600" y="16638"/>
                  </a:lnTo>
                  <a:lnTo>
                    <a:pt x="49773" y="19789"/>
                  </a:lnTo>
                  <a:lnTo>
                    <a:pt x="47935" y="20689"/>
                  </a:lnTo>
                  <a:lnTo>
                    <a:pt x="44508" y="16313"/>
                  </a:lnTo>
                  <a:lnTo>
                    <a:pt x="42771" y="16962"/>
                  </a:lnTo>
                  <a:lnTo>
                    <a:pt x="41811" y="19525"/>
                  </a:lnTo>
                  <a:lnTo>
                    <a:pt x="40691" y="22770"/>
                  </a:lnTo>
                  <a:lnTo>
                    <a:pt x="41636" y="25843"/>
                  </a:lnTo>
                  <a:lnTo>
                    <a:pt x="44087" y="28268"/>
                  </a:lnTo>
                  <a:lnTo>
                    <a:pt x="38702" y="28417"/>
                  </a:lnTo>
                  <a:lnTo>
                    <a:pt x="36564" y="23974"/>
                  </a:lnTo>
                  <a:lnTo>
                    <a:pt x="31467" y="25241"/>
                  </a:lnTo>
                  <a:lnTo>
                    <a:pt x="29626" y="26298"/>
                  </a:lnTo>
                  <a:lnTo>
                    <a:pt x="29904" y="27126"/>
                  </a:lnTo>
                  <a:lnTo>
                    <a:pt x="26960" y="29474"/>
                  </a:lnTo>
                  <a:lnTo>
                    <a:pt x="24593" y="31864"/>
                  </a:lnTo>
                  <a:lnTo>
                    <a:pt x="20143" y="28969"/>
                  </a:lnTo>
                  <a:lnTo>
                    <a:pt x="18081" y="30373"/>
                  </a:lnTo>
                  <a:lnTo>
                    <a:pt x="12583" y="31163"/>
                  </a:lnTo>
                  <a:lnTo>
                    <a:pt x="8422" y="29946"/>
                  </a:lnTo>
                  <a:lnTo>
                    <a:pt x="3981" y="25537"/>
                  </a:lnTo>
                  <a:lnTo>
                    <a:pt x="0" y="25135"/>
                  </a:lnTo>
                  <a:lnTo>
                    <a:pt x="614" y="21851"/>
                  </a:lnTo>
                  <a:lnTo>
                    <a:pt x="1617" y="20374"/>
                  </a:lnTo>
                  <a:lnTo>
                    <a:pt x="4867" y="19042"/>
                  </a:lnTo>
                  <a:lnTo>
                    <a:pt x="6024" y="18859"/>
                  </a:lnTo>
                  <a:lnTo>
                    <a:pt x="8226" y="19858"/>
                  </a:lnTo>
                  <a:lnTo>
                    <a:pt x="9262" y="21745"/>
                  </a:lnTo>
                  <a:lnTo>
                    <a:pt x="11953" y="19374"/>
                  </a:lnTo>
                  <a:lnTo>
                    <a:pt x="14801" y="24586"/>
                  </a:lnTo>
                  <a:lnTo>
                    <a:pt x="15319" y="22933"/>
                  </a:lnTo>
                  <a:lnTo>
                    <a:pt x="17929" y="23603"/>
                  </a:lnTo>
                  <a:lnTo>
                    <a:pt x="17270" y="24912"/>
                  </a:lnTo>
                  <a:lnTo>
                    <a:pt x="22205" y="24290"/>
                  </a:lnTo>
                  <a:lnTo>
                    <a:pt x="22747" y="25227"/>
                  </a:lnTo>
                  <a:lnTo>
                    <a:pt x="21972" y="25606"/>
                  </a:lnTo>
                  <a:lnTo>
                    <a:pt x="23064" y="27756"/>
                  </a:lnTo>
                  <a:lnTo>
                    <a:pt x="25948" y="27047"/>
                  </a:lnTo>
                  <a:lnTo>
                    <a:pt x="26652" y="25034"/>
                  </a:lnTo>
                  <a:lnTo>
                    <a:pt x="28497" y="23857"/>
                  </a:lnTo>
                  <a:lnTo>
                    <a:pt x="27575" y="19493"/>
                  </a:lnTo>
                  <a:lnTo>
                    <a:pt x="26403" y="19508"/>
                  </a:lnTo>
                  <a:lnTo>
                    <a:pt x="28829" y="16972"/>
                  </a:lnTo>
                  <a:lnTo>
                    <a:pt x="29711" y="14781"/>
                  </a:lnTo>
                  <a:lnTo>
                    <a:pt x="26825" y="8773"/>
                  </a:lnTo>
                  <a:lnTo>
                    <a:pt x="24496" y="14565"/>
                  </a:lnTo>
                  <a:lnTo>
                    <a:pt x="22359" y="16200"/>
                  </a:lnTo>
                  <a:lnTo>
                    <a:pt x="21703" y="13744"/>
                  </a:lnTo>
                  <a:lnTo>
                    <a:pt x="19299" y="11129"/>
                  </a:lnTo>
                  <a:lnTo>
                    <a:pt x="18058" y="8981"/>
                  </a:lnTo>
                  <a:lnTo>
                    <a:pt x="18650" y="6573"/>
                  </a:lnTo>
                  <a:lnTo>
                    <a:pt x="20829" y="8604"/>
                  </a:lnTo>
                  <a:lnTo>
                    <a:pt x="21935" y="6921"/>
                  </a:lnTo>
                  <a:lnTo>
                    <a:pt x="22186" y="4503"/>
                  </a:lnTo>
                  <a:lnTo>
                    <a:pt x="20066" y="3673"/>
                  </a:lnTo>
                  <a:lnTo>
                    <a:pt x="18255" y="5506"/>
                  </a:lnTo>
                  <a:lnTo>
                    <a:pt x="17768" y="9150"/>
                  </a:lnTo>
                  <a:lnTo>
                    <a:pt x="15976" y="8480"/>
                  </a:lnTo>
                  <a:lnTo>
                    <a:pt x="17220" y="6569"/>
                  </a:lnTo>
                  <a:lnTo>
                    <a:pt x="16652" y="4479"/>
                  </a:lnTo>
                  <a:lnTo>
                    <a:pt x="14611" y="3042"/>
                  </a:lnTo>
                  <a:lnTo>
                    <a:pt x="14333" y="212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3" name="ph7753"/>
            <p:cNvSpPr/>
            <p:nvPr/>
          </p:nvSpPr>
          <p:spPr>
            <a:xfrm>
              <a:off x="11180777" y="3128365"/>
              <a:ext cx="32701" cy="51529"/>
            </a:xfrm>
            <a:custGeom>
              <a:avLst/>
              <a:pathLst>
                <a:path w="32701" h="51529">
                  <a:moveTo>
                    <a:pt x="27700" y="125"/>
                  </a:moveTo>
                  <a:lnTo>
                    <a:pt x="30562" y="685"/>
                  </a:lnTo>
                  <a:lnTo>
                    <a:pt x="28206" y="3334"/>
                  </a:lnTo>
                  <a:lnTo>
                    <a:pt x="23439" y="3610"/>
                  </a:lnTo>
                  <a:lnTo>
                    <a:pt x="21060" y="7991"/>
                  </a:lnTo>
                  <a:lnTo>
                    <a:pt x="21628" y="12462"/>
                  </a:lnTo>
                  <a:lnTo>
                    <a:pt x="22763" y="14250"/>
                  </a:lnTo>
                  <a:lnTo>
                    <a:pt x="22157" y="15706"/>
                  </a:lnTo>
                  <a:lnTo>
                    <a:pt x="23652" y="18025"/>
                  </a:lnTo>
                  <a:lnTo>
                    <a:pt x="26758" y="20601"/>
                  </a:lnTo>
                  <a:lnTo>
                    <a:pt x="29204" y="21655"/>
                  </a:lnTo>
                  <a:lnTo>
                    <a:pt x="30650" y="21494"/>
                  </a:lnTo>
                  <a:lnTo>
                    <a:pt x="29562" y="24504"/>
                  </a:lnTo>
                  <a:lnTo>
                    <a:pt x="30339" y="28227"/>
                  </a:lnTo>
                  <a:lnTo>
                    <a:pt x="32701" y="30985"/>
                  </a:lnTo>
                  <a:lnTo>
                    <a:pt x="31295" y="32820"/>
                  </a:lnTo>
                  <a:lnTo>
                    <a:pt x="29976" y="37255"/>
                  </a:lnTo>
                  <a:lnTo>
                    <a:pt x="30429" y="41210"/>
                  </a:lnTo>
                  <a:lnTo>
                    <a:pt x="22578" y="40002"/>
                  </a:lnTo>
                  <a:lnTo>
                    <a:pt x="23141" y="39651"/>
                  </a:lnTo>
                  <a:lnTo>
                    <a:pt x="22339" y="38227"/>
                  </a:lnTo>
                  <a:lnTo>
                    <a:pt x="20913" y="38654"/>
                  </a:lnTo>
                  <a:lnTo>
                    <a:pt x="16380" y="41738"/>
                  </a:lnTo>
                  <a:lnTo>
                    <a:pt x="15576" y="44350"/>
                  </a:lnTo>
                  <a:lnTo>
                    <a:pt x="18028" y="45581"/>
                  </a:lnTo>
                  <a:lnTo>
                    <a:pt x="17394" y="46796"/>
                  </a:lnTo>
                  <a:lnTo>
                    <a:pt x="17316" y="51529"/>
                  </a:lnTo>
                  <a:lnTo>
                    <a:pt x="14271" y="50595"/>
                  </a:lnTo>
                  <a:lnTo>
                    <a:pt x="11930" y="48316"/>
                  </a:lnTo>
                  <a:lnTo>
                    <a:pt x="11704" y="42095"/>
                  </a:lnTo>
                  <a:lnTo>
                    <a:pt x="11329" y="35276"/>
                  </a:lnTo>
                  <a:lnTo>
                    <a:pt x="14736" y="34536"/>
                  </a:lnTo>
                  <a:lnTo>
                    <a:pt x="18061" y="26283"/>
                  </a:lnTo>
                  <a:lnTo>
                    <a:pt x="19439" y="25688"/>
                  </a:lnTo>
                  <a:lnTo>
                    <a:pt x="20302" y="24191"/>
                  </a:lnTo>
                  <a:lnTo>
                    <a:pt x="22207" y="23989"/>
                  </a:lnTo>
                  <a:lnTo>
                    <a:pt x="20431" y="19376"/>
                  </a:lnTo>
                  <a:lnTo>
                    <a:pt x="15180" y="13527"/>
                  </a:lnTo>
                  <a:lnTo>
                    <a:pt x="12387" y="16327"/>
                  </a:lnTo>
                  <a:lnTo>
                    <a:pt x="12423" y="17323"/>
                  </a:lnTo>
                  <a:lnTo>
                    <a:pt x="9206" y="17809"/>
                  </a:lnTo>
                  <a:lnTo>
                    <a:pt x="3446" y="17660"/>
                  </a:lnTo>
                  <a:lnTo>
                    <a:pt x="2545" y="19462"/>
                  </a:lnTo>
                  <a:lnTo>
                    <a:pt x="0" y="17062"/>
                  </a:lnTo>
                  <a:lnTo>
                    <a:pt x="6330" y="10920"/>
                  </a:lnTo>
                  <a:lnTo>
                    <a:pt x="9813" y="9064"/>
                  </a:lnTo>
                  <a:lnTo>
                    <a:pt x="13948" y="8243"/>
                  </a:lnTo>
                  <a:lnTo>
                    <a:pt x="11641" y="5248"/>
                  </a:lnTo>
                  <a:lnTo>
                    <a:pt x="14814" y="1501"/>
                  </a:lnTo>
                  <a:lnTo>
                    <a:pt x="2229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4" name="ph7754"/>
            <p:cNvSpPr/>
            <p:nvPr/>
          </p:nvSpPr>
          <p:spPr>
            <a:xfrm>
              <a:off x="11235857" y="3187920"/>
              <a:ext cx="11575" cy="6994"/>
            </a:xfrm>
            <a:custGeom>
              <a:avLst/>
              <a:pathLst>
                <a:path w="11575" h="6994">
                  <a:moveTo>
                    <a:pt x="6608" y="1469"/>
                  </a:moveTo>
                  <a:lnTo>
                    <a:pt x="11171" y="1362"/>
                  </a:lnTo>
                  <a:lnTo>
                    <a:pt x="11575" y="1673"/>
                  </a:lnTo>
                  <a:lnTo>
                    <a:pt x="10921" y="3824"/>
                  </a:lnTo>
                  <a:lnTo>
                    <a:pt x="9737" y="5947"/>
                  </a:lnTo>
                  <a:lnTo>
                    <a:pt x="7085" y="6994"/>
                  </a:lnTo>
                  <a:lnTo>
                    <a:pt x="3863" y="6526"/>
                  </a:lnTo>
                  <a:lnTo>
                    <a:pt x="1060" y="4938"/>
                  </a:lnTo>
                  <a:lnTo>
                    <a:pt x="0" y="3065"/>
                  </a:lnTo>
                  <a:lnTo>
                    <a:pt x="273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5" name="ph7755"/>
            <p:cNvSpPr/>
            <p:nvPr/>
          </p:nvSpPr>
          <p:spPr>
            <a:xfrm>
              <a:off x="11152949" y="3313986"/>
              <a:ext cx="33287" cy="51616"/>
            </a:xfrm>
            <a:custGeom>
              <a:avLst/>
              <a:pathLst>
                <a:path w="33287" h="51616">
                  <a:moveTo>
                    <a:pt x="19044" y="2117"/>
                  </a:moveTo>
                  <a:lnTo>
                    <a:pt x="22674" y="2271"/>
                  </a:lnTo>
                  <a:lnTo>
                    <a:pt x="27385" y="4792"/>
                  </a:lnTo>
                  <a:lnTo>
                    <a:pt x="32866" y="4606"/>
                  </a:lnTo>
                  <a:lnTo>
                    <a:pt x="33287" y="13213"/>
                  </a:lnTo>
                  <a:lnTo>
                    <a:pt x="28569" y="17838"/>
                  </a:lnTo>
                  <a:lnTo>
                    <a:pt x="24869" y="17345"/>
                  </a:lnTo>
                  <a:lnTo>
                    <a:pt x="24887" y="18255"/>
                  </a:lnTo>
                  <a:lnTo>
                    <a:pt x="18059" y="19553"/>
                  </a:lnTo>
                  <a:lnTo>
                    <a:pt x="19017" y="24070"/>
                  </a:lnTo>
                  <a:lnTo>
                    <a:pt x="21151" y="25917"/>
                  </a:lnTo>
                  <a:lnTo>
                    <a:pt x="20200" y="29532"/>
                  </a:lnTo>
                  <a:lnTo>
                    <a:pt x="20246" y="32422"/>
                  </a:lnTo>
                  <a:lnTo>
                    <a:pt x="24453" y="40728"/>
                  </a:lnTo>
                  <a:lnTo>
                    <a:pt x="20357" y="44758"/>
                  </a:lnTo>
                  <a:lnTo>
                    <a:pt x="20470" y="44014"/>
                  </a:lnTo>
                  <a:lnTo>
                    <a:pt x="19626" y="43694"/>
                  </a:lnTo>
                  <a:lnTo>
                    <a:pt x="17354" y="44272"/>
                  </a:lnTo>
                  <a:lnTo>
                    <a:pt x="10857" y="49519"/>
                  </a:lnTo>
                  <a:lnTo>
                    <a:pt x="7094" y="51616"/>
                  </a:lnTo>
                  <a:lnTo>
                    <a:pt x="3760" y="46863"/>
                  </a:lnTo>
                  <a:lnTo>
                    <a:pt x="2599" y="41589"/>
                  </a:lnTo>
                  <a:lnTo>
                    <a:pt x="3663" y="32741"/>
                  </a:lnTo>
                  <a:lnTo>
                    <a:pt x="5091" y="30003"/>
                  </a:lnTo>
                  <a:lnTo>
                    <a:pt x="5875" y="27881"/>
                  </a:lnTo>
                  <a:lnTo>
                    <a:pt x="4089" y="24999"/>
                  </a:lnTo>
                  <a:lnTo>
                    <a:pt x="0" y="22505"/>
                  </a:lnTo>
                  <a:lnTo>
                    <a:pt x="2548" y="20344"/>
                  </a:lnTo>
                  <a:lnTo>
                    <a:pt x="3822" y="20121"/>
                  </a:lnTo>
                  <a:lnTo>
                    <a:pt x="6824" y="22705"/>
                  </a:lnTo>
                  <a:lnTo>
                    <a:pt x="12067" y="17429"/>
                  </a:lnTo>
                  <a:lnTo>
                    <a:pt x="12363" y="15210"/>
                  </a:lnTo>
                  <a:lnTo>
                    <a:pt x="19952" y="12921"/>
                  </a:lnTo>
                  <a:lnTo>
                    <a:pt x="21803" y="9613"/>
                  </a:lnTo>
                  <a:lnTo>
                    <a:pt x="21592" y="8307"/>
                  </a:lnTo>
                  <a:lnTo>
                    <a:pt x="19102" y="9278"/>
                  </a:lnTo>
                  <a:lnTo>
                    <a:pt x="15430" y="9009"/>
                  </a:lnTo>
                  <a:lnTo>
                    <a:pt x="13110" y="7444"/>
                  </a:lnTo>
                  <a:lnTo>
                    <a:pt x="13518" y="868"/>
                  </a:lnTo>
                  <a:lnTo>
                    <a:pt x="1393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6" name="ph7756"/>
            <p:cNvSpPr/>
            <p:nvPr/>
          </p:nvSpPr>
          <p:spPr>
            <a:xfrm>
              <a:off x="11177627" y="3201806"/>
              <a:ext cx="12090" cy="15191"/>
            </a:xfrm>
            <a:custGeom>
              <a:avLst/>
              <a:pathLst>
                <a:path w="12090" h="15191">
                  <a:moveTo>
                    <a:pt x="8621" y="1600"/>
                  </a:moveTo>
                  <a:lnTo>
                    <a:pt x="12090" y="5497"/>
                  </a:lnTo>
                  <a:lnTo>
                    <a:pt x="6284" y="8954"/>
                  </a:lnTo>
                  <a:lnTo>
                    <a:pt x="4872" y="11880"/>
                  </a:lnTo>
                  <a:lnTo>
                    <a:pt x="1674" y="15191"/>
                  </a:lnTo>
                  <a:lnTo>
                    <a:pt x="0" y="8965"/>
                  </a:lnTo>
                  <a:lnTo>
                    <a:pt x="401" y="3325"/>
                  </a:lnTo>
                  <a:lnTo>
                    <a:pt x="368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7" name="ph7757"/>
            <p:cNvSpPr/>
            <p:nvPr/>
          </p:nvSpPr>
          <p:spPr>
            <a:xfrm>
              <a:off x="11178864" y="3259122"/>
              <a:ext cx="19860" cy="31387"/>
            </a:xfrm>
            <a:custGeom>
              <a:avLst/>
              <a:pathLst>
                <a:path w="19860" h="31387">
                  <a:moveTo>
                    <a:pt x="16166" y="1241"/>
                  </a:moveTo>
                  <a:lnTo>
                    <a:pt x="19860" y="9245"/>
                  </a:lnTo>
                  <a:lnTo>
                    <a:pt x="16347" y="8914"/>
                  </a:lnTo>
                  <a:lnTo>
                    <a:pt x="11379" y="13308"/>
                  </a:lnTo>
                  <a:lnTo>
                    <a:pt x="10714" y="14728"/>
                  </a:lnTo>
                  <a:lnTo>
                    <a:pt x="11817" y="16933"/>
                  </a:lnTo>
                  <a:lnTo>
                    <a:pt x="12839" y="17331"/>
                  </a:lnTo>
                  <a:lnTo>
                    <a:pt x="14114" y="16479"/>
                  </a:lnTo>
                  <a:lnTo>
                    <a:pt x="12664" y="21933"/>
                  </a:lnTo>
                  <a:lnTo>
                    <a:pt x="12660" y="26228"/>
                  </a:lnTo>
                  <a:lnTo>
                    <a:pt x="13233" y="27135"/>
                  </a:lnTo>
                  <a:lnTo>
                    <a:pt x="12161" y="31387"/>
                  </a:lnTo>
                  <a:lnTo>
                    <a:pt x="11066" y="26230"/>
                  </a:lnTo>
                  <a:lnTo>
                    <a:pt x="9063" y="23914"/>
                  </a:lnTo>
                  <a:lnTo>
                    <a:pt x="3991" y="22260"/>
                  </a:lnTo>
                  <a:lnTo>
                    <a:pt x="589" y="21998"/>
                  </a:lnTo>
                  <a:lnTo>
                    <a:pt x="1030" y="16965"/>
                  </a:lnTo>
                  <a:lnTo>
                    <a:pt x="2882" y="10613"/>
                  </a:lnTo>
                  <a:lnTo>
                    <a:pt x="269" y="8084"/>
                  </a:lnTo>
                  <a:lnTo>
                    <a:pt x="0" y="6475"/>
                  </a:lnTo>
                  <a:lnTo>
                    <a:pt x="1803" y="3350"/>
                  </a:lnTo>
                  <a:lnTo>
                    <a:pt x="2075" y="65"/>
                  </a:lnTo>
                  <a:lnTo>
                    <a:pt x="3027" y="0"/>
                  </a:lnTo>
                  <a:lnTo>
                    <a:pt x="3181" y="1655"/>
                  </a:lnTo>
                  <a:lnTo>
                    <a:pt x="6639" y="1996"/>
                  </a:lnTo>
                  <a:lnTo>
                    <a:pt x="9291" y="347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8" name="ph7758"/>
            <p:cNvSpPr/>
            <p:nvPr/>
          </p:nvSpPr>
          <p:spPr>
            <a:xfrm>
              <a:off x="11219072" y="3265504"/>
              <a:ext cx="5208" cy="5415"/>
            </a:xfrm>
            <a:custGeom>
              <a:avLst/>
              <a:pathLst>
                <a:path w="5208" h="5415">
                  <a:moveTo>
                    <a:pt x="5208" y="4708"/>
                  </a:moveTo>
                  <a:lnTo>
                    <a:pt x="4565" y="5415"/>
                  </a:lnTo>
                  <a:lnTo>
                    <a:pt x="2564" y="4473"/>
                  </a:lnTo>
                  <a:lnTo>
                    <a:pt x="3509" y="3940"/>
                  </a:lnTo>
                  <a:lnTo>
                    <a:pt x="3037" y="3413"/>
                  </a:lnTo>
                  <a:lnTo>
                    <a:pt x="0" y="2242"/>
                  </a:lnTo>
                  <a:lnTo>
                    <a:pt x="51" y="0"/>
                  </a:lnTo>
                  <a:lnTo>
                    <a:pt x="1930" y="22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9" name="ph7759"/>
            <p:cNvSpPr/>
            <p:nvPr/>
          </p:nvSpPr>
          <p:spPr>
            <a:xfrm>
              <a:off x="11217663" y="3249390"/>
              <a:ext cx="10892" cy="10549"/>
            </a:xfrm>
            <a:custGeom>
              <a:avLst/>
              <a:pathLst>
                <a:path w="10892" h="10549">
                  <a:moveTo>
                    <a:pt x="6827" y="2411"/>
                  </a:moveTo>
                  <a:lnTo>
                    <a:pt x="8029" y="4064"/>
                  </a:lnTo>
                  <a:lnTo>
                    <a:pt x="10000" y="4947"/>
                  </a:lnTo>
                  <a:lnTo>
                    <a:pt x="10853" y="4551"/>
                  </a:lnTo>
                  <a:lnTo>
                    <a:pt x="10422" y="6954"/>
                  </a:lnTo>
                  <a:lnTo>
                    <a:pt x="10892" y="10549"/>
                  </a:lnTo>
                  <a:lnTo>
                    <a:pt x="6309" y="9342"/>
                  </a:lnTo>
                  <a:lnTo>
                    <a:pt x="4031" y="10488"/>
                  </a:lnTo>
                  <a:lnTo>
                    <a:pt x="94" y="8684"/>
                  </a:lnTo>
                  <a:lnTo>
                    <a:pt x="0" y="4770"/>
                  </a:lnTo>
                  <a:lnTo>
                    <a:pt x="3939" y="0"/>
                  </a:lnTo>
                  <a:lnTo>
                    <a:pt x="9327" y="638"/>
                  </a:lnTo>
                  <a:lnTo>
                    <a:pt x="6837" y="135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0" name="ph7760"/>
            <p:cNvSpPr/>
            <p:nvPr/>
          </p:nvSpPr>
          <p:spPr>
            <a:xfrm>
              <a:off x="11204202" y="3247924"/>
              <a:ext cx="7072" cy="6410"/>
            </a:xfrm>
            <a:custGeom>
              <a:avLst/>
              <a:pathLst>
                <a:path w="7072" h="6410">
                  <a:moveTo>
                    <a:pt x="5269" y="6410"/>
                  </a:moveTo>
                  <a:lnTo>
                    <a:pt x="0" y="3025"/>
                  </a:lnTo>
                  <a:lnTo>
                    <a:pt x="1144" y="534"/>
                  </a:lnTo>
                  <a:lnTo>
                    <a:pt x="7072" y="0"/>
                  </a:lnTo>
                  <a:lnTo>
                    <a:pt x="4446" y="334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1" name="ph7761"/>
            <p:cNvSpPr/>
            <p:nvPr/>
          </p:nvSpPr>
          <p:spPr>
            <a:xfrm>
              <a:off x="11025389" y="3138650"/>
              <a:ext cx="22290" cy="25774"/>
            </a:xfrm>
            <a:custGeom>
              <a:avLst/>
              <a:pathLst>
                <a:path w="22290" h="25774">
                  <a:moveTo>
                    <a:pt x="18478" y="1281"/>
                  </a:moveTo>
                  <a:lnTo>
                    <a:pt x="16544" y="3771"/>
                  </a:lnTo>
                  <a:lnTo>
                    <a:pt x="19922" y="7278"/>
                  </a:lnTo>
                  <a:lnTo>
                    <a:pt x="22290" y="6975"/>
                  </a:lnTo>
                  <a:lnTo>
                    <a:pt x="21453" y="14749"/>
                  </a:lnTo>
                  <a:lnTo>
                    <a:pt x="20185" y="19197"/>
                  </a:lnTo>
                  <a:lnTo>
                    <a:pt x="10844" y="23788"/>
                  </a:lnTo>
                  <a:lnTo>
                    <a:pt x="3198" y="25774"/>
                  </a:lnTo>
                  <a:lnTo>
                    <a:pt x="955" y="22802"/>
                  </a:lnTo>
                  <a:lnTo>
                    <a:pt x="1205" y="19178"/>
                  </a:lnTo>
                  <a:lnTo>
                    <a:pt x="0" y="15018"/>
                  </a:lnTo>
                  <a:lnTo>
                    <a:pt x="2837" y="12560"/>
                  </a:lnTo>
                  <a:lnTo>
                    <a:pt x="7952" y="6368"/>
                  </a:lnTo>
                  <a:lnTo>
                    <a:pt x="7881" y="3218"/>
                  </a:lnTo>
                  <a:lnTo>
                    <a:pt x="10883" y="3750"/>
                  </a:lnTo>
                  <a:lnTo>
                    <a:pt x="12637" y="1047"/>
                  </a:lnTo>
                  <a:lnTo>
                    <a:pt x="1641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2" name="ph7762"/>
            <p:cNvSpPr/>
            <p:nvPr/>
          </p:nvSpPr>
          <p:spPr>
            <a:xfrm>
              <a:off x="11402496" y="3179880"/>
              <a:ext cx="60587" cy="71102"/>
            </a:xfrm>
            <a:custGeom>
              <a:avLst/>
              <a:pathLst>
                <a:path w="60587" h="71102">
                  <a:moveTo>
                    <a:pt x="28407" y="11214"/>
                  </a:moveTo>
                  <a:lnTo>
                    <a:pt x="37741" y="13136"/>
                  </a:lnTo>
                  <a:lnTo>
                    <a:pt x="38010" y="14436"/>
                  </a:lnTo>
                  <a:lnTo>
                    <a:pt x="36096" y="16998"/>
                  </a:lnTo>
                  <a:lnTo>
                    <a:pt x="37261" y="20252"/>
                  </a:lnTo>
                  <a:lnTo>
                    <a:pt x="35974" y="24870"/>
                  </a:lnTo>
                  <a:lnTo>
                    <a:pt x="34676" y="26080"/>
                  </a:lnTo>
                  <a:lnTo>
                    <a:pt x="34761" y="27313"/>
                  </a:lnTo>
                  <a:lnTo>
                    <a:pt x="46175" y="27347"/>
                  </a:lnTo>
                  <a:lnTo>
                    <a:pt x="47559" y="32208"/>
                  </a:lnTo>
                  <a:lnTo>
                    <a:pt x="50448" y="35997"/>
                  </a:lnTo>
                  <a:lnTo>
                    <a:pt x="55420" y="37065"/>
                  </a:lnTo>
                  <a:lnTo>
                    <a:pt x="57934" y="36462"/>
                  </a:lnTo>
                  <a:lnTo>
                    <a:pt x="60587" y="38290"/>
                  </a:lnTo>
                  <a:lnTo>
                    <a:pt x="59859" y="40413"/>
                  </a:lnTo>
                  <a:lnTo>
                    <a:pt x="56355" y="44043"/>
                  </a:lnTo>
                  <a:lnTo>
                    <a:pt x="52383" y="44276"/>
                  </a:lnTo>
                  <a:lnTo>
                    <a:pt x="48472" y="46286"/>
                  </a:lnTo>
                  <a:lnTo>
                    <a:pt x="47415" y="46401"/>
                  </a:lnTo>
                  <a:lnTo>
                    <a:pt x="45771" y="45368"/>
                  </a:lnTo>
                  <a:lnTo>
                    <a:pt x="45227" y="43596"/>
                  </a:lnTo>
                  <a:lnTo>
                    <a:pt x="40400" y="42817"/>
                  </a:lnTo>
                  <a:lnTo>
                    <a:pt x="38248" y="43245"/>
                  </a:lnTo>
                  <a:lnTo>
                    <a:pt x="38074" y="45263"/>
                  </a:lnTo>
                  <a:lnTo>
                    <a:pt x="46234" y="52480"/>
                  </a:lnTo>
                  <a:lnTo>
                    <a:pt x="53097" y="55650"/>
                  </a:lnTo>
                  <a:lnTo>
                    <a:pt x="53683" y="56510"/>
                  </a:lnTo>
                  <a:lnTo>
                    <a:pt x="53176" y="60211"/>
                  </a:lnTo>
                  <a:lnTo>
                    <a:pt x="44474" y="62807"/>
                  </a:lnTo>
                  <a:lnTo>
                    <a:pt x="42773" y="60925"/>
                  </a:lnTo>
                  <a:lnTo>
                    <a:pt x="41434" y="61014"/>
                  </a:lnTo>
                  <a:lnTo>
                    <a:pt x="40119" y="62847"/>
                  </a:lnTo>
                  <a:lnTo>
                    <a:pt x="38742" y="62608"/>
                  </a:lnTo>
                  <a:lnTo>
                    <a:pt x="28577" y="68640"/>
                  </a:lnTo>
                  <a:lnTo>
                    <a:pt x="26214" y="69099"/>
                  </a:lnTo>
                  <a:lnTo>
                    <a:pt x="25035" y="68410"/>
                  </a:lnTo>
                  <a:lnTo>
                    <a:pt x="22836" y="69744"/>
                  </a:lnTo>
                  <a:lnTo>
                    <a:pt x="22230" y="71102"/>
                  </a:lnTo>
                  <a:lnTo>
                    <a:pt x="20610" y="70703"/>
                  </a:lnTo>
                  <a:lnTo>
                    <a:pt x="22286" y="62711"/>
                  </a:lnTo>
                  <a:lnTo>
                    <a:pt x="26204" y="60677"/>
                  </a:lnTo>
                  <a:lnTo>
                    <a:pt x="32615" y="59451"/>
                  </a:lnTo>
                  <a:lnTo>
                    <a:pt x="33294" y="58402"/>
                  </a:lnTo>
                  <a:lnTo>
                    <a:pt x="34075" y="55620"/>
                  </a:lnTo>
                  <a:lnTo>
                    <a:pt x="33483" y="52033"/>
                  </a:lnTo>
                  <a:lnTo>
                    <a:pt x="31604" y="51176"/>
                  </a:lnTo>
                  <a:lnTo>
                    <a:pt x="33151" y="50873"/>
                  </a:lnTo>
                  <a:lnTo>
                    <a:pt x="34561" y="47771"/>
                  </a:lnTo>
                  <a:lnTo>
                    <a:pt x="30415" y="46215"/>
                  </a:lnTo>
                  <a:lnTo>
                    <a:pt x="30634" y="42269"/>
                  </a:lnTo>
                  <a:lnTo>
                    <a:pt x="33060" y="37076"/>
                  </a:lnTo>
                  <a:lnTo>
                    <a:pt x="31537" y="33473"/>
                  </a:lnTo>
                  <a:lnTo>
                    <a:pt x="28836" y="33136"/>
                  </a:lnTo>
                  <a:lnTo>
                    <a:pt x="27025" y="38378"/>
                  </a:lnTo>
                  <a:lnTo>
                    <a:pt x="24671" y="36572"/>
                  </a:lnTo>
                  <a:lnTo>
                    <a:pt x="20614" y="38126"/>
                  </a:lnTo>
                  <a:lnTo>
                    <a:pt x="18296" y="37575"/>
                  </a:lnTo>
                  <a:lnTo>
                    <a:pt x="18144" y="33998"/>
                  </a:lnTo>
                  <a:lnTo>
                    <a:pt x="11239" y="28802"/>
                  </a:lnTo>
                  <a:lnTo>
                    <a:pt x="10284" y="30352"/>
                  </a:lnTo>
                  <a:lnTo>
                    <a:pt x="7742" y="29143"/>
                  </a:lnTo>
                  <a:lnTo>
                    <a:pt x="7042" y="24252"/>
                  </a:lnTo>
                  <a:lnTo>
                    <a:pt x="7630" y="19518"/>
                  </a:lnTo>
                  <a:lnTo>
                    <a:pt x="8529" y="20414"/>
                  </a:lnTo>
                  <a:lnTo>
                    <a:pt x="8990" y="19133"/>
                  </a:lnTo>
                  <a:lnTo>
                    <a:pt x="7591" y="14664"/>
                  </a:lnTo>
                  <a:lnTo>
                    <a:pt x="8974" y="14288"/>
                  </a:lnTo>
                  <a:lnTo>
                    <a:pt x="9458" y="9326"/>
                  </a:lnTo>
                  <a:lnTo>
                    <a:pt x="3146" y="9080"/>
                  </a:lnTo>
                  <a:lnTo>
                    <a:pt x="5847" y="13345"/>
                  </a:lnTo>
                  <a:lnTo>
                    <a:pt x="1880" y="14341"/>
                  </a:lnTo>
                  <a:lnTo>
                    <a:pt x="60" y="12209"/>
                  </a:lnTo>
                  <a:lnTo>
                    <a:pt x="26" y="11276"/>
                  </a:lnTo>
                  <a:lnTo>
                    <a:pt x="0" y="6771"/>
                  </a:lnTo>
                  <a:lnTo>
                    <a:pt x="3466" y="7490"/>
                  </a:lnTo>
                  <a:lnTo>
                    <a:pt x="3661" y="1378"/>
                  </a:lnTo>
                  <a:lnTo>
                    <a:pt x="10527" y="0"/>
                  </a:lnTo>
                  <a:lnTo>
                    <a:pt x="16088" y="6795"/>
                  </a:lnTo>
                  <a:close/>
                  <a:moveTo>
                    <a:pt x="27695" y="27064"/>
                  </a:moveTo>
                  <a:lnTo>
                    <a:pt x="33451" y="25593"/>
                  </a:lnTo>
                  <a:lnTo>
                    <a:pt x="30800" y="21908"/>
                  </a:lnTo>
                  <a:lnTo>
                    <a:pt x="28030" y="20963"/>
                  </a:lnTo>
                  <a:lnTo>
                    <a:pt x="27615" y="19986"/>
                  </a:lnTo>
                  <a:lnTo>
                    <a:pt x="26183" y="20392"/>
                  </a:lnTo>
                  <a:lnTo>
                    <a:pt x="25822" y="208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3" name="ph7763"/>
            <p:cNvSpPr/>
            <p:nvPr/>
          </p:nvSpPr>
          <p:spPr>
            <a:xfrm>
              <a:off x="11393852" y="3194627"/>
              <a:ext cx="14267" cy="19994"/>
            </a:xfrm>
            <a:custGeom>
              <a:avLst/>
              <a:pathLst>
                <a:path w="14267" h="19994">
                  <a:moveTo>
                    <a:pt x="13704" y="14883"/>
                  </a:moveTo>
                  <a:lnTo>
                    <a:pt x="13166" y="14265"/>
                  </a:lnTo>
                  <a:lnTo>
                    <a:pt x="10464" y="15060"/>
                  </a:lnTo>
                  <a:lnTo>
                    <a:pt x="6186" y="17171"/>
                  </a:lnTo>
                  <a:lnTo>
                    <a:pt x="6108" y="16592"/>
                  </a:lnTo>
                  <a:lnTo>
                    <a:pt x="2303" y="16953"/>
                  </a:lnTo>
                  <a:lnTo>
                    <a:pt x="2603" y="19819"/>
                  </a:lnTo>
                  <a:lnTo>
                    <a:pt x="724" y="19994"/>
                  </a:lnTo>
                  <a:lnTo>
                    <a:pt x="0" y="13020"/>
                  </a:lnTo>
                  <a:lnTo>
                    <a:pt x="3584" y="12790"/>
                  </a:lnTo>
                  <a:lnTo>
                    <a:pt x="3676" y="14070"/>
                  </a:lnTo>
                  <a:lnTo>
                    <a:pt x="2249" y="14175"/>
                  </a:lnTo>
                  <a:lnTo>
                    <a:pt x="2282" y="14705"/>
                  </a:lnTo>
                  <a:lnTo>
                    <a:pt x="10592" y="14064"/>
                  </a:lnTo>
                  <a:lnTo>
                    <a:pt x="11367" y="13574"/>
                  </a:lnTo>
                  <a:lnTo>
                    <a:pt x="12025" y="7738"/>
                  </a:lnTo>
                  <a:lnTo>
                    <a:pt x="11388" y="7104"/>
                  </a:lnTo>
                  <a:lnTo>
                    <a:pt x="7423" y="9184"/>
                  </a:lnTo>
                  <a:lnTo>
                    <a:pt x="4287" y="9102"/>
                  </a:lnTo>
                  <a:lnTo>
                    <a:pt x="2720" y="8375"/>
                  </a:lnTo>
                  <a:lnTo>
                    <a:pt x="3392" y="391"/>
                  </a:lnTo>
                  <a:lnTo>
                    <a:pt x="5426" y="740"/>
                  </a:lnTo>
                  <a:lnTo>
                    <a:pt x="5609" y="4123"/>
                  </a:lnTo>
                  <a:lnTo>
                    <a:pt x="11696" y="4008"/>
                  </a:lnTo>
                  <a:lnTo>
                    <a:pt x="12242" y="2074"/>
                  </a:lnTo>
                  <a:lnTo>
                    <a:pt x="11802" y="72"/>
                  </a:lnTo>
                  <a:lnTo>
                    <a:pt x="142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4" name="ph7764"/>
            <p:cNvSpPr/>
            <p:nvPr/>
          </p:nvSpPr>
          <p:spPr>
            <a:xfrm>
              <a:off x="11134913" y="3187730"/>
              <a:ext cx="12539" cy="12606"/>
            </a:xfrm>
            <a:custGeom>
              <a:avLst/>
              <a:pathLst>
                <a:path w="12539" h="12606">
                  <a:moveTo>
                    <a:pt x="9592" y="3441"/>
                  </a:moveTo>
                  <a:lnTo>
                    <a:pt x="9690" y="6718"/>
                  </a:lnTo>
                  <a:lnTo>
                    <a:pt x="12346" y="11640"/>
                  </a:lnTo>
                  <a:lnTo>
                    <a:pt x="12539" y="12606"/>
                  </a:lnTo>
                  <a:lnTo>
                    <a:pt x="4878" y="9456"/>
                  </a:lnTo>
                  <a:lnTo>
                    <a:pt x="2495" y="9581"/>
                  </a:lnTo>
                  <a:lnTo>
                    <a:pt x="647" y="8285"/>
                  </a:lnTo>
                  <a:lnTo>
                    <a:pt x="0" y="5229"/>
                  </a:lnTo>
                  <a:lnTo>
                    <a:pt x="2536" y="584"/>
                  </a:lnTo>
                  <a:lnTo>
                    <a:pt x="3144" y="942"/>
                  </a:lnTo>
                  <a:lnTo>
                    <a:pt x="665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5" name="ph7765"/>
            <p:cNvSpPr/>
            <p:nvPr/>
          </p:nvSpPr>
          <p:spPr>
            <a:xfrm>
              <a:off x="11251315" y="3256149"/>
              <a:ext cx="12112" cy="22170"/>
            </a:xfrm>
            <a:custGeom>
              <a:avLst/>
              <a:pathLst>
                <a:path w="12112" h="22170">
                  <a:moveTo>
                    <a:pt x="12112" y="9872"/>
                  </a:moveTo>
                  <a:lnTo>
                    <a:pt x="10789" y="10672"/>
                  </a:lnTo>
                  <a:lnTo>
                    <a:pt x="9504" y="12709"/>
                  </a:lnTo>
                  <a:lnTo>
                    <a:pt x="9982" y="16853"/>
                  </a:lnTo>
                  <a:lnTo>
                    <a:pt x="11749" y="22170"/>
                  </a:lnTo>
                  <a:lnTo>
                    <a:pt x="10086" y="21503"/>
                  </a:lnTo>
                  <a:lnTo>
                    <a:pt x="8567" y="21312"/>
                  </a:lnTo>
                  <a:lnTo>
                    <a:pt x="6496" y="18268"/>
                  </a:lnTo>
                  <a:lnTo>
                    <a:pt x="5090" y="17329"/>
                  </a:lnTo>
                  <a:lnTo>
                    <a:pt x="5243" y="13576"/>
                  </a:lnTo>
                  <a:lnTo>
                    <a:pt x="4824" y="11286"/>
                  </a:lnTo>
                  <a:lnTo>
                    <a:pt x="0" y="4110"/>
                  </a:lnTo>
                  <a:lnTo>
                    <a:pt x="22" y="932"/>
                  </a:lnTo>
                  <a:lnTo>
                    <a:pt x="262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6" name="ph7766"/>
            <p:cNvSpPr/>
            <p:nvPr/>
          </p:nvSpPr>
          <p:spPr>
            <a:xfrm>
              <a:off x="11137511" y="3249856"/>
              <a:ext cx="4760" cy="6686"/>
            </a:xfrm>
            <a:custGeom>
              <a:avLst/>
              <a:pathLst>
                <a:path w="4760" h="6686">
                  <a:moveTo>
                    <a:pt x="4760" y="3814"/>
                  </a:moveTo>
                  <a:lnTo>
                    <a:pt x="3797" y="6120"/>
                  </a:lnTo>
                  <a:lnTo>
                    <a:pt x="1688" y="6686"/>
                  </a:lnTo>
                  <a:lnTo>
                    <a:pt x="36" y="4087"/>
                  </a:lnTo>
                  <a:lnTo>
                    <a:pt x="0" y="1421"/>
                  </a:lnTo>
                  <a:lnTo>
                    <a:pt x="368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7" name="ph7767"/>
            <p:cNvSpPr/>
            <p:nvPr/>
          </p:nvSpPr>
          <p:spPr>
            <a:xfrm>
              <a:off x="11134347" y="3231266"/>
              <a:ext cx="7039" cy="8978"/>
            </a:xfrm>
            <a:custGeom>
              <a:avLst/>
              <a:pathLst>
                <a:path w="7039" h="8978">
                  <a:moveTo>
                    <a:pt x="7039" y="2784"/>
                  </a:moveTo>
                  <a:lnTo>
                    <a:pt x="6107" y="2962"/>
                  </a:lnTo>
                  <a:lnTo>
                    <a:pt x="4635" y="8978"/>
                  </a:lnTo>
                  <a:lnTo>
                    <a:pt x="153" y="2924"/>
                  </a:lnTo>
                  <a:lnTo>
                    <a:pt x="0" y="2627"/>
                  </a:lnTo>
                  <a:lnTo>
                    <a:pt x="521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8" name="ph7768"/>
            <p:cNvSpPr/>
            <p:nvPr/>
          </p:nvSpPr>
          <p:spPr>
            <a:xfrm>
              <a:off x="11268939" y="3337198"/>
              <a:ext cx="17648" cy="16956"/>
            </a:xfrm>
            <a:custGeom>
              <a:avLst/>
              <a:pathLst>
                <a:path w="17648" h="16956">
                  <a:moveTo>
                    <a:pt x="9843" y="178"/>
                  </a:moveTo>
                  <a:lnTo>
                    <a:pt x="16046" y="4820"/>
                  </a:lnTo>
                  <a:lnTo>
                    <a:pt x="16025" y="9544"/>
                  </a:lnTo>
                  <a:lnTo>
                    <a:pt x="15518" y="10227"/>
                  </a:lnTo>
                  <a:lnTo>
                    <a:pt x="17231" y="12415"/>
                  </a:lnTo>
                  <a:lnTo>
                    <a:pt x="17648" y="15018"/>
                  </a:lnTo>
                  <a:lnTo>
                    <a:pt x="16700" y="15534"/>
                  </a:lnTo>
                  <a:lnTo>
                    <a:pt x="11958" y="16956"/>
                  </a:lnTo>
                  <a:lnTo>
                    <a:pt x="9969" y="16821"/>
                  </a:lnTo>
                  <a:lnTo>
                    <a:pt x="7954" y="14882"/>
                  </a:lnTo>
                  <a:lnTo>
                    <a:pt x="5995" y="9892"/>
                  </a:lnTo>
                  <a:lnTo>
                    <a:pt x="5029" y="8909"/>
                  </a:lnTo>
                  <a:lnTo>
                    <a:pt x="957" y="8552"/>
                  </a:lnTo>
                  <a:lnTo>
                    <a:pt x="0" y="6881"/>
                  </a:lnTo>
                  <a:lnTo>
                    <a:pt x="2157" y="6322"/>
                  </a:lnTo>
                  <a:lnTo>
                    <a:pt x="3310" y="1392"/>
                  </a:lnTo>
                  <a:lnTo>
                    <a:pt x="623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9" name="ph7769"/>
            <p:cNvSpPr/>
            <p:nvPr/>
          </p:nvSpPr>
          <p:spPr>
            <a:xfrm>
              <a:off x="11210996" y="3072723"/>
              <a:ext cx="29385" cy="26265"/>
            </a:xfrm>
            <a:custGeom>
              <a:avLst/>
              <a:pathLst>
                <a:path w="29385" h="26265">
                  <a:moveTo>
                    <a:pt x="13750" y="0"/>
                  </a:moveTo>
                  <a:lnTo>
                    <a:pt x="12340" y="1469"/>
                  </a:lnTo>
                  <a:lnTo>
                    <a:pt x="13343" y="2594"/>
                  </a:lnTo>
                  <a:lnTo>
                    <a:pt x="17046" y="1407"/>
                  </a:lnTo>
                  <a:lnTo>
                    <a:pt x="17566" y="3544"/>
                  </a:lnTo>
                  <a:lnTo>
                    <a:pt x="20786" y="5094"/>
                  </a:lnTo>
                  <a:lnTo>
                    <a:pt x="26718" y="9555"/>
                  </a:lnTo>
                  <a:lnTo>
                    <a:pt x="29385" y="10410"/>
                  </a:lnTo>
                  <a:lnTo>
                    <a:pt x="28859" y="12672"/>
                  </a:lnTo>
                  <a:lnTo>
                    <a:pt x="27685" y="13849"/>
                  </a:lnTo>
                  <a:lnTo>
                    <a:pt x="26106" y="13613"/>
                  </a:lnTo>
                  <a:lnTo>
                    <a:pt x="25292" y="10986"/>
                  </a:lnTo>
                  <a:lnTo>
                    <a:pt x="18943" y="12936"/>
                  </a:lnTo>
                  <a:lnTo>
                    <a:pt x="18695" y="13968"/>
                  </a:lnTo>
                  <a:lnTo>
                    <a:pt x="19589" y="15819"/>
                  </a:lnTo>
                  <a:lnTo>
                    <a:pt x="17500" y="16087"/>
                  </a:lnTo>
                  <a:lnTo>
                    <a:pt x="11719" y="20306"/>
                  </a:lnTo>
                  <a:lnTo>
                    <a:pt x="11624" y="19719"/>
                  </a:lnTo>
                  <a:lnTo>
                    <a:pt x="10325" y="19575"/>
                  </a:lnTo>
                  <a:lnTo>
                    <a:pt x="6062" y="23852"/>
                  </a:lnTo>
                  <a:lnTo>
                    <a:pt x="1197" y="25322"/>
                  </a:lnTo>
                  <a:lnTo>
                    <a:pt x="1336" y="26265"/>
                  </a:lnTo>
                  <a:lnTo>
                    <a:pt x="837" y="25694"/>
                  </a:lnTo>
                  <a:lnTo>
                    <a:pt x="1369" y="23263"/>
                  </a:lnTo>
                  <a:lnTo>
                    <a:pt x="0" y="18935"/>
                  </a:lnTo>
                  <a:lnTo>
                    <a:pt x="1010" y="18235"/>
                  </a:lnTo>
                  <a:lnTo>
                    <a:pt x="4832" y="8251"/>
                  </a:lnTo>
                  <a:lnTo>
                    <a:pt x="10808" y="53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0" name="ph7770"/>
            <p:cNvSpPr/>
            <p:nvPr/>
          </p:nvSpPr>
          <p:spPr>
            <a:xfrm>
              <a:off x="11315331" y="3302284"/>
              <a:ext cx="32609" cy="51777"/>
            </a:xfrm>
            <a:custGeom>
              <a:avLst/>
              <a:pathLst>
                <a:path w="32609" h="51777">
                  <a:moveTo>
                    <a:pt x="24292" y="2404"/>
                  </a:moveTo>
                  <a:lnTo>
                    <a:pt x="30321" y="3361"/>
                  </a:lnTo>
                  <a:lnTo>
                    <a:pt x="32609" y="5855"/>
                  </a:lnTo>
                  <a:lnTo>
                    <a:pt x="29464" y="11085"/>
                  </a:lnTo>
                  <a:lnTo>
                    <a:pt x="29979" y="11112"/>
                  </a:lnTo>
                  <a:lnTo>
                    <a:pt x="22560" y="14783"/>
                  </a:lnTo>
                  <a:lnTo>
                    <a:pt x="25506" y="19688"/>
                  </a:lnTo>
                  <a:lnTo>
                    <a:pt x="26076" y="34415"/>
                  </a:lnTo>
                  <a:lnTo>
                    <a:pt x="31148" y="42271"/>
                  </a:lnTo>
                  <a:lnTo>
                    <a:pt x="28762" y="47708"/>
                  </a:lnTo>
                  <a:lnTo>
                    <a:pt x="26028" y="50975"/>
                  </a:lnTo>
                  <a:lnTo>
                    <a:pt x="24302" y="51777"/>
                  </a:lnTo>
                  <a:lnTo>
                    <a:pt x="19428" y="43452"/>
                  </a:lnTo>
                  <a:lnTo>
                    <a:pt x="18071" y="38730"/>
                  </a:lnTo>
                  <a:lnTo>
                    <a:pt x="15335" y="38989"/>
                  </a:lnTo>
                  <a:lnTo>
                    <a:pt x="15304" y="42317"/>
                  </a:lnTo>
                  <a:lnTo>
                    <a:pt x="10608" y="41610"/>
                  </a:lnTo>
                  <a:lnTo>
                    <a:pt x="7945" y="36834"/>
                  </a:lnTo>
                  <a:lnTo>
                    <a:pt x="8317" y="34697"/>
                  </a:lnTo>
                  <a:lnTo>
                    <a:pt x="11337" y="35565"/>
                  </a:lnTo>
                  <a:lnTo>
                    <a:pt x="12314" y="36287"/>
                  </a:lnTo>
                  <a:lnTo>
                    <a:pt x="11201" y="38301"/>
                  </a:lnTo>
                  <a:lnTo>
                    <a:pt x="12649" y="38428"/>
                  </a:lnTo>
                  <a:lnTo>
                    <a:pt x="25334" y="30361"/>
                  </a:lnTo>
                  <a:lnTo>
                    <a:pt x="14646" y="24965"/>
                  </a:lnTo>
                  <a:lnTo>
                    <a:pt x="11923" y="24592"/>
                  </a:lnTo>
                  <a:lnTo>
                    <a:pt x="10639" y="25323"/>
                  </a:lnTo>
                  <a:lnTo>
                    <a:pt x="10141" y="26097"/>
                  </a:lnTo>
                  <a:lnTo>
                    <a:pt x="10702" y="27626"/>
                  </a:lnTo>
                  <a:lnTo>
                    <a:pt x="7532" y="29334"/>
                  </a:lnTo>
                  <a:lnTo>
                    <a:pt x="4495" y="29225"/>
                  </a:lnTo>
                  <a:lnTo>
                    <a:pt x="992" y="27765"/>
                  </a:lnTo>
                  <a:lnTo>
                    <a:pt x="0" y="26577"/>
                  </a:lnTo>
                  <a:lnTo>
                    <a:pt x="955" y="24541"/>
                  </a:lnTo>
                  <a:lnTo>
                    <a:pt x="865" y="21912"/>
                  </a:lnTo>
                  <a:lnTo>
                    <a:pt x="2389" y="22036"/>
                  </a:lnTo>
                  <a:lnTo>
                    <a:pt x="7273" y="15601"/>
                  </a:lnTo>
                  <a:lnTo>
                    <a:pt x="4925" y="13043"/>
                  </a:lnTo>
                  <a:lnTo>
                    <a:pt x="5470" y="12036"/>
                  </a:lnTo>
                  <a:lnTo>
                    <a:pt x="7433" y="10344"/>
                  </a:lnTo>
                  <a:lnTo>
                    <a:pt x="10533" y="9097"/>
                  </a:lnTo>
                  <a:lnTo>
                    <a:pt x="11073" y="9236"/>
                  </a:lnTo>
                  <a:lnTo>
                    <a:pt x="10665" y="10554"/>
                  </a:lnTo>
                  <a:lnTo>
                    <a:pt x="8944" y="13695"/>
                  </a:lnTo>
                  <a:lnTo>
                    <a:pt x="12984" y="19359"/>
                  </a:lnTo>
                  <a:lnTo>
                    <a:pt x="14609" y="18895"/>
                  </a:lnTo>
                  <a:lnTo>
                    <a:pt x="19497" y="6538"/>
                  </a:lnTo>
                  <a:lnTo>
                    <a:pt x="20230" y="5998"/>
                  </a:lnTo>
                  <a:lnTo>
                    <a:pt x="1999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1" name="ph7771"/>
            <p:cNvSpPr/>
            <p:nvPr/>
          </p:nvSpPr>
          <p:spPr>
            <a:xfrm>
              <a:off x="11312072" y="3235221"/>
              <a:ext cx="8875" cy="15298"/>
            </a:xfrm>
            <a:custGeom>
              <a:avLst/>
              <a:pathLst>
                <a:path w="8875" h="15298">
                  <a:moveTo>
                    <a:pt x="4626" y="0"/>
                  </a:moveTo>
                  <a:lnTo>
                    <a:pt x="7326" y="1513"/>
                  </a:lnTo>
                  <a:lnTo>
                    <a:pt x="8875" y="1083"/>
                  </a:lnTo>
                  <a:lnTo>
                    <a:pt x="8278" y="8363"/>
                  </a:lnTo>
                  <a:lnTo>
                    <a:pt x="6432" y="11747"/>
                  </a:lnTo>
                  <a:lnTo>
                    <a:pt x="7260" y="15298"/>
                  </a:lnTo>
                  <a:lnTo>
                    <a:pt x="5118" y="13625"/>
                  </a:lnTo>
                  <a:lnTo>
                    <a:pt x="0" y="10459"/>
                  </a:lnTo>
                  <a:lnTo>
                    <a:pt x="55" y="4989"/>
                  </a:lnTo>
                  <a:lnTo>
                    <a:pt x="1406" y="4735"/>
                  </a:lnTo>
                  <a:lnTo>
                    <a:pt x="31" y="1724"/>
                  </a:lnTo>
                  <a:lnTo>
                    <a:pt x="1243" y="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2" name="ph7772"/>
            <p:cNvSpPr/>
            <p:nvPr/>
          </p:nvSpPr>
          <p:spPr>
            <a:xfrm>
              <a:off x="11278145" y="3118276"/>
              <a:ext cx="39184" cy="29502"/>
            </a:xfrm>
            <a:custGeom>
              <a:avLst/>
              <a:pathLst>
                <a:path w="39184" h="29502">
                  <a:moveTo>
                    <a:pt x="9125" y="314"/>
                  </a:moveTo>
                  <a:lnTo>
                    <a:pt x="8377" y="7773"/>
                  </a:lnTo>
                  <a:lnTo>
                    <a:pt x="14594" y="9510"/>
                  </a:lnTo>
                  <a:lnTo>
                    <a:pt x="16111" y="12393"/>
                  </a:lnTo>
                  <a:lnTo>
                    <a:pt x="15145" y="13491"/>
                  </a:lnTo>
                  <a:lnTo>
                    <a:pt x="16103" y="19977"/>
                  </a:lnTo>
                  <a:lnTo>
                    <a:pt x="20340" y="20335"/>
                  </a:lnTo>
                  <a:lnTo>
                    <a:pt x="23015" y="19804"/>
                  </a:lnTo>
                  <a:lnTo>
                    <a:pt x="24370" y="18155"/>
                  </a:lnTo>
                  <a:lnTo>
                    <a:pt x="23286" y="13244"/>
                  </a:lnTo>
                  <a:lnTo>
                    <a:pt x="25996" y="12302"/>
                  </a:lnTo>
                  <a:lnTo>
                    <a:pt x="27360" y="15044"/>
                  </a:lnTo>
                  <a:lnTo>
                    <a:pt x="28545" y="11607"/>
                  </a:lnTo>
                  <a:lnTo>
                    <a:pt x="39184" y="22669"/>
                  </a:lnTo>
                  <a:lnTo>
                    <a:pt x="36845" y="23982"/>
                  </a:lnTo>
                  <a:lnTo>
                    <a:pt x="36390" y="21320"/>
                  </a:lnTo>
                  <a:lnTo>
                    <a:pt x="35420" y="20311"/>
                  </a:lnTo>
                  <a:lnTo>
                    <a:pt x="29742" y="24840"/>
                  </a:lnTo>
                  <a:lnTo>
                    <a:pt x="23981" y="26903"/>
                  </a:lnTo>
                  <a:lnTo>
                    <a:pt x="22682" y="29502"/>
                  </a:lnTo>
                  <a:lnTo>
                    <a:pt x="21690" y="24911"/>
                  </a:lnTo>
                  <a:lnTo>
                    <a:pt x="19397" y="22505"/>
                  </a:lnTo>
                  <a:lnTo>
                    <a:pt x="13438" y="23649"/>
                  </a:lnTo>
                  <a:lnTo>
                    <a:pt x="13394" y="24567"/>
                  </a:lnTo>
                  <a:lnTo>
                    <a:pt x="11938" y="25277"/>
                  </a:lnTo>
                  <a:lnTo>
                    <a:pt x="7714" y="24500"/>
                  </a:lnTo>
                  <a:lnTo>
                    <a:pt x="5806" y="20087"/>
                  </a:lnTo>
                  <a:lnTo>
                    <a:pt x="2828" y="19017"/>
                  </a:lnTo>
                  <a:lnTo>
                    <a:pt x="0" y="13517"/>
                  </a:lnTo>
                  <a:lnTo>
                    <a:pt x="5584" y="11187"/>
                  </a:lnTo>
                  <a:lnTo>
                    <a:pt x="4852" y="6399"/>
                  </a:lnTo>
                  <a:lnTo>
                    <a:pt x="2873" y="3010"/>
                  </a:lnTo>
                  <a:lnTo>
                    <a:pt x="850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3" name="ph7773"/>
            <p:cNvSpPr/>
            <p:nvPr/>
          </p:nvSpPr>
          <p:spPr>
            <a:xfrm>
              <a:off x="11153103" y="3160437"/>
              <a:ext cx="9679" cy="8557"/>
            </a:xfrm>
            <a:custGeom>
              <a:avLst/>
              <a:pathLst>
                <a:path w="9679" h="8557">
                  <a:moveTo>
                    <a:pt x="8733" y="1243"/>
                  </a:moveTo>
                  <a:lnTo>
                    <a:pt x="9557" y="2926"/>
                  </a:lnTo>
                  <a:lnTo>
                    <a:pt x="9679" y="7476"/>
                  </a:lnTo>
                  <a:lnTo>
                    <a:pt x="6928" y="8557"/>
                  </a:lnTo>
                  <a:lnTo>
                    <a:pt x="0" y="3389"/>
                  </a:lnTo>
                  <a:lnTo>
                    <a:pt x="553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4" name="ph7774"/>
            <p:cNvSpPr/>
            <p:nvPr/>
          </p:nvSpPr>
          <p:spPr>
            <a:xfrm>
              <a:off x="11222027" y="3369888"/>
              <a:ext cx="40469" cy="28536"/>
            </a:xfrm>
            <a:custGeom>
              <a:avLst/>
              <a:pathLst>
                <a:path w="40469" h="28536">
                  <a:moveTo>
                    <a:pt x="16994" y="7857"/>
                  </a:moveTo>
                  <a:lnTo>
                    <a:pt x="21742" y="14164"/>
                  </a:lnTo>
                  <a:lnTo>
                    <a:pt x="26786" y="13853"/>
                  </a:lnTo>
                  <a:lnTo>
                    <a:pt x="30145" y="12465"/>
                  </a:lnTo>
                  <a:lnTo>
                    <a:pt x="32965" y="12635"/>
                  </a:lnTo>
                  <a:lnTo>
                    <a:pt x="36965" y="10825"/>
                  </a:lnTo>
                  <a:lnTo>
                    <a:pt x="40116" y="17320"/>
                  </a:lnTo>
                  <a:lnTo>
                    <a:pt x="40469" y="24416"/>
                  </a:lnTo>
                  <a:lnTo>
                    <a:pt x="38367" y="28536"/>
                  </a:lnTo>
                  <a:lnTo>
                    <a:pt x="32602" y="28134"/>
                  </a:lnTo>
                  <a:lnTo>
                    <a:pt x="27932" y="26869"/>
                  </a:lnTo>
                  <a:lnTo>
                    <a:pt x="17611" y="22742"/>
                  </a:lnTo>
                  <a:lnTo>
                    <a:pt x="0" y="20953"/>
                  </a:lnTo>
                  <a:lnTo>
                    <a:pt x="1203" y="20142"/>
                  </a:lnTo>
                  <a:lnTo>
                    <a:pt x="557" y="15734"/>
                  </a:lnTo>
                  <a:lnTo>
                    <a:pt x="1428" y="11433"/>
                  </a:lnTo>
                  <a:lnTo>
                    <a:pt x="2647" y="9470"/>
                  </a:lnTo>
                  <a:lnTo>
                    <a:pt x="4070" y="1999"/>
                  </a:lnTo>
                  <a:lnTo>
                    <a:pt x="11198" y="2496"/>
                  </a:lnTo>
                  <a:lnTo>
                    <a:pt x="169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5" name="ph7775"/>
            <p:cNvSpPr/>
            <p:nvPr/>
          </p:nvSpPr>
          <p:spPr>
            <a:xfrm>
              <a:off x="11129200" y="3277308"/>
              <a:ext cx="25186" cy="16263"/>
            </a:xfrm>
            <a:custGeom>
              <a:avLst/>
              <a:pathLst>
                <a:path w="25186" h="16263">
                  <a:moveTo>
                    <a:pt x="12774" y="0"/>
                  </a:moveTo>
                  <a:lnTo>
                    <a:pt x="18772" y="3138"/>
                  </a:lnTo>
                  <a:lnTo>
                    <a:pt x="19941" y="4892"/>
                  </a:lnTo>
                  <a:lnTo>
                    <a:pt x="22659" y="10331"/>
                  </a:lnTo>
                  <a:lnTo>
                    <a:pt x="25186" y="12881"/>
                  </a:lnTo>
                  <a:lnTo>
                    <a:pt x="22103" y="13366"/>
                  </a:lnTo>
                  <a:lnTo>
                    <a:pt x="18042" y="15266"/>
                  </a:lnTo>
                  <a:lnTo>
                    <a:pt x="8962" y="14978"/>
                  </a:lnTo>
                  <a:lnTo>
                    <a:pt x="5959" y="16263"/>
                  </a:lnTo>
                  <a:lnTo>
                    <a:pt x="4416" y="15019"/>
                  </a:lnTo>
                  <a:lnTo>
                    <a:pt x="1503" y="14745"/>
                  </a:lnTo>
                  <a:lnTo>
                    <a:pt x="0" y="12149"/>
                  </a:lnTo>
                  <a:lnTo>
                    <a:pt x="2867" y="7125"/>
                  </a:lnTo>
                  <a:lnTo>
                    <a:pt x="6976" y="5373"/>
                  </a:lnTo>
                  <a:lnTo>
                    <a:pt x="7886" y="3771"/>
                  </a:lnTo>
                  <a:lnTo>
                    <a:pt x="10710" y="2048"/>
                  </a:lnTo>
                  <a:lnTo>
                    <a:pt x="11290" y="11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6" name="ph7776"/>
            <p:cNvSpPr/>
            <p:nvPr/>
          </p:nvSpPr>
          <p:spPr>
            <a:xfrm>
              <a:off x="11494218" y="3294822"/>
              <a:ext cx="7068" cy="9969"/>
            </a:xfrm>
            <a:custGeom>
              <a:avLst/>
              <a:pathLst>
                <a:path w="7068" h="9969">
                  <a:moveTo>
                    <a:pt x="5467" y="1758"/>
                  </a:moveTo>
                  <a:lnTo>
                    <a:pt x="3151" y="4497"/>
                  </a:lnTo>
                  <a:lnTo>
                    <a:pt x="7068" y="9750"/>
                  </a:lnTo>
                  <a:lnTo>
                    <a:pt x="1070" y="9969"/>
                  </a:lnTo>
                  <a:lnTo>
                    <a:pt x="1655" y="7171"/>
                  </a:lnTo>
                  <a:lnTo>
                    <a:pt x="0" y="4961"/>
                  </a:lnTo>
                  <a:lnTo>
                    <a:pt x="430" y="2613"/>
                  </a:lnTo>
                  <a:lnTo>
                    <a:pt x="571" y="1059"/>
                  </a:lnTo>
                  <a:lnTo>
                    <a:pt x="3153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7" name="ph7777"/>
            <p:cNvSpPr/>
            <p:nvPr/>
          </p:nvSpPr>
          <p:spPr>
            <a:xfrm>
              <a:off x="11051298" y="3167644"/>
              <a:ext cx="12388" cy="8260"/>
            </a:xfrm>
            <a:custGeom>
              <a:avLst/>
              <a:pathLst>
                <a:path w="12388" h="8260">
                  <a:moveTo>
                    <a:pt x="12388" y="1652"/>
                  </a:moveTo>
                  <a:lnTo>
                    <a:pt x="10573" y="4541"/>
                  </a:lnTo>
                  <a:lnTo>
                    <a:pt x="9951" y="7103"/>
                  </a:lnTo>
                  <a:lnTo>
                    <a:pt x="8809" y="8260"/>
                  </a:lnTo>
                  <a:lnTo>
                    <a:pt x="6151" y="6287"/>
                  </a:lnTo>
                  <a:lnTo>
                    <a:pt x="3963" y="6777"/>
                  </a:lnTo>
                  <a:lnTo>
                    <a:pt x="0" y="5617"/>
                  </a:lnTo>
                  <a:lnTo>
                    <a:pt x="610" y="3392"/>
                  </a:lnTo>
                  <a:lnTo>
                    <a:pt x="1264" y="3432"/>
                  </a:lnTo>
                  <a:lnTo>
                    <a:pt x="1311" y="726"/>
                  </a:lnTo>
                  <a:lnTo>
                    <a:pt x="7824" y="460"/>
                  </a:lnTo>
                  <a:lnTo>
                    <a:pt x="6751" y="4545"/>
                  </a:lnTo>
                  <a:lnTo>
                    <a:pt x="844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8" name="ph7778"/>
            <p:cNvSpPr/>
            <p:nvPr/>
          </p:nvSpPr>
          <p:spPr>
            <a:xfrm>
              <a:off x="11233589" y="3200016"/>
              <a:ext cx="11438" cy="18181"/>
            </a:xfrm>
            <a:custGeom>
              <a:avLst/>
              <a:pathLst>
                <a:path w="11438" h="18181">
                  <a:moveTo>
                    <a:pt x="11438" y="467"/>
                  </a:moveTo>
                  <a:lnTo>
                    <a:pt x="7632" y="14779"/>
                  </a:lnTo>
                  <a:lnTo>
                    <a:pt x="5735" y="16252"/>
                  </a:lnTo>
                  <a:lnTo>
                    <a:pt x="5165" y="18181"/>
                  </a:lnTo>
                  <a:lnTo>
                    <a:pt x="4657" y="17320"/>
                  </a:lnTo>
                  <a:lnTo>
                    <a:pt x="69" y="9871"/>
                  </a:lnTo>
                  <a:lnTo>
                    <a:pt x="0" y="5254"/>
                  </a:lnTo>
                  <a:lnTo>
                    <a:pt x="1363" y="3504"/>
                  </a:lnTo>
                  <a:lnTo>
                    <a:pt x="85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9" name="ph7779"/>
            <p:cNvSpPr/>
            <p:nvPr/>
          </p:nvSpPr>
          <p:spPr>
            <a:xfrm>
              <a:off x="11453728" y="3270908"/>
              <a:ext cx="21390" cy="19353"/>
            </a:xfrm>
            <a:custGeom>
              <a:avLst/>
              <a:pathLst>
                <a:path w="21390" h="19353">
                  <a:moveTo>
                    <a:pt x="19921" y="351"/>
                  </a:moveTo>
                  <a:lnTo>
                    <a:pt x="19768" y="1965"/>
                  </a:lnTo>
                  <a:lnTo>
                    <a:pt x="21390" y="4838"/>
                  </a:lnTo>
                  <a:lnTo>
                    <a:pt x="12495" y="10005"/>
                  </a:lnTo>
                  <a:lnTo>
                    <a:pt x="10183" y="19353"/>
                  </a:lnTo>
                  <a:lnTo>
                    <a:pt x="8501" y="18293"/>
                  </a:lnTo>
                  <a:lnTo>
                    <a:pt x="0" y="16226"/>
                  </a:lnTo>
                  <a:lnTo>
                    <a:pt x="935" y="10921"/>
                  </a:lnTo>
                  <a:lnTo>
                    <a:pt x="496" y="7382"/>
                  </a:lnTo>
                  <a:lnTo>
                    <a:pt x="1308" y="4600"/>
                  </a:lnTo>
                  <a:lnTo>
                    <a:pt x="6277" y="4814"/>
                  </a:lnTo>
                  <a:lnTo>
                    <a:pt x="5516" y="9"/>
                  </a:lnTo>
                  <a:lnTo>
                    <a:pt x="16054" y="1161"/>
                  </a:lnTo>
                  <a:lnTo>
                    <a:pt x="1804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0" name="ph7780"/>
            <p:cNvSpPr/>
            <p:nvPr/>
          </p:nvSpPr>
          <p:spPr>
            <a:xfrm>
              <a:off x="11028587" y="3162439"/>
              <a:ext cx="11527" cy="11163"/>
            </a:xfrm>
            <a:custGeom>
              <a:avLst/>
              <a:pathLst>
                <a:path w="11527" h="11163">
                  <a:moveTo>
                    <a:pt x="8119" y="4785"/>
                  </a:moveTo>
                  <a:lnTo>
                    <a:pt x="11527" y="7441"/>
                  </a:lnTo>
                  <a:lnTo>
                    <a:pt x="10945" y="10401"/>
                  </a:lnTo>
                  <a:lnTo>
                    <a:pt x="7163" y="11163"/>
                  </a:lnTo>
                  <a:lnTo>
                    <a:pt x="4465" y="8456"/>
                  </a:lnTo>
                  <a:lnTo>
                    <a:pt x="2443" y="7270"/>
                  </a:lnTo>
                  <a:lnTo>
                    <a:pt x="1246" y="7656"/>
                  </a:lnTo>
                  <a:lnTo>
                    <a:pt x="0" y="1985"/>
                  </a:lnTo>
                  <a:lnTo>
                    <a:pt x="764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1" name="ph7781"/>
            <p:cNvSpPr/>
            <p:nvPr/>
          </p:nvSpPr>
          <p:spPr>
            <a:xfrm>
              <a:off x="11096782" y="3088496"/>
              <a:ext cx="28202" cy="26744"/>
            </a:xfrm>
            <a:custGeom>
              <a:avLst/>
              <a:pathLst>
                <a:path w="28202" h="26744">
                  <a:moveTo>
                    <a:pt x="24219" y="1593"/>
                  </a:moveTo>
                  <a:lnTo>
                    <a:pt x="25641" y="11021"/>
                  </a:lnTo>
                  <a:lnTo>
                    <a:pt x="24765" y="12596"/>
                  </a:lnTo>
                  <a:lnTo>
                    <a:pt x="23720" y="13839"/>
                  </a:lnTo>
                  <a:lnTo>
                    <a:pt x="23371" y="13537"/>
                  </a:lnTo>
                  <a:lnTo>
                    <a:pt x="22101" y="15776"/>
                  </a:lnTo>
                  <a:lnTo>
                    <a:pt x="24789" y="18332"/>
                  </a:lnTo>
                  <a:lnTo>
                    <a:pt x="26459" y="17657"/>
                  </a:lnTo>
                  <a:lnTo>
                    <a:pt x="27122" y="18488"/>
                  </a:lnTo>
                  <a:lnTo>
                    <a:pt x="28202" y="23766"/>
                  </a:lnTo>
                  <a:lnTo>
                    <a:pt x="27519" y="26744"/>
                  </a:lnTo>
                  <a:lnTo>
                    <a:pt x="20412" y="25433"/>
                  </a:lnTo>
                  <a:lnTo>
                    <a:pt x="19917" y="23963"/>
                  </a:lnTo>
                  <a:lnTo>
                    <a:pt x="20444" y="17814"/>
                  </a:lnTo>
                  <a:lnTo>
                    <a:pt x="15588" y="21942"/>
                  </a:lnTo>
                  <a:lnTo>
                    <a:pt x="11233" y="20478"/>
                  </a:lnTo>
                  <a:lnTo>
                    <a:pt x="10822" y="19404"/>
                  </a:lnTo>
                  <a:lnTo>
                    <a:pt x="10577" y="18853"/>
                  </a:lnTo>
                  <a:lnTo>
                    <a:pt x="13106" y="17420"/>
                  </a:lnTo>
                  <a:lnTo>
                    <a:pt x="14794" y="14735"/>
                  </a:lnTo>
                  <a:lnTo>
                    <a:pt x="12808" y="10481"/>
                  </a:lnTo>
                  <a:lnTo>
                    <a:pt x="9986" y="9567"/>
                  </a:lnTo>
                  <a:lnTo>
                    <a:pt x="9905" y="12793"/>
                  </a:lnTo>
                  <a:lnTo>
                    <a:pt x="8222" y="14760"/>
                  </a:lnTo>
                  <a:lnTo>
                    <a:pt x="2325" y="15156"/>
                  </a:lnTo>
                  <a:lnTo>
                    <a:pt x="1076" y="13129"/>
                  </a:lnTo>
                  <a:lnTo>
                    <a:pt x="0" y="12710"/>
                  </a:lnTo>
                  <a:lnTo>
                    <a:pt x="4746" y="4246"/>
                  </a:lnTo>
                  <a:lnTo>
                    <a:pt x="6741" y="1666"/>
                  </a:lnTo>
                  <a:lnTo>
                    <a:pt x="8337" y="1249"/>
                  </a:lnTo>
                  <a:lnTo>
                    <a:pt x="12184" y="2390"/>
                  </a:lnTo>
                  <a:lnTo>
                    <a:pt x="15426" y="2260"/>
                  </a:lnTo>
                  <a:lnTo>
                    <a:pt x="16580" y="1116"/>
                  </a:lnTo>
                  <a:lnTo>
                    <a:pt x="21960" y="182"/>
                  </a:lnTo>
                  <a:lnTo>
                    <a:pt x="2294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2" name="ph7782"/>
            <p:cNvSpPr/>
            <p:nvPr/>
          </p:nvSpPr>
          <p:spPr>
            <a:xfrm>
              <a:off x="11157955" y="3301790"/>
              <a:ext cx="25495" cy="14467"/>
            </a:xfrm>
            <a:custGeom>
              <a:avLst/>
              <a:pathLst>
                <a:path w="25495" h="14467">
                  <a:moveTo>
                    <a:pt x="10733" y="0"/>
                  </a:moveTo>
                  <a:lnTo>
                    <a:pt x="16457" y="34"/>
                  </a:lnTo>
                  <a:lnTo>
                    <a:pt x="24894" y="1857"/>
                  </a:lnTo>
                  <a:lnTo>
                    <a:pt x="25495" y="3961"/>
                  </a:lnTo>
                  <a:lnTo>
                    <a:pt x="23508" y="8086"/>
                  </a:lnTo>
                  <a:lnTo>
                    <a:pt x="20551" y="8625"/>
                  </a:lnTo>
                  <a:lnTo>
                    <a:pt x="18236" y="14329"/>
                  </a:lnTo>
                  <a:lnTo>
                    <a:pt x="17668" y="14467"/>
                  </a:lnTo>
                  <a:lnTo>
                    <a:pt x="14038" y="14313"/>
                  </a:lnTo>
                  <a:lnTo>
                    <a:pt x="8925" y="12195"/>
                  </a:lnTo>
                  <a:lnTo>
                    <a:pt x="8512" y="13064"/>
                  </a:lnTo>
                  <a:lnTo>
                    <a:pt x="4010" y="9588"/>
                  </a:lnTo>
                  <a:lnTo>
                    <a:pt x="2508" y="9490"/>
                  </a:lnTo>
                  <a:lnTo>
                    <a:pt x="287" y="6692"/>
                  </a:lnTo>
                  <a:lnTo>
                    <a:pt x="0" y="5515"/>
                  </a:lnTo>
                  <a:lnTo>
                    <a:pt x="5405" y="3848"/>
                  </a:lnTo>
                  <a:lnTo>
                    <a:pt x="7559" y="2342"/>
                  </a:lnTo>
                  <a:lnTo>
                    <a:pt x="7202" y="198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3" name="ph7783"/>
            <p:cNvSpPr/>
            <p:nvPr/>
          </p:nvSpPr>
          <p:spPr>
            <a:xfrm>
              <a:off x="11047860" y="3139452"/>
              <a:ext cx="19300" cy="32738"/>
            </a:xfrm>
            <a:custGeom>
              <a:avLst/>
              <a:pathLst>
                <a:path w="19300" h="32738">
                  <a:moveTo>
                    <a:pt x="4832" y="602"/>
                  </a:moveTo>
                  <a:lnTo>
                    <a:pt x="5486" y="1338"/>
                  </a:lnTo>
                  <a:lnTo>
                    <a:pt x="5579" y="4833"/>
                  </a:lnTo>
                  <a:lnTo>
                    <a:pt x="6582" y="7516"/>
                  </a:lnTo>
                  <a:lnTo>
                    <a:pt x="9332" y="7692"/>
                  </a:lnTo>
                  <a:lnTo>
                    <a:pt x="11096" y="5429"/>
                  </a:lnTo>
                  <a:lnTo>
                    <a:pt x="11610" y="10161"/>
                  </a:lnTo>
                  <a:lnTo>
                    <a:pt x="11907" y="8347"/>
                  </a:lnTo>
                  <a:lnTo>
                    <a:pt x="14915" y="8241"/>
                  </a:lnTo>
                  <a:lnTo>
                    <a:pt x="17163" y="10657"/>
                  </a:lnTo>
                  <a:lnTo>
                    <a:pt x="15717" y="11614"/>
                  </a:lnTo>
                  <a:lnTo>
                    <a:pt x="16776" y="12298"/>
                  </a:lnTo>
                  <a:lnTo>
                    <a:pt x="18533" y="11700"/>
                  </a:lnTo>
                  <a:lnTo>
                    <a:pt x="19300" y="12222"/>
                  </a:lnTo>
                  <a:lnTo>
                    <a:pt x="17891" y="14309"/>
                  </a:lnTo>
                  <a:lnTo>
                    <a:pt x="15493" y="12965"/>
                  </a:lnTo>
                  <a:lnTo>
                    <a:pt x="10406" y="11839"/>
                  </a:lnTo>
                  <a:lnTo>
                    <a:pt x="9796" y="12587"/>
                  </a:lnTo>
                  <a:lnTo>
                    <a:pt x="5460" y="10448"/>
                  </a:lnTo>
                  <a:lnTo>
                    <a:pt x="3426" y="12673"/>
                  </a:lnTo>
                  <a:lnTo>
                    <a:pt x="6362" y="15103"/>
                  </a:lnTo>
                  <a:lnTo>
                    <a:pt x="13690" y="19274"/>
                  </a:lnTo>
                  <a:lnTo>
                    <a:pt x="13741" y="23921"/>
                  </a:lnTo>
                  <a:lnTo>
                    <a:pt x="11884" y="28192"/>
                  </a:lnTo>
                  <a:lnTo>
                    <a:pt x="10189" y="32738"/>
                  </a:lnTo>
                  <a:lnTo>
                    <a:pt x="11263" y="28653"/>
                  </a:lnTo>
                  <a:lnTo>
                    <a:pt x="4750" y="28919"/>
                  </a:lnTo>
                  <a:lnTo>
                    <a:pt x="4703" y="31625"/>
                  </a:lnTo>
                  <a:lnTo>
                    <a:pt x="4048" y="31584"/>
                  </a:lnTo>
                  <a:lnTo>
                    <a:pt x="0" y="30487"/>
                  </a:lnTo>
                  <a:lnTo>
                    <a:pt x="691" y="27522"/>
                  </a:lnTo>
                  <a:lnTo>
                    <a:pt x="3702" y="21495"/>
                  </a:lnTo>
                  <a:lnTo>
                    <a:pt x="4177" y="20896"/>
                  </a:lnTo>
                  <a:lnTo>
                    <a:pt x="3794" y="14949"/>
                  </a:lnTo>
                  <a:lnTo>
                    <a:pt x="2481" y="13005"/>
                  </a:lnTo>
                  <a:lnTo>
                    <a:pt x="2037" y="10812"/>
                  </a:lnTo>
                  <a:lnTo>
                    <a:pt x="2104" y="8917"/>
                  </a:lnTo>
                  <a:lnTo>
                    <a:pt x="3438" y="6820"/>
                  </a:lnTo>
                  <a:lnTo>
                    <a:pt x="2837" y="3195"/>
                  </a:lnTo>
                  <a:lnTo>
                    <a:pt x="393" y="2571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4" name="ph7784"/>
            <p:cNvSpPr/>
            <p:nvPr/>
          </p:nvSpPr>
          <p:spPr>
            <a:xfrm>
              <a:off x="11023126" y="3318816"/>
              <a:ext cx="17498" cy="13363"/>
            </a:xfrm>
            <a:custGeom>
              <a:avLst/>
              <a:pathLst>
                <a:path w="17498" h="13363">
                  <a:moveTo>
                    <a:pt x="17498" y="474"/>
                  </a:moveTo>
                  <a:lnTo>
                    <a:pt x="15156" y="13096"/>
                  </a:lnTo>
                  <a:lnTo>
                    <a:pt x="14104" y="13363"/>
                  </a:lnTo>
                  <a:lnTo>
                    <a:pt x="0" y="8634"/>
                  </a:lnTo>
                  <a:lnTo>
                    <a:pt x="1571" y="4946"/>
                  </a:lnTo>
                  <a:lnTo>
                    <a:pt x="4892" y="2876"/>
                  </a:lnTo>
                  <a:lnTo>
                    <a:pt x="5297" y="3174"/>
                  </a:lnTo>
                  <a:lnTo>
                    <a:pt x="1117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5" name="ph7785"/>
            <p:cNvSpPr/>
            <p:nvPr/>
          </p:nvSpPr>
          <p:spPr>
            <a:xfrm>
              <a:off x="11149235" y="3200906"/>
              <a:ext cx="16404" cy="34581"/>
            </a:xfrm>
            <a:custGeom>
              <a:avLst/>
              <a:pathLst>
                <a:path w="16404" h="34581">
                  <a:moveTo>
                    <a:pt x="13939" y="476"/>
                  </a:moveTo>
                  <a:lnTo>
                    <a:pt x="14589" y="5975"/>
                  </a:lnTo>
                  <a:lnTo>
                    <a:pt x="16404" y="13109"/>
                  </a:lnTo>
                  <a:lnTo>
                    <a:pt x="11543" y="22379"/>
                  </a:lnTo>
                  <a:lnTo>
                    <a:pt x="12436" y="25598"/>
                  </a:lnTo>
                  <a:lnTo>
                    <a:pt x="13018" y="26177"/>
                  </a:lnTo>
                  <a:lnTo>
                    <a:pt x="13210" y="29048"/>
                  </a:lnTo>
                  <a:lnTo>
                    <a:pt x="11289" y="33012"/>
                  </a:lnTo>
                  <a:lnTo>
                    <a:pt x="9581" y="34581"/>
                  </a:lnTo>
                  <a:lnTo>
                    <a:pt x="8274" y="33778"/>
                  </a:lnTo>
                  <a:lnTo>
                    <a:pt x="6304" y="29504"/>
                  </a:lnTo>
                  <a:lnTo>
                    <a:pt x="7677" y="26821"/>
                  </a:lnTo>
                  <a:lnTo>
                    <a:pt x="7442" y="21533"/>
                  </a:lnTo>
                  <a:lnTo>
                    <a:pt x="5533" y="19879"/>
                  </a:lnTo>
                  <a:lnTo>
                    <a:pt x="3603" y="19869"/>
                  </a:lnTo>
                  <a:lnTo>
                    <a:pt x="1174" y="23131"/>
                  </a:lnTo>
                  <a:lnTo>
                    <a:pt x="0" y="17114"/>
                  </a:lnTo>
                  <a:lnTo>
                    <a:pt x="1630" y="6200"/>
                  </a:lnTo>
                  <a:lnTo>
                    <a:pt x="2514" y="10871"/>
                  </a:lnTo>
                  <a:lnTo>
                    <a:pt x="3581" y="11247"/>
                  </a:lnTo>
                  <a:lnTo>
                    <a:pt x="5849" y="10421"/>
                  </a:lnTo>
                  <a:lnTo>
                    <a:pt x="7801" y="8921"/>
                  </a:lnTo>
                  <a:lnTo>
                    <a:pt x="9236" y="6902"/>
                  </a:lnTo>
                  <a:lnTo>
                    <a:pt x="4429" y="4926"/>
                  </a:lnTo>
                  <a:lnTo>
                    <a:pt x="3735" y="4396"/>
                  </a:lnTo>
                  <a:lnTo>
                    <a:pt x="4252" y="4164"/>
                  </a:lnTo>
                  <a:lnTo>
                    <a:pt x="10191" y="954"/>
                  </a:lnTo>
                  <a:lnTo>
                    <a:pt x="1249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6" name="ph7786"/>
            <p:cNvSpPr/>
            <p:nvPr/>
          </p:nvSpPr>
          <p:spPr>
            <a:xfrm>
              <a:off x="11284458" y="3346648"/>
              <a:ext cx="21604" cy="15622"/>
            </a:xfrm>
            <a:custGeom>
              <a:avLst/>
              <a:pathLst>
                <a:path w="21604" h="15622">
                  <a:moveTo>
                    <a:pt x="4051" y="1026"/>
                  </a:moveTo>
                  <a:lnTo>
                    <a:pt x="3829" y="4059"/>
                  </a:lnTo>
                  <a:lnTo>
                    <a:pt x="9328" y="6865"/>
                  </a:lnTo>
                  <a:lnTo>
                    <a:pt x="14651" y="8608"/>
                  </a:lnTo>
                  <a:lnTo>
                    <a:pt x="15494" y="7875"/>
                  </a:lnTo>
                  <a:lnTo>
                    <a:pt x="15667" y="5534"/>
                  </a:lnTo>
                  <a:lnTo>
                    <a:pt x="19695" y="5888"/>
                  </a:lnTo>
                  <a:lnTo>
                    <a:pt x="21604" y="9809"/>
                  </a:lnTo>
                  <a:lnTo>
                    <a:pt x="18698" y="14051"/>
                  </a:lnTo>
                  <a:lnTo>
                    <a:pt x="12656" y="13560"/>
                  </a:lnTo>
                  <a:lnTo>
                    <a:pt x="8800" y="14170"/>
                  </a:lnTo>
                  <a:lnTo>
                    <a:pt x="7049" y="15622"/>
                  </a:lnTo>
                  <a:lnTo>
                    <a:pt x="5764" y="14727"/>
                  </a:lnTo>
                  <a:lnTo>
                    <a:pt x="4085" y="13871"/>
                  </a:lnTo>
                  <a:lnTo>
                    <a:pt x="682" y="8909"/>
                  </a:lnTo>
                  <a:lnTo>
                    <a:pt x="1701" y="7320"/>
                  </a:lnTo>
                  <a:lnTo>
                    <a:pt x="1181" y="6085"/>
                  </a:lnTo>
                  <a:lnTo>
                    <a:pt x="2130" y="5569"/>
                  </a:lnTo>
                  <a:lnTo>
                    <a:pt x="1713" y="2965"/>
                  </a:lnTo>
                  <a:lnTo>
                    <a:pt x="0" y="778"/>
                  </a:lnTo>
                  <a:lnTo>
                    <a:pt x="507" y="95"/>
                  </a:lnTo>
                  <a:lnTo>
                    <a:pt x="198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7" name="ph7787"/>
            <p:cNvSpPr/>
            <p:nvPr/>
          </p:nvSpPr>
          <p:spPr>
            <a:xfrm>
              <a:off x="11215016" y="3307281"/>
              <a:ext cx="14790" cy="14083"/>
            </a:xfrm>
            <a:custGeom>
              <a:avLst/>
              <a:pathLst>
                <a:path w="14790" h="14083">
                  <a:moveTo>
                    <a:pt x="8328" y="2111"/>
                  </a:moveTo>
                  <a:lnTo>
                    <a:pt x="10935" y="4172"/>
                  </a:lnTo>
                  <a:lnTo>
                    <a:pt x="11853" y="4127"/>
                  </a:lnTo>
                  <a:lnTo>
                    <a:pt x="12587" y="7178"/>
                  </a:lnTo>
                  <a:lnTo>
                    <a:pt x="14790" y="11606"/>
                  </a:lnTo>
                  <a:lnTo>
                    <a:pt x="12099" y="13977"/>
                  </a:lnTo>
                  <a:lnTo>
                    <a:pt x="11063" y="12090"/>
                  </a:lnTo>
                  <a:lnTo>
                    <a:pt x="8861" y="11091"/>
                  </a:lnTo>
                  <a:lnTo>
                    <a:pt x="7704" y="11274"/>
                  </a:lnTo>
                  <a:lnTo>
                    <a:pt x="4454" y="12606"/>
                  </a:lnTo>
                  <a:lnTo>
                    <a:pt x="3451" y="14083"/>
                  </a:lnTo>
                  <a:lnTo>
                    <a:pt x="1009" y="11909"/>
                  </a:lnTo>
                  <a:lnTo>
                    <a:pt x="0" y="8111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8" name="ph7788"/>
            <p:cNvSpPr/>
            <p:nvPr/>
          </p:nvSpPr>
          <p:spPr>
            <a:xfrm>
              <a:off x="11043755" y="3172588"/>
              <a:ext cx="3889" cy="4258"/>
            </a:xfrm>
            <a:custGeom>
              <a:avLst/>
              <a:pathLst>
                <a:path w="3889" h="4258">
                  <a:moveTo>
                    <a:pt x="3016" y="1285"/>
                  </a:moveTo>
                  <a:lnTo>
                    <a:pt x="3889" y="3514"/>
                  </a:lnTo>
                  <a:lnTo>
                    <a:pt x="2352" y="4258"/>
                  </a:lnTo>
                  <a:lnTo>
                    <a:pt x="0" y="3881"/>
                  </a:lnTo>
                  <a:lnTo>
                    <a:pt x="1628" y="0"/>
                  </a:lnTo>
                  <a:lnTo>
                    <a:pt x="2364" y="334"/>
                  </a:lnTo>
                  <a:lnTo>
                    <a:pt x="2081" y="103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9" name="ph7789"/>
            <p:cNvSpPr/>
            <p:nvPr/>
          </p:nvSpPr>
          <p:spPr>
            <a:xfrm>
              <a:off x="11051286" y="3149901"/>
              <a:ext cx="29077" cy="49121"/>
            </a:xfrm>
            <a:custGeom>
              <a:avLst/>
              <a:pathLst>
                <a:path w="29077" h="49121">
                  <a:moveTo>
                    <a:pt x="5498" y="2657"/>
                  </a:moveTo>
                  <a:lnTo>
                    <a:pt x="6325" y="5410"/>
                  </a:lnTo>
                  <a:lnTo>
                    <a:pt x="8040" y="5897"/>
                  </a:lnTo>
                  <a:lnTo>
                    <a:pt x="7951" y="4026"/>
                  </a:lnTo>
                  <a:lnTo>
                    <a:pt x="9002" y="4065"/>
                  </a:lnTo>
                  <a:lnTo>
                    <a:pt x="13465" y="6947"/>
                  </a:lnTo>
                  <a:lnTo>
                    <a:pt x="16842" y="7487"/>
                  </a:lnTo>
                  <a:lnTo>
                    <a:pt x="17001" y="12631"/>
                  </a:lnTo>
                  <a:lnTo>
                    <a:pt x="12533" y="13672"/>
                  </a:lnTo>
                  <a:lnTo>
                    <a:pt x="11815" y="14912"/>
                  </a:lnTo>
                  <a:lnTo>
                    <a:pt x="13647" y="18540"/>
                  </a:lnTo>
                  <a:lnTo>
                    <a:pt x="17335" y="20659"/>
                  </a:lnTo>
                  <a:lnTo>
                    <a:pt x="15578" y="26998"/>
                  </a:lnTo>
                  <a:lnTo>
                    <a:pt x="18999" y="26393"/>
                  </a:lnTo>
                  <a:lnTo>
                    <a:pt x="20369" y="22849"/>
                  </a:lnTo>
                  <a:lnTo>
                    <a:pt x="20542" y="18838"/>
                  </a:lnTo>
                  <a:lnTo>
                    <a:pt x="21624" y="17382"/>
                  </a:lnTo>
                  <a:lnTo>
                    <a:pt x="23330" y="17072"/>
                  </a:lnTo>
                  <a:lnTo>
                    <a:pt x="26252" y="19347"/>
                  </a:lnTo>
                  <a:lnTo>
                    <a:pt x="27553" y="21330"/>
                  </a:lnTo>
                  <a:lnTo>
                    <a:pt x="26638" y="23699"/>
                  </a:lnTo>
                  <a:lnTo>
                    <a:pt x="27255" y="27979"/>
                  </a:lnTo>
                  <a:lnTo>
                    <a:pt x="29077" y="33315"/>
                  </a:lnTo>
                  <a:lnTo>
                    <a:pt x="27406" y="33074"/>
                  </a:lnTo>
                  <a:lnTo>
                    <a:pt x="26402" y="31545"/>
                  </a:lnTo>
                  <a:lnTo>
                    <a:pt x="23952" y="31077"/>
                  </a:lnTo>
                  <a:lnTo>
                    <a:pt x="23372" y="33341"/>
                  </a:lnTo>
                  <a:lnTo>
                    <a:pt x="24389" y="34707"/>
                  </a:lnTo>
                  <a:lnTo>
                    <a:pt x="23682" y="36468"/>
                  </a:lnTo>
                  <a:lnTo>
                    <a:pt x="22846" y="35856"/>
                  </a:lnTo>
                  <a:lnTo>
                    <a:pt x="17692" y="43163"/>
                  </a:lnTo>
                  <a:lnTo>
                    <a:pt x="15949" y="49121"/>
                  </a:lnTo>
                  <a:lnTo>
                    <a:pt x="14139" y="49047"/>
                  </a:lnTo>
                  <a:lnTo>
                    <a:pt x="12935" y="48938"/>
                  </a:lnTo>
                  <a:lnTo>
                    <a:pt x="9715" y="46317"/>
                  </a:lnTo>
                  <a:lnTo>
                    <a:pt x="8692" y="45177"/>
                  </a:lnTo>
                  <a:lnTo>
                    <a:pt x="8645" y="43196"/>
                  </a:lnTo>
                  <a:lnTo>
                    <a:pt x="8670" y="37091"/>
                  </a:lnTo>
                  <a:lnTo>
                    <a:pt x="7355" y="34710"/>
                  </a:lnTo>
                  <a:lnTo>
                    <a:pt x="8217" y="29939"/>
                  </a:lnTo>
                  <a:lnTo>
                    <a:pt x="9963" y="24846"/>
                  </a:lnTo>
                  <a:lnTo>
                    <a:pt x="10585" y="22284"/>
                  </a:lnTo>
                  <a:lnTo>
                    <a:pt x="12400" y="19395"/>
                  </a:lnTo>
                  <a:lnTo>
                    <a:pt x="8457" y="17743"/>
                  </a:lnTo>
                  <a:lnTo>
                    <a:pt x="10315" y="13472"/>
                  </a:lnTo>
                  <a:lnTo>
                    <a:pt x="10263" y="8825"/>
                  </a:lnTo>
                  <a:lnTo>
                    <a:pt x="2936" y="4654"/>
                  </a:lnTo>
                  <a:lnTo>
                    <a:pt x="0" y="2224"/>
                  </a:lnTo>
                  <a:lnTo>
                    <a:pt x="2033" y="0"/>
                  </a:lnTo>
                  <a:lnTo>
                    <a:pt x="6369" y="213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0" name="ph7790"/>
            <p:cNvSpPr/>
            <p:nvPr/>
          </p:nvSpPr>
          <p:spPr>
            <a:xfrm>
              <a:off x="11131737" y="3315857"/>
              <a:ext cx="20099" cy="17873"/>
            </a:xfrm>
            <a:custGeom>
              <a:avLst/>
              <a:pathLst>
                <a:path w="20099" h="17873">
                  <a:moveTo>
                    <a:pt x="2446" y="350"/>
                  </a:moveTo>
                  <a:lnTo>
                    <a:pt x="6868" y="3203"/>
                  </a:lnTo>
                  <a:lnTo>
                    <a:pt x="14897" y="2645"/>
                  </a:lnTo>
                  <a:lnTo>
                    <a:pt x="19290" y="5264"/>
                  </a:lnTo>
                  <a:lnTo>
                    <a:pt x="20099" y="12275"/>
                  </a:lnTo>
                  <a:lnTo>
                    <a:pt x="18033" y="13546"/>
                  </a:lnTo>
                  <a:lnTo>
                    <a:pt x="15778" y="13812"/>
                  </a:lnTo>
                  <a:lnTo>
                    <a:pt x="10723" y="16475"/>
                  </a:lnTo>
                  <a:lnTo>
                    <a:pt x="3845" y="17873"/>
                  </a:lnTo>
                  <a:lnTo>
                    <a:pt x="1851" y="17228"/>
                  </a:lnTo>
                  <a:lnTo>
                    <a:pt x="1832" y="15368"/>
                  </a:lnTo>
                  <a:lnTo>
                    <a:pt x="0" y="10310"/>
                  </a:lnTo>
                  <a:lnTo>
                    <a:pt x="52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1" name="ph7791"/>
            <p:cNvSpPr/>
            <p:nvPr/>
          </p:nvSpPr>
          <p:spPr>
            <a:xfrm>
              <a:off x="11147854" y="3101100"/>
              <a:ext cx="25576" cy="42169"/>
            </a:xfrm>
            <a:custGeom>
              <a:avLst/>
              <a:pathLst>
                <a:path w="25576" h="42169">
                  <a:moveTo>
                    <a:pt x="20925" y="0"/>
                  </a:moveTo>
                  <a:lnTo>
                    <a:pt x="22545" y="1231"/>
                  </a:lnTo>
                  <a:lnTo>
                    <a:pt x="22877" y="8030"/>
                  </a:lnTo>
                  <a:lnTo>
                    <a:pt x="25576" y="16460"/>
                  </a:lnTo>
                  <a:lnTo>
                    <a:pt x="25437" y="24206"/>
                  </a:lnTo>
                  <a:lnTo>
                    <a:pt x="19991" y="30966"/>
                  </a:lnTo>
                  <a:lnTo>
                    <a:pt x="3977" y="42169"/>
                  </a:lnTo>
                  <a:lnTo>
                    <a:pt x="3333" y="37750"/>
                  </a:lnTo>
                  <a:lnTo>
                    <a:pt x="3596" y="36222"/>
                  </a:lnTo>
                  <a:lnTo>
                    <a:pt x="360" y="33185"/>
                  </a:lnTo>
                  <a:lnTo>
                    <a:pt x="0" y="29001"/>
                  </a:lnTo>
                  <a:lnTo>
                    <a:pt x="5805" y="15999"/>
                  </a:lnTo>
                  <a:lnTo>
                    <a:pt x="5956" y="12538"/>
                  </a:lnTo>
                  <a:lnTo>
                    <a:pt x="5173" y="9339"/>
                  </a:lnTo>
                  <a:lnTo>
                    <a:pt x="6923" y="6569"/>
                  </a:lnTo>
                  <a:lnTo>
                    <a:pt x="11964" y="241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2" name="ph7792"/>
            <p:cNvSpPr/>
            <p:nvPr/>
          </p:nvSpPr>
          <p:spPr>
            <a:xfrm>
              <a:off x="11182792" y="3173946"/>
              <a:ext cx="19696" cy="15723"/>
            </a:xfrm>
            <a:custGeom>
              <a:avLst/>
              <a:pathLst>
                <a:path w="19696" h="15723">
                  <a:moveTo>
                    <a:pt x="19696" y="2178"/>
                  </a:moveTo>
                  <a:lnTo>
                    <a:pt x="17510" y="5578"/>
                  </a:lnTo>
                  <a:lnTo>
                    <a:pt x="15865" y="6596"/>
                  </a:lnTo>
                  <a:lnTo>
                    <a:pt x="12808" y="7042"/>
                  </a:lnTo>
                  <a:lnTo>
                    <a:pt x="12708" y="9170"/>
                  </a:lnTo>
                  <a:lnTo>
                    <a:pt x="11185" y="9129"/>
                  </a:lnTo>
                  <a:lnTo>
                    <a:pt x="12466" y="12449"/>
                  </a:lnTo>
                  <a:lnTo>
                    <a:pt x="8532" y="15723"/>
                  </a:lnTo>
                  <a:lnTo>
                    <a:pt x="3195" y="14891"/>
                  </a:lnTo>
                  <a:lnTo>
                    <a:pt x="0" y="10571"/>
                  </a:lnTo>
                  <a:lnTo>
                    <a:pt x="3763" y="9019"/>
                  </a:lnTo>
                  <a:lnTo>
                    <a:pt x="9915" y="2734"/>
                  </a:lnTo>
                  <a:lnTo>
                    <a:pt x="12256" y="5014"/>
                  </a:lnTo>
                  <a:lnTo>
                    <a:pt x="15302" y="5948"/>
                  </a:lnTo>
                  <a:lnTo>
                    <a:pt x="15379" y="1215"/>
                  </a:lnTo>
                  <a:lnTo>
                    <a:pt x="1601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3" name="ph7793"/>
            <p:cNvSpPr/>
            <p:nvPr/>
          </p:nvSpPr>
          <p:spPr>
            <a:xfrm>
              <a:off x="11098618" y="3307134"/>
              <a:ext cx="34969" cy="57491"/>
            </a:xfrm>
            <a:custGeom>
              <a:avLst/>
              <a:pathLst>
                <a:path w="34969" h="57491">
                  <a:moveTo>
                    <a:pt x="22799" y="2449"/>
                  </a:moveTo>
                  <a:lnTo>
                    <a:pt x="21845" y="6945"/>
                  </a:lnTo>
                  <a:lnTo>
                    <a:pt x="22557" y="10703"/>
                  </a:lnTo>
                  <a:lnTo>
                    <a:pt x="24844" y="13195"/>
                  </a:lnTo>
                  <a:lnTo>
                    <a:pt x="24511" y="14302"/>
                  </a:lnTo>
                  <a:lnTo>
                    <a:pt x="22436" y="18635"/>
                  </a:lnTo>
                  <a:lnTo>
                    <a:pt x="16155" y="14718"/>
                  </a:lnTo>
                  <a:lnTo>
                    <a:pt x="13928" y="15325"/>
                  </a:lnTo>
                  <a:lnTo>
                    <a:pt x="12928" y="17688"/>
                  </a:lnTo>
                  <a:lnTo>
                    <a:pt x="15491" y="25351"/>
                  </a:lnTo>
                  <a:lnTo>
                    <a:pt x="18866" y="26663"/>
                  </a:lnTo>
                  <a:lnTo>
                    <a:pt x="34951" y="24091"/>
                  </a:lnTo>
                  <a:lnTo>
                    <a:pt x="34969" y="25952"/>
                  </a:lnTo>
                  <a:lnTo>
                    <a:pt x="31491" y="30598"/>
                  </a:lnTo>
                  <a:lnTo>
                    <a:pt x="30356" y="30580"/>
                  </a:lnTo>
                  <a:lnTo>
                    <a:pt x="28740" y="27863"/>
                  </a:lnTo>
                  <a:lnTo>
                    <a:pt x="26844" y="26799"/>
                  </a:lnTo>
                  <a:lnTo>
                    <a:pt x="20966" y="30476"/>
                  </a:lnTo>
                  <a:lnTo>
                    <a:pt x="18640" y="35731"/>
                  </a:lnTo>
                  <a:lnTo>
                    <a:pt x="18533" y="38135"/>
                  </a:lnTo>
                  <a:lnTo>
                    <a:pt x="20550" y="44479"/>
                  </a:lnTo>
                  <a:lnTo>
                    <a:pt x="20206" y="46700"/>
                  </a:lnTo>
                  <a:lnTo>
                    <a:pt x="17040" y="52337"/>
                  </a:lnTo>
                  <a:lnTo>
                    <a:pt x="15331" y="52118"/>
                  </a:lnTo>
                  <a:lnTo>
                    <a:pt x="13749" y="53803"/>
                  </a:lnTo>
                  <a:lnTo>
                    <a:pt x="13734" y="57491"/>
                  </a:lnTo>
                  <a:lnTo>
                    <a:pt x="0" y="48686"/>
                  </a:lnTo>
                  <a:lnTo>
                    <a:pt x="2884" y="32925"/>
                  </a:lnTo>
                  <a:lnTo>
                    <a:pt x="5916" y="24125"/>
                  </a:lnTo>
                  <a:lnTo>
                    <a:pt x="4488" y="20594"/>
                  </a:lnTo>
                  <a:lnTo>
                    <a:pt x="7686" y="20140"/>
                  </a:lnTo>
                  <a:lnTo>
                    <a:pt x="12262" y="14257"/>
                  </a:lnTo>
                  <a:lnTo>
                    <a:pt x="11744" y="12983"/>
                  </a:lnTo>
                  <a:lnTo>
                    <a:pt x="14385" y="7331"/>
                  </a:lnTo>
                  <a:lnTo>
                    <a:pt x="14187" y="6236"/>
                  </a:lnTo>
                  <a:lnTo>
                    <a:pt x="18217" y="434"/>
                  </a:lnTo>
                  <a:lnTo>
                    <a:pt x="2137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4" name="ph7794"/>
            <p:cNvSpPr/>
            <p:nvPr/>
          </p:nvSpPr>
          <p:spPr>
            <a:xfrm>
              <a:off x="11253015" y="3120293"/>
              <a:ext cx="38719" cy="41409"/>
            </a:xfrm>
            <a:custGeom>
              <a:avLst/>
              <a:pathLst>
                <a:path w="38719" h="41409">
                  <a:moveTo>
                    <a:pt x="25049" y="6951"/>
                  </a:moveTo>
                  <a:lnTo>
                    <a:pt x="27062" y="6076"/>
                  </a:lnTo>
                  <a:lnTo>
                    <a:pt x="30714" y="9170"/>
                  </a:lnTo>
                  <a:lnTo>
                    <a:pt x="25129" y="11500"/>
                  </a:lnTo>
                  <a:lnTo>
                    <a:pt x="27958" y="17000"/>
                  </a:lnTo>
                  <a:lnTo>
                    <a:pt x="30936" y="18070"/>
                  </a:lnTo>
                  <a:lnTo>
                    <a:pt x="32844" y="22483"/>
                  </a:lnTo>
                  <a:lnTo>
                    <a:pt x="37067" y="23260"/>
                  </a:lnTo>
                  <a:lnTo>
                    <a:pt x="38524" y="22550"/>
                  </a:lnTo>
                  <a:lnTo>
                    <a:pt x="38719" y="30050"/>
                  </a:lnTo>
                  <a:lnTo>
                    <a:pt x="37423" y="34613"/>
                  </a:lnTo>
                  <a:lnTo>
                    <a:pt x="29144" y="34369"/>
                  </a:lnTo>
                  <a:lnTo>
                    <a:pt x="27614" y="33279"/>
                  </a:lnTo>
                  <a:lnTo>
                    <a:pt x="27461" y="32058"/>
                  </a:lnTo>
                  <a:lnTo>
                    <a:pt x="25702" y="30257"/>
                  </a:lnTo>
                  <a:lnTo>
                    <a:pt x="23225" y="31234"/>
                  </a:lnTo>
                  <a:lnTo>
                    <a:pt x="21954" y="33887"/>
                  </a:lnTo>
                  <a:lnTo>
                    <a:pt x="16428" y="37403"/>
                  </a:lnTo>
                  <a:lnTo>
                    <a:pt x="17308" y="34427"/>
                  </a:lnTo>
                  <a:lnTo>
                    <a:pt x="14305" y="34124"/>
                  </a:lnTo>
                  <a:lnTo>
                    <a:pt x="3131" y="38450"/>
                  </a:lnTo>
                  <a:lnTo>
                    <a:pt x="0" y="41409"/>
                  </a:lnTo>
                  <a:lnTo>
                    <a:pt x="1076" y="33058"/>
                  </a:lnTo>
                  <a:lnTo>
                    <a:pt x="4688" y="30831"/>
                  </a:lnTo>
                  <a:lnTo>
                    <a:pt x="6691" y="28715"/>
                  </a:lnTo>
                  <a:lnTo>
                    <a:pt x="7357" y="23104"/>
                  </a:lnTo>
                  <a:lnTo>
                    <a:pt x="5815" y="17394"/>
                  </a:lnTo>
                  <a:lnTo>
                    <a:pt x="7478" y="14603"/>
                  </a:lnTo>
                  <a:lnTo>
                    <a:pt x="11340" y="4477"/>
                  </a:lnTo>
                  <a:lnTo>
                    <a:pt x="14006" y="5523"/>
                  </a:lnTo>
                  <a:lnTo>
                    <a:pt x="16670" y="5037"/>
                  </a:lnTo>
                  <a:lnTo>
                    <a:pt x="17114" y="2318"/>
                  </a:lnTo>
                  <a:lnTo>
                    <a:pt x="1582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5" name="ph7795"/>
            <p:cNvSpPr/>
            <p:nvPr/>
          </p:nvSpPr>
          <p:spPr>
            <a:xfrm>
              <a:off x="11229692" y="3083709"/>
              <a:ext cx="10423" cy="10682"/>
            </a:xfrm>
            <a:custGeom>
              <a:avLst/>
              <a:pathLst>
                <a:path w="10423" h="10682">
                  <a:moveTo>
                    <a:pt x="7411" y="2627"/>
                  </a:moveTo>
                  <a:lnTo>
                    <a:pt x="8990" y="2863"/>
                  </a:lnTo>
                  <a:lnTo>
                    <a:pt x="10064" y="3536"/>
                  </a:lnTo>
                  <a:lnTo>
                    <a:pt x="10423" y="5042"/>
                  </a:lnTo>
                  <a:lnTo>
                    <a:pt x="7785" y="9547"/>
                  </a:lnTo>
                  <a:lnTo>
                    <a:pt x="7586" y="10682"/>
                  </a:lnTo>
                  <a:lnTo>
                    <a:pt x="6738" y="10615"/>
                  </a:lnTo>
                  <a:lnTo>
                    <a:pt x="3487" y="8582"/>
                  </a:lnTo>
                  <a:lnTo>
                    <a:pt x="1361" y="6572"/>
                  </a:lnTo>
                  <a:lnTo>
                    <a:pt x="894" y="4832"/>
                  </a:lnTo>
                  <a:lnTo>
                    <a:pt x="0" y="2981"/>
                  </a:lnTo>
                  <a:lnTo>
                    <a:pt x="248" y="1950"/>
                  </a:lnTo>
                  <a:lnTo>
                    <a:pt x="659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6" name="ph7796"/>
            <p:cNvSpPr/>
            <p:nvPr/>
          </p:nvSpPr>
          <p:spPr>
            <a:xfrm>
              <a:off x="11221904" y="3355621"/>
              <a:ext cx="18841" cy="16763"/>
            </a:xfrm>
            <a:custGeom>
              <a:avLst/>
              <a:pathLst>
                <a:path w="18841" h="16763">
                  <a:moveTo>
                    <a:pt x="15632" y="0"/>
                  </a:moveTo>
                  <a:lnTo>
                    <a:pt x="18841" y="5587"/>
                  </a:lnTo>
                  <a:lnTo>
                    <a:pt x="17042" y="14267"/>
                  </a:lnTo>
                  <a:lnTo>
                    <a:pt x="11321" y="16763"/>
                  </a:lnTo>
                  <a:lnTo>
                    <a:pt x="4193" y="16266"/>
                  </a:lnTo>
                  <a:lnTo>
                    <a:pt x="1001" y="13163"/>
                  </a:lnTo>
                  <a:lnTo>
                    <a:pt x="0" y="9762"/>
                  </a:lnTo>
                  <a:lnTo>
                    <a:pt x="734" y="8612"/>
                  </a:lnTo>
                  <a:lnTo>
                    <a:pt x="1978" y="8402"/>
                  </a:lnTo>
                  <a:lnTo>
                    <a:pt x="7897" y="7665"/>
                  </a:lnTo>
                  <a:lnTo>
                    <a:pt x="9366" y="6749"/>
                  </a:lnTo>
                  <a:lnTo>
                    <a:pt x="11064" y="4122"/>
                  </a:lnTo>
                  <a:lnTo>
                    <a:pt x="12047" y="2553"/>
                  </a:lnTo>
                  <a:lnTo>
                    <a:pt x="15417" y="133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7" name="ph7797"/>
            <p:cNvSpPr/>
            <p:nvPr/>
          </p:nvSpPr>
          <p:spPr>
            <a:xfrm>
              <a:off x="11275173" y="3329999"/>
              <a:ext cx="14603" cy="12019"/>
            </a:xfrm>
            <a:custGeom>
              <a:avLst/>
              <a:pathLst>
                <a:path w="14603" h="12019">
                  <a:moveTo>
                    <a:pt x="4630" y="2332"/>
                  </a:moveTo>
                  <a:lnTo>
                    <a:pt x="3323" y="3235"/>
                  </a:lnTo>
                  <a:lnTo>
                    <a:pt x="4488" y="3680"/>
                  </a:lnTo>
                  <a:lnTo>
                    <a:pt x="11869" y="3115"/>
                  </a:lnTo>
                  <a:lnTo>
                    <a:pt x="12365" y="1229"/>
                  </a:lnTo>
                  <a:lnTo>
                    <a:pt x="14603" y="4379"/>
                  </a:lnTo>
                  <a:lnTo>
                    <a:pt x="11897" y="7104"/>
                  </a:lnTo>
                  <a:lnTo>
                    <a:pt x="9812" y="12019"/>
                  </a:lnTo>
                  <a:lnTo>
                    <a:pt x="3609" y="7377"/>
                  </a:lnTo>
                  <a:lnTo>
                    <a:pt x="0" y="7199"/>
                  </a:lnTo>
                  <a:lnTo>
                    <a:pt x="109" y="5472"/>
                  </a:lnTo>
                  <a:lnTo>
                    <a:pt x="2509" y="3248"/>
                  </a:lnTo>
                  <a:lnTo>
                    <a:pt x="2096" y="1726"/>
                  </a:lnTo>
                  <a:lnTo>
                    <a:pt x="354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8" name="ph7798"/>
            <p:cNvSpPr/>
            <p:nvPr/>
          </p:nvSpPr>
          <p:spPr>
            <a:xfrm>
              <a:off x="11297994" y="3192057"/>
              <a:ext cx="16235" cy="9073"/>
            </a:xfrm>
            <a:custGeom>
              <a:avLst/>
              <a:pathLst>
                <a:path w="16235" h="9073">
                  <a:moveTo>
                    <a:pt x="10509" y="3064"/>
                  </a:moveTo>
                  <a:lnTo>
                    <a:pt x="11269" y="2607"/>
                  </a:lnTo>
                  <a:lnTo>
                    <a:pt x="13817" y="3143"/>
                  </a:lnTo>
                  <a:lnTo>
                    <a:pt x="16235" y="5666"/>
                  </a:lnTo>
                  <a:lnTo>
                    <a:pt x="10020" y="5741"/>
                  </a:lnTo>
                  <a:lnTo>
                    <a:pt x="5058" y="9073"/>
                  </a:lnTo>
                  <a:lnTo>
                    <a:pt x="0" y="5356"/>
                  </a:lnTo>
                  <a:lnTo>
                    <a:pt x="646" y="2641"/>
                  </a:lnTo>
                  <a:lnTo>
                    <a:pt x="5114" y="2199"/>
                  </a:lnTo>
                  <a:lnTo>
                    <a:pt x="588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9" name="ph7799"/>
            <p:cNvSpPr/>
            <p:nvPr/>
          </p:nvSpPr>
          <p:spPr>
            <a:xfrm>
              <a:off x="11254908" y="3246747"/>
              <a:ext cx="5363" cy="8002"/>
            </a:xfrm>
            <a:custGeom>
              <a:avLst/>
              <a:pathLst>
                <a:path w="5363" h="8002">
                  <a:moveTo>
                    <a:pt x="5363" y="870"/>
                  </a:moveTo>
                  <a:lnTo>
                    <a:pt x="3037" y="8002"/>
                  </a:lnTo>
                  <a:lnTo>
                    <a:pt x="722" y="7411"/>
                  </a:lnTo>
                  <a:lnTo>
                    <a:pt x="0" y="7050"/>
                  </a:lnTo>
                  <a:lnTo>
                    <a:pt x="156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0" name="ph7800"/>
            <p:cNvSpPr/>
            <p:nvPr/>
          </p:nvSpPr>
          <p:spPr>
            <a:xfrm>
              <a:off x="11155876" y="3191941"/>
              <a:ext cx="5940" cy="3648"/>
            </a:xfrm>
            <a:custGeom>
              <a:avLst/>
              <a:pathLst>
                <a:path w="5940" h="3648">
                  <a:moveTo>
                    <a:pt x="5472" y="777"/>
                  </a:moveTo>
                  <a:lnTo>
                    <a:pt x="5940" y="3343"/>
                  </a:lnTo>
                  <a:lnTo>
                    <a:pt x="2515" y="3648"/>
                  </a:lnTo>
                  <a:lnTo>
                    <a:pt x="0" y="1185"/>
                  </a:lnTo>
                  <a:lnTo>
                    <a:pt x="600" y="542"/>
                  </a:lnTo>
                  <a:lnTo>
                    <a:pt x="1907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1" name="ph7801"/>
            <p:cNvSpPr/>
            <p:nvPr/>
          </p:nvSpPr>
          <p:spPr>
            <a:xfrm>
              <a:off x="11353428" y="3271413"/>
              <a:ext cx="15850" cy="15026"/>
            </a:xfrm>
            <a:custGeom>
              <a:avLst/>
              <a:pathLst>
                <a:path w="15850" h="15026">
                  <a:moveTo>
                    <a:pt x="5882" y="815"/>
                  </a:moveTo>
                  <a:lnTo>
                    <a:pt x="11234" y="3908"/>
                  </a:lnTo>
                  <a:lnTo>
                    <a:pt x="14532" y="8614"/>
                  </a:lnTo>
                  <a:lnTo>
                    <a:pt x="15850" y="9279"/>
                  </a:lnTo>
                  <a:lnTo>
                    <a:pt x="12221" y="14071"/>
                  </a:lnTo>
                  <a:lnTo>
                    <a:pt x="10750" y="15026"/>
                  </a:lnTo>
                  <a:lnTo>
                    <a:pt x="208" y="9330"/>
                  </a:lnTo>
                  <a:lnTo>
                    <a:pt x="0" y="8152"/>
                  </a:lnTo>
                  <a:lnTo>
                    <a:pt x="2893" y="3118"/>
                  </a:lnTo>
                  <a:lnTo>
                    <a:pt x="2971" y="2051"/>
                  </a:lnTo>
                  <a:lnTo>
                    <a:pt x="137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2" name="ph7802"/>
            <p:cNvSpPr/>
            <p:nvPr/>
          </p:nvSpPr>
          <p:spPr>
            <a:xfrm>
              <a:off x="11095456" y="3134001"/>
              <a:ext cx="10248" cy="8624"/>
            </a:xfrm>
            <a:custGeom>
              <a:avLst/>
              <a:pathLst>
                <a:path w="10248" h="8624">
                  <a:moveTo>
                    <a:pt x="5372" y="964"/>
                  </a:moveTo>
                  <a:lnTo>
                    <a:pt x="6843" y="180"/>
                  </a:lnTo>
                  <a:lnTo>
                    <a:pt x="10248" y="8378"/>
                  </a:lnTo>
                  <a:lnTo>
                    <a:pt x="4303" y="8624"/>
                  </a:lnTo>
                  <a:lnTo>
                    <a:pt x="2574" y="63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3" name="ph7803"/>
            <p:cNvSpPr/>
            <p:nvPr/>
          </p:nvSpPr>
          <p:spPr>
            <a:xfrm>
              <a:off x="11153107" y="3163837"/>
              <a:ext cx="6924" cy="9107"/>
            </a:xfrm>
            <a:custGeom>
              <a:avLst/>
              <a:pathLst>
                <a:path w="6924" h="9107">
                  <a:moveTo>
                    <a:pt x="6924" y="5157"/>
                  </a:moveTo>
                  <a:lnTo>
                    <a:pt x="6261" y="8368"/>
                  </a:lnTo>
                  <a:lnTo>
                    <a:pt x="1832" y="9107"/>
                  </a:lnTo>
                  <a:lnTo>
                    <a:pt x="866" y="6465"/>
                  </a:lnTo>
                  <a:lnTo>
                    <a:pt x="1555" y="5080"/>
                  </a:lnTo>
                  <a:lnTo>
                    <a:pt x="1224" y="15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4" name="ph7804"/>
            <p:cNvSpPr/>
            <p:nvPr/>
          </p:nvSpPr>
          <p:spPr>
            <a:xfrm>
              <a:off x="11230168" y="3172042"/>
              <a:ext cx="16859" cy="17347"/>
            </a:xfrm>
            <a:custGeom>
              <a:avLst/>
              <a:pathLst>
                <a:path w="16859" h="17347">
                  <a:moveTo>
                    <a:pt x="10688" y="112"/>
                  </a:moveTo>
                  <a:lnTo>
                    <a:pt x="15388" y="11221"/>
                  </a:lnTo>
                  <a:lnTo>
                    <a:pt x="15152" y="12113"/>
                  </a:lnTo>
                  <a:lnTo>
                    <a:pt x="16859" y="17240"/>
                  </a:lnTo>
                  <a:lnTo>
                    <a:pt x="12297" y="17347"/>
                  </a:lnTo>
                  <a:lnTo>
                    <a:pt x="8422" y="15877"/>
                  </a:lnTo>
                  <a:lnTo>
                    <a:pt x="9605" y="14618"/>
                  </a:lnTo>
                  <a:lnTo>
                    <a:pt x="8728" y="11802"/>
                  </a:lnTo>
                  <a:lnTo>
                    <a:pt x="6271" y="10151"/>
                  </a:lnTo>
                  <a:lnTo>
                    <a:pt x="9209" y="6350"/>
                  </a:lnTo>
                  <a:lnTo>
                    <a:pt x="6736" y="6453"/>
                  </a:lnTo>
                  <a:lnTo>
                    <a:pt x="5041" y="8775"/>
                  </a:lnTo>
                  <a:lnTo>
                    <a:pt x="900" y="8366"/>
                  </a:lnTo>
                  <a:lnTo>
                    <a:pt x="0" y="7186"/>
                  </a:lnTo>
                  <a:lnTo>
                    <a:pt x="2028" y="3654"/>
                  </a:lnTo>
                  <a:lnTo>
                    <a:pt x="713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5" name="ph7805"/>
            <p:cNvSpPr/>
            <p:nvPr/>
          </p:nvSpPr>
          <p:spPr>
            <a:xfrm>
              <a:off x="11144231" y="3143060"/>
              <a:ext cx="6284" cy="5898"/>
            </a:xfrm>
            <a:custGeom>
              <a:avLst/>
              <a:pathLst>
                <a:path w="6284" h="5898">
                  <a:moveTo>
                    <a:pt x="3109" y="0"/>
                  </a:moveTo>
                  <a:lnTo>
                    <a:pt x="6284" y="577"/>
                  </a:lnTo>
                  <a:lnTo>
                    <a:pt x="3837" y="5898"/>
                  </a:lnTo>
                  <a:lnTo>
                    <a:pt x="0" y="4588"/>
                  </a:lnTo>
                  <a:lnTo>
                    <a:pt x="827" y="33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6" name="ph7806"/>
            <p:cNvSpPr/>
            <p:nvPr/>
          </p:nvSpPr>
          <p:spPr>
            <a:xfrm>
              <a:off x="11317381" y="3225876"/>
              <a:ext cx="12087" cy="10902"/>
            </a:xfrm>
            <a:custGeom>
              <a:avLst/>
              <a:pathLst>
                <a:path w="12087" h="10902">
                  <a:moveTo>
                    <a:pt x="4489" y="214"/>
                  </a:moveTo>
                  <a:lnTo>
                    <a:pt x="8580" y="2431"/>
                  </a:lnTo>
                  <a:lnTo>
                    <a:pt x="10632" y="4386"/>
                  </a:lnTo>
                  <a:lnTo>
                    <a:pt x="9591" y="6494"/>
                  </a:lnTo>
                  <a:lnTo>
                    <a:pt x="12087" y="8212"/>
                  </a:lnTo>
                  <a:lnTo>
                    <a:pt x="11231" y="10303"/>
                  </a:lnTo>
                  <a:lnTo>
                    <a:pt x="9724" y="10902"/>
                  </a:lnTo>
                  <a:lnTo>
                    <a:pt x="6326" y="10020"/>
                  </a:lnTo>
                  <a:lnTo>
                    <a:pt x="3566" y="10428"/>
                  </a:lnTo>
                  <a:lnTo>
                    <a:pt x="2171" y="9774"/>
                  </a:lnTo>
                  <a:lnTo>
                    <a:pt x="320" y="7270"/>
                  </a:lnTo>
                  <a:lnTo>
                    <a:pt x="0" y="5296"/>
                  </a:lnTo>
                  <a:lnTo>
                    <a:pt x="132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7" name="ph7807"/>
            <p:cNvSpPr/>
            <p:nvPr/>
          </p:nvSpPr>
          <p:spPr>
            <a:xfrm>
              <a:off x="11234073" y="3328482"/>
              <a:ext cx="12486" cy="19766"/>
            </a:xfrm>
            <a:custGeom>
              <a:avLst/>
              <a:pathLst>
                <a:path w="12486" h="19766">
                  <a:moveTo>
                    <a:pt x="8374" y="2894"/>
                  </a:moveTo>
                  <a:lnTo>
                    <a:pt x="9930" y="6626"/>
                  </a:lnTo>
                  <a:lnTo>
                    <a:pt x="11640" y="16474"/>
                  </a:lnTo>
                  <a:lnTo>
                    <a:pt x="12486" y="18657"/>
                  </a:lnTo>
                  <a:lnTo>
                    <a:pt x="9878" y="19766"/>
                  </a:lnTo>
                  <a:lnTo>
                    <a:pt x="0" y="13579"/>
                  </a:lnTo>
                  <a:lnTo>
                    <a:pt x="1928" y="5043"/>
                  </a:lnTo>
                  <a:lnTo>
                    <a:pt x="392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8" name="ph7808"/>
            <p:cNvSpPr/>
            <p:nvPr/>
          </p:nvSpPr>
          <p:spPr>
            <a:xfrm>
              <a:off x="11110689" y="3128392"/>
              <a:ext cx="20420" cy="6615"/>
            </a:xfrm>
            <a:custGeom>
              <a:avLst/>
              <a:pathLst>
                <a:path w="20420" h="6615">
                  <a:moveTo>
                    <a:pt x="15866" y="331"/>
                  </a:moveTo>
                  <a:lnTo>
                    <a:pt x="17590" y="1298"/>
                  </a:lnTo>
                  <a:lnTo>
                    <a:pt x="20420" y="4064"/>
                  </a:lnTo>
                  <a:lnTo>
                    <a:pt x="19099" y="5778"/>
                  </a:lnTo>
                  <a:lnTo>
                    <a:pt x="17306" y="6578"/>
                  </a:lnTo>
                  <a:lnTo>
                    <a:pt x="14768" y="6615"/>
                  </a:lnTo>
                  <a:lnTo>
                    <a:pt x="3776" y="5945"/>
                  </a:lnTo>
                  <a:lnTo>
                    <a:pt x="0" y="586"/>
                  </a:lnTo>
                  <a:lnTo>
                    <a:pt x="7386" y="1096"/>
                  </a:lnTo>
                  <a:lnTo>
                    <a:pt x="1155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9" name="ph7809"/>
            <p:cNvSpPr/>
            <p:nvPr/>
          </p:nvSpPr>
          <p:spPr>
            <a:xfrm>
              <a:off x="11230777" y="3266668"/>
              <a:ext cx="3053" cy="2234"/>
            </a:xfrm>
            <a:custGeom>
              <a:avLst/>
              <a:pathLst>
                <a:path w="3053" h="2234">
                  <a:moveTo>
                    <a:pt x="3053" y="851"/>
                  </a:moveTo>
                  <a:lnTo>
                    <a:pt x="2971" y="1945"/>
                  </a:lnTo>
                  <a:lnTo>
                    <a:pt x="1934" y="22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0" name="ph7810"/>
            <p:cNvSpPr/>
            <p:nvPr/>
          </p:nvSpPr>
          <p:spPr>
            <a:xfrm>
              <a:off x="11245027" y="3196837"/>
              <a:ext cx="5051" cy="3646"/>
            </a:xfrm>
            <a:custGeom>
              <a:avLst/>
              <a:pathLst>
                <a:path w="5051" h="3646">
                  <a:moveTo>
                    <a:pt x="5051" y="2677"/>
                  </a:moveTo>
                  <a:lnTo>
                    <a:pt x="0" y="3646"/>
                  </a:lnTo>
                  <a:lnTo>
                    <a:pt x="1788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1" name="ph7811"/>
            <p:cNvSpPr/>
            <p:nvPr/>
          </p:nvSpPr>
          <p:spPr>
            <a:xfrm>
              <a:off x="11046366" y="3173262"/>
              <a:ext cx="13138" cy="11348"/>
            </a:xfrm>
            <a:custGeom>
              <a:avLst/>
              <a:pathLst>
                <a:path w="13138" h="11348">
                  <a:moveTo>
                    <a:pt x="8896" y="1159"/>
                  </a:moveTo>
                  <a:lnTo>
                    <a:pt x="13138" y="6577"/>
                  </a:lnTo>
                  <a:lnTo>
                    <a:pt x="12275" y="11348"/>
                  </a:lnTo>
                  <a:lnTo>
                    <a:pt x="4891" y="10040"/>
                  </a:lnTo>
                  <a:lnTo>
                    <a:pt x="996" y="10299"/>
                  </a:lnTo>
                  <a:lnTo>
                    <a:pt x="0" y="8231"/>
                  </a:lnTo>
                  <a:lnTo>
                    <a:pt x="2209" y="8728"/>
                  </a:lnTo>
                  <a:lnTo>
                    <a:pt x="4116" y="7880"/>
                  </a:lnTo>
                  <a:lnTo>
                    <a:pt x="3514" y="2273"/>
                  </a:lnTo>
                  <a:lnTo>
                    <a:pt x="493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2" name="ph7812"/>
            <p:cNvSpPr/>
            <p:nvPr/>
          </p:nvSpPr>
          <p:spPr>
            <a:xfrm>
              <a:off x="11220937" y="3118175"/>
              <a:ext cx="7703" cy="6701"/>
            </a:xfrm>
            <a:custGeom>
              <a:avLst/>
              <a:pathLst>
                <a:path w="7703" h="6701">
                  <a:moveTo>
                    <a:pt x="6491" y="2"/>
                  </a:moveTo>
                  <a:lnTo>
                    <a:pt x="7703" y="960"/>
                  </a:lnTo>
                  <a:lnTo>
                    <a:pt x="5766" y="6701"/>
                  </a:lnTo>
                  <a:lnTo>
                    <a:pt x="4043" y="5851"/>
                  </a:lnTo>
                  <a:lnTo>
                    <a:pt x="525" y="6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3" name="ph7813"/>
            <p:cNvSpPr/>
            <p:nvPr/>
          </p:nvSpPr>
          <p:spPr>
            <a:xfrm>
              <a:off x="11421413" y="3287536"/>
              <a:ext cx="14566" cy="15275"/>
            </a:xfrm>
            <a:custGeom>
              <a:avLst/>
              <a:pathLst>
                <a:path w="14566" h="15275">
                  <a:moveTo>
                    <a:pt x="14566" y="946"/>
                  </a:moveTo>
                  <a:lnTo>
                    <a:pt x="12414" y="5545"/>
                  </a:lnTo>
                  <a:lnTo>
                    <a:pt x="8488" y="6356"/>
                  </a:lnTo>
                  <a:lnTo>
                    <a:pt x="6506" y="8403"/>
                  </a:lnTo>
                  <a:lnTo>
                    <a:pt x="6833" y="11309"/>
                  </a:lnTo>
                  <a:lnTo>
                    <a:pt x="0" y="15275"/>
                  </a:lnTo>
                  <a:lnTo>
                    <a:pt x="1520" y="11361"/>
                  </a:lnTo>
                  <a:lnTo>
                    <a:pt x="3956" y="4750"/>
                  </a:lnTo>
                  <a:lnTo>
                    <a:pt x="13055" y="1280"/>
                  </a:lnTo>
                  <a:lnTo>
                    <a:pt x="13591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4" name="ph7814"/>
            <p:cNvSpPr/>
            <p:nvPr/>
          </p:nvSpPr>
          <p:spPr>
            <a:xfrm>
              <a:off x="11241365" y="3226471"/>
              <a:ext cx="10984" cy="7543"/>
            </a:xfrm>
            <a:custGeom>
              <a:avLst/>
              <a:pathLst>
                <a:path w="10984" h="7543">
                  <a:moveTo>
                    <a:pt x="10039" y="1949"/>
                  </a:moveTo>
                  <a:lnTo>
                    <a:pt x="4536" y="6492"/>
                  </a:lnTo>
                  <a:lnTo>
                    <a:pt x="3050" y="7543"/>
                  </a:lnTo>
                  <a:lnTo>
                    <a:pt x="0" y="6041"/>
                  </a:lnTo>
                  <a:lnTo>
                    <a:pt x="7" y="4993"/>
                  </a:lnTo>
                  <a:lnTo>
                    <a:pt x="3591" y="1488"/>
                  </a:lnTo>
                  <a:lnTo>
                    <a:pt x="1098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5" name="ph7815"/>
            <p:cNvSpPr/>
            <p:nvPr/>
          </p:nvSpPr>
          <p:spPr>
            <a:xfrm>
              <a:off x="11056785" y="3151291"/>
              <a:ext cx="12286" cy="6097"/>
            </a:xfrm>
            <a:custGeom>
              <a:avLst/>
              <a:pathLst>
                <a:path w="12286" h="6097">
                  <a:moveTo>
                    <a:pt x="6568" y="1126"/>
                  </a:moveTo>
                  <a:lnTo>
                    <a:pt x="8965" y="2470"/>
                  </a:lnTo>
                  <a:lnTo>
                    <a:pt x="12286" y="2780"/>
                  </a:lnTo>
                  <a:lnTo>
                    <a:pt x="11343" y="6097"/>
                  </a:lnTo>
                  <a:lnTo>
                    <a:pt x="7966" y="5557"/>
                  </a:lnTo>
                  <a:lnTo>
                    <a:pt x="3504" y="2674"/>
                  </a:lnTo>
                  <a:lnTo>
                    <a:pt x="2452" y="2635"/>
                  </a:lnTo>
                  <a:lnTo>
                    <a:pt x="2541" y="4506"/>
                  </a:lnTo>
                  <a:lnTo>
                    <a:pt x="826" y="4019"/>
                  </a:lnTo>
                  <a:lnTo>
                    <a:pt x="0" y="1267"/>
                  </a:lnTo>
                  <a:lnTo>
                    <a:pt x="871" y="747"/>
                  </a:lnTo>
                  <a:lnTo>
                    <a:pt x="148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6" name="ph7816"/>
            <p:cNvSpPr/>
            <p:nvPr/>
          </p:nvSpPr>
          <p:spPr>
            <a:xfrm>
              <a:off x="11224490" y="3250029"/>
              <a:ext cx="5580" cy="4309"/>
            </a:xfrm>
            <a:custGeom>
              <a:avLst/>
              <a:pathLst>
                <a:path w="5580" h="4309">
                  <a:moveTo>
                    <a:pt x="3606" y="446"/>
                  </a:moveTo>
                  <a:lnTo>
                    <a:pt x="4911" y="267"/>
                  </a:lnTo>
                  <a:lnTo>
                    <a:pt x="5580" y="358"/>
                  </a:lnTo>
                  <a:lnTo>
                    <a:pt x="4026" y="3913"/>
                  </a:lnTo>
                  <a:lnTo>
                    <a:pt x="3173" y="4309"/>
                  </a:lnTo>
                  <a:lnTo>
                    <a:pt x="1202" y="3425"/>
                  </a:lnTo>
                  <a:lnTo>
                    <a:pt x="0" y="1773"/>
                  </a:lnTo>
                  <a:lnTo>
                    <a:pt x="10" y="718"/>
                  </a:lnTo>
                  <a:lnTo>
                    <a:pt x="250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7" name="ph7817"/>
            <p:cNvSpPr/>
            <p:nvPr/>
          </p:nvSpPr>
          <p:spPr>
            <a:xfrm>
              <a:off x="11302879" y="3180759"/>
              <a:ext cx="35534" cy="23430"/>
            </a:xfrm>
            <a:custGeom>
              <a:avLst/>
              <a:pathLst>
                <a:path w="35534" h="23430">
                  <a:moveTo>
                    <a:pt x="14540" y="1752"/>
                  </a:moveTo>
                  <a:lnTo>
                    <a:pt x="21010" y="2348"/>
                  </a:lnTo>
                  <a:lnTo>
                    <a:pt x="19188" y="4168"/>
                  </a:lnTo>
                  <a:lnTo>
                    <a:pt x="18943" y="5675"/>
                  </a:lnTo>
                  <a:lnTo>
                    <a:pt x="24537" y="8321"/>
                  </a:lnTo>
                  <a:lnTo>
                    <a:pt x="25474" y="8260"/>
                  </a:lnTo>
                  <a:lnTo>
                    <a:pt x="25829" y="6361"/>
                  </a:lnTo>
                  <a:lnTo>
                    <a:pt x="27152" y="5346"/>
                  </a:lnTo>
                  <a:lnTo>
                    <a:pt x="29746" y="6346"/>
                  </a:lnTo>
                  <a:lnTo>
                    <a:pt x="30205" y="6840"/>
                  </a:lnTo>
                  <a:lnTo>
                    <a:pt x="29924" y="10223"/>
                  </a:lnTo>
                  <a:lnTo>
                    <a:pt x="31370" y="12890"/>
                  </a:lnTo>
                  <a:lnTo>
                    <a:pt x="35534" y="14362"/>
                  </a:lnTo>
                  <a:lnTo>
                    <a:pt x="33961" y="14517"/>
                  </a:lnTo>
                  <a:lnTo>
                    <a:pt x="33687" y="16812"/>
                  </a:lnTo>
                  <a:lnTo>
                    <a:pt x="32460" y="19189"/>
                  </a:lnTo>
                  <a:lnTo>
                    <a:pt x="29102" y="23429"/>
                  </a:lnTo>
                  <a:lnTo>
                    <a:pt x="27102" y="23430"/>
                  </a:lnTo>
                  <a:lnTo>
                    <a:pt x="23931" y="20974"/>
                  </a:lnTo>
                  <a:lnTo>
                    <a:pt x="22264" y="21380"/>
                  </a:lnTo>
                  <a:lnTo>
                    <a:pt x="21899" y="22133"/>
                  </a:lnTo>
                  <a:lnTo>
                    <a:pt x="21580" y="21443"/>
                  </a:lnTo>
                  <a:lnTo>
                    <a:pt x="23308" y="15006"/>
                  </a:lnTo>
                  <a:lnTo>
                    <a:pt x="16346" y="13935"/>
                  </a:lnTo>
                  <a:lnTo>
                    <a:pt x="15003" y="10762"/>
                  </a:lnTo>
                  <a:lnTo>
                    <a:pt x="13557" y="9926"/>
                  </a:lnTo>
                  <a:lnTo>
                    <a:pt x="10097" y="9240"/>
                  </a:lnTo>
                  <a:lnTo>
                    <a:pt x="4775" y="11839"/>
                  </a:lnTo>
                  <a:lnTo>
                    <a:pt x="5624" y="14362"/>
                  </a:lnTo>
                  <a:lnTo>
                    <a:pt x="1003" y="11297"/>
                  </a:lnTo>
                  <a:lnTo>
                    <a:pt x="0" y="8993"/>
                  </a:lnTo>
                  <a:lnTo>
                    <a:pt x="4697" y="4011"/>
                  </a:lnTo>
                  <a:lnTo>
                    <a:pt x="4876" y="1827"/>
                  </a:lnTo>
                  <a:lnTo>
                    <a:pt x="7096" y="110"/>
                  </a:lnTo>
                  <a:lnTo>
                    <a:pt x="9776" y="1547"/>
                  </a:lnTo>
                  <a:lnTo>
                    <a:pt x="13136" y="912"/>
                  </a:lnTo>
                  <a:lnTo>
                    <a:pt x="1378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8" name="ph7818"/>
            <p:cNvSpPr/>
            <p:nvPr/>
          </p:nvSpPr>
          <p:spPr>
            <a:xfrm>
              <a:off x="11337755" y="3173127"/>
              <a:ext cx="5397" cy="5910"/>
            </a:xfrm>
            <a:custGeom>
              <a:avLst/>
              <a:pathLst>
                <a:path w="5397" h="5910">
                  <a:moveTo>
                    <a:pt x="3585" y="5910"/>
                  </a:moveTo>
                  <a:lnTo>
                    <a:pt x="617" y="5673"/>
                  </a:lnTo>
                  <a:lnTo>
                    <a:pt x="0" y="5086"/>
                  </a:lnTo>
                  <a:lnTo>
                    <a:pt x="2289" y="1324"/>
                  </a:lnTo>
                  <a:lnTo>
                    <a:pt x="4357" y="0"/>
                  </a:lnTo>
                  <a:lnTo>
                    <a:pt x="5397" y="110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9" name="ph7819"/>
            <p:cNvSpPr/>
            <p:nvPr/>
          </p:nvSpPr>
          <p:spPr>
            <a:xfrm>
              <a:off x="11319363" y="3134496"/>
              <a:ext cx="8343" cy="9426"/>
            </a:xfrm>
            <a:custGeom>
              <a:avLst/>
              <a:pathLst>
                <a:path w="8343" h="9426">
                  <a:moveTo>
                    <a:pt x="7710" y="4632"/>
                  </a:moveTo>
                  <a:lnTo>
                    <a:pt x="6688" y="7445"/>
                  </a:lnTo>
                  <a:lnTo>
                    <a:pt x="3871" y="9426"/>
                  </a:lnTo>
                  <a:lnTo>
                    <a:pt x="1203" y="6771"/>
                  </a:lnTo>
                  <a:lnTo>
                    <a:pt x="496" y="6908"/>
                  </a:lnTo>
                  <a:lnTo>
                    <a:pt x="0" y="5638"/>
                  </a:lnTo>
                  <a:lnTo>
                    <a:pt x="2805" y="5313"/>
                  </a:lnTo>
                  <a:lnTo>
                    <a:pt x="4413" y="4379"/>
                  </a:lnTo>
                  <a:lnTo>
                    <a:pt x="7156" y="0"/>
                  </a:lnTo>
                  <a:lnTo>
                    <a:pt x="8343" y="218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0" name="ph7820"/>
            <p:cNvSpPr/>
            <p:nvPr/>
          </p:nvSpPr>
          <p:spPr>
            <a:xfrm>
              <a:off x="11310748" y="3097379"/>
              <a:ext cx="21953" cy="36636"/>
            </a:xfrm>
            <a:custGeom>
              <a:avLst/>
              <a:pathLst>
                <a:path w="21953" h="36636">
                  <a:moveTo>
                    <a:pt x="7041" y="2066"/>
                  </a:moveTo>
                  <a:lnTo>
                    <a:pt x="9285" y="2611"/>
                  </a:lnTo>
                  <a:lnTo>
                    <a:pt x="15147" y="2947"/>
                  </a:lnTo>
                  <a:lnTo>
                    <a:pt x="17250" y="3067"/>
                  </a:lnTo>
                  <a:lnTo>
                    <a:pt x="18514" y="8748"/>
                  </a:lnTo>
                  <a:lnTo>
                    <a:pt x="21953" y="24269"/>
                  </a:lnTo>
                  <a:lnTo>
                    <a:pt x="16940" y="36636"/>
                  </a:lnTo>
                  <a:lnTo>
                    <a:pt x="10367" y="33718"/>
                  </a:lnTo>
                  <a:lnTo>
                    <a:pt x="4914" y="27259"/>
                  </a:lnTo>
                  <a:lnTo>
                    <a:pt x="4185" y="20724"/>
                  </a:lnTo>
                  <a:lnTo>
                    <a:pt x="0" y="16279"/>
                  </a:lnTo>
                  <a:lnTo>
                    <a:pt x="275" y="7708"/>
                  </a:lnTo>
                  <a:lnTo>
                    <a:pt x="1515" y="9511"/>
                  </a:lnTo>
                  <a:lnTo>
                    <a:pt x="2193" y="7936"/>
                  </a:lnTo>
                  <a:lnTo>
                    <a:pt x="509" y="1664"/>
                  </a:lnTo>
                  <a:lnTo>
                    <a:pt x="3270" y="0"/>
                  </a:lnTo>
                  <a:lnTo>
                    <a:pt x="4868" y="104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1" name="ph7821"/>
            <p:cNvSpPr/>
            <p:nvPr/>
          </p:nvSpPr>
          <p:spPr>
            <a:xfrm>
              <a:off x="11209269" y="3283380"/>
              <a:ext cx="18059" cy="12733"/>
            </a:xfrm>
            <a:custGeom>
              <a:avLst/>
              <a:pathLst>
                <a:path w="18059" h="12733">
                  <a:moveTo>
                    <a:pt x="5860" y="1536"/>
                  </a:moveTo>
                  <a:lnTo>
                    <a:pt x="6726" y="4399"/>
                  </a:lnTo>
                  <a:lnTo>
                    <a:pt x="10623" y="5000"/>
                  </a:lnTo>
                  <a:lnTo>
                    <a:pt x="10734" y="1996"/>
                  </a:lnTo>
                  <a:lnTo>
                    <a:pt x="12099" y="411"/>
                  </a:lnTo>
                  <a:lnTo>
                    <a:pt x="16920" y="5940"/>
                  </a:lnTo>
                  <a:lnTo>
                    <a:pt x="16939" y="10050"/>
                  </a:lnTo>
                  <a:lnTo>
                    <a:pt x="18059" y="11079"/>
                  </a:lnTo>
                  <a:lnTo>
                    <a:pt x="13520" y="12733"/>
                  </a:lnTo>
                  <a:lnTo>
                    <a:pt x="9900" y="11726"/>
                  </a:lnTo>
                  <a:lnTo>
                    <a:pt x="9016" y="10035"/>
                  </a:lnTo>
                  <a:lnTo>
                    <a:pt x="6337" y="8689"/>
                  </a:lnTo>
                  <a:lnTo>
                    <a:pt x="4331" y="9451"/>
                  </a:lnTo>
                  <a:lnTo>
                    <a:pt x="988" y="7484"/>
                  </a:lnTo>
                  <a:lnTo>
                    <a:pt x="0" y="7034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2" name="ph7822"/>
            <p:cNvSpPr/>
            <p:nvPr/>
          </p:nvSpPr>
          <p:spPr>
            <a:xfrm>
              <a:off x="11037230" y="3314024"/>
              <a:ext cx="13885" cy="19739"/>
            </a:xfrm>
            <a:custGeom>
              <a:avLst/>
              <a:pathLst>
                <a:path w="13885" h="19739">
                  <a:moveTo>
                    <a:pt x="7400" y="3971"/>
                  </a:moveTo>
                  <a:lnTo>
                    <a:pt x="10596" y="4291"/>
                  </a:lnTo>
                  <a:lnTo>
                    <a:pt x="13058" y="3540"/>
                  </a:lnTo>
                  <a:lnTo>
                    <a:pt x="13885" y="8317"/>
                  </a:lnTo>
                  <a:lnTo>
                    <a:pt x="12313" y="13614"/>
                  </a:lnTo>
                  <a:lnTo>
                    <a:pt x="11993" y="19739"/>
                  </a:lnTo>
                  <a:lnTo>
                    <a:pt x="0" y="18155"/>
                  </a:lnTo>
                  <a:lnTo>
                    <a:pt x="1052" y="17888"/>
                  </a:lnTo>
                  <a:lnTo>
                    <a:pt x="3394" y="5266"/>
                  </a:lnTo>
                  <a:lnTo>
                    <a:pt x="714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3" name="ph7823"/>
            <p:cNvSpPr/>
            <p:nvPr/>
          </p:nvSpPr>
          <p:spPr>
            <a:xfrm>
              <a:off x="11231668" y="3272589"/>
              <a:ext cx="4243" cy="2913"/>
            </a:xfrm>
            <a:custGeom>
              <a:avLst/>
              <a:pathLst>
                <a:path w="4243" h="2913">
                  <a:moveTo>
                    <a:pt x="4243" y="111"/>
                  </a:moveTo>
                  <a:lnTo>
                    <a:pt x="1486" y="2853"/>
                  </a:lnTo>
                  <a:lnTo>
                    <a:pt x="0" y="2913"/>
                  </a:lnTo>
                  <a:lnTo>
                    <a:pt x="59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4" name="ph7824"/>
            <p:cNvSpPr/>
            <p:nvPr/>
          </p:nvSpPr>
          <p:spPr>
            <a:xfrm>
              <a:off x="11074616" y="3154827"/>
              <a:ext cx="22790" cy="15832"/>
            </a:xfrm>
            <a:custGeom>
              <a:avLst/>
              <a:pathLst>
                <a:path w="22790" h="15832">
                  <a:moveTo>
                    <a:pt x="5520" y="880"/>
                  </a:moveTo>
                  <a:lnTo>
                    <a:pt x="5000" y="2153"/>
                  </a:lnTo>
                  <a:lnTo>
                    <a:pt x="6312" y="2522"/>
                  </a:lnTo>
                  <a:lnTo>
                    <a:pt x="13864" y="1436"/>
                  </a:lnTo>
                  <a:lnTo>
                    <a:pt x="16773" y="5610"/>
                  </a:lnTo>
                  <a:lnTo>
                    <a:pt x="19945" y="5869"/>
                  </a:lnTo>
                  <a:lnTo>
                    <a:pt x="21328" y="4662"/>
                  </a:lnTo>
                  <a:lnTo>
                    <a:pt x="22790" y="5216"/>
                  </a:lnTo>
                  <a:lnTo>
                    <a:pt x="20348" y="7638"/>
                  </a:lnTo>
                  <a:lnTo>
                    <a:pt x="15351" y="10644"/>
                  </a:lnTo>
                  <a:lnTo>
                    <a:pt x="16336" y="15077"/>
                  </a:lnTo>
                  <a:lnTo>
                    <a:pt x="14333" y="15832"/>
                  </a:lnTo>
                  <a:lnTo>
                    <a:pt x="14157" y="13782"/>
                  </a:lnTo>
                  <a:lnTo>
                    <a:pt x="9905" y="12377"/>
                  </a:lnTo>
                  <a:lnTo>
                    <a:pt x="5219" y="12430"/>
                  </a:lnTo>
                  <a:lnTo>
                    <a:pt x="3142" y="13488"/>
                  </a:lnTo>
                  <a:lnTo>
                    <a:pt x="2922" y="14420"/>
                  </a:lnTo>
                  <a:lnTo>
                    <a:pt x="0" y="12145"/>
                  </a:lnTo>
                  <a:lnTo>
                    <a:pt x="1988" y="3263"/>
                  </a:lnTo>
                  <a:lnTo>
                    <a:pt x="2768" y="566"/>
                  </a:lnTo>
                  <a:lnTo>
                    <a:pt x="429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5" name="ph7825"/>
            <p:cNvSpPr/>
            <p:nvPr/>
          </p:nvSpPr>
          <p:spPr>
            <a:xfrm>
              <a:off x="11201838" y="3129050"/>
              <a:ext cx="28966" cy="13565"/>
            </a:xfrm>
            <a:custGeom>
              <a:avLst/>
              <a:pathLst>
                <a:path w="28966" h="13565">
                  <a:moveTo>
                    <a:pt x="12899" y="560"/>
                  </a:moveTo>
                  <a:lnTo>
                    <a:pt x="17901" y="4145"/>
                  </a:lnTo>
                  <a:lnTo>
                    <a:pt x="18249" y="5650"/>
                  </a:lnTo>
                  <a:lnTo>
                    <a:pt x="21176" y="7582"/>
                  </a:lnTo>
                  <a:lnTo>
                    <a:pt x="27335" y="6381"/>
                  </a:lnTo>
                  <a:lnTo>
                    <a:pt x="28966" y="9033"/>
                  </a:lnTo>
                  <a:lnTo>
                    <a:pt x="27956" y="9892"/>
                  </a:lnTo>
                  <a:lnTo>
                    <a:pt x="26814" y="8929"/>
                  </a:lnTo>
                  <a:lnTo>
                    <a:pt x="21719" y="7892"/>
                  </a:lnTo>
                  <a:lnTo>
                    <a:pt x="16654" y="11122"/>
                  </a:lnTo>
                  <a:lnTo>
                    <a:pt x="15816" y="12478"/>
                  </a:lnTo>
                  <a:lnTo>
                    <a:pt x="12329" y="11291"/>
                  </a:lnTo>
                  <a:lnTo>
                    <a:pt x="9990" y="12573"/>
                  </a:lnTo>
                  <a:lnTo>
                    <a:pt x="3750" y="12050"/>
                  </a:lnTo>
                  <a:lnTo>
                    <a:pt x="1702" y="13565"/>
                  </a:lnTo>
                  <a:lnTo>
                    <a:pt x="567" y="11777"/>
                  </a:lnTo>
                  <a:lnTo>
                    <a:pt x="0" y="7305"/>
                  </a:lnTo>
                  <a:lnTo>
                    <a:pt x="2378" y="2925"/>
                  </a:lnTo>
                  <a:lnTo>
                    <a:pt x="7145" y="2649"/>
                  </a:lnTo>
                  <a:lnTo>
                    <a:pt x="950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6" name="ph7826"/>
            <p:cNvSpPr/>
            <p:nvPr/>
          </p:nvSpPr>
          <p:spPr>
            <a:xfrm>
              <a:off x="11096397" y="3098064"/>
              <a:ext cx="15179" cy="17679"/>
            </a:xfrm>
            <a:custGeom>
              <a:avLst/>
              <a:pathLst>
                <a:path w="15179" h="17679">
                  <a:moveTo>
                    <a:pt x="13193" y="913"/>
                  </a:moveTo>
                  <a:lnTo>
                    <a:pt x="15179" y="5167"/>
                  </a:lnTo>
                  <a:lnTo>
                    <a:pt x="13491" y="7852"/>
                  </a:lnTo>
                  <a:lnTo>
                    <a:pt x="10962" y="9285"/>
                  </a:lnTo>
                  <a:lnTo>
                    <a:pt x="11207" y="9837"/>
                  </a:lnTo>
                  <a:lnTo>
                    <a:pt x="9917" y="9872"/>
                  </a:lnTo>
                  <a:lnTo>
                    <a:pt x="8671" y="11027"/>
                  </a:lnTo>
                  <a:lnTo>
                    <a:pt x="11036" y="14204"/>
                  </a:lnTo>
                  <a:lnTo>
                    <a:pt x="10539" y="16929"/>
                  </a:lnTo>
                  <a:lnTo>
                    <a:pt x="7419" y="17679"/>
                  </a:lnTo>
                  <a:lnTo>
                    <a:pt x="5580" y="16039"/>
                  </a:lnTo>
                  <a:lnTo>
                    <a:pt x="4409" y="13591"/>
                  </a:lnTo>
                  <a:lnTo>
                    <a:pt x="2894" y="13205"/>
                  </a:lnTo>
                  <a:lnTo>
                    <a:pt x="542" y="13831"/>
                  </a:lnTo>
                  <a:lnTo>
                    <a:pt x="0" y="8443"/>
                  </a:lnTo>
                  <a:lnTo>
                    <a:pt x="2710" y="5588"/>
                  </a:lnTo>
                  <a:lnTo>
                    <a:pt x="8607" y="5192"/>
                  </a:lnTo>
                  <a:lnTo>
                    <a:pt x="10290" y="3225"/>
                  </a:lnTo>
                  <a:lnTo>
                    <a:pt x="1037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7" name="ph7827"/>
            <p:cNvSpPr/>
            <p:nvPr/>
          </p:nvSpPr>
          <p:spPr>
            <a:xfrm>
              <a:off x="11204978" y="3118378"/>
              <a:ext cx="13321" cy="11233"/>
            </a:xfrm>
            <a:custGeom>
              <a:avLst/>
              <a:pathLst>
                <a:path w="13321" h="11233">
                  <a:moveTo>
                    <a:pt x="13321" y="7719"/>
                  </a:moveTo>
                  <a:lnTo>
                    <a:pt x="9760" y="11233"/>
                  </a:lnTo>
                  <a:lnTo>
                    <a:pt x="6362" y="10672"/>
                  </a:lnTo>
                  <a:lnTo>
                    <a:pt x="3500" y="10113"/>
                  </a:lnTo>
                  <a:lnTo>
                    <a:pt x="681" y="7177"/>
                  </a:lnTo>
                  <a:lnTo>
                    <a:pt x="0" y="5332"/>
                  </a:lnTo>
                  <a:lnTo>
                    <a:pt x="5139" y="878"/>
                  </a:lnTo>
                  <a:lnTo>
                    <a:pt x="929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8" name="ph7828"/>
            <p:cNvSpPr/>
            <p:nvPr/>
          </p:nvSpPr>
          <p:spPr>
            <a:xfrm>
              <a:off x="11522993" y="3308313"/>
              <a:ext cx="5239" cy="8375"/>
            </a:xfrm>
            <a:custGeom>
              <a:avLst/>
              <a:pathLst>
                <a:path w="5239" h="8375">
                  <a:moveTo>
                    <a:pt x="5239" y="607"/>
                  </a:moveTo>
                  <a:lnTo>
                    <a:pt x="3441" y="8375"/>
                  </a:lnTo>
                  <a:lnTo>
                    <a:pt x="0" y="8101"/>
                  </a:lnTo>
                  <a:lnTo>
                    <a:pt x="1386" y="1731"/>
                  </a:lnTo>
                  <a:lnTo>
                    <a:pt x="4445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9" name="ph7829"/>
            <p:cNvSpPr/>
            <p:nvPr/>
          </p:nvSpPr>
          <p:spPr>
            <a:xfrm>
              <a:off x="11126665" y="3234191"/>
              <a:ext cx="19909" cy="17086"/>
            </a:xfrm>
            <a:custGeom>
              <a:avLst/>
              <a:pathLst>
                <a:path w="19909" h="17086">
                  <a:moveTo>
                    <a:pt x="12317" y="6054"/>
                  </a:moveTo>
                  <a:lnTo>
                    <a:pt x="13551" y="10619"/>
                  </a:lnTo>
                  <a:lnTo>
                    <a:pt x="14454" y="10139"/>
                  </a:lnTo>
                  <a:lnTo>
                    <a:pt x="17656" y="11195"/>
                  </a:lnTo>
                  <a:lnTo>
                    <a:pt x="19909" y="15391"/>
                  </a:lnTo>
                  <a:lnTo>
                    <a:pt x="14530" y="15664"/>
                  </a:lnTo>
                  <a:lnTo>
                    <a:pt x="10845" y="17086"/>
                  </a:lnTo>
                  <a:lnTo>
                    <a:pt x="9051" y="13861"/>
                  </a:lnTo>
                  <a:lnTo>
                    <a:pt x="6786" y="13389"/>
                  </a:lnTo>
                  <a:lnTo>
                    <a:pt x="0" y="16085"/>
                  </a:lnTo>
                  <a:lnTo>
                    <a:pt x="99" y="12640"/>
                  </a:lnTo>
                  <a:lnTo>
                    <a:pt x="654" y="9919"/>
                  </a:lnTo>
                  <a:lnTo>
                    <a:pt x="2470" y="8616"/>
                  </a:lnTo>
                  <a:lnTo>
                    <a:pt x="5051" y="2017"/>
                  </a:lnTo>
                  <a:lnTo>
                    <a:pt x="783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0" name="ph7830"/>
            <p:cNvSpPr/>
            <p:nvPr/>
          </p:nvSpPr>
          <p:spPr>
            <a:xfrm>
              <a:off x="11205838" y="3091616"/>
              <a:ext cx="6527" cy="10712"/>
            </a:xfrm>
            <a:custGeom>
              <a:avLst/>
              <a:pathLst>
                <a:path w="6527" h="10712">
                  <a:moveTo>
                    <a:pt x="5158" y="41"/>
                  </a:moveTo>
                  <a:lnTo>
                    <a:pt x="6527" y="4370"/>
                  </a:lnTo>
                  <a:lnTo>
                    <a:pt x="5996" y="6800"/>
                  </a:lnTo>
                  <a:lnTo>
                    <a:pt x="6495" y="7371"/>
                  </a:lnTo>
                  <a:lnTo>
                    <a:pt x="5780" y="10712"/>
                  </a:lnTo>
                  <a:lnTo>
                    <a:pt x="5351" y="10535"/>
                  </a:lnTo>
                  <a:lnTo>
                    <a:pt x="199" y="8540"/>
                  </a:lnTo>
                  <a:lnTo>
                    <a:pt x="0" y="5672"/>
                  </a:lnTo>
                  <a:lnTo>
                    <a:pt x="376" y="4630"/>
                  </a:lnTo>
                  <a:lnTo>
                    <a:pt x="4163" y="2210"/>
                  </a:lnTo>
                  <a:lnTo>
                    <a:pt x="390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1" name="ph7831"/>
            <p:cNvSpPr/>
            <p:nvPr/>
          </p:nvSpPr>
          <p:spPr>
            <a:xfrm>
              <a:off x="11062679" y="3127233"/>
              <a:ext cx="10166" cy="11328"/>
            </a:xfrm>
            <a:custGeom>
              <a:avLst/>
              <a:pathLst>
                <a:path w="10166" h="11328">
                  <a:moveTo>
                    <a:pt x="6258" y="2888"/>
                  </a:moveTo>
                  <a:lnTo>
                    <a:pt x="7943" y="7154"/>
                  </a:lnTo>
                  <a:lnTo>
                    <a:pt x="9759" y="8126"/>
                  </a:lnTo>
                  <a:lnTo>
                    <a:pt x="10166" y="9266"/>
                  </a:lnTo>
                  <a:lnTo>
                    <a:pt x="7626" y="10494"/>
                  </a:lnTo>
                  <a:lnTo>
                    <a:pt x="6070" y="11328"/>
                  </a:lnTo>
                  <a:lnTo>
                    <a:pt x="2002" y="10047"/>
                  </a:lnTo>
                  <a:lnTo>
                    <a:pt x="1254" y="9072"/>
                  </a:lnTo>
                  <a:lnTo>
                    <a:pt x="1256" y="7119"/>
                  </a:lnTo>
                  <a:lnTo>
                    <a:pt x="776" y="6705"/>
                  </a:lnTo>
                  <a:lnTo>
                    <a:pt x="0" y="7506"/>
                  </a:lnTo>
                  <a:lnTo>
                    <a:pt x="1310" y="1675"/>
                  </a:lnTo>
                  <a:lnTo>
                    <a:pt x="3936" y="399"/>
                  </a:lnTo>
                  <a:lnTo>
                    <a:pt x="614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2" name="ph7832"/>
            <p:cNvSpPr/>
            <p:nvPr/>
          </p:nvSpPr>
          <p:spPr>
            <a:xfrm>
              <a:off x="11363568" y="3300475"/>
              <a:ext cx="51256" cy="56934"/>
            </a:xfrm>
            <a:custGeom>
              <a:avLst/>
              <a:pathLst>
                <a:path w="51256" h="56934">
                  <a:moveTo>
                    <a:pt x="48755" y="18695"/>
                  </a:moveTo>
                  <a:lnTo>
                    <a:pt x="50444" y="19215"/>
                  </a:lnTo>
                  <a:lnTo>
                    <a:pt x="51256" y="20853"/>
                  </a:lnTo>
                  <a:lnTo>
                    <a:pt x="51085" y="21702"/>
                  </a:lnTo>
                  <a:lnTo>
                    <a:pt x="49513" y="21784"/>
                  </a:lnTo>
                  <a:lnTo>
                    <a:pt x="48111" y="19270"/>
                  </a:lnTo>
                  <a:lnTo>
                    <a:pt x="39007" y="26720"/>
                  </a:lnTo>
                  <a:lnTo>
                    <a:pt x="37204" y="26711"/>
                  </a:lnTo>
                  <a:lnTo>
                    <a:pt x="38712" y="37531"/>
                  </a:lnTo>
                  <a:lnTo>
                    <a:pt x="39194" y="38419"/>
                  </a:lnTo>
                  <a:lnTo>
                    <a:pt x="38015" y="39248"/>
                  </a:lnTo>
                  <a:lnTo>
                    <a:pt x="30321" y="42369"/>
                  </a:lnTo>
                  <a:lnTo>
                    <a:pt x="27794" y="46343"/>
                  </a:lnTo>
                  <a:lnTo>
                    <a:pt x="29077" y="49361"/>
                  </a:lnTo>
                  <a:lnTo>
                    <a:pt x="22716" y="52169"/>
                  </a:lnTo>
                  <a:lnTo>
                    <a:pt x="21481" y="55052"/>
                  </a:lnTo>
                  <a:lnTo>
                    <a:pt x="15657" y="55380"/>
                  </a:lnTo>
                  <a:lnTo>
                    <a:pt x="12541" y="56934"/>
                  </a:lnTo>
                  <a:lnTo>
                    <a:pt x="9394" y="45180"/>
                  </a:lnTo>
                  <a:lnTo>
                    <a:pt x="4260" y="41523"/>
                  </a:lnTo>
                  <a:lnTo>
                    <a:pt x="4663" y="39684"/>
                  </a:lnTo>
                  <a:lnTo>
                    <a:pt x="3440" y="35905"/>
                  </a:lnTo>
                  <a:lnTo>
                    <a:pt x="1749" y="36062"/>
                  </a:lnTo>
                  <a:lnTo>
                    <a:pt x="0" y="37275"/>
                  </a:lnTo>
                  <a:lnTo>
                    <a:pt x="576" y="35352"/>
                  </a:lnTo>
                  <a:lnTo>
                    <a:pt x="5953" y="32508"/>
                  </a:lnTo>
                  <a:lnTo>
                    <a:pt x="10008" y="34545"/>
                  </a:lnTo>
                  <a:lnTo>
                    <a:pt x="11680" y="36784"/>
                  </a:lnTo>
                  <a:lnTo>
                    <a:pt x="12445" y="33400"/>
                  </a:lnTo>
                  <a:lnTo>
                    <a:pt x="11908" y="32744"/>
                  </a:lnTo>
                  <a:lnTo>
                    <a:pt x="13931" y="23393"/>
                  </a:lnTo>
                  <a:lnTo>
                    <a:pt x="15761" y="19596"/>
                  </a:lnTo>
                  <a:lnTo>
                    <a:pt x="15497" y="18256"/>
                  </a:lnTo>
                  <a:lnTo>
                    <a:pt x="12138" y="14800"/>
                  </a:lnTo>
                  <a:lnTo>
                    <a:pt x="9378" y="11265"/>
                  </a:lnTo>
                  <a:lnTo>
                    <a:pt x="16539" y="8721"/>
                  </a:lnTo>
                  <a:lnTo>
                    <a:pt x="29050" y="795"/>
                  </a:lnTo>
                  <a:lnTo>
                    <a:pt x="37248" y="8483"/>
                  </a:lnTo>
                  <a:lnTo>
                    <a:pt x="40126" y="9514"/>
                  </a:lnTo>
                  <a:lnTo>
                    <a:pt x="44442" y="4190"/>
                  </a:lnTo>
                  <a:lnTo>
                    <a:pt x="46030" y="0"/>
                  </a:lnTo>
                  <a:lnTo>
                    <a:pt x="46144" y="279"/>
                  </a:lnTo>
                  <a:lnTo>
                    <a:pt x="46773" y="2035"/>
                  </a:lnTo>
                  <a:lnTo>
                    <a:pt x="45126" y="12628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3" name="ph7833"/>
            <p:cNvSpPr/>
            <p:nvPr/>
          </p:nvSpPr>
          <p:spPr>
            <a:xfrm>
              <a:off x="11370207" y="3241370"/>
              <a:ext cx="7872" cy="6217"/>
            </a:xfrm>
            <a:custGeom>
              <a:avLst/>
              <a:pathLst>
                <a:path w="7872" h="6217">
                  <a:moveTo>
                    <a:pt x="6161" y="6217"/>
                  </a:moveTo>
                  <a:lnTo>
                    <a:pt x="4887" y="5090"/>
                  </a:lnTo>
                  <a:lnTo>
                    <a:pt x="2721" y="6100"/>
                  </a:lnTo>
                  <a:lnTo>
                    <a:pt x="159" y="5618"/>
                  </a:lnTo>
                  <a:lnTo>
                    <a:pt x="0" y="4264"/>
                  </a:lnTo>
                  <a:lnTo>
                    <a:pt x="2884" y="2809"/>
                  </a:lnTo>
                  <a:lnTo>
                    <a:pt x="1939" y="488"/>
                  </a:lnTo>
                  <a:lnTo>
                    <a:pt x="3884" y="1413"/>
                  </a:lnTo>
                  <a:lnTo>
                    <a:pt x="5291" y="0"/>
                  </a:lnTo>
                  <a:lnTo>
                    <a:pt x="7872" y="1674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4" name="ph7834"/>
            <p:cNvSpPr/>
            <p:nvPr/>
          </p:nvSpPr>
          <p:spPr>
            <a:xfrm>
              <a:off x="11156553" y="3277156"/>
              <a:ext cx="26735" cy="26615"/>
            </a:xfrm>
            <a:custGeom>
              <a:avLst/>
              <a:pathLst>
                <a:path w="26735" h="26615">
                  <a:moveTo>
                    <a:pt x="22016" y="3359"/>
                  </a:moveTo>
                  <a:lnTo>
                    <a:pt x="21402" y="4903"/>
                  </a:lnTo>
                  <a:lnTo>
                    <a:pt x="21705" y="6203"/>
                  </a:lnTo>
                  <a:lnTo>
                    <a:pt x="26735" y="12755"/>
                  </a:lnTo>
                  <a:lnTo>
                    <a:pt x="24232" y="11971"/>
                  </a:lnTo>
                  <a:lnTo>
                    <a:pt x="21715" y="12827"/>
                  </a:lnTo>
                  <a:lnTo>
                    <a:pt x="20014" y="14558"/>
                  </a:lnTo>
                  <a:lnTo>
                    <a:pt x="18953" y="19206"/>
                  </a:lnTo>
                  <a:lnTo>
                    <a:pt x="15026" y="23234"/>
                  </a:lnTo>
                  <a:lnTo>
                    <a:pt x="11961" y="23386"/>
                  </a:lnTo>
                  <a:lnTo>
                    <a:pt x="12135" y="24633"/>
                  </a:lnTo>
                  <a:lnTo>
                    <a:pt x="8603" y="26615"/>
                  </a:lnTo>
                  <a:lnTo>
                    <a:pt x="5165" y="20679"/>
                  </a:lnTo>
                  <a:lnTo>
                    <a:pt x="1134" y="17316"/>
                  </a:lnTo>
                  <a:lnTo>
                    <a:pt x="0" y="15131"/>
                  </a:lnTo>
                  <a:lnTo>
                    <a:pt x="5742" y="10235"/>
                  </a:lnTo>
                  <a:lnTo>
                    <a:pt x="10782" y="11514"/>
                  </a:lnTo>
                  <a:lnTo>
                    <a:pt x="13240" y="10200"/>
                  </a:lnTo>
                  <a:lnTo>
                    <a:pt x="14908" y="7452"/>
                  </a:lnTo>
                  <a:lnTo>
                    <a:pt x="16167" y="6958"/>
                  </a:lnTo>
                  <a:lnTo>
                    <a:pt x="18570" y="6727"/>
                  </a:lnTo>
                  <a:lnTo>
                    <a:pt x="20452" y="3550"/>
                  </a:lnTo>
                  <a:lnTo>
                    <a:pt x="21045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5" name="ph7835"/>
            <p:cNvSpPr/>
            <p:nvPr/>
          </p:nvSpPr>
          <p:spPr>
            <a:xfrm>
              <a:off x="11219899" y="3217777"/>
              <a:ext cx="3844" cy="2609"/>
            </a:xfrm>
            <a:custGeom>
              <a:avLst/>
              <a:pathLst>
                <a:path w="3844" h="2609">
                  <a:moveTo>
                    <a:pt x="3844" y="298"/>
                  </a:moveTo>
                  <a:lnTo>
                    <a:pt x="2037" y="2609"/>
                  </a:lnTo>
                  <a:lnTo>
                    <a:pt x="116" y="1040"/>
                  </a:lnTo>
                  <a:lnTo>
                    <a:pt x="0" y="88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6" name="ph7836"/>
            <p:cNvSpPr/>
            <p:nvPr/>
          </p:nvSpPr>
          <p:spPr>
            <a:xfrm>
              <a:off x="11128435" y="3207223"/>
              <a:ext cx="13830" cy="14395"/>
            </a:xfrm>
            <a:custGeom>
              <a:avLst/>
              <a:pathLst>
                <a:path w="13830" h="14395">
                  <a:moveTo>
                    <a:pt x="13227" y="2739"/>
                  </a:moveTo>
                  <a:lnTo>
                    <a:pt x="13830" y="6972"/>
                  </a:lnTo>
                  <a:lnTo>
                    <a:pt x="11400" y="6529"/>
                  </a:lnTo>
                  <a:lnTo>
                    <a:pt x="4571" y="12623"/>
                  </a:lnTo>
                  <a:lnTo>
                    <a:pt x="4065" y="14395"/>
                  </a:lnTo>
                  <a:lnTo>
                    <a:pt x="0" y="8923"/>
                  </a:lnTo>
                  <a:lnTo>
                    <a:pt x="200" y="5249"/>
                  </a:lnTo>
                  <a:lnTo>
                    <a:pt x="5714" y="3550"/>
                  </a:lnTo>
                  <a:lnTo>
                    <a:pt x="6968" y="2394"/>
                  </a:lnTo>
                  <a:lnTo>
                    <a:pt x="7536" y="85"/>
                  </a:lnTo>
                  <a:lnTo>
                    <a:pt x="823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7" name="ph7837"/>
            <p:cNvSpPr/>
            <p:nvPr/>
          </p:nvSpPr>
          <p:spPr>
            <a:xfrm>
              <a:off x="11254281" y="3199045"/>
              <a:ext cx="1940" cy="3441"/>
            </a:xfrm>
            <a:custGeom>
              <a:avLst/>
              <a:pathLst>
                <a:path w="1940" h="3441">
                  <a:moveTo>
                    <a:pt x="1912" y="3441"/>
                  </a:moveTo>
                  <a:lnTo>
                    <a:pt x="1402" y="2885"/>
                  </a:lnTo>
                  <a:lnTo>
                    <a:pt x="0" y="2414"/>
                  </a:lnTo>
                  <a:lnTo>
                    <a:pt x="194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8" name="ph7838"/>
            <p:cNvSpPr/>
            <p:nvPr/>
          </p:nvSpPr>
          <p:spPr>
            <a:xfrm>
              <a:off x="11247260" y="3246484"/>
              <a:ext cx="8370" cy="10597"/>
            </a:xfrm>
            <a:custGeom>
              <a:avLst/>
              <a:pathLst>
                <a:path w="8370" h="10597">
                  <a:moveTo>
                    <a:pt x="4882" y="277"/>
                  </a:moveTo>
                  <a:lnTo>
                    <a:pt x="5268" y="4832"/>
                  </a:lnTo>
                  <a:lnTo>
                    <a:pt x="7648" y="7312"/>
                  </a:lnTo>
                  <a:lnTo>
                    <a:pt x="8370" y="7674"/>
                  </a:lnTo>
                  <a:lnTo>
                    <a:pt x="6679" y="9664"/>
                  </a:lnTo>
                  <a:lnTo>
                    <a:pt x="4077" y="10597"/>
                  </a:lnTo>
                  <a:lnTo>
                    <a:pt x="0" y="1993"/>
                  </a:lnTo>
                  <a:lnTo>
                    <a:pt x="832" y="374"/>
                  </a:lnTo>
                  <a:lnTo>
                    <a:pt x="241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9" name="ph7839"/>
            <p:cNvSpPr/>
            <p:nvPr/>
          </p:nvSpPr>
          <p:spPr>
            <a:xfrm>
              <a:off x="11144072" y="3184583"/>
              <a:ext cx="8583" cy="14787"/>
            </a:xfrm>
            <a:custGeom>
              <a:avLst/>
              <a:pathLst>
                <a:path w="8583" h="14787">
                  <a:moveTo>
                    <a:pt x="6036" y="0"/>
                  </a:moveTo>
                  <a:lnTo>
                    <a:pt x="7972" y="1525"/>
                  </a:lnTo>
                  <a:lnTo>
                    <a:pt x="7768" y="2110"/>
                  </a:lnTo>
                  <a:lnTo>
                    <a:pt x="7124" y="4053"/>
                  </a:lnTo>
                  <a:lnTo>
                    <a:pt x="7447" y="7104"/>
                  </a:lnTo>
                  <a:lnTo>
                    <a:pt x="8583" y="9423"/>
                  </a:lnTo>
                  <a:lnTo>
                    <a:pt x="4717" y="11312"/>
                  </a:lnTo>
                  <a:lnTo>
                    <a:pt x="3187" y="14787"/>
                  </a:lnTo>
                  <a:lnTo>
                    <a:pt x="531" y="9865"/>
                  </a:lnTo>
                  <a:lnTo>
                    <a:pt x="433" y="6588"/>
                  </a:lnTo>
                  <a:lnTo>
                    <a:pt x="0" y="4068"/>
                  </a:lnTo>
                  <a:lnTo>
                    <a:pt x="558" y="794"/>
                  </a:lnTo>
                  <a:lnTo>
                    <a:pt x="2468" y="13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0" name="ph7840"/>
            <p:cNvSpPr/>
            <p:nvPr/>
          </p:nvSpPr>
          <p:spPr>
            <a:xfrm>
              <a:off x="11138054" y="3143153"/>
              <a:ext cx="7004" cy="5824"/>
            </a:xfrm>
            <a:custGeom>
              <a:avLst/>
              <a:pathLst>
                <a:path w="7004" h="5824">
                  <a:moveTo>
                    <a:pt x="4649" y="468"/>
                  </a:moveTo>
                  <a:lnTo>
                    <a:pt x="7004" y="243"/>
                  </a:lnTo>
                  <a:lnTo>
                    <a:pt x="6177" y="4494"/>
                  </a:lnTo>
                  <a:lnTo>
                    <a:pt x="3693" y="5824"/>
                  </a:lnTo>
                  <a:lnTo>
                    <a:pt x="0" y="4078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1" name="ph7841"/>
            <p:cNvSpPr/>
            <p:nvPr/>
          </p:nvSpPr>
          <p:spPr>
            <a:xfrm>
              <a:off x="11072046" y="3245606"/>
              <a:ext cx="22935" cy="16094"/>
            </a:xfrm>
            <a:custGeom>
              <a:avLst/>
              <a:pathLst>
                <a:path w="22935" h="16094">
                  <a:moveTo>
                    <a:pt x="17069" y="1787"/>
                  </a:moveTo>
                  <a:lnTo>
                    <a:pt x="20867" y="9562"/>
                  </a:lnTo>
                  <a:lnTo>
                    <a:pt x="22935" y="11202"/>
                  </a:lnTo>
                  <a:lnTo>
                    <a:pt x="22535" y="16094"/>
                  </a:lnTo>
                  <a:lnTo>
                    <a:pt x="12596" y="12056"/>
                  </a:lnTo>
                  <a:lnTo>
                    <a:pt x="11266" y="12736"/>
                  </a:lnTo>
                  <a:lnTo>
                    <a:pt x="3754" y="12394"/>
                  </a:lnTo>
                  <a:lnTo>
                    <a:pt x="3346" y="10278"/>
                  </a:lnTo>
                  <a:lnTo>
                    <a:pt x="0" y="3656"/>
                  </a:lnTo>
                  <a:lnTo>
                    <a:pt x="1594" y="2414"/>
                  </a:lnTo>
                  <a:lnTo>
                    <a:pt x="1061" y="3453"/>
                  </a:lnTo>
                  <a:lnTo>
                    <a:pt x="134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2" name="ph7842"/>
            <p:cNvSpPr/>
            <p:nvPr/>
          </p:nvSpPr>
          <p:spPr>
            <a:xfrm>
              <a:off x="11216131" y="3106363"/>
              <a:ext cx="9763" cy="10912"/>
            </a:xfrm>
            <a:custGeom>
              <a:avLst/>
              <a:pathLst>
                <a:path w="9763" h="10912">
                  <a:moveTo>
                    <a:pt x="3637" y="0"/>
                  </a:moveTo>
                  <a:lnTo>
                    <a:pt x="9763" y="4867"/>
                  </a:lnTo>
                  <a:lnTo>
                    <a:pt x="6314" y="7076"/>
                  </a:lnTo>
                  <a:lnTo>
                    <a:pt x="4548" y="6736"/>
                  </a:lnTo>
                  <a:lnTo>
                    <a:pt x="3193" y="10912"/>
                  </a:lnTo>
                  <a:lnTo>
                    <a:pt x="666" y="10065"/>
                  </a:lnTo>
                  <a:lnTo>
                    <a:pt x="0" y="6737"/>
                  </a:lnTo>
                  <a:lnTo>
                    <a:pt x="593" y="3058"/>
                  </a:lnTo>
                  <a:lnTo>
                    <a:pt x="996" y="1007"/>
                  </a:lnTo>
                  <a:lnTo>
                    <a:pt x="2683" y="32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3" name="ph7843"/>
            <p:cNvSpPr/>
            <p:nvPr/>
          </p:nvSpPr>
          <p:spPr>
            <a:xfrm>
              <a:off x="11209567" y="3092299"/>
              <a:ext cx="16327" cy="20802"/>
            </a:xfrm>
            <a:custGeom>
              <a:avLst/>
              <a:pathLst>
                <a:path w="16327" h="20802">
                  <a:moveTo>
                    <a:pt x="13053" y="143"/>
                  </a:moveTo>
                  <a:lnTo>
                    <a:pt x="13148" y="730"/>
                  </a:lnTo>
                  <a:lnTo>
                    <a:pt x="14120" y="11994"/>
                  </a:lnTo>
                  <a:lnTo>
                    <a:pt x="14773" y="12283"/>
                  </a:lnTo>
                  <a:lnTo>
                    <a:pt x="16327" y="18931"/>
                  </a:lnTo>
                  <a:lnTo>
                    <a:pt x="10200" y="14064"/>
                  </a:lnTo>
                  <a:lnTo>
                    <a:pt x="9247" y="14392"/>
                  </a:lnTo>
                  <a:lnTo>
                    <a:pt x="4174" y="16253"/>
                  </a:lnTo>
                  <a:lnTo>
                    <a:pt x="7157" y="17123"/>
                  </a:lnTo>
                  <a:lnTo>
                    <a:pt x="6563" y="20802"/>
                  </a:lnTo>
                  <a:lnTo>
                    <a:pt x="0" y="16780"/>
                  </a:lnTo>
                  <a:lnTo>
                    <a:pt x="1237" y="12825"/>
                  </a:lnTo>
                  <a:lnTo>
                    <a:pt x="2050" y="10030"/>
                  </a:lnTo>
                  <a:lnTo>
                    <a:pt x="2765" y="6689"/>
                  </a:lnTo>
                  <a:lnTo>
                    <a:pt x="2627" y="5746"/>
                  </a:lnTo>
                  <a:lnTo>
                    <a:pt x="7491" y="4276"/>
                  </a:lnTo>
                  <a:lnTo>
                    <a:pt x="1175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4" name="ph7844"/>
            <p:cNvSpPr/>
            <p:nvPr/>
          </p:nvSpPr>
          <p:spPr>
            <a:xfrm>
              <a:off x="11252547" y="3157429"/>
              <a:ext cx="44681" cy="46164"/>
            </a:xfrm>
            <a:custGeom>
              <a:avLst/>
              <a:pathLst>
                <a:path w="44681" h="46164">
                  <a:moveTo>
                    <a:pt x="44681" y="1301"/>
                  </a:moveTo>
                  <a:lnTo>
                    <a:pt x="41439" y="3908"/>
                  </a:lnTo>
                  <a:lnTo>
                    <a:pt x="38918" y="10992"/>
                  </a:lnTo>
                  <a:lnTo>
                    <a:pt x="32677" y="12659"/>
                  </a:lnTo>
                  <a:lnTo>
                    <a:pt x="28066" y="16581"/>
                  </a:lnTo>
                  <a:lnTo>
                    <a:pt x="26958" y="19884"/>
                  </a:lnTo>
                  <a:lnTo>
                    <a:pt x="28925" y="22020"/>
                  </a:lnTo>
                  <a:lnTo>
                    <a:pt x="28566" y="23362"/>
                  </a:lnTo>
                  <a:lnTo>
                    <a:pt x="24667" y="26275"/>
                  </a:lnTo>
                  <a:lnTo>
                    <a:pt x="23792" y="28757"/>
                  </a:lnTo>
                  <a:lnTo>
                    <a:pt x="24389" y="31338"/>
                  </a:lnTo>
                  <a:lnTo>
                    <a:pt x="23626" y="35107"/>
                  </a:lnTo>
                  <a:lnTo>
                    <a:pt x="21265" y="34609"/>
                  </a:lnTo>
                  <a:lnTo>
                    <a:pt x="16174" y="37591"/>
                  </a:lnTo>
                  <a:lnTo>
                    <a:pt x="14257" y="39596"/>
                  </a:lnTo>
                  <a:lnTo>
                    <a:pt x="10683" y="39605"/>
                  </a:lnTo>
                  <a:lnTo>
                    <a:pt x="6501" y="43425"/>
                  </a:lnTo>
                  <a:lnTo>
                    <a:pt x="7965" y="45469"/>
                  </a:lnTo>
                  <a:lnTo>
                    <a:pt x="8138" y="46164"/>
                  </a:lnTo>
                  <a:lnTo>
                    <a:pt x="7497" y="46077"/>
                  </a:lnTo>
                  <a:lnTo>
                    <a:pt x="5658" y="45739"/>
                  </a:lnTo>
                  <a:lnTo>
                    <a:pt x="3647" y="45057"/>
                  </a:lnTo>
                  <a:lnTo>
                    <a:pt x="3674" y="41615"/>
                  </a:lnTo>
                  <a:lnTo>
                    <a:pt x="1734" y="44030"/>
                  </a:lnTo>
                  <a:lnTo>
                    <a:pt x="0" y="43991"/>
                  </a:lnTo>
                  <a:lnTo>
                    <a:pt x="584" y="40915"/>
                  </a:lnTo>
                  <a:lnTo>
                    <a:pt x="3533" y="33565"/>
                  </a:lnTo>
                  <a:lnTo>
                    <a:pt x="3375" y="31534"/>
                  </a:lnTo>
                  <a:lnTo>
                    <a:pt x="5957" y="29739"/>
                  </a:lnTo>
                  <a:lnTo>
                    <a:pt x="11709" y="23495"/>
                  </a:lnTo>
                  <a:lnTo>
                    <a:pt x="13860" y="20012"/>
                  </a:lnTo>
                  <a:lnTo>
                    <a:pt x="14008" y="15408"/>
                  </a:lnTo>
                  <a:lnTo>
                    <a:pt x="13920" y="12338"/>
                  </a:lnTo>
                  <a:lnTo>
                    <a:pt x="17662" y="10600"/>
                  </a:lnTo>
                  <a:lnTo>
                    <a:pt x="20291" y="10630"/>
                  </a:lnTo>
                  <a:lnTo>
                    <a:pt x="25362" y="7611"/>
                  </a:lnTo>
                  <a:lnTo>
                    <a:pt x="25996" y="1420"/>
                  </a:lnTo>
                  <a:lnTo>
                    <a:pt x="30455" y="2160"/>
                  </a:lnTo>
                  <a:lnTo>
                    <a:pt x="39841" y="0"/>
                  </a:lnTo>
                  <a:lnTo>
                    <a:pt x="43213" y="233"/>
                  </a:lnTo>
                  <a:close/>
                  <a:moveTo>
                    <a:pt x="12921" y="28345"/>
                  </a:moveTo>
                  <a:lnTo>
                    <a:pt x="13677" y="31502"/>
                  </a:lnTo>
                  <a:lnTo>
                    <a:pt x="12306" y="32870"/>
                  </a:lnTo>
                  <a:lnTo>
                    <a:pt x="16114" y="33272"/>
                  </a:lnTo>
                  <a:lnTo>
                    <a:pt x="21026" y="30543"/>
                  </a:lnTo>
                  <a:lnTo>
                    <a:pt x="21173" y="29566"/>
                  </a:lnTo>
                  <a:lnTo>
                    <a:pt x="13373" y="2583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5" name="ph7845"/>
            <p:cNvSpPr/>
            <p:nvPr/>
          </p:nvSpPr>
          <p:spPr>
            <a:xfrm>
              <a:off x="11216415" y="3205755"/>
              <a:ext cx="7390" cy="8213"/>
            </a:xfrm>
            <a:custGeom>
              <a:avLst/>
              <a:pathLst>
                <a:path w="7390" h="8213">
                  <a:moveTo>
                    <a:pt x="3185" y="602"/>
                  </a:moveTo>
                  <a:lnTo>
                    <a:pt x="4369" y="2548"/>
                  </a:lnTo>
                  <a:lnTo>
                    <a:pt x="7390" y="1706"/>
                  </a:lnTo>
                  <a:lnTo>
                    <a:pt x="5818" y="7872"/>
                  </a:lnTo>
                  <a:lnTo>
                    <a:pt x="4894" y="8213"/>
                  </a:lnTo>
                  <a:lnTo>
                    <a:pt x="4761" y="8140"/>
                  </a:lnTo>
                  <a:lnTo>
                    <a:pt x="1164" y="7786"/>
                  </a:lnTo>
                  <a:lnTo>
                    <a:pt x="0" y="7492"/>
                  </a:lnTo>
                  <a:lnTo>
                    <a:pt x="397" y="5498"/>
                  </a:lnTo>
                  <a:lnTo>
                    <a:pt x="1726" y="4073"/>
                  </a:lnTo>
                  <a:lnTo>
                    <a:pt x="123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6" name="ph7846"/>
            <p:cNvSpPr/>
            <p:nvPr/>
          </p:nvSpPr>
          <p:spPr>
            <a:xfrm>
              <a:off x="11393807" y="3283366"/>
              <a:ext cx="18441" cy="13516"/>
            </a:xfrm>
            <a:custGeom>
              <a:avLst/>
              <a:pathLst>
                <a:path w="18441" h="13516">
                  <a:moveTo>
                    <a:pt x="7729" y="3294"/>
                  </a:moveTo>
                  <a:lnTo>
                    <a:pt x="15112" y="4013"/>
                  </a:lnTo>
                  <a:lnTo>
                    <a:pt x="17367" y="3512"/>
                  </a:lnTo>
                  <a:lnTo>
                    <a:pt x="18018" y="4805"/>
                  </a:lnTo>
                  <a:lnTo>
                    <a:pt x="17459" y="6492"/>
                  </a:lnTo>
                  <a:lnTo>
                    <a:pt x="18441" y="8097"/>
                  </a:lnTo>
                  <a:lnTo>
                    <a:pt x="14984" y="12873"/>
                  </a:lnTo>
                  <a:lnTo>
                    <a:pt x="10885" y="13516"/>
                  </a:lnTo>
                  <a:lnTo>
                    <a:pt x="7065" y="10466"/>
                  </a:lnTo>
                  <a:lnTo>
                    <a:pt x="1885" y="9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7" name="ph7847"/>
            <p:cNvSpPr/>
            <p:nvPr/>
          </p:nvSpPr>
          <p:spPr>
            <a:xfrm>
              <a:off x="11160779" y="3195278"/>
              <a:ext cx="20531" cy="33579"/>
            </a:xfrm>
            <a:custGeom>
              <a:avLst/>
              <a:pathLst>
                <a:path w="20531" h="33579">
                  <a:moveTo>
                    <a:pt x="18880" y="629"/>
                  </a:moveTo>
                  <a:lnTo>
                    <a:pt x="19626" y="6244"/>
                  </a:lnTo>
                  <a:lnTo>
                    <a:pt x="20531" y="6527"/>
                  </a:lnTo>
                  <a:lnTo>
                    <a:pt x="17249" y="9852"/>
                  </a:lnTo>
                  <a:lnTo>
                    <a:pt x="16848" y="15493"/>
                  </a:lnTo>
                  <a:lnTo>
                    <a:pt x="15440" y="15258"/>
                  </a:lnTo>
                  <a:lnTo>
                    <a:pt x="13432" y="16942"/>
                  </a:lnTo>
                  <a:lnTo>
                    <a:pt x="12411" y="19288"/>
                  </a:lnTo>
                  <a:lnTo>
                    <a:pt x="10442" y="21253"/>
                  </a:lnTo>
                  <a:lnTo>
                    <a:pt x="8224" y="21029"/>
                  </a:lnTo>
                  <a:lnTo>
                    <a:pt x="8855" y="18512"/>
                  </a:lnTo>
                  <a:lnTo>
                    <a:pt x="5857" y="18713"/>
                  </a:lnTo>
                  <a:lnTo>
                    <a:pt x="5141" y="19499"/>
                  </a:lnTo>
                  <a:lnTo>
                    <a:pt x="5125" y="22012"/>
                  </a:lnTo>
                  <a:lnTo>
                    <a:pt x="6104" y="23792"/>
                  </a:lnTo>
                  <a:lnTo>
                    <a:pt x="7388" y="23675"/>
                  </a:lnTo>
                  <a:lnTo>
                    <a:pt x="10273" y="25345"/>
                  </a:lnTo>
                  <a:lnTo>
                    <a:pt x="8101" y="27865"/>
                  </a:lnTo>
                  <a:lnTo>
                    <a:pt x="8116" y="33579"/>
                  </a:lnTo>
                  <a:lnTo>
                    <a:pt x="892" y="31225"/>
                  </a:lnTo>
                  <a:lnTo>
                    <a:pt x="0" y="28007"/>
                  </a:lnTo>
                  <a:lnTo>
                    <a:pt x="4860" y="18737"/>
                  </a:lnTo>
                  <a:lnTo>
                    <a:pt x="3046" y="11602"/>
                  </a:lnTo>
                  <a:lnTo>
                    <a:pt x="7975" y="7804"/>
                  </a:lnTo>
                  <a:lnTo>
                    <a:pt x="9499" y="2524"/>
                  </a:lnTo>
                  <a:lnTo>
                    <a:pt x="14487" y="1024"/>
                  </a:lnTo>
                  <a:lnTo>
                    <a:pt x="15311" y="1274"/>
                  </a:lnTo>
                  <a:lnTo>
                    <a:pt x="1786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8" name="ph7848"/>
            <p:cNvSpPr/>
            <p:nvPr/>
          </p:nvSpPr>
          <p:spPr>
            <a:xfrm>
              <a:off x="11151902" y="3172757"/>
              <a:ext cx="12029" cy="12548"/>
            </a:xfrm>
            <a:custGeom>
              <a:avLst/>
              <a:pathLst>
                <a:path w="12029" h="12548">
                  <a:moveTo>
                    <a:pt x="8052" y="271"/>
                  </a:moveTo>
                  <a:lnTo>
                    <a:pt x="11118" y="2319"/>
                  </a:lnTo>
                  <a:lnTo>
                    <a:pt x="9731" y="4385"/>
                  </a:lnTo>
                  <a:lnTo>
                    <a:pt x="9629" y="6400"/>
                  </a:lnTo>
                  <a:lnTo>
                    <a:pt x="10413" y="7781"/>
                  </a:lnTo>
                  <a:lnTo>
                    <a:pt x="11600" y="7260"/>
                  </a:lnTo>
                  <a:lnTo>
                    <a:pt x="12029" y="9136"/>
                  </a:lnTo>
                  <a:lnTo>
                    <a:pt x="9464" y="8225"/>
                  </a:lnTo>
                  <a:lnTo>
                    <a:pt x="7212" y="8608"/>
                  </a:lnTo>
                  <a:lnTo>
                    <a:pt x="8267" y="11914"/>
                  </a:lnTo>
                  <a:lnTo>
                    <a:pt x="6737" y="11854"/>
                  </a:lnTo>
                  <a:lnTo>
                    <a:pt x="1179" y="12548"/>
                  </a:lnTo>
                  <a:lnTo>
                    <a:pt x="1019" y="9285"/>
                  </a:lnTo>
                  <a:lnTo>
                    <a:pt x="3374" y="9404"/>
                  </a:lnTo>
                  <a:lnTo>
                    <a:pt x="4890" y="6793"/>
                  </a:lnTo>
                  <a:lnTo>
                    <a:pt x="4003" y="5699"/>
                  </a:lnTo>
                  <a:lnTo>
                    <a:pt x="0" y="4255"/>
                  </a:lnTo>
                  <a:lnTo>
                    <a:pt x="478" y="1361"/>
                  </a:lnTo>
                  <a:lnTo>
                    <a:pt x="609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9" name="ph7849"/>
            <p:cNvSpPr/>
            <p:nvPr/>
          </p:nvSpPr>
          <p:spPr>
            <a:xfrm>
              <a:off x="11203580" y="3246517"/>
              <a:ext cx="14103" cy="9184"/>
            </a:xfrm>
            <a:custGeom>
              <a:avLst/>
              <a:pathLst>
                <a:path w="14103" h="9184">
                  <a:moveTo>
                    <a:pt x="9929" y="5389"/>
                  </a:moveTo>
                  <a:lnTo>
                    <a:pt x="10948" y="6868"/>
                  </a:lnTo>
                  <a:lnTo>
                    <a:pt x="14103" y="7673"/>
                  </a:lnTo>
                  <a:lnTo>
                    <a:pt x="6875" y="9184"/>
                  </a:lnTo>
                  <a:lnTo>
                    <a:pt x="0" y="6621"/>
                  </a:lnTo>
                  <a:lnTo>
                    <a:pt x="622" y="4433"/>
                  </a:lnTo>
                  <a:lnTo>
                    <a:pt x="5891" y="7817"/>
                  </a:lnTo>
                  <a:lnTo>
                    <a:pt x="5069" y="4748"/>
                  </a:lnTo>
                  <a:lnTo>
                    <a:pt x="7694" y="1407"/>
                  </a:lnTo>
                  <a:lnTo>
                    <a:pt x="920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0" name="ph7850"/>
            <p:cNvSpPr/>
            <p:nvPr/>
          </p:nvSpPr>
          <p:spPr>
            <a:xfrm>
              <a:off x="11272690" y="3218359"/>
              <a:ext cx="13579" cy="7344"/>
            </a:xfrm>
            <a:custGeom>
              <a:avLst/>
              <a:pathLst>
                <a:path w="13579" h="7344">
                  <a:moveTo>
                    <a:pt x="13579" y="35"/>
                  </a:moveTo>
                  <a:lnTo>
                    <a:pt x="13520" y="2595"/>
                  </a:lnTo>
                  <a:lnTo>
                    <a:pt x="12510" y="2820"/>
                  </a:lnTo>
                  <a:lnTo>
                    <a:pt x="13034" y="7157"/>
                  </a:lnTo>
                  <a:lnTo>
                    <a:pt x="12869" y="7344"/>
                  </a:lnTo>
                  <a:lnTo>
                    <a:pt x="12055" y="6677"/>
                  </a:lnTo>
                  <a:lnTo>
                    <a:pt x="1119" y="6737"/>
                  </a:lnTo>
                  <a:lnTo>
                    <a:pt x="0" y="5160"/>
                  </a:lnTo>
                  <a:lnTo>
                    <a:pt x="443" y="4794"/>
                  </a:lnTo>
                  <a:lnTo>
                    <a:pt x="9839" y="40"/>
                  </a:lnTo>
                  <a:lnTo>
                    <a:pt x="1251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1" name="ph7851"/>
            <p:cNvSpPr/>
            <p:nvPr/>
          </p:nvSpPr>
          <p:spPr>
            <a:xfrm>
              <a:off x="11107808" y="3151307"/>
              <a:ext cx="10094" cy="9029"/>
            </a:xfrm>
            <a:custGeom>
              <a:avLst/>
              <a:pathLst>
                <a:path w="10094" h="9029">
                  <a:moveTo>
                    <a:pt x="9907" y="3009"/>
                  </a:moveTo>
                  <a:lnTo>
                    <a:pt x="10094" y="5214"/>
                  </a:lnTo>
                  <a:lnTo>
                    <a:pt x="814" y="9029"/>
                  </a:lnTo>
                  <a:lnTo>
                    <a:pt x="0" y="9029"/>
                  </a:lnTo>
                  <a:lnTo>
                    <a:pt x="571" y="6175"/>
                  </a:lnTo>
                  <a:lnTo>
                    <a:pt x="2948" y="3589"/>
                  </a:lnTo>
                  <a:lnTo>
                    <a:pt x="2922" y="1810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2" name="ph7852"/>
            <p:cNvSpPr/>
            <p:nvPr/>
          </p:nvSpPr>
          <p:spPr>
            <a:xfrm>
              <a:off x="11295378" y="3209604"/>
              <a:ext cx="11282" cy="12492"/>
            </a:xfrm>
            <a:custGeom>
              <a:avLst/>
              <a:pathLst>
                <a:path w="11282" h="12492">
                  <a:moveTo>
                    <a:pt x="2272" y="0"/>
                  </a:moveTo>
                  <a:lnTo>
                    <a:pt x="10866" y="2192"/>
                  </a:lnTo>
                  <a:lnTo>
                    <a:pt x="11282" y="6968"/>
                  </a:lnTo>
                  <a:lnTo>
                    <a:pt x="10342" y="8116"/>
                  </a:lnTo>
                  <a:lnTo>
                    <a:pt x="10265" y="11039"/>
                  </a:lnTo>
                  <a:lnTo>
                    <a:pt x="8109" y="12492"/>
                  </a:lnTo>
                  <a:lnTo>
                    <a:pt x="263" y="12437"/>
                  </a:lnTo>
                  <a:lnTo>
                    <a:pt x="37" y="12274"/>
                  </a:lnTo>
                  <a:lnTo>
                    <a:pt x="0" y="11348"/>
                  </a:lnTo>
                  <a:lnTo>
                    <a:pt x="3787" y="8352"/>
                  </a:lnTo>
                  <a:lnTo>
                    <a:pt x="5294" y="5140"/>
                  </a:lnTo>
                  <a:lnTo>
                    <a:pt x="4962" y="3968"/>
                  </a:lnTo>
                  <a:lnTo>
                    <a:pt x="2294" y="227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3" name="ph7853"/>
            <p:cNvSpPr/>
            <p:nvPr/>
          </p:nvSpPr>
          <p:spPr>
            <a:xfrm>
              <a:off x="11242350" y="3308286"/>
              <a:ext cx="5215" cy="10734"/>
            </a:xfrm>
            <a:custGeom>
              <a:avLst/>
              <a:pathLst>
                <a:path w="5215" h="10734">
                  <a:moveTo>
                    <a:pt x="5215" y="6008"/>
                  </a:moveTo>
                  <a:lnTo>
                    <a:pt x="4333" y="8199"/>
                  </a:lnTo>
                  <a:lnTo>
                    <a:pt x="1907" y="10734"/>
                  </a:lnTo>
                  <a:lnTo>
                    <a:pt x="2532" y="7674"/>
                  </a:lnTo>
                  <a:lnTo>
                    <a:pt x="0" y="5792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4" name="ph7854"/>
            <p:cNvSpPr/>
            <p:nvPr/>
          </p:nvSpPr>
          <p:spPr>
            <a:xfrm>
              <a:off x="11263294" y="3200904"/>
              <a:ext cx="2177" cy="1831"/>
            </a:xfrm>
            <a:custGeom>
              <a:avLst/>
              <a:pathLst>
                <a:path w="2177" h="1831">
                  <a:moveTo>
                    <a:pt x="2177" y="1203"/>
                  </a:moveTo>
                  <a:lnTo>
                    <a:pt x="824" y="1831"/>
                  </a:lnTo>
                  <a:lnTo>
                    <a:pt x="0" y="1751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5" name="ph7855"/>
            <p:cNvSpPr/>
            <p:nvPr/>
          </p:nvSpPr>
          <p:spPr>
            <a:xfrm>
              <a:off x="11216655" y="3217280"/>
              <a:ext cx="3360" cy="1751"/>
            </a:xfrm>
            <a:custGeom>
              <a:avLst/>
              <a:pathLst>
                <a:path w="3360" h="1751">
                  <a:moveTo>
                    <a:pt x="3087" y="0"/>
                  </a:moveTo>
                  <a:lnTo>
                    <a:pt x="3244" y="585"/>
                  </a:lnTo>
                  <a:lnTo>
                    <a:pt x="3360" y="1537"/>
                  </a:lnTo>
                  <a:lnTo>
                    <a:pt x="0" y="175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6" name="ph7856"/>
            <p:cNvSpPr/>
            <p:nvPr/>
          </p:nvSpPr>
          <p:spPr>
            <a:xfrm>
              <a:off x="11074658" y="3177881"/>
              <a:ext cx="12945" cy="11904"/>
            </a:xfrm>
            <a:custGeom>
              <a:avLst/>
              <a:pathLst>
                <a:path w="12945" h="11904">
                  <a:moveTo>
                    <a:pt x="10659" y="576"/>
                  </a:moveTo>
                  <a:lnTo>
                    <a:pt x="11508" y="2693"/>
                  </a:lnTo>
                  <a:lnTo>
                    <a:pt x="11400" y="7163"/>
                  </a:lnTo>
                  <a:lnTo>
                    <a:pt x="12945" y="10996"/>
                  </a:lnTo>
                  <a:lnTo>
                    <a:pt x="10912" y="11904"/>
                  </a:lnTo>
                  <a:lnTo>
                    <a:pt x="9311" y="11171"/>
                  </a:lnTo>
                  <a:lnTo>
                    <a:pt x="7095" y="6329"/>
                  </a:lnTo>
                  <a:lnTo>
                    <a:pt x="3804" y="10459"/>
                  </a:lnTo>
                  <a:lnTo>
                    <a:pt x="1068" y="9830"/>
                  </a:lnTo>
                  <a:lnTo>
                    <a:pt x="310" y="8488"/>
                  </a:lnTo>
                  <a:lnTo>
                    <a:pt x="1017" y="6727"/>
                  </a:lnTo>
                  <a:lnTo>
                    <a:pt x="0" y="5361"/>
                  </a:lnTo>
                  <a:lnTo>
                    <a:pt x="580" y="3097"/>
                  </a:lnTo>
                  <a:lnTo>
                    <a:pt x="3030" y="3565"/>
                  </a:lnTo>
                  <a:lnTo>
                    <a:pt x="4034" y="5094"/>
                  </a:lnTo>
                  <a:lnTo>
                    <a:pt x="5705" y="5335"/>
                  </a:lnTo>
                  <a:lnTo>
                    <a:pt x="388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7" name="ph7857"/>
            <p:cNvSpPr/>
            <p:nvPr/>
          </p:nvSpPr>
          <p:spPr>
            <a:xfrm>
              <a:off x="11221368" y="3279979"/>
              <a:ext cx="6593" cy="9341"/>
            </a:xfrm>
            <a:custGeom>
              <a:avLst/>
              <a:pathLst>
                <a:path w="6593" h="9341">
                  <a:moveTo>
                    <a:pt x="3612" y="809"/>
                  </a:moveTo>
                  <a:lnTo>
                    <a:pt x="6593" y="6441"/>
                  </a:lnTo>
                  <a:lnTo>
                    <a:pt x="4836" y="9022"/>
                  </a:lnTo>
                  <a:lnTo>
                    <a:pt x="4820" y="9341"/>
                  </a:lnTo>
                  <a:lnTo>
                    <a:pt x="0" y="3812"/>
                  </a:lnTo>
                  <a:lnTo>
                    <a:pt x="139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8" name="ph7858"/>
            <p:cNvSpPr/>
            <p:nvPr/>
          </p:nvSpPr>
          <p:spPr>
            <a:xfrm>
              <a:off x="11085470" y="3309658"/>
              <a:ext cx="10783" cy="11338"/>
            </a:xfrm>
            <a:custGeom>
              <a:avLst/>
              <a:pathLst>
                <a:path w="10783" h="11338">
                  <a:moveTo>
                    <a:pt x="10039" y="2756"/>
                  </a:moveTo>
                  <a:lnTo>
                    <a:pt x="10783" y="7464"/>
                  </a:lnTo>
                  <a:lnTo>
                    <a:pt x="3306" y="11338"/>
                  </a:lnTo>
                  <a:lnTo>
                    <a:pt x="385" y="7627"/>
                  </a:lnTo>
                  <a:lnTo>
                    <a:pt x="1975" y="4885"/>
                  </a:lnTo>
                  <a:lnTo>
                    <a:pt x="0" y="3396"/>
                  </a:lnTo>
                  <a:lnTo>
                    <a:pt x="212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9" name="ph7859"/>
            <p:cNvSpPr/>
            <p:nvPr/>
          </p:nvSpPr>
          <p:spPr>
            <a:xfrm>
              <a:off x="11263036" y="3361303"/>
              <a:ext cx="16278" cy="10247"/>
            </a:xfrm>
            <a:custGeom>
              <a:avLst/>
              <a:pathLst>
                <a:path w="16278" h="10247">
                  <a:moveTo>
                    <a:pt x="7930" y="5"/>
                  </a:moveTo>
                  <a:lnTo>
                    <a:pt x="9050" y="325"/>
                  </a:lnTo>
                  <a:lnTo>
                    <a:pt x="12159" y="1468"/>
                  </a:lnTo>
                  <a:lnTo>
                    <a:pt x="12922" y="5233"/>
                  </a:lnTo>
                  <a:lnTo>
                    <a:pt x="16278" y="7409"/>
                  </a:lnTo>
                  <a:lnTo>
                    <a:pt x="14381" y="9463"/>
                  </a:lnTo>
                  <a:lnTo>
                    <a:pt x="10779" y="10247"/>
                  </a:lnTo>
                  <a:lnTo>
                    <a:pt x="443" y="10036"/>
                  </a:lnTo>
                  <a:lnTo>
                    <a:pt x="0" y="5725"/>
                  </a:lnTo>
                  <a:lnTo>
                    <a:pt x="2956" y="893"/>
                  </a:lnTo>
                  <a:lnTo>
                    <a:pt x="249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0" name="ph7860"/>
            <p:cNvSpPr/>
            <p:nvPr/>
          </p:nvSpPr>
          <p:spPr>
            <a:xfrm>
              <a:off x="11159115" y="3180983"/>
              <a:ext cx="9011" cy="5287"/>
            </a:xfrm>
            <a:custGeom>
              <a:avLst/>
              <a:pathLst>
                <a:path w="9011" h="5287">
                  <a:moveTo>
                    <a:pt x="4816" y="911"/>
                  </a:moveTo>
                  <a:lnTo>
                    <a:pt x="9011" y="3001"/>
                  </a:lnTo>
                  <a:lnTo>
                    <a:pt x="8934" y="5287"/>
                  </a:lnTo>
                  <a:lnTo>
                    <a:pt x="4748" y="4811"/>
                  </a:lnTo>
                  <a:lnTo>
                    <a:pt x="2548" y="3596"/>
                  </a:lnTo>
                  <a:lnTo>
                    <a:pt x="1055" y="3688"/>
                  </a:lnTo>
                  <a:lnTo>
                    <a:pt x="0" y="383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1" name="ph7861"/>
            <p:cNvSpPr/>
            <p:nvPr/>
          </p:nvSpPr>
          <p:spPr>
            <a:xfrm>
              <a:off x="11232006" y="3270407"/>
              <a:ext cx="15812" cy="15015"/>
            </a:xfrm>
            <a:custGeom>
              <a:avLst/>
              <a:pathLst>
                <a:path w="15812" h="15015">
                  <a:moveTo>
                    <a:pt x="4587" y="532"/>
                  </a:moveTo>
                  <a:lnTo>
                    <a:pt x="5507" y="3109"/>
                  </a:lnTo>
                  <a:lnTo>
                    <a:pt x="10640" y="2969"/>
                  </a:lnTo>
                  <a:lnTo>
                    <a:pt x="12374" y="3478"/>
                  </a:lnTo>
                  <a:lnTo>
                    <a:pt x="15812" y="9313"/>
                  </a:lnTo>
                  <a:lnTo>
                    <a:pt x="14997" y="10406"/>
                  </a:lnTo>
                  <a:lnTo>
                    <a:pt x="10493" y="12707"/>
                  </a:lnTo>
                  <a:lnTo>
                    <a:pt x="9889" y="13577"/>
                  </a:lnTo>
                  <a:lnTo>
                    <a:pt x="10425" y="14255"/>
                  </a:lnTo>
                  <a:lnTo>
                    <a:pt x="8994" y="15015"/>
                  </a:lnTo>
                  <a:lnTo>
                    <a:pt x="2384" y="12201"/>
                  </a:lnTo>
                  <a:lnTo>
                    <a:pt x="2543" y="10975"/>
                  </a:lnTo>
                  <a:lnTo>
                    <a:pt x="2576" y="9979"/>
                  </a:lnTo>
                  <a:lnTo>
                    <a:pt x="311" y="7463"/>
                  </a:lnTo>
                  <a:lnTo>
                    <a:pt x="1148" y="5036"/>
                  </a:lnTo>
                  <a:lnTo>
                    <a:pt x="3906" y="2293"/>
                  </a:lnTo>
                  <a:lnTo>
                    <a:pt x="255" y="2182"/>
                  </a:lnTo>
                  <a:lnTo>
                    <a:pt x="0" y="1099"/>
                  </a:lnTo>
                  <a:lnTo>
                    <a:pt x="170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2" name="ph7862"/>
            <p:cNvSpPr/>
            <p:nvPr/>
          </p:nvSpPr>
          <p:spPr>
            <a:xfrm>
              <a:off x="11281965" y="3199803"/>
              <a:ext cx="10913" cy="9357"/>
            </a:xfrm>
            <a:custGeom>
              <a:avLst/>
              <a:pathLst>
                <a:path w="10913" h="9357">
                  <a:moveTo>
                    <a:pt x="3085" y="0"/>
                  </a:moveTo>
                  <a:lnTo>
                    <a:pt x="4027" y="1604"/>
                  </a:lnTo>
                  <a:lnTo>
                    <a:pt x="5842" y="1797"/>
                  </a:lnTo>
                  <a:lnTo>
                    <a:pt x="8660" y="57"/>
                  </a:lnTo>
                  <a:lnTo>
                    <a:pt x="10591" y="2719"/>
                  </a:lnTo>
                  <a:lnTo>
                    <a:pt x="10913" y="5145"/>
                  </a:lnTo>
                  <a:lnTo>
                    <a:pt x="10493" y="6162"/>
                  </a:lnTo>
                  <a:lnTo>
                    <a:pt x="5479" y="9357"/>
                  </a:lnTo>
                  <a:lnTo>
                    <a:pt x="2573" y="6164"/>
                  </a:lnTo>
                  <a:lnTo>
                    <a:pt x="0" y="245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3" name="ph7863"/>
            <p:cNvSpPr/>
            <p:nvPr/>
          </p:nvSpPr>
          <p:spPr>
            <a:xfrm>
              <a:off x="11228945" y="3116540"/>
              <a:ext cx="24780" cy="17308"/>
            </a:xfrm>
            <a:custGeom>
              <a:avLst/>
              <a:pathLst>
                <a:path w="24780" h="17308">
                  <a:moveTo>
                    <a:pt x="24295" y="402"/>
                  </a:moveTo>
                  <a:lnTo>
                    <a:pt x="24780" y="2587"/>
                  </a:lnTo>
                  <a:lnTo>
                    <a:pt x="21688" y="9274"/>
                  </a:lnTo>
                  <a:lnTo>
                    <a:pt x="17427" y="9301"/>
                  </a:lnTo>
                  <a:lnTo>
                    <a:pt x="16515" y="11813"/>
                  </a:lnTo>
                  <a:lnTo>
                    <a:pt x="17132" y="15403"/>
                  </a:lnTo>
                  <a:lnTo>
                    <a:pt x="18263" y="17308"/>
                  </a:lnTo>
                  <a:lnTo>
                    <a:pt x="15728" y="15505"/>
                  </a:lnTo>
                  <a:lnTo>
                    <a:pt x="16169" y="13637"/>
                  </a:lnTo>
                  <a:lnTo>
                    <a:pt x="13616" y="13299"/>
                  </a:lnTo>
                  <a:lnTo>
                    <a:pt x="11061" y="14312"/>
                  </a:lnTo>
                  <a:lnTo>
                    <a:pt x="10074" y="16576"/>
                  </a:lnTo>
                  <a:lnTo>
                    <a:pt x="7900" y="16808"/>
                  </a:lnTo>
                  <a:lnTo>
                    <a:pt x="2806" y="15921"/>
                  </a:lnTo>
                  <a:lnTo>
                    <a:pt x="0" y="12051"/>
                  </a:lnTo>
                  <a:lnTo>
                    <a:pt x="583" y="10701"/>
                  </a:lnTo>
                  <a:lnTo>
                    <a:pt x="2983" y="13887"/>
                  </a:lnTo>
                  <a:lnTo>
                    <a:pt x="6189" y="13332"/>
                  </a:lnTo>
                  <a:lnTo>
                    <a:pt x="1666" y="9137"/>
                  </a:lnTo>
                  <a:lnTo>
                    <a:pt x="1430" y="7553"/>
                  </a:lnTo>
                  <a:lnTo>
                    <a:pt x="3794" y="5951"/>
                  </a:lnTo>
                  <a:lnTo>
                    <a:pt x="13189" y="9239"/>
                  </a:lnTo>
                  <a:lnTo>
                    <a:pt x="20851" y="2574"/>
                  </a:lnTo>
                  <a:lnTo>
                    <a:pt x="2162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4" name="ph7864"/>
            <p:cNvSpPr/>
            <p:nvPr/>
          </p:nvSpPr>
          <p:spPr>
            <a:xfrm>
              <a:off x="11282306" y="3313717"/>
              <a:ext cx="11802" cy="10086"/>
            </a:xfrm>
            <a:custGeom>
              <a:avLst/>
              <a:pathLst>
                <a:path w="11802" h="10086">
                  <a:moveTo>
                    <a:pt x="1177" y="32"/>
                  </a:moveTo>
                  <a:lnTo>
                    <a:pt x="3034" y="2364"/>
                  </a:lnTo>
                  <a:lnTo>
                    <a:pt x="11647" y="9409"/>
                  </a:lnTo>
                  <a:lnTo>
                    <a:pt x="11802" y="10086"/>
                  </a:lnTo>
                  <a:lnTo>
                    <a:pt x="10130" y="9411"/>
                  </a:lnTo>
                  <a:lnTo>
                    <a:pt x="7923" y="10062"/>
                  </a:lnTo>
                  <a:lnTo>
                    <a:pt x="3999" y="9036"/>
                  </a:lnTo>
                  <a:lnTo>
                    <a:pt x="2574" y="8510"/>
                  </a:lnTo>
                  <a:lnTo>
                    <a:pt x="1566" y="7089"/>
                  </a:lnTo>
                  <a:lnTo>
                    <a:pt x="341" y="4735"/>
                  </a:lnTo>
                  <a:lnTo>
                    <a:pt x="0" y="925"/>
                  </a:lnTo>
                  <a:lnTo>
                    <a:pt x="43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5" name="ph7865"/>
            <p:cNvSpPr/>
            <p:nvPr/>
          </p:nvSpPr>
          <p:spPr>
            <a:xfrm>
              <a:off x="11092736" y="3273057"/>
              <a:ext cx="16548" cy="22779"/>
            </a:xfrm>
            <a:custGeom>
              <a:avLst/>
              <a:pathLst>
                <a:path w="16548" h="22779">
                  <a:moveTo>
                    <a:pt x="12983" y="0"/>
                  </a:moveTo>
                  <a:lnTo>
                    <a:pt x="14006" y="249"/>
                  </a:lnTo>
                  <a:lnTo>
                    <a:pt x="15006" y="1062"/>
                  </a:lnTo>
                  <a:lnTo>
                    <a:pt x="14000" y="1769"/>
                  </a:lnTo>
                  <a:lnTo>
                    <a:pt x="16150" y="4305"/>
                  </a:lnTo>
                  <a:lnTo>
                    <a:pt x="14078" y="8791"/>
                  </a:lnTo>
                  <a:lnTo>
                    <a:pt x="15116" y="12602"/>
                  </a:lnTo>
                  <a:lnTo>
                    <a:pt x="13811" y="14632"/>
                  </a:lnTo>
                  <a:lnTo>
                    <a:pt x="14306" y="16623"/>
                  </a:lnTo>
                  <a:lnTo>
                    <a:pt x="16548" y="18007"/>
                  </a:lnTo>
                  <a:lnTo>
                    <a:pt x="15915" y="19480"/>
                  </a:lnTo>
                  <a:lnTo>
                    <a:pt x="11877" y="20857"/>
                  </a:lnTo>
                  <a:lnTo>
                    <a:pt x="9640" y="22400"/>
                  </a:lnTo>
                  <a:lnTo>
                    <a:pt x="8457" y="21069"/>
                  </a:lnTo>
                  <a:lnTo>
                    <a:pt x="950" y="22779"/>
                  </a:lnTo>
                  <a:lnTo>
                    <a:pt x="2544" y="17360"/>
                  </a:lnTo>
                  <a:lnTo>
                    <a:pt x="0" y="13357"/>
                  </a:lnTo>
                  <a:lnTo>
                    <a:pt x="1316" y="11280"/>
                  </a:lnTo>
                  <a:lnTo>
                    <a:pt x="4608" y="10768"/>
                  </a:lnTo>
                  <a:lnTo>
                    <a:pt x="5299" y="8738"/>
                  </a:lnTo>
                  <a:lnTo>
                    <a:pt x="5280" y="5064"/>
                  </a:lnTo>
                  <a:lnTo>
                    <a:pt x="9343" y="4102"/>
                  </a:lnTo>
                  <a:lnTo>
                    <a:pt x="11445" y="4854"/>
                  </a:lnTo>
                  <a:lnTo>
                    <a:pt x="10591" y="1032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6" name="ph7866"/>
            <p:cNvSpPr/>
            <p:nvPr/>
          </p:nvSpPr>
          <p:spPr>
            <a:xfrm>
              <a:off x="11331721" y="3160365"/>
              <a:ext cx="81302" cy="71308"/>
            </a:xfrm>
            <a:custGeom>
              <a:avLst/>
              <a:pathLst>
                <a:path w="81302" h="71308">
                  <a:moveTo>
                    <a:pt x="71254" y="7236"/>
                  </a:moveTo>
                  <a:lnTo>
                    <a:pt x="81302" y="19514"/>
                  </a:lnTo>
                  <a:lnTo>
                    <a:pt x="74435" y="20893"/>
                  </a:lnTo>
                  <a:lnTo>
                    <a:pt x="74241" y="27005"/>
                  </a:lnTo>
                  <a:lnTo>
                    <a:pt x="70774" y="26286"/>
                  </a:lnTo>
                  <a:lnTo>
                    <a:pt x="70800" y="30790"/>
                  </a:lnTo>
                  <a:lnTo>
                    <a:pt x="63236" y="28583"/>
                  </a:lnTo>
                  <a:lnTo>
                    <a:pt x="48810" y="30681"/>
                  </a:lnTo>
                  <a:lnTo>
                    <a:pt x="48911" y="34946"/>
                  </a:lnTo>
                  <a:lnTo>
                    <a:pt x="49634" y="37011"/>
                  </a:lnTo>
                  <a:lnTo>
                    <a:pt x="51789" y="39127"/>
                  </a:lnTo>
                  <a:lnTo>
                    <a:pt x="51336" y="40839"/>
                  </a:lnTo>
                  <a:lnTo>
                    <a:pt x="38823" y="41429"/>
                  </a:lnTo>
                  <a:lnTo>
                    <a:pt x="34309" y="44821"/>
                  </a:lnTo>
                  <a:lnTo>
                    <a:pt x="35683" y="40441"/>
                  </a:lnTo>
                  <a:lnTo>
                    <a:pt x="35073" y="38414"/>
                  </a:lnTo>
                  <a:lnTo>
                    <a:pt x="33687" y="38138"/>
                  </a:lnTo>
                  <a:lnTo>
                    <a:pt x="31001" y="41085"/>
                  </a:lnTo>
                  <a:lnTo>
                    <a:pt x="31381" y="42372"/>
                  </a:lnTo>
                  <a:lnTo>
                    <a:pt x="32465" y="42783"/>
                  </a:lnTo>
                  <a:lnTo>
                    <a:pt x="32101" y="46406"/>
                  </a:lnTo>
                  <a:lnTo>
                    <a:pt x="27561" y="48538"/>
                  </a:lnTo>
                  <a:lnTo>
                    <a:pt x="27803" y="53566"/>
                  </a:lnTo>
                  <a:lnTo>
                    <a:pt x="24237" y="54881"/>
                  </a:lnTo>
                  <a:lnTo>
                    <a:pt x="23920" y="58153"/>
                  </a:lnTo>
                  <a:lnTo>
                    <a:pt x="21086" y="66564"/>
                  </a:lnTo>
                  <a:lnTo>
                    <a:pt x="20443" y="67919"/>
                  </a:lnTo>
                  <a:lnTo>
                    <a:pt x="19000" y="67096"/>
                  </a:lnTo>
                  <a:lnTo>
                    <a:pt x="18095" y="71308"/>
                  </a:lnTo>
                  <a:lnTo>
                    <a:pt x="15729" y="70262"/>
                  </a:lnTo>
                  <a:lnTo>
                    <a:pt x="11802" y="70492"/>
                  </a:lnTo>
                  <a:lnTo>
                    <a:pt x="7050" y="67430"/>
                  </a:lnTo>
                  <a:lnTo>
                    <a:pt x="7727" y="65940"/>
                  </a:lnTo>
                  <a:lnTo>
                    <a:pt x="2529" y="59301"/>
                  </a:lnTo>
                  <a:lnTo>
                    <a:pt x="4679" y="56169"/>
                  </a:lnTo>
                  <a:lnTo>
                    <a:pt x="3197" y="53987"/>
                  </a:lnTo>
                  <a:lnTo>
                    <a:pt x="0" y="50462"/>
                  </a:lnTo>
                  <a:lnTo>
                    <a:pt x="2540" y="49895"/>
                  </a:lnTo>
                  <a:lnTo>
                    <a:pt x="5196" y="50215"/>
                  </a:lnTo>
                  <a:lnTo>
                    <a:pt x="5790" y="48080"/>
                  </a:lnTo>
                  <a:lnTo>
                    <a:pt x="4011" y="46595"/>
                  </a:lnTo>
                  <a:lnTo>
                    <a:pt x="5869" y="44180"/>
                  </a:lnTo>
                  <a:lnTo>
                    <a:pt x="11327" y="40400"/>
                  </a:lnTo>
                  <a:lnTo>
                    <a:pt x="14219" y="41927"/>
                  </a:lnTo>
                  <a:lnTo>
                    <a:pt x="14285" y="43874"/>
                  </a:lnTo>
                  <a:lnTo>
                    <a:pt x="16703" y="45908"/>
                  </a:lnTo>
                  <a:lnTo>
                    <a:pt x="18310" y="46004"/>
                  </a:lnTo>
                  <a:lnTo>
                    <a:pt x="19681" y="43344"/>
                  </a:lnTo>
                  <a:lnTo>
                    <a:pt x="19986" y="41683"/>
                  </a:lnTo>
                  <a:lnTo>
                    <a:pt x="19399" y="40188"/>
                  </a:lnTo>
                  <a:lnTo>
                    <a:pt x="21237" y="36590"/>
                  </a:lnTo>
                  <a:lnTo>
                    <a:pt x="25858" y="32847"/>
                  </a:lnTo>
                  <a:lnTo>
                    <a:pt x="30921" y="24776"/>
                  </a:lnTo>
                  <a:lnTo>
                    <a:pt x="36354" y="19747"/>
                  </a:lnTo>
                  <a:lnTo>
                    <a:pt x="40554" y="18919"/>
                  </a:lnTo>
                  <a:lnTo>
                    <a:pt x="44365" y="19505"/>
                  </a:lnTo>
                  <a:lnTo>
                    <a:pt x="54885" y="13426"/>
                  </a:lnTo>
                  <a:lnTo>
                    <a:pt x="57748" y="9958"/>
                  </a:lnTo>
                  <a:lnTo>
                    <a:pt x="64177" y="6204"/>
                  </a:lnTo>
                  <a:lnTo>
                    <a:pt x="63491" y="3750"/>
                  </a:lnTo>
                  <a:lnTo>
                    <a:pt x="6533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7" name="ph7867"/>
            <p:cNvSpPr/>
            <p:nvPr/>
          </p:nvSpPr>
          <p:spPr>
            <a:xfrm>
              <a:off x="11238345" y="3235850"/>
              <a:ext cx="6264" cy="4760"/>
            </a:xfrm>
            <a:custGeom>
              <a:avLst/>
              <a:pathLst>
                <a:path w="6264" h="4760">
                  <a:moveTo>
                    <a:pt x="6264" y="404"/>
                  </a:moveTo>
                  <a:lnTo>
                    <a:pt x="5735" y="1636"/>
                  </a:lnTo>
                  <a:lnTo>
                    <a:pt x="4382" y="4467"/>
                  </a:lnTo>
                  <a:lnTo>
                    <a:pt x="984" y="4760"/>
                  </a:lnTo>
                  <a:lnTo>
                    <a:pt x="65" y="2502"/>
                  </a:lnTo>
                  <a:lnTo>
                    <a:pt x="0" y="1992"/>
                  </a:lnTo>
                  <a:lnTo>
                    <a:pt x="2147" y="2190"/>
                  </a:lnTo>
                  <a:lnTo>
                    <a:pt x="54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8" name="ph7868"/>
            <p:cNvSpPr/>
            <p:nvPr/>
          </p:nvSpPr>
          <p:spPr>
            <a:xfrm>
              <a:off x="11217580" y="3213541"/>
              <a:ext cx="3597" cy="4323"/>
            </a:xfrm>
            <a:custGeom>
              <a:avLst/>
              <a:pathLst>
                <a:path w="3597" h="4323">
                  <a:moveTo>
                    <a:pt x="3597" y="354"/>
                  </a:moveTo>
                  <a:lnTo>
                    <a:pt x="3194" y="4235"/>
                  </a:lnTo>
                  <a:lnTo>
                    <a:pt x="2319" y="4323"/>
                  </a:lnTo>
                  <a:lnTo>
                    <a:pt x="2162" y="37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9" name="ph7869"/>
            <p:cNvSpPr/>
            <p:nvPr/>
          </p:nvSpPr>
          <p:spPr>
            <a:xfrm>
              <a:off x="11077539" y="3167205"/>
              <a:ext cx="12559" cy="13719"/>
            </a:xfrm>
            <a:custGeom>
              <a:avLst/>
              <a:pathLst>
                <a:path w="12559" h="13719">
                  <a:moveTo>
                    <a:pt x="11234" y="1405"/>
                  </a:moveTo>
                  <a:lnTo>
                    <a:pt x="11411" y="3454"/>
                  </a:lnTo>
                  <a:lnTo>
                    <a:pt x="10609" y="2757"/>
                  </a:lnTo>
                  <a:lnTo>
                    <a:pt x="9556" y="7365"/>
                  </a:lnTo>
                  <a:lnTo>
                    <a:pt x="12559" y="13238"/>
                  </a:lnTo>
                  <a:lnTo>
                    <a:pt x="11244" y="13719"/>
                  </a:lnTo>
                  <a:lnTo>
                    <a:pt x="8628" y="13369"/>
                  </a:lnTo>
                  <a:lnTo>
                    <a:pt x="7778" y="11253"/>
                  </a:lnTo>
                  <a:lnTo>
                    <a:pt x="1002" y="10676"/>
                  </a:lnTo>
                  <a:lnTo>
                    <a:pt x="385" y="6395"/>
                  </a:lnTo>
                  <a:lnTo>
                    <a:pt x="1300" y="4026"/>
                  </a:lnTo>
                  <a:lnTo>
                    <a:pt x="0" y="2043"/>
                  </a:lnTo>
                  <a:lnTo>
                    <a:pt x="219" y="1111"/>
                  </a:lnTo>
                  <a:lnTo>
                    <a:pt x="2296" y="53"/>
                  </a:lnTo>
                  <a:lnTo>
                    <a:pt x="698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0" name="ph7870"/>
            <p:cNvSpPr/>
            <p:nvPr/>
          </p:nvSpPr>
          <p:spPr>
            <a:xfrm>
              <a:off x="11182500" y="3207303"/>
              <a:ext cx="18316" cy="11756"/>
            </a:xfrm>
            <a:custGeom>
              <a:avLst/>
              <a:pathLst>
                <a:path w="18316" h="11756">
                  <a:moveTo>
                    <a:pt x="12608" y="5510"/>
                  </a:moveTo>
                  <a:lnTo>
                    <a:pt x="16849" y="8316"/>
                  </a:lnTo>
                  <a:lnTo>
                    <a:pt x="18316" y="11756"/>
                  </a:lnTo>
                  <a:lnTo>
                    <a:pt x="7881" y="6631"/>
                  </a:lnTo>
                  <a:lnTo>
                    <a:pt x="1564" y="5998"/>
                  </a:lnTo>
                  <a:lnTo>
                    <a:pt x="0" y="6383"/>
                  </a:lnTo>
                  <a:lnTo>
                    <a:pt x="1412" y="3457"/>
                  </a:lnTo>
                  <a:lnTo>
                    <a:pt x="721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1" name="ph7871"/>
            <p:cNvSpPr/>
            <p:nvPr/>
          </p:nvSpPr>
          <p:spPr>
            <a:xfrm>
              <a:off x="11213601" y="3292069"/>
              <a:ext cx="16726" cy="9283"/>
            </a:xfrm>
            <a:custGeom>
              <a:avLst/>
              <a:pathLst>
                <a:path w="16726" h="9283">
                  <a:moveTo>
                    <a:pt x="4684" y="1345"/>
                  </a:moveTo>
                  <a:lnTo>
                    <a:pt x="5569" y="3037"/>
                  </a:lnTo>
                  <a:lnTo>
                    <a:pt x="9189" y="4044"/>
                  </a:lnTo>
                  <a:lnTo>
                    <a:pt x="13727" y="2389"/>
                  </a:lnTo>
                  <a:lnTo>
                    <a:pt x="16688" y="6739"/>
                  </a:lnTo>
                  <a:lnTo>
                    <a:pt x="16726" y="8168"/>
                  </a:lnTo>
                  <a:lnTo>
                    <a:pt x="11964" y="9283"/>
                  </a:lnTo>
                  <a:lnTo>
                    <a:pt x="4484" y="8521"/>
                  </a:lnTo>
                  <a:lnTo>
                    <a:pt x="6021" y="8185"/>
                  </a:lnTo>
                  <a:lnTo>
                    <a:pt x="7719" y="4931"/>
                  </a:lnTo>
                  <a:lnTo>
                    <a:pt x="3957" y="3902"/>
                  </a:lnTo>
                  <a:lnTo>
                    <a:pt x="0" y="761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2" name="ph7872"/>
            <p:cNvSpPr/>
            <p:nvPr/>
          </p:nvSpPr>
          <p:spPr>
            <a:xfrm>
              <a:off x="11224554" y="3209887"/>
              <a:ext cx="13692" cy="9970"/>
            </a:xfrm>
            <a:custGeom>
              <a:avLst/>
              <a:pathLst>
                <a:path w="13692" h="9970">
                  <a:moveTo>
                    <a:pt x="13692" y="7448"/>
                  </a:moveTo>
                  <a:lnTo>
                    <a:pt x="9117" y="6826"/>
                  </a:lnTo>
                  <a:lnTo>
                    <a:pt x="1645" y="9970"/>
                  </a:lnTo>
                  <a:lnTo>
                    <a:pt x="0" y="8824"/>
                  </a:lnTo>
                  <a:lnTo>
                    <a:pt x="253" y="7223"/>
                  </a:lnTo>
                  <a:lnTo>
                    <a:pt x="257" y="5298"/>
                  </a:lnTo>
                  <a:lnTo>
                    <a:pt x="7940" y="1004"/>
                  </a:lnTo>
                  <a:lnTo>
                    <a:pt x="910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3" name="ph7873"/>
            <p:cNvSpPr/>
            <p:nvPr/>
          </p:nvSpPr>
          <p:spPr>
            <a:xfrm>
              <a:off x="11100008" y="3296809"/>
              <a:ext cx="22930" cy="23309"/>
            </a:xfrm>
            <a:custGeom>
              <a:avLst/>
              <a:pathLst>
                <a:path w="22930" h="23309">
                  <a:moveTo>
                    <a:pt x="4770" y="2094"/>
                  </a:moveTo>
                  <a:lnTo>
                    <a:pt x="3761" y="8247"/>
                  </a:lnTo>
                  <a:lnTo>
                    <a:pt x="12135" y="8955"/>
                  </a:lnTo>
                  <a:lnTo>
                    <a:pt x="20014" y="7855"/>
                  </a:lnTo>
                  <a:lnTo>
                    <a:pt x="22930" y="9581"/>
                  </a:lnTo>
                  <a:lnTo>
                    <a:pt x="21409" y="12775"/>
                  </a:lnTo>
                  <a:lnTo>
                    <a:pt x="19980" y="10325"/>
                  </a:lnTo>
                  <a:lnTo>
                    <a:pt x="16827" y="10759"/>
                  </a:lnTo>
                  <a:lnTo>
                    <a:pt x="12797" y="16561"/>
                  </a:lnTo>
                  <a:lnTo>
                    <a:pt x="12995" y="17656"/>
                  </a:lnTo>
                  <a:lnTo>
                    <a:pt x="10354" y="23309"/>
                  </a:lnTo>
                  <a:lnTo>
                    <a:pt x="5853" y="19730"/>
                  </a:lnTo>
                  <a:lnTo>
                    <a:pt x="6100" y="18366"/>
                  </a:lnTo>
                  <a:lnTo>
                    <a:pt x="4862" y="13572"/>
                  </a:lnTo>
                  <a:lnTo>
                    <a:pt x="2749" y="11630"/>
                  </a:lnTo>
                  <a:lnTo>
                    <a:pt x="0" y="9062"/>
                  </a:lnTo>
                  <a:lnTo>
                    <a:pt x="686" y="4722"/>
                  </a:lnTo>
                  <a:lnTo>
                    <a:pt x="297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4" name="ph7874"/>
            <p:cNvSpPr/>
            <p:nvPr/>
          </p:nvSpPr>
          <p:spPr>
            <a:xfrm>
              <a:off x="11133007" y="3213752"/>
              <a:ext cx="10754" cy="8839"/>
            </a:xfrm>
            <a:custGeom>
              <a:avLst/>
              <a:pathLst>
                <a:path w="10754" h="8839">
                  <a:moveTo>
                    <a:pt x="9258" y="443"/>
                  </a:moveTo>
                  <a:lnTo>
                    <a:pt x="10299" y="1014"/>
                  </a:lnTo>
                  <a:lnTo>
                    <a:pt x="10754" y="3700"/>
                  </a:lnTo>
                  <a:lnTo>
                    <a:pt x="10641" y="8839"/>
                  </a:lnTo>
                  <a:lnTo>
                    <a:pt x="3670" y="7957"/>
                  </a:lnTo>
                  <a:lnTo>
                    <a:pt x="0" y="6094"/>
                  </a:lnTo>
                  <a:lnTo>
                    <a:pt x="682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5" name="ph7875"/>
            <p:cNvSpPr/>
            <p:nvPr/>
          </p:nvSpPr>
          <p:spPr>
            <a:xfrm>
              <a:off x="11232022" y="3237048"/>
              <a:ext cx="7883" cy="6386"/>
            </a:xfrm>
            <a:custGeom>
              <a:avLst/>
              <a:pathLst>
                <a:path w="7883" h="6386">
                  <a:moveTo>
                    <a:pt x="6387" y="1305"/>
                  </a:moveTo>
                  <a:lnTo>
                    <a:pt x="7306" y="3563"/>
                  </a:lnTo>
                  <a:lnTo>
                    <a:pt x="7883" y="4540"/>
                  </a:lnTo>
                  <a:lnTo>
                    <a:pt x="7427" y="4618"/>
                  </a:lnTo>
                  <a:lnTo>
                    <a:pt x="4395" y="6386"/>
                  </a:lnTo>
                  <a:lnTo>
                    <a:pt x="1379" y="4206"/>
                  </a:lnTo>
                  <a:lnTo>
                    <a:pt x="0" y="2118"/>
                  </a:lnTo>
                  <a:lnTo>
                    <a:pt x="56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6" name="ph7876"/>
            <p:cNvSpPr/>
            <p:nvPr/>
          </p:nvSpPr>
          <p:spPr>
            <a:xfrm>
              <a:off x="11209943" y="3228229"/>
              <a:ext cx="10809" cy="9211"/>
            </a:xfrm>
            <a:custGeom>
              <a:avLst/>
              <a:pathLst>
                <a:path w="10809" h="9211">
                  <a:moveTo>
                    <a:pt x="9047" y="815"/>
                  </a:moveTo>
                  <a:lnTo>
                    <a:pt x="10809" y="2806"/>
                  </a:lnTo>
                  <a:lnTo>
                    <a:pt x="4442" y="5539"/>
                  </a:lnTo>
                  <a:lnTo>
                    <a:pt x="4243" y="8072"/>
                  </a:lnTo>
                  <a:lnTo>
                    <a:pt x="759" y="9211"/>
                  </a:lnTo>
                  <a:lnTo>
                    <a:pt x="266" y="9132"/>
                  </a:lnTo>
                  <a:lnTo>
                    <a:pt x="0" y="5835"/>
                  </a:lnTo>
                  <a:lnTo>
                    <a:pt x="3671" y="5008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7" name="ph7877"/>
            <p:cNvSpPr/>
            <p:nvPr/>
          </p:nvSpPr>
          <p:spPr>
            <a:xfrm>
              <a:off x="11234275" y="3228188"/>
              <a:ext cx="3990" cy="2863"/>
            </a:xfrm>
            <a:custGeom>
              <a:avLst/>
              <a:pathLst>
                <a:path w="3990" h="2863">
                  <a:moveTo>
                    <a:pt x="868" y="69"/>
                  </a:moveTo>
                  <a:lnTo>
                    <a:pt x="3990" y="0"/>
                  </a:lnTo>
                  <a:lnTo>
                    <a:pt x="3801" y="1808"/>
                  </a:lnTo>
                  <a:lnTo>
                    <a:pt x="1264" y="2863"/>
                  </a:lnTo>
                  <a:lnTo>
                    <a:pt x="0" y="118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8" name="ph7878"/>
            <p:cNvSpPr/>
            <p:nvPr/>
          </p:nvSpPr>
          <p:spPr>
            <a:xfrm>
              <a:off x="11108622" y="3153741"/>
              <a:ext cx="16490" cy="11401"/>
            </a:xfrm>
            <a:custGeom>
              <a:avLst/>
              <a:pathLst>
                <a:path w="16490" h="11401">
                  <a:moveTo>
                    <a:pt x="16490" y="5069"/>
                  </a:moveTo>
                  <a:lnTo>
                    <a:pt x="14821" y="9185"/>
                  </a:lnTo>
                  <a:lnTo>
                    <a:pt x="10999" y="10841"/>
                  </a:lnTo>
                  <a:lnTo>
                    <a:pt x="6458" y="11401"/>
                  </a:lnTo>
                  <a:lnTo>
                    <a:pt x="4504" y="8787"/>
                  </a:lnTo>
                  <a:lnTo>
                    <a:pt x="1656" y="10578"/>
                  </a:lnTo>
                  <a:lnTo>
                    <a:pt x="42" y="8254"/>
                  </a:lnTo>
                  <a:lnTo>
                    <a:pt x="0" y="6595"/>
                  </a:lnTo>
                  <a:lnTo>
                    <a:pt x="9280" y="2780"/>
                  </a:lnTo>
                  <a:lnTo>
                    <a:pt x="9093" y="575"/>
                  </a:lnTo>
                  <a:lnTo>
                    <a:pt x="1531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9" name="ph7879"/>
            <p:cNvSpPr/>
            <p:nvPr/>
          </p:nvSpPr>
          <p:spPr>
            <a:xfrm>
              <a:off x="11086734" y="3317122"/>
              <a:ext cx="16373" cy="10606"/>
            </a:xfrm>
            <a:custGeom>
              <a:avLst/>
              <a:pathLst>
                <a:path w="16373" h="10606">
                  <a:moveTo>
                    <a:pt x="16127" y="647"/>
                  </a:moveTo>
                  <a:lnTo>
                    <a:pt x="14931" y="7149"/>
                  </a:lnTo>
                  <a:lnTo>
                    <a:pt x="16373" y="10606"/>
                  </a:lnTo>
                  <a:lnTo>
                    <a:pt x="12964" y="10064"/>
                  </a:lnTo>
                  <a:lnTo>
                    <a:pt x="11341" y="8683"/>
                  </a:lnTo>
                  <a:lnTo>
                    <a:pt x="5905" y="8785"/>
                  </a:lnTo>
                  <a:lnTo>
                    <a:pt x="2983" y="6156"/>
                  </a:lnTo>
                  <a:lnTo>
                    <a:pt x="1980" y="6851"/>
                  </a:lnTo>
                  <a:lnTo>
                    <a:pt x="0" y="5564"/>
                  </a:lnTo>
                  <a:lnTo>
                    <a:pt x="2043" y="3874"/>
                  </a:lnTo>
                  <a:lnTo>
                    <a:pt x="951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0" name="ph7880"/>
            <p:cNvSpPr/>
            <p:nvPr/>
          </p:nvSpPr>
          <p:spPr>
            <a:xfrm>
              <a:off x="11235143" y="3218197"/>
              <a:ext cx="4056" cy="10060"/>
            </a:xfrm>
            <a:custGeom>
              <a:avLst/>
              <a:pathLst>
                <a:path w="4056" h="10060">
                  <a:moveTo>
                    <a:pt x="3610" y="0"/>
                  </a:moveTo>
                  <a:lnTo>
                    <a:pt x="4056" y="3328"/>
                  </a:lnTo>
                  <a:lnTo>
                    <a:pt x="3122" y="9991"/>
                  </a:lnTo>
                  <a:lnTo>
                    <a:pt x="0" y="10060"/>
                  </a:lnTo>
                  <a:lnTo>
                    <a:pt x="1428" y="124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1" name="ph7881"/>
            <p:cNvSpPr/>
            <p:nvPr/>
          </p:nvSpPr>
          <p:spPr>
            <a:xfrm>
              <a:off x="11251025" y="3327782"/>
              <a:ext cx="12320" cy="10004"/>
            </a:xfrm>
            <a:custGeom>
              <a:avLst/>
              <a:pathLst>
                <a:path w="12320" h="10004">
                  <a:moveTo>
                    <a:pt x="5530" y="148"/>
                  </a:moveTo>
                  <a:lnTo>
                    <a:pt x="10915" y="0"/>
                  </a:lnTo>
                  <a:lnTo>
                    <a:pt x="12320" y="2239"/>
                  </a:lnTo>
                  <a:lnTo>
                    <a:pt x="11501" y="7841"/>
                  </a:lnTo>
                  <a:lnTo>
                    <a:pt x="8248" y="7642"/>
                  </a:lnTo>
                  <a:lnTo>
                    <a:pt x="199" y="10004"/>
                  </a:lnTo>
                  <a:lnTo>
                    <a:pt x="0" y="7614"/>
                  </a:lnTo>
                  <a:lnTo>
                    <a:pt x="5072" y="5458"/>
                  </a:lnTo>
                  <a:lnTo>
                    <a:pt x="5255" y="4363"/>
                  </a:lnTo>
                  <a:lnTo>
                    <a:pt x="2919" y="18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2" name="ph7882"/>
            <p:cNvSpPr/>
            <p:nvPr/>
          </p:nvSpPr>
          <p:spPr>
            <a:xfrm>
              <a:off x="11292557" y="3197413"/>
              <a:ext cx="10495" cy="7919"/>
            </a:xfrm>
            <a:custGeom>
              <a:avLst/>
              <a:pathLst>
                <a:path w="10495" h="7919">
                  <a:moveTo>
                    <a:pt x="10495" y="3717"/>
                  </a:moveTo>
                  <a:lnTo>
                    <a:pt x="7976" y="7919"/>
                  </a:lnTo>
                  <a:lnTo>
                    <a:pt x="6897" y="6651"/>
                  </a:lnTo>
                  <a:lnTo>
                    <a:pt x="4956" y="6145"/>
                  </a:lnTo>
                  <a:lnTo>
                    <a:pt x="322" y="7534"/>
                  </a:lnTo>
                  <a:lnTo>
                    <a:pt x="0" y="5109"/>
                  </a:lnTo>
                  <a:lnTo>
                    <a:pt x="3869" y="2247"/>
                  </a:lnTo>
                  <a:lnTo>
                    <a:pt x="3075" y="1999"/>
                  </a:lnTo>
                  <a:lnTo>
                    <a:pt x="3628" y="608"/>
                  </a:lnTo>
                  <a:lnTo>
                    <a:pt x="543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3" name="ph7883"/>
            <p:cNvSpPr/>
            <p:nvPr/>
          </p:nvSpPr>
          <p:spPr>
            <a:xfrm>
              <a:off x="11215130" y="3284916"/>
              <a:ext cx="4762" cy="3464"/>
            </a:xfrm>
            <a:custGeom>
              <a:avLst/>
              <a:pathLst>
                <a:path w="4762" h="3464">
                  <a:moveTo>
                    <a:pt x="3470" y="2138"/>
                  </a:moveTo>
                  <a:lnTo>
                    <a:pt x="4762" y="3464"/>
                  </a:lnTo>
                  <a:lnTo>
                    <a:pt x="865" y="28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4" name="ph7884"/>
            <p:cNvSpPr/>
            <p:nvPr/>
          </p:nvSpPr>
          <p:spPr>
            <a:xfrm>
              <a:off x="11200923" y="3213248"/>
              <a:ext cx="18818" cy="9537"/>
            </a:xfrm>
            <a:custGeom>
              <a:avLst/>
              <a:pathLst>
                <a:path w="18818" h="9537">
                  <a:moveTo>
                    <a:pt x="16656" y="293"/>
                  </a:moveTo>
                  <a:lnTo>
                    <a:pt x="18818" y="4032"/>
                  </a:lnTo>
                  <a:lnTo>
                    <a:pt x="15731" y="5784"/>
                  </a:lnTo>
                  <a:lnTo>
                    <a:pt x="14897" y="7906"/>
                  </a:lnTo>
                  <a:lnTo>
                    <a:pt x="12946" y="9537"/>
                  </a:lnTo>
                  <a:lnTo>
                    <a:pt x="13493" y="5352"/>
                  </a:lnTo>
                  <a:lnTo>
                    <a:pt x="12757" y="4979"/>
                  </a:lnTo>
                  <a:lnTo>
                    <a:pt x="10863" y="5292"/>
                  </a:lnTo>
                  <a:lnTo>
                    <a:pt x="9507" y="7211"/>
                  </a:lnTo>
                  <a:lnTo>
                    <a:pt x="3535" y="7671"/>
                  </a:lnTo>
                  <a:lnTo>
                    <a:pt x="2298" y="8924"/>
                  </a:lnTo>
                  <a:lnTo>
                    <a:pt x="20" y="8943"/>
                  </a:lnTo>
                  <a:lnTo>
                    <a:pt x="0" y="5834"/>
                  </a:lnTo>
                  <a:lnTo>
                    <a:pt x="8443" y="1204"/>
                  </a:lnTo>
                  <a:lnTo>
                    <a:pt x="13479" y="1529"/>
                  </a:lnTo>
                  <a:lnTo>
                    <a:pt x="15026" y="962"/>
                  </a:lnTo>
                  <a:lnTo>
                    <a:pt x="1549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5" name="ph7885"/>
            <p:cNvSpPr/>
            <p:nvPr/>
          </p:nvSpPr>
          <p:spPr>
            <a:xfrm>
              <a:off x="11257946" y="3247003"/>
              <a:ext cx="9332" cy="10920"/>
            </a:xfrm>
            <a:custGeom>
              <a:avLst/>
              <a:pathLst>
                <a:path w="9332" h="10920">
                  <a:moveTo>
                    <a:pt x="9172" y="0"/>
                  </a:moveTo>
                  <a:lnTo>
                    <a:pt x="9332" y="632"/>
                  </a:lnTo>
                  <a:lnTo>
                    <a:pt x="8460" y="2269"/>
                  </a:lnTo>
                  <a:lnTo>
                    <a:pt x="8411" y="9920"/>
                  </a:lnTo>
                  <a:lnTo>
                    <a:pt x="6987" y="10920"/>
                  </a:lnTo>
                  <a:lnTo>
                    <a:pt x="2750" y="8161"/>
                  </a:lnTo>
                  <a:lnTo>
                    <a:pt x="0" y="7745"/>
                  </a:lnTo>
                  <a:lnTo>
                    <a:pt x="2325" y="614"/>
                  </a:lnTo>
                  <a:lnTo>
                    <a:pt x="7186" y="162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6" name="ph7886"/>
            <p:cNvSpPr/>
            <p:nvPr/>
          </p:nvSpPr>
          <p:spPr>
            <a:xfrm>
              <a:off x="11233339" y="3258061"/>
              <a:ext cx="5026" cy="5704"/>
            </a:xfrm>
            <a:custGeom>
              <a:avLst/>
              <a:pathLst>
                <a:path w="5026" h="5704">
                  <a:moveTo>
                    <a:pt x="1862" y="131"/>
                  </a:moveTo>
                  <a:lnTo>
                    <a:pt x="1704" y="1590"/>
                  </a:lnTo>
                  <a:lnTo>
                    <a:pt x="5026" y="3579"/>
                  </a:lnTo>
                  <a:lnTo>
                    <a:pt x="4769" y="4884"/>
                  </a:lnTo>
                  <a:lnTo>
                    <a:pt x="3678" y="5704"/>
                  </a:lnTo>
                  <a:lnTo>
                    <a:pt x="1722" y="5378"/>
                  </a:lnTo>
                  <a:lnTo>
                    <a:pt x="0" y="3567"/>
                  </a:lnTo>
                  <a:lnTo>
                    <a:pt x="93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7" name="ph7887"/>
            <p:cNvSpPr/>
            <p:nvPr/>
          </p:nvSpPr>
          <p:spPr>
            <a:xfrm>
              <a:off x="11181892" y="3254668"/>
              <a:ext cx="24323" cy="14198"/>
            </a:xfrm>
            <a:custGeom>
              <a:avLst/>
              <a:pathLst>
                <a:path w="24323" h="14198">
                  <a:moveTo>
                    <a:pt x="18069" y="2186"/>
                  </a:moveTo>
                  <a:lnTo>
                    <a:pt x="20585" y="5742"/>
                  </a:lnTo>
                  <a:lnTo>
                    <a:pt x="24323" y="7244"/>
                  </a:lnTo>
                  <a:lnTo>
                    <a:pt x="21371" y="8925"/>
                  </a:lnTo>
                  <a:lnTo>
                    <a:pt x="20704" y="10325"/>
                  </a:lnTo>
                  <a:lnTo>
                    <a:pt x="19208" y="12799"/>
                  </a:lnTo>
                  <a:lnTo>
                    <a:pt x="17044" y="12327"/>
                  </a:lnTo>
                  <a:lnTo>
                    <a:pt x="16952" y="14198"/>
                  </a:lnTo>
                  <a:lnTo>
                    <a:pt x="16832" y="13699"/>
                  </a:lnTo>
                  <a:lnTo>
                    <a:pt x="13138" y="5695"/>
                  </a:lnTo>
                  <a:lnTo>
                    <a:pt x="6263" y="7929"/>
                  </a:lnTo>
                  <a:lnTo>
                    <a:pt x="3611" y="6450"/>
                  </a:lnTo>
                  <a:lnTo>
                    <a:pt x="153" y="6109"/>
                  </a:lnTo>
                  <a:lnTo>
                    <a:pt x="0" y="4453"/>
                  </a:lnTo>
                  <a:lnTo>
                    <a:pt x="9506" y="1734"/>
                  </a:lnTo>
                  <a:lnTo>
                    <a:pt x="9870" y="745"/>
                  </a:lnTo>
                  <a:lnTo>
                    <a:pt x="1217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8" name="ph7888"/>
            <p:cNvSpPr/>
            <p:nvPr/>
          </p:nvSpPr>
          <p:spPr>
            <a:xfrm>
              <a:off x="11105396" y="3172520"/>
              <a:ext cx="12167" cy="16102"/>
            </a:xfrm>
            <a:custGeom>
              <a:avLst/>
              <a:pathLst>
                <a:path w="12167" h="16102">
                  <a:moveTo>
                    <a:pt x="12167" y="4808"/>
                  </a:moveTo>
                  <a:lnTo>
                    <a:pt x="12140" y="14661"/>
                  </a:lnTo>
                  <a:lnTo>
                    <a:pt x="12018" y="16102"/>
                  </a:lnTo>
                  <a:lnTo>
                    <a:pt x="2096" y="12745"/>
                  </a:lnTo>
                  <a:lnTo>
                    <a:pt x="408" y="10293"/>
                  </a:lnTo>
                  <a:lnTo>
                    <a:pt x="0" y="8117"/>
                  </a:lnTo>
                  <a:lnTo>
                    <a:pt x="751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9" name="ph7889"/>
            <p:cNvSpPr/>
            <p:nvPr/>
          </p:nvSpPr>
          <p:spPr>
            <a:xfrm>
              <a:off x="11232556" y="3233115"/>
              <a:ext cx="5854" cy="5237"/>
            </a:xfrm>
            <a:custGeom>
              <a:avLst/>
              <a:pathLst>
                <a:path w="5854" h="5237">
                  <a:moveTo>
                    <a:pt x="1202" y="701"/>
                  </a:moveTo>
                  <a:lnTo>
                    <a:pt x="2550" y="1736"/>
                  </a:lnTo>
                  <a:lnTo>
                    <a:pt x="3370" y="2191"/>
                  </a:lnTo>
                  <a:lnTo>
                    <a:pt x="5325" y="3351"/>
                  </a:lnTo>
                  <a:lnTo>
                    <a:pt x="5788" y="4727"/>
                  </a:lnTo>
                  <a:lnTo>
                    <a:pt x="5854" y="5237"/>
                  </a:lnTo>
                  <a:lnTo>
                    <a:pt x="30" y="3932"/>
                  </a:lnTo>
                  <a:lnTo>
                    <a:pt x="0" y="2586"/>
                  </a:lnTo>
                  <a:lnTo>
                    <a:pt x="864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0" name="ph7890"/>
            <p:cNvSpPr/>
            <p:nvPr/>
          </p:nvSpPr>
          <p:spPr>
            <a:xfrm>
              <a:off x="11174653" y="3241533"/>
              <a:ext cx="17547" cy="17654"/>
            </a:xfrm>
            <a:custGeom>
              <a:avLst/>
              <a:pathLst>
                <a:path w="17547" h="17654">
                  <a:moveTo>
                    <a:pt x="10630" y="0"/>
                  </a:moveTo>
                  <a:lnTo>
                    <a:pt x="14526" y="731"/>
                  </a:lnTo>
                  <a:lnTo>
                    <a:pt x="17547" y="2034"/>
                  </a:lnTo>
                  <a:lnTo>
                    <a:pt x="17196" y="3097"/>
                  </a:lnTo>
                  <a:lnTo>
                    <a:pt x="14659" y="8937"/>
                  </a:lnTo>
                  <a:lnTo>
                    <a:pt x="16744" y="14869"/>
                  </a:lnTo>
                  <a:lnTo>
                    <a:pt x="7238" y="17589"/>
                  </a:lnTo>
                  <a:lnTo>
                    <a:pt x="6286" y="17654"/>
                  </a:lnTo>
                  <a:lnTo>
                    <a:pt x="5061" y="16870"/>
                  </a:lnTo>
                  <a:lnTo>
                    <a:pt x="8" y="16636"/>
                  </a:lnTo>
                  <a:lnTo>
                    <a:pt x="0" y="15604"/>
                  </a:lnTo>
                  <a:lnTo>
                    <a:pt x="1346" y="9384"/>
                  </a:lnTo>
                  <a:lnTo>
                    <a:pt x="2696" y="4368"/>
                  </a:lnTo>
                  <a:lnTo>
                    <a:pt x="2518" y="2407"/>
                  </a:lnTo>
                  <a:lnTo>
                    <a:pt x="5535" y="1964"/>
                  </a:lnTo>
                  <a:lnTo>
                    <a:pt x="8114" y="46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1" name="ph7891"/>
            <p:cNvSpPr/>
            <p:nvPr/>
          </p:nvSpPr>
          <p:spPr>
            <a:xfrm>
              <a:off x="11170400" y="3097711"/>
              <a:ext cx="14379" cy="11419"/>
            </a:xfrm>
            <a:custGeom>
              <a:avLst/>
              <a:pathLst>
                <a:path w="14379" h="11419">
                  <a:moveTo>
                    <a:pt x="5254" y="801"/>
                  </a:moveTo>
                  <a:lnTo>
                    <a:pt x="8616" y="3920"/>
                  </a:lnTo>
                  <a:lnTo>
                    <a:pt x="11828" y="5904"/>
                  </a:lnTo>
                  <a:lnTo>
                    <a:pt x="14379" y="5863"/>
                  </a:lnTo>
                  <a:lnTo>
                    <a:pt x="10994" y="7591"/>
                  </a:lnTo>
                  <a:lnTo>
                    <a:pt x="10148" y="9947"/>
                  </a:lnTo>
                  <a:lnTo>
                    <a:pt x="4893" y="11402"/>
                  </a:lnTo>
                  <a:lnTo>
                    <a:pt x="3130" y="8960"/>
                  </a:lnTo>
                  <a:lnTo>
                    <a:pt x="332" y="11419"/>
                  </a:lnTo>
                  <a:lnTo>
                    <a:pt x="0" y="4619"/>
                  </a:lnTo>
                  <a:lnTo>
                    <a:pt x="2392" y="1112"/>
                  </a:lnTo>
                  <a:lnTo>
                    <a:pt x="520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2" name="ph7892"/>
            <p:cNvSpPr/>
            <p:nvPr/>
          </p:nvSpPr>
          <p:spPr>
            <a:xfrm>
              <a:off x="11129455" y="3219846"/>
              <a:ext cx="7222" cy="9433"/>
            </a:xfrm>
            <a:custGeom>
              <a:avLst/>
              <a:pathLst>
                <a:path w="7222" h="9433">
                  <a:moveTo>
                    <a:pt x="7222" y="1863"/>
                  </a:moveTo>
                  <a:lnTo>
                    <a:pt x="4568" y="7722"/>
                  </a:lnTo>
                  <a:lnTo>
                    <a:pt x="2504" y="9433"/>
                  </a:lnTo>
                  <a:lnTo>
                    <a:pt x="0" y="3826"/>
                  </a:lnTo>
                  <a:lnTo>
                    <a:pt x="3045" y="1772"/>
                  </a:lnTo>
                  <a:lnTo>
                    <a:pt x="35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3" name="ph7893"/>
            <p:cNvSpPr/>
            <p:nvPr/>
          </p:nvSpPr>
          <p:spPr>
            <a:xfrm>
              <a:off x="11073872" y="3295298"/>
              <a:ext cx="15248" cy="9353"/>
            </a:xfrm>
            <a:custGeom>
              <a:avLst/>
              <a:pathLst>
                <a:path w="15248" h="9353">
                  <a:moveTo>
                    <a:pt x="15248" y="1395"/>
                  </a:moveTo>
                  <a:lnTo>
                    <a:pt x="9776" y="6471"/>
                  </a:lnTo>
                  <a:lnTo>
                    <a:pt x="7640" y="6971"/>
                  </a:lnTo>
                  <a:lnTo>
                    <a:pt x="0" y="9353"/>
                  </a:lnTo>
                  <a:lnTo>
                    <a:pt x="1806" y="7034"/>
                  </a:lnTo>
                  <a:lnTo>
                    <a:pt x="383" y="1585"/>
                  </a:lnTo>
                  <a:lnTo>
                    <a:pt x="2114" y="319"/>
                  </a:lnTo>
                  <a:lnTo>
                    <a:pt x="5200" y="954"/>
                  </a:lnTo>
                  <a:lnTo>
                    <a:pt x="1339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4" name="ph7894"/>
            <p:cNvSpPr/>
            <p:nvPr/>
          </p:nvSpPr>
          <p:spPr>
            <a:xfrm>
              <a:off x="11202935" y="3140342"/>
              <a:ext cx="14719" cy="9678"/>
            </a:xfrm>
            <a:custGeom>
              <a:avLst/>
              <a:pathLst>
                <a:path w="14719" h="9678">
                  <a:moveTo>
                    <a:pt x="14719" y="1186"/>
                  </a:moveTo>
                  <a:lnTo>
                    <a:pt x="13345" y="3045"/>
                  </a:lnTo>
                  <a:lnTo>
                    <a:pt x="12772" y="6426"/>
                  </a:lnTo>
                  <a:lnTo>
                    <a:pt x="14709" y="8790"/>
                  </a:lnTo>
                  <a:lnTo>
                    <a:pt x="14631" y="9661"/>
                  </a:lnTo>
                  <a:lnTo>
                    <a:pt x="12846" y="8047"/>
                  </a:lnTo>
                  <a:lnTo>
                    <a:pt x="10843" y="9427"/>
                  </a:lnTo>
                  <a:lnTo>
                    <a:pt x="8493" y="9517"/>
                  </a:lnTo>
                  <a:lnTo>
                    <a:pt x="7046" y="9678"/>
                  </a:lnTo>
                  <a:lnTo>
                    <a:pt x="4600" y="8625"/>
                  </a:lnTo>
                  <a:lnTo>
                    <a:pt x="1495" y="6049"/>
                  </a:lnTo>
                  <a:lnTo>
                    <a:pt x="0" y="3729"/>
                  </a:lnTo>
                  <a:lnTo>
                    <a:pt x="605" y="2273"/>
                  </a:lnTo>
                  <a:lnTo>
                    <a:pt x="2653" y="758"/>
                  </a:lnTo>
                  <a:lnTo>
                    <a:pt x="8893" y="1282"/>
                  </a:lnTo>
                  <a:lnTo>
                    <a:pt x="1123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5" name="ph7895"/>
            <p:cNvSpPr/>
            <p:nvPr/>
          </p:nvSpPr>
          <p:spPr>
            <a:xfrm>
              <a:off x="11226636" y="3106581"/>
              <a:ext cx="10868" cy="12553"/>
            </a:xfrm>
            <a:custGeom>
              <a:avLst/>
              <a:pathLst>
                <a:path w="10868" h="12553">
                  <a:moveTo>
                    <a:pt x="7016" y="684"/>
                  </a:moveTo>
                  <a:lnTo>
                    <a:pt x="9743" y="5205"/>
                  </a:lnTo>
                  <a:lnTo>
                    <a:pt x="10868" y="7440"/>
                  </a:lnTo>
                  <a:lnTo>
                    <a:pt x="10520" y="9642"/>
                  </a:lnTo>
                  <a:lnTo>
                    <a:pt x="9636" y="10788"/>
                  </a:lnTo>
                  <a:lnTo>
                    <a:pt x="5088" y="11069"/>
                  </a:lnTo>
                  <a:lnTo>
                    <a:pt x="2004" y="12553"/>
                  </a:lnTo>
                  <a:lnTo>
                    <a:pt x="792" y="11596"/>
                  </a:lnTo>
                  <a:lnTo>
                    <a:pt x="0" y="7131"/>
                  </a:lnTo>
                  <a:lnTo>
                    <a:pt x="2137" y="6647"/>
                  </a:lnTo>
                  <a:lnTo>
                    <a:pt x="5396" y="7831"/>
                  </a:lnTo>
                  <a:lnTo>
                    <a:pt x="6090" y="3218"/>
                  </a:lnTo>
                  <a:lnTo>
                    <a:pt x="1362" y="438"/>
                  </a:lnTo>
                  <a:lnTo>
                    <a:pt x="191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6" name="ph7896"/>
            <p:cNvSpPr/>
            <p:nvPr/>
          </p:nvSpPr>
          <p:spPr>
            <a:xfrm>
              <a:off x="11284895" y="3205965"/>
              <a:ext cx="7563" cy="8137"/>
            </a:xfrm>
            <a:custGeom>
              <a:avLst/>
              <a:pathLst>
                <a:path w="7563" h="8137">
                  <a:moveTo>
                    <a:pt x="7403" y="2555"/>
                  </a:moveTo>
                  <a:lnTo>
                    <a:pt x="6567" y="8137"/>
                  </a:lnTo>
                  <a:lnTo>
                    <a:pt x="1279" y="7662"/>
                  </a:lnTo>
                  <a:lnTo>
                    <a:pt x="0" y="3444"/>
                  </a:lnTo>
                  <a:lnTo>
                    <a:pt x="2549" y="3195"/>
                  </a:lnTo>
                  <a:lnTo>
                    <a:pt x="756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7" name="ph7897"/>
            <p:cNvSpPr/>
            <p:nvPr/>
          </p:nvSpPr>
          <p:spPr>
            <a:xfrm>
              <a:off x="11137408" y="3197187"/>
              <a:ext cx="10044" cy="7274"/>
            </a:xfrm>
            <a:custGeom>
              <a:avLst/>
              <a:pathLst>
                <a:path w="10044" h="7274">
                  <a:moveTo>
                    <a:pt x="2383" y="0"/>
                  </a:moveTo>
                  <a:lnTo>
                    <a:pt x="10044" y="3150"/>
                  </a:lnTo>
                  <a:lnTo>
                    <a:pt x="4877" y="5137"/>
                  </a:lnTo>
                  <a:lnTo>
                    <a:pt x="3046" y="7274"/>
                  </a:lnTo>
                  <a:lnTo>
                    <a:pt x="202" y="5720"/>
                  </a:lnTo>
                  <a:lnTo>
                    <a:pt x="0" y="12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8" name="ph7898"/>
            <p:cNvSpPr/>
            <p:nvPr/>
          </p:nvSpPr>
          <p:spPr>
            <a:xfrm>
              <a:off x="11229402" y="3247793"/>
              <a:ext cx="5145" cy="4551"/>
            </a:xfrm>
            <a:custGeom>
              <a:avLst/>
              <a:pathLst>
                <a:path w="5145" h="4551">
                  <a:moveTo>
                    <a:pt x="3482" y="2548"/>
                  </a:moveTo>
                  <a:lnTo>
                    <a:pt x="5145" y="3168"/>
                  </a:lnTo>
                  <a:lnTo>
                    <a:pt x="4606" y="4063"/>
                  </a:lnTo>
                  <a:lnTo>
                    <a:pt x="4312" y="4551"/>
                  </a:lnTo>
                  <a:lnTo>
                    <a:pt x="668" y="2594"/>
                  </a:lnTo>
                  <a:lnTo>
                    <a:pt x="0" y="2503"/>
                  </a:lnTo>
                  <a:lnTo>
                    <a:pt x="541" y="0"/>
                  </a:lnTo>
                  <a:lnTo>
                    <a:pt x="2271" y="43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9" name="ph7899"/>
            <p:cNvSpPr/>
            <p:nvPr/>
          </p:nvSpPr>
          <p:spPr>
            <a:xfrm>
              <a:off x="11231078" y="3241666"/>
              <a:ext cx="8371" cy="6454"/>
            </a:xfrm>
            <a:custGeom>
              <a:avLst/>
              <a:pathLst>
                <a:path w="8371" h="6454">
                  <a:moveTo>
                    <a:pt x="7877" y="6454"/>
                  </a:moveTo>
                  <a:lnTo>
                    <a:pt x="320" y="3908"/>
                  </a:lnTo>
                  <a:lnTo>
                    <a:pt x="0" y="2211"/>
                  </a:lnTo>
                  <a:lnTo>
                    <a:pt x="5338" y="1767"/>
                  </a:lnTo>
                  <a:lnTo>
                    <a:pt x="8371" y="0"/>
                  </a:lnTo>
                  <a:lnTo>
                    <a:pt x="8187" y="611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0" name="ph7900"/>
            <p:cNvSpPr/>
            <p:nvPr/>
          </p:nvSpPr>
          <p:spPr>
            <a:xfrm>
              <a:off x="11294414" y="3394032"/>
              <a:ext cx="312" cy="241"/>
            </a:xfrm>
            <a:custGeom>
              <a:avLst/>
              <a:pathLst>
                <a:path w="312" h="241">
                  <a:moveTo>
                    <a:pt x="265" y="0"/>
                  </a:moveTo>
                  <a:lnTo>
                    <a:pt x="312" y="241"/>
                  </a:lnTo>
                  <a:lnTo>
                    <a:pt x="0" y="3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1" name="ph7901"/>
            <p:cNvSpPr/>
            <p:nvPr/>
          </p:nvSpPr>
          <p:spPr>
            <a:xfrm>
              <a:off x="11295264" y="3393594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2" name="ph7902"/>
            <p:cNvSpPr/>
            <p:nvPr/>
          </p:nvSpPr>
          <p:spPr>
            <a:xfrm>
              <a:off x="11302104" y="3389709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3" name="ph7903"/>
            <p:cNvSpPr/>
            <p:nvPr/>
          </p:nvSpPr>
          <p:spPr>
            <a:xfrm>
              <a:off x="11307003" y="3386343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4" name="ph7904"/>
            <p:cNvSpPr/>
            <p:nvPr/>
          </p:nvSpPr>
          <p:spPr>
            <a:xfrm>
              <a:off x="11311053" y="3384074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5" name="ph7905"/>
            <p:cNvSpPr/>
            <p:nvPr/>
          </p:nvSpPr>
          <p:spPr>
            <a:xfrm>
              <a:off x="11277178" y="3361375"/>
              <a:ext cx="38272" cy="33126"/>
            </a:xfrm>
            <a:custGeom>
              <a:avLst/>
              <a:pathLst>
                <a:path w="38272" h="33126">
                  <a:moveTo>
                    <a:pt x="15078" y="10629"/>
                  </a:moveTo>
                  <a:lnTo>
                    <a:pt x="17999" y="11073"/>
                  </a:lnTo>
                  <a:lnTo>
                    <a:pt x="30113" y="10216"/>
                  </a:lnTo>
                  <a:lnTo>
                    <a:pt x="29903" y="11311"/>
                  </a:lnTo>
                  <a:lnTo>
                    <a:pt x="31595" y="14215"/>
                  </a:lnTo>
                  <a:lnTo>
                    <a:pt x="32074" y="14570"/>
                  </a:lnTo>
                  <a:lnTo>
                    <a:pt x="34320" y="13644"/>
                  </a:lnTo>
                  <a:lnTo>
                    <a:pt x="38272" y="19675"/>
                  </a:lnTo>
                  <a:lnTo>
                    <a:pt x="29566" y="23000"/>
                  </a:lnTo>
                  <a:lnTo>
                    <a:pt x="28441" y="24436"/>
                  </a:lnTo>
                  <a:lnTo>
                    <a:pt x="29356" y="25801"/>
                  </a:lnTo>
                  <a:lnTo>
                    <a:pt x="15902" y="33058"/>
                  </a:lnTo>
                  <a:lnTo>
                    <a:pt x="5367" y="33126"/>
                  </a:lnTo>
                  <a:lnTo>
                    <a:pt x="5551" y="26867"/>
                  </a:lnTo>
                  <a:lnTo>
                    <a:pt x="4376" y="19191"/>
                  </a:lnTo>
                  <a:lnTo>
                    <a:pt x="0" y="11628"/>
                  </a:lnTo>
                  <a:lnTo>
                    <a:pt x="1153" y="10791"/>
                  </a:lnTo>
                  <a:lnTo>
                    <a:pt x="4213" y="11858"/>
                  </a:lnTo>
                  <a:lnTo>
                    <a:pt x="12902" y="11664"/>
                  </a:lnTo>
                  <a:lnTo>
                    <a:pt x="11639" y="8396"/>
                  </a:lnTo>
                  <a:lnTo>
                    <a:pt x="12380" y="5137"/>
                  </a:lnTo>
                  <a:lnTo>
                    <a:pt x="8479" y="4594"/>
                  </a:lnTo>
                  <a:lnTo>
                    <a:pt x="9031" y="2815"/>
                  </a:lnTo>
                  <a:lnTo>
                    <a:pt x="11468" y="2112"/>
                  </a:lnTo>
                  <a:lnTo>
                    <a:pt x="13043" y="0"/>
                  </a:lnTo>
                  <a:lnTo>
                    <a:pt x="14328" y="895"/>
                  </a:lnTo>
                  <a:lnTo>
                    <a:pt x="15300" y="2044"/>
                  </a:lnTo>
                  <a:lnTo>
                    <a:pt x="14275" y="7799"/>
                  </a:lnTo>
                  <a:lnTo>
                    <a:pt x="14322" y="970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6" name="ph7906"/>
            <p:cNvSpPr/>
            <p:nvPr/>
          </p:nvSpPr>
          <p:spPr>
            <a:xfrm>
              <a:off x="11141663" y="3207107"/>
              <a:ext cx="9202" cy="18962"/>
            </a:xfrm>
            <a:custGeom>
              <a:avLst/>
              <a:pathLst>
                <a:path w="9202" h="18962">
                  <a:moveTo>
                    <a:pt x="7571" y="10913"/>
                  </a:moveTo>
                  <a:lnTo>
                    <a:pt x="8746" y="16930"/>
                  </a:lnTo>
                  <a:lnTo>
                    <a:pt x="7207" y="18962"/>
                  </a:lnTo>
                  <a:lnTo>
                    <a:pt x="6190" y="15501"/>
                  </a:lnTo>
                  <a:lnTo>
                    <a:pt x="4789" y="14157"/>
                  </a:lnTo>
                  <a:lnTo>
                    <a:pt x="1985" y="15485"/>
                  </a:lnTo>
                  <a:lnTo>
                    <a:pt x="2098" y="10345"/>
                  </a:lnTo>
                  <a:lnTo>
                    <a:pt x="1643" y="7659"/>
                  </a:lnTo>
                  <a:lnTo>
                    <a:pt x="602" y="7088"/>
                  </a:lnTo>
                  <a:lnTo>
                    <a:pt x="0" y="2855"/>
                  </a:lnTo>
                  <a:lnTo>
                    <a:pt x="920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7" name="ph7907"/>
            <p:cNvSpPr/>
            <p:nvPr/>
          </p:nvSpPr>
          <p:spPr>
            <a:xfrm>
              <a:off x="11284369" y="3205968"/>
              <a:ext cx="3075" cy="3442"/>
            </a:xfrm>
            <a:custGeom>
              <a:avLst/>
              <a:pathLst>
                <a:path w="3075" h="3442">
                  <a:moveTo>
                    <a:pt x="3075" y="3192"/>
                  </a:moveTo>
                  <a:lnTo>
                    <a:pt x="525" y="3442"/>
                  </a:lnTo>
                  <a:lnTo>
                    <a:pt x="0" y="2939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8" name="ph7908"/>
            <p:cNvSpPr/>
            <p:nvPr/>
          </p:nvSpPr>
          <p:spPr>
            <a:xfrm>
              <a:off x="11150894" y="3163364"/>
              <a:ext cx="19691" cy="18797"/>
            </a:xfrm>
            <a:custGeom>
              <a:avLst/>
              <a:pathLst>
                <a:path w="19691" h="18797">
                  <a:moveTo>
                    <a:pt x="19691" y="1214"/>
                  </a:moveTo>
                  <a:lnTo>
                    <a:pt x="18265" y="6068"/>
                  </a:lnTo>
                  <a:lnTo>
                    <a:pt x="14862" y="9639"/>
                  </a:lnTo>
                  <a:lnTo>
                    <a:pt x="14119" y="9259"/>
                  </a:lnTo>
                  <a:lnTo>
                    <a:pt x="13620" y="8839"/>
                  </a:lnTo>
                  <a:lnTo>
                    <a:pt x="14888" y="4515"/>
                  </a:lnTo>
                  <a:lnTo>
                    <a:pt x="13005" y="2020"/>
                  </a:lnTo>
                  <a:lnTo>
                    <a:pt x="12126" y="11713"/>
                  </a:lnTo>
                  <a:lnTo>
                    <a:pt x="9059" y="9665"/>
                  </a:lnTo>
                  <a:lnTo>
                    <a:pt x="7098" y="9393"/>
                  </a:lnTo>
                  <a:lnTo>
                    <a:pt x="1486" y="10754"/>
                  </a:lnTo>
                  <a:lnTo>
                    <a:pt x="1007" y="13649"/>
                  </a:lnTo>
                  <a:lnTo>
                    <a:pt x="5010" y="15093"/>
                  </a:lnTo>
                  <a:lnTo>
                    <a:pt x="5898" y="16186"/>
                  </a:lnTo>
                  <a:lnTo>
                    <a:pt x="4382" y="18797"/>
                  </a:lnTo>
                  <a:lnTo>
                    <a:pt x="2027" y="18678"/>
                  </a:lnTo>
                  <a:lnTo>
                    <a:pt x="736" y="15536"/>
                  </a:lnTo>
                  <a:lnTo>
                    <a:pt x="0" y="12150"/>
                  </a:lnTo>
                  <a:lnTo>
                    <a:pt x="668" y="10154"/>
                  </a:lnTo>
                  <a:lnTo>
                    <a:pt x="4045" y="9580"/>
                  </a:lnTo>
                  <a:lnTo>
                    <a:pt x="8474" y="8841"/>
                  </a:lnTo>
                  <a:lnTo>
                    <a:pt x="9137" y="5631"/>
                  </a:lnTo>
                  <a:lnTo>
                    <a:pt x="11888" y="4549"/>
                  </a:lnTo>
                  <a:lnTo>
                    <a:pt x="11765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9" name="ph7909"/>
            <p:cNvSpPr/>
            <p:nvPr/>
          </p:nvSpPr>
          <p:spPr>
            <a:xfrm>
              <a:off x="11411821" y="3266160"/>
              <a:ext cx="19818" cy="22909"/>
            </a:xfrm>
            <a:custGeom>
              <a:avLst/>
              <a:pathLst>
                <a:path w="19818" h="22909">
                  <a:moveTo>
                    <a:pt x="14389" y="66"/>
                  </a:moveTo>
                  <a:lnTo>
                    <a:pt x="19452" y="2671"/>
                  </a:lnTo>
                  <a:lnTo>
                    <a:pt x="19818" y="9529"/>
                  </a:lnTo>
                  <a:lnTo>
                    <a:pt x="17020" y="15916"/>
                  </a:lnTo>
                  <a:lnTo>
                    <a:pt x="12421" y="21303"/>
                  </a:lnTo>
                  <a:lnTo>
                    <a:pt x="6706" y="22909"/>
                  </a:lnTo>
                  <a:lnTo>
                    <a:pt x="2495" y="22906"/>
                  </a:lnTo>
                  <a:lnTo>
                    <a:pt x="1947" y="19380"/>
                  </a:lnTo>
                  <a:lnTo>
                    <a:pt x="1854" y="17100"/>
                  </a:lnTo>
                  <a:lnTo>
                    <a:pt x="3401" y="17398"/>
                  </a:lnTo>
                  <a:lnTo>
                    <a:pt x="4176" y="14233"/>
                  </a:lnTo>
                  <a:lnTo>
                    <a:pt x="2538" y="12187"/>
                  </a:lnTo>
                  <a:lnTo>
                    <a:pt x="789" y="6811"/>
                  </a:lnTo>
                  <a:lnTo>
                    <a:pt x="0" y="1990"/>
                  </a:lnTo>
                  <a:lnTo>
                    <a:pt x="72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0" name="ph7910"/>
            <p:cNvSpPr/>
            <p:nvPr/>
          </p:nvSpPr>
          <p:spPr>
            <a:xfrm>
              <a:off x="11235099" y="3287920"/>
              <a:ext cx="17725" cy="15014"/>
            </a:xfrm>
            <a:custGeom>
              <a:avLst/>
              <a:pathLst>
                <a:path w="17725" h="15014">
                  <a:moveTo>
                    <a:pt x="4868" y="0"/>
                  </a:moveTo>
                  <a:lnTo>
                    <a:pt x="11441" y="7199"/>
                  </a:lnTo>
                  <a:lnTo>
                    <a:pt x="13496" y="7124"/>
                  </a:lnTo>
                  <a:lnTo>
                    <a:pt x="17196" y="7925"/>
                  </a:lnTo>
                  <a:lnTo>
                    <a:pt x="17374" y="10073"/>
                  </a:lnTo>
                  <a:lnTo>
                    <a:pt x="16761" y="11408"/>
                  </a:lnTo>
                  <a:lnTo>
                    <a:pt x="17725" y="12832"/>
                  </a:lnTo>
                  <a:lnTo>
                    <a:pt x="11596" y="14945"/>
                  </a:lnTo>
                  <a:lnTo>
                    <a:pt x="9224" y="15014"/>
                  </a:lnTo>
                  <a:lnTo>
                    <a:pt x="925" y="11592"/>
                  </a:lnTo>
                  <a:lnTo>
                    <a:pt x="0" y="10525"/>
                  </a:lnTo>
                  <a:lnTo>
                    <a:pt x="3064" y="6700"/>
                  </a:lnTo>
                  <a:lnTo>
                    <a:pt x="3533" y="1022"/>
                  </a:lnTo>
                  <a:lnTo>
                    <a:pt x="2862" y="28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1" name="ph7911"/>
            <p:cNvSpPr/>
            <p:nvPr/>
          </p:nvSpPr>
          <p:spPr>
            <a:xfrm>
              <a:off x="11199961" y="3253138"/>
              <a:ext cx="18073" cy="10857"/>
            </a:xfrm>
            <a:custGeom>
              <a:avLst/>
              <a:pathLst>
                <a:path w="18073" h="10857">
                  <a:moveTo>
                    <a:pt x="10493" y="2563"/>
                  </a:moveTo>
                  <a:lnTo>
                    <a:pt x="17722" y="1051"/>
                  </a:lnTo>
                  <a:lnTo>
                    <a:pt x="17796" y="4936"/>
                  </a:lnTo>
                  <a:lnTo>
                    <a:pt x="18073" y="10857"/>
                  </a:lnTo>
                  <a:lnTo>
                    <a:pt x="10002" y="9960"/>
                  </a:lnTo>
                  <a:lnTo>
                    <a:pt x="8507" y="8802"/>
                  </a:lnTo>
                  <a:lnTo>
                    <a:pt x="6254" y="8774"/>
                  </a:lnTo>
                  <a:lnTo>
                    <a:pt x="2515" y="7272"/>
                  </a:lnTo>
                  <a:lnTo>
                    <a:pt x="0" y="3717"/>
                  </a:lnTo>
                  <a:lnTo>
                    <a:pt x="361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2" name="ph7912"/>
            <p:cNvSpPr/>
            <p:nvPr/>
          </p:nvSpPr>
          <p:spPr>
            <a:xfrm>
              <a:off x="11315637" y="3298717"/>
              <a:ext cx="19924" cy="10308"/>
            </a:xfrm>
            <a:custGeom>
              <a:avLst/>
              <a:pathLst>
                <a:path w="19924" h="10308">
                  <a:moveTo>
                    <a:pt x="14996" y="4434"/>
                  </a:moveTo>
                  <a:lnTo>
                    <a:pt x="16540" y="4275"/>
                  </a:lnTo>
                  <a:lnTo>
                    <a:pt x="17895" y="2278"/>
                  </a:lnTo>
                  <a:lnTo>
                    <a:pt x="19693" y="3566"/>
                  </a:lnTo>
                  <a:lnTo>
                    <a:pt x="19924" y="9565"/>
                  </a:lnTo>
                  <a:lnTo>
                    <a:pt x="19191" y="10105"/>
                  </a:lnTo>
                  <a:lnTo>
                    <a:pt x="17798" y="8542"/>
                  </a:lnTo>
                  <a:lnTo>
                    <a:pt x="12131" y="6906"/>
                  </a:lnTo>
                  <a:lnTo>
                    <a:pt x="8071" y="10308"/>
                  </a:lnTo>
                  <a:lnTo>
                    <a:pt x="5488" y="10021"/>
                  </a:lnTo>
                  <a:lnTo>
                    <a:pt x="3854" y="7022"/>
                  </a:lnTo>
                  <a:lnTo>
                    <a:pt x="0" y="4701"/>
                  </a:lnTo>
                  <a:lnTo>
                    <a:pt x="579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3" name="ph7913"/>
            <p:cNvSpPr/>
            <p:nvPr/>
          </p:nvSpPr>
          <p:spPr>
            <a:xfrm>
              <a:off x="11083829" y="3188248"/>
              <a:ext cx="10185" cy="12626"/>
            </a:xfrm>
            <a:custGeom>
              <a:avLst/>
              <a:pathLst>
                <a:path w="10185" h="12626">
                  <a:moveTo>
                    <a:pt x="10185" y="3270"/>
                  </a:moveTo>
                  <a:lnTo>
                    <a:pt x="9253" y="5990"/>
                  </a:lnTo>
                  <a:lnTo>
                    <a:pt x="4725" y="8464"/>
                  </a:lnTo>
                  <a:lnTo>
                    <a:pt x="4239" y="12626"/>
                  </a:lnTo>
                  <a:lnTo>
                    <a:pt x="0" y="8856"/>
                  </a:lnTo>
                  <a:lnTo>
                    <a:pt x="1250" y="7969"/>
                  </a:lnTo>
                  <a:lnTo>
                    <a:pt x="2359" y="5195"/>
                  </a:lnTo>
                  <a:lnTo>
                    <a:pt x="1741" y="1537"/>
                  </a:lnTo>
                  <a:lnTo>
                    <a:pt x="3774" y="629"/>
                  </a:lnTo>
                  <a:lnTo>
                    <a:pt x="4388" y="1109"/>
                  </a:lnTo>
                  <a:lnTo>
                    <a:pt x="789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4" name="ph7914"/>
            <p:cNvSpPr/>
            <p:nvPr/>
          </p:nvSpPr>
          <p:spPr>
            <a:xfrm>
              <a:off x="11408695" y="3296389"/>
              <a:ext cx="16257" cy="23300"/>
            </a:xfrm>
            <a:custGeom>
              <a:avLst/>
              <a:pathLst>
                <a:path w="16257" h="23300">
                  <a:moveTo>
                    <a:pt x="9686" y="600"/>
                  </a:moveTo>
                  <a:lnTo>
                    <a:pt x="10279" y="1846"/>
                  </a:lnTo>
                  <a:lnTo>
                    <a:pt x="14238" y="2508"/>
                  </a:lnTo>
                  <a:lnTo>
                    <a:pt x="12717" y="6422"/>
                  </a:lnTo>
                  <a:lnTo>
                    <a:pt x="14301" y="10393"/>
                  </a:lnTo>
                  <a:lnTo>
                    <a:pt x="16115" y="14489"/>
                  </a:lnTo>
                  <a:lnTo>
                    <a:pt x="16257" y="14649"/>
                  </a:lnTo>
                  <a:lnTo>
                    <a:pt x="13695" y="17741"/>
                  </a:lnTo>
                  <a:lnTo>
                    <a:pt x="11237" y="18397"/>
                  </a:lnTo>
                  <a:lnTo>
                    <a:pt x="10860" y="22900"/>
                  </a:lnTo>
                  <a:lnTo>
                    <a:pt x="5317" y="23300"/>
                  </a:lnTo>
                  <a:lnTo>
                    <a:pt x="3629" y="22781"/>
                  </a:lnTo>
                  <a:lnTo>
                    <a:pt x="0" y="16714"/>
                  </a:lnTo>
                  <a:lnTo>
                    <a:pt x="1646" y="6121"/>
                  </a:lnTo>
                  <a:lnTo>
                    <a:pt x="1017" y="4365"/>
                  </a:lnTo>
                  <a:lnTo>
                    <a:pt x="778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5" name="ph7915"/>
            <p:cNvSpPr/>
            <p:nvPr/>
          </p:nvSpPr>
          <p:spPr>
            <a:xfrm>
              <a:off x="11147274" y="3149950"/>
              <a:ext cx="9942" cy="10368"/>
            </a:xfrm>
            <a:custGeom>
              <a:avLst/>
              <a:pathLst>
                <a:path w="9942" h="10368">
                  <a:moveTo>
                    <a:pt x="9772" y="570"/>
                  </a:moveTo>
                  <a:lnTo>
                    <a:pt x="9226" y="1843"/>
                  </a:lnTo>
                  <a:lnTo>
                    <a:pt x="9942" y="7920"/>
                  </a:lnTo>
                  <a:lnTo>
                    <a:pt x="3701" y="10368"/>
                  </a:lnTo>
                  <a:lnTo>
                    <a:pt x="0" y="6893"/>
                  </a:lnTo>
                  <a:lnTo>
                    <a:pt x="3295" y="2936"/>
                  </a:lnTo>
                  <a:lnTo>
                    <a:pt x="711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6" name="ph7916"/>
            <p:cNvSpPr/>
            <p:nvPr/>
          </p:nvSpPr>
          <p:spPr>
            <a:xfrm>
              <a:off x="11182186" y="3107720"/>
              <a:ext cx="16791" cy="16230"/>
            </a:xfrm>
            <a:custGeom>
              <a:avLst/>
              <a:pathLst>
                <a:path w="16791" h="16230">
                  <a:moveTo>
                    <a:pt x="16791" y="2390"/>
                  </a:moveTo>
                  <a:lnTo>
                    <a:pt x="14343" y="6071"/>
                  </a:lnTo>
                  <a:lnTo>
                    <a:pt x="15130" y="10013"/>
                  </a:lnTo>
                  <a:lnTo>
                    <a:pt x="8215" y="16230"/>
                  </a:lnTo>
                  <a:lnTo>
                    <a:pt x="3145" y="12525"/>
                  </a:lnTo>
                  <a:lnTo>
                    <a:pt x="0" y="8396"/>
                  </a:lnTo>
                  <a:lnTo>
                    <a:pt x="2410" y="5293"/>
                  </a:lnTo>
                  <a:lnTo>
                    <a:pt x="5818" y="5176"/>
                  </a:lnTo>
                  <a:lnTo>
                    <a:pt x="1652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7" name="ph7917"/>
            <p:cNvSpPr/>
            <p:nvPr/>
          </p:nvSpPr>
          <p:spPr>
            <a:xfrm>
              <a:off x="11265008" y="3310684"/>
              <a:ext cx="17638" cy="21041"/>
            </a:xfrm>
            <a:custGeom>
              <a:avLst/>
              <a:pathLst>
                <a:path w="17638" h="21041">
                  <a:moveTo>
                    <a:pt x="4708" y="821"/>
                  </a:moveTo>
                  <a:lnTo>
                    <a:pt x="5243" y="1678"/>
                  </a:lnTo>
                  <a:lnTo>
                    <a:pt x="4769" y="2860"/>
                  </a:lnTo>
                  <a:lnTo>
                    <a:pt x="8349" y="6113"/>
                  </a:lnTo>
                  <a:lnTo>
                    <a:pt x="9575" y="6936"/>
                  </a:lnTo>
                  <a:lnTo>
                    <a:pt x="12247" y="7071"/>
                  </a:lnTo>
                  <a:lnTo>
                    <a:pt x="17297" y="3958"/>
                  </a:lnTo>
                  <a:lnTo>
                    <a:pt x="17638" y="7767"/>
                  </a:lnTo>
                  <a:lnTo>
                    <a:pt x="13243" y="12570"/>
                  </a:lnTo>
                  <a:lnTo>
                    <a:pt x="13031" y="15901"/>
                  </a:lnTo>
                  <a:lnTo>
                    <a:pt x="13714" y="19314"/>
                  </a:lnTo>
                  <a:lnTo>
                    <a:pt x="12260" y="21041"/>
                  </a:lnTo>
                  <a:lnTo>
                    <a:pt x="8332" y="16868"/>
                  </a:lnTo>
                  <a:lnTo>
                    <a:pt x="8352" y="14669"/>
                  </a:lnTo>
                  <a:lnTo>
                    <a:pt x="3652" y="12211"/>
                  </a:lnTo>
                  <a:lnTo>
                    <a:pt x="2618" y="8618"/>
                  </a:lnTo>
                  <a:lnTo>
                    <a:pt x="445" y="5467"/>
                  </a:lnTo>
                  <a:lnTo>
                    <a:pt x="0" y="1565"/>
                  </a:lnTo>
                  <a:lnTo>
                    <a:pt x="215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8" name="ph7918"/>
            <p:cNvSpPr/>
            <p:nvPr/>
          </p:nvSpPr>
          <p:spPr>
            <a:xfrm>
              <a:off x="11079129" y="3233411"/>
              <a:ext cx="13881" cy="9297"/>
            </a:xfrm>
            <a:custGeom>
              <a:avLst/>
              <a:pathLst>
                <a:path w="13881" h="9297">
                  <a:moveTo>
                    <a:pt x="9273" y="2915"/>
                  </a:moveTo>
                  <a:lnTo>
                    <a:pt x="9886" y="2180"/>
                  </a:lnTo>
                  <a:lnTo>
                    <a:pt x="13881" y="4446"/>
                  </a:lnTo>
                  <a:lnTo>
                    <a:pt x="12687" y="6687"/>
                  </a:lnTo>
                  <a:lnTo>
                    <a:pt x="11396" y="7425"/>
                  </a:lnTo>
                  <a:lnTo>
                    <a:pt x="4297" y="9297"/>
                  </a:lnTo>
                  <a:lnTo>
                    <a:pt x="2057" y="8797"/>
                  </a:lnTo>
                  <a:lnTo>
                    <a:pt x="2617" y="8368"/>
                  </a:lnTo>
                  <a:lnTo>
                    <a:pt x="7775" y="7580"/>
                  </a:lnTo>
                  <a:lnTo>
                    <a:pt x="6414" y="4825"/>
                  </a:lnTo>
                  <a:lnTo>
                    <a:pt x="5111" y="3797"/>
                  </a:lnTo>
                  <a:lnTo>
                    <a:pt x="3836" y="3213"/>
                  </a:lnTo>
                  <a:lnTo>
                    <a:pt x="2963" y="3607"/>
                  </a:lnTo>
                  <a:lnTo>
                    <a:pt x="0" y="2003"/>
                  </a:lnTo>
                  <a:lnTo>
                    <a:pt x="2608" y="0"/>
                  </a:lnTo>
                  <a:lnTo>
                    <a:pt x="3439" y="109"/>
                  </a:lnTo>
                  <a:lnTo>
                    <a:pt x="5131" y="340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9" name="ph7919"/>
            <p:cNvSpPr/>
            <p:nvPr/>
          </p:nvSpPr>
          <p:spPr>
            <a:xfrm>
              <a:off x="11073075" y="3229384"/>
              <a:ext cx="4424" cy="7147"/>
            </a:xfrm>
            <a:custGeom>
              <a:avLst/>
              <a:pathLst>
                <a:path w="4424" h="7147">
                  <a:moveTo>
                    <a:pt x="2109" y="6911"/>
                  </a:moveTo>
                  <a:lnTo>
                    <a:pt x="0" y="4903"/>
                  </a:lnTo>
                  <a:lnTo>
                    <a:pt x="1603" y="2206"/>
                  </a:lnTo>
                  <a:lnTo>
                    <a:pt x="1380" y="815"/>
                  </a:lnTo>
                  <a:lnTo>
                    <a:pt x="3212" y="0"/>
                  </a:lnTo>
                  <a:lnTo>
                    <a:pt x="4323" y="1905"/>
                  </a:lnTo>
                  <a:lnTo>
                    <a:pt x="4424" y="5402"/>
                  </a:lnTo>
                  <a:lnTo>
                    <a:pt x="3071" y="714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0" name="ph7920"/>
            <p:cNvSpPr/>
            <p:nvPr/>
          </p:nvSpPr>
          <p:spPr>
            <a:xfrm>
              <a:off x="11127917" y="3204489"/>
              <a:ext cx="8054" cy="7984"/>
            </a:xfrm>
            <a:custGeom>
              <a:avLst/>
              <a:pathLst>
                <a:path w="8054" h="7984">
                  <a:moveTo>
                    <a:pt x="8054" y="2819"/>
                  </a:moveTo>
                  <a:lnTo>
                    <a:pt x="7486" y="5128"/>
                  </a:lnTo>
                  <a:lnTo>
                    <a:pt x="6232" y="6285"/>
                  </a:lnTo>
                  <a:lnTo>
                    <a:pt x="718" y="7984"/>
                  </a:lnTo>
                  <a:lnTo>
                    <a:pt x="168" y="7852"/>
                  </a:lnTo>
                  <a:lnTo>
                    <a:pt x="0" y="4890"/>
                  </a:lnTo>
                  <a:lnTo>
                    <a:pt x="33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1" name="ph7921"/>
            <p:cNvSpPr/>
            <p:nvPr/>
          </p:nvSpPr>
          <p:spPr>
            <a:xfrm>
              <a:off x="11290817" y="3192112"/>
              <a:ext cx="4417" cy="5598"/>
            </a:xfrm>
            <a:custGeom>
              <a:avLst/>
              <a:pathLst>
                <a:path w="4417" h="5598">
                  <a:moveTo>
                    <a:pt x="4061" y="1553"/>
                  </a:moveTo>
                  <a:lnTo>
                    <a:pt x="4417" y="3674"/>
                  </a:lnTo>
                  <a:lnTo>
                    <a:pt x="3542" y="5532"/>
                  </a:lnTo>
                  <a:lnTo>
                    <a:pt x="2183" y="5598"/>
                  </a:lnTo>
                  <a:lnTo>
                    <a:pt x="0" y="3890"/>
                  </a:lnTo>
                  <a:lnTo>
                    <a:pt x="91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2" name="ph7922"/>
            <p:cNvSpPr/>
            <p:nvPr/>
          </p:nvSpPr>
          <p:spPr>
            <a:xfrm>
              <a:off x="11074182" y="3147520"/>
              <a:ext cx="14172" cy="7692"/>
            </a:xfrm>
            <a:custGeom>
              <a:avLst/>
              <a:pathLst>
                <a:path w="14172" h="7692">
                  <a:moveTo>
                    <a:pt x="11943" y="2719"/>
                  </a:moveTo>
                  <a:lnTo>
                    <a:pt x="13542" y="3922"/>
                  </a:lnTo>
                  <a:lnTo>
                    <a:pt x="14172" y="7181"/>
                  </a:lnTo>
                  <a:lnTo>
                    <a:pt x="6440" y="7692"/>
                  </a:lnTo>
                  <a:lnTo>
                    <a:pt x="3370" y="6247"/>
                  </a:lnTo>
                  <a:lnTo>
                    <a:pt x="1876" y="6793"/>
                  </a:lnTo>
                  <a:lnTo>
                    <a:pt x="0" y="4519"/>
                  </a:lnTo>
                  <a:lnTo>
                    <a:pt x="385" y="3349"/>
                  </a:lnTo>
                  <a:lnTo>
                    <a:pt x="3106" y="1635"/>
                  </a:lnTo>
                  <a:lnTo>
                    <a:pt x="4138" y="90"/>
                  </a:lnTo>
                  <a:lnTo>
                    <a:pt x="1046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3" name="ph7923"/>
            <p:cNvSpPr/>
            <p:nvPr/>
          </p:nvSpPr>
          <p:spPr>
            <a:xfrm>
              <a:off x="11267825" y="3252628"/>
              <a:ext cx="25134" cy="21414"/>
            </a:xfrm>
            <a:custGeom>
              <a:avLst/>
              <a:pathLst>
                <a:path w="25134" h="21414">
                  <a:moveTo>
                    <a:pt x="20047" y="3007"/>
                  </a:moveTo>
                  <a:lnTo>
                    <a:pt x="22437" y="243"/>
                  </a:lnTo>
                  <a:lnTo>
                    <a:pt x="24909" y="6899"/>
                  </a:lnTo>
                  <a:lnTo>
                    <a:pt x="25134" y="17442"/>
                  </a:lnTo>
                  <a:lnTo>
                    <a:pt x="21767" y="20031"/>
                  </a:lnTo>
                  <a:lnTo>
                    <a:pt x="19287" y="18580"/>
                  </a:lnTo>
                  <a:lnTo>
                    <a:pt x="15352" y="14766"/>
                  </a:lnTo>
                  <a:lnTo>
                    <a:pt x="12647" y="15123"/>
                  </a:lnTo>
                  <a:lnTo>
                    <a:pt x="7849" y="19679"/>
                  </a:lnTo>
                  <a:lnTo>
                    <a:pt x="4846" y="21343"/>
                  </a:lnTo>
                  <a:lnTo>
                    <a:pt x="1788" y="21414"/>
                  </a:lnTo>
                  <a:lnTo>
                    <a:pt x="0" y="14284"/>
                  </a:lnTo>
                  <a:lnTo>
                    <a:pt x="351" y="7471"/>
                  </a:lnTo>
                  <a:lnTo>
                    <a:pt x="5487" y="6655"/>
                  </a:lnTo>
                  <a:lnTo>
                    <a:pt x="7600" y="8448"/>
                  </a:lnTo>
                  <a:lnTo>
                    <a:pt x="10116" y="1795"/>
                  </a:lnTo>
                  <a:lnTo>
                    <a:pt x="1166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4" name="ph7924"/>
            <p:cNvSpPr/>
            <p:nvPr/>
          </p:nvSpPr>
          <p:spPr>
            <a:xfrm>
              <a:off x="11450410" y="3295459"/>
              <a:ext cx="27923" cy="28438"/>
            </a:xfrm>
            <a:custGeom>
              <a:avLst/>
              <a:pathLst>
                <a:path w="27923" h="28438">
                  <a:moveTo>
                    <a:pt x="23753" y="711"/>
                  </a:moveTo>
                  <a:lnTo>
                    <a:pt x="25659" y="3758"/>
                  </a:lnTo>
                  <a:lnTo>
                    <a:pt x="27923" y="7518"/>
                  </a:lnTo>
                  <a:lnTo>
                    <a:pt x="27629" y="10385"/>
                  </a:lnTo>
                  <a:lnTo>
                    <a:pt x="21270" y="9268"/>
                  </a:lnTo>
                  <a:lnTo>
                    <a:pt x="13918" y="26383"/>
                  </a:lnTo>
                  <a:lnTo>
                    <a:pt x="13852" y="28438"/>
                  </a:lnTo>
                  <a:lnTo>
                    <a:pt x="11857" y="28296"/>
                  </a:lnTo>
                  <a:lnTo>
                    <a:pt x="10518" y="26805"/>
                  </a:lnTo>
                  <a:lnTo>
                    <a:pt x="2454" y="26724"/>
                  </a:lnTo>
                  <a:lnTo>
                    <a:pt x="0" y="21159"/>
                  </a:lnTo>
                  <a:lnTo>
                    <a:pt x="7191" y="16836"/>
                  </a:lnTo>
                  <a:lnTo>
                    <a:pt x="9305" y="14429"/>
                  </a:lnTo>
                  <a:lnTo>
                    <a:pt x="9249" y="13729"/>
                  </a:lnTo>
                  <a:lnTo>
                    <a:pt x="6060" y="11559"/>
                  </a:lnTo>
                  <a:lnTo>
                    <a:pt x="4629" y="9688"/>
                  </a:lnTo>
                  <a:lnTo>
                    <a:pt x="4099" y="5449"/>
                  </a:lnTo>
                  <a:lnTo>
                    <a:pt x="5186" y="1207"/>
                  </a:lnTo>
                  <a:lnTo>
                    <a:pt x="6705" y="271"/>
                  </a:lnTo>
                  <a:lnTo>
                    <a:pt x="9039" y="2040"/>
                  </a:lnTo>
                  <a:lnTo>
                    <a:pt x="9825" y="5390"/>
                  </a:lnTo>
                  <a:lnTo>
                    <a:pt x="13457" y="3534"/>
                  </a:lnTo>
                  <a:lnTo>
                    <a:pt x="16026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5" name="ph7925"/>
            <p:cNvSpPr/>
            <p:nvPr/>
          </p:nvSpPr>
          <p:spPr>
            <a:xfrm>
              <a:off x="11044984" y="3181309"/>
              <a:ext cx="14972" cy="12124"/>
            </a:xfrm>
            <a:custGeom>
              <a:avLst/>
              <a:pathLst>
                <a:path w="14972" h="12124">
                  <a:moveTo>
                    <a:pt x="1381" y="184"/>
                  </a:moveTo>
                  <a:lnTo>
                    <a:pt x="2377" y="2252"/>
                  </a:lnTo>
                  <a:lnTo>
                    <a:pt x="6272" y="1993"/>
                  </a:lnTo>
                  <a:lnTo>
                    <a:pt x="13657" y="3301"/>
                  </a:lnTo>
                  <a:lnTo>
                    <a:pt x="14972" y="5682"/>
                  </a:lnTo>
                  <a:lnTo>
                    <a:pt x="14947" y="11787"/>
                  </a:lnTo>
                  <a:lnTo>
                    <a:pt x="13103" y="12124"/>
                  </a:lnTo>
                  <a:lnTo>
                    <a:pt x="8044" y="10949"/>
                  </a:lnTo>
                  <a:lnTo>
                    <a:pt x="60" y="7325"/>
                  </a:lnTo>
                  <a:lnTo>
                    <a:pt x="2392" y="6606"/>
                  </a:lnTo>
                  <a:lnTo>
                    <a:pt x="1338" y="3122"/>
                  </a:lnTo>
                  <a:lnTo>
                    <a:pt x="0" y="1652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6" name="ph7926"/>
            <p:cNvSpPr/>
            <p:nvPr/>
          </p:nvSpPr>
          <p:spPr>
            <a:xfrm>
              <a:off x="11186070" y="3343853"/>
              <a:ext cx="29369" cy="17593"/>
            </a:xfrm>
            <a:custGeom>
              <a:avLst/>
              <a:pathLst>
                <a:path w="29369" h="17593">
                  <a:moveTo>
                    <a:pt x="13355" y="2083"/>
                  </a:moveTo>
                  <a:lnTo>
                    <a:pt x="15123" y="10934"/>
                  </a:lnTo>
                  <a:lnTo>
                    <a:pt x="23032" y="13489"/>
                  </a:lnTo>
                  <a:lnTo>
                    <a:pt x="22784" y="12372"/>
                  </a:lnTo>
                  <a:lnTo>
                    <a:pt x="28300" y="14210"/>
                  </a:lnTo>
                  <a:lnTo>
                    <a:pt x="29369" y="16977"/>
                  </a:lnTo>
                  <a:lnTo>
                    <a:pt x="27919" y="16462"/>
                  </a:lnTo>
                  <a:lnTo>
                    <a:pt x="25422" y="17265"/>
                  </a:lnTo>
                  <a:lnTo>
                    <a:pt x="18080" y="17593"/>
                  </a:lnTo>
                  <a:lnTo>
                    <a:pt x="16410" y="15566"/>
                  </a:lnTo>
                  <a:lnTo>
                    <a:pt x="13100" y="15915"/>
                  </a:lnTo>
                  <a:lnTo>
                    <a:pt x="5935" y="14947"/>
                  </a:lnTo>
                  <a:lnTo>
                    <a:pt x="3590" y="13610"/>
                  </a:lnTo>
                  <a:lnTo>
                    <a:pt x="1497" y="14657"/>
                  </a:lnTo>
                  <a:lnTo>
                    <a:pt x="0" y="14611"/>
                  </a:lnTo>
                  <a:lnTo>
                    <a:pt x="4252" y="8163"/>
                  </a:lnTo>
                  <a:lnTo>
                    <a:pt x="5171" y="1737"/>
                  </a:lnTo>
                  <a:lnTo>
                    <a:pt x="1022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7" name="ph7927"/>
            <p:cNvSpPr/>
            <p:nvPr/>
          </p:nvSpPr>
          <p:spPr>
            <a:xfrm>
              <a:off x="11236505" y="3266966"/>
              <a:ext cx="5005" cy="3537"/>
            </a:xfrm>
            <a:custGeom>
              <a:avLst/>
              <a:pathLst>
                <a:path w="5005" h="3537">
                  <a:moveTo>
                    <a:pt x="5005" y="1374"/>
                  </a:moveTo>
                  <a:lnTo>
                    <a:pt x="4728" y="3537"/>
                  </a:lnTo>
                  <a:lnTo>
                    <a:pt x="200" y="2518"/>
                  </a:lnTo>
                  <a:lnTo>
                    <a:pt x="0" y="2351"/>
                  </a:lnTo>
                  <a:lnTo>
                    <a:pt x="2040" y="0"/>
                  </a:lnTo>
                  <a:lnTo>
                    <a:pt x="3617" y="10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8" name="ph7928"/>
            <p:cNvSpPr/>
            <p:nvPr/>
          </p:nvSpPr>
          <p:spPr>
            <a:xfrm>
              <a:off x="11205529" y="3221154"/>
              <a:ext cx="13462" cy="18112"/>
            </a:xfrm>
            <a:custGeom>
              <a:avLst/>
              <a:pathLst>
                <a:path w="13462" h="18112">
                  <a:moveTo>
                    <a:pt x="13462" y="971"/>
                  </a:moveTo>
                  <a:lnTo>
                    <a:pt x="12978" y="7074"/>
                  </a:lnTo>
                  <a:lnTo>
                    <a:pt x="8086" y="12082"/>
                  </a:lnTo>
                  <a:lnTo>
                    <a:pt x="4414" y="12910"/>
                  </a:lnTo>
                  <a:lnTo>
                    <a:pt x="4681" y="16207"/>
                  </a:lnTo>
                  <a:lnTo>
                    <a:pt x="5173" y="16286"/>
                  </a:lnTo>
                  <a:lnTo>
                    <a:pt x="2846" y="18112"/>
                  </a:lnTo>
                  <a:lnTo>
                    <a:pt x="1847" y="16660"/>
                  </a:lnTo>
                  <a:lnTo>
                    <a:pt x="1166" y="12433"/>
                  </a:lnTo>
                  <a:lnTo>
                    <a:pt x="0" y="11637"/>
                  </a:lnTo>
                  <a:lnTo>
                    <a:pt x="1658" y="6293"/>
                  </a:lnTo>
                  <a:lnTo>
                    <a:pt x="2657" y="4652"/>
                  </a:lnTo>
                  <a:lnTo>
                    <a:pt x="8376" y="2136"/>
                  </a:lnTo>
                  <a:lnTo>
                    <a:pt x="8340" y="1630"/>
                  </a:lnTo>
                  <a:lnTo>
                    <a:pt x="1029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9" name="ph7929"/>
            <p:cNvSpPr/>
            <p:nvPr/>
          </p:nvSpPr>
          <p:spPr>
            <a:xfrm>
              <a:off x="11241881" y="3119128"/>
              <a:ext cx="22474" cy="42574"/>
            </a:xfrm>
            <a:custGeom>
              <a:avLst/>
              <a:pathLst>
                <a:path w="22474" h="42574">
                  <a:moveTo>
                    <a:pt x="12218" y="3818"/>
                  </a:moveTo>
                  <a:lnTo>
                    <a:pt x="21783" y="4222"/>
                  </a:lnTo>
                  <a:lnTo>
                    <a:pt x="22474" y="5642"/>
                  </a:lnTo>
                  <a:lnTo>
                    <a:pt x="18612" y="15767"/>
                  </a:lnTo>
                  <a:lnTo>
                    <a:pt x="16949" y="18558"/>
                  </a:lnTo>
                  <a:lnTo>
                    <a:pt x="18491" y="24269"/>
                  </a:lnTo>
                  <a:lnTo>
                    <a:pt x="17826" y="29879"/>
                  </a:lnTo>
                  <a:lnTo>
                    <a:pt x="15822" y="31995"/>
                  </a:lnTo>
                  <a:lnTo>
                    <a:pt x="12210" y="34223"/>
                  </a:lnTo>
                  <a:lnTo>
                    <a:pt x="11134" y="42574"/>
                  </a:lnTo>
                  <a:lnTo>
                    <a:pt x="4365" y="39397"/>
                  </a:lnTo>
                  <a:lnTo>
                    <a:pt x="3439" y="37051"/>
                  </a:lnTo>
                  <a:lnTo>
                    <a:pt x="0" y="34940"/>
                  </a:lnTo>
                  <a:lnTo>
                    <a:pt x="169" y="32085"/>
                  </a:lnTo>
                  <a:lnTo>
                    <a:pt x="1455" y="27884"/>
                  </a:lnTo>
                  <a:lnTo>
                    <a:pt x="4157" y="24912"/>
                  </a:lnTo>
                  <a:lnTo>
                    <a:pt x="4432" y="23233"/>
                  </a:lnTo>
                  <a:lnTo>
                    <a:pt x="2666" y="19468"/>
                  </a:lnTo>
                  <a:lnTo>
                    <a:pt x="5949" y="15555"/>
                  </a:lnTo>
                  <a:lnTo>
                    <a:pt x="5327" y="14720"/>
                  </a:lnTo>
                  <a:lnTo>
                    <a:pt x="4196" y="12815"/>
                  </a:lnTo>
                  <a:lnTo>
                    <a:pt x="3579" y="9225"/>
                  </a:lnTo>
                  <a:lnTo>
                    <a:pt x="4491" y="6713"/>
                  </a:lnTo>
                  <a:lnTo>
                    <a:pt x="8752" y="6686"/>
                  </a:lnTo>
                  <a:lnTo>
                    <a:pt x="1184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0" name="ph7930"/>
            <p:cNvSpPr/>
            <p:nvPr/>
          </p:nvSpPr>
          <p:spPr>
            <a:xfrm>
              <a:off x="11141317" y="3247317"/>
              <a:ext cx="34682" cy="29530"/>
            </a:xfrm>
            <a:custGeom>
              <a:avLst/>
              <a:pathLst>
                <a:path w="34682" h="29530">
                  <a:moveTo>
                    <a:pt x="30938" y="2329"/>
                  </a:moveTo>
                  <a:lnTo>
                    <a:pt x="34682" y="3599"/>
                  </a:lnTo>
                  <a:lnTo>
                    <a:pt x="32319" y="5841"/>
                  </a:lnTo>
                  <a:lnTo>
                    <a:pt x="26495" y="6559"/>
                  </a:lnTo>
                  <a:lnTo>
                    <a:pt x="25417" y="11568"/>
                  </a:lnTo>
                  <a:lnTo>
                    <a:pt x="21777" y="16398"/>
                  </a:lnTo>
                  <a:lnTo>
                    <a:pt x="18204" y="18159"/>
                  </a:lnTo>
                  <a:lnTo>
                    <a:pt x="14810" y="18026"/>
                  </a:lnTo>
                  <a:lnTo>
                    <a:pt x="11680" y="24612"/>
                  </a:lnTo>
                  <a:lnTo>
                    <a:pt x="7739" y="29530"/>
                  </a:lnTo>
                  <a:lnTo>
                    <a:pt x="5911" y="24543"/>
                  </a:lnTo>
                  <a:lnTo>
                    <a:pt x="1773" y="23292"/>
                  </a:lnTo>
                  <a:lnTo>
                    <a:pt x="0" y="20930"/>
                  </a:lnTo>
                  <a:lnTo>
                    <a:pt x="2820" y="18479"/>
                  </a:lnTo>
                  <a:lnTo>
                    <a:pt x="7144" y="17251"/>
                  </a:lnTo>
                  <a:lnTo>
                    <a:pt x="15391" y="16713"/>
                  </a:lnTo>
                  <a:lnTo>
                    <a:pt x="16382" y="16148"/>
                  </a:lnTo>
                  <a:lnTo>
                    <a:pt x="16771" y="14600"/>
                  </a:lnTo>
                  <a:lnTo>
                    <a:pt x="14803" y="10786"/>
                  </a:lnTo>
                  <a:lnTo>
                    <a:pt x="11959" y="10428"/>
                  </a:lnTo>
                  <a:lnTo>
                    <a:pt x="9532" y="8050"/>
                  </a:lnTo>
                  <a:lnTo>
                    <a:pt x="10849" y="7428"/>
                  </a:lnTo>
                  <a:lnTo>
                    <a:pt x="12020" y="5333"/>
                  </a:lnTo>
                  <a:lnTo>
                    <a:pt x="10764" y="3596"/>
                  </a:lnTo>
                  <a:lnTo>
                    <a:pt x="8241" y="2510"/>
                  </a:lnTo>
                  <a:lnTo>
                    <a:pt x="8342" y="1809"/>
                  </a:lnTo>
                  <a:lnTo>
                    <a:pt x="18523" y="1284"/>
                  </a:lnTo>
                  <a:lnTo>
                    <a:pt x="21462" y="269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1" name="ph7931"/>
            <p:cNvSpPr/>
            <p:nvPr/>
          </p:nvSpPr>
          <p:spPr>
            <a:xfrm>
              <a:off x="11219740" y="3124026"/>
              <a:ext cx="12011" cy="12605"/>
            </a:xfrm>
            <a:custGeom>
              <a:avLst/>
              <a:pathLst>
                <a:path w="12011" h="12605">
                  <a:moveTo>
                    <a:pt x="5360" y="2294"/>
                  </a:moveTo>
                  <a:lnTo>
                    <a:pt x="3545" y="9033"/>
                  </a:lnTo>
                  <a:lnTo>
                    <a:pt x="3472" y="11854"/>
                  </a:lnTo>
                  <a:lnTo>
                    <a:pt x="6539" y="9167"/>
                  </a:lnTo>
                  <a:lnTo>
                    <a:pt x="5804" y="7046"/>
                  </a:lnTo>
                  <a:lnTo>
                    <a:pt x="9204" y="4565"/>
                  </a:lnTo>
                  <a:lnTo>
                    <a:pt x="12011" y="8434"/>
                  </a:lnTo>
                  <a:lnTo>
                    <a:pt x="9433" y="11405"/>
                  </a:lnTo>
                  <a:lnTo>
                    <a:pt x="3275" y="12605"/>
                  </a:lnTo>
                  <a:lnTo>
                    <a:pt x="347" y="10673"/>
                  </a:lnTo>
                  <a:lnTo>
                    <a:pt x="0" y="9169"/>
                  </a:lnTo>
                  <a:lnTo>
                    <a:pt x="2002" y="5963"/>
                  </a:lnTo>
                  <a:lnTo>
                    <a:pt x="747" y="2402"/>
                  </a:lnTo>
                  <a:lnTo>
                    <a:pt x="1722" y="221"/>
                  </a:lnTo>
                  <a:lnTo>
                    <a:pt x="52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2" name="ph7932"/>
            <p:cNvSpPr/>
            <p:nvPr/>
          </p:nvSpPr>
          <p:spPr>
            <a:xfrm>
              <a:off x="11199991" y="3092903"/>
              <a:ext cx="3803" cy="7413"/>
            </a:xfrm>
            <a:custGeom>
              <a:avLst/>
              <a:pathLst>
                <a:path w="3803" h="7413">
                  <a:moveTo>
                    <a:pt x="3145" y="0"/>
                  </a:moveTo>
                  <a:lnTo>
                    <a:pt x="2770" y="3764"/>
                  </a:lnTo>
                  <a:lnTo>
                    <a:pt x="3803" y="5081"/>
                  </a:lnTo>
                  <a:lnTo>
                    <a:pt x="3341" y="7279"/>
                  </a:lnTo>
                  <a:lnTo>
                    <a:pt x="1723" y="7413"/>
                  </a:lnTo>
                  <a:lnTo>
                    <a:pt x="104" y="6683"/>
                  </a:lnTo>
                  <a:lnTo>
                    <a:pt x="0" y="4715"/>
                  </a:lnTo>
                  <a:lnTo>
                    <a:pt x="1874" y="202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3" name="ph7933"/>
            <p:cNvSpPr/>
            <p:nvPr/>
          </p:nvSpPr>
          <p:spPr>
            <a:xfrm>
              <a:off x="11156105" y="3189349"/>
              <a:ext cx="8775" cy="6416"/>
            </a:xfrm>
            <a:custGeom>
              <a:avLst/>
              <a:pathLst>
                <a:path w="8775" h="6416">
                  <a:moveTo>
                    <a:pt x="8775" y="0"/>
                  </a:moveTo>
                  <a:lnTo>
                    <a:pt x="8060" y="4654"/>
                  </a:lnTo>
                  <a:lnTo>
                    <a:pt x="6325" y="6416"/>
                  </a:lnTo>
                  <a:lnTo>
                    <a:pt x="5711" y="5935"/>
                  </a:lnTo>
                  <a:lnTo>
                    <a:pt x="5243" y="3369"/>
                  </a:lnTo>
                  <a:lnTo>
                    <a:pt x="1678" y="2592"/>
                  </a:lnTo>
                  <a:lnTo>
                    <a:pt x="371" y="3135"/>
                  </a:lnTo>
                  <a:lnTo>
                    <a:pt x="0" y="1783"/>
                  </a:lnTo>
                  <a:lnTo>
                    <a:pt x="3787" y="1826"/>
                  </a:lnTo>
                  <a:lnTo>
                    <a:pt x="4411" y="82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4" name="ph7934"/>
            <p:cNvSpPr/>
            <p:nvPr/>
          </p:nvSpPr>
          <p:spPr>
            <a:xfrm>
              <a:off x="11464262" y="3298608"/>
              <a:ext cx="86765" cy="45253"/>
            </a:xfrm>
            <a:custGeom>
              <a:avLst/>
              <a:pathLst>
                <a:path w="86765" h="45253">
                  <a:moveTo>
                    <a:pt x="18815" y="2676"/>
                  </a:moveTo>
                  <a:lnTo>
                    <a:pt x="18273" y="5181"/>
                  </a:lnTo>
                  <a:lnTo>
                    <a:pt x="20681" y="5944"/>
                  </a:lnTo>
                  <a:lnTo>
                    <a:pt x="25122" y="5226"/>
                  </a:lnTo>
                  <a:lnTo>
                    <a:pt x="28057" y="6801"/>
                  </a:lnTo>
                  <a:lnTo>
                    <a:pt x="28440" y="7920"/>
                  </a:lnTo>
                  <a:lnTo>
                    <a:pt x="27472" y="12126"/>
                  </a:lnTo>
                  <a:lnTo>
                    <a:pt x="25896" y="13316"/>
                  </a:lnTo>
                  <a:lnTo>
                    <a:pt x="20991" y="13840"/>
                  </a:lnTo>
                  <a:lnTo>
                    <a:pt x="19976" y="14985"/>
                  </a:lnTo>
                  <a:lnTo>
                    <a:pt x="20550" y="18043"/>
                  </a:lnTo>
                  <a:lnTo>
                    <a:pt x="21703" y="15133"/>
                  </a:lnTo>
                  <a:lnTo>
                    <a:pt x="24206" y="15205"/>
                  </a:lnTo>
                  <a:lnTo>
                    <a:pt x="28330" y="21710"/>
                  </a:lnTo>
                  <a:lnTo>
                    <a:pt x="31596" y="21547"/>
                  </a:lnTo>
                  <a:lnTo>
                    <a:pt x="35510" y="16843"/>
                  </a:lnTo>
                  <a:lnTo>
                    <a:pt x="34907" y="14757"/>
                  </a:lnTo>
                  <a:lnTo>
                    <a:pt x="32748" y="12750"/>
                  </a:lnTo>
                  <a:lnTo>
                    <a:pt x="31025" y="6182"/>
                  </a:lnTo>
                  <a:lnTo>
                    <a:pt x="37023" y="5964"/>
                  </a:lnTo>
                  <a:lnTo>
                    <a:pt x="37512" y="6618"/>
                  </a:lnTo>
                  <a:lnTo>
                    <a:pt x="36277" y="14336"/>
                  </a:lnTo>
                  <a:lnTo>
                    <a:pt x="37017" y="14096"/>
                  </a:lnTo>
                  <a:lnTo>
                    <a:pt x="35347" y="18746"/>
                  </a:lnTo>
                  <a:lnTo>
                    <a:pt x="35025" y="21884"/>
                  </a:lnTo>
                  <a:lnTo>
                    <a:pt x="34066" y="22642"/>
                  </a:lnTo>
                  <a:lnTo>
                    <a:pt x="40608" y="26785"/>
                  </a:lnTo>
                  <a:lnTo>
                    <a:pt x="47176" y="28039"/>
                  </a:lnTo>
                  <a:lnTo>
                    <a:pt x="53371" y="30303"/>
                  </a:lnTo>
                  <a:lnTo>
                    <a:pt x="60427" y="30537"/>
                  </a:lnTo>
                  <a:lnTo>
                    <a:pt x="62460" y="28629"/>
                  </a:lnTo>
                  <a:lnTo>
                    <a:pt x="67433" y="31095"/>
                  </a:lnTo>
                  <a:lnTo>
                    <a:pt x="73983" y="29237"/>
                  </a:lnTo>
                  <a:lnTo>
                    <a:pt x="74234" y="29643"/>
                  </a:lnTo>
                  <a:lnTo>
                    <a:pt x="82498" y="43210"/>
                  </a:lnTo>
                  <a:lnTo>
                    <a:pt x="86765" y="45253"/>
                  </a:lnTo>
                  <a:lnTo>
                    <a:pt x="62770" y="35336"/>
                  </a:lnTo>
                  <a:lnTo>
                    <a:pt x="41374" y="29114"/>
                  </a:lnTo>
                  <a:lnTo>
                    <a:pt x="23052" y="26037"/>
                  </a:lnTo>
                  <a:lnTo>
                    <a:pt x="4571" y="24837"/>
                  </a:lnTo>
                  <a:lnTo>
                    <a:pt x="0" y="25289"/>
                  </a:lnTo>
                  <a:lnTo>
                    <a:pt x="66" y="23234"/>
                  </a:lnTo>
                  <a:lnTo>
                    <a:pt x="7418" y="6119"/>
                  </a:lnTo>
                  <a:lnTo>
                    <a:pt x="13776" y="7236"/>
                  </a:lnTo>
                  <a:lnTo>
                    <a:pt x="14071" y="4369"/>
                  </a:lnTo>
                  <a:lnTo>
                    <a:pt x="11807" y="609"/>
                  </a:lnTo>
                  <a:lnTo>
                    <a:pt x="172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5" name="ph7935"/>
            <p:cNvSpPr/>
            <p:nvPr/>
          </p:nvSpPr>
          <p:spPr>
            <a:xfrm>
              <a:off x="11092271" y="3142395"/>
              <a:ext cx="9769" cy="9550"/>
            </a:xfrm>
            <a:custGeom>
              <a:avLst/>
              <a:pathLst>
                <a:path w="9769" h="9550">
                  <a:moveTo>
                    <a:pt x="8683" y="2718"/>
                  </a:moveTo>
                  <a:lnTo>
                    <a:pt x="9769" y="9010"/>
                  </a:lnTo>
                  <a:lnTo>
                    <a:pt x="9392" y="9550"/>
                  </a:lnTo>
                  <a:lnTo>
                    <a:pt x="3504" y="9314"/>
                  </a:lnTo>
                  <a:lnTo>
                    <a:pt x="1605" y="7936"/>
                  </a:lnTo>
                  <a:lnTo>
                    <a:pt x="0" y="5129"/>
                  </a:lnTo>
                  <a:lnTo>
                    <a:pt x="195" y="1542"/>
                  </a:lnTo>
                  <a:lnTo>
                    <a:pt x="63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6" name="ph7936"/>
            <p:cNvSpPr/>
            <p:nvPr/>
          </p:nvSpPr>
          <p:spPr>
            <a:xfrm>
              <a:off x="11474163" y="3294819"/>
              <a:ext cx="25610" cy="25500"/>
            </a:xfrm>
            <a:custGeom>
              <a:avLst/>
              <a:pathLst>
                <a:path w="25610" h="25500">
                  <a:moveTo>
                    <a:pt x="8784" y="77"/>
                  </a:moveTo>
                  <a:lnTo>
                    <a:pt x="16599" y="0"/>
                  </a:lnTo>
                  <a:lnTo>
                    <a:pt x="19811" y="2156"/>
                  </a:lnTo>
                  <a:lnTo>
                    <a:pt x="20484" y="2616"/>
                  </a:lnTo>
                  <a:lnTo>
                    <a:pt x="20054" y="4964"/>
                  </a:lnTo>
                  <a:lnTo>
                    <a:pt x="21709" y="7174"/>
                  </a:lnTo>
                  <a:lnTo>
                    <a:pt x="21125" y="9972"/>
                  </a:lnTo>
                  <a:lnTo>
                    <a:pt x="22847" y="16539"/>
                  </a:lnTo>
                  <a:lnTo>
                    <a:pt x="25007" y="18546"/>
                  </a:lnTo>
                  <a:lnTo>
                    <a:pt x="25610" y="20632"/>
                  </a:lnTo>
                  <a:lnTo>
                    <a:pt x="21696" y="25337"/>
                  </a:lnTo>
                  <a:lnTo>
                    <a:pt x="18429" y="25500"/>
                  </a:lnTo>
                  <a:lnTo>
                    <a:pt x="14306" y="18995"/>
                  </a:lnTo>
                  <a:lnTo>
                    <a:pt x="11802" y="18922"/>
                  </a:lnTo>
                  <a:lnTo>
                    <a:pt x="10650" y="21833"/>
                  </a:lnTo>
                  <a:lnTo>
                    <a:pt x="10075" y="18775"/>
                  </a:lnTo>
                  <a:lnTo>
                    <a:pt x="11091" y="17630"/>
                  </a:lnTo>
                  <a:lnTo>
                    <a:pt x="15995" y="17106"/>
                  </a:lnTo>
                  <a:lnTo>
                    <a:pt x="17571" y="15916"/>
                  </a:lnTo>
                  <a:lnTo>
                    <a:pt x="18539" y="11710"/>
                  </a:lnTo>
                  <a:lnTo>
                    <a:pt x="18157" y="10590"/>
                  </a:lnTo>
                  <a:lnTo>
                    <a:pt x="15221" y="9016"/>
                  </a:lnTo>
                  <a:lnTo>
                    <a:pt x="10781" y="9734"/>
                  </a:lnTo>
                  <a:lnTo>
                    <a:pt x="8373" y="8971"/>
                  </a:lnTo>
                  <a:lnTo>
                    <a:pt x="8914" y="6466"/>
                  </a:lnTo>
                  <a:lnTo>
                    <a:pt x="7304" y="3789"/>
                  </a:lnTo>
                  <a:lnTo>
                    <a:pt x="1906" y="4398"/>
                  </a:lnTo>
                  <a:lnTo>
                    <a:pt x="0" y="135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7" name="ph7937"/>
            <p:cNvSpPr/>
            <p:nvPr/>
          </p:nvSpPr>
          <p:spPr>
            <a:xfrm>
              <a:off x="11163175" y="3194398"/>
              <a:ext cx="7103" cy="12483"/>
            </a:xfrm>
            <a:custGeom>
              <a:avLst/>
              <a:pathLst>
                <a:path w="7103" h="12483">
                  <a:moveTo>
                    <a:pt x="7103" y="3405"/>
                  </a:moveTo>
                  <a:lnTo>
                    <a:pt x="5579" y="8685"/>
                  </a:lnTo>
                  <a:lnTo>
                    <a:pt x="649" y="12483"/>
                  </a:lnTo>
                  <a:lnTo>
                    <a:pt x="0" y="6984"/>
                  </a:lnTo>
                  <a:lnTo>
                    <a:pt x="1765" y="1731"/>
                  </a:lnTo>
                  <a:lnTo>
                    <a:pt x="62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8" name="ph7938"/>
            <p:cNvSpPr/>
            <p:nvPr/>
          </p:nvSpPr>
          <p:spPr>
            <a:xfrm>
              <a:off x="11244081" y="3232963"/>
              <a:ext cx="3622" cy="4942"/>
            </a:xfrm>
            <a:custGeom>
              <a:avLst/>
              <a:pathLst>
                <a:path w="3622" h="4942">
                  <a:moveTo>
                    <a:pt x="3622" y="3719"/>
                  </a:moveTo>
                  <a:lnTo>
                    <a:pt x="2229" y="4915"/>
                  </a:lnTo>
                  <a:lnTo>
                    <a:pt x="1714" y="4942"/>
                  </a:lnTo>
                  <a:lnTo>
                    <a:pt x="0" y="4524"/>
                  </a:lnTo>
                  <a:lnTo>
                    <a:pt x="528" y="3292"/>
                  </a:lnTo>
                  <a:lnTo>
                    <a:pt x="334" y="1051"/>
                  </a:lnTo>
                  <a:lnTo>
                    <a:pt x="182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9" name="ph7939"/>
            <p:cNvSpPr/>
            <p:nvPr/>
          </p:nvSpPr>
          <p:spPr>
            <a:xfrm>
              <a:off x="11203222" y="3218227"/>
              <a:ext cx="11194" cy="9220"/>
            </a:xfrm>
            <a:custGeom>
              <a:avLst/>
              <a:pathLst>
                <a:path w="11194" h="9220">
                  <a:moveTo>
                    <a:pt x="11194" y="372"/>
                  </a:moveTo>
                  <a:lnTo>
                    <a:pt x="10647" y="4557"/>
                  </a:lnTo>
                  <a:lnTo>
                    <a:pt x="10683" y="5064"/>
                  </a:lnTo>
                  <a:lnTo>
                    <a:pt x="4964" y="7579"/>
                  </a:lnTo>
                  <a:lnTo>
                    <a:pt x="3965" y="9220"/>
                  </a:lnTo>
                  <a:lnTo>
                    <a:pt x="0" y="3945"/>
                  </a:lnTo>
                  <a:lnTo>
                    <a:pt x="1236" y="2692"/>
                  </a:lnTo>
                  <a:lnTo>
                    <a:pt x="7209" y="2231"/>
                  </a:lnTo>
                  <a:lnTo>
                    <a:pt x="8564" y="313"/>
                  </a:lnTo>
                  <a:lnTo>
                    <a:pt x="1045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0" name="ph7940"/>
            <p:cNvSpPr/>
            <p:nvPr/>
          </p:nvSpPr>
          <p:spPr>
            <a:xfrm>
              <a:off x="11269778" y="3307179"/>
              <a:ext cx="7478" cy="10576"/>
            </a:xfrm>
            <a:custGeom>
              <a:avLst/>
              <a:pathLst>
                <a:path w="7478" h="10576">
                  <a:moveTo>
                    <a:pt x="4707" y="40"/>
                  </a:moveTo>
                  <a:lnTo>
                    <a:pt x="6923" y="3124"/>
                  </a:lnTo>
                  <a:lnTo>
                    <a:pt x="7478" y="10576"/>
                  </a:lnTo>
                  <a:lnTo>
                    <a:pt x="4806" y="10440"/>
                  </a:lnTo>
                  <a:lnTo>
                    <a:pt x="3579" y="9618"/>
                  </a:lnTo>
                  <a:lnTo>
                    <a:pt x="0" y="6365"/>
                  </a:lnTo>
                  <a:lnTo>
                    <a:pt x="474" y="5183"/>
                  </a:lnTo>
                  <a:lnTo>
                    <a:pt x="325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1" name="ph7941"/>
            <p:cNvSpPr/>
            <p:nvPr/>
          </p:nvSpPr>
          <p:spPr>
            <a:xfrm>
              <a:off x="11156860" y="3195285"/>
              <a:ext cx="5569" cy="6575"/>
            </a:xfrm>
            <a:custGeom>
              <a:avLst/>
              <a:pathLst>
                <a:path w="5569" h="6575">
                  <a:moveTo>
                    <a:pt x="4955" y="0"/>
                  </a:moveTo>
                  <a:lnTo>
                    <a:pt x="5569" y="480"/>
                  </a:lnTo>
                  <a:lnTo>
                    <a:pt x="4869" y="5620"/>
                  </a:lnTo>
                  <a:lnTo>
                    <a:pt x="2566" y="6575"/>
                  </a:lnTo>
                  <a:lnTo>
                    <a:pt x="0" y="2869"/>
                  </a:lnTo>
                  <a:lnTo>
                    <a:pt x="1531" y="304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2" name="ph7942"/>
            <p:cNvSpPr/>
            <p:nvPr/>
          </p:nvSpPr>
          <p:spPr>
            <a:xfrm>
              <a:off x="11290911" y="3339163"/>
              <a:ext cx="9672" cy="11312"/>
            </a:xfrm>
            <a:custGeom>
              <a:avLst/>
              <a:pathLst>
                <a:path w="9672" h="11312">
                  <a:moveTo>
                    <a:pt x="3954" y="0"/>
                  </a:moveTo>
                  <a:lnTo>
                    <a:pt x="5178" y="2981"/>
                  </a:lnTo>
                  <a:lnTo>
                    <a:pt x="9672" y="4996"/>
                  </a:lnTo>
                  <a:lnTo>
                    <a:pt x="7739" y="10164"/>
                  </a:lnTo>
                  <a:lnTo>
                    <a:pt x="4356" y="11312"/>
                  </a:lnTo>
                  <a:lnTo>
                    <a:pt x="1759" y="9877"/>
                  </a:lnTo>
                  <a:lnTo>
                    <a:pt x="1298" y="5666"/>
                  </a:lnTo>
                  <a:lnTo>
                    <a:pt x="0" y="352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3" name="ph7943"/>
            <p:cNvSpPr/>
            <p:nvPr/>
          </p:nvSpPr>
          <p:spPr>
            <a:xfrm>
              <a:off x="11196176" y="3186294"/>
              <a:ext cx="19826" cy="20166"/>
            </a:xfrm>
            <a:custGeom>
              <a:avLst/>
              <a:pathLst>
                <a:path w="19826" h="20166">
                  <a:moveTo>
                    <a:pt x="9868" y="187"/>
                  </a:moveTo>
                  <a:lnTo>
                    <a:pt x="9364" y="2313"/>
                  </a:lnTo>
                  <a:lnTo>
                    <a:pt x="9780" y="4477"/>
                  </a:lnTo>
                  <a:lnTo>
                    <a:pt x="16250" y="184"/>
                  </a:lnTo>
                  <a:lnTo>
                    <a:pt x="19826" y="7705"/>
                  </a:lnTo>
                  <a:lnTo>
                    <a:pt x="18780" y="7615"/>
                  </a:lnTo>
                  <a:lnTo>
                    <a:pt x="14480" y="14915"/>
                  </a:lnTo>
                  <a:lnTo>
                    <a:pt x="13653" y="19575"/>
                  </a:lnTo>
                  <a:lnTo>
                    <a:pt x="6740" y="20166"/>
                  </a:lnTo>
                  <a:lnTo>
                    <a:pt x="6473" y="19635"/>
                  </a:lnTo>
                  <a:lnTo>
                    <a:pt x="6809" y="16449"/>
                  </a:lnTo>
                  <a:lnTo>
                    <a:pt x="2283" y="7749"/>
                  </a:lnTo>
                  <a:lnTo>
                    <a:pt x="68" y="5103"/>
                  </a:lnTo>
                  <a:lnTo>
                    <a:pt x="0" y="1678"/>
                  </a:lnTo>
                  <a:lnTo>
                    <a:pt x="5039" y="4027"/>
                  </a:lnTo>
                  <a:lnTo>
                    <a:pt x="742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4" name="ph7944"/>
            <p:cNvSpPr/>
            <p:nvPr/>
          </p:nvSpPr>
          <p:spPr>
            <a:xfrm>
              <a:off x="11125458" y="3126292"/>
              <a:ext cx="17245" cy="17329"/>
            </a:xfrm>
            <a:custGeom>
              <a:avLst/>
              <a:pathLst>
                <a:path w="17245" h="17329">
                  <a:moveTo>
                    <a:pt x="6272" y="2534"/>
                  </a:moveTo>
                  <a:lnTo>
                    <a:pt x="9062" y="3793"/>
                  </a:lnTo>
                  <a:lnTo>
                    <a:pt x="9768" y="4972"/>
                  </a:lnTo>
                  <a:lnTo>
                    <a:pt x="10360" y="6541"/>
                  </a:lnTo>
                  <a:lnTo>
                    <a:pt x="10041" y="8381"/>
                  </a:lnTo>
                  <a:lnTo>
                    <a:pt x="10994" y="10652"/>
                  </a:lnTo>
                  <a:lnTo>
                    <a:pt x="14287" y="12796"/>
                  </a:lnTo>
                  <a:lnTo>
                    <a:pt x="17154" y="15828"/>
                  </a:lnTo>
                  <a:lnTo>
                    <a:pt x="17245" y="17329"/>
                  </a:lnTo>
                  <a:lnTo>
                    <a:pt x="12850" y="16861"/>
                  </a:lnTo>
                  <a:lnTo>
                    <a:pt x="6518" y="13021"/>
                  </a:lnTo>
                  <a:lnTo>
                    <a:pt x="4828" y="12261"/>
                  </a:lnTo>
                  <a:lnTo>
                    <a:pt x="3973" y="12733"/>
                  </a:lnTo>
                  <a:lnTo>
                    <a:pt x="0" y="8714"/>
                  </a:lnTo>
                  <a:lnTo>
                    <a:pt x="2537" y="8678"/>
                  </a:lnTo>
                  <a:lnTo>
                    <a:pt x="4330" y="7878"/>
                  </a:lnTo>
                  <a:lnTo>
                    <a:pt x="5651" y="6164"/>
                  </a:lnTo>
                  <a:lnTo>
                    <a:pt x="2822" y="3398"/>
                  </a:lnTo>
                  <a:lnTo>
                    <a:pt x="2952" y="1861"/>
                  </a:lnTo>
                  <a:lnTo>
                    <a:pt x="403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5" name="ph7945"/>
            <p:cNvSpPr/>
            <p:nvPr/>
          </p:nvSpPr>
          <p:spPr>
            <a:xfrm>
              <a:off x="11225969" y="3226043"/>
              <a:ext cx="2715" cy="4545"/>
            </a:xfrm>
            <a:custGeom>
              <a:avLst/>
              <a:pathLst>
                <a:path w="2715" h="4545">
                  <a:moveTo>
                    <a:pt x="1367" y="267"/>
                  </a:moveTo>
                  <a:lnTo>
                    <a:pt x="1525" y="2426"/>
                  </a:lnTo>
                  <a:lnTo>
                    <a:pt x="2715" y="4545"/>
                  </a:lnTo>
                  <a:lnTo>
                    <a:pt x="1211" y="3843"/>
                  </a:lnTo>
                  <a:lnTo>
                    <a:pt x="0" y="887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6" name="ph7946"/>
            <p:cNvSpPr/>
            <p:nvPr/>
          </p:nvSpPr>
          <p:spPr>
            <a:xfrm>
              <a:off x="11417990" y="3322084"/>
              <a:ext cx="24994" cy="6545"/>
            </a:xfrm>
            <a:custGeom>
              <a:avLst/>
              <a:pathLst>
                <a:path w="24994" h="6545">
                  <a:moveTo>
                    <a:pt x="23857" y="2822"/>
                  </a:moveTo>
                  <a:lnTo>
                    <a:pt x="24994" y="2937"/>
                  </a:lnTo>
                  <a:lnTo>
                    <a:pt x="9056" y="6545"/>
                  </a:lnTo>
                  <a:lnTo>
                    <a:pt x="245" y="6404"/>
                  </a:lnTo>
                  <a:lnTo>
                    <a:pt x="0" y="2652"/>
                  </a:lnTo>
                  <a:lnTo>
                    <a:pt x="2527" y="771"/>
                  </a:lnTo>
                  <a:lnTo>
                    <a:pt x="9811" y="1676"/>
                  </a:lnTo>
                  <a:lnTo>
                    <a:pt x="228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7" name="ph7947"/>
            <p:cNvSpPr/>
            <p:nvPr/>
          </p:nvSpPr>
          <p:spPr>
            <a:xfrm>
              <a:off x="11154901" y="3294472"/>
              <a:ext cx="10613" cy="12832"/>
            </a:xfrm>
            <a:custGeom>
              <a:avLst/>
              <a:pathLst>
                <a:path w="10613" h="12832">
                  <a:moveTo>
                    <a:pt x="6817" y="3363"/>
                  </a:moveTo>
                  <a:lnTo>
                    <a:pt x="10256" y="9299"/>
                  </a:lnTo>
                  <a:lnTo>
                    <a:pt x="10613" y="9659"/>
                  </a:lnTo>
                  <a:lnTo>
                    <a:pt x="8459" y="11165"/>
                  </a:lnTo>
                  <a:lnTo>
                    <a:pt x="3054" y="12832"/>
                  </a:lnTo>
                  <a:lnTo>
                    <a:pt x="2335" y="12564"/>
                  </a:lnTo>
                  <a:lnTo>
                    <a:pt x="1742" y="10748"/>
                  </a:lnTo>
                  <a:lnTo>
                    <a:pt x="0" y="3079"/>
                  </a:lnTo>
                  <a:lnTo>
                    <a:pt x="278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8" name="ph7948"/>
            <p:cNvSpPr/>
            <p:nvPr/>
          </p:nvSpPr>
          <p:spPr>
            <a:xfrm>
              <a:off x="11242887" y="3268908"/>
              <a:ext cx="13671" cy="10811"/>
            </a:xfrm>
            <a:custGeom>
              <a:avLst/>
              <a:pathLst>
                <a:path w="13671" h="10811">
                  <a:moveTo>
                    <a:pt x="4265" y="392"/>
                  </a:moveTo>
                  <a:lnTo>
                    <a:pt x="5858" y="1480"/>
                  </a:lnTo>
                  <a:lnTo>
                    <a:pt x="13671" y="817"/>
                  </a:lnTo>
                  <a:lnTo>
                    <a:pt x="13517" y="4570"/>
                  </a:lnTo>
                  <a:lnTo>
                    <a:pt x="12379" y="4742"/>
                  </a:lnTo>
                  <a:lnTo>
                    <a:pt x="11275" y="9737"/>
                  </a:lnTo>
                  <a:lnTo>
                    <a:pt x="7763" y="8959"/>
                  </a:lnTo>
                  <a:lnTo>
                    <a:pt x="4931" y="10811"/>
                  </a:lnTo>
                  <a:lnTo>
                    <a:pt x="1493" y="4977"/>
                  </a:lnTo>
                  <a:lnTo>
                    <a:pt x="3933" y="2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9" name="ph7949"/>
            <p:cNvSpPr/>
            <p:nvPr/>
          </p:nvSpPr>
          <p:spPr>
            <a:xfrm>
              <a:off x="11068129" y="3157388"/>
              <a:ext cx="8476" cy="9998"/>
            </a:xfrm>
            <a:custGeom>
              <a:avLst/>
              <a:pathLst>
                <a:path w="8476" h="9998">
                  <a:moveTo>
                    <a:pt x="6531" y="870"/>
                  </a:moveTo>
                  <a:lnTo>
                    <a:pt x="8476" y="702"/>
                  </a:lnTo>
                  <a:lnTo>
                    <a:pt x="6487" y="9584"/>
                  </a:lnTo>
                  <a:lnTo>
                    <a:pt x="4781" y="9894"/>
                  </a:lnTo>
                  <a:lnTo>
                    <a:pt x="2626" y="9998"/>
                  </a:lnTo>
                  <a:lnTo>
                    <a:pt x="159" y="51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0" name="ph7950"/>
            <p:cNvSpPr/>
            <p:nvPr/>
          </p:nvSpPr>
          <p:spPr>
            <a:xfrm>
              <a:off x="11150975" y="3143932"/>
              <a:ext cx="27329" cy="20645"/>
            </a:xfrm>
            <a:custGeom>
              <a:avLst/>
              <a:pathLst>
                <a:path w="27329" h="20645">
                  <a:moveTo>
                    <a:pt x="17520" y="391"/>
                  </a:moveTo>
                  <a:lnTo>
                    <a:pt x="23118" y="3577"/>
                  </a:lnTo>
                  <a:lnTo>
                    <a:pt x="26598" y="9408"/>
                  </a:lnTo>
                  <a:lnTo>
                    <a:pt x="27329" y="12739"/>
                  </a:lnTo>
                  <a:lnTo>
                    <a:pt x="25358" y="16765"/>
                  </a:lnTo>
                  <a:lnTo>
                    <a:pt x="19610" y="20645"/>
                  </a:lnTo>
                  <a:lnTo>
                    <a:pt x="11685" y="19431"/>
                  </a:lnTo>
                  <a:lnTo>
                    <a:pt x="10861" y="17747"/>
                  </a:lnTo>
                  <a:lnTo>
                    <a:pt x="7660" y="16504"/>
                  </a:lnTo>
                  <a:lnTo>
                    <a:pt x="2127" y="19893"/>
                  </a:lnTo>
                  <a:lnTo>
                    <a:pt x="1960" y="19490"/>
                  </a:lnTo>
                  <a:lnTo>
                    <a:pt x="0" y="16386"/>
                  </a:lnTo>
                  <a:lnTo>
                    <a:pt x="6241" y="13937"/>
                  </a:lnTo>
                  <a:lnTo>
                    <a:pt x="5524" y="7861"/>
                  </a:lnTo>
                  <a:lnTo>
                    <a:pt x="6070" y="6588"/>
                  </a:lnTo>
                  <a:lnTo>
                    <a:pt x="10946" y="5768"/>
                  </a:lnTo>
                  <a:lnTo>
                    <a:pt x="1638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1" name="ph7951"/>
            <p:cNvSpPr/>
            <p:nvPr/>
          </p:nvSpPr>
          <p:spPr>
            <a:xfrm>
              <a:off x="11080929" y="3127595"/>
              <a:ext cx="8002" cy="5711"/>
            </a:xfrm>
            <a:custGeom>
              <a:avLst/>
              <a:pathLst>
                <a:path w="8002" h="5711">
                  <a:moveTo>
                    <a:pt x="4247" y="394"/>
                  </a:moveTo>
                  <a:lnTo>
                    <a:pt x="8002" y="1444"/>
                  </a:lnTo>
                  <a:lnTo>
                    <a:pt x="7965" y="5711"/>
                  </a:lnTo>
                  <a:lnTo>
                    <a:pt x="5386" y="2779"/>
                  </a:lnTo>
                  <a:lnTo>
                    <a:pt x="4430" y="4484"/>
                  </a:lnTo>
                  <a:lnTo>
                    <a:pt x="2636" y="5531"/>
                  </a:lnTo>
                  <a:lnTo>
                    <a:pt x="129" y="2707"/>
                  </a:lnTo>
                  <a:lnTo>
                    <a:pt x="0" y="1007"/>
                  </a:lnTo>
                  <a:lnTo>
                    <a:pt x="115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2" name="ph7952"/>
            <p:cNvSpPr/>
            <p:nvPr/>
          </p:nvSpPr>
          <p:spPr>
            <a:xfrm>
              <a:off x="11258545" y="3319038"/>
              <a:ext cx="6209" cy="10982"/>
            </a:xfrm>
            <a:custGeom>
              <a:avLst/>
              <a:pathLst>
                <a:path w="6209" h="10982">
                  <a:moveTo>
                    <a:pt x="3409" y="2563"/>
                  </a:moveTo>
                  <a:lnTo>
                    <a:pt x="6209" y="9812"/>
                  </a:lnTo>
                  <a:lnTo>
                    <a:pt x="4801" y="10982"/>
                  </a:lnTo>
                  <a:lnTo>
                    <a:pt x="3395" y="8743"/>
                  </a:lnTo>
                  <a:lnTo>
                    <a:pt x="944" y="6317"/>
                  </a:lnTo>
                  <a:lnTo>
                    <a:pt x="0" y="3244"/>
                  </a:lnTo>
                  <a:lnTo>
                    <a:pt x="11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3" name="ph7953"/>
            <p:cNvSpPr/>
            <p:nvPr/>
          </p:nvSpPr>
          <p:spPr>
            <a:xfrm>
              <a:off x="11237079" y="3247780"/>
              <a:ext cx="11565" cy="11795"/>
            </a:xfrm>
            <a:custGeom>
              <a:avLst/>
              <a:pathLst>
                <a:path w="11565" h="11795">
                  <a:moveTo>
                    <a:pt x="5432" y="734"/>
                  </a:moveTo>
                  <a:lnTo>
                    <a:pt x="5815" y="4442"/>
                  </a:lnTo>
                  <a:lnTo>
                    <a:pt x="7904" y="4952"/>
                  </a:lnTo>
                  <a:lnTo>
                    <a:pt x="11565" y="9977"/>
                  </a:lnTo>
                  <a:lnTo>
                    <a:pt x="7325" y="11712"/>
                  </a:lnTo>
                  <a:lnTo>
                    <a:pt x="2943" y="11795"/>
                  </a:lnTo>
                  <a:lnTo>
                    <a:pt x="2177" y="10785"/>
                  </a:lnTo>
                  <a:lnTo>
                    <a:pt x="0" y="10511"/>
                  </a:lnTo>
                  <a:lnTo>
                    <a:pt x="139" y="6910"/>
                  </a:lnTo>
                  <a:lnTo>
                    <a:pt x="2518" y="7617"/>
                  </a:lnTo>
                  <a:lnTo>
                    <a:pt x="2260" y="6374"/>
                  </a:lnTo>
                  <a:lnTo>
                    <a:pt x="1030" y="5880"/>
                  </a:lnTo>
                  <a:lnTo>
                    <a:pt x="311" y="6402"/>
                  </a:lnTo>
                  <a:lnTo>
                    <a:pt x="1857" y="1224"/>
                  </a:lnTo>
                  <a:lnTo>
                    <a:pt x="1876" y="341"/>
                  </a:lnTo>
                  <a:lnTo>
                    <a:pt x="218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4" name="ph7954"/>
            <p:cNvSpPr/>
            <p:nvPr/>
          </p:nvSpPr>
          <p:spPr>
            <a:xfrm>
              <a:off x="11219324" y="3104582"/>
              <a:ext cx="13402" cy="13595"/>
            </a:xfrm>
            <a:custGeom>
              <a:avLst/>
              <a:pathLst>
                <a:path w="13402" h="13595">
                  <a:moveTo>
                    <a:pt x="8673" y="2437"/>
                  </a:moveTo>
                  <a:lnTo>
                    <a:pt x="13402" y="5217"/>
                  </a:lnTo>
                  <a:lnTo>
                    <a:pt x="12707" y="9830"/>
                  </a:lnTo>
                  <a:lnTo>
                    <a:pt x="9448" y="8646"/>
                  </a:lnTo>
                  <a:lnTo>
                    <a:pt x="7311" y="9130"/>
                  </a:lnTo>
                  <a:lnTo>
                    <a:pt x="8104" y="13595"/>
                  </a:lnTo>
                  <a:lnTo>
                    <a:pt x="1612" y="13592"/>
                  </a:lnTo>
                  <a:lnTo>
                    <a:pt x="0" y="12693"/>
                  </a:lnTo>
                  <a:lnTo>
                    <a:pt x="1354" y="8517"/>
                  </a:lnTo>
                  <a:lnTo>
                    <a:pt x="3120" y="8857"/>
                  </a:lnTo>
                  <a:lnTo>
                    <a:pt x="6570" y="6648"/>
                  </a:lnTo>
                  <a:lnTo>
                    <a:pt x="50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5" name="ph7955"/>
            <p:cNvSpPr/>
            <p:nvPr/>
          </p:nvSpPr>
          <p:spPr>
            <a:xfrm>
              <a:off x="11222716" y="3088542"/>
              <a:ext cx="22789" cy="23244"/>
            </a:xfrm>
            <a:custGeom>
              <a:avLst/>
              <a:pathLst>
                <a:path w="22789" h="23244">
                  <a:moveTo>
                    <a:pt x="7870" y="0"/>
                  </a:moveTo>
                  <a:lnTo>
                    <a:pt x="8337" y="1740"/>
                  </a:lnTo>
                  <a:lnTo>
                    <a:pt x="10462" y="3749"/>
                  </a:lnTo>
                  <a:lnTo>
                    <a:pt x="13714" y="5783"/>
                  </a:lnTo>
                  <a:lnTo>
                    <a:pt x="14562" y="5849"/>
                  </a:lnTo>
                  <a:lnTo>
                    <a:pt x="14761" y="4714"/>
                  </a:lnTo>
                  <a:lnTo>
                    <a:pt x="15994" y="5973"/>
                  </a:lnTo>
                  <a:lnTo>
                    <a:pt x="14823" y="6598"/>
                  </a:lnTo>
                  <a:lnTo>
                    <a:pt x="14717" y="7965"/>
                  </a:lnTo>
                  <a:lnTo>
                    <a:pt x="17995" y="9288"/>
                  </a:lnTo>
                  <a:lnTo>
                    <a:pt x="19735" y="10756"/>
                  </a:lnTo>
                  <a:lnTo>
                    <a:pt x="20164" y="14008"/>
                  </a:lnTo>
                  <a:lnTo>
                    <a:pt x="18360" y="15784"/>
                  </a:lnTo>
                  <a:lnTo>
                    <a:pt x="18387" y="16686"/>
                  </a:lnTo>
                  <a:lnTo>
                    <a:pt x="19904" y="17738"/>
                  </a:lnTo>
                  <a:lnTo>
                    <a:pt x="22789" y="17161"/>
                  </a:lnTo>
                  <a:lnTo>
                    <a:pt x="22485" y="18554"/>
                  </a:lnTo>
                  <a:lnTo>
                    <a:pt x="20846" y="20367"/>
                  </a:lnTo>
                  <a:lnTo>
                    <a:pt x="17713" y="22460"/>
                  </a:lnTo>
                  <a:lnTo>
                    <a:pt x="13663" y="23244"/>
                  </a:lnTo>
                  <a:lnTo>
                    <a:pt x="10937" y="18723"/>
                  </a:lnTo>
                  <a:lnTo>
                    <a:pt x="5838" y="18039"/>
                  </a:lnTo>
                  <a:lnTo>
                    <a:pt x="5282" y="18477"/>
                  </a:lnTo>
                  <a:lnTo>
                    <a:pt x="1624" y="16040"/>
                  </a:lnTo>
                  <a:lnTo>
                    <a:pt x="972" y="15751"/>
                  </a:lnTo>
                  <a:lnTo>
                    <a:pt x="0" y="4486"/>
                  </a:lnTo>
                  <a:lnTo>
                    <a:pt x="5781" y="26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6" name="ph7956"/>
            <p:cNvSpPr/>
            <p:nvPr/>
          </p:nvSpPr>
          <p:spPr>
            <a:xfrm>
              <a:off x="11087597" y="3294127"/>
              <a:ext cx="15383" cy="18287"/>
            </a:xfrm>
            <a:custGeom>
              <a:avLst/>
              <a:pathLst>
                <a:path w="15383" h="18287">
                  <a:moveTo>
                    <a:pt x="14779" y="1331"/>
                  </a:moveTo>
                  <a:lnTo>
                    <a:pt x="15383" y="2682"/>
                  </a:lnTo>
                  <a:lnTo>
                    <a:pt x="13098" y="7404"/>
                  </a:lnTo>
                  <a:lnTo>
                    <a:pt x="12411" y="11744"/>
                  </a:lnTo>
                  <a:lnTo>
                    <a:pt x="15161" y="14312"/>
                  </a:lnTo>
                  <a:lnTo>
                    <a:pt x="12908" y="16340"/>
                  </a:lnTo>
                  <a:lnTo>
                    <a:pt x="7912" y="18287"/>
                  </a:lnTo>
                  <a:lnTo>
                    <a:pt x="0" y="15531"/>
                  </a:lnTo>
                  <a:lnTo>
                    <a:pt x="2620" y="11987"/>
                  </a:lnTo>
                  <a:lnTo>
                    <a:pt x="8727" y="7167"/>
                  </a:lnTo>
                  <a:lnTo>
                    <a:pt x="7746" y="3761"/>
                  </a:lnTo>
                  <a:lnTo>
                    <a:pt x="4948" y="1815"/>
                  </a:lnTo>
                  <a:lnTo>
                    <a:pt x="6089" y="1710"/>
                  </a:lnTo>
                  <a:lnTo>
                    <a:pt x="1359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7" name="ph7957"/>
            <p:cNvSpPr/>
            <p:nvPr/>
          </p:nvSpPr>
          <p:spPr>
            <a:xfrm>
              <a:off x="11245321" y="3172838"/>
              <a:ext cx="21234" cy="17218"/>
            </a:xfrm>
            <a:custGeom>
              <a:avLst/>
              <a:pathLst>
                <a:path w="21234" h="17218">
                  <a:moveTo>
                    <a:pt x="21085" y="4603"/>
                  </a:moveTo>
                  <a:lnTo>
                    <a:pt x="18934" y="8086"/>
                  </a:lnTo>
                  <a:lnTo>
                    <a:pt x="13183" y="14330"/>
                  </a:lnTo>
                  <a:lnTo>
                    <a:pt x="10601" y="16125"/>
                  </a:lnTo>
                  <a:lnTo>
                    <a:pt x="10141" y="17218"/>
                  </a:lnTo>
                  <a:lnTo>
                    <a:pt x="6113" y="16039"/>
                  </a:lnTo>
                  <a:lnTo>
                    <a:pt x="2111" y="16755"/>
                  </a:lnTo>
                  <a:lnTo>
                    <a:pt x="1707" y="16444"/>
                  </a:lnTo>
                  <a:lnTo>
                    <a:pt x="0" y="11318"/>
                  </a:lnTo>
                  <a:lnTo>
                    <a:pt x="236" y="10425"/>
                  </a:lnTo>
                  <a:lnTo>
                    <a:pt x="11242" y="7348"/>
                  </a:lnTo>
                  <a:lnTo>
                    <a:pt x="14834" y="3715"/>
                  </a:lnTo>
                  <a:lnTo>
                    <a:pt x="17017" y="3239"/>
                  </a:lnTo>
                  <a:lnTo>
                    <a:pt x="2123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8" name="ph7958"/>
            <p:cNvSpPr/>
            <p:nvPr/>
          </p:nvSpPr>
          <p:spPr>
            <a:xfrm>
              <a:off x="11231355" y="3239166"/>
              <a:ext cx="2046" cy="2462"/>
            </a:xfrm>
            <a:custGeom>
              <a:avLst/>
              <a:pathLst>
                <a:path w="2046" h="2462">
                  <a:moveTo>
                    <a:pt x="2046" y="2087"/>
                  </a:moveTo>
                  <a:lnTo>
                    <a:pt x="0" y="2462"/>
                  </a:lnTo>
                  <a:lnTo>
                    <a:pt x="6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9" name="ph7959"/>
            <p:cNvSpPr/>
            <p:nvPr/>
          </p:nvSpPr>
          <p:spPr>
            <a:xfrm>
              <a:off x="11252547" y="3201421"/>
              <a:ext cx="5658" cy="8553"/>
            </a:xfrm>
            <a:custGeom>
              <a:avLst/>
              <a:pathLst>
                <a:path w="5658" h="8553">
                  <a:moveTo>
                    <a:pt x="1734" y="38"/>
                  </a:moveTo>
                  <a:lnTo>
                    <a:pt x="3137" y="509"/>
                  </a:lnTo>
                  <a:lnTo>
                    <a:pt x="3647" y="1065"/>
                  </a:lnTo>
                  <a:lnTo>
                    <a:pt x="5658" y="1747"/>
                  </a:lnTo>
                  <a:lnTo>
                    <a:pt x="4447" y="4343"/>
                  </a:lnTo>
                  <a:lnTo>
                    <a:pt x="1578" y="8553"/>
                  </a:lnTo>
                  <a:lnTo>
                    <a:pt x="1905" y="44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0" name="ph7960"/>
            <p:cNvSpPr/>
            <p:nvPr/>
          </p:nvSpPr>
          <p:spPr>
            <a:xfrm>
              <a:off x="11246779" y="3188878"/>
              <a:ext cx="8684" cy="3514"/>
            </a:xfrm>
            <a:custGeom>
              <a:avLst/>
              <a:pathLst>
                <a:path w="8684" h="3514">
                  <a:moveTo>
                    <a:pt x="8684" y="1178"/>
                  </a:moveTo>
                  <a:lnTo>
                    <a:pt x="5761" y="3514"/>
                  </a:lnTo>
                  <a:lnTo>
                    <a:pt x="605" y="2346"/>
                  </a:lnTo>
                  <a:lnTo>
                    <a:pt x="0" y="2867"/>
                  </a:lnTo>
                  <a:lnTo>
                    <a:pt x="653" y="716"/>
                  </a:lnTo>
                  <a:lnTo>
                    <a:pt x="46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1" name="ph7961"/>
            <p:cNvSpPr/>
            <p:nvPr/>
          </p:nvSpPr>
          <p:spPr>
            <a:xfrm>
              <a:off x="11221309" y="3205490"/>
              <a:ext cx="11185" cy="9695"/>
            </a:xfrm>
            <a:custGeom>
              <a:avLst/>
              <a:pathLst>
                <a:path w="11185" h="9695">
                  <a:moveTo>
                    <a:pt x="11185" y="5401"/>
                  </a:moveTo>
                  <a:lnTo>
                    <a:pt x="3502" y="9695"/>
                  </a:lnTo>
                  <a:lnTo>
                    <a:pt x="0" y="8478"/>
                  </a:lnTo>
                  <a:lnTo>
                    <a:pt x="924" y="8137"/>
                  </a:lnTo>
                  <a:lnTo>
                    <a:pt x="2496" y="1971"/>
                  </a:lnTo>
                  <a:lnTo>
                    <a:pt x="616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2" name="ph7962"/>
            <p:cNvSpPr/>
            <p:nvPr/>
          </p:nvSpPr>
          <p:spPr>
            <a:xfrm>
              <a:off x="11248921" y="3240063"/>
              <a:ext cx="7554" cy="6698"/>
            </a:xfrm>
            <a:custGeom>
              <a:avLst/>
              <a:pathLst>
                <a:path w="7554" h="6698">
                  <a:moveTo>
                    <a:pt x="6146" y="1779"/>
                  </a:moveTo>
                  <a:lnTo>
                    <a:pt x="7445" y="3512"/>
                  </a:lnTo>
                  <a:lnTo>
                    <a:pt x="7554" y="6671"/>
                  </a:lnTo>
                  <a:lnTo>
                    <a:pt x="3221" y="6698"/>
                  </a:lnTo>
                  <a:lnTo>
                    <a:pt x="755" y="6421"/>
                  </a:lnTo>
                  <a:lnTo>
                    <a:pt x="295" y="2033"/>
                  </a:lnTo>
                  <a:lnTo>
                    <a:pt x="0" y="956"/>
                  </a:lnTo>
                  <a:lnTo>
                    <a:pt x="129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3" name="ph7963"/>
            <p:cNvSpPr/>
            <p:nvPr/>
          </p:nvSpPr>
          <p:spPr>
            <a:xfrm>
              <a:off x="11040632" y="3296090"/>
              <a:ext cx="12097" cy="14748"/>
            </a:xfrm>
            <a:custGeom>
              <a:avLst/>
              <a:pathLst>
                <a:path w="12097" h="14748">
                  <a:moveTo>
                    <a:pt x="8985" y="305"/>
                  </a:moveTo>
                  <a:lnTo>
                    <a:pt x="9646" y="11626"/>
                  </a:lnTo>
                  <a:lnTo>
                    <a:pt x="12097" y="12298"/>
                  </a:lnTo>
                  <a:lnTo>
                    <a:pt x="9050" y="14748"/>
                  </a:lnTo>
                  <a:lnTo>
                    <a:pt x="6535" y="11402"/>
                  </a:lnTo>
                  <a:lnTo>
                    <a:pt x="4628" y="11482"/>
                  </a:lnTo>
                  <a:lnTo>
                    <a:pt x="4481" y="9668"/>
                  </a:lnTo>
                  <a:lnTo>
                    <a:pt x="3421" y="8979"/>
                  </a:lnTo>
                  <a:lnTo>
                    <a:pt x="1048" y="9134"/>
                  </a:lnTo>
                  <a:lnTo>
                    <a:pt x="0" y="3290"/>
                  </a:lnTo>
                  <a:lnTo>
                    <a:pt x="743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4" name="ph7964"/>
            <p:cNvSpPr/>
            <p:nvPr/>
          </p:nvSpPr>
          <p:spPr>
            <a:xfrm>
              <a:off x="11317103" y="3287836"/>
              <a:ext cx="18164" cy="12707"/>
            </a:xfrm>
            <a:custGeom>
              <a:avLst/>
              <a:pathLst>
                <a:path w="18164" h="12707">
                  <a:moveTo>
                    <a:pt x="16155" y="4974"/>
                  </a:moveTo>
                  <a:lnTo>
                    <a:pt x="18164" y="12707"/>
                  </a:lnTo>
                  <a:lnTo>
                    <a:pt x="11667" y="10525"/>
                  </a:lnTo>
                  <a:lnTo>
                    <a:pt x="4217" y="9556"/>
                  </a:lnTo>
                  <a:lnTo>
                    <a:pt x="1968" y="8427"/>
                  </a:lnTo>
                  <a:lnTo>
                    <a:pt x="1682" y="5793"/>
                  </a:lnTo>
                  <a:lnTo>
                    <a:pt x="0" y="4136"/>
                  </a:lnTo>
                  <a:lnTo>
                    <a:pt x="5680" y="1963"/>
                  </a:lnTo>
                  <a:lnTo>
                    <a:pt x="6456" y="458"/>
                  </a:lnTo>
                  <a:lnTo>
                    <a:pt x="913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5" name="ph7965"/>
            <p:cNvSpPr/>
            <p:nvPr/>
          </p:nvSpPr>
          <p:spPr>
            <a:xfrm>
              <a:off x="11116728" y="3117676"/>
              <a:ext cx="11682" cy="12014"/>
            </a:xfrm>
            <a:custGeom>
              <a:avLst/>
              <a:pathLst>
                <a:path w="11682" h="12014">
                  <a:moveTo>
                    <a:pt x="6159" y="462"/>
                  </a:moveTo>
                  <a:lnTo>
                    <a:pt x="8170" y="810"/>
                  </a:lnTo>
                  <a:lnTo>
                    <a:pt x="10597" y="3254"/>
                  </a:lnTo>
                  <a:lnTo>
                    <a:pt x="10877" y="9868"/>
                  </a:lnTo>
                  <a:lnTo>
                    <a:pt x="11682" y="10477"/>
                  </a:lnTo>
                  <a:lnTo>
                    <a:pt x="11552" y="12014"/>
                  </a:lnTo>
                  <a:lnTo>
                    <a:pt x="9828" y="11047"/>
                  </a:lnTo>
                  <a:lnTo>
                    <a:pt x="5518" y="10716"/>
                  </a:lnTo>
                  <a:lnTo>
                    <a:pt x="1347" y="11812"/>
                  </a:lnTo>
                  <a:lnTo>
                    <a:pt x="0" y="3459"/>
                  </a:lnTo>
                  <a:lnTo>
                    <a:pt x="330" y="2460"/>
                  </a:lnTo>
                  <a:lnTo>
                    <a:pt x="82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6" name="ph7966"/>
            <p:cNvSpPr/>
            <p:nvPr/>
          </p:nvSpPr>
          <p:spPr>
            <a:xfrm>
              <a:off x="11110169" y="3197480"/>
              <a:ext cx="16204" cy="10234"/>
            </a:xfrm>
            <a:custGeom>
              <a:avLst/>
              <a:pathLst>
                <a:path w="16204" h="10234">
                  <a:moveTo>
                    <a:pt x="16204" y="1183"/>
                  </a:moveTo>
                  <a:lnTo>
                    <a:pt x="15569" y="3780"/>
                  </a:lnTo>
                  <a:lnTo>
                    <a:pt x="12625" y="6893"/>
                  </a:lnTo>
                  <a:lnTo>
                    <a:pt x="2141" y="10234"/>
                  </a:lnTo>
                  <a:lnTo>
                    <a:pt x="0" y="9929"/>
                  </a:lnTo>
                  <a:lnTo>
                    <a:pt x="843" y="4098"/>
                  </a:lnTo>
                  <a:lnTo>
                    <a:pt x="7987" y="3461"/>
                  </a:lnTo>
                  <a:lnTo>
                    <a:pt x="1337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7" name="ph7967"/>
            <p:cNvSpPr/>
            <p:nvPr/>
          </p:nvSpPr>
          <p:spPr>
            <a:xfrm>
              <a:off x="11236846" y="3129840"/>
              <a:ext cx="10984" cy="9971"/>
            </a:xfrm>
            <a:custGeom>
              <a:avLst/>
              <a:pathLst>
                <a:path w="10984" h="9971">
                  <a:moveTo>
                    <a:pt x="8269" y="337"/>
                  </a:moveTo>
                  <a:lnTo>
                    <a:pt x="7827" y="2205"/>
                  </a:lnTo>
                  <a:lnTo>
                    <a:pt x="10362" y="4009"/>
                  </a:lnTo>
                  <a:lnTo>
                    <a:pt x="10984" y="4843"/>
                  </a:lnTo>
                  <a:lnTo>
                    <a:pt x="7701" y="8756"/>
                  </a:lnTo>
                  <a:lnTo>
                    <a:pt x="5530" y="9971"/>
                  </a:lnTo>
                  <a:lnTo>
                    <a:pt x="0" y="3508"/>
                  </a:lnTo>
                  <a:lnTo>
                    <a:pt x="2173" y="3277"/>
                  </a:lnTo>
                  <a:lnTo>
                    <a:pt x="3160" y="1012"/>
                  </a:lnTo>
                  <a:lnTo>
                    <a:pt x="571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8" name="ph7968"/>
            <p:cNvSpPr/>
            <p:nvPr/>
          </p:nvSpPr>
          <p:spPr>
            <a:xfrm>
              <a:off x="11039532" y="3167884"/>
              <a:ext cx="12375" cy="14106"/>
            </a:xfrm>
            <a:custGeom>
              <a:avLst/>
              <a:pathLst>
                <a:path w="12375" h="14106">
                  <a:moveTo>
                    <a:pt x="12375" y="3152"/>
                  </a:moveTo>
                  <a:lnTo>
                    <a:pt x="11765" y="5378"/>
                  </a:lnTo>
                  <a:lnTo>
                    <a:pt x="10347" y="7651"/>
                  </a:lnTo>
                  <a:lnTo>
                    <a:pt x="10949" y="13258"/>
                  </a:lnTo>
                  <a:lnTo>
                    <a:pt x="9042" y="14106"/>
                  </a:lnTo>
                  <a:lnTo>
                    <a:pt x="6833" y="13609"/>
                  </a:lnTo>
                  <a:lnTo>
                    <a:pt x="5640" y="13425"/>
                  </a:lnTo>
                  <a:lnTo>
                    <a:pt x="0" y="4956"/>
                  </a:lnTo>
                  <a:lnTo>
                    <a:pt x="582" y="1996"/>
                  </a:lnTo>
                  <a:lnTo>
                    <a:pt x="1114" y="1047"/>
                  </a:lnTo>
                  <a:lnTo>
                    <a:pt x="3150" y="195"/>
                  </a:lnTo>
                  <a:lnTo>
                    <a:pt x="8136" y="0"/>
                  </a:lnTo>
                  <a:lnTo>
                    <a:pt x="8327" y="2055"/>
                  </a:lnTo>
                  <a:close/>
                  <a:moveTo>
                    <a:pt x="6575" y="8961"/>
                  </a:moveTo>
                  <a:lnTo>
                    <a:pt x="8112" y="8218"/>
                  </a:lnTo>
                  <a:lnTo>
                    <a:pt x="7239" y="5988"/>
                  </a:lnTo>
                  <a:lnTo>
                    <a:pt x="6304" y="5737"/>
                  </a:lnTo>
                  <a:lnTo>
                    <a:pt x="6587" y="5038"/>
                  </a:lnTo>
                  <a:lnTo>
                    <a:pt x="5851" y="4703"/>
                  </a:lnTo>
                  <a:lnTo>
                    <a:pt x="4222" y="858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9" name="ph7969"/>
            <p:cNvSpPr/>
            <p:nvPr/>
          </p:nvSpPr>
          <p:spPr>
            <a:xfrm>
              <a:off x="11307654" y="3189999"/>
              <a:ext cx="18533" cy="13069"/>
            </a:xfrm>
            <a:custGeom>
              <a:avLst/>
              <a:pathLst>
                <a:path w="18533" h="13069">
                  <a:moveTo>
                    <a:pt x="8782" y="685"/>
                  </a:moveTo>
                  <a:lnTo>
                    <a:pt x="10228" y="1522"/>
                  </a:lnTo>
                  <a:lnTo>
                    <a:pt x="11571" y="4695"/>
                  </a:lnTo>
                  <a:lnTo>
                    <a:pt x="18533" y="5765"/>
                  </a:lnTo>
                  <a:lnTo>
                    <a:pt x="16805" y="12203"/>
                  </a:lnTo>
                  <a:lnTo>
                    <a:pt x="17124" y="12893"/>
                  </a:lnTo>
                  <a:lnTo>
                    <a:pt x="14253" y="13069"/>
                  </a:lnTo>
                  <a:lnTo>
                    <a:pt x="9803" y="11536"/>
                  </a:lnTo>
                  <a:lnTo>
                    <a:pt x="6959" y="8897"/>
                  </a:lnTo>
                  <a:lnTo>
                    <a:pt x="6574" y="7724"/>
                  </a:lnTo>
                  <a:lnTo>
                    <a:pt x="4157" y="5201"/>
                  </a:lnTo>
                  <a:lnTo>
                    <a:pt x="1609" y="4665"/>
                  </a:lnTo>
                  <a:lnTo>
                    <a:pt x="849" y="5122"/>
                  </a:lnTo>
                  <a:lnTo>
                    <a:pt x="0" y="2599"/>
                  </a:lnTo>
                  <a:lnTo>
                    <a:pt x="532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0" name="ph7970"/>
            <p:cNvSpPr/>
            <p:nvPr/>
          </p:nvSpPr>
          <p:spPr>
            <a:xfrm>
              <a:off x="11236148" y="3258292"/>
              <a:ext cx="3874" cy="1504"/>
            </a:xfrm>
            <a:custGeom>
              <a:avLst/>
              <a:pathLst>
                <a:path w="3874" h="1504">
                  <a:moveTo>
                    <a:pt x="930" y="0"/>
                  </a:moveTo>
                  <a:lnTo>
                    <a:pt x="3108" y="274"/>
                  </a:lnTo>
                  <a:lnTo>
                    <a:pt x="3874" y="1283"/>
                  </a:lnTo>
                  <a:lnTo>
                    <a:pt x="0" y="150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1" name="ph7971"/>
            <p:cNvSpPr/>
            <p:nvPr/>
          </p:nvSpPr>
          <p:spPr>
            <a:xfrm>
              <a:off x="11216003" y="3191217"/>
              <a:ext cx="15244" cy="17086"/>
            </a:xfrm>
            <a:custGeom>
              <a:avLst/>
              <a:pathLst>
                <a:path w="15244" h="17086">
                  <a:moveTo>
                    <a:pt x="9096" y="2573"/>
                  </a:moveTo>
                  <a:lnTo>
                    <a:pt x="13863" y="4935"/>
                  </a:lnTo>
                  <a:lnTo>
                    <a:pt x="12719" y="5663"/>
                  </a:lnTo>
                  <a:lnTo>
                    <a:pt x="15244" y="11644"/>
                  </a:lnTo>
                  <a:lnTo>
                    <a:pt x="11469" y="14272"/>
                  </a:lnTo>
                  <a:lnTo>
                    <a:pt x="7802" y="16243"/>
                  </a:lnTo>
                  <a:lnTo>
                    <a:pt x="4781" y="17086"/>
                  </a:lnTo>
                  <a:lnTo>
                    <a:pt x="3596" y="15140"/>
                  </a:lnTo>
                  <a:lnTo>
                    <a:pt x="1642" y="14537"/>
                  </a:lnTo>
                  <a:lnTo>
                    <a:pt x="2476" y="3114"/>
                  </a:lnTo>
                  <a:lnTo>
                    <a:pt x="0" y="2782"/>
                  </a:lnTo>
                  <a:lnTo>
                    <a:pt x="2595" y="1430"/>
                  </a:lnTo>
                  <a:lnTo>
                    <a:pt x="289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2" name="ph7972"/>
            <p:cNvSpPr/>
            <p:nvPr/>
          </p:nvSpPr>
          <p:spPr>
            <a:xfrm>
              <a:off x="11135226" y="3130225"/>
              <a:ext cx="16605" cy="13412"/>
            </a:xfrm>
            <a:custGeom>
              <a:avLst/>
              <a:pathLst>
                <a:path w="16605" h="13412">
                  <a:moveTo>
                    <a:pt x="9249" y="3413"/>
                  </a:moveTo>
                  <a:lnTo>
                    <a:pt x="14881" y="9050"/>
                  </a:lnTo>
                  <a:lnTo>
                    <a:pt x="15961" y="8625"/>
                  </a:lnTo>
                  <a:lnTo>
                    <a:pt x="16605" y="13044"/>
                  </a:lnTo>
                  <a:lnTo>
                    <a:pt x="15779" y="13275"/>
                  </a:lnTo>
                  <a:lnTo>
                    <a:pt x="15289" y="13412"/>
                  </a:lnTo>
                  <a:lnTo>
                    <a:pt x="12114" y="12835"/>
                  </a:lnTo>
                  <a:lnTo>
                    <a:pt x="11239" y="7091"/>
                  </a:lnTo>
                  <a:lnTo>
                    <a:pt x="4407" y="3230"/>
                  </a:lnTo>
                  <a:lnTo>
                    <a:pt x="592" y="2609"/>
                  </a:lnTo>
                  <a:lnTo>
                    <a:pt x="0" y="1039"/>
                  </a:lnTo>
                  <a:lnTo>
                    <a:pt x="92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3" name="ph7973"/>
            <p:cNvSpPr/>
            <p:nvPr/>
          </p:nvSpPr>
          <p:spPr>
            <a:xfrm>
              <a:off x="11288729" y="3244217"/>
              <a:ext cx="16053" cy="9614"/>
            </a:xfrm>
            <a:custGeom>
              <a:avLst/>
              <a:pathLst>
                <a:path w="16053" h="9614">
                  <a:moveTo>
                    <a:pt x="10133" y="1916"/>
                  </a:moveTo>
                  <a:lnTo>
                    <a:pt x="12007" y="2063"/>
                  </a:lnTo>
                  <a:lnTo>
                    <a:pt x="16053" y="4338"/>
                  </a:lnTo>
                  <a:lnTo>
                    <a:pt x="10884" y="8560"/>
                  </a:lnTo>
                  <a:lnTo>
                    <a:pt x="7273" y="9596"/>
                  </a:lnTo>
                  <a:lnTo>
                    <a:pt x="5562" y="9614"/>
                  </a:lnTo>
                  <a:lnTo>
                    <a:pt x="0" y="7439"/>
                  </a:lnTo>
                  <a:lnTo>
                    <a:pt x="1356" y="5035"/>
                  </a:lnTo>
                  <a:lnTo>
                    <a:pt x="5412" y="2011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4" name="ph7974"/>
            <p:cNvSpPr/>
            <p:nvPr/>
          </p:nvSpPr>
          <p:spPr>
            <a:xfrm>
              <a:off x="11150117" y="3204298"/>
              <a:ext cx="8354" cy="7855"/>
            </a:xfrm>
            <a:custGeom>
              <a:avLst/>
              <a:pathLst>
                <a:path w="8354" h="7855">
                  <a:moveTo>
                    <a:pt x="3370" y="773"/>
                  </a:moveTo>
                  <a:lnTo>
                    <a:pt x="2853" y="1004"/>
                  </a:lnTo>
                  <a:lnTo>
                    <a:pt x="3547" y="1535"/>
                  </a:lnTo>
                  <a:lnTo>
                    <a:pt x="8354" y="3510"/>
                  </a:lnTo>
                  <a:lnTo>
                    <a:pt x="6918" y="5530"/>
                  </a:lnTo>
                  <a:lnTo>
                    <a:pt x="4966" y="7029"/>
                  </a:lnTo>
                  <a:lnTo>
                    <a:pt x="2699" y="7855"/>
                  </a:lnTo>
                  <a:lnTo>
                    <a:pt x="1632" y="7480"/>
                  </a:lnTo>
                  <a:lnTo>
                    <a:pt x="747" y="28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5" name="ph7975"/>
            <p:cNvSpPr/>
            <p:nvPr/>
          </p:nvSpPr>
          <p:spPr>
            <a:xfrm>
              <a:off x="11045574" y="3145626"/>
              <a:ext cx="6462" cy="15321"/>
            </a:xfrm>
            <a:custGeom>
              <a:avLst/>
              <a:pathLst>
                <a:path w="6462" h="15321">
                  <a:moveTo>
                    <a:pt x="5723" y="646"/>
                  </a:moveTo>
                  <a:lnTo>
                    <a:pt x="4389" y="2742"/>
                  </a:lnTo>
                  <a:lnTo>
                    <a:pt x="4323" y="4638"/>
                  </a:lnTo>
                  <a:lnTo>
                    <a:pt x="4766" y="6830"/>
                  </a:lnTo>
                  <a:lnTo>
                    <a:pt x="6080" y="8775"/>
                  </a:lnTo>
                  <a:lnTo>
                    <a:pt x="6462" y="14721"/>
                  </a:lnTo>
                  <a:lnTo>
                    <a:pt x="5987" y="15321"/>
                  </a:lnTo>
                  <a:lnTo>
                    <a:pt x="1737" y="13897"/>
                  </a:lnTo>
                  <a:lnTo>
                    <a:pt x="0" y="12221"/>
                  </a:lnTo>
                  <a:lnTo>
                    <a:pt x="1268" y="7773"/>
                  </a:lnTo>
                  <a:lnTo>
                    <a:pt x="210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6" name="ph7976"/>
            <p:cNvSpPr/>
            <p:nvPr/>
          </p:nvSpPr>
          <p:spPr>
            <a:xfrm>
              <a:off x="11318028" y="3235897"/>
              <a:ext cx="22736" cy="30976"/>
            </a:xfrm>
            <a:custGeom>
              <a:avLst/>
              <a:pathLst>
                <a:path w="22736" h="30976">
                  <a:moveTo>
                    <a:pt x="5679" y="0"/>
                  </a:moveTo>
                  <a:lnTo>
                    <a:pt x="9078" y="881"/>
                  </a:lnTo>
                  <a:lnTo>
                    <a:pt x="10585" y="282"/>
                  </a:lnTo>
                  <a:lnTo>
                    <a:pt x="11635" y="866"/>
                  </a:lnTo>
                  <a:lnTo>
                    <a:pt x="10923" y="2796"/>
                  </a:lnTo>
                  <a:lnTo>
                    <a:pt x="11391" y="6546"/>
                  </a:lnTo>
                  <a:lnTo>
                    <a:pt x="12218" y="7489"/>
                  </a:lnTo>
                  <a:lnTo>
                    <a:pt x="14600" y="6568"/>
                  </a:lnTo>
                  <a:lnTo>
                    <a:pt x="14564" y="10567"/>
                  </a:lnTo>
                  <a:lnTo>
                    <a:pt x="15986" y="12780"/>
                  </a:lnTo>
                  <a:lnTo>
                    <a:pt x="22736" y="12561"/>
                  </a:lnTo>
                  <a:lnTo>
                    <a:pt x="21137" y="16359"/>
                  </a:lnTo>
                  <a:lnTo>
                    <a:pt x="11973" y="29616"/>
                  </a:lnTo>
                  <a:lnTo>
                    <a:pt x="8560" y="30976"/>
                  </a:lnTo>
                  <a:lnTo>
                    <a:pt x="8260" y="29833"/>
                  </a:lnTo>
                  <a:lnTo>
                    <a:pt x="7794" y="27386"/>
                  </a:lnTo>
                  <a:lnTo>
                    <a:pt x="8294" y="24392"/>
                  </a:lnTo>
                  <a:lnTo>
                    <a:pt x="644" y="18498"/>
                  </a:lnTo>
                  <a:lnTo>
                    <a:pt x="0" y="16736"/>
                  </a:lnTo>
                  <a:lnTo>
                    <a:pt x="1304" y="14623"/>
                  </a:lnTo>
                  <a:lnTo>
                    <a:pt x="476" y="11072"/>
                  </a:lnTo>
                  <a:lnTo>
                    <a:pt x="2322" y="7687"/>
                  </a:lnTo>
                  <a:lnTo>
                    <a:pt x="2920" y="40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7" name="ph7977"/>
            <p:cNvSpPr/>
            <p:nvPr/>
          </p:nvSpPr>
          <p:spPr>
            <a:xfrm>
              <a:off x="11271401" y="3193475"/>
              <a:ext cx="13650" cy="9285"/>
            </a:xfrm>
            <a:custGeom>
              <a:avLst/>
              <a:pathLst>
                <a:path w="13650" h="9285">
                  <a:moveTo>
                    <a:pt x="10021" y="751"/>
                  </a:moveTo>
                  <a:lnTo>
                    <a:pt x="10174" y="3176"/>
                  </a:lnTo>
                  <a:lnTo>
                    <a:pt x="11304" y="3986"/>
                  </a:lnTo>
                  <a:lnTo>
                    <a:pt x="12346" y="3556"/>
                  </a:lnTo>
                  <a:lnTo>
                    <a:pt x="13319" y="5689"/>
                  </a:lnTo>
                  <a:lnTo>
                    <a:pt x="13650" y="6327"/>
                  </a:lnTo>
                  <a:lnTo>
                    <a:pt x="10564" y="8782"/>
                  </a:lnTo>
                  <a:lnTo>
                    <a:pt x="2695" y="8144"/>
                  </a:lnTo>
                  <a:lnTo>
                    <a:pt x="1201" y="9285"/>
                  </a:lnTo>
                  <a:lnTo>
                    <a:pt x="0" y="6901"/>
                  </a:lnTo>
                  <a:lnTo>
                    <a:pt x="548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8" name="ph7978"/>
            <p:cNvSpPr/>
            <p:nvPr/>
          </p:nvSpPr>
          <p:spPr>
            <a:xfrm>
              <a:off x="11177818" y="3326061"/>
              <a:ext cx="23052" cy="19530"/>
            </a:xfrm>
            <a:custGeom>
              <a:avLst/>
              <a:pathLst>
                <a:path w="23052" h="19530">
                  <a:moveTo>
                    <a:pt x="14811" y="2311"/>
                  </a:moveTo>
                  <a:lnTo>
                    <a:pt x="15924" y="1769"/>
                  </a:lnTo>
                  <a:lnTo>
                    <a:pt x="17775" y="4754"/>
                  </a:lnTo>
                  <a:lnTo>
                    <a:pt x="21849" y="6149"/>
                  </a:lnTo>
                  <a:lnTo>
                    <a:pt x="22928" y="8125"/>
                  </a:lnTo>
                  <a:lnTo>
                    <a:pt x="23052" y="11129"/>
                  </a:lnTo>
                  <a:lnTo>
                    <a:pt x="21829" y="11465"/>
                  </a:lnTo>
                  <a:lnTo>
                    <a:pt x="21265" y="10876"/>
                  </a:lnTo>
                  <a:lnTo>
                    <a:pt x="21830" y="8589"/>
                  </a:lnTo>
                  <a:lnTo>
                    <a:pt x="18351" y="9213"/>
                  </a:lnTo>
                  <a:lnTo>
                    <a:pt x="17712" y="10000"/>
                  </a:lnTo>
                  <a:lnTo>
                    <a:pt x="18950" y="17816"/>
                  </a:lnTo>
                  <a:lnTo>
                    <a:pt x="18475" y="17792"/>
                  </a:lnTo>
                  <a:lnTo>
                    <a:pt x="13422" y="19530"/>
                  </a:lnTo>
                  <a:lnTo>
                    <a:pt x="8570" y="18023"/>
                  </a:lnTo>
                  <a:lnTo>
                    <a:pt x="6321" y="14824"/>
                  </a:lnTo>
                  <a:lnTo>
                    <a:pt x="4355" y="9859"/>
                  </a:lnTo>
                  <a:lnTo>
                    <a:pt x="2170" y="11500"/>
                  </a:lnTo>
                  <a:lnTo>
                    <a:pt x="0" y="5270"/>
                  </a:lnTo>
                  <a:lnTo>
                    <a:pt x="3700" y="5763"/>
                  </a:lnTo>
                  <a:lnTo>
                    <a:pt x="8417" y="1138"/>
                  </a:lnTo>
                  <a:lnTo>
                    <a:pt x="979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9" name="ph7979"/>
            <p:cNvSpPr/>
            <p:nvPr/>
          </p:nvSpPr>
          <p:spPr>
            <a:xfrm>
              <a:off x="11247266" y="3284278"/>
              <a:ext cx="14410" cy="12241"/>
            </a:xfrm>
            <a:custGeom>
              <a:avLst/>
              <a:pathLst>
                <a:path w="14410" h="12241">
                  <a:moveTo>
                    <a:pt x="9917" y="948"/>
                  </a:moveTo>
                  <a:lnTo>
                    <a:pt x="14410" y="2599"/>
                  </a:lnTo>
                  <a:lnTo>
                    <a:pt x="11601" y="8478"/>
                  </a:lnTo>
                  <a:lnTo>
                    <a:pt x="11451" y="11871"/>
                  </a:lnTo>
                  <a:lnTo>
                    <a:pt x="9535" y="12241"/>
                  </a:lnTo>
                  <a:lnTo>
                    <a:pt x="6610" y="10958"/>
                  </a:lnTo>
                  <a:lnTo>
                    <a:pt x="5029" y="11567"/>
                  </a:lnTo>
                  <a:lnTo>
                    <a:pt x="1328" y="10766"/>
                  </a:lnTo>
                  <a:lnTo>
                    <a:pt x="0" y="2005"/>
                  </a:lnTo>
                  <a:lnTo>
                    <a:pt x="84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0" name="ph7980"/>
            <p:cNvSpPr/>
            <p:nvPr/>
          </p:nvSpPr>
          <p:spPr>
            <a:xfrm>
              <a:off x="11100724" y="3180638"/>
              <a:ext cx="22816" cy="20940"/>
            </a:xfrm>
            <a:custGeom>
              <a:avLst/>
              <a:pathLst>
                <a:path w="22816" h="20940">
                  <a:moveTo>
                    <a:pt x="4671" y="0"/>
                  </a:moveTo>
                  <a:lnTo>
                    <a:pt x="5080" y="2176"/>
                  </a:lnTo>
                  <a:lnTo>
                    <a:pt x="6768" y="4627"/>
                  </a:lnTo>
                  <a:lnTo>
                    <a:pt x="16690" y="7985"/>
                  </a:lnTo>
                  <a:lnTo>
                    <a:pt x="22197" y="14055"/>
                  </a:lnTo>
                  <a:lnTo>
                    <a:pt x="22816" y="16841"/>
                  </a:lnTo>
                  <a:lnTo>
                    <a:pt x="17432" y="20302"/>
                  </a:lnTo>
                  <a:lnTo>
                    <a:pt x="10288" y="20940"/>
                  </a:lnTo>
                  <a:lnTo>
                    <a:pt x="7294" y="15223"/>
                  </a:lnTo>
                  <a:lnTo>
                    <a:pt x="1197" y="10848"/>
                  </a:lnTo>
                  <a:lnTo>
                    <a:pt x="105" y="7525"/>
                  </a:lnTo>
                  <a:lnTo>
                    <a:pt x="0" y="279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1" name="ph7981"/>
            <p:cNvSpPr/>
            <p:nvPr/>
          </p:nvSpPr>
          <p:spPr>
            <a:xfrm>
              <a:off x="11088069" y="3183438"/>
              <a:ext cx="22943" cy="32639"/>
            </a:xfrm>
            <a:custGeom>
              <a:avLst/>
              <a:pathLst>
                <a:path w="22943" h="32639">
                  <a:moveTo>
                    <a:pt x="12760" y="4725"/>
                  </a:moveTo>
                  <a:lnTo>
                    <a:pt x="13852" y="8048"/>
                  </a:lnTo>
                  <a:lnTo>
                    <a:pt x="19948" y="12424"/>
                  </a:lnTo>
                  <a:lnTo>
                    <a:pt x="22943" y="18140"/>
                  </a:lnTo>
                  <a:lnTo>
                    <a:pt x="22099" y="23971"/>
                  </a:lnTo>
                  <a:lnTo>
                    <a:pt x="21119" y="31374"/>
                  </a:lnTo>
                  <a:lnTo>
                    <a:pt x="16997" y="32639"/>
                  </a:lnTo>
                  <a:lnTo>
                    <a:pt x="17658" y="30848"/>
                  </a:lnTo>
                  <a:lnTo>
                    <a:pt x="15464" y="29285"/>
                  </a:lnTo>
                  <a:lnTo>
                    <a:pt x="7930" y="32283"/>
                  </a:lnTo>
                  <a:lnTo>
                    <a:pt x="4159" y="28817"/>
                  </a:lnTo>
                  <a:lnTo>
                    <a:pt x="1493" y="23996"/>
                  </a:lnTo>
                  <a:lnTo>
                    <a:pt x="1997" y="22527"/>
                  </a:lnTo>
                  <a:lnTo>
                    <a:pt x="5680" y="20882"/>
                  </a:lnTo>
                  <a:lnTo>
                    <a:pt x="6604" y="18510"/>
                  </a:lnTo>
                  <a:lnTo>
                    <a:pt x="2344" y="18985"/>
                  </a:lnTo>
                  <a:lnTo>
                    <a:pt x="0" y="17436"/>
                  </a:lnTo>
                  <a:lnTo>
                    <a:pt x="485" y="13274"/>
                  </a:lnTo>
                  <a:lnTo>
                    <a:pt x="5013" y="10800"/>
                  </a:lnTo>
                  <a:lnTo>
                    <a:pt x="5945" y="8080"/>
                  </a:lnTo>
                  <a:lnTo>
                    <a:pt x="6445" y="9241"/>
                  </a:lnTo>
                  <a:lnTo>
                    <a:pt x="8342" y="9998"/>
                  </a:lnTo>
                  <a:lnTo>
                    <a:pt x="10821" y="8049"/>
                  </a:lnTo>
                  <a:lnTo>
                    <a:pt x="11820" y="6230"/>
                  </a:lnTo>
                  <a:lnTo>
                    <a:pt x="11369" y="2527"/>
                  </a:lnTo>
                  <a:lnTo>
                    <a:pt x="1265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2" name="ph7982"/>
            <p:cNvSpPr/>
            <p:nvPr/>
          </p:nvSpPr>
          <p:spPr>
            <a:xfrm>
              <a:off x="11278040" y="3318452"/>
              <a:ext cx="9498" cy="15227"/>
            </a:xfrm>
            <a:custGeom>
              <a:avLst/>
              <a:pathLst>
                <a:path w="9498" h="15227">
                  <a:moveTo>
                    <a:pt x="5832" y="2353"/>
                  </a:moveTo>
                  <a:lnTo>
                    <a:pt x="5548" y="3702"/>
                  </a:lnTo>
                  <a:lnTo>
                    <a:pt x="6621" y="8747"/>
                  </a:lnTo>
                  <a:lnTo>
                    <a:pt x="8255" y="9953"/>
                  </a:lnTo>
                  <a:lnTo>
                    <a:pt x="9498" y="12776"/>
                  </a:lnTo>
                  <a:lnTo>
                    <a:pt x="9002" y="14661"/>
                  </a:lnTo>
                  <a:lnTo>
                    <a:pt x="1621" y="15227"/>
                  </a:lnTo>
                  <a:lnTo>
                    <a:pt x="456" y="14782"/>
                  </a:lnTo>
                  <a:lnTo>
                    <a:pt x="1763" y="13879"/>
                  </a:lnTo>
                  <a:lnTo>
                    <a:pt x="683" y="11546"/>
                  </a:lnTo>
                  <a:lnTo>
                    <a:pt x="0" y="8133"/>
                  </a:lnTo>
                  <a:lnTo>
                    <a:pt x="211" y="4803"/>
                  </a:lnTo>
                  <a:lnTo>
                    <a:pt x="46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3" name="ph7983"/>
            <p:cNvSpPr/>
            <p:nvPr/>
          </p:nvSpPr>
          <p:spPr>
            <a:xfrm>
              <a:off x="11137086" y="3250917"/>
              <a:ext cx="38913" cy="31282"/>
            </a:xfrm>
            <a:custGeom>
              <a:avLst/>
              <a:pathLst>
                <a:path w="38913" h="31282">
                  <a:moveTo>
                    <a:pt x="37566" y="6219"/>
                  </a:moveTo>
                  <a:lnTo>
                    <a:pt x="34396" y="8253"/>
                  </a:lnTo>
                  <a:lnTo>
                    <a:pt x="33510" y="9621"/>
                  </a:lnTo>
                  <a:lnTo>
                    <a:pt x="35255" y="12587"/>
                  </a:lnTo>
                  <a:lnTo>
                    <a:pt x="31508" y="16604"/>
                  </a:lnTo>
                  <a:lnTo>
                    <a:pt x="25276" y="15456"/>
                  </a:lnTo>
                  <a:lnTo>
                    <a:pt x="19136" y="16731"/>
                  </a:lnTo>
                  <a:lnTo>
                    <a:pt x="16683" y="19904"/>
                  </a:lnTo>
                  <a:lnTo>
                    <a:pt x="16068" y="22873"/>
                  </a:lnTo>
                  <a:lnTo>
                    <a:pt x="13119" y="27952"/>
                  </a:lnTo>
                  <a:lnTo>
                    <a:pt x="13868" y="29585"/>
                  </a:lnTo>
                  <a:lnTo>
                    <a:pt x="12054" y="31282"/>
                  </a:lnTo>
                  <a:lnTo>
                    <a:pt x="10886" y="29529"/>
                  </a:lnTo>
                  <a:lnTo>
                    <a:pt x="4888" y="26390"/>
                  </a:lnTo>
                  <a:lnTo>
                    <a:pt x="3403" y="26502"/>
                  </a:lnTo>
                  <a:lnTo>
                    <a:pt x="2824" y="28439"/>
                  </a:lnTo>
                  <a:lnTo>
                    <a:pt x="0" y="30162"/>
                  </a:lnTo>
                  <a:lnTo>
                    <a:pt x="38" y="24259"/>
                  </a:lnTo>
                  <a:lnTo>
                    <a:pt x="4230" y="17330"/>
                  </a:lnTo>
                  <a:lnTo>
                    <a:pt x="6004" y="19692"/>
                  </a:lnTo>
                  <a:lnTo>
                    <a:pt x="10142" y="20943"/>
                  </a:lnTo>
                  <a:lnTo>
                    <a:pt x="11970" y="25930"/>
                  </a:lnTo>
                  <a:lnTo>
                    <a:pt x="15911" y="21012"/>
                  </a:lnTo>
                  <a:lnTo>
                    <a:pt x="19041" y="14426"/>
                  </a:lnTo>
                  <a:lnTo>
                    <a:pt x="22435" y="14559"/>
                  </a:lnTo>
                  <a:lnTo>
                    <a:pt x="26008" y="12798"/>
                  </a:lnTo>
                  <a:lnTo>
                    <a:pt x="29648" y="7968"/>
                  </a:lnTo>
                  <a:lnTo>
                    <a:pt x="30726" y="2959"/>
                  </a:lnTo>
                  <a:lnTo>
                    <a:pt x="36550" y="2241"/>
                  </a:lnTo>
                  <a:lnTo>
                    <a:pt x="3891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4" name="ph7984"/>
            <p:cNvSpPr/>
            <p:nvPr/>
          </p:nvSpPr>
          <p:spPr>
            <a:xfrm>
              <a:off x="11160371" y="3185794"/>
              <a:ext cx="8009" cy="4380"/>
            </a:xfrm>
            <a:custGeom>
              <a:avLst/>
              <a:pathLst>
                <a:path w="8009" h="4380">
                  <a:moveTo>
                    <a:pt x="7677" y="475"/>
                  </a:moveTo>
                  <a:lnTo>
                    <a:pt x="8009" y="1957"/>
                  </a:lnTo>
                  <a:lnTo>
                    <a:pt x="4509" y="3554"/>
                  </a:lnTo>
                  <a:lnTo>
                    <a:pt x="145" y="4380"/>
                  </a:lnTo>
                  <a:lnTo>
                    <a:pt x="0" y="2862"/>
                  </a:lnTo>
                  <a:lnTo>
                    <a:pt x="3492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5" name="ph7985"/>
            <p:cNvSpPr/>
            <p:nvPr/>
          </p:nvSpPr>
          <p:spPr>
            <a:xfrm>
              <a:off x="11144496" y="3227074"/>
              <a:ext cx="9699" cy="12095"/>
            </a:xfrm>
            <a:custGeom>
              <a:avLst/>
              <a:pathLst>
                <a:path w="9699" h="12095">
                  <a:moveTo>
                    <a:pt x="9699" y="1215"/>
                  </a:moveTo>
                  <a:lnTo>
                    <a:pt x="8837" y="10882"/>
                  </a:lnTo>
                  <a:lnTo>
                    <a:pt x="6837" y="12095"/>
                  </a:lnTo>
                  <a:lnTo>
                    <a:pt x="4000" y="11756"/>
                  </a:lnTo>
                  <a:lnTo>
                    <a:pt x="2765" y="10122"/>
                  </a:lnTo>
                  <a:lnTo>
                    <a:pt x="1949" y="6130"/>
                  </a:lnTo>
                  <a:lnTo>
                    <a:pt x="0" y="5922"/>
                  </a:lnTo>
                  <a:lnTo>
                    <a:pt x="124" y="2597"/>
                  </a:lnTo>
                  <a:lnTo>
                    <a:pt x="388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6" name="ph7986"/>
            <p:cNvSpPr/>
            <p:nvPr/>
          </p:nvSpPr>
          <p:spPr>
            <a:xfrm>
              <a:off x="11245872" y="3257082"/>
              <a:ext cx="10686" cy="13306"/>
            </a:xfrm>
            <a:custGeom>
              <a:avLst/>
              <a:pathLst>
                <a:path w="10686" h="13306">
                  <a:moveTo>
                    <a:pt x="5442" y="3177"/>
                  </a:moveTo>
                  <a:lnTo>
                    <a:pt x="10267" y="10353"/>
                  </a:lnTo>
                  <a:lnTo>
                    <a:pt x="10686" y="12643"/>
                  </a:lnTo>
                  <a:lnTo>
                    <a:pt x="2873" y="13306"/>
                  </a:lnTo>
                  <a:lnTo>
                    <a:pt x="1280" y="12219"/>
                  </a:lnTo>
                  <a:lnTo>
                    <a:pt x="0" y="10060"/>
                  </a:lnTo>
                  <a:lnTo>
                    <a:pt x="2771" y="676"/>
                  </a:lnTo>
                  <a:lnTo>
                    <a:pt x="546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7" name="ph7987"/>
            <p:cNvSpPr/>
            <p:nvPr/>
          </p:nvSpPr>
          <p:spPr>
            <a:xfrm>
              <a:off x="11284720" y="3196277"/>
              <a:ext cx="6110" cy="5323"/>
            </a:xfrm>
            <a:custGeom>
              <a:avLst/>
              <a:pathLst>
                <a:path w="6110" h="5323">
                  <a:moveTo>
                    <a:pt x="6110" y="0"/>
                  </a:moveTo>
                  <a:lnTo>
                    <a:pt x="5905" y="3584"/>
                  </a:lnTo>
                  <a:lnTo>
                    <a:pt x="3087" y="5323"/>
                  </a:lnTo>
                  <a:lnTo>
                    <a:pt x="1273" y="5130"/>
                  </a:lnTo>
                  <a:lnTo>
                    <a:pt x="331" y="3526"/>
                  </a:lnTo>
                  <a:lnTo>
                    <a:pt x="0" y="2887"/>
                  </a:lnTo>
                  <a:lnTo>
                    <a:pt x="2671" y="10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8" name="ph7988"/>
            <p:cNvSpPr/>
            <p:nvPr/>
          </p:nvSpPr>
          <p:spPr>
            <a:xfrm>
              <a:off x="11168880" y="3210537"/>
              <a:ext cx="24443" cy="32960"/>
            </a:xfrm>
            <a:custGeom>
              <a:avLst/>
              <a:pathLst>
                <a:path w="24443" h="32960">
                  <a:moveTo>
                    <a:pt x="8746" y="234"/>
                  </a:moveTo>
                  <a:lnTo>
                    <a:pt x="10420" y="6460"/>
                  </a:lnTo>
                  <a:lnTo>
                    <a:pt x="15361" y="10958"/>
                  </a:lnTo>
                  <a:lnTo>
                    <a:pt x="17711" y="9398"/>
                  </a:lnTo>
                  <a:lnTo>
                    <a:pt x="22540" y="12656"/>
                  </a:lnTo>
                  <a:lnTo>
                    <a:pt x="24443" y="19841"/>
                  </a:lnTo>
                  <a:lnTo>
                    <a:pt x="24428" y="21645"/>
                  </a:lnTo>
                  <a:lnTo>
                    <a:pt x="22948" y="22828"/>
                  </a:lnTo>
                  <a:lnTo>
                    <a:pt x="21985" y="22854"/>
                  </a:lnTo>
                  <a:lnTo>
                    <a:pt x="22127" y="21107"/>
                  </a:lnTo>
                  <a:lnTo>
                    <a:pt x="21180" y="21055"/>
                  </a:lnTo>
                  <a:lnTo>
                    <a:pt x="16877" y="23258"/>
                  </a:lnTo>
                  <a:lnTo>
                    <a:pt x="12622" y="27959"/>
                  </a:lnTo>
                  <a:lnTo>
                    <a:pt x="13886" y="31464"/>
                  </a:lnTo>
                  <a:lnTo>
                    <a:pt x="11308" y="32960"/>
                  </a:lnTo>
                  <a:lnTo>
                    <a:pt x="11793" y="30840"/>
                  </a:lnTo>
                  <a:lnTo>
                    <a:pt x="7841" y="25969"/>
                  </a:lnTo>
                  <a:lnTo>
                    <a:pt x="6758" y="27727"/>
                  </a:lnTo>
                  <a:lnTo>
                    <a:pt x="6933" y="30040"/>
                  </a:lnTo>
                  <a:lnTo>
                    <a:pt x="3920" y="26495"/>
                  </a:lnTo>
                  <a:lnTo>
                    <a:pt x="1287" y="21823"/>
                  </a:lnTo>
                  <a:lnTo>
                    <a:pt x="14" y="18320"/>
                  </a:lnTo>
                  <a:lnTo>
                    <a:pt x="0" y="12606"/>
                  </a:lnTo>
                  <a:lnTo>
                    <a:pt x="2172" y="10086"/>
                  </a:lnTo>
                  <a:lnTo>
                    <a:pt x="3559" y="8800"/>
                  </a:lnTo>
                  <a:lnTo>
                    <a:pt x="2341" y="5995"/>
                  </a:lnTo>
                  <a:lnTo>
                    <a:pt x="4310" y="4029"/>
                  </a:lnTo>
                  <a:lnTo>
                    <a:pt x="5330" y="1684"/>
                  </a:lnTo>
                  <a:lnTo>
                    <a:pt x="733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9" name="ph7989"/>
            <p:cNvSpPr/>
            <p:nvPr/>
          </p:nvSpPr>
          <p:spPr>
            <a:xfrm>
              <a:off x="11242511" y="3245601"/>
              <a:ext cx="8826" cy="12156"/>
            </a:xfrm>
            <a:custGeom>
              <a:avLst/>
              <a:pathLst>
                <a:path w="8826" h="12156">
                  <a:moveTo>
                    <a:pt x="5581" y="1257"/>
                  </a:moveTo>
                  <a:lnTo>
                    <a:pt x="4748" y="2876"/>
                  </a:lnTo>
                  <a:lnTo>
                    <a:pt x="8826" y="11480"/>
                  </a:lnTo>
                  <a:lnTo>
                    <a:pt x="6133" y="12156"/>
                  </a:lnTo>
                  <a:lnTo>
                    <a:pt x="2471" y="7131"/>
                  </a:lnTo>
                  <a:lnTo>
                    <a:pt x="382" y="6621"/>
                  </a:lnTo>
                  <a:lnTo>
                    <a:pt x="0" y="2913"/>
                  </a:lnTo>
                  <a:lnTo>
                    <a:pt x="306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0" name="ph7990"/>
            <p:cNvSpPr/>
            <p:nvPr/>
          </p:nvSpPr>
          <p:spPr>
            <a:xfrm>
              <a:off x="11144610" y="3163423"/>
              <a:ext cx="10329" cy="16416"/>
            </a:xfrm>
            <a:custGeom>
              <a:avLst/>
              <a:pathLst>
                <a:path w="10329" h="16416">
                  <a:moveTo>
                    <a:pt x="8497" y="413"/>
                  </a:moveTo>
                  <a:lnTo>
                    <a:pt x="9722" y="1991"/>
                  </a:lnTo>
                  <a:lnTo>
                    <a:pt x="10052" y="5494"/>
                  </a:lnTo>
                  <a:lnTo>
                    <a:pt x="9363" y="6879"/>
                  </a:lnTo>
                  <a:lnTo>
                    <a:pt x="10329" y="9520"/>
                  </a:lnTo>
                  <a:lnTo>
                    <a:pt x="6952" y="10094"/>
                  </a:lnTo>
                  <a:lnTo>
                    <a:pt x="6284" y="12090"/>
                  </a:lnTo>
                  <a:lnTo>
                    <a:pt x="7020" y="15477"/>
                  </a:lnTo>
                  <a:lnTo>
                    <a:pt x="5791" y="15206"/>
                  </a:lnTo>
                  <a:lnTo>
                    <a:pt x="2615" y="16416"/>
                  </a:lnTo>
                  <a:lnTo>
                    <a:pt x="0" y="13478"/>
                  </a:lnTo>
                  <a:lnTo>
                    <a:pt x="33" y="7290"/>
                  </a:lnTo>
                  <a:lnTo>
                    <a:pt x="4056" y="4425"/>
                  </a:lnTo>
                  <a:lnTo>
                    <a:pt x="5529" y="1137"/>
                  </a:lnTo>
                  <a:lnTo>
                    <a:pt x="832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1" name="ph7991"/>
            <p:cNvSpPr/>
            <p:nvPr/>
          </p:nvSpPr>
          <p:spPr>
            <a:xfrm>
              <a:off x="11276339" y="3179450"/>
              <a:ext cx="8560" cy="9317"/>
            </a:xfrm>
            <a:custGeom>
              <a:avLst/>
              <a:pathLst>
                <a:path w="8560" h="9317">
                  <a:moveTo>
                    <a:pt x="8560" y="4112"/>
                  </a:moveTo>
                  <a:lnTo>
                    <a:pt x="7431" y="4766"/>
                  </a:lnTo>
                  <a:lnTo>
                    <a:pt x="5216" y="8295"/>
                  </a:lnTo>
                  <a:lnTo>
                    <a:pt x="3469" y="8994"/>
                  </a:lnTo>
                  <a:lnTo>
                    <a:pt x="597" y="9317"/>
                  </a:lnTo>
                  <a:lnTo>
                    <a:pt x="0" y="6736"/>
                  </a:lnTo>
                  <a:lnTo>
                    <a:pt x="875" y="4254"/>
                  </a:lnTo>
                  <a:lnTo>
                    <a:pt x="4774" y="1341"/>
                  </a:lnTo>
                  <a:lnTo>
                    <a:pt x="513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2" name="ph7992"/>
            <p:cNvSpPr/>
            <p:nvPr/>
          </p:nvSpPr>
          <p:spPr>
            <a:xfrm>
              <a:off x="11287456" y="3185579"/>
              <a:ext cx="8443" cy="5273"/>
            </a:xfrm>
            <a:custGeom>
              <a:avLst/>
              <a:pathLst>
                <a:path w="8443" h="5273">
                  <a:moveTo>
                    <a:pt x="6673" y="0"/>
                  </a:moveTo>
                  <a:lnTo>
                    <a:pt x="8443" y="3499"/>
                  </a:lnTo>
                  <a:lnTo>
                    <a:pt x="3358" y="5273"/>
                  </a:lnTo>
                  <a:lnTo>
                    <a:pt x="0" y="83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3" name="ph7993"/>
            <p:cNvSpPr/>
            <p:nvPr/>
          </p:nvSpPr>
          <p:spPr>
            <a:xfrm>
              <a:off x="11276173" y="3188444"/>
              <a:ext cx="5638" cy="5782"/>
            </a:xfrm>
            <a:custGeom>
              <a:avLst/>
              <a:pathLst>
                <a:path w="5638" h="5782">
                  <a:moveTo>
                    <a:pt x="3635" y="0"/>
                  </a:moveTo>
                  <a:lnTo>
                    <a:pt x="5638" y="2838"/>
                  </a:lnTo>
                  <a:lnTo>
                    <a:pt x="5248" y="5782"/>
                  </a:lnTo>
                  <a:lnTo>
                    <a:pt x="708" y="5030"/>
                  </a:lnTo>
                  <a:lnTo>
                    <a:pt x="0" y="4092"/>
                  </a:lnTo>
                  <a:lnTo>
                    <a:pt x="762" y="32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4" name="ph7994"/>
            <p:cNvSpPr/>
            <p:nvPr/>
          </p:nvSpPr>
          <p:spPr>
            <a:xfrm>
              <a:off x="11331981" y="3143861"/>
              <a:ext cx="72393" cy="63100"/>
            </a:xfrm>
            <a:custGeom>
              <a:avLst/>
              <a:pathLst>
                <a:path w="72393" h="63100">
                  <a:moveTo>
                    <a:pt x="65938" y="0"/>
                  </a:moveTo>
                  <a:lnTo>
                    <a:pt x="72393" y="6228"/>
                  </a:lnTo>
                  <a:lnTo>
                    <a:pt x="72323" y="9692"/>
                  </a:lnTo>
                  <a:lnTo>
                    <a:pt x="72179" y="10419"/>
                  </a:lnTo>
                  <a:lnTo>
                    <a:pt x="62882" y="13834"/>
                  </a:lnTo>
                  <a:lnTo>
                    <a:pt x="62618" y="15694"/>
                  </a:lnTo>
                  <a:lnTo>
                    <a:pt x="65073" y="16504"/>
                  </a:lnTo>
                  <a:lnTo>
                    <a:pt x="63231" y="20254"/>
                  </a:lnTo>
                  <a:lnTo>
                    <a:pt x="63917" y="22708"/>
                  </a:lnTo>
                  <a:lnTo>
                    <a:pt x="57487" y="26462"/>
                  </a:lnTo>
                  <a:lnTo>
                    <a:pt x="54625" y="29931"/>
                  </a:lnTo>
                  <a:lnTo>
                    <a:pt x="44105" y="36010"/>
                  </a:lnTo>
                  <a:lnTo>
                    <a:pt x="40294" y="35423"/>
                  </a:lnTo>
                  <a:lnTo>
                    <a:pt x="36094" y="36251"/>
                  </a:lnTo>
                  <a:lnTo>
                    <a:pt x="30661" y="41280"/>
                  </a:lnTo>
                  <a:lnTo>
                    <a:pt x="25598" y="49351"/>
                  </a:lnTo>
                  <a:lnTo>
                    <a:pt x="20977" y="53094"/>
                  </a:lnTo>
                  <a:lnTo>
                    <a:pt x="19139" y="56692"/>
                  </a:lnTo>
                  <a:lnTo>
                    <a:pt x="19726" y="58187"/>
                  </a:lnTo>
                  <a:lnTo>
                    <a:pt x="19420" y="59848"/>
                  </a:lnTo>
                  <a:lnTo>
                    <a:pt x="18050" y="62508"/>
                  </a:lnTo>
                  <a:lnTo>
                    <a:pt x="16443" y="62412"/>
                  </a:lnTo>
                  <a:lnTo>
                    <a:pt x="14025" y="60378"/>
                  </a:lnTo>
                  <a:lnTo>
                    <a:pt x="13959" y="58432"/>
                  </a:lnTo>
                  <a:lnTo>
                    <a:pt x="11066" y="56904"/>
                  </a:lnTo>
                  <a:lnTo>
                    <a:pt x="5608" y="60684"/>
                  </a:lnTo>
                  <a:lnTo>
                    <a:pt x="3751" y="63100"/>
                  </a:lnTo>
                  <a:lnTo>
                    <a:pt x="0" y="60327"/>
                  </a:lnTo>
                  <a:lnTo>
                    <a:pt x="3358" y="56087"/>
                  </a:lnTo>
                  <a:lnTo>
                    <a:pt x="4585" y="53710"/>
                  </a:lnTo>
                  <a:lnTo>
                    <a:pt x="4859" y="51415"/>
                  </a:lnTo>
                  <a:lnTo>
                    <a:pt x="6432" y="51260"/>
                  </a:lnTo>
                  <a:lnTo>
                    <a:pt x="7470" y="52439"/>
                  </a:lnTo>
                  <a:lnTo>
                    <a:pt x="9841" y="52853"/>
                  </a:lnTo>
                  <a:lnTo>
                    <a:pt x="12036" y="50717"/>
                  </a:lnTo>
                  <a:lnTo>
                    <a:pt x="11813" y="47792"/>
                  </a:lnTo>
                  <a:lnTo>
                    <a:pt x="10098" y="45145"/>
                  </a:lnTo>
                  <a:lnTo>
                    <a:pt x="19481" y="37219"/>
                  </a:lnTo>
                  <a:lnTo>
                    <a:pt x="18999" y="33628"/>
                  </a:lnTo>
                  <a:lnTo>
                    <a:pt x="21719" y="34346"/>
                  </a:lnTo>
                  <a:lnTo>
                    <a:pt x="25842" y="33243"/>
                  </a:lnTo>
                  <a:lnTo>
                    <a:pt x="27422" y="31626"/>
                  </a:lnTo>
                  <a:lnTo>
                    <a:pt x="27801" y="28049"/>
                  </a:lnTo>
                  <a:lnTo>
                    <a:pt x="29084" y="26767"/>
                  </a:lnTo>
                  <a:lnTo>
                    <a:pt x="28815" y="24495"/>
                  </a:lnTo>
                  <a:lnTo>
                    <a:pt x="33566" y="21609"/>
                  </a:lnTo>
                  <a:lnTo>
                    <a:pt x="41085" y="16764"/>
                  </a:lnTo>
                  <a:lnTo>
                    <a:pt x="45447" y="11951"/>
                  </a:lnTo>
                  <a:lnTo>
                    <a:pt x="49450" y="9782"/>
                  </a:lnTo>
                  <a:lnTo>
                    <a:pt x="53416" y="8645"/>
                  </a:lnTo>
                  <a:lnTo>
                    <a:pt x="53442" y="7888"/>
                  </a:lnTo>
                  <a:lnTo>
                    <a:pt x="56814" y="6836"/>
                  </a:lnTo>
                  <a:lnTo>
                    <a:pt x="60116" y="3089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5" name="ph7995"/>
            <p:cNvSpPr/>
            <p:nvPr/>
          </p:nvSpPr>
          <p:spPr>
            <a:xfrm>
              <a:off x="11163502" y="3174246"/>
              <a:ext cx="5550" cy="9737"/>
            </a:xfrm>
            <a:custGeom>
              <a:avLst/>
              <a:pathLst>
                <a:path w="5550" h="9737">
                  <a:moveTo>
                    <a:pt x="4519" y="98"/>
                  </a:moveTo>
                  <a:lnTo>
                    <a:pt x="5333" y="1412"/>
                  </a:lnTo>
                  <a:lnTo>
                    <a:pt x="5550" y="2705"/>
                  </a:lnTo>
                  <a:lnTo>
                    <a:pt x="4690" y="3950"/>
                  </a:lnTo>
                  <a:lnTo>
                    <a:pt x="4624" y="9737"/>
                  </a:lnTo>
                  <a:lnTo>
                    <a:pt x="429" y="7647"/>
                  </a:lnTo>
                  <a:lnTo>
                    <a:pt x="0" y="5770"/>
                  </a:lnTo>
                  <a:lnTo>
                    <a:pt x="2439" y="5344"/>
                  </a:lnTo>
                  <a:lnTo>
                    <a:pt x="3404" y="4318"/>
                  </a:lnTo>
                  <a:lnTo>
                    <a:pt x="1404" y="1254"/>
                  </a:lnTo>
                  <a:lnTo>
                    <a:pt x="263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6" name="ph7996"/>
            <p:cNvSpPr/>
            <p:nvPr/>
          </p:nvSpPr>
          <p:spPr>
            <a:xfrm>
              <a:off x="11095509" y="3308439"/>
              <a:ext cx="10599" cy="9330"/>
            </a:xfrm>
            <a:custGeom>
              <a:avLst/>
              <a:pathLst>
                <a:path w="10599" h="9330">
                  <a:moveTo>
                    <a:pt x="9360" y="1942"/>
                  </a:moveTo>
                  <a:lnTo>
                    <a:pt x="10599" y="6736"/>
                  </a:lnTo>
                  <a:lnTo>
                    <a:pt x="10352" y="8099"/>
                  </a:lnTo>
                  <a:lnTo>
                    <a:pt x="7352" y="9330"/>
                  </a:lnTo>
                  <a:lnTo>
                    <a:pt x="743" y="8683"/>
                  </a:lnTo>
                  <a:lnTo>
                    <a:pt x="0" y="3975"/>
                  </a:lnTo>
                  <a:lnTo>
                    <a:pt x="4995" y="2027"/>
                  </a:lnTo>
                  <a:lnTo>
                    <a:pt x="724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7" name="ph7997"/>
            <p:cNvSpPr/>
            <p:nvPr/>
          </p:nvSpPr>
          <p:spPr>
            <a:xfrm>
              <a:off x="11046758" y="3209488"/>
              <a:ext cx="19256" cy="21018"/>
            </a:xfrm>
            <a:custGeom>
              <a:avLst/>
              <a:pathLst>
                <a:path w="19256" h="21018">
                  <a:moveTo>
                    <a:pt x="7889" y="0"/>
                  </a:moveTo>
                  <a:lnTo>
                    <a:pt x="15617" y="837"/>
                  </a:lnTo>
                  <a:lnTo>
                    <a:pt x="12777" y="3965"/>
                  </a:lnTo>
                  <a:lnTo>
                    <a:pt x="12968" y="6056"/>
                  </a:lnTo>
                  <a:lnTo>
                    <a:pt x="13959" y="7518"/>
                  </a:lnTo>
                  <a:lnTo>
                    <a:pt x="17831" y="5292"/>
                  </a:lnTo>
                  <a:lnTo>
                    <a:pt x="19256" y="11350"/>
                  </a:lnTo>
                  <a:lnTo>
                    <a:pt x="18354" y="19822"/>
                  </a:lnTo>
                  <a:lnTo>
                    <a:pt x="16479" y="21018"/>
                  </a:lnTo>
                  <a:lnTo>
                    <a:pt x="11968" y="20605"/>
                  </a:lnTo>
                  <a:lnTo>
                    <a:pt x="12329" y="12858"/>
                  </a:lnTo>
                  <a:lnTo>
                    <a:pt x="14256" y="10761"/>
                  </a:lnTo>
                  <a:lnTo>
                    <a:pt x="13906" y="9299"/>
                  </a:lnTo>
                  <a:lnTo>
                    <a:pt x="11178" y="6311"/>
                  </a:lnTo>
                  <a:lnTo>
                    <a:pt x="8983" y="5341"/>
                  </a:lnTo>
                  <a:lnTo>
                    <a:pt x="5299" y="5486"/>
                  </a:lnTo>
                  <a:lnTo>
                    <a:pt x="4039" y="6935"/>
                  </a:lnTo>
                  <a:lnTo>
                    <a:pt x="2447" y="6013"/>
                  </a:lnTo>
                  <a:lnTo>
                    <a:pt x="0" y="2662"/>
                  </a:lnTo>
                  <a:lnTo>
                    <a:pt x="2896" y="284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8" name="ph7998"/>
            <p:cNvSpPr/>
            <p:nvPr/>
          </p:nvSpPr>
          <p:spPr>
            <a:xfrm>
              <a:off x="11279043" y="3242094"/>
              <a:ext cx="19240" cy="17432"/>
            </a:xfrm>
            <a:custGeom>
              <a:avLst/>
              <a:pathLst>
                <a:path w="19240" h="17432">
                  <a:moveTo>
                    <a:pt x="8672" y="0"/>
                  </a:moveTo>
                  <a:lnTo>
                    <a:pt x="10979" y="862"/>
                  </a:lnTo>
                  <a:lnTo>
                    <a:pt x="12381" y="2226"/>
                  </a:lnTo>
                  <a:lnTo>
                    <a:pt x="12458" y="3680"/>
                  </a:lnTo>
                  <a:lnTo>
                    <a:pt x="15099" y="4134"/>
                  </a:lnTo>
                  <a:lnTo>
                    <a:pt x="11042" y="7157"/>
                  </a:lnTo>
                  <a:lnTo>
                    <a:pt x="9686" y="9561"/>
                  </a:lnTo>
                  <a:lnTo>
                    <a:pt x="15248" y="11736"/>
                  </a:lnTo>
                  <a:lnTo>
                    <a:pt x="16960" y="11718"/>
                  </a:lnTo>
                  <a:lnTo>
                    <a:pt x="19240" y="17175"/>
                  </a:lnTo>
                  <a:lnTo>
                    <a:pt x="13691" y="17432"/>
                  </a:lnTo>
                  <a:lnTo>
                    <a:pt x="11219" y="10777"/>
                  </a:lnTo>
                  <a:lnTo>
                    <a:pt x="8830" y="13541"/>
                  </a:lnTo>
                  <a:lnTo>
                    <a:pt x="451" y="10533"/>
                  </a:lnTo>
                  <a:lnTo>
                    <a:pt x="0" y="10255"/>
                  </a:lnTo>
                  <a:lnTo>
                    <a:pt x="2530" y="117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9" name="ph7999"/>
            <p:cNvSpPr/>
            <p:nvPr/>
          </p:nvSpPr>
          <p:spPr>
            <a:xfrm>
              <a:off x="11201865" y="3092186"/>
              <a:ext cx="3515" cy="5798"/>
            </a:xfrm>
            <a:custGeom>
              <a:avLst/>
              <a:pathLst>
                <a:path w="3515" h="5798">
                  <a:moveTo>
                    <a:pt x="2824" y="0"/>
                  </a:moveTo>
                  <a:lnTo>
                    <a:pt x="3515" y="114"/>
                  </a:lnTo>
                  <a:lnTo>
                    <a:pt x="2749" y="5113"/>
                  </a:lnTo>
                  <a:lnTo>
                    <a:pt x="1929" y="5798"/>
                  </a:lnTo>
                  <a:lnTo>
                    <a:pt x="895" y="4482"/>
                  </a:lnTo>
                  <a:lnTo>
                    <a:pt x="1270" y="717"/>
                  </a:lnTo>
                  <a:lnTo>
                    <a:pt x="0" y="2746"/>
                  </a:lnTo>
                  <a:lnTo>
                    <a:pt x="1008" y="21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0" name="ph8000"/>
            <p:cNvSpPr/>
            <p:nvPr/>
          </p:nvSpPr>
          <p:spPr>
            <a:xfrm>
              <a:off x="11168515" y="3289127"/>
              <a:ext cx="19637" cy="14519"/>
            </a:xfrm>
            <a:custGeom>
              <a:avLst/>
              <a:pathLst>
                <a:path w="19637" h="14519">
                  <a:moveTo>
                    <a:pt x="14773" y="784"/>
                  </a:moveTo>
                  <a:lnTo>
                    <a:pt x="17504" y="5337"/>
                  </a:lnTo>
                  <a:lnTo>
                    <a:pt x="19637" y="10732"/>
                  </a:lnTo>
                  <a:lnTo>
                    <a:pt x="19587" y="13072"/>
                  </a:lnTo>
                  <a:lnTo>
                    <a:pt x="14335" y="14519"/>
                  </a:lnTo>
                  <a:lnTo>
                    <a:pt x="5897" y="12696"/>
                  </a:lnTo>
                  <a:lnTo>
                    <a:pt x="173" y="12662"/>
                  </a:lnTo>
                  <a:lnTo>
                    <a:pt x="0" y="11415"/>
                  </a:lnTo>
                  <a:lnTo>
                    <a:pt x="3064" y="11263"/>
                  </a:lnTo>
                  <a:lnTo>
                    <a:pt x="6991" y="7235"/>
                  </a:lnTo>
                  <a:lnTo>
                    <a:pt x="8052" y="2587"/>
                  </a:lnTo>
                  <a:lnTo>
                    <a:pt x="9753" y="856"/>
                  </a:lnTo>
                  <a:lnTo>
                    <a:pt x="1227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1" name="ph8001"/>
            <p:cNvSpPr/>
            <p:nvPr/>
          </p:nvSpPr>
          <p:spPr>
            <a:xfrm>
              <a:off x="11344554" y="3234585"/>
              <a:ext cx="15539" cy="15063"/>
            </a:xfrm>
            <a:custGeom>
              <a:avLst/>
              <a:pathLst>
                <a:path w="15539" h="15063">
                  <a:moveTo>
                    <a:pt x="5478" y="645"/>
                  </a:moveTo>
                  <a:lnTo>
                    <a:pt x="8350" y="4594"/>
                  </a:lnTo>
                  <a:lnTo>
                    <a:pt x="10593" y="3976"/>
                  </a:lnTo>
                  <a:lnTo>
                    <a:pt x="10581" y="1865"/>
                  </a:lnTo>
                  <a:lnTo>
                    <a:pt x="15539" y="1997"/>
                  </a:lnTo>
                  <a:lnTo>
                    <a:pt x="15412" y="2934"/>
                  </a:lnTo>
                  <a:lnTo>
                    <a:pt x="10627" y="7297"/>
                  </a:lnTo>
                  <a:lnTo>
                    <a:pt x="9811" y="10733"/>
                  </a:lnTo>
                  <a:lnTo>
                    <a:pt x="5853" y="15063"/>
                  </a:lnTo>
                  <a:lnTo>
                    <a:pt x="3167" y="13183"/>
                  </a:lnTo>
                  <a:lnTo>
                    <a:pt x="0" y="13490"/>
                  </a:lnTo>
                  <a:lnTo>
                    <a:pt x="1116" y="8805"/>
                  </a:lnTo>
                  <a:lnTo>
                    <a:pt x="691" y="4867"/>
                  </a:lnTo>
                  <a:lnTo>
                    <a:pt x="1220" y="2485"/>
                  </a:lnTo>
                  <a:lnTo>
                    <a:pt x="417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2" name="ph8002"/>
            <p:cNvSpPr/>
            <p:nvPr/>
          </p:nvSpPr>
          <p:spPr>
            <a:xfrm>
              <a:off x="11253144" y="3100132"/>
              <a:ext cx="30585" cy="29331"/>
            </a:xfrm>
            <a:custGeom>
              <a:avLst/>
              <a:pathLst>
                <a:path w="30585" h="29331">
                  <a:moveTo>
                    <a:pt x="20400" y="0"/>
                  </a:moveTo>
                  <a:lnTo>
                    <a:pt x="22016" y="376"/>
                  </a:lnTo>
                  <a:lnTo>
                    <a:pt x="25293" y="4379"/>
                  </a:lnTo>
                  <a:lnTo>
                    <a:pt x="20336" y="7355"/>
                  </a:lnTo>
                  <a:lnTo>
                    <a:pt x="24345" y="13057"/>
                  </a:lnTo>
                  <a:lnTo>
                    <a:pt x="27588" y="10924"/>
                  </a:lnTo>
                  <a:lnTo>
                    <a:pt x="28502" y="11653"/>
                  </a:lnTo>
                  <a:lnTo>
                    <a:pt x="28717" y="15886"/>
                  </a:lnTo>
                  <a:lnTo>
                    <a:pt x="26658" y="15819"/>
                  </a:lnTo>
                  <a:lnTo>
                    <a:pt x="26363" y="17136"/>
                  </a:lnTo>
                  <a:lnTo>
                    <a:pt x="27874" y="21154"/>
                  </a:lnTo>
                  <a:lnTo>
                    <a:pt x="29853" y="24542"/>
                  </a:lnTo>
                  <a:lnTo>
                    <a:pt x="30585" y="29331"/>
                  </a:lnTo>
                  <a:lnTo>
                    <a:pt x="26933" y="26237"/>
                  </a:lnTo>
                  <a:lnTo>
                    <a:pt x="24920" y="27112"/>
                  </a:lnTo>
                  <a:lnTo>
                    <a:pt x="15692" y="20160"/>
                  </a:lnTo>
                  <a:lnTo>
                    <a:pt x="16985" y="22479"/>
                  </a:lnTo>
                  <a:lnTo>
                    <a:pt x="16541" y="25197"/>
                  </a:lnTo>
                  <a:lnTo>
                    <a:pt x="13877" y="25684"/>
                  </a:lnTo>
                  <a:lnTo>
                    <a:pt x="11211" y="24638"/>
                  </a:lnTo>
                  <a:lnTo>
                    <a:pt x="10520" y="23218"/>
                  </a:lnTo>
                  <a:lnTo>
                    <a:pt x="955" y="22815"/>
                  </a:lnTo>
                  <a:lnTo>
                    <a:pt x="581" y="18996"/>
                  </a:lnTo>
                  <a:lnTo>
                    <a:pt x="97" y="16810"/>
                  </a:lnTo>
                  <a:lnTo>
                    <a:pt x="0" y="14186"/>
                  </a:lnTo>
                  <a:lnTo>
                    <a:pt x="3080" y="12535"/>
                  </a:lnTo>
                  <a:lnTo>
                    <a:pt x="3611" y="8463"/>
                  </a:lnTo>
                  <a:lnTo>
                    <a:pt x="5029" y="6535"/>
                  </a:lnTo>
                  <a:lnTo>
                    <a:pt x="5789" y="4967"/>
                  </a:lnTo>
                  <a:lnTo>
                    <a:pt x="12816" y="459"/>
                  </a:lnTo>
                  <a:lnTo>
                    <a:pt x="14841" y="192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3" name="ph8003"/>
            <p:cNvSpPr/>
            <p:nvPr/>
          </p:nvSpPr>
          <p:spPr>
            <a:xfrm>
              <a:off x="11198655" y="3102881"/>
              <a:ext cx="12149" cy="9057"/>
            </a:xfrm>
            <a:custGeom>
              <a:avLst/>
              <a:pathLst>
                <a:path w="12149" h="9057">
                  <a:moveTo>
                    <a:pt x="7326" y="0"/>
                  </a:moveTo>
                  <a:lnTo>
                    <a:pt x="9560" y="58"/>
                  </a:lnTo>
                  <a:lnTo>
                    <a:pt x="12149" y="2242"/>
                  </a:lnTo>
                  <a:lnTo>
                    <a:pt x="10912" y="6197"/>
                  </a:lnTo>
                  <a:lnTo>
                    <a:pt x="9095" y="9057"/>
                  </a:lnTo>
                  <a:lnTo>
                    <a:pt x="322" y="7228"/>
                  </a:lnTo>
                  <a:lnTo>
                    <a:pt x="53" y="4838"/>
                  </a:lnTo>
                  <a:lnTo>
                    <a:pt x="0" y="3211"/>
                  </a:lnTo>
                  <a:lnTo>
                    <a:pt x="4282" y="27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4" name="ph8004"/>
            <p:cNvSpPr/>
            <p:nvPr/>
          </p:nvSpPr>
          <p:spPr>
            <a:xfrm>
              <a:off x="11251860" y="3286567"/>
              <a:ext cx="22166" cy="29584"/>
            </a:xfrm>
            <a:custGeom>
              <a:avLst/>
              <a:pathLst>
                <a:path w="22166" h="29584">
                  <a:moveTo>
                    <a:pt x="15824" y="12685"/>
                  </a:moveTo>
                  <a:lnTo>
                    <a:pt x="22166" y="18428"/>
                  </a:lnTo>
                  <a:lnTo>
                    <a:pt x="21177" y="20612"/>
                  </a:lnTo>
                  <a:lnTo>
                    <a:pt x="18391" y="25795"/>
                  </a:lnTo>
                  <a:lnTo>
                    <a:pt x="17856" y="24938"/>
                  </a:lnTo>
                  <a:lnTo>
                    <a:pt x="15307" y="24117"/>
                  </a:lnTo>
                  <a:lnTo>
                    <a:pt x="13148" y="25683"/>
                  </a:lnTo>
                  <a:lnTo>
                    <a:pt x="13593" y="29584"/>
                  </a:lnTo>
                  <a:lnTo>
                    <a:pt x="5805" y="28732"/>
                  </a:lnTo>
                  <a:lnTo>
                    <a:pt x="4218" y="28019"/>
                  </a:lnTo>
                  <a:lnTo>
                    <a:pt x="3347" y="22133"/>
                  </a:lnTo>
                  <a:lnTo>
                    <a:pt x="3635" y="18854"/>
                  </a:lnTo>
                  <a:lnTo>
                    <a:pt x="964" y="14185"/>
                  </a:lnTo>
                  <a:lnTo>
                    <a:pt x="0" y="12761"/>
                  </a:lnTo>
                  <a:lnTo>
                    <a:pt x="613" y="11426"/>
                  </a:lnTo>
                  <a:lnTo>
                    <a:pt x="435" y="9278"/>
                  </a:lnTo>
                  <a:lnTo>
                    <a:pt x="2016" y="8669"/>
                  </a:lnTo>
                  <a:lnTo>
                    <a:pt x="4940" y="9952"/>
                  </a:lnTo>
                  <a:lnTo>
                    <a:pt x="6856" y="9583"/>
                  </a:lnTo>
                  <a:lnTo>
                    <a:pt x="7007" y="6189"/>
                  </a:lnTo>
                  <a:lnTo>
                    <a:pt x="9815" y="311"/>
                  </a:lnTo>
                  <a:lnTo>
                    <a:pt x="103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5" name="ph8005"/>
            <p:cNvSpPr/>
            <p:nvPr/>
          </p:nvSpPr>
          <p:spPr>
            <a:xfrm>
              <a:off x="11268904" y="3345751"/>
              <a:ext cx="7988" cy="15877"/>
            </a:xfrm>
            <a:custGeom>
              <a:avLst/>
              <a:pathLst>
                <a:path w="7988" h="15877">
                  <a:moveTo>
                    <a:pt x="5064" y="357"/>
                  </a:moveTo>
                  <a:lnTo>
                    <a:pt x="6030" y="1340"/>
                  </a:lnTo>
                  <a:lnTo>
                    <a:pt x="7988" y="6329"/>
                  </a:lnTo>
                  <a:lnTo>
                    <a:pt x="6494" y="6110"/>
                  </a:lnTo>
                  <a:lnTo>
                    <a:pt x="5155" y="7805"/>
                  </a:lnTo>
                  <a:lnTo>
                    <a:pt x="3182" y="15877"/>
                  </a:lnTo>
                  <a:lnTo>
                    <a:pt x="2062" y="15558"/>
                  </a:lnTo>
                  <a:lnTo>
                    <a:pt x="0" y="12065"/>
                  </a:lnTo>
                  <a:lnTo>
                    <a:pt x="2327" y="7924"/>
                  </a:lnTo>
                  <a:lnTo>
                    <a:pt x="3074" y="5295"/>
                  </a:lnTo>
                  <a:lnTo>
                    <a:pt x="1356" y="2913"/>
                  </a:lnTo>
                  <a:lnTo>
                    <a:pt x="99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6" name="ph8006"/>
            <p:cNvSpPr/>
            <p:nvPr/>
          </p:nvSpPr>
          <p:spPr>
            <a:xfrm>
              <a:off x="11122922" y="3191479"/>
              <a:ext cx="10489" cy="7184"/>
            </a:xfrm>
            <a:custGeom>
              <a:avLst/>
              <a:pathLst>
                <a:path w="10489" h="7184">
                  <a:moveTo>
                    <a:pt x="10489" y="1584"/>
                  </a:moveTo>
                  <a:lnTo>
                    <a:pt x="10489" y="3136"/>
                  </a:lnTo>
                  <a:lnTo>
                    <a:pt x="9368" y="4988"/>
                  </a:lnTo>
                  <a:lnTo>
                    <a:pt x="7830" y="5237"/>
                  </a:lnTo>
                  <a:lnTo>
                    <a:pt x="6273" y="6589"/>
                  </a:lnTo>
                  <a:lnTo>
                    <a:pt x="3450" y="7184"/>
                  </a:lnTo>
                  <a:lnTo>
                    <a:pt x="618" y="6001"/>
                  </a:lnTo>
                  <a:lnTo>
                    <a:pt x="0" y="3214"/>
                  </a:lnTo>
                  <a:lnTo>
                    <a:pt x="1362" y="2097"/>
                  </a:lnTo>
                  <a:lnTo>
                    <a:pt x="4958" y="1789"/>
                  </a:lnTo>
                  <a:lnTo>
                    <a:pt x="914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7" name="ph8007"/>
            <p:cNvSpPr/>
            <p:nvPr/>
          </p:nvSpPr>
          <p:spPr>
            <a:xfrm>
              <a:off x="11093699" y="3212723"/>
              <a:ext cx="13077" cy="9447"/>
            </a:xfrm>
            <a:custGeom>
              <a:avLst/>
              <a:pathLst>
                <a:path w="13077" h="9447">
                  <a:moveTo>
                    <a:pt x="9834" y="0"/>
                  </a:moveTo>
                  <a:lnTo>
                    <a:pt x="12028" y="1562"/>
                  </a:lnTo>
                  <a:lnTo>
                    <a:pt x="11367" y="3353"/>
                  </a:lnTo>
                  <a:lnTo>
                    <a:pt x="12726" y="3637"/>
                  </a:lnTo>
                  <a:lnTo>
                    <a:pt x="13077" y="6429"/>
                  </a:lnTo>
                  <a:lnTo>
                    <a:pt x="10885" y="8399"/>
                  </a:lnTo>
                  <a:lnTo>
                    <a:pt x="9858" y="9028"/>
                  </a:lnTo>
                  <a:lnTo>
                    <a:pt x="8680" y="8550"/>
                  </a:lnTo>
                  <a:lnTo>
                    <a:pt x="6968" y="5971"/>
                  </a:lnTo>
                  <a:lnTo>
                    <a:pt x="4288" y="6995"/>
                  </a:lnTo>
                  <a:lnTo>
                    <a:pt x="3865" y="9026"/>
                  </a:lnTo>
                  <a:lnTo>
                    <a:pt x="1904" y="9447"/>
                  </a:lnTo>
                  <a:lnTo>
                    <a:pt x="0" y="6820"/>
                  </a:lnTo>
                  <a:lnTo>
                    <a:pt x="2300" y="299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8" name="ph8008"/>
            <p:cNvSpPr/>
            <p:nvPr/>
          </p:nvSpPr>
          <p:spPr>
            <a:xfrm>
              <a:off x="11215130" y="3283784"/>
              <a:ext cx="4874" cy="4596"/>
            </a:xfrm>
            <a:custGeom>
              <a:avLst/>
              <a:pathLst>
                <a:path w="4874" h="4596">
                  <a:moveTo>
                    <a:pt x="4874" y="1591"/>
                  </a:moveTo>
                  <a:lnTo>
                    <a:pt x="4762" y="4596"/>
                  </a:lnTo>
                  <a:lnTo>
                    <a:pt x="3470" y="3270"/>
                  </a:lnTo>
                  <a:lnTo>
                    <a:pt x="0" y="1131"/>
                  </a:lnTo>
                  <a:lnTo>
                    <a:pt x="296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9" name="ph8009"/>
            <p:cNvSpPr/>
            <p:nvPr/>
          </p:nvSpPr>
          <p:spPr>
            <a:xfrm>
              <a:off x="11044695" y="3188635"/>
              <a:ext cx="21165" cy="23699"/>
            </a:xfrm>
            <a:custGeom>
              <a:avLst/>
              <a:pathLst>
                <a:path w="21165" h="23699">
                  <a:moveTo>
                    <a:pt x="8333" y="3624"/>
                  </a:moveTo>
                  <a:lnTo>
                    <a:pt x="13392" y="4799"/>
                  </a:lnTo>
                  <a:lnTo>
                    <a:pt x="15236" y="4462"/>
                  </a:lnTo>
                  <a:lnTo>
                    <a:pt x="15283" y="6444"/>
                  </a:lnTo>
                  <a:lnTo>
                    <a:pt x="16307" y="7583"/>
                  </a:lnTo>
                  <a:lnTo>
                    <a:pt x="19526" y="10204"/>
                  </a:lnTo>
                  <a:lnTo>
                    <a:pt x="20730" y="10313"/>
                  </a:lnTo>
                  <a:lnTo>
                    <a:pt x="21165" y="11025"/>
                  </a:lnTo>
                  <a:lnTo>
                    <a:pt x="19864" y="15919"/>
                  </a:lnTo>
                  <a:lnTo>
                    <a:pt x="19889" y="22100"/>
                  </a:lnTo>
                  <a:lnTo>
                    <a:pt x="17680" y="21690"/>
                  </a:lnTo>
                  <a:lnTo>
                    <a:pt x="9952" y="20853"/>
                  </a:lnTo>
                  <a:lnTo>
                    <a:pt x="4959" y="23699"/>
                  </a:lnTo>
                  <a:lnTo>
                    <a:pt x="2063" y="23516"/>
                  </a:lnTo>
                  <a:lnTo>
                    <a:pt x="2536" y="20211"/>
                  </a:lnTo>
                  <a:lnTo>
                    <a:pt x="3953" y="17170"/>
                  </a:lnTo>
                  <a:lnTo>
                    <a:pt x="5949" y="16941"/>
                  </a:lnTo>
                  <a:lnTo>
                    <a:pt x="3736" y="9195"/>
                  </a:lnTo>
                  <a:lnTo>
                    <a:pt x="0" y="1882"/>
                  </a:lnTo>
                  <a:lnTo>
                    <a:pt x="34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0" name="ph8010"/>
            <p:cNvSpPr/>
            <p:nvPr/>
          </p:nvSpPr>
          <p:spPr>
            <a:xfrm>
              <a:off x="11232158" y="3248830"/>
              <a:ext cx="6778" cy="9362"/>
            </a:xfrm>
            <a:custGeom>
              <a:avLst/>
              <a:pathLst>
                <a:path w="6778" h="9362">
                  <a:moveTo>
                    <a:pt x="6778" y="175"/>
                  </a:moveTo>
                  <a:lnTo>
                    <a:pt x="5232" y="5353"/>
                  </a:lnTo>
                  <a:lnTo>
                    <a:pt x="4584" y="5457"/>
                  </a:lnTo>
                  <a:lnTo>
                    <a:pt x="4559" y="7581"/>
                  </a:lnTo>
                  <a:lnTo>
                    <a:pt x="3761" y="9158"/>
                  </a:lnTo>
                  <a:lnTo>
                    <a:pt x="3044" y="9362"/>
                  </a:lnTo>
                  <a:lnTo>
                    <a:pt x="2115" y="9231"/>
                  </a:lnTo>
                  <a:lnTo>
                    <a:pt x="0" y="6099"/>
                  </a:lnTo>
                  <a:lnTo>
                    <a:pt x="2883" y="3161"/>
                  </a:lnTo>
                  <a:lnTo>
                    <a:pt x="1851" y="3026"/>
                  </a:lnTo>
                  <a:lnTo>
                    <a:pt x="2389" y="2131"/>
                  </a:lnTo>
                  <a:lnTo>
                    <a:pt x="3983" y="3837"/>
                  </a:lnTo>
                  <a:lnTo>
                    <a:pt x="515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1" name="ph8011"/>
            <p:cNvSpPr/>
            <p:nvPr/>
          </p:nvSpPr>
          <p:spPr>
            <a:xfrm>
              <a:off x="11183792" y="3102706"/>
              <a:ext cx="14916" cy="10307"/>
            </a:xfrm>
            <a:custGeom>
              <a:avLst/>
              <a:pathLst>
                <a:path w="14916" h="10307">
                  <a:moveTo>
                    <a:pt x="14690" y="2406"/>
                  </a:moveTo>
                  <a:lnTo>
                    <a:pt x="14862" y="3386"/>
                  </a:lnTo>
                  <a:lnTo>
                    <a:pt x="14916" y="5013"/>
                  </a:lnTo>
                  <a:lnTo>
                    <a:pt x="4212" y="10190"/>
                  </a:lnTo>
                  <a:lnTo>
                    <a:pt x="804" y="10307"/>
                  </a:lnTo>
                  <a:lnTo>
                    <a:pt x="1489" y="8917"/>
                  </a:lnTo>
                  <a:lnTo>
                    <a:pt x="0" y="7862"/>
                  </a:lnTo>
                  <a:lnTo>
                    <a:pt x="516" y="6623"/>
                  </a:lnTo>
                  <a:lnTo>
                    <a:pt x="10568" y="1237"/>
                  </a:lnTo>
                  <a:lnTo>
                    <a:pt x="1164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2" name="ph8012"/>
            <p:cNvSpPr/>
            <p:nvPr/>
          </p:nvSpPr>
          <p:spPr>
            <a:xfrm>
              <a:off x="11208215" y="3102152"/>
              <a:ext cx="3402" cy="2971"/>
            </a:xfrm>
            <a:custGeom>
              <a:avLst/>
              <a:pathLst>
                <a:path w="3402" h="2971">
                  <a:moveTo>
                    <a:pt x="2974" y="0"/>
                  </a:moveTo>
                  <a:lnTo>
                    <a:pt x="3402" y="176"/>
                  </a:lnTo>
                  <a:lnTo>
                    <a:pt x="2589" y="2971"/>
                  </a:lnTo>
                  <a:lnTo>
                    <a:pt x="0" y="78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3" name="ph8013"/>
            <p:cNvSpPr/>
            <p:nvPr/>
          </p:nvSpPr>
          <p:spPr>
            <a:xfrm>
              <a:off x="11492813" y="3274867"/>
              <a:ext cx="39783" cy="38078"/>
            </a:xfrm>
            <a:custGeom>
              <a:avLst/>
              <a:pathLst>
                <a:path w="39783" h="38078">
                  <a:moveTo>
                    <a:pt x="18385" y="2862"/>
                  </a:moveTo>
                  <a:lnTo>
                    <a:pt x="23384" y="1028"/>
                  </a:lnTo>
                  <a:lnTo>
                    <a:pt x="24964" y="3965"/>
                  </a:lnTo>
                  <a:lnTo>
                    <a:pt x="30088" y="5117"/>
                  </a:lnTo>
                  <a:lnTo>
                    <a:pt x="33404" y="9780"/>
                  </a:lnTo>
                  <a:lnTo>
                    <a:pt x="39783" y="9537"/>
                  </a:lnTo>
                  <a:lnTo>
                    <a:pt x="39695" y="13317"/>
                  </a:lnTo>
                  <a:lnTo>
                    <a:pt x="39134" y="15044"/>
                  </a:lnTo>
                  <a:lnTo>
                    <a:pt x="32026" y="12765"/>
                  </a:lnTo>
                  <a:lnTo>
                    <a:pt x="31776" y="17532"/>
                  </a:lnTo>
                  <a:lnTo>
                    <a:pt x="28055" y="19919"/>
                  </a:lnTo>
                  <a:lnTo>
                    <a:pt x="26529" y="18613"/>
                  </a:lnTo>
                  <a:lnTo>
                    <a:pt x="25518" y="19279"/>
                  </a:lnTo>
                  <a:lnTo>
                    <a:pt x="23848" y="23171"/>
                  </a:lnTo>
                  <a:lnTo>
                    <a:pt x="24170" y="25597"/>
                  </a:lnTo>
                  <a:lnTo>
                    <a:pt x="22854" y="28755"/>
                  </a:lnTo>
                  <a:lnTo>
                    <a:pt x="21427" y="30306"/>
                  </a:lnTo>
                  <a:lnTo>
                    <a:pt x="20155" y="31301"/>
                  </a:lnTo>
                  <a:lnTo>
                    <a:pt x="16499" y="30559"/>
                  </a:lnTo>
                  <a:lnTo>
                    <a:pt x="13971" y="31173"/>
                  </a:lnTo>
                  <a:lnTo>
                    <a:pt x="13269" y="36288"/>
                  </a:lnTo>
                  <a:lnTo>
                    <a:pt x="8467" y="37837"/>
                  </a:lnTo>
                  <a:lnTo>
                    <a:pt x="7727" y="38078"/>
                  </a:lnTo>
                  <a:lnTo>
                    <a:pt x="8962" y="30360"/>
                  </a:lnTo>
                  <a:lnTo>
                    <a:pt x="8473" y="29705"/>
                  </a:lnTo>
                  <a:lnTo>
                    <a:pt x="4556" y="24452"/>
                  </a:lnTo>
                  <a:lnTo>
                    <a:pt x="6871" y="21713"/>
                  </a:lnTo>
                  <a:lnTo>
                    <a:pt x="4558" y="19954"/>
                  </a:lnTo>
                  <a:lnTo>
                    <a:pt x="1976" y="21014"/>
                  </a:lnTo>
                  <a:lnTo>
                    <a:pt x="1834" y="22568"/>
                  </a:lnTo>
                  <a:lnTo>
                    <a:pt x="1162" y="22108"/>
                  </a:lnTo>
                  <a:lnTo>
                    <a:pt x="0" y="17215"/>
                  </a:lnTo>
                  <a:lnTo>
                    <a:pt x="1072" y="12948"/>
                  </a:lnTo>
                  <a:lnTo>
                    <a:pt x="5665" y="3756"/>
                  </a:lnTo>
                  <a:lnTo>
                    <a:pt x="7843" y="2965"/>
                  </a:lnTo>
                  <a:lnTo>
                    <a:pt x="9669" y="3475"/>
                  </a:lnTo>
                  <a:lnTo>
                    <a:pt x="178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4" name="ph8014"/>
            <p:cNvSpPr/>
            <p:nvPr/>
          </p:nvSpPr>
          <p:spPr>
            <a:xfrm>
              <a:off x="11173150" y="3339903"/>
              <a:ext cx="18090" cy="22774"/>
            </a:xfrm>
            <a:custGeom>
              <a:avLst/>
              <a:pathLst>
                <a:path w="18090" h="22774">
                  <a:moveTo>
                    <a:pt x="4061" y="294"/>
                  </a:moveTo>
                  <a:lnTo>
                    <a:pt x="8563" y="3006"/>
                  </a:lnTo>
                  <a:lnTo>
                    <a:pt x="9926" y="5072"/>
                  </a:lnTo>
                  <a:lnTo>
                    <a:pt x="12635" y="5238"/>
                  </a:lnTo>
                  <a:lnTo>
                    <a:pt x="13271" y="5013"/>
                  </a:lnTo>
                  <a:lnTo>
                    <a:pt x="13239" y="4182"/>
                  </a:lnTo>
                  <a:lnTo>
                    <a:pt x="18090" y="5688"/>
                  </a:lnTo>
                  <a:lnTo>
                    <a:pt x="17172" y="12114"/>
                  </a:lnTo>
                  <a:lnTo>
                    <a:pt x="12919" y="18562"/>
                  </a:lnTo>
                  <a:lnTo>
                    <a:pt x="14417" y="18608"/>
                  </a:lnTo>
                  <a:lnTo>
                    <a:pt x="10041" y="22774"/>
                  </a:lnTo>
                  <a:lnTo>
                    <a:pt x="4398" y="20274"/>
                  </a:lnTo>
                  <a:lnTo>
                    <a:pt x="95" y="20423"/>
                  </a:lnTo>
                  <a:lnTo>
                    <a:pt x="156" y="18840"/>
                  </a:lnTo>
                  <a:lnTo>
                    <a:pt x="4253" y="14811"/>
                  </a:lnTo>
                  <a:lnTo>
                    <a:pt x="45" y="6505"/>
                  </a:lnTo>
                  <a:lnTo>
                    <a:pt x="0" y="3615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5" name="ph8015"/>
            <p:cNvSpPr/>
            <p:nvPr/>
          </p:nvSpPr>
          <p:spPr>
            <a:xfrm>
              <a:off x="11068688" y="3141982"/>
              <a:ext cx="9632" cy="10057"/>
            </a:xfrm>
            <a:custGeom>
              <a:avLst/>
              <a:pathLst>
                <a:path w="9632" h="10057">
                  <a:moveTo>
                    <a:pt x="5464" y="0"/>
                  </a:moveTo>
                  <a:lnTo>
                    <a:pt x="8074" y="4249"/>
                  </a:lnTo>
                  <a:lnTo>
                    <a:pt x="9632" y="5629"/>
                  </a:lnTo>
                  <a:lnTo>
                    <a:pt x="8599" y="7174"/>
                  </a:lnTo>
                  <a:lnTo>
                    <a:pt x="5878" y="8887"/>
                  </a:lnTo>
                  <a:lnTo>
                    <a:pt x="5493" y="10057"/>
                  </a:lnTo>
                  <a:lnTo>
                    <a:pt x="0" y="2756"/>
                  </a:lnTo>
                  <a:lnTo>
                    <a:pt x="1530" y="983"/>
                  </a:lnTo>
                  <a:lnTo>
                    <a:pt x="3795" y="127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6" name="ph8016"/>
            <p:cNvSpPr/>
            <p:nvPr/>
          </p:nvSpPr>
          <p:spPr>
            <a:xfrm>
              <a:off x="11124131" y="3223673"/>
              <a:ext cx="10369" cy="21155"/>
            </a:xfrm>
            <a:custGeom>
              <a:avLst/>
              <a:pathLst>
                <a:path w="10369" h="21155">
                  <a:moveTo>
                    <a:pt x="3192" y="12"/>
                  </a:moveTo>
                  <a:lnTo>
                    <a:pt x="5324" y="0"/>
                  </a:lnTo>
                  <a:lnTo>
                    <a:pt x="7829" y="5607"/>
                  </a:lnTo>
                  <a:lnTo>
                    <a:pt x="10216" y="10221"/>
                  </a:lnTo>
                  <a:lnTo>
                    <a:pt x="10369" y="10518"/>
                  </a:lnTo>
                  <a:lnTo>
                    <a:pt x="7585" y="12535"/>
                  </a:lnTo>
                  <a:lnTo>
                    <a:pt x="5004" y="19134"/>
                  </a:lnTo>
                  <a:lnTo>
                    <a:pt x="3189" y="20437"/>
                  </a:lnTo>
                  <a:lnTo>
                    <a:pt x="1646" y="21155"/>
                  </a:lnTo>
                  <a:lnTo>
                    <a:pt x="1125" y="13926"/>
                  </a:lnTo>
                  <a:lnTo>
                    <a:pt x="2420" y="8270"/>
                  </a:lnTo>
                  <a:lnTo>
                    <a:pt x="0" y="4501"/>
                  </a:lnTo>
                  <a:lnTo>
                    <a:pt x="1024" y="198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7" name="ph8017"/>
            <p:cNvSpPr/>
            <p:nvPr/>
          </p:nvSpPr>
          <p:spPr>
            <a:xfrm>
              <a:off x="11259048" y="3197025"/>
              <a:ext cx="12352" cy="6670"/>
            </a:xfrm>
            <a:custGeom>
              <a:avLst/>
              <a:pathLst>
                <a:path w="12352" h="6670">
                  <a:moveTo>
                    <a:pt x="7755" y="0"/>
                  </a:moveTo>
                  <a:lnTo>
                    <a:pt x="12352" y="3351"/>
                  </a:lnTo>
                  <a:lnTo>
                    <a:pt x="10372" y="4452"/>
                  </a:lnTo>
                  <a:lnTo>
                    <a:pt x="8051" y="4370"/>
                  </a:lnTo>
                  <a:lnTo>
                    <a:pt x="6423" y="5082"/>
                  </a:lnTo>
                  <a:lnTo>
                    <a:pt x="5471" y="3878"/>
                  </a:lnTo>
                  <a:lnTo>
                    <a:pt x="4245" y="5629"/>
                  </a:lnTo>
                  <a:lnTo>
                    <a:pt x="1421" y="6670"/>
                  </a:lnTo>
                  <a:lnTo>
                    <a:pt x="996" y="6481"/>
                  </a:lnTo>
                  <a:lnTo>
                    <a:pt x="1636" y="6568"/>
                  </a:lnTo>
                  <a:lnTo>
                    <a:pt x="1463" y="5872"/>
                  </a:lnTo>
                  <a:lnTo>
                    <a:pt x="0" y="3829"/>
                  </a:lnTo>
                  <a:lnTo>
                    <a:pt x="4181" y="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8" name="ph8018"/>
            <p:cNvSpPr/>
            <p:nvPr/>
          </p:nvSpPr>
          <p:spPr>
            <a:xfrm>
              <a:off x="11164165" y="3187752"/>
              <a:ext cx="7941" cy="6251"/>
            </a:xfrm>
            <a:custGeom>
              <a:avLst/>
              <a:pathLst>
                <a:path w="7941" h="6251">
                  <a:moveTo>
                    <a:pt x="7941" y="3334"/>
                  </a:moveTo>
                  <a:lnTo>
                    <a:pt x="4988" y="5181"/>
                  </a:lnTo>
                  <a:lnTo>
                    <a:pt x="0" y="6251"/>
                  </a:lnTo>
                  <a:lnTo>
                    <a:pt x="714" y="1597"/>
                  </a:lnTo>
                  <a:lnTo>
                    <a:pt x="421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9" name="ph8019"/>
            <p:cNvSpPr/>
            <p:nvPr/>
          </p:nvSpPr>
          <p:spPr>
            <a:xfrm>
              <a:off x="11149659" y="3228289"/>
              <a:ext cx="13120" cy="20838"/>
            </a:xfrm>
            <a:custGeom>
              <a:avLst/>
              <a:pathLst>
                <a:path w="13120" h="20838">
                  <a:moveTo>
                    <a:pt x="5879" y="2121"/>
                  </a:moveTo>
                  <a:lnTo>
                    <a:pt x="7849" y="6395"/>
                  </a:lnTo>
                  <a:lnTo>
                    <a:pt x="9157" y="7198"/>
                  </a:lnTo>
                  <a:lnTo>
                    <a:pt x="10864" y="5629"/>
                  </a:lnTo>
                  <a:lnTo>
                    <a:pt x="12916" y="8662"/>
                  </a:lnTo>
                  <a:lnTo>
                    <a:pt x="13120" y="19297"/>
                  </a:lnTo>
                  <a:lnTo>
                    <a:pt x="10181" y="20312"/>
                  </a:lnTo>
                  <a:lnTo>
                    <a:pt x="0" y="20838"/>
                  </a:lnTo>
                  <a:lnTo>
                    <a:pt x="973" y="19553"/>
                  </a:lnTo>
                  <a:lnTo>
                    <a:pt x="1540" y="16591"/>
                  </a:lnTo>
                  <a:lnTo>
                    <a:pt x="1673" y="10880"/>
                  </a:lnTo>
                  <a:lnTo>
                    <a:pt x="3674" y="9667"/>
                  </a:lnTo>
                  <a:lnTo>
                    <a:pt x="453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0" name="ph8020"/>
            <p:cNvSpPr/>
            <p:nvPr/>
          </p:nvSpPr>
          <p:spPr>
            <a:xfrm>
              <a:off x="11134023" y="3221265"/>
              <a:ext cx="14847" cy="8406"/>
            </a:xfrm>
            <a:custGeom>
              <a:avLst/>
              <a:pathLst>
                <a:path w="14847" h="8406">
                  <a:moveTo>
                    <a:pt x="12429" y="0"/>
                  </a:moveTo>
                  <a:lnTo>
                    <a:pt x="13829" y="1343"/>
                  </a:lnTo>
                  <a:lnTo>
                    <a:pt x="14847" y="4804"/>
                  </a:lnTo>
                  <a:lnTo>
                    <a:pt x="14360" y="5809"/>
                  </a:lnTo>
                  <a:lnTo>
                    <a:pt x="10597" y="8406"/>
                  </a:lnTo>
                  <a:lnTo>
                    <a:pt x="8726" y="4221"/>
                  </a:lnTo>
                  <a:lnTo>
                    <a:pt x="5859" y="3798"/>
                  </a:lnTo>
                  <a:lnTo>
                    <a:pt x="4259" y="5248"/>
                  </a:lnTo>
                  <a:lnTo>
                    <a:pt x="0" y="6303"/>
                  </a:lnTo>
                  <a:lnTo>
                    <a:pt x="2654" y="444"/>
                  </a:lnTo>
                  <a:lnTo>
                    <a:pt x="9625" y="132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1" name="ph8021"/>
            <p:cNvSpPr/>
            <p:nvPr/>
          </p:nvSpPr>
          <p:spPr>
            <a:xfrm>
              <a:off x="11292299" y="3203558"/>
              <a:ext cx="8234" cy="8319"/>
            </a:xfrm>
            <a:custGeom>
              <a:avLst/>
              <a:pathLst>
                <a:path w="8234" h="8319">
                  <a:moveTo>
                    <a:pt x="7155" y="506"/>
                  </a:moveTo>
                  <a:lnTo>
                    <a:pt x="8234" y="1774"/>
                  </a:lnTo>
                  <a:lnTo>
                    <a:pt x="4848" y="5354"/>
                  </a:lnTo>
                  <a:lnTo>
                    <a:pt x="5351" y="6045"/>
                  </a:lnTo>
                  <a:lnTo>
                    <a:pt x="5373" y="8319"/>
                  </a:lnTo>
                  <a:lnTo>
                    <a:pt x="2472" y="7971"/>
                  </a:lnTo>
                  <a:lnTo>
                    <a:pt x="1783" y="5753"/>
                  </a:lnTo>
                  <a:lnTo>
                    <a:pt x="0" y="4962"/>
                  </a:lnTo>
                  <a:lnTo>
                    <a:pt x="159" y="2407"/>
                  </a:lnTo>
                  <a:lnTo>
                    <a:pt x="579" y="1389"/>
                  </a:lnTo>
                  <a:lnTo>
                    <a:pt x="521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2" name="ph8022"/>
            <p:cNvSpPr/>
            <p:nvPr/>
          </p:nvSpPr>
          <p:spPr>
            <a:xfrm>
              <a:off x="11136675" y="3200463"/>
              <a:ext cx="14190" cy="9499"/>
            </a:xfrm>
            <a:custGeom>
              <a:avLst/>
              <a:pathLst>
                <a:path w="14190" h="9499">
                  <a:moveTo>
                    <a:pt x="10743" y="0"/>
                  </a:moveTo>
                  <a:lnTo>
                    <a:pt x="13442" y="3834"/>
                  </a:lnTo>
                  <a:lnTo>
                    <a:pt x="14190" y="6643"/>
                  </a:lnTo>
                  <a:lnTo>
                    <a:pt x="4988" y="9499"/>
                  </a:lnTo>
                  <a:lnTo>
                    <a:pt x="0" y="6760"/>
                  </a:lnTo>
                  <a:lnTo>
                    <a:pt x="890" y="6746"/>
                  </a:lnTo>
                  <a:lnTo>
                    <a:pt x="1413" y="5296"/>
                  </a:lnTo>
                  <a:lnTo>
                    <a:pt x="293" y="2166"/>
                  </a:lnTo>
                  <a:lnTo>
                    <a:pt x="935" y="2444"/>
                  </a:lnTo>
                  <a:lnTo>
                    <a:pt x="3779" y="3998"/>
                  </a:lnTo>
                  <a:lnTo>
                    <a:pt x="5610" y="1861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3" name="ph8023"/>
            <p:cNvSpPr/>
            <p:nvPr/>
          </p:nvSpPr>
          <p:spPr>
            <a:xfrm>
              <a:off x="11036233" y="3157848"/>
              <a:ext cx="15328" cy="12091"/>
            </a:xfrm>
            <a:custGeom>
              <a:avLst/>
              <a:pathLst>
                <a:path w="15328" h="12091">
                  <a:moveTo>
                    <a:pt x="11078" y="1676"/>
                  </a:moveTo>
                  <a:lnTo>
                    <a:pt x="15328" y="3099"/>
                  </a:lnTo>
                  <a:lnTo>
                    <a:pt x="12317" y="9126"/>
                  </a:lnTo>
                  <a:lnTo>
                    <a:pt x="11626" y="12091"/>
                  </a:lnTo>
                  <a:lnTo>
                    <a:pt x="11436" y="10036"/>
                  </a:lnTo>
                  <a:lnTo>
                    <a:pt x="6449" y="10232"/>
                  </a:lnTo>
                  <a:lnTo>
                    <a:pt x="4413" y="11084"/>
                  </a:lnTo>
                  <a:lnTo>
                    <a:pt x="1949" y="5613"/>
                  </a:lnTo>
                  <a:lnTo>
                    <a:pt x="0" y="4591"/>
                  </a:lnTo>
                  <a:lnTo>
                    <a:pt x="934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4" name="ph8024"/>
            <p:cNvSpPr/>
            <p:nvPr/>
          </p:nvSpPr>
          <p:spPr>
            <a:xfrm>
              <a:off x="11223789" y="3178392"/>
              <a:ext cx="15985" cy="17760"/>
            </a:xfrm>
            <a:custGeom>
              <a:avLst/>
              <a:pathLst>
                <a:path w="15985" h="17760">
                  <a:moveTo>
                    <a:pt x="12651" y="3801"/>
                  </a:moveTo>
                  <a:lnTo>
                    <a:pt x="15108" y="5452"/>
                  </a:lnTo>
                  <a:lnTo>
                    <a:pt x="15985" y="8268"/>
                  </a:lnTo>
                  <a:lnTo>
                    <a:pt x="14802" y="9527"/>
                  </a:lnTo>
                  <a:lnTo>
                    <a:pt x="12068" y="12592"/>
                  </a:lnTo>
                  <a:lnTo>
                    <a:pt x="12004" y="14456"/>
                  </a:lnTo>
                  <a:lnTo>
                    <a:pt x="6077" y="17760"/>
                  </a:lnTo>
                  <a:lnTo>
                    <a:pt x="1311" y="15398"/>
                  </a:lnTo>
                  <a:lnTo>
                    <a:pt x="3195" y="4871"/>
                  </a:lnTo>
                  <a:lnTo>
                    <a:pt x="2296" y="4243"/>
                  </a:lnTo>
                  <a:lnTo>
                    <a:pt x="0" y="4261"/>
                  </a:lnTo>
                  <a:lnTo>
                    <a:pt x="6379" y="836"/>
                  </a:lnTo>
                  <a:lnTo>
                    <a:pt x="7280" y="2016"/>
                  </a:lnTo>
                  <a:lnTo>
                    <a:pt x="11420" y="2425"/>
                  </a:lnTo>
                  <a:lnTo>
                    <a:pt x="13116" y="103"/>
                  </a:lnTo>
                  <a:lnTo>
                    <a:pt x="1558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5" name="ph8025"/>
            <p:cNvSpPr/>
            <p:nvPr/>
          </p:nvSpPr>
          <p:spPr>
            <a:xfrm>
              <a:off x="11229011" y="3284993"/>
              <a:ext cx="4726" cy="5485"/>
            </a:xfrm>
            <a:custGeom>
              <a:avLst/>
              <a:pathLst>
                <a:path w="4726" h="5485">
                  <a:moveTo>
                    <a:pt x="4726" y="980"/>
                  </a:moveTo>
                  <a:lnTo>
                    <a:pt x="1849" y="5485"/>
                  </a:lnTo>
                  <a:lnTo>
                    <a:pt x="0" y="5096"/>
                  </a:lnTo>
                  <a:lnTo>
                    <a:pt x="1339" y="4329"/>
                  </a:lnTo>
                  <a:lnTo>
                    <a:pt x="2135" y="2285"/>
                  </a:lnTo>
                  <a:lnTo>
                    <a:pt x="1824" y="1488"/>
                  </a:lnTo>
                  <a:lnTo>
                    <a:pt x="1213" y="2149"/>
                  </a:lnTo>
                  <a:lnTo>
                    <a:pt x="13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6" name="ph8026"/>
            <p:cNvSpPr/>
            <p:nvPr/>
          </p:nvSpPr>
          <p:spPr>
            <a:xfrm>
              <a:off x="11214738" y="3126097"/>
              <a:ext cx="7005" cy="7098"/>
            </a:xfrm>
            <a:custGeom>
              <a:avLst/>
              <a:pathLst>
                <a:path w="7005" h="7098">
                  <a:moveTo>
                    <a:pt x="5750" y="332"/>
                  </a:moveTo>
                  <a:lnTo>
                    <a:pt x="7005" y="3892"/>
                  </a:lnTo>
                  <a:lnTo>
                    <a:pt x="5002" y="7098"/>
                  </a:lnTo>
                  <a:lnTo>
                    <a:pt x="0" y="3514"/>
                  </a:lnTo>
                  <a:lnTo>
                    <a:pt x="356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7" name="ph8027"/>
            <p:cNvSpPr/>
            <p:nvPr/>
          </p:nvSpPr>
          <p:spPr>
            <a:xfrm>
              <a:off x="11161730" y="3192934"/>
              <a:ext cx="7708" cy="8448"/>
            </a:xfrm>
            <a:custGeom>
              <a:avLst/>
              <a:pathLst>
                <a:path w="7708" h="8448">
                  <a:moveTo>
                    <a:pt x="7423" y="0"/>
                  </a:moveTo>
                  <a:lnTo>
                    <a:pt x="7708" y="1464"/>
                  </a:lnTo>
                  <a:lnTo>
                    <a:pt x="3210" y="3196"/>
                  </a:lnTo>
                  <a:lnTo>
                    <a:pt x="1444" y="8448"/>
                  </a:lnTo>
                  <a:lnTo>
                    <a:pt x="0" y="7972"/>
                  </a:lnTo>
                  <a:lnTo>
                    <a:pt x="700" y="2831"/>
                  </a:lnTo>
                  <a:lnTo>
                    <a:pt x="2435" y="1069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8" name="ph8028"/>
            <p:cNvSpPr/>
            <p:nvPr/>
          </p:nvSpPr>
          <p:spPr>
            <a:xfrm>
              <a:off x="11168915" y="3236507"/>
              <a:ext cx="11759" cy="14410"/>
            </a:xfrm>
            <a:custGeom>
              <a:avLst/>
              <a:pathLst>
                <a:path w="11759" h="14410">
                  <a:moveTo>
                    <a:pt x="11759" y="4871"/>
                  </a:moveTo>
                  <a:lnTo>
                    <a:pt x="11273" y="6990"/>
                  </a:lnTo>
                  <a:lnTo>
                    <a:pt x="8256" y="7433"/>
                  </a:lnTo>
                  <a:lnTo>
                    <a:pt x="8434" y="9394"/>
                  </a:lnTo>
                  <a:lnTo>
                    <a:pt x="7084" y="14410"/>
                  </a:lnTo>
                  <a:lnTo>
                    <a:pt x="3340" y="13139"/>
                  </a:lnTo>
                  <a:lnTo>
                    <a:pt x="3866" y="6382"/>
                  </a:lnTo>
                  <a:lnTo>
                    <a:pt x="1087" y="5744"/>
                  </a:lnTo>
                  <a:lnTo>
                    <a:pt x="0" y="4311"/>
                  </a:lnTo>
                  <a:lnTo>
                    <a:pt x="4659" y="4102"/>
                  </a:lnTo>
                  <a:lnTo>
                    <a:pt x="3885" y="526"/>
                  </a:lnTo>
                  <a:lnTo>
                    <a:pt x="6899" y="4070"/>
                  </a:lnTo>
                  <a:lnTo>
                    <a:pt x="6724" y="1757"/>
                  </a:lnTo>
                  <a:lnTo>
                    <a:pt x="780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9" name="ph8029"/>
            <p:cNvSpPr/>
            <p:nvPr/>
          </p:nvSpPr>
          <p:spPr>
            <a:xfrm>
              <a:off x="11101304" y="3222837"/>
              <a:ext cx="14278" cy="11830"/>
            </a:xfrm>
            <a:custGeom>
              <a:avLst/>
              <a:pathLst>
                <a:path w="14278" h="11830">
                  <a:moveTo>
                    <a:pt x="10955" y="0"/>
                  </a:moveTo>
                  <a:lnTo>
                    <a:pt x="12223" y="2882"/>
                  </a:lnTo>
                  <a:lnTo>
                    <a:pt x="13983" y="4111"/>
                  </a:lnTo>
                  <a:lnTo>
                    <a:pt x="14278" y="4857"/>
                  </a:lnTo>
                  <a:lnTo>
                    <a:pt x="13695" y="5186"/>
                  </a:lnTo>
                  <a:lnTo>
                    <a:pt x="12744" y="11830"/>
                  </a:lnTo>
                  <a:lnTo>
                    <a:pt x="9043" y="11267"/>
                  </a:lnTo>
                  <a:lnTo>
                    <a:pt x="7658" y="10226"/>
                  </a:lnTo>
                  <a:lnTo>
                    <a:pt x="4816" y="9573"/>
                  </a:lnTo>
                  <a:lnTo>
                    <a:pt x="3734" y="9971"/>
                  </a:lnTo>
                  <a:lnTo>
                    <a:pt x="4273" y="11560"/>
                  </a:lnTo>
                  <a:lnTo>
                    <a:pt x="1075" y="11233"/>
                  </a:lnTo>
                  <a:lnTo>
                    <a:pt x="578" y="11358"/>
                  </a:lnTo>
                  <a:lnTo>
                    <a:pt x="0" y="10083"/>
                  </a:lnTo>
                  <a:lnTo>
                    <a:pt x="1523" y="7145"/>
                  </a:lnTo>
                  <a:lnTo>
                    <a:pt x="2994" y="7258"/>
                  </a:lnTo>
                  <a:lnTo>
                    <a:pt x="5107" y="5590"/>
                  </a:lnTo>
                  <a:lnTo>
                    <a:pt x="6607" y="1736"/>
                  </a:lnTo>
                  <a:lnTo>
                    <a:pt x="8741" y="26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0" name="ph8030"/>
            <p:cNvSpPr/>
            <p:nvPr/>
          </p:nvSpPr>
          <p:spPr>
            <a:xfrm>
              <a:off x="11281422" y="3186416"/>
              <a:ext cx="10309" cy="12748"/>
            </a:xfrm>
            <a:custGeom>
              <a:avLst/>
              <a:pathLst>
                <a:path w="10309" h="12748">
                  <a:moveTo>
                    <a:pt x="6034" y="0"/>
                  </a:moveTo>
                  <a:lnTo>
                    <a:pt x="9393" y="4436"/>
                  </a:lnTo>
                  <a:lnTo>
                    <a:pt x="10309" y="5696"/>
                  </a:lnTo>
                  <a:lnTo>
                    <a:pt x="9395" y="9586"/>
                  </a:lnTo>
                  <a:lnTo>
                    <a:pt x="9408" y="9860"/>
                  </a:lnTo>
                  <a:lnTo>
                    <a:pt x="5969" y="9969"/>
                  </a:lnTo>
                  <a:lnTo>
                    <a:pt x="3298" y="12748"/>
                  </a:lnTo>
                  <a:lnTo>
                    <a:pt x="2325" y="10615"/>
                  </a:lnTo>
                  <a:lnTo>
                    <a:pt x="1283" y="11045"/>
                  </a:lnTo>
                  <a:lnTo>
                    <a:pt x="153" y="10235"/>
                  </a:lnTo>
                  <a:lnTo>
                    <a:pt x="0" y="7810"/>
                  </a:lnTo>
                  <a:lnTo>
                    <a:pt x="390" y="4866"/>
                  </a:lnTo>
                  <a:lnTo>
                    <a:pt x="2787" y="458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1" name="ph8031"/>
            <p:cNvSpPr/>
            <p:nvPr/>
          </p:nvSpPr>
          <p:spPr>
            <a:xfrm>
              <a:off x="11244813" y="3323487"/>
              <a:ext cx="11742" cy="11909"/>
            </a:xfrm>
            <a:custGeom>
              <a:avLst/>
              <a:pathLst>
                <a:path w="11742" h="11909">
                  <a:moveTo>
                    <a:pt x="11742" y="4443"/>
                  </a:moveTo>
                  <a:lnTo>
                    <a:pt x="9131" y="4480"/>
                  </a:lnTo>
                  <a:lnTo>
                    <a:pt x="11467" y="8658"/>
                  </a:lnTo>
                  <a:lnTo>
                    <a:pt x="11284" y="9753"/>
                  </a:lnTo>
                  <a:lnTo>
                    <a:pt x="6211" y="11909"/>
                  </a:lnTo>
                  <a:lnTo>
                    <a:pt x="0" y="5499"/>
                  </a:lnTo>
                  <a:lnTo>
                    <a:pt x="2944" y="3151"/>
                  </a:lnTo>
                  <a:lnTo>
                    <a:pt x="2666" y="2323"/>
                  </a:lnTo>
                  <a:lnTo>
                    <a:pt x="4507" y="1266"/>
                  </a:lnTo>
                  <a:lnTo>
                    <a:pt x="960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2" name="ph8032"/>
            <p:cNvSpPr/>
            <p:nvPr/>
          </p:nvSpPr>
          <p:spPr>
            <a:xfrm>
              <a:off x="11242291" y="3257758"/>
              <a:ext cx="6352" cy="11542"/>
            </a:xfrm>
            <a:custGeom>
              <a:avLst/>
              <a:pathLst>
                <a:path w="6352" h="11542">
                  <a:moveTo>
                    <a:pt x="3580" y="9383"/>
                  </a:moveTo>
                  <a:lnTo>
                    <a:pt x="4861" y="11542"/>
                  </a:lnTo>
                  <a:lnTo>
                    <a:pt x="595" y="11149"/>
                  </a:lnTo>
                  <a:lnTo>
                    <a:pt x="0" y="8994"/>
                  </a:lnTo>
                  <a:lnTo>
                    <a:pt x="421" y="4198"/>
                  </a:lnTo>
                  <a:lnTo>
                    <a:pt x="2112" y="1735"/>
                  </a:lnTo>
                  <a:lnTo>
                    <a:pt x="635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3" name="ph8033"/>
            <p:cNvSpPr/>
            <p:nvPr/>
          </p:nvSpPr>
          <p:spPr>
            <a:xfrm>
              <a:off x="11361620" y="3314437"/>
              <a:ext cx="17710" cy="22822"/>
            </a:xfrm>
            <a:custGeom>
              <a:avLst/>
              <a:pathLst>
                <a:path w="17710" h="22822">
                  <a:moveTo>
                    <a:pt x="14086" y="837"/>
                  </a:moveTo>
                  <a:lnTo>
                    <a:pt x="17446" y="4294"/>
                  </a:lnTo>
                  <a:lnTo>
                    <a:pt x="17710" y="5633"/>
                  </a:lnTo>
                  <a:lnTo>
                    <a:pt x="15879" y="9431"/>
                  </a:lnTo>
                  <a:lnTo>
                    <a:pt x="13856" y="18782"/>
                  </a:lnTo>
                  <a:lnTo>
                    <a:pt x="14393" y="19438"/>
                  </a:lnTo>
                  <a:lnTo>
                    <a:pt x="13629" y="22822"/>
                  </a:lnTo>
                  <a:lnTo>
                    <a:pt x="11956" y="20583"/>
                  </a:lnTo>
                  <a:lnTo>
                    <a:pt x="7902" y="18546"/>
                  </a:lnTo>
                  <a:lnTo>
                    <a:pt x="2524" y="21390"/>
                  </a:lnTo>
                  <a:lnTo>
                    <a:pt x="2995" y="20277"/>
                  </a:lnTo>
                  <a:lnTo>
                    <a:pt x="2607" y="18586"/>
                  </a:lnTo>
                  <a:lnTo>
                    <a:pt x="0" y="14093"/>
                  </a:lnTo>
                  <a:lnTo>
                    <a:pt x="2775" y="6394"/>
                  </a:lnTo>
                  <a:lnTo>
                    <a:pt x="1263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4" name="ph8034"/>
            <p:cNvSpPr/>
            <p:nvPr/>
          </p:nvSpPr>
          <p:spPr>
            <a:xfrm>
              <a:off x="11343104" y="3280860"/>
              <a:ext cx="32602" cy="59922"/>
            </a:xfrm>
            <a:custGeom>
              <a:avLst/>
              <a:pathLst>
                <a:path w="32602" h="59922">
                  <a:moveTo>
                    <a:pt x="5537" y="2838"/>
                  </a:moveTo>
                  <a:lnTo>
                    <a:pt x="11495" y="4554"/>
                  </a:lnTo>
                  <a:lnTo>
                    <a:pt x="11982" y="8865"/>
                  </a:lnTo>
                  <a:lnTo>
                    <a:pt x="16437" y="9621"/>
                  </a:lnTo>
                  <a:lnTo>
                    <a:pt x="22122" y="15077"/>
                  </a:lnTo>
                  <a:lnTo>
                    <a:pt x="27528" y="17669"/>
                  </a:lnTo>
                  <a:lnTo>
                    <a:pt x="29268" y="19949"/>
                  </a:lnTo>
                  <a:lnTo>
                    <a:pt x="29842" y="30880"/>
                  </a:lnTo>
                  <a:lnTo>
                    <a:pt x="32602" y="34414"/>
                  </a:lnTo>
                  <a:lnTo>
                    <a:pt x="31146" y="33576"/>
                  </a:lnTo>
                  <a:lnTo>
                    <a:pt x="21291" y="39971"/>
                  </a:lnTo>
                  <a:lnTo>
                    <a:pt x="18515" y="47670"/>
                  </a:lnTo>
                  <a:lnTo>
                    <a:pt x="21123" y="52163"/>
                  </a:lnTo>
                  <a:lnTo>
                    <a:pt x="21510" y="53854"/>
                  </a:lnTo>
                  <a:lnTo>
                    <a:pt x="21040" y="54967"/>
                  </a:lnTo>
                  <a:lnTo>
                    <a:pt x="20463" y="56889"/>
                  </a:lnTo>
                  <a:lnTo>
                    <a:pt x="18959" y="58140"/>
                  </a:lnTo>
                  <a:lnTo>
                    <a:pt x="10523" y="58447"/>
                  </a:lnTo>
                  <a:lnTo>
                    <a:pt x="7940" y="59922"/>
                  </a:lnTo>
                  <a:lnTo>
                    <a:pt x="7182" y="59334"/>
                  </a:lnTo>
                  <a:lnTo>
                    <a:pt x="3506" y="50362"/>
                  </a:lnTo>
                  <a:lnTo>
                    <a:pt x="6210" y="50889"/>
                  </a:lnTo>
                  <a:lnTo>
                    <a:pt x="6584" y="49189"/>
                  </a:lnTo>
                  <a:lnTo>
                    <a:pt x="4850" y="45816"/>
                  </a:lnTo>
                  <a:lnTo>
                    <a:pt x="0" y="42424"/>
                  </a:lnTo>
                  <a:lnTo>
                    <a:pt x="235" y="41567"/>
                  </a:lnTo>
                  <a:lnTo>
                    <a:pt x="5457" y="39143"/>
                  </a:lnTo>
                  <a:lnTo>
                    <a:pt x="7883" y="39666"/>
                  </a:lnTo>
                  <a:lnTo>
                    <a:pt x="10020" y="32933"/>
                  </a:lnTo>
                  <a:lnTo>
                    <a:pt x="2206" y="32535"/>
                  </a:lnTo>
                  <a:lnTo>
                    <a:pt x="1690" y="32509"/>
                  </a:lnTo>
                  <a:lnTo>
                    <a:pt x="4835" y="27279"/>
                  </a:lnTo>
                  <a:lnTo>
                    <a:pt x="2548" y="24785"/>
                  </a:lnTo>
                  <a:lnTo>
                    <a:pt x="10122" y="11914"/>
                  </a:lnTo>
                  <a:lnTo>
                    <a:pt x="1439" y="9216"/>
                  </a:lnTo>
                  <a:lnTo>
                    <a:pt x="951" y="8357"/>
                  </a:lnTo>
                  <a:lnTo>
                    <a:pt x="1924" y="6179"/>
                  </a:lnTo>
                  <a:lnTo>
                    <a:pt x="3975" y="1163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5" name="ph8035"/>
            <p:cNvSpPr/>
            <p:nvPr/>
          </p:nvSpPr>
          <p:spPr>
            <a:xfrm>
              <a:off x="11148978" y="3132066"/>
              <a:ext cx="19517" cy="20820"/>
            </a:xfrm>
            <a:custGeom>
              <a:avLst/>
              <a:pathLst>
                <a:path w="19517" h="20820">
                  <a:moveTo>
                    <a:pt x="19517" y="12258"/>
                  </a:moveTo>
                  <a:lnTo>
                    <a:pt x="18378" y="11866"/>
                  </a:lnTo>
                  <a:lnTo>
                    <a:pt x="12942" y="17635"/>
                  </a:lnTo>
                  <a:lnTo>
                    <a:pt x="8067" y="18454"/>
                  </a:lnTo>
                  <a:lnTo>
                    <a:pt x="5413" y="17883"/>
                  </a:lnTo>
                  <a:lnTo>
                    <a:pt x="1591" y="20820"/>
                  </a:lnTo>
                  <a:lnTo>
                    <a:pt x="0" y="17849"/>
                  </a:lnTo>
                  <a:lnTo>
                    <a:pt x="4684" y="16897"/>
                  </a:lnTo>
                  <a:lnTo>
                    <a:pt x="2027" y="11434"/>
                  </a:lnTo>
                  <a:lnTo>
                    <a:pt x="2854" y="11203"/>
                  </a:lnTo>
                  <a:lnTo>
                    <a:pt x="188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6" name="ph8036"/>
            <p:cNvSpPr/>
            <p:nvPr/>
          </p:nvSpPr>
          <p:spPr>
            <a:xfrm>
              <a:off x="11191025" y="3273281"/>
              <a:ext cx="12362" cy="18513"/>
            </a:xfrm>
            <a:custGeom>
              <a:avLst/>
              <a:pathLst>
                <a:path w="12362" h="18513">
                  <a:moveTo>
                    <a:pt x="12205" y="0"/>
                  </a:moveTo>
                  <a:lnTo>
                    <a:pt x="12362" y="3045"/>
                  </a:lnTo>
                  <a:lnTo>
                    <a:pt x="11557" y="3198"/>
                  </a:lnTo>
                  <a:lnTo>
                    <a:pt x="9863" y="5797"/>
                  </a:lnTo>
                  <a:lnTo>
                    <a:pt x="10724" y="15839"/>
                  </a:lnTo>
                  <a:lnTo>
                    <a:pt x="5897" y="12835"/>
                  </a:lnTo>
                  <a:lnTo>
                    <a:pt x="4197" y="14109"/>
                  </a:lnTo>
                  <a:lnTo>
                    <a:pt x="7362" y="15357"/>
                  </a:lnTo>
                  <a:lnTo>
                    <a:pt x="7993" y="17922"/>
                  </a:lnTo>
                  <a:lnTo>
                    <a:pt x="4020" y="18513"/>
                  </a:lnTo>
                  <a:lnTo>
                    <a:pt x="0" y="17228"/>
                  </a:lnTo>
                  <a:lnTo>
                    <a:pt x="1072" y="12976"/>
                  </a:lnTo>
                  <a:lnTo>
                    <a:pt x="499" y="12069"/>
                  </a:lnTo>
                  <a:lnTo>
                    <a:pt x="503" y="7774"/>
                  </a:lnTo>
                  <a:lnTo>
                    <a:pt x="1953" y="2320"/>
                  </a:lnTo>
                  <a:lnTo>
                    <a:pt x="1556" y="103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7" name="ph8037"/>
            <p:cNvSpPr/>
            <p:nvPr/>
          </p:nvSpPr>
          <p:spPr>
            <a:xfrm>
              <a:off x="11077595" y="3184211"/>
              <a:ext cx="8594" cy="12893"/>
            </a:xfrm>
            <a:custGeom>
              <a:avLst/>
              <a:pathLst>
                <a:path w="8594" h="12893">
                  <a:moveTo>
                    <a:pt x="6375" y="4841"/>
                  </a:moveTo>
                  <a:lnTo>
                    <a:pt x="7975" y="5574"/>
                  </a:lnTo>
                  <a:lnTo>
                    <a:pt x="8594" y="9232"/>
                  </a:lnTo>
                  <a:lnTo>
                    <a:pt x="7485" y="12006"/>
                  </a:lnTo>
                  <a:lnTo>
                    <a:pt x="6234" y="12893"/>
                  </a:lnTo>
                  <a:lnTo>
                    <a:pt x="3781" y="12394"/>
                  </a:lnTo>
                  <a:lnTo>
                    <a:pt x="4207" y="11472"/>
                  </a:lnTo>
                  <a:lnTo>
                    <a:pt x="1704" y="9809"/>
                  </a:lnTo>
                  <a:lnTo>
                    <a:pt x="243" y="7567"/>
                  </a:lnTo>
                  <a:lnTo>
                    <a:pt x="0" y="5792"/>
                  </a:lnTo>
                  <a:lnTo>
                    <a:pt x="868" y="4129"/>
                  </a:lnTo>
                  <a:lnTo>
                    <a:pt x="415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8" name="ph8038"/>
            <p:cNvSpPr/>
            <p:nvPr/>
          </p:nvSpPr>
          <p:spPr>
            <a:xfrm>
              <a:off x="11063816" y="3304652"/>
              <a:ext cx="20743" cy="12099"/>
            </a:xfrm>
            <a:custGeom>
              <a:avLst/>
              <a:pathLst>
                <a:path w="20743" h="12099">
                  <a:moveTo>
                    <a:pt x="10056" y="0"/>
                  </a:moveTo>
                  <a:lnTo>
                    <a:pt x="10498" y="2233"/>
                  </a:lnTo>
                  <a:lnTo>
                    <a:pt x="12655" y="4478"/>
                  </a:lnTo>
                  <a:lnTo>
                    <a:pt x="20743" y="9409"/>
                  </a:lnTo>
                  <a:lnTo>
                    <a:pt x="18819" y="11228"/>
                  </a:lnTo>
                  <a:lnTo>
                    <a:pt x="15713" y="12099"/>
                  </a:lnTo>
                  <a:lnTo>
                    <a:pt x="10241" y="11746"/>
                  </a:lnTo>
                  <a:lnTo>
                    <a:pt x="1649" y="5602"/>
                  </a:lnTo>
                  <a:lnTo>
                    <a:pt x="0" y="5301"/>
                  </a:lnTo>
                  <a:lnTo>
                    <a:pt x="247" y="3533"/>
                  </a:lnTo>
                  <a:lnTo>
                    <a:pt x="961" y="307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9" name="ph8039"/>
            <p:cNvSpPr/>
            <p:nvPr/>
          </p:nvSpPr>
          <p:spPr>
            <a:xfrm>
              <a:off x="11266804" y="3192038"/>
              <a:ext cx="10078" cy="8338"/>
            </a:xfrm>
            <a:custGeom>
              <a:avLst/>
              <a:pathLst>
                <a:path w="10078" h="8338">
                  <a:moveTo>
                    <a:pt x="9369" y="498"/>
                  </a:moveTo>
                  <a:lnTo>
                    <a:pt x="10078" y="1437"/>
                  </a:lnTo>
                  <a:lnTo>
                    <a:pt x="4596" y="8338"/>
                  </a:lnTo>
                  <a:lnTo>
                    <a:pt x="0" y="4987"/>
                  </a:lnTo>
                  <a:lnTo>
                    <a:pt x="1917" y="2982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0" name="ph8040"/>
            <p:cNvSpPr/>
            <p:nvPr/>
          </p:nvSpPr>
          <p:spPr>
            <a:xfrm>
              <a:off x="11227820" y="3302555"/>
              <a:ext cx="7253" cy="9000"/>
            </a:xfrm>
            <a:custGeom>
              <a:avLst/>
              <a:pathLst>
                <a:path w="7253" h="9000">
                  <a:moveTo>
                    <a:pt x="6685" y="1437"/>
                  </a:moveTo>
                  <a:lnTo>
                    <a:pt x="7253" y="3527"/>
                  </a:lnTo>
                  <a:lnTo>
                    <a:pt x="6010" y="5437"/>
                  </a:lnTo>
                  <a:lnTo>
                    <a:pt x="2921" y="9000"/>
                  </a:lnTo>
                  <a:lnTo>
                    <a:pt x="0" y="8818"/>
                  </a:lnTo>
                  <a:lnTo>
                    <a:pt x="1545" y="3846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1" name="ph8041"/>
            <p:cNvSpPr/>
            <p:nvPr/>
          </p:nvSpPr>
          <p:spPr>
            <a:xfrm>
              <a:off x="11063577" y="3149305"/>
              <a:ext cx="5695" cy="4766"/>
            </a:xfrm>
            <a:custGeom>
              <a:avLst/>
              <a:pathLst>
                <a:path w="5695" h="4766">
                  <a:moveTo>
                    <a:pt x="3799" y="1336"/>
                  </a:moveTo>
                  <a:lnTo>
                    <a:pt x="5695" y="1679"/>
                  </a:lnTo>
                  <a:lnTo>
                    <a:pt x="5494" y="4766"/>
                  </a:lnTo>
                  <a:lnTo>
                    <a:pt x="2173" y="4456"/>
                  </a:lnTo>
                  <a:lnTo>
                    <a:pt x="3583" y="2368"/>
                  </a:lnTo>
                  <a:lnTo>
                    <a:pt x="2816" y="1846"/>
                  </a:lnTo>
                  <a:lnTo>
                    <a:pt x="1058" y="2445"/>
                  </a:lnTo>
                  <a:lnTo>
                    <a:pt x="0" y="1760"/>
                  </a:lnTo>
                  <a:lnTo>
                    <a:pt x="1446" y="803"/>
                  </a:lnTo>
                  <a:lnTo>
                    <a:pt x="288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2" name="ph8042"/>
            <p:cNvSpPr/>
            <p:nvPr/>
          </p:nvSpPr>
          <p:spPr>
            <a:xfrm>
              <a:off x="11205347" y="3236301"/>
              <a:ext cx="12671" cy="12157"/>
            </a:xfrm>
            <a:custGeom>
              <a:avLst/>
              <a:pathLst>
                <a:path w="12671" h="12157">
                  <a:moveTo>
                    <a:pt x="10130" y="49"/>
                  </a:moveTo>
                  <a:lnTo>
                    <a:pt x="12671" y="2413"/>
                  </a:lnTo>
                  <a:lnTo>
                    <a:pt x="10697" y="8063"/>
                  </a:lnTo>
                  <a:lnTo>
                    <a:pt x="7436" y="10215"/>
                  </a:lnTo>
                  <a:lnTo>
                    <a:pt x="5928" y="11622"/>
                  </a:lnTo>
                  <a:lnTo>
                    <a:pt x="0" y="12157"/>
                  </a:lnTo>
                  <a:lnTo>
                    <a:pt x="781" y="10526"/>
                  </a:lnTo>
                  <a:lnTo>
                    <a:pt x="4004" y="8765"/>
                  </a:lnTo>
                  <a:lnTo>
                    <a:pt x="2829" y="5957"/>
                  </a:lnTo>
                  <a:lnTo>
                    <a:pt x="3028" y="2965"/>
                  </a:lnTo>
                  <a:lnTo>
                    <a:pt x="5356" y="1139"/>
                  </a:lnTo>
                  <a:lnTo>
                    <a:pt x="884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3" name="ph8043"/>
            <p:cNvSpPr/>
            <p:nvPr/>
          </p:nvSpPr>
          <p:spPr>
            <a:xfrm>
              <a:off x="11245572" y="3242096"/>
              <a:ext cx="4104" cy="4762"/>
            </a:xfrm>
            <a:custGeom>
              <a:avLst/>
              <a:pathLst>
                <a:path w="4104" h="4762">
                  <a:moveTo>
                    <a:pt x="3644" y="0"/>
                  </a:moveTo>
                  <a:lnTo>
                    <a:pt x="4104" y="4387"/>
                  </a:lnTo>
                  <a:lnTo>
                    <a:pt x="2519" y="4762"/>
                  </a:lnTo>
                  <a:lnTo>
                    <a:pt x="0" y="3505"/>
                  </a:lnTo>
                  <a:lnTo>
                    <a:pt x="594" y="62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4" name="ph8044"/>
            <p:cNvSpPr/>
            <p:nvPr/>
          </p:nvSpPr>
          <p:spPr>
            <a:xfrm>
              <a:off x="11202595" y="3193910"/>
              <a:ext cx="15884" cy="16826"/>
            </a:xfrm>
            <a:custGeom>
              <a:avLst/>
              <a:pathLst>
                <a:path w="15884" h="16826">
                  <a:moveTo>
                    <a:pt x="15050" y="11845"/>
                  </a:moveTo>
                  <a:lnTo>
                    <a:pt x="12861" y="14393"/>
                  </a:lnTo>
                  <a:lnTo>
                    <a:pt x="10254" y="14009"/>
                  </a:lnTo>
                  <a:lnTo>
                    <a:pt x="5255" y="14561"/>
                  </a:lnTo>
                  <a:lnTo>
                    <a:pt x="0" y="16826"/>
                  </a:lnTo>
                  <a:lnTo>
                    <a:pt x="54" y="12019"/>
                  </a:lnTo>
                  <a:lnTo>
                    <a:pt x="320" y="12550"/>
                  </a:lnTo>
                  <a:lnTo>
                    <a:pt x="7234" y="11959"/>
                  </a:lnTo>
                  <a:lnTo>
                    <a:pt x="8061" y="7299"/>
                  </a:lnTo>
                  <a:lnTo>
                    <a:pt x="12361" y="0"/>
                  </a:lnTo>
                  <a:lnTo>
                    <a:pt x="13407" y="89"/>
                  </a:lnTo>
                  <a:lnTo>
                    <a:pt x="15884" y="42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5" name="ph8045"/>
            <p:cNvSpPr/>
            <p:nvPr/>
          </p:nvSpPr>
          <p:spPr>
            <a:xfrm>
              <a:off x="11419555" y="3275326"/>
              <a:ext cx="42712" cy="49696"/>
            </a:xfrm>
            <a:custGeom>
              <a:avLst/>
              <a:pathLst>
                <a:path w="42712" h="49696">
                  <a:moveTo>
                    <a:pt x="35482" y="183"/>
                  </a:moveTo>
                  <a:lnTo>
                    <a:pt x="34670" y="2965"/>
                  </a:lnTo>
                  <a:lnTo>
                    <a:pt x="35108" y="6504"/>
                  </a:lnTo>
                  <a:lnTo>
                    <a:pt x="34173" y="11809"/>
                  </a:lnTo>
                  <a:lnTo>
                    <a:pt x="31218" y="10207"/>
                  </a:lnTo>
                  <a:lnTo>
                    <a:pt x="28425" y="10922"/>
                  </a:lnTo>
                  <a:lnTo>
                    <a:pt x="27287" y="10523"/>
                  </a:lnTo>
                  <a:lnTo>
                    <a:pt x="24450" y="11968"/>
                  </a:lnTo>
                  <a:lnTo>
                    <a:pt x="23992" y="15100"/>
                  </a:lnTo>
                  <a:lnTo>
                    <a:pt x="26195" y="19360"/>
                  </a:lnTo>
                  <a:lnTo>
                    <a:pt x="31864" y="19282"/>
                  </a:lnTo>
                  <a:lnTo>
                    <a:pt x="33299" y="17976"/>
                  </a:lnTo>
                  <a:lnTo>
                    <a:pt x="37560" y="20404"/>
                  </a:lnTo>
                  <a:lnTo>
                    <a:pt x="36041" y="21340"/>
                  </a:lnTo>
                  <a:lnTo>
                    <a:pt x="34954" y="25583"/>
                  </a:lnTo>
                  <a:lnTo>
                    <a:pt x="35484" y="29822"/>
                  </a:lnTo>
                  <a:lnTo>
                    <a:pt x="36915" y="31693"/>
                  </a:lnTo>
                  <a:lnTo>
                    <a:pt x="40104" y="33862"/>
                  </a:lnTo>
                  <a:lnTo>
                    <a:pt x="40160" y="34562"/>
                  </a:lnTo>
                  <a:lnTo>
                    <a:pt x="38046" y="36969"/>
                  </a:lnTo>
                  <a:lnTo>
                    <a:pt x="30854" y="41292"/>
                  </a:lnTo>
                  <a:lnTo>
                    <a:pt x="33309" y="46857"/>
                  </a:lnTo>
                  <a:lnTo>
                    <a:pt x="41373" y="46939"/>
                  </a:lnTo>
                  <a:lnTo>
                    <a:pt x="42712" y="48429"/>
                  </a:lnTo>
                  <a:lnTo>
                    <a:pt x="30414" y="48566"/>
                  </a:lnTo>
                  <a:lnTo>
                    <a:pt x="23429" y="49696"/>
                  </a:lnTo>
                  <a:lnTo>
                    <a:pt x="22292" y="49580"/>
                  </a:lnTo>
                  <a:lnTo>
                    <a:pt x="21298" y="46758"/>
                  </a:lnTo>
                  <a:lnTo>
                    <a:pt x="8246" y="48435"/>
                  </a:lnTo>
                  <a:lnTo>
                    <a:pt x="961" y="47530"/>
                  </a:lnTo>
                  <a:lnTo>
                    <a:pt x="0" y="43963"/>
                  </a:lnTo>
                  <a:lnTo>
                    <a:pt x="377" y="39460"/>
                  </a:lnTo>
                  <a:lnTo>
                    <a:pt x="2835" y="38804"/>
                  </a:lnTo>
                  <a:lnTo>
                    <a:pt x="5396" y="35713"/>
                  </a:lnTo>
                  <a:lnTo>
                    <a:pt x="6018" y="36369"/>
                  </a:lnTo>
                  <a:lnTo>
                    <a:pt x="9144" y="36633"/>
                  </a:lnTo>
                  <a:lnTo>
                    <a:pt x="16504" y="35322"/>
                  </a:lnTo>
                  <a:lnTo>
                    <a:pt x="17651" y="34236"/>
                  </a:lnTo>
                  <a:lnTo>
                    <a:pt x="18358" y="30921"/>
                  </a:lnTo>
                  <a:lnTo>
                    <a:pt x="14217" y="29749"/>
                  </a:lnTo>
                  <a:lnTo>
                    <a:pt x="12981" y="26788"/>
                  </a:lnTo>
                  <a:lnTo>
                    <a:pt x="10984" y="24982"/>
                  </a:lnTo>
                  <a:lnTo>
                    <a:pt x="6269" y="27115"/>
                  </a:lnTo>
                  <a:lnTo>
                    <a:pt x="6326" y="31268"/>
                  </a:lnTo>
                  <a:lnTo>
                    <a:pt x="3441" y="31456"/>
                  </a:lnTo>
                  <a:lnTo>
                    <a:pt x="1857" y="27486"/>
                  </a:lnTo>
                  <a:lnTo>
                    <a:pt x="8691" y="23519"/>
                  </a:lnTo>
                  <a:lnTo>
                    <a:pt x="8363" y="20613"/>
                  </a:lnTo>
                  <a:lnTo>
                    <a:pt x="10346" y="18567"/>
                  </a:lnTo>
                  <a:lnTo>
                    <a:pt x="14272" y="17755"/>
                  </a:lnTo>
                  <a:lnTo>
                    <a:pt x="16424" y="13157"/>
                  </a:lnTo>
                  <a:lnTo>
                    <a:pt x="15449" y="12210"/>
                  </a:lnTo>
                  <a:lnTo>
                    <a:pt x="15479" y="7586"/>
                  </a:lnTo>
                  <a:lnTo>
                    <a:pt x="17810" y="5023"/>
                  </a:lnTo>
                  <a:lnTo>
                    <a:pt x="21739" y="3786"/>
                  </a:lnTo>
                  <a:lnTo>
                    <a:pt x="26692" y="5339"/>
                  </a:lnTo>
                  <a:lnTo>
                    <a:pt x="26472" y="1402"/>
                  </a:lnTo>
                  <a:lnTo>
                    <a:pt x="3128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6" name="ph8046"/>
            <p:cNvSpPr/>
            <p:nvPr/>
          </p:nvSpPr>
          <p:spPr>
            <a:xfrm>
              <a:off x="11217757" y="3258075"/>
              <a:ext cx="11338" cy="7659"/>
            </a:xfrm>
            <a:custGeom>
              <a:avLst/>
              <a:pathLst>
                <a:path w="11338" h="7659">
                  <a:moveTo>
                    <a:pt x="6215" y="657"/>
                  </a:moveTo>
                  <a:lnTo>
                    <a:pt x="10798" y="1864"/>
                  </a:lnTo>
                  <a:lnTo>
                    <a:pt x="11294" y="3614"/>
                  </a:lnTo>
                  <a:lnTo>
                    <a:pt x="11338" y="3816"/>
                  </a:lnTo>
                  <a:lnTo>
                    <a:pt x="9956" y="5469"/>
                  </a:lnTo>
                  <a:lnTo>
                    <a:pt x="6431" y="5966"/>
                  </a:lnTo>
                  <a:lnTo>
                    <a:pt x="3082" y="4344"/>
                  </a:lnTo>
                  <a:lnTo>
                    <a:pt x="1410" y="5385"/>
                  </a:lnTo>
                  <a:lnTo>
                    <a:pt x="3839" y="7428"/>
                  </a:lnTo>
                  <a:lnTo>
                    <a:pt x="3245" y="7659"/>
                  </a:lnTo>
                  <a:lnTo>
                    <a:pt x="1365" y="7429"/>
                  </a:lnTo>
                  <a:lnTo>
                    <a:pt x="277" y="5920"/>
                  </a:lnTo>
                  <a:lnTo>
                    <a:pt x="0" y="0"/>
                  </a:lnTo>
                  <a:lnTo>
                    <a:pt x="3936" y="180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7" name="ph8047"/>
            <p:cNvSpPr/>
            <p:nvPr/>
          </p:nvSpPr>
          <p:spPr>
            <a:xfrm>
              <a:off x="11253257" y="3308701"/>
              <a:ext cx="4408" cy="10519"/>
            </a:xfrm>
            <a:custGeom>
              <a:avLst/>
              <a:pathLst>
                <a:path w="4408" h="10519">
                  <a:moveTo>
                    <a:pt x="2821" y="5885"/>
                  </a:moveTo>
                  <a:lnTo>
                    <a:pt x="4408" y="6598"/>
                  </a:lnTo>
                  <a:lnTo>
                    <a:pt x="2375" y="10519"/>
                  </a:lnTo>
                  <a:lnTo>
                    <a:pt x="1743" y="7195"/>
                  </a:lnTo>
                  <a:lnTo>
                    <a:pt x="0" y="5939"/>
                  </a:lnTo>
                  <a:lnTo>
                    <a:pt x="127" y="4133"/>
                  </a:lnTo>
                  <a:lnTo>
                    <a:pt x="1950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8" name="ph8048"/>
            <p:cNvSpPr/>
            <p:nvPr/>
          </p:nvSpPr>
          <p:spPr>
            <a:xfrm>
              <a:off x="11240856" y="3169767"/>
              <a:ext cx="25698" cy="13496"/>
            </a:xfrm>
            <a:custGeom>
              <a:avLst/>
              <a:pathLst>
                <a:path w="25698" h="13496">
                  <a:moveTo>
                    <a:pt x="25698" y="3070"/>
                  </a:moveTo>
                  <a:lnTo>
                    <a:pt x="21482" y="6310"/>
                  </a:lnTo>
                  <a:lnTo>
                    <a:pt x="19299" y="6786"/>
                  </a:lnTo>
                  <a:lnTo>
                    <a:pt x="15706" y="10419"/>
                  </a:lnTo>
                  <a:lnTo>
                    <a:pt x="4700" y="13496"/>
                  </a:lnTo>
                  <a:lnTo>
                    <a:pt x="0" y="2388"/>
                  </a:lnTo>
                  <a:lnTo>
                    <a:pt x="3909" y="732"/>
                  </a:lnTo>
                  <a:lnTo>
                    <a:pt x="4246" y="2304"/>
                  </a:lnTo>
                  <a:lnTo>
                    <a:pt x="5450" y="3053"/>
                  </a:lnTo>
                  <a:lnTo>
                    <a:pt x="8397" y="2994"/>
                  </a:lnTo>
                  <a:lnTo>
                    <a:pt x="15179" y="1622"/>
                  </a:lnTo>
                  <a:lnTo>
                    <a:pt x="19924" y="2476"/>
                  </a:lnTo>
                  <a:lnTo>
                    <a:pt x="23304" y="2079"/>
                  </a:lnTo>
                  <a:lnTo>
                    <a:pt x="256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9" name="ph8049"/>
            <p:cNvSpPr/>
            <p:nvPr/>
          </p:nvSpPr>
          <p:spPr>
            <a:xfrm>
              <a:off x="11138983" y="3232997"/>
              <a:ext cx="12350" cy="16585"/>
            </a:xfrm>
            <a:custGeom>
              <a:avLst/>
              <a:pathLst>
                <a:path w="12350" h="16585">
                  <a:moveTo>
                    <a:pt x="7462" y="207"/>
                  </a:moveTo>
                  <a:lnTo>
                    <a:pt x="8278" y="4199"/>
                  </a:lnTo>
                  <a:lnTo>
                    <a:pt x="9514" y="5833"/>
                  </a:lnTo>
                  <a:lnTo>
                    <a:pt x="12350" y="6173"/>
                  </a:lnTo>
                  <a:lnTo>
                    <a:pt x="12217" y="11883"/>
                  </a:lnTo>
                  <a:lnTo>
                    <a:pt x="11650" y="14846"/>
                  </a:lnTo>
                  <a:lnTo>
                    <a:pt x="10676" y="16130"/>
                  </a:lnTo>
                  <a:lnTo>
                    <a:pt x="7592" y="16585"/>
                  </a:lnTo>
                  <a:lnTo>
                    <a:pt x="5338" y="12389"/>
                  </a:lnTo>
                  <a:lnTo>
                    <a:pt x="2136" y="11333"/>
                  </a:lnTo>
                  <a:lnTo>
                    <a:pt x="1233" y="11813"/>
                  </a:lnTo>
                  <a:lnTo>
                    <a:pt x="0" y="7248"/>
                  </a:lnTo>
                  <a:lnTo>
                    <a:pt x="1471" y="1232"/>
                  </a:lnTo>
                  <a:lnTo>
                    <a:pt x="2403" y="1054"/>
                  </a:lnTo>
                  <a:lnTo>
                    <a:pt x="551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0" name="ph8050"/>
            <p:cNvSpPr/>
            <p:nvPr/>
          </p:nvSpPr>
          <p:spPr>
            <a:xfrm>
              <a:off x="11176599" y="3170461"/>
              <a:ext cx="16108" cy="14057"/>
            </a:xfrm>
            <a:custGeom>
              <a:avLst/>
              <a:pathLst>
                <a:path w="16108" h="14057">
                  <a:moveTo>
                    <a:pt x="15883" y="0"/>
                  </a:moveTo>
                  <a:lnTo>
                    <a:pt x="16108" y="6220"/>
                  </a:lnTo>
                  <a:lnTo>
                    <a:pt x="9956" y="12505"/>
                  </a:lnTo>
                  <a:lnTo>
                    <a:pt x="6193" y="14057"/>
                  </a:lnTo>
                  <a:lnTo>
                    <a:pt x="2113" y="13124"/>
                  </a:lnTo>
                  <a:lnTo>
                    <a:pt x="931" y="11732"/>
                  </a:lnTo>
                  <a:lnTo>
                    <a:pt x="0" y="9974"/>
                  </a:lnTo>
                  <a:lnTo>
                    <a:pt x="1420" y="6109"/>
                  </a:lnTo>
                  <a:lnTo>
                    <a:pt x="3697" y="4740"/>
                  </a:lnTo>
                  <a:lnTo>
                    <a:pt x="5507" y="4544"/>
                  </a:lnTo>
                  <a:lnTo>
                    <a:pt x="8349" y="7711"/>
                  </a:lnTo>
                  <a:lnTo>
                    <a:pt x="10802" y="7613"/>
                  </a:lnTo>
                  <a:lnTo>
                    <a:pt x="12798" y="64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1" name="ph8051"/>
            <p:cNvSpPr/>
            <p:nvPr/>
          </p:nvSpPr>
          <p:spPr>
            <a:xfrm>
              <a:off x="11285201" y="3217830"/>
              <a:ext cx="10215" cy="7687"/>
            </a:xfrm>
            <a:custGeom>
              <a:avLst/>
              <a:pathLst>
                <a:path w="10215" h="7687">
                  <a:moveTo>
                    <a:pt x="6064" y="2780"/>
                  </a:moveTo>
                  <a:lnTo>
                    <a:pt x="10177" y="3122"/>
                  </a:lnTo>
                  <a:lnTo>
                    <a:pt x="10215" y="4047"/>
                  </a:lnTo>
                  <a:lnTo>
                    <a:pt x="7184" y="5212"/>
                  </a:lnTo>
                  <a:lnTo>
                    <a:pt x="6774" y="6497"/>
                  </a:lnTo>
                  <a:lnTo>
                    <a:pt x="5704" y="7005"/>
                  </a:lnTo>
                  <a:lnTo>
                    <a:pt x="524" y="7687"/>
                  </a:lnTo>
                  <a:lnTo>
                    <a:pt x="0" y="3349"/>
                  </a:lnTo>
                  <a:lnTo>
                    <a:pt x="1009" y="3124"/>
                  </a:lnTo>
                  <a:lnTo>
                    <a:pt x="1069" y="564"/>
                  </a:lnTo>
                  <a:lnTo>
                    <a:pt x="299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2" name="ph8052"/>
            <p:cNvSpPr/>
            <p:nvPr/>
          </p:nvSpPr>
          <p:spPr>
            <a:xfrm>
              <a:off x="11068260" y="3274966"/>
              <a:ext cx="14857" cy="15518"/>
            </a:xfrm>
            <a:custGeom>
              <a:avLst/>
              <a:pathLst>
                <a:path w="14857" h="15518">
                  <a:moveTo>
                    <a:pt x="9553" y="344"/>
                  </a:moveTo>
                  <a:lnTo>
                    <a:pt x="14251" y="5245"/>
                  </a:lnTo>
                  <a:lnTo>
                    <a:pt x="14857" y="8994"/>
                  </a:lnTo>
                  <a:lnTo>
                    <a:pt x="12364" y="13473"/>
                  </a:lnTo>
                  <a:lnTo>
                    <a:pt x="10091" y="15518"/>
                  </a:lnTo>
                  <a:lnTo>
                    <a:pt x="3087" y="12085"/>
                  </a:lnTo>
                  <a:lnTo>
                    <a:pt x="1103" y="12371"/>
                  </a:lnTo>
                  <a:lnTo>
                    <a:pt x="317" y="10849"/>
                  </a:lnTo>
                  <a:lnTo>
                    <a:pt x="0" y="8484"/>
                  </a:lnTo>
                  <a:lnTo>
                    <a:pt x="2405" y="7771"/>
                  </a:lnTo>
                  <a:lnTo>
                    <a:pt x="4808" y="256"/>
                  </a:lnTo>
                  <a:lnTo>
                    <a:pt x="6547" y="1554"/>
                  </a:lnTo>
                  <a:lnTo>
                    <a:pt x="815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3" name="ph8053"/>
            <p:cNvSpPr/>
            <p:nvPr/>
          </p:nvSpPr>
          <p:spPr>
            <a:xfrm>
              <a:off x="11413301" y="3319290"/>
              <a:ext cx="7215" cy="5810"/>
            </a:xfrm>
            <a:custGeom>
              <a:avLst/>
              <a:pathLst>
                <a:path w="7215" h="5810">
                  <a:moveTo>
                    <a:pt x="6254" y="0"/>
                  </a:moveTo>
                  <a:lnTo>
                    <a:pt x="7215" y="3566"/>
                  </a:lnTo>
                  <a:lnTo>
                    <a:pt x="4688" y="5447"/>
                  </a:lnTo>
                  <a:lnTo>
                    <a:pt x="94" y="5810"/>
                  </a:lnTo>
                  <a:lnTo>
                    <a:pt x="0" y="4391"/>
                  </a:lnTo>
                  <a:lnTo>
                    <a:pt x="1978" y="3190"/>
                  </a:lnTo>
                  <a:lnTo>
                    <a:pt x="1523" y="2038"/>
                  </a:lnTo>
                  <a:lnTo>
                    <a:pt x="711" y="40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4" name="ph8054"/>
            <p:cNvSpPr/>
            <p:nvPr/>
          </p:nvSpPr>
          <p:spPr>
            <a:xfrm>
              <a:off x="11228936" y="3268246"/>
              <a:ext cx="4774" cy="3414"/>
            </a:xfrm>
            <a:custGeom>
              <a:avLst/>
              <a:pathLst>
                <a:path w="4774" h="3414">
                  <a:moveTo>
                    <a:pt x="3668" y="1085"/>
                  </a:moveTo>
                  <a:lnTo>
                    <a:pt x="4774" y="2160"/>
                  </a:lnTo>
                  <a:lnTo>
                    <a:pt x="3069" y="3259"/>
                  </a:lnTo>
                  <a:lnTo>
                    <a:pt x="379" y="3414"/>
                  </a:lnTo>
                  <a:lnTo>
                    <a:pt x="1351" y="2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5" name="ph8055"/>
            <p:cNvSpPr/>
            <p:nvPr/>
          </p:nvSpPr>
          <p:spPr>
            <a:xfrm>
              <a:off x="11187687" y="3154054"/>
              <a:ext cx="12529" cy="9587"/>
            </a:xfrm>
            <a:custGeom>
              <a:avLst/>
              <a:pathLst>
                <a:path w="12529" h="9587">
                  <a:moveTo>
                    <a:pt x="12529" y="0"/>
                  </a:moveTo>
                  <a:lnTo>
                    <a:pt x="11151" y="594"/>
                  </a:lnTo>
                  <a:lnTo>
                    <a:pt x="7826" y="8848"/>
                  </a:lnTo>
                  <a:lnTo>
                    <a:pt x="4419" y="9587"/>
                  </a:lnTo>
                  <a:lnTo>
                    <a:pt x="0" y="4762"/>
                  </a:lnTo>
                  <a:lnTo>
                    <a:pt x="4260" y="1375"/>
                  </a:lnTo>
                  <a:lnTo>
                    <a:pt x="7407" y="28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6" name="ph8056"/>
            <p:cNvSpPr/>
            <p:nvPr/>
          </p:nvSpPr>
          <p:spPr>
            <a:xfrm>
              <a:off x="11081513" y="3295942"/>
              <a:ext cx="14811" cy="10832"/>
            </a:xfrm>
            <a:custGeom>
              <a:avLst/>
              <a:pathLst>
                <a:path w="14811" h="10832">
                  <a:moveTo>
                    <a:pt x="11032" y="0"/>
                  </a:moveTo>
                  <a:lnTo>
                    <a:pt x="13831" y="1945"/>
                  </a:lnTo>
                  <a:lnTo>
                    <a:pt x="14811" y="5351"/>
                  </a:lnTo>
                  <a:lnTo>
                    <a:pt x="8704" y="10171"/>
                  </a:lnTo>
                  <a:lnTo>
                    <a:pt x="5808" y="10832"/>
                  </a:lnTo>
                  <a:lnTo>
                    <a:pt x="0" y="6327"/>
                  </a:lnTo>
                  <a:lnTo>
                    <a:pt x="2135" y="5827"/>
                  </a:lnTo>
                  <a:lnTo>
                    <a:pt x="7607" y="751"/>
                  </a:lnTo>
                  <a:lnTo>
                    <a:pt x="7282" y="1519"/>
                  </a:lnTo>
                  <a:lnTo>
                    <a:pt x="8398" y="209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7" name="ph8057"/>
            <p:cNvSpPr/>
            <p:nvPr/>
          </p:nvSpPr>
          <p:spPr>
            <a:xfrm>
              <a:off x="11282314" y="3217538"/>
              <a:ext cx="2892" cy="861"/>
            </a:xfrm>
            <a:custGeom>
              <a:avLst/>
              <a:pathLst>
                <a:path w="2892" h="861">
                  <a:moveTo>
                    <a:pt x="2892" y="820"/>
                  </a:moveTo>
                  <a:lnTo>
                    <a:pt x="215" y="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8" name="ph8058"/>
            <p:cNvSpPr/>
            <p:nvPr/>
          </p:nvSpPr>
          <p:spPr>
            <a:xfrm>
              <a:off x="11408791" y="3291423"/>
              <a:ext cx="10900" cy="9330"/>
            </a:xfrm>
            <a:custGeom>
              <a:avLst/>
              <a:pathLst>
                <a:path w="10900" h="9330">
                  <a:moveTo>
                    <a:pt x="8945" y="1611"/>
                  </a:moveTo>
                  <a:lnTo>
                    <a:pt x="10900" y="3550"/>
                  </a:lnTo>
                  <a:lnTo>
                    <a:pt x="10026" y="3592"/>
                  </a:lnTo>
                  <a:lnTo>
                    <a:pt x="10183" y="6812"/>
                  </a:lnTo>
                  <a:lnTo>
                    <a:pt x="9589" y="5566"/>
                  </a:lnTo>
                  <a:lnTo>
                    <a:pt x="7690" y="4965"/>
                  </a:lnTo>
                  <a:lnTo>
                    <a:pt x="920" y="9330"/>
                  </a:lnTo>
                  <a:lnTo>
                    <a:pt x="807" y="9051"/>
                  </a:lnTo>
                  <a:lnTo>
                    <a:pt x="0" y="4816"/>
                  </a:lnTo>
                  <a:lnTo>
                    <a:pt x="3457" y="40"/>
                  </a:lnTo>
                  <a:lnTo>
                    <a:pt x="489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9" name="ph8059"/>
            <p:cNvSpPr/>
            <p:nvPr/>
          </p:nvSpPr>
          <p:spPr>
            <a:xfrm>
              <a:off x="11122084" y="3138553"/>
              <a:ext cx="16224" cy="14066"/>
            </a:xfrm>
            <a:custGeom>
              <a:avLst/>
              <a:pathLst>
                <a:path w="16224" h="14066">
                  <a:moveTo>
                    <a:pt x="9893" y="760"/>
                  </a:moveTo>
                  <a:lnTo>
                    <a:pt x="16224" y="4599"/>
                  </a:lnTo>
                  <a:lnTo>
                    <a:pt x="15970" y="8678"/>
                  </a:lnTo>
                  <a:lnTo>
                    <a:pt x="14786" y="9845"/>
                  </a:lnTo>
                  <a:lnTo>
                    <a:pt x="11104" y="10752"/>
                  </a:lnTo>
                  <a:lnTo>
                    <a:pt x="9583" y="9781"/>
                  </a:lnTo>
                  <a:lnTo>
                    <a:pt x="8761" y="11656"/>
                  </a:lnTo>
                  <a:lnTo>
                    <a:pt x="4332" y="14066"/>
                  </a:lnTo>
                  <a:lnTo>
                    <a:pt x="666" y="12522"/>
                  </a:lnTo>
                  <a:lnTo>
                    <a:pt x="0" y="10475"/>
                  </a:lnTo>
                  <a:lnTo>
                    <a:pt x="1803" y="8805"/>
                  </a:lnTo>
                  <a:lnTo>
                    <a:pt x="3450" y="5819"/>
                  </a:lnTo>
                  <a:lnTo>
                    <a:pt x="7347" y="472"/>
                  </a:lnTo>
                  <a:lnTo>
                    <a:pt x="820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0" name="ph8060"/>
            <p:cNvSpPr/>
            <p:nvPr/>
          </p:nvSpPr>
          <p:spPr>
            <a:xfrm>
              <a:off x="11153081" y="3184612"/>
              <a:ext cx="7435" cy="6564"/>
            </a:xfrm>
            <a:custGeom>
              <a:avLst/>
              <a:pathLst>
                <a:path w="7435" h="6564">
                  <a:moveTo>
                    <a:pt x="5558" y="0"/>
                  </a:moveTo>
                  <a:lnTo>
                    <a:pt x="7289" y="4045"/>
                  </a:lnTo>
                  <a:lnTo>
                    <a:pt x="7435" y="5563"/>
                  </a:lnTo>
                  <a:lnTo>
                    <a:pt x="6811" y="6564"/>
                  </a:lnTo>
                  <a:lnTo>
                    <a:pt x="3023" y="6520"/>
                  </a:lnTo>
                  <a:lnTo>
                    <a:pt x="434" y="2474"/>
                  </a:lnTo>
                  <a:lnTo>
                    <a:pt x="0" y="69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1" name="ph8061"/>
            <p:cNvSpPr/>
            <p:nvPr/>
          </p:nvSpPr>
          <p:spPr>
            <a:xfrm>
              <a:off x="11318568" y="3336380"/>
              <a:ext cx="54394" cy="42137"/>
            </a:xfrm>
            <a:custGeom>
              <a:avLst/>
              <a:pathLst>
                <a:path w="54394" h="42137">
                  <a:moveTo>
                    <a:pt x="49663" y="3779"/>
                  </a:moveTo>
                  <a:lnTo>
                    <a:pt x="49261" y="5618"/>
                  </a:lnTo>
                  <a:lnTo>
                    <a:pt x="54394" y="9275"/>
                  </a:lnTo>
                  <a:lnTo>
                    <a:pt x="47937" y="14195"/>
                  </a:lnTo>
                  <a:lnTo>
                    <a:pt x="39869" y="18217"/>
                  </a:lnTo>
                  <a:lnTo>
                    <a:pt x="35935" y="19011"/>
                  </a:lnTo>
                  <a:lnTo>
                    <a:pt x="34868" y="28762"/>
                  </a:lnTo>
                  <a:lnTo>
                    <a:pt x="28228" y="30633"/>
                  </a:lnTo>
                  <a:lnTo>
                    <a:pt x="24173" y="33836"/>
                  </a:lnTo>
                  <a:lnTo>
                    <a:pt x="7981" y="39054"/>
                  </a:lnTo>
                  <a:lnTo>
                    <a:pt x="1624" y="42137"/>
                  </a:lnTo>
                  <a:lnTo>
                    <a:pt x="0" y="34773"/>
                  </a:lnTo>
                  <a:lnTo>
                    <a:pt x="464" y="31245"/>
                  </a:lnTo>
                  <a:lnTo>
                    <a:pt x="5165" y="26476"/>
                  </a:lnTo>
                  <a:lnTo>
                    <a:pt x="11659" y="22550"/>
                  </a:lnTo>
                  <a:lnTo>
                    <a:pt x="15356" y="23687"/>
                  </a:lnTo>
                  <a:lnTo>
                    <a:pt x="18357" y="23400"/>
                  </a:lnTo>
                  <a:lnTo>
                    <a:pt x="21065" y="17681"/>
                  </a:lnTo>
                  <a:lnTo>
                    <a:pt x="22791" y="16879"/>
                  </a:lnTo>
                  <a:lnTo>
                    <a:pt x="25525" y="13612"/>
                  </a:lnTo>
                  <a:lnTo>
                    <a:pt x="27911" y="8175"/>
                  </a:lnTo>
                  <a:lnTo>
                    <a:pt x="31310" y="8465"/>
                  </a:lnTo>
                  <a:lnTo>
                    <a:pt x="32477" y="4403"/>
                  </a:lnTo>
                  <a:lnTo>
                    <a:pt x="35060" y="2928"/>
                  </a:lnTo>
                  <a:lnTo>
                    <a:pt x="43496" y="2620"/>
                  </a:lnTo>
                  <a:lnTo>
                    <a:pt x="45000" y="1370"/>
                  </a:lnTo>
                  <a:lnTo>
                    <a:pt x="46749" y="157"/>
                  </a:lnTo>
                  <a:lnTo>
                    <a:pt x="484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2" name="ph8062"/>
            <p:cNvSpPr/>
            <p:nvPr/>
          </p:nvSpPr>
          <p:spPr>
            <a:xfrm>
              <a:off x="11073872" y="3302270"/>
              <a:ext cx="16345" cy="11790"/>
            </a:xfrm>
            <a:custGeom>
              <a:avLst/>
              <a:pathLst>
                <a:path w="16345" h="11790">
                  <a:moveTo>
                    <a:pt x="7640" y="0"/>
                  </a:moveTo>
                  <a:lnTo>
                    <a:pt x="13449" y="4504"/>
                  </a:lnTo>
                  <a:lnTo>
                    <a:pt x="16345" y="3843"/>
                  </a:lnTo>
                  <a:lnTo>
                    <a:pt x="13725" y="7387"/>
                  </a:lnTo>
                  <a:lnTo>
                    <a:pt x="11598" y="10784"/>
                  </a:lnTo>
                  <a:lnTo>
                    <a:pt x="10687" y="11790"/>
                  </a:lnTo>
                  <a:lnTo>
                    <a:pt x="2599" y="6860"/>
                  </a:lnTo>
                  <a:lnTo>
                    <a:pt x="442" y="4614"/>
                  </a:lnTo>
                  <a:lnTo>
                    <a:pt x="0" y="238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3" name="ph8063"/>
            <p:cNvSpPr/>
            <p:nvPr/>
          </p:nvSpPr>
          <p:spPr>
            <a:xfrm>
              <a:off x="11183323" y="3144693"/>
              <a:ext cx="12104" cy="13129"/>
            </a:xfrm>
            <a:custGeom>
              <a:avLst/>
              <a:pathLst>
                <a:path w="12104" h="13129">
                  <a:moveTo>
                    <a:pt x="12104" y="5036"/>
                  </a:moveTo>
                  <a:lnTo>
                    <a:pt x="9400" y="5801"/>
                  </a:lnTo>
                  <a:lnTo>
                    <a:pt x="5792" y="7960"/>
                  </a:lnTo>
                  <a:lnTo>
                    <a:pt x="1893" y="13129"/>
                  </a:lnTo>
                  <a:lnTo>
                    <a:pt x="1137" y="10453"/>
                  </a:lnTo>
                  <a:lnTo>
                    <a:pt x="0" y="3134"/>
                  </a:lnTo>
                  <a:lnTo>
                    <a:pt x="901" y="1332"/>
                  </a:lnTo>
                  <a:lnTo>
                    <a:pt x="6661" y="1481"/>
                  </a:lnTo>
                  <a:lnTo>
                    <a:pt x="9877" y="995"/>
                  </a:lnTo>
                  <a:lnTo>
                    <a:pt x="984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4" name="ph8064"/>
            <p:cNvSpPr/>
            <p:nvPr/>
          </p:nvSpPr>
          <p:spPr>
            <a:xfrm>
              <a:off x="11185816" y="3316514"/>
              <a:ext cx="8598" cy="11858"/>
            </a:xfrm>
            <a:custGeom>
              <a:avLst/>
              <a:pathLst>
                <a:path w="8598" h="11858">
                  <a:moveTo>
                    <a:pt x="8598" y="5611"/>
                  </a:moveTo>
                  <a:lnTo>
                    <a:pt x="6814" y="11858"/>
                  </a:lnTo>
                  <a:lnTo>
                    <a:pt x="1797" y="9546"/>
                  </a:lnTo>
                  <a:lnTo>
                    <a:pt x="420" y="10685"/>
                  </a:lnTo>
                  <a:lnTo>
                    <a:pt x="0" y="2077"/>
                  </a:lnTo>
                  <a:lnTo>
                    <a:pt x="2524" y="1351"/>
                  </a:lnTo>
                  <a:lnTo>
                    <a:pt x="6258" y="2216"/>
                  </a:lnTo>
                  <a:lnTo>
                    <a:pt x="747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5" name="ph8065"/>
            <p:cNvSpPr/>
            <p:nvPr/>
          </p:nvSpPr>
          <p:spPr>
            <a:xfrm>
              <a:off x="11400773" y="3319746"/>
              <a:ext cx="17462" cy="18260"/>
            </a:xfrm>
            <a:custGeom>
              <a:avLst/>
              <a:pathLst>
                <a:path w="17462" h="18260">
                  <a:moveTo>
                    <a:pt x="12308" y="2513"/>
                  </a:moveTo>
                  <a:lnTo>
                    <a:pt x="13880" y="2431"/>
                  </a:lnTo>
                  <a:lnTo>
                    <a:pt x="14051" y="1582"/>
                  </a:lnTo>
                  <a:lnTo>
                    <a:pt x="14506" y="2734"/>
                  </a:lnTo>
                  <a:lnTo>
                    <a:pt x="12528" y="3935"/>
                  </a:lnTo>
                  <a:lnTo>
                    <a:pt x="12622" y="5354"/>
                  </a:lnTo>
                  <a:lnTo>
                    <a:pt x="17217" y="4991"/>
                  </a:lnTo>
                  <a:lnTo>
                    <a:pt x="17462" y="8743"/>
                  </a:lnTo>
                  <a:lnTo>
                    <a:pt x="6501" y="13173"/>
                  </a:lnTo>
                  <a:lnTo>
                    <a:pt x="1506" y="17599"/>
                  </a:lnTo>
                  <a:lnTo>
                    <a:pt x="1508" y="18260"/>
                  </a:lnTo>
                  <a:lnTo>
                    <a:pt x="0" y="7441"/>
                  </a:lnTo>
                  <a:lnTo>
                    <a:pt x="1802" y="7450"/>
                  </a:lnTo>
                  <a:lnTo>
                    <a:pt x="109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6" name="ph8066"/>
            <p:cNvSpPr/>
            <p:nvPr/>
          </p:nvSpPr>
          <p:spPr>
            <a:xfrm>
              <a:off x="11147418" y="3198155"/>
              <a:ext cx="12009" cy="6916"/>
            </a:xfrm>
            <a:custGeom>
              <a:avLst/>
              <a:pathLst>
                <a:path w="12009" h="6916">
                  <a:moveTo>
                    <a:pt x="12009" y="3705"/>
                  </a:moveTo>
                  <a:lnTo>
                    <a:pt x="6069" y="6916"/>
                  </a:lnTo>
                  <a:lnTo>
                    <a:pt x="2699" y="6142"/>
                  </a:lnTo>
                  <a:lnTo>
                    <a:pt x="0" y="2308"/>
                  </a:lnTo>
                  <a:lnTo>
                    <a:pt x="5657" y="301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7" name="ph8067"/>
            <p:cNvSpPr/>
            <p:nvPr/>
          </p:nvSpPr>
          <p:spPr>
            <a:xfrm>
              <a:off x="11232605" y="3267519"/>
              <a:ext cx="4100" cy="3420"/>
            </a:xfrm>
            <a:custGeom>
              <a:avLst/>
              <a:pathLst>
                <a:path w="4100" h="3420">
                  <a:moveTo>
                    <a:pt x="3900" y="1797"/>
                  </a:moveTo>
                  <a:lnTo>
                    <a:pt x="4100" y="1965"/>
                  </a:lnTo>
                  <a:lnTo>
                    <a:pt x="3989" y="3420"/>
                  </a:lnTo>
                  <a:lnTo>
                    <a:pt x="1106" y="2887"/>
                  </a:lnTo>
                  <a:lnTo>
                    <a:pt x="0" y="1812"/>
                  </a:lnTo>
                  <a:lnTo>
                    <a:pt x="106" y="1382"/>
                  </a:lnTo>
                  <a:lnTo>
                    <a:pt x="1143" y="1094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8" name="ph8068"/>
            <p:cNvSpPr/>
            <p:nvPr/>
          </p:nvSpPr>
          <p:spPr>
            <a:xfrm>
              <a:off x="11281685" y="3292740"/>
              <a:ext cx="14222" cy="18164"/>
            </a:xfrm>
            <a:custGeom>
              <a:avLst/>
              <a:pathLst>
                <a:path w="14222" h="18164">
                  <a:moveTo>
                    <a:pt x="5351" y="278"/>
                  </a:moveTo>
                  <a:lnTo>
                    <a:pt x="4360" y="923"/>
                  </a:lnTo>
                  <a:lnTo>
                    <a:pt x="9533" y="8353"/>
                  </a:lnTo>
                  <a:lnTo>
                    <a:pt x="14222" y="13096"/>
                  </a:lnTo>
                  <a:lnTo>
                    <a:pt x="13032" y="17437"/>
                  </a:lnTo>
                  <a:lnTo>
                    <a:pt x="6713" y="18164"/>
                  </a:lnTo>
                  <a:lnTo>
                    <a:pt x="1863" y="17292"/>
                  </a:lnTo>
                  <a:lnTo>
                    <a:pt x="2059" y="16121"/>
                  </a:lnTo>
                  <a:lnTo>
                    <a:pt x="0" y="12868"/>
                  </a:lnTo>
                  <a:lnTo>
                    <a:pt x="225" y="10662"/>
                  </a:lnTo>
                  <a:lnTo>
                    <a:pt x="2159" y="11581"/>
                  </a:lnTo>
                  <a:lnTo>
                    <a:pt x="297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9" name="ph8069"/>
            <p:cNvSpPr/>
            <p:nvPr/>
          </p:nvSpPr>
          <p:spPr>
            <a:xfrm>
              <a:off x="11349817" y="3188948"/>
              <a:ext cx="62818" cy="53211"/>
            </a:xfrm>
            <a:custGeom>
              <a:avLst/>
              <a:pathLst>
                <a:path w="62818" h="53211">
                  <a:moveTo>
                    <a:pt x="52704" y="2207"/>
                  </a:moveTo>
                  <a:lnTo>
                    <a:pt x="52738" y="3141"/>
                  </a:lnTo>
                  <a:lnTo>
                    <a:pt x="54559" y="5273"/>
                  </a:lnTo>
                  <a:lnTo>
                    <a:pt x="58526" y="4277"/>
                  </a:lnTo>
                  <a:lnTo>
                    <a:pt x="55825" y="12"/>
                  </a:lnTo>
                  <a:lnTo>
                    <a:pt x="62137" y="258"/>
                  </a:lnTo>
                  <a:lnTo>
                    <a:pt x="61653" y="5220"/>
                  </a:lnTo>
                  <a:lnTo>
                    <a:pt x="60270" y="5596"/>
                  </a:lnTo>
                  <a:lnTo>
                    <a:pt x="58302" y="5678"/>
                  </a:lnTo>
                  <a:lnTo>
                    <a:pt x="55837" y="5750"/>
                  </a:lnTo>
                  <a:lnTo>
                    <a:pt x="56277" y="7753"/>
                  </a:lnTo>
                  <a:lnTo>
                    <a:pt x="55731" y="9686"/>
                  </a:lnTo>
                  <a:lnTo>
                    <a:pt x="49644" y="9802"/>
                  </a:lnTo>
                  <a:lnTo>
                    <a:pt x="49461" y="6418"/>
                  </a:lnTo>
                  <a:lnTo>
                    <a:pt x="47427" y="6069"/>
                  </a:lnTo>
                  <a:lnTo>
                    <a:pt x="46755" y="14053"/>
                  </a:lnTo>
                  <a:lnTo>
                    <a:pt x="48322" y="14780"/>
                  </a:lnTo>
                  <a:lnTo>
                    <a:pt x="51458" y="14862"/>
                  </a:lnTo>
                  <a:lnTo>
                    <a:pt x="55423" y="12782"/>
                  </a:lnTo>
                  <a:lnTo>
                    <a:pt x="56061" y="13416"/>
                  </a:lnTo>
                  <a:lnTo>
                    <a:pt x="55403" y="19252"/>
                  </a:lnTo>
                  <a:lnTo>
                    <a:pt x="54627" y="19742"/>
                  </a:lnTo>
                  <a:lnTo>
                    <a:pt x="46317" y="20383"/>
                  </a:lnTo>
                  <a:lnTo>
                    <a:pt x="46284" y="19854"/>
                  </a:lnTo>
                  <a:lnTo>
                    <a:pt x="47711" y="19749"/>
                  </a:lnTo>
                  <a:lnTo>
                    <a:pt x="47619" y="18468"/>
                  </a:lnTo>
                  <a:lnTo>
                    <a:pt x="44035" y="18698"/>
                  </a:lnTo>
                  <a:lnTo>
                    <a:pt x="44759" y="25672"/>
                  </a:lnTo>
                  <a:lnTo>
                    <a:pt x="46639" y="25497"/>
                  </a:lnTo>
                  <a:lnTo>
                    <a:pt x="46338" y="22632"/>
                  </a:lnTo>
                  <a:lnTo>
                    <a:pt x="50144" y="22270"/>
                  </a:lnTo>
                  <a:lnTo>
                    <a:pt x="50221" y="22849"/>
                  </a:lnTo>
                  <a:lnTo>
                    <a:pt x="50671" y="25976"/>
                  </a:lnTo>
                  <a:lnTo>
                    <a:pt x="58744" y="26170"/>
                  </a:lnTo>
                  <a:lnTo>
                    <a:pt x="59464" y="24980"/>
                  </a:lnTo>
                  <a:lnTo>
                    <a:pt x="61155" y="24894"/>
                  </a:lnTo>
                  <a:lnTo>
                    <a:pt x="62636" y="25953"/>
                  </a:lnTo>
                  <a:lnTo>
                    <a:pt x="62818" y="27498"/>
                  </a:lnTo>
                  <a:lnTo>
                    <a:pt x="62776" y="28321"/>
                  </a:lnTo>
                  <a:lnTo>
                    <a:pt x="58876" y="29933"/>
                  </a:lnTo>
                  <a:lnTo>
                    <a:pt x="54439" y="30130"/>
                  </a:lnTo>
                  <a:lnTo>
                    <a:pt x="54322" y="28945"/>
                  </a:lnTo>
                  <a:lnTo>
                    <a:pt x="51943" y="28118"/>
                  </a:lnTo>
                  <a:lnTo>
                    <a:pt x="45584" y="28802"/>
                  </a:lnTo>
                  <a:lnTo>
                    <a:pt x="45313" y="32879"/>
                  </a:lnTo>
                  <a:lnTo>
                    <a:pt x="46911" y="33871"/>
                  </a:lnTo>
                  <a:lnTo>
                    <a:pt x="51684" y="33399"/>
                  </a:lnTo>
                  <a:lnTo>
                    <a:pt x="49167" y="39016"/>
                  </a:lnTo>
                  <a:lnTo>
                    <a:pt x="50864" y="42415"/>
                  </a:lnTo>
                  <a:lnTo>
                    <a:pt x="52607" y="42606"/>
                  </a:lnTo>
                  <a:lnTo>
                    <a:pt x="53451" y="43505"/>
                  </a:lnTo>
                  <a:lnTo>
                    <a:pt x="52069" y="44852"/>
                  </a:lnTo>
                  <a:lnTo>
                    <a:pt x="47192" y="44439"/>
                  </a:lnTo>
                  <a:lnTo>
                    <a:pt x="43962" y="45537"/>
                  </a:lnTo>
                  <a:lnTo>
                    <a:pt x="43658" y="48326"/>
                  </a:lnTo>
                  <a:lnTo>
                    <a:pt x="42767" y="49670"/>
                  </a:lnTo>
                  <a:lnTo>
                    <a:pt x="41012" y="52232"/>
                  </a:lnTo>
                  <a:lnTo>
                    <a:pt x="41027" y="52693"/>
                  </a:lnTo>
                  <a:lnTo>
                    <a:pt x="37788" y="53092"/>
                  </a:lnTo>
                  <a:lnTo>
                    <a:pt x="36587" y="52422"/>
                  </a:lnTo>
                  <a:lnTo>
                    <a:pt x="36046" y="50940"/>
                  </a:lnTo>
                  <a:lnTo>
                    <a:pt x="33243" y="50124"/>
                  </a:lnTo>
                  <a:lnTo>
                    <a:pt x="30329" y="51614"/>
                  </a:lnTo>
                  <a:lnTo>
                    <a:pt x="29360" y="50411"/>
                  </a:lnTo>
                  <a:lnTo>
                    <a:pt x="28608" y="53211"/>
                  </a:lnTo>
                  <a:lnTo>
                    <a:pt x="23179" y="47609"/>
                  </a:lnTo>
                  <a:lnTo>
                    <a:pt x="18976" y="50734"/>
                  </a:lnTo>
                  <a:lnTo>
                    <a:pt x="17954" y="50918"/>
                  </a:lnTo>
                  <a:lnTo>
                    <a:pt x="15094" y="47033"/>
                  </a:lnTo>
                  <a:lnTo>
                    <a:pt x="12871" y="46164"/>
                  </a:lnTo>
                  <a:lnTo>
                    <a:pt x="10276" y="47633"/>
                  </a:lnTo>
                  <a:lnTo>
                    <a:pt x="5318" y="47501"/>
                  </a:lnTo>
                  <a:lnTo>
                    <a:pt x="5330" y="49612"/>
                  </a:lnTo>
                  <a:lnTo>
                    <a:pt x="3087" y="50231"/>
                  </a:lnTo>
                  <a:lnTo>
                    <a:pt x="214" y="46281"/>
                  </a:lnTo>
                  <a:lnTo>
                    <a:pt x="0" y="42725"/>
                  </a:lnTo>
                  <a:lnTo>
                    <a:pt x="904" y="38513"/>
                  </a:lnTo>
                  <a:lnTo>
                    <a:pt x="2347" y="39335"/>
                  </a:lnTo>
                  <a:lnTo>
                    <a:pt x="2990" y="37981"/>
                  </a:lnTo>
                  <a:lnTo>
                    <a:pt x="5824" y="29570"/>
                  </a:lnTo>
                  <a:lnTo>
                    <a:pt x="6141" y="26298"/>
                  </a:lnTo>
                  <a:lnTo>
                    <a:pt x="9707" y="24983"/>
                  </a:lnTo>
                  <a:lnTo>
                    <a:pt x="9465" y="19955"/>
                  </a:lnTo>
                  <a:lnTo>
                    <a:pt x="14005" y="17823"/>
                  </a:lnTo>
                  <a:lnTo>
                    <a:pt x="14369" y="14200"/>
                  </a:lnTo>
                  <a:lnTo>
                    <a:pt x="13285" y="13789"/>
                  </a:lnTo>
                  <a:lnTo>
                    <a:pt x="12905" y="12502"/>
                  </a:lnTo>
                  <a:lnTo>
                    <a:pt x="15591" y="9555"/>
                  </a:lnTo>
                  <a:lnTo>
                    <a:pt x="16977" y="9831"/>
                  </a:lnTo>
                  <a:lnTo>
                    <a:pt x="17587" y="11858"/>
                  </a:lnTo>
                  <a:lnTo>
                    <a:pt x="16213" y="16238"/>
                  </a:lnTo>
                  <a:lnTo>
                    <a:pt x="20727" y="12846"/>
                  </a:lnTo>
                  <a:lnTo>
                    <a:pt x="33240" y="12256"/>
                  </a:lnTo>
                  <a:lnTo>
                    <a:pt x="33693" y="10543"/>
                  </a:lnTo>
                  <a:lnTo>
                    <a:pt x="31538" y="8427"/>
                  </a:lnTo>
                  <a:lnTo>
                    <a:pt x="30815" y="6363"/>
                  </a:lnTo>
                  <a:lnTo>
                    <a:pt x="30714" y="2098"/>
                  </a:lnTo>
                  <a:lnTo>
                    <a:pt x="4514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0" name="ph8070"/>
            <p:cNvSpPr/>
            <p:nvPr/>
          </p:nvSpPr>
          <p:spPr>
            <a:xfrm>
              <a:off x="11117414" y="3182873"/>
              <a:ext cx="14649" cy="11820"/>
            </a:xfrm>
            <a:custGeom>
              <a:avLst/>
              <a:pathLst>
                <a:path w="14649" h="11820">
                  <a:moveTo>
                    <a:pt x="8673" y="268"/>
                  </a:moveTo>
                  <a:lnTo>
                    <a:pt x="10186" y="5113"/>
                  </a:lnTo>
                  <a:lnTo>
                    <a:pt x="11981" y="5565"/>
                  </a:lnTo>
                  <a:lnTo>
                    <a:pt x="14649" y="8605"/>
                  </a:lnTo>
                  <a:lnTo>
                    <a:pt x="10465" y="10394"/>
                  </a:lnTo>
                  <a:lnTo>
                    <a:pt x="6870" y="10703"/>
                  </a:lnTo>
                  <a:lnTo>
                    <a:pt x="5507" y="11820"/>
                  </a:lnTo>
                  <a:lnTo>
                    <a:pt x="0" y="5750"/>
                  </a:lnTo>
                  <a:lnTo>
                    <a:pt x="121" y="4308"/>
                  </a:lnTo>
                  <a:lnTo>
                    <a:pt x="688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1" name="ph8071"/>
            <p:cNvSpPr/>
            <p:nvPr/>
          </p:nvSpPr>
          <p:spPr>
            <a:xfrm>
              <a:off x="11257571" y="3231995"/>
              <a:ext cx="6336" cy="7885"/>
            </a:xfrm>
            <a:custGeom>
              <a:avLst/>
              <a:pathLst>
                <a:path w="6336" h="7885">
                  <a:moveTo>
                    <a:pt x="6336" y="2693"/>
                  </a:moveTo>
                  <a:lnTo>
                    <a:pt x="5280" y="7885"/>
                  </a:lnTo>
                  <a:lnTo>
                    <a:pt x="0" y="7819"/>
                  </a:lnTo>
                  <a:lnTo>
                    <a:pt x="314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2" name="ph8072"/>
            <p:cNvSpPr/>
            <p:nvPr/>
          </p:nvSpPr>
          <p:spPr>
            <a:xfrm>
              <a:off x="11283588" y="3320806"/>
              <a:ext cx="23359" cy="17348"/>
            </a:xfrm>
            <a:custGeom>
              <a:avLst/>
              <a:pathLst>
                <a:path w="23359" h="17348">
                  <a:moveTo>
                    <a:pt x="1292" y="1421"/>
                  </a:moveTo>
                  <a:lnTo>
                    <a:pt x="2717" y="1947"/>
                  </a:lnTo>
                  <a:lnTo>
                    <a:pt x="6641" y="2972"/>
                  </a:lnTo>
                  <a:lnTo>
                    <a:pt x="8848" y="2322"/>
                  </a:lnTo>
                  <a:lnTo>
                    <a:pt x="10520" y="2997"/>
                  </a:lnTo>
                  <a:lnTo>
                    <a:pt x="13440" y="4670"/>
                  </a:lnTo>
                  <a:lnTo>
                    <a:pt x="14658" y="6423"/>
                  </a:lnTo>
                  <a:lnTo>
                    <a:pt x="14674" y="8207"/>
                  </a:lnTo>
                  <a:lnTo>
                    <a:pt x="19811" y="11237"/>
                  </a:lnTo>
                  <a:lnTo>
                    <a:pt x="23359" y="15770"/>
                  </a:lnTo>
                  <a:lnTo>
                    <a:pt x="21341" y="17348"/>
                  </a:lnTo>
                  <a:lnTo>
                    <a:pt x="18069" y="17058"/>
                  </a:lnTo>
                  <a:lnTo>
                    <a:pt x="6187" y="13572"/>
                  </a:lnTo>
                  <a:lnTo>
                    <a:pt x="3949" y="10422"/>
                  </a:lnTo>
                  <a:lnTo>
                    <a:pt x="2706" y="7600"/>
                  </a:lnTo>
                  <a:lnTo>
                    <a:pt x="1073" y="6393"/>
                  </a:lnTo>
                  <a:lnTo>
                    <a:pt x="0" y="1348"/>
                  </a:lnTo>
                  <a:lnTo>
                    <a:pt x="28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3" name="ph8073"/>
            <p:cNvSpPr/>
            <p:nvPr/>
          </p:nvSpPr>
          <p:spPr>
            <a:xfrm>
              <a:off x="11131960" y="3226513"/>
              <a:ext cx="7601" cy="7380"/>
            </a:xfrm>
            <a:custGeom>
              <a:avLst/>
              <a:pathLst>
                <a:path w="7601" h="7380">
                  <a:moveTo>
                    <a:pt x="7601" y="4752"/>
                  </a:moveTo>
                  <a:lnTo>
                    <a:pt x="2386" y="7380"/>
                  </a:lnTo>
                  <a:lnTo>
                    <a:pt x="0" y="2766"/>
                  </a:lnTo>
                  <a:lnTo>
                    <a:pt x="2063" y="1054"/>
                  </a:lnTo>
                  <a:lnTo>
                    <a:pt x="632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4" name="ph8074"/>
            <p:cNvSpPr/>
            <p:nvPr/>
          </p:nvSpPr>
          <p:spPr>
            <a:xfrm>
              <a:off x="11203332" y="3097289"/>
              <a:ext cx="2705" cy="2894"/>
            </a:xfrm>
            <a:custGeom>
              <a:avLst/>
              <a:pathLst>
                <a:path w="2705" h="2894">
                  <a:moveTo>
                    <a:pt x="2506" y="0"/>
                  </a:moveTo>
                  <a:lnTo>
                    <a:pt x="2705" y="2868"/>
                  </a:lnTo>
                  <a:lnTo>
                    <a:pt x="0" y="2894"/>
                  </a:lnTo>
                  <a:lnTo>
                    <a:pt x="462" y="696"/>
                  </a:lnTo>
                  <a:lnTo>
                    <a:pt x="1283" y="1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5" name="ph8075"/>
            <p:cNvSpPr/>
            <p:nvPr/>
          </p:nvSpPr>
          <p:spPr>
            <a:xfrm>
              <a:off x="11328951" y="3232884"/>
              <a:ext cx="9194" cy="10502"/>
            </a:xfrm>
            <a:custGeom>
              <a:avLst/>
              <a:pathLst>
                <a:path w="9194" h="10502">
                  <a:moveTo>
                    <a:pt x="8618" y="5089"/>
                  </a:moveTo>
                  <a:lnTo>
                    <a:pt x="9194" y="6871"/>
                  </a:lnTo>
                  <a:lnTo>
                    <a:pt x="5728" y="7658"/>
                  </a:lnTo>
                  <a:lnTo>
                    <a:pt x="3677" y="9582"/>
                  </a:lnTo>
                  <a:lnTo>
                    <a:pt x="1295" y="10502"/>
                  </a:lnTo>
                  <a:lnTo>
                    <a:pt x="468" y="9559"/>
                  </a:lnTo>
                  <a:lnTo>
                    <a:pt x="0" y="5809"/>
                  </a:lnTo>
                  <a:lnTo>
                    <a:pt x="712" y="3880"/>
                  </a:lnTo>
                  <a:lnTo>
                    <a:pt x="454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6" name="ph8076"/>
            <p:cNvSpPr/>
            <p:nvPr/>
          </p:nvSpPr>
          <p:spPr>
            <a:xfrm>
              <a:off x="11296003" y="3248556"/>
              <a:ext cx="30319" cy="31517"/>
            </a:xfrm>
            <a:custGeom>
              <a:avLst/>
              <a:pathLst>
                <a:path w="30319" h="31517">
                  <a:moveTo>
                    <a:pt x="17255" y="1844"/>
                  </a:moveTo>
                  <a:lnTo>
                    <a:pt x="21188" y="291"/>
                  </a:lnTo>
                  <a:lnTo>
                    <a:pt x="23329" y="1964"/>
                  </a:lnTo>
                  <a:lnTo>
                    <a:pt x="22025" y="4078"/>
                  </a:lnTo>
                  <a:lnTo>
                    <a:pt x="22669" y="5839"/>
                  </a:lnTo>
                  <a:lnTo>
                    <a:pt x="30319" y="11734"/>
                  </a:lnTo>
                  <a:lnTo>
                    <a:pt x="29819" y="14727"/>
                  </a:lnTo>
                  <a:lnTo>
                    <a:pt x="30285" y="17175"/>
                  </a:lnTo>
                  <a:lnTo>
                    <a:pt x="28919" y="23575"/>
                  </a:lnTo>
                  <a:lnTo>
                    <a:pt x="25544" y="28070"/>
                  </a:lnTo>
                  <a:lnTo>
                    <a:pt x="16585" y="31517"/>
                  </a:lnTo>
                  <a:lnTo>
                    <a:pt x="13433" y="31059"/>
                  </a:lnTo>
                  <a:lnTo>
                    <a:pt x="13041" y="30968"/>
                  </a:lnTo>
                  <a:lnTo>
                    <a:pt x="11284" y="30761"/>
                  </a:lnTo>
                  <a:lnTo>
                    <a:pt x="3614" y="20224"/>
                  </a:lnTo>
                  <a:lnTo>
                    <a:pt x="3759" y="19485"/>
                  </a:lnTo>
                  <a:lnTo>
                    <a:pt x="2280" y="10714"/>
                  </a:lnTo>
                  <a:lnTo>
                    <a:pt x="0" y="5257"/>
                  </a:lnTo>
                  <a:lnTo>
                    <a:pt x="3610" y="4221"/>
                  </a:lnTo>
                  <a:lnTo>
                    <a:pt x="877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7" name="ph8077"/>
            <p:cNvSpPr/>
            <p:nvPr/>
          </p:nvSpPr>
          <p:spPr>
            <a:xfrm>
              <a:off x="11228759" y="3132461"/>
              <a:ext cx="17553" cy="18752"/>
            </a:xfrm>
            <a:custGeom>
              <a:avLst/>
              <a:pathLst>
                <a:path w="17553" h="18752">
                  <a:moveTo>
                    <a:pt x="8086" y="887"/>
                  </a:moveTo>
                  <a:lnTo>
                    <a:pt x="13616" y="7349"/>
                  </a:lnTo>
                  <a:lnTo>
                    <a:pt x="15787" y="6135"/>
                  </a:lnTo>
                  <a:lnTo>
                    <a:pt x="17553" y="9900"/>
                  </a:lnTo>
                  <a:lnTo>
                    <a:pt x="17279" y="11579"/>
                  </a:lnTo>
                  <a:lnTo>
                    <a:pt x="14576" y="14551"/>
                  </a:lnTo>
                  <a:lnTo>
                    <a:pt x="13290" y="18752"/>
                  </a:lnTo>
                  <a:lnTo>
                    <a:pt x="11767" y="17953"/>
                  </a:lnTo>
                  <a:lnTo>
                    <a:pt x="10610" y="14807"/>
                  </a:lnTo>
                  <a:lnTo>
                    <a:pt x="9643" y="14177"/>
                  </a:lnTo>
                  <a:lnTo>
                    <a:pt x="7134" y="14231"/>
                  </a:lnTo>
                  <a:lnTo>
                    <a:pt x="5147" y="12457"/>
                  </a:lnTo>
                  <a:lnTo>
                    <a:pt x="2270" y="12178"/>
                  </a:lnTo>
                  <a:lnTo>
                    <a:pt x="0" y="8015"/>
                  </a:lnTo>
                  <a:lnTo>
                    <a:pt x="1035" y="6481"/>
                  </a:lnTo>
                  <a:lnTo>
                    <a:pt x="2045" y="5622"/>
                  </a:lnTo>
                  <a:lnTo>
                    <a:pt x="414" y="2970"/>
                  </a:lnTo>
                  <a:lnTo>
                    <a:pt x="299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8" name="ph8078"/>
            <p:cNvSpPr/>
            <p:nvPr/>
          </p:nvSpPr>
          <p:spPr>
            <a:xfrm>
              <a:off x="11247003" y="3273479"/>
              <a:ext cx="15147" cy="13399"/>
            </a:xfrm>
            <a:custGeom>
              <a:avLst/>
              <a:pathLst>
                <a:path w="15147" h="13399">
                  <a:moveTo>
                    <a:pt x="10807" y="938"/>
                  </a:moveTo>
                  <a:lnTo>
                    <a:pt x="12878" y="3982"/>
                  </a:lnTo>
                  <a:lnTo>
                    <a:pt x="14397" y="4173"/>
                  </a:lnTo>
                  <a:lnTo>
                    <a:pt x="14929" y="5678"/>
                  </a:lnTo>
                  <a:lnTo>
                    <a:pt x="12277" y="7486"/>
                  </a:lnTo>
                  <a:lnTo>
                    <a:pt x="15147" y="11237"/>
                  </a:lnTo>
                  <a:lnTo>
                    <a:pt x="14673" y="13399"/>
                  </a:lnTo>
                  <a:lnTo>
                    <a:pt x="10180" y="11748"/>
                  </a:lnTo>
                  <a:lnTo>
                    <a:pt x="1102" y="10799"/>
                  </a:lnTo>
                  <a:lnTo>
                    <a:pt x="0" y="7334"/>
                  </a:lnTo>
                  <a:lnTo>
                    <a:pt x="815" y="6241"/>
                  </a:lnTo>
                  <a:lnTo>
                    <a:pt x="3647" y="4389"/>
                  </a:lnTo>
                  <a:lnTo>
                    <a:pt x="7159" y="5167"/>
                  </a:lnTo>
                  <a:lnTo>
                    <a:pt x="8262" y="172"/>
                  </a:lnTo>
                  <a:lnTo>
                    <a:pt x="940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9" name="ph8079"/>
            <p:cNvSpPr/>
            <p:nvPr/>
          </p:nvSpPr>
          <p:spPr>
            <a:xfrm>
              <a:off x="11264853" y="3183262"/>
              <a:ext cx="8866" cy="7438"/>
            </a:xfrm>
            <a:custGeom>
              <a:avLst/>
              <a:pathLst>
                <a:path w="8866" h="7438">
                  <a:moveTo>
                    <a:pt x="8866" y="3733"/>
                  </a:moveTo>
                  <a:lnTo>
                    <a:pt x="8720" y="4709"/>
                  </a:lnTo>
                  <a:lnTo>
                    <a:pt x="3807" y="7438"/>
                  </a:lnTo>
                  <a:lnTo>
                    <a:pt x="0" y="7036"/>
                  </a:lnTo>
                  <a:lnTo>
                    <a:pt x="1371" y="5669"/>
                  </a:lnTo>
                  <a:lnTo>
                    <a:pt x="614" y="2512"/>
                  </a:lnTo>
                  <a:lnTo>
                    <a:pt x="106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0" name="ph8080"/>
            <p:cNvSpPr/>
            <p:nvPr/>
          </p:nvSpPr>
          <p:spPr>
            <a:xfrm>
              <a:off x="11239538" y="3154417"/>
              <a:ext cx="30785" cy="16059"/>
            </a:xfrm>
            <a:custGeom>
              <a:avLst/>
              <a:pathLst>
                <a:path w="30785" h="16059">
                  <a:moveTo>
                    <a:pt x="30785" y="302"/>
                  </a:moveTo>
                  <a:lnTo>
                    <a:pt x="29905" y="3278"/>
                  </a:lnTo>
                  <a:lnTo>
                    <a:pt x="27500" y="3722"/>
                  </a:lnTo>
                  <a:lnTo>
                    <a:pt x="25745" y="5733"/>
                  </a:lnTo>
                  <a:lnTo>
                    <a:pt x="25236" y="6691"/>
                  </a:lnTo>
                  <a:lnTo>
                    <a:pt x="28227" y="8519"/>
                  </a:lnTo>
                  <a:lnTo>
                    <a:pt x="24251" y="12568"/>
                  </a:lnTo>
                  <a:lnTo>
                    <a:pt x="21336" y="13562"/>
                  </a:lnTo>
                  <a:lnTo>
                    <a:pt x="16825" y="13106"/>
                  </a:lnTo>
                  <a:lnTo>
                    <a:pt x="10502" y="16059"/>
                  </a:lnTo>
                  <a:lnTo>
                    <a:pt x="8060" y="15017"/>
                  </a:lnTo>
                  <a:lnTo>
                    <a:pt x="6903" y="12770"/>
                  </a:lnTo>
                  <a:lnTo>
                    <a:pt x="12844" y="9406"/>
                  </a:lnTo>
                  <a:lnTo>
                    <a:pt x="12142" y="8407"/>
                  </a:lnTo>
                  <a:lnTo>
                    <a:pt x="4144" y="8587"/>
                  </a:lnTo>
                  <a:lnTo>
                    <a:pt x="1739" y="10645"/>
                  </a:lnTo>
                  <a:lnTo>
                    <a:pt x="0" y="8545"/>
                  </a:lnTo>
                  <a:lnTo>
                    <a:pt x="6708" y="4108"/>
                  </a:lnTo>
                  <a:lnTo>
                    <a:pt x="13476" y="7284"/>
                  </a:lnTo>
                  <a:lnTo>
                    <a:pt x="16608" y="4325"/>
                  </a:lnTo>
                  <a:lnTo>
                    <a:pt x="2778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1" name="ph8081"/>
            <p:cNvSpPr/>
            <p:nvPr/>
          </p:nvSpPr>
          <p:spPr>
            <a:xfrm>
              <a:off x="11122960" y="3175572"/>
              <a:ext cx="30555" cy="15599"/>
            </a:xfrm>
            <a:custGeom>
              <a:avLst/>
              <a:pathLst>
                <a:path w="30555" h="15599">
                  <a:moveTo>
                    <a:pt x="21649" y="1329"/>
                  </a:moveTo>
                  <a:lnTo>
                    <a:pt x="24265" y="4267"/>
                  </a:lnTo>
                  <a:lnTo>
                    <a:pt x="27441" y="3056"/>
                  </a:lnTo>
                  <a:lnTo>
                    <a:pt x="28670" y="3327"/>
                  </a:lnTo>
                  <a:lnTo>
                    <a:pt x="29961" y="6469"/>
                  </a:lnTo>
                  <a:lnTo>
                    <a:pt x="30120" y="9732"/>
                  </a:lnTo>
                  <a:lnTo>
                    <a:pt x="30555" y="11514"/>
                  </a:lnTo>
                  <a:lnTo>
                    <a:pt x="28879" y="11121"/>
                  </a:lnTo>
                  <a:lnTo>
                    <a:pt x="29083" y="10536"/>
                  </a:lnTo>
                  <a:lnTo>
                    <a:pt x="27147" y="9010"/>
                  </a:lnTo>
                  <a:lnTo>
                    <a:pt x="23579" y="9024"/>
                  </a:lnTo>
                  <a:lnTo>
                    <a:pt x="21670" y="9805"/>
                  </a:lnTo>
                  <a:lnTo>
                    <a:pt x="21111" y="13079"/>
                  </a:lnTo>
                  <a:lnTo>
                    <a:pt x="21544" y="15599"/>
                  </a:lnTo>
                  <a:lnTo>
                    <a:pt x="18611" y="12157"/>
                  </a:lnTo>
                  <a:lnTo>
                    <a:pt x="15096" y="13100"/>
                  </a:lnTo>
                  <a:lnTo>
                    <a:pt x="14488" y="12742"/>
                  </a:lnTo>
                  <a:lnTo>
                    <a:pt x="13550" y="9230"/>
                  </a:lnTo>
                  <a:lnTo>
                    <a:pt x="7198" y="5217"/>
                  </a:lnTo>
                  <a:lnTo>
                    <a:pt x="3127" y="7569"/>
                  </a:lnTo>
                  <a:lnTo>
                    <a:pt x="1340" y="7300"/>
                  </a:lnTo>
                  <a:lnTo>
                    <a:pt x="0" y="3365"/>
                  </a:lnTo>
                  <a:lnTo>
                    <a:pt x="1280" y="2578"/>
                  </a:lnTo>
                  <a:lnTo>
                    <a:pt x="4717" y="2629"/>
                  </a:lnTo>
                  <a:lnTo>
                    <a:pt x="7997" y="733"/>
                  </a:lnTo>
                  <a:lnTo>
                    <a:pt x="11050" y="255"/>
                  </a:lnTo>
                  <a:lnTo>
                    <a:pt x="16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2" name="ph8082"/>
            <p:cNvSpPr/>
            <p:nvPr/>
          </p:nvSpPr>
          <p:spPr>
            <a:xfrm>
              <a:off x="11096940" y="3102033"/>
              <a:ext cx="33397" cy="18982"/>
            </a:xfrm>
            <a:custGeom>
              <a:avLst/>
              <a:pathLst>
                <a:path w="33397" h="18982">
                  <a:moveTo>
                    <a:pt x="23562" y="301"/>
                  </a:moveTo>
                  <a:lnTo>
                    <a:pt x="27791" y="2998"/>
                  </a:lnTo>
                  <a:lnTo>
                    <a:pt x="29921" y="6135"/>
                  </a:lnTo>
                  <a:lnTo>
                    <a:pt x="33181" y="8788"/>
                  </a:lnTo>
                  <a:lnTo>
                    <a:pt x="33397" y="10128"/>
                  </a:lnTo>
                  <a:lnTo>
                    <a:pt x="26197" y="14609"/>
                  </a:lnTo>
                  <a:lnTo>
                    <a:pt x="25947" y="16105"/>
                  </a:lnTo>
                  <a:lnTo>
                    <a:pt x="20612" y="15642"/>
                  </a:lnTo>
                  <a:lnTo>
                    <a:pt x="20118" y="18103"/>
                  </a:lnTo>
                  <a:lnTo>
                    <a:pt x="18736" y="18982"/>
                  </a:lnTo>
                  <a:lnTo>
                    <a:pt x="15131" y="17223"/>
                  </a:lnTo>
                  <a:lnTo>
                    <a:pt x="13528" y="14999"/>
                  </a:lnTo>
                  <a:lnTo>
                    <a:pt x="11092" y="13605"/>
                  </a:lnTo>
                  <a:lnTo>
                    <a:pt x="10258" y="13661"/>
                  </a:lnTo>
                  <a:lnTo>
                    <a:pt x="7306" y="17636"/>
                  </a:lnTo>
                  <a:lnTo>
                    <a:pt x="7176" y="16120"/>
                  </a:lnTo>
                  <a:lnTo>
                    <a:pt x="5736" y="18510"/>
                  </a:lnTo>
                  <a:lnTo>
                    <a:pt x="2940" y="18141"/>
                  </a:lnTo>
                  <a:lnTo>
                    <a:pt x="3122" y="16087"/>
                  </a:lnTo>
                  <a:lnTo>
                    <a:pt x="5811" y="13870"/>
                  </a:lnTo>
                  <a:lnTo>
                    <a:pt x="1330" y="12087"/>
                  </a:lnTo>
                  <a:lnTo>
                    <a:pt x="0" y="9861"/>
                  </a:lnTo>
                  <a:lnTo>
                    <a:pt x="2352" y="9236"/>
                  </a:lnTo>
                  <a:lnTo>
                    <a:pt x="3867" y="9621"/>
                  </a:lnTo>
                  <a:lnTo>
                    <a:pt x="5038" y="12070"/>
                  </a:lnTo>
                  <a:lnTo>
                    <a:pt x="6877" y="13710"/>
                  </a:lnTo>
                  <a:lnTo>
                    <a:pt x="9996" y="12960"/>
                  </a:lnTo>
                  <a:lnTo>
                    <a:pt x="10494" y="10234"/>
                  </a:lnTo>
                  <a:lnTo>
                    <a:pt x="8128" y="7058"/>
                  </a:lnTo>
                  <a:lnTo>
                    <a:pt x="9375" y="5902"/>
                  </a:lnTo>
                  <a:lnTo>
                    <a:pt x="10665" y="5867"/>
                  </a:lnTo>
                  <a:lnTo>
                    <a:pt x="11076" y="6940"/>
                  </a:lnTo>
                  <a:lnTo>
                    <a:pt x="15431" y="8405"/>
                  </a:lnTo>
                  <a:lnTo>
                    <a:pt x="20287" y="4277"/>
                  </a:lnTo>
                  <a:lnTo>
                    <a:pt x="19760" y="10426"/>
                  </a:lnTo>
                  <a:lnTo>
                    <a:pt x="20254" y="11896"/>
                  </a:lnTo>
                  <a:lnTo>
                    <a:pt x="27362" y="13207"/>
                  </a:lnTo>
                  <a:lnTo>
                    <a:pt x="28045" y="10229"/>
                  </a:lnTo>
                  <a:lnTo>
                    <a:pt x="26965" y="4950"/>
                  </a:lnTo>
                  <a:lnTo>
                    <a:pt x="26301" y="4120"/>
                  </a:lnTo>
                  <a:lnTo>
                    <a:pt x="24632" y="4795"/>
                  </a:lnTo>
                  <a:lnTo>
                    <a:pt x="21944" y="2238"/>
                  </a:lnTo>
                  <a:lnTo>
                    <a:pt x="2321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3" name="ph8083"/>
            <p:cNvSpPr/>
            <p:nvPr/>
          </p:nvSpPr>
          <p:spPr>
            <a:xfrm>
              <a:off x="11139064" y="3168898"/>
              <a:ext cx="5579" cy="8004"/>
            </a:xfrm>
            <a:custGeom>
              <a:avLst/>
              <a:pathLst>
                <a:path w="5579" h="8004">
                  <a:moveTo>
                    <a:pt x="5579" y="1815"/>
                  </a:moveTo>
                  <a:lnTo>
                    <a:pt x="5545" y="8004"/>
                  </a:lnTo>
                  <a:lnTo>
                    <a:pt x="0" y="6674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4" name="ph8084"/>
            <p:cNvSpPr/>
            <p:nvPr/>
          </p:nvSpPr>
          <p:spPr>
            <a:xfrm>
              <a:off x="11225897" y="3239714"/>
              <a:ext cx="2968" cy="4038"/>
            </a:xfrm>
            <a:custGeom>
              <a:avLst/>
              <a:pathLst>
                <a:path w="2968" h="4038">
                  <a:moveTo>
                    <a:pt x="1055" y="0"/>
                  </a:moveTo>
                  <a:lnTo>
                    <a:pt x="2968" y="2977"/>
                  </a:lnTo>
                  <a:lnTo>
                    <a:pt x="1208" y="4038"/>
                  </a:lnTo>
                  <a:lnTo>
                    <a:pt x="1157" y="2166"/>
                  </a:lnTo>
                  <a:lnTo>
                    <a:pt x="0" y="167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5" name="ph8085"/>
            <p:cNvSpPr/>
            <p:nvPr/>
          </p:nvSpPr>
          <p:spPr>
            <a:xfrm>
              <a:off x="11239329" y="3237879"/>
              <a:ext cx="9887" cy="4843"/>
            </a:xfrm>
            <a:custGeom>
              <a:avLst/>
              <a:pathLst>
                <a:path w="9887" h="4843">
                  <a:moveTo>
                    <a:pt x="9591" y="3141"/>
                  </a:moveTo>
                  <a:lnTo>
                    <a:pt x="9887" y="4217"/>
                  </a:lnTo>
                  <a:lnTo>
                    <a:pt x="6837" y="4843"/>
                  </a:lnTo>
                  <a:lnTo>
                    <a:pt x="577" y="3709"/>
                  </a:lnTo>
                  <a:lnTo>
                    <a:pt x="0" y="2732"/>
                  </a:lnTo>
                  <a:lnTo>
                    <a:pt x="3398" y="2438"/>
                  </a:lnTo>
                  <a:lnTo>
                    <a:pt x="3454" y="3326"/>
                  </a:lnTo>
                  <a:lnTo>
                    <a:pt x="5858" y="4365"/>
                  </a:lnTo>
                  <a:lnTo>
                    <a:pt x="6465" y="26"/>
                  </a:lnTo>
                  <a:lnTo>
                    <a:pt x="698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6" name="ph8086"/>
            <p:cNvSpPr/>
            <p:nvPr/>
          </p:nvSpPr>
          <p:spPr>
            <a:xfrm>
              <a:off x="11062994" y="3293836"/>
              <a:ext cx="12684" cy="13892"/>
            </a:xfrm>
            <a:custGeom>
              <a:avLst/>
              <a:pathLst>
                <a:path w="12684" h="13892">
                  <a:moveTo>
                    <a:pt x="10033" y="115"/>
                  </a:moveTo>
                  <a:lnTo>
                    <a:pt x="11260" y="3047"/>
                  </a:lnTo>
                  <a:lnTo>
                    <a:pt x="12684" y="8496"/>
                  </a:lnTo>
                  <a:lnTo>
                    <a:pt x="10877" y="10815"/>
                  </a:lnTo>
                  <a:lnTo>
                    <a:pt x="1783" y="13892"/>
                  </a:lnTo>
                  <a:lnTo>
                    <a:pt x="693" y="13274"/>
                  </a:lnTo>
                  <a:lnTo>
                    <a:pt x="0" y="9337"/>
                  </a:lnTo>
                  <a:lnTo>
                    <a:pt x="1487" y="3636"/>
                  </a:lnTo>
                  <a:lnTo>
                    <a:pt x="6433" y="3269"/>
                  </a:lnTo>
                  <a:lnTo>
                    <a:pt x="6333" y="324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7" name="ph8087"/>
            <p:cNvSpPr/>
            <p:nvPr/>
          </p:nvSpPr>
          <p:spPr>
            <a:xfrm>
              <a:off x="11117536" y="3175020"/>
              <a:ext cx="6764" cy="12161"/>
            </a:xfrm>
            <a:custGeom>
              <a:avLst/>
              <a:pathLst>
                <a:path w="6764" h="12161">
                  <a:moveTo>
                    <a:pt x="5424" y="3918"/>
                  </a:moveTo>
                  <a:lnTo>
                    <a:pt x="6764" y="7852"/>
                  </a:lnTo>
                  <a:lnTo>
                    <a:pt x="0" y="12161"/>
                  </a:lnTo>
                  <a:lnTo>
                    <a:pt x="26" y="2308"/>
                  </a:lnTo>
                  <a:lnTo>
                    <a:pt x="1693" y="713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8" name="ph8088"/>
            <p:cNvSpPr/>
            <p:nvPr/>
          </p:nvSpPr>
          <p:spPr>
            <a:xfrm>
              <a:off x="11262527" y="3325986"/>
              <a:ext cx="15154" cy="13125"/>
            </a:xfrm>
            <a:custGeom>
              <a:avLst/>
              <a:pathLst>
                <a:path w="15154" h="13125">
                  <a:moveTo>
                    <a:pt x="10813" y="1566"/>
                  </a:moveTo>
                  <a:lnTo>
                    <a:pt x="14741" y="5739"/>
                  </a:lnTo>
                  <a:lnTo>
                    <a:pt x="15154" y="7261"/>
                  </a:lnTo>
                  <a:lnTo>
                    <a:pt x="12755" y="9485"/>
                  </a:lnTo>
                  <a:lnTo>
                    <a:pt x="12645" y="11212"/>
                  </a:lnTo>
                  <a:lnTo>
                    <a:pt x="9722" y="12605"/>
                  </a:lnTo>
                  <a:lnTo>
                    <a:pt x="8189" y="13125"/>
                  </a:lnTo>
                  <a:lnTo>
                    <a:pt x="3438" y="10616"/>
                  </a:lnTo>
                  <a:lnTo>
                    <a:pt x="0" y="9636"/>
                  </a:lnTo>
                  <a:lnTo>
                    <a:pt x="819" y="4034"/>
                  </a:lnTo>
                  <a:lnTo>
                    <a:pt x="2227" y="2864"/>
                  </a:lnTo>
                  <a:lnTo>
                    <a:pt x="4626" y="3049"/>
                  </a:lnTo>
                  <a:lnTo>
                    <a:pt x="7288" y="1929"/>
                  </a:lnTo>
                  <a:lnTo>
                    <a:pt x="876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9" name="ph8089"/>
            <p:cNvSpPr/>
            <p:nvPr/>
          </p:nvSpPr>
          <p:spPr>
            <a:xfrm>
              <a:off x="11215821" y="3218817"/>
              <a:ext cx="6115" cy="3307"/>
            </a:xfrm>
            <a:custGeom>
              <a:avLst/>
              <a:pathLst>
                <a:path w="6115" h="3307">
                  <a:moveTo>
                    <a:pt x="4194" y="0"/>
                  </a:moveTo>
                  <a:lnTo>
                    <a:pt x="6115" y="1568"/>
                  </a:lnTo>
                  <a:lnTo>
                    <a:pt x="3170" y="3307"/>
                  </a:lnTo>
                  <a:lnTo>
                    <a:pt x="0" y="2336"/>
                  </a:lnTo>
                  <a:lnTo>
                    <a:pt x="834" y="21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0" name="ph8090"/>
            <p:cNvSpPr/>
            <p:nvPr/>
          </p:nvSpPr>
          <p:spPr>
            <a:xfrm>
              <a:off x="11284965" y="3334379"/>
              <a:ext cx="23799" cy="20876"/>
            </a:xfrm>
            <a:custGeom>
              <a:avLst/>
              <a:pathLst>
                <a:path w="23799" h="20876">
                  <a:moveTo>
                    <a:pt x="16692" y="3486"/>
                  </a:moveTo>
                  <a:lnTo>
                    <a:pt x="19964" y="3776"/>
                  </a:lnTo>
                  <a:lnTo>
                    <a:pt x="21982" y="2197"/>
                  </a:lnTo>
                  <a:lnTo>
                    <a:pt x="23799" y="2886"/>
                  </a:lnTo>
                  <a:lnTo>
                    <a:pt x="20833" y="5029"/>
                  </a:lnTo>
                  <a:lnTo>
                    <a:pt x="20277" y="8058"/>
                  </a:lnTo>
                  <a:lnTo>
                    <a:pt x="18689" y="10327"/>
                  </a:lnTo>
                  <a:lnTo>
                    <a:pt x="19027" y="12746"/>
                  </a:lnTo>
                  <a:lnTo>
                    <a:pt x="17964" y="16372"/>
                  </a:lnTo>
                  <a:lnTo>
                    <a:pt x="14606" y="16802"/>
                  </a:lnTo>
                  <a:lnTo>
                    <a:pt x="15160" y="17803"/>
                  </a:lnTo>
                  <a:lnTo>
                    <a:pt x="14986" y="20143"/>
                  </a:lnTo>
                  <a:lnTo>
                    <a:pt x="14143" y="20876"/>
                  </a:lnTo>
                  <a:lnTo>
                    <a:pt x="8821" y="19134"/>
                  </a:lnTo>
                  <a:lnTo>
                    <a:pt x="3322" y="16328"/>
                  </a:lnTo>
                  <a:lnTo>
                    <a:pt x="3543" y="13295"/>
                  </a:lnTo>
                  <a:lnTo>
                    <a:pt x="1479" y="12268"/>
                  </a:lnTo>
                  <a:lnTo>
                    <a:pt x="0" y="12364"/>
                  </a:lnTo>
                  <a:lnTo>
                    <a:pt x="20" y="7639"/>
                  </a:lnTo>
                  <a:lnTo>
                    <a:pt x="2105" y="2724"/>
                  </a:lnTo>
                  <a:lnTo>
                    <a:pt x="4810" y="0"/>
                  </a:lnTo>
                  <a:close/>
                  <a:moveTo>
                    <a:pt x="7244" y="10450"/>
                  </a:moveTo>
                  <a:lnTo>
                    <a:pt x="7705" y="14661"/>
                  </a:lnTo>
                  <a:lnTo>
                    <a:pt x="10302" y="16096"/>
                  </a:lnTo>
                  <a:lnTo>
                    <a:pt x="13685" y="14948"/>
                  </a:lnTo>
                  <a:lnTo>
                    <a:pt x="15619" y="9780"/>
                  </a:lnTo>
                  <a:lnTo>
                    <a:pt x="11124" y="7766"/>
                  </a:lnTo>
                  <a:lnTo>
                    <a:pt x="9900" y="4784"/>
                  </a:lnTo>
                  <a:lnTo>
                    <a:pt x="5946" y="830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1" name="ph8091"/>
            <p:cNvSpPr/>
            <p:nvPr/>
          </p:nvSpPr>
          <p:spPr>
            <a:xfrm>
              <a:off x="11297948" y="3166172"/>
              <a:ext cx="18719" cy="23581"/>
            </a:xfrm>
            <a:custGeom>
              <a:avLst/>
              <a:pathLst>
                <a:path w="18719" h="23581">
                  <a:moveTo>
                    <a:pt x="7289" y="0"/>
                  </a:moveTo>
                  <a:lnTo>
                    <a:pt x="14185" y="4295"/>
                  </a:lnTo>
                  <a:lnTo>
                    <a:pt x="14421" y="7578"/>
                  </a:lnTo>
                  <a:lnTo>
                    <a:pt x="17849" y="9891"/>
                  </a:lnTo>
                  <a:lnTo>
                    <a:pt x="18719" y="14587"/>
                  </a:lnTo>
                  <a:lnTo>
                    <a:pt x="18067" y="15500"/>
                  </a:lnTo>
                  <a:lnTo>
                    <a:pt x="14707" y="16134"/>
                  </a:lnTo>
                  <a:lnTo>
                    <a:pt x="12027" y="14698"/>
                  </a:lnTo>
                  <a:lnTo>
                    <a:pt x="9807" y="16414"/>
                  </a:lnTo>
                  <a:lnTo>
                    <a:pt x="9629" y="18599"/>
                  </a:lnTo>
                  <a:lnTo>
                    <a:pt x="4931" y="23581"/>
                  </a:lnTo>
                  <a:lnTo>
                    <a:pt x="3475" y="22923"/>
                  </a:lnTo>
                  <a:lnTo>
                    <a:pt x="3069" y="21100"/>
                  </a:lnTo>
                  <a:lnTo>
                    <a:pt x="0" y="17615"/>
                  </a:lnTo>
                  <a:lnTo>
                    <a:pt x="1337" y="16964"/>
                  </a:lnTo>
                  <a:lnTo>
                    <a:pt x="2812" y="14582"/>
                  </a:lnTo>
                  <a:lnTo>
                    <a:pt x="3817" y="11045"/>
                  </a:lnTo>
                  <a:lnTo>
                    <a:pt x="3229" y="9286"/>
                  </a:lnTo>
                  <a:lnTo>
                    <a:pt x="3765" y="5997"/>
                  </a:lnTo>
                  <a:lnTo>
                    <a:pt x="5532" y="14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2" name="ph8092"/>
            <p:cNvSpPr/>
            <p:nvPr/>
          </p:nvSpPr>
          <p:spPr>
            <a:xfrm>
              <a:off x="11151027" y="3308482"/>
              <a:ext cx="23725" cy="20714"/>
            </a:xfrm>
            <a:custGeom>
              <a:avLst/>
              <a:pathLst>
                <a:path w="23725" h="20714">
                  <a:moveTo>
                    <a:pt x="9437" y="2798"/>
                  </a:moveTo>
                  <a:lnTo>
                    <a:pt x="10938" y="2895"/>
                  </a:lnTo>
                  <a:lnTo>
                    <a:pt x="15441" y="6372"/>
                  </a:lnTo>
                  <a:lnTo>
                    <a:pt x="15032" y="12948"/>
                  </a:lnTo>
                  <a:lnTo>
                    <a:pt x="17353" y="14512"/>
                  </a:lnTo>
                  <a:lnTo>
                    <a:pt x="21024" y="14782"/>
                  </a:lnTo>
                  <a:lnTo>
                    <a:pt x="23514" y="13811"/>
                  </a:lnTo>
                  <a:lnTo>
                    <a:pt x="23725" y="15116"/>
                  </a:lnTo>
                  <a:lnTo>
                    <a:pt x="21874" y="18424"/>
                  </a:lnTo>
                  <a:lnTo>
                    <a:pt x="14285" y="20714"/>
                  </a:lnTo>
                  <a:lnTo>
                    <a:pt x="14027" y="19556"/>
                  </a:lnTo>
                  <a:lnTo>
                    <a:pt x="10545" y="18744"/>
                  </a:lnTo>
                  <a:lnTo>
                    <a:pt x="8187" y="15838"/>
                  </a:lnTo>
                  <a:lnTo>
                    <a:pt x="2008" y="16378"/>
                  </a:lnTo>
                  <a:lnTo>
                    <a:pt x="1528" y="16750"/>
                  </a:lnTo>
                  <a:lnTo>
                    <a:pt x="2506" y="18096"/>
                  </a:lnTo>
                  <a:lnTo>
                    <a:pt x="900" y="20147"/>
                  </a:lnTo>
                  <a:lnTo>
                    <a:pt x="809" y="19650"/>
                  </a:lnTo>
                  <a:lnTo>
                    <a:pt x="0" y="12639"/>
                  </a:lnTo>
                  <a:lnTo>
                    <a:pt x="1387" y="7767"/>
                  </a:lnTo>
                  <a:lnTo>
                    <a:pt x="5617" y="5470"/>
                  </a:lnTo>
                  <a:lnTo>
                    <a:pt x="721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3" name="ph8093"/>
            <p:cNvSpPr/>
            <p:nvPr/>
          </p:nvSpPr>
          <p:spPr>
            <a:xfrm>
              <a:off x="11064560" y="3187711"/>
              <a:ext cx="17242" cy="30091"/>
            </a:xfrm>
            <a:custGeom>
              <a:avLst/>
              <a:pathLst>
                <a:path w="17242" h="30091">
                  <a:moveTo>
                    <a:pt x="13903" y="628"/>
                  </a:moveTo>
                  <a:lnTo>
                    <a:pt x="13034" y="2292"/>
                  </a:lnTo>
                  <a:lnTo>
                    <a:pt x="13278" y="4067"/>
                  </a:lnTo>
                  <a:lnTo>
                    <a:pt x="14739" y="6309"/>
                  </a:lnTo>
                  <a:lnTo>
                    <a:pt x="17242" y="7971"/>
                  </a:lnTo>
                  <a:lnTo>
                    <a:pt x="16816" y="8894"/>
                  </a:lnTo>
                  <a:lnTo>
                    <a:pt x="17115" y="14771"/>
                  </a:lnTo>
                  <a:lnTo>
                    <a:pt x="15741" y="16557"/>
                  </a:lnTo>
                  <a:lnTo>
                    <a:pt x="13779" y="17320"/>
                  </a:lnTo>
                  <a:lnTo>
                    <a:pt x="10161" y="21448"/>
                  </a:lnTo>
                  <a:lnTo>
                    <a:pt x="9666" y="25350"/>
                  </a:lnTo>
                  <a:lnTo>
                    <a:pt x="6955" y="30091"/>
                  </a:lnTo>
                  <a:lnTo>
                    <a:pt x="5594" y="29348"/>
                  </a:lnTo>
                  <a:lnTo>
                    <a:pt x="4704" y="26422"/>
                  </a:lnTo>
                  <a:lnTo>
                    <a:pt x="24" y="23023"/>
                  </a:lnTo>
                  <a:lnTo>
                    <a:pt x="0" y="16843"/>
                  </a:lnTo>
                  <a:lnTo>
                    <a:pt x="1300" y="11948"/>
                  </a:lnTo>
                  <a:lnTo>
                    <a:pt x="866" y="11236"/>
                  </a:lnTo>
                  <a:lnTo>
                    <a:pt x="2675" y="11311"/>
                  </a:lnTo>
                  <a:lnTo>
                    <a:pt x="7559" y="9455"/>
                  </a:lnTo>
                  <a:lnTo>
                    <a:pt x="10531" y="2885"/>
                  </a:lnTo>
                  <a:lnTo>
                    <a:pt x="1116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4" name="ph8094"/>
            <p:cNvSpPr/>
            <p:nvPr/>
          </p:nvSpPr>
          <p:spPr>
            <a:xfrm>
              <a:off x="11239266" y="3241588"/>
              <a:ext cx="6900" cy="6926"/>
            </a:xfrm>
            <a:custGeom>
              <a:avLst/>
              <a:pathLst>
                <a:path w="6900" h="6926">
                  <a:moveTo>
                    <a:pt x="6900" y="1134"/>
                  </a:moveTo>
                  <a:lnTo>
                    <a:pt x="6306" y="4013"/>
                  </a:lnTo>
                  <a:lnTo>
                    <a:pt x="3245" y="6926"/>
                  </a:lnTo>
                  <a:lnTo>
                    <a:pt x="0" y="6192"/>
                  </a:lnTo>
                  <a:lnTo>
                    <a:pt x="184" y="78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5" name="ph8095"/>
            <p:cNvSpPr/>
            <p:nvPr/>
          </p:nvSpPr>
          <p:spPr>
            <a:xfrm>
              <a:off x="11122750" y="3150210"/>
              <a:ext cx="15550" cy="18644"/>
            </a:xfrm>
            <a:custGeom>
              <a:avLst/>
              <a:pathLst>
                <a:path w="15550" h="18644">
                  <a:moveTo>
                    <a:pt x="9565" y="4932"/>
                  </a:moveTo>
                  <a:lnTo>
                    <a:pt x="11691" y="7305"/>
                  </a:lnTo>
                  <a:lnTo>
                    <a:pt x="14125" y="8248"/>
                  </a:lnTo>
                  <a:lnTo>
                    <a:pt x="14073" y="12443"/>
                  </a:lnTo>
                  <a:lnTo>
                    <a:pt x="15550" y="17005"/>
                  </a:lnTo>
                  <a:lnTo>
                    <a:pt x="9783" y="18644"/>
                  </a:lnTo>
                  <a:lnTo>
                    <a:pt x="692" y="12716"/>
                  </a:lnTo>
                  <a:lnTo>
                    <a:pt x="2362" y="8600"/>
                  </a:lnTo>
                  <a:lnTo>
                    <a:pt x="1183" y="3531"/>
                  </a:lnTo>
                  <a:lnTo>
                    <a:pt x="0" y="866"/>
                  </a:lnTo>
                  <a:lnTo>
                    <a:pt x="3666" y="2410"/>
                  </a:lnTo>
                  <a:lnTo>
                    <a:pt x="809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6" name="ph8096"/>
            <p:cNvSpPr/>
            <p:nvPr/>
          </p:nvSpPr>
          <p:spPr>
            <a:xfrm>
              <a:off x="11233758" y="3232668"/>
              <a:ext cx="1347" cy="2183"/>
            </a:xfrm>
            <a:custGeom>
              <a:avLst/>
              <a:pathLst>
                <a:path w="1347" h="2183">
                  <a:moveTo>
                    <a:pt x="1347" y="2183"/>
                  </a:moveTo>
                  <a:lnTo>
                    <a:pt x="0" y="1147"/>
                  </a:lnTo>
                  <a:lnTo>
                    <a:pt x="91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7" name="ph8097"/>
            <p:cNvSpPr/>
            <p:nvPr/>
          </p:nvSpPr>
          <p:spPr>
            <a:xfrm>
              <a:off x="11235451" y="3231030"/>
              <a:ext cx="2598" cy="5436"/>
            </a:xfrm>
            <a:custGeom>
              <a:avLst/>
              <a:pathLst>
                <a:path w="2598" h="5436">
                  <a:moveTo>
                    <a:pt x="2430" y="5436"/>
                  </a:moveTo>
                  <a:lnTo>
                    <a:pt x="475" y="4276"/>
                  </a:lnTo>
                  <a:lnTo>
                    <a:pt x="0" y="974"/>
                  </a:lnTo>
                  <a:lnTo>
                    <a:pt x="86" y="0"/>
                  </a:lnTo>
                  <a:lnTo>
                    <a:pt x="2598" y="71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8" name="ph8098"/>
            <p:cNvSpPr/>
            <p:nvPr/>
          </p:nvSpPr>
          <p:spPr>
            <a:xfrm>
              <a:off x="11076763" y="3139496"/>
              <a:ext cx="9336" cy="8114"/>
            </a:xfrm>
            <a:custGeom>
              <a:avLst/>
              <a:pathLst>
                <a:path w="9336" h="8114">
                  <a:moveTo>
                    <a:pt x="7353" y="0"/>
                  </a:moveTo>
                  <a:lnTo>
                    <a:pt x="8950" y="1133"/>
                  </a:lnTo>
                  <a:lnTo>
                    <a:pt x="9336" y="3833"/>
                  </a:lnTo>
                  <a:lnTo>
                    <a:pt x="7881" y="6489"/>
                  </a:lnTo>
                  <a:lnTo>
                    <a:pt x="7880" y="8023"/>
                  </a:lnTo>
                  <a:lnTo>
                    <a:pt x="1558" y="8114"/>
                  </a:lnTo>
                  <a:lnTo>
                    <a:pt x="0" y="6734"/>
                  </a:lnTo>
                  <a:lnTo>
                    <a:pt x="3487" y="3856"/>
                  </a:lnTo>
                  <a:lnTo>
                    <a:pt x="3605" y="2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9" name="ph8099"/>
            <p:cNvSpPr/>
            <p:nvPr/>
          </p:nvSpPr>
          <p:spPr>
            <a:xfrm>
              <a:off x="11227604" y="3314296"/>
              <a:ext cx="11050" cy="10128"/>
            </a:xfrm>
            <a:custGeom>
              <a:avLst/>
              <a:pathLst>
                <a:path w="11050" h="10128">
                  <a:moveTo>
                    <a:pt x="11050" y="5363"/>
                  </a:moveTo>
                  <a:lnTo>
                    <a:pt x="10809" y="7434"/>
                  </a:lnTo>
                  <a:lnTo>
                    <a:pt x="7520" y="10128"/>
                  </a:lnTo>
                  <a:lnTo>
                    <a:pt x="8179" y="8820"/>
                  </a:lnTo>
                  <a:lnTo>
                    <a:pt x="5568" y="8150"/>
                  </a:lnTo>
                  <a:lnTo>
                    <a:pt x="5050" y="9803"/>
                  </a:lnTo>
                  <a:lnTo>
                    <a:pt x="2202" y="4591"/>
                  </a:lnTo>
                  <a:lnTo>
                    <a:pt x="0" y="163"/>
                  </a:lnTo>
                  <a:lnTo>
                    <a:pt x="5047" y="1521"/>
                  </a:lnTo>
                  <a:lnTo>
                    <a:pt x="767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0" name="ph8100"/>
            <p:cNvSpPr/>
            <p:nvPr/>
          </p:nvSpPr>
          <p:spPr>
            <a:xfrm>
              <a:off x="11204615" y="3091616"/>
              <a:ext cx="5386" cy="5683"/>
            </a:xfrm>
            <a:custGeom>
              <a:avLst/>
              <a:pathLst>
                <a:path w="5386" h="5683">
                  <a:moveTo>
                    <a:pt x="5123" y="0"/>
                  </a:moveTo>
                  <a:lnTo>
                    <a:pt x="5386" y="2210"/>
                  </a:lnTo>
                  <a:lnTo>
                    <a:pt x="1599" y="4630"/>
                  </a:lnTo>
                  <a:lnTo>
                    <a:pt x="1222" y="5672"/>
                  </a:lnTo>
                  <a:lnTo>
                    <a:pt x="0" y="5683"/>
                  </a:lnTo>
                  <a:lnTo>
                    <a:pt x="765" y="68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1" name="ph8101"/>
            <p:cNvSpPr/>
            <p:nvPr/>
          </p:nvSpPr>
          <p:spPr>
            <a:xfrm>
              <a:off x="11214275" y="3116429"/>
              <a:ext cx="7187" cy="9999"/>
            </a:xfrm>
            <a:custGeom>
              <a:avLst/>
              <a:pathLst>
                <a:path w="7187" h="9999">
                  <a:moveTo>
                    <a:pt x="2522" y="0"/>
                  </a:moveTo>
                  <a:lnTo>
                    <a:pt x="5049" y="846"/>
                  </a:lnTo>
                  <a:lnTo>
                    <a:pt x="6662" y="1745"/>
                  </a:lnTo>
                  <a:lnTo>
                    <a:pt x="7187" y="7818"/>
                  </a:lnTo>
                  <a:lnTo>
                    <a:pt x="6213" y="9999"/>
                  </a:lnTo>
                  <a:lnTo>
                    <a:pt x="4024" y="9667"/>
                  </a:lnTo>
                  <a:lnTo>
                    <a:pt x="0" y="194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2" name="ph8102"/>
            <p:cNvSpPr/>
            <p:nvPr/>
          </p:nvSpPr>
          <p:spPr>
            <a:xfrm>
              <a:off x="11210683" y="3265264"/>
              <a:ext cx="12954" cy="9179"/>
            </a:xfrm>
            <a:custGeom>
              <a:avLst/>
              <a:pathLst>
                <a:path w="12954" h="9179">
                  <a:moveTo>
                    <a:pt x="5297" y="2585"/>
                  </a:moveTo>
                  <a:lnTo>
                    <a:pt x="6588" y="3722"/>
                  </a:lnTo>
                  <a:lnTo>
                    <a:pt x="9650" y="4951"/>
                  </a:lnTo>
                  <a:lnTo>
                    <a:pt x="10953" y="4714"/>
                  </a:lnTo>
                  <a:lnTo>
                    <a:pt x="12954" y="5655"/>
                  </a:lnTo>
                  <a:lnTo>
                    <a:pt x="10376" y="8688"/>
                  </a:lnTo>
                  <a:lnTo>
                    <a:pt x="8156" y="9179"/>
                  </a:lnTo>
                  <a:lnTo>
                    <a:pt x="3306" y="7293"/>
                  </a:lnTo>
                  <a:lnTo>
                    <a:pt x="0" y="3034"/>
                  </a:lnTo>
                  <a:lnTo>
                    <a:pt x="414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3" name="ph8103"/>
            <p:cNvSpPr/>
            <p:nvPr/>
          </p:nvSpPr>
          <p:spPr>
            <a:xfrm>
              <a:off x="11228086" y="3254929"/>
              <a:ext cx="6187" cy="6760"/>
            </a:xfrm>
            <a:custGeom>
              <a:avLst/>
              <a:pathLst>
                <a:path w="6187" h="6760">
                  <a:moveTo>
                    <a:pt x="6187" y="3131"/>
                  </a:moveTo>
                  <a:lnTo>
                    <a:pt x="5253" y="6699"/>
                  </a:lnTo>
                  <a:lnTo>
                    <a:pt x="966" y="6760"/>
                  </a:lnTo>
                  <a:lnTo>
                    <a:pt x="469" y="5010"/>
                  </a:lnTo>
                  <a:lnTo>
                    <a:pt x="0" y="1415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4" name="ph8104"/>
            <p:cNvSpPr/>
            <p:nvPr/>
          </p:nvSpPr>
          <p:spPr>
            <a:xfrm>
              <a:off x="11282743" y="3310032"/>
              <a:ext cx="13171" cy="13093"/>
            </a:xfrm>
            <a:custGeom>
              <a:avLst/>
              <a:pathLst>
                <a:path w="13171" h="13093">
                  <a:moveTo>
                    <a:pt x="2252" y="2903"/>
                  </a:moveTo>
                  <a:lnTo>
                    <a:pt x="4918" y="5281"/>
                  </a:lnTo>
                  <a:lnTo>
                    <a:pt x="8897" y="6378"/>
                  </a:lnTo>
                  <a:lnTo>
                    <a:pt x="11513" y="3900"/>
                  </a:lnTo>
                  <a:lnTo>
                    <a:pt x="13171" y="8225"/>
                  </a:lnTo>
                  <a:lnTo>
                    <a:pt x="13161" y="10405"/>
                  </a:lnTo>
                  <a:lnTo>
                    <a:pt x="11210" y="13093"/>
                  </a:lnTo>
                  <a:lnTo>
                    <a:pt x="2597" y="6049"/>
                  </a:lnTo>
                  <a:lnTo>
                    <a:pt x="740" y="3717"/>
                  </a:lnTo>
                  <a:lnTo>
                    <a:pt x="0" y="3684"/>
                  </a:lnTo>
                  <a:lnTo>
                    <a:pt x="8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5" name="ph8105"/>
            <p:cNvSpPr/>
            <p:nvPr/>
          </p:nvSpPr>
          <p:spPr>
            <a:xfrm>
              <a:off x="11239826" y="3319006"/>
              <a:ext cx="6524" cy="8262"/>
            </a:xfrm>
            <a:custGeom>
              <a:avLst/>
              <a:pathLst>
                <a:path w="6524" h="8262">
                  <a:moveTo>
                    <a:pt x="5602" y="0"/>
                  </a:moveTo>
                  <a:lnTo>
                    <a:pt x="6524" y="4363"/>
                  </a:lnTo>
                  <a:lnTo>
                    <a:pt x="4680" y="5541"/>
                  </a:lnTo>
                  <a:lnTo>
                    <a:pt x="3976" y="7553"/>
                  </a:lnTo>
                  <a:lnTo>
                    <a:pt x="1091" y="8262"/>
                  </a:lnTo>
                  <a:lnTo>
                    <a:pt x="0" y="6112"/>
                  </a:lnTo>
                  <a:lnTo>
                    <a:pt x="774" y="5734"/>
                  </a:lnTo>
                  <a:lnTo>
                    <a:pt x="232" y="4796"/>
                  </a:lnTo>
                  <a:lnTo>
                    <a:pt x="2182" y="2038"/>
                  </a:lnTo>
                  <a:lnTo>
                    <a:pt x="4430" y="1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6" name="ph8106"/>
            <p:cNvSpPr/>
            <p:nvPr/>
          </p:nvSpPr>
          <p:spPr>
            <a:xfrm>
              <a:off x="11238754" y="3199515"/>
              <a:ext cx="15698" cy="24631"/>
            </a:xfrm>
            <a:custGeom>
              <a:avLst/>
              <a:pathLst>
                <a:path w="15698" h="24631">
                  <a:moveTo>
                    <a:pt x="13792" y="1906"/>
                  </a:moveTo>
                  <a:lnTo>
                    <a:pt x="15698" y="6365"/>
                  </a:lnTo>
                  <a:lnTo>
                    <a:pt x="15371" y="10460"/>
                  </a:lnTo>
                  <a:lnTo>
                    <a:pt x="12701" y="11538"/>
                  </a:lnTo>
                  <a:lnTo>
                    <a:pt x="15065" y="17923"/>
                  </a:lnTo>
                  <a:lnTo>
                    <a:pt x="13432" y="23229"/>
                  </a:lnTo>
                  <a:lnTo>
                    <a:pt x="7250" y="24631"/>
                  </a:lnTo>
                  <a:lnTo>
                    <a:pt x="445" y="22011"/>
                  </a:lnTo>
                  <a:lnTo>
                    <a:pt x="0" y="18682"/>
                  </a:lnTo>
                  <a:lnTo>
                    <a:pt x="570" y="16753"/>
                  </a:lnTo>
                  <a:lnTo>
                    <a:pt x="2467" y="15280"/>
                  </a:lnTo>
                  <a:lnTo>
                    <a:pt x="6272" y="968"/>
                  </a:lnTo>
                  <a:lnTo>
                    <a:pt x="1132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7" name="ph8107"/>
            <p:cNvSpPr/>
            <p:nvPr/>
          </p:nvSpPr>
          <p:spPr>
            <a:xfrm>
              <a:off x="11228086" y="3250387"/>
              <a:ext cx="6955" cy="5956"/>
            </a:xfrm>
            <a:custGeom>
              <a:avLst/>
              <a:pathLst>
                <a:path w="6955" h="5956">
                  <a:moveTo>
                    <a:pt x="5629" y="1956"/>
                  </a:moveTo>
                  <a:lnTo>
                    <a:pt x="5923" y="1469"/>
                  </a:lnTo>
                  <a:lnTo>
                    <a:pt x="6955" y="1604"/>
                  </a:lnTo>
                  <a:lnTo>
                    <a:pt x="4071" y="4541"/>
                  </a:lnTo>
                  <a:lnTo>
                    <a:pt x="0" y="5956"/>
                  </a:lnTo>
                  <a:lnTo>
                    <a:pt x="430" y="3554"/>
                  </a:lnTo>
                  <a:lnTo>
                    <a:pt x="198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8" name="ph8108"/>
            <p:cNvSpPr/>
            <p:nvPr/>
          </p:nvSpPr>
          <p:spPr>
            <a:xfrm>
              <a:off x="11131201" y="3196015"/>
              <a:ext cx="6887" cy="11292"/>
            </a:xfrm>
            <a:custGeom>
              <a:avLst/>
              <a:pathLst>
                <a:path w="6887" h="11292">
                  <a:moveTo>
                    <a:pt x="6206" y="1296"/>
                  </a:moveTo>
                  <a:lnTo>
                    <a:pt x="6409" y="6891"/>
                  </a:lnTo>
                  <a:lnTo>
                    <a:pt x="5766" y="6613"/>
                  </a:lnTo>
                  <a:lnTo>
                    <a:pt x="6887" y="9744"/>
                  </a:lnTo>
                  <a:lnTo>
                    <a:pt x="6363" y="11194"/>
                  </a:lnTo>
                  <a:lnTo>
                    <a:pt x="5473" y="11207"/>
                  </a:lnTo>
                  <a:lnTo>
                    <a:pt x="4770" y="11292"/>
                  </a:lnTo>
                  <a:lnTo>
                    <a:pt x="0" y="8400"/>
                  </a:lnTo>
                  <a:lnTo>
                    <a:pt x="567" y="6176"/>
                  </a:lnTo>
                  <a:lnTo>
                    <a:pt x="3933" y="3500"/>
                  </a:lnTo>
                  <a:lnTo>
                    <a:pt x="3147" y="322"/>
                  </a:lnTo>
                  <a:lnTo>
                    <a:pt x="435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9" name="ph8109"/>
            <p:cNvSpPr/>
            <p:nvPr/>
          </p:nvSpPr>
          <p:spPr>
            <a:xfrm>
              <a:off x="11058956" y="3143605"/>
              <a:ext cx="8024" cy="6504"/>
            </a:xfrm>
            <a:custGeom>
              <a:avLst/>
              <a:pathLst>
                <a:path w="8024" h="6504">
                  <a:moveTo>
                    <a:pt x="8024" y="4107"/>
                  </a:moveTo>
                  <a:lnTo>
                    <a:pt x="7506" y="5700"/>
                  </a:lnTo>
                  <a:lnTo>
                    <a:pt x="6067" y="6504"/>
                  </a:lnTo>
                  <a:lnTo>
                    <a:pt x="3819" y="4088"/>
                  </a:lnTo>
                  <a:lnTo>
                    <a:pt x="811" y="4194"/>
                  </a:lnTo>
                  <a:lnTo>
                    <a:pt x="513" y="6008"/>
                  </a:lnTo>
                  <a:lnTo>
                    <a:pt x="0" y="1276"/>
                  </a:lnTo>
                  <a:lnTo>
                    <a:pt x="183" y="478"/>
                  </a:lnTo>
                  <a:lnTo>
                    <a:pt x="1991" y="1527"/>
                  </a:lnTo>
                  <a:lnTo>
                    <a:pt x="2738" y="366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0" name="ph8110"/>
            <p:cNvSpPr/>
            <p:nvPr/>
          </p:nvSpPr>
          <p:spPr>
            <a:xfrm>
              <a:off x="11115674" y="3237599"/>
              <a:ext cx="11646" cy="9232"/>
            </a:xfrm>
            <a:custGeom>
              <a:avLst/>
              <a:pathLst>
                <a:path w="11646" h="9232">
                  <a:moveTo>
                    <a:pt x="10103" y="7228"/>
                  </a:moveTo>
                  <a:lnTo>
                    <a:pt x="11646" y="6511"/>
                  </a:lnTo>
                  <a:lnTo>
                    <a:pt x="11090" y="9232"/>
                  </a:lnTo>
                  <a:lnTo>
                    <a:pt x="6104" y="7103"/>
                  </a:lnTo>
                  <a:lnTo>
                    <a:pt x="2896" y="4176"/>
                  </a:lnTo>
                  <a:lnTo>
                    <a:pt x="919" y="4924"/>
                  </a:lnTo>
                  <a:lnTo>
                    <a:pt x="997" y="5473"/>
                  </a:lnTo>
                  <a:lnTo>
                    <a:pt x="0" y="3261"/>
                  </a:lnTo>
                  <a:lnTo>
                    <a:pt x="958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1" name="ph8111"/>
            <p:cNvSpPr/>
            <p:nvPr/>
          </p:nvSpPr>
          <p:spPr>
            <a:xfrm>
              <a:off x="11122887" y="3112161"/>
              <a:ext cx="17772" cy="15992"/>
            </a:xfrm>
            <a:custGeom>
              <a:avLst/>
              <a:pathLst>
                <a:path w="17772" h="15992">
                  <a:moveTo>
                    <a:pt x="8810" y="5358"/>
                  </a:moveTo>
                  <a:lnTo>
                    <a:pt x="10165" y="6564"/>
                  </a:lnTo>
                  <a:lnTo>
                    <a:pt x="17772" y="7440"/>
                  </a:lnTo>
                  <a:lnTo>
                    <a:pt x="17522" y="13022"/>
                  </a:lnTo>
                  <a:lnTo>
                    <a:pt x="14077" y="14001"/>
                  </a:lnTo>
                  <a:lnTo>
                    <a:pt x="6608" y="14131"/>
                  </a:lnTo>
                  <a:lnTo>
                    <a:pt x="5523" y="15992"/>
                  </a:lnTo>
                  <a:lnTo>
                    <a:pt x="4718" y="15382"/>
                  </a:lnTo>
                  <a:lnTo>
                    <a:pt x="4438" y="8769"/>
                  </a:lnTo>
                  <a:lnTo>
                    <a:pt x="2011" y="6325"/>
                  </a:lnTo>
                  <a:lnTo>
                    <a:pt x="0" y="5976"/>
                  </a:lnTo>
                  <a:lnTo>
                    <a:pt x="250" y="4481"/>
                  </a:lnTo>
                  <a:lnTo>
                    <a:pt x="745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2" name="ph8112"/>
            <p:cNvSpPr/>
            <p:nvPr/>
          </p:nvSpPr>
          <p:spPr>
            <a:xfrm>
              <a:off x="11205981" y="3100157"/>
              <a:ext cx="5208" cy="2782"/>
            </a:xfrm>
            <a:custGeom>
              <a:avLst/>
              <a:pathLst>
                <a:path w="5208" h="2782">
                  <a:moveTo>
                    <a:pt x="5208" y="1994"/>
                  </a:moveTo>
                  <a:lnTo>
                    <a:pt x="2233" y="2782"/>
                  </a:lnTo>
                  <a:lnTo>
                    <a:pt x="0" y="2724"/>
                  </a:lnTo>
                  <a:lnTo>
                    <a:pt x="5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3" name="ph8113"/>
            <p:cNvSpPr/>
            <p:nvPr/>
          </p:nvSpPr>
          <p:spPr>
            <a:xfrm>
              <a:off x="11222004" y="3216714"/>
              <a:ext cx="16750" cy="7987"/>
            </a:xfrm>
            <a:custGeom>
              <a:avLst/>
              <a:pathLst>
                <a:path w="16750" h="7987">
                  <a:moveTo>
                    <a:pt x="16242" y="622"/>
                  </a:moveTo>
                  <a:lnTo>
                    <a:pt x="16750" y="1483"/>
                  </a:lnTo>
                  <a:lnTo>
                    <a:pt x="14568" y="2727"/>
                  </a:lnTo>
                  <a:lnTo>
                    <a:pt x="10345" y="3815"/>
                  </a:lnTo>
                  <a:lnTo>
                    <a:pt x="2623" y="7987"/>
                  </a:lnTo>
                  <a:lnTo>
                    <a:pt x="2879" y="6133"/>
                  </a:lnTo>
                  <a:lnTo>
                    <a:pt x="3574" y="5888"/>
                  </a:lnTo>
                  <a:lnTo>
                    <a:pt x="2955" y="3609"/>
                  </a:lnTo>
                  <a:lnTo>
                    <a:pt x="0" y="3625"/>
                  </a:lnTo>
                  <a:lnTo>
                    <a:pt x="1739" y="1361"/>
                  </a:lnTo>
                  <a:lnTo>
                    <a:pt x="2803" y="396"/>
                  </a:lnTo>
                  <a:lnTo>
                    <a:pt x="2550" y="1997"/>
                  </a:lnTo>
                  <a:lnTo>
                    <a:pt x="4195" y="3143"/>
                  </a:lnTo>
                  <a:lnTo>
                    <a:pt x="116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4" name="ph8114"/>
            <p:cNvSpPr/>
            <p:nvPr/>
          </p:nvSpPr>
          <p:spPr>
            <a:xfrm>
              <a:off x="11234669" y="3232005"/>
              <a:ext cx="1257" cy="3301"/>
            </a:xfrm>
            <a:custGeom>
              <a:avLst/>
              <a:pathLst>
                <a:path w="1257" h="3301">
                  <a:moveTo>
                    <a:pt x="1257" y="3301"/>
                  </a:moveTo>
                  <a:lnTo>
                    <a:pt x="437" y="2846"/>
                  </a:lnTo>
                  <a:lnTo>
                    <a:pt x="0" y="663"/>
                  </a:lnTo>
                  <a:lnTo>
                    <a:pt x="78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5" name="ph8115"/>
            <p:cNvSpPr/>
            <p:nvPr/>
          </p:nvSpPr>
          <p:spPr>
            <a:xfrm>
              <a:off x="11055262" y="3173932"/>
              <a:ext cx="5988" cy="5908"/>
            </a:xfrm>
            <a:custGeom>
              <a:avLst/>
              <a:pathLst>
                <a:path w="5988" h="5908">
                  <a:moveTo>
                    <a:pt x="4845" y="1972"/>
                  </a:moveTo>
                  <a:lnTo>
                    <a:pt x="5988" y="815"/>
                  </a:lnTo>
                  <a:lnTo>
                    <a:pt x="4241" y="5908"/>
                  </a:lnTo>
                  <a:lnTo>
                    <a:pt x="0" y="489"/>
                  </a:lnTo>
                  <a:lnTo>
                    <a:pt x="218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6" name="ph8116"/>
            <p:cNvSpPr/>
            <p:nvPr/>
          </p:nvSpPr>
          <p:spPr>
            <a:xfrm>
              <a:off x="11141195" y="3249127"/>
              <a:ext cx="12142" cy="6241"/>
            </a:xfrm>
            <a:custGeom>
              <a:avLst/>
              <a:pathLst>
                <a:path w="12142" h="6241">
                  <a:moveTo>
                    <a:pt x="5379" y="455"/>
                  </a:moveTo>
                  <a:lnTo>
                    <a:pt x="8464" y="0"/>
                  </a:lnTo>
                  <a:lnTo>
                    <a:pt x="8363" y="701"/>
                  </a:lnTo>
                  <a:lnTo>
                    <a:pt x="10886" y="1786"/>
                  </a:lnTo>
                  <a:lnTo>
                    <a:pt x="12142" y="3524"/>
                  </a:lnTo>
                  <a:lnTo>
                    <a:pt x="10971" y="5618"/>
                  </a:lnTo>
                  <a:lnTo>
                    <a:pt x="9654" y="6241"/>
                  </a:lnTo>
                  <a:lnTo>
                    <a:pt x="6089" y="5582"/>
                  </a:lnTo>
                  <a:lnTo>
                    <a:pt x="1076" y="4542"/>
                  </a:lnTo>
                  <a:lnTo>
                    <a:pt x="0" y="72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7" name="ph8117"/>
            <p:cNvSpPr/>
            <p:nvPr/>
          </p:nvSpPr>
          <p:spPr>
            <a:xfrm>
              <a:off x="11129195" y="3192960"/>
              <a:ext cx="6365" cy="9232"/>
            </a:xfrm>
            <a:custGeom>
              <a:avLst/>
              <a:pathLst>
                <a:path w="6365" h="9232">
                  <a:moveTo>
                    <a:pt x="6365" y="3055"/>
                  </a:moveTo>
                  <a:lnTo>
                    <a:pt x="5154" y="3377"/>
                  </a:lnTo>
                  <a:lnTo>
                    <a:pt x="5939" y="6556"/>
                  </a:lnTo>
                  <a:lnTo>
                    <a:pt x="2574" y="9232"/>
                  </a:lnTo>
                  <a:lnTo>
                    <a:pt x="0" y="5108"/>
                  </a:lnTo>
                  <a:lnTo>
                    <a:pt x="1557" y="3756"/>
                  </a:lnTo>
                  <a:lnTo>
                    <a:pt x="3095" y="3507"/>
                  </a:lnTo>
                  <a:lnTo>
                    <a:pt x="4216" y="1655"/>
                  </a:lnTo>
                  <a:lnTo>
                    <a:pt x="4216" y="103"/>
                  </a:lnTo>
                  <a:lnTo>
                    <a:pt x="571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8" name="ph8118"/>
            <p:cNvSpPr/>
            <p:nvPr/>
          </p:nvSpPr>
          <p:spPr>
            <a:xfrm>
              <a:off x="11235124" y="3310643"/>
              <a:ext cx="9757" cy="13782"/>
            </a:xfrm>
            <a:custGeom>
              <a:avLst/>
              <a:pathLst>
                <a:path w="9757" h="13782">
                  <a:moveTo>
                    <a:pt x="4432" y="2614"/>
                  </a:moveTo>
                  <a:lnTo>
                    <a:pt x="5088" y="5070"/>
                  </a:lnTo>
                  <a:lnTo>
                    <a:pt x="7225" y="3435"/>
                  </a:lnTo>
                  <a:lnTo>
                    <a:pt x="9757" y="5318"/>
                  </a:lnTo>
                  <a:lnTo>
                    <a:pt x="9132" y="8378"/>
                  </a:lnTo>
                  <a:lnTo>
                    <a:pt x="6884" y="10402"/>
                  </a:lnTo>
                  <a:lnTo>
                    <a:pt x="4934" y="13160"/>
                  </a:lnTo>
                  <a:lnTo>
                    <a:pt x="0" y="13782"/>
                  </a:lnTo>
                  <a:lnTo>
                    <a:pt x="3288" y="11087"/>
                  </a:lnTo>
                  <a:lnTo>
                    <a:pt x="3530" y="9016"/>
                  </a:lnTo>
                  <a:lnTo>
                    <a:pt x="149" y="3653"/>
                  </a:lnTo>
                  <a:lnTo>
                    <a:pt x="202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9" name="ph8119"/>
            <p:cNvSpPr/>
            <p:nvPr/>
          </p:nvSpPr>
          <p:spPr>
            <a:xfrm>
              <a:off x="11130649" y="3290190"/>
              <a:ext cx="27594" cy="30932"/>
            </a:xfrm>
            <a:custGeom>
              <a:avLst/>
              <a:pathLst>
                <a:path w="27594" h="30932">
                  <a:moveTo>
                    <a:pt x="20654" y="484"/>
                  </a:moveTo>
                  <a:lnTo>
                    <a:pt x="23737" y="0"/>
                  </a:lnTo>
                  <a:lnTo>
                    <a:pt x="25904" y="2098"/>
                  </a:lnTo>
                  <a:lnTo>
                    <a:pt x="27038" y="4282"/>
                  </a:lnTo>
                  <a:lnTo>
                    <a:pt x="24252" y="7361"/>
                  </a:lnTo>
                  <a:lnTo>
                    <a:pt x="25994" y="15030"/>
                  </a:lnTo>
                  <a:lnTo>
                    <a:pt x="26587" y="16847"/>
                  </a:lnTo>
                  <a:lnTo>
                    <a:pt x="27306" y="17115"/>
                  </a:lnTo>
                  <a:lnTo>
                    <a:pt x="27594" y="18292"/>
                  </a:lnTo>
                  <a:lnTo>
                    <a:pt x="25995" y="23762"/>
                  </a:lnTo>
                  <a:lnTo>
                    <a:pt x="21765" y="26060"/>
                  </a:lnTo>
                  <a:lnTo>
                    <a:pt x="20377" y="30932"/>
                  </a:lnTo>
                  <a:lnTo>
                    <a:pt x="15985" y="28313"/>
                  </a:lnTo>
                  <a:lnTo>
                    <a:pt x="7956" y="28871"/>
                  </a:lnTo>
                  <a:lnTo>
                    <a:pt x="3533" y="26018"/>
                  </a:lnTo>
                  <a:lnTo>
                    <a:pt x="1609" y="25667"/>
                  </a:lnTo>
                  <a:lnTo>
                    <a:pt x="0" y="19738"/>
                  </a:lnTo>
                  <a:lnTo>
                    <a:pt x="8796" y="14438"/>
                  </a:lnTo>
                  <a:lnTo>
                    <a:pt x="8857" y="11536"/>
                  </a:lnTo>
                  <a:lnTo>
                    <a:pt x="4510" y="3381"/>
                  </a:lnTo>
                  <a:lnTo>
                    <a:pt x="7513" y="2097"/>
                  </a:lnTo>
                  <a:lnTo>
                    <a:pt x="16593" y="238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0" name="ph8120"/>
            <p:cNvSpPr/>
            <p:nvPr/>
          </p:nvSpPr>
          <p:spPr>
            <a:xfrm>
              <a:off x="11219168" y="3262419"/>
              <a:ext cx="9633" cy="7793"/>
            </a:xfrm>
            <a:custGeom>
              <a:avLst/>
              <a:pathLst>
                <a:path w="9633" h="7793">
                  <a:moveTo>
                    <a:pt x="5020" y="1622"/>
                  </a:moveTo>
                  <a:lnTo>
                    <a:pt x="8545" y="1125"/>
                  </a:lnTo>
                  <a:lnTo>
                    <a:pt x="9633" y="1157"/>
                  </a:lnTo>
                  <a:lnTo>
                    <a:pt x="9205" y="3923"/>
                  </a:lnTo>
                  <a:lnTo>
                    <a:pt x="5111" y="7793"/>
                  </a:lnTo>
                  <a:lnTo>
                    <a:pt x="1834" y="3315"/>
                  </a:lnTo>
                  <a:lnTo>
                    <a:pt x="2428" y="3084"/>
                  </a:lnTo>
                  <a:lnTo>
                    <a:pt x="0" y="1041"/>
                  </a:lnTo>
                  <a:lnTo>
                    <a:pt x="167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1" name="ph8121"/>
            <p:cNvSpPr/>
            <p:nvPr/>
          </p:nvSpPr>
          <p:spPr>
            <a:xfrm>
              <a:off x="11212427" y="3181039"/>
              <a:ext cx="14557" cy="12960"/>
            </a:xfrm>
            <a:custGeom>
              <a:avLst/>
              <a:pathLst>
                <a:path w="14557" h="12960">
                  <a:moveTo>
                    <a:pt x="8587" y="57"/>
                  </a:moveTo>
                  <a:lnTo>
                    <a:pt x="11361" y="1614"/>
                  </a:lnTo>
                  <a:lnTo>
                    <a:pt x="13658" y="1596"/>
                  </a:lnTo>
                  <a:lnTo>
                    <a:pt x="14557" y="2224"/>
                  </a:lnTo>
                  <a:lnTo>
                    <a:pt x="12672" y="12752"/>
                  </a:lnTo>
                  <a:lnTo>
                    <a:pt x="6474" y="10178"/>
                  </a:lnTo>
                  <a:lnTo>
                    <a:pt x="6171" y="11608"/>
                  </a:lnTo>
                  <a:lnTo>
                    <a:pt x="3576" y="12960"/>
                  </a:lnTo>
                  <a:lnTo>
                    <a:pt x="0" y="5439"/>
                  </a:lnTo>
                  <a:lnTo>
                    <a:pt x="2090" y="1790"/>
                  </a:lnTo>
                  <a:lnTo>
                    <a:pt x="537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2" name="ph8122"/>
            <p:cNvSpPr/>
            <p:nvPr/>
          </p:nvSpPr>
          <p:spPr>
            <a:xfrm>
              <a:off x="11212783" y="3244365"/>
              <a:ext cx="8819" cy="9795"/>
            </a:xfrm>
            <a:custGeom>
              <a:avLst/>
              <a:pathLst>
                <a:path w="8819" h="9795">
                  <a:moveTo>
                    <a:pt x="6921" y="2228"/>
                  </a:moveTo>
                  <a:lnTo>
                    <a:pt x="8819" y="5025"/>
                  </a:lnTo>
                  <a:lnTo>
                    <a:pt x="4879" y="9795"/>
                  </a:lnTo>
                  <a:lnTo>
                    <a:pt x="1744" y="9019"/>
                  </a:lnTo>
                  <a:lnTo>
                    <a:pt x="725" y="7541"/>
                  </a:lnTo>
                  <a:lnTo>
                    <a:pt x="0" y="2151"/>
                  </a:lnTo>
                  <a:lnTo>
                    <a:pt x="326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3" name="ph8123"/>
            <p:cNvSpPr/>
            <p:nvPr/>
          </p:nvSpPr>
          <p:spPr>
            <a:xfrm>
              <a:off x="11233420" y="3229371"/>
              <a:ext cx="2119" cy="4445"/>
            </a:xfrm>
            <a:custGeom>
              <a:avLst/>
              <a:pathLst>
                <a:path w="2119" h="4445">
                  <a:moveTo>
                    <a:pt x="2119" y="1681"/>
                  </a:moveTo>
                  <a:lnTo>
                    <a:pt x="2030" y="2634"/>
                  </a:lnTo>
                  <a:lnTo>
                    <a:pt x="1248" y="3297"/>
                  </a:lnTo>
                  <a:lnTo>
                    <a:pt x="338" y="4445"/>
                  </a:lnTo>
                  <a:lnTo>
                    <a:pt x="0" y="3744"/>
                  </a:lnTo>
                  <a:lnTo>
                    <a:pt x="855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4" name="ph8124"/>
            <p:cNvSpPr/>
            <p:nvPr/>
          </p:nvSpPr>
          <p:spPr>
            <a:xfrm>
              <a:off x="11235537" y="3229996"/>
              <a:ext cx="2539" cy="1751"/>
            </a:xfrm>
            <a:custGeom>
              <a:avLst/>
              <a:pathLst>
                <a:path w="2539" h="1751">
                  <a:moveTo>
                    <a:pt x="0" y="1033"/>
                  </a:moveTo>
                  <a:lnTo>
                    <a:pt x="2539" y="0"/>
                  </a:lnTo>
                  <a:lnTo>
                    <a:pt x="2511" y="175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5" name="ph8125"/>
            <p:cNvSpPr/>
            <p:nvPr/>
          </p:nvSpPr>
          <p:spPr>
            <a:xfrm>
              <a:off x="11125738" y="3198068"/>
              <a:ext cx="6031" cy="6429"/>
            </a:xfrm>
            <a:custGeom>
              <a:avLst/>
              <a:pathLst>
                <a:path w="6031" h="6429">
                  <a:moveTo>
                    <a:pt x="6031" y="4123"/>
                  </a:moveTo>
                  <a:lnTo>
                    <a:pt x="5463" y="6347"/>
                  </a:lnTo>
                  <a:lnTo>
                    <a:pt x="2117" y="6429"/>
                  </a:lnTo>
                  <a:lnTo>
                    <a:pt x="463" y="5159"/>
                  </a:lnTo>
                  <a:lnTo>
                    <a:pt x="0" y="3191"/>
                  </a:lnTo>
                  <a:lnTo>
                    <a:pt x="634" y="594"/>
                  </a:lnTo>
                  <a:lnTo>
                    <a:pt x="3456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6" name="ph8126"/>
            <p:cNvSpPr/>
            <p:nvPr/>
          </p:nvSpPr>
          <p:spPr>
            <a:xfrm>
              <a:off x="11242447" y="3328987"/>
              <a:ext cx="8777" cy="15969"/>
            </a:xfrm>
            <a:custGeom>
              <a:avLst/>
              <a:pathLst>
                <a:path w="8777" h="15969">
                  <a:moveTo>
                    <a:pt x="8578" y="6409"/>
                  </a:moveTo>
                  <a:lnTo>
                    <a:pt x="8777" y="8798"/>
                  </a:lnTo>
                  <a:lnTo>
                    <a:pt x="7982" y="12153"/>
                  </a:lnTo>
                  <a:lnTo>
                    <a:pt x="4706" y="15818"/>
                  </a:lnTo>
                  <a:lnTo>
                    <a:pt x="3266" y="15969"/>
                  </a:lnTo>
                  <a:lnTo>
                    <a:pt x="1556" y="6121"/>
                  </a:lnTo>
                  <a:lnTo>
                    <a:pt x="0" y="2390"/>
                  </a:lnTo>
                  <a:lnTo>
                    <a:pt x="236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7" name="ph8127"/>
            <p:cNvSpPr/>
            <p:nvPr/>
          </p:nvSpPr>
          <p:spPr>
            <a:xfrm>
              <a:off x="11348642" y="3273020"/>
              <a:ext cx="47050" cy="38720"/>
            </a:xfrm>
            <a:custGeom>
              <a:avLst/>
              <a:pathLst>
                <a:path w="47050" h="38720">
                  <a:moveTo>
                    <a:pt x="39411" y="7413"/>
                  </a:moveTo>
                  <a:lnTo>
                    <a:pt x="43709" y="7112"/>
                  </a:lnTo>
                  <a:lnTo>
                    <a:pt x="45164" y="10346"/>
                  </a:lnTo>
                  <a:lnTo>
                    <a:pt x="47050" y="19747"/>
                  </a:lnTo>
                  <a:lnTo>
                    <a:pt x="45347" y="26280"/>
                  </a:lnTo>
                  <a:lnTo>
                    <a:pt x="43976" y="28251"/>
                  </a:lnTo>
                  <a:lnTo>
                    <a:pt x="31465" y="36176"/>
                  </a:lnTo>
                  <a:lnTo>
                    <a:pt x="24304" y="38720"/>
                  </a:lnTo>
                  <a:lnTo>
                    <a:pt x="23730" y="27789"/>
                  </a:lnTo>
                  <a:lnTo>
                    <a:pt x="21990" y="25510"/>
                  </a:lnTo>
                  <a:lnTo>
                    <a:pt x="16584" y="22918"/>
                  </a:lnTo>
                  <a:lnTo>
                    <a:pt x="10899" y="17461"/>
                  </a:lnTo>
                  <a:lnTo>
                    <a:pt x="6444" y="16706"/>
                  </a:lnTo>
                  <a:lnTo>
                    <a:pt x="5957" y="12395"/>
                  </a:lnTo>
                  <a:lnTo>
                    <a:pt x="0" y="10678"/>
                  </a:lnTo>
                  <a:lnTo>
                    <a:pt x="1736" y="7840"/>
                  </a:lnTo>
                  <a:lnTo>
                    <a:pt x="4994" y="7723"/>
                  </a:lnTo>
                  <a:lnTo>
                    <a:pt x="15535" y="13419"/>
                  </a:lnTo>
                  <a:lnTo>
                    <a:pt x="17007" y="12464"/>
                  </a:lnTo>
                  <a:lnTo>
                    <a:pt x="20636" y="7672"/>
                  </a:lnTo>
                  <a:lnTo>
                    <a:pt x="20630" y="6485"/>
                  </a:lnTo>
                  <a:lnTo>
                    <a:pt x="21769" y="5165"/>
                  </a:lnTo>
                  <a:lnTo>
                    <a:pt x="25299" y="5988"/>
                  </a:lnTo>
                  <a:lnTo>
                    <a:pt x="3037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8" name="ph8128"/>
            <p:cNvSpPr/>
            <p:nvPr/>
          </p:nvSpPr>
          <p:spPr>
            <a:xfrm>
              <a:off x="11102434" y="3241775"/>
              <a:ext cx="24331" cy="13355"/>
            </a:xfrm>
            <a:custGeom>
              <a:avLst/>
              <a:pathLst>
                <a:path w="24331" h="13355">
                  <a:moveTo>
                    <a:pt x="16136" y="0"/>
                  </a:moveTo>
                  <a:lnTo>
                    <a:pt x="19344" y="2927"/>
                  </a:lnTo>
                  <a:lnTo>
                    <a:pt x="24331" y="5056"/>
                  </a:lnTo>
                  <a:lnTo>
                    <a:pt x="24231" y="8501"/>
                  </a:lnTo>
                  <a:lnTo>
                    <a:pt x="23620" y="10644"/>
                  </a:lnTo>
                  <a:lnTo>
                    <a:pt x="22059" y="10780"/>
                  </a:lnTo>
                  <a:lnTo>
                    <a:pt x="17138" y="11239"/>
                  </a:lnTo>
                  <a:lnTo>
                    <a:pt x="13309" y="13276"/>
                  </a:lnTo>
                  <a:lnTo>
                    <a:pt x="410" y="13355"/>
                  </a:lnTo>
                  <a:lnTo>
                    <a:pt x="0" y="10801"/>
                  </a:lnTo>
                  <a:lnTo>
                    <a:pt x="2221" y="10456"/>
                  </a:lnTo>
                  <a:lnTo>
                    <a:pt x="4558" y="6288"/>
                  </a:lnTo>
                  <a:lnTo>
                    <a:pt x="10502" y="4590"/>
                  </a:lnTo>
                  <a:lnTo>
                    <a:pt x="10069" y="6093"/>
                  </a:lnTo>
                  <a:lnTo>
                    <a:pt x="11204" y="6300"/>
                  </a:lnTo>
                  <a:lnTo>
                    <a:pt x="13395" y="4792"/>
                  </a:lnTo>
                  <a:lnTo>
                    <a:pt x="14687" y="1987"/>
                  </a:lnTo>
                  <a:lnTo>
                    <a:pt x="14238" y="1296"/>
                  </a:lnTo>
                  <a:lnTo>
                    <a:pt x="14159" y="74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9" name="ph8129"/>
            <p:cNvSpPr/>
            <p:nvPr/>
          </p:nvSpPr>
          <p:spPr>
            <a:xfrm>
              <a:off x="11236594" y="3269485"/>
              <a:ext cx="6052" cy="4031"/>
            </a:xfrm>
            <a:custGeom>
              <a:avLst/>
              <a:pathLst>
                <a:path w="6052" h="4031">
                  <a:moveTo>
                    <a:pt x="4639" y="1018"/>
                  </a:moveTo>
                  <a:lnTo>
                    <a:pt x="6052" y="3891"/>
                  </a:lnTo>
                  <a:lnTo>
                    <a:pt x="919" y="4031"/>
                  </a:lnTo>
                  <a:lnTo>
                    <a:pt x="0" y="1454"/>
                  </a:lnTo>
                  <a:lnTo>
                    <a:pt x="11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0" name="ph8130"/>
            <p:cNvSpPr/>
            <p:nvPr/>
          </p:nvSpPr>
          <p:spPr>
            <a:xfrm>
              <a:off x="11324397" y="3214353"/>
              <a:ext cx="15051" cy="22410"/>
            </a:xfrm>
            <a:custGeom>
              <a:avLst/>
              <a:pathLst>
                <a:path w="15051" h="22410">
                  <a:moveTo>
                    <a:pt x="12003" y="2181"/>
                  </a:moveTo>
                  <a:lnTo>
                    <a:pt x="9854" y="5314"/>
                  </a:lnTo>
                  <a:lnTo>
                    <a:pt x="15051" y="11953"/>
                  </a:lnTo>
                  <a:lnTo>
                    <a:pt x="10439" y="12959"/>
                  </a:lnTo>
                  <a:lnTo>
                    <a:pt x="7621" y="15075"/>
                  </a:lnTo>
                  <a:lnTo>
                    <a:pt x="7162" y="17096"/>
                  </a:lnTo>
                  <a:lnTo>
                    <a:pt x="9100" y="18530"/>
                  </a:lnTo>
                  <a:lnTo>
                    <a:pt x="5267" y="22410"/>
                  </a:lnTo>
                  <a:lnTo>
                    <a:pt x="4216" y="21826"/>
                  </a:lnTo>
                  <a:lnTo>
                    <a:pt x="5072" y="19735"/>
                  </a:lnTo>
                  <a:lnTo>
                    <a:pt x="2575" y="18018"/>
                  </a:lnTo>
                  <a:lnTo>
                    <a:pt x="3617" y="15910"/>
                  </a:lnTo>
                  <a:lnTo>
                    <a:pt x="4900" y="16237"/>
                  </a:lnTo>
                  <a:lnTo>
                    <a:pt x="5281" y="13426"/>
                  </a:lnTo>
                  <a:lnTo>
                    <a:pt x="3338" y="8353"/>
                  </a:lnTo>
                  <a:lnTo>
                    <a:pt x="1997" y="8150"/>
                  </a:lnTo>
                  <a:lnTo>
                    <a:pt x="0" y="6323"/>
                  </a:lnTo>
                  <a:lnTo>
                    <a:pt x="1692" y="5352"/>
                  </a:lnTo>
                  <a:lnTo>
                    <a:pt x="6653" y="5594"/>
                  </a:lnTo>
                  <a:lnTo>
                    <a:pt x="9303" y="4410"/>
                  </a:lnTo>
                  <a:lnTo>
                    <a:pt x="10302" y="3586"/>
                  </a:lnTo>
                  <a:lnTo>
                    <a:pt x="1052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1" name="ph8131"/>
            <p:cNvSpPr/>
            <p:nvPr/>
          </p:nvSpPr>
          <p:spPr>
            <a:xfrm>
              <a:off x="11182236" y="3158816"/>
              <a:ext cx="10245" cy="12934"/>
            </a:xfrm>
            <a:custGeom>
              <a:avLst/>
              <a:pathLst>
                <a:path w="10245" h="12934">
                  <a:moveTo>
                    <a:pt x="9870" y="4825"/>
                  </a:moveTo>
                  <a:lnTo>
                    <a:pt x="10245" y="11644"/>
                  </a:lnTo>
                  <a:lnTo>
                    <a:pt x="7160" y="12285"/>
                  </a:lnTo>
                  <a:lnTo>
                    <a:pt x="0" y="12934"/>
                  </a:lnTo>
                  <a:lnTo>
                    <a:pt x="1822" y="11171"/>
                  </a:lnTo>
                  <a:lnTo>
                    <a:pt x="1191" y="5550"/>
                  </a:lnTo>
                  <a:lnTo>
                    <a:pt x="4574" y="931"/>
                  </a:lnTo>
                  <a:lnTo>
                    <a:pt x="545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2" name="ph8132"/>
            <p:cNvSpPr/>
            <p:nvPr/>
          </p:nvSpPr>
          <p:spPr>
            <a:xfrm>
              <a:off x="11213741" y="3106691"/>
              <a:ext cx="5073" cy="2731"/>
            </a:xfrm>
            <a:custGeom>
              <a:avLst/>
              <a:pathLst>
                <a:path w="5073" h="2731">
                  <a:moveTo>
                    <a:pt x="5073" y="0"/>
                  </a:moveTo>
                  <a:lnTo>
                    <a:pt x="3385" y="680"/>
                  </a:lnTo>
                  <a:lnTo>
                    <a:pt x="2983" y="2731"/>
                  </a:lnTo>
                  <a:lnTo>
                    <a:pt x="0" y="186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3" name="ph8133"/>
            <p:cNvSpPr/>
            <p:nvPr/>
          </p:nvSpPr>
          <p:spPr>
            <a:xfrm>
              <a:off x="11104585" y="3201260"/>
              <a:ext cx="27915" cy="27167"/>
            </a:xfrm>
            <a:custGeom>
              <a:avLst/>
              <a:pathLst>
                <a:path w="27915" h="27167">
                  <a:moveTo>
                    <a:pt x="21152" y="0"/>
                  </a:moveTo>
                  <a:lnTo>
                    <a:pt x="21616" y="1967"/>
                  </a:lnTo>
                  <a:lnTo>
                    <a:pt x="23269" y="3237"/>
                  </a:lnTo>
                  <a:lnTo>
                    <a:pt x="26687" y="3228"/>
                  </a:lnTo>
                  <a:lnTo>
                    <a:pt x="23331" y="8118"/>
                  </a:lnTo>
                  <a:lnTo>
                    <a:pt x="23499" y="11080"/>
                  </a:lnTo>
                  <a:lnTo>
                    <a:pt x="24050" y="11212"/>
                  </a:lnTo>
                  <a:lnTo>
                    <a:pt x="23850" y="14886"/>
                  </a:lnTo>
                  <a:lnTo>
                    <a:pt x="27915" y="20358"/>
                  </a:lnTo>
                  <a:lnTo>
                    <a:pt x="24869" y="22412"/>
                  </a:lnTo>
                  <a:lnTo>
                    <a:pt x="22737" y="22424"/>
                  </a:lnTo>
                  <a:lnTo>
                    <a:pt x="20569" y="24394"/>
                  </a:lnTo>
                  <a:lnTo>
                    <a:pt x="19545" y="26913"/>
                  </a:lnTo>
                  <a:lnTo>
                    <a:pt x="16621" y="26506"/>
                  </a:lnTo>
                  <a:lnTo>
                    <a:pt x="12747" y="18667"/>
                  </a:lnTo>
                  <a:lnTo>
                    <a:pt x="11015" y="18326"/>
                  </a:lnTo>
                  <a:lnTo>
                    <a:pt x="7674" y="21576"/>
                  </a:lnTo>
                  <a:lnTo>
                    <a:pt x="5460" y="21843"/>
                  </a:lnTo>
                  <a:lnTo>
                    <a:pt x="3326" y="23313"/>
                  </a:lnTo>
                  <a:lnTo>
                    <a:pt x="1826" y="27167"/>
                  </a:lnTo>
                  <a:lnTo>
                    <a:pt x="0" y="19862"/>
                  </a:lnTo>
                  <a:lnTo>
                    <a:pt x="2191" y="17893"/>
                  </a:lnTo>
                  <a:lnTo>
                    <a:pt x="1841" y="15101"/>
                  </a:lnTo>
                  <a:lnTo>
                    <a:pt x="481" y="14816"/>
                  </a:lnTo>
                  <a:lnTo>
                    <a:pt x="4603" y="13551"/>
                  </a:lnTo>
                  <a:lnTo>
                    <a:pt x="5583" y="6148"/>
                  </a:lnTo>
                  <a:lnTo>
                    <a:pt x="7724" y="6454"/>
                  </a:lnTo>
                  <a:lnTo>
                    <a:pt x="18209" y="3112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4" name="ph8134"/>
            <p:cNvSpPr/>
            <p:nvPr/>
          </p:nvSpPr>
          <p:spPr>
            <a:xfrm>
              <a:off x="11206836" y="3272558"/>
              <a:ext cx="12003" cy="12358"/>
            </a:xfrm>
            <a:custGeom>
              <a:avLst/>
              <a:pathLst>
                <a:path w="12003" h="12358">
                  <a:moveTo>
                    <a:pt x="12003" y="1885"/>
                  </a:moveTo>
                  <a:lnTo>
                    <a:pt x="11262" y="11226"/>
                  </a:lnTo>
                  <a:lnTo>
                    <a:pt x="8293" y="12358"/>
                  </a:lnTo>
                  <a:lnTo>
                    <a:pt x="2925" y="10822"/>
                  </a:lnTo>
                  <a:lnTo>
                    <a:pt x="0" y="500"/>
                  </a:lnTo>
                  <a:lnTo>
                    <a:pt x="715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5" name="ph8135"/>
            <p:cNvSpPr/>
            <p:nvPr/>
          </p:nvSpPr>
          <p:spPr>
            <a:xfrm>
              <a:off x="11218991" y="3224486"/>
              <a:ext cx="8190" cy="9973"/>
            </a:xfrm>
            <a:custGeom>
              <a:avLst/>
              <a:pathLst>
                <a:path w="8190" h="9973">
                  <a:moveTo>
                    <a:pt x="5650" y="324"/>
                  </a:moveTo>
                  <a:lnTo>
                    <a:pt x="7053" y="1556"/>
                  </a:lnTo>
                  <a:lnTo>
                    <a:pt x="6978" y="2444"/>
                  </a:lnTo>
                  <a:lnTo>
                    <a:pt x="8190" y="5400"/>
                  </a:lnTo>
                  <a:lnTo>
                    <a:pt x="6584" y="9232"/>
                  </a:lnTo>
                  <a:lnTo>
                    <a:pt x="6964" y="9973"/>
                  </a:lnTo>
                  <a:lnTo>
                    <a:pt x="5414" y="8972"/>
                  </a:lnTo>
                  <a:lnTo>
                    <a:pt x="4577" y="7081"/>
                  </a:lnTo>
                  <a:lnTo>
                    <a:pt x="3366" y="6174"/>
                  </a:lnTo>
                  <a:lnTo>
                    <a:pt x="2601" y="5871"/>
                  </a:lnTo>
                  <a:lnTo>
                    <a:pt x="1761" y="6548"/>
                  </a:lnTo>
                  <a:lnTo>
                    <a:pt x="0" y="4557"/>
                  </a:lnTo>
                  <a:lnTo>
                    <a:pt x="2162" y="4306"/>
                  </a:lnTo>
                  <a:lnTo>
                    <a:pt x="403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6" name="ph8136"/>
            <p:cNvSpPr/>
            <p:nvPr/>
          </p:nvSpPr>
          <p:spPr>
            <a:xfrm>
              <a:off x="11114283" y="3134338"/>
              <a:ext cx="15148" cy="10035"/>
            </a:xfrm>
            <a:custGeom>
              <a:avLst/>
              <a:pathLst>
                <a:path w="15148" h="10035">
                  <a:moveTo>
                    <a:pt x="183" y="0"/>
                  </a:moveTo>
                  <a:lnTo>
                    <a:pt x="11175" y="669"/>
                  </a:lnTo>
                  <a:lnTo>
                    <a:pt x="15148" y="4687"/>
                  </a:lnTo>
                  <a:lnTo>
                    <a:pt x="11251" y="10035"/>
                  </a:lnTo>
                  <a:lnTo>
                    <a:pt x="3883" y="9280"/>
                  </a:lnTo>
                  <a:lnTo>
                    <a:pt x="2505" y="8172"/>
                  </a:lnTo>
                  <a:lnTo>
                    <a:pt x="2909" y="7092"/>
                  </a:lnTo>
                  <a:lnTo>
                    <a:pt x="2389" y="5341"/>
                  </a:lnTo>
                  <a:lnTo>
                    <a:pt x="0" y="289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7" name="ph8137"/>
            <p:cNvSpPr/>
            <p:nvPr/>
          </p:nvSpPr>
          <p:spPr>
            <a:xfrm>
              <a:off x="11044377" y="3307493"/>
              <a:ext cx="12733" cy="10823"/>
            </a:xfrm>
            <a:custGeom>
              <a:avLst/>
              <a:pathLst>
                <a:path w="12733" h="10823">
                  <a:moveTo>
                    <a:pt x="2789" y="0"/>
                  </a:moveTo>
                  <a:lnTo>
                    <a:pt x="5305" y="3345"/>
                  </a:lnTo>
                  <a:lnTo>
                    <a:pt x="8352" y="895"/>
                  </a:lnTo>
                  <a:lnTo>
                    <a:pt x="9979" y="2499"/>
                  </a:lnTo>
                  <a:lnTo>
                    <a:pt x="11522" y="2747"/>
                  </a:lnTo>
                  <a:lnTo>
                    <a:pt x="12733" y="1885"/>
                  </a:lnTo>
                  <a:lnTo>
                    <a:pt x="12625" y="7712"/>
                  </a:lnTo>
                  <a:lnTo>
                    <a:pt x="5911" y="10071"/>
                  </a:lnTo>
                  <a:lnTo>
                    <a:pt x="3449" y="10823"/>
                  </a:lnTo>
                  <a:lnTo>
                    <a:pt x="253" y="10502"/>
                  </a:lnTo>
                  <a:lnTo>
                    <a:pt x="0" y="6531"/>
                  </a:lnTo>
                  <a:lnTo>
                    <a:pt x="1832" y="3865"/>
                  </a:lnTo>
                  <a:lnTo>
                    <a:pt x="703" y="1425"/>
                  </a:lnTo>
                  <a:lnTo>
                    <a:pt x="883" y="7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8" name="ph8138"/>
            <p:cNvSpPr/>
            <p:nvPr/>
          </p:nvSpPr>
          <p:spPr>
            <a:xfrm>
              <a:off x="11259665" y="3315826"/>
              <a:ext cx="13695" cy="13209"/>
            </a:xfrm>
            <a:custGeom>
              <a:avLst/>
              <a:pathLst>
                <a:path w="13695" h="13209">
                  <a:moveTo>
                    <a:pt x="6124" y="4376"/>
                  </a:moveTo>
                  <a:lnTo>
                    <a:pt x="7961" y="3476"/>
                  </a:lnTo>
                  <a:lnTo>
                    <a:pt x="8995" y="7069"/>
                  </a:lnTo>
                  <a:lnTo>
                    <a:pt x="13695" y="9527"/>
                  </a:lnTo>
                  <a:lnTo>
                    <a:pt x="13675" y="11726"/>
                  </a:lnTo>
                  <a:lnTo>
                    <a:pt x="11625" y="10159"/>
                  </a:lnTo>
                  <a:lnTo>
                    <a:pt x="10150" y="12089"/>
                  </a:lnTo>
                  <a:lnTo>
                    <a:pt x="7488" y="13209"/>
                  </a:lnTo>
                  <a:lnTo>
                    <a:pt x="5089" y="13024"/>
                  </a:lnTo>
                  <a:lnTo>
                    <a:pt x="2289" y="5775"/>
                  </a:lnTo>
                  <a:lnTo>
                    <a:pt x="0" y="3212"/>
                  </a:lnTo>
                  <a:lnTo>
                    <a:pt x="960" y="649"/>
                  </a:lnTo>
                  <a:lnTo>
                    <a:pt x="269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9" name="ph8139"/>
            <p:cNvSpPr/>
            <p:nvPr/>
          </p:nvSpPr>
          <p:spPr>
            <a:xfrm>
              <a:off x="11202774" y="3283380"/>
              <a:ext cx="7483" cy="13101"/>
            </a:xfrm>
            <a:custGeom>
              <a:avLst/>
              <a:pathLst>
                <a:path w="7483" h="13101">
                  <a:moveTo>
                    <a:pt x="6987" y="0"/>
                  </a:moveTo>
                  <a:lnTo>
                    <a:pt x="6494" y="7034"/>
                  </a:lnTo>
                  <a:lnTo>
                    <a:pt x="7483" y="7484"/>
                  </a:lnTo>
                  <a:lnTo>
                    <a:pt x="6001" y="7634"/>
                  </a:lnTo>
                  <a:lnTo>
                    <a:pt x="3750" y="7548"/>
                  </a:lnTo>
                  <a:lnTo>
                    <a:pt x="1613" y="13101"/>
                  </a:lnTo>
                  <a:lnTo>
                    <a:pt x="687" y="12322"/>
                  </a:lnTo>
                  <a:lnTo>
                    <a:pt x="2782" y="5921"/>
                  </a:lnTo>
                  <a:lnTo>
                    <a:pt x="0" y="117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0" name="ph8140"/>
            <p:cNvSpPr/>
            <p:nvPr/>
          </p:nvSpPr>
          <p:spPr>
            <a:xfrm>
              <a:off x="11290626" y="3182010"/>
              <a:ext cx="13256" cy="20513"/>
            </a:xfrm>
            <a:custGeom>
              <a:avLst/>
              <a:pathLst>
                <a:path w="13256" h="20513">
                  <a:moveTo>
                    <a:pt x="4814" y="68"/>
                  </a:moveTo>
                  <a:lnTo>
                    <a:pt x="7321" y="1777"/>
                  </a:lnTo>
                  <a:lnTo>
                    <a:pt x="10391" y="5262"/>
                  </a:lnTo>
                  <a:lnTo>
                    <a:pt x="10797" y="7086"/>
                  </a:lnTo>
                  <a:lnTo>
                    <a:pt x="12253" y="7743"/>
                  </a:lnTo>
                  <a:lnTo>
                    <a:pt x="13256" y="10047"/>
                  </a:lnTo>
                  <a:lnTo>
                    <a:pt x="12482" y="12246"/>
                  </a:lnTo>
                  <a:lnTo>
                    <a:pt x="8014" y="12688"/>
                  </a:lnTo>
                  <a:lnTo>
                    <a:pt x="7367" y="15403"/>
                  </a:lnTo>
                  <a:lnTo>
                    <a:pt x="5559" y="16012"/>
                  </a:lnTo>
                  <a:lnTo>
                    <a:pt x="5005" y="17402"/>
                  </a:lnTo>
                  <a:lnTo>
                    <a:pt x="5799" y="17651"/>
                  </a:lnTo>
                  <a:lnTo>
                    <a:pt x="1930" y="20513"/>
                  </a:lnTo>
                  <a:lnTo>
                    <a:pt x="0" y="17851"/>
                  </a:lnTo>
                  <a:lnTo>
                    <a:pt x="204" y="14267"/>
                  </a:lnTo>
                  <a:lnTo>
                    <a:pt x="191" y="13993"/>
                  </a:lnTo>
                  <a:lnTo>
                    <a:pt x="2374" y="15701"/>
                  </a:lnTo>
                  <a:lnTo>
                    <a:pt x="3733" y="15635"/>
                  </a:lnTo>
                  <a:lnTo>
                    <a:pt x="4608" y="13777"/>
                  </a:lnTo>
                  <a:lnTo>
                    <a:pt x="4252" y="11655"/>
                  </a:lnTo>
                  <a:lnTo>
                    <a:pt x="5273" y="7069"/>
                  </a:lnTo>
                  <a:lnTo>
                    <a:pt x="3503" y="3569"/>
                  </a:lnTo>
                  <a:lnTo>
                    <a:pt x="205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1" name="ph8141"/>
            <p:cNvSpPr/>
            <p:nvPr/>
          </p:nvSpPr>
          <p:spPr>
            <a:xfrm>
              <a:off x="11230567" y="3241254"/>
              <a:ext cx="5849" cy="2624"/>
            </a:xfrm>
            <a:custGeom>
              <a:avLst/>
              <a:pathLst>
                <a:path w="5849" h="2624">
                  <a:moveTo>
                    <a:pt x="5849" y="2180"/>
                  </a:moveTo>
                  <a:lnTo>
                    <a:pt x="510" y="2624"/>
                  </a:lnTo>
                  <a:lnTo>
                    <a:pt x="0" y="2116"/>
                  </a:lnTo>
                  <a:lnTo>
                    <a:pt x="787" y="374"/>
                  </a:lnTo>
                  <a:lnTo>
                    <a:pt x="283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2" name="ph8142"/>
            <p:cNvSpPr/>
            <p:nvPr/>
          </p:nvSpPr>
          <p:spPr>
            <a:xfrm>
              <a:off x="11245595" y="3188963"/>
              <a:ext cx="10484" cy="12457"/>
            </a:xfrm>
            <a:custGeom>
              <a:avLst/>
              <a:pathLst>
                <a:path w="10484" h="12457">
                  <a:moveTo>
                    <a:pt x="10484" y="2031"/>
                  </a:moveTo>
                  <a:lnTo>
                    <a:pt x="7535" y="9381"/>
                  </a:lnTo>
                  <a:lnTo>
                    <a:pt x="6951" y="12457"/>
                  </a:lnTo>
                  <a:lnTo>
                    <a:pt x="4483" y="10551"/>
                  </a:lnTo>
                  <a:lnTo>
                    <a:pt x="1220" y="7873"/>
                  </a:lnTo>
                  <a:lnTo>
                    <a:pt x="0" y="4904"/>
                  </a:lnTo>
                  <a:lnTo>
                    <a:pt x="1183" y="2782"/>
                  </a:lnTo>
                  <a:lnTo>
                    <a:pt x="1789" y="2261"/>
                  </a:lnTo>
                  <a:lnTo>
                    <a:pt x="6945" y="3428"/>
                  </a:lnTo>
                  <a:lnTo>
                    <a:pt x="9868" y="1093"/>
                  </a:lnTo>
                  <a:lnTo>
                    <a:pt x="1032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3" name="ph8143"/>
            <p:cNvSpPr/>
            <p:nvPr/>
          </p:nvSpPr>
          <p:spPr>
            <a:xfrm>
              <a:off x="11111999" y="3162926"/>
              <a:ext cx="22035" cy="16012"/>
            </a:xfrm>
            <a:custGeom>
              <a:avLst/>
              <a:pathLst>
                <a:path w="22035" h="16012">
                  <a:moveTo>
                    <a:pt x="20534" y="5928"/>
                  </a:moveTo>
                  <a:lnTo>
                    <a:pt x="20799" y="8587"/>
                  </a:lnTo>
                  <a:lnTo>
                    <a:pt x="22035" y="10041"/>
                  </a:lnTo>
                  <a:lnTo>
                    <a:pt x="22011" y="12902"/>
                  </a:lnTo>
                  <a:lnTo>
                    <a:pt x="18958" y="13379"/>
                  </a:lnTo>
                  <a:lnTo>
                    <a:pt x="15678" y="15275"/>
                  </a:lnTo>
                  <a:lnTo>
                    <a:pt x="12241" y="15225"/>
                  </a:lnTo>
                  <a:lnTo>
                    <a:pt x="10960" y="16012"/>
                  </a:lnTo>
                  <a:lnTo>
                    <a:pt x="9205" y="12094"/>
                  </a:lnTo>
                  <a:lnTo>
                    <a:pt x="7229" y="12808"/>
                  </a:lnTo>
                  <a:lnTo>
                    <a:pt x="5563" y="14402"/>
                  </a:lnTo>
                  <a:lnTo>
                    <a:pt x="907" y="9594"/>
                  </a:lnTo>
                  <a:lnTo>
                    <a:pt x="0" y="6006"/>
                  </a:lnTo>
                  <a:lnTo>
                    <a:pt x="3200" y="7683"/>
                  </a:lnTo>
                  <a:lnTo>
                    <a:pt x="7808" y="6695"/>
                  </a:lnTo>
                  <a:lnTo>
                    <a:pt x="9405" y="2492"/>
                  </a:lnTo>
                  <a:lnTo>
                    <a:pt x="7622" y="1656"/>
                  </a:lnTo>
                  <a:lnTo>
                    <a:pt x="1144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4" name="ph8144"/>
            <p:cNvSpPr/>
            <p:nvPr/>
          </p:nvSpPr>
          <p:spPr>
            <a:xfrm>
              <a:off x="11238345" y="3232513"/>
              <a:ext cx="6264" cy="5527"/>
            </a:xfrm>
            <a:custGeom>
              <a:avLst/>
              <a:pathLst>
                <a:path w="6264" h="5527">
                  <a:moveTo>
                    <a:pt x="6070" y="1501"/>
                  </a:moveTo>
                  <a:lnTo>
                    <a:pt x="6264" y="3742"/>
                  </a:lnTo>
                  <a:lnTo>
                    <a:pt x="5449" y="3337"/>
                  </a:lnTo>
                  <a:lnTo>
                    <a:pt x="2147" y="5527"/>
                  </a:lnTo>
                  <a:lnTo>
                    <a:pt x="0" y="533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5" name="ph8145"/>
            <p:cNvSpPr/>
            <p:nvPr/>
          </p:nvSpPr>
          <p:spPr>
            <a:xfrm>
              <a:off x="11169160" y="3160113"/>
              <a:ext cx="9579" cy="10599"/>
            </a:xfrm>
            <a:custGeom>
              <a:avLst/>
              <a:pathLst>
                <a:path w="9579" h="10599">
                  <a:moveTo>
                    <a:pt x="9226" y="3175"/>
                  </a:moveTo>
                  <a:lnTo>
                    <a:pt x="9579" y="10599"/>
                  </a:lnTo>
                  <a:lnTo>
                    <a:pt x="5340" y="10407"/>
                  </a:lnTo>
                  <a:lnTo>
                    <a:pt x="0" y="9319"/>
                  </a:lnTo>
                  <a:lnTo>
                    <a:pt x="1425" y="4464"/>
                  </a:lnTo>
                  <a:lnTo>
                    <a:pt x="7173" y="585"/>
                  </a:lnTo>
                  <a:lnTo>
                    <a:pt x="795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6" name="ph8146"/>
            <p:cNvSpPr/>
            <p:nvPr/>
          </p:nvSpPr>
          <p:spPr>
            <a:xfrm>
              <a:off x="11242727" y="3237487"/>
              <a:ext cx="3067" cy="4757"/>
            </a:xfrm>
            <a:custGeom>
              <a:avLst/>
              <a:pathLst>
                <a:path w="3067" h="4757">
                  <a:moveTo>
                    <a:pt x="3067" y="417"/>
                  </a:moveTo>
                  <a:lnTo>
                    <a:pt x="2459" y="4757"/>
                  </a:lnTo>
                  <a:lnTo>
                    <a:pt x="55" y="3717"/>
                  </a:lnTo>
                  <a:lnTo>
                    <a:pt x="0" y="2830"/>
                  </a:lnTo>
                  <a:lnTo>
                    <a:pt x="135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7" name="ph8147"/>
            <p:cNvSpPr/>
            <p:nvPr/>
          </p:nvSpPr>
          <p:spPr>
            <a:xfrm>
              <a:off x="11138270" y="3150399"/>
              <a:ext cx="4600" cy="5773"/>
            </a:xfrm>
            <a:custGeom>
              <a:avLst/>
              <a:pathLst>
                <a:path w="4600" h="5773">
                  <a:moveTo>
                    <a:pt x="3312" y="0"/>
                  </a:moveTo>
                  <a:lnTo>
                    <a:pt x="4600" y="4362"/>
                  </a:lnTo>
                  <a:lnTo>
                    <a:pt x="1860" y="5773"/>
                  </a:lnTo>
                  <a:lnTo>
                    <a:pt x="0" y="1598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8" name="ph8148"/>
            <p:cNvSpPr/>
            <p:nvPr/>
          </p:nvSpPr>
          <p:spPr>
            <a:xfrm>
              <a:off x="11395130" y="3194545"/>
              <a:ext cx="41926" cy="49038"/>
            </a:xfrm>
            <a:custGeom>
              <a:avLst/>
              <a:pathLst>
                <a:path w="41926" h="49038">
                  <a:moveTo>
                    <a:pt x="15894" y="5750"/>
                  </a:moveTo>
                  <a:lnTo>
                    <a:pt x="14996" y="4853"/>
                  </a:lnTo>
                  <a:lnTo>
                    <a:pt x="14408" y="9588"/>
                  </a:lnTo>
                  <a:lnTo>
                    <a:pt x="15108" y="14478"/>
                  </a:lnTo>
                  <a:lnTo>
                    <a:pt x="17649" y="15687"/>
                  </a:lnTo>
                  <a:lnTo>
                    <a:pt x="18605" y="14138"/>
                  </a:lnTo>
                  <a:lnTo>
                    <a:pt x="25509" y="19333"/>
                  </a:lnTo>
                  <a:lnTo>
                    <a:pt x="25662" y="22910"/>
                  </a:lnTo>
                  <a:lnTo>
                    <a:pt x="27980" y="23462"/>
                  </a:lnTo>
                  <a:lnTo>
                    <a:pt x="32037" y="21908"/>
                  </a:lnTo>
                  <a:lnTo>
                    <a:pt x="34390" y="23713"/>
                  </a:lnTo>
                  <a:lnTo>
                    <a:pt x="36202" y="18471"/>
                  </a:lnTo>
                  <a:lnTo>
                    <a:pt x="38902" y="18809"/>
                  </a:lnTo>
                  <a:lnTo>
                    <a:pt x="40426" y="22411"/>
                  </a:lnTo>
                  <a:lnTo>
                    <a:pt x="38000" y="27604"/>
                  </a:lnTo>
                  <a:lnTo>
                    <a:pt x="37781" y="31551"/>
                  </a:lnTo>
                  <a:lnTo>
                    <a:pt x="41926" y="33107"/>
                  </a:lnTo>
                  <a:lnTo>
                    <a:pt x="40516" y="36208"/>
                  </a:lnTo>
                  <a:lnTo>
                    <a:pt x="38969" y="36512"/>
                  </a:lnTo>
                  <a:lnTo>
                    <a:pt x="38456" y="39109"/>
                  </a:lnTo>
                  <a:lnTo>
                    <a:pt x="28521" y="47126"/>
                  </a:lnTo>
                  <a:lnTo>
                    <a:pt x="24200" y="49038"/>
                  </a:lnTo>
                  <a:lnTo>
                    <a:pt x="20023" y="47770"/>
                  </a:lnTo>
                  <a:lnTo>
                    <a:pt x="15734" y="45841"/>
                  </a:lnTo>
                  <a:lnTo>
                    <a:pt x="9761" y="45361"/>
                  </a:lnTo>
                  <a:lnTo>
                    <a:pt x="6756" y="39256"/>
                  </a:lnTo>
                  <a:lnTo>
                    <a:pt x="8138" y="37909"/>
                  </a:lnTo>
                  <a:lnTo>
                    <a:pt x="7294" y="37010"/>
                  </a:lnTo>
                  <a:lnTo>
                    <a:pt x="5551" y="36818"/>
                  </a:lnTo>
                  <a:lnTo>
                    <a:pt x="3854" y="33420"/>
                  </a:lnTo>
                  <a:lnTo>
                    <a:pt x="6371" y="27802"/>
                  </a:lnTo>
                  <a:lnTo>
                    <a:pt x="1598" y="28274"/>
                  </a:lnTo>
                  <a:lnTo>
                    <a:pt x="0" y="27283"/>
                  </a:lnTo>
                  <a:lnTo>
                    <a:pt x="270" y="23206"/>
                  </a:lnTo>
                  <a:lnTo>
                    <a:pt x="6630" y="22522"/>
                  </a:lnTo>
                  <a:lnTo>
                    <a:pt x="9009" y="23349"/>
                  </a:lnTo>
                  <a:lnTo>
                    <a:pt x="9126" y="24533"/>
                  </a:lnTo>
                  <a:lnTo>
                    <a:pt x="13563" y="24336"/>
                  </a:lnTo>
                  <a:lnTo>
                    <a:pt x="17463" y="22725"/>
                  </a:lnTo>
                  <a:lnTo>
                    <a:pt x="17505" y="21902"/>
                  </a:lnTo>
                  <a:lnTo>
                    <a:pt x="17323" y="20357"/>
                  </a:lnTo>
                  <a:lnTo>
                    <a:pt x="15842" y="19297"/>
                  </a:lnTo>
                  <a:lnTo>
                    <a:pt x="14151" y="19384"/>
                  </a:lnTo>
                  <a:lnTo>
                    <a:pt x="13431" y="20574"/>
                  </a:lnTo>
                  <a:lnTo>
                    <a:pt x="5358" y="20379"/>
                  </a:lnTo>
                  <a:lnTo>
                    <a:pt x="4908" y="17253"/>
                  </a:lnTo>
                  <a:lnTo>
                    <a:pt x="9186" y="15142"/>
                  </a:lnTo>
                  <a:lnTo>
                    <a:pt x="11888" y="14347"/>
                  </a:lnTo>
                  <a:lnTo>
                    <a:pt x="12426" y="14965"/>
                  </a:lnTo>
                  <a:lnTo>
                    <a:pt x="12989" y="81"/>
                  </a:lnTo>
                  <a:lnTo>
                    <a:pt x="14957" y="0"/>
                  </a:lnTo>
                  <a:lnTo>
                    <a:pt x="16356" y="446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9" name="ph8149"/>
            <p:cNvSpPr/>
            <p:nvPr/>
          </p:nvSpPr>
          <p:spPr>
            <a:xfrm>
              <a:off x="11428318" y="3199867"/>
              <a:ext cx="7628" cy="7077"/>
            </a:xfrm>
            <a:custGeom>
              <a:avLst/>
              <a:pathLst>
                <a:path w="7628" h="7077">
                  <a:moveTo>
                    <a:pt x="2208" y="976"/>
                  </a:moveTo>
                  <a:lnTo>
                    <a:pt x="4978" y="1921"/>
                  </a:lnTo>
                  <a:lnTo>
                    <a:pt x="7628" y="5606"/>
                  </a:lnTo>
                  <a:lnTo>
                    <a:pt x="1873" y="7077"/>
                  </a:lnTo>
                  <a:lnTo>
                    <a:pt x="0" y="846"/>
                  </a:lnTo>
                  <a:lnTo>
                    <a:pt x="360" y="405"/>
                  </a:lnTo>
                  <a:lnTo>
                    <a:pt x="179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0" name="ph8150"/>
            <p:cNvSpPr/>
            <p:nvPr/>
          </p:nvSpPr>
          <p:spPr>
            <a:xfrm>
              <a:off x="11251455" y="3205764"/>
              <a:ext cx="8979" cy="19594"/>
            </a:xfrm>
            <a:custGeom>
              <a:avLst/>
              <a:pathLst>
                <a:path w="8979" h="19594">
                  <a:moveTo>
                    <a:pt x="6895" y="321"/>
                  </a:moveTo>
                  <a:lnTo>
                    <a:pt x="7972" y="1813"/>
                  </a:lnTo>
                  <a:lnTo>
                    <a:pt x="7546" y="4735"/>
                  </a:lnTo>
                  <a:lnTo>
                    <a:pt x="8979" y="19594"/>
                  </a:lnTo>
                  <a:lnTo>
                    <a:pt x="7288" y="18908"/>
                  </a:lnTo>
                  <a:lnTo>
                    <a:pt x="5351" y="19540"/>
                  </a:lnTo>
                  <a:lnTo>
                    <a:pt x="2501" y="19003"/>
                  </a:lnTo>
                  <a:lnTo>
                    <a:pt x="730" y="16979"/>
                  </a:lnTo>
                  <a:lnTo>
                    <a:pt x="2363" y="11674"/>
                  </a:lnTo>
                  <a:lnTo>
                    <a:pt x="0" y="5288"/>
                  </a:lnTo>
                  <a:lnTo>
                    <a:pt x="2669" y="4210"/>
                  </a:lnTo>
                  <a:lnTo>
                    <a:pt x="553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1" name="ph8151"/>
            <p:cNvSpPr/>
            <p:nvPr/>
          </p:nvSpPr>
          <p:spPr>
            <a:xfrm>
              <a:off x="11226752" y="3047523"/>
              <a:ext cx="44895" cy="35355"/>
            </a:xfrm>
            <a:custGeom>
              <a:avLst/>
              <a:pathLst>
                <a:path w="44895" h="35355">
                  <a:moveTo>
                    <a:pt x="16209" y="1610"/>
                  </a:moveTo>
                  <a:lnTo>
                    <a:pt x="24099" y="1913"/>
                  </a:lnTo>
                  <a:lnTo>
                    <a:pt x="28064" y="3216"/>
                  </a:lnTo>
                  <a:lnTo>
                    <a:pt x="32495" y="10202"/>
                  </a:lnTo>
                  <a:lnTo>
                    <a:pt x="35398" y="18493"/>
                  </a:lnTo>
                  <a:lnTo>
                    <a:pt x="37096" y="20328"/>
                  </a:lnTo>
                  <a:lnTo>
                    <a:pt x="40283" y="21687"/>
                  </a:lnTo>
                  <a:lnTo>
                    <a:pt x="44895" y="27257"/>
                  </a:lnTo>
                  <a:lnTo>
                    <a:pt x="44720" y="27889"/>
                  </a:lnTo>
                  <a:lnTo>
                    <a:pt x="38798" y="29514"/>
                  </a:lnTo>
                  <a:lnTo>
                    <a:pt x="35594" y="25272"/>
                  </a:lnTo>
                  <a:lnTo>
                    <a:pt x="33495" y="24026"/>
                  </a:lnTo>
                  <a:lnTo>
                    <a:pt x="31176" y="23687"/>
                  </a:lnTo>
                  <a:lnTo>
                    <a:pt x="30597" y="24470"/>
                  </a:lnTo>
                  <a:lnTo>
                    <a:pt x="33605" y="26977"/>
                  </a:lnTo>
                  <a:lnTo>
                    <a:pt x="32965" y="27730"/>
                  </a:lnTo>
                  <a:lnTo>
                    <a:pt x="27828" y="23812"/>
                  </a:lnTo>
                  <a:lnTo>
                    <a:pt x="26981" y="25012"/>
                  </a:lnTo>
                  <a:lnTo>
                    <a:pt x="33359" y="32668"/>
                  </a:lnTo>
                  <a:lnTo>
                    <a:pt x="30498" y="35355"/>
                  </a:lnTo>
                  <a:lnTo>
                    <a:pt x="24252" y="27834"/>
                  </a:lnTo>
                  <a:lnTo>
                    <a:pt x="19746" y="25667"/>
                  </a:lnTo>
                  <a:lnTo>
                    <a:pt x="19092" y="26537"/>
                  </a:lnTo>
                  <a:lnTo>
                    <a:pt x="18128" y="33543"/>
                  </a:lnTo>
                  <a:lnTo>
                    <a:pt x="15544" y="33847"/>
                  </a:lnTo>
                  <a:lnTo>
                    <a:pt x="9281" y="29844"/>
                  </a:lnTo>
                  <a:lnTo>
                    <a:pt x="5835" y="29376"/>
                  </a:lnTo>
                  <a:lnTo>
                    <a:pt x="5031" y="30294"/>
                  </a:lnTo>
                  <a:lnTo>
                    <a:pt x="1811" y="28744"/>
                  </a:lnTo>
                  <a:lnTo>
                    <a:pt x="3572" y="26512"/>
                  </a:lnTo>
                  <a:lnTo>
                    <a:pt x="3339" y="23037"/>
                  </a:lnTo>
                  <a:lnTo>
                    <a:pt x="462" y="21868"/>
                  </a:lnTo>
                  <a:lnTo>
                    <a:pt x="0" y="21042"/>
                  </a:lnTo>
                  <a:lnTo>
                    <a:pt x="591" y="17988"/>
                  </a:lnTo>
                  <a:lnTo>
                    <a:pt x="2719" y="14400"/>
                  </a:lnTo>
                  <a:lnTo>
                    <a:pt x="2802" y="12618"/>
                  </a:lnTo>
                  <a:lnTo>
                    <a:pt x="3826" y="12751"/>
                  </a:lnTo>
                  <a:lnTo>
                    <a:pt x="4739" y="11698"/>
                  </a:lnTo>
                  <a:lnTo>
                    <a:pt x="5675" y="5650"/>
                  </a:lnTo>
                  <a:lnTo>
                    <a:pt x="12429" y="1569"/>
                  </a:lnTo>
                  <a:lnTo>
                    <a:pt x="13505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2" name="ph8152"/>
            <p:cNvSpPr/>
            <p:nvPr/>
          </p:nvSpPr>
          <p:spPr>
            <a:xfrm>
              <a:off x="11165904" y="3213791"/>
              <a:ext cx="6535" cy="6832"/>
            </a:xfrm>
            <a:custGeom>
              <a:avLst/>
              <a:pathLst>
                <a:path w="6535" h="6832">
                  <a:moveTo>
                    <a:pt x="3099" y="2517"/>
                  </a:moveTo>
                  <a:lnTo>
                    <a:pt x="5317" y="2741"/>
                  </a:lnTo>
                  <a:lnTo>
                    <a:pt x="6535" y="5546"/>
                  </a:lnTo>
                  <a:lnTo>
                    <a:pt x="5148" y="6832"/>
                  </a:lnTo>
                  <a:lnTo>
                    <a:pt x="2262" y="5163"/>
                  </a:lnTo>
                  <a:lnTo>
                    <a:pt x="979" y="5280"/>
                  </a:lnTo>
                  <a:lnTo>
                    <a:pt x="0" y="3500"/>
                  </a:lnTo>
                  <a:lnTo>
                    <a:pt x="15" y="986"/>
                  </a:lnTo>
                  <a:lnTo>
                    <a:pt x="731" y="201"/>
                  </a:lnTo>
                  <a:lnTo>
                    <a:pt x="373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3" name="ph8153"/>
            <p:cNvSpPr/>
            <p:nvPr/>
          </p:nvSpPr>
          <p:spPr>
            <a:xfrm>
              <a:off x="11168049" y="3170521"/>
              <a:ext cx="29923" cy="32884"/>
            </a:xfrm>
            <a:custGeom>
              <a:avLst/>
              <a:pathLst>
                <a:path w="29923" h="32884">
                  <a:moveTo>
                    <a:pt x="14187" y="1229"/>
                  </a:moveTo>
                  <a:lnTo>
                    <a:pt x="21348" y="581"/>
                  </a:lnTo>
                  <a:lnTo>
                    <a:pt x="19353" y="7553"/>
                  </a:lnTo>
                  <a:lnTo>
                    <a:pt x="16899" y="7651"/>
                  </a:lnTo>
                  <a:lnTo>
                    <a:pt x="14058" y="4483"/>
                  </a:lnTo>
                  <a:lnTo>
                    <a:pt x="12247" y="4680"/>
                  </a:lnTo>
                  <a:lnTo>
                    <a:pt x="9970" y="6049"/>
                  </a:lnTo>
                  <a:lnTo>
                    <a:pt x="8550" y="9914"/>
                  </a:lnTo>
                  <a:lnTo>
                    <a:pt x="9482" y="11672"/>
                  </a:lnTo>
                  <a:lnTo>
                    <a:pt x="10664" y="13064"/>
                  </a:lnTo>
                  <a:lnTo>
                    <a:pt x="14743" y="13996"/>
                  </a:lnTo>
                  <a:lnTo>
                    <a:pt x="17938" y="18316"/>
                  </a:lnTo>
                  <a:lnTo>
                    <a:pt x="23276" y="19149"/>
                  </a:lnTo>
                  <a:lnTo>
                    <a:pt x="27210" y="15874"/>
                  </a:lnTo>
                  <a:lnTo>
                    <a:pt x="25929" y="12554"/>
                  </a:lnTo>
                  <a:lnTo>
                    <a:pt x="27452" y="12595"/>
                  </a:lnTo>
                  <a:lnTo>
                    <a:pt x="29004" y="12095"/>
                  </a:lnTo>
                  <a:lnTo>
                    <a:pt x="29923" y="16838"/>
                  </a:lnTo>
                  <a:lnTo>
                    <a:pt x="27384" y="17251"/>
                  </a:lnTo>
                  <a:lnTo>
                    <a:pt x="24859" y="19871"/>
                  </a:lnTo>
                  <a:lnTo>
                    <a:pt x="19492" y="20091"/>
                  </a:lnTo>
                  <a:lnTo>
                    <a:pt x="17746" y="18709"/>
                  </a:lnTo>
                  <a:lnTo>
                    <a:pt x="13415" y="22493"/>
                  </a:lnTo>
                  <a:lnTo>
                    <a:pt x="15441" y="23897"/>
                  </a:lnTo>
                  <a:lnTo>
                    <a:pt x="20361" y="25461"/>
                  </a:lnTo>
                  <a:lnTo>
                    <a:pt x="18199" y="32884"/>
                  </a:lnTo>
                  <a:lnTo>
                    <a:pt x="13261" y="31284"/>
                  </a:lnTo>
                  <a:lnTo>
                    <a:pt x="12356" y="31001"/>
                  </a:lnTo>
                  <a:lnTo>
                    <a:pt x="11610" y="25387"/>
                  </a:lnTo>
                  <a:lnTo>
                    <a:pt x="10599" y="24757"/>
                  </a:lnTo>
                  <a:lnTo>
                    <a:pt x="8041" y="26031"/>
                  </a:lnTo>
                  <a:lnTo>
                    <a:pt x="7217" y="25782"/>
                  </a:lnTo>
                  <a:lnTo>
                    <a:pt x="4058" y="20565"/>
                  </a:lnTo>
                  <a:lnTo>
                    <a:pt x="331" y="17230"/>
                  </a:lnTo>
                  <a:lnTo>
                    <a:pt x="0" y="15748"/>
                  </a:lnTo>
                  <a:lnTo>
                    <a:pt x="77" y="13463"/>
                  </a:lnTo>
                  <a:lnTo>
                    <a:pt x="143" y="7675"/>
                  </a:lnTo>
                  <a:lnTo>
                    <a:pt x="2743" y="5732"/>
                  </a:lnTo>
                  <a:lnTo>
                    <a:pt x="6348" y="1525"/>
                  </a:lnTo>
                  <a:lnTo>
                    <a:pt x="6452" y="0"/>
                  </a:lnTo>
                  <a:lnTo>
                    <a:pt x="10691" y="19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4" name="ph8154"/>
            <p:cNvSpPr/>
            <p:nvPr/>
          </p:nvSpPr>
          <p:spPr>
            <a:xfrm>
              <a:off x="11337892" y="3313396"/>
              <a:ext cx="15232" cy="31449"/>
            </a:xfrm>
            <a:custGeom>
              <a:avLst/>
              <a:pathLst>
                <a:path w="15232" h="31449">
                  <a:moveTo>
                    <a:pt x="15232" y="397"/>
                  </a:moveTo>
                  <a:lnTo>
                    <a:pt x="13095" y="7130"/>
                  </a:lnTo>
                  <a:lnTo>
                    <a:pt x="10669" y="6607"/>
                  </a:lnTo>
                  <a:lnTo>
                    <a:pt x="5447" y="9031"/>
                  </a:lnTo>
                  <a:lnTo>
                    <a:pt x="5212" y="9888"/>
                  </a:lnTo>
                  <a:lnTo>
                    <a:pt x="10063" y="13280"/>
                  </a:lnTo>
                  <a:lnTo>
                    <a:pt x="11796" y="16653"/>
                  </a:lnTo>
                  <a:lnTo>
                    <a:pt x="11422" y="18353"/>
                  </a:lnTo>
                  <a:lnTo>
                    <a:pt x="8718" y="17826"/>
                  </a:lnTo>
                  <a:lnTo>
                    <a:pt x="12394" y="26798"/>
                  </a:lnTo>
                  <a:lnTo>
                    <a:pt x="13153" y="27386"/>
                  </a:lnTo>
                  <a:lnTo>
                    <a:pt x="11986" y="31449"/>
                  </a:lnTo>
                  <a:lnTo>
                    <a:pt x="8587" y="31159"/>
                  </a:lnTo>
                  <a:lnTo>
                    <a:pt x="3515" y="23302"/>
                  </a:lnTo>
                  <a:lnTo>
                    <a:pt x="2945" y="8576"/>
                  </a:lnTo>
                  <a:lnTo>
                    <a:pt x="0" y="3671"/>
                  </a:lnTo>
                  <a:lnTo>
                    <a:pt x="741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5" name="ph8155"/>
            <p:cNvSpPr/>
            <p:nvPr/>
          </p:nvSpPr>
          <p:spPr>
            <a:xfrm>
              <a:off x="11277786" y="3140781"/>
              <a:ext cx="23041" cy="18808"/>
            </a:xfrm>
            <a:custGeom>
              <a:avLst/>
              <a:pathLst>
                <a:path w="23041" h="18808">
                  <a:moveTo>
                    <a:pt x="22049" y="2406"/>
                  </a:moveTo>
                  <a:lnTo>
                    <a:pt x="23041" y="6997"/>
                  </a:lnTo>
                  <a:lnTo>
                    <a:pt x="19921" y="9206"/>
                  </a:lnTo>
                  <a:lnTo>
                    <a:pt x="21578" y="12554"/>
                  </a:lnTo>
                  <a:lnTo>
                    <a:pt x="20978" y="15595"/>
                  </a:lnTo>
                  <a:lnTo>
                    <a:pt x="20068" y="15965"/>
                  </a:lnTo>
                  <a:lnTo>
                    <a:pt x="17973" y="16882"/>
                  </a:lnTo>
                  <a:lnTo>
                    <a:pt x="14601" y="16648"/>
                  </a:lnTo>
                  <a:lnTo>
                    <a:pt x="5216" y="18808"/>
                  </a:lnTo>
                  <a:lnTo>
                    <a:pt x="757" y="18068"/>
                  </a:lnTo>
                  <a:lnTo>
                    <a:pt x="127" y="17548"/>
                  </a:lnTo>
                  <a:lnTo>
                    <a:pt x="0" y="14758"/>
                  </a:lnTo>
                  <a:lnTo>
                    <a:pt x="2690" y="11570"/>
                  </a:lnTo>
                  <a:lnTo>
                    <a:pt x="2843" y="12791"/>
                  </a:lnTo>
                  <a:lnTo>
                    <a:pt x="4373" y="13881"/>
                  </a:lnTo>
                  <a:lnTo>
                    <a:pt x="12652" y="14124"/>
                  </a:lnTo>
                  <a:lnTo>
                    <a:pt x="13948" y="9561"/>
                  </a:lnTo>
                  <a:lnTo>
                    <a:pt x="13753" y="2062"/>
                  </a:lnTo>
                  <a:lnTo>
                    <a:pt x="13797" y="1144"/>
                  </a:lnTo>
                  <a:lnTo>
                    <a:pt x="1975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6" name="ph8156"/>
            <p:cNvSpPr/>
            <p:nvPr/>
          </p:nvSpPr>
          <p:spPr>
            <a:xfrm>
              <a:off x="11412544" y="3242489"/>
              <a:ext cx="31053" cy="23738"/>
            </a:xfrm>
            <a:custGeom>
              <a:avLst/>
              <a:pathLst>
                <a:path w="31053" h="23738">
                  <a:moveTo>
                    <a:pt x="30070" y="239"/>
                  </a:moveTo>
                  <a:lnTo>
                    <a:pt x="29068" y="5630"/>
                  </a:lnTo>
                  <a:lnTo>
                    <a:pt x="31053" y="7258"/>
                  </a:lnTo>
                  <a:lnTo>
                    <a:pt x="30028" y="8278"/>
                  </a:lnTo>
                  <a:lnTo>
                    <a:pt x="26740" y="5183"/>
                  </a:lnTo>
                  <a:lnTo>
                    <a:pt x="16168" y="15409"/>
                  </a:lnTo>
                  <a:lnTo>
                    <a:pt x="18633" y="17823"/>
                  </a:lnTo>
                  <a:lnTo>
                    <a:pt x="16840" y="21333"/>
                  </a:lnTo>
                  <a:lnTo>
                    <a:pt x="13666" y="23738"/>
                  </a:lnTo>
                  <a:lnTo>
                    <a:pt x="0" y="23671"/>
                  </a:lnTo>
                  <a:lnTo>
                    <a:pt x="1656" y="17958"/>
                  </a:lnTo>
                  <a:lnTo>
                    <a:pt x="677" y="15520"/>
                  </a:lnTo>
                  <a:lnTo>
                    <a:pt x="2597" y="13612"/>
                  </a:lnTo>
                  <a:lnTo>
                    <a:pt x="2909" y="11887"/>
                  </a:lnTo>
                  <a:lnTo>
                    <a:pt x="3952" y="12652"/>
                  </a:lnTo>
                  <a:lnTo>
                    <a:pt x="10910" y="10767"/>
                  </a:lnTo>
                  <a:lnTo>
                    <a:pt x="12182" y="8494"/>
                  </a:lnTo>
                  <a:lnTo>
                    <a:pt x="12788" y="7135"/>
                  </a:lnTo>
                  <a:lnTo>
                    <a:pt x="14987" y="5801"/>
                  </a:lnTo>
                  <a:lnTo>
                    <a:pt x="16166" y="6490"/>
                  </a:lnTo>
                  <a:lnTo>
                    <a:pt x="18528" y="6031"/>
                  </a:lnTo>
                  <a:lnTo>
                    <a:pt x="2869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7" name="ph8157"/>
            <p:cNvSpPr/>
            <p:nvPr/>
          </p:nvSpPr>
          <p:spPr>
            <a:xfrm>
              <a:off x="11058089" y="3133939"/>
              <a:ext cx="19017" cy="24320"/>
            </a:xfrm>
            <a:custGeom>
              <a:avLst/>
              <a:pathLst>
                <a:path w="19017" h="24320">
                  <a:moveTo>
                    <a:pt x="5366" y="0"/>
                  </a:moveTo>
                  <a:lnTo>
                    <a:pt x="5846" y="414"/>
                  </a:lnTo>
                  <a:lnTo>
                    <a:pt x="5844" y="2367"/>
                  </a:lnTo>
                  <a:lnTo>
                    <a:pt x="6591" y="3342"/>
                  </a:lnTo>
                  <a:lnTo>
                    <a:pt x="10660" y="4622"/>
                  </a:lnTo>
                  <a:lnTo>
                    <a:pt x="12216" y="3789"/>
                  </a:lnTo>
                  <a:lnTo>
                    <a:pt x="16063" y="8042"/>
                  </a:lnTo>
                  <a:lnTo>
                    <a:pt x="14394" y="9321"/>
                  </a:lnTo>
                  <a:lnTo>
                    <a:pt x="12129" y="9026"/>
                  </a:lnTo>
                  <a:lnTo>
                    <a:pt x="10599" y="10799"/>
                  </a:lnTo>
                  <a:lnTo>
                    <a:pt x="16092" y="18100"/>
                  </a:lnTo>
                  <a:lnTo>
                    <a:pt x="17968" y="20374"/>
                  </a:lnTo>
                  <a:lnTo>
                    <a:pt x="19017" y="21563"/>
                  </a:lnTo>
                  <a:lnTo>
                    <a:pt x="16734" y="22899"/>
                  </a:lnTo>
                  <a:lnTo>
                    <a:pt x="16571" y="24320"/>
                  </a:lnTo>
                  <a:lnTo>
                    <a:pt x="10039" y="23449"/>
                  </a:lnTo>
                  <a:lnTo>
                    <a:pt x="10981" y="20133"/>
                  </a:lnTo>
                  <a:lnTo>
                    <a:pt x="11183" y="17046"/>
                  </a:lnTo>
                  <a:lnTo>
                    <a:pt x="9287" y="16703"/>
                  </a:lnTo>
                  <a:lnTo>
                    <a:pt x="8373" y="15366"/>
                  </a:lnTo>
                  <a:lnTo>
                    <a:pt x="8891" y="13774"/>
                  </a:lnTo>
                  <a:lnTo>
                    <a:pt x="7728" y="9666"/>
                  </a:lnTo>
                  <a:lnTo>
                    <a:pt x="3605" y="10032"/>
                  </a:lnTo>
                  <a:lnTo>
                    <a:pt x="2858" y="11193"/>
                  </a:lnTo>
                  <a:lnTo>
                    <a:pt x="1050" y="10145"/>
                  </a:lnTo>
                  <a:lnTo>
                    <a:pt x="0" y="4784"/>
                  </a:lnTo>
                  <a:lnTo>
                    <a:pt x="1398" y="3655"/>
                  </a:lnTo>
                  <a:lnTo>
                    <a:pt x="3419" y="3449"/>
                  </a:lnTo>
                  <a:lnTo>
                    <a:pt x="4589" y="80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8" name="ph8158"/>
            <p:cNvSpPr/>
            <p:nvPr/>
          </p:nvSpPr>
          <p:spPr>
            <a:xfrm>
              <a:off x="11375334" y="3238619"/>
              <a:ext cx="28702" cy="41814"/>
            </a:xfrm>
            <a:custGeom>
              <a:avLst/>
              <a:pathLst>
                <a:path w="28702" h="41814">
                  <a:moveTo>
                    <a:pt x="17250" y="0"/>
                  </a:moveTo>
                  <a:lnTo>
                    <a:pt x="20730" y="3799"/>
                  </a:lnTo>
                  <a:lnTo>
                    <a:pt x="22120" y="6345"/>
                  </a:lnTo>
                  <a:lnTo>
                    <a:pt x="27480" y="20266"/>
                  </a:lnTo>
                  <a:lnTo>
                    <a:pt x="28702" y="26238"/>
                  </a:lnTo>
                  <a:lnTo>
                    <a:pt x="26792" y="27123"/>
                  </a:lnTo>
                  <a:lnTo>
                    <a:pt x="21487" y="32337"/>
                  </a:lnTo>
                  <a:lnTo>
                    <a:pt x="20654" y="36681"/>
                  </a:lnTo>
                  <a:lnTo>
                    <a:pt x="17743" y="38286"/>
                  </a:lnTo>
                  <a:lnTo>
                    <a:pt x="15600" y="36642"/>
                  </a:lnTo>
                  <a:lnTo>
                    <a:pt x="13075" y="38079"/>
                  </a:lnTo>
                  <a:lnTo>
                    <a:pt x="12719" y="41814"/>
                  </a:lnTo>
                  <a:lnTo>
                    <a:pt x="3681" y="34400"/>
                  </a:lnTo>
                  <a:lnTo>
                    <a:pt x="20" y="30488"/>
                  </a:lnTo>
                  <a:lnTo>
                    <a:pt x="0" y="25619"/>
                  </a:lnTo>
                  <a:lnTo>
                    <a:pt x="2153" y="21758"/>
                  </a:lnTo>
                  <a:lnTo>
                    <a:pt x="12295" y="24139"/>
                  </a:lnTo>
                  <a:lnTo>
                    <a:pt x="18729" y="19221"/>
                  </a:lnTo>
                  <a:lnTo>
                    <a:pt x="20314" y="7005"/>
                  </a:lnTo>
                  <a:lnTo>
                    <a:pt x="16657" y="1980"/>
                  </a:lnTo>
                  <a:lnTo>
                    <a:pt x="15495" y="256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9" name="ph8159"/>
            <p:cNvSpPr/>
            <p:nvPr/>
          </p:nvSpPr>
          <p:spPr>
            <a:xfrm>
              <a:off x="11086241" y="3325522"/>
              <a:ext cx="18294" cy="30298"/>
            </a:xfrm>
            <a:custGeom>
              <a:avLst/>
              <a:pathLst>
                <a:path w="18294" h="30298">
                  <a:moveTo>
                    <a:pt x="11834" y="283"/>
                  </a:moveTo>
                  <a:lnTo>
                    <a:pt x="13457" y="1665"/>
                  </a:lnTo>
                  <a:lnTo>
                    <a:pt x="16866" y="2206"/>
                  </a:lnTo>
                  <a:lnTo>
                    <a:pt x="18294" y="5737"/>
                  </a:lnTo>
                  <a:lnTo>
                    <a:pt x="15261" y="14537"/>
                  </a:lnTo>
                  <a:lnTo>
                    <a:pt x="12377" y="30298"/>
                  </a:lnTo>
                  <a:lnTo>
                    <a:pt x="2614" y="24267"/>
                  </a:lnTo>
                  <a:lnTo>
                    <a:pt x="2290" y="22523"/>
                  </a:lnTo>
                  <a:lnTo>
                    <a:pt x="5247" y="16435"/>
                  </a:lnTo>
                  <a:lnTo>
                    <a:pt x="4731" y="8190"/>
                  </a:lnTo>
                  <a:lnTo>
                    <a:pt x="341" y="4972"/>
                  </a:lnTo>
                  <a:lnTo>
                    <a:pt x="0" y="3945"/>
                  </a:lnTo>
                  <a:lnTo>
                    <a:pt x="1334" y="326"/>
                  </a:lnTo>
                  <a:lnTo>
                    <a:pt x="2045" y="0"/>
                  </a:lnTo>
                  <a:lnTo>
                    <a:pt x="3820" y="2139"/>
                  </a:lnTo>
                  <a:lnTo>
                    <a:pt x="6398" y="38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0" name="ph8160"/>
            <p:cNvSpPr/>
            <p:nvPr/>
          </p:nvSpPr>
          <p:spPr>
            <a:xfrm>
              <a:off x="11075986" y="3280212"/>
              <a:ext cx="19293" cy="17830"/>
            </a:xfrm>
            <a:custGeom>
              <a:avLst/>
              <a:pathLst>
                <a:path w="19293" h="17830">
                  <a:moveTo>
                    <a:pt x="12510" y="1980"/>
                  </a:moveTo>
                  <a:lnTo>
                    <a:pt x="16749" y="6203"/>
                  </a:lnTo>
                  <a:lnTo>
                    <a:pt x="19293" y="10206"/>
                  </a:lnTo>
                  <a:lnTo>
                    <a:pt x="17700" y="15625"/>
                  </a:lnTo>
                  <a:lnTo>
                    <a:pt x="16559" y="15730"/>
                  </a:lnTo>
                  <a:lnTo>
                    <a:pt x="13925" y="17830"/>
                  </a:lnTo>
                  <a:lnTo>
                    <a:pt x="12809" y="17250"/>
                  </a:lnTo>
                  <a:lnTo>
                    <a:pt x="13133" y="16482"/>
                  </a:lnTo>
                  <a:lnTo>
                    <a:pt x="11275" y="15086"/>
                  </a:lnTo>
                  <a:lnTo>
                    <a:pt x="3086" y="16040"/>
                  </a:lnTo>
                  <a:lnTo>
                    <a:pt x="0" y="15406"/>
                  </a:lnTo>
                  <a:lnTo>
                    <a:pt x="2365" y="10272"/>
                  </a:lnTo>
                  <a:lnTo>
                    <a:pt x="4638" y="8227"/>
                  </a:lnTo>
                  <a:lnTo>
                    <a:pt x="7132" y="3748"/>
                  </a:lnTo>
                  <a:lnTo>
                    <a:pt x="652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1" name="ph8161"/>
            <p:cNvSpPr/>
            <p:nvPr/>
          </p:nvSpPr>
          <p:spPr>
            <a:xfrm>
              <a:off x="11141583" y="3147648"/>
              <a:ext cx="8986" cy="9195"/>
            </a:xfrm>
            <a:custGeom>
              <a:avLst/>
              <a:pathLst>
                <a:path w="8986" h="9195">
                  <a:moveTo>
                    <a:pt x="6485" y="1309"/>
                  </a:moveTo>
                  <a:lnTo>
                    <a:pt x="7395" y="2266"/>
                  </a:lnTo>
                  <a:lnTo>
                    <a:pt x="8986" y="5238"/>
                  </a:lnTo>
                  <a:lnTo>
                    <a:pt x="5690" y="9195"/>
                  </a:lnTo>
                  <a:lnTo>
                    <a:pt x="1287" y="7113"/>
                  </a:lnTo>
                  <a:lnTo>
                    <a:pt x="0" y="2750"/>
                  </a:lnTo>
                  <a:lnTo>
                    <a:pt x="164" y="1329"/>
                  </a:lnTo>
                  <a:lnTo>
                    <a:pt x="264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2" name="ph8162"/>
            <p:cNvSpPr/>
            <p:nvPr/>
          </p:nvSpPr>
          <p:spPr>
            <a:xfrm>
              <a:off x="11217172" y="3325050"/>
              <a:ext cx="20824" cy="31651"/>
            </a:xfrm>
            <a:custGeom>
              <a:avLst/>
              <a:pathLst>
                <a:path w="20824" h="31651">
                  <a:moveTo>
                    <a:pt x="9103" y="4409"/>
                  </a:moveTo>
                  <a:lnTo>
                    <a:pt x="13264" y="5625"/>
                  </a:lnTo>
                  <a:lnTo>
                    <a:pt x="18762" y="4835"/>
                  </a:lnTo>
                  <a:lnTo>
                    <a:pt x="20824" y="3431"/>
                  </a:lnTo>
                  <a:lnTo>
                    <a:pt x="18829" y="8474"/>
                  </a:lnTo>
                  <a:lnTo>
                    <a:pt x="16900" y="17011"/>
                  </a:lnTo>
                  <a:lnTo>
                    <a:pt x="13675" y="18683"/>
                  </a:lnTo>
                  <a:lnTo>
                    <a:pt x="6204" y="22676"/>
                  </a:lnTo>
                  <a:lnTo>
                    <a:pt x="5252" y="25223"/>
                  </a:lnTo>
                  <a:lnTo>
                    <a:pt x="6309" y="27120"/>
                  </a:lnTo>
                  <a:lnTo>
                    <a:pt x="7776" y="27627"/>
                  </a:lnTo>
                  <a:lnTo>
                    <a:pt x="5647" y="31097"/>
                  </a:lnTo>
                  <a:lnTo>
                    <a:pt x="4498" y="31651"/>
                  </a:lnTo>
                  <a:lnTo>
                    <a:pt x="0" y="24524"/>
                  </a:lnTo>
                  <a:lnTo>
                    <a:pt x="3407" y="23261"/>
                  </a:lnTo>
                  <a:lnTo>
                    <a:pt x="5532" y="23519"/>
                  </a:lnTo>
                  <a:lnTo>
                    <a:pt x="8005" y="8624"/>
                  </a:lnTo>
                  <a:lnTo>
                    <a:pt x="2937" y="4863"/>
                  </a:lnTo>
                  <a:lnTo>
                    <a:pt x="466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3" name="ph8163"/>
            <p:cNvSpPr/>
            <p:nvPr/>
          </p:nvSpPr>
          <p:spPr>
            <a:xfrm>
              <a:off x="11267118" y="3227909"/>
              <a:ext cx="29821" cy="26513"/>
            </a:xfrm>
            <a:custGeom>
              <a:avLst/>
              <a:pathLst>
                <a:path w="29821" h="26513">
                  <a:moveTo>
                    <a:pt x="21117" y="4684"/>
                  </a:moveTo>
                  <a:lnTo>
                    <a:pt x="23567" y="7593"/>
                  </a:lnTo>
                  <a:lnTo>
                    <a:pt x="28044" y="13609"/>
                  </a:lnTo>
                  <a:lnTo>
                    <a:pt x="29821" y="16307"/>
                  </a:lnTo>
                  <a:lnTo>
                    <a:pt x="27024" y="18319"/>
                  </a:lnTo>
                  <a:lnTo>
                    <a:pt x="24383" y="17865"/>
                  </a:lnTo>
                  <a:lnTo>
                    <a:pt x="24306" y="16411"/>
                  </a:lnTo>
                  <a:lnTo>
                    <a:pt x="22904" y="15047"/>
                  </a:lnTo>
                  <a:lnTo>
                    <a:pt x="20597" y="14185"/>
                  </a:lnTo>
                  <a:lnTo>
                    <a:pt x="14455" y="15362"/>
                  </a:lnTo>
                  <a:lnTo>
                    <a:pt x="11924" y="24440"/>
                  </a:lnTo>
                  <a:lnTo>
                    <a:pt x="12376" y="24718"/>
                  </a:lnTo>
                  <a:lnTo>
                    <a:pt x="10823" y="26513"/>
                  </a:lnTo>
                  <a:lnTo>
                    <a:pt x="9794" y="24584"/>
                  </a:lnTo>
                  <a:lnTo>
                    <a:pt x="2705" y="21740"/>
                  </a:lnTo>
                  <a:lnTo>
                    <a:pt x="159" y="19726"/>
                  </a:lnTo>
                  <a:lnTo>
                    <a:pt x="0" y="19093"/>
                  </a:lnTo>
                  <a:lnTo>
                    <a:pt x="726" y="15703"/>
                  </a:lnTo>
                  <a:lnTo>
                    <a:pt x="5464" y="10350"/>
                  </a:lnTo>
                  <a:lnTo>
                    <a:pt x="10271" y="11348"/>
                  </a:lnTo>
                  <a:lnTo>
                    <a:pt x="10775" y="6053"/>
                  </a:lnTo>
                  <a:lnTo>
                    <a:pt x="13567" y="2739"/>
                  </a:lnTo>
                  <a:lnTo>
                    <a:pt x="1931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4" name="ph8164"/>
            <p:cNvSpPr/>
            <p:nvPr/>
          </p:nvSpPr>
          <p:spPr>
            <a:xfrm>
              <a:off x="11221677" y="3233706"/>
              <a:ext cx="10910" cy="9664"/>
            </a:xfrm>
            <a:custGeom>
              <a:avLst/>
              <a:pathLst>
                <a:path w="10910" h="9664">
                  <a:moveTo>
                    <a:pt x="9618" y="0"/>
                  </a:moveTo>
                  <a:lnTo>
                    <a:pt x="10879" y="1995"/>
                  </a:lnTo>
                  <a:lnTo>
                    <a:pt x="10910" y="3342"/>
                  </a:lnTo>
                  <a:lnTo>
                    <a:pt x="10345" y="5460"/>
                  </a:lnTo>
                  <a:lnTo>
                    <a:pt x="9678" y="7922"/>
                  </a:lnTo>
                  <a:lnTo>
                    <a:pt x="8890" y="9664"/>
                  </a:lnTo>
                  <a:lnTo>
                    <a:pt x="7189" y="8986"/>
                  </a:lnTo>
                  <a:lnTo>
                    <a:pt x="5276" y="6008"/>
                  </a:lnTo>
                  <a:lnTo>
                    <a:pt x="4578" y="3638"/>
                  </a:lnTo>
                  <a:lnTo>
                    <a:pt x="0" y="616"/>
                  </a:lnTo>
                  <a:lnTo>
                    <a:pt x="4279" y="754"/>
                  </a:lnTo>
                  <a:lnTo>
                    <a:pt x="3898" y="13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5" name="ph8165"/>
            <p:cNvSpPr/>
            <p:nvPr/>
          </p:nvSpPr>
          <p:spPr>
            <a:xfrm>
              <a:off x="11167846" y="3132066"/>
              <a:ext cx="22745" cy="15443"/>
            </a:xfrm>
            <a:custGeom>
              <a:avLst/>
              <a:pathLst>
                <a:path w="22745" h="15443">
                  <a:moveTo>
                    <a:pt x="3358" y="5770"/>
                  </a:moveTo>
                  <a:lnTo>
                    <a:pt x="3993" y="5937"/>
                  </a:lnTo>
                  <a:lnTo>
                    <a:pt x="7938" y="1391"/>
                  </a:lnTo>
                  <a:lnTo>
                    <a:pt x="12559" y="776"/>
                  </a:lnTo>
                  <a:lnTo>
                    <a:pt x="19442" y="1607"/>
                  </a:lnTo>
                  <a:lnTo>
                    <a:pt x="22745" y="5363"/>
                  </a:lnTo>
                  <a:lnTo>
                    <a:pt x="19262" y="7219"/>
                  </a:lnTo>
                  <a:lnTo>
                    <a:pt x="12931" y="13361"/>
                  </a:lnTo>
                  <a:lnTo>
                    <a:pt x="10408" y="13031"/>
                  </a:lnTo>
                  <a:lnTo>
                    <a:pt x="6247" y="15443"/>
                  </a:lnTo>
                  <a:lnTo>
                    <a:pt x="649" y="122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6" name="ph8166"/>
            <p:cNvSpPr/>
            <p:nvPr/>
          </p:nvSpPr>
          <p:spPr>
            <a:xfrm>
              <a:off x="11189579" y="3268036"/>
              <a:ext cx="13651" cy="8417"/>
            </a:xfrm>
            <a:custGeom>
              <a:avLst/>
              <a:pathLst>
                <a:path w="13651" h="8417">
                  <a:moveTo>
                    <a:pt x="9145" y="331"/>
                  </a:moveTo>
                  <a:lnTo>
                    <a:pt x="9265" y="830"/>
                  </a:lnTo>
                  <a:lnTo>
                    <a:pt x="13651" y="5244"/>
                  </a:lnTo>
                  <a:lnTo>
                    <a:pt x="3002" y="6276"/>
                  </a:lnTo>
                  <a:lnTo>
                    <a:pt x="3399" y="7564"/>
                  </a:lnTo>
                  <a:lnTo>
                    <a:pt x="2124" y="8417"/>
                  </a:lnTo>
                  <a:lnTo>
                    <a:pt x="1102" y="8019"/>
                  </a:lnTo>
                  <a:lnTo>
                    <a:pt x="0" y="5814"/>
                  </a:lnTo>
                  <a:lnTo>
                    <a:pt x="665" y="4394"/>
                  </a:lnTo>
                  <a:lnTo>
                    <a:pt x="563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7" name="ph8167"/>
            <p:cNvSpPr/>
            <p:nvPr/>
          </p:nvSpPr>
          <p:spPr>
            <a:xfrm>
              <a:off x="11215477" y="3233717"/>
              <a:ext cx="11629" cy="11134"/>
            </a:xfrm>
            <a:custGeom>
              <a:avLst/>
              <a:pathLst>
                <a:path w="11629" h="11134">
                  <a:moveTo>
                    <a:pt x="4232" y="958"/>
                  </a:moveTo>
                  <a:lnTo>
                    <a:pt x="6199" y="605"/>
                  </a:lnTo>
                  <a:lnTo>
                    <a:pt x="10777" y="3627"/>
                  </a:lnTo>
                  <a:lnTo>
                    <a:pt x="11476" y="5997"/>
                  </a:lnTo>
                  <a:lnTo>
                    <a:pt x="10420" y="7671"/>
                  </a:lnTo>
                  <a:lnTo>
                    <a:pt x="11577" y="8164"/>
                  </a:lnTo>
                  <a:lnTo>
                    <a:pt x="11629" y="10036"/>
                  </a:lnTo>
                  <a:lnTo>
                    <a:pt x="11371" y="10822"/>
                  </a:lnTo>
                  <a:lnTo>
                    <a:pt x="10040" y="11134"/>
                  </a:lnTo>
                  <a:lnTo>
                    <a:pt x="6062" y="8726"/>
                  </a:lnTo>
                  <a:lnTo>
                    <a:pt x="5775" y="5532"/>
                  </a:lnTo>
                  <a:lnTo>
                    <a:pt x="4331" y="3433"/>
                  </a:lnTo>
                  <a:lnTo>
                    <a:pt x="2541" y="4997"/>
                  </a:lnTo>
                  <a:lnTo>
                    <a:pt x="0" y="2634"/>
                  </a:lnTo>
                  <a:lnTo>
                    <a:pt x="3286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8" name="ph8168"/>
            <p:cNvSpPr/>
            <p:nvPr/>
          </p:nvSpPr>
          <p:spPr>
            <a:xfrm>
              <a:off x="11258795" y="3350088"/>
              <a:ext cx="12436" cy="11220"/>
            </a:xfrm>
            <a:custGeom>
              <a:avLst/>
              <a:pathLst>
                <a:path w="12436" h="11220">
                  <a:moveTo>
                    <a:pt x="6621" y="2154"/>
                  </a:moveTo>
                  <a:lnTo>
                    <a:pt x="12436" y="3586"/>
                  </a:lnTo>
                  <a:lnTo>
                    <a:pt x="10109" y="7727"/>
                  </a:lnTo>
                  <a:lnTo>
                    <a:pt x="12171" y="11220"/>
                  </a:lnTo>
                  <a:lnTo>
                    <a:pt x="6733" y="11215"/>
                  </a:lnTo>
                  <a:lnTo>
                    <a:pt x="6337" y="9810"/>
                  </a:lnTo>
                  <a:lnTo>
                    <a:pt x="1742" y="7526"/>
                  </a:lnTo>
                  <a:lnTo>
                    <a:pt x="616" y="7553"/>
                  </a:lnTo>
                  <a:lnTo>
                    <a:pt x="0" y="6224"/>
                  </a:lnTo>
                  <a:lnTo>
                    <a:pt x="605" y="3773"/>
                  </a:lnTo>
                  <a:lnTo>
                    <a:pt x="2298" y="1695"/>
                  </a:lnTo>
                  <a:lnTo>
                    <a:pt x="2102" y="594"/>
                  </a:lnTo>
                  <a:lnTo>
                    <a:pt x="355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9" name="ph8169"/>
            <p:cNvSpPr/>
            <p:nvPr/>
          </p:nvSpPr>
          <p:spPr>
            <a:xfrm>
              <a:off x="11214187" y="3230357"/>
              <a:ext cx="11768" cy="5993"/>
            </a:xfrm>
            <a:custGeom>
              <a:avLst/>
              <a:pathLst>
                <a:path w="11768" h="5993">
                  <a:moveTo>
                    <a:pt x="8170" y="303"/>
                  </a:moveTo>
                  <a:lnTo>
                    <a:pt x="9381" y="1210"/>
                  </a:lnTo>
                  <a:lnTo>
                    <a:pt x="10218" y="3100"/>
                  </a:lnTo>
                  <a:lnTo>
                    <a:pt x="11768" y="4102"/>
                  </a:lnTo>
                  <a:lnTo>
                    <a:pt x="7489" y="3964"/>
                  </a:lnTo>
                  <a:lnTo>
                    <a:pt x="5522" y="4317"/>
                  </a:lnTo>
                  <a:lnTo>
                    <a:pt x="4576" y="3359"/>
                  </a:lnTo>
                  <a:lnTo>
                    <a:pt x="1290" y="5993"/>
                  </a:lnTo>
                  <a:lnTo>
                    <a:pt x="0" y="5943"/>
                  </a:lnTo>
                  <a:lnTo>
                    <a:pt x="199" y="3410"/>
                  </a:lnTo>
                  <a:lnTo>
                    <a:pt x="6565" y="677"/>
                  </a:lnTo>
                  <a:lnTo>
                    <a:pt x="7405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0" name="ph8170"/>
            <p:cNvSpPr/>
            <p:nvPr/>
          </p:nvSpPr>
          <p:spPr>
            <a:xfrm>
              <a:off x="11392619" y="3292768"/>
              <a:ext cx="16979" cy="17222"/>
            </a:xfrm>
            <a:custGeom>
              <a:avLst/>
              <a:pathLst>
                <a:path w="16979" h="17222">
                  <a:moveTo>
                    <a:pt x="8253" y="1065"/>
                  </a:moveTo>
                  <a:lnTo>
                    <a:pt x="12073" y="4115"/>
                  </a:lnTo>
                  <a:lnTo>
                    <a:pt x="16172" y="3472"/>
                  </a:lnTo>
                  <a:lnTo>
                    <a:pt x="16979" y="7707"/>
                  </a:lnTo>
                  <a:lnTo>
                    <a:pt x="15391" y="11898"/>
                  </a:lnTo>
                  <a:lnTo>
                    <a:pt x="11075" y="17222"/>
                  </a:lnTo>
                  <a:lnTo>
                    <a:pt x="8197" y="16190"/>
                  </a:lnTo>
                  <a:lnTo>
                    <a:pt x="0" y="8503"/>
                  </a:lnTo>
                  <a:lnTo>
                    <a:pt x="1370" y="6532"/>
                  </a:lnTo>
                  <a:lnTo>
                    <a:pt x="307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1" name="ph8171"/>
            <p:cNvSpPr/>
            <p:nvPr/>
          </p:nvSpPr>
          <p:spPr>
            <a:xfrm>
              <a:off x="11237433" y="3093153"/>
              <a:ext cx="18087" cy="13128"/>
            </a:xfrm>
            <a:custGeom>
              <a:avLst/>
              <a:pathLst>
                <a:path w="18087" h="13128">
                  <a:moveTo>
                    <a:pt x="18087" y="10882"/>
                  </a:moveTo>
                  <a:lnTo>
                    <a:pt x="17567" y="12207"/>
                  </a:lnTo>
                  <a:lnTo>
                    <a:pt x="8648" y="12080"/>
                  </a:lnTo>
                  <a:lnTo>
                    <a:pt x="8072" y="12551"/>
                  </a:lnTo>
                  <a:lnTo>
                    <a:pt x="5186" y="13128"/>
                  </a:lnTo>
                  <a:lnTo>
                    <a:pt x="3670" y="12075"/>
                  </a:lnTo>
                  <a:lnTo>
                    <a:pt x="3642" y="11174"/>
                  </a:lnTo>
                  <a:lnTo>
                    <a:pt x="5446" y="9398"/>
                  </a:lnTo>
                  <a:lnTo>
                    <a:pt x="5017" y="6146"/>
                  </a:lnTo>
                  <a:lnTo>
                    <a:pt x="3278" y="4677"/>
                  </a:lnTo>
                  <a:lnTo>
                    <a:pt x="0" y="3354"/>
                  </a:lnTo>
                  <a:lnTo>
                    <a:pt x="106" y="1987"/>
                  </a:lnTo>
                  <a:lnTo>
                    <a:pt x="1276" y="1363"/>
                  </a:lnTo>
                  <a:lnTo>
                    <a:pt x="3664" y="1676"/>
                  </a:lnTo>
                  <a:lnTo>
                    <a:pt x="4877" y="0"/>
                  </a:lnTo>
                  <a:lnTo>
                    <a:pt x="7717" y="29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2" name="ph8172"/>
            <p:cNvSpPr/>
            <p:nvPr/>
          </p:nvSpPr>
          <p:spPr>
            <a:xfrm>
              <a:off x="11258992" y="3366512"/>
              <a:ext cx="31089" cy="32235"/>
            </a:xfrm>
            <a:custGeom>
              <a:avLst/>
              <a:pathLst>
                <a:path w="31089" h="32235">
                  <a:moveTo>
                    <a:pt x="23516" y="415"/>
                  </a:moveTo>
                  <a:lnTo>
                    <a:pt x="30567" y="0"/>
                  </a:lnTo>
                  <a:lnTo>
                    <a:pt x="29826" y="3258"/>
                  </a:lnTo>
                  <a:lnTo>
                    <a:pt x="31089" y="6526"/>
                  </a:lnTo>
                  <a:lnTo>
                    <a:pt x="22399" y="6720"/>
                  </a:lnTo>
                  <a:lnTo>
                    <a:pt x="19339" y="5653"/>
                  </a:lnTo>
                  <a:lnTo>
                    <a:pt x="18186" y="6491"/>
                  </a:lnTo>
                  <a:lnTo>
                    <a:pt x="22563" y="14054"/>
                  </a:lnTo>
                  <a:lnTo>
                    <a:pt x="23737" y="21729"/>
                  </a:lnTo>
                  <a:lnTo>
                    <a:pt x="23554" y="27988"/>
                  </a:lnTo>
                  <a:lnTo>
                    <a:pt x="19549" y="28377"/>
                  </a:lnTo>
                  <a:lnTo>
                    <a:pt x="11905" y="27587"/>
                  </a:lnTo>
                  <a:lnTo>
                    <a:pt x="8355" y="29184"/>
                  </a:lnTo>
                  <a:lnTo>
                    <a:pt x="6506" y="31401"/>
                  </a:lnTo>
                  <a:lnTo>
                    <a:pt x="4825" y="32235"/>
                  </a:lnTo>
                  <a:lnTo>
                    <a:pt x="1402" y="31912"/>
                  </a:lnTo>
                  <a:lnTo>
                    <a:pt x="3504" y="27792"/>
                  </a:lnTo>
                  <a:lnTo>
                    <a:pt x="3150" y="20696"/>
                  </a:lnTo>
                  <a:lnTo>
                    <a:pt x="0" y="14201"/>
                  </a:lnTo>
                  <a:lnTo>
                    <a:pt x="3073" y="12930"/>
                  </a:lnTo>
                  <a:lnTo>
                    <a:pt x="4714" y="10459"/>
                  </a:lnTo>
                  <a:lnTo>
                    <a:pt x="5290" y="8055"/>
                  </a:lnTo>
                  <a:lnTo>
                    <a:pt x="4487" y="4827"/>
                  </a:lnTo>
                  <a:lnTo>
                    <a:pt x="14823" y="5038"/>
                  </a:lnTo>
                  <a:lnTo>
                    <a:pt x="18425" y="4254"/>
                  </a:lnTo>
                  <a:lnTo>
                    <a:pt x="20322" y="220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3" name="ph8173"/>
            <p:cNvSpPr/>
            <p:nvPr/>
          </p:nvSpPr>
          <p:spPr>
            <a:xfrm>
              <a:off x="11290686" y="3221878"/>
              <a:ext cx="18726" cy="20480"/>
            </a:xfrm>
            <a:custGeom>
              <a:avLst/>
              <a:pathLst>
                <a:path w="18726" h="20480">
                  <a:moveTo>
                    <a:pt x="4729" y="0"/>
                  </a:moveTo>
                  <a:lnTo>
                    <a:pt x="4955" y="163"/>
                  </a:lnTo>
                  <a:lnTo>
                    <a:pt x="4052" y="3145"/>
                  </a:lnTo>
                  <a:lnTo>
                    <a:pt x="5611" y="4799"/>
                  </a:lnTo>
                  <a:lnTo>
                    <a:pt x="8463" y="4825"/>
                  </a:lnTo>
                  <a:lnTo>
                    <a:pt x="9759" y="6962"/>
                  </a:lnTo>
                  <a:lnTo>
                    <a:pt x="10165" y="8398"/>
                  </a:lnTo>
                  <a:lnTo>
                    <a:pt x="12889" y="7783"/>
                  </a:lnTo>
                  <a:lnTo>
                    <a:pt x="18481" y="11191"/>
                  </a:lnTo>
                  <a:lnTo>
                    <a:pt x="18726" y="15028"/>
                  </a:lnTo>
                  <a:lnTo>
                    <a:pt x="18251" y="15845"/>
                  </a:lnTo>
                  <a:lnTo>
                    <a:pt x="15408" y="16044"/>
                  </a:lnTo>
                  <a:lnTo>
                    <a:pt x="14598" y="20480"/>
                  </a:lnTo>
                  <a:lnTo>
                    <a:pt x="11659" y="20175"/>
                  </a:lnTo>
                  <a:lnTo>
                    <a:pt x="12057" y="16642"/>
                  </a:lnTo>
                  <a:lnTo>
                    <a:pt x="10519" y="16367"/>
                  </a:lnTo>
                  <a:lnTo>
                    <a:pt x="9313" y="16814"/>
                  </a:lnTo>
                  <a:lnTo>
                    <a:pt x="6744" y="19646"/>
                  </a:lnTo>
                  <a:lnTo>
                    <a:pt x="4476" y="19641"/>
                  </a:lnTo>
                  <a:lnTo>
                    <a:pt x="0" y="13624"/>
                  </a:lnTo>
                  <a:lnTo>
                    <a:pt x="86" y="10137"/>
                  </a:lnTo>
                  <a:lnTo>
                    <a:pt x="3239" y="7259"/>
                  </a:lnTo>
                  <a:lnTo>
                    <a:pt x="2705" y="1887"/>
                  </a:lnTo>
                  <a:lnTo>
                    <a:pt x="1699" y="116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4" name="ph8174"/>
            <p:cNvSpPr/>
            <p:nvPr/>
          </p:nvSpPr>
          <p:spPr>
            <a:xfrm>
              <a:off x="11226870" y="3303186"/>
              <a:ext cx="13170" cy="12631"/>
            </a:xfrm>
            <a:custGeom>
              <a:avLst/>
              <a:pathLst>
                <a:path w="13170" h="12631">
                  <a:moveTo>
                    <a:pt x="13170" y="830"/>
                  </a:moveTo>
                  <a:lnTo>
                    <a:pt x="12918" y="3248"/>
                  </a:lnTo>
                  <a:lnTo>
                    <a:pt x="11812" y="4931"/>
                  </a:lnTo>
                  <a:lnTo>
                    <a:pt x="9633" y="2900"/>
                  </a:lnTo>
                  <a:lnTo>
                    <a:pt x="9042" y="5308"/>
                  </a:lnTo>
                  <a:lnTo>
                    <a:pt x="10282" y="7456"/>
                  </a:lnTo>
                  <a:lnTo>
                    <a:pt x="8404" y="11109"/>
                  </a:lnTo>
                  <a:lnTo>
                    <a:pt x="5781" y="12631"/>
                  </a:lnTo>
                  <a:lnTo>
                    <a:pt x="734" y="11273"/>
                  </a:lnTo>
                  <a:lnTo>
                    <a:pt x="0" y="8222"/>
                  </a:lnTo>
                  <a:lnTo>
                    <a:pt x="950" y="8187"/>
                  </a:lnTo>
                  <a:lnTo>
                    <a:pt x="3872" y="8369"/>
                  </a:lnTo>
                  <a:lnTo>
                    <a:pt x="6960" y="4806"/>
                  </a:lnTo>
                  <a:lnTo>
                    <a:pt x="8752" y="5477"/>
                  </a:lnTo>
                  <a:lnTo>
                    <a:pt x="9239" y="1833"/>
                  </a:lnTo>
                  <a:lnTo>
                    <a:pt x="110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5" name="ph8175"/>
            <p:cNvSpPr/>
            <p:nvPr/>
          </p:nvSpPr>
          <p:spPr>
            <a:xfrm>
              <a:off x="11215708" y="3136943"/>
              <a:ext cx="14087" cy="14628"/>
            </a:xfrm>
            <a:custGeom>
              <a:avLst/>
              <a:pathLst>
                <a:path w="14087" h="14628">
                  <a:moveTo>
                    <a:pt x="12944" y="1036"/>
                  </a:moveTo>
                  <a:lnTo>
                    <a:pt x="14087" y="2000"/>
                  </a:lnTo>
                  <a:lnTo>
                    <a:pt x="13051" y="3533"/>
                  </a:lnTo>
                  <a:lnTo>
                    <a:pt x="9609" y="3154"/>
                  </a:lnTo>
                  <a:lnTo>
                    <a:pt x="9610" y="2559"/>
                  </a:lnTo>
                  <a:lnTo>
                    <a:pt x="6659" y="4294"/>
                  </a:lnTo>
                  <a:lnTo>
                    <a:pt x="3725" y="10529"/>
                  </a:lnTo>
                  <a:lnTo>
                    <a:pt x="5798" y="13008"/>
                  </a:lnTo>
                  <a:lnTo>
                    <a:pt x="5015" y="14628"/>
                  </a:lnTo>
                  <a:lnTo>
                    <a:pt x="1858" y="13059"/>
                  </a:lnTo>
                  <a:lnTo>
                    <a:pt x="1936" y="12189"/>
                  </a:lnTo>
                  <a:lnTo>
                    <a:pt x="0" y="9825"/>
                  </a:lnTo>
                  <a:lnTo>
                    <a:pt x="572" y="6444"/>
                  </a:lnTo>
                  <a:lnTo>
                    <a:pt x="1947" y="4585"/>
                  </a:lnTo>
                  <a:lnTo>
                    <a:pt x="2785" y="3229"/>
                  </a:lnTo>
                  <a:lnTo>
                    <a:pt x="784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6" name="ph8176"/>
            <p:cNvSpPr/>
            <p:nvPr/>
          </p:nvSpPr>
          <p:spPr>
            <a:xfrm>
              <a:off x="11181503" y="3222172"/>
              <a:ext cx="25684" cy="23186"/>
            </a:xfrm>
            <a:custGeom>
              <a:avLst/>
              <a:pathLst>
                <a:path w="25684" h="23186">
                  <a:moveTo>
                    <a:pt x="21718" y="0"/>
                  </a:moveTo>
                  <a:lnTo>
                    <a:pt x="25684" y="5275"/>
                  </a:lnTo>
                  <a:lnTo>
                    <a:pt x="24025" y="10619"/>
                  </a:lnTo>
                  <a:lnTo>
                    <a:pt x="18109" y="10347"/>
                  </a:lnTo>
                  <a:lnTo>
                    <a:pt x="16021" y="11164"/>
                  </a:lnTo>
                  <a:lnTo>
                    <a:pt x="15066" y="12788"/>
                  </a:lnTo>
                  <a:lnTo>
                    <a:pt x="15277" y="16462"/>
                  </a:lnTo>
                  <a:lnTo>
                    <a:pt x="25037" y="19415"/>
                  </a:lnTo>
                  <a:lnTo>
                    <a:pt x="21906" y="21172"/>
                  </a:lnTo>
                  <a:lnTo>
                    <a:pt x="18177" y="20678"/>
                  </a:lnTo>
                  <a:lnTo>
                    <a:pt x="14209" y="21111"/>
                  </a:lnTo>
                  <a:lnTo>
                    <a:pt x="11090" y="23186"/>
                  </a:lnTo>
                  <a:lnTo>
                    <a:pt x="10345" y="22458"/>
                  </a:lnTo>
                  <a:lnTo>
                    <a:pt x="10696" y="21395"/>
                  </a:lnTo>
                  <a:lnTo>
                    <a:pt x="7676" y="20092"/>
                  </a:lnTo>
                  <a:lnTo>
                    <a:pt x="3779" y="19360"/>
                  </a:lnTo>
                  <a:lnTo>
                    <a:pt x="1264" y="19829"/>
                  </a:lnTo>
                  <a:lnTo>
                    <a:pt x="0" y="16324"/>
                  </a:lnTo>
                  <a:lnTo>
                    <a:pt x="4255" y="11623"/>
                  </a:lnTo>
                  <a:lnTo>
                    <a:pt x="8557" y="9420"/>
                  </a:lnTo>
                  <a:lnTo>
                    <a:pt x="9505" y="9472"/>
                  </a:lnTo>
                  <a:lnTo>
                    <a:pt x="9362" y="11219"/>
                  </a:lnTo>
                  <a:lnTo>
                    <a:pt x="10325" y="11193"/>
                  </a:lnTo>
                  <a:lnTo>
                    <a:pt x="11805" y="10010"/>
                  </a:lnTo>
                  <a:lnTo>
                    <a:pt x="11820" y="8206"/>
                  </a:lnTo>
                  <a:lnTo>
                    <a:pt x="13740" y="7258"/>
                  </a:lnTo>
                  <a:lnTo>
                    <a:pt x="16834" y="3951"/>
                  </a:lnTo>
                  <a:lnTo>
                    <a:pt x="19440" y="1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7" name="ph8177"/>
            <p:cNvSpPr/>
            <p:nvPr/>
          </p:nvSpPr>
          <p:spPr>
            <a:xfrm>
              <a:off x="11410049" y="3231057"/>
              <a:ext cx="26521" cy="24083"/>
            </a:xfrm>
            <a:custGeom>
              <a:avLst/>
              <a:pathLst>
                <a:path w="26521" h="24083">
                  <a:moveTo>
                    <a:pt x="25930" y="856"/>
                  </a:moveTo>
                  <a:lnTo>
                    <a:pt x="26521" y="4443"/>
                  </a:lnTo>
                  <a:lnTo>
                    <a:pt x="25740" y="7225"/>
                  </a:lnTo>
                  <a:lnTo>
                    <a:pt x="25062" y="8275"/>
                  </a:lnTo>
                  <a:lnTo>
                    <a:pt x="18650" y="9500"/>
                  </a:lnTo>
                  <a:lnTo>
                    <a:pt x="14732" y="11534"/>
                  </a:lnTo>
                  <a:lnTo>
                    <a:pt x="13056" y="19526"/>
                  </a:lnTo>
                  <a:lnTo>
                    <a:pt x="14676" y="19925"/>
                  </a:lnTo>
                  <a:lnTo>
                    <a:pt x="13405" y="22198"/>
                  </a:lnTo>
                  <a:lnTo>
                    <a:pt x="6447" y="24083"/>
                  </a:lnTo>
                  <a:lnTo>
                    <a:pt x="5404" y="23318"/>
                  </a:lnTo>
                  <a:lnTo>
                    <a:pt x="0" y="14339"/>
                  </a:lnTo>
                  <a:lnTo>
                    <a:pt x="2147" y="10719"/>
                  </a:lnTo>
                  <a:lnTo>
                    <a:pt x="5103" y="11257"/>
                  </a:lnTo>
                  <a:lnTo>
                    <a:pt x="9281" y="12525"/>
                  </a:lnTo>
                  <a:lnTo>
                    <a:pt x="13601" y="10614"/>
                  </a:lnTo>
                  <a:lnTo>
                    <a:pt x="23537" y="2597"/>
                  </a:lnTo>
                  <a:lnTo>
                    <a:pt x="2405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8" name="ph8178"/>
            <p:cNvSpPr/>
            <p:nvPr/>
          </p:nvSpPr>
          <p:spPr>
            <a:xfrm>
              <a:off x="11304757" y="3308890"/>
              <a:ext cx="14008" cy="20388"/>
            </a:xfrm>
            <a:custGeom>
              <a:avLst/>
              <a:pathLst>
                <a:path w="14008" h="20388">
                  <a:moveTo>
                    <a:pt x="11777" y="1735"/>
                  </a:moveTo>
                  <a:lnTo>
                    <a:pt x="13144" y="3040"/>
                  </a:lnTo>
                  <a:lnTo>
                    <a:pt x="14008" y="5355"/>
                  </a:lnTo>
                  <a:lnTo>
                    <a:pt x="13419" y="12015"/>
                  </a:lnTo>
                  <a:lnTo>
                    <a:pt x="12706" y="13070"/>
                  </a:lnTo>
                  <a:lnTo>
                    <a:pt x="9606" y="14030"/>
                  </a:lnTo>
                  <a:lnTo>
                    <a:pt x="10126" y="16043"/>
                  </a:lnTo>
                  <a:lnTo>
                    <a:pt x="10803" y="16328"/>
                  </a:lnTo>
                  <a:lnTo>
                    <a:pt x="11439" y="15306"/>
                  </a:lnTo>
                  <a:lnTo>
                    <a:pt x="11529" y="17935"/>
                  </a:lnTo>
                  <a:lnTo>
                    <a:pt x="10573" y="19971"/>
                  </a:lnTo>
                  <a:lnTo>
                    <a:pt x="8508" y="18645"/>
                  </a:lnTo>
                  <a:lnTo>
                    <a:pt x="6105" y="18170"/>
                  </a:lnTo>
                  <a:lnTo>
                    <a:pt x="3846" y="19312"/>
                  </a:lnTo>
                  <a:lnTo>
                    <a:pt x="3421" y="20388"/>
                  </a:lnTo>
                  <a:lnTo>
                    <a:pt x="1083" y="20375"/>
                  </a:lnTo>
                  <a:lnTo>
                    <a:pt x="0" y="17616"/>
                  </a:lnTo>
                  <a:lnTo>
                    <a:pt x="484" y="14770"/>
                  </a:lnTo>
                  <a:lnTo>
                    <a:pt x="2629" y="12625"/>
                  </a:lnTo>
                  <a:lnTo>
                    <a:pt x="3079" y="11042"/>
                  </a:lnTo>
                  <a:lnTo>
                    <a:pt x="1698" y="6211"/>
                  </a:lnTo>
                  <a:lnTo>
                    <a:pt x="3897" y="3193"/>
                  </a:lnTo>
                  <a:lnTo>
                    <a:pt x="6114" y="2869"/>
                  </a:lnTo>
                  <a:lnTo>
                    <a:pt x="802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9" name="ph8179"/>
            <p:cNvSpPr/>
            <p:nvPr/>
          </p:nvSpPr>
          <p:spPr>
            <a:xfrm>
              <a:off x="11290815" y="3189079"/>
              <a:ext cx="5084" cy="4586"/>
            </a:xfrm>
            <a:custGeom>
              <a:avLst/>
              <a:pathLst>
                <a:path w="5084" h="4586">
                  <a:moveTo>
                    <a:pt x="5084" y="0"/>
                  </a:moveTo>
                  <a:lnTo>
                    <a:pt x="4063" y="4586"/>
                  </a:lnTo>
                  <a:lnTo>
                    <a:pt x="915" y="3033"/>
                  </a:lnTo>
                  <a:lnTo>
                    <a:pt x="0" y="177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0" name="ph8180"/>
            <p:cNvSpPr/>
            <p:nvPr/>
          </p:nvSpPr>
          <p:spPr>
            <a:xfrm>
              <a:off x="11192464" y="3286117"/>
              <a:ext cx="10307" cy="12383"/>
            </a:xfrm>
            <a:custGeom>
              <a:avLst/>
              <a:pathLst>
                <a:path w="10307" h="12383">
                  <a:moveTo>
                    <a:pt x="9285" y="3003"/>
                  </a:moveTo>
                  <a:lnTo>
                    <a:pt x="10307" y="4214"/>
                  </a:lnTo>
                  <a:lnTo>
                    <a:pt x="9958" y="8177"/>
                  </a:lnTo>
                  <a:lnTo>
                    <a:pt x="4446" y="12383"/>
                  </a:lnTo>
                  <a:lnTo>
                    <a:pt x="1185" y="10189"/>
                  </a:lnTo>
                  <a:lnTo>
                    <a:pt x="0" y="7590"/>
                  </a:lnTo>
                  <a:lnTo>
                    <a:pt x="2581" y="5677"/>
                  </a:lnTo>
                  <a:lnTo>
                    <a:pt x="6554" y="5086"/>
                  </a:lnTo>
                  <a:lnTo>
                    <a:pt x="5923" y="2521"/>
                  </a:lnTo>
                  <a:lnTo>
                    <a:pt x="2758" y="1273"/>
                  </a:lnTo>
                  <a:lnTo>
                    <a:pt x="445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1" name="ph8181"/>
            <p:cNvSpPr/>
            <p:nvPr/>
          </p:nvSpPr>
          <p:spPr>
            <a:xfrm>
              <a:off x="11148384" y="3220776"/>
              <a:ext cx="8528" cy="9634"/>
            </a:xfrm>
            <a:custGeom>
              <a:avLst/>
              <a:pathLst>
                <a:path w="8528" h="9634">
                  <a:moveTo>
                    <a:pt x="6384" y="10"/>
                  </a:moveTo>
                  <a:lnTo>
                    <a:pt x="8293" y="1664"/>
                  </a:lnTo>
                  <a:lnTo>
                    <a:pt x="8528" y="6952"/>
                  </a:lnTo>
                  <a:lnTo>
                    <a:pt x="7154" y="9634"/>
                  </a:lnTo>
                  <a:lnTo>
                    <a:pt x="5811" y="7513"/>
                  </a:lnTo>
                  <a:lnTo>
                    <a:pt x="0" y="6298"/>
                  </a:lnTo>
                  <a:lnTo>
                    <a:pt x="486" y="5293"/>
                  </a:lnTo>
                  <a:lnTo>
                    <a:pt x="2025" y="3262"/>
                  </a:lnTo>
                  <a:lnTo>
                    <a:pt x="4453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2" name="ph8182"/>
            <p:cNvSpPr/>
            <p:nvPr/>
          </p:nvSpPr>
          <p:spPr>
            <a:xfrm>
              <a:off x="11167846" y="3115591"/>
              <a:ext cx="35225" cy="22411"/>
            </a:xfrm>
            <a:custGeom>
              <a:avLst/>
              <a:pathLst>
                <a:path w="35225" h="22411">
                  <a:moveTo>
                    <a:pt x="14339" y="524"/>
                  </a:moveTo>
                  <a:lnTo>
                    <a:pt x="17485" y="4653"/>
                  </a:lnTo>
                  <a:lnTo>
                    <a:pt x="22555" y="8359"/>
                  </a:lnTo>
                  <a:lnTo>
                    <a:pt x="29470" y="2142"/>
                  </a:lnTo>
                  <a:lnTo>
                    <a:pt x="35225" y="12773"/>
                  </a:lnTo>
                  <a:lnTo>
                    <a:pt x="27746" y="14275"/>
                  </a:lnTo>
                  <a:lnTo>
                    <a:pt x="24572" y="18022"/>
                  </a:lnTo>
                  <a:lnTo>
                    <a:pt x="26879" y="21017"/>
                  </a:lnTo>
                  <a:lnTo>
                    <a:pt x="22745" y="21838"/>
                  </a:lnTo>
                  <a:lnTo>
                    <a:pt x="19442" y="18081"/>
                  </a:lnTo>
                  <a:lnTo>
                    <a:pt x="12559" y="17251"/>
                  </a:lnTo>
                  <a:lnTo>
                    <a:pt x="7938" y="17865"/>
                  </a:lnTo>
                  <a:lnTo>
                    <a:pt x="3993" y="22411"/>
                  </a:lnTo>
                  <a:lnTo>
                    <a:pt x="3358" y="22245"/>
                  </a:lnTo>
                  <a:lnTo>
                    <a:pt x="0" y="16474"/>
                  </a:lnTo>
                  <a:lnTo>
                    <a:pt x="5445" y="9714"/>
                  </a:lnTo>
                  <a:lnTo>
                    <a:pt x="5584" y="1969"/>
                  </a:lnTo>
                  <a:lnTo>
                    <a:pt x="8113" y="1829"/>
                  </a:lnTo>
                  <a:lnTo>
                    <a:pt x="1105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3" name="ph8183"/>
            <p:cNvSpPr/>
            <p:nvPr/>
          </p:nvSpPr>
          <p:spPr>
            <a:xfrm>
              <a:off x="11224535" y="3039885"/>
              <a:ext cx="15722" cy="20389"/>
            </a:xfrm>
            <a:custGeom>
              <a:avLst/>
              <a:pathLst>
                <a:path w="15722" h="20389">
                  <a:moveTo>
                    <a:pt x="10586" y="4266"/>
                  </a:moveTo>
                  <a:lnTo>
                    <a:pt x="15722" y="7637"/>
                  </a:lnTo>
                  <a:lnTo>
                    <a:pt x="14646" y="9207"/>
                  </a:lnTo>
                  <a:lnTo>
                    <a:pt x="7893" y="13288"/>
                  </a:lnTo>
                  <a:lnTo>
                    <a:pt x="6956" y="19336"/>
                  </a:lnTo>
                  <a:lnTo>
                    <a:pt x="6044" y="20389"/>
                  </a:lnTo>
                  <a:lnTo>
                    <a:pt x="5019" y="20256"/>
                  </a:lnTo>
                  <a:lnTo>
                    <a:pt x="1283" y="17066"/>
                  </a:lnTo>
                  <a:lnTo>
                    <a:pt x="0" y="13363"/>
                  </a:lnTo>
                  <a:lnTo>
                    <a:pt x="916" y="11629"/>
                  </a:lnTo>
                  <a:lnTo>
                    <a:pt x="2819" y="13933"/>
                  </a:lnTo>
                  <a:lnTo>
                    <a:pt x="3742" y="12153"/>
                  </a:lnTo>
                  <a:lnTo>
                    <a:pt x="4922" y="7359"/>
                  </a:lnTo>
                  <a:lnTo>
                    <a:pt x="3685" y="3705"/>
                  </a:lnTo>
                  <a:lnTo>
                    <a:pt x="4178" y="3034"/>
                  </a:lnTo>
                  <a:lnTo>
                    <a:pt x="4193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4" name="ph8184"/>
            <p:cNvSpPr/>
            <p:nvPr/>
          </p:nvSpPr>
          <p:spPr>
            <a:xfrm>
              <a:off x="11210754" y="3156783"/>
              <a:ext cx="27939" cy="25870"/>
            </a:xfrm>
            <a:custGeom>
              <a:avLst/>
              <a:pathLst>
                <a:path w="27939" h="25870">
                  <a:moveTo>
                    <a:pt x="19036" y="1586"/>
                  </a:moveTo>
                  <a:lnTo>
                    <a:pt x="19967" y="2932"/>
                  </a:lnTo>
                  <a:lnTo>
                    <a:pt x="21429" y="3024"/>
                  </a:lnTo>
                  <a:lnTo>
                    <a:pt x="22874" y="4204"/>
                  </a:lnTo>
                  <a:lnTo>
                    <a:pt x="27939" y="10879"/>
                  </a:lnTo>
                  <a:lnTo>
                    <a:pt x="26764" y="11111"/>
                  </a:lnTo>
                  <a:lnTo>
                    <a:pt x="25582" y="13915"/>
                  </a:lnTo>
                  <a:lnTo>
                    <a:pt x="26545" y="15259"/>
                  </a:lnTo>
                  <a:lnTo>
                    <a:pt x="21442" y="18914"/>
                  </a:lnTo>
                  <a:lnTo>
                    <a:pt x="19414" y="22446"/>
                  </a:lnTo>
                  <a:lnTo>
                    <a:pt x="13035" y="25870"/>
                  </a:lnTo>
                  <a:lnTo>
                    <a:pt x="10261" y="24314"/>
                  </a:lnTo>
                  <a:lnTo>
                    <a:pt x="9805" y="23205"/>
                  </a:lnTo>
                  <a:lnTo>
                    <a:pt x="6809" y="22552"/>
                  </a:lnTo>
                  <a:lnTo>
                    <a:pt x="2001" y="19983"/>
                  </a:lnTo>
                  <a:lnTo>
                    <a:pt x="453" y="12793"/>
                  </a:lnTo>
                  <a:lnTo>
                    <a:pt x="0" y="8837"/>
                  </a:lnTo>
                  <a:lnTo>
                    <a:pt x="1318" y="4402"/>
                  </a:lnTo>
                  <a:lnTo>
                    <a:pt x="2725" y="2568"/>
                  </a:lnTo>
                  <a:lnTo>
                    <a:pt x="12450" y="1566"/>
                  </a:lnTo>
                  <a:lnTo>
                    <a:pt x="1446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5" name="ph8185"/>
            <p:cNvSpPr/>
            <p:nvPr/>
          </p:nvSpPr>
          <p:spPr>
            <a:xfrm>
              <a:off x="11174094" y="3145098"/>
              <a:ext cx="10366" cy="11574"/>
            </a:xfrm>
            <a:custGeom>
              <a:avLst/>
              <a:pathLst>
                <a:path w="10366" h="11574">
                  <a:moveTo>
                    <a:pt x="6683" y="329"/>
                  </a:moveTo>
                  <a:lnTo>
                    <a:pt x="9228" y="2729"/>
                  </a:lnTo>
                  <a:lnTo>
                    <a:pt x="10366" y="10048"/>
                  </a:lnTo>
                  <a:lnTo>
                    <a:pt x="4210" y="11574"/>
                  </a:lnTo>
                  <a:lnTo>
                    <a:pt x="3479" y="8242"/>
                  </a:lnTo>
                  <a:lnTo>
                    <a:pt x="0" y="2411"/>
                  </a:lnTo>
                  <a:lnTo>
                    <a:pt x="416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6" name="ph8186"/>
            <p:cNvSpPr/>
            <p:nvPr/>
          </p:nvSpPr>
          <p:spPr>
            <a:xfrm>
              <a:off x="11177211" y="3335921"/>
              <a:ext cx="9210" cy="9220"/>
            </a:xfrm>
            <a:custGeom>
              <a:avLst/>
              <a:pathLst>
                <a:path w="9210" h="9220">
                  <a:moveTo>
                    <a:pt x="6928" y="4964"/>
                  </a:moveTo>
                  <a:lnTo>
                    <a:pt x="9178" y="8163"/>
                  </a:lnTo>
                  <a:lnTo>
                    <a:pt x="9210" y="8994"/>
                  </a:lnTo>
                  <a:lnTo>
                    <a:pt x="8573" y="9220"/>
                  </a:lnTo>
                  <a:lnTo>
                    <a:pt x="5865" y="9054"/>
                  </a:lnTo>
                  <a:lnTo>
                    <a:pt x="4502" y="6987"/>
                  </a:lnTo>
                  <a:lnTo>
                    <a:pt x="0" y="4276"/>
                  </a:lnTo>
                  <a:lnTo>
                    <a:pt x="2777" y="1640"/>
                  </a:lnTo>
                  <a:lnTo>
                    <a:pt x="49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7" name="ph8187"/>
            <p:cNvSpPr/>
            <p:nvPr/>
          </p:nvSpPr>
          <p:spPr>
            <a:xfrm>
              <a:off x="11185216" y="3149730"/>
              <a:ext cx="10210" cy="10017"/>
            </a:xfrm>
            <a:custGeom>
              <a:avLst/>
              <a:pathLst>
                <a:path w="10210" h="10017">
                  <a:moveTo>
                    <a:pt x="9878" y="4611"/>
                  </a:moveTo>
                  <a:lnTo>
                    <a:pt x="6731" y="5699"/>
                  </a:lnTo>
                  <a:lnTo>
                    <a:pt x="2471" y="9086"/>
                  </a:lnTo>
                  <a:lnTo>
                    <a:pt x="1595" y="10017"/>
                  </a:lnTo>
                  <a:lnTo>
                    <a:pt x="0" y="8092"/>
                  </a:lnTo>
                  <a:lnTo>
                    <a:pt x="3899" y="2923"/>
                  </a:lnTo>
                  <a:lnTo>
                    <a:pt x="7506" y="764"/>
                  </a:lnTo>
                  <a:lnTo>
                    <a:pt x="102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8" name="ph8188"/>
            <p:cNvSpPr/>
            <p:nvPr/>
          </p:nvSpPr>
          <p:spPr>
            <a:xfrm>
              <a:off x="11228374" y="3261628"/>
              <a:ext cx="6701" cy="4714"/>
            </a:xfrm>
            <a:custGeom>
              <a:avLst/>
              <a:pathLst>
                <a:path w="6701" h="4714">
                  <a:moveTo>
                    <a:pt x="6688" y="1810"/>
                  </a:moveTo>
                  <a:lnTo>
                    <a:pt x="6701" y="4643"/>
                  </a:lnTo>
                  <a:lnTo>
                    <a:pt x="3811" y="2381"/>
                  </a:lnTo>
                  <a:lnTo>
                    <a:pt x="2580" y="2520"/>
                  </a:lnTo>
                  <a:lnTo>
                    <a:pt x="1111" y="4454"/>
                  </a:lnTo>
                  <a:lnTo>
                    <a:pt x="0" y="4714"/>
                  </a:lnTo>
                  <a:lnTo>
                    <a:pt x="427" y="1948"/>
                  </a:lnTo>
                  <a:lnTo>
                    <a:pt x="722" y="262"/>
                  </a:lnTo>
                  <a:lnTo>
                    <a:pt x="678" y="61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9" name="ph8189"/>
            <p:cNvSpPr/>
            <p:nvPr/>
          </p:nvSpPr>
          <p:spPr>
            <a:xfrm>
              <a:off x="11272602" y="3201620"/>
              <a:ext cx="11936" cy="8497"/>
            </a:xfrm>
            <a:custGeom>
              <a:avLst/>
              <a:pathLst>
                <a:path w="11936" h="8497">
                  <a:moveTo>
                    <a:pt x="9363" y="637"/>
                  </a:moveTo>
                  <a:lnTo>
                    <a:pt x="11936" y="4347"/>
                  </a:lnTo>
                  <a:lnTo>
                    <a:pt x="11767" y="7287"/>
                  </a:lnTo>
                  <a:lnTo>
                    <a:pt x="10355" y="8497"/>
                  </a:lnTo>
                  <a:lnTo>
                    <a:pt x="3472" y="3516"/>
                  </a:lnTo>
                  <a:lnTo>
                    <a:pt x="1539" y="3083"/>
                  </a:lnTo>
                  <a:lnTo>
                    <a:pt x="605" y="3556"/>
                  </a:lnTo>
                  <a:lnTo>
                    <a:pt x="0" y="1140"/>
                  </a:lnTo>
                  <a:lnTo>
                    <a:pt x="149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0" name="ph8190"/>
            <p:cNvSpPr/>
            <p:nvPr/>
          </p:nvSpPr>
          <p:spPr>
            <a:xfrm>
              <a:off x="11223213" y="3124026"/>
              <a:ext cx="5731" cy="11854"/>
            </a:xfrm>
            <a:custGeom>
              <a:avLst/>
              <a:pathLst>
                <a:path w="5731" h="11854">
                  <a:moveTo>
                    <a:pt x="3491" y="849"/>
                  </a:moveTo>
                  <a:lnTo>
                    <a:pt x="5731" y="4565"/>
                  </a:lnTo>
                  <a:lnTo>
                    <a:pt x="2331" y="7046"/>
                  </a:lnTo>
                  <a:lnTo>
                    <a:pt x="3066" y="9167"/>
                  </a:lnTo>
                  <a:lnTo>
                    <a:pt x="0" y="11854"/>
                  </a:lnTo>
                  <a:lnTo>
                    <a:pt x="72" y="9033"/>
                  </a:lnTo>
                  <a:lnTo>
                    <a:pt x="1887" y="2294"/>
                  </a:lnTo>
                  <a:lnTo>
                    <a:pt x="176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1" name="ph8191"/>
            <p:cNvSpPr/>
            <p:nvPr/>
          </p:nvSpPr>
          <p:spPr>
            <a:xfrm>
              <a:off x="11194222" y="3094595"/>
              <a:ext cx="7590" cy="10517"/>
            </a:xfrm>
            <a:custGeom>
              <a:avLst/>
              <a:pathLst>
                <a:path w="7590" h="10517">
                  <a:moveTo>
                    <a:pt x="7590" y="405"/>
                  </a:moveTo>
                  <a:lnTo>
                    <a:pt x="5768" y="3023"/>
                  </a:lnTo>
                  <a:lnTo>
                    <a:pt x="5872" y="4991"/>
                  </a:lnTo>
                  <a:lnTo>
                    <a:pt x="7491" y="5721"/>
                  </a:lnTo>
                  <a:lnTo>
                    <a:pt x="4260" y="10517"/>
                  </a:lnTo>
                  <a:lnTo>
                    <a:pt x="1211" y="8111"/>
                  </a:lnTo>
                  <a:lnTo>
                    <a:pt x="0" y="2751"/>
                  </a:lnTo>
                  <a:lnTo>
                    <a:pt x="4612" y="2174"/>
                  </a:lnTo>
                  <a:lnTo>
                    <a:pt x="711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2" name="ph8192"/>
            <p:cNvSpPr/>
            <p:nvPr/>
          </p:nvSpPr>
          <p:spPr>
            <a:xfrm>
              <a:off x="11140965" y="3254709"/>
              <a:ext cx="12311" cy="3037"/>
            </a:xfrm>
            <a:custGeom>
              <a:avLst/>
              <a:pathLst>
                <a:path w="12311" h="3037">
                  <a:moveTo>
                    <a:pt x="9884" y="659"/>
                  </a:moveTo>
                  <a:lnTo>
                    <a:pt x="12311" y="3037"/>
                  </a:lnTo>
                  <a:lnTo>
                    <a:pt x="7136" y="2116"/>
                  </a:lnTo>
                  <a:lnTo>
                    <a:pt x="601" y="2922"/>
                  </a:lnTo>
                  <a:lnTo>
                    <a:pt x="0" y="2447"/>
                  </a:lnTo>
                  <a:lnTo>
                    <a:pt x="998" y="1159"/>
                  </a:lnTo>
                  <a:lnTo>
                    <a:pt x="4684" y="1121"/>
                  </a:lnTo>
                  <a:lnTo>
                    <a:pt x="631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3" name="ph8193"/>
            <p:cNvSpPr/>
            <p:nvPr/>
          </p:nvSpPr>
          <p:spPr>
            <a:xfrm>
              <a:off x="11260516" y="3206868"/>
              <a:ext cx="11438" cy="13685"/>
            </a:xfrm>
            <a:custGeom>
              <a:avLst/>
              <a:pathLst>
                <a:path w="11438" h="13685">
                  <a:moveTo>
                    <a:pt x="2776" y="163"/>
                  </a:moveTo>
                  <a:lnTo>
                    <a:pt x="5778" y="2479"/>
                  </a:lnTo>
                  <a:lnTo>
                    <a:pt x="11438" y="3219"/>
                  </a:lnTo>
                  <a:lnTo>
                    <a:pt x="10329" y="5521"/>
                  </a:lnTo>
                  <a:lnTo>
                    <a:pt x="11084" y="10211"/>
                  </a:lnTo>
                  <a:lnTo>
                    <a:pt x="10809" y="11567"/>
                  </a:lnTo>
                  <a:lnTo>
                    <a:pt x="9749" y="12364"/>
                  </a:lnTo>
                  <a:lnTo>
                    <a:pt x="6453" y="13685"/>
                  </a:lnTo>
                  <a:lnTo>
                    <a:pt x="4077" y="13271"/>
                  </a:lnTo>
                  <a:lnTo>
                    <a:pt x="1668" y="8860"/>
                  </a:lnTo>
                  <a:lnTo>
                    <a:pt x="0" y="1804"/>
                  </a:lnTo>
                  <a:lnTo>
                    <a:pt x="96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4" name="ph8194"/>
            <p:cNvSpPr/>
            <p:nvPr/>
          </p:nvSpPr>
          <p:spPr>
            <a:xfrm>
              <a:off x="11138283" y="3225063"/>
              <a:ext cx="6338" cy="8987"/>
            </a:xfrm>
            <a:custGeom>
              <a:avLst/>
              <a:pathLst>
                <a:path w="6338" h="8987">
                  <a:moveTo>
                    <a:pt x="4467" y="423"/>
                  </a:moveTo>
                  <a:lnTo>
                    <a:pt x="6338" y="4608"/>
                  </a:lnTo>
                  <a:lnTo>
                    <a:pt x="6213" y="7933"/>
                  </a:lnTo>
                  <a:lnTo>
                    <a:pt x="3103" y="8987"/>
                  </a:lnTo>
                  <a:lnTo>
                    <a:pt x="1278" y="6203"/>
                  </a:lnTo>
                  <a:lnTo>
                    <a:pt x="0" y="1450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5" name="ph8195"/>
            <p:cNvSpPr/>
            <p:nvPr/>
          </p:nvSpPr>
          <p:spPr>
            <a:xfrm>
              <a:off x="11149141" y="3278738"/>
              <a:ext cx="23579" cy="13550"/>
            </a:xfrm>
            <a:custGeom>
              <a:avLst/>
              <a:pathLst>
                <a:path w="23579" h="13550">
                  <a:moveTo>
                    <a:pt x="23579" y="5377"/>
                  </a:moveTo>
                  <a:lnTo>
                    <a:pt x="22320" y="5870"/>
                  </a:lnTo>
                  <a:lnTo>
                    <a:pt x="20652" y="8619"/>
                  </a:lnTo>
                  <a:lnTo>
                    <a:pt x="18195" y="9933"/>
                  </a:lnTo>
                  <a:lnTo>
                    <a:pt x="13154" y="8654"/>
                  </a:lnTo>
                  <a:lnTo>
                    <a:pt x="7412" y="13550"/>
                  </a:lnTo>
                  <a:lnTo>
                    <a:pt x="5245" y="11451"/>
                  </a:lnTo>
                  <a:lnTo>
                    <a:pt x="2718" y="8901"/>
                  </a:lnTo>
                  <a:lnTo>
                    <a:pt x="0" y="3462"/>
                  </a:lnTo>
                  <a:lnTo>
                    <a:pt x="1813" y="1765"/>
                  </a:lnTo>
                  <a:lnTo>
                    <a:pt x="4765" y="773"/>
                  </a:lnTo>
                  <a:lnTo>
                    <a:pt x="1482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6" name="ph8196"/>
            <p:cNvSpPr/>
            <p:nvPr/>
          </p:nvSpPr>
          <p:spPr>
            <a:xfrm>
              <a:off x="11259281" y="3276444"/>
              <a:ext cx="29643" cy="28551"/>
            </a:xfrm>
            <a:custGeom>
              <a:avLst/>
              <a:pathLst>
                <a:path w="29643" h="28551">
                  <a:moveTo>
                    <a:pt x="11255" y="764"/>
                  </a:moveTo>
                  <a:lnTo>
                    <a:pt x="19317" y="6297"/>
                  </a:lnTo>
                  <a:lnTo>
                    <a:pt x="25546" y="9053"/>
                  </a:lnTo>
                  <a:lnTo>
                    <a:pt x="27143" y="8465"/>
                  </a:lnTo>
                  <a:lnTo>
                    <a:pt x="27993" y="9767"/>
                  </a:lnTo>
                  <a:lnTo>
                    <a:pt x="29643" y="16795"/>
                  </a:lnTo>
                  <a:lnTo>
                    <a:pt x="27755" y="16573"/>
                  </a:lnTo>
                  <a:lnTo>
                    <a:pt x="25381" y="16295"/>
                  </a:lnTo>
                  <a:lnTo>
                    <a:pt x="24564" y="27877"/>
                  </a:lnTo>
                  <a:lnTo>
                    <a:pt x="22629" y="26957"/>
                  </a:lnTo>
                  <a:lnTo>
                    <a:pt x="19197" y="25940"/>
                  </a:lnTo>
                  <a:lnTo>
                    <a:pt x="14745" y="28551"/>
                  </a:lnTo>
                  <a:lnTo>
                    <a:pt x="8403" y="22808"/>
                  </a:lnTo>
                  <a:lnTo>
                    <a:pt x="2905" y="10122"/>
                  </a:lnTo>
                  <a:lnTo>
                    <a:pt x="2395" y="10433"/>
                  </a:lnTo>
                  <a:lnTo>
                    <a:pt x="2869" y="8271"/>
                  </a:lnTo>
                  <a:lnTo>
                    <a:pt x="0" y="4520"/>
                  </a:lnTo>
                  <a:lnTo>
                    <a:pt x="2652" y="2712"/>
                  </a:lnTo>
                  <a:lnTo>
                    <a:pt x="911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7" name="ph8197"/>
            <p:cNvSpPr/>
            <p:nvPr/>
          </p:nvSpPr>
          <p:spPr>
            <a:xfrm>
              <a:off x="11111354" y="3137228"/>
              <a:ext cx="14179" cy="17087"/>
            </a:xfrm>
            <a:custGeom>
              <a:avLst/>
              <a:pathLst>
                <a:path w="14179" h="17087">
                  <a:moveTo>
                    <a:pt x="5318" y="2450"/>
                  </a:moveTo>
                  <a:lnTo>
                    <a:pt x="5838" y="4202"/>
                  </a:lnTo>
                  <a:lnTo>
                    <a:pt x="5434" y="5282"/>
                  </a:lnTo>
                  <a:lnTo>
                    <a:pt x="6812" y="6390"/>
                  </a:lnTo>
                  <a:lnTo>
                    <a:pt x="14179" y="7144"/>
                  </a:lnTo>
                  <a:lnTo>
                    <a:pt x="12533" y="10131"/>
                  </a:lnTo>
                  <a:lnTo>
                    <a:pt x="10729" y="11801"/>
                  </a:lnTo>
                  <a:lnTo>
                    <a:pt x="11396" y="13848"/>
                  </a:lnTo>
                  <a:lnTo>
                    <a:pt x="12580" y="16512"/>
                  </a:lnTo>
                  <a:lnTo>
                    <a:pt x="6361" y="17087"/>
                  </a:lnTo>
                  <a:lnTo>
                    <a:pt x="2473" y="14078"/>
                  </a:lnTo>
                  <a:lnTo>
                    <a:pt x="0" y="7769"/>
                  </a:lnTo>
                  <a:lnTo>
                    <a:pt x="893" y="3908"/>
                  </a:lnTo>
                  <a:lnTo>
                    <a:pt x="2611" y="1605"/>
                  </a:lnTo>
                  <a:lnTo>
                    <a:pt x="292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8" name="ph8198"/>
            <p:cNvSpPr/>
            <p:nvPr/>
          </p:nvSpPr>
          <p:spPr>
            <a:xfrm>
              <a:off x="11368918" y="3360394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9" name="ph8199"/>
            <p:cNvSpPr/>
            <p:nvPr/>
          </p:nvSpPr>
          <p:spPr>
            <a:xfrm>
              <a:off x="11353436" y="3345655"/>
              <a:ext cx="22673" cy="19486"/>
            </a:xfrm>
            <a:custGeom>
              <a:avLst/>
              <a:pathLst>
                <a:path w="22673" h="19486">
                  <a:moveTo>
                    <a:pt x="11231" y="15937"/>
                  </a:moveTo>
                  <a:lnTo>
                    <a:pt x="6015" y="18134"/>
                  </a:lnTo>
                  <a:lnTo>
                    <a:pt x="0" y="19486"/>
                  </a:lnTo>
                  <a:lnTo>
                    <a:pt x="1067" y="9736"/>
                  </a:lnTo>
                  <a:lnTo>
                    <a:pt x="5001" y="8942"/>
                  </a:lnTo>
                  <a:lnTo>
                    <a:pt x="13068" y="4920"/>
                  </a:lnTo>
                  <a:lnTo>
                    <a:pt x="19526" y="0"/>
                  </a:lnTo>
                  <a:lnTo>
                    <a:pt x="22673" y="11754"/>
                  </a:lnTo>
                  <a:lnTo>
                    <a:pt x="16360" y="1276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0" name="ph8200"/>
            <p:cNvSpPr/>
            <p:nvPr/>
          </p:nvSpPr>
          <p:spPr>
            <a:xfrm>
              <a:off x="11314738" y="3219414"/>
              <a:ext cx="14939" cy="11176"/>
            </a:xfrm>
            <a:custGeom>
              <a:avLst/>
              <a:pathLst>
                <a:path w="14939" h="11176">
                  <a:moveTo>
                    <a:pt x="9658" y="1263"/>
                  </a:moveTo>
                  <a:lnTo>
                    <a:pt x="11655" y="3090"/>
                  </a:lnTo>
                  <a:lnTo>
                    <a:pt x="12996" y="3293"/>
                  </a:lnTo>
                  <a:lnTo>
                    <a:pt x="14939" y="8365"/>
                  </a:lnTo>
                  <a:lnTo>
                    <a:pt x="14558" y="11176"/>
                  </a:lnTo>
                  <a:lnTo>
                    <a:pt x="13275" y="10849"/>
                  </a:lnTo>
                  <a:lnTo>
                    <a:pt x="11223" y="8894"/>
                  </a:lnTo>
                  <a:lnTo>
                    <a:pt x="7133" y="6677"/>
                  </a:lnTo>
                  <a:lnTo>
                    <a:pt x="3970" y="6462"/>
                  </a:lnTo>
                  <a:lnTo>
                    <a:pt x="0" y="4003"/>
                  </a:lnTo>
                  <a:lnTo>
                    <a:pt x="3443" y="2796"/>
                  </a:lnTo>
                  <a:lnTo>
                    <a:pt x="347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1" name="ph8201"/>
            <p:cNvSpPr/>
            <p:nvPr/>
          </p:nvSpPr>
          <p:spPr>
            <a:xfrm>
              <a:off x="11075542" y="3126886"/>
              <a:ext cx="17203" cy="15438"/>
            </a:xfrm>
            <a:custGeom>
              <a:avLst/>
              <a:pathLst>
                <a:path w="17203" h="15438">
                  <a:moveTo>
                    <a:pt x="6542" y="709"/>
                  </a:moveTo>
                  <a:lnTo>
                    <a:pt x="5387" y="1716"/>
                  </a:lnTo>
                  <a:lnTo>
                    <a:pt x="5516" y="3416"/>
                  </a:lnTo>
                  <a:lnTo>
                    <a:pt x="8023" y="6240"/>
                  </a:lnTo>
                  <a:lnTo>
                    <a:pt x="9818" y="5193"/>
                  </a:lnTo>
                  <a:lnTo>
                    <a:pt x="10773" y="3488"/>
                  </a:lnTo>
                  <a:lnTo>
                    <a:pt x="13352" y="6420"/>
                  </a:lnTo>
                  <a:lnTo>
                    <a:pt x="17203" y="8237"/>
                  </a:lnTo>
                  <a:lnTo>
                    <a:pt x="16791" y="15438"/>
                  </a:lnTo>
                  <a:lnTo>
                    <a:pt x="8185" y="11270"/>
                  </a:lnTo>
                  <a:lnTo>
                    <a:pt x="7387" y="8835"/>
                  </a:lnTo>
                  <a:lnTo>
                    <a:pt x="7992" y="6675"/>
                  </a:lnTo>
                  <a:lnTo>
                    <a:pt x="4894" y="5699"/>
                  </a:lnTo>
                  <a:lnTo>
                    <a:pt x="176" y="65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2" name="ph8202"/>
            <p:cNvSpPr/>
            <p:nvPr/>
          </p:nvSpPr>
          <p:spPr>
            <a:xfrm>
              <a:off x="11244766" y="3150550"/>
              <a:ext cx="35710" cy="22270"/>
            </a:xfrm>
            <a:custGeom>
              <a:avLst/>
              <a:pathLst>
                <a:path w="35710" h="22270">
                  <a:moveTo>
                    <a:pt x="35710" y="1801"/>
                  </a:moveTo>
                  <a:lnTo>
                    <a:pt x="33019" y="4988"/>
                  </a:lnTo>
                  <a:lnTo>
                    <a:pt x="33147" y="7779"/>
                  </a:lnTo>
                  <a:lnTo>
                    <a:pt x="33776" y="8298"/>
                  </a:lnTo>
                  <a:lnTo>
                    <a:pt x="33143" y="14490"/>
                  </a:lnTo>
                  <a:lnTo>
                    <a:pt x="28072" y="17508"/>
                  </a:lnTo>
                  <a:lnTo>
                    <a:pt x="25442" y="17479"/>
                  </a:lnTo>
                  <a:lnTo>
                    <a:pt x="21700" y="19216"/>
                  </a:lnTo>
                  <a:lnTo>
                    <a:pt x="19395" y="21296"/>
                  </a:lnTo>
                  <a:lnTo>
                    <a:pt x="16014" y="21693"/>
                  </a:lnTo>
                  <a:lnTo>
                    <a:pt x="11270" y="20839"/>
                  </a:lnTo>
                  <a:lnTo>
                    <a:pt x="4488" y="22211"/>
                  </a:lnTo>
                  <a:lnTo>
                    <a:pt x="1540" y="22270"/>
                  </a:lnTo>
                  <a:lnTo>
                    <a:pt x="336" y="21521"/>
                  </a:lnTo>
                  <a:lnTo>
                    <a:pt x="0" y="19949"/>
                  </a:lnTo>
                  <a:lnTo>
                    <a:pt x="1675" y="16637"/>
                  </a:lnTo>
                  <a:lnTo>
                    <a:pt x="2832" y="18884"/>
                  </a:lnTo>
                  <a:lnTo>
                    <a:pt x="5274" y="19926"/>
                  </a:lnTo>
                  <a:lnTo>
                    <a:pt x="11597" y="16973"/>
                  </a:lnTo>
                  <a:lnTo>
                    <a:pt x="16108" y="17429"/>
                  </a:lnTo>
                  <a:lnTo>
                    <a:pt x="19023" y="16435"/>
                  </a:lnTo>
                  <a:lnTo>
                    <a:pt x="22999" y="12387"/>
                  </a:lnTo>
                  <a:lnTo>
                    <a:pt x="20009" y="10558"/>
                  </a:lnTo>
                  <a:lnTo>
                    <a:pt x="20517" y="9600"/>
                  </a:lnTo>
                  <a:lnTo>
                    <a:pt x="22272" y="7590"/>
                  </a:lnTo>
                  <a:lnTo>
                    <a:pt x="24677" y="7145"/>
                  </a:lnTo>
                  <a:lnTo>
                    <a:pt x="30203" y="3629"/>
                  </a:lnTo>
                  <a:lnTo>
                    <a:pt x="31474" y="976"/>
                  </a:lnTo>
                  <a:lnTo>
                    <a:pt x="339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3" name="ph8203"/>
            <p:cNvSpPr/>
            <p:nvPr/>
          </p:nvSpPr>
          <p:spPr>
            <a:xfrm>
              <a:off x="11067236" y="3185757"/>
              <a:ext cx="8490" cy="13265"/>
            </a:xfrm>
            <a:custGeom>
              <a:avLst/>
              <a:pathLst>
                <a:path w="8490" h="13265">
                  <a:moveTo>
                    <a:pt x="7733" y="611"/>
                  </a:moveTo>
                  <a:lnTo>
                    <a:pt x="8490" y="1953"/>
                  </a:lnTo>
                  <a:lnTo>
                    <a:pt x="7855" y="4838"/>
                  </a:lnTo>
                  <a:lnTo>
                    <a:pt x="4883" y="11409"/>
                  </a:lnTo>
                  <a:lnTo>
                    <a:pt x="0" y="13265"/>
                  </a:lnTo>
                  <a:lnTo>
                    <a:pt x="1743" y="7306"/>
                  </a:lnTo>
                  <a:lnTo>
                    <a:pt x="689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4" name="ph8204"/>
            <p:cNvSpPr/>
            <p:nvPr/>
          </p:nvSpPr>
          <p:spPr>
            <a:xfrm>
              <a:off x="11354365" y="3235113"/>
              <a:ext cx="18726" cy="14828"/>
            </a:xfrm>
            <a:custGeom>
              <a:avLst/>
              <a:pathLst>
                <a:path w="18726" h="14828">
                  <a:moveTo>
                    <a:pt x="10546" y="868"/>
                  </a:moveTo>
                  <a:lnTo>
                    <a:pt x="13406" y="4753"/>
                  </a:lnTo>
                  <a:lnTo>
                    <a:pt x="14428" y="4569"/>
                  </a:lnTo>
                  <a:lnTo>
                    <a:pt x="17781" y="6744"/>
                  </a:lnTo>
                  <a:lnTo>
                    <a:pt x="18726" y="9065"/>
                  </a:lnTo>
                  <a:lnTo>
                    <a:pt x="15842" y="10521"/>
                  </a:lnTo>
                  <a:lnTo>
                    <a:pt x="12604" y="10314"/>
                  </a:lnTo>
                  <a:lnTo>
                    <a:pt x="9110" y="12823"/>
                  </a:lnTo>
                  <a:lnTo>
                    <a:pt x="9557" y="14828"/>
                  </a:lnTo>
                  <a:lnTo>
                    <a:pt x="7855" y="13812"/>
                  </a:lnTo>
                  <a:lnTo>
                    <a:pt x="0" y="10205"/>
                  </a:lnTo>
                  <a:lnTo>
                    <a:pt x="816" y="6768"/>
                  </a:lnTo>
                  <a:lnTo>
                    <a:pt x="5600" y="2405"/>
                  </a:lnTo>
                  <a:lnTo>
                    <a:pt x="5728" y="1468"/>
                  </a:lnTo>
                  <a:lnTo>
                    <a:pt x="832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5" name="ph8205"/>
            <p:cNvSpPr/>
            <p:nvPr/>
          </p:nvSpPr>
          <p:spPr>
            <a:xfrm>
              <a:off x="11102376" y="3288055"/>
              <a:ext cx="37129" cy="21873"/>
            </a:xfrm>
            <a:custGeom>
              <a:avLst/>
              <a:pathLst>
                <a:path w="37129" h="21873">
                  <a:moveTo>
                    <a:pt x="22813" y="530"/>
                  </a:moveTo>
                  <a:lnTo>
                    <a:pt x="25922" y="1764"/>
                  </a:lnTo>
                  <a:lnTo>
                    <a:pt x="26823" y="1402"/>
                  </a:lnTo>
                  <a:lnTo>
                    <a:pt x="28326" y="3998"/>
                  </a:lnTo>
                  <a:lnTo>
                    <a:pt x="31240" y="4272"/>
                  </a:lnTo>
                  <a:lnTo>
                    <a:pt x="32783" y="5516"/>
                  </a:lnTo>
                  <a:lnTo>
                    <a:pt x="37129" y="13670"/>
                  </a:lnTo>
                  <a:lnTo>
                    <a:pt x="37068" y="16573"/>
                  </a:lnTo>
                  <a:lnTo>
                    <a:pt x="28272" y="21873"/>
                  </a:lnTo>
                  <a:lnTo>
                    <a:pt x="28016" y="20133"/>
                  </a:lnTo>
                  <a:lnTo>
                    <a:pt x="26774" y="18645"/>
                  </a:lnTo>
                  <a:lnTo>
                    <a:pt x="22877" y="17448"/>
                  </a:lnTo>
                  <a:lnTo>
                    <a:pt x="20562" y="18335"/>
                  </a:lnTo>
                  <a:lnTo>
                    <a:pt x="17646" y="16608"/>
                  </a:lnTo>
                  <a:lnTo>
                    <a:pt x="9767" y="17709"/>
                  </a:lnTo>
                  <a:lnTo>
                    <a:pt x="1393" y="17000"/>
                  </a:lnTo>
                  <a:lnTo>
                    <a:pt x="2402" y="10847"/>
                  </a:lnTo>
                  <a:lnTo>
                    <a:pt x="604" y="8753"/>
                  </a:lnTo>
                  <a:lnTo>
                    <a:pt x="0" y="7403"/>
                  </a:lnTo>
                  <a:lnTo>
                    <a:pt x="2236" y="5859"/>
                  </a:lnTo>
                  <a:lnTo>
                    <a:pt x="6274" y="4483"/>
                  </a:lnTo>
                  <a:lnTo>
                    <a:pt x="6908" y="3009"/>
                  </a:lnTo>
                  <a:lnTo>
                    <a:pt x="9167" y="3853"/>
                  </a:lnTo>
                  <a:lnTo>
                    <a:pt x="7363" y="495"/>
                  </a:lnTo>
                  <a:lnTo>
                    <a:pt x="1051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6" name="ph8206"/>
            <p:cNvSpPr/>
            <p:nvPr/>
          </p:nvSpPr>
          <p:spPr>
            <a:xfrm>
              <a:off x="11297708" y="3138587"/>
              <a:ext cx="29985" cy="39295"/>
            </a:xfrm>
            <a:custGeom>
              <a:avLst/>
              <a:pathLst>
                <a:path w="29985" h="39295">
                  <a:moveTo>
                    <a:pt x="16827" y="1009"/>
                  </a:moveTo>
                  <a:lnTo>
                    <a:pt x="17282" y="3671"/>
                  </a:lnTo>
                  <a:lnTo>
                    <a:pt x="19621" y="2357"/>
                  </a:lnTo>
                  <a:lnTo>
                    <a:pt x="21620" y="3555"/>
                  </a:lnTo>
                  <a:lnTo>
                    <a:pt x="22858" y="2679"/>
                  </a:lnTo>
                  <a:lnTo>
                    <a:pt x="25526" y="5335"/>
                  </a:lnTo>
                  <a:lnTo>
                    <a:pt x="24664" y="6944"/>
                  </a:lnTo>
                  <a:lnTo>
                    <a:pt x="24485" y="9831"/>
                  </a:lnTo>
                  <a:lnTo>
                    <a:pt x="26724" y="11234"/>
                  </a:lnTo>
                  <a:lnTo>
                    <a:pt x="25366" y="12787"/>
                  </a:lnTo>
                  <a:lnTo>
                    <a:pt x="24804" y="14214"/>
                  </a:lnTo>
                  <a:lnTo>
                    <a:pt x="28701" y="18657"/>
                  </a:lnTo>
                  <a:lnTo>
                    <a:pt x="29985" y="24334"/>
                  </a:lnTo>
                  <a:lnTo>
                    <a:pt x="26188" y="30566"/>
                  </a:lnTo>
                  <a:lnTo>
                    <a:pt x="25647" y="33854"/>
                  </a:lnTo>
                  <a:lnTo>
                    <a:pt x="26369" y="35823"/>
                  </a:lnTo>
                  <a:lnTo>
                    <a:pt x="25956" y="38643"/>
                  </a:lnTo>
                  <a:lnTo>
                    <a:pt x="25059" y="39295"/>
                  </a:lnTo>
                  <a:lnTo>
                    <a:pt x="19545" y="38453"/>
                  </a:lnTo>
                  <a:lnTo>
                    <a:pt x="18089" y="37476"/>
                  </a:lnTo>
                  <a:lnTo>
                    <a:pt x="14661" y="35162"/>
                  </a:lnTo>
                  <a:lnTo>
                    <a:pt x="14425" y="31879"/>
                  </a:lnTo>
                  <a:lnTo>
                    <a:pt x="7529" y="27584"/>
                  </a:lnTo>
                  <a:lnTo>
                    <a:pt x="5772" y="27731"/>
                  </a:lnTo>
                  <a:lnTo>
                    <a:pt x="2506" y="25045"/>
                  </a:lnTo>
                  <a:lnTo>
                    <a:pt x="2996" y="23125"/>
                  </a:lnTo>
                  <a:lnTo>
                    <a:pt x="2109" y="20821"/>
                  </a:lnTo>
                  <a:lnTo>
                    <a:pt x="29" y="19599"/>
                  </a:lnTo>
                  <a:lnTo>
                    <a:pt x="146" y="18158"/>
                  </a:lnTo>
                  <a:lnTo>
                    <a:pt x="1056" y="17789"/>
                  </a:lnTo>
                  <a:lnTo>
                    <a:pt x="1656" y="14747"/>
                  </a:lnTo>
                  <a:lnTo>
                    <a:pt x="0" y="11400"/>
                  </a:lnTo>
                  <a:lnTo>
                    <a:pt x="3119" y="9191"/>
                  </a:lnTo>
                  <a:lnTo>
                    <a:pt x="4418" y="6592"/>
                  </a:lnTo>
                  <a:lnTo>
                    <a:pt x="10179" y="4528"/>
                  </a:lnTo>
                  <a:lnTo>
                    <a:pt x="1585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7" name="ph8207"/>
            <p:cNvSpPr/>
            <p:nvPr/>
          </p:nvSpPr>
          <p:spPr>
            <a:xfrm>
              <a:off x="11352686" y="3236558"/>
              <a:ext cx="30627" cy="44134"/>
            </a:xfrm>
            <a:custGeom>
              <a:avLst/>
              <a:pathLst>
                <a:path w="30627" h="44134">
                  <a:moveTo>
                    <a:pt x="26490" y="2801"/>
                  </a:moveTo>
                  <a:lnTo>
                    <a:pt x="27459" y="4004"/>
                  </a:lnTo>
                  <a:lnTo>
                    <a:pt x="29091" y="6280"/>
                  </a:lnTo>
                  <a:lnTo>
                    <a:pt x="30627" y="12046"/>
                  </a:lnTo>
                  <a:lnTo>
                    <a:pt x="29425" y="13682"/>
                  </a:lnTo>
                  <a:lnTo>
                    <a:pt x="24547" y="14922"/>
                  </a:lnTo>
                  <a:lnTo>
                    <a:pt x="21811" y="16568"/>
                  </a:lnTo>
                  <a:lnTo>
                    <a:pt x="23838" y="18812"/>
                  </a:lnTo>
                  <a:lnTo>
                    <a:pt x="24800" y="23819"/>
                  </a:lnTo>
                  <a:lnTo>
                    <a:pt x="22647" y="27680"/>
                  </a:lnTo>
                  <a:lnTo>
                    <a:pt x="22667" y="32549"/>
                  </a:lnTo>
                  <a:lnTo>
                    <a:pt x="26329" y="36461"/>
                  </a:lnTo>
                  <a:lnTo>
                    <a:pt x="21255" y="42450"/>
                  </a:lnTo>
                  <a:lnTo>
                    <a:pt x="17725" y="41627"/>
                  </a:lnTo>
                  <a:lnTo>
                    <a:pt x="16586" y="42947"/>
                  </a:lnTo>
                  <a:lnTo>
                    <a:pt x="16592" y="44134"/>
                  </a:lnTo>
                  <a:lnTo>
                    <a:pt x="15273" y="43469"/>
                  </a:lnTo>
                  <a:lnTo>
                    <a:pt x="11975" y="38763"/>
                  </a:lnTo>
                  <a:lnTo>
                    <a:pt x="6623" y="35669"/>
                  </a:lnTo>
                  <a:lnTo>
                    <a:pt x="2114" y="34854"/>
                  </a:lnTo>
                  <a:lnTo>
                    <a:pt x="0" y="33690"/>
                  </a:lnTo>
                  <a:lnTo>
                    <a:pt x="6122" y="29708"/>
                  </a:lnTo>
                  <a:lnTo>
                    <a:pt x="9199" y="28595"/>
                  </a:lnTo>
                  <a:lnTo>
                    <a:pt x="12811" y="24910"/>
                  </a:lnTo>
                  <a:lnTo>
                    <a:pt x="12975" y="19798"/>
                  </a:lnTo>
                  <a:lnTo>
                    <a:pt x="11950" y="19309"/>
                  </a:lnTo>
                  <a:lnTo>
                    <a:pt x="11393" y="17340"/>
                  </a:lnTo>
                  <a:lnTo>
                    <a:pt x="12762" y="15836"/>
                  </a:lnTo>
                  <a:lnTo>
                    <a:pt x="11235" y="13383"/>
                  </a:lnTo>
                  <a:lnTo>
                    <a:pt x="10789" y="11378"/>
                  </a:lnTo>
                  <a:lnTo>
                    <a:pt x="14282" y="8869"/>
                  </a:lnTo>
                  <a:lnTo>
                    <a:pt x="17520" y="9076"/>
                  </a:lnTo>
                  <a:lnTo>
                    <a:pt x="17680" y="10430"/>
                  </a:lnTo>
                  <a:lnTo>
                    <a:pt x="20241" y="10911"/>
                  </a:lnTo>
                  <a:lnTo>
                    <a:pt x="22407" y="9901"/>
                  </a:lnTo>
                  <a:lnTo>
                    <a:pt x="23682" y="11028"/>
                  </a:lnTo>
                  <a:lnTo>
                    <a:pt x="25393" y="6486"/>
                  </a:lnTo>
                  <a:lnTo>
                    <a:pt x="22812" y="4811"/>
                  </a:lnTo>
                  <a:lnTo>
                    <a:pt x="21405" y="6225"/>
                  </a:lnTo>
                  <a:lnTo>
                    <a:pt x="19460" y="5299"/>
                  </a:lnTo>
                  <a:lnTo>
                    <a:pt x="16107" y="3124"/>
                  </a:lnTo>
                  <a:lnTo>
                    <a:pt x="20310" y="0"/>
                  </a:lnTo>
                  <a:lnTo>
                    <a:pt x="25738" y="5602"/>
                  </a:lnTo>
                  <a:close/>
                  <a:moveTo>
                    <a:pt x="14378" y="29465"/>
                  </a:moveTo>
                  <a:lnTo>
                    <a:pt x="15836" y="30018"/>
                  </a:lnTo>
                  <a:lnTo>
                    <a:pt x="17429" y="26751"/>
                  </a:lnTo>
                  <a:lnTo>
                    <a:pt x="17253" y="25948"/>
                  </a:lnTo>
                  <a:lnTo>
                    <a:pt x="15919" y="25698"/>
                  </a:lnTo>
                  <a:lnTo>
                    <a:pt x="12652" y="2738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8" name="ph8208"/>
            <p:cNvSpPr/>
            <p:nvPr/>
          </p:nvSpPr>
          <p:spPr>
            <a:xfrm>
              <a:off x="11279808" y="3183562"/>
              <a:ext cx="7647" cy="7720"/>
            </a:xfrm>
            <a:custGeom>
              <a:avLst/>
              <a:pathLst>
                <a:path w="7647" h="7720">
                  <a:moveTo>
                    <a:pt x="7647" y="2854"/>
                  </a:moveTo>
                  <a:lnTo>
                    <a:pt x="4400" y="7440"/>
                  </a:lnTo>
                  <a:lnTo>
                    <a:pt x="2003" y="7720"/>
                  </a:lnTo>
                  <a:lnTo>
                    <a:pt x="0" y="4882"/>
                  </a:lnTo>
                  <a:lnTo>
                    <a:pt x="1746" y="4182"/>
                  </a:lnTo>
                  <a:lnTo>
                    <a:pt x="3961" y="653"/>
                  </a:lnTo>
                  <a:lnTo>
                    <a:pt x="509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9" name="ph8209"/>
            <p:cNvSpPr/>
            <p:nvPr/>
          </p:nvSpPr>
          <p:spPr>
            <a:xfrm>
              <a:off x="11388054" y="3264858"/>
              <a:ext cx="22755" cy="22521"/>
            </a:xfrm>
            <a:custGeom>
              <a:avLst/>
              <a:pathLst>
                <a:path w="22755" h="22521">
                  <a:moveTo>
                    <a:pt x="15982" y="0"/>
                  </a:moveTo>
                  <a:lnTo>
                    <a:pt x="20162" y="1442"/>
                  </a:lnTo>
                  <a:lnTo>
                    <a:pt x="20819" y="11976"/>
                  </a:lnTo>
                  <a:lnTo>
                    <a:pt x="22382" y="13301"/>
                  </a:lnTo>
                  <a:lnTo>
                    <a:pt x="22755" y="14502"/>
                  </a:lnTo>
                  <a:lnTo>
                    <a:pt x="22545" y="20402"/>
                  </a:lnTo>
                  <a:lnTo>
                    <a:pt x="20866" y="22521"/>
                  </a:lnTo>
                  <a:lnTo>
                    <a:pt x="13482" y="21802"/>
                  </a:lnTo>
                  <a:lnTo>
                    <a:pt x="5753" y="18508"/>
                  </a:lnTo>
                  <a:lnTo>
                    <a:pt x="4297" y="15274"/>
                  </a:lnTo>
                  <a:lnTo>
                    <a:pt x="0" y="15575"/>
                  </a:lnTo>
                  <a:lnTo>
                    <a:pt x="355" y="11840"/>
                  </a:lnTo>
                  <a:lnTo>
                    <a:pt x="2880" y="10403"/>
                  </a:lnTo>
                  <a:lnTo>
                    <a:pt x="5023" y="12047"/>
                  </a:lnTo>
                  <a:lnTo>
                    <a:pt x="7934" y="10442"/>
                  </a:lnTo>
                  <a:lnTo>
                    <a:pt x="8767" y="6098"/>
                  </a:lnTo>
                  <a:lnTo>
                    <a:pt x="14073" y="88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0" name="ph8210"/>
            <p:cNvSpPr/>
            <p:nvPr/>
          </p:nvSpPr>
          <p:spPr>
            <a:xfrm>
              <a:off x="11270265" y="3204703"/>
              <a:ext cx="14126" cy="18450"/>
            </a:xfrm>
            <a:custGeom>
              <a:avLst/>
              <a:pathLst>
                <a:path w="14126" h="18450">
                  <a:moveTo>
                    <a:pt x="5808" y="433"/>
                  </a:moveTo>
                  <a:lnTo>
                    <a:pt x="12691" y="5413"/>
                  </a:lnTo>
                  <a:lnTo>
                    <a:pt x="14126" y="8575"/>
                  </a:lnTo>
                  <a:lnTo>
                    <a:pt x="12196" y="9543"/>
                  </a:lnTo>
                  <a:lnTo>
                    <a:pt x="9741" y="9586"/>
                  </a:lnTo>
                  <a:lnTo>
                    <a:pt x="7297" y="8385"/>
                  </a:lnTo>
                  <a:lnTo>
                    <a:pt x="4886" y="11115"/>
                  </a:lnTo>
                  <a:lnTo>
                    <a:pt x="4366" y="12850"/>
                  </a:lnTo>
                  <a:lnTo>
                    <a:pt x="12048" y="12835"/>
                  </a:lnTo>
                  <a:lnTo>
                    <a:pt x="12263" y="13696"/>
                  </a:lnTo>
                  <a:lnTo>
                    <a:pt x="2867" y="18450"/>
                  </a:lnTo>
                  <a:lnTo>
                    <a:pt x="0" y="14529"/>
                  </a:lnTo>
                  <a:lnTo>
                    <a:pt x="1060" y="13731"/>
                  </a:lnTo>
                  <a:lnTo>
                    <a:pt x="1334" y="12376"/>
                  </a:lnTo>
                  <a:lnTo>
                    <a:pt x="580" y="7686"/>
                  </a:lnTo>
                  <a:lnTo>
                    <a:pt x="1689" y="5384"/>
                  </a:lnTo>
                  <a:lnTo>
                    <a:pt x="2941" y="473"/>
                  </a:lnTo>
                  <a:lnTo>
                    <a:pt x="387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1" name="ph8211"/>
            <p:cNvSpPr/>
            <p:nvPr/>
          </p:nvSpPr>
          <p:spPr>
            <a:xfrm>
              <a:off x="11049618" y="3296395"/>
              <a:ext cx="14068" cy="19344"/>
            </a:xfrm>
            <a:custGeom>
              <a:avLst/>
              <a:pathLst>
                <a:path w="14068" h="19344">
                  <a:moveTo>
                    <a:pt x="2783" y="1374"/>
                  </a:moveTo>
                  <a:lnTo>
                    <a:pt x="4043" y="2704"/>
                  </a:lnTo>
                  <a:lnTo>
                    <a:pt x="4666" y="6704"/>
                  </a:lnTo>
                  <a:lnTo>
                    <a:pt x="13375" y="6778"/>
                  </a:lnTo>
                  <a:lnTo>
                    <a:pt x="14068" y="10716"/>
                  </a:lnTo>
                  <a:lnTo>
                    <a:pt x="12835" y="10916"/>
                  </a:lnTo>
                  <a:lnTo>
                    <a:pt x="12590" y="11694"/>
                  </a:lnTo>
                  <a:lnTo>
                    <a:pt x="11625" y="19344"/>
                  </a:lnTo>
                  <a:lnTo>
                    <a:pt x="7384" y="18810"/>
                  </a:lnTo>
                  <a:lnTo>
                    <a:pt x="7492" y="12983"/>
                  </a:lnTo>
                  <a:lnTo>
                    <a:pt x="6281" y="13845"/>
                  </a:lnTo>
                  <a:lnTo>
                    <a:pt x="4738" y="13597"/>
                  </a:lnTo>
                  <a:lnTo>
                    <a:pt x="3111" y="11993"/>
                  </a:lnTo>
                  <a:lnTo>
                    <a:pt x="660" y="113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2" name="ph8212"/>
            <p:cNvSpPr/>
            <p:nvPr/>
          </p:nvSpPr>
          <p:spPr>
            <a:xfrm>
              <a:off x="11253939" y="3247636"/>
              <a:ext cx="24003" cy="27352"/>
            </a:xfrm>
            <a:custGeom>
              <a:avLst/>
              <a:pathLst>
                <a:path w="24003" h="27352">
                  <a:moveTo>
                    <a:pt x="15884" y="2014"/>
                  </a:moveTo>
                  <a:lnTo>
                    <a:pt x="22973" y="4858"/>
                  </a:lnTo>
                  <a:lnTo>
                    <a:pt x="24003" y="6787"/>
                  </a:lnTo>
                  <a:lnTo>
                    <a:pt x="21486" y="13440"/>
                  </a:lnTo>
                  <a:lnTo>
                    <a:pt x="19374" y="11647"/>
                  </a:lnTo>
                  <a:lnTo>
                    <a:pt x="14238" y="12464"/>
                  </a:lnTo>
                  <a:lnTo>
                    <a:pt x="13886" y="19276"/>
                  </a:lnTo>
                  <a:lnTo>
                    <a:pt x="15675" y="26406"/>
                  </a:lnTo>
                  <a:lnTo>
                    <a:pt x="15573" y="26857"/>
                  </a:lnTo>
                  <a:lnTo>
                    <a:pt x="14080" y="27352"/>
                  </a:lnTo>
                  <a:lnTo>
                    <a:pt x="14552" y="23744"/>
                  </a:lnTo>
                  <a:lnTo>
                    <a:pt x="13765" y="21810"/>
                  </a:lnTo>
                  <a:lnTo>
                    <a:pt x="8165" y="19185"/>
                  </a:lnTo>
                  <a:lnTo>
                    <a:pt x="9488" y="18385"/>
                  </a:lnTo>
                  <a:lnTo>
                    <a:pt x="0" y="8513"/>
                  </a:lnTo>
                  <a:lnTo>
                    <a:pt x="1691" y="6522"/>
                  </a:lnTo>
                  <a:lnTo>
                    <a:pt x="4006" y="7112"/>
                  </a:lnTo>
                  <a:lnTo>
                    <a:pt x="6757" y="7529"/>
                  </a:lnTo>
                  <a:lnTo>
                    <a:pt x="10994" y="10288"/>
                  </a:lnTo>
                  <a:lnTo>
                    <a:pt x="12418" y="9287"/>
                  </a:lnTo>
                  <a:lnTo>
                    <a:pt x="12467" y="1637"/>
                  </a:lnTo>
                  <a:lnTo>
                    <a:pt x="1333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3" name="ph8213"/>
            <p:cNvSpPr/>
            <p:nvPr/>
          </p:nvSpPr>
          <p:spPr>
            <a:xfrm>
              <a:off x="11107947" y="3120136"/>
              <a:ext cx="10128" cy="9352"/>
            </a:xfrm>
            <a:custGeom>
              <a:avLst/>
              <a:pathLst>
                <a:path w="10128" h="9352">
                  <a:moveTo>
                    <a:pt x="8780" y="999"/>
                  </a:moveTo>
                  <a:lnTo>
                    <a:pt x="10128" y="9352"/>
                  </a:lnTo>
                  <a:lnTo>
                    <a:pt x="2742" y="8842"/>
                  </a:lnTo>
                  <a:lnTo>
                    <a:pt x="0" y="6486"/>
                  </a:lnTo>
                  <a:lnTo>
                    <a:pt x="162" y="4422"/>
                  </a:lnTo>
                  <a:lnTo>
                    <a:pt x="1000" y="3181"/>
                  </a:lnTo>
                  <a:lnTo>
                    <a:pt x="4372" y="2109"/>
                  </a:lnTo>
                  <a:lnTo>
                    <a:pt x="5519" y="3078"/>
                  </a:lnTo>
                  <a:lnTo>
                    <a:pt x="7696" y="3274"/>
                  </a:lnTo>
                  <a:lnTo>
                    <a:pt x="7728" y="878"/>
                  </a:lnTo>
                  <a:lnTo>
                    <a:pt x="9111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4" name="ph8214"/>
            <p:cNvSpPr/>
            <p:nvPr/>
          </p:nvSpPr>
          <p:spPr>
            <a:xfrm>
              <a:off x="11227714" y="3261891"/>
              <a:ext cx="1381" cy="1685"/>
            </a:xfrm>
            <a:custGeom>
              <a:avLst/>
              <a:pathLst>
                <a:path w="1381" h="1685">
                  <a:moveTo>
                    <a:pt x="1381" y="0"/>
                  </a:moveTo>
                  <a:lnTo>
                    <a:pt x="1087" y="1685"/>
                  </a:lnTo>
                  <a:lnTo>
                    <a:pt x="0" y="165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5" name="ph8215"/>
            <p:cNvSpPr/>
            <p:nvPr/>
          </p:nvSpPr>
          <p:spPr>
            <a:xfrm>
              <a:off x="11196354" y="3166593"/>
              <a:ext cx="24661" cy="24179"/>
            </a:xfrm>
            <a:custGeom>
              <a:avLst/>
              <a:pathLst>
                <a:path w="24661" h="24179">
                  <a:moveTo>
                    <a:pt x="7565" y="1424"/>
                  </a:moveTo>
                  <a:lnTo>
                    <a:pt x="7002" y="1775"/>
                  </a:lnTo>
                  <a:lnTo>
                    <a:pt x="14853" y="2983"/>
                  </a:lnTo>
                  <a:lnTo>
                    <a:pt x="16401" y="10173"/>
                  </a:lnTo>
                  <a:lnTo>
                    <a:pt x="21209" y="12742"/>
                  </a:lnTo>
                  <a:lnTo>
                    <a:pt x="24205" y="13395"/>
                  </a:lnTo>
                  <a:lnTo>
                    <a:pt x="24661" y="14504"/>
                  </a:lnTo>
                  <a:lnTo>
                    <a:pt x="21450" y="14446"/>
                  </a:lnTo>
                  <a:lnTo>
                    <a:pt x="18164" y="16236"/>
                  </a:lnTo>
                  <a:lnTo>
                    <a:pt x="16073" y="19886"/>
                  </a:lnTo>
                  <a:lnTo>
                    <a:pt x="9602" y="24179"/>
                  </a:lnTo>
                  <a:lnTo>
                    <a:pt x="9186" y="22014"/>
                  </a:lnTo>
                  <a:lnTo>
                    <a:pt x="9691" y="19889"/>
                  </a:lnTo>
                  <a:lnTo>
                    <a:pt x="7576" y="15699"/>
                  </a:lnTo>
                  <a:lnTo>
                    <a:pt x="6135" y="9531"/>
                  </a:lnTo>
                  <a:lnTo>
                    <a:pt x="2452" y="7353"/>
                  </a:lnTo>
                  <a:lnTo>
                    <a:pt x="0" y="6123"/>
                  </a:lnTo>
                  <a:lnTo>
                    <a:pt x="804" y="3511"/>
                  </a:lnTo>
                  <a:lnTo>
                    <a:pt x="5337" y="426"/>
                  </a:lnTo>
                  <a:lnTo>
                    <a:pt x="676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6" name="ph8216"/>
            <p:cNvSpPr/>
            <p:nvPr/>
          </p:nvSpPr>
          <p:spPr>
            <a:xfrm>
              <a:off x="11151196" y="3186694"/>
              <a:ext cx="5280" cy="7312"/>
            </a:xfrm>
            <a:custGeom>
              <a:avLst/>
              <a:pathLst>
                <a:path w="5280" h="7312">
                  <a:moveTo>
                    <a:pt x="2319" y="392"/>
                  </a:moveTo>
                  <a:lnTo>
                    <a:pt x="4908" y="4438"/>
                  </a:lnTo>
                  <a:lnTo>
                    <a:pt x="5280" y="5790"/>
                  </a:lnTo>
                  <a:lnTo>
                    <a:pt x="4679" y="6432"/>
                  </a:lnTo>
                  <a:lnTo>
                    <a:pt x="1458" y="7312"/>
                  </a:lnTo>
                  <a:lnTo>
                    <a:pt x="323" y="4994"/>
                  </a:lnTo>
                  <a:lnTo>
                    <a:pt x="0" y="1942"/>
                  </a:lnTo>
                  <a:lnTo>
                    <a:pt x="64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7" name="ph8217"/>
            <p:cNvSpPr/>
            <p:nvPr/>
          </p:nvSpPr>
          <p:spPr>
            <a:xfrm>
              <a:off x="11252343" y="3357615"/>
              <a:ext cx="13649" cy="24909"/>
            </a:xfrm>
            <a:custGeom>
              <a:avLst/>
              <a:pathLst>
                <a:path w="13649" h="24909">
                  <a:moveTo>
                    <a:pt x="8194" y="0"/>
                  </a:moveTo>
                  <a:lnTo>
                    <a:pt x="12789" y="2283"/>
                  </a:lnTo>
                  <a:lnTo>
                    <a:pt x="13185" y="3688"/>
                  </a:lnTo>
                  <a:lnTo>
                    <a:pt x="13649" y="4581"/>
                  </a:lnTo>
                  <a:lnTo>
                    <a:pt x="10692" y="9413"/>
                  </a:lnTo>
                  <a:lnTo>
                    <a:pt x="11135" y="13724"/>
                  </a:lnTo>
                  <a:lnTo>
                    <a:pt x="11938" y="16952"/>
                  </a:lnTo>
                  <a:lnTo>
                    <a:pt x="11363" y="19356"/>
                  </a:lnTo>
                  <a:lnTo>
                    <a:pt x="9722" y="21827"/>
                  </a:lnTo>
                  <a:lnTo>
                    <a:pt x="6648" y="23098"/>
                  </a:lnTo>
                  <a:lnTo>
                    <a:pt x="2648" y="24909"/>
                  </a:lnTo>
                  <a:lnTo>
                    <a:pt x="0" y="19345"/>
                  </a:lnTo>
                  <a:lnTo>
                    <a:pt x="395" y="15993"/>
                  </a:lnTo>
                  <a:lnTo>
                    <a:pt x="636" y="14353"/>
                  </a:lnTo>
                  <a:lnTo>
                    <a:pt x="5312" y="6984"/>
                  </a:lnTo>
                  <a:lnTo>
                    <a:pt x="4356" y="867"/>
                  </a:lnTo>
                  <a:lnTo>
                    <a:pt x="7068" y="2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8" name="ph8218"/>
            <p:cNvSpPr/>
            <p:nvPr/>
          </p:nvSpPr>
          <p:spPr>
            <a:xfrm>
              <a:off x="11218085" y="3270194"/>
              <a:ext cx="30510" cy="34923"/>
            </a:xfrm>
            <a:custGeom>
              <a:avLst/>
              <a:pathLst>
                <a:path w="30510" h="34923">
                  <a:moveTo>
                    <a:pt x="11230" y="1466"/>
                  </a:moveTo>
                  <a:lnTo>
                    <a:pt x="13921" y="1312"/>
                  </a:lnTo>
                  <a:lnTo>
                    <a:pt x="14176" y="2394"/>
                  </a:lnTo>
                  <a:lnTo>
                    <a:pt x="13583" y="5308"/>
                  </a:lnTo>
                  <a:lnTo>
                    <a:pt x="15069" y="5248"/>
                  </a:lnTo>
                  <a:lnTo>
                    <a:pt x="14232" y="7676"/>
                  </a:lnTo>
                  <a:lnTo>
                    <a:pt x="12666" y="11470"/>
                  </a:lnTo>
                  <a:lnTo>
                    <a:pt x="16464" y="11188"/>
                  </a:lnTo>
                  <a:lnTo>
                    <a:pt x="16305" y="12414"/>
                  </a:lnTo>
                  <a:lnTo>
                    <a:pt x="22915" y="15228"/>
                  </a:lnTo>
                  <a:lnTo>
                    <a:pt x="24346" y="14468"/>
                  </a:lnTo>
                  <a:lnTo>
                    <a:pt x="23811" y="13790"/>
                  </a:lnTo>
                  <a:lnTo>
                    <a:pt x="24414" y="12919"/>
                  </a:lnTo>
                  <a:lnTo>
                    <a:pt x="28918" y="10619"/>
                  </a:lnTo>
                  <a:lnTo>
                    <a:pt x="30021" y="14084"/>
                  </a:lnTo>
                  <a:lnTo>
                    <a:pt x="29181" y="16089"/>
                  </a:lnTo>
                  <a:lnTo>
                    <a:pt x="30510" y="24850"/>
                  </a:lnTo>
                  <a:lnTo>
                    <a:pt x="28455" y="24925"/>
                  </a:lnTo>
                  <a:lnTo>
                    <a:pt x="21882" y="17726"/>
                  </a:lnTo>
                  <a:lnTo>
                    <a:pt x="19876" y="18015"/>
                  </a:lnTo>
                  <a:lnTo>
                    <a:pt x="20547" y="18748"/>
                  </a:lnTo>
                  <a:lnTo>
                    <a:pt x="20078" y="24426"/>
                  </a:lnTo>
                  <a:lnTo>
                    <a:pt x="17014" y="28251"/>
                  </a:lnTo>
                  <a:lnTo>
                    <a:pt x="17939" y="29318"/>
                  </a:lnTo>
                  <a:lnTo>
                    <a:pt x="14102" y="31445"/>
                  </a:lnTo>
                  <a:lnTo>
                    <a:pt x="9237" y="31406"/>
                  </a:lnTo>
                  <a:lnTo>
                    <a:pt x="6053" y="34179"/>
                  </a:lnTo>
                  <a:lnTo>
                    <a:pt x="3200" y="34923"/>
                  </a:lnTo>
                  <a:lnTo>
                    <a:pt x="1202" y="34389"/>
                  </a:lnTo>
                  <a:lnTo>
                    <a:pt x="630" y="33888"/>
                  </a:lnTo>
                  <a:lnTo>
                    <a:pt x="0" y="30397"/>
                  </a:lnTo>
                  <a:lnTo>
                    <a:pt x="7480" y="31158"/>
                  </a:lnTo>
                  <a:lnTo>
                    <a:pt x="12242" y="30043"/>
                  </a:lnTo>
                  <a:lnTo>
                    <a:pt x="12203" y="28614"/>
                  </a:lnTo>
                  <a:lnTo>
                    <a:pt x="9243" y="24265"/>
                  </a:lnTo>
                  <a:lnTo>
                    <a:pt x="8124" y="23236"/>
                  </a:lnTo>
                  <a:lnTo>
                    <a:pt x="9298" y="21790"/>
                  </a:lnTo>
                  <a:lnTo>
                    <a:pt x="12878" y="21119"/>
                  </a:lnTo>
                  <a:lnTo>
                    <a:pt x="12776" y="20284"/>
                  </a:lnTo>
                  <a:lnTo>
                    <a:pt x="15652" y="15779"/>
                  </a:lnTo>
                  <a:lnTo>
                    <a:pt x="12245" y="14799"/>
                  </a:lnTo>
                  <a:lnTo>
                    <a:pt x="12139" y="16948"/>
                  </a:lnTo>
                  <a:lnTo>
                    <a:pt x="12750" y="16288"/>
                  </a:lnTo>
                  <a:lnTo>
                    <a:pt x="13061" y="17084"/>
                  </a:lnTo>
                  <a:lnTo>
                    <a:pt x="12266" y="19129"/>
                  </a:lnTo>
                  <a:lnTo>
                    <a:pt x="8120" y="18807"/>
                  </a:lnTo>
                  <a:lnTo>
                    <a:pt x="9877" y="16226"/>
                  </a:lnTo>
                  <a:lnTo>
                    <a:pt x="6896" y="10594"/>
                  </a:lnTo>
                  <a:lnTo>
                    <a:pt x="4678" y="9784"/>
                  </a:lnTo>
                  <a:lnTo>
                    <a:pt x="3283" y="13597"/>
                  </a:lnTo>
                  <a:lnTo>
                    <a:pt x="1919" y="15182"/>
                  </a:lnTo>
                  <a:lnTo>
                    <a:pt x="14" y="13590"/>
                  </a:lnTo>
                  <a:lnTo>
                    <a:pt x="755" y="4249"/>
                  </a:lnTo>
                  <a:lnTo>
                    <a:pt x="2975" y="3757"/>
                  </a:lnTo>
                  <a:lnTo>
                    <a:pt x="7927" y="6113"/>
                  </a:lnTo>
                  <a:lnTo>
                    <a:pt x="12202" y="4396"/>
                  </a:lnTo>
                  <a:lnTo>
                    <a:pt x="12152" y="2446"/>
                  </a:lnTo>
                  <a:lnTo>
                    <a:pt x="10130" y="3166"/>
                  </a:lnTo>
                  <a:lnTo>
                    <a:pt x="8246" y="1125"/>
                  </a:lnTo>
                  <a:lnTo>
                    <a:pt x="92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9" name="ph8219"/>
            <p:cNvSpPr/>
            <p:nvPr/>
          </p:nvSpPr>
          <p:spPr>
            <a:xfrm>
              <a:off x="11092277" y="3126623"/>
              <a:ext cx="22189" cy="30859"/>
            </a:xfrm>
            <a:custGeom>
              <a:avLst/>
              <a:pathLst>
                <a:path w="22189" h="30859">
                  <a:moveTo>
                    <a:pt x="18412" y="2355"/>
                  </a:moveTo>
                  <a:lnTo>
                    <a:pt x="22189" y="7715"/>
                  </a:lnTo>
                  <a:lnTo>
                    <a:pt x="22005" y="10605"/>
                  </a:lnTo>
                  <a:lnTo>
                    <a:pt x="21688" y="12210"/>
                  </a:lnTo>
                  <a:lnTo>
                    <a:pt x="19970" y="14514"/>
                  </a:lnTo>
                  <a:lnTo>
                    <a:pt x="19076" y="18374"/>
                  </a:lnTo>
                  <a:lnTo>
                    <a:pt x="21550" y="24683"/>
                  </a:lnTo>
                  <a:lnTo>
                    <a:pt x="18453" y="26494"/>
                  </a:lnTo>
                  <a:lnTo>
                    <a:pt x="18479" y="28273"/>
                  </a:lnTo>
                  <a:lnTo>
                    <a:pt x="16102" y="30859"/>
                  </a:lnTo>
                  <a:lnTo>
                    <a:pt x="15410" y="28892"/>
                  </a:lnTo>
                  <a:lnTo>
                    <a:pt x="12815" y="27269"/>
                  </a:lnTo>
                  <a:lnTo>
                    <a:pt x="8689" y="26443"/>
                  </a:lnTo>
                  <a:lnTo>
                    <a:pt x="8165" y="26750"/>
                  </a:lnTo>
                  <a:lnTo>
                    <a:pt x="10154" y="27199"/>
                  </a:lnTo>
                  <a:lnTo>
                    <a:pt x="10422" y="27977"/>
                  </a:lnTo>
                  <a:lnTo>
                    <a:pt x="8925" y="29586"/>
                  </a:lnTo>
                  <a:lnTo>
                    <a:pt x="6355" y="29655"/>
                  </a:lnTo>
                  <a:lnTo>
                    <a:pt x="0" y="26588"/>
                  </a:lnTo>
                  <a:lnTo>
                    <a:pt x="124" y="25194"/>
                  </a:lnTo>
                  <a:lnTo>
                    <a:pt x="1600" y="23708"/>
                  </a:lnTo>
                  <a:lnTo>
                    <a:pt x="3498" y="25086"/>
                  </a:lnTo>
                  <a:lnTo>
                    <a:pt x="9386" y="25322"/>
                  </a:lnTo>
                  <a:lnTo>
                    <a:pt x="9763" y="24782"/>
                  </a:lnTo>
                  <a:lnTo>
                    <a:pt x="8677" y="18490"/>
                  </a:lnTo>
                  <a:lnTo>
                    <a:pt x="6334" y="15771"/>
                  </a:lnTo>
                  <a:lnTo>
                    <a:pt x="189" y="17314"/>
                  </a:lnTo>
                  <a:lnTo>
                    <a:pt x="56" y="15701"/>
                  </a:lnTo>
                  <a:lnTo>
                    <a:pt x="468" y="8500"/>
                  </a:lnTo>
                  <a:lnTo>
                    <a:pt x="3179" y="7378"/>
                  </a:lnTo>
                  <a:lnTo>
                    <a:pt x="5753" y="13686"/>
                  </a:lnTo>
                  <a:lnTo>
                    <a:pt x="7482" y="16003"/>
                  </a:lnTo>
                  <a:lnTo>
                    <a:pt x="13428" y="15757"/>
                  </a:lnTo>
                  <a:lnTo>
                    <a:pt x="10023" y="7558"/>
                  </a:lnTo>
                  <a:lnTo>
                    <a:pt x="10636" y="3909"/>
                  </a:lnTo>
                  <a:lnTo>
                    <a:pt x="11793" y="2173"/>
                  </a:lnTo>
                  <a:lnTo>
                    <a:pt x="156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0" name="ph8220"/>
            <p:cNvSpPr/>
            <p:nvPr/>
          </p:nvSpPr>
          <p:spPr>
            <a:xfrm>
              <a:off x="11099262" y="3118154"/>
              <a:ext cx="5257" cy="9138"/>
            </a:xfrm>
            <a:custGeom>
              <a:avLst/>
              <a:pathLst>
                <a:path w="5257" h="9138">
                  <a:moveTo>
                    <a:pt x="5257" y="3846"/>
                  </a:moveTo>
                  <a:lnTo>
                    <a:pt x="2541" y="7275"/>
                  </a:lnTo>
                  <a:lnTo>
                    <a:pt x="2039" y="9138"/>
                  </a:lnTo>
                  <a:lnTo>
                    <a:pt x="0" y="3675"/>
                  </a:lnTo>
                  <a:lnTo>
                    <a:pt x="618" y="2020"/>
                  </a:lnTo>
                  <a:lnTo>
                    <a:pt x="3414" y="2389"/>
                  </a:lnTo>
                  <a:lnTo>
                    <a:pt x="4854" y="0"/>
                  </a:lnTo>
                  <a:lnTo>
                    <a:pt x="4984" y="15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1" name="ph8221"/>
            <p:cNvSpPr/>
            <p:nvPr/>
          </p:nvSpPr>
          <p:spPr>
            <a:xfrm>
              <a:off x="11309436" y="3276626"/>
              <a:ext cx="15331" cy="23624"/>
            </a:xfrm>
            <a:custGeom>
              <a:avLst/>
              <a:pathLst>
                <a:path w="15331" h="23624">
                  <a:moveTo>
                    <a:pt x="12021" y="3705"/>
                  </a:moveTo>
                  <a:lnTo>
                    <a:pt x="15331" y="7061"/>
                  </a:lnTo>
                  <a:lnTo>
                    <a:pt x="14123" y="11668"/>
                  </a:lnTo>
                  <a:lnTo>
                    <a:pt x="13347" y="13173"/>
                  </a:lnTo>
                  <a:lnTo>
                    <a:pt x="7666" y="15346"/>
                  </a:lnTo>
                  <a:lnTo>
                    <a:pt x="9349" y="17002"/>
                  </a:lnTo>
                  <a:lnTo>
                    <a:pt x="9635" y="19637"/>
                  </a:lnTo>
                  <a:lnTo>
                    <a:pt x="9864" y="23130"/>
                  </a:lnTo>
                  <a:lnTo>
                    <a:pt x="5737" y="23624"/>
                  </a:lnTo>
                  <a:lnTo>
                    <a:pt x="774" y="18763"/>
                  </a:lnTo>
                  <a:lnTo>
                    <a:pt x="578" y="16594"/>
                  </a:lnTo>
                  <a:lnTo>
                    <a:pt x="2189" y="11359"/>
                  </a:lnTo>
                  <a:lnTo>
                    <a:pt x="1428" y="3992"/>
                  </a:lnTo>
                  <a:lnTo>
                    <a:pt x="0" y="2988"/>
                  </a:lnTo>
                  <a:lnTo>
                    <a:pt x="3152" y="3446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2" name="ph8222"/>
            <p:cNvSpPr/>
            <p:nvPr/>
          </p:nvSpPr>
          <p:spPr>
            <a:xfrm>
              <a:off x="11342503" y="3248926"/>
              <a:ext cx="23158" cy="38113"/>
            </a:xfrm>
            <a:custGeom>
              <a:avLst/>
              <a:pathLst>
                <a:path w="23158" h="38113">
                  <a:moveTo>
                    <a:pt x="22945" y="3468"/>
                  </a:moveTo>
                  <a:lnTo>
                    <a:pt x="21576" y="4972"/>
                  </a:lnTo>
                  <a:lnTo>
                    <a:pt x="22133" y="6941"/>
                  </a:lnTo>
                  <a:lnTo>
                    <a:pt x="23158" y="7430"/>
                  </a:lnTo>
                  <a:lnTo>
                    <a:pt x="22994" y="12542"/>
                  </a:lnTo>
                  <a:lnTo>
                    <a:pt x="19382" y="16227"/>
                  </a:lnTo>
                  <a:lnTo>
                    <a:pt x="16305" y="17340"/>
                  </a:lnTo>
                  <a:lnTo>
                    <a:pt x="10183" y="21322"/>
                  </a:lnTo>
                  <a:lnTo>
                    <a:pt x="12297" y="22486"/>
                  </a:lnTo>
                  <a:lnTo>
                    <a:pt x="13895" y="24538"/>
                  </a:lnTo>
                  <a:lnTo>
                    <a:pt x="13817" y="25605"/>
                  </a:lnTo>
                  <a:lnTo>
                    <a:pt x="10924" y="30639"/>
                  </a:lnTo>
                  <a:lnTo>
                    <a:pt x="11133" y="31816"/>
                  </a:lnTo>
                  <a:lnTo>
                    <a:pt x="7875" y="31934"/>
                  </a:lnTo>
                  <a:lnTo>
                    <a:pt x="4576" y="33097"/>
                  </a:lnTo>
                  <a:lnTo>
                    <a:pt x="2525" y="38113"/>
                  </a:lnTo>
                  <a:lnTo>
                    <a:pt x="0" y="32761"/>
                  </a:lnTo>
                  <a:lnTo>
                    <a:pt x="190" y="27314"/>
                  </a:lnTo>
                  <a:lnTo>
                    <a:pt x="1797" y="25584"/>
                  </a:lnTo>
                  <a:lnTo>
                    <a:pt x="2905" y="19750"/>
                  </a:lnTo>
                  <a:lnTo>
                    <a:pt x="2301" y="19919"/>
                  </a:lnTo>
                  <a:lnTo>
                    <a:pt x="2021" y="18740"/>
                  </a:lnTo>
                  <a:lnTo>
                    <a:pt x="6826" y="13230"/>
                  </a:lnTo>
                  <a:lnTo>
                    <a:pt x="6658" y="10933"/>
                  </a:lnTo>
                  <a:lnTo>
                    <a:pt x="17892" y="5938"/>
                  </a:lnTo>
                  <a:lnTo>
                    <a:pt x="18057" y="3513"/>
                  </a:lnTo>
                  <a:lnTo>
                    <a:pt x="17169" y="3053"/>
                  </a:lnTo>
                  <a:lnTo>
                    <a:pt x="17703" y="1268"/>
                  </a:lnTo>
                  <a:lnTo>
                    <a:pt x="19717" y="0"/>
                  </a:lnTo>
                  <a:lnTo>
                    <a:pt x="21418" y="101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3" name="ph8223"/>
            <p:cNvSpPr/>
            <p:nvPr/>
          </p:nvSpPr>
          <p:spPr>
            <a:xfrm>
              <a:off x="11457116" y="3270878"/>
              <a:ext cx="42165" cy="29971"/>
            </a:xfrm>
            <a:custGeom>
              <a:avLst/>
              <a:pathLst>
                <a:path w="42165" h="29971">
                  <a:moveTo>
                    <a:pt x="36534" y="5153"/>
                  </a:moveTo>
                  <a:lnTo>
                    <a:pt x="42165" y="6006"/>
                  </a:lnTo>
                  <a:lnTo>
                    <a:pt x="41363" y="7744"/>
                  </a:lnTo>
                  <a:lnTo>
                    <a:pt x="36770" y="16937"/>
                  </a:lnTo>
                  <a:lnTo>
                    <a:pt x="35697" y="21203"/>
                  </a:lnTo>
                  <a:lnTo>
                    <a:pt x="36859" y="26096"/>
                  </a:lnTo>
                  <a:lnTo>
                    <a:pt x="33647" y="23940"/>
                  </a:lnTo>
                  <a:lnTo>
                    <a:pt x="25832" y="24017"/>
                  </a:lnTo>
                  <a:lnTo>
                    <a:pt x="17047" y="25292"/>
                  </a:lnTo>
                  <a:lnTo>
                    <a:pt x="9321" y="24580"/>
                  </a:lnTo>
                  <a:lnTo>
                    <a:pt x="6751" y="28115"/>
                  </a:lnTo>
                  <a:lnTo>
                    <a:pt x="3119" y="29971"/>
                  </a:lnTo>
                  <a:lnTo>
                    <a:pt x="2334" y="26621"/>
                  </a:lnTo>
                  <a:lnTo>
                    <a:pt x="0" y="24852"/>
                  </a:lnTo>
                  <a:lnTo>
                    <a:pt x="895" y="23916"/>
                  </a:lnTo>
                  <a:lnTo>
                    <a:pt x="4628" y="22979"/>
                  </a:lnTo>
                  <a:lnTo>
                    <a:pt x="7164" y="20207"/>
                  </a:lnTo>
                  <a:lnTo>
                    <a:pt x="6795" y="19383"/>
                  </a:lnTo>
                  <a:lnTo>
                    <a:pt x="9108" y="10035"/>
                  </a:lnTo>
                  <a:lnTo>
                    <a:pt x="18003" y="4868"/>
                  </a:lnTo>
                  <a:lnTo>
                    <a:pt x="16381" y="1996"/>
                  </a:lnTo>
                  <a:lnTo>
                    <a:pt x="33496" y="4692"/>
                  </a:lnTo>
                  <a:lnTo>
                    <a:pt x="34447" y="135"/>
                  </a:lnTo>
                  <a:lnTo>
                    <a:pt x="3575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4" name="ph8224"/>
            <p:cNvSpPr/>
            <p:nvPr/>
          </p:nvSpPr>
          <p:spPr>
            <a:xfrm>
              <a:off x="11224641" y="3219441"/>
              <a:ext cx="11930" cy="16259"/>
            </a:xfrm>
            <a:custGeom>
              <a:avLst/>
              <a:pathLst>
                <a:path w="11930" h="16259">
                  <a:moveTo>
                    <a:pt x="10502" y="8816"/>
                  </a:moveTo>
                  <a:lnTo>
                    <a:pt x="9633" y="9929"/>
                  </a:lnTo>
                  <a:lnTo>
                    <a:pt x="8778" y="13673"/>
                  </a:lnTo>
                  <a:lnTo>
                    <a:pt x="7914" y="16259"/>
                  </a:lnTo>
                  <a:lnTo>
                    <a:pt x="6654" y="14264"/>
                  </a:lnTo>
                  <a:lnTo>
                    <a:pt x="934" y="14277"/>
                  </a:lnTo>
                  <a:lnTo>
                    <a:pt x="2539" y="10444"/>
                  </a:lnTo>
                  <a:lnTo>
                    <a:pt x="4043" y="11147"/>
                  </a:lnTo>
                  <a:lnTo>
                    <a:pt x="2853" y="9028"/>
                  </a:lnTo>
                  <a:lnTo>
                    <a:pt x="2695" y="6869"/>
                  </a:lnTo>
                  <a:lnTo>
                    <a:pt x="1403" y="6601"/>
                  </a:lnTo>
                  <a:lnTo>
                    <a:pt x="0" y="5369"/>
                  </a:lnTo>
                  <a:lnTo>
                    <a:pt x="7707" y="1088"/>
                  </a:lnTo>
                  <a:lnTo>
                    <a:pt x="11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5" name="ph8225"/>
            <p:cNvSpPr/>
            <p:nvPr/>
          </p:nvSpPr>
          <p:spPr>
            <a:xfrm>
              <a:off x="11221060" y="3253661"/>
              <a:ext cx="25760" cy="22646"/>
            </a:xfrm>
            <a:custGeom>
              <a:avLst/>
              <a:pathLst>
                <a:path w="25760" h="22646">
                  <a:moveTo>
                    <a:pt x="18279" y="493"/>
                  </a:moveTo>
                  <a:lnTo>
                    <a:pt x="18536" y="1736"/>
                  </a:lnTo>
                  <a:lnTo>
                    <a:pt x="16158" y="1029"/>
                  </a:lnTo>
                  <a:lnTo>
                    <a:pt x="16018" y="4630"/>
                  </a:lnTo>
                  <a:lnTo>
                    <a:pt x="15087" y="6134"/>
                  </a:lnTo>
                  <a:lnTo>
                    <a:pt x="18962" y="5914"/>
                  </a:lnTo>
                  <a:lnTo>
                    <a:pt x="23343" y="5831"/>
                  </a:lnTo>
                  <a:lnTo>
                    <a:pt x="21653" y="8295"/>
                  </a:lnTo>
                  <a:lnTo>
                    <a:pt x="21231" y="13091"/>
                  </a:lnTo>
                  <a:lnTo>
                    <a:pt x="21827" y="15246"/>
                  </a:lnTo>
                  <a:lnTo>
                    <a:pt x="25760" y="17847"/>
                  </a:lnTo>
                  <a:lnTo>
                    <a:pt x="23320" y="20224"/>
                  </a:lnTo>
                  <a:lnTo>
                    <a:pt x="21586" y="19714"/>
                  </a:lnTo>
                  <a:lnTo>
                    <a:pt x="20173" y="16842"/>
                  </a:lnTo>
                  <a:lnTo>
                    <a:pt x="20450" y="14678"/>
                  </a:lnTo>
                  <a:lnTo>
                    <a:pt x="19063" y="13406"/>
                  </a:lnTo>
                  <a:lnTo>
                    <a:pt x="17486" y="13304"/>
                  </a:lnTo>
                  <a:lnTo>
                    <a:pt x="15445" y="15655"/>
                  </a:lnTo>
                  <a:lnTo>
                    <a:pt x="12770" y="13857"/>
                  </a:lnTo>
                  <a:lnTo>
                    <a:pt x="9716" y="13006"/>
                  </a:lnTo>
                  <a:lnTo>
                    <a:pt x="11650" y="15240"/>
                  </a:lnTo>
                  <a:lnTo>
                    <a:pt x="11544" y="15670"/>
                  </a:lnTo>
                  <a:lnTo>
                    <a:pt x="7876" y="14584"/>
                  </a:lnTo>
                  <a:lnTo>
                    <a:pt x="9227" y="17542"/>
                  </a:lnTo>
                  <a:lnTo>
                    <a:pt x="8255" y="17999"/>
                  </a:lnTo>
                  <a:lnTo>
                    <a:pt x="6311" y="16532"/>
                  </a:lnTo>
                  <a:lnTo>
                    <a:pt x="5271" y="17657"/>
                  </a:lnTo>
                  <a:lnTo>
                    <a:pt x="7154" y="19698"/>
                  </a:lnTo>
                  <a:lnTo>
                    <a:pt x="9176" y="18978"/>
                  </a:lnTo>
                  <a:lnTo>
                    <a:pt x="9227" y="20928"/>
                  </a:lnTo>
                  <a:lnTo>
                    <a:pt x="4952" y="22646"/>
                  </a:lnTo>
                  <a:lnTo>
                    <a:pt x="0" y="20290"/>
                  </a:lnTo>
                  <a:lnTo>
                    <a:pt x="2577" y="17258"/>
                  </a:lnTo>
                  <a:lnTo>
                    <a:pt x="3220" y="16551"/>
                  </a:lnTo>
                  <a:lnTo>
                    <a:pt x="7313" y="12681"/>
                  </a:lnTo>
                  <a:lnTo>
                    <a:pt x="8425" y="12421"/>
                  </a:lnTo>
                  <a:lnTo>
                    <a:pt x="9894" y="10487"/>
                  </a:lnTo>
                  <a:lnTo>
                    <a:pt x="11125" y="10348"/>
                  </a:lnTo>
                  <a:lnTo>
                    <a:pt x="14015" y="12610"/>
                  </a:lnTo>
                  <a:lnTo>
                    <a:pt x="14002" y="9778"/>
                  </a:lnTo>
                  <a:lnTo>
                    <a:pt x="15958" y="10104"/>
                  </a:lnTo>
                  <a:lnTo>
                    <a:pt x="17048" y="9284"/>
                  </a:lnTo>
                  <a:lnTo>
                    <a:pt x="17305" y="7979"/>
                  </a:lnTo>
                  <a:lnTo>
                    <a:pt x="13983" y="5989"/>
                  </a:lnTo>
                  <a:lnTo>
                    <a:pt x="14142" y="4531"/>
                  </a:lnTo>
                  <a:lnTo>
                    <a:pt x="14859" y="4326"/>
                  </a:lnTo>
                  <a:lnTo>
                    <a:pt x="15657" y="2750"/>
                  </a:lnTo>
                  <a:lnTo>
                    <a:pt x="15682" y="625"/>
                  </a:lnTo>
                  <a:lnTo>
                    <a:pt x="16330" y="522"/>
                  </a:lnTo>
                  <a:lnTo>
                    <a:pt x="1704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6" name="ph8226"/>
            <p:cNvSpPr/>
            <p:nvPr/>
          </p:nvSpPr>
          <p:spPr>
            <a:xfrm>
              <a:off x="11105937" y="3264790"/>
              <a:ext cx="10409" cy="7553"/>
            </a:xfrm>
            <a:custGeom>
              <a:avLst/>
              <a:pathLst>
                <a:path w="10409" h="7553">
                  <a:moveTo>
                    <a:pt x="6241" y="6829"/>
                  </a:moveTo>
                  <a:lnTo>
                    <a:pt x="3265" y="7553"/>
                  </a:lnTo>
                  <a:lnTo>
                    <a:pt x="0" y="5114"/>
                  </a:lnTo>
                  <a:lnTo>
                    <a:pt x="1572" y="4388"/>
                  </a:lnTo>
                  <a:lnTo>
                    <a:pt x="1147" y="927"/>
                  </a:lnTo>
                  <a:lnTo>
                    <a:pt x="5103" y="33"/>
                  </a:lnTo>
                  <a:lnTo>
                    <a:pt x="8239" y="608"/>
                  </a:lnTo>
                  <a:lnTo>
                    <a:pt x="10409" y="0"/>
                  </a:lnTo>
                  <a:lnTo>
                    <a:pt x="8092" y="4762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7" name="ph8227"/>
            <p:cNvSpPr/>
            <p:nvPr/>
          </p:nvSpPr>
          <p:spPr>
            <a:xfrm>
              <a:off x="11073108" y="3218695"/>
              <a:ext cx="33884" cy="38113"/>
            </a:xfrm>
            <a:custGeom>
              <a:avLst/>
              <a:pathLst>
                <a:path w="33884" h="38113">
                  <a:moveTo>
                    <a:pt x="30450" y="3056"/>
                  </a:moveTo>
                  <a:lnTo>
                    <a:pt x="31477" y="2428"/>
                  </a:lnTo>
                  <a:lnTo>
                    <a:pt x="33303" y="9732"/>
                  </a:lnTo>
                  <a:lnTo>
                    <a:pt x="31191" y="11401"/>
                  </a:lnTo>
                  <a:lnTo>
                    <a:pt x="29720" y="11288"/>
                  </a:lnTo>
                  <a:lnTo>
                    <a:pt x="28196" y="14225"/>
                  </a:lnTo>
                  <a:lnTo>
                    <a:pt x="28774" y="15500"/>
                  </a:lnTo>
                  <a:lnTo>
                    <a:pt x="29272" y="15375"/>
                  </a:lnTo>
                  <a:lnTo>
                    <a:pt x="30323" y="16174"/>
                  </a:lnTo>
                  <a:lnTo>
                    <a:pt x="29707" y="18583"/>
                  </a:lnTo>
                  <a:lnTo>
                    <a:pt x="30212" y="21684"/>
                  </a:lnTo>
                  <a:lnTo>
                    <a:pt x="31796" y="24128"/>
                  </a:lnTo>
                  <a:lnTo>
                    <a:pt x="32752" y="28648"/>
                  </a:lnTo>
                  <a:lnTo>
                    <a:pt x="33884" y="29368"/>
                  </a:lnTo>
                  <a:lnTo>
                    <a:pt x="31547" y="33536"/>
                  </a:lnTo>
                  <a:lnTo>
                    <a:pt x="29325" y="33881"/>
                  </a:lnTo>
                  <a:lnTo>
                    <a:pt x="28474" y="33068"/>
                  </a:lnTo>
                  <a:lnTo>
                    <a:pt x="25479" y="32660"/>
                  </a:lnTo>
                  <a:lnTo>
                    <a:pt x="28649" y="36956"/>
                  </a:lnTo>
                  <a:lnTo>
                    <a:pt x="23093" y="37865"/>
                  </a:lnTo>
                  <a:lnTo>
                    <a:pt x="21874" y="38113"/>
                  </a:lnTo>
                  <a:lnTo>
                    <a:pt x="19806" y="36473"/>
                  </a:lnTo>
                  <a:lnTo>
                    <a:pt x="16008" y="28698"/>
                  </a:lnTo>
                  <a:lnTo>
                    <a:pt x="12343" y="26911"/>
                  </a:lnTo>
                  <a:lnTo>
                    <a:pt x="0" y="30364"/>
                  </a:lnTo>
                  <a:lnTo>
                    <a:pt x="533" y="29325"/>
                  </a:lnTo>
                  <a:lnTo>
                    <a:pt x="2924" y="24676"/>
                  </a:lnTo>
                  <a:lnTo>
                    <a:pt x="4909" y="22641"/>
                  </a:lnTo>
                  <a:lnTo>
                    <a:pt x="7486" y="22888"/>
                  </a:lnTo>
                  <a:lnTo>
                    <a:pt x="8078" y="23513"/>
                  </a:lnTo>
                  <a:lnTo>
                    <a:pt x="10318" y="24012"/>
                  </a:lnTo>
                  <a:lnTo>
                    <a:pt x="17417" y="22141"/>
                  </a:lnTo>
                  <a:lnTo>
                    <a:pt x="18709" y="21403"/>
                  </a:lnTo>
                  <a:lnTo>
                    <a:pt x="19903" y="19162"/>
                  </a:lnTo>
                  <a:lnTo>
                    <a:pt x="23965" y="19462"/>
                  </a:lnTo>
                  <a:lnTo>
                    <a:pt x="25640" y="17510"/>
                  </a:lnTo>
                  <a:lnTo>
                    <a:pt x="24281" y="9087"/>
                  </a:lnTo>
                  <a:lnTo>
                    <a:pt x="24457" y="3054"/>
                  </a:lnTo>
                  <a:lnTo>
                    <a:pt x="24880" y="1024"/>
                  </a:lnTo>
                  <a:lnTo>
                    <a:pt x="27560" y="0"/>
                  </a:lnTo>
                  <a:lnTo>
                    <a:pt x="29271" y="2579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8" name="ph8228"/>
            <p:cNvSpPr/>
            <p:nvPr/>
          </p:nvSpPr>
          <p:spPr>
            <a:xfrm>
              <a:off x="11237536" y="3347140"/>
              <a:ext cx="21875" cy="30605"/>
            </a:xfrm>
            <a:custGeom>
              <a:avLst/>
              <a:pathLst>
                <a:path w="21875" h="30605">
                  <a:moveTo>
                    <a:pt x="14879" y="1272"/>
                  </a:moveTo>
                  <a:lnTo>
                    <a:pt x="16442" y="2606"/>
                  </a:lnTo>
                  <a:lnTo>
                    <a:pt x="17711" y="5109"/>
                  </a:lnTo>
                  <a:lnTo>
                    <a:pt x="18134" y="8034"/>
                  </a:lnTo>
                  <a:lnTo>
                    <a:pt x="19806" y="9201"/>
                  </a:lnTo>
                  <a:lnTo>
                    <a:pt x="21258" y="9173"/>
                  </a:lnTo>
                  <a:lnTo>
                    <a:pt x="21875" y="10501"/>
                  </a:lnTo>
                  <a:lnTo>
                    <a:pt x="19163" y="11342"/>
                  </a:lnTo>
                  <a:lnTo>
                    <a:pt x="20119" y="17459"/>
                  </a:lnTo>
                  <a:lnTo>
                    <a:pt x="15443" y="24828"/>
                  </a:lnTo>
                  <a:lnTo>
                    <a:pt x="15202" y="26468"/>
                  </a:lnTo>
                  <a:lnTo>
                    <a:pt x="12972" y="27271"/>
                  </a:lnTo>
                  <a:lnTo>
                    <a:pt x="9559" y="26295"/>
                  </a:lnTo>
                  <a:lnTo>
                    <a:pt x="8529" y="23205"/>
                  </a:lnTo>
                  <a:lnTo>
                    <a:pt x="1484" y="30605"/>
                  </a:lnTo>
                  <a:lnTo>
                    <a:pt x="1409" y="22748"/>
                  </a:lnTo>
                  <a:lnTo>
                    <a:pt x="3208" y="14068"/>
                  </a:lnTo>
                  <a:lnTo>
                    <a:pt x="0" y="8481"/>
                  </a:lnTo>
                  <a:lnTo>
                    <a:pt x="1001" y="8898"/>
                  </a:lnTo>
                  <a:lnTo>
                    <a:pt x="6070" y="4451"/>
                  </a:lnTo>
                  <a:lnTo>
                    <a:pt x="6414" y="1109"/>
                  </a:lnTo>
                  <a:lnTo>
                    <a:pt x="902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9" name="ph8229"/>
            <p:cNvSpPr/>
            <p:nvPr/>
          </p:nvSpPr>
          <p:spPr>
            <a:xfrm>
              <a:off x="11096201" y="3251355"/>
              <a:ext cx="28291" cy="26008"/>
            </a:xfrm>
            <a:custGeom>
              <a:avLst/>
              <a:pathLst>
                <a:path w="28291" h="26008">
                  <a:moveTo>
                    <a:pt x="5380" y="407"/>
                  </a:moveTo>
                  <a:lnTo>
                    <a:pt x="6232" y="1221"/>
                  </a:lnTo>
                  <a:lnTo>
                    <a:pt x="6643" y="3775"/>
                  </a:lnTo>
                  <a:lnTo>
                    <a:pt x="19541" y="3696"/>
                  </a:lnTo>
                  <a:lnTo>
                    <a:pt x="23370" y="1659"/>
                  </a:lnTo>
                  <a:lnTo>
                    <a:pt x="28291" y="1199"/>
                  </a:lnTo>
                  <a:lnTo>
                    <a:pt x="26954" y="5782"/>
                  </a:lnTo>
                  <a:lnTo>
                    <a:pt x="20145" y="13435"/>
                  </a:lnTo>
                  <a:lnTo>
                    <a:pt x="17975" y="14043"/>
                  </a:lnTo>
                  <a:lnTo>
                    <a:pt x="14839" y="13468"/>
                  </a:lnTo>
                  <a:lnTo>
                    <a:pt x="10883" y="14362"/>
                  </a:lnTo>
                  <a:lnTo>
                    <a:pt x="11307" y="17823"/>
                  </a:lnTo>
                  <a:lnTo>
                    <a:pt x="9735" y="18549"/>
                  </a:lnTo>
                  <a:lnTo>
                    <a:pt x="13000" y="20989"/>
                  </a:lnTo>
                  <a:lnTo>
                    <a:pt x="15977" y="20264"/>
                  </a:lnTo>
                  <a:lnTo>
                    <a:pt x="12685" y="26008"/>
                  </a:lnTo>
                  <a:lnTo>
                    <a:pt x="10534" y="23471"/>
                  </a:lnTo>
                  <a:lnTo>
                    <a:pt x="11540" y="22765"/>
                  </a:lnTo>
                  <a:lnTo>
                    <a:pt x="10541" y="21952"/>
                  </a:lnTo>
                  <a:lnTo>
                    <a:pt x="9517" y="21702"/>
                  </a:lnTo>
                  <a:lnTo>
                    <a:pt x="7126" y="22735"/>
                  </a:lnTo>
                  <a:lnTo>
                    <a:pt x="6494" y="22489"/>
                  </a:lnTo>
                  <a:lnTo>
                    <a:pt x="4878" y="17788"/>
                  </a:lnTo>
                  <a:lnTo>
                    <a:pt x="4815" y="14516"/>
                  </a:lnTo>
                  <a:lnTo>
                    <a:pt x="2920" y="8558"/>
                  </a:lnTo>
                  <a:lnTo>
                    <a:pt x="0" y="5205"/>
                  </a:lnTo>
                  <a:lnTo>
                    <a:pt x="5556" y="4296"/>
                  </a:lnTo>
                  <a:lnTo>
                    <a:pt x="238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0" name="ph8230"/>
            <p:cNvSpPr/>
            <p:nvPr/>
          </p:nvSpPr>
          <p:spPr>
            <a:xfrm>
              <a:off x="11199349" y="3205755"/>
              <a:ext cx="18792" cy="13303"/>
            </a:xfrm>
            <a:custGeom>
              <a:avLst/>
              <a:pathLst>
                <a:path w="18792" h="13303">
                  <a:moveTo>
                    <a:pt x="18297" y="0"/>
                  </a:moveTo>
                  <a:lnTo>
                    <a:pt x="18792" y="4073"/>
                  </a:lnTo>
                  <a:lnTo>
                    <a:pt x="17463" y="5498"/>
                  </a:lnTo>
                  <a:lnTo>
                    <a:pt x="17065" y="7492"/>
                  </a:lnTo>
                  <a:lnTo>
                    <a:pt x="16600" y="8454"/>
                  </a:lnTo>
                  <a:lnTo>
                    <a:pt x="15053" y="9021"/>
                  </a:lnTo>
                  <a:lnTo>
                    <a:pt x="10018" y="8696"/>
                  </a:lnTo>
                  <a:lnTo>
                    <a:pt x="1466" y="13303"/>
                  </a:lnTo>
                  <a:lnTo>
                    <a:pt x="0" y="9864"/>
                  </a:lnTo>
                  <a:lnTo>
                    <a:pt x="3014" y="7701"/>
                  </a:lnTo>
                  <a:lnTo>
                    <a:pt x="3246" y="4981"/>
                  </a:lnTo>
                  <a:lnTo>
                    <a:pt x="8502" y="2716"/>
                  </a:lnTo>
                  <a:lnTo>
                    <a:pt x="13501" y="2163"/>
                  </a:lnTo>
                  <a:lnTo>
                    <a:pt x="16108" y="254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1" name="ph8231"/>
            <p:cNvSpPr/>
            <p:nvPr/>
          </p:nvSpPr>
          <p:spPr>
            <a:xfrm>
              <a:off x="11136824" y="3154762"/>
              <a:ext cx="16110" cy="15951"/>
            </a:xfrm>
            <a:custGeom>
              <a:avLst/>
              <a:pathLst>
                <a:path w="16110" h="15951">
                  <a:moveTo>
                    <a:pt x="10449" y="2081"/>
                  </a:moveTo>
                  <a:lnTo>
                    <a:pt x="14150" y="5556"/>
                  </a:lnTo>
                  <a:lnTo>
                    <a:pt x="16110" y="8661"/>
                  </a:lnTo>
                  <a:lnTo>
                    <a:pt x="13315" y="9798"/>
                  </a:lnTo>
                  <a:lnTo>
                    <a:pt x="11842" y="13087"/>
                  </a:lnTo>
                  <a:lnTo>
                    <a:pt x="7819" y="15951"/>
                  </a:lnTo>
                  <a:lnTo>
                    <a:pt x="2875" y="14136"/>
                  </a:lnTo>
                  <a:lnTo>
                    <a:pt x="1476" y="12453"/>
                  </a:lnTo>
                  <a:lnTo>
                    <a:pt x="0" y="7891"/>
                  </a:lnTo>
                  <a:lnTo>
                    <a:pt x="51" y="3696"/>
                  </a:lnTo>
                  <a:lnTo>
                    <a:pt x="3306" y="1410"/>
                  </a:lnTo>
                  <a:lnTo>
                    <a:pt x="604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2" name="ph8232"/>
            <p:cNvSpPr/>
            <p:nvPr/>
          </p:nvSpPr>
          <p:spPr>
            <a:xfrm>
              <a:off x="11132534" y="3167215"/>
              <a:ext cx="7165" cy="8612"/>
            </a:xfrm>
            <a:custGeom>
              <a:avLst/>
              <a:pathLst>
                <a:path w="7165" h="8612">
                  <a:moveTo>
                    <a:pt x="5766" y="0"/>
                  </a:moveTo>
                  <a:lnTo>
                    <a:pt x="7165" y="1682"/>
                  </a:lnTo>
                  <a:lnTo>
                    <a:pt x="6529" y="8357"/>
                  </a:lnTo>
                  <a:lnTo>
                    <a:pt x="1476" y="8612"/>
                  </a:lnTo>
                  <a:lnTo>
                    <a:pt x="1500" y="5752"/>
                  </a:lnTo>
                  <a:lnTo>
                    <a:pt x="264" y="4298"/>
                  </a:lnTo>
                  <a:lnTo>
                    <a:pt x="0" y="163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3" name="ph8233"/>
            <p:cNvSpPr/>
            <p:nvPr/>
          </p:nvSpPr>
          <p:spPr>
            <a:xfrm>
              <a:off x="11221670" y="3343734"/>
              <a:ext cx="11297" cy="20216"/>
            </a:xfrm>
            <a:custGeom>
              <a:avLst/>
              <a:pathLst>
                <a:path w="11297" h="20216">
                  <a:moveTo>
                    <a:pt x="9948" y="2080"/>
                  </a:moveTo>
                  <a:lnTo>
                    <a:pt x="9521" y="4863"/>
                  </a:lnTo>
                  <a:lnTo>
                    <a:pt x="8260" y="7033"/>
                  </a:lnTo>
                  <a:lnTo>
                    <a:pt x="8535" y="9754"/>
                  </a:lnTo>
                  <a:lnTo>
                    <a:pt x="10292" y="15401"/>
                  </a:lnTo>
                  <a:lnTo>
                    <a:pt x="11297" y="16009"/>
                  </a:lnTo>
                  <a:lnTo>
                    <a:pt x="9600" y="18636"/>
                  </a:lnTo>
                  <a:lnTo>
                    <a:pt x="8130" y="19552"/>
                  </a:lnTo>
                  <a:lnTo>
                    <a:pt x="2175" y="20216"/>
                  </a:lnTo>
                  <a:lnTo>
                    <a:pt x="0" y="12967"/>
                  </a:lnTo>
                  <a:lnTo>
                    <a:pt x="1149" y="12414"/>
                  </a:lnTo>
                  <a:lnTo>
                    <a:pt x="3278" y="8944"/>
                  </a:lnTo>
                  <a:lnTo>
                    <a:pt x="1810" y="8436"/>
                  </a:lnTo>
                  <a:lnTo>
                    <a:pt x="754" y="6540"/>
                  </a:lnTo>
                  <a:lnTo>
                    <a:pt x="1706" y="3993"/>
                  </a:lnTo>
                  <a:lnTo>
                    <a:pt x="917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4" name="ph8234"/>
            <p:cNvSpPr/>
            <p:nvPr/>
          </p:nvSpPr>
          <p:spPr>
            <a:xfrm>
              <a:off x="11194484" y="3194043"/>
              <a:ext cx="8501" cy="21575"/>
            </a:xfrm>
            <a:custGeom>
              <a:avLst/>
              <a:pathLst>
                <a:path w="8501" h="21575">
                  <a:moveTo>
                    <a:pt x="8501" y="8699"/>
                  </a:moveTo>
                  <a:lnTo>
                    <a:pt x="8165" y="11885"/>
                  </a:lnTo>
                  <a:lnTo>
                    <a:pt x="8111" y="16692"/>
                  </a:lnTo>
                  <a:lnTo>
                    <a:pt x="7879" y="19413"/>
                  </a:lnTo>
                  <a:lnTo>
                    <a:pt x="4864" y="21575"/>
                  </a:lnTo>
                  <a:lnTo>
                    <a:pt x="624" y="18769"/>
                  </a:lnTo>
                  <a:lnTo>
                    <a:pt x="0" y="7148"/>
                  </a:lnTo>
                  <a:lnTo>
                    <a:pt x="2433" y="1454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5" name="ph8235"/>
            <p:cNvSpPr/>
            <p:nvPr/>
          </p:nvSpPr>
          <p:spPr>
            <a:xfrm>
              <a:off x="11148069" y="3143500"/>
              <a:ext cx="5593" cy="6414"/>
            </a:xfrm>
            <a:custGeom>
              <a:avLst/>
              <a:pathLst>
                <a:path w="5593" h="6414">
                  <a:moveTo>
                    <a:pt x="5593" y="5463"/>
                  </a:moveTo>
                  <a:lnTo>
                    <a:pt x="909" y="6414"/>
                  </a:lnTo>
                  <a:lnTo>
                    <a:pt x="0" y="5457"/>
                  </a:lnTo>
                  <a:lnTo>
                    <a:pt x="2447" y="136"/>
                  </a:lnTo>
                  <a:lnTo>
                    <a:pt x="2937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6" name="ph8236"/>
            <p:cNvSpPr/>
            <p:nvPr/>
          </p:nvSpPr>
          <p:spPr>
            <a:xfrm>
              <a:off x="11260470" y="3200377"/>
              <a:ext cx="12737" cy="9710"/>
            </a:xfrm>
            <a:custGeom>
              <a:avLst/>
              <a:pathLst>
                <a:path w="12737" h="9710">
                  <a:moveTo>
                    <a:pt x="12131" y="2383"/>
                  </a:moveTo>
                  <a:lnTo>
                    <a:pt x="12737" y="4799"/>
                  </a:lnTo>
                  <a:lnTo>
                    <a:pt x="11484" y="9710"/>
                  </a:lnTo>
                  <a:lnTo>
                    <a:pt x="5824" y="8970"/>
                  </a:lnTo>
                  <a:lnTo>
                    <a:pt x="2822" y="6654"/>
                  </a:lnTo>
                  <a:lnTo>
                    <a:pt x="0" y="3319"/>
                  </a:lnTo>
                  <a:lnTo>
                    <a:pt x="2823" y="2278"/>
                  </a:lnTo>
                  <a:lnTo>
                    <a:pt x="3648" y="2359"/>
                  </a:lnTo>
                  <a:lnTo>
                    <a:pt x="5001" y="1731"/>
                  </a:lnTo>
                  <a:lnTo>
                    <a:pt x="6629" y="1019"/>
                  </a:lnTo>
                  <a:lnTo>
                    <a:pt x="8950" y="1100"/>
                  </a:lnTo>
                  <a:lnTo>
                    <a:pt x="1093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7" name="ph8237"/>
            <p:cNvSpPr/>
            <p:nvPr/>
          </p:nvSpPr>
          <p:spPr>
            <a:xfrm>
              <a:off x="11239021" y="3370345"/>
              <a:ext cx="15971" cy="13707"/>
            </a:xfrm>
            <a:custGeom>
              <a:avLst/>
              <a:pathLst>
                <a:path w="15971" h="13707">
                  <a:moveTo>
                    <a:pt x="8074" y="3090"/>
                  </a:moveTo>
                  <a:lnTo>
                    <a:pt x="11488" y="4066"/>
                  </a:lnTo>
                  <a:lnTo>
                    <a:pt x="13718" y="3263"/>
                  </a:lnTo>
                  <a:lnTo>
                    <a:pt x="13322" y="6615"/>
                  </a:lnTo>
                  <a:lnTo>
                    <a:pt x="15971" y="12178"/>
                  </a:lnTo>
                  <a:lnTo>
                    <a:pt x="13151" y="12008"/>
                  </a:lnTo>
                  <a:lnTo>
                    <a:pt x="9792" y="13396"/>
                  </a:lnTo>
                  <a:lnTo>
                    <a:pt x="4748" y="13707"/>
                  </a:lnTo>
                  <a:lnTo>
                    <a:pt x="0" y="7400"/>
                  </a:lnTo>
                  <a:lnTo>
                    <a:pt x="704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8" name="ph8238"/>
            <p:cNvSpPr/>
            <p:nvPr/>
          </p:nvSpPr>
          <p:spPr>
            <a:xfrm>
              <a:off x="11443547" y="3285533"/>
              <a:ext cx="20733" cy="10196"/>
            </a:xfrm>
            <a:custGeom>
              <a:avLst/>
              <a:pathLst>
                <a:path w="20733" h="10196">
                  <a:moveTo>
                    <a:pt x="10181" y="1601"/>
                  </a:moveTo>
                  <a:lnTo>
                    <a:pt x="18682" y="3668"/>
                  </a:lnTo>
                  <a:lnTo>
                    <a:pt x="20364" y="4728"/>
                  </a:lnTo>
                  <a:lnTo>
                    <a:pt x="20733" y="5552"/>
                  </a:lnTo>
                  <a:lnTo>
                    <a:pt x="18196" y="8324"/>
                  </a:lnTo>
                  <a:lnTo>
                    <a:pt x="14464" y="9261"/>
                  </a:lnTo>
                  <a:lnTo>
                    <a:pt x="13568" y="10196"/>
                  </a:lnTo>
                  <a:lnTo>
                    <a:pt x="9307" y="7768"/>
                  </a:lnTo>
                  <a:lnTo>
                    <a:pt x="7872" y="9074"/>
                  </a:lnTo>
                  <a:lnTo>
                    <a:pt x="2203" y="9152"/>
                  </a:lnTo>
                  <a:lnTo>
                    <a:pt x="0" y="4893"/>
                  </a:lnTo>
                  <a:lnTo>
                    <a:pt x="458" y="1760"/>
                  </a:lnTo>
                  <a:lnTo>
                    <a:pt x="3295" y="316"/>
                  </a:lnTo>
                  <a:lnTo>
                    <a:pt x="4433" y="714"/>
                  </a:lnTo>
                  <a:lnTo>
                    <a:pt x="722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9" name="ph8239"/>
            <p:cNvSpPr/>
            <p:nvPr/>
          </p:nvSpPr>
          <p:spPr>
            <a:xfrm>
              <a:off x="11260435" y="3219233"/>
              <a:ext cx="26002" cy="24380"/>
            </a:xfrm>
            <a:custGeom>
              <a:avLst/>
              <a:pathLst>
                <a:path w="26002" h="24380">
                  <a:moveTo>
                    <a:pt x="9830" y="0"/>
                  </a:moveTo>
                  <a:lnTo>
                    <a:pt x="12698" y="3921"/>
                  </a:lnTo>
                  <a:lnTo>
                    <a:pt x="12254" y="4286"/>
                  </a:lnTo>
                  <a:lnTo>
                    <a:pt x="13374" y="5864"/>
                  </a:lnTo>
                  <a:lnTo>
                    <a:pt x="24310" y="5803"/>
                  </a:lnTo>
                  <a:lnTo>
                    <a:pt x="25124" y="6470"/>
                  </a:lnTo>
                  <a:lnTo>
                    <a:pt x="26002" y="8676"/>
                  </a:lnTo>
                  <a:lnTo>
                    <a:pt x="20250" y="11416"/>
                  </a:lnTo>
                  <a:lnTo>
                    <a:pt x="17458" y="14730"/>
                  </a:lnTo>
                  <a:lnTo>
                    <a:pt x="16953" y="20024"/>
                  </a:lnTo>
                  <a:lnTo>
                    <a:pt x="12147" y="19026"/>
                  </a:lnTo>
                  <a:lnTo>
                    <a:pt x="7409" y="24380"/>
                  </a:lnTo>
                  <a:lnTo>
                    <a:pt x="6353" y="23659"/>
                  </a:lnTo>
                  <a:lnTo>
                    <a:pt x="1552" y="22868"/>
                  </a:lnTo>
                  <a:lnTo>
                    <a:pt x="2416" y="20647"/>
                  </a:lnTo>
                  <a:lnTo>
                    <a:pt x="3472" y="15455"/>
                  </a:lnTo>
                  <a:lnTo>
                    <a:pt x="283" y="12761"/>
                  </a:lnTo>
                  <a:lnTo>
                    <a:pt x="0" y="6125"/>
                  </a:lnTo>
                  <a:lnTo>
                    <a:pt x="6534" y="132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0" name="ph8240"/>
            <p:cNvSpPr/>
            <p:nvPr/>
          </p:nvSpPr>
          <p:spPr>
            <a:xfrm>
              <a:off x="11290751" y="3208521"/>
              <a:ext cx="9921" cy="12446"/>
            </a:xfrm>
            <a:custGeom>
              <a:avLst/>
              <a:pathLst>
                <a:path w="9921" h="12446">
                  <a:moveTo>
                    <a:pt x="3331" y="790"/>
                  </a:moveTo>
                  <a:lnTo>
                    <a:pt x="4020" y="3008"/>
                  </a:lnTo>
                  <a:lnTo>
                    <a:pt x="6921" y="3356"/>
                  </a:lnTo>
                  <a:lnTo>
                    <a:pt x="9589" y="5050"/>
                  </a:lnTo>
                  <a:lnTo>
                    <a:pt x="9921" y="6223"/>
                  </a:lnTo>
                  <a:lnTo>
                    <a:pt x="8414" y="9435"/>
                  </a:lnTo>
                  <a:lnTo>
                    <a:pt x="4596" y="12446"/>
                  </a:lnTo>
                  <a:lnTo>
                    <a:pt x="0" y="7237"/>
                  </a:lnTo>
                  <a:lnTo>
                    <a:pt x="711" y="5581"/>
                  </a:lnTo>
                  <a:lnTo>
                    <a:pt x="154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1" name="ph8241"/>
            <p:cNvSpPr/>
            <p:nvPr/>
          </p:nvSpPr>
          <p:spPr>
            <a:xfrm>
              <a:off x="11230751" y="3277871"/>
              <a:ext cx="3831" cy="3793"/>
            </a:xfrm>
            <a:custGeom>
              <a:avLst/>
              <a:pathLst>
                <a:path w="3831" h="3793">
                  <a:moveTo>
                    <a:pt x="3831" y="2515"/>
                  </a:moveTo>
                  <a:lnTo>
                    <a:pt x="3798" y="3511"/>
                  </a:lnTo>
                  <a:lnTo>
                    <a:pt x="0" y="3793"/>
                  </a:lnTo>
                  <a:lnTo>
                    <a:pt x="156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2" name="ph8242"/>
            <p:cNvSpPr/>
            <p:nvPr/>
          </p:nvSpPr>
          <p:spPr>
            <a:xfrm>
              <a:off x="11001814" y="2951463"/>
              <a:ext cx="19914" cy="25442"/>
            </a:xfrm>
            <a:custGeom>
              <a:avLst/>
              <a:pathLst>
                <a:path w="19914" h="25442">
                  <a:moveTo>
                    <a:pt x="13546" y="630"/>
                  </a:moveTo>
                  <a:lnTo>
                    <a:pt x="15613" y="574"/>
                  </a:lnTo>
                  <a:lnTo>
                    <a:pt x="17398" y="4578"/>
                  </a:lnTo>
                  <a:lnTo>
                    <a:pt x="19879" y="8648"/>
                  </a:lnTo>
                  <a:lnTo>
                    <a:pt x="19914" y="8957"/>
                  </a:lnTo>
                  <a:lnTo>
                    <a:pt x="17824" y="8642"/>
                  </a:lnTo>
                  <a:lnTo>
                    <a:pt x="14927" y="11126"/>
                  </a:lnTo>
                  <a:lnTo>
                    <a:pt x="13073" y="15357"/>
                  </a:lnTo>
                  <a:lnTo>
                    <a:pt x="16240" y="18733"/>
                  </a:lnTo>
                  <a:lnTo>
                    <a:pt x="18506" y="18546"/>
                  </a:lnTo>
                  <a:lnTo>
                    <a:pt x="18033" y="19921"/>
                  </a:lnTo>
                  <a:lnTo>
                    <a:pt x="15302" y="22684"/>
                  </a:lnTo>
                  <a:lnTo>
                    <a:pt x="9671" y="25442"/>
                  </a:lnTo>
                  <a:lnTo>
                    <a:pt x="4398" y="25045"/>
                  </a:lnTo>
                  <a:lnTo>
                    <a:pt x="3889" y="24320"/>
                  </a:lnTo>
                  <a:lnTo>
                    <a:pt x="145" y="17156"/>
                  </a:lnTo>
                  <a:lnTo>
                    <a:pt x="661" y="8530"/>
                  </a:lnTo>
                  <a:lnTo>
                    <a:pt x="0" y="7840"/>
                  </a:lnTo>
                  <a:lnTo>
                    <a:pt x="637" y="5087"/>
                  </a:lnTo>
                  <a:lnTo>
                    <a:pt x="6" y="1276"/>
                  </a:lnTo>
                  <a:lnTo>
                    <a:pt x="912" y="314"/>
                  </a:lnTo>
                  <a:lnTo>
                    <a:pt x="3065" y="42"/>
                  </a:lnTo>
                  <a:lnTo>
                    <a:pt x="3627" y="1319"/>
                  </a:lnTo>
                  <a:lnTo>
                    <a:pt x="7956" y="2147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3" name="ph8243"/>
            <p:cNvSpPr/>
            <p:nvPr/>
          </p:nvSpPr>
          <p:spPr>
            <a:xfrm>
              <a:off x="11114848" y="2879869"/>
              <a:ext cx="3166" cy="6407"/>
            </a:xfrm>
            <a:custGeom>
              <a:avLst/>
              <a:pathLst>
                <a:path w="3166" h="6407">
                  <a:moveTo>
                    <a:pt x="2132" y="0"/>
                  </a:moveTo>
                  <a:lnTo>
                    <a:pt x="3166" y="2265"/>
                  </a:lnTo>
                  <a:lnTo>
                    <a:pt x="2741" y="5800"/>
                  </a:lnTo>
                  <a:lnTo>
                    <a:pt x="579" y="6407"/>
                  </a:lnTo>
                  <a:lnTo>
                    <a:pt x="0" y="5020"/>
                  </a:lnTo>
                  <a:lnTo>
                    <a:pt x="800" y="3607"/>
                  </a:lnTo>
                  <a:lnTo>
                    <a:pt x="749" y="70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4" name="ph8244"/>
            <p:cNvSpPr/>
            <p:nvPr/>
          </p:nvSpPr>
          <p:spPr>
            <a:xfrm>
              <a:off x="10958442" y="3075858"/>
              <a:ext cx="35101" cy="31319"/>
            </a:xfrm>
            <a:custGeom>
              <a:avLst/>
              <a:pathLst>
                <a:path w="35101" h="31319">
                  <a:moveTo>
                    <a:pt x="28951" y="1666"/>
                  </a:moveTo>
                  <a:lnTo>
                    <a:pt x="27601" y="6378"/>
                  </a:lnTo>
                  <a:lnTo>
                    <a:pt x="29880" y="5545"/>
                  </a:lnTo>
                  <a:lnTo>
                    <a:pt x="31115" y="4238"/>
                  </a:lnTo>
                  <a:lnTo>
                    <a:pt x="32046" y="4189"/>
                  </a:lnTo>
                  <a:lnTo>
                    <a:pt x="32712" y="5403"/>
                  </a:lnTo>
                  <a:lnTo>
                    <a:pt x="32487" y="9265"/>
                  </a:lnTo>
                  <a:lnTo>
                    <a:pt x="34034" y="10177"/>
                  </a:lnTo>
                  <a:lnTo>
                    <a:pt x="35101" y="12327"/>
                  </a:lnTo>
                  <a:lnTo>
                    <a:pt x="34794" y="16253"/>
                  </a:lnTo>
                  <a:lnTo>
                    <a:pt x="32096" y="17543"/>
                  </a:lnTo>
                  <a:lnTo>
                    <a:pt x="30129" y="20307"/>
                  </a:lnTo>
                  <a:lnTo>
                    <a:pt x="25598" y="20088"/>
                  </a:lnTo>
                  <a:lnTo>
                    <a:pt x="25258" y="27099"/>
                  </a:lnTo>
                  <a:lnTo>
                    <a:pt x="22838" y="28704"/>
                  </a:lnTo>
                  <a:lnTo>
                    <a:pt x="21493" y="31319"/>
                  </a:lnTo>
                  <a:lnTo>
                    <a:pt x="13179" y="28912"/>
                  </a:lnTo>
                  <a:lnTo>
                    <a:pt x="8290" y="28835"/>
                  </a:lnTo>
                  <a:lnTo>
                    <a:pt x="9397" y="21753"/>
                  </a:lnTo>
                  <a:lnTo>
                    <a:pt x="4480" y="19116"/>
                  </a:lnTo>
                  <a:lnTo>
                    <a:pt x="1984" y="21555"/>
                  </a:lnTo>
                  <a:lnTo>
                    <a:pt x="884" y="21676"/>
                  </a:lnTo>
                  <a:lnTo>
                    <a:pt x="859" y="15200"/>
                  </a:lnTo>
                  <a:lnTo>
                    <a:pt x="0" y="13013"/>
                  </a:lnTo>
                  <a:lnTo>
                    <a:pt x="429" y="12010"/>
                  </a:lnTo>
                  <a:lnTo>
                    <a:pt x="10694" y="1707"/>
                  </a:lnTo>
                  <a:lnTo>
                    <a:pt x="14638" y="1038"/>
                  </a:lnTo>
                  <a:lnTo>
                    <a:pt x="16136" y="2767"/>
                  </a:lnTo>
                  <a:lnTo>
                    <a:pt x="17739" y="3411"/>
                  </a:lnTo>
                  <a:lnTo>
                    <a:pt x="2561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5" name="ph8245"/>
            <p:cNvSpPr/>
            <p:nvPr/>
          </p:nvSpPr>
          <p:spPr>
            <a:xfrm>
              <a:off x="11120281" y="2875791"/>
              <a:ext cx="5627" cy="6892"/>
            </a:xfrm>
            <a:custGeom>
              <a:avLst/>
              <a:pathLst>
                <a:path w="5627" h="6892">
                  <a:moveTo>
                    <a:pt x="4501" y="4699"/>
                  </a:moveTo>
                  <a:lnTo>
                    <a:pt x="2053" y="6892"/>
                  </a:lnTo>
                  <a:lnTo>
                    <a:pt x="107" y="5480"/>
                  </a:lnTo>
                  <a:lnTo>
                    <a:pt x="0" y="3695"/>
                  </a:lnTo>
                  <a:lnTo>
                    <a:pt x="1154" y="4376"/>
                  </a:lnTo>
                  <a:lnTo>
                    <a:pt x="2659" y="1202"/>
                  </a:lnTo>
                  <a:lnTo>
                    <a:pt x="4369" y="0"/>
                  </a:lnTo>
                  <a:lnTo>
                    <a:pt x="5627" y="32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6" name="ph8246"/>
            <p:cNvSpPr/>
            <p:nvPr/>
          </p:nvSpPr>
          <p:spPr>
            <a:xfrm>
              <a:off x="11131205" y="2866560"/>
              <a:ext cx="4140" cy="5880"/>
            </a:xfrm>
            <a:custGeom>
              <a:avLst/>
              <a:pathLst>
                <a:path w="4140" h="5880">
                  <a:moveTo>
                    <a:pt x="3867" y="5880"/>
                  </a:moveTo>
                  <a:lnTo>
                    <a:pt x="0" y="5669"/>
                  </a:lnTo>
                  <a:lnTo>
                    <a:pt x="2345" y="0"/>
                  </a:lnTo>
                  <a:lnTo>
                    <a:pt x="3328" y="123"/>
                  </a:lnTo>
                  <a:lnTo>
                    <a:pt x="4140" y="390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7" name="ph8247"/>
            <p:cNvSpPr/>
            <p:nvPr/>
          </p:nvSpPr>
          <p:spPr>
            <a:xfrm>
              <a:off x="10981929" y="3112292"/>
              <a:ext cx="35943" cy="22110"/>
            </a:xfrm>
            <a:custGeom>
              <a:avLst/>
              <a:pathLst>
                <a:path w="35943" h="22110">
                  <a:moveTo>
                    <a:pt x="17099" y="253"/>
                  </a:moveTo>
                  <a:lnTo>
                    <a:pt x="17467" y="797"/>
                  </a:lnTo>
                  <a:lnTo>
                    <a:pt x="23801" y="8937"/>
                  </a:lnTo>
                  <a:lnTo>
                    <a:pt x="25490" y="9862"/>
                  </a:lnTo>
                  <a:lnTo>
                    <a:pt x="35943" y="8086"/>
                  </a:lnTo>
                  <a:lnTo>
                    <a:pt x="35907" y="10973"/>
                  </a:lnTo>
                  <a:lnTo>
                    <a:pt x="33116" y="12283"/>
                  </a:lnTo>
                  <a:lnTo>
                    <a:pt x="29687" y="10590"/>
                  </a:lnTo>
                  <a:lnTo>
                    <a:pt x="27783" y="11517"/>
                  </a:lnTo>
                  <a:lnTo>
                    <a:pt x="29243" y="15836"/>
                  </a:lnTo>
                  <a:lnTo>
                    <a:pt x="30684" y="14477"/>
                  </a:lnTo>
                  <a:lnTo>
                    <a:pt x="32983" y="14187"/>
                  </a:lnTo>
                  <a:lnTo>
                    <a:pt x="32746" y="17141"/>
                  </a:lnTo>
                  <a:lnTo>
                    <a:pt x="26055" y="22110"/>
                  </a:lnTo>
                  <a:lnTo>
                    <a:pt x="16537" y="16831"/>
                  </a:lnTo>
                  <a:lnTo>
                    <a:pt x="6298" y="14282"/>
                  </a:lnTo>
                  <a:lnTo>
                    <a:pt x="8155" y="11856"/>
                  </a:lnTo>
                  <a:lnTo>
                    <a:pt x="11822" y="12174"/>
                  </a:lnTo>
                  <a:lnTo>
                    <a:pt x="15338" y="8998"/>
                  </a:lnTo>
                  <a:lnTo>
                    <a:pt x="11112" y="8692"/>
                  </a:lnTo>
                  <a:lnTo>
                    <a:pt x="6027" y="6861"/>
                  </a:lnTo>
                  <a:lnTo>
                    <a:pt x="0" y="7948"/>
                  </a:lnTo>
                  <a:lnTo>
                    <a:pt x="1007" y="3736"/>
                  </a:lnTo>
                  <a:lnTo>
                    <a:pt x="4242" y="1056"/>
                  </a:lnTo>
                  <a:lnTo>
                    <a:pt x="7087" y="0"/>
                  </a:lnTo>
                  <a:lnTo>
                    <a:pt x="11057" y="103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8" name="ph8248"/>
            <p:cNvSpPr/>
            <p:nvPr/>
          </p:nvSpPr>
          <p:spPr>
            <a:xfrm>
              <a:off x="11071209" y="2916969"/>
              <a:ext cx="39343" cy="33645"/>
            </a:xfrm>
            <a:custGeom>
              <a:avLst/>
              <a:pathLst>
                <a:path w="39343" h="33645">
                  <a:moveTo>
                    <a:pt x="21250" y="0"/>
                  </a:moveTo>
                  <a:lnTo>
                    <a:pt x="22594" y="328"/>
                  </a:lnTo>
                  <a:lnTo>
                    <a:pt x="22962" y="2588"/>
                  </a:lnTo>
                  <a:lnTo>
                    <a:pt x="26693" y="4483"/>
                  </a:lnTo>
                  <a:lnTo>
                    <a:pt x="28950" y="3334"/>
                  </a:lnTo>
                  <a:lnTo>
                    <a:pt x="31246" y="5821"/>
                  </a:lnTo>
                  <a:lnTo>
                    <a:pt x="30754" y="7636"/>
                  </a:lnTo>
                  <a:lnTo>
                    <a:pt x="33857" y="11284"/>
                  </a:lnTo>
                  <a:lnTo>
                    <a:pt x="36106" y="12074"/>
                  </a:lnTo>
                  <a:lnTo>
                    <a:pt x="37912" y="11790"/>
                  </a:lnTo>
                  <a:lnTo>
                    <a:pt x="39047" y="13382"/>
                  </a:lnTo>
                  <a:lnTo>
                    <a:pt x="39343" y="15622"/>
                  </a:lnTo>
                  <a:lnTo>
                    <a:pt x="37413" y="16832"/>
                  </a:lnTo>
                  <a:lnTo>
                    <a:pt x="36954" y="17992"/>
                  </a:lnTo>
                  <a:lnTo>
                    <a:pt x="36332" y="20225"/>
                  </a:lnTo>
                  <a:lnTo>
                    <a:pt x="36524" y="23526"/>
                  </a:lnTo>
                  <a:lnTo>
                    <a:pt x="36116" y="24482"/>
                  </a:lnTo>
                  <a:lnTo>
                    <a:pt x="32060" y="23488"/>
                  </a:lnTo>
                  <a:lnTo>
                    <a:pt x="29554" y="24128"/>
                  </a:lnTo>
                  <a:lnTo>
                    <a:pt x="28382" y="28398"/>
                  </a:lnTo>
                  <a:lnTo>
                    <a:pt x="20880" y="33645"/>
                  </a:lnTo>
                  <a:lnTo>
                    <a:pt x="22503" y="31473"/>
                  </a:lnTo>
                  <a:lnTo>
                    <a:pt x="22317" y="30433"/>
                  </a:lnTo>
                  <a:lnTo>
                    <a:pt x="19397" y="28116"/>
                  </a:lnTo>
                  <a:lnTo>
                    <a:pt x="19769" y="23409"/>
                  </a:lnTo>
                  <a:lnTo>
                    <a:pt x="19736" y="21531"/>
                  </a:lnTo>
                  <a:lnTo>
                    <a:pt x="18330" y="19964"/>
                  </a:lnTo>
                  <a:lnTo>
                    <a:pt x="13382" y="17960"/>
                  </a:lnTo>
                  <a:lnTo>
                    <a:pt x="10933" y="18515"/>
                  </a:lnTo>
                  <a:lnTo>
                    <a:pt x="9848" y="16447"/>
                  </a:lnTo>
                  <a:lnTo>
                    <a:pt x="6922" y="13499"/>
                  </a:lnTo>
                  <a:lnTo>
                    <a:pt x="414" y="11310"/>
                  </a:lnTo>
                  <a:lnTo>
                    <a:pt x="0" y="5232"/>
                  </a:lnTo>
                  <a:lnTo>
                    <a:pt x="1161" y="4997"/>
                  </a:lnTo>
                  <a:lnTo>
                    <a:pt x="2441" y="2351"/>
                  </a:lnTo>
                  <a:lnTo>
                    <a:pt x="3430" y="1893"/>
                  </a:lnTo>
                  <a:lnTo>
                    <a:pt x="8345" y="425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9" name="ph8249"/>
            <p:cNvSpPr/>
            <p:nvPr/>
          </p:nvSpPr>
          <p:spPr>
            <a:xfrm>
              <a:off x="11068673" y="2833953"/>
              <a:ext cx="32858" cy="24961"/>
            </a:xfrm>
            <a:custGeom>
              <a:avLst/>
              <a:pathLst>
                <a:path w="32858" h="24961">
                  <a:moveTo>
                    <a:pt x="30834" y="0"/>
                  </a:moveTo>
                  <a:lnTo>
                    <a:pt x="32858" y="1386"/>
                  </a:lnTo>
                  <a:lnTo>
                    <a:pt x="31105" y="6275"/>
                  </a:lnTo>
                  <a:lnTo>
                    <a:pt x="21307" y="14139"/>
                  </a:lnTo>
                  <a:lnTo>
                    <a:pt x="18364" y="20949"/>
                  </a:lnTo>
                  <a:lnTo>
                    <a:pt x="16372" y="23530"/>
                  </a:lnTo>
                  <a:lnTo>
                    <a:pt x="13335" y="24846"/>
                  </a:lnTo>
                  <a:lnTo>
                    <a:pt x="10182" y="24961"/>
                  </a:lnTo>
                  <a:lnTo>
                    <a:pt x="6999" y="23000"/>
                  </a:lnTo>
                  <a:lnTo>
                    <a:pt x="5725" y="22917"/>
                  </a:lnTo>
                  <a:lnTo>
                    <a:pt x="3037" y="24243"/>
                  </a:lnTo>
                  <a:lnTo>
                    <a:pt x="1696" y="21535"/>
                  </a:lnTo>
                  <a:lnTo>
                    <a:pt x="3576" y="18208"/>
                  </a:lnTo>
                  <a:lnTo>
                    <a:pt x="494" y="16632"/>
                  </a:lnTo>
                  <a:lnTo>
                    <a:pt x="0" y="14183"/>
                  </a:lnTo>
                  <a:lnTo>
                    <a:pt x="2346" y="13418"/>
                  </a:lnTo>
                  <a:lnTo>
                    <a:pt x="5901" y="14403"/>
                  </a:lnTo>
                  <a:lnTo>
                    <a:pt x="7756" y="13751"/>
                  </a:lnTo>
                  <a:lnTo>
                    <a:pt x="12856" y="5830"/>
                  </a:lnTo>
                  <a:lnTo>
                    <a:pt x="17619" y="4142"/>
                  </a:lnTo>
                  <a:lnTo>
                    <a:pt x="19655" y="5624"/>
                  </a:lnTo>
                  <a:lnTo>
                    <a:pt x="29024" y="96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0" name="ph8250"/>
            <p:cNvSpPr/>
            <p:nvPr/>
          </p:nvSpPr>
          <p:spPr>
            <a:xfrm>
              <a:off x="11061527" y="3016059"/>
              <a:ext cx="26785" cy="22845"/>
            </a:xfrm>
            <a:custGeom>
              <a:avLst/>
              <a:pathLst>
                <a:path w="26785" h="22845">
                  <a:moveTo>
                    <a:pt x="3020" y="605"/>
                  </a:moveTo>
                  <a:lnTo>
                    <a:pt x="5973" y="0"/>
                  </a:lnTo>
                  <a:lnTo>
                    <a:pt x="8367" y="1338"/>
                  </a:lnTo>
                  <a:lnTo>
                    <a:pt x="14910" y="4764"/>
                  </a:lnTo>
                  <a:lnTo>
                    <a:pt x="15185" y="6151"/>
                  </a:lnTo>
                  <a:lnTo>
                    <a:pt x="13623" y="7127"/>
                  </a:lnTo>
                  <a:lnTo>
                    <a:pt x="13740" y="8586"/>
                  </a:lnTo>
                  <a:lnTo>
                    <a:pt x="16744" y="10086"/>
                  </a:lnTo>
                  <a:lnTo>
                    <a:pt x="25389" y="11468"/>
                  </a:lnTo>
                  <a:lnTo>
                    <a:pt x="26785" y="17181"/>
                  </a:lnTo>
                  <a:lnTo>
                    <a:pt x="23236" y="22104"/>
                  </a:lnTo>
                  <a:lnTo>
                    <a:pt x="22159" y="22845"/>
                  </a:lnTo>
                  <a:lnTo>
                    <a:pt x="22017" y="22318"/>
                  </a:lnTo>
                  <a:lnTo>
                    <a:pt x="20583" y="20572"/>
                  </a:lnTo>
                  <a:lnTo>
                    <a:pt x="16423" y="20217"/>
                  </a:lnTo>
                  <a:lnTo>
                    <a:pt x="13194" y="18182"/>
                  </a:lnTo>
                  <a:lnTo>
                    <a:pt x="8116" y="16919"/>
                  </a:lnTo>
                  <a:lnTo>
                    <a:pt x="8091" y="13853"/>
                  </a:lnTo>
                  <a:lnTo>
                    <a:pt x="6063" y="15108"/>
                  </a:lnTo>
                  <a:lnTo>
                    <a:pt x="490" y="10087"/>
                  </a:lnTo>
                  <a:lnTo>
                    <a:pt x="0" y="8393"/>
                  </a:lnTo>
                  <a:lnTo>
                    <a:pt x="202" y="231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1" name="ph8251"/>
            <p:cNvSpPr/>
            <p:nvPr/>
          </p:nvSpPr>
          <p:spPr>
            <a:xfrm>
              <a:off x="11120234" y="2864926"/>
              <a:ext cx="13316" cy="15240"/>
            </a:xfrm>
            <a:custGeom>
              <a:avLst/>
              <a:pathLst>
                <a:path w="13316" h="15240">
                  <a:moveTo>
                    <a:pt x="13316" y="1633"/>
                  </a:moveTo>
                  <a:lnTo>
                    <a:pt x="10970" y="7303"/>
                  </a:lnTo>
                  <a:lnTo>
                    <a:pt x="8505" y="8353"/>
                  </a:lnTo>
                  <a:lnTo>
                    <a:pt x="6687" y="8245"/>
                  </a:lnTo>
                  <a:lnTo>
                    <a:pt x="5674" y="11186"/>
                  </a:lnTo>
                  <a:lnTo>
                    <a:pt x="4415" y="10864"/>
                  </a:lnTo>
                  <a:lnTo>
                    <a:pt x="2705" y="12066"/>
                  </a:lnTo>
                  <a:lnTo>
                    <a:pt x="1201" y="15240"/>
                  </a:lnTo>
                  <a:lnTo>
                    <a:pt x="46" y="14559"/>
                  </a:lnTo>
                  <a:lnTo>
                    <a:pt x="0" y="14012"/>
                  </a:lnTo>
                  <a:lnTo>
                    <a:pt x="768" y="10590"/>
                  </a:lnTo>
                  <a:lnTo>
                    <a:pt x="3524" y="9708"/>
                  </a:lnTo>
                  <a:lnTo>
                    <a:pt x="6305" y="5957"/>
                  </a:lnTo>
                  <a:lnTo>
                    <a:pt x="10426" y="3840"/>
                  </a:lnTo>
                  <a:lnTo>
                    <a:pt x="10775" y="2316"/>
                  </a:lnTo>
                  <a:lnTo>
                    <a:pt x="9788" y="2056"/>
                  </a:lnTo>
                  <a:lnTo>
                    <a:pt x="1153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2" name="ph8252"/>
            <p:cNvSpPr/>
            <p:nvPr/>
          </p:nvSpPr>
          <p:spPr>
            <a:xfrm>
              <a:off x="11093938" y="2885424"/>
              <a:ext cx="13651" cy="7276"/>
            </a:xfrm>
            <a:custGeom>
              <a:avLst/>
              <a:pathLst>
                <a:path w="13651" h="7276">
                  <a:moveTo>
                    <a:pt x="13651" y="284"/>
                  </a:moveTo>
                  <a:lnTo>
                    <a:pt x="10898" y="6723"/>
                  </a:lnTo>
                  <a:lnTo>
                    <a:pt x="9614" y="7276"/>
                  </a:lnTo>
                  <a:lnTo>
                    <a:pt x="7783" y="6517"/>
                  </a:lnTo>
                  <a:lnTo>
                    <a:pt x="5542" y="4960"/>
                  </a:lnTo>
                  <a:lnTo>
                    <a:pt x="0" y="1406"/>
                  </a:lnTo>
                  <a:lnTo>
                    <a:pt x="6924" y="0"/>
                  </a:lnTo>
                  <a:lnTo>
                    <a:pt x="9279" y="1305"/>
                  </a:lnTo>
                  <a:lnTo>
                    <a:pt x="10301" y="500"/>
                  </a:lnTo>
                  <a:lnTo>
                    <a:pt x="10662" y="157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3" name="ph8253"/>
            <p:cNvSpPr/>
            <p:nvPr/>
          </p:nvSpPr>
          <p:spPr>
            <a:xfrm>
              <a:off x="11024014" y="3115112"/>
              <a:ext cx="23625" cy="27288"/>
            </a:xfrm>
            <a:custGeom>
              <a:avLst/>
              <a:pathLst>
                <a:path w="23625" h="27288">
                  <a:moveTo>
                    <a:pt x="7141" y="3109"/>
                  </a:moveTo>
                  <a:lnTo>
                    <a:pt x="10891" y="3070"/>
                  </a:lnTo>
                  <a:lnTo>
                    <a:pt x="13492" y="1641"/>
                  </a:lnTo>
                  <a:lnTo>
                    <a:pt x="15217" y="3527"/>
                  </a:lnTo>
                  <a:lnTo>
                    <a:pt x="14593" y="7388"/>
                  </a:lnTo>
                  <a:lnTo>
                    <a:pt x="15354" y="10604"/>
                  </a:lnTo>
                  <a:lnTo>
                    <a:pt x="17361" y="12388"/>
                  </a:lnTo>
                  <a:lnTo>
                    <a:pt x="20527" y="12211"/>
                  </a:lnTo>
                  <a:lnTo>
                    <a:pt x="23090" y="15169"/>
                  </a:lnTo>
                  <a:lnTo>
                    <a:pt x="21857" y="15447"/>
                  </a:lnTo>
                  <a:lnTo>
                    <a:pt x="21988" y="18413"/>
                  </a:lnTo>
                  <a:lnTo>
                    <a:pt x="23625" y="21005"/>
                  </a:lnTo>
                  <a:lnTo>
                    <a:pt x="19853" y="24819"/>
                  </a:lnTo>
                  <a:lnTo>
                    <a:pt x="17790" y="23538"/>
                  </a:lnTo>
                  <a:lnTo>
                    <a:pt x="14012" y="24586"/>
                  </a:lnTo>
                  <a:lnTo>
                    <a:pt x="12258" y="27288"/>
                  </a:lnTo>
                  <a:lnTo>
                    <a:pt x="9256" y="26757"/>
                  </a:lnTo>
                  <a:lnTo>
                    <a:pt x="8375" y="19428"/>
                  </a:lnTo>
                  <a:lnTo>
                    <a:pt x="9252" y="17629"/>
                  </a:lnTo>
                  <a:lnTo>
                    <a:pt x="8903" y="13520"/>
                  </a:lnTo>
                  <a:lnTo>
                    <a:pt x="6231" y="11941"/>
                  </a:lnTo>
                  <a:lnTo>
                    <a:pt x="1818" y="12039"/>
                  </a:lnTo>
                  <a:lnTo>
                    <a:pt x="2412" y="10635"/>
                  </a:lnTo>
                  <a:lnTo>
                    <a:pt x="1117" y="6387"/>
                  </a:lnTo>
                  <a:lnTo>
                    <a:pt x="0" y="5296"/>
                  </a:lnTo>
                  <a:lnTo>
                    <a:pt x="563" y="2605"/>
                  </a:lnTo>
                  <a:lnTo>
                    <a:pt x="1143" y="3673"/>
                  </a:lnTo>
                  <a:lnTo>
                    <a:pt x="1680" y="3418"/>
                  </a:lnTo>
                  <a:lnTo>
                    <a:pt x="2512" y="814"/>
                  </a:lnTo>
                  <a:lnTo>
                    <a:pt x="416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4" name="ph8254"/>
            <p:cNvSpPr/>
            <p:nvPr/>
          </p:nvSpPr>
          <p:spPr>
            <a:xfrm>
              <a:off x="11117590" y="2881271"/>
              <a:ext cx="4744" cy="5733"/>
            </a:xfrm>
            <a:custGeom>
              <a:avLst/>
              <a:pathLst>
                <a:path w="4744" h="5733">
                  <a:moveTo>
                    <a:pt x="4744" y="1412"/>
                  </a:moveTo>
                  <a:lnTo>
                    <a:pt x="4434" y="3916"/>
                  </a:lnTo>
                  <a:lnTo>
                    <a:pt x="1305" y="5733"/>
                  </a:lnTo>
                  <a:lnTo>
                    <a:pt x="0" y="4398"/>
                  </a:lnTo>
                  <a:lnTo>
                    <a:pt x="424" y="863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5" name="ph8255"/>
            <p:cNvSpPr/>
            <p:nvPr/>
          </p:nvSpPr>
          <p:spPr>
            <a:xfrm>
              <a:off x="11135073" y="2870463"/>
              <a:ext cx="395" cy="2488"/>
            </a:xfrm>
            <a:custGeom>
              <a:avLst/>
              <a:pathLst>
                <a:path w="395" h="2488">
                  <a:moveTo>
                    <a:pt x="395" y="2488"/>
                  </a:moveTo>
                  <a:lnTo>
                    <a:pt x="0" y="1978"/>
                  </a:lnTo>
                  <a:lnTo>
                    <a:pt x="27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6" name="ph8256"/>
            <p:cNvSpPr/>
            <p:nvPr/>
          </p:nvSpPr>
          <p:spPr>
            <a:xfrm>
              <a:off x="11140370" y="2898614"/>
              <a:ext cx="13935" cy="30496"/>
            </a:xfrm>
            <a:custGeom>
              <a:avLst/>
              <a:pathLst>
                <a:path w="13935" h="30496">
                  <a:moveTo>
                    <a:pt x="13364" y="0"/>
                  </a:moveTo>
                  <a:lnTo>
                    <a:pt x="11979" y="8361"/>
                  </a:lnTo>
                  <a:lnTo>
                    <a:pt x="11703" y="15404"/>
                  </a:lnTo>
                  <a:lnTo>
                    <a:pt x="10465" y="19144"/>
                  </a:lnTo>
                  <a:lnTo>
                    <a:pt x="13489" y="22887"/>
                  </a:lnTo>
                  <a:lnTo>
                    <a:pt x="13935" y="24467"/>
                  </a:lnTo>
                  <a:lnTo>
                    <a:pt x="9068" y="25552"/>
                  </a:lnTo>
                  <a:lnTo>
                    <a:pt x="5453" y="29171"/>
                  </a:lnTo>
                  <a:lnTo>
                    <a:pt x="1036" y="30496"/>
                  </a:lnTo>
                  <a:lnTo>
                    <a:pt x="0" y="29056"/>
                  </a:lnTo>
                  <a:lnTo>
                    <a:pt x="1537" y="27029"/>
                  </a:lnTo>
                  <a:lnTo>
                    <a:pt x="2050" y="28617"/>
                  </a:lnTo>
                  <a:lnTo>
                    <a:pt x="2387" y="28296"/>
                  </a:lnTo>
                  <a:lnTo>
                    <a:pt x="3498" y="25286"/>
                  </a:lnTo>
                  <a:lnTo>
                    <a:pt x="3254" y="21994"/>
                  </a:lnTo>
                  <a:lnTo>
                    <a:pt x="1931" y="21011"/>
                  </a:lnTo>
                  <a:lnTo>
                    <a:pt x="2853" y="15432"/>
                  </a:lnTo>
                  <a:lnTo>
                    <a:pt x="4051" y="12540"/>
                  </a:lnTo>
                  <a:lnTo>
                    <a:pt x="6912" y="12025"/>
                  </a:lnTo>
                  <a:lnTo>
                    <a:pt x="10499" y="7569"/>
                  </a:lnTo>
                  <a:lnTo>
                    <a:pt x="11323" y="6255"/>
                  </a:lnTo>
                  <a:lnTo>
                    <a:pt x="11842" y="6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7" name="ph8257"/>
            <p:cNvSpPr/>
            <p:nvPr/>
          </p:nvSpPr>
          <p:spPr>
            <a:xfrm>
              <a:off x="10999396" y="3105124"/>
              <a:ext cx="25962" cy="17029"/>
            </a:xfrm>
            <a:custGeom>
              <a:avLst/>
              <a:pathLst>
                <a:path w="25962" h="17029">
                  <a:moveTo>
                    <a:pt x="4791" y="0"/>
                  </a:moveTo>
                  <a:lnTo>
                    <a:pt x="6209" y="3857"/>
                  </a:lnTo>
                  <a:lnTo>
                    <a:pt x="5040" y="5414"/>
                  </a:lnTo>
                  <a:lnTo>
                    <a:pt x="5232" y="6528"/>
                  </a:lnTo>
                  <a:lnTo>
                    <a:pt x="14116" y="8518"/>
                  </a:lnTo>
                  <a:lnTo>
                    <a:pt x="13911" y="3753"/>
                  </a:lnTo>
                  <a:lnTo>
                    <a:pt x="15442" y="2619"/>
                  </a:lnTo>
                  <a:lnTo>
                    <a:pt x="17512" y="3922"/>
                  </a:lnTo>
                  <a:lnTo>
                    <a:pt x="17973" y="2842"/>
                  </a:lnTo>
                  <a:lnTo>
                    <a:pt x="20192" y="5137"/>
                  </a:lnTo>
                  <a:lnTo>
                    <a:pt x="23690" y="6139"/>
                  </a:lnTo>
                  <a:lnTo>
                    <a:pt x="25962" y="9834"/>
                  </a:lnTo>
                  <a:lnTo>
                    <a:pt x="25180" y="12592"/>
                  </a:lnTo>
                  <a:lnTo>
                    <a:pt x="24617" y="15283"/>
                  </a:lnTo>
                  <a:lnTo>
                    <a:pt x="22853" y="15464"/>
                  </a:lnTo>
                  <a:lnTo>
                    <a:pt x="21179" y="14587"/>
                  </a:lnTo>
                  <a:lnTo>
                    <a:pt x="18476" y="15253"/>
                  </a:lnTo>
                  <a:lnTo>
                    <a:pt x="8022" y="17029"/>
                  </a:lnTo>
                  <a:lnTo>
                    <a:pt x="6334" y="16105"/>
                  </a:lnTo>
                  <a:lnTo>
                    <a:pt x="0" y="7965"/>
                  </a:lnTo>
                  <a:lnTo>
                    <a:pt x="2107" y="6853"/>
                  </a:lnTo>
                  <a:lnTo>
                    <a:pt x="3264" y="4934"/>
                  </a:lnTo>
                  <a:lnTo>
                    <a:pt x="2290" y="3203"/>
                  </a:lnTo>
                  <a:lnTo>
                    <a:pt x="1482" y="320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8" name="ph8258"/>
            <p:cNvSpPr/>
            <p:nvPr/>
          </p:nvSpPr>
          <p:spPr>
            <a:xfrm>
              <a:off x="11060930" y="2830833"/>
              <a:ext cx="25500" cy="20624"/>
            </a:xfrm>
            <a:custGeom>
              <a:avLst/>
              <a:pathLst>
                <a:path w="25500" h="20624">
                  <a:moveTo>
                    <a:pt x="10818" y="0"/>
                  </a:moveTo>
                  <a:lnTo>
                    <a:pt x="13962" y="2057"/>
                  </a:lnTo>
                  <a:lnTo>
                    <a:pt x="13384" y="5311"/>
                  </a:lnTo>
                  <a:lnTo>
                    <a:pt x="15594" y="5023"/>
                  </a:lnTo>
                  <a:lnTo>
                    <a:pt x="18476" y="3331"/>
                  </a:lnTo>
                  <a:lnTo>
                    <a:pt x="22898" y="3476"/>
                  </a:lnTo>
                  <a:lnTo>
                    <a:pt x="25500" y="4777"/>
                  </a:lnTo>
                  <a:lnTo>
                    <a:pt x="25362" y="7262"/>
                  </a:lnTo>
                  <a:lnTo>
                    <a:pt x="20599" y="8949"/>
                  </a:lnTo>
                  <a:lnTo>
                    <a:pt x="15499" y="16870"/>
                  </a:lnTo>
                  <a:lnTo>
                    <a:pt x="13644" y="17522"/>
                  </a:lnTo>
                  <a:lnTo>
                    <a:pt x="10089" y="16537"/>
                  </a:lnTo>
                  <a:lnTo>
                    <a:pt x="7743" y="17302"/>
                  </a:lnTo>
                  <a:lnTo>
                    <a:pt x="8237" y="19751"/>
                  </a:lnTo>
                  <a:lnTo>
                    <a:pt x="7059" y="20624"/>
                  </a:lnTo>
                  <a:lnTo>
                    <a:pt x="4893" y="19616"/>
                  </a:lnTo>
                  <a:lnTo>
                    <a:pt x="3397" y="15637"/>
                  </a:lnTo>
                  <a:lnTo>
                    <a:pt x="1090" y="13752"/>
                  </a:lnTo>
                  <a:lnTo>
                    <a:pt x="0" y="13681"/>
                  </a:lnTo>
                  <a:lnTo>
                    <a:pt x="1341" y="10295"/>
                  </a:lnTo>
                  <a:lnTo>
                    <a:pt x="3428" y="10669"/>
                  </a:lnTo>
                  <a:lnTo>
                    <a:pt x="2964" y="12088"/>
                  </a:lnTo>
                  <a:lnTo>
                    <a:pt x="5689" y="12834"/>
                  </a:lnTo>
                  <a:lnTo>
                    <a:pt x="9579" y="11481"/>
                  </a:lnTo>
                  <a:lnTo>
                    <a:pt x="11792" y="8745"/>
                  </a:lnTo>
                  <a:lnTo>
                    <a:pt x="9103" y="3387"/>
                  </a:lnTo>
                  <a:lnTo>
                    <a:pt x="9443" y="219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9" name="ph8259"/>
            <p:cNvSpPr/>
            <p:nvPr/>
          </p:nvSpPr>
          <p:spPr>
            <a:xfrm>
              <a:off x="11107541" y="2932592"/>
              <a:ext cx="11607" cy="12202"/>
            </a:xfrm>
            <a:custGeom>
              <a:avLst/>
              <a:pathLst>
                <a:path w="11607" h="12202">
                  <a:moveTo>
                    <a:pt x="8346" y="2505"/>
                  </a:moveTo>
                  <a:lnTo>
                    <a:pt x="10549" y="4596"/>
                  </a:lnTo>
                  <a:lnTo>
                    <a:pt x="11607" y="7464"/>
                  </a:lnTo>
                  <a:lnTo>
                    <a:pt x="10274" y="8292"/>
                  </a:lnTo>
                  <a:lnTo>
                    <a:pt x="11339" y="11191"/>
                  </a:lnTo>
                  <a:lnTo>
                    <a:pt x="10112" y="12202"/>
                  </a:lnTo>
                  <a:lnTo>
                    <a:pt x="8483" y="9469"/>
                  </a:lnTo>
                  <a:lnTo>
                    <a:pt x="6468" y="8026"/>
                  </a:lnTo>
                  <a:lnTo>
                    <a:pt x="3576" y="8264"/>
                  </a:lnTo>
                  <a:lnTo>
                    <a:pt x="2766" y="9818"/>
                  </a:lnTo>
                  <a:lnTo>
                    <a:pt x="192" y="7904"/>
                  </a:lnTo>
                  <a:lnTo>
                    <a:pt x="0" y="4603"/>
                  </a:lnTo>
                  <a:lnTo>
                    <a:pt x="621" y="2369"/>
                  </a:lnTo>
                  <a:lnTo>
                    <a:pt x="1081" y="1210"/>
                  </a:lnTo>
                  <a:lnTo>
                    <a:pt x="301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0" name="ph8260"/>
            <p:cNvSpPr/>
            <p:nvPr/>
          </p:nvSpPr>
          <p:spPr>
            <a:xfrm>
              <a:off x="11021594" y="2967684"/>
              <a:ext cx="13966" cy="11878"/>
            </a:xfrm>
            <a:custGeom>
              <a:avLst/>
              <a:pathLst>
                <a:path w="13966" h="11878">
                  <a:moveTo>
                    <a:pt x="9308" y="1292"/>
                  </a:moveTo>
                  <a:lnTo>
                    <a:pt x="9113" y="4228"/>
                  </a:lnTo>
                  <a:lnTo>
                    <a:pt x="12849" y="8514"/>
                  </a:lnTo>
                  <a:lnTo>
                    <a:pt x="13966" y="11878"/>
                  </a:lnTo>
                  <a:lnTo>
                    <a:pt x="5619" y="11206"/>
                  </a:lnTo>
                  <a:lnTo>
                    <a:pt x="1461" y="10710"/>
                  </a:lnTo>
                  <a:lnTo>
                    <a:pt x="2604" y="7893"/>
                  </a:lnTo>
                  <a:lnTo>
                    <a:pt x="3301" y="6732"/>
                  </a:lnTo>
                  <a:lnTo>
                    <a:pt x="166" y="5317"/>
                  </a:lnTo>
                  <a:lnTo>
                    <a:pt x="0" y="4461"/>
                  </a:lnTo>
                  <a:lnTo>
                    <a:pt x="53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1" name="ph8261"/>
            <p:cNvSpPr/>
            <p:nvPr/>
          </p:nvSpPr>
          <p:spPr>
            <a:xfrm>
              <a:off x="11004210" y="2965141"/>
              <a:ext cx="22771" cy="22192"/>
            </a:xfrm>
            <a:custGeom>
              <a:avLst/>
              <a:pathLst>
                <a:path w="22771" h="22192">
                  <a:moveTo>
                    <a:pt x="21268" y="446"/>
                  </a:moveTo>
                  <a:lnTo>
                    <a:pt x="22771" y="2542"/>
                  </a:lnTo>
                  <a:lnTo>
                    <a:pt x="17383" y="7004"/>
                  </a:lnTo>
                  <a:lnTo>
                    <a:pt x="17549" y="7860"/>
                  </a:lnTo>
                  <a:lnTo>
                    <a:pt x="20685" y="9275"/>
                  </a:lnTo>
                  <a:lnTo>
                    <a:pt x="19987" y="10436"/>
                  </a:lnTo>
                  <a:lnTo>
                    <a:pt x="13736" y="12001"/>
                  </a:lnTo>
                  <a:lnTo>
                    <a:pt x="6847" y="15458"/>
                  </a:lnTo>
                  <a:lnTo>
                    <a:pt x="5641" y="16660"/>
                  </a:lnTo>
                  <a:lnTo>
                    <a:pt x="7494" y="17079"/>
                  </a:lnTo>
                  <a:lnTo>
                    <a:pt x="6696" y="21514"/>
                  </a:lnTo>
                  <a:lnTo>
                    <a:pt x="808" y="22192"/>
                  </a:lnTo>
                  <a:lnTo>
                    <a:pt x="0" y="20106"/>
                  </a:lnTo>
                  <a:lnTo>
                    <a:pt x="240" y="13676"/>
                  </a:lnTo>
                  <a:lnTo>
                    <a:pt x="2002" y="11367"/>
                  </a:lnTo>
                  <a:lnTo>
                    <a:pt x="7275" y="11764"/>
                  </a:lnTo>
                  <a:lnTo>
                    <a:pt x="12906" y="9006"/>
                  </a:lnTo>
                  <a:lnTo>
                    <a:pt x="15637" y="6243"/>
                  </a:lnTo>
                  <a:lnTo>
                    <a:pt x="16110" y="4869"/>
                  </a:lnTo>
                  <a:lnTo>
                    <a:pt x="18986" y="4214"/>
                  </a:lnTo>
                  <a:lnTo>
                    <a:pt x="19112" y="834"/>
                  </a:lnTo>
                  <a:lnTo>
                    <a:pt x="1993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2" name="ph8262"/>
            <p:cNvSpPr/>
            <p:nvPr/>
          </p:nvSpPr>
          <p:spPr>
            <a:xfrm>
              <a:off x="11009912" y="3046247"/>
              <a:ext cx="15944" cy="11478"/>
            </a:xfrm>
            <a:custGeom>
              <a:avLst/>
              <a:pathLst>
                <a:path w="15944" h="11478">
                  <a:moveTo>
                    <a:pt x="15944" y="55"/>
                  </a:moveTo>
                  <a:lnTo>
                    <a:pt x="11581" y="9285"/>
                  </a:lnTo>
                  <a:lnTo>
                    <a:pt x="12311" y="9939"/>
                  </a:lnTo>
                  <a:lnTo>
                    <a:pt x="11922" y="10511"/>
                  </a:lnTo>
                  <a:lnTo>
                    <a:pt x="9980" y="11366"/>
                  </a:lnTo>
                  <a:lnTo>
                    <a:pt x="6312" y="10853"/>
                  </a:lnTo>
                  <a:lnTo>
                    <a:pt x="5908" y="11478"/>
                  </a:lnTo>
                  <a:lnTo>
                    <a:pt x="0" y="8790"/>
                  </a:lnTo>
                  <a:lnTo>
                    <a:pt x="910" y="6678"/>
                  </a:lnTo>
                  <a:lnTo>
                    <a:pt x="3972" y="5132"/>
                  </a:lnTo>
                  <a:lnTo>
                    <a:pt x="4944" y="3130"/>
                  </a:lnTo>
                  <a:lnTo>
                    <a:pt x="6321" y="3571"/>
                  </a:lnTo>
                  <a:lnTo>
                    <a:pt x="11016" y="2803"/>
                  </a:lnTo>
                  <a:lnTo>
                    <a:pt x="1500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3" name="ph8263"/>
            <p:cNvSpPr/>
            <p:nvPr/>
          </p:nvSpPr>
          <p:spPr>
            <a:xfrm>
              <a:off x="11142076" y="2887166"/>
              <a:ext cx="10136" cy="23988"/>
            </a:xfrm>
            <a:custGeom>
              <a:avLst/>
              <a:pathLst>
                <a:path w="10136" h="23988">
                  <a:moveTo>
                    <a:pt x="5877" y="0"/>
                  </a:moveTo>
                  <a:lnTo>
                    <a:pt x="7533" y="1835"/>
                  </a:lnTo>
                  <a:lnTo>
                    <a:pt x="7102" y="7227"/>
                  </a:lnTo>
                  <a:lnTo>
                    <a:pt x="5698" y="10699"/>
                  </a:lnTo>
                  <a:lnTo>
                    <a:pt x="7748" y="12292"/>
                  </a:lnTo>
                  <a:lnTo>
                    <a:pt x="10136" y="12080"/>
                  </a:lnTo>
                  <a:lnTo>
                    <a:pt x="9616" y="17702"/>
                  </a:lnTo>
                  <a:lnTo>
                    <a:pt x="8793" y="19017"/>
                  </a:lnTo>
                  <a:lnTo>
                    <a:pt x="5206" y="23473"/>
                  </a:lnTo>
                  <a:lnTo>
                    <a:pt x="2344" y="23988"/>
                  </a:lnTo>
                  <a:lnTo>
                    <a:pt x="4178" y="15804"/>
                  </a:lnTo>
                  <a:lnTo>
                    <a:pt x="1411" y="14367"/>
                  </a:lnTo>
                  <a:lnTo>
                    <a:pt x="0" y="14487"/>
                  </a:lnTo>
                  <a:lnTo>
                    <a:pt x="747" y="12246"/>
                  </a:lnTo>
                  <a:lnTo>
                    <a:pt x="155" y="11288"/>
                  </a:lnTo>
                  <a:lnTo>
                    <a:pt x="1273" y="9442"/>
                  </a:lnTo>
                  <a:lnTo>
                    <a:pt x="4449" y="7631"/>
                  </a:lnTo>
                  <a:lnTo>
                    <a:pt x="4589" y="24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4" name="ph8264"/>
            <p:cNvSpPr/>
            <p:nvPr/>
          </p:nvSpPr>
          <p:spPr>
            <a:xfrm>
              <a:off x="11091291" y="3024737"/>
              <a:ext cx="4842" cy="5912"/>
            </a:xfrm>
            <a:custGeom>
              <a:avLst/>
              <a:pathLst>
                <a:path w="4842" h="5912">
                  <a:moveTo>
                    <a:pt x="4842" y="2515"/>
                  </a:moveTo>
                  <a:lnTo>
                    <a:pt x="3799" y="5912"/>
                  </a:lnTo>
                  <a:lnTo>
                    <a:pt x="470" y="4523"/>
                  </a:lnTo>
                  <a:lnTo>
                    <a:pt x="0" y="3225"/>
                  </a:lnTo>
                  <a:lnTo>
                    <a:pt x="1045" y="1545"/>
                  </a:lnTo>
                  <a:lnTo>
                    <a:pt x="108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5" name="ph8265"/>
            <p:cNvSpPr/>
            <p:nvPr/>
          </p:nvSpPr>
          <p:spPr>
            <a:xfrm>
              <a:off x="11144874" y="3040580"/>
              <a:ext cx="17010" cy="16555"/>
            </a:xfrm>
            <a:custGeom>
              <a:avLst/>
              <a:pathLst>
                <a:path w="17010" h="16555">
                  <a:moveTo>
                    <a:pt x="10317" y="1453"/>
                  </a:moveTo>
                  <a:lnTo>
                    <a:pt x="13402" y="1216"/>
                  </a:lnTo>
                  <a:lnTo>
                    <a:pt x="15887" y="3764"/>
                  </a:lnTo>
                  <a:lnTo>
                    <a:pt x="16921" y="6013"/>
                  </a:lnTo>
                  <a:lnTo>
                    <a:pt x="17010" y="8652"/>
                  </a:lnTo>
                  <a:lnTo>
                    <a:pt x="14806" y="10400"/>
                  </a:lnTo>
                  <a:lnTo>
                    <a:pt x="16485" y="10406"/>
                  </a:lnTo>
                  <a:lnTo>
                    <a:pt x="13340" y="12845"/>
                  </a:lnTo>
                  <a:lnTo>
                    <a:pt x="9359" y="11622"/>
                  </a:lnTo>
                  <a:lnTo>
                    <a:pt x="7835" y="11271"/>
                  </a:lnTo>
                  <a:lnTo>
                    <a:pt x="1715" y="15141"/>
                  </a:lnTo>
                  <a:lnTo>
                    <a:pt x="1520" y="16555"/>
                  </a:lnTo>
                  <a:lnTo>
                    <a:pt x="0" y="16349"/>
                  </a:lnTo>
                  <a:lnTo>
                    <a:pt x="1197" y="13809"/>
                  </a:lnTo>
                  <a:lnTo>
                    <a:pt x="2632" y="13209"/>
                  </a:lnTo>
                  <a:lnTo>
                    <a:pt x="5664" y="11341"/>
                  </a:lnTo>
                  <a:lnTo>
                    <a:pt x="7025" y="9849"/>
                  </a:lnTo>
                  <a:lnTo>
                    <a:pt x="7012" y="8972"/>
                  </a:lnTo>
                  <a:lnTo>
                    <a:pt x="5636" y="6869"/>
                  </a:lnTo>
                  <a:lnTo>
                    <a:pt x="1546" y="6523"/>
                  </a:lnTo>
                  <a:lnTo>
                    <a:pt x="2481" y="3568"/>
                  </a:lnTo>
                  <a:lnTo>
                    <a:pt x="872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6" name="ph8266"/>
            <p:cNvSpPr/>
            <p:nvPr/>
          </p:nvSpPr>
          <p:spPr>
            <a:xfrm>
              <a:off x="11023815" y="2997005"/>
              <a:ext cx="6283" cy="5580"/>
            </a:xfrm>
            <a:custGeom>
              <a:avLst/>
              <a:pathLst>
                <a:path w="6283" h="5580">
                  <a:moveTo>
                    <a:pt x="2743" y="0"/>
                  </a:moveTo>
                  <a:lnTo>
                    <a:pt x="6283" y="2199"/>
                  </a:lnTo>
                  <a:lnTo>
                    <a:pt x="6148" y="5580"/>
                  </a:lnTo>
                  <a:lnTo>
                    <a:pt x="0" y="2274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7" name="ph8267"/>
            <p:cNvSpPr/>
            <p:nvPr/>
          </p:nvSpPr>
          <p:spPr>
            <a:xfrm>
              <a:off x="11113035" y="2974440"/>
              <a:ext cx="16712" cy="25357"/>
            </a:xfrm>
            <a:custGeom>
              <a:avLst/>
              <a:pathLst>
                <a:path w="16712" h="25357">
                  <a:moveTo>
                    <a:pt x="4114" y="675"/>
                  </a:moveTo>
                  <a:lnTo>
                    <a:pt x="11941" y="2592"/>
                  </a:lnTo>
                  <a:lnTo>
                    <a:pt x="15401" y="1032"/>
                  </a:lnTo>
                  <a:lnTo>
                    <a:pt x="16712" y="2055"/>
                  </a:lnTo>
                  <a:lnTo>
                    <a:pt x="16690" y="4948"/>
                  </a:lnTo>
                  <a:lnTo>
                    <a:pt x="14089" y="6554"/>
                  </a:lnTo>
                  <a:lnTo>
                    <a:pt x="13150" y="8353"/>
                  </a:lnTo>
                  <a:lnTo>
                    <a:pt x="13434" y="9888"/>
                  </a:lnTo>
                  <a:lnTo>
                    <a:pt x="15148" y="11309"/>
                  </a:lnTo>
                  <a:lnTo>
                    <a:pt x="13487" y="16285"/>
                  </a:lnTo>
                  <a:lnTo>
                    <a:pt x="12002" y="18561"/>
                  </a:lnTo>
                  <a:lnTo>
                    <a:pt x="11764" y="22467"/>
                  </a:lnTo>
                  <a:lnTo>
                    <a:pt x="9460" y="25339"/>
                  </a:lnTo>
                  <a:lnTo>
                    <a:pt x="8637" y="25357"/>
                  </a:lnTo>
                  <a:lnTo>
                    <a:pt x="8135" y="23206"/>
                  </a:lnTo>
                  <a:lnTo>
                    <a:pt x="7364" y="22913"/>
                  </a:lnTo>
                  <a:lnTo>
                    <a:pt x="5387" y="23887"/>
                  </a:lnTo>
                  <a:lnTo>
                    <a:pt x="3441" y="23029"/>
                  </a:lnTo>
                  <a:lnTo>
                    <a:pt x="3117" y="20215"/>
                  </a:lnTo>
                  <a:lnTo>
                    <a:pt x="3221" y="14502"/>
                  </a:lnTo>
                  <a:lnTo>
                    <a:pt x="772" y="11645"/>
                  </a:lnTo>
                  <a:lnTo>
                    <a:pt x="3145" y="8755"/>
                  </a:lnTo>
                  <a:lnTo>
                    <a:pt x="2354" y="7594"/>
                  </a:lnTo>
                  <a:lnTo>
                    <a:pt x="0" y="6970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8" name="ph8268"/>
            <p:cNvSpPr/>
            <p:nvPr/>
          </p:nvSpPr>
          <p:spPr>
            <a:xfrm>
              <a:off x="11118895" y="2885188"/>
              <a:ext cx="4528" cy="8719"/>
            </a:xfrm>
            <a:custGeom>
              <a:avLst/>
              <a:pathLst>
                <a:path w="4528" h="8719">
                  <a:moveTo>
                    <a:pt x="3128" y="0"/>
                  </a:moveTo>
                  <a:lnTo>
                    <a:pt x="4528" y="5673"/>
                  </a:lnTo>
                  <a:lnTo>
                    <a:pt x="549" y="8719"/>
                  </a:lnTo>
                  <a:lnTo>
                    <a:pt x="0" y="181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9" name="ph8269"/>
            <p:cNvSpPr/>
            <p:nvPr/>
          </p:nvSpPr>
          <p:spPr>
            <a:xfrm>
              <a:off x="11056591" y="2850246"/>
              <a:ext cx="11397" cy="15457"/>
            </a:xfrm>
            <a:custGeom>
              <a:avLst/>
              <a:pathLst>
                <a:path w="11397" h="15457">
                  <a:moveTo>
                    <a:pt x="9231" y="203"/>
                  </a:moveTo>
                  <a:lnTo>
                    <a:pt x="11397" y="1211"/>
                  </a:lnTo>
                  <a:lnTo>
                    <a:pt x="10499" y="4164"/>
                  </a:lnTo>
                  <a:lnTo>
                    <a:pt x="7646" y="7485"/>
                  </a:lnTo>
                  <a:lnTo>
                    <a:pt x="5712" y="13563"/>
                  </a:lnTo>
                  <a:lnTo>
                    <a:pt x="4347" y="15452"/>
                  </a:lnTo>
                  <a:lnTo>
                    <a:pt x="2968" y="15457"/>
                  </a:lnTo>
                  <a:lnTo>
                    <a:pt x="2956" y="14019"/>
                  </a:lnTo>
                  <a:lnTo>
                    <a:pt x="250" y="11736"/>
                  </a:lnTo>
                  <a:lnTo>
                    <a:pt x="0" y="10680"/>
                  </a:lnTo>
                  <a:lnTo>
                    <a:pt x="894" y="10277"/>
                  </a:lnTo>
                  <a:lnTo>
                    <a:pt x="4753" y="5343"/>
                  </a:lnTo>
                  <a:lnTo>
                    <a:pt x="5465" y="916"/>
                  </a:lnTo>
                  <a:lnTo>
                    <a:pt x="699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0" name="ph8270"/>
            <p:cNvSpPr/>
            <p:nvPr/>
          </p:nvSpPr>
          <p:spPr>
            <a:xfrm>
              <a:off x="11133456" y="3025526"/>
              <a:ext cx="21659" cy="21954"/>
            </a:xfrm>
            <a:custGeom>
              <a:avLst/>
              <a:pathLst>
                <a:path w="21659" h="21954">
                  <a:moveTo>
                    <a:pt x="15539" y="42"/>
                  </a:moveTo>
                  <a:lnTo>
                    <a:pt x="21659" y="0"/>
                  </a:lnTo>
                  <a:lnTo>
                    <a:pt x="19253" y="4123"/>
                  </a:lnTo>
                  <a:lnTo>
                    <a:pt x="21340" y="5693"/>
                  </a:lnTo>
                  <a:lnTo>
                    <a:pt x="19456" y="11454"/>
                  </a:lnTo>
                  <a:lnTo>
                    <a:pt x="16261" y="12485"/>
                  </a:lnTo>
                  <a:lnTo>
                    <a:pt x="14826" y="11705"/>
                  </a:lnTo>
                  <a:lnTo>
                    <a:pt x="12048" y="18972"/>
                  </a:lnTo>
                  <a:lnTo>
                    <a:pt x="6418" y="21954"/>
                  </a:lnTo>
                  <a:lnTo>
                    <a:pt x="5656" y="21922"/>
                  </a:lnTo>
                  <a:lnTo>
                    <a:pt x="3041" y="18344"/>
                  </a:lnTo>
                  <a:lnTo>
                    <a:pt x="1539" y="18398"/>
                  </a:lnTo>
                  <a:lnTo>
                    <a:pt x="3576" y="14002"/>
                  </a:lnTo>
                  <a:lnTo>
                    <a:pt x="1312" y="12102"/>
                  </a:lnTo>
                  <a:lnTo>
                    <a:pt x="208" y="11072"/>
                  </a:lnTo>
                  <a:lnTo>
                    <a:pt x="0" y="7552"/>
                  </a:lnTo>
                  <a:lnTo>
                    <a:pt x="1605" y="4117"/>
                  </a:lnTo>
                  <a:lnTo>
                    <a:pt x="6056" y="6472"/>
                  </a:lnTo>
                  <a:lnTo>
                    <a:pt x="7275" y="4705"/>
                  </a:lnTo>
                  <a:lnTo>
                    <a:pt x="6046" y="3513"/>
                  </a:lnTo>
                  <a:lnTo>
                    <a:pt x="7864" y="1896"/>
                  </a:lnTo>
                  <a:lnTo>
                    <a:pt x="12182" y="22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1" name="ph8271"/>
            <p:cNvSpPr/>
            <p:nvPr/>
          </p:nvSpPr>
          <p:spPr>
            <a:xfrm>
              <a:off x="11084764" y="3033240"/>
              <a:ext cx="18801" cy="21475"/>
            </a:xfrm>
            <a:custGeom>
              <a:avLst/>
              <a:pathLst>
                <a:path w="18801" h="21475">
                  <a:moveTo>
                    <a:pt x="6102" y="11"/>
                  </a:moveTo>
                  <a:lnTo>
                    <a:pt x="6135" y="1961"/>
                  </a:lnTo>
                  <a:lnTo>
                    <a:pt x="7133" y="2695"/>
                  </a:lnTo>
                  <a:lnTo>
                    <a:pt x="9281" y="3114"/>
                  </a:lnTo>
                  <a:lnTo>
                    <a:pt x="10965" y="2072"/>
                  </a:lnTo>
                  <a:lnTo>
                    <a:pt x="12783" y="4487"/>
                  </a:lnTo>
                  <a:lnTo>
                    <a:pt x="12278" y="7600"/>
                  </a:lnTo>
                  <a:lnTo>
                    <a:pt x="10542" y="11083"/>
                  </a:lnTo>
                  <a:lnTo>
                    <a:pt x="11102" y="11804"/>
                  </a:lnTo>
                  <a:lnTo>
                    <a:pt x="14644" y="11317"/>
                  </a:lnTo>
                  <a:lnTo>
                    <a:pt x="16550" y="12191"/>
                  </a:lnTo>
                  <a:lnTo>
                    <a:pt x="16644" y="13359"/>
                  </a:lnTo>
                  <a:lnTo>
                    <a:pt x="14436" y="14376"/>
                  </a:lnTo>
                  <a:lnTo>
                    <a:pt x="16441" y="16620"/>
                  </a:lnTo>
                  <a:lnTo>
                    <a:pt x="18801" y="17437"/>
                  </a:lnTo>
                  <a:lnTo>
                    <a:pt x="16050" y="21475"/>
                  </a:lnTo>
                  <a:lnTo>
                    <a:pt x="12986" y="18933"/>
                  </a:lnTo>
                  <a:lnTo>
                    <a:pt x="12588" y="19801"/>
                  </a:lnTo>
                  <a:lnTo>
                    <a:pt x="9802" y="18201"/>
                  </a:lnTo>
                  <a:lnTo>
                    <a:pt x="4711" y="17466"/>
                  </a:lnTo>
                  <a:lnTo>
                    <a:pt x="3287" y="18360"/>
                  </a:lnTo>
                  <a:lnTo>
                    <a:pt x="2804" y="16662"/>
                  </a:lnTo>
                  <a:lnTo>
                    <a:pt x="5235" y="11129"/>
                  </a:lnTo>
                  <a:lnTo>
                    <a:pt x="5100" y="8694"/>
                  </a:lnTo>
                  <a:lnTo>
                    <a:pt x="0" y="4922"/>
                  </a:lnTo>
                  <a:lnTo>
                    <a:pt x="3548" y="0"/>
                  </a:lnTo>
                  <a:lnTo>
                    <a:pt x="4663" y="5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2" name="ph8272"/>
            <p:cNvSpPr/>
            <p:nvPr/>
          </p:nvSpPr>
          <p:spPr>
            <a:xfrm>
              <a:off x="11075933" y="2982034"/>
              <a:ext cx="20282" cy="22582"/>
            </a:xfrm>
            <a:custGeom>
              <a:avLst/>
              <a:pathLst>
                <a:path w="20282" h="22582">
                  <a:moveTo>
                    <a:pt x="3858" y="346"/>
                  </a:moveTo>
                  <a:lnTo>
                    <a:pt x="9850" y="3313"/>
                  </a:lnTo>
                  <a:lnTo>
                    <a:pt x="11153" y="2433"/>
                  </a:lnTo>
                  <a:lnTo>
                    <a:pt x="16115" y="6712"/>
                  </a:lnTo>
                  <a:lnTo>
                    <a:pt x="20282" y="8282"/>
                  </a:lnTo>
                  <a:lnTo>
                    <a:pt x="16629" y="10923"/>
                  </a:lnTo>
                  <a:lnTo>
                    <a:pt x="11373" y="16268"/>
                  </a:lnTo>
                  <a:lnTo>
                    <a:pt x="8369" y="21247"/>
                  </a:lnTo>
                  <a:lnTo>
                    <a:pt x="8802" y="22582"/>
                  </a:lnTo>
                  <a:lnTo>
                    <a:pt x="4691" y="20077"/>
                  </a:lnTo>
                  <a:lnTo>
                    <a:pt x="4992" y="19755"/>
                  </a:lnTo>
                  <a:lnTo>
                    <a:pt x="2378" y="18637"/>
                  </a:lnTo>
                  <a:lnTo>
                    <a:pt x="2190" y="19289"/>
                  </a:lnTo>
                  <a:lnTo>
                    <a:pt x="1335" y="19022"/>
                  </a:lnTo>
                  <a:lnTo>
                    <a:pt x="697" y="18178"/>
                  </a:lnTo>
                  <a:lnTo>
                    <a:pt x="0" y="16105"/>
                  </a:lnTo>
                  <a:lnTo>
                    <a:pt x="1239" y="15116"/>
                  </a:lnTo>
                  <a:lnTo>
                    <a:pt x="6012" y="16036"/>
                  </a:lnTo>
                  <a:lnTo>
                    <a:pt x="7086" y="14771"/>
                  </a:lnTo>
                  <a:lnTo>
                    <a:pt x="5653" y="11763"/>
                  </a:lnTo>
                  <a:lnTo>
                    <a:pt x="4288" y="12889"/>
                  </a:lnTo>
                  <a:lnTo>
                    <a:pt x="2015" y="11685"/>
                  </a:lnTo>
                  <a:lnTo>
                    <a:pt x="1434" y="10402"/>
                  </a:lnTo>
                  <a:lnTo>
                    <a:pt x="1832" y="8127"/>
                  </a:lnTo>
                  <a:lnTo>
                    <a:pt x="3238" y="7753"/>
                  </a:lnTo>
                  <a:lnTo>
                    <a:pt x="3534" y="4274"/>
                  </a:lnTo>
                  <a:lnTo>
                    <a:pt x="23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3" name="ph8273"/>
            <p:cNvSpPr/>
            <p:nvPr/>
          </p:nvSpPr>
          <p:spPr>
            <a:xfrm>
              <a:off x="11089734" y="3019564"/>
              <a:ext cx="4842" cy="4888"/>
            </a:xfrm>
            <a:custGeom>
              <a:avLst/>
              <a:pathLst>
                <a:path w="4842" h="4888">
                  <a:moveTo>
                    <a:pt x="4842" y="1014"/>
                  </a:moveTo>
                  <a:lnTo>
                    <a:pt x="2315" y="4103"/>
                  </a:lnTo>
                  <a:lnTo>
                    <a:pt x="799" y="4888"/>
                  </a:lnTo>
                  <a:lnTo>
                    <a:pt x="0" y="3831"/>
                  </a:lnTo>
                  <a:lnTo>
                    <a:pt x="62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4" name="ph8274"/>
            <p:cNvSpPr/>
            <p:nvPr/>
          </p:nvSpPr>
          <p:spPr>
            <a:xfrm>
              <a:off x="11035434" y="3041161"/>
              <a:ext cx="9787" cy="13055"/>
            </a:xfrm>
            <a:custGeom>
              <a:avLst/>
              <a:pathLst>
                <a:path w="9787" h="13055">
                  <a:moveTo>
                    <a:pt x="9787" y="2072"/>
                  </a:moveTo>
                  <a:lnTo>
                    <a:pt x="8461" y="5074"/>
                  </a:lnTo>
                  <a:lnTo>
                    <a:pt x="8760" y="6706"/>
                  </a:lnTo>
                  <a:lnTo>
                    <a:pt x="7909" y="11196"/>
                  </a:lnTo>
                  <a:lnTo>
                    <a:pt x="6915" y="12578"/>
                  </a:lnTo>
                  <a:lnTo>
                    <a:pt x="5603" y="13055"/>
                  </a:lnTo>
                  <a:lnTo>
                    <a:pt x="5376" y="9061"/>
                  </a:lnTo>
                  <a:lnTo>
                    <a:pt x="3432" y="7861"/>
                  </a:lnTo>
                  <a:lnTo>
                    <a:pt x="2771" y="8081"/>
                  </a:lnTo>
                  <a:lnTo>
                    <a:pt x="4024" y="4079"/>
                  </a:lnTo>
                  <a:lnTo>
                    <a:pt x="1487" y="6776"/>
                  </a:lnTo>
                  <a:lnTo>
                    <a:pt x="493" y="5949"/>
                  </a:lnTo>
                  <a:lnTo>
                    <a:pt x="0" y="2129"/>
                  </a:lnTo>
                  <a:lnTo>
                    <a:pt x="7252" y="1293"/>
                  </a:lnTo>
                  <a:lnTo>
                    <a:pt x="78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5" name="ph8275"/>
            <p:cNvSpPr/>
            <p:nvPr/>
          </p:nvSpPr>
          <p:spPr>
            <a:xfrm>
              <a:off x="11115153" y="3007974"/>
              <a:ext cx="34362" cy="30407"/>
            </a:xfrm>
            <a:custGeom>
              <a:avLst/>
              <a:pathLst>
                <a:path w="34362" h="30407">
                  <a:moveTo>
                    <a:pt x="19769" y="9915"/>
                  </a:moveTo>
                  <a:lnTo>
                    <a:pt x="23205" y="11093"/>
                  </a:lnTo>
                  <a:lnTo>
                    <a:pt x="26172" y="9680"/>
                  </a:lnTo>
                  <a:lnTo>
                    <a:pt x="26561" y="11807"/>
                  </a:lnTo>
                  <a:lnTo>
                    <a:pt x="32083" y="12383"/>
                  </a:lnTo>
                  <a:lnTo>
                    <a:pt x="34362" y="16535"/>
                  </a:lnTo>
                  <a:lnTo>
                    <a:pt x="33841" y="17593"/>
                  </a:lnTo>
                  <a:lnTo>
                    <a:pt x="30484" y="17780"/>
                  </a:lnTo>
                  <a:lnTo>
                    <a:pt x="26167" y="19447"/>
                  </a:lnTo>
                  <a:lnTo>
                    <a:pt x="24349" y="21064"/>
                  </a:lnTo>
                  <a:lnTo>
                    <a:pt x="25578" y="22257"/>
                  </a:lnTo>
                  <a:lnTo>
                    <a:pt x="24359" y="24024"/>
                  </a:lnTo>
                  <a:lnTo>
                    <a:pt x="19907" y="21668"/>
                  </a:lnTo>
                  <a:lnTo>
                    <a:pt x="18302" y="25104"/>
                  </a:lnTo>
                  <a:lnTo>
                    <a:pt x="18511" y="28623"/>
                  </a:lnTo>
                  <a:lnTo>
                    <a:pt x="19615" y="29654"/>
                  </a:lnTo>
                  <a:lnTo>
                    <a:pt x="17991" y="30407"/>
                  </a:lnTo>
                  <a:lnTo>
                    <a:pt x="15688" y="25943"/>
                  </a:lnTo>
                  <a:lnTo>
                    <a:pt x="9342" y="24349"/>
                  </a:lnTo>
                  <a:lnTo>
                    <a:pt x="9356" y="22825"/>
                  </a:lnTo>
                  <a:lnTo>
                    <a:pt x="7896" y="22541"/>
                  </a:lnTo>
                  <a:lnTo>
                    <a:pt x="5649" y="20505"/>
                  </a:lnTo>
                  <a:lnTo>
                    <a:pt x="2521" y="16628"/>
                  </a:lnTo>
                  <a:lnTo>
                    <a:pt x="3162" y="13216"/>
                  </a:lnTo>
                  <a:lnTo>
                    <a:pt x="0" y="10369"/>
                  </a:lnTo>
                  <a:lnTo>
                    <a:pt x="705" y="9007"/>
                  </a:lnTo>
                  <a:lnTo>
                    <a:pt x="8459" y="9105"/>
                  </a:lnTo>
                  <a:lnTo>
                    <a:pt x="10299" y="10253"/>
                  </a:lnTo>
                  <a:lnTo>
                    <a:pt x="1496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6" name="ph8276"/>
            <p:cNvSpPr/>
            <p:nvPr/>
          </p:nvSpPr>
          <p:spPr>
            <a:xfrm>
              <a:off x="11051556" y="2844515"/>
              <a:ext cx="14267" cy="16009"/>
            </a:xfrm>
            <a:custGeom>
              <a:avLst/>
              <a:pathLst>
                <a:path w="14267" h="16009">
                  <a:moveTo>
                    <a:pt x="10464" y="70"/>
                  </a:moveTo>
                  <a:lnTo>
                    <a:pt x="12771" y="1956"/>
                  </a:lnTo>
                  <a:lnTo>
                    <a:pt x="14267" y="5934"/>
                  </a:lnTo>
                  <a:lnTo>
                    <a:pt x="12031" y="5731"/>
                  </a:lnTo>
                  <a:lnTo>
                    <a:pt x="10500" y="6647"/>
                  </a:lnTo>
                  <a:lnTo>
                    <a:pt x="9789" y="11074"/>
                  </a:lnTo>
                  <a:lnTo>
                    <a:pt x="5930" y="16009"/>
                  </a:lnTo>
                  <a:lnTo>
                    <a:pt x="761" y="11679"/>
                  </a:lnTo>
                  <a:lnTo>
                    <a:pt x="0" y="11079"/>
                  </a:lnTo>
                  <a:lnTo>
                    <a:pt x="24" y="9529"/>
                  </a:lnTo>
                  <a:lnTo>
                    <a:pt x="1581" y="9848"/>
                  </a:lnTo>
                  <a:lnTo>
                    <a:pt x="1714" y="9274"/>
                  </a:lnTo>
                  <a:lnTo>
                    <a:pt x="837" y="7405"/>
                  </a:lnTo>
                  <a:lnTo>
                    <a:pt x="1993" y="6723"/>
                  </a:lnTo>
                  <a:lnTo>
                    <a:pt x="1899" y="3067"/>
                  </a:lnTo>
                  <a:lnTo>
                    <a:pt x="8098" y="1560"/>
                  </a:lnTo>
                  <a:lnTo>
                    <a:pt x="937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7" name="ph8277"/>
            <p:cNvSpPr/>
            <p:nvPr/>
          </p:nvSpPr>
          <p:spPr>
            <a:xfrm>
              <a:off x="11135910" y="2956374"/>
              <a:ext cx="22605" cy="20555"/>
            </a:xfrm>
            <a:custGeom>
              <a:avLst/>
              <a:pathLst>
                <a:path w="22605" h="20555">
                  <a:moveTo>
                    <a:pt x="22004" y="410"/>
                  </a:moveTo>
                  <a:lnTo>
                    <a:pt x="22605" y="1851"/>
                  </a:lnTo>
                  <a:lnTo>
                    <a:pt x="22116" y="2492"/>
                  </a:lnTo>
                  <a:lnTo>
                    <a:pt x="17208" y="1642"/>
                  </a:lnTo>
                  <a:lnTo>
                    <a:pt x="14873" y="1884"/>
                  </a:lnTo>
                  <a:lnTo>
                    <a:pt x="21317" y="3246"/>
                  </a:lnTo>
                  <a:lnTo>
                    <a:pt x="22175" y="6437"/>
                  </a:lnTo>
                  <a:lnTo>
                    <a:pt x="20174" y="7596"/>
                  </a:lnTo>
                  <a:lnTo>
                    <a:pt x="17558" y="6578"/>
                  </a:lnTo>
                  <a:lnTo>
                    <a:pt x="15921" y="10325"/>
                  </a:lnTo>
                  <a:lnTo>
                    <a:pt x="21038" y="15294"/>
                  </a:lnTo>
                  <a:lnTo>
                    <a:pt x="22418" y="16994"/>
                  </a:lnTo>
                  <a:lnTo>
                    <a:pt x="22168" y="17895"/>
                  </a:lnTo>
                  <a:lnTo>
                    <a:pt x="20943" y="18834"/>
                  </a:lnTo>
                  <a:lnTo>
                    <a:pt x="18557" y="16989"/>
                  </a:lnTo>
                  <a:lnTo>
                    <a:pt x="13162" y="15243"/>
                  </a:lnTo>
                  <a:lnTo>
                    <a:pt x="11561" y="18991"/>
                  </a:lnTo>
                  <a:lnTo>
                    <a:pt x="11337" y="19711"/>
                  </a:lnTo>
                  <a:lnTo>
                    <a:pt x="8419" y="20555"/>
                  </a:lnTo>
                  <a:lnTo>
                    <a:pt x="8160" y="19006"/>
                  </a:lnTo>
                  <a:lnTo>
                    <a:pt x="10538" y="18171"/>
                  </a:lnTo>
                  <a:lnTo>
                    <a:pt x="8946" y="15217"/>
                  </a:lnTo>
                  <a:lnTo>
                    <a:pt x="6772" y="16191"/>
                  </a:lnTo>
                  <a:lnTo>
                    <a:pt x="3796" y="15634"/>
                  </a:lnTo>
                  <a:lnTo>
                    <a:pt x="1932" y="14468"/>
                  </a:lnTo>
                  <a:lnTo>
                    <a:pt x="0" y="7775"/>
                  </a:lnTo>
                  <a:lnTo>
                    <a:pt x="855" y="6436"/>
                  </a:lnTo>
                  <a:lnTo>
                    <a:pt x="3135" y="5208"/>
                  </a:lnTo>
                  <a:lnTo>
                    <a:pt x="3452" y="3476"/>
                  </a:lnTo>
                  <a:lnTo>
                    <a:pt x="6223" y="1197"/>
                  </a:lnTo>
                  <a:lnTo>
                    <a:pt x="8645" y="2009"/>
                  </a:lnTo>
                  <a:lnTo>
                    <a:pt x="13170" y="2049"/>
                  </a:lnTo>
                  <a:lnTo>
                    <a:pt x="14486" y="1711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8" name="ph8278"/>
            <p:cNvSpPr/>
            <p:nvPr/>
          </p:nvSpPr>
          <p:spPr>
            <a:xfrm>
              <a:off x="11061878" y="3065410"/>
              <a:ext cx="23742" cy="20397"/>
            </a:xfrm>
            <a:custGeom>
              <a:avLst/>
              <a:pathLst>
                <a:path w="23742" h="20397">
                  <a:moveTo>
                    <a:pt x="12833" y="0"/>
                  </a:moveTo>
                  <a:lnTo>
                    <a:pt x="14961" y="1924"/>
                  </a:lnTo>
                  <a:lnTo>
                    <a:pt x="18405" y="2081"/>
                  </a:lnTo>
                  <a:lnTo>
                    <a:pt x="21540" y="6980"/>
                  </a:lnTo>
                  <a:lnTo>
                    <a:pt x="23742" y="12674"/>
                  </a:lnTo>
                  <a:lnTo>
                    <a:pt x="22252" y="17963"/>
                  </a:lnTo>
                  <a:lnTo>
                    <a:pt x="23219" y="19671"/>
                  </a:lnTo>
                  <a:lnTo>
                    <a:pt x="15730" y="20397"/>
                  </a:lnTo>
                  <a:lnTo>
                    <a:pt x="3845" y="17320"/>
                  </a:lnTo>
                  <a:lnTo>
                    <a:pt x="2027" y="17678"/>
                  </a:lnTo>
                  <a:lnTo>
                    <a:pt x="169" y="17051"/>
                  </a:lnTo>
                  <a:lnTo>
                    <a:pt x="720" y="11550"/>
                  </a:lnTo>
                  <a:lnTo>
                    <a:pt x="0" y="11369"/>
                  </a:lnTo>
                  <a:lnTo>
                    <a:pt x="655" y="9964"/>
                  </a:lnTo>
                  <a:lnTo>
                    <a:pt x="6938" y="9210"/>
                  </a:lnTo>
                  <a:lnTo>
                    <a:pt x="6997" y="8418"/>
                  </a:lnTo>
                  <a:lnTo>
                    <a:pt x="3863" y="7290"/>
                  </a:lnTo>
                  <a:lnTo>
                    <a:pt x="4822" y="4328"/>
                  </a:lnTo>
                  <a:lnTo>
                    <a:pt x="5880" y="4656"/>
                  </a:lnTo>
                  <a:lnTo>
                    <a:pt x="6484" y="1909"/>
                  </a:lnTo>
                  <a:lnTo>
                    <a:pt x="9128" y="468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9" name="ph8279"/>
            <p:cNvSpPr/>
            <p:nvPr/>
          </p:nvSpPr>
          <p:spPr>
            <a:xfrm>
              <a:off x="11134174" y="2888179"/>
              <a:ext cx="7637" cy="13070"/>
            </a:xfrm>
            <a:custGeom>
              <a:avLst/>
              <a:pathLst>
                <a:path w="7637" h="13070">
                  <a:moveTo>
                    <a:pt x="7637" y="2261"/>
                  </a:moveTo>
                  <a:lnTo>
                    <a:pt x="7218" y="3298"/>
                  </a:lnTo>
                  <a:lnTo>
                    <a:pt x="4088" y="5636"/>
                  </a:lnTo>
                  <a:lnTo>
                    <a:pt x="2821" y="8450"/>
                  </a:lnTo>
                  <a:lnTo>
                    <a:pt x="2371" y="11017"/>
                  </a:lnTo>
                  <a:lnTo>
                    <a:pt x="3694" y="12695"/>
                  </a:lnTo>
                  <a:lnTo>
                    <a:pt x="820" y="13070"/>
                  </a:lnTo>
                  <a:lnTo>
                    <a:pt x="0" y="12002"/>
                  </a:lnTo>
                  <a:lnTo>
                    <a:pt x="323" y="8395"/>
                  </a:lnTo>
                  <a:lnTo>
                    <a:pt x="3560" y="816"/>
                  </a:lnTo>
                  <a:lnTo>
                    <a:pt x="575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0" name="ph8280"/>
            <p:cNvSpPr/>
            <p:nvPr/>
          </p:nvSpPr>
          <p:spPr>
            <a:xfrm>
              <a:off x="11114785" y="2953114"/>
              <a:ext cx="21022" cy="23917"/>
            </a:xfrm>
            <a:custGeom>
              <a:avLst/>
              <a:pathLst>
                <a:path w="21022" h="23917">
                  <a:moveTo>
                    <a:pt x="4943" y="3698"/>
                  </a:moveTo>
                  <a:lnTo>
                    <a:pt x="5528" y="3543"/>
                  </a:lnTo>
                  <a:lnTo>
                    <a:pt x="6538" y="5030"/>
                  </a:lnTo>
                  <a:lnTo>
                    <a:pt x="9649" y="1472"/>
                  </a:lnTo>
                  <a:lnTo>
                    <a:pt x="11238" y="904"/>
                  </a:lnTo>
                  <a:lnTo>
                    <a:pt x="11900" y="3902"/>
                  </a:lnTo>
                  <a:lnTo>
                    <a:pt x="13288" y="5082"/>
                  </a:lnTo>
                  <a:lnTo>
                    <a:pt x="16213" y="4903"/>
                  </a:lnTo>
                  <a:lnTo>
                    <a:pt x="17357" y="5438"/>
                  </a:lnTo>
                  <a:lnTo>
                    <a:pt x="21022" y="10208"/>
                  </a:lnTo>
                  <a:lnTo>
                    <a:pt x="15128" y="13115"/>
                  </a:lnTo>
                  <a:lnTo>
                    <a:pt x="12308" y="13504"/>
                  </a:lnTo>
                  <a:lnTo>
                    <a:pt x="15642" y="19146"/>
                  </a:lnTo>
                  <a:lnTo>
                    <a:pt x="15840" y="21827"/>
                  </a:lnTo>
                  <a:lnTo>
                    <a:pt x="14963" y="23381"/>
                  </a:lnTo>
                  <a:lnTo>
                    <a:pt x="13651" y="22358"/>
                  </a:lnTo>
                  <a:lnTo>
                    <a:pt x="10191" y="23917"/>
                  </a:lnTo>
                  <a:lnTo>
                    <a:pt x="2365" y="22000"/>
                  </a:lnTo>
                  <a:lnTo>
                    <a:pt x="1991" y="21325"/>
                  </a:lnTo>
                  <a:lnTo>
                    <a:pt x="4716" y="15449"/>
                  </a:lnTo>
                  <a:lnTo>
                    <a:pt x="2260" y="14609"/>
                  </a:lnTo>
                  <a:lnTo>
                    <a:pt x="4513" y="12161"/>
                  </a:lnTo>
                  <a:lnTo>
                    <a:pt x="3737" y="8726"/>
                  </a:lnTo>
                  <a:lnTo>
                    <a:pt x="0" y="7682"/>
                  </a:lnTo>
                  <a:lnTo>
                    <a:pt x="641" y="144"/>
                  </a:lnTo>
                  <a:lnTo>
                    <a:pt x="148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1" name="ph8281"/>
            <p:cNvSpPr/>
            <p:nvPr/>
          </p:nvSpPr>
          <p:spPr>
            <a:xfrm>
              <a:off x="11057123" y="3109362"/>
              <a:ext cx="13274" cy="19546"/>
            </a:xfrm>
            <a:custGeom>
              <a:avLst/>
              <a:pathLst>
                <a:path w="13274" h="19546">
                  <a:moveTo>
                    <a:pt x="10235" y="1296"/>
                  </a:moveTo>
                  <a:lnTo>
                    <a:pt x="12101" y="4144"/>
                  </a:lnTo>
                  <a:lnTo>
                    <a:pt x="12729" y="4176"/>
                  </a:lnTo>
                  <a:lnTo>
                    <a:pt x="13274" y="6455"/>
                  </a:lnTo>
                  <a:lnTo>
                    <a:pt x="11741" y="15435"/>
                  </a:lnTo>
                  <a:lnTo>
                    <a:pt x="12055" y="17620"/>
                  </a:lnTo>
                  <a:lnTo>
                    <a:pt x="9492" y="18270"/>
                  </a:lnTo>
                  <a:lnTo>
                    <a:pt x="6866" y="19546"/>
                  </a:lnTo>
                  <a:lnTo>
                    <a:pt x="3031" y="18936"/>
                  </a:lnTo>
                  <a:lnTo>
                    <a:pt x="3143" y="13886"/>
                  </a:lnTo>
                  <a:lnTo>
                    <a:pt x="2520" y="11919"/>
                  </a:lnTo>
                  <a:lnTo>
                    <a:pt x="323" y="10682"/>
                  </a:lnTo>
                  <a:lnTo>
                    <a:pt x="0" y="8554"/>
                  </a:lnTo>
                  <a:lnTo>
                    <a:pt x="1368" y="6365"/>
                  </a:lnTo>
                  <a:lnTo>
                    <a:pt x="6" y="4349"/>
                  </a:lnTo>
                  <a:lnTo>
                    <a:pt x="3947" y="3475"/>
                  </a:lnTo>
                  <a:lnTo>
                    <a:pt x="4450" y="457"/>
                  </a:lnTo>
                  <a:lnTo>
                    <a:pt x="5269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2" name="ph8282"/>
            <p:cNvSpPr/>
            <p:nvPr/>
          </p:nvSpPr>
          <p:spPr>
            <a:xfrm>
              <a:off x="11084243" y="2886933"/>
              <a:ext cx="15236" cy="11479"/>
            </a:xfrm>
            <a:custGeom>
              <a:avLst/>
              <a:pathLst>
                <a:path w="15236" h="11479">
                  <a:moveTo>
                    <a:pt x="15236" y="3451"/>
                  </a:moveTo>
                  <a:lnTo>
                    <a:pt x="10593" y="8131"/>
                  </a:lnTo>
                  <a:lnTo>
                    <a:pt x="8507" y="7682"/>
                  </a:lnTo>
                  <a:lnTo>
                    <a:pt x="7813" y="8346"/>
                  </a:lnTo>
                  <a:lnTo>
                    <a:pt x="7947" y="10729"/>
                  </a:lnTo>
                  <a:lnTo>
                    <a:pt x="7007" y="11479"/>
                  </a:lnTo>
                  <a:lnTo>
                    <a:pt x="5748" y="8815"/>
                  </a:lnTo>
                  <a:lnTo>
                    <a:pt x="178" y="6728"/>
                  </a:lnTo>
                  <a:lnTo>
                    <a:pt x="0" y="3826"/>
                  </a:lnTo>
                  <a:lnTo>
                    <a:pt x="1676" y="3257"/>
                  </a:lnTo>
                  <a:lnTo>
                    <a:pt x="964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3" name="ph8283"/>
            <p:cNvSpPr/>
            <p:nvPr/>
          </p:nvSpPr>
          <p:spPr>
            <a:xfrm>
              <a:off x="11021877" y="3029900"/>
              <a:ext cx="14050" cy="18069"/>
            </a:xfrm>
            <a:custGeom>
              <a:avLst/>
              <a:pathLst>
                <a:path w="14050" h="18069">
                  <a:moveTo>
                    <a:pt x="12329" y="1528"/>
                  </a:moveTo>
                  <a:lnTo>
                    <a:pt x="14017" y="4107"/>
                  </a:lnTo>
                  <a:lnTo>
                    <a:pt x="12769" y="5238"/>
                  </a:lnTo>
                  <a:lnTo>
                    <a:pt x="12646" y="6924"/>
                  </a:lnTo>
                  <a:lnTo>
                    <a:pt x="13557" y="13390"/>
                  </a:lnTo>
                  <a:lnTo>
                    <a:pt x="14050" y="17210"/>
                  </a:lnTo>
                  <a:lnTo>
                    <a:pt x="10143" y="18069"/>
                  </a:lnTo>
                  <a:lnTo>
                    <a:pt x="9299" y="18029"/>
                  </a:lnTo>
                  <a:lnTo>
                    <a:pt x="7427" y="15109"/>
                  </a:lnTo>
                  <a:lnTo>
                    <a:pt x="6018" y="14557"/>
                  </a:lnTo>
                  <a:lnTo>
                    <a:pt x="3871" y="15736"/>
                  </a:lnTo>
                  <a:lnTo>
                    <a:pt x="3978" y="16402"/>
                  </a:lnTo>
                  <a:lnTo>
                    <a:pt x="3038" y="16346"/>
                  </a:lnTo>
                  <a:lnTo>
                    <a:pt x="2209" y="14249"/>
                  </a:lnTo>
                  <a:lnTo>
                    <a:pt x="0" y="12274"/>
                  </a:lnTo>
                  <a:lnTo>
                    <a:pt x="717" y="9496"/>
                  </a:lnTo>
                  <a:lnTo>
                    <a:pt x="907" y="8624"/>
                  </a:lnTo>
                  <a:lnTo>
                    <a:pt x="1037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4" name="ph8284"/>
            <p:cNvSpPr/>
            <p:nvPr/>
          </p:nvSpPr>
          <p:spPr>
            <a:xfrm>
              <a:off x="11108928" y="2994140"/>
              <a:ext cx="12745" cy="13514"/>
            </a:xfrm>
            <a:custGeom>
              <a:avLst/>
              <a:pathLst>
                <a:path w="12745" h="13514">
                  <a:moveTo>
                    <a:pt x="7225" y="515"/>
                  </a:moveTo>
                  <a:lnTo>
                    <a:pt x="7549" y="3329"/>
                  </a:lnTo>
                  <a:lnTo>
                    <a:pt x="9495" y="4186"/>
                  </a:lnTo>
                  <a:lnTo>
                    <a:pt x="11472" y="3212"/>
                  </a:lnTo>
                  <a:lnTo>
                    <a:pt x="12243" y="3505"/>
                  </a:lnTo>
                  <a:lnTo>
                    <a:pt x="12745" y="5656"/>
                  </a:lnTo>
                  <a:lnTo>
                    <a:pt x="12152" y="9067"/>
                  </a:lnTo>
                  <a:lnTo>
                    <a:pt x="12436" y="11991"/>
                  </a:lnTo>
                  <a:lnTo>
                    <a:pt x="9806" y="13514"/>
                  </a:lnTo>
                  <a:lnTo>
                    <a:pt x="2063" y="12795"/>
                  </a:lnTo>
                  <a:lnTo>
                    <a:pt x="0" y="11601"/>
                  </a:lnTo>
                  <a:lnTo>
                    <a:pt x="1730" y="5861"/>
                  </a:lnTo>
                  <a:lnTo>
                    <a:pt x="3374" y="3497"/>
                  </a:lnTo>
                  <a:lnTo>
                    <a:pt x="3950" y="4212"/>
                  </a:lnTo>
                  <a:lnTo>
                    <a:pt x="5521" y="1692"/>
                  </a:lnTo>
                  <a:lnTo>
                    <a:pt x="5096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5" name="ph8285"/>
            <p:cNvSpPr/>
            <p:nvPr/>
          </p:nvSpPr>
          <p:spPr>
            <a:xfrm>
              <a:off x="11035166" y="2983557"/>
              <a:ext cx="6332" cy="6709"/>
            </a:xfrm>
            <a:custGeom>
              <a:avLst/>
              <a:pathLst>
                <a:path w="6332" h="6709">
                  <a:moveTo>
                    <a:pt x="3805" y="686"/>
                  </a:moveTo>
                  <a:lnTo>
                    <a:pt x="5674" y="2700"/>
                  </a:lnTo>
                  <a:lnTo>
                    <a:pt x="6332" y="3534"/>
                  </a:lnTo>
                  <a:lnTo>
                    <a:pt x="5812" y="6709"/>
                  </a:lnTo>
                  <a:lnTo>
                    <a:pt x="0" y="5686"/>
                  </a:lnTo>
                  <a:lnTo>
                    <a:pt x="770" y="5242"/>
                  </a:lnTo>
                  <a:lnTo>
                    <a:pt x="315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6" name="ph8286"/>
            <p:cNvSpPr/>
            <p:nvPr/>
          </p:nvSpPr>
          <p:spPr>
            <a:xfrm>
              <a:off x="11081028" y="2785934"/>
              <a:ext cx="25645" cy="31104"/>
            </a:xfrm>
            <a:custGeom>
              <a:avLst/>
              <a:pathLst>
                <a:path w="25645" h="31104">
                  <a:moveTo>
                    <a:pt x="8931" y="367"/>
                  </a:moveTo>
                  <a:lnTo>
                    <a:pt x="7747" y="2731"/>
                  </a:lnTo>
                  <a:lnTo>
                    <a:pt x="9949" y="3730"/>
                  </a:lnTo>
                  <a:lnTo>
                    <a:pt x="15892" y="1612"/>
                  </a:lnTo>
                  <a:lnTo>
                    <a:pt x="18909" y="2658"/>
                  </a:lnTo>
                  <a:lnTo>
                    <a:pt x="20235" y="4197"/>
                  </a:lnTo>
                  <a:lnTo>
                    <a:pt x="23167" y="4325"/>
                  </a:lnTo>
                  <a:lnTo>
                    <a:pt x="21782" y="11075"/>
                  </a:lnTo>
                  <a:lnTo>
                    <a:pt x="19249" y="13445"/>
                  </a:lnTo>
                  <a:lnTo>
                    <a:pt x="19956" y="21412"/>
                  </a:lnTo>
                  <a:lnTo>
                    <a:pt x="24658" y="24533"/>
                  </a:lnTo>
                  <a:lnTo>
                    <a:pt x="23682" y="26658"/>
                  </a:lnTo>
                  <a:lnTo>
                    <a:pt x="25645" y="28430"/>
                  </a:lnTo>
                  <a:lnTo>
                    <a:pt x="25262" y="31104"/>
                  </a:lnTo>
                  <a:lnTo>
                    <a:pt x="21479" y="30582"/>
                  </a:lnTo>
                  <a:lnTo>
                    <a:pt x="20576" y="27965"/>
                  </a:lnTo>
                  <a:lnTo>
                    <a:pt x="16110" y="30244"/>
                  </a:lnTo>
                  <a:lnTo>
                    <a:pt x="14709" y="27835"/>
                  </a:lnTo>
                  <a:lnTo>
                    <a:pt x="11100" y="27321"/>
                  </a:lnTo>
                  <a:lnTo>
                    <a:pt x="8608" y="27631"/>
                  </a:lnTo>
                  <a:lnTo>
                    <a:pt x="6802" y="28790"/>
                  </a:lnTo>
                  <a:lnTo>
                    <a:pt x="3886" y="20159"/>
                  </a:lnTo>
                  <a:lnTo>
                    <a:pt x="1170" y="20173"/>
                  </a:lnTo>
                  <a:lnTo>
                    <a:pt x="0" y="14904"/>
                  </a:lnTo>
                  <a:lnTo>
                    <a:pt x="2816" y="5154"/>
                  </a:lnTo>
                  <a:lnTo>
                    <a:pt x="4445" y="761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7" name="ph8287"/>
            <p:cNvSpPr/>
            <p:nvPr/>
          </p:nvSpPr>
          <p:spPr>
            <a:xfrm>
              <a:off x="11032040" y="3006879"/>
              <a:ext cx="7034" cy="8152"/>
            </a:xfrm>
            <a:custGeom>
              <a:avLst/>
              <a:pathLst>
                <a:path w="7034" h="8152">
                  <a:moveTo>
                    <a:pt x="4174" y="0"/>
                  </a:moveTo>
                  <a:lnTo>
                    <a:pt x="5891" y="444"/>
                  </a:lnTo>
                  <a:lnTo>
                    <a:pt x="7034" y="1657"/>
                  </a:lnTo>
                  <a:lnTo>
                    <a:pt x="4461" y="2444"/>
                  </a:lnTo>
                  <a:lnTo>
                    <a:pt x="4190" y="6129"/>
                  </a:lnTo>
                  <a:lnTo>
                    <a:pt x="4894" y="8152"/>
                  </a:lnTo>
                  <a:lnTo>
                    <a:pt x="3023" y="7349"/>
                  </a:lnTo>
                  <a:lnTo>
                    <a:pt x="2033" y="5410"/>
                  </a:lnTo>
                  <a:lnTo>
                    <a:pt x="254" y="5409"/>
                  </a:lnTo>
                  <a:lnTo>
                    <a:pt x="0" y="7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8" name="ph8288"/>
            <p:cNvSpPr/>
            <p:nvPr/>
          </p:nvSpPr>
          <p:spPr>
            <a:xfrm>
              <a:off x="11141325" y="3015137"/>
              <a:ext cx="16769" cy="10430"/>
            </a:xfrm>
            <a:custGeom>
              <a:avLst/>
              <a:pathLst>
                <a:path w="16769" h="10430">
                  <a:moveTo>
                    <a:pt x="6709" y="9"/>
                  </a:moveTo>
                  <a:lnTo>
                    <a:pt x="9806" y="0"/>
                  </a:lnTo>
                  <a:lnTo>
                    <a:pt x="16769" y="4456"/>
                  </a:lnTo>
                  <a:lnTo>
                    <a:pt x="15859" y="6338"/>
                  </a:lnTo>
                  <a:lnTo>
                    <a:pt x="14115" y="7573"/>
                  </a:lnTo>
                  <a:lnTo>
                    <a:pt x="13849" y="10216"/>
                  </a:lnTo>
                  <a:lnTo>
                    <a:pt x="13790" y="10388"/>
                  </a:lnTo>
                  <a:lnTo>
                    <a:pt x="7669" y="10430"/>
                  </a:lnTo>
                  <a:lnTo>
                    <a:pt x="8190" y="9372"/>
                  </a:lnTo>
                  <a:lnTo>
                    <a:pt x="5910" y="5220"/>
                  </a:lnTo>
                  <a:lnTo>
                    <a:pt x="389" y="4644"/>
                  </a:lnTo>
                  <a:lnTo>
                    <a:pt x="0" y="2517"/>
                  </a:lnTo>
                  <a:lnTo>
                    <a:pt x="1142" y="667"/>
                  </a:lnTo>
                  <a:lnTo>
                    <a:pt x="1985" y="1019"/>
                  </a:lnTo>
                  <a:lnTo>
                    <a:pt x="2339" y="2623"/>
                  </a:lnTo>
                  <a:lnTo>
                    <a:pt x="4221" y="324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9" name="ph8289"/>
            <p:cNvSpPr/>
            <p:nvPr/>
          </p:nvSpPr>
          <p:spPr>
            <a:xfrm>
              <a:off x="11176137" y="3061811"/>
              <a:ext cx="34042" cy="26162"/>
            </a:xfrm>
            <a:custGeom>
              <a:avLst/>
              <a:pathLst>
                <a:path w="34042" h="26162">
                  <a:moveTo>
                    <a:pt x="31452" y="1344"/>
                  </a:moveTo>
                  <a:lnTo>
                    <a:pt x="32989" y="1073"/>
                  </a:lnTo>
                  <a:lnTo>
                    <a:pt x="34042" y="8551"/>
                  </a:lnTo>
                  <a:lnTo>
                    <a:pt x="31851" y="10131"/>
                  </a:lnTo>
                  <a:lnTo>
                    <a:pt x="30682" y="13292"/>
                  </a:lnTo>
                  <a:lnTo>
                    <a:pt x="26433" y="16075"/>
                  </a:lnTo>
                  <a:lnTo>
                    <a:pt x="24912" y="19810"/>
                  </a:lnTo>
                  <a:lnTo>
                    <a:pt x="22447" y="21908"/>
                  </a:lnTo>
                  <a:lnTo>
                    <a:pt x="20013" y="20845"/>
                  </a:lnTo>
                  <a:lnTo>
                    <a:pt x="17650" y="24633"/>
                  </a:lnTo>
                  <a:lnTo>
                    <a:pt x="15831" y="26162"/>
                  </a:lnTo>
                  <a:lnTo>
                    <a:pt x="12379" y="25570"/>
                  </a:lnTo>
                  <a:lnTo>
                    <a:pt x="10493" y="22984"/>
                  </a:lnTo>
                  <a:lnTo>
                    <a:pt x="11672" y="20100"/>
                  </a:lnTo>
                  <a:lnTo>
                    <a:pt x="10694" y="17872"/>
                  </a:lnTo>
                  <a:lnTo>
                    <a:pt x="3299" y="20895"/>
                  </a:lnTo>
                  <a:lnTo>
                    <a:pt x="1139" y="20036"/>
                  </a:lnTo>
                  <a:lnTo>
                    <a:pt x="0" y="17963"/>
                  </a:lnTo>
                  <a:lnTo>
                    <a:pt x="2364" y="15469"/>
                  </a:lnTo>
                  <a:lnTo>
                    <a:pt x="10588" y="17111"/>
                  </a:lnTo>
                  <a:lnTo>
                    <a:pt x="11789" y="14896"/>
                  </a:lnTo>
                  <a:lnTo>
                    <a:pt x="11873" y="13125"/>
                  </a:lnTo>
                  <a:lnTo>
                    <a:pt x="16669" y="10685"/>
                  </a:lnTo>
                  <a:lnTo>
                    <a:pt x="18836" y="11992"/>
                  </a:lnTo>
                  <a:lnTo>
                    <a:pt x="21436" y="9783"/>
                  </a:lnTo>
                  <a:lnTo>
                    <a:pt x="25868" y="3513"/>
                  </a:lnTo>
                  <a:lnTo>
                    <a:pt x="2826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0" name="ph8290"/>
            <p:cNvSpPr/>
            <p:nvPr/>
          </p:nvSpPr>
          <p:spPr>
            <a:xfrm>
              <a:off x="11115432" y="2889628"/>
              <a:ext cx="13035" cy="28654"/>
            </a:xfrm>
            <a:custGeom>
              <a:avLst/>
              <a:pathLst>
                <a:path w="13035" h="28654">
                  <a:moveTo>
                    <a:pt x="12611" y="0"/>
                  </a:moveTo>
                  <a:lnTo>
                    <a:pt x="13035" y="11588"/>
                  </a:lnTo>
                  <a:lnTo>
                    <a:pt x="11383" y="15066"/>
                  </a:lnTo>
                  <a:lnTo>
                    <a:pt x="9348" y="17435"/>
                  </a:lnTo>
                  <a:lnTo>
                    <a:pt x="9249" y="20601"/>
                  </a:lnTo>
                  <a:lnTo>
                    <a:pt x="8443" y="20607"/>
                  </a:lnTo>
                  <a:lnTo>
                    <a:pt x="6841" y="22365"/>
                  </a:lnTo>
                  <a:lnTo>
                    <a:pt x="6745" y="28303"/>
                  </a:lnTo>
                  <a:lnTo>
                    <a:pt x="6110" y="28654"/>
                  </a:lnTo>
                  <a:lnTo>
                    <a:pt x="2829" y="22881"/>
                  </a:lnTo>
                  <a:lnTo>
                    <a:pt x="0" y="20094"/>
                  </a:lnTo>
                  <a:lnTo>
                    <a:pt x="16" y="18912"/>
                  </a:lnTo>
                  <a:lnTo>
                    <a:pt x="2094" y="16931"/>
                  </a:lnTo>
                  <a:lnTo>
                    <a:pt x="3029" y="12354"/>
                  </a:lnTo>
                  <a:lnTo>
                    <a:pt x="2461" y="10046"/>
                  </a:lnTo>
                  <a:lnTo>
                    <a:pt x="2832" y="5384"/>
                  </a:lnTo>
                  <a:lnTo>
                    <a:pt x="4012" y="4279"/>
                  </a:lnTo>
                  <a:lnTo>
                    <a:pt x="7991" y="1233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1" name="ph8291"/>
            <p:cNvSpPr/>
            <p:nvPr/>
          </p:nvSpPr>
          <p:spPr>
            <a:xfrm>
              <a:off x="11160552" y="3078119"/>
              <a:ext cx="14425" cy="9247"/>
            </a:xfrm>
            <a:custGeom>
              <a:avLst/>
              <a:pathLst>
                <a:path w="14425" h="9247">
                  <a:moveTo>
                    <a:pt x="13471" y="2862"/>
                  </a:moveTo>
                  <a:lnTo>
                    <a:pt x="14425" y="3239"/>
                  </a:lnTo>
                  <a:lnTo>
                    <a:pt x="13765" y="5917"/>
                  </a:lnTo>
                  <a:lnTo>
                    <a:pt x="11130" y="9124"/>
                  </a:lnTo>
                  <a:lnTo>
                    <a:pt x="10214" y="9247"/>
                  </a:lnTo>
                  <a:lnTo>
                    <a:pt x="6506" y="7947"/>
                  </a:lnTo>
                  <a:lnTo>
                    <a:pt x="5116" y="6176"/>
                  </a:lnTo>
                  <a:lnTo>
                    <a:pt x="960" y="8297"/>
                  </a:lnTo>
                  <a:lnTo>
                    <a:pt x="0" y="6822"/>
                  </a:lnTo>
                  <a:lnTo>
                    <a:pt x="4045" y="1909"/>
                  </a:lnTo>
                  <a:lnTo>
                    <a:pt x="5607" y="2518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2" name="ph8292"/>
            <p:cNvSpPr/>
            <p:nvPr/>
          </p:nvSpPr>
          <p:spPr>
            <a:xfrm>
              <a:off x="11039925" y="3092496"/>
              <a:ext cx="17869" cy="11526"/>
            </a:xfrm>
            <a:custGeom>
              <a:avLst/>
              <a:pathLst>
                <a:path w="17869" h="11526">
                  <a:moveTo>
                    <a:pt x="17869" y="0"/>
                  </a:moveTo>
                  <a:lnTo>
                    <a:pt x="12857" y="7069"/>
                  </a:lnTo>
                  <a:lnTo>
                    <a:pt x="9424" y="11526"/>
                  </a:lnTo>
                  <a:lnTo>
                    <a:pt x="7081" y="11137"/>
                  </a:lnTo>
                  <a:lnTo>
                    <a:pt x="5463" y="9529"/>
                  </a:lnTo>
                  <a:lnTo>
                    <a:pt x="3485" y="8839"/>
                  </a:lnTo>
                  <a:lnTo>
                    <a:pt x="0" y="2578"/>
                  </a:lnTo>
                  <a:lnTo>
                    <a:pt x="374" y="1882"/>
                  </a:lnTo>
                  <a:lnTo>
                    <a:pt x="5787" y="2903"/>
                  </a:lnTo>
                  <a:lnTo>
                    <a:pt x="8870" y="136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3" name="ph8293"/>
            <p:cNvSpPr/>
            <p:nvPr/>
          </p:nvSpPr>
          <p:spPr>
            <a:xfrm>
              <a:off x="11159271" y="2963003"/>
              <a:ext cx="14043" cy="18834"/>
            </a:xfrm>
            <a:custGeom>
              <a:avLst/>
              <a:pathLst>
                <a:path w="14043" h="18834">
                  <a:moveTo>
                    <a:pt x="5636" y="477"/>
                  </a:moveTo>
                  <a:lnTo>
                    <a:pt x="6379" y="1176"/>
                  </a:lnTo>
                  <a:lnTo>
                    <a:pt x="8308" y="2783"/>
                  </a:lnTo>
                  <a:lnTo>
                    <a:pt x="10896" y="454"/>
                  </a:lnTo>
                  <a:lnTo>
                    <a:pt x="14043" y="1268"/>
                  </a:lnTo>
                  <a:lnTo>
                    <a:pt x="12613" y="1641"/>
                  </a:lnTo>
                  <a:lnTo>
                    <a:pt x="12561" y="8035"/>
                  </a:lnTo>
                  <a:lnTo>
                    <a:pt x="10334" y="14195"/>
                  </a:lnTo>
                  <a:lnTo>
                    <a:pt x="6829" y="16756"/>
                  </a:lnTo>
                  <a:lnTo>
                    <a:pt x="5668" y="17908"/>
                  </a:lnTo>
                  <a:lnTo>
                    <a:pt x="3024" y="18834"/>
                  </a:lnTo>
                  <a:lnTo>
                    <a:pt x="0" y="17901"/>
                  </a:lnTo>
                  <a:lnTo>
                    <a:pt x="1129" y="17668"/>
                  </a:lnTo>
                  <a:lnTo>
                    <a:pt x="241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4" name="ph8294"/>
            <p:cNvSpPr/>
            <p:nvPr/>
          </p:nvSpPr>
          <p:spPr>
            <a:xfrm>
              <a:off x="11041920" y="2851873"/>
              <a:ext cx="11350" cy="9622"/>
            </a:xfrm>
            <a:custGeom>
              <a:avLst/>
              <a:pathLst>
                <a:path w="11350" h="9622">
                  <a:moveTo>
                    <a:pt x="5931" y="0"/>
                  </a:moveTo>
                  <a:lnTo>
                    <a:pt x="10472" y="47"/>
                  </a:lnTo>
                  <a:lnTo>
                    <a:pt x="11350" y="1916"/>
                  </a:lnTo>
                  <a:lnTo>
                    <a:pt x="11216" y="2489"/>
                  </a:lnTo>
                  <a:lnTo>
                    <a:pt x="9659" y="2171"/>
                  </a:lnTo>
                  <a:lnTo>
                    <a:pt x="9635" y="3721"/>
                  </a:lnTo>
                  <a:lnTo>
                    <a:pt x="10397" y="4321"/>
                  </a:lnTo>
                  <a:lnTo>
                    <a:pt x="2921" y="9622"/>
                  </a:lnTo>
                  <a:lnTo>
                    <a:pt x="876" y="8790"/>
                  </a:lnTo>
                  <a:lnTo>
                    <a:pt x="0" y="4040"/>
                  </a:lnTo>
                  <a:lnTo>
                    <a:pt x="2978" y="128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5" name="ph8295"/>
            <p:cNvSpPr/>
            <p:nvPr/>
          </p:nvSpPr>
          <p:spPr>
            <a:xfrm>
              <a:off x="11017369" y="3097735"/>
              <a:ext cx="20136" cy="21050"/>
            </a:xfrm>
            <a:custGeom>
              <a:avLst/>
              <a:pathLst>
                <a:path w="20136" h="21050">
                  <a:moveTo>
                    <a:pt x="13585" y="2482"/>
                  </a:moveTo>
                  <a:lnTo>
                    <a:pt x="13118" y="12508"/>
                  </a:lnTo>
                  <a:lnTo>
                    <a:pt x="15851" y="17129"/>
                  </a:lnTo>
                  <a:lnTo>
                    <a:pt x="17437" y="18598"/>
                  </a:lnTo>
                  <a:lnTo>
                    <a:pt x="18022" y="16987"/>
                  </a:lnTo>
                  <a:lnTo>
                    <a:pt x="19625" y="17638"/>
                  </a:lnTo>
                  <a:lnTo>
                    <a:pt x="20136" y="19018"/>
                  </a:lnTo>
                  <a:lnTo>
                    <a:pt x="17535" y="20447"/>
                  </a:lnTo>
                  <a:lnTo>
                    <a:pt x="13786" y="20486"/>
                  </a:lnTo>
                  <a:lnTo>
                    <a:pt x="10812" y="17377"/>
                  </a:lnTo>
                  <a:lnTo>
                    <a:pt x="9156" y="18191"/>
                  </a:lnTo>
                  <a:lnTo>
                    <a:pt x="8324" y="20795"/>
                  </a:lnTo>
                  <a:lnTo>
                    <a:pt x="7787" y="21050"/>
                  </a:lnTo>
                  <a:lnTo>
                    <a:pt x="7207" y="19982"/>
                  </a:lnTo>
                  <a:lnTo>
                    <a:pt x="7989" y="17223"/>
                  </a:lnTo>
                  <a:lnTo>
                    <a:pt x="5717" y="13528"/>
                  </a:lnTo>
                  <a:lnTo>
                    <a:pt x="2218" y="12527"/>
                  </a:lnTo>
                  <a:lnTo>
                    <a:pt x="0" y="10232"/>
                  </a:lnTo>
                  <a:lnTo>
                    <a:pt x="7543" y="5482"/>
                  </a:lnTo>
                  <a:lnTo>
                    <a:pt x="1115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6" name="ph8296"/>
            <p:cNvSpPr/>
            <p:nvPr/>
          </p:nvSpPr>
          <p:spPr>
            <a:xfrm>
              <a:off x="11104925" y="2863408"/>
              <a:ext cx="11779" cy="15240"/>
            </a:xfrm>
            <a:custGeom>
              <a:avLst/>
              <a:pathLst>
                <a:path w="11779" h="15240">
                  <a:moveTo>
                    <a:pt x="11693" y="921"/>
                  </a:moveTo>
                  <a:lnTo>
                    <a:pt x="11779" y="1189"/>
                  </a:lnTo>
                  <a:lnTo>
                    <a:pt x="11428" y="4544"/>
                  </a:lnTo>
                  <a:lnTo>
                    <a:pt x="8226" y="10683"/>
                  </a:lnTo>
                  <a:lnTo>
                    <a:pt x="3944" y="15240"/>
                  </a:lnTo>
                  <a:lnTo>
                    <a:pt x="1734" y="14331"/>
                  </a:lnTo>
                  <a:lnTo>
                    <a:pt x="0" y="12115"/>
                  </a:lnTo>
                  <a:lnTo>
                    <a:pt x="3333" y="7009"/>
                  </a:lnTo>
                  <a:lnTo>
                    <a:pt x="5717" y="5902"/>
                  </a:lnTo>
                  <a:lnTo>
                    <a:pt x="7583" y="1733"/>
                  </a:lnTo>
                  <a:lnTo>
                    <a:pt x="1015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7" name="ph8297"/>
            <p:cNvSpPr/>
            <p:nvPr/>
          </p:nvSpPr>
          <p:spPr>
            <a:xfrm>
              <a:off x="11036231" y="3005420"/>
              <a:ext cx="10874" cy="18492"/>
            </a:xfrm>
            <a:custGeom>
              <a:avLst/>
              <a:pathLst>
                <a:path w="10874" h="18492">
                  <a:moveTo>
                    <a:pt x="9883" y="3723"/>
                  </a:moveTo>
                  <a:lnTo>
                    <a:pt x="10500" y="4275"/>
                  </a:lnTo>
                  <a:lnTo>
                    <a:pt x="10874" y="12360"/>
                  </a:lnTo>
                  <a:lnTo>
                    <a:pt x="9760" y="17750"/>
                  </a:lnTo>
                  <a:lnTo>
                    <a:pt x="4827" y="18492"/>
                  </a:lnTo>
                  <a:lnTo>
                    <a:pt x="4880" y="15367"/>
                  </a:lnTo>
                  <a:lnTo>
                    <a:pt x="703" y="9610"/>
                  </a:lnTo>
                  <a:lnTo>
                    <a:pt x="0" y="7588"/>
                  </a:lnTo>
                  <a:lnTo>
                    <a:pt x="270" y="3903"/>
                  </a:lnTo>
                  <a:lnTo>
                    <a:pt x="2843" y="3116"/>
                  </a:lnTo>
                  <a:lnTo>
                    <a:pt x="1701" y="1903"/>
                  </a:lnTo>
                  <a:lnTo>
                    <a:pt x="514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8" name="ph8298"/>
            <p:cNvSpPr/>
            <p:nvPr/>
          </p:nvSpPr>
          <p:spPr>
            <a:xfrm>
              <a:off x="11088790" y="3121829"/>
              <a:ext cx="14123" cy="13294"/>
            </a:xfrm>
            <a:custGeom>
              <a:avLst/>
              <a:pathLst>
                <a:path w="14123" h="13294">
                  <a:moveTo>
                    <a:pt x="10472" y="0"/>
                  </a:moveTo>
                  <a:lnTo>
                    <a:pt x="12511" y="5463"/>
                  </a:lnTo>
                  <a:lnTo>
                    <a:pt x="14123" y="8703"/>
                  </a:lnTo>
                  <a:lnTo>
                    <a:pt x="13510" y="12352"/>
                  </a:lnTo>
                  <a:lnTo>
                    <a:pt x="12039" y="13136"/>
                  </a:lnTo>
                  <a:lnTo>
                    <a:pt x="6666" y="12171"/>
                  </a:lnTo>
                  <a:lnTo>
                    <a:pt x="3956" y="13294"/>
                  </a:lnTo>
                  <a:lnTo>
                    <a:pt x="105" y="11477"/>
                  </a:lnTo>
                  <a:lnTo>
                    <a:pt x="142" y="7210"/>
                  </a:lnTo>
                  <a:lnTo>
                    <a:pt x="642" y="6402"/>
                  </a:lnTo>
                  <a:lnTo>
                    <a:pt x="0" y="2559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9" name="ph8299"/>
            <p:cNvSpPr/>
            <p:nvPr/>
          </p:nvSpPr>
          <p:spPr>
            <a:xfrm>
              <a:off x="11111165" y="2895012"/>
              <a:ext cx="7296" cy="14710"/>
            </a:xfrm>
            <a:custGeom>
              <a:avLst/>
              <a:pathLst>
                <a:path w="7296" h="14710">
                  <a:moveTo>
                    <a:pt x="6728" y="4662"/>
                  </a:moveTo>
                  <a:lnTo>
                    <a:pt x="7296" y="6969"/>
                  </a:lnTo>
                  <a:lnTo>
                    <a:pt x="6361" y="11546"/>
                  </a:lnTo>
                  <a:lnTo>
                    <a:pt x="4283" y="13527"/>
                  </a:lnTo>
                  <a:lnTo>
                    <a:pt x="4267" y="14710"/>
                  </a:lnTo>
                  <a:lnTo>
                    <a:pt x="0" y="12996"/>
                  </a:lnTo>
                  <a:lnTo>
                    <a:pt x="707" y="12323"/>
                  </a:lnTo>
                  <a:lnTo>
                    <a:pt x="844" y="6513"/>
                  </a:lnTo>
                  <a:lnTo>
                    <a:pt x="3999" y="1491"/>
                  </a:lnTo>
                  <a:lnTo>
                    <a:pt x="709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0" name="ph8300"/>
            <p:cNvSpPr/>
            <p:nvPr/>
          </p:nvSpPr>
          <p:spPr>
            <a:xfrm>
              <a:off x="10998107" y="3052480"/>
              <a:ext cx="22180" cy="26330"/>
            </a:xfrm>
            <a:custGeom>
              <a:avLst/>
              <a:pathLst>
                <a:path w="22180" h="26330">
                  <a:moveTo>
                    <a:pt x="6684" y="0"/>
                  </a:moveTo>
                  <a:lnTo>
                    <a:pt x="11804" y="2557"/>
                  </a:lnTo>
                  <a:lnTo>
                    <a:pt x="17712" y="5244"/>
                  </a:lnTo>
                  <a:lnTo>
                    <a:pt x="17820" y="6721"/>
                  </a:lnTo>
                  <a:lnTo>
                    <a:pt x="17628" y="10245"/>
                  </a:lnTo>
                  <a:lnTo>
                    <a:pt x="19125" y="10973"/>
                  </a:lnTo>
                  <a:lnTo>
                    <a:pt x="20276" y="12681"/>
                  </a:lnTo>
                  <a:lnTo>
                    <a:pt x="22180" y="19673"/>
                  </a:lnTo>
                  <a:lnTo>
                    <a:pt x="20830" y="22589"/>
                  </a:lnTo>
                  <a:lnTo>
                    <a:pt x="19524" y="23744"/>
                  </a:lnTo>
                  <a:lnTo>
                    <a:pt x="17523" y="23598"/>
                  </a:lnTo>
                  <a:lnTo>
                    <a:pt x="14334" y="23891"/>
                  </a:lnTo>
                  <a:lnTo>
                    <a:pt x="10940" y="26330"/>
                  </a:lnTo>
                  <a:lnTo>
                    <a:pt x="9715" y="23692"/>
                  </a:lnTo>
                  <a:lnTo>
                    <a:pt x="5856" y="21665"/>
                  </a:lnTo>
                  <a:lnTo>
                    <a:pt x="6650" y="18991"/>
                  </a:lnTo>
                  <a:lnTo>
                    <a:pt x="1373" y="21079"/>
                  </a:lnTo>
                  <a:lnTo>
                    <a:pt x="1088" y="18123"/>
                  </a:lnTo>
                  <a:lnTo>
                    <a:pt x="2115" y="15113"/>
                  </a:lnTo>
                  <a:lnTo>
                    <a:pt x="1565" y="9900"/>
                  </a:lnTo>
                  <a:lnTo>
                    <a:pt x="0" y="6394"/>
                  </a:lnTo>
                  <a:lnTo>
                    <a:pt x="324" y="4367"/>
                  </a:lnTo>
                  <a:lnTo>
                    <a:pt x="1373" y="3946"/>
                  </a:lnTo>
                  <a:lnTo>
                    <a:pt x="1028" y="1588"/>
                  </a:lnTo>
                  <a:lnTo>
                    <a:pt x="1643" y="100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1" name="ph8301"/>
            <p:cNvSpPr/>
            <p:nvPr/>
          </p:nvSpPr>
          <p:spPr>
            <a:xfrm>
              <a:off x="11174227" y="2967763"/>
              <a:ext cx="17583" cy="18519"/>
            </a:xfrm>
            <a:custGeom>
              <a:avLst/>
              <a:pathLst>
                <a:path w="17583" h="18519">
                  <a:moveTo>
                    <a:pt x="17583" y="660"/>
                  </a:moveTo>
                  <a:lnTo>
                    <a:pt x="15592" y="3617"/>
                  </a:lnTo>
                  <a:lnTo>
                    <a:pt x="16009" y="5901"/>
                  </a:lnTo>
                  <a:lnTo>
                    <a:pt x="12881" y="8218"/>
                  </a:lnTo>
                  <a:lnTo>
                    <a:pt x="10439" y="9639"/>
                  </a:lnTo>
                  <a:lnTo>
                    <a:pt x="9957" y="10746"/>
                  </a:lnTo>
                  <a:lnTo>
                    <a:pt x="11723" y="13457"/>
                  </a:lnTo>
                  <a:lnTo>
                    <a:pt x="12659" y="17806"/>
                  </a:lnTo>
                  <a:lnTo>
                    <a:pt x="12258" y="18226"/>
                  </a:lnTo>
                  <a:lnTo>
                    <a:pt x="10596" y="18519"/>
                  </a:lnTo>
                  <a:lnTo>
                    <a:pt x="7976" y="15558"/>
                  </a:lnTo>
                  <a:lnTo>
                    <a:pt x="4105" y="14517"/>
                  </a:lnTo>
                  <a:lnTo>
                    <a:pt x="133" y="15107"/>
                  </a:lnTo>
                  <a:lnTo>
                    <a:pt x="0" y="12831"/>
                  </a:lnTo>
                  <a:lnTo>
                    <a:pt x="2253" y="8846"/>
                  </a:lnTo>
                  <a:lnTo>
                    <a:pt x="4449" y="6658"/>
                  </a:lnTo>
                  <a:lnTo>
                    <a:pt x="10512" y="3535"/>
                  </a:lnTo>
                  <a:lnTo>
                    <a:pt x="15029" y="3004"/>
                  </a:lnTo>
                  <a:lnTo>
                    <a:pt x="1691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2" name="ph8302"/>
            <p:cNvSpPr/>
            <p:nvPr/>
          </p:nvSpPr>
          <p:spPr>
            <a:xfrm>
              <a:off x="11106075" y="2979456"/>
              <a:ext cx="10182" cy="15198"/>
            </a:xfrm>
            <a:custGeom>
              <a:avLst/>
              <a:pathLst>
                <a:path w="10182" h="15198">
                  <a:moveTo>
                    <a:pt x="3503" y="1453"/>
                  </a:moveTo>
                  <a:lnTo>
                    <a:pt x="6960" y="1953"/>
                  </a:lnTo>
                  <a:lnTo>
                    <a:pt x="9314" y="2577"/>
                  </a:lnTo>
                  <a:lnTo>
                    <a:pt x="10105" y="3738"/>
                  </a:lnTo>
                  <a:lnTo>
                    <a:pt x="7732" y="6628"/>
                  </a:lnTo>
                  <a:lnTo>
                    <a:pt x="10182" y="9485"/>
                  </a:lnTo>
                  <a:lnTo>
                    <a:pt x="10077" y="15198"/>
                  </a:lnTo>
                  <a:lnTo>
                    <a:pt x="7949" y="14683"/>
                  </a:lnTo>
                  <a:lnTo>
                    <a:pt x="7217" y="14132"/>
                  </a:lnTo>
                  <a:lnTo>
                    <a:pt x="5608" y="9980"/>
                  </a:lnTo>
                  <a:lnTo>
                    <a:pt x="6093" y="5921"/>
                  </a:lnTo>
                  <a:lnTo>
                    <a:pt x="4454" y="3190"/>
                  </a:lnTo>
                  <a:lnTo>
                    <a:pt x="1971" y="4536"/>
                  </a:lnTo>
                  <a:lnTo>
                    <a:pt x="0" y="3008"/>
                  </a:lnTo>
                  <a:lnTo>
                    <a:pt x="830" y="900"/>
                  </a:lnTo>
                  <a:lnTo>
                    <a:pt x="216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3" name="ph8303"/>
            <p:cNvSpPr/>
            <p:nvPr/>
          </p:nvSpPr>
          <p:spPr>
            <a:xfrm>
              <a:off x="11063903" y="3034275"/>
              <a:ext cx="6202" cy="4834"/>
            </a:xfrm>
            <a:custGeom>
              <a:avLst/>
              <a:pathLst>
                <a:path w="6202" h="4834">
                  <a:moveTo>
                    <a:pt x="5200" y="0"/>
                  </a:moveTo>
                  <a:lnTo>
                    <a:pt x="6202" y="1349"/>
                  </a:lnTo>
                  <a:lnTo>
                    <a:pt x="3930" y="2830"/>
                  </a:lnTo>
                  <a:lnTo>
                    <a:pt x="2799" y="4834"/>
                  </a:lnTo>
                  <a:lnTo>
                    <a:pt x="0" y="4530"/>
                  </a:lnTo>
                  <a:lnTo>
                    <a:pt x="2508" y="47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4" name="ph8304"/>
            <p:cNvSpPr/>
            <p:nvPr/>
          </p:nvSpPr>
          <p:spPr>
            <a:xfrm>
              <a:off x="11099420" y="2940458"/>
              <a:ext cx="29182" cy="20338"/>
            </a:xfrm>
            <a:custGeom>
              <a:avLst/>
              <a:pathLst>
                <a:path w="29182" h="20338">
                  <a:moveTo>
                    <a:pt x="7905" y="994"/>
                  </a:moveTo>
                  <a:lnTo>
                    <a:pt x="8313" y="38"/>
                  </a:lnTo>
                  <a:lnTo>
                    <a:pt x="10887" y="1953"/>
                  </a:lnTo>
                  <a:lnTo>
                    <a:pt x="11697" y="399"/>
                  </a:lnTo>
                  <a:lnTo>
                    <a:pt x="14589" y="160"/>
                  </a:lnTo>
                  <a:lnTo>
                    <a:pt x="16605" y="1603"/>
                  </a:lnTo>
                  <a:lnTo>
                    <a:pt x="18233" y="4337"/>
                  </a:lnTo>
                  <a:lnTo>
                    <a:pt x="19461" y="3325"/>
                  </a:lnTo>
                  <a:lnTo>
                    <a:pt x="22694" y="1941"/>
                  </a:lnTo>
                  <a:lnTo>
                    <a:pt x="24265" y="2606"/>
                  </a:lnTo>
                  <a:lnTo>
                    <a:pt x="26553" y="5956"/>
                  </a:lnTo>
                  <a:lnTo>
                    <a:pt x="25322" y="7187"/>
                  </a:lnTo>
                  <a:lnTo>
                    <a:pt x="26086" y="8406"/>
                  </a:lnTo>
                  <a:lnTo>
                    <a:pt x="27515" y="7435"/>
                  </a:lnTo>
                  <a:lnTo>
                    <a:pt x="29182" y="9281"/>
                  </a:lnTo>
                  <a:lnTo>
                    <a:pt x="24674" y="11891"/>
                  </a:lnTo>
                  <a:lnTo>
                    <a:pt x="20893" y="16199"/>
                  </a:lnTo>
                  <a:lnTo>
                    <a:pt x="20308" y="16354"/>
                  </a:lnTo>
                  <a:lnTo>
                    <a:pt x="16847" y="12656"/>
                  </a:lnTo>
                  <a:lnTo>
                    <a:pt x="16006" y="12801"/>
                  </a:lnTo>
                  <a:lnTo>
                    <a:pt x="15365" y="20338"/>
                  </a:lnTo>
                  <a:lnTo>
                    <a:pt x="14145" y="19939"/>
                  </a:lnTo>
                  <a:lnTo>
                    <a:pt x="13350" y="17635"/>
                  </a:lnTo>
                  <a:lnTo>
                    <a:pt x="11418" y="16821"/>
                  </a:lnTo>
                  <a:lnTo>
                    <a:pt x="10773" y="17157"/>
                  </a:lnTo>
                  <a:lnTo>
                    <a:pt x="4801" y="9639"/>
                  </a:lnTo>
                  <a:lnTo>
                    <a:pt x="0" y="8005"/>
                  </a:lnTo>
                  <a:lnTo>
                    <a:pt x="171" y="4909"/>
                  </a:lnTo>
                  <a:lnTo>
                    <a:pt x="1343" y="640"/>
                  </a:lnTo>
                  <a:lnTo>
                    <a:pt x="384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5" name="ph8305"/>
            <p:cNvSpPr/>
            <p:nvPr/>
          </p:nvSpPr>
          <p:spPr>
            <a:xfrm>
              <a:off x="11147472" y="2956785"/>
              <a:ext cx="18958" cy="24120"/>
            </a:xfrm>
            <a:custGeom>
              <a:avLst/>
              <a:pathLst>
                <a:path w="18958" h="24120">
                  <a:moveTo>
                    <a:pt x="12164" y="521"/>
                  </a:moveTo>
                  <a:lnTo>
                    <a:pt x="14290" y="905"/>
                  </a:lnTo>
                  <a:lnTo>
                    <a:pt x="18648" y="3185"/>
                  </a:lnTo>
                  <a:lnTo>
                    <a:pt x="18958" y="6805"/>
                  </a:lnTo>
                  <a:lnTo>
                    <a:pt x="18178" y="7395"/>
                  </a:lnTo>
                  <a:lnTo>
                    <a:pt x="17434" y="6696"/>
                  </a:lnTo>
                  <a:lnTo>
                    <a:pt x="14218" y="6218"/>
                  </a:lnTo>
                  <a:lnTo>
                    <a:pt x="12928" y="23887"/>
                  </a:lnTo>
                  <a:lnTo>
                    <a:pt x="11798" y="24120"/>
                  </a:lnTo>
                  <a:lnTo>
                    <a:pt x="7917" y="21932"/>
                  </a:lnTo>
                  <a:lnTo>
                    <a:pt x="6818" y="23709"/>
                  </a:lnTo>
                  <a:lnTo>
                    <a:pt x="2576" y="23424"/>
                  </a:lnTo>
                  <a:lnTo>
                    <a:pt x="183" y="21443"/>
                  </a:lnTo>
                  <a:lnTo>
                    <a:pt x="2150" y="19839"/>
                  </a:lnTo>
                  <a:lnTo>
                    <a:pt x="1973" y="19065"/>
                  </a:lnTo>
                  <a:lnTo>
                    <a:pt x="0" y="18580"/>
                  </a:lnTo>
                  <a:lnTo>
                    <a:pt x="1600" y="14832"/>
                  </a:lnTo>
                  <a:lnTo>
                    <a:pt x="6995" y="16578"/>
                  </a:lnTo>
                  <a:lnTo>
                    <a:pt x="9382" y="18423"/>
                  </a:lnTo>
                  <a:lnTo>
                    <a:pt x="10606" y="17485"/>
                  </a:lnTo>
                  <a:lnTo>
                    <a:pt x="10856" y="16584"/>
                  </a:lnTo>
                  <a:lnTo>
                    <a:pt x="9476" y="14883"/>
                  </a:lnTo>
                  <a:lnTo>
                    <a:pt x="4359" y="9914"/>
                  </a:lnTo>
                  <a:lnTo>
                    <a:pt x="5996" y="6167"/>
                  </a:lnTo>
                  <a:lnTo>
                    <a:pt x="8612" y="7185"/>
                  </a:lnTo>
                  <a:lnTo>
                    <a:pt x="10614" y="6027"/>
                  </a:lnTo>
                  <a:lnTo>
                    <a:pt x="9755" y="2836"/>
                  </a:lnTo>
                  <a:lnTo>
                    <a:pt x="3311" y="1474"/>
                  </a:lnTo>
                  <a:lnTo>
                    <a:pt x="5646" y="1231"/>
                  </a:lnTo>
                  <a:lnTo>
                    <a:pt x="10554" y="2081"/>
                  </a:lnTo>
                  <a:lnTo>
                    <a:pt x="11043" y="1440"/>
                  </a:lnTo>
                  <a:lnTo>
                    <a:pt x="1044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6" name="ph8306"/>
            <p:cNvSpPr/>
            <p:nvPr/>
          </p:nvSpPr>
          <p:spPr>
            <a:xfrm>
              <a:off x="11096296" y="3050678"/>
              <a:ext cx="27169" cy="18059"/>
            </a:xfrm>
            <a:custGeom>
              <a:avLst/>
              <a:pathLst>
                <a:path w="27169" h="18059">
                  <a:moveTo>
                    <a:pt x="10362" y="1123"/>
                  </a:moveTo>
                  <a:lnTo>
                    <a:pt x="16713" y="5338"/>
                  </a:lnTo>
                  <a:lnTo>
                    <a:pt x="22780" y="7060"/>
                  </a:lnTo>
                  <a:lnTo>
                    <a:pt x="23125" y="8414"/>
                  </a:lnTo>
                  <a:lnTo>
                    <a:pt x="22208" y="11176"/>
                  </a:lnTo>
                  <a:lnTo>
                    <a:pt x="23182" y="12787"/>
                  </a:lnTo>
                  <a:lnTo>
                    <a:pt x="24357" y="12680"/>
                  </a:lnTo>
                  <a:lnTo>
                    <a:pt x="24716" y="12724"/>
                  </a:lnTo>
                  <a:lnTo>
                    <a:pt x="27169" y="16483"/>
                  </a:lnTo>
                  <a:lnTo>
                    <a:pt x="24864" y="17749"/>
                  </a:lnTo>
                  <a:lnTo>
                    <a:pt x="12756" y="17049"/>
                  </a:lnTo>
                  <a:lnTo>
                    <a:pt x="11651" y="18059"/>
                  </a:lnTo>
                  <a:lnTo>
                    <a:pt x="9749" y="16330"/>
                  </a:lnTo>
                  <a:lnTo>
                    <a:pt x="10287" y="15886"/>
                  </a:lnTo>
                  <a:lnTo>
                    <a:pt x="8888" y="9926"/>
                  </a:lnTo>
                  <a:lnTo>
                    <a:pt x="4770" y="10576"/>
                  </a:lnTo>
                  <a:lnTo>
                    <a:pt x="4105" y="9484"/>
                  </a:lnTo>
                  <a:lnTo>
                    <a:pt x="867" y="10182"/>
                  </a:lnTo>
                  <a:lnTo>
                    <a:pt x="0" y="5021"/>
                  </a:lnTo>
                  <a:lnTo>
                    <a:pt x="1056" y="2363"/>
                  </a:lnTo>
                  <a:lnTo>
                    <a:pt x="1454" y="1496"/>
                  </a:lnTo>
                  <a:lnTo>
                    <a:pt x="4518" y="4038"/>
                  </a:lnTo>
                  <a:lnTo>
                    <a:pt x="727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7" name="ph8307"/>
            <p:cNvSpPr/>
            <p:nvPr/>
          </p:nvSpPr>
          <p:spPr>
            <a:xfrm>
              <a:off x="11070512" y="2856870"/>
              <a:ext cx="8343" cy="5836"/>
            </a:xfrm>
            <a:custGeom>
              <a:avLst/>
              <a:pathLst>
                <a:path w="8343" h="5836">
                  <a:moveTo>
                    <a:pt x="5160" y="83"/>
                  </a:moveTo>
                  <a:lnTo>
                    <a:pt x="8343" y="2044"/>
                  </a:lnTo>
                  <a:lnTo>
                    <a:pt x="8143" y="3130"/>
                  </a:lnTo>
                  <a:lnTo>
                    <a:pt x="6914" y="4112"/>
                  </a:lnTo>
                  <a:lnTo>
                    <a:pt x="1519" y="5836"/>
                  </a:lnTo>
                  <a:lnTo>
                    <a:pt x="0" y="5444"/>
                  </a:lnTo>
                  <a:lnTo>
                    <a:pt x="1198" y="1325"/>
                  </a:lnTo>
                  <a:lnTo>
                    <a:pt x="388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8" name="ph8308"/>
            <p:cNvSpPr/>
            <p:nvPr/>
          </p:nvSpPr>
          <p:spPr>
            <a:xfrm>
              <a:off x="11055092" y="2875630"/>
              <a:ext cx="36158" cy="29282"/>
            </a:xfrm>
            <a:custGeom>
              <a:avLst/>
              <a:pathLst>
                <a:path w="36158" h="29282">
                  <a:moveTo>
                    <a:pt x="10313" y="3091"/>
                  </a:moveTo>
                  <a:lnTo>
                    <a:pt x="12852" y="4333"/>
                  </a:lnTo>
                  <a:lnTo>
                    <a:pt x="14731" y="4213"/>
                  </a:lnTo>
                  <a:lnTo>
                    <a:pt x="17186" y="1253"/>
                  </a:lnTo>
                  <a:lnTo>
                    <a:pt x="17108" y="2476"/>
                  </a:lnTo>
                  <a:lnTo>
                    <a:pt x="19476" y="6783"/>
                  </a:lnTo>
                  <a:lnTo>
                    <a:pt x="27250" y="3180"/>
                  </a:lnTo>
                  <a:lnTo>
                    <a:pt x="29973" y="958"/>
                  </a:lnTo>
                  <a:lnTo>
                    <a:pt x="31677" y="6773"/>
                  </a:lnTo>
                  <a:lnTo>
                    <a:pt x="28842" y="11976"/>
                  </a:lnTo>
                  <a:lnTo>
                    <a:pt x="30828" y="14561"/>
                  </a:lnTo>
                  <a:lnTo>
                    <a:pt x="29151" y="15130"/>
                  </a:lnTo>
                  <a:lnTo>
                    <a:pt x="29329" y="18032"/>
                  </a:lnTo>
                  <a:lnTo>
                    <a:pt x="34900" y="20119"/>
                  </a:lnTo>
                  <a:lnTo>
                    <a:pt x="36158" y="22783"/>
                  </a:lnTo>
                  <a:lnTo>
                    <a:pt x="34782" y="25929"/>
                  </a:lnTo>
                  <a:lnTo>
                    <a:pt x="32240" y="28006"/>
                  </a:lnTo>
                  <a:lnTo>
                    <a:pt x="30123" y="28668"/>
                  </a:lnTo>
                  <a:lnTo>
                    <a:pt x="28881" y="29282"/>
                  </a:lnTo>
                  <a:lnTo>
                    <a:pt x="26244" y="27496"/>
                  </a:lnTo>
                  <a:lnTo>
                    <a:pt x="25198" y="27643"/>
                  </a:lnTo>
                  <a:lnTo>
                    <a:pt x="23756" y="29062"/>
                  </a:lnTo>
                  <a:lnTo>
                    <a:pt x="23561" y="28257"/>
                  </a:lnTo>
                  <a:lnTo>
                    <a:pt x="19784" y="26728"/>
                  </a:lnTo>
                  <a:lnTo>
                    <a:pt x="17317" y="23811"/>
                  </a:lnTo>
                  <a:lnTo>
                    <a:pt x="13870" y="23217"/>
                  </a:lnTo>
                  <a:lnTo>
                    <a:pt x="10537" y="16588"/>
                  </a:lnTo>
                  <a:lnTo>
                    <a:pt x="5754" y="14559"/>
                  </a:lnTo>
                  <a:lnTo>
                    <a:pt x="942" y="14561"/>
                  </a:lnTo>
                  <a:lnTo>
                    <a:pt x="0" y="7209"/>
                  </a:lnTo>
                  <a:lnTo>
                    <a:pt x="2038" y="7401"/>
                  </a:lnTo>
                  <a:lnTo>
                    <a:pt x="2929" y="9819"/>
                  </a:lnTo>
                  <a:lnTo>
                    <a:pt x="4486" y="10391"/>
                  </a:lnTo>
                  <a:lnTo>
                    <a:pt x="8405" y="6047"/>
                  </a:lnTo>
                  <a:lnTo>
                    <a:pt x="7713" y="4652"/>
                  </a:lnTo>
                  <a:lnTo>
                    <a:pt x="8288" y="1412"/>
                  </a:lnTo>
                  <a:lnTo>
                    <a:pt x="946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9" name="ph8309"/>
            <p:cNvSpPr/>
            <p:nvPr/>
          </p:nvSpPr>
          <p:spPr>
            <a:xfrm>
              <a:off x="11034334" y="2989243"/>
              <a:ext cx="8454" cy="5422"/>
            </a:xfrm>
            <a:custGeom>
              <a:avLst/>
              <a:pathLst>
                <a:path w="8454" h="5422">
                  <a:moveTo>
                    <a:pt x="6644" y="1023"/>
                  </a:moveTo>
                  <a:lnTo>
                    <a:pt x="8454" y="4400"/>
                  </a:lnTo>
                  <a:lnTo>
                    <a:pt x="7542" y="5422"/>
                  </a:lnTo>
                  <a:lnTo>
                    <a:pt x="4119" y="5044"/>
                  </a:lnTo>
                  <a:lnTo>
                    <a:pt x="0" y="3155"/>
                  </a:lnTo>
                  <a:lnTo>
                    <a:pt x="83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0" name="ph8310"/>
            <p:cNvSpPr/>
            <p:nvPr/>
          </p:nvSpPr>
          <p:spPr>
            <a:xfrm>
              <a:off x="11092586" y="3067008"/>
              <a:ext cx="16820" cy="19300"/>
            </a:xfrm>
            <a:custGeom>
              <a:avLst/>
              <a:pathLst>
                <a:path w="16820" h="19300">
                  <a:moveTo>
                    <a:pt x="15361" y="1729"/>
                  </a:moveTo>
                  <a:lnTo>
                    <a:pt x="16820" y="8108"/>
                  </a:lnTo>
                  <a:lnTo>
                    <a:pt x="16359" y="9424"/>
                  </a:lnTo>
                  <a:lnTo>
                    <a:pt x="12333" y="10025"/>
                  </a:lnTo>
                  <a:lnTo>
                    <a:pt x="13362" y="13259"/>
                  </a:lnTo>
                  <a:lnTo>
                    <a:pt x="12778" y="19300"/>
                  </a:lnTo>
                  <a:lnTo>
                    <a:pt x="8909" y="15098"/>
                  </a:lnTo>
                  <a:lnTo>
                    <a:pt x="7894" y="11837"/>
                  </a:lnTo>
                  <a:lnTo>
                    <a:pt x="7173" y="11562"/>
                  </a:lnTo>
                  <a:lnTo>
                    <a:pt x="3747" y="15019"/>
                  </a:lnTo>
                  <a:lnTo>
                    <a:pt x="2135" y="14494"/>
                  </a:lnTo>
                  <a:lnTo>
                    <a:pt x="260" y="10564"/>
                  </a:lnTo>
                  <a:lnTo>
                    <a:pt x="0" y="7444"/>
                  </a:lnTo>
                  <a:lnTo>
                    <a:pt x="2342" y="5582"/>
                  </a:lnTo>
                  <a:lnTo>
                    <a:pt x="3672" y="4449"/>
                  </a:lnTo>
                  <a:lnTo>
                    <a:pt x="6186" y="4424"/>
                  </a:lnTo>
                  <a:lnTo>
                    <a:pt x="10616" y="2853"/>
                  </a:lnTo>
                  <a:lnTo>
                    <a:pt x="1345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1" name="ph8311"/>
            <p:cNvSpPr/>
            <p:nvPr/>
          </p:nvSpPr>
          <p:spPr>
            <a:xfrm>
              <a:off x="11170767" y="3079684"/>
              <a:ext cx="21110" cy="23932"/>
            </a:xfrm>
            <a:custGeom>
              <a:avLst/>
              <a:pathLst>
                <a:path w="21110" h="23932">
                  <a:moveTo>
                    <a:pt x="17043" y="2227"/>
                  </a:moveTo>
                  <a:lnTo>
                    <a:pt x="15863" y="5111"/>
                  </a:lnTo>
                  <a:lnTo>
                    <a:pt x="12330" y="11434"/>
                  </a:lnTo>
                  <a:lnTo>
                    <a:pt x="21006" y="17935"/>
                  </a:lnTo>
                  <a:lnTo>
                    <a:pt x="21110" y="18797"/>
                  </a:lnTo>
                  <a:lnTo>
                    <a:pt x="19641" y="20458"/>
                  </a:lnTo>
                  <a:lnTo>
                    <a:pt x="19297" y="22826"/>
                  </a:lnTo>
                  <a:lnTo>
                    <a:pt x="14012" y="23891"/>
                  </a:lnTo>
                  <a:lnTo>
                    <a:pt x="11461" y="23932"/>
                  </a:lnTo>
                  <a:lnTo>
                    <a:pt x="8249" y="21947"/>
                  </a:lnTo>
                  <a:lnTo>
                    <a:pt x="4887" y="18829"/>
                  </a:lnTo>
                  <a:lnTo>
                    <a:pt x="4838" y="18027"/>
                  </a:lnTo>
                  <a:lnTo>
                    <a:pt x="4536" y="16109"/>
                  </a:lnTo>
                  <a:lnTo>
                    <a:pt x="271" y="9685"/>
                  </a:lnTo>
                  <a:lnTo>
                    <a:pt x="0" y="7682"/>
                  </a:lnTo>
                  <a:lnTo>
                    <a:pt x="915" y="7559"/>
                  </a:lnTo>
                  <a:lnTo>
                    <a:pt x="3550" y="4352"/>
                  </a:lnTo>
                  <a:lnTo>
                    <a:pt x="4210" y="1674"/>
                  </a:lnTo>
                  <a:lnTo>
                    <a:pt x="5370" y="90"/>
                  </a:lnTo>
                  <a:lnTo>
                    <a:pt x="6509" y="2163"/>
                  </a:lnTo>
                  <a:lnTo>
                    <a:pt x="8669" y="3022"/>
                  </a:lnTo>
                  <a:lnTo>
                    <a:pt x="1606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2" name="ph8312"/>
            <p:cNvSpPr/>
            <p:nvPr/>
          </p:nvSpPr>
          <p:spPr>
            <a:xfrm>
              <a:off x="11040979" y="2985524"/>
              <a:ext cx="7179" cy="9046"/>
            </a:xfrm>
            <a:custGeom>
              <a:avLst/>
              <a:pathLst>
                <a:path w="7179" h="9046">
                  <a:moveTo>
                    <a:pt x="6856" y="1514"/>
                  </a:moveTo>
                  <a:lnTo>
                    <a:pt x="5998" y="3332"/>
                  </a:lnTo>
                  <a:lnTo>
                    <a:pt x="7179" y="4181"/>
                  </a:lnTo>
                  <a:lnTo>
                    <a:pt x="7085" y="5879"/>
                  </a:lnTo>
                  <a:lnTo>
                    <a:pt x="4910" y="8545"/>
                  </a:lnTo>
                  <a:lnTo>
                    <a:pt x="3252" y="9046"/>
                  </a:lnTo>
                  <a:lnTo>
                    <a:pt x="1809" y="8119"/>
                  </a:lnTo>
                  <a:lnTo>
                    <a:pt x="0" y="4742"/>
                  </a:lnTo>
                  <a:lnTo>
                    <a:pt x="520" y="1567"/>
                  </a:lnTo>
                  <a:lnTo>
                    <a:pt x="391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3" name="ph8313"/>
            <p:cNvSpPr/>
            <p:nvPr/>
          </p:nvSpPr>
          <p:spPr>
            <a:xfrm>
              <a:off x="10993363" y="3025844"/>
              <a:ext cx="7479" cy="21005"/>
            </a:xfrm>
            <a:custGeom>
              <a:avLst/>
              <a:pathLst>
                <a:path w="7479" h="21005">
                  <a:moveTo>
                    <a:pt x="5727" y="3505"/>
                  </a:moveTo>
                  <a:lnTo>
                    <a:pt x="5247" y="6829"/>
                  </a:lnTo>
                  <a:lnTo>
                    <a:pt x="2264" y="11046"/>
                  </a:lnTo>
                  <a:lnTo>
                    <a:pt x="7028" y="11841"/>
                  </a:lnTo>
                  <a:lnTo>
                    <a:pt x="7479" y="15134"/>
                  </a:lnTo>
                  <a:lnTo>
                    <a:pt x="6414" y="15582"/>
                  </a:lnTo>
                  <a:lnTo>
                    <a:pt x="3140" y="21005"/>
                  </a:lnTo>
                  <a:lnTo>
                    <a:pt x="1455" y="16526"/>
                  </a:lnTo>
                  <a:lnTo>
                    <a:pt x="3353" y="15111"/>
                  </a:lnTo>
                  <a:lnTo>
                    <a:pt x="4267" y="12682"/>
                  </a:lnTo>
                  <a:lnTo>
                    <a:pt x="2770" y="11995"/>
                  </a:lnTo>
                  <a:lnTo>
                    <a:pt x="1687" y="12983"/>
                  </a:lnTo>
                  <a:lnTo>
                    <a:pt x="0" y="12334"/>
                  </a:lnTo>
                  <a:lnTo>
                    <a:pt x="637" y="10473"/>
                  </a:lnTo>
                  <a:lnTo>
                    <a:pt x="3617" y="3775"/>
                  </a:lnTo>
                  <a:lnTo>
                    <a:pt x="634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4" name="ph8314"/>
            <p:cNvSpPr/>
            <p:nvPr/>
          </p:nvSpPr>
          <p:spPr>
            <a:xfrm>
              <a:off x="10979935" y="3087978"/>
              <a:ext cx="22725" cy="28050"/>
            </a:xfrm>
            <a:custGeom>
              <a:avLst/>
              <a:pathLst>
                <a:path w="22725" h="28050">
                  <a:moveTo>
                    <a:pt x="14981" y="0"/>
                  </a:moveTo>
                  <a:lnTo>
                    <a:pt x="16989" y="1644"/>
                  </a:lnTo>
                  <a:lnTo>
                    <a:pt x="18577" y="4124"/>
                  </a:lnTo>
                  <a:lnTo>
                    <a:pt x="19177" y="8670"/>
                  </a:lnTo>
                  <a:lnTo>
                    <a:pt x="16909" y="10056"/>
                  </a:lnTo>
                  <a:lnTo>
                    <a:pt x="14506" y="13846"/>
                  </a:lnTo>
                  <a:lnTo>
                    <a:pt x="15872" y="18487"/>
                  </a:lnTo>
                  <a:lnTo>
                    <a:pt x="17419" y="20685"/>
                  </a:lnTo>
                  <a:lnTo>
                    <a:pt x="20943" y="20350"/>
                  </a:lnTo>
                  <a:lnTo>
                    <a:pt x="21750" y="20350"/>
                  </a:lnTo>
                  <a:lnTo>
                    <a:pt x="22725" y="22081"/>
                  </a:lnTo>
                  <a:lnTo>
                    <a:pt x="21568" y="24000"/>
                  </a:lnTo>
                  <a:lnTo>
                    <a:pt x="19460" y="25111"/>
                  </a:lnTo>
                  <a:lnTo>
                    <a:pt x="19093" y="24567"/>
                  </a:lnTo>
                  <a:lnTo>
                    <a:pt x="13051" y="25349"/>
                  </a:lnTo>
                  <a:lnTo>
                    <a:pt x="9080" y="24313"/>
                  </a:lnTo>
                  <a:lnTo>
                    <a:pt x="6236" y="25370"/>
                  </a:lnTo>
                  <a:lnTo>
                    <a:pt x="3001" y="28050"/>
                  </a:lnTo>
                  <a:lnTo>
                    <a:pt x="3021" y="23698"/>
                  </a:lnTo>
                  <a:lnTo>
                    <a:pt x="0" y="19199"/>
                  </a:lnTo>
                  <a:lnTo>
                    <a:pt x="1345" y="16584"/>
                  </a:lnTo>
                  <a:lnTo>
                    <a:pt x="3764" y="14979"/>
                  </a:lnTo>
                  <a:lnTo>
                    <a:pt x="4104" y="7968"/>
                  </a:lnTo>
                  <a:lnTo>
                    <a:pt x="8636" y="8187"/>
                  </a:lnTo>
                  <a:lnTo>
                    <a:pt x="12489" y="7160"/>
                  </a:lnTo>
                  <a:lnTo>
                    <a:pt x="13002" y="7783"/>
                  </a:lnTo>
                  <a:lnTo>
                    <a:pt x="14905" y="7478"/>
                  </a:lnTo>
                  <a:lnTo>
                    <a:pt x="16260" y="5074"/>
                  </a:lnTo>
                  <a:lnTo>
                    <a:pt x="13301" y="4133"/>
                  </a:lnTo>
                  <a:lnTo>
                    <a:pt x="13607" y="207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5" name="ph8315"/>
            <p:cNvSpPr/>
            <p:nvPr/>
          </p:nvSpPr>
          <p:spPr>
            <a:xfrm>
              <a:off x="11051625" y="3048975"/>
              <a:ext cx="18390" cy="15439"/>
            </a:xfrm>
            <a:custGeom>
              <a:avLst/>
              <a:pathLst>
                <a:path w="18390" h="15439">
                  <a:moveTo>
                    <a:pt x="11416" y="3019"/>
                  </a:moveTo>
                  <a:lnTo>
                    <a:pt x="17901" y="6040"/>
                  </a:lnTo>
                  <a:lnTo>
                    <a:pt x="18390" y="6535"/>
                  </a:lnTo>
                  <a:lnTo>
                    <a:pt x="18157" y="8401"/>
                  </a:lnTo>
                  <a:lnTo>
                    <a:pt x="14851" y="11654"/>
                  </a:lnTo>
                  <a:lnTo>
                    <a:pt x="9315" y="13991"/>
                  </a:lnTo>
                  <a:lnTo>
                    <a:pt x="8266" y="12357"/>
                  </a:lnTo>
                  <a:lnTo>
                    <a:pt x="5629" y="11654"/>
                  </a:lnTo>
                  <a:lnTo>
                    <a:pt x="4072" y="12224"/>
                  </a:lnTo>
                  <a:lnTo>
                    <a:pt x="4291" y="14161"/>
                  </a:lnTo>
                  <a:lnTo>
                    <a:pt x="3055" y="15439"/>
                  </a:lnTo>
                  <a:lnTo>
                    <a:pt x="0" y="14621"/>
                  </a:lnTo>
                  <a:lnTo>
                    <a:pt x="3767" y="9455"/>
                  </a:lnTo>
                  <a:lnTo>
                    <a:pt x="5408" y="5697"/>
                  </a:lnTo>
                  <a:lnTo>
                    <a:pt x="3164" y="3626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6" name="ph8316"/>
            <p:cNvSpPr/>
            <p:nvPr/>
          </p:nvSpPr>
          <p:spPr>
            <a:xfrm>
              <a:off x="11103111" y="2875524"/>
              <a:ext cx="3548" cy="6754"/>
            </a:xfrm>
            <a:custGeom>
              <a:avLst/>
              <a:pathLst>
                <a:path w="3548" h="6754">
                  <a:moveTo>
                    <a:pt x="1814" y="0"/>
                  </a:moveTo>
                  <a:lnTo>
                    <a:pt x="3548" y="2215"/>
                  </a:lnTo>
                  <a:lnTo>
                    <a:pt x="1518" y="6754"/>
                  </a:lnTo>
                  <a:lnTo>
                    <a:pt x="0" y="2899"/>
                  </a:lnTo>
                  <a:lnTo>
                    <a:pt x="259" y="176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7" name="ph8317"/>
            <p:cNvSpPr/>
            <p:nvPr/>
          </p:nvSpPr>
          <p:spPr>
            <a:xfrm>
              <a:off x="11116324" y="2873461"/>
              <a:ext cx="4679" cy="5477"/>
            </a:xfrm>
            <a:custGeom>
              <a:avLst/>
              <a:pathLst>
                <a:path w="4679" h="5477">
                  <a:moveTo>
                    <a:pt x="3526" y="0"/>
                  </a:moveTo>
                  <a:lnTo>
                    <a:pt x="4679" y="2056"/>
                  </a:lnTo>
                  <a:lnTo>
                    <a:pt x="3910" y="5477"/>
                  </a:lnTo>
                  <a:lnTo>
                    <a:pt x="2504" y="4806"/>
                  </a:lnTo>
                  <a:lnTo>
                    <a:pt x="0" y="253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8" name="ph8318"/>
            <p:cNvSpPr/>
            <p:nvPr/>
          </p:nvSpPr>
          <p:spPr>
            <a:xfrm>
              <a:off x="11100114" y="2878423"/>
              <a:ext cx="5464" cy="6285"/>
            </a:xfrm>
            <a:custGeom>
              <a:avLst/>
              <a:pathLst>
                <a:path w="5464" h="6285">
                  <a:moveTo>
                    <a:pt x="2996" y="0"/>
                  </a:moveTo>
                  <a:lnTo>
                    <a:pt x="4514" y="3855"/>
                  </a:lnTo>
                  <a:lnTo>
                    <a:pt x="5464" y="5086"/>
                  </a:lnTo>
                  <a:lnTo>
                    <a:pt x="4079" y="5591"/>
                  </a:lnTo>
                  <a:lnTo>
                    <a:pt x="711" y="6285"/>
                  </a:lnTo>
                  <a:lnTo>
                    <a:pt x="0" y="4774"/>
                  </a:lnTo>
                  <a:lnTo>
                    <a:pt x="652" y="248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9" name="ph8319"/>
            <p:cNvSpPr/>
            <p:nvPr/>
          </p:nvSpPr>
          <p:spPr>
            <a:xfrm>
              <a:off x="11086917" y="3023395"/>
              <a:ext cx="4314" cy="9901"/>
            </a:xfrm>
            <a:custGeom>
              <a:avLst/>
              <a:pathLst>
                <a:path w="4314" h="9901">
                  <a:moveTo>
                    <a:pt x="3615" y="1056"/>
                  </a:moveTo>
                  <a:lnTo>
                    <a:pt x="4314" y="5266"/>
                  </a:lnTo>
                  <a:lnTo>
                    <a:pt x="4069" y="8390"/>
                  </a:lnTo>
                  <a:lnTo>
                    <a:pt x="2510" y="9901"/>
                  </a:lnTo>
                  <a:lnTo>
                    <a:pt x="1395" y="9845"/>
                  </a:lnTo>
                  <a:lnTo>
                    <a:pt x="0" y="4132"/>
                  </a:lnTo>
                  <a:lnTo>
                    <a:pt x="281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0" name="ph8320"/>
            <p:cNvSpPr/>
            <p:nvPr/>
          </p:nvSpPr>
          <p:spPr>
            <a:xfrm>
              <a:off x="11104629" y="2874091"/>
              <a:ext cx="10859" cy="10090"/>
            </a:xfrm>
            <a:custGeom>
              <a:avLst/>
              <a:pathLst>
                <a:path w="10859" h="10090">
                  <a:moveTo>
                    <a:pt x="10859" y="1808"/>
                  </a:moveTo>
                  <a:lnTo>
                    <a:pt x="8212" y="5971"/>
                  </a:lnTo>
                  <a:lnTo>
                    <a:pt x="8539" y="10090"/>
                  </a:lnTo>
                  <a:lnTo>
                    <a:pt x="949" y="9418"/>
                  </a:lnTo>
                  <a:lnTo>
                    <a:pt x="0" y="8187"/>
                  </a:lnTo>
                  <a:lnTo>
                    <a:pt x="2030" y="3648"/>
                  </a:lnTo>
                  <a:lnTo>
                    <a:pt x="4240" y="4557"/>
                  </a:lnTo>
                  <a:lnTo>
                    <a:pt x="852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1" name="ph8321"/>
            <p:cNvSpPr/>
            <p:nvPr/>
          </p:nvSpPr>
          <p:spPr>
            <a:xfrm>
              <a:off x="11005019" y="2978890"/>
              <a:ext cx="33952" cy="16565"/>
            </a:xfrm>
            <a:custGeom>
              <a:avLst/>
              <a:pathLst>
                <a:path w="33952" h="16565">
                  <a:moveTo>
                    <a:pt x="30542" y="672"/>
                  </a:moveTo>
                  <a:lnTo>
                    <a:pt x="33952" y="5353"/>
                  </a:lnTo>
                  <a:lnTo>
                    <a:pt x="33303" y="4667"/>
                  </a:lnTo>
                  <a:lnTo>
                    <a:pt x="30918" y="9910"/>
                  </a:lnTo>
                  <a:lnTo>
                    <a:pt x="30147" y="10353"/>
                  </a:lnTo>
                  <a:lnTo>
                    <a:pt x="29315" y="13508"/>
                  </a:lnTo>
                  <a:lnTo>
                    <a:pt x="27820" y="16565"/>
                  </a:lnTo>
                  <a:lnTo>
                    <a:pt x="25963" y="13827"/>
                  </a:lnTo>
                  <a:lnTo>
                    <a:pt x="25666" y="11529"/>
                  </a:lnTo>
                  <a:lnTo>
                    <a:pt x="23180" y="10159"/>
                  </a:lnTo>
                  <a:lnTo>
                    <a:pt x="18377" y="10555"/>
                  </a:lnTo>
                  <a:lnTo>
                    <a:pt x="21024" y="13436"/>
                  </a:lnTo>
                  <a:lnTo>
                    <a:pt x="15214" y="12883"/>
                  </a:lnTo>
                  <a:lnTo>
                    <a:pt x="10124" y="11130"/>
                  </a:lnTo>
                  <a:lnTo>
                    <a:pt x="7542" y="11347"/>
                  </a:lnTo>
                  <a:lnTo>
                    <a:pt x="6901" y="10758"/>
                  </a:lnTo>
                  <a:lnTo>
                    <a:pt x="500" y="10049"/>
                  </a:lnTo>
                  <a:lnTo>
                    <a:pt x="135" y="8869"/>
                  </a:lnTo>
                  <a:lnTo>
                    <a:pt x="0" y="8443"/>
                  </a:lnTo>
                  <a:lnTo>
                    <a:pt x="5887" y="7765"/>
                  </a:lnTo>
                  <a:lnTo>
                    <a:pt x="6354" y="8776"/>
                  </a:lnTo>
                  <a:lnTo>
                    <a:pt x="7705" y="9168"/>
                  </a:lnTo>
                  <a:lnTo>
                    <a:pt x="16816" y="7855"/>
                  </a:lnTo>
                  <a:lnTo>
                    <a:pt x="22332" y="4067"/>
                  </a:lnTo>
                  <a:lnTo>
                    <a:pt x="2219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2" name="ph8322"/>
            <p:cNvSpPr/>
            <p:nvPr/>
          </p:nvSpPr>
          <p:spPr>
            <a:xfrm>
              <a:off x="10999090" y="3020426"/>
              <a:ext cx="22535" cy="17715"/>
            </a:xfrm>
            <a:custGeom>
              <a:avLst/>
              <a:pathLst>
                <a:path w="22535" h="17715">
                  <a:moveTo>
                    <a:pt x="19765" y="70"/>
                  </a:moveTo>
                  <a:lnTo>
                    <a:pt x="20424" y="1913"/>
                  </a:lnTo>
                  <a:lnTo>
                    <a:pt x="20167" y="4707"/>
                  </a:lnTo>
                  <a:lnTo>
                    <a:pt x="21653" y="5297"/>
                  </a:lnTo>
                  <a:lnTo>
                    <a:pt x="22535" y="7549"/>
                  </a:lnTo>
                  <a:lnTo>
                    <a:pt x="18241" y="7042"/>
                  </a:lnTo>
                  <a:lnTo>
                    <a:pt x="14354" y="9868"/>
                  </a:lnTo>
                  <a:lnTo>
                    <a:pt x="13380" y="16143"/>
                  </a:lnTo>
                  <a:lnTo>
                    <a:pt x="13852" y="17715"/>
                  </a:lnTo>
                  <a:lnTo>
                    <a:pt x="10298" y="15471"/>
                  </a:lnTo>
                  <a:lnTo>
                    <a:pt x="5947" y="12680"/>
                  </a:lnTo>
                  <a:lnTo>
                    <a:pt x="6517" y="11063"/>
                  </a:lnTo>
                  <a:lnTo>
                    <a:pt x="5281" y="9870"/>
                  </a:lnTo>
                  <a:lnTo>
                    <a:pt x="3632" y="8963"/>
                  </a:lnTo>
                  <a:lnTo>
                    <a:pt x="0" y="8923"/>
                  </a:lnTo>
                  <a:lnTo>
                    <a:pt x="621" y="5418"/>
                  </a:lnTo>
                  <a:lnTo>
                    <a:pt x="1306" y="3857"/>
                  </a:lnTo>
                  <a:lnTo>
                    <a:pt x="3127" y="1204"/>
                  </a:lnTo>
                  <a:lnTo>
                    <a:pt x="3733" y="3936"/>
                  </a:lnTo>
                  <a:lnTo>
                    <a:pt x="5332" y="933"/>
                  </a:lnTo>
                  <a:lnTo>
                    <a:pt x="6425" y="635"/>
                  </a:lnTo>
                  <a:lnTo>
                    <a:pt x="9234" y="5585"/>
                  </a:lnTo>
                  <a:lnTo>
                    <a:pt x="8367" y="7507"/>
                  </a:lnTo>
                  <a:lnTo>
                    <a:pt x="9698" y="7492"/>
                  </a:lnTo>
                  <a:lnTo>
                    <a:pt x="14615" y="6627"/>
                  </a:lnTo>
                  <a:lnTo>
                    <a:pt x="17277" y="4989"/>
                  </a:lnTo>
                  <a:lnTo>
                    <a:pt x="17935" y="4292"/>
                  </a:lnTo>
                  <a:lnTo>
                    <a:pt x="17617" y="2862"/>
                  </a:lnTo>
                  <a:lnTo>
                    <a:pt x="16222" y="1359"/>
                  </a:lnTo>
                  <a:lnTo>
                    <a:pt x="17155" y="10"/>
                  </a:lnTo>
                  <a:lnTo>
                    <a:pt x="1806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3" name="ph8323"/>
            <p:cNvSpPr/>
            <p:nvPr/>
          </p:nvSpPr>
          <p:spPr>
            <a:xfrm>
              <a:off x="11134533" y="2866684"/>
              <a:ext cx="11390" cy="18123"/>
            </a:xfrm>
            <a:custGeom>
              <a:avLst/>
              <a:pathLst>
                <a:path w="11390" h="18123">
                  <a:moveTo>
                    <a:pt x="9125" y="917"/>
                  </a:moveTo>
                  <a:lnTo>
                    <a:pt x="9968" y="1800"/>
                  </a:lnTo>
                  <a:lnTo>
                    <a:pt x="10716" y="4737"/>
                  </a:lnTo>
                  <a:lnTo>
                    <a:pt x="9772" y="7998"/>
                  </a:lnTo>
                  <a:lnTo>
                    <a:pt x="11087" y="13849"/>
                  </a:lnTo>
                  <a:lnTo>
                    <a:pt x="11390" y="17433"/>
                  </a:lnTo>
                  <a:lnTo>
                    <a:pt x="10904" y="18123"/>
                  </a:lnTo>
                  <a:lnTo>
                    <a:pt x="8118" y="17750"/>
                  </a:lnTo>
                  <a:lnTo>
                    <a:pt x="5802" y="12768"/>
                  </a:lnTo>
                  <a:lnTo>
                    <a:pt x="5374" y="11355"/>
                  </a:lnTo>
                  <a:lnTo>
                    <a:pt x="934" y="6267"/>
                  </a:lnTo>
                  <a:lnTo>
                    <a:pt x="812" y="37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4" name="ph8324"/>
            <p:cNvSpPr/>
            <p:nvPr/>
          </p:nvSpPr>
          <p:spPr>
            <a:xfrm>
              <a:off x="11106658" y="3032067"/>
              <a:ext cx="30373" cy="31397"/>
            </a:xfrm>
            <a:custGeom>
              <a:avLst/>
              <a:pathLst>
                <a:path w="30373" h="31397">
                  <a:moveTo>
                    <a:pt x="17837" y="256"/>
                  </a:moveTo>
                  <a:lnTo>
                    <a:pt x="24183" y="1851"/>
                  </a:lnTo>
                  <a:lnTo>
                    <a:pt x="26486" y="6314"/>
                  </a:lnTo>
                  <a:lnTo>
                    <a:pt x="28110" y="5561"/>
                  </a:lnTo>
                  <a:lnTo>
                    <a:pt x="30373" y="7461"/>
                  </a:lnTo>
                  <a:lnTo>
                    <a:pt x="28336" y="11856"/>
                  </a:lnTo>
                  <a:lnTo>
                    <a:pt x="25665" y="16482"/>
                  </a:lnTo>
                  <a:lnTo>
                    <a:pt x="21128" y="19442"/>
                  </a:lnTo>
                  <a:lnTo>
                    <a:pt x="17795" y="21063"/>
                  </a:lnTo>
                  <a:lnTo>
                    <a:pt x="16345" y="19923"/>
                  </a:lnTo>
                  <a:lnTo>
                    <a:pt x="13768" y="20521"/>
                  </a:lnTo>
                  <a:lnTo>
                    <a:pt x="13049" y="27160"/>
                  </a:lnTo>
                  <a:lnTo>
                    <a:pt x="13995" y="31291"/>
                  </a:lnTo>
                  <a:lnTo>
                    <a:pt x="12820" y="31397"/>
                  </a:lnTo>
                  <a:lnTo>
                    <a:pt x="11846" y="29787"/>
                  </a:lnTo>
                  <a:lnTo>
                    <a:pt x="12763" y="27024"/>
                  </a:lnTo>
                  <a:lnTo>
                    <a:pt x="12418" y="25671"/>
                  </a:lnTo>
                  <a:lnTo>
                    <a:pt x="6351" y="23949"/>
                  </a:lnTo>
                  <a:lnTo>
                    <a:pt x="0" y="19734"/>
                  </a:lnTo>
                  <a:lnTo>
                    <a:pt x="2239" y="12645"/>
                  </a:lnTo>
                  <a:lnTo>
                    <a:pt x="3716" y="13024"/>
                  </a:lnTo>
                  <a:lnTo>
                    <a:pt x="4262" y="11593"/>
                  </a:lnTo>
                  <a:lnTo>
                    <a:pt x="5138" y="6129"/>
                  </a:lnTo>
                  <a:lnTo>
                    <a:pt x="9129" y="7302"/>
                  </a:lnTo>
                  <a:lnTo>
                    <a:pt x="15287" y="2877"/>
                  </a:lnTo>
                  <a:lnTo>
                    <a:pt x="1681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5" name="ph8325"/>
            <p:cNvSpPr/>
            <p:nvPr/>
          </p:nvSpPr>
          <p:spPr>
            <a:xfrm>
              <a:off x="11136545" y="2884434"/>
              <a:ext cx="10120" cy="16441"/>
            </a:xfrm>
            <a:custGeom>
              <a:avLst/>
              <a:pathLst>
                <a:path w="10120" h="16441">
                  <a:moveTo>
                    <a:pt x="8892" y="373"/>
                  </a:moveTo>
                  <a:lnTo>
                    <a:pt x="10120" y="2976"/>
                  </a:lnTo>
                  <a:lnTo>
                    <a:pt x="9979" y="10363"/>
                  </a:lnTo>
                  <a:lnTo>
                    <a:pt x="6804" y="12174"/>
                  </a:lnTo>
                  <a:lnTo>
                    <a:pt x="5686" y="14020"/>
                  </a:lnTo>
                  <a:lnTo>
                    <a:pt x="6278" y="14979"/>
                  </a:lnTo>
                  <a:lnTo>
                    <a:pt x="3984" y="16319"/>
                  </a:lnTo>
                  <a:lnTo>
                    <a:pt x="1322" y="16441"/>
                  </a:lnTo>
                  <a:lnTo>
                    <a:pt x="0" y="14763"/>
                  </a:lnTo>
                  <a:lnTo>
                    <a:pt x="449" y="12196"/>
                  </a:lnTo>
                  <a:lnTo>
                    <a:pt x="1717" y="9381"/>
                  </a:lnTo>
                  <a:lnTo>
                    <a:pt x="4847" y="7043"/>
                  </a:lnTo>
                  <a:lnTo>
                    <a:pt x="5265" y="6006"/>
                  </a:lnTo>
                  <a:lnTo>
                    <a:pt x="610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6" name="ph8326"/>
            <p:cNvSpPr/>
            <p:nvPr/>
          </p:nvSpPr>
          <p:spPr>
            <a:xfrm>
              <a:off x="11101721" y="2885709"/>
              <a:ext cx="11509" cy="12595"/>
            </a:xfrm>
            <a:custGeom>
              <a:avLst/>
              <a:pathLst>
                <a:path w="11509" h="12595">
                  <a:moveTo>
                    <a:pt x="11509" y="246"/>
                  </a:moveTo>
                  <a:lnTo>
                    <a:pt x="6018" y="12595"/>
                  </a:lnTo>
                  <a:lnTo>
                    <a:pt x="3650" y="12561"/>
                  </a:lnTo>
                  <a:lnTo>
                    <a:pt x="1460" y="11982"/>
                  </a:lnTo>
                  <a:lnTo>
                    <a:pt x="0" y="6232"/>
                  </a:lnTo>
                  <a:lnTo>
                    <a:pt x="1831" y="6991"/>
                  </a:lnTo>
                  <a:lnTo>
                    <a:pt x="3115" y="6438"/>
                  </a:lnTo>
                  <a:lnTo>
                    <a:pt x="586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7" name="ph8327"/>
            <p:cNvSpPr/>
            <p:nvPr/>
          </p:nvSpPr>
          <p:spPr>
            <a:xfrm>
              <a:off x="11089428" y="3023668"/>
              <a:ext cx="10649" cy="14059"/>
            </a:xfrm>
            <a:custGeom>
              <a:avLst/>
              <a:pathLst>
                <a:path w="10649" h="14059">
                  <a:moveTo>
                    <a:pt x="2621" y="0"/>
                  </a:moveTo>
                  <a:lnTo>
                    <a:pt x="2946" y="1069"/>
                  </a:lnTo>
                  <a:lnTo>
                    <a:pt x="2909" y="2614"/>
                  </a:lnTo>
                  <a:lnTo>
                    <a:pt x="1863" y="4294"/>
                  </a:lnTo>
                  <a:lnTo>
                    <a:pt x="2334" y="5592"/>
                  </a:lnTo>
                  <a:lnTo>
                    <a:pt x="5663" y="6981"/>
                  </a:lnTo>
                  <a:lnTo>
                    <a:pt x="8763" y="7039"/>
                  </a:lnTo>
                  <a:lnTo>
                    <a:pt x="9594" y="7710"/>
                  </a:lnTo>
                  <a:lnTo>
                    <a:pt x="10649" y="10723"/>
                  </a:lnTo>
                  <a:lnTo>
                    <a:pt x="10279" y="13146"/>
                  </a:lnTo>
                  <a:lnTo>
                    <a:pt x="8120" y="14059"/>
                  </a:lnTo>
                  <a:lnTo>
                    <a:pt x="6301" y="11644"/>
                  </a:lnTo>
                  <a:lnTo>
                    <a:pt x="4618" y="12686"/>
                  </a:lnTo>
                  <a:lnTo>
                    <a:pt x="2469" y="12268"/>
                  </a:lnTo>
                  <a:lnTo>
                    <a:pt x="1472" y="11533"/>
                  </a:lnTo>
                  <a:lnTo>
                    <a:pt x="1438" y="9583"/>
                  </a:lnTo>
                  <a:lnTo>
                    <a:pt x="0" y="9628"/>
                  </a:lnTo>
                  <a:lnTo>
                    <a:pt x="1558" y="8118"/>
                  </a:lnTo>
                  <a:lnTo>
                    <a:pt x="1804" y="4994"/>
                  </a:lnTo>
                  <a:lnTo>
                    <a:pt x="1105" y="78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8" name="ph8328"/>
            <p:cNvSpPr/>
            <p:nvPr/>
          </p:nvSpPr>
          <p:spPr>
            <a:xfrm>
              <a:off x="11062272" y="2833031"/>
              <a:ext cx="10450" cy="10636"/>
            </a:xfrm>
            <a:custGeom>
              <a:avLst/>
              <a:pathLst>
                <a:path w="10450" h="10636">
                  <a:moveTo>
                    <a:pt x="7762" y="1189"/>
                  </a:moveTo>
                  <a:lnTo>
                    <a:pt x="10450" y="6547"/>
                  </a:lnTo>
                  <a:lnTo>
                    <a:pt x="8237" y="9283"/>
                  </a:lnTo>
                  <a:lnTo>
                    <a:pt x="4347" y="10636"/>
                  </a:lnTo>
                  <a:lnTo>
                    <a:pt x="1622" y="9890"/>
                  </a:lnTo>
                  <a:lnTo>
                    <a:pt x="2086" y="8471"/>
                  </a:lnTo>
                  <a:lnTo>
                    <a:pt x="0" y="8097"/>
                  </a:lnTo>
                  <a:lnTo>
                    <a:pt x="641" y="7579"/>
                  </a:lnTo>
                  <a:lnTo>
                    <a:pt x="2447" y="5568"/>
                  </a:lnTo>
                  <a:lnTo>
                    <a:pt x="3124" y="2317"/>
                  </a:lnTo>
                  <a:lnTo>
                    <a:pt x="810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9" name="ph8329"/>
            <p:cNvSpPr/>
            <p:nvPr/>
          </p:nvSpPr>
          <p:spPr>
            <a:xfrm>
              <a:off x="10997557" y="3004545"/>
              <a:ext cx="19593" cy="23387"/>
            </a:xfrm>
            <a:custGeom>
              <a:avLst/>
              <a:pathLst>
                <a:path w="19593" h="23387">
                  <a:moveTo>
                    <a:pt x="15284" y="42"/>
                  </a:moveTo>
                  <a:lnTo>
                    <a:pt x="15649" y="2457"/>
                  </a:lnTo>
                  <a:lnTo>
                    <a:pt x="14021" y="5048"/>
                  </a:lnTo>
                  <a:lnTo>
                    <a:pt x="19593" y="15880"/>
                  </a:lnTo>
                  <a:lnTo>
                    <a:pt x="18689" y="15891"/>
                  </a:lnTo>
                  <a:lnTo>
                    <a:pt x="17755" y="17239"/>
                  </a:lnTo>
                  <a:lnTo>
                    <a:pt x="19150" y="18743"/>
                  </a:lnTo>
                  <a:lnTo>
                    <a:pt x="19469" y="20172"/>
                  </a:lnTo>
                  <a:lnTo>
                    <a:pt x="18810" y="20869"/>
                  </a:lnTo>
                  <a:lnTo>
                    <a:pt x="16148" y="22507"/>
                  </a:lnTo>
                  <a:lnTo>
                    <a:pt x="11231" y="23372"/>
                  </a:lnTo>
                  <a:lnTo>
                    <a:pt x="9901" y="23387"/>
                  </a:lnTo>
                  <a:lnTo>
                    <a:pt x="10768" y="21466"/>
                  </a:lnTo>
                  <a:lnTo>
                    <a:pt x="7959" y="16516"/>
                  </a:lnTo>
                  <a:lnTo>
                    <a:pt x="6865" y="16813"/>
                  </a:lnTo>
                  <a:lnTo>
                    <a:pt x="5266" y="19816"/>
                  </a:lnTo>
                  <a:lnTo>
                    <a:pt x="4660" y="17085"/>
                  </a:lnTo>
                  <a:lnTo>
                    <a:pt x="5739" y="15012"/>
                  </a:lnTo>
                  <a:lnTo>
                    <a:pt x="4484" y="13579"/>
                  </a:lnTo>
                  <a:lnTo>
                    <a:pt x="1419" y="15515"/>
                  </a:lnTo>
                  <a:lnTo>
                    <a:pt x="1300" y="17665"/>
                  </a:lnTo>
                  <a:lnTo>
                    <a:pt x="0" y="18714"/>
                  </a:lnTo>
                  <a:lnTo>
                    <a:pt x="875" y="14433"/>
                  </a:lnTo>
                  <a:lnTo>
                    <a:pt x="8720" y="830"/>
                  </a:lnTo>
                  <a:lnTo>
                    <a:pt x="931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0" name="ph8330"/>
            <p:cNvSpPr/>
            <p:nvPr/>
          </p:nvSpPr>
          <p:spPr>
            <a:xfrm>
              <a:off x="11092049" y="3015819"/>
              <a:ext cx="12590" cy="20995"/>
            </a:xfrm>
            <a:custGeom>
              <a:avLst/>
              <a:pathLst>
                <a:path w="12590" h="20995">
                  <a:moveTo>
                    <a:pt x="10422" y="1291"/>
                  </a:moveTo>
                  <a:lnTo>
                    <a:pt x="8759" y="6613"/>
                  </a:lnTo>
                  <a:lnTo>
                    <a:pt x="9031" y="9373"/>
                  </a:lnTo>
                  <a:lnTo>
                    <a:pt x="12590" y="11879"/>
                  </a:lnTo>
                  <a:lnTo>
                    <a:pt x="11268" y="14802"/>
                  </a:lnTo>
                  <a:lnTo>
                    <a:pt x="9559" y="19709"/>
                  </a:lnTo>
                  <a:lnTo>
                    <a:pt x="7658" y="20995"/>
                  </a:lnTo>
                  <a:lnTo>
                    <a:pt x="8027" y="18572"/>
                  </a:lnTo>
                  <a:lnTo>
                    <a:pt x="6973" y="15559"/>
                  </a:lnTo>
                  <a:lnTo>
                    <a:pt x="6141" y="14888"/>
                  </a:lnTo>
                  <a:lnTo>
                    <a:pt x="3042" y="14830"/>
                  </a:lnTo>
                  <a:lnTo>
                    <a:pt x="4084" y="11433"/>
                  </a:lnTo>
                  <a:lnTo>
                    <a:pt x="324" y="8918"/>
                  </a:lnTo>
                  <a:lnTo>
                    <a:pt x="0" y="7848"/>
                  </a:lnTo>
                  <a:lnTo>
                    <a:pt x="2527" y="4759"/>
                  </a:lnTo>
                  <a:lnTo>
                    <a:pt x="4427" y="833"/>
                  </a:lnTo>
                  <a:lnTo>
                    <a:pt x="5698" y="1709"/>
                  </a:lnTo>
                  <a:lnTo>
                    <a:pt x="624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1" name="ph8331"/>
            <p:cNvSpPr/>
            <p:nvPr/>
          </p:nvSpPr>
          <p:spPr>
            <a:xfrm>
              <a:off x="11090578" y="3078570"/>
              <a:ext cx="14786" cy="23496"/>
            </a:xfrm>
            <a:custGeom>
              <a:avLst/>
              <a:pathLst>
                <a:path w="14786" h="23496">
                  <a:moveTo>
                    <a:pt x="9902" y="275"/>
                  </a:moveTo>
                  <a:lnTo>
                    <a:pt x="10917" y="3535"/>
                  </a:lnTo>
                  <a:lnTo>
                    <a:pt x="14786" y="7738"/>
                  </a:lnTo>
                  <a:lnTo>
                    <a:pt x="14541" y="11174"/>
                  </a:lnTo>
                  <a:lnTo>
                    <a:pt x="12946" y="11591"/>
                  </a:lnTo>
                  <a:lnTo>
                    <a:pt x="10951" y="14171"/>
                  </a:lnTo>
                  <a:lnTo>
                    <a:pt x="6204" y="22635"/>
                  </a:lnTo>
                  <a:lnTo>
                    <a:pt x="7281" y="23054"/>
                  </a:lnTo>
                  <a:lnTo>
                    <a:pt x="5498" y="23496"/>
                  </a:lnTo>
                  <a:lnTo>
                    <a:pt x="4086" y="22201"/>
                  </a:lnTo>
                  <a:lnTo>
                    <a:pt x="5250" y="20077"/>
                  </a:lnTo>
                  <a:lnTo>
                    <a:pt x="1608" y="12717"/>
                  </a:lnTo>
                  <a:lnTo>
                    <a:pt x="0" y="11669"/>
                  </a:lnTo>
                  <a:lnTo>
                    <a:pt x="1607" y="9483"/>
                  </a:lnTo>
                  <a:lnTo>
                    <a:pt x="463" y="8465"/>
                  </a:lnTo>
                  <a:lnTo>
                    <a:pt x="295" y="5179"/>
                  </a:lnTo>
                  <a:lnTo>
                    <a:pt x="5756" y="3457"/>
                  </a:lnTo>
                  <a:lnTo>
                    <a:pt x="918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2" name="ph8332"/>
            <p:cNvSpPr/>
            <p:nvPr/>
          </p:nvSpPr>
          <p:spPr>
            <a:xfrm>
              <a:off x="11094015" y="2813900"/>
              <a:ext cx="30446" cy="22643"/>
            </a:xfrm>
            <a:custGeom>
              <a:avLst/>
              <a:pathLst>
                <a:path w="30446" h="22643">
                  <a:moveTo>
                    <a:pt x="8492" y="2616"/>
                  </a:moveTo>
                  <a:lnTo>
                    <a:pt x="12275" y="3138"/>
                  </a:lnTo>
                  <a:lnTo>
                    <a:pt x="17111" y="6457"/>
                  </a:lnTo>
                  <a:lnTo>
                    <a:pt x="18508" y="4178"/>
                  </a:lnTo>
                  <a:lnTo>
                    <a:pt x="22520" y="4056"/>
                  </a:lnTo>
                  <a:lnTo>
                    <a:pt x="24802" y="4909"/>
                  </a:lnTo>
                  <a:lnTo>
                    <a:pt x="30446" y="12787"/>
                  </a:lnTo>
                  <a:lnTo>
                    <a:pt x="26599" y="12622"/>
                  </a:lnTo>
                  <a:lnTo>
                    <a:pt x="25521" y="14845"/>
                  </a:lnTo>
                  <a:lnTo>
                    <a:pt x="20152" y="19789"/>
                  </a:lnTo>
                  <a:lnTo>
                    <a:pt x="18990" y="22643"/>
                  </a:lnTo>
                  <a:lnTo>
                    <a:pt x="13171" y="19982"/>
                  </a:lnTo>
                  <a:lnTo>
                    <a:pt x="11953" y="17548"/>
                  </a:lnTo>
                  <a:lnTo>
                    <a:pt x="9928" y="17017"/>
                  </a:lnTo>
                  <a:lnTo>
                    <a:pt x="9061" y="17774"/>
                  </a:lnTo>
                  <a:lnTo>
                    <a:pt x="5429" y="14467"/>
                  </a:lnTo>
                  <a:lnTo>
                    <a:pt x="2383" y="16213"/>
                  </a:lnTo>
                  <a:lnTo>
                    <a:pt x="1388" y="15774"/>
                  </a:lnTo>
                  <a:lnTo>
                    <a:pt x="0" y="13348"/>
                  </a:lnTo>
                  <a:lnTo>
                    <a:pt x="3124" y="2278"/>
                  </a:lnTo>
                  <a:lnTo>
                    <a:pt x="758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3" name="ph8333"/>
            <p:cNvSpPr/>
            <p:nvPr/>
          </p:nvSpPr>
          <p:spPr>
            <a:xfrm>
              <a:off x="11086433" y="2863087"/>
              <a:ext cx="11792" cy="12164"/>
            </a:xfrm>
            <a:custGeom>
              <a:avLst/>
              <a:pathLst>
                <a:path w="11792" h="12164">
                  <a:moveTo>
                    <a:pt x="8354" y="0"/>
                  </a:moveTo>
                  <a:lnTo>
                    <a:pt x="9257" y="2679"/>
                  </a:lnTo>
                  <a:lnTo>
                    <a:pt x="11792" y="5248"/>
                  </a:lnTo>
                  <a:lnTo>
                    <a:pt x="6050" y="10464"/>
                  </a:lnTo>
                  <a:lnTo>
                    <a:pt x="6013" y="11856"/>
                  </a:lnTo>
                  <a:lnTo>
                    <a:pt x="1502" y="12164"/>
                  </a:lnTo>
                  <a:lnTo>
                    <a:pt x="0" y="10063"/>
                  </a:lnTo>
                  <a:lnTo>
                    <a:pt x="515" y="8181"/>
                  </a:lnTo>
                  <a:lnTo>
                    <a:pt x="6461" y="3332"/>
                  </a:lnTo>
                  <a:lnTo>
                    <a:pt x="6995" y="1926"/>
                  </a:lnTo>
                  <a:lnTo>
                    <a:pt x="6610" y="96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4" name="ph8334"/>
            <p:cNvSpPr/>
            <p:nvPr/>
          </p:nvSpPr>
          <p:spPr>
            <a:xfrm>
              <a:off x="11013081" y="3037119"/>
              <a:ext cx="11834" cy="12699"/>
            </a:xfrm>
            <a:custGeom>
              <a:avLst/>
              <a:pathLst>
                <a:path w="11834" h="12699">
                  <a:moveTo>
                    <a:pt x="3572" y="0"/>
                  </a:moveTo>
                  <a:lnTo>
                    <a:pt x="4665" y="724"/>
                  </a:lnTo>
                  <a:lnTo>
                    <a:pt x="7774" y="3973"/>
                  </a:lnTo>
                  <a:lnTo>
                    <a:pt x="9512" y="2277"/>
                  </a:lnTo>
                  <a:lnTo>
                    <a:pt x="8795" y="5055"/>
                  </a:lnTo>
                  <a:lnTo>
                    <a:pt x="11005" y="7030"/>
                  </a:lnTo>
                  <a:lnTo>
                    <a:pt x="11834" y="9127"/>
                  </a:lnTo>
                  <a:lnTo>
                    <a:pt x="7846" y="11931"/>
                  </a:lnTo>
                  <a:lnTo>
                    <a:pt x="3151" y="12699"/>
                  </a:lnTo>
                  <a:lnTo>
                    <a:pt x="1774" y="12258"/>
                  </a:lnTo>
                  <a:lnTo>
                    <a:pt x="0" y="8176"/>
                  </a:lnTo>
                  <a:lnTo>
                    <a:pt x="121" y="1884"/>
                  </a:lnTo>
                  <a:lnTo>
                    <a:pt x="1986" y="8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5" name="ph8335"/>
            <p:cNvSpPr/>
            <p:nvPr/>
          </p:nvSpPr>
          <p:spPr>
            <a:xfrm>
              <a:off x="11091531" y="3060162"/>
              <a:ext cx="15052" cy="12428"/>
            </a:xfrm>
            <a:custGeom>
              <a:avLst/>
              <a:pathLst>
                <a:path w="15052" h="12428">
                  <a:moveTo>
                    <a:pt x="9535" y="1092"/>
                  </a:moveTo>
                  <a:lnTo>
                    <a:pt x="13653" y="442"/>
                  </a:lnTo>
                  <a:lnTo>
                    <a:pt x="15052" y="6402"/>
                  </a:lnTo>
                  <a:lnTo>
                    <a:pt x="14514" y="6846"/>
                  </a:lnTo>
                  <a:lnTo>
                    <a:pt x="11671" y="9699"/>
                  </a:lnTo>
                  <a:lnTo>
                    <a:pt x="7240" y="11271"/>
                  </a:lnTo>
                  <a:lnTo>
                    <a:pt x="4727" y="11296"/>
                  </a:lnTo>
                  <a:lnTo>
                    <a:pt x="3396" y="12428"/>
                  </a:lnTo>
                  <a:lnTo>
                    <a:pt x="0" y="9713"/>
                  </a:lnTo>
                  <a:lnTo>
                    <a:pt x="2036" y="2265"/>
                  </a:lnTo>
                  <a:lnTo>
                    <a:pt x="5632" y="698"/>
                  </a:lnTo>
                  <a:lnTo>
                    <a:pt x="887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6" name="ph8336"/>
            <p:cNvSpPr/>
            <p:nvPr/>
          </p:nvSpPr>
          <p:spPr>
            <a:xfrm>
              <a:off x="11015631" y="3044457"/>
              <a:ext cx="31367" cy="42183"/>
            </a:xfrm>
            <a:custGeom>
              <a:avLst/>
              <a:pathLst>
                <a:path w="31367" h="42183">
                  <a:moveTo>
                    <a:pt x="12263" y="0"/>
                  </a:moveTo>
                  <a:lnTo>
                    <a:pt x="13672" y="552"/>
                  </a:lnTo>
                  <a:lnTo>
                    <a:pt x="15544" y="3472"/>
                  </a:lnTo>
                  <a:lnTo>
                    <a:pt x="16388" y="3512"/>
                  </a:lnTo>
                  <a:lnTo>
                    <a:pt x="17548" y="4999"/>
                  </a:lnTo>
                  <a:lnTo>
                    <a:pt x="17361" y="9117"/>
                  </a:lnTo>
                  <a:lnTo>
                    <a:pt x="20267" y="13919"/>
                  </a:lnTo>
                  <a:lnTo>
                    <a:pt x="21257" y="14087"/>
                  </a:lnTo>
                  <a:lnTo>
                    <a:pt x="22509" y="12872"/>
                  </a:lnTo>
                  <a:lnTo>
                    <a:pt x="23030" y="14158"/>
                  </a:lnTo>
                  <a:lnTo>
                    <a:pt x="20938" y="16420"/>
                  </a:lnTo>
                  <a:lnTo>
                    <a:pt x="27133" y="17579"/>
                  </a:lnTo>
                  <a:lnTo>
                    <a:pt x="31367" y="21970"/>
                  </a:lnTo>
                  <a:lnTo>
                    <a:pt x="30511" y="23100"/>
                  </a:lnTo>
                  <a:lnTo>
                    <a:pt x="21737" y="26423"/>
                  </a:lnTo>
                  <a:lnTo>
                    <a:pt x="20088" y="30348"/>
                  </a:lnTo>
                  <a:lnTo>
                    <a:pt x="14804" y="36793"/>
                  </a:lnTo>
                  <a:lnTo>
                    <a:pt x="14360" y="39193"/>
                  </a:lnTo>
                  <a:lnTo>
                    <a:pt x="15356" y="41734"/>
                  </a:lnTo>
                  <a:lnTo>
                    <a:pt x="14049" y="42183"/>
                  </a:lnTo>
                  <a:lnTo>
                    <a:pt x="10222" y="41226"/>
                  </a:lnTo>
                  <a:lnTo>
                    <a:pt x="5149" y="36194"/>
                  </a:lnTo>
                  <a:lnTo>
                    <a:pt x="6922" y="33822"/>
                  </a:lnTo>
                  <a:lnTo>
                    <a:pt x="5112" y="33293"/>
                  </a:lnTo>
                  <a:lnTo>
                    <a:pt x="1564" y="34175"/>
                  </a:lnTo>
                  <a:lnTo>
                    <a:pt x="0" y="31621"/>
                  </a:lnTo>
                  <a:lnTo>
                    <a:pt x="2000" y="31768"/>
                  </a:lnTo>
                  <a:lnTo>
                    <a:pt x="3306" y="30613"/>
                  </a:lnTo>
                  <a:lnTo>
                    <a:pt x="4656" y="27697"/>
                  </a:lnTo>
                  <a:lnTo>
                    <a:pt x="2752" y="20704"/>
                  </a:lnTo>
                  <a:lnTo>
                    <a:pt x="1601" y="18996"/>
                  </a:lnTo>
                  <a:lnTo>
                    <a:pt x="5085" y="17286"/>
                  </a:lnTo>
                  <a:lnTo>
                    <a:pt x="4828" y="15731"/>
                  </a:lnTo>
                  <a:lnTo>
                    <a:pt x="2849" y="15059"/>
                  </a:lnTo>
                  <a:lnTo>
                    <a:pt x="1047" y="15698"/>
                  </a:lnTo>
                  <a:lnTo>
                    <a:pt x="296" y="14745"/>
                  </a:lnTo>
                  <a:lnTo>
                    <a:pt x="188" y="13268"/>
                  </a:lnTo>
                  <a:lnTo>
                    <a:pt x="592" y="12643"/>
                  </a:lnTo>
                  <a:lnTo>
                    <a:pt x="4261" y="13155"/>
                  </a:lnTo>
                  <a:lnTo>
                    <a:pt x="6202" y="12301"/>
                  </a:lnTo>
                  <a:lnTo>
                    <a:pt x="6591" y="11729"/>
                  </a:lnTo>
                  <a:lnTo>
                    <a:pt x="5861" y="11075"/>
                  </a:lnTo>
                  <a:lnTo>
                    <a:pt x="10224" y="1845"/>
                  </a:lnTo>
                  <a:lnTo>
                    <a:pt x="10117" y="1179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7" name="ph8337"/>
            <p:cNvSpPr/>
            <p:nvPr/>
          </p:nvSpPr>
          <p:spPr>
            <a:xfrm>
              <a:off x="11087086" y="2970650"/>
              <a:ext cx="18988" cy="21753"/>
            </a:xfrm>
            <a:custGeom>
              <a:avLst/>
              <a:pathLst>
                <a:path w="18988" h="21753">
                  <a:moveTo>
                    <a:pt x="8279" y="0"/>
                  </a:moveTo>
                  <a:lnTo>
                    <a:pt x="9631" y="1662"/>
                  </a:lnTo>
                  <a:lnTo>
                    <a:pt x="9195" y="3287"/>
                  </a:lnTo>
                  <a:lnTo>
                    <a:pt x="11688" y="3192"/>
                  </a:lnTo>
                  <a:lnTo>
                    <a:pt x="13923" y="6633"/>
                  </a:lnTo>
                  <a:lnTo>
                    <a:pt x="11219" y="7600"/>
                  </a:lnTo>
                  <a:lnTo>
                    <a:pt x="13056" y="7225"/>
                  </a:lnTo>
                  <a:lnTo>
                    <a:pt x="18988" y="11815"/>
                  </a:lnTo>
                  <a:lnTo>
                    <a:pt x="16638" y="15895"/>
                  </a:lnTo>
                  <a:lnTo>
                    <a:pt x="12599" y="17275"/>
                  </a:lnTo>
                  <a:lnTo>
                    <a:pt x="12629" y="20685"/>
                  </a:lnTo>
                  <a:lnTo>
                    <a:pt x="11045" y="21753"/>
                  </a:lnTo>
                  <a:lnTo>
                    <a:pt x="9129" y="19666"/>
                  </a:lnTo>
                  <a:lnTo>
                    <a:pt x="4962" y="18096"/>
                  </a:lnTo>
                  <a:lnTo>
                    <a:pt x="0" y="13817"/>
                  </a:lnTo>
                  <a:lnTo>
                    <a:pt x="2122" y="10874"/>
                  </a:lnTo>
                  <a:lnTo>
                    <a:pt x="7080" y="7702"/>
                  </a:lnTo>
                  <a:lnTo>
                    <a:pt x="5373" y="4054"/>
                  </a:lnTo>
                  <a:lnTo>
                    <a:pt x="4734" y="209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8" name="ph8338"/>
            <p:cNvSpPr/>
            <p:nvPr/>
          </p:nvSpPr>
          <p:spPr>
            <a:xfrm>
              <a:off x="11009852" y="2975578"/>
              <a:ext cx="14346" cy="6643"/>
            </a:xfrm>
            <a:custGeom>
              <a:avLst/>
              <a:pathLst>
                <a:path w="14346" h="6643">
                  <a:moveTo>
                    <a:pt x="13203" y="2816"/>
                  </a:moveTo>
                  <a:lnTo>
                    <a:pt x="11428" y="4932"/>
                  </a:lnTo>
                  <a:lnTo>
                    <a:pt x="8815" y="6205"/>
                  </a:lnTo>
                  <a:lnTo>
                    <a:pt x="1852" y="6643"/>
                  </a:lnTo>
                  <a:lnTo>
                    <a:pt x="0" y="6223"/>
                  </a:lnTo>
                  <a:lnTo>
                    <a:pt x="1205" y="5021"/>
                  </a:lnTo>
                  <a:lnTo>
                    <a:pt x="8094" y="1564"/>
                  </a:lnTo>
                  <a:lnTo>
                    <a:pt x="1434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9" name="ph8339"/>
            <p:cNvSpPr/>
            <p:nvPr/>
          </p:nvSpPr>
          <p:spPr>
            <a:xfrm>
              <a:off x="11092447" y="2867671"/>
              <a:ext cx="10746" cy="8265"/>
            </a:xfrm>
            <a:custGeom>
              <a:avLst/>
              <a:pathLst>
                <a:path w="10746" h="8265">
                  <a:moveTo>
                    <a:pt x="10746" y="453"/>
                  </a:moveTo>
                  <a:lnTo>
                    <a:pt x="8223" y="3283"/>
                  </a:lnTo>
                  <a:lnTo>
                    <a:pt x="9730" y="6000"/>
                  </a:lnTo>
                  <a:lnTo>
                    <a:pt x="7522" y="8265"/>
                  </a:lnTo>
                  <a:lnTo>
                    <a:pt x="1621" y="7778"/>
                  </a:lnTo>
                  <a:lnTo>
                    <a:pt x="0" y="7271"/>
                  </a:lnTo>
                  <a:lnTo>
                    <a:pt x="37" y="5879"/>
                  </a:lnTo>
                  <a:lnTo>
                    <a:pt x="5778" y="663"/>
                  </a:lnTo>
                  <a:lnTo>
                    <a:pt x="668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0" name="ph8340"/>
            <p:cNvSpPr/>
            <p:nvPr/>
          </p:nvSpPr>
          <p:spPr>
            <a:xfrm>
              <a:off x="11126523" y="2985749"/>
              <a:ext cx="12309" cy="10902"/>
            </a:xfrm>
            <a:custGeom>
              <a:avLst/>
              <a:pathLst>
                <a:path w="12309" h="10902">
                  <a:moveTo>
                    <a:pt x="9915" y="5934"/>
                  </a:moveTo>
                  <a:lnTo>
                    <a:pt x="12309" y="8023"/>
                  </a:lnTo>
                  <a:lnTo>
                    <a:pt x="10338" y="10690"/>
                  </a:lnTo>
                  <a:lnTo>
                    <a:pt x="9054" y="10902"/>
                  </a:lnTo>
                  <a:lnTo>
                    <a:pt x="7362" y="9968"/>
                  </a:lnTo>
                  <a:lnTo>
                    <a:pt x="3351" y="7749"/>
                  </a:lnTo>
                  <a:lnTo>
                    <a:pt x="3495" y="6276"/>
                  </a:lnTo>
                  <a:lnTo>
                    <a:pt x="0" y="4976"/>
                  </a:lnTo>
                  <a:lnTo>
                    <a:pt x="166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1" name="ph8341"/>
            <p:cNvSpPr/>
            <p:nvPr/>
          </p:nvSpPr>
          <p:spPr>
            <a:xfrm>
              <a:off x="11155261" y="3074131"/>
              <a:ext cx="9335" cy="10810"/>
            </a:xfrm>
            <a:custGeom>
              <a:avLst/>
              <a:pathLst>
                <a:path w="9335" h="10810">
                  <a:moveTo>
                    <a:pt x="1575" y="1287"/>
                  </a:moveTo>
                  <a:lnTo>
                    <a:pt x="4653" y="633"/>
                  </a:lnTo>
                  <a:lnTo>
                    <a:pt x="4560" y="2734"/>
                  </a:lnTo>
                  <a:lnTo>
                    <a:pt x="8333" y="3210"/>
                  </a:lnTo>
                  <a:lnTo>
                    <a:pt x="9335" y="5897"/>
                  </a:lnTo>
                  <a:lnTo>
                    <a:pt x="5290" y="10810"/>
                  </a:lnTo>
                  <a:lnTo>
                    <a:pt x="1924" y="9594"/>
                  </a:lnTo>
                  <a:lnTo>
                    <a:pt x="1497" y="5010"/>
                  </a:lnTo>
                  <a:lnTo>
                    <a:pt x="0" y="278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2" name="ph8342"/>
            <p:cNvSpPr/>
            <p:nvPr/>
          </p:nvSpPr>
          <p:spPr>
            <a:xfrm>
              <a:off x="11036570" y="3047120"/>
              <a:ext cx="20463" cy="20723"/>
            </a:xfrm>
            <a:custGeom>
              <a:avLst/>
              <a:pathLst>
                <a:path w="20463" h="20723">
                  <a:moveTo>
                    <a:pt x="10840" y="0"/>
                  </a:moveTo>
                  <a:lnTo>
                    <a:pt x="18220" y="5481"/>
                  </a:lnTo>
                  <a:lnTo>
                    <a:pt x="20463" y="7552"/>
                  </a:lnTo>
                  <a:lnTo>
                    <a:pt x="18822" y="11310"/>
                  </a:lnTo>
                  <a:lnTo>
                    <a:pt x="15055" y="16476"/>
                  </a:lnTo>
                  <a:lnTo>
                    <a:pt x="12385" y="18362"/>
                  </a:lnTo>
                  <a:lnTo>
                    <a:pt x="11087" y="20723"/>
                  </a:lnTo>
                  <a:lnTo>
                    <a:pt x="9572" y="20436"/>
                  </a:lnTo>
                  <a:lnTo>
                    <a:pt x="10429" y="19306"/>
                  </a:lnTo>
                  <a:lnTo>
                    <a:pt x="6195" y="14916"/>
                  </a:lnTo>
                  <a:lnTo>
                    <a:pt x="0" y="13757"/>
                  </a:lnTo>
                  <a:lnTo>
                    <a:pt x="2092" y="11494"/>
                  </a:lnTo>
                  <a:lnTo>
                    <a:pt x="1571" y="10209"/>
                  </a:lnTo>
                  <a:lnTo>
                    <a:pt x="4467" y="7095"/>
                  </a:lnTo>
                  <a:lnTo>
                    <a:pt x="5779" y="6618"/>
                  </a:lnTo>
                  <a:lnTo>
                    <a:pt x="6773" y="5236"/>
                  </a:lnTo>
                  <a:lnTo>
                    <a:pt x="7624" y="74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3" name="ph8343"/>
            <p:cNvSpPr/>
            <p:nvPr/>
          </p:nvSpPr>
          <p:spPr>
            <a:xfrm>
              <a:off x="11009713" y="3119712"/>
              <a:ext cx="16713" cy="9721"/>
            </a:xfrm>
            <a:custGeom>
              <a:avLst/>
              <a:pathLst>
                <a:path w="16713" h="9721">
                  <a:moveTo>
                    <a:pt x="12536" y="876"/>
                  </a:moveTo>
                  <a:lnTo>
                    <a:pt x="14300" y="696"/>
                  </a:lnTo>
                  <a:lnTo>
                    <a:pt x="15418" y="1787"/>
                  </a:lnTo>
                  <a:lnTo>
                    <a:pt x="16713" y="6036"/>
                  </a:lnTo>
                  <a:lnTo>
                    <a:pt x="16118" y="7440"/>
                  </a:lnTo>
                  <a:lnTo>
                    <a:pt x="11972" y="7142"/>
                  </a:lnTo>
                  <a:lnTo>
                    <a:pt x="4962" y="9721"/>
                  </a:lnTo>
                  <a:lnTo>
                    <a:pt x="5199" y="6767"/>
                  </a:lnTo>
                  <a:lnTo>
                    <a:pt x="2900" y="7057"/>
                  </a:lnTo>
                  <a:lnTo>
                    <a:pt x="1459" y="8417"/>
                  </a:lnTo>
                  <a:lnTo>
                    <a:pt x="0" y="4098"/>
                  </a:lnTo>
                  <a:lnTo>
                    <a:pt x="1903" y="3170"/>
                  </a:lnTo>
                  <a:lnTo>
                    <a:pt x="5332" y="4863"/>
                  </a:lnTo>
                  <a:lnTo>
                    <a:pt x="8123" y="3553"/>
                  </a:lnTo>
                  <a:lnTo>
                    <a:pt x="8159" y="666"/>
                  </a:lnTo>
                  <a:lnTo>
                    <a:pt x="108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4" name="ph8344"/>
            <p:cNvSpPr/>
            <p:nvPr/>
          </p:nvSpPr>
          <p:spPr>
            <a:xfrm>
              <a:off x="11104919" y="3067032"/>
              <a:ext cx="22394" cy="23854"/>
            </a:xfrm>
            <a:custGeom>
              <a:avLst/>
              <a:pathLst>
                <a:path w="22394" h="23854">
                  <a:moveTo>
                    <a:pt x="16241" y="1394"/>
                  </a:moveTo>
                  <a:lnTo>
                    <a:pt x="18546" y="129"/>
                  </a:lnTo>
                  <a:lnTo>
                    <a:pt x="21437" y="0"/>
                  </a:lnTo>
                  <a:lnTo>
                    <a:pt x="20565" y="2675"/>
                  </a:lnTo>
                  <a:lnTo>
                    <a:pt x="17598" y="5269"/>
                  </a:lnTo>
                  <a:lnTo>
                    <a:pt x="21564" y="13057"/>
                  </a:lnTo>
                  <a:lnTo>
                    <a:pt x="22394" y="16860"/>
                  </a:lnTo>
                  <a:lnTo>
                    <a:pt x="19007" y="18477"/>
                  </a:lnTo>
                  <a:lnTo>
                    <a:pt x="13740" y="19258"/>
                  </a:lnTo>
                  <a:lnTo>
                    <a:pt x="13824" y="21646"/>
                  </a:lnTo>
                  <a:lnTo>
                    <a:pt x="8443" y="22580"/>
                  </a:lnTo>
                  <a:lnTo>
                    <a:pt x="7290" y="23723"/>
                  </a:lnTo>
                  <a:lnTo>
                    <a:pt x="4047" y="23854"/>
                  </a:lnTo>
                  <a:lnTo>
                    <a:pt x="200" y="22712"/>
                  </a:lnTo>
                  <a:lnTo>
                    <a:pt x="445" y="19276"/>
                  </a:lnTo>
                  <a:lnTo>
                    <a:pt x="1029" y="13235"/>
                  </a:lnTo>
                  <a:lnTo>
                    <a:pt x="0" y="10001"/>
                  </a:lnTo>
                  <a:lnTo>
                    <a:pt x="4026" y="9400"/>
                  </a:lnTo>
                  <a:lnTo>
                    <a:pt x="4487" y="8084"/>
                  </a:lnTo>
                  <a:lnTo>
                    <a:pt x="3028" y="1705"/>
                  </a:lnTo>
                  <a:lnTo>
                    <a:pt x="4133" y="69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5" name="ph8345"/>
            <p:cNvSpPr/>
            <p:nvPr/>
          </p:nvSpPr>
          <p:spPr>
            <a:xfrm>
              <a:off x="11131883" y="2899413"/>
              <a:ext cx="14371" cy="27894"/>
            </a:xfrm>
            <a:custGeom>
              <a:avLst/>
              <a:pathLst>
                <a:path w="14371" h="27894">
                  <a:moveTo>
                    <a:pt x="10193" y="2241"/>
                  </a:moveTo>
                  <a:lnTo>
                    <a:pt x="11604" y="2120"/>
                  </a:lnTo>
                  <a:lnTo>
                    <a:pt x="14371" y="3557"/>
                  </a:lnTo>
                  <a:lnTo>
                    <a:pt x="12538" y="11741"/>
                  </a:lnTo>
                  <a:lnTo>
                    <a:pt x="11340" y="14633"/>
                  </a:lnTo>
                  <a:lnTo>
                    <a:pt x="10418" y="20212"/>
                  </a:lnTo>
                  <a:lnTo>
                    <a:pt x="11740" y="21195"/>
                  </a:lnTo>
                  <a:lnTo>
                    <a:pt x="11284" y="22540"/>
                  </a:lnTo>
                  <a:lnTo>
                    <a:pt x="3247" y="27894"/>
                  </a:lnTo>
                  <a:lnTo>
                    <a:pt x="673" y="25706"/>
                  </a:lnTo>
                  <a:lnTo>
                    <a:pt x="12" y="20737"/>
                  </a:lnTo>
                  <a:lnTo>
                    <a:pt x="0" y="18758"/>
                  </a:lnTo>
                  <a:lnTo>
                    <a:pt x="2533" y="15707"/>
                  </a:lnTo>
                  <a:lnTo>
                    <a:pt x="4289" y="14842"/>
                  </a:lnTo>
                  <a:lnTo>
                    <a:pt x="7179" y="13174"/>
                  </a:lnTo>
                  <a:lnTo>
                    <a:pt x="7051" y="10671"/>
                  </a:lnTo>
                  <a:lnTo>
                    <a:pt x="11068" y="4607"/>
                  </a:lnTo>
                  <a:lnTo>
                    <a:pt x="11251" y="3919"/>
                  </a:lnTo>
                  <a:lnTo>
                    <a:pt x="10229" y="2730"/>
                  </a:lnTo>
                  <a:lnTo>
                    <a:pt x="8632" y="2702"/>
                  </a:lnTo>
                  <a:lnTo>
                    <a:pt x="8646" y="1339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6" name="ph8346"/>
            <p:cNvSpPr/>
            <p:nvPr/>
          </p:nvSpPr>
          <p:spPr>
            <a:xfrm>
              <a:off x="11082444" y="3090057"/>
              <a:ext cx="16664" cy="19236"/>
            </a:xfrm>
            <a:custGeom>
              <a:avLst/>
              <a:pathLst>
                <a:path w="16664" h="19236">
                  <a:moveTo>
                    <a:pt x="8134" y="182"/>
                  </a:moveTo>
                  <a:lnTo>
                    <a:pt x="9742" y="1230"/>
                  </a:lnTo>
                  <a:lnTo>
                    <a:pt x="13384" y="8590"/>
                  </a:lnTo>
                  <a:lnTo>
                    <a:pt x="12220" y="10714"/>
                  </a:lnTo>
                  <a:lnTo>
                    <a:pt x="13632" y="12009"/>
                  </a:lnTo>
                  <a:lnTo>
                    <a:pt x="15415" y="11567"/>
                  </a:lnTo>
                  <a:lnTo>
                    <a:pt x="16664" y="13595"/>
                  </a:lnTo>
                  <a:lnTo>
                    <a:pt x="13953" y="16450"/>
                  </a:lnTo>
                  <a:lnTo>
                    <a:pt x="9889" y="14673"/>
                  </a:lnTo>
                  <a:lnTo>
                    <a:pt x="6111" y="15626"/>
                  </a:lnTo>
                  <a:lnTo>
                    <a:pt x="1538" y="19236"/>
                  </a:lnTo>
                  <a:lnTo>
                    <a:pt x="0" y="18997"/>
                  </a:lnTo>
                  <a:lnTo>
                    <a:pt x="1271" y="11630"/>
                  </a:lnTo>
                  <a:lnTo>
                    <a:pt x="1928" y="10940"/>
                  </a:lnTo>
                  <a:lnTo>
                    <a:pt x="1298" y="7978"/>
                  </a:lnTo>
                  <a:lnTo>
                    <a:pt x="2270" y="8718"/>
                  </a:lnTo>
                  <a:lnTo>
                    <a:pt x="6539" y="3317"/>
                  </a:lnTo>
                  <a:lnTo>
                    <a:pt x="4075" y="857"/>
                  </a:lnTo>
                  <a:lnTo>
                    <a:pt x="586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7" name="ph8347"/>
            <p:cNvSpPr/>
            <p:nvPr/>
          </p:nvSpPr>
          <p:spPr>
            <a:xfrm>
              <a:off x="11147357" y="3083726"/>
              <a:ext cx="28248" cy="23943"/>
            </a:xfrm>
            <a:custGeom>
              <a:avLst/>
              <a:pathLst>
                <a:path w="28248" h="23943">
                  <a:moveTo>
                    <a:pt x="18310" y="569"/>
                  </a:moveTo>
                  <a:lnTo>
                    <a:pt x="19700" y="2340"/>
                  </a:lnTo>
                  <a:lnTo>
                    <a:pt x="23409" y="3640"/>
                  </a:lnTo>
                  <a:lnTo>
                    <a:pt x="23681" y="5642"/>
                  </a:lnTo>
                  <a:lnTo>
                    <a:pt x="27946" y="12067"/>
                  </a:lnTo>
                  <a:lnTo>
                    <a:pt x="28248" y="13984"/>
                  </a:lnTo>
                  <a:lnTo>
                    <a:pt x="25434" y="15097"/>
                  </a:lnTo>
                  <a:lnTo>
                    <a:pt x="23042" y="18604"/>
                  </a:lnTo>
                  <a:lnTo>
                    <a:pt x="21422" y="17373"/>
                  </a:lnTo>
                  <a:lnTo>
                    <a:pt x="12461" y="19785"/>
                  </a:lnTo>
                  <a:lnTo>
                    <a:pt x="7420" y="23943"/>
                  </a:lnTo>
                  <a:lnTo>
                    <a:pt x="6185" y="22880"/>
                  </a:lnTo>
                  <a:lnTo>
                    <a:pt x="1897" y="11164"/>
                  </a:lnTo>
                  <a:lnTo>
                    <a:pt x="0" y="10600"/>
                  </a:lnTo>
                  <a:lnTo>
                    <a:pt x="3956" y="7652"/>
                  </a:lnTo>
                  <a:lnTo>
                    <a:pt x="4184" y="5296"/>
                  </a:lnTo>
                  <a:lnTo>
                    <a:pt x="5543" y="3057"/>
                  </a:lnTo>
                  <a:lnTo>
                    <a:pt x="8186" y="2283"/>
                  </a:lnTo>
                  <a:lnTo>
                    <a:pt x="9146" y="76"/>
                  </a:lnTo>
                  <a:lnTo>
                    <a:pt x="9828" y="0"/>
                  </a:lnTo>
                  <a:lnTo>
                    <a:pt x="13194" y="1215"/>
                  </a:lnTo>
                  <a:lnTo>
                    <a:pt x="14155" y="269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8" name="ph8348"/>
            <p:cNvSpPr/>
            <p:nvPr/>
          </p:nvSpPr>
          <p:spPr>
            <a:xfrm>
              <a:off x="11121080" y="2990725"/>
              <a:ext cx="16393" cy="14952"/>
            </a:xfrm>
            <a:custGeom>
              <a:avLst/>
              <a:pathLst>
                <a:path w="16393" h="14952">
                  <a:moveTo>
                    <a:pt x="5443" y="0"/>
                  </a:moveTo>
                  <a:lnTo>
                    <a:pt x="8938" y="1300"/>
                  </a:lnTo>
                  <a:lnTo>
                    <a:pt x="8794" y="2773"/>
                  </a:lnTo>
                  <a:lnTo>
                    <a:pt x="12805" y="4992"/>
                  </a:lnTo>
                  <a:lnTo>
                    <a:pt x="14498" y="5926"/>
                  </a:lnTo>
                  <a:lnTo>
                    <a:pt x="15782" y="5714"/>
                  </a:lnTo>
                  <a:lnTo>
                    <a:pt x="16393" y="7181"/>
                  </a:lnTo>
                  <a:lnTo>
                    <a:pt x="14379" y="8304"/>
                  </a:lnTo>
                  <a:lnTo>
                    <a:pt x="12521" y="7390"/>
                  </a:lnTo>
                  <a:lnTo>
                    <a:pt x="10407" y="10889"/>
                  </a:lnTo>
                  <a:lnTo>
                    <a:pt x="10703" y="12283"/>
                  </a:lnTo>
                  <a:lnTo>
                    <a:pt x="11694" y="12309"/>
                  </a:lnTo>
                  <a:lnTo>
                    <a:pt x="11504" y="14798"/>
                  </a:lnTo>
                  <a:lnTo>
                    <a:pt x="10269" y="14952"/>
                  </a:lnTo>
                  <a:lnTo>
                    <a:pt x="8605" y="13302"/>
                  </a:lnTo>
                  <a:lnTo>
                    <a:pt x="6618" y="10940"/>
                  </a:lnTo>
                  <a:lnTo>
                    <a:pt x="3152" y="11153"/>
                  </a:lnTo>
                  <a:lnTo>
                    <a:pt x="0" y="12482"/>
                  </a:lnTo>
                  <a:lnTo>
                    <a:pt x="593" y="9071"/>
                  </a:lnTo>
                  <a:lnTo>
                    <a:pt x="1415" y="9053"/>
                  </a:lnTo>
                  <a:lnTo>
                    <a:pt x="3719" y="6181"/>
                  </a:lnTo>
                  <a:lnTo>
                    <a:pt x="3958" y="227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9" name="ph8349"/>
            <p:cNvSpPr/>
            <p:nvPr/>
          </p:nvSpPr>
          <p:spPr>
            <a:xfrm>
              <a:off x="11078655" y="2840228"/>
              <a:ext cx="31324" cy="21922"/>
            </a:xfrm>
            <a:custGeom>
              <a:avLst/>
              <a:pathLst>
                <a:path w="31324" h="21922">
                  <a:moveTo>
                    <a:pt x="23310" y="200"/>
                  </a:moveTo>
                  <a:lnTo>
                    <a:pt x="23712" y="2694"/>
                  </a:lnTo>
                  <a:lnTo>
                    <a:pt x="27214" y="6023"/>
                  </a:lnTo>
                  <a:lnTo>
                    <a:pt x="30492" y="6562"/>
                  </a:lnTo>
                  <a:lnTo>
                    <a:pt x="31324" y="8528"/>
                  </a:lnTo>
                  <a:lnTo>
                    <a:pt x="27857" y="11202"/>
                  </a:lnTo>
                  <a:lnTo>
                    <a:pt x="22401" y="12086"/>
                  </a:lnTo>
                  <a:lnTo>
                    <a:pt x="17492" y="14226"/>
                  </a:lnTo>
                  <a:lnTo>
                    <a:pt x="14176" y="13576"/>
                  </a:lnTo>
                  <a:lnTo>
                    <a:pt x="10418" y="14837"/>
                  </a:lnTo>
                  <a:lnTo>
                    <a:pt x="10430" y="17896"/>
                  </a:lnTo>
                  <a:lnTo>
                    <a:pt x="9024" y="17149"/>
                  </a:lnTo>
                  <a:lnTo>
                    <a:pt x="6784" y="18203"/>
                  </a:lnTo>
                  <a:lnTo>
                    <a:pt x="6333" y="20678"/>
                  </a:lnTo>
                  <a:lnTo>
                    <a:pt x="3794" y="21922"/>
                  </a:lnTo>
                  <a:lnTo>
                    <a:pt x="452" y="20407"/>
                  </a:lnTo>
                  <a:lnTo>
                    <a:pt x="0" y="19772"/>
                  </a:lnTo>
                  <a:lnTo>
                    <a:pt x="200" y="18686"/>
                  </a:lnTo>
                  <a:lnTo>
                    <a:pt x="3352" y="18570"/>
                  </a:lnTo>
                  <a:lnTo>
                    <a:pt x="6389" y="17255"/>
                  </a:lnTo>
                  <a:lnTo>
                    <a:pt x="8381" y="14673"/>
                  </a:lnTo>
                  <a:lnTo>
                    <a:pt x="11324" y="7864"/>
                  </a:lnTo>
                  <a:lnTo>
                    <a:pt x="2112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0" name="ph8350"/>
            <p:cNvSpPr/>
            <p:nvPr/>
          </p:nvSpPr>
          <p:spPr>
            <a:xfrm>
              <a:off x="11145156" y="3076475"/>
              <a:ext cx="12029" cy="17850"/>
            </a:xfrm>
            <a:custGeom>
              <a:avLst/>
              <a:pathLst>
                <a:path w="12029" h="17850">
                  <a:moveTo>
                    <a:pt x="7904" y="2319"/>
                  </a:moveTo>
                  <a:lnTo>
                    <a:pt x="11603" y="2666"/>
                  </a:lnTo>
                  <a:lnTo>
                    <a:pt x="12029" y="7250"/>
                  </a:lnTo>
                  <a:lnTo>
                    <a:pt x="11348" y="7326"/>
                  </a:lnTo>
                  <a:lnTo>
                    <a:pt x="10387" y="9534"/>
                  </a:lnTo>
                  <a:lnTo>
                    <a:pt x="7745" y="10307"/>
                  </a:lnTo>
                  <a:lnTo>
                    <a:pt x="6385" y="12547"/>
                  </a:lnTo>
                  <a:lnTo>
                    <a:pt x="6157" y="14903"/>
                  </a:lnTo>
                  <a:lnTo>
                    <a:pt x="2201" y="17850"/>
                  </a:lnTo>
                  <a:lnTo>
                    <a:pt x="272" y="13861"/>
                  </a:lnTo>
                  <a:lnTo>
                    <a:pt x="0" y="486"/>
                  </a:lnTo>
                  <a:lnTo>
                    <a:pt x="171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1" name="ph8351"/>
            <p:cNvSpPr/>
            <p:nvPr/>
          </p:nvSpPr>
          <p:spPr>
            <a:xfrm>
              <a:off x="11074712" y="3050707"/>
              <a:ext cx="22640" cy="34374"/>
            </a:xfrm>
            <a:custGeom>
              <a:avLst/>
              <a:pathLst>
                <a:path w="22640" h="34374">
                  <a:moveTo>
                    <a:pt x="19855" y="734"/>
                  </a:moveTo>
                  <a:lnTo>
                    <a:pt x="22640" y="2334"/>
                  </a:lnTo>
                  <a:lnTo>
                    <a:pt x="21584" y="4991"/>
                  </a:lnTo>
                  <a:lnTo>
                    <a:pt x="22451" y="10153"/>
                  </a:lnTo>
                  <a:lnTo>
                    <a:pt x="18856" y="11720"/>
                  </a:lnTo>
                  <a:lnTo>
                    <a:pt x="16819" y="19168"/>
                  </a:lnTo>
                  <a:lnTo>
                    <a:pt x="20216" y="21882"/>
                  </a:lnTo>
                  <a:lnTo>
                    <a:pt x="17873" y="23745"/>
                  </a:lnTo>
                  <a:lnTo>
                    <a:pt x="18134" y="26864"/>
                  </a:lnTo>
                  <a:lnTo>
                    <a:pt x="20009" y="30795"/>
                  </a:lnTo>
                  <a:lnTo>
                    <a:pt x="21621" y="31320"/>
                  </a:lnTo>
                  <a:lnTo>
                    <a:pt x="16161" y="33042"/>
                  </a:lnTo>
                  <a:lnTo>
                    <a:pt x="11511" y="34007"/>
                  </a:lnTo>
                  <a:lnTo>
                    <a:pt x="10385" y="34374"/>
                  </a:lnTo>
                  <a:lnTo>
                    <a:pt x="9418" y="32665"/>
                  </a:lnTo>
                  <a:lnTo>
                    <a:pt x="10908" y="27377"/>
                  </a:lnTo>
                  <a:lnTo>
                    <a:pt x="8706" y="21682"/>
                  </a:lnTo>
                  <a:lnTo>
                    <a:pt x="5571" y="16783"/>
                  </a:lnTo>
                  <a:lnTo>
                    <a:pt x="2127" y="16626"/>
                  </a:lnTo>
                  <a:lnTo>
                    <a:pt x="0" y="14702"/>
                  </a:lnTo>
                  <a:lnTo>
                    <a:pt x="2306" y="2937"/>
                  </a:lnTo>
                  <a:lnTo>
                    <a:pt x="4479" y="1926"/>
                  </a:lnTo>
                  <a:lnTo>
                    <a:pt x="9101" y="2988"/>
                  </a:lnTo>
                  <a:lnTo>
                    <a:pt x="13340" y="893"/>
                  </a:lnTo>
                  <a:lnTo>
                    <a:pt x="1476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2" name="ph8352"/>
            <p:cNvSpPr/>
            <p:nvPr/>
          </p:nvSpPr>
          <p:spPr>
            <a:xfrm>
              <a:off x="11041058" y="3023171"/>
              <a:ext cx="18748" cy="29431"/>
            </a:xfrm>
            <a:custGeom>
              <a:avLst/>
              <a:pathLst>
                <a:path w="18748" h="29431">
                  <a:moveTo>
                    <a:pt x="4932" y="0"/>
                  </a:moveTo>
                  <a:lnTo>
                    <a:pt x="5717" y="957"/>
                  </a:lnTo>
                  <a:lnTo>
                    <a:pt x="13993" y="1712"/>
                  </a:lnTo>
                  <a:lnTo>
                    <a:pt x="14101" y="5612"/>
                  </a:lnTo>
                  <a:lnTo>
                    <a:pt x="12476" y="11225"/>
                  </a:lnTo>
                  <a:lnTo>
                    <a:pt x="13958" y="12950"/>
                  </a:lnTo>
                  <a:lnTo>
                    <a:pt x="13060" y="16120"/>
                  </a:lnTo>
                  <a:lnTo>
                    <a:pt x="16100" y="21746"/>
                  </a:lnTo>
                  <a:lnTo>
                    <a:pt x="18748" y="21747"/>
                  </a:lnTo>
                  <a:lnTo>
                    <a:pt x="17973" y="25804"/>
                  </a:lnTo>
                  <a:lnTo>
                    <a:pt x="13731" y="29431"/>
                  </a:lnTo>
                  <a:lnTo>
                    <a:pt x="6352" y="23949"/>
                  </a:lnTo>
                  <a:lnTo>
                    <a:pt x="3135" y="24696"/>
                  </a:lnTo>
                  <a:lnTo>
                    <a:pt x="2836" y="23064"/>
                  </a:lnTo>
                  <a:lnTo>
                    <a:pt x="4163" y="20062"/>
                  </a:lnTo>
                  <a:lnTo>
                    <a:pt x="2244" y="17990"/>
                  </a:lnTo>
                  <a:lnTo>
                    <a:pt x="3014" y="7615"/>
                  </a:lnTo>
                  <a:lnTo>
                    <a:pt x="4794" y="6874"/>
                  </a:lnTo>
                  <a:lnTo>
                    <a:pt x="7987" y="7404"/>
                  </a:lnTo>
                  <a:lnTo>
                    <a:pt x="9400" y="4938"/>
                  </a:lnTo>
                  <a:lnTo>
                    <a:pt x="8382" y="3163"/>
                  </a:lnTo>
                  <a:lnTo>
                    <a:pt x="2542" y="2860"/>
                  </a:lnTo>
                  <a:lnTo>
                    <a:pt x="1606" y="2015"/>
                  </a:lnTo>
                  <a:lnTo>
                    <a:pt x="0" y="74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3" name="ph8353"/>
            <p:cNvSpPr/>
            <p:nvPr/>
          </p:nvSpPr>
          <p:spPr>
            <a:xfrm>
              <a:off x="11121013" y="3049488"/>
              <a:ext cx="48398" cy="34993"/>
            </a:xfrm>
            <a:custGeom>
              <a:avLst/>
              <a:pathLst>
                <a:path w="48398" h="34993">
                  <a:moveTo>
                    <a:pt x="48398" y="771"/>
                  </a:moveTo>
                  <a:lnTo>
                    <a:pt x="41597" y="6483"/>
                  </a:lnTo>
                  <a:lnTo>
                    <a:pt x="38798" y="9603"/>
                  </a:lnTo>
                  <a:lnTo>
                    <a:pt x="37142" y="10179"/>
                  </a:lnTo>
                  <a:lnTo>
                    <a:pt x="35764" y="13192"/>
                  </a:lnTo>
                  <a:lnTo>
                    <a:pt x="37575" y="17630"/>
                  </a:lnTo>
                  <a:lnTo>
                    <a:pt x="35806" y="20128"/>
                  </a:lnTo>
                  <a:lnTo>
                    <a:pt x="36857" y="20813"/>
                  </a:lnTo>
                  <a:lnTo>
                    <a:pt x="38902" y="25276"/>
                  </a:lnTo>
                  <a:lnTo>
                    <a:pt x="35823" y="25931"/>
                  </a:lnTo>
                  <a:lnTo>
                    <a:pt x="35175" y="24643"/>
                  </a:lnTo>
                  <a:lnTo>
                    <a:pt x="34248" y="24921"/>
                  </a:lnTo>
                  <a:lnTo>
                    <a:pt x="35746" y="29654"/>
                  </a:lnTo>
                  <a:lnTo>
                    <a:pt x="32047" y="29307"/>
                  </a:lnTo>
                  <a:lnTo>
                    <a:pt x="25860" y="26987"/>
                  </a:lnTo>
                  <a:lnTo>
                    <a:pt x="24143" y="27474"/>
                  </a:lnTo>
                  <a:lnTo>
                    <a:pt x="24330" y="25387"/>
                  </a:lnTo>
                  <a:lnTo>
                    <a:pt x="25632" y="25210"/>
                  </a:lnTo>
                  <a:lnTo>
                    <a:pt x="25726" y="24416"/>
                  </a:lnTo>
                  <a:lnTo>
                    <a:pt x="22121" y="23056"/>
                  </a:lnTo>
                  <a:lnTo>
                    <a:pt x="19064" y="23588"/>
                  </a:lnTo>
                  <a:lnTo>
                    <a:pt x="16946" y="24494"/>
                  </a:lnTo>
                  <a:lnTo>
                    <a:pt x="13623" y="31705"/>
                  </a:lnTo>
                  <a:lnTo>
                    <a:pt x="9064" y="34993"/>
                  </a:lnTo>
                  <a:lnTo>
                    <a:pt x="6300" y="34405"/>
                  </a:lnTo>
                  <a:lnTo>
                    <a:pt x="5471" y="30602"/>
                  </a:lnTo>
                  <a:lnTo>
                    <a:pt x="1505" y="22813"/>
                  </a:lnTo>
                  <a:lnTo>
                    <a:pt x="4471" y="20219"/>
                  </a:lnTo>
                  <a:lnTo>
                    <a:pt x="5343" y="17544"/>
                  </a:lnTo>
                  <a:lnTo>
                    <a:pt x="2452" y="17673"/>
                  </a:lnTo>
                  <a:lnTo>
                    <a:pt x="0" y="13914"/>
                  </a:lnTo>
                  <a:lnTo>
                    <a:pt x="5020" y="12053"/>
                  </a:lnTo>
                  <a:lnTo>
                    <a:pt x="8482" y="9240"/>
                  </a:lnTo>
                  <a:lnTo>
                    <a:pt x="10622" y="8883"/>
                  </a:lnTo>
                  <a:lnTo>
                    <a:pt x="13333" y="10520"/>
                  </a:lnTo>
                  <a:lnTo>
                    <a:pt x="13355" y="11134"/>
                  </a:lnTo>
                  <a:lnTo>
                    <a:pt x="10812" y="14082"/>
                  </a:lnTo>
                  <a:lnTo>
                    <a:pt x="9739" y="17569"/>
                  </a:lnTo>
                  <a:lnTo>
                    <a:pt x="12224" y="20311"/>
                  </a:lnTo>
                  <a:lnTo>
                    <a:pt x="13865" y="20802"/>
                  </a:lnTo>
                  <a:lnTo>
                    <a:pt x="20570" y="15547"/>
                  </a:lnTo>
                  <a:lnTo>
                    <a:pt x="20408" y="14344"/>
                  </a:lnTo>
                  <a:lnTo>
                    <a:pt x="15605" y="10572"/>
                  </a:lnTo>
                  <a:lnTo>
                    <a:pt x="14670" y="7247"/>
                  </a:lnTo>
                  <a:lnTo>
                    <a:pt x="15789" y="5961"/>
                  </a:lnTo>
                  <a:lnTo>
                    <a:pt x="16599" y="6374"/>
                  </a:lnTo>
                  <a:lnTo>
                    <a:pt x="20465" y="9669"/>
                  </a:lnTo>
                  <a:lnTo>
                    <a:pt x="20758" y="13270"/>
                  </a:lnTo>
                  <a:lnTo>
                    <a:pt x="21691" y="14241"/>
                  </a:lnTo>
                  <a:lnTo>
                    <a:pt x="23264" y="14430"/>
                  </a:lnTo>
                  <a:lnTo>
                    <a:pt x="31804" y="6464"/>
                  </a:lnTo>
                  <a:lnTo>
                    <a:pt x="33220" y="2715"/>
                  </a:lnTo>
                  <a:lnTo>
                    <a:pt x="37202" y="3937"/>
                  </a:lnTo>
                  <a:lnTo>
                    <a:pt x="40346" y="1499"/>
                  </a:lnTo>
                  <a:lnTo>
                    <a:pt x="43117" y="2558"/>
                  </a:lnTo>
                  <a:lnTo>
                    <a:pt x="450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4" name="ph8354"/>
            <p:cNvSpPr/>
            <p:nvPr/>
          </p:nvSpPr>
          <p:spPr>
            <a:xfrm>
              <a:off x="11045871" y="3130281"/>
              <a:ext cx="5742" cy="5835"/>
            </a:xfrm>
            <a:custGeom>
              <a:avLst/>
              <a:pathLst>
                <a:path w="5742" h="5835">
                  <a:moveTo>
                    <a:pt x="2424" y="4790"/>
                  </a:moveTo>
                  <a:lnTo>
                    <a:pt x="1768" y="5835"/>
                  </a:lnTo>
                  <a:lnTo>
                    <a:pt x="131" y="3243"/>
                  </a:lnTo>
                  <a:lnTo>
                    <a:pt x="0" y="277"/>
                  </a:lnTo>
                  <a:lnTo>
                    <a:pt x="1233" y="0"/>
                  </a:lnTo>
                  <a:lnTo>
                    <a:pt x="3476" y="6"/>
                  </a:lnTo>
                  <a:lnTo>
                    <a:pt x="5742" y="383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5" name="ph8355"/>
            <p:cNvSpPr/>
            <p:nvPr/>
          </p:nvSpPr>
          <p:spPr>
            <a:xfrm>
              <a:off x="11036995" y="3109961"/>
              <a:ext cx="16817" cy="17539"/>
            </a:xfrm>
            <a:custGeom>
              <a:avLst/>
              <a:pathLst>
                <a:path w="16817" h="17539">
                  <a:moveTo>
                    <a:pt x="16817" y="3982"/>
                  </a:moveTo>
                  <a:lnTo>
                    <a:pt x="16627" y="6508"/>
                  </a:lnTo>
                  <a:lnTo>
                    <a:pt x="14949" y="8364"/>
                  </a:lnTo>
                  <a:lnTo>
                    <a:pt x="9430" y="8753"/>
                  </a:lnTo>
                  <a:lnTo>
                    <a:pt x="2349" y="11668"/>
                  </a:lnTo>
                  <a:lnTo>
                    <a:pt x="2977" y="12791"/>
                  </a:lnTo>
                  <a:lnTo>
                    <a:pt x="4982" y="12577"/>
                  </a:lnTo>
                  <a:lnTo>
                    <a:pt x="6879" y="11227"/>
                  </a:lnTo>
                  <a:lnTo>
                    <a:pt x="8397" y="11779"/>
                  </a:lnTo>
                  <a:lnTo>
                    <a:pt x="7545" y="17362"/>
                  </a:lnTo>
                  <a:lnTo>
                    <a:pt x="4379" y="17539"/>
                  </a:lnTo>
                  <a:lnTo>
                    <a:pt x="2372" y="15755"/>
                  </a:lnTo>
                  <a:lnTo>
                    <a:pt x="1611" y="12539"/>
                  </a:lnTo>
                  <a:lnTo>
                    <a:pt x="2235" y="8678"/>
                  </a:lnTo>
                  <a:lnTo>
                    <a:pt x="510" y="6792"/>
                  </a:lnTo>
                  <a:lnTo>
                    <a:pt x="0" y="5412"/>
                  </a:lnTo>
                  <a:lnTo>
                    <a:pt x="4694" y="0"/>
                  </a:lnTo>
                  <a:lnTo>
                    <a:pt x="6612" y="1200"/>
                  </a:lnTo>
                  <a:lnTo>
                    <a:pt x="8153" y="263"/>
                  </a:lnTo>
                  <a:lnTo>
                    <a:pt x="10658" y="3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6" name="ph8356"/>
            <p:cNvSpPr/>
            <p:nvPr/>
          </p:nvSpPr>
          <p:spPr>
            <a:xfrm>
              <a:off x="11100809" y="3009912"/>
              <a:ext cx="17506" cy="22187"/>
            </a:xfrm>
            <a:custGeom>
              <a:avLst/>
              <a:pathLst>
                <a:path w="17506" h="22187">
                  <a:moveTo>
                    <a:pt x="9015" y="942"/>
                  </a:moveTo>
                  <a:lnTo>
                    <a:pt x="8539" y="2535"/>
                  </a:lnTo>
                  <a:lnTo>
                    <a:pt x="15049" y="7070"/>
                  </a:lnTo>
                  <a:lnTo>
                    <a:pt x="14344" y="8432"/>
                  </a:lnTo>
                  <a:lnTo>
                    <a:pt x="17506" y="11278"/>
                  </a:lnTo>
                  <a:lnTo>
                    <a:pt x="16865" y="14691"/>
                  </a:lnTo>
                  <a:lnTo>
                    <a:pt x="16329" y="15388"/>
                  </a:lnTo>
                  <a:lnTo>
                    <a:pt x="10284" y="17215"/>
                  </a:lnTo>
                  <a:lnTo>
                    <a:pt x="7509" y="22187"/>
                  </a:lnTo>
                  <a:lnTo>
                    <a:pt x="2509" y="20709"/>
                  </a:lnTo>
                  <a:lnTo>
                    <a:pt x="3830" y="17786"/>
                  </a:lnTo>
                  <a:lnTo>
                    <a:pt x="271" y="15281"/>
                  </a:lnTo>
                  <a:lnTo>
                    <a:pt x="0" y="12521"/>
                  </a:lnTo>
                  <a:lnTo>
                    <a:pt x="1662" y="7198"/>
                  </a:lnTo>
                  <a:lnTo>
                    <a:pt x="2771" y="8121"/>
                  </a:lnTo>
                  <a:lnTo>
                    <a:pt x="5194" y="4574"/>
                  </a:lnTo>
                  <a:lnTo>
                    <a:pt x="6179" y="251"/>
                  </a:lnTo>
                  <a:lnTo>
                    <a:pt x="615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7" name="ph8357"/>
            <p:cNvSpPr/>
            <p:nvPr/>
          </p:nvSpPr>
          <p:spPr>
            <a:xfrm>
              <a:off x="11085216" y="2894616"/>
              <a:ext cx="29948" cy="26837"/>
            </a:xfrm>
            <a:custGeom>
              <a:avLst/>
              <a:pathLst>
                <a:path w="29948" h="26837">
                  <a:moveTo>
                    <a:pt x="9621" y="449"/>
                  </a:moveTo>
                  <a:lnTo>
                    <a:pt x="9885" y="1766"/>
                  </a:lnTo>
                  <a:lnTo>
                    <a:pt x="8777" y="4982"/>
                  </a:lnTo>
                  <a:lnTo>
                    <a:pt x="10323" y="7606"/>
                  </a:lnTo>
                  <a:lnTo>
                    <a:pt x="13354" y="7026"/>
                  </a:lnTo>
                  <a:lnTo>
                    <a:pt x="17966" y="3075"/>
                  </a:lnTo>
                  <a:lnTo>
                    <a:pt x="20155" y="3654"/>
                  </a:lnTo>
                  <a:lnTo>
                    <a:pt x="20026" y="5542"/>
                  </a:lnTo>
                  <a:lnTo>
                    <a:pt x="26804" y="1959"/>
                  </a:lnTo>
                  <a:lnTo>
                    <a:pt x="29188" y="1322"/>
                  </a:lnTo>
                  <a:lnTo>
                    <a:pt x="29948" y="1888"/>
                  </a:lnTo>
                  <a:lnTo>
                    <a:pt x="26793" y="6910"/>
                  </a:lnTo>
                  <a:lnTo>
                    <a:pt x="26656" y="12719"/>
                  </a:lnTo>
                  <a:lnTo>
                    <a:pt x="25948" y="13392"/>
                  </a:lnTo>
                  <a:lnTo>
                    <a:pt x="21739" y="14849"/>
                  </a:lnTo>
                  <a:lnTo>
                    <a:pt x="19160" y="19128"/>
                  </a:lnTo>
                  <a:lnTo>
                    <a:pt x="16966" y="25359"/>
                  </a:lnTo>
                  <a:lnTo>
                    <a:pt x="14943" y="25687"/>
                  </a:lnTo>
                  <a:lnTo>
                    <a:pt x="12686" y="26837"/>
                  </a:lnTo>
                  <a:lnTo>
                    <a:pt x="8955" y="24942"/>
                  </a:lnTo>
                  <a:lnTo>
                    <a:pt x="8587" y="22682"/>
                  </a:lnTo>
                  <a:lnTo>
                    <a:pt x="7243" y="22353"/>
                  </a:lnTo>
                  <a:lnTo>
                    <a:pt x="7357" y="20036"/>
                  </a:lnTo>
                  <a:lnTo>
                    <a:pt x="5840" y="16231"/>
                  </a:lnTo>
                  <a:lnTo>
                    <a:pt x="0" y="9682"/>
                  </a:lnTo>
                  <a:lnTo>
                    <a:pt x="2117" y="9020"/>
                  </a:lnTo>
                  <a:lnTo>
                    <a:pt x="4658" y="6943"/>
                  </a:lnTo>
                  <a:lnTo>
                    <a:pt x="6034" y="3797"/>
                  </a:lnTo>
                  <a:lnTo>
                    <a:pt x="6975" y="3047"/>
                  </a:lnTo>
                  <a:lnTo>
                    <a:pt x="6841" y="664"/>
                  </a:lnTo>
                  <a:lnTo>
                    <a:pt x="753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8" name="ph8358"/>
            <p:cNvSpPr/>
            <p:nvPr/>
          </p:nvSpPr>
          <p:spPr>
            <a:xfrm>
              <a:off x="11136062" y="2971592"/>
              <a:ext cx="32562" cy="27652"/>
            </a:xfrm>
            <a:custGeom>
              <a:avLst/>
              <a:pathLst>
                <a:path w="32562" h="27652">
                  <a:moveTo>
                    <a:pt x="10386" y="2953"/>
                  </a:moveTo>
                  <a:lnTo>
                    <a:pt x="8008" y="3788"/>
                  </a:lnTo>
                  <a:lnTo>
                    <a:pt x="8266" y="5337"/>
                  </a:lnTo>
                  <a:lnTo>
                    <a:pt x="11185" y="4493"/>
                  </a:lnTo>
                  <a:lnTo>
                    <a:pt x="11409" y="3773"/>
                  </a:lnTo>
                  <a:lnTo>
                    <a:pt x="13382" y="4258"/>
                  </a:lnTo>
                  <a:lnTo>
                    <a:pt x="13559" y="5032"/>
                  </a:lnTo>
                  <a:lnTo>
                    <a:pt x="11593" y="6636"/>
                  </a:lnTo>
                  <a:lnTo>
                    <a:pt x="13986" y="8617"/>
                  </a:lnTo>
                  <a:lnTo>
                    <a:pt x="18227" y="8902"/>
                  </a:lnTo>
                  <a:lnTo>
                    <a:pt x="19327" y="7125"/>
                  </a:lnTo>
                  <a:lnTo>
                    <a:pt x="23208" y="9313"/>
                  </a:lnTo>
                  <a:lnTo>
                    <a:pt x="26233" y="10246"/>
                  </a:lnTo>
                  <a:lnTo>
                    <a:pt x="28877" y="9320"/>
                  </a:lnTo>
                  <a:lnTo>
                    <a:pt x="30038" y="8168"/>
                  </a:lnTo>
                  <a:lnTo>
                    <a:pt x="32562" y="10529"/>
                  </a:lnTo>
                  <a:lnTo>
                    <a:pt x="31624" y="11793"/>
                  </a:lnTo>
                  <a:lnTo>
                    <a:pt x="31898" y="14095"/>
                  </a:lnTo>
                  <a:lnTo>
                    <a:pt x="28361" y="17696"/>
                  </a:lnTo>
                  <a:lnTo>
                    <a:pt x="25318" y="19706"/>
                  </a:lnTo>
                  <a:lnTo>
                    <a:pt x="24496" y="23762"/>
                  </a:lnTo>
                  <a:lnTo>
                    <a:pt x="24967" y="27652"/>
                  </a:lnTo>
                  <a:lnTo>
                    <a:pt x="19910" y="27227"/>
                  </a:lnTo>
                  <a:lnTo>
                    <a:pt x="9942" y="24927"/>
                  </a:lnTo>
                  <a:lnTo>
                    <a:pt x="2769" y="22180"/>
                  </a:lnTo>
                  <a:lnTo>
                    <a:pt x="376" y="20092"/>
                  </a:lnTo>
                  <a:lnTo>
                    <a:pt x="0" y="16928"/>
                  </a:lnTo>
                  <a:lnTo>
                    <a:pt x="514" y="14904"/>
                  </a:lnTo>
                  <a:lnTo>
                    <a:pt x="6620" y="973"/>
                  </a:lnTo>
                  <a:lnTo>
                    <a:pt x="879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9" name="ph8359"/>
            <p:cNvSpPr/>
            <p:nvPr/>
          </p:nvSpPr>
          <p:spPr>
            <a:xfrm>
              <a:off x="11069895" y="3006536"/>
              <a:ext cx="20804" cy="20991"/>
            </a:xfrm>
            <a:custGeom>
              <a:avLst/>
              <a:pathLst>
                <a:path w="20804" h="20991">
                  <a:moveTo>
                    <a:pt x="12561" y="0"/>
                  </a:moveTo>
                  <a:lnTo>
                    <a:pt x="14383" y="1697"/>
                  </a:lnTo>
                  <a:lnTo>
                    <a:pt x="16656" y="4872"/>
                  </a:lnTo>
                  <a:lnTo>
                    <a:pt x="17127" y="5930"/>
                  </a:lnTo>
                  <a:lnTo>
                    <a:pt x="16299" y="7118"/>
                  </a:lnTo>
                  <a:lnTo>
                    <a:pt x="18813" y="8108"/>
                  </a:lnTo>
                  <a:lnTo>
                    <a:pt x="20804" y="11980"/>
                  </a:lnTo>
                  <a:lnTo>
                    <a:pt x="20467" y="13027"/>
                  </a:lnTo>
                  <a:lnTo>
                    <a:pt x="19838" y="16859"/>
                  </a:lnTo>
                  <a:lnTo>
                    <a:pt x="17022" y="20991"/>
                  </a:lnTo>
                  <a:lnTo>
                    <a:pt x="8376" y="19609"/>
                  </a:lnTo>
                  <a:lnTo>
                    <a:pt x="5372" y="18109"/>
                  </a:lnTo>
                  <a:lnTo>
                    <a:pt x="5256" y="16649"/>
                  </a:lnTo>
                  <a:lnTo>
                    <a:pt x="6817" y="15674"/>
                  </a:lnTo>
                  <a:lnTo>
                    <a:pt x="6543" y="14287"/>
                  </a:lnTo>
                  <a:lnTo>
                    <a:pt x="0" y="10860"/>
                  </a:lnTo>
                  <a:lnTo>
                    <a:pt x="2774" y="10383"/>
                  </a:lnTo>
                  <a:lnTo>
                    <a:pt x="13058" y="5086"/>
                  </a:lnTo>
                  <a:lnTo>
                    <a:pt x="13561" y="3080"/>
                  </a:lnTo>
                  <a:lnTo>
                    <a:pt x="12012" y="17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0" name="ph8360"/>
            <p:cNvSpPr/>
            <p:nvPr/>
          </p:nvSpPr>
          <p:spPr>
            <a:xfrm>
              <a:off x="11090363" y="3015323"/>
              <a:ext cx="6113" cy="5256"/>
            </a:xfrm>
            <a:custGeom>
              <a:avLst/>
              <a:pathLst>
                <a:path w="6113" h="5256">
                  <a:moveTo>
                    <a:pt x="6113" y="1329"/>
                  </a:moveTo>
                  <a:lnTo>
                    <a:pt x="4213" y="5256"/>
                  </a:lnTo>
                  <a:lnTo>
                    <a:pt x="0" y="4241"/>
                  </a:lnTo>
                  <a:lnTo>
                    <a:pt x="336" y="3194"/>
                  </a:lnTo>
                  <a:lnTo>
                    <a:pt x="2505" y="695"/>
                  </a:lnTo>
                  <a:lnTo>
                    <a:pt x="420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1" name="ph8361"/>
            <p:cNvSpPr/>
            <p:nvPr/>
          </p:nvSpPr>
          <p:spPr>
            <a:xfrm>
              <a:off x="11034207" y="3025186"/>
              <a:ext cx="16251" cy="18104"/>
            </a:xfrm>
            <a:custGeom>
              <a:avLst/>
              <a:pathLst>
                <a:path w="16251" h="18104">
                  <a:moveTo>
                    <a:pt x="9394" y="845"/>
                  </a:moveTo>
                  <a:lnTo>
                    <a:pt x="15233" y="1148"/>
                  </a:lnTo>
                  <a:lnTo>
                    <a:pt x="16251" y="2923"/>
                  </a:lnTo>
                  <a:lnTo>
                    <a:pt x="14839" y="5389"/>
                  </a:lnTo>
                  <a:lnTo>
                    <a:pt x="11645" y="4859"/>
                  </a:lnTo>
                  <a:lnTo>
                    <a:pt x="9866" y="5600"/>
                  </a:lnTo>
                  <a:lnTo>
                    <a:pt x="9095" y="15974"/>
                  </a:lnTo>
                  <a:lnTo>
                    <a:pt x="8480" y="17268"/>
                  </a:lnTo>
                  <a:lnTo>
                    <a:pt x="1227" y="18104"/>
                  </a:lnTo>
                  <a:lnTo>
                    <a:pt x="316" y="11638"/>
                  </a:lnTo>
                  <a:lnTo>
                    <a:pt x="439" y="9952"/>
                  </a:lnTo>
                  <a:lnTo>
                    <a:pt x="1687" y="8821"/>
                  </a:lnTo>
                  <a:lnTo>
                    <a:pt x="0" y="6242"/>
                  </a:lnTo>
                  <a:lnTo>
                    <a:pt x="1873" y="4314"/>
                  </a:lnTo>
                  <a:lnTo>
                    <a:pt x="5942" y="3559"/>
                  </a:lnTo>
                  <a:lnTo>
                    <a:pt x="845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2" name="ph8362"/>
            <p:cNvSpPr/>
            <p:nvPr/>
          </p:nvSpPr>
          <p:spPr>
            <a:xfrm>
              <a:off x="11105242" y="2885670"/>
              <a:ext cx="14201" cy="14488"/>
            </a:xfrm>
            <a:custGeom>
              <a:avLst/>
              <a:pathLst>
                <a:path w="14201" h="14488">
                  <a:moveTo>
                    <a:pt x="13652" y="1335"/>
                  </a:moveTo>
                  <a:lnTo>
                    <a:pt x="14201" y="8237"/>
                  </a:lnTo>
                  <a:lnTo>
                    <a:pt x="13021" y="9342"/>
                  </a:lnTo>
                  <a:lnTo>
                    <a:pt x="9921" y="10834"/>
                  </a:lnTo>
                  <a:lnTo>
                    <a:pt x="9162" y="10268"/>
                  </a:lnTo>
                  <a:lnTo>
                    <a:pt x="6777" y="10905"/>
                  </a:lnTo>
                  <a:lnTo>
                    <a:pt x="0" y="14488"/>
                  </a:lnTo>
                  <a:lnTo>
                    <a:pt x="128" y="12600"/>
                  </a:lnTo>
                  <a:lnTo>
                    <a:pt x="2497" y="12634"/>
                  </a:lnTo>
                  <a:lnTo>
                    <a:pt x="7988" y="285"/>
                  </a:lnTo>
                  <a:lnTo>
                    <a:pt x="10185" y="607"/>
                  </a:lnTo>
                  <a:lnTo>
                    <a:pt x="1234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3" name="ph8363"/>
            <p:cNvSpPr/>
            <p:nvPr/>
          </p:nvSpPr>
          <p:spPr>
            <a:xfrm>
              <a:off x="11095306" y="3030621"/>
              <a:ext cx="16490" cy="21179"/>
            </a:xfrm>
            <a:custGeom>
              <a:avLst/>
              <a:pathLst>
                <a:path w="16490" h="21179">
                  <a:moveTo>
                    <a:pt x="13011" y="1477"/>
                  </a:moveTo>
                  <a:lnTo>
                    <a:pt x="11662" y="4985"/>
                  </a:lnTo>
                  <a:lnTo>
                    <a:pt x="14672" y="5655"/>
                  </a:lnTo>
                  <a:lnTo>
                    <a:pt x="16321" y="6682"/>
                  </a:lnTo>
                  <a:lnTo>
                    <a:pt x="16490" y="7575"/>
                  </a:lnTo>
                  <a:lnTo>
                    <a:pt x="15613" y="13039"/>
                  </a:lnTo>
                  <a:lnTo>
                    <a:pt x="15068" y="14469"/>
                  </a:lnTo>
                  <a:lnTo>
                    <a:pt x="13591" y="14091"/>
                  </a:lnTo>
                  <a:lnTo>
                    <a:pt x="11351" y="21179"/>
                  </a:lnTo>
                  <a:lnTo>
                    <a:pt x="8259" y="20056"/>
                  </a:lnTo>
                  <a:lnTo>
                    <a:pt x="5899" y="19239"/>
                  </a:lnTo>
                  <a:lnTo>
                    <a:pt x="3894" y="16995"/>
                  </a:lnTo>
                  <a:lnTo>
                    <a:pt x="6102" y="15978"/>
                  </a:lnTo>
                  <a:lnTo>
                    <a:pt x="6007" y="14811"/>
                  </a:lnTo>
                  <a:lnTo>
                    <a:pt x="4101" y="13937"/>
                  </a:lnTo>
                  <a:lnTo>
                    <a:pt x="560" y="14424"/>
                  </a:lnTo>
                  <a:lnTo>
                    <a:pt x="0" y="13703"/>
                  </a:lnTo>
                  <a:lnTo>
                    <a:pt x="1736" y="10219"/>
                  </a:lnTo>
                  <a:lnTo>
                    <a:pt x="2241" y="7106"/>
                  </a:lnTo>
                  <a:lnTo>
                    <a:pt x="4401" y="6193"/>
                  </a:lnTo>
                  <a:lnTo>
                    <a:pt x="6301" y="4907"/>
                  </a:lnTo>
                  <a:lnTo>
                    <a:pt x="801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4" name="ph8364"/>
            <p:cNvSpPr/>
            <p:nvPr/>
          </p:nvSpPr>
          <p:spPr>
            <a:xfrm>
              <a:off x="10990538" y="3092111"/>
              <a:ext cx="5657" cy="3650"/>
            </a:xfrm>
            <a:custGeom>
              <a:avLst/>
              <a:pathLst>
                <a:path w="5657" h="3650">
                  <a:moveTo>
                    <a:pt x="4302" y="3345"/>
                  </a:moveTo>
                  <a:lnTo>
                    <a:pt x="2399" y="3650"/>
                  </a:lnTo>
                  <a:lnTo>
                    <a:pt x="1886" y="3027"/>
                  </a:lnTo>
                  <a:lnTo>
                    <a:pt x="0" y="1290"/>
                  </a:lnTo>
                  <a:lnTo>
                    <a:pt x="2698" y="0"/>
                  </a:lnTo>
                  <a:lnTo>
                    <a:pt x="5657" y="94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5" name="ph8365"/>
            <p:cNvSpPr/>
            <p:nvPr/>
          </p:nvSpPr>
          <p:spPr>
            <a:xfrm>
              <a:off x="10989548" y="3072255"/>
              <a:ext cx="16851" cy="17042"/>
            </a:xfrm>
            <a:custGeom>
              <a:avLst/>
              <a:pathLst>
                <a:path w="16851" h="17042">
                  <a:moveTo>
                    <a:pt x="7642" y="2022"/>
                  </a:moveTo>
                  <a:lnTo>
                    <a:pt x="9944" y="4821"/>
                  </a:lnTo>
                  <a:lnTo>
                    <a:pt x="11736" y="4444"/>
                  </a:lnTo>
                  <a:lnTo>
                    <a:pt x="16851" y="12792"/>
                  </a:lnTo>
                  <a:lnTo>
                    <a:pt x="11674" y="17042"/>
                  </a:lnTo>
                  <a:lnTo>
                    <a:pt x="4976" y="9895"/>
                  </a:lnTo>
                  <a:lnTo>
                    <a:pt x="3463" y="10391"/>
                  </a:lnTo>
                  <a:lnTo>
                    <a:pt x="2928" y="13780"/>
                  </a:lnTo>
                  <a:lnTo>
                    <a:pt x="1381" y="12868"/>
                  </a:lnTo>
                  <a:lnTo>
                    <a:pt x="1606" y="9006"/>
                  </a:lnTo>
                  <a:lnTo>
                    <a:pt x="940" y="7791"/>
                  </a:lnTo>
                  <a:lnTo>
                    <a:pt x="8" y="7841"/>
                  </a:lnTo>
                  <a:lnTo>
                    <a:pt x="0" y="4084"/>
                  </a:lnTo>
                  <a:lnTo>
                    <a:pt x="3858" y="1388"/>
                  </a:lnTo>
                  <a:lnTo>
                    <a:pt x="440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6" name="ph8366"/>
            <p:cNvSpPr/>
            <p:nvPr/>
          </p:nvSpPr>
          <p:spPr>
            <a:xfrm>
              <a:off x="11088708" y="3014645"/>
              <a:ext cx="4159" cy="3871"/>
            </a:xfrm>
            <a:custGeom>
              <a:avLst/>
              <a:pathLst>
                <a:path w="4159" h="3871">
                  <a:moveTo>
                    <a:pt x="4159" y="1372"/>
                  </a:moveTo>
                  <a:lnTo>
                    <a:pt x="1990" y="38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7" name="ph8367"/>
            <p:cNvSpPr/>
            <p:nvPr/>
          </p:nvSpPr>
          <p:spPr>
            <a:xfrm>
              <a:off x="11183097" y="3075104"/>
              <a:ext cx="28486" cy="23377"/>
            </a:xfrm>
            <a:custGeom>
              <a:avLst/>
              <a:pathLst>
                <a:path w="28486" h="23377">
                  <a:moveTo>
                    <a:pt x="23722" y="0"/>
                  </a:moveTo>
                  <a:lnTo>
                    <a:pt x="26579" y="2361"/>
                  </a:lnTo>
                  <a:lnTo>
                    <a:pt x="28486" y="5762"/>
                  </a:lnTo>
                  <a:lnTo>
                    <a:pt x="27535" y="10009"/>
                  </a:lnTo>
                  <a:lnTo>
                    <a:pt x="25384" y="10286"/>
                  </a:lnTo>
                  <a:lnTo>
                    <a:pt x="23953" y="9176"/>
                  </a:lnTo>
                  <a:lnTo>
                    <a:pt x="22268" y="10163"/>
                  </a:lnTo>
                  <a:lnTo>
                    <a:pt x="21325" y="13564"/>
                  </a:lnTo>
                  <a:lnTo>
                    <a:pt x="21894" y="14846"/>
                  </a:lnTo>
                  <a:lnTo>
                    <a:pt x="21592" y="17082"/>
                  </a:lnTo>
                  <a:lnTo>
                    <a:pt x="19776" y="17296"/>
                  </a:lnTo>
                  <a:lnTo>
                    <a:pt x="18716" y="19896"/>
                  </a:lnTo>
                  <a:lnTo>
                    <a:pt x="18236" y="19491"/>
                  </a:lnTo>
                  <a:lnTo>
                    <a:pt x="13329" y="18223"/>
                  </a:lnTo>
                  <a:lnTo>
                    <a:pt x="11610" y="18796"/>
                  </a:lnTo>
                  <a:lnTo>
                    <a:pt x="10530" y="21397"/>
                  </a:lnTo>
                  <a:lnTo>
                    <a:pt x="8779" y="23377"/>
                  </a:lnTo>
                  <a:lnTo>
                    <a:pt x="8676" y="22515"/>
                  </a:lnTo>
                  <a:lnTo>
                    <a:pt x="0" y="16014"/>
                  </a:lnTo>
                  <a:lnTo>
                    <a:pt x="3533" y="9691"/>
                  </a:lnTo>
                  <a:lnTo>
                    <a:pt x="5419" y="12277"/>
                  </a:lnTo>
                  <a:lnTo>
                    <a:pt x="8871" y="12869"/>
                  </a:lnTo>
                  <a:lnTo>
                    <a:pt x="10690" y="11340"/>
                  </a:lnTo>
                  <a:lnTo>
                    <a:pt x="13053" y="7552"/>
                  </a:lnTo>
                  <a:lnTo>
                    <a:pt x="15487" y="8615"/>
                  </a:lnTo>
                  <a:lnTo>
                    <a:pt x="17952" y="6517"/>
                  </a:lnTo>
                  <a:lnTo>
                    <a:pt x="19473" y="278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8" name="ph8368"/>
            <p:cNvSpPr/>
            <p:nvPr/>
          </p:nvSpPr>
          <p:spPr>
            <a:xfrm>
              <a:off x="11110256" y="2919716"/>
              <a:ext cx="24874" cy="29147"/>
            </a:xfrm>
            <a:custGeom>
              <a:avLst/>
              <a:pathLst>
                <a:path w="24874" h="29147">
                  <a:moveTo>
                    <a:pt x="21640" y="434"/>
                  </a:moveTo>
                  <a:lnTo>
                    <a:pt x="22300" y="5403"/>
                  </a:lnTo>
                  <a:lnTo>
                    <a:pt x="24874" y="7590"/>
                  </a:lnTo>
                  <a:lnTo>
                    <a:pt x="22484" y="13629"/>
                  </a:lnTo>
                  <a:lnTo>
                    <a:pt x="22226" y="22105"/>
                  </a:lnTo>
                  <a:lnTo>
                    <a:pt x="19173" y="22127"/>
                  </a:lnTo>
                  <a:lnTo>
                    <a:pt x="18341" y="21024"/>
                  </a:lnTo>
                  <a:lnTo>
                    <a:pt x="15546" y="25090"/>
                  </a:lnTo>
                  <a:lnTo>
                    <a:pt x="16920" y="26513"/>
                  </a:lnTo>
                  <a:lnTo>
                    <a:pt x="16679" y="28177"/>
                  </a:lnTo>
                  <a:lnTo>
                    <a:pt x="15250" y="29147"/>
                  </a:lnTo>
                  <a:lnTo>
                    <a:pt x="14486" y="27928"/>
                  </a:lnTo>
                  <a:lnTo>
                    <a:pt x="15717" y="26697"/>
                  </a:lnTo>
                  <a:lnTo>
                    <a:pt x="13429" y="23348"/>
                  </a:lnTo>
                  <a:lnTo>
                    <a:pt x="11858" y="22683"/>
                  </a:lnTo>
                  <a:lnTo>
                    <a:pt x="8625" y="24067"/>
                  </a:lnTo>
                  <a:lnTo>
                    <a:pt x="7560" y="21167"/>
                  </a:lnTo>
                  <a:lnTo>
                    <a:pt x="8892" y="20340"/>
                  </a:lnTo>
                  <a:lnTo>
                    <a:pt x="7835" y="17472"/>
                  </a:lnTo>
                  <a:lnTo>
                    <a:pt x="5632" y="15381"/>
                  </a:lnTo>
                  <a:lnTo>
                    <a:pt x="296" y="12875"/>
                  </a:lnTo>
                  <a:lnTo>
                    <a:pt x="0" y="10635"/>
                  </a:lnTo>
                  <a:lnTo>
                    <a:pt x="4542" y="8218"/>
                  </a:lnTo>
                  <a:lnTo>
                    <a:pt x="7755" y="8129"/>
                  </a:lnTo>
                  <a:lnTo>
                    <a:pt x="9429" y="3314"/>
                  </a:lnTo>
                  <a:lnTo>
                    <a:pt x="10612" y="2326"/>
                  </a:lnTo>
                  <a:lnTo>
                    <a:pt x="10910" y="8457"/>
                  </a:lnTo>
                  <a:lnTo>
                    <a:pt x="15290" y="3668"/>
                  </a:lnTo>
                  <a:lnTo>
                    <a:pt x="2058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9" name="ph8369"/>
            <p:cNvSpPr/>
            <p:nvPr/>
          </p:nvSpPr>
          <p:spPr>
            <a:xfrm>
              <a:off x="11023397" y="2989049"/>
              <a:ext cx="7585" cy="4214"/>
            </a:xfrm>
            <a:custGeom>
              <a:avLst/>
              <a:pathLst>
                <a:path w="7585" h="4214">
                  <a:moveTo>
                    <a:pt x="4802" y="0"/>
                  </a:moveTo>
                  <a:lnTo>
                    <a:pt x="7288" y="1370"/>
                  </a:lnTo>
                  <a:lnTo>
                    <a:pt x="7585" y="3668"/>
                  </a:lnTo>
                  <a:lnTo>
                    <a:pt x="6269" y="4214"/>
                  </a:lnTo>
                  <a:lnTo>
                    <a:pt x="2646" y="3277"/>
                  </a:lnTo>
                  <a:lnTo>
                    <a:pt x="0" y="39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0" name="ph8370"/>
            <p:cNvSpPr/>
            <p:nvPr/>
          </p:nvSpPr>
          <p:spPr>
            <a:xfrm>
              <a:off x="11193744" y="3054791"/>
              <a:ext cx="17644" cy="12196"/>
            </a:xfrm>
            <a:custGeom>
              <a:avLst/>
              <a:pathLst>
                <a:path w="17644" h="12196">
                  <a:moveTo>
                    <a:pt x="13974" y="3334"/>
                  </a:moveTo>
                  <a:lnTo>
                    <a:pt x="14784" y="2991"/>
                  </a:lnTo>
                  <a:lnTo>
                    <a:pt x="14717" y="4338"/>
                  </a:lnTo>
                  <a:lnTo>
                    <a:pt x="17141" y="5351"/>
                  </a:lnTo>
                  <a:lnTo>
                    <a:pt x="17644" y="6763"/>
                  </a:lnTo>
                  <a:lnTo>
                    <a:pt x="15382" y="8093"/>
                  </a:lnTo>
                  <a:lnTo>
                    <a:pt x="13844" y="8364"/>
                  </a:lnTo>
                  <a:lnTo>
                    <a:pt x="10655" y="7020"/>
                  </a:lnTo>
                  <a:lnTo>
                    <a:pt x="8260" y="10533"/>
                  </a:lnTo>
                  <a:lnTo>
                    <a:pt x="5761" y="12196"/>
                  </a:lnTo>
                  <a:lnTo>
                    <a:pt x="455" y="5755"/>
                  </a:lnTo>
                  <a:lnTo>
                    <a:pt x="0" y="3198"/>
                  </a:lnTo>
                  <a:lnTo>
                    <a:pt x="481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1" name="ph8371"/>
            <p:cNvSpPr/>
            <p:nvPr/>
          </p:nvSpPr>
          <p:spPr>
            <a:xfrm>
              <a:off x="11032020" y="3047110"/>
              <a:ext cx="9017" cy="11434"/>
            </a:xfrm>
            <a:custGeom>
              <a:avLst/>
              <a:pathLst>
                <a:path w="9017" h="11434">
                  <a:moveTo>
                    <a:pt x="3907" y="0"/>
                  </a:moveTo>
                  <a:lnTo>
                    <a:pt x="4901" y="827"/>
                  </a:lnTo>
                  <a:lnTo>
                    <a:pt x="6088" y="702"/>
                  </a:lnTo>
                  <a:lnTo>
                    <a:pt x="6184" y="2132"/>
                  </a:lnTo>
                  <a:lnTo>
                    <a:pt x="6846" y="1912"/>
                  </a:lnTo>
                  <a:lnTo>
                    <a:pt x="8790" y="3112"/>
                  </a:lnTo>
                  <a:lnTo>
                    <a:pt x="9017" y="7105"/>
                  </a:lnTo>
                  <a:lnTo>
                    <a:pt x="6121" y="10219"/>
                  </a:lnTo>
                  <a:lnTo>
                    <a:pt x="4868" y="11434"/>
                  </a:lnTo>
                  <a:lnTo>
                    <a:pt x="3878" y="11266"/>
                  </a:lnTo>
                  <a:lnTo>
                    <a:pt x="972" y="6464"/>
                  </a:lnTo>
                  <a:lnTo>
                    <a:pt x="1159" y="2346"/>
                  </a:lnTo>
                  <a:lnTo>
                    <a:pt x="0" y="85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2" name="ph8372"/>
            <p:cNvSpPr/>
            <p:nvPr/>
          </p:nvSpPr>
          <p:spPr>
            <a:xfrm>
              <a:off x="11099969" y="2865217"/>
              <a:ext cx="8366" cy="12070"/>
            </a:xfrm>
            <a:custGeom>
              <a:avLst/>
              <a:pathLst>
                <a:path w="8366" h="12070">
                  <a:moveTo>
                    <a:pt x="5432" y="0"/>
                  </a:moveTo>
                  <a:lnTo>
                    <a:pt x="8366" y="2151"/>
                  </a:lnTo>
                  <a:lnTo>
                    <a:pt x="8289" y="5200"/>
                  </a:lnTo>
                  <a:lnTo>
                    <a:pt x="4955" y="10306"/>
                  </a:lnTo>
                  <a:lnTo>
                    <a:pt x="3401" y="12070"/>
                  </a:lnTo>
                  <a:lnTo>
                    <a:pt x="0" y="10719"/>
                  </a:lnTo>
                  <a:lnTo>
                    <a:pt x="2208" y="8455"/>
                  </a:lnTo>
                  <a:lnTo>
                    <a:pt x="701" y="5737"/>
                  </a:lnTo>
                  <a:lnTo>
                    <a:pt x="3223" y="290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3" name="ph8373"/>
            <p:cNvSpPr/>
            <p:nvPr/>
          </p:nvSpPr>
          <p:spPr>
            <a:xfrm>
              <a:off x="11116980" y="2878268"/>
              <a:ext cx="3408" cy="3867"/>
            </a:xfrm>
            <a:custGeom>
              <a:avLst/>
              <a:pathLst>
                <a:path w="3408" h="3867">
                  <a:moveTo>
                    <a:pt x="3300" y="1218"/>
                  </a:moveTo>
                  <a:lnTo>
                    <a:pt x="3408" y="3003"/>
                  </a:lnTo>
                  <a:lnTo>
                    <a:pt x="1034" y="3867"/>
                  </a:lnTo>
                  <a:lnTo>
                    <a:pt x="0" y="1601"/>
                  </a:lnTo>
                  <a:lnTo>
                    <a:pt x="1848" y="0"/>
                  </a:lnTo>
                  <a:lnTo>
                    <a:pt x="3254" y="67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4" name="ph8374"/>
            <p:cNvSpPr/>
            <p:nvPr/>
          </p:nvSpPr>
          <p:spPr>
            <a:xfrm>
              <a:off x="11113152" y="2864597"/>
              <a:ext cx="8595" cy="11399"/>
            </a:xfrm>
            <a:custGeom>
              <a:avLst/>
              <a:pathLst>
                <a:path w="8595" h="11399">
                  <a:moveTo>
                    <a:pt x="5827" y="6220"/>
                  </a:moveTo>
                  <a:lnTo>
                    <a:pt x="8595" y="8135"/>
                  </a:lnTo>
                  <a:lnTo>
                    <a:pt x="7996" y="9078"/>
                  </a:lnTo>
                  <a:lnTo>
                    <a:pt x="6699" y="8864"/>
                  </a:lnTo>
                  <a:lnTo>
                    <a:pt x="3172" y="11399"/>
                  </a:lnTo>
                  <a:lnTo>
                    <a:pt x="2336" y="11302"/>
                  </a:lnTo>
                  <a:lnTo>
                    <a:pt x="0" y="9494"/>
                  </a:lnTo>
                  <a:lnTo>
                    <a:pt x="3202" y="3355"/>
                  </a:lnTo>
                  <a:lnTo>
                    <a:pt x="3552" y="0"/>
                  </a:lnTo>
                  <a:lnTo>
                    <a:pt x="5437" y="164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5" name="ph8375"/>
            <p:cNvSpPr/>
            <p:nvPr/>
          </p:nvSpPr>
          <p:spPr>
            <a:xfrm>
              <a:off x="10973081" y="3064819"/>
              <a:ext cx="20877" cy="17417"/>
            </a:xfrm>
            <a:custGeom>
              <a:avLst/>
              <a:pathLst>
                <a:path w="20877" h="17417">
                  <a:moveTo>
                    <a:pt x="14390" y="173"/>
                  </a:moveTo>
                  <a:lnTo>
                    <a:pt x="17182" y="4235"/>
                  </a:lnTo>
                  <a:lnTo>
                    <a:pt x="20168" y="5312"/>
                  </a:lnTo>
                  <a:lnTo>
                    <a:pt x="20877" y="7436"/>
                  </a:lnTo>
                  <a:lnTo>
                    <a:pt x="20326" y="8824"/>
                  </a:lnTo>
                  <a:lnTo>
                    <a:pt x="16467" y="11520"/>
                  </a:lnTo>
                  <a:lnTo>
                    <a:pt x="16476" y="15277"/>
                  </a:lnTo>
                  <a:lnTo>
                    <a:pt x="15241" y="16583"/>
                  </a:lnTo>
                  <a:lnTo>
                    <a:pt x="12962" y="17417"/>
                  </a:lnTo>
                  <a:lnTo>
                    <a:pt x="14312" y="12705"/>
                  </a:lnTo>
                  <a:lnTo>
                    <a:pt x="10976" y="11038"/>
                  </a:lnTo>
                  <a:lnTo>
                    <a:pt x="3100" y="14450"/>
                  </a:lnTo>
                  <a:lnTo>
                    <a:pt x="1497" y="13806"/>
                  </a:lnTo>
                  <a:lnTo>
                    <a:pt x="0" y="12077"/>
                  </a:lnTo>
                  <a:lnTo>
                    <a:pt x="2640" y="7809"/>
                  </a:lnTo>
                  <a:lnTo>
                    <a:pt x="7319" y="5415"/>
                  </a:lnTo>
                  <a:lnTo>
                    <a:pt x="10903" y="1926"/>
                  </a:lnTo>
                  <a:lnTo>
                    <a:pt x="1165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6" name="ph8376"/>
            <p:cNvSpPr/>
            <p:nvPr/>
          </p:nvSpPr>
          <p:spPr>
            <a:xfrm>
              <a:off x="11119708" y="3043870"/>
              <a:ext cx="21875" cy="26419"/>
            </a:xfrm>
            <a:custGeom>
              <a:avLst/>
              <a:pathLst>
                <a:path w="21875" h="26419">
                  <a:moveTo>
                    <a:pt x="16788" y="0"/>
                  </a:moveTo>
                  <a:lnTo>
                    <a:pt x="19403" y="3577"/>
                  </a:lnTo>
                  <a:lnTo>
                    <a:pt x="20166" y="3609"/>
                  </a:lnTo>
                  <a:lnTo>
                    <a:pt x="20374" y="8152"/>
                  </a:lnTo>
                  <a:lnTo>
                    <a:pt x="18250" y="7661"/>
                  </a:lnTo>
                  <a:lnTo>
                    <a:pt x="17478" y="8206"/>
                  </a:lnTo>
                  <a:lnTo>
                    <a:pt x="18519" y="10595"/>
                  </a:lnTo>
                  <a:lnTo>
                    <a:pt x="17904" y="11991"/>
                  </a:lnTo>
                  <a:lnTo>
                    <a:pt x="17094" y="11578"/>
                  </a:lnTo>
                  <a:lnTo>
                    <a:pt x="15975" y="12864"/>
                  </a:lnTo>
                  <a:lnTo>
                    <a:pt x="16910" y="16189"/>
                  </a:lnTo>
                  <a:lnTo>
                    <a:pt x="21713" y="19961"/>
                  </a:lnTo>
                  <a:lnTo>
                    <a:pt x="21875" y="21164"/>
                  </a:lnTo>
                  <a:lnTo>
                    <a:pt x="15170" y="26419"/>
                  </a:lnTo>
                  <a:lnTo>
                    <a:pt x="13529" y="25929"/>
                  </a:lnTo>
                  <a:lnTo>
                    <a:pt x="11044" y="23187"/>
                  </a:lnTo>
                  <a:lnTo>
                    <a:pt x="12117" y="19699"/>
                  </a:lnTo>
                  <a:lnTo>
                    <a:pt x="14660" y="16751"/>
                  </a:lnTo>
                  <a:lnTo>
                    <a:pt x="14638" y="16138"/>
                  </a:lnTo>
                  <a:lnTo>
                    <a:pt x="11927" y="14500"/>
                  </a:lnTo>
                  <a:lnTo>
                    <a:pt x="9786" y="14857"/>
                  </a:lnTo>
                  <a:lnTo>
                    <a:pt x="6325" y="17671"/>
                  </a:lnTo>
                  <a:lnTo>
                    <a:pt x="1304" y="19531"/>
                  </a:lnTo>
                  <a:lnTo>
                    <a:pt x="945" y="19488"/>
                  </a:lnTo>
                  <a:lnTo>
                    <a:pt x="0" y="15357"/>
                  </a:lnTo>
                  <a:lnTo>
                    <a:pt x="719" y="8717"/>
                  </a:lnTo>
                  <a:lnTo>
                    <a:pt x="3295" y="8120"/>
                  </a:lnTo>
                  <a:lnTo>
                    <a:pt x="4745" y="9260"/>
                  </a:lnTo>
                  <a:lnTo>
                    <a:pt x="8079" y="7638"/>
                  </a:lnTo>
                  <a:lnTo>
                    <a:pt x="12615" y="4679"/>
                  </a:lnTo>
                  <a:lnTo>
                    <a:pt x="15286" y="5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7" name="ph8377"/>
            <p:cNvSpPr/>
            <p:nvPr/>
          </p:nvSpPr>
          <p:spPr>
            <a:xfrm>
              <a:off x="11028525" y="3092880"/>
              <a:ext cx="14884" cy="23453"/>
            </a:xfrm>
            <a:custGeom>
              <a:avLst/>
              <a:pathLst>
                <a:path w="14884" h="23453">
                  <a:moveTo>
                    <a:pt x="11399" y="2194"/>
                  </a:moveTo>
                  <a:lnTo>
                    <a:pt x="14884" y="8454"/>
                  </a:lnTo>
                  <a:lnTo>
                    <a:pt x="13705" y="8699"/>
                  </a:lnTo>
                  <a:lnTo>
                    <a:pt x="11233" y="11756"/>
                  </a:lnTo>
                  <a:lnTo>
                    <a:pt x="12175" y="15669"/>
                  </a:lnTo>
                  <a:lnTo>
                    <a:pt x="13164" y="17080"/>
                  </a:lnTo>
                  <a:lnTo>
                    <a:pt x="8470" y="22492"/>
                  </a:lnTo>
                  <a:lnTo>
                    <a:pt x="6866" y="21842"/>
                  </a:lnTo>
                  <a:lnTo>
                    <a:pt x="6281" y="23453"/>
                  </a:lnTo>
                  <a:lnTo>
                    <a:pt x="4695" y="21983"/>
                  </a:lnTo>
                  <a:lnTo>
                    <a:pt x="1962" y="17362"/>
                  </a:lnTo>
                  <a:lnTo>
                    <a:pt x="2429" y="7337"/>
                  </a:lnTo>
                  <a:lnTo>
                    <a:pt x="0" y="4854"/>
                  </a:lnTo>
                  <a:lnTo>
                    <a:pt x="529" y="2183"/>
                  </a:lnTo>
                  <a:lnTo>
                    <a:pt x="5042" y="2866"/>
                  </a:lnTo>
                  <a:lnTo>
                    <a:pt x="842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8" name="ph8378"/>
            <p:cNvSpPr/>
            <p:nvPr/>
          </p:nvSpPr>
          <p:spPr>
            <a:xfrm>
              <a:off x="11120868" y="2879452"/>
              <a:ext cx="21783" cy="48721"/>
            </a:xfrm>
            <a:custGeom>
              <a:avLst/>
              <a:pathLst>
                <a:path w="21783" h="48721">
                  <a:moveTo>
                    <a:pt x="21783" y="4981"/>
                  </a:moveTo>
                  <a:lnTo>
                    <a:pt x="20943" y="10988"/>
                  </a:lnTo>
                  <a:lnTo>
                    <a:pt x="19063" y="8727"/>
                  </a:lnTo>
                  <a:lnTo>
                    <a:pt x="16866" y="9543"/>
                  </a:lnTo>
                  <a:lnTo>
                    <a:pt x="13629" y="17122"/>
                  </a:lnTo>
                  <a:lnTo>
                    <a:pt x="13305" y="20729"/>
                  </a:lnTo>
                  <a:lnTo>
                    <a:pt x="14126" y="21797"/>
                  </a:lnTo>
                  <a:lnTo>
                    <a:pt x="14424" y="25049"/>
                  </a:lnTo>
                  <a:lnTo>
                    <a:pt x="15304" y="34803"/>
                  </a:lnTo>
                  <a:lnTo>
                    <a:pt x="13548" y="35668"/>
                  </a:lnTo>
                  <a:lnTo>
                    <a:pt x="11014" y="38719"/>
                  </a:lnTo>
                  <a:lnTo>
                    <a:pt x="11027" y="40699"/>
                  </a:lnTo>
                  <a:lnTo>
                    <a:pt x="9970" y="40264"/>
                  </a:lnTo>
                  <a:lnTo>
                    <a:pt x="4677" y="43932"/>
                  </a:lnTo>
                  <a:lnTo>
                    <a:pt x="297" y="48721"/>
                  </a:lnTo>
                  <a:lnTo>
                    <a:pt x="0" y="42590"/>
                  </a:lnTo>
                  <a:lnTo>
                    <a:pt x="3297" y="41002"/>
                  </a:lnTo>
                  <a:lnTo>
                    <a:pt x="4592" y="39579"/>
                  </a:lnTo>
                  <a:lnTo>
                    <a:pt x="6288" y="33583"/>
                  </a:lnTo>
                  <a:lnTo>
                    <a:pt x="5887" y="31357"/>
                  </a:lnTo>
                  <a:lnTo>
                    <a:pt x="3812" y="30777"/>
                  </a:lnTo>
                  <a:lnTo>
                    <a:pt x="3911" y="27611"/>
                  </a:lnTo>
                  <a:lnTo>
                    <a:pt x="5947" y="25241"/>
                  </a:lnTo>
                  <a:lnTo>
                    <a:pt x="7599" y="21764"/>
                  </a:lnTo>
                  <a:lnTo>
                    <a:pt x="7174" y="10175"/>
                  </a:lnTo>
                  <a:lnTo>
                    <a:pt x="11310" y="9587"/>
                  </a:lnTo>
                  <a:lnTo>
                    <a:pt x="16513" y="6709"/>
                  </a:lnTo>
                  <a:lnTo>
                    <a:pt x="17783" y="5107"/>
                  </a:lnTo>
                  <a:lnTo>
                    <a:pt x="1946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9" name="ph8379"/>
            <p:cNvSpPr/>
            <p:nvPr/>
          </p:nvSpPr>
          <p:spPr>
            <a:xfrm>
              <a:off x="11120313" y="2920608"/>
              <a:ext cx="29998" cy="42714"/>
            </a:xfrm>
            <a:custGeom>
              <a:avLst/>
              <a:pathLst>
                <a:path w="29998" h="42714">
                  <a:moveTo>
                    <a:pt x="23555" y="3292"/>
                  </a:moveTo>
                  <a:lnTo>
                    <a:pt x="22444" y="6302"/>
                  </a:lnTo>
                  <a:lnTo>
                    <a:pt x="22107" y="6623"/>
                  </a:lnTo>
                  <a:lnTo>
                    <a:pt x="21594" y="5035"/>
                  </a:lnTo>
                  <a:lnTo>
                    <a:pt x="20056" y="7062"/>
                  </a:lnTo>
                  <a:lnTo>
                    <a:pt x="21092" y="8502"/>
                  </a:lnTo>
                  <a:lnTo>
                    <a:pt x="19738" y="12411"/>
                  </a:lnTo>
                  <a:lnTo>
                    <a:pt x="20647" y="18332"/>
                  </a:lnTo>
                  <a:lnTo>
                    <a:pt x="23149" y="23122"/>
                  </a:lnTo>
                  <a:lnTo>
                    <a:pt x="28838" y="23880"/>
                  </a:lnTo>
                  <a:lnTo>
                    <a:pt x="29714" y="24839"/>
                  </a:lnTo>
                  <a:lnTo>
                    <a:pt x="29998" y="28838"/>
                  </a:lnTo>
                  <a:lnTo>
                    <a:pt x="28897" y="31093"/>
                  </a:lnTo>
                  <a:lnTo>
                    <a:pt x="25222" y="31623"/>
                  </a:lnTo>
                  <a:lnTo>
                    <a:pt x="24690" y="33188"/>
                  </a:lnTo>
                  <a:lnTo>
                    <a:pt x="24834" y="34213"/>
                  </a:lnTo>
                  <a:lnTo>
                    <a:pt x="27381" y="34636"/>
                  </a:lnTo>
                  <a:lnTo>
                    <a:pt x="28767" y="37814"/>
                  </a:lnTo>
                  <a:lnTo>
                    <a:pt x="24242" y="37774"/>
                  </a:lnTo>
                  <a:lnTo>
                    <a:pt x="21820" y="36962"/>
                  </a:lnTo>
                  <a:lnTo>
                    <a:pt x="19049" y="39242"/>
                  </a:lnTo>
                  <a:lnTo>
                    <a:pt x="18732" y="40973"/>
                  </a:lnTo>
                  <a:lnTo>
                    <a:pt x="16452" y="42201"/>
                  </a:lnTo>
                  <a:lnTo>
                    <a:pt x="15494" y="42714"/>
                  </a:lnTo>
                  <a:lnTo>
                    <a:pt x="11829" y="37944"/>
                  </a:lnTo>
                  <a:lnTo>
                    <a:pt x="10685" y="37408"/>
                  </a:lnTo>
                  <a:lnTo>
                    <a:pt x="7760" y="37588"/>
                  </a:lnTo>
                  <a:lnTo>
                    <a:pt x="6372" y="36408"/>
                  </a:lnTo>
                  <a:lnTo>
                    <a:pt x="5709" y="33409"/>
                  </a:lnTo>
                  <a:lnTo>
                    <a:pt x="4120" y="33978"/>
                  </a:lnTo>
                  <a:lnTo>
                    <a:pt x="1010" y="37535"/>
                  </a:lnTo>
                  <a:lnTo>
                    <a:pt x="0" y="36048"/>
                  </a:lnTo>
                  <a:lnTo>
                    <a:pt x="3780" y="31740"/>
                  </a:lnTo>
                  <a:lnTo>
                    <a:pt x="8289" y="29130"/>
                  </a:lnTo>
                  <a:lnTo>
                    <a:pt x="6622" y="27285"/>
                  </a:lnTo>
                  <a:lnTo>
                    <a:pt x="6862" y="25621"/>
                  </a:lnTo>
                  <a:lnTo>
                    <a:pt x="5488" y="24198"/>
                  </a:lnTo>
                  <a:lnTo>
                    <a:pt x="8284" y="20132"/>
                  </a:lnTo>
                  <a:lnTo>
                    <a:pt x="9115" y="21235"/>
                  </a:lnTo>
                  <a:lnTo>
                    <a:pt x="12169" y="21213"/>
                  </a:lnTo>
                  <a:lnTo>
                    <a:pt x="12426" y="12737"/>
                  </a:lnTo>
                  <a:lnTo>
                    <a:pt x="14817" y="6698"/>
                  </a:lnTo>
                  <a:lnTo>
                    <a:pt x="22854" y="1345"/>
                  </a:lnTo>
                  <a:lnTo>
                    <a:pt x="2331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0" name="ph8380"/>
            <p:cNvSpPr/>
            <p:nvPr/>
          </p:nvSpPr>
          <p:spPr>
            <a:xfrm>
              <a:off x="11080374" y="3083750"/>
              <a:ext cx="11810" cy="15026"/>
            </a:xfrm>
            <a:custGeom>
              <a:avLst/>
              <a:pathLst>
                <a:path w="11810" h="15026">
                  <a:moveTo>
                    <a:pt x="10499" y="0"/>
                  </a:moveTo>
                  <a:lnTo>
                    <a:pt x="10666" y="3286"/>
                  </a:lnTo>
                  <a:lnTo>
                    <a:pt x="11810" y="4304"/>
                  </a:lnTo>
                  <a:lnTo>
                    <a:pt x="10203" y="6490"/>
                  </a:lnTo>
                  <a:lnTo>
                    <a:pt x="7929" y="6307"/>
                  </a:lnTo>
                  <a:lnTo>
                    <a:pt x="6145" y="7165"/>
                  </a:lnTo>
                  <a:lnTo>
                    <a:pt x="8609" y="9624"/>
                  </a:lnTo>
                  <a:lnTo>
                    <a:pt x="4340" y="15026"/>
                  </a:lnTo>
                  <a:lnTo>
                    <a:pt x="3367" y="14286"/>
                  </a:lnTo>
                  <a:lnTo>
                    <a:pt x="1240" y="14916"/>
                  </a:lnTo>
                  <a:lnTo>
                    <a:pt x="0" y="11337"/>
                  </a:lnTo>
                  <a:lnTo>
                    <a:pt x="7911" y="1951"/>
                  </a:lnTo>
                  <a:lnTo>
                    <a:pt x="5849" y="96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1" name="ph8381"/>
            <p:cNvSpPr/>
            <p:nvPr/>
          </p:nvSpPr>
          <p:spPr>
            <a:xfrm>
              <a:off x="11098306" y="2977283"/>
              <a:ext cx="2704" cy="967"/>
            </a:xfrm>
            <a:custGeom>
              <a:avLst/>
              <a:pathLst>
                <a:path w="2704" h="967">
                  <a:moveTo>
                    <a:pt x="1836" y="592"/>
                  </a:moveTo>
                  <a:lnTo>
                    <a:pt x="0" y="967"/>
                  </a:lnTo>
                  <a:lnTo>
                    <a:pt x="270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2" name="ph8382"/>
            <p:cNvSpPr/>
            <p:nvPr/>
          </p:nvSpPr>
          <p:spPr>
            <a:xfrm>
              <a:off x="11096281" y="2972312"/>
              <a:ext cx="2493" cy="1625"/>
            </a:xfrm>
            <a:custGeom>
              <a:avLst/>
              <a:pathLst>
                <a:path w="2493" h="1625">
                  <a:moveTo>
                    <a:pt x="435" y="0"/>
                  </a:moveTo>
                  <a:lnTo>
                    <a:pt x="1771" y="1241"/>
                  </a:lnTo>
                  <a:lnTo>
                    <a:pt x="2493" y="1530"/>
                  </a:lnTo>
                  <a:lnTo>
                    <a:pt x="0" y="162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3" name="ph8383"/>
            <p:cNvSpPr/>
            <p:nvPr/>
          </p:nvSpPr>
          <p:spPr>
            <a:xfrm>
              <a:off x="11135292" y="2902116"/>
              <a:ext cx="7842" cy="12139"/>
            </a:xfrm>
            <a:custGeom>
              <a:avLst/>
              <a:pathLst>
                <a:path w="7842" h="12139">
                  <a:moveTo>
                    <a:pt x="6820" y="27"/>
                  </a:moveTo>
                  <a:lnTo>
                    <a:pt x="7842" y="1216"/>
                  </a:lnTo>
                  <a:lnTo>
                    <a:pt x="7659" y="1904"/>
                  </a:lnTo>
                  <a:lnTo>
                    <a:pt x="3642" y="7968"/>
                  </a:lnTo>
                  <a:lnTo>
                    <a:pt x="3770" y="10471"/>
                  </a:lnTo>
                  <a:lnTo>
                    <a:pt x="880" y="12139"/>
                  </a:lnTo>
                  <a:lnTo>
                    <a:pt x="0" y="2385"/>
                  </a:lnTo>
                  <a:lnTo>
                    <a:pt x="522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4" name="ph8384"/>
            <p:cNvSpPr/>
            <p:nvPr/>
          </p:nvSpPr>
          <p:spPr>
            <a:xfrm>
              <a:off x="11011579" y="3007002"/>
              <a:ext cx="31086" cy="23179"/>
            </a:xfrm>
            <a:custGeom>
              <a:avLst/>
              <a:pathLst>
                <a:path w="31086" h="23179">
                  <a:moveTo>
                    <a:pt x="4958" y="2835"/>
                  </a:moveTo>
                  <a:lnTo>
                    <a:pt x="11858" y="3256"/>
                  </a:lnTo>
                  <a:lnTo>
                    <a:pt x="13842" y="7581"/>
                  </a:lnTo>
                  <a:lnTo>
                    <a:pt x="15838" y="7492"/>
                  </a:lnTo>
                  <a:lnTo>
                    <a:pt x="19283" y="5363"/>
                  </a:lnTo>
                  <a:lnTo>
                    <a:pt x="20716" y="5285"/>
                  </a:lnTo>
                  <a:lnTo>
                    <a:pt x="22495" y="5287"/>
                  </a:lnTo>
                  <a:lnTo>
                    <a:pt x="23485" y="7225"/>
                  </a:lnTo>
                  <a:lnTo>
                    <a:pt x="25355" y="8029"/>
                  </a:lnTo>
                  <a:lnTo>
                    <a:pt x="29532" y="13785"/>
                  </a:lnTo>
                  <a:lnTo>
                    <a:pt x="29479" y="16910"/>
                  </a:lnTo>
                  <a:lnTo>
                    <a:pt x="31086" y="18183"/>
                  </a:lnTo>
                  <a:lnTo>
                    <a:pt x="28570" y="21742"/>
                  </a:lnTo>
                  <a:lnTo>
                    <a:pt x="24502" y="22498"/>
                  </a:lnTo>
                  <a:lnTo>
                    <a:pt x="24375" y="18850"/>
                  </a:lnTo>
                  <a:lnTo>
                    <a:pt x="21762" y="16876"/>
                  </a:lnTo>
                  <a:lnTo>
                    <a:pt x="19482" y="16926"/>
                  </a:lnTo>
                  <a:lnTo>
                    <a:pt x="15164" y="18639"/>
                  </a:lnTo>
                  <a:lnTo>
                    <a:pt x="16331" y="21168"/>
                  </a:lnTo>
                  <a:lnTo>
                    <a:pt x="15418" y="23179"/>
                  </a:lnTo>
                  <a:lnTo>
                    <a:pt x="11599" y="19805"/>
                  </a:lnTo>
                  <a:lnTo>
                    <a:pt x="9164" y="18720"/>
                  </a:lnTo>
                  <a:lnTo>
                    <a:pt x="7678" y="18131"/>
                  </a:lnTo>
                  <a:lnTo>
                    <a:pt x="7935" y="15336"/>
                  </a:lnTo>
                  <a:lnTo>
                    <a:pt x="7277" y="13493"/>
                  </a:lnTo>
                  <a:lnTo>
                    <a:pt x="5572" y="13423"/>
                  </a:lnTo>
                  <a:lnTo>
                    <a:pt x="0" y="2591"/>
                  </a:lnTo>
                  <a:lnTo>
                    <a:pt x="162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5" name="ph8385"/>
            <p:cNvSpPr/>
            <p:nvPr/>
          </p:nvSpPr>
          <p:spPr>
            <a:xfrm>
              <a:off x="11134995" y="2900753"/>
              <a:ext cx="5535" cy="3748"/>
            </a:xfrm>
            <a:custGeom>
              <a:avLst/>
              <a:pathLst>
                <a:path w="5535" h="3748">
                  <a:moveTo>
                    <a:pt x="2873" y="122"/>
                  </a:moveTo>
                  <a:lnTo>
                    <a:pt x="5535" y="0"/>
                  </a:lnTo>
                  <a:lnTo>
                    <a:pt x="5520" y="1363"/>
                  </a:lnTo>
                  <a:lnTo>
                    <a:pt x="297" y="3748"/>
                  </a:lnTo>
                  <a:lnTo>
                    <a:pt x="0" y="49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6" name="ph8386"/>
            <p:cNvSpPr/>
            <p:nvPr/>
          </p:nvSpPr>
          <p:spPr>
            <a:xfrm>
              <a:off x="11011995" y="2999279"/>
              <a:ext cx="20300" cy="15304"/>
            </a:xfrm>
            <a:custGeom>
              <a:avLst/>
              <a:pathLst>
                <a:path w="20300" h="15304">
                  <a:moveTo>
                    <a:pt x="11820" y="0"/>
                  </a:moveTo>
                  <a:lnTo>
                    <a:pt x="17969" y="3306"/>
                  </a:lnTo>
                  <a:lnTo>
                    <a:pt x="18283" y="7986"/>
                  </a:lnTo>
                  <a:lnTo>
                    <a:pt x="20045" y="8333"/>
                  </a:lnTo>
                  <a:lnTo>
                    <a:pt x="20300" y="13008"/>
                  </a:lnTo>
                  <a:lnTo>
                    <a:pt x="18867" y="13086"/>
                  </a:lnTo>
                  <a:lnTo>
                    <a:pt x="15422" y="15215"/>
                  </a:lnTo>
                  <a:lnTo>
                    <a:pt x="13426" y="15304"/>
                  </a:lnTo>
                  <a:lnTo>
                    <a:pt x="11442" y="10979"/>
                  </a:lnTo>
                  <a:lnTo>
                    <a:pt x="4542" y="10558"/>
                  </a:lnTo>
                  <a:lnTo>
                    <a:pt x="1211" y="7723"/>
                  </a:lnTo>
                  <a:lnTo>
                    <a:pt x="846" y="5308"/>
                  </a:lnTo>
                  <a:lnTo>
                    <a:pt x="0" y="3194"/>
                  </a:lnTo>
                  <a:lnTo>
                    <a:pt x="5483" y="4976"/>
                  </a:lnTo>
                  <a:lnTo>
                    <a:pt x="9285" y="441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7" name="ph8387"/>
            <p:cNvSpPr/>
            <p:nvPr/>
          </p:nvSpPr>
          <p:spPr>
            <a:xfrm>
              <a:off x="11066424" y="3045015"/>
              <a:ext cx="12284" cy="5252"/>
            </a:xfrm>
            <a:custGeom>
              <a:avLst/>
              <a:pathLst>
                <a:path w="12284" h="5252">
                  <a:moveTo>
                    <a:pt x="11391" y="0"/>
                  </a:moveTo>
                  <a:lnTo>
                    <a:pt x="12284" y="1298"/>
                  </a:lnTo>
                  <a:lnTo>
                    <a:pt x="10396" y="3120"/>
                  </a:lnTo>
                  <a:lnTo>
                    <a:pt x="8192" y="2810"/>
                  </a:lnTo>
                  <a:lnTo>
                    <a:pt x="5795" y="4257"/>
                  </a:lnTo>
                  <a:lnTo>
                    <a:pt x="1563" y="5252"/>
                  </a:lnTo>
                  <a:lnTo>
                    <a:pt x="0" y="4137"/>
                  </a:lnTo>
                  <a:lnTo>
                    <a:pt x="5676" y="38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8" name="ph8388"/>
            <p:cNvSpPr/>
            <p:nvPr/>
          </p:nvSpPr>
          <p:spPr>
            <a:xfrm>
              <a:off x="11002297" y="3023879"/>
              <a:ext cx="33783" cy="22659"/>
            </a:xfrm>
            <a:custGeom>
              <a:avLst/>
              <a:pathLst>
                <a:path w="33783" h="22659">
                  <a:moveTo>
                    <a:pt x="31043" y="0"/>
                  </a:moveTo>
                  <a:lnTo>
                    <a:pt x="33656" y="1974"/>
                  </a:lnTo>
                  <a:lnTo>
                    <a:pt x="33783" y="5621"/>
                  </a:lnTo>
                  <a:lnTo>
                    <a:pt x="31909" y="7549"/>
                  </a:lnTo>
                  <a:lnTo>
                    <a:pt x="29952" y="6021"/>
                  </a:lnTo>
                  <a:lnTo>
                    <a:pt x="20487" y="14646"/>
                  </a:lnTo>
                  <a:lnTo>
                    <a:pt x="20296" y="15517"/>
                  </a:lnTo>
                  <a:lnTo>
                    <a:pt x="18558" y="17213"/>
                  </a:lnTo>
                  <a:lnTo>
                    <a:pt x="15449" y="13965"/>
                  </a:lnTo>
                  <a:lnTo>
                    <a:pt x="14356" y="13240"/>
                  </a:lnTo>
                  <a:lnTo>
                    <a:pt x="12770" y="13328"/>
                  </a:lnTo>
                  <a:lnTo>
                    <a:pt x="10905" y="15124"/>
                  </a:lnTo>
                  <a:lnTo>
                    <a:pt x="10783" y="21417"/>
                  </a:lnTo>
                  <a:lnTo>
                    <a:pt x="8434" y="22245"/>
                  </a:lnTo>
                  <a:lnTo>
                    <a:pt x="1356" y="22659"/>
                  </a:lnTo>
                  <a:lnTo>
                    <a:pt x="0" y="20334"/>
                  </a:lnTo>
                  <a:lnTo>
                    <a:pt x="2166" y="17658"/>
                  </a:lnTo>
                  <a:lnTo>
                    <a:pt x="2869" y="18770"/>
                  </a:lnTo>
                  <a:lnTo>
                    <a:pt x="7286" y="17367"/>
                  </a:lnTo>
                  <a:lnTo>
                    <a:pt x="5874" y="14324"/>
                  </a:lnTo>
                  <a:lnTo>
                    <a:pt x="7090" y="12018"/>
                  </a:lnTo>
                  <a:lnTo>
                    <a:pt x="10645" y="14262"/>
                  </a:lnTo>
                  <a:lnTo>
                    <a:pt x="10173" y="12690"/>
                  </a:lnTo>
                  <a:lnTo>
                    <a:pt x="11146" y="6415"/>
                  </a:lnTo>
                  <a:lnTo>
                    <a:pt x="15034" y="3589"/>
                  </a:lnTo>
                  <a:lnTo>
                    <a:pt x="19328" y="4096"/>
                  </a:lnTo>
                  <a:lnTo>
                    <a:pt x="18445" y="1844"/>
                  </a:lnTo>
                  <a:lnTo>
                    <a:pt x="20880" y="2929"/>
                  </a:lnTo>
                  <a:lnTo>
                    <a:pt x="24699" y="6303"/>
                  </a:lnTo>
                  <a:lnTo>
                    <a:pt x="25612" y="4292"/>
                  </a:lnTo>
                  <a:lnTo>
                    <a:pt x="24445" y="1763"/>
                  </a:lnTo>
                  <a:lnTo>
                    <a:pt x="28763" y="4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9" name="ph8389"/>
            <p:cNvSpPr/>
            <p:nvPr/>
          </p:nvSpPr>
          <p:spPr>
            <a:xfrm>
              <a:off x="10996503" y="3041426"/>
              <a:ext cx="18352" cy="15421"/>
            </a:xfrm>
            <a:custGeom>
              <a:avLst/>
              <a:pathLst>
                <a:path w="18352" h="15421">
                  <a:moveTo>
                    <a:pt x="3274" y="0"/>
                  </a:moveTo>
                  <a:lnTo>
                    <a:pt x="5794" y="2787"/>
                  </a:lnTo>
                  <a:lnTo>
                    <a:pt x="7150" y="5111"/>
                  </a:lnTo>
                  <a:lnTo>
                    <a:pt x="14228" y="4698"/>
                  </a:lnTo>
                  <a:lnTo>
                    <a:pt x="16577" y="3869"/>
                  </a:lnTo>
                  <a:lnTo>
                    <a:pt x="18352" y="7951"/>
                  </a:lnTo>
                  <a:lnTo>
                    <a:pt x="17381" y="9952"/>
                  </a:lnTo>
                  <a:lnTo>
                    <a:pt x="14318" y="11498"/>
                  </a:lnTo>
                  <a:lnTo>
                    <a:pt x="13408" y="13611"/>
                  </a:lnTo>
                  <a:lnTo>
                    <a:pt x="8288" y="11054"/>
                  </a:lnTo>
                  <a:lnTo>
                    <a:pt x="3247" y="12054"/>
                  </a:lnTo>
                  <a:lnTo>
                    <a:pt x="2632" y="12642"/>
                  </a:lnTo>
                  <a:lnTo>
                    <a:pt x="2977" y="15000"/>
                  </a:lnTo>
                  <a:lnTo>
                    <a:pt x="1928" y="15421"/>
                  </a:lnTo>
                  <a:lnTo>
                    <a:pt x="1110" y="13106"/>
                  </a:lnTo>
                  <a:lnTo>
                    <a:pt x="1757" y="12933"/>
                  </a:lnTo>
                  <a:lnTo>
                    <a:pt x="1970" y="11718"/>
                  </a:lnTo>
                  <a:lnTo>
                    <a:pt x="0" y="542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0" name="ph8390"/>
            <p:cNvSpPr/>
            <p:nvPr/>
          </p:nvSpPr>
          <p:spPr>
            <a:xfrm>
              <a:off x="11029992" y="3067557"/>
              <a:ext cx="34379" cy="27842"/>
            </a:xfrm>
            <a:custGeom>
              <a:avLst/>
              <a:pathLst>
                <a:path w="34379" h="27842">
                  <a:moveTo>
                    <a:pt x="17664" y="286"/>
                  </a:moveTo>
                  <a:lnTo>
                    <a:pt x="19332" y="7259"/>
                  </a:lnTo>
                  <a:lnTo>
                    <a:pt x="18544" y="8458"/>
                  </a:lnTo>
                  <a:lnTo>
                    <a:pt x="19975" y="10231"/>
                  </a:lnTo>
                  <a:lnTo>
                    <a:pt x="26319" y="10881"/>
                  </a:lnTo>
                  <a:lnTo>
                    <a:pt x="32055" y="14904"/>
                  </a:lnTo>
                  <a:lnTo>
                    <a:pt x="33913" y="15531"/>
                  </a:lnTo>
                  <a:lnTo>
                    <a:pt x="34379" y="18046"/>
                  </a:lnTo>
                  <a:lnTo>
                    <a:pt x="33755" y="19994"/>
                  </a:lnTo>
                  <a:lnTo>
                    <a:pt x="31274" y="22032"/>
                  </a:lnTo>
                  <a:lnTo>
                    <a:pt x="30799" y="23437"/>
                  </a:lnTo>
                  <a:lnTo>
                    <a:pt x="29101" y="22749"/>
                  </a:lnTo>
                  <a:lnTo>
                    <a:pt x="27718" y="23454"/>
                  </a:lnTo>
                  <a:lnTo>
                    <a:pt x="27802" y="24938"/>
                  </a:lnTo>
                  <a:lnTo>
                    <a:pt x="18802" y="26308"/>
                  </a:lnTo>
                  <a:lnTo>
                    <a:pt x="15720" y="27842"/>
                  </a:lnTo>
                  <a:lnTo>
                    <a:pt x="10306" y="26821"/>
                  </a:lnTo>
                  <a:lnTo>
                    <a:pt x="9932" y="27517"/>
                  </a:lnTo>
                  <a:lnTo>
                    <a:pt x="6956" y="25323"/>
                  </a:lnTo>
                  <a:lnTo>
                    <a:pt x="5224" y="24297"/>
                  </a:lnTo>
                  <a:lnTo>
                    <a:pt x="975" y="25022"/>
                  </a:lnTo>
                  <a:lnTo>
                    <a:pt x="2174" y="19813"/>
                  </a:lnTo>
                  <a:lnTo>
                    <a:pt x="995" y="18634"/>
                  </a:lnTo>
                  <a:lnTo>
                    <a:pt x="0" y="16093"/>
                  </a:lnTo>
                  <a:lnTo>
                    <a:pt x="443" y="13693"/>
                  </a:lnTo>
                  <a:lnTo>
                    <a:pt x="5728" y="7248"/>
                  </a:lnTo>
                  <a:lnTo>
                    <a:pt x="7377" y="3322"/>
                  </a:lnTo>
                  <a:lnTo>
                    <a:pt x="1615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1" name="ph8391"/>
            <p:cNvSpPr/>
            <p:nvPr/>
          </p:nvSpPr>
          <p:spPr>
            <a:xfrm>
              <a:off x="11093938" y="2880908"/>
              <a:ext cx="10301" cy="5922"/>
            </a:xfrm>
            <a:custGeom>
              <a:avLst/>
              <a:pathLst>
                <a:path w="10301" h="5922">
                  <a:moveTo>
                    <a:pt x="6176" y="2289"/>
                  </a:moveTo>
                  <a:lnTo>
                    <a:pt x="6887" y="3800"/>
                  </a:lnTo>
                  <a:lnTo>
                    <a:pt x="10255" y="3106"/>
                  </a:lnTo>
                  <a:lnTo>
                    <a:pt x="10301" y="5016"/>
                  </a:lnTo>
                  <a:lnTo>
                    <a:pt x="9279" y="5820"/>
                  </a:lnTo>
                  <a:lnTo>
                    <a:pt x="6924" y="4515"/>
                  </a:lnTo>
                  <a:lnTo>
                    <a:pt x="0" y="5922"/>
                  </a:lnTo>
                  <a:lnTo>
                    <a:pt x="1853" y="1694"/>
                  </a:lnTo>
                  <a:lnTo>
                    <a:pt x="682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2" name="ph8392"/>
            <p:cNvSpPr/>
            <p:nvPr/>
          </p:nvSpPr>
          <p:spPr>
            <a:xfrm>
              <a:off x="11118660" y="3072544"/>
              <a:ext cx="28695" cy="38277"/>
            </a:xfrm>
            <a:custGeom>
              <a:avLst/>
              <a:pathLst>
                <a:path w="28695" h="38277">
                  <a:moveTo>
                    <a:pt x="28079" y="1359"/>
                  </a:moveTo>
                  <a:lnTo>
                    <a:pt x="27984" y="2154"/>
                  </a:lnTo>
                  <a:lnTo>
                    <a:pt x="26682" y="2331"/>
                  </a:lnTo>
                  <a:lnTo>
                    <a:pt x="26496" y="4418"/>
                  </a:lnTo>
                  <a:lnTo>
                    <a:pt x="26769" y="17793"/>
                  </a:lnTo>
                  <a:lnTo>
                    <a:pt x="28695" y="21833"/>
                  </a:lnTo>
                  <a:lnTo>
                    <a:pt x="28546" y="24718"/>
                  </a:lnTo>
                  <a:lnTo>
                    <a:pt x="20398" y="26152"/>
                  </a:lnTo>
                  <a:lnTo>
                    <a:pt x="16846" y="24843"/>
                  </a:lnTo>
                  <a:lnTo>
                    <a:pt x="12446" y="20836"/>
                  </a:lnTo>
                  <a:lnTo>
                    <a:pt x="8126" y="19160"/>
                  </a:lnTo>
                  <a:lnTo>
                    <a:pt x="7522" y="20575"/>
                  </a:lnTo>
                  <a:lnTo>
                    <a:pt x="8178" y="23856"/>
                  </a:lnTo>
                  <a:lnTo>
                    <a:pt x="7430" y="24405"/>
                  </a:lnTo>
                  <a:lnTo>
                    <a:pt x="4817" y="24086"/>
                  </a:lnTo>
                  <a:lnTo>
                    <a:pt x="5491" y="27899"/>
                  </a:lnTo>
                  <a:lnTo>
                    <a:pt x="12341" y="28428"/>
                  </a:lnTo>
                  <a:lnTo>
                    <a:pt x="14249" y="27317"/>
                  </a:lnTo>
                  <a:lnTo>
                    <a:pt x="17602" y="29657"/>
                  </a:lnTo>
                  <a:lnTo>
                    <a:pt x="16007" y="33799"/>
                  </a:lnTo>
                  <a:lnTo>
                    <a:pt x="13688" y="33896"/>
                  </a:lnTo>
                  <a:lnTo>
                    <a:pt x="11320" y="34914"/>
                  </a:lnTo>
                  <a:lnTo>
                    <a:pt x="10892" y="36002"/>
                  </a:lnTo>
                  <a:lnTo>
                    <a:pt x="11460" y="38277"/>
                  </a:lnTo>
                  <a:lnTo>
                    <a:pt x="8201" y="35623"/>
                  </a:lnTo>
                  <a:lnTo>
                    <a:pt x="6071" y="32487"/>
                  </a:lnTo>
                  <a:lnTo>
                    <a:pt x="7592" y="30410"/>
                  </a:lnTo>
                  <a:lnTo>
                    <a:pt x="5113" y="28848"/>
                  </a:lnTo>
                  <a:lnTo>
                    <a:pt x="2887" y="28548"/>
                  </a:lnTo>
                  <a:lnTo>
                    <a:pt x="3764" y="26972"/>
                  </a:lnTo>
                  <a:lnTo>
                    <a:pt x="2341" y="17545"/>
                  </a:lnTo>
                  <a:lnTo>
                    <a:pt x="1069" y="15951"/>
                  </a:lnTo>
                  <a:lnTo>
                    <a:pt x="83" y="16134"/>
                  </a:lnTo>
                  <a:lnTo>
                    <a:pt x="0" y="13747"/>
                  </a:lnTo>
                  <a:lnTo>
                    <a:pt x="5266" y="12965"/>
                  </a:lnTo>
                  <a:lnTo>
                    <a:pt x="8653" y="11348"/>
                  </a:lnTo>
                  <a:lnTo>
                    <a:pt x="11416" y="11936"/>
                  </a:lnTo>
                  <a:lnTo>
                    <a:pt x="15976" y="8648"/>
                  </a:lnTo>
                  <a:lnTo>
                    <a:pt x="19298" y="1438"/>
                  </a:lnTo>
                  <a:lnTo>
                    <a:pt x="21417" y="531"/>
                  </a:lnTo>
                  <a:lnTo>
                    <a:pt x="2447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3" name="ph8393"/>
            <p:cNvSpPr/>
            <p:nvPr/>
          </p:nvSpPr>
          <p:spPr>
            <a:xfrm>
              <a:off x="11092617" y="3003101"/>
              <a:ext cx="10157" cy="11113"/>
            </a:xfrm>
            <a:custGeom>
              <a:avLst/>
              <a:pathLst>
                <a:path w="10157" h="11113">
                  <a:moveTo>
                    <a:pt x="3805" y="2374"/>
                  </a:moveTo>
                  <a:lnTo>
                    <a:pt x="3324" y="3040"/>
                  </a:lnTo>
                  <a:lnTo>
                    <a:pt x="6369" y="3916"/>
                  </a:lnTo>
                  <a:lnTo>
                    <a:pt x="10157" y="7514"/>
                  </a:lnTo>
                  <a:lnTo>
                    <a:pt x="8155" y="11113"/>
                  </a:lnTo>
                  <a:lnTo>
                    <a:pt x="3917" y="9120"/>
                  </a:lnTo>
                  <a:lnTo>
                    <a:pt x="5100" y="7089"/>
                  </a:lnTo>
                  <a:lnTo>
                    <a:pt x="3689" y="6226"/>
                  </a:lnTo>
                  <a:lnTo>
                    <a:pt x="3824" y="4793"/>
                  </a:lnTo>
                  <a:lnTo>
                    <a:pt x="0" y="2244"/>
                  </a:lnTo>
                  <a:lnTo>
                    <a:pt x="133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4" name="ph8394"/>
            <p:cNvSpPr/>
            <p:nvPr/>
          </p:nvSpPr>
          <p:spPr>
            <a:xfrm>
              <a:off x="11037330" y="2998072"/>
              <a:ext cx="14623" cy="11071"/>
            </a:xfrm>
            <a:custGeom>
              <a:avLst/>
              <a:pathLst>
                <a:path w="14623" h="11071">
                  <a:moveTo>
                    <a:pt x="9465" y="1042"/>
                  </a:moveTo>
                  <a:lnTo>
                    <a:pt x="9072" y="2088"/>
                  </a:lnTo>
                  <a:lnTo>
                    <a:pt x="14623" y="4727"/>
                  </a:lnTo>
                  <a:lnTo>
                    <a:pt x="12655" y="5708"/>
                  </a:lnTo>
                  <a:lnTo>
                    <a:pt x="8784" y="11071"/>
                  </a:lnTo>
                  <a:lnTo>
                    <a:pt x="4043" y="7348"/>
                  </a:lnTo>
                  <a:lnTo>
                    <a:pt x="1450" y="4423"/>
                  </a:lnTo>
                  <a:lnTo>
                    <a:pt x="0" y="3340"/>
                  </a:lnTo>
                  <a:lnTo>
                    <a:pt x="5741" y="2646"/>
                  </a:lnTo>
                  <a:lnTo>
                    <a:pt x="7073" y="657"/>
                  </a:lnTo>
                  <a:lnTo>
                    <a:pt x="908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5" name="ph8395"/>
            <p:cNvSpPr/>
            <p:nvPr/>
          </p:nvSpPr>
          <p:spPr>
            <a:xfrm>
              <a:off x="11156777" y="3055971"/>
              <a:ext cx="12098" cy="14329"/>
            </a:xfrm>
            <a:custGeom>
              <a:avLst/>
              <a:pathLst>
                <a:path w="12098" h="14329">
                  <a:moveTo>
                    <a:pt x="9894" y="2334"/>
                  </a:moveTo>
                  <a:lnTo>
                    <a:pt x="12098" y="8323"/>
                  </a:lnTo>
                  <a:lnTo>
                    <a:pt x="11401" y="9521"/>
                  </a:lnTo>
                  <a:lnTo>
                    <a:pt x="9119" y="9187"/>
                  </a:lnTo>
                  <a:lnTo>
                    <a:pt x="7503" y="10194"/>
                  </a:lnTo>
                  <a:lnTo>
                    <a:pt x="1093" y="14329"/>
                  </a:lnTo>
                  <a:lnTo>
                    <a:pt x="42" y="13644"/>
                  </a:lnTo>
                  <a:lnTo>
                    <a:pt x="1811" y="11146"/>
                  </a:lnTo>
                  <a:lnTo>
                    <a:pt x="0" y="6709"/>
                  </a:lnTo>
                  <a:lnTo>
                    <a:pt x="1377" y="3696"/>
                  </a:lnTo>
                  <a:lnTo>
                    <a:pt x="3033" y="3120"/>
                  </a:lnTo>
                  <a:lnTo>
                    <a:pt x="583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6" name="ph8396"/>
            <p:cNvSpPr/>
            <p:nvPr/>
          </p:nvSpPr>
          <p:spPr>
            <a:xfrm>
              <a:off x="11036214" y="3002495"/>
              <a:ext cx="5158" cy="4828"/>
            </a:xfrm>
            <a:custGeom>
              <a:avLst/>
              <a:pathLst>
                <a:path w="5158" h="4828">
                  <a:moveTo>
                    <a:pt x="5158" y="2925"/>
                  </a:moveTo>
                  <a:lnTo>
                    <a:pt x="1717" y="4828"/>
                  </a:lnTo>
                  <a:lnTo>
                    <a:pt x="0" y="4383"/>
                  </a:lnTo>
                  <a:lnTo>
                    <a:pt x="256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7" name="ph8397"/>
            <p:cNvSpPr/>
            <p:nvPr/>
          </p:nvSpPr>
          <p:spPr>
            <a:xfrm>
              <a:off x="11029964" y="2997240"/>
              <a:ext cx="8815" cy="10372"/>
            </a:xfrm>
            <a:custGeom>
              <a:avLst/>
              <a:pathLst>
                <a:path w="8815" h="10372">
                  <a:moveTo>
                    <a:pt x="3195" y="351"/>
                  </a:moveTo>
                  <a:lnTo>
                    <a:pt x="4653" y="0"/>
                  </a:lnTo>
                  <a:lnTo>
                    <a:pt x="5500" y="2118"/>
                  </a:lnTo>
                  <a:lnTo>
                    <a:pt x="2297" y="3072"/>
                  </a:lnTo>
                  <a:lnTo>
                    <a:pt x="3161" y="5805"/>
                  </a:lnTo>
                  <a:lnTo>
                    <a:pt x="4458" y="6202"/>
                  </a:lnTo>
                  <a:lnTo>
                    <a:pt x="7365" y="4172"/>
                  </a:lnTo>
                  <a:lnTo>
                    <a:pt x="8815" y="5255"/>
                  </a:lnTo>
                  <a:lnTo>
                    <a:pt x="6250" y="9639"/>
                  </a:lnTo>
                  <a:lnTo>
                    <a:pt x="2075" y="10372"/>
                  </a:lnTo>
                  <a:lnTo>
                    <a:pt x="313" y="10025"/>
                  </a:lnTo>
                  <a:lnTo>
                    <a:pt x="0" y="5345"/>
                  </a:lnTo>
                  <a:lnTo>
                    <a:pt x="134" y="1964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8" name="ph8398"/>
            <p:cNvSpPr/>
            <p:nvPr/>
          </p:nvSpPr>
          <p:spPr>
            <a:xfrm>
              <a:off x="11095366" y="2967258"/>
              <a:ext cx="24135" cy="15206"/>
            </a:xfrm>
            <a:custGeom>
              <a:avLst/>
              <a:pathLst>
                <a:path w="24135" h="15206">
                  <a:moveTo>
                    <a:pt x="21679" y="465"/>
                  </a:moveTo>
                  <a:lnTo>
                    <a:pt x="24135" y="1305"/>
                  </a:lnTo>
                  <a:lnTo>
                    <a:pt x="21411" y="7181"/>
                  </a:lnTo>
                  <a:lnTo>
                    <a:pt x="17669" y="14151"/>
                  </a:lnTo>
                  <a:lnTo>
                    <a:pt x="14212" y="13651"/>
                  </a:lnTo>
                  <a:lnTo>
                    <a:pt x="12874" y="12198"/>
                  </a:lnTo>
                  <a:lnTo>
                    <a:pt x="11540" y="13098"/>
                  </a:lnTo>
                  <a:lnTo>
                    <a:pt x="10709" y="15206"/>
                  </a:lnTo>
                  <a:lnTo>
                    <a:pt x="4830" y="10536"/>
                  </a:lnTo>
                  <a:lnTo>
                    <a:pt x="5644" y="10024"/>
                  </a:lnTo>
                  <a:lnTo>
                    <a:pt x="3409" y="6584"/>
                  </a:lnTo>
                  <a:lnTo>
                    <a:pt x="2687" y="6295"/>
                  </a:lnTo>
                  <a:lnTo>
                    <a:pt x="1351" y="5053"/>
                  </a:lnTo>
                  <a:lnTo>
                    <a:pt x="0" y="3391"/>
                  </a:lnTo>
                  <a:lnTo>
                    <a:pt x="1926" y="1253"/>
                  </a:lnTo>
                  <a:lnTo>
                    <a:pt x="8294" y="3196"/>
                  </a:lnTo>
                  <a:lnTo>
                    <a:pt x="11319" y="3078"/>
                  </a:lnTo>
                  <a:lnTo>
                    <a:pt x="13369" y="913"/>
                  </a:lnTo>
                  <a:lnTo>
                    <a:pt x="16683" y="3062"/>
                  </a:lnTo>
                  <a:lnTo>
                    <a:pt x="19081" y="2245"/>
                  </a:lnTo>
                  <a:lnTo>
                    <a:pt x="2031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9" name="ph8399"/>
            <p:cNvSpPr/>
            <p:nvPr/>
          </p:nvSpPr>
          <p:spPr>
            <a:xfrm>
              <a:off x="11131773" y="2854532"/>
              <a:ext cx="19167" cy="13068"/>
            </a:xfrm>
            <a:custGeom>
              <a:avLst/>
              <a:pathLst>
                <a:path w="19167" h="13068">
                  <a:moveTo>
                    <a:pt x="11817" y="0"/>
                  </a:moveTo>
                  <a:lnTo>
                    <a:pt x="12095" y="3166"/>
                  </a:lnTo>
                  <a:lnTo>
                    <a:pt x="19167" y="5595"/>
                  </a:lnTo>
                  <a:lnTo>
                    <a:pt x="17685" y="11405"/>
                  </a:lnTo>
                  <a:lnTo>
                    <a:pt x="15742" y="12482"/>
                  </a:lnTo>
                  <a:lnTo>
                    <a:pt x="13803" y="11929"/>
                  </a:lnTo>
                  <a:lnTo>
                    <a:pt x="11885" y="13068"/>
                  </a:lnTo>
                  <a:lnTo>
                    <a:pt x="2759" y="12151"/>
                  </a:lnTo>
                  <a:lnTo>
                    <a:pt x="1777" y="12028"/>
                  </a:lnTo>
                  <a:lnTo>
                    <a:pt x="0" y="10394"/>
                  </a:lnTo>
                  <a:lnTo>
                    <a:pt x="2684" y="8113"/>
                  </a:lnTo>
                  <a:lnTo>
                    <a:pt x="2314" y="3949"/>
                  </a:lnTo>
                  <a:lnTo>
                    <a:pt x="2866" y="2246"/>
                  </a:lnTo>
                  <a:lnTo>
                    <a:pt x="4094" y="121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0" name="ph8400"/>
            <p:cNvSpPr/>
            <p:nvPr/>
          </p:nvSpPr>
          <p:spPr>
            <a:xfrm>
              <a:off x="11039795" y="2890189"/>
              <a:ext cx="39902" cy="36100"/>
            </a:xfrm>
            <a:custGeom>
              <a:avLst/>
              <a:pathLst>
                <a:path w="39902" h="36100">
                  <a:moveTo>
                    <a:pt x="21051" y="0"/>
                  </a:moveTo>
                  <a:lnTo>
                    <a:pt x="25834" y="2028"/>
                  </a:lnTo>
                  <a:lnTo>
                    <a:pt x="29167" y="8658"/>
                  </a:lnTo>
                  <a:lnTo>
                    <a:pt x="32614" y="9252"/>
                  </a:lnTo>
                  <a:lnTo>
                    <a:pt x="35081" y="12168"/>
                  </a:lnTo>
                  <a:lnTo>
                    <a:pt x="38858" y="13698"/>
                  </a:lnTo>
                  <a:lnTo>
                    <a:pt x="39053" y="14503"/>
                  </a:lnTo>
                  <a:lnTo>
                    <a:pt x="39902" y="15850"/>
                  </a:lnTo>
                  <a:lnTo>
                    <a:pt x="36636" y="21835"/>
                  </a:lnTo>
                  <a:lnTo>
                    <a:pt x="37012" y="24880"/>
                  </a:lnTo>
                  <a:lnTo>
                    <a:pt x="34391" y="26610"/>
                  </a:lnTo>
                  <a:lnTo>
                    <a:pt x="34844" y="28674"/>
                  </a:lnTo>
                  <a:lnTo>
                    <a:pt x="33855" y="29132"/>
                  </a:lnTo>
                  <a:lnTo>
                    <a:pt x="32575" y="31778"/>
                  </a:lnTo>
                  <a:lnTo>
                    <a:pt x="31414" y="32013"/>
                  </a:lnTo>
                  <a:lnTo>
                    <a:pt x="28287" y="29762"/>
                  </a:lnTo>
                  <a:lnTo>
                    <a:pt x="25766" y="33375"/>
                  </a:lnTo>
                  <a:lnTo>
                    <a:pt x="17484" y="36100"/>
                  </a:lnTo>
                  <a:lnTo>
                    <a:pt x="8826" y="35451"/>
                  </a:lnTo>
                  <a:lnTo>
                    <a:pt x="7493" y="33426"/>
                  </a:lnTo>
                  <a:lnTo>
                    <a:pt x="7086" y="30375"/>
                  </a:lnTo>
                  <a:lnTo>
                    <a:pt x="13573" y="27477"/>
                  </a:lnTo>
                  <a:lnTo>
                    <a:pt x="13656" y="24931"/>
                  </a:lnTo>
                  <a:lnTo>
                    <a:pt x="11483" y="23584"/>
                  </a:lnTo>
                  <a:lnTo>
                    <a:pt x="9215" y="23384"/>
                  </a:lnTo>
                  <a:lnTo>
                    <a:pt x="7468" y="20844"/>
                  </a:lnTo>
                  <a:lnTo>
                    <a:pt x="5366" y="15589"/>
                  </a:lnTo>
                  <a:lnTo>
                    <a:pt x="3509" y="15205"/>
                  </a:lnTo>
                  <a:lnTo>
                    <a:pt x="0" y="14397"/>
                  </a:lnTo>
                  <a:lnTo>
                    <a:pt x="6361" y="7025"/>
                  </a:lnTo>
                  <a:lnTo>
                    <a:pt x="7131" y="5681"/>
                  </a:lnTo>
                  <a:lnTo>
                    <a:pt x="6791" y="3069"/>
                  </a:lnTo>
                  <a:lnTo>
                    <a:pt x="10031" y="1091"/>
                  </a:lnTo>
                  <a:lnTo>
                    <a:pt x="14734" y="1477"/>
                  </a:lnTo>
                  <a:lnTo>
                    <a:pt x="16239" y="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1" name="ph8401"/>
            <p:cNvSpPr/>
            <p:nvPr/>
          </p:nvSpPr>
          <p:spPr>
            <a:xfrm>
              <a:off x="11152174" y="2861137"/>
              <a:ext cx="20711" cy="21470"/>
            </a:xfrm>
            <a:custGeom>
              <a:avLst/>
              <a:pathLst>
                <a:path w="20711" h="21470">
                  <a:moveTo>
                    <a:pt x="3250" y="943"/>
                  </a:moveTo>
                  <a:lnTo>
                    <a:pt x="15931" y="4226"/>
                  </a:lnTo>
                  <a:lnTo>
                    <a:pt x="17516" y="3126"/>
                  </a:lnTo>
                  <a:lnTo>
                    <a:pt x="16714" y="4468"/>
                  </a:lnTo>
                  <a:lnTo>
                    <a:pt x="17455" y="5876"/>
                  </a:lnTo>
                  <a:lnTo>
                    <a:pt x="20711" y="5864"/>
                  </a:lnTo>
                  <a:lnTo>
                    <a:pt x="18740" y="7941"/>
                  </a:lnTo>
                  <a:lnTo>
                    <a:pt x="14267" y="12484"/>
                  </a:lnTo>
                  <a:lnTo>
                    <a:pt x="11173" y="17564"/>
                  </a:lnTo>
                  <a:lnTo>
                    <a:pt x="5033" y="15829"/>
                  </a:lnTo>
                  <a:lnTo>
                    <a:pt x="1568" y="21150"/>
                  </a:lnTo>
                  <a:lnTo>
                    <a:pt x="774" y="21470"/>
                  </a:lnTo>
                  <a:lnTo>
                    <a:pt x="0" y="18699"/>
                  </a:lnTo>
                  <a:lnTo>
                    <a:pt x="412" y="14681"/>
                  </a:lnTo>
                  <a:lnTo>
                    <a:pt x="1685" y="13212"/>
                  </a:lnTo>
                  <a:lnTo>
                    <a:pt x="4598" y="12311"/>
                  </a:lnTo>
                  <a:lnTo>
                    <a:pt x="5022" y="11441"/>
                  </a:lnTo>
                  <a:lnTo>
                    <a:pt x="2525" y="6016"/>
                  </a:lnTo>
                  <a:lnTo>
                    <a:pt x="1500" y="576"/>
                  </a:lnTo>
                  <a:lnTo>
                    <a:pt x="203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2" name="ph8402"/>
            <p:cNvSpPr/>
            <p:nvPr/>
          </p:nvSpPr>
          <p:spPr>
            <a:xfrm>
              <a:off x="11046998" y="3120026"/>
              <a:ext cx="16991" cy="19836"/>
            </a:xfrm>
            <a:custGeom>
              <a:avLst/>
              <a:pathLst>
                <a:path w="16991" h="19836">
                  <a:moveTo>
                    <a:pt x="13268" y="3223"/>
                  </a:moveTo>
                  <a:lnTo>
                    <a:pt x="13156" y="8273"/>
                  </a:lnTo>
                  <a:lnTo>
                    <a:pt x="16991" y="8882"/>
                  </a:lnTo>
                  <a:lnTo>
                    <a:pt x="15680" y="14713"/>
                  </a:lnTo>
                  <a:lnTo>
                    <a:pt x="14510" y="17362"/>
                  </a:lnTo>
                  <a:lnTo>
                    <a:pt x="12489" y="17568"/>
                  </a:lnTo>
                  <a:lnTo>
                    <a:pt x="11091" y="18697"/>
                  </a:lnTo>
                  <a:lnTo>
                    <a:pt x="10813" y="19569"/>
                  </a:lnTo>
                  <a:lnTo>
                    <a:pt x="6613" y="19836"/>
                  </a:lnTo>
                  <a:lnTo>
                    <a:pt x="4857" y="16281"/>
                  </a:lnTo>
                  <a:lnTo>
                    <a:pt x="4615" y="14094"/>
                  </a:lnTo>
                  <a:lnTo>
                    <a:pt x="2349" y="10262"/>
                  </a:lnTo>
                  <a:lnTo>
                    <a:pt x="913" y="8028"/>
                  </a:lnTo>
                  <a:lnTo>
                    <a:pt x="0" y="805"/>
                  </a:lnTo>
                  <a:lnTo>
                    <a:pt x="3785" y="0"/>
                  </a:lnTo>
                  <a:lnTo>
                    <a:pt x="5311" y="1187"/>
                  </a:lnTo>
                  <a:lnTo>
                    <a:pt x="4598" y="1809"/>
                  </a:lnTo>
                  <a:lnTo>
                    <a:pt x="4981" y="2604"/>
                  </a:lnTo>
                  <a:lnTo>
                    <a:pt x="10059" y="1077"/>
                  </a:lnTo>
                  <a:lnTo>
                    <a:pt x="10448" y="18"/>
                  </a:lnTo>
                  <a:lnTo>
                    <a:pt x="12645" y="125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3" name="ph8403"/>
            <p:cNvSpPr/>
            <p:nvPr/>
          </p:nvSpPr>
          <p:spPr>
            <a:xfrm>
              <a:off x="11061266" y="3082731"/>
              <a:ext cx="27019" cy="32576"/>
            </a:xfrm>
            <a:custGeom>
              <a:avLst/>
              <a:pathLst>
                <a:path w="27019" h="32576">
                  <a:moveTo>
                    <a:pt x="23830" y="2351"/>
                  </a:moveTo>
                  <a:lnTo>
                    <a:pt x="24956" y="1984"/>
                  </a:lnTo>
                  <a:lnTo>
                    <a:pt x="27019" y="2970"/>
                  </a:lnTo>
                  <a:lnTo>
                    <a:pt x="19107" y="12356"/>
                  </a:lnTo>
                  <a:lnTo>
                    <a:pt x="20348" y="15935"/>
                  </a:lnTo>
                  <a:lnTo>
                    <a:pt x="22475" y="15305"/>
                  </a:lnTo>
                  <a:lnTo>
                    <a:pt x="23105" y="18266"/>
                  </a:lnTo>
                  <a:lnTo>
                    <a:pt x="22448" y="18956"/>
                  </a:lnTo>
                  <a:lnTo>
                    <a:pt x="21177" y="26324"/>
                  </a:lnTo>
                  <a:lnTo>
                    <a:pt x="22715" y="26563"/>
                  </a:lnTo>
                  <a:lnTo>
                    <a:pt x="24208" y="28782"/>
                  </a:lnTo>
                  <a:lnTo>
                    <a:pt x="21024" y="32065"/>
                  </a:lnTo>
                  <a:lnTo>
                    <a:pt x="19738" y="31738"/>
                  </a:lnTo>
                  <a:lnTo>
                    <a:pt x="18271" y="32576"/>
                  </a:lnTo>
                  <a:lnTo>
                    <a:pt x="14395" y="31619"/>
                  </a:lnTo>
                  <a:lnTo>
                    <a:pt x="14198" y="29383"/>
                  </a:lnTo>
                  <a:lnTo>
                    <a:pt x="15338" y="29471"/>
                  </a:lnTo>
                  <a:lnTo>
                    <a:pt x="16165" y="26562"/>
                  </a:lnTo>
                  <a:lnTo>
                    <a:pt x="15449" y="25306"/>
                  </a:lnTo>
                  <a:lnTo>
                    <a:pt x="12399" y="25705"/>
                  </a:lnTo>
                  <a:lnTo>
                    <a:pt x="12498" y="24857"/>
                  </a:lnTo>
                  <a:lnTo>
                    <a:pt x="8024" y="20961"/>
                  </a:lnTo>
                  <a:lnTo>
                    <a:pt x="2522" y="21879"/>
                  </a:lnTo>
                  <a:lnTo>
                    <a:pt x="791" y="20172"/>
                  </a:lnTo>
                  <a:lnTo>
                    <a:pt x="1243" y="20272"/>
                  </a:lnTo>
                  <a:lnTo>
                    <a:pt x="1427" y="18788"/>
                  </a:lnTo>
                  <a:lnTo>
                    <a:pt x="874" y="16096"/>
                  </a:lnTo>
                  <a:lnTo>
                    <a:pt x="1738" y="9763"/>
                  </a:lnTo>
                  <a:lnTo>
                    <a:pt x="0" y="6858"/>
                  </a:lnTo>
                  <a:lnTo>
                    <a:pt x="2480" y="4820"/>
                  </a:lnTo>
                  <a:lnTo>
                    <a:pt x="3105" y="2872"/>
                  </a:lnTo>
                  <a:lnTo>
                    <a:pt x="2638" y="357"/>
                  </a:lnTo>
                  <a:lnTo>
                    <a:pt x="4456" y="0"/>
                  </a:lnTo>
                  <a:lnTo>
                    <a:pt x="16342" y="307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4" name="ph8404"/>
            <p:cNvSpPr/>
            <p:nvPr/>
          </p:nvSpPr>
          <p:spPr>
            <a:xfrm>
              <a:off x="11098132" y="2991335"/>
              <a:ext cx="16317" cy="19279"/>
            </a:xfrm>
            <a:custGeom>
              <a:avLst/>
              <a:pathLst>
                <a:path w="16317" h="19279">
                  <a:moveTo>
                    <a:pt x="6483" y="5042"/>
                  </a:moveTo>
                  <a:lnTo>
                    <a:pt x="8782" y="6029"/>
                  </a:lnTo>
                  <a:lnTo>
                    <a:pt x="12513" y="4602"/>
                  </a:lnTo>
                  <a:lnTo>
                    <a:pt x="15160" y="2253"/>
                  </a:lnTo>
                  <a:lnTo>
                    <a:pt x="15892" y="2804"/>
                  </a:lnTo>
                  <a:lnTo>
                    <a:pt x="16317" y="4497"/>
                  </a:lnTo>
                  <a:lnTo>
                    <a:pt x="14746" y="7017"/>
                  </a:lnTo>
                  <a:lnTo>
                    <a:pt x="14170" y="6301"/>
                  </a:lnTo>
                  <a:lnTo>
                    <a:pt x="12526" y="8665"/>
                  </a:lnTo>
                  <a:lnTo>
                    <a:pt x="10795" y="14405"/>
                  </a:lnTo>
                  <a:lnTo>
                    <a:pt x="8829" y="18576"/>
                  </a:lnTo>
                  <a:lnTo>
                    <a:pt x="8856" y="18827"/>
                  </a:lnTo>
                  <a:lnTo>
                    <a:pt x="4642" y="19279"/>
                  </a:lnTo>
                  <a:lnTo>
                    <a:pt x="854" y="15681"/>
                  </a:lnTo>
                  <a:lnTo>
                    <a:pt x="1420" y="3853"/>
                  </a:lnTo>
                  <a:lnTo>
                    <a:pt x="0" y="1067"/>
                  </a:lnTo>
                  <a:lnTo>
                    <a:pt x="158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5" name="ph8405"/>
            <p:cNvSpPr/>
            <p:nvPr/>
          </p:nvSpPr>
          <p:spPr>
            <a:xfrm>
              <a:off x="10995627" y="3029349"/>
              <a:ext cx="11008" cy="14864"/>
            </a:xfrm>
            <a:custGeom>
              <a:avLst/>
              <a:pathLst>
                <a:path w="11008" h="14864">
                  <a:moveTo>
                    <a:pt x="7095" y="39"/>
                  </a:moveTo>
                  <a:lnTo>
                    <a:pt x="8744" y="947"/>
                  </a:lnTo>
                  <a:lnTo>
                    <a:pt x="9979" y="2140"/>
                  </a:lnTo>
                  <a:lnTo>
                    <a:pt x="9410" y="3756"/>
                  </a:lnTo>
                  <a:lnTo>
                    <a:pt x="9669" y="5834"/>
                  </a:lnTo>
                  <a:lnTo>
                    <a:pt x="11008" y="6713"/>
                  </a:lnTo>
                  <a:lnTo>
                    <a:pt x="8836" y="12187"/>
                  </a:lnTo>
                  <a:lnTo>
                    <a:pt x="6670" y="14864"/>
                  </a:lnTo>
                  <a:lnTo>
                    <a:pt x="4150" y="12077"/>
                  </a:lnTo>
                  <a:lnTo>
                    <a:pt x="5214" y="11628"/>
                  </a:lnTo>
                  <a:lnTo>
                    <a:pt x="4763" y="8336"/>
                  </a:lnTo>
                  <a:lnTo>
                    <a:pt x="0" y="7540"/>
                  </a:lnTo>
                  <a:lnTo>
                    <a:pt x="2983" y="3323"/>
                  </a:lnTo>
                  <a:lnTo>
                    <a:pt x="346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6" name="ph8406"/>
            <p:cNvSpPr/>
            <p:nvPr/>
          </p:nvSpPr>
          <p:spPr>
            <a:xfrm>
              <a:off x="11083934" y="2874943"/>
              <a:ext cx="11857" cy="15247"/>
            </a:xfrm>
            <a:custGeom>
              <a:avLst/>
              <a:pathLst>
                <a:path w="11857" h="15247">
                  <a:moveTo>
                    <a:pt x="10134" y="507"/>
                  </a:moveTo>
                  <a:lnTo>
                    <a:pt x="8849" y="1886"/>
                  </a:lnTo>
                  <a:lnTo>
                    <a:pt x="8082" y="5734"/>
                  </a:lnTo>
                  <a:lnTo>
                    <a:pt x="11857" y="7659"/>
                  </a:lnTo>
                  <a:lnTo>
                    <a:pt x="9952" y="11990"/>
                  </a:lnTo>
                  <a:lnTo>
                    <a:pt x="1985" y="15247"/>
                  </a:lnTo>
                  <a:lnTo>
                    <a:pt x="0" y="12663"/>
                  </a:lnTo>
                  <a:lnTo>
                    <a:pt x="2835" y="7460"/>
                  </a:lnTo>
                  <a:lnTo>
                    <a:pt x="1131" y="1645"/>
                  </a:lnTo>
                  <a:lnTo>
                    <a:pt x="2587" y="250"/>
                  </a:lnTo>
                  <a:lnTo>
                    <a:pt x="4001" y="307"/>
                  </a:lnTo>
                  <a:lnTo>
                    <a:pt x="851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7" name="ph8407"/>
            <p:cNvSpPr/>
            <p:nvPr/>
          </p:nvSpPr>
          <p:spPr>
            <a:xfrm>
              <a:off x="11055092" y="2873962"/>
              <a:ext cx="9469" cy="12059"/>
            </a:xfrm>
            <a:custGeom>
              <a:avLst/>
              <a:pathLst>
                <a:path w="9469" h="12059">
                  <a:moveTo>
                    <a:pt x="4862" y="0"/>
                  </a:moveTo>
                  <a:lnTo>
                    <a:pt x="9469" y="1667"/>
                  </a:lnTo>
                  <a:lnTo>
                    <a:pt x="8288" y="3080"/>
                  </a:lnTo>
                  <a:lnTo>
                    <a:pt x="7713" y="6320"/>
                  </a:lnTo>
                  <a:lnTo>
                    <a:pt x="8405" y="7714"/>
                  </a:lnTo>
                  <a:lnTo>
                    <a:pt x="4486" y="12059"/>
                  </a:lnTo>
                  <a:lnTo>
                    <a:pt x="2929" y="11487"/>
                  </a:lnTo>
                  <a:lnTo>
                    <a:pt x="2038" y="9069"/>
                  </a:lnTo>
                  <a:lnTo>
                    <a:pt x="0" y="8876"/>
                  </a:lnTo>
                  <a:lnTo>
                    <a:pt x="1623" y="282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8" name="ph8408"/>
            <p:cNvSpPr/>
            <p:nvPr/>
          </p:nvSpPr>
          <p:spPr>
            <a:xfrm>
              <a:off x="11036921" y="3045240"/>
              <a:ext cx="2536" cy="4002"/>
            </a:xfrm>
            <a:custGeom>
              <a:avLst/>
              <a:pathLst>
                <a:path w="2536" h="4002">
                  <a:moveTo>
                    <a:pt x="1283" y="4002"/>
                  </a:moveTo>
                  <a:lnTo>
                    <a:pt x="1187" y="2572"/>
                  </a:lnTo>
                  <a:lnTo>
                    <a:pt x="0" y="2697"/>
                  </a:lnTo>
                  <a:lnTo>
                    <a:pt x="253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9" name="ph8409"/>
            <p:cNvSpPr/>
            <p:nvPr/>
          </p:nvSpPr>
          <p:spPr>
            <a:xfrm>
              <a:off x="11014888" y="2960106"/>
              <a:ext cx="10590" cy="10091"/>
            </a:xfrm>
            <a:custGeom>
              <a:avLst/>
              <a:pathLst>
                <a:path w="10590" h="10091">
                  <a:moveTo>
                    <a:pt x="6840" y="314"/>
                  </a:moveTo>
                  <a:lnTo>
                    <a:pt x="10590" y="5481"/>
                  </a:lnTo>
                  <a:lnTo>
                    <a:pt x="9256" y="5035"/>
                  </a:lnTo>
                  <a:lnTo>
                    <a:pt x="8435" y="5869"/>
                  </a:lnTo>
                  <a:lnTo>
                    <a:pt x="8308" y="9249"/>
                  </a:lnTo>
                  <a:lnTo>
                    <a:pt x="5432" y="9904"/>
                  </a:lnTo>
                  <a:lnTo>
                    <a:pt x="3166" y="10091"/>
                  </a:lnTo>
                  <a:lnTo>
                    <a:pt x="0" y="6714"/>
                  </a:lnTo>
                  <a:lnTo>
                    <a:pt x="1854" y="2483"/>
                  </a:lnTo>
                  <a:lnTo>
                    <a:pt x="47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0" name="ph8410"/>
            <p:cNvSpPr/>
            <p:nvPr/>
          </p:nvSpPr>
          <p:spPr>
            <a:xfrm>
              <a:off x="11101301" y="3115638"/>
              <a:ext cx="14374" cy="14893"/>
            </a:xfrm>
            <a:custGeom>
              <a:avLst/>
              <a:pathLst>
                <a:path w="14374" h="14893">
                  <a:moveTo>
                    <a:pt x="9167" y="1394"/>
                  </a:moveTo>
                  <a:lnTo>
                    <a:pt x="10770" y="3618"/>
                  </a:lnTo>
                  <a:lnTo>
                    <a:pt x="14374" y="5376"/>
                  </a:lnTo>
                  <a:lnTo>
                    <a:pt x="14342" y="7772"/>
                  </a:lnTo>
                  <a:lnTo>
                    <a:pt x="12164" y="7576"/>
                  </a:lnTo>
                  <a:lnTo>
                    <a:pt x="11017" y="6607"/>
                  </a:lnTo>
                  <a:lnTo>
                    <a:pt x="7646" y="7679"/>
                  </a:lnTo>
                  <a:lnTo>
                    <a:pt x="6807" y="8920"/>
                  </a:lnTo>
                  <a:lnTo>
                    <a:pt x="6645" y="10984"/>
                  </a:lnTo>
                  <a:lnTo>
                    <a:pt x="2768" y="13157"/>
                  </a:lnTo>
                  <a:lnTo>
                    <a:pt x="1611" y="14893"/>
                  </a:lnTo>
                  <a:lnTo>
                    <a:pt x="0" y="11654"/>
                  </a:lnTo>
                  <a:lnTo>
                    <a:pt x="501" y="9790"/>
                  </a:lnTo>
                  <a:lnTo>
                    <a:pt x="3217" y="6361"/>
                  </a:lnTo>
                  <a:lnTo>
                    <a:pt x="2945" y="4031"/>
                  </a:lnTo>
                  <a:lnTo>
                    <a:pt x="5897" y="56"/>
                  </a:lnTo>
                  <a:lnTo>
                    <a:pt x="673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1" name="ph8411"/>
            <p:cNvSpPr/>
            <p:nvPr/>
          </p:nvSpPr>
          <p:spPr>
            <a:xfrm>
              <a:off x="11126186" y="2962810"/>
              <a:ext cx="16497" cy="28873"/>
            </a:xfrm>
            <a:custGeom>
              <a:avLst/>
              <a:pathLst>
                <a:path w="16497" h="28873">
                  <a:moveTo>
                    <a:pt x="9724" y="1339"/>
                  </a:moveTo>
                  <a:lnTo>
                    <a:pt x="11656" y="8032"/>
                  </a:lnTo>
                  <a:lnTo>
                    <a:pt x="13520" y="9198"/>
                  </a:lnTo>
                  <a:lnTo>
                    <a:pt x="16497" y="9755"/>
                  </a:lnTo>
                  <a:lnTo>
                    <a:pt x="10391" y="23685"/>
                  </a:lnTo>
                  <a:lnTo>
                    <a:pt x="9876" y="25709"/>
                  </a:lnTo>
                  <a:lnTo>
                    <a:pt x="10253" y="28873"/>
                  </a:lnTo>
                  <a:lnTo>
                    <a:pt x="1998" y="22938"/>
                  </a:lnTo>
                  <a:lnTo>
                    <a:pt x="284" y="21517"/>
                  </a:lnTo>
                  <a:lnTo>
                    <a:pt x="0" y="19982"/>
                  </a:lnTo>
                  <a:lnTo>
                    <a:pt x="939" y="18183"/>
                  </a:lnTo>
                  <a:lnTo>
                    <a:pt x="3540" y="16577"/>
                  </a:lnTo>
                  <a:lnTo>
                    <a:pt x="3562" y="13685"/>
                  </a:lnTo>
                  <a:lnTo>
                    <a:pt x="4440" y="12131"/>
                  </a:lnTo>
                  <a:lnTo>
                    <a:pt x="4242" y="9450"/>
                  </a:lnTo>
                  <a:lnTo>
                    <a:pt x="907" y="3808"/>
                  </a:lnTo>
                  <a:lnTo>
                    <a:pt x="3728" y="3419"/>
                  </a:lnTo>
                  <a:lnTo>
                    <a:pt x="9621" y="512"/>
                  </a:lnTo>
                  <a:lnTo>
                    <a:pt x="1058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2" name="ph8412"/>
            <p:cNvSpPr/>
            <p:nvPr/>
          </p:nvSpPr>
          <p:spPr>
            <a:xfrm>
              <a:off x="11005096" y="2988939"/>
              <a:ext cx="21462" cy="15648"/>
            </a:xfrm>
            <a:custGeom>
              <a:avLst/>
              <a:pathLst>
                <a:path w="21462" h="15648">
                  <a:moveTo>
                    <a:pt x="6823" y="709"/>
                  </a:moveTo>
                  <a:lnTo>
                    <a:pt x="7464" y="1298"/>
                  </a:lnTo>
                  <a:lnTo>
                    <a:pt x="10275" y="4337"/>
                  </a:lnTo>
                  <a:lnTo>
                    <a:pt x="14914" y="7066"/>
                  </a:lnTo>
                  <a:lnTo>
                    <a:pt x="17435" y="6679"/>
                  </a:lnTo>
                  <a:lnTo>
                    <a:pt x="21462" y="8065"/>
                  </a:lnTo>
                  <a:lnTo>
                    <a:pt x="18718" y="10340"/>
                  </a:lnTo>
                  <a:lnTo>
                    <a:pt x="16184" y="14751"/>
                  </a:lnTo>
                  <a:lnTo>
                    <a:pt x="12382" y="15316"/>
                  </a:lnTo>
                  <a:lnTo>
                    <a:pt x="6898" y="13534"/>
                  </a:lnTo>
                  <a:lnTo>
                    <a:pt x="7745" y="15648"/>
                  </a:lnTo>
                  <a:lnTo>
                    <a:pt x="1775" y="15606"/>
                  </a:lnTo>
                  <a:lnTo>
                    <a:pt x="2607" y="14077"/>
                  </a:lnTo>
                  <a:lnTo>
                    <a:pt x="1341" y="10205"/>
                  </a:lnTo>
                  <a:lnTo>
                    <a:pt x="288" y="9079"/>
                  </a:lnTo>
                  <a:lnTo>
                    <a:pt x="1188" y="7805"/>
                  </a:lnTo>
                  <a:lnTo>
                    <a:pt x="1367" y="4426"/>
                  </a:lnTo>
                  <a:lnTo>
                    <a:pt x="0" y="3363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3" name="ph8413"/>
            <p:cNvSpPr/>
            <p:nvPr/>
          </p:nvSpPr>
          <p:spPr>
            <a:xfrm>
              <a:off x="11057130" y="3102903"/>
              <a:ext cx="16634" cy="10808"/>
            </a:xfrm>
            <a:custGeom>
              <a:avLst/>
              <a:pathLst>
                <a:path w="16634" h="10808">
                  <a:moveTo>
                    <a:pt x="12160" y="789"/>
                  </a:moveTo>
                  <a:lnTo>
                    <a:pt x="16634" y="4685"/>
                  </a:lnTo>
                  <a:lnTo>
                    <a:pt x="16535" y="5533"/>
                  </a:lnTo>
                  <a:lnTo>
                    <a:pt x="12095" y="10604"/>
                  </a:lnTo>
                  <a:lnTo>
                    <a:pt x="10228" y="7755"/>
                  </a:lnTo>
                  <a:lnTo>
                    <a:pt x="5262" y="6459"/>
                  </a:lnTo>
                  <a:lnTo>
                    <a:pt x="4444" y="6916"/>
                  </a:lnTo>
                  <a:lnTo>
                    <a:pt x="3940" y="9935"/>
                  </a:lnTo>
                  <a:lnTo>
                    <a:pt x="0" y="10808"/>
                  </a:lnTo>
                  <a:lnTo>
                    <a:pt x="207" y="6340"/>
                  </a:lnTo>
                  <a:lnTo>
                    <a:pt x="1622" y="4622"/>
                  </a:lnTo>
                  <a:lnTo>
                    <a:pt x="1540" y="2456"/>
                  </a:lnTo>
                  <a:lnTo>
                    <a:pt x="4927" y="0"/>
                  </a:lnTo>
                  <a:lnTo>
                    <a:pt x="6659" y="170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4" name="ph8414"/>
            <p:cNvSpPr/>
            <p:nvPr/>
          </p:nvSpPr>
          <p:spPr>
            <a:xfrm>
              <a:off x="11032262" y="2992398"/>
              <a:ext cx="15847" cy="11044"/>
            </a:xfrm>
            <a:custGeom>
              <a:avLst/>
              <a:pathLst>
                <a:path w="15847" h="11044">
                  <a:moveTo>
                    <a:pt x="6191" y="1889"/>
                  </a:moveTo>
                  <a:lnTo>
                    <a:pt x="9614" y="2267"/>
                  </a:lnTo>
                  <a:lnTo>
                    <a:pt x="10526" y="1244"/>
                  </a:lnTo>
                  <a:lnTo>
                    <a:pt x="11969" y="2172"/>
                  </a:lnTo>
                  <a:lnTo>
                    <a:pt x="11513" y="3943"/>
                  </a:lnTo>
                  <a:lnTo>
                    <a:pt x="12342" y="4539"/>
                  </a:lnTo>
                  <a:lnTo>
                    <a:pt x="13068" y="3505"/>
                  </a:lnTo>
                  <a:lnTo>
                    <a:pt x="15847" y="4476"/>
                  </a:lnTo>
                  <a:lnTo>
                    <a:pt x="14533" y="6716"/>
                  </a:lnTo>
                  <a:lnTo>
                    <a:pt x="14151" y="5673"/>
                  </a:lnTo>
                  <a:lnTo>
                    <a:pt x="12141" y="6330"/>
                  </a:lnTo>
                  <a:lnTo>
                    <a:pt x="10809" y="8320"/>
                  </a:lnTo>
                  <a:lnTo>
                    <a:pt x="5067" y="9013"/>
                  </a:lnTo>
                  <a:lnTo>
                    <a:pt x="2160" y="11044"/>
                  </a:lnTo>
                  <a:lnTo>
                    <a:pt x="863" y="10646"/>
                  </a:lnTo>
                  <a:lnTo>
                    <a:pt x="0" y="7913"/>
                  </a:lnTo>
                  <a:lnTo>
                    <a:pt x="3202" y="6959"/>
                  </a:lnTo>
                  <a:lnTo>
                    <a:pt x="2355" y="4841"/>
                  </a:lnTo>
                  <a:lnTo>
                    <a:pt x="898" y="5193"/>
                  </a:lnTo>
                  <a:lnTo>
                    <a:pt x="577" y="3057"/>
                  </a:lnTo>
                  <a:lnTo>
                    <a:pt x="2072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5" name="ph8415"/>
            <p:cNvSpPr/>
            <p:nvPr/>
          </p:nvSpPr>
          <p:spPr>
            <a:xfrm>
              <a:off x="11068865" y="3108037"/>
              <a:ext cx="16311" cy="19952"/>
            </a:xfrm>
            <a:custGeom>
              <a:avLst/>
              <a:pathLst>
                <a:path w="16311" h="19952">
                  <a:moveTo>
                    <a:pt x="8566" y="1255"/>
                  </a:moveTo>
                  <a:lnTo>
                    <a:pt x="7739" y="4165"/>
                  </a:lnTo>
                  <a:lnTo>
                    <a:pt x="6599" y="4076"/>
                  </a:lnTo>
                  <a:lnTo>
                    <a:pt x="6796" y="6312"/>
                  </a:lnTo>
                  <a:lnTo>
                    <a:pt x="10672" y="7269"/>
                  </a:lnTo>
                  <a:lnTo>
                    <a:pt x="12139" y="6431"/>
                  </a:lnTo>
                  <a:lnTo>
                    <a:pt x="11696" y="9497"/>
                  </a:lnTo>
                  <a:lnTo>
                    <a:pt x="13573" y="10346"/>
                  </a:lnTo>
                  <a:lnTo>
                    <a:pt x="16015" y="13646"/>
                  </a:lnTo>
                  <a:lnTo>
                    <a:pt x="15715" y="18944"/>
                  </a:lnTo>
                  <a:lnTo>
                    <a:pt x="16311" y="19952"/>
                  </a:lnTo>
                  <a:lnTo>
                    <a:pt x="13219" y="19557"/>
                  </a:lnTo>
                  <a:lnTo>
                    <a:pt x="6676" y="18848"/>
                  </a:lnTo>
                  <a:lnTo>
                    <a:pt x="313" y="18945"/>
                  </a:lnTo>
                  <a:lnTo>
                    <a:pt x="0" y="16760"/>
                  </a:lnTo>
                  <a:lnTo>
                    <a:pt x="1532" y="7780"/>
                  </a:lnTo>
                  <a:lnTo>
                    <a:pt x="987" y="5501"/>
                  </a:lnTo>
                  <a:lnTo>
                    <a:pt x="359" y="5469"/>
                  </a:lnTo>
                  <a:lnTo>
                    <a:pt x="4800" y="399"/>
                  </a:lnTo>
                  <a:lnTo>
                    <a:pt x="785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6" name="ph8416"/>
            <p:cNvSpPr/>
            <p:nvPr/>
          </p:nvSpPr>
          <p:spPr>
            <a:xfrm>
              <a:off x="11106969" y="3024603"/>
              <a:ext cx="17540" cy="14765"/>
            </a:xfrm>
            <a:custGeom>
              <a:avLst/>
              <a:pathLst>
                <a:path w="17540" h="14765">
                  <a:moveTo>
                    <a:pt x="13834" y="3876"/>
                  </a:moveTo>
                  <a:lnTo>
                    <a:pt x="16081" y="5912"/>
                  </a:lnTo>
                  <a:lnTo>
                    <a:pt x="17540" y="6196"/>
                  </a:lnTo>
                  <a:lnTo>
                    <a:pt x="17527" y="7720"/>
                  </a:lnTo>
                  <a:lnTo>
                    <a:pt x="16504" y="7463"/>
                  </a:lnTo>
                  <a:lnTo>
                    <a:pt x="14976" y="10341"/>
                  </a:lnTo>
                  <a:lnTo>
                    <a:pt x="8818" y="14765"/>
                  </a:lnTo>
                  <a:lnTo>
                    <a:pt x="4828" y="13593"/>
                  </a:lnTo>
                  <a:lnTo>
                    <a:pt x="4659" y="12700"/>
                  </a:lnTo>
                  <a:lnTo>
                    <a:pt x="3010" y="11673"/>
                  </a:lnTo>
                  <a:lnTo>
                    <a:pt x="0" y="11003"/>
                  </a:lnTo>
                  <a:lnTo>
                    <a:pt x="1349" y="7495"/>
                  </a:lnTo>
                  <a:lnTo>
                    <a:pt x="4124" y="2523"/>
                  </a:lnTo>
                  <a:lnTo>
                    <a:pt x="10169" y="697"/>
                  </a:lnTo>
                  <a:lnTo>
                    <a:pt x="107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7" name="ph8417"/>
            <p:cNvSpPr/>
            <p:nvPr/>
          </p:nvSpPr>
          <p:spPr>
            <a:xfrm>
              <a:off x="11150720" y="2999496"/>
              <a:ext cx="13519" cy="20096"/>
            </a:xfrm>
            <a:custGeom>
              <a:avLst/>
              <a:pathLst>
                <a:path w="13519" h="20096">
                  <a:moveTo>
                    <a:pt x="9048" y="3792"/>
                  </a:moveTo>
                  <a:lnTo>
                    <a:pt x="11972" y="10008"/>
                  </a:lnTo>
                  <a:lnTo>
                    <a:pt x="12948" y="12943"/>
                  </a:lnTo>
                  <a:lnTo>
                    <a:pt x="13519" y="14028"/>
                  </a:lnTo>
                  <a:lnTo>
                    <a:pt x="13285" y="15897"/>
                  </a:lnTo>
                  <a:lnTo>
                    <a:pt x="10319" y="16382"/>
                  </a:lnTo>
                  <a:lnTo>
                    <a:pt x="7470" y="19279"/>
                  </a:lnTo>
                  <a:lnTo>
                    <a:pt x="7374" y="20096"/>
                  </a:lnTo>
                  <a:lnTo>
                    <a:pt x="410" y="15640"/>
                  </a:lnTo>
                  <a:lnTo>
                    <a:pt x="0" y="6920"/>
                  </a:lnTo>
                  <a:lnTo>
                    <a:pt x="4069" y="5845"/>
                  </a:lnTo>
                  <a:lnTo>
                    <a:pt x="6775" y="4259"/>
                  </a:lnTo>
                  <a:lnTo>
                    <a:pt x="7766" y="1972"/>
                  </a:lnTo>
                  <a:lnTo>
                    <a:pt x="1006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8" name="ph8418"/>
            <p:cNvSpPr/>
            <p:nvPr/>
          </p:nvSpPr>
          <p:spPr>
            <a:xfrm>
              <a:off x="11166101" y="2963749"/>
              <a:ext cx="25041" cy="19403"/>
            </a:xfrm>
            <a:custGeom>
              <a:avLst/>
              <a:pathLst>
                <a:path w="25041" h="19403">
                  <a:moveTo>
                    <a:pt x="22250" y="3213"/>
                  </a:moveTo>
                  <a:lnTo>
                    <a:pt x="25041" y="4013"/>
                  </a:lnTo>
                  <a:lnTo>
                    <a:pt x="23155" y="7017"/>
                  </a:lnTo>
                  <a:lnTo>
                    <a:pt x="18638" y="7549"/>
                  </a:lnTo>
                  <a:lnTo>
                    <a:pt x="12574" y="10672"/>
                  </a:lnTo>
                  <a:lnTo>
                    <a:pt x="10379" y="12860"/>
                  </a:lnTo>
                  <a:lnTo>
                    <a:pt x="8125" y="16845"/>
                  </a:lnTo>
                  <a:lnTo>
                    <a:pt x="8259" y="19120"/>
                  </a:lnTo>
                  <a:lnTo>
                    <a:pt x="3716" y="19403"/>
                  </a:lnTo>
                  <a:lnTo>
                    <a:pt x="2524" y="18371"/>
                  </a:lnTo>
                  <a:lnTo>
                    <a:pt x="0" y="16010"/>
                  </a:lnTo>
                  <a:lnTo>
                    <a:pt x="3504" y="13449"/>
                  </a:lnTo>
                  <a:lnTo>
                    <a:pt x="5731" y="7289"/>
                  </a:lnTo>
                  <a:lnTo>
                    <a:pt x="5783" y="895"/>
                  </a:lnTo>
                  <a:lnTo>
                    <a:pt x="7213" y="522"/>
                  </a:lnTo>
                  <a:lnTo>
                    <a:pt x="8459" y="183"/>
                  </a:lnTo>
                  <a:lnTo>
                    <a:pt x="9351" y="1799"/>
                  </a:lnTo>
                  <a:lnTo>
                    <a:pt x="12326" y="2252"/>
                  </a:lnTo>
                  <a:lnTo>
                    <a:pt x="15736" y="489"/>
                  </a:lnTo>
                  <a:lnTo>
                    <a:pt x="1877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9" name="ph8419"/>
            <p:cNvSpPr/>
            <p:nvPr/>
          </p:nvSpPr>
          <p:spPr>
            <a:xfrm>
              <a:off x="11106961" y="3001666"/>
              <a:ext cx="23153" cy="16561"/>
            </a:xfrm>
            <a:custGeom>
              <a:avLst/>
              <a:pathLst>
                <a:path w="23153" h="16561">
                  <a:moveTo>
                    <a:pt x="22723" y="2362"/>
                  </a:moveTo>
                  <a:lnTo>
                    <a:pt x="23153" y="6308"/>
                  </a:lnTo>
                  <a:lnTo>
                    <a:pt x="18491" y="16561"/>
                  </a:lnTo>
                  <a:lnTo>
                    <a:pt x="16651" y="15414"/>
                  </a:lnTo>
                  <a:lnTo>
                    <a:pt x="8897" y="15316"/>
                  </a:lnTo>
                  <a:lnTo>
                    <a:pt x="2387" y="10781"/>
                  </a:lnTo>
                  <a:lnTo>
                    <a:pt x="2863" y="9188"/>
                  </a:lnTo>
                  <a:lnTo>
                    <a:pt x="0" y="8246"/>
                  </a:lnTo>
                  <a:lnTo>
                    <a:pt x="1966" y="4075"/>
                  </a:lnTo>
                  <a:lnTo>
                    <a:pt x="4030" y="5270"/>
                  </a:lnTo>
                  <a:lnTo>
                    <a:pt x="11772" y="5989"/>
                  </a:lnTo>
                  <a:lnTo>
                    <a:pt x="14403" y="4465"/>
                  </a:lnTo>
                  <a:lnTo>
                    <a:pt x="14118" y="1542"/>
                  </a:lnTo>
                  <a:lnTo>
                    <a:pt x="17271" y="212"/>
                  </a:lnTo>
                  <a:lnTo>
                    <a:pt x="20737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0" name="ph8420"/>
            <p:cNvSpPr/>
            <p:nvPr/>
          </p:nvSpPr>
          <p:spPr>
            <a:xfrm>
              <a:off x="11045991" y="2977977"/>
              <a:ext cx="28327" cy="46905"/>
            </a:xfrm>
            <a:custGeom>
              <a:avLst/>
              <a:pathLst>
                <a:path w="28327" h="46905">
                  <a:moveTo>
                    <a:pt x="27290" y="4831"/>
                  </a:moveTo>
                  <a:lnTo>
                    <a:pt x="28327" y="10131"/>
                  </a:lnTo>
                  <a:lnTo>
                    <a:pt x="23344" y="18894"/>
                  </a:lnTo>
                  <a:lnTo>
                    <a:pt x="21127" y="17904"/>
                  </a:lnTo>
                  <a:lnTo>
                    <a:pt x="20287" y="18717"/>
                  </a:lnTo>
                  <a:lnTo>
                    <a:pt x="16590" y="28582"/>
                  </a:lnTo>
                  <a:lnTo>
                    <a:pt x="16705" y="31478"/>
                  </a:lnTo>
                  <a:lnTo>
                    <a:pt x="17973" y="34296"/>
                  </a:lnTo>
                  <a:lnTo>
                    <a:pt x="21510" y="38081"/>
                  </a:lnTo>
                  <a:lnTo>
                    <a:pt x="18556" y="38687"/>
                  </a:lnTo>
                  <a:lnTo>
                    <a:pt x="15738" y="40396"/>
                  </a:lnTo>
                  <a:lnTo>
                    <a:pt x="15536" y="46475"/>
                  </a:lnTo>
                  <a:lnTo>
                    <a:pt x="9060" y="46905"/>
                  </a:lnTo>
                  <a:lnTo>
                    <a:pt x="784" y="46150"/>
                  </a:lnTo>
                  <a:lnTo>
                    <a:pt x="0" y="45193"/>
                  </a:lnTo>
                  <a:lnTo>
                    <a:pt x="1114" y="39803"/>
                  </a:lnTo>
                  <a:lnTo>
                    <a:pt x="740" y="31718"/>
                  </a:lnTo>
                  <a:lnTo>
                    <a:pt x="123" y="31166"/>
                  </a:lnTo>
                  <a:lnTo>
                    <a:pt x="3994" y="25802"/>
                  </a:lnTo>
                  <a:lnTo>
                    <a:pt x="5962" y="24822"/>
                  </a:lnTo>
                  <a:lnTo>
                    <a:pt x="410" y="22183"/>
                  </a:lnTo>
                  <a:lnTo>
                    <a:pt x="804" y="21137"/>
                  </a:lnTo>
                  <a:lnTo>
                    <a:pt x="2118" y="18897"/>
                  </a:lnTo>
                  <a:lnTo>
                    <a:pt x="4576" y="17735"/>
                  </a:lnTo>
                  <a:lnTo>
                    <a:pt x="6181" y="11667"/>
                  </a:lnTo>
                  <a:lnTo>
                    <a:pt x="10304" y="11845"/>
                  </a:lnTo>
                  <a:lnTo>
                    <a:pt x="9315" y="12828"/>
                  </a:lnTo>
                  <a:lnTo>
                    <a:pt x="9590" y="14115"/>
                  </a:lnTo>
                  <a:lnTo>
                    <a:pt x="13053" y="15356"/>
                  </a:lnTo>
                  <a:lnTo>
                    <a:pt x="19112" y="10692"/>
                  </a:lnTo>
                  <a:lnTo>
                    <a:pt x="20161" y="8261"/>
                  </a:lnTo>
                  <a:lnTo>
                    <a:pt x="26661" y="2496"/>
                  </a:lnTo>
                  <a:lnTo>
                    <a:pt x="2770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1" name="ph8421"/>
            <p:cNvSpPr/>
            <p:nvPr/>
          </p:nvSpPr>
          <p:spPr>
            <a:xfrm>
              <a:off x="11100773" y="3010163"/>
              <a:ext cx="6215" cy="7870"/>
            </a:xfrm>
            <a:custGeom>
              <a:avLst/>
              <a:pathLst>
                <a:path w="6215" h="7870">
                  <a:moveTo>
                    <a:pt x="6215" y="0"/>
                  </a:moveTo>
                  <a:lnTo>
                    <a:pt x="5230" y="4323"/>
                  </a:lnTo>
                  <a:lnTo>
                    <a:pt x="2807" y="7870"/>
                  </a:lnTo>
                  <a:lnTo>
                    <a:pt x="1684" y="6881"/>
                  </a:lnTo>
                  <a:lnTo>
                    <a:pt x="0" y="4051"/>
                  </a:lnTo>
                  <a:lnTo>
                    <a:pt x="2001" y="4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2" name="ph8422"/>
            <p:cNvSpPr/>
            <p:nvPr/>
          </p:nvSpPr>
          <p:spPr>
            <a:xfrm>
              <a:off x="11204422" y="3060921"/>
              <a:ext cx="20694" cy="31380"/>
            </a:xfrm>
            <a:custGeom>
              <a:avLst/>
              <a:pathLst>
                <a:path w="20694" h="31380">
                  <a:moveTo>
                    <a:pt x="12518" y="403"/>
                  </a:moveTo>
                  <a:lnTo>
                    <a:pt x="14183" y="7872"/>
                  </a:lnTo>
                  <a:lnTo>
                    <a:pt x="16724" y="10259"/>
                  </a:lnTo>
                  <a:lnTo>
                    <a:pt x="20694" y="10303"/>
                  </a:lnTo>
                  <a:lnTo>
                    <a:pt x="20324" y="11802"/>
                  </a:lnTo>
                  <a:lnTo>
                    <a:pt x="17382" y="12337"/>
                  </a:lnTo>
                  <a:lnTo>
                    <a:pt x="11406" y="20053"/>
                  </a:lnTo>
                  <a:lnTo>
                    <a:pt x="7584" y="30037"/>
                  </a:lnTo>
                  <a:lnTo>
                    <a:pt x="6573" y="30737"/>
                  </a:lnTo>
                  <a:lnTo>
                    <a:pt x="5316" y="30695"/>
                  </a:lnTo>
                  <a:lnTo>
                    <a:pt x="958" y="31380"/>
                  </a:lnTo>
                  <a:lnTo>
                    <a:pt x="267" y="31265"/>
                  </a:lnTo>
                  <a:lnTo>
                    <a:pt x="569" y="29029"/>
                  </a:lnTo>
                  <a:lnTo>
                    <a:pt x="0" y="27747"/>
                  </a:lnTo>
                  <a:lnTo>
                    <a:pt x="943" y="24346"/>
                  </a:lnTo>
                  <a:lnTo>
                    <a:pt x="2628" y="23359"/>
                  </a:lnTo>
                  <a:lnTo>
                    <a:pt x="4059" y="24469"/>
                  </a:lnTo>
                  <a:lnTo>
                    <a:pt x="6210" y="24192"/>
                  </a:lnTo>
                  <a:lnTo>
                    <a:pt x="7161" y="19945"/>
                  </a:lnTo>
                  <a:lnTo>
                    <a:pt x="5254" y="16544"/>
                  </a:lnTo>
                  <a:lnTo>
                    <a:pt x="2397" y="14183"/>
                  </a:lnTo>
                  <a:lnTo>
                    <a:pt x="3566" y="11021"/>
                  </a:lnTo>
                  <a:lnTo>
                    <a:pt x="5757" y="9441"/>
                  </a:lnTo>
                  <a:lnTo>
                    <a:pt x="4704" y="1963"/>
                  </a:lnTo>
                  <a:lnTo>
                    <a:pt x="6966" y="633"/>
                  </a:lnTo>
                  <a:lnTo>
                    <a:pt x="890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3" name="ph8423"/>
            <p:cNvSpPr/>
            <p:nvPr/>
          </p:nvSpPr>
          <p:spPr>
            <a:xfrm>
              <a:off x="11063041" y="3047825"/>
              <a:ext cx="14234" cy="7190"/>
            </a:xfrm>
            <a:custGeom>
              <a:avLst/>
              <a:pathLst>
                <a:path w="14234" h="7190">
                  <a:moveTo>
                    <a:pt x="11575" y="0"/>
                  </a:moveTo>
                  <a:lnTo>
                    <a:pt x="13780" y="310"/>
                  </a:lnTo>
                  <a:lnTo>
                    <a:pt x="14234" y="1827"/>
                  </a:lnTo>
                  <a:lnTo>
                    <a:pt x="11605" y="4678"/>
                  </a:lnTo>
                  <a:lnTo>
                    <a:pt x="8305" y="5812"/>
                  </a:lnTo>
                  <a:lnTo>
                    <a:pt x="6485" y="7190"/>
                  </a:lnTo>
                  <a:lnTo>
                    <a:pt x="0" y="4169"/>
                  </a:lnTo>
                  <a:lnTo>
                    <a:pt x="3383" y="1327"/>
                  </a:lnTo>
                  <a:lnTo>
                    <a:pt x="4947" y="2442"/>
                  </a:lnTo>
                  <a:lnTo>
                    <a:pt x="9178" y="144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4" name="ph8424"/>
            <p:cNvSpPr/>
            <p:nvPr/>
          </p:nvSpPr>
          <p:spPr>
            <a:xfrm>
              <a:off x="11137187" y="3050437"/>
              <a:ext cx="17046" cy="13480"/>
            </a:xfrm>
            <a:custGeom>
              <a:avLst/>
              <a:pathLst>
                <a:path w="17046" h="13480">
                  <a:moveTo>
                    <a:pt x="6609" y="0"/>
                  </a:moveTo>
                  <a:lnTo>
                    <a:pt x="7614" y="830"/>
                  </a:lnTo>
                  <a:lnTo>
                    <a:pt x="8004" y="2428"/>
                  </a:lnTo>
                  <a:lnTo>
                    <a:pt x="10320" y="3352"/>
                  </a:lnTo>
                  <a:lnTo>
                    <a:pt x="8884" y="3953"/>
                  </a:lnTo>
                  <a:lnTo>
                    <a:pt x="7687" y="6492"/>
                  </a:lnTo>
                  <a:lnTo>
                    <a:pt x="9207" y="6698"/>
                  </a:lnTo>
                  <a:lnTo>
                    <a:pt x="9402" y="5284"/>
                  </a:lnTo>
                  <a:lnTo>
                    <a:pt x="15522" y="1414"/>
                  </a:lnTo>
                  <a:lnTo>
                    <a:pt x="17046" y="1765"/>
                  </a:lnTo>
                  <a:lnTo>
                    <a:pt x="15630" y="5514"/>
                  </a:lnTo>
                  <a:lnTo>
                    <a:pt x="7090" y="13480"/>
                  </a:lnTo>
                  <a:lnTo>
                    <a:pt x="5517" y="13292"/>
                  </a:lnTo>
                  <a:lnTo>
                    <a:pt x="4584" y="12320"/>
                  </a:lnTo>
                  <a:lnTo>
                    <a:pt x="4291" y="8720"/>
                  </a:lnTo>
                  <a:lnTo>
                    <a:pt x="425" y="5424"/>
                  </a:lnTo>
                  <a:lnTo>
                    <a:pt x="1040" y="4028"/>
                  </a:lnTo>
                  <a:lnTo>
                    <a:pt x="0" y="1639"/>
                  </a:lnTo>
                  <a:lnTo>
                    <a:pt x="771" y="1094"/>
                  </a:lnTo>
                  <a:lnTo>
                    <a:pt x="2895" y="158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5" name="ph8425"/>
            <p:cNvSpPr/>
            <p:nvPr/>
          </p:nvSpPr>
          <p:spPr>
            <a:xfrm>
              <a:off x="11053535" y="3024453"/>
              <a:ext cx="18005" cy="20465"/>
            </a:xfrm>
            <a:custGeom>
              <a:avLst/>
              <a:pathLst>
                <a:path w="18005" h="20465">
                  <a:moveTo>
                    <a:pt x="7992" y="0"/>
                  </a:moveTo>
                  <a:lnTo>
                    <a:pt x="8483" y="1693"/>
                  </a:lnTo>
                  <a:lnTo>
                    <a:pt x="14056" y="6714"/>
                  </a:lnTo>
                  <a:lnTo>
                    <a:pt x="16084" y="5459"/>
                  </a:lnTo>
                  <a:lnTo>
                    <a:pt x="16108" y="8526"/>
                  </a:lnTo>
                  <a:lnTo>
                    <a:pt x="15568" y="9822"/>
                  </a:lnTo>
                  <a:lnTo>
                    <a:pt x="12876" y="10301"/>
                  </a:lnTo>
                  <a:lnTo>
                    <a:pt x="10368" y="14353"/>
                  </a:lnTo>
                  <a:lnTo>
                    <a:pt x="13167" y="14657"/>
                  </a:lnTo>
                  <a:lnTo>
                    <a:pt x="14298" y="12652"/>
                  </a:lnTo>
                  <a:lnTo>
                    <a:pt x="16001" y="14183"/>
                  </a:lnTo>
                  <a:lnTo>
                    <a:pt x="17613" y="14088"/>
                  </a:lnTo>
                  <a:lnTo>
                    <a:pt x="18005" y="15395"/>
                  </a:lnTo>
                  <a:lnTo>
                    <a:pt x="17382" y="16632"/>
                  </a:lnTo>
                  <a:lnTo>
                    <a:pt x="13314" y="17795"/>
                  </a:lnTo>
                  <a:lnTo>
                    <a:pt x="9883" y="16935"/>
                  </a:lnTo>
                  <a:lnTo>
                    <a:pt x="7094" y="18255"/>
                  </a:lnTo>
                  <a:lnTo>
                    <a:pt x="6271" y="20465"/>
                  </a:lnTo>
                  <a:lnTo>
                    <a:pt x="3624" y="20464"/>
                  </a:lnTo>
                  <a:lnTo>
                    <a:pt x="583" y="14838"/>
                  </a:lnTo>
                  <a:lnTo>
                    <a:pt x="1481" y="11668"/>
                  </a:lnTo>
                  <a:lnTo>
                    <a:pt x="0" y="9943"/>
                  </a:lnTo>
                  <a:lnTo>
                    <a:pt x="1625" y="4330"/>
                  </a:lnTo>
                  <a:lnTo>
                    <a:pt x="1516" y="43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6" name="ph8426"/>
            <p:cNvSpPr/>
            <p:nvPr/>
          </p:nvSpPr>
          <p:spPr>
            <a:xfrm>
              <a:off x="11157870" y="3057594"/>
              <a:ext cx="44134" cy="23764"/>
            </a:xfrm>
            <a:custGeom>
              <a:avLst/>
              <a:pathLst>
                <a:path w="44134" h="23764">
                  <a:moveTo>
                    <a:pt x="35873" y="395"/>
                  </a:moveTo>
                  <a:lnTo>
                    <a:pt x="36329" y="2952"/>
                  </a:lnTo>
                  <a:lnTo>
                    <a:pt x="41635" y="9393"/>
                  </a:lnTo>
                  <a:lnTo>
                    <a:pt x="44134" y="7730"/>
                  </a:lnTo>
                  <a:lnTo>
                    <a:pt x="39703" y="14000"/>
                  </a:lnTo>
                  <a:lnTo>
                    <a:pt x="37102" y="16209"/>
                  </a:lnTo>
                  <a:lnTo>
                    <a:pt x="34936" y="14903"/>
                  </a:lnTo>
                  <a:lnTo>
                    <a:pt x="30140" y="17342"/>
                  </a:lnTo>
                  <a:lnTo>
                    <a:pt x="30056" y="19113"/>
                  </a:lnTo>
                  <a:lnTo>
                    <a:pt x="28855" y="21328"/>
                  </a:lnTo>
                  <a:lnTo>
                    <a:pt x="20631" y="19686"/>
                  </a:lnTo>
                  <a:lnTo>
                    <a:pt x="18266" y="22180"/>
                  </a:lnTo>
                  <a:lnTo>
                    <a:pt x="17107" y="23764"/>
                  </a:lnTo>
                  <a:lnTo>
                    <a:pt x="16153" y="23388"/>
                  </a:lnTo>
                  <a:lnTo>
                    <a:pt x="14793" y="20525"/>
                  </a:lnTo>
                  <a:lnTo>
                    <a:pt x="8289" y="23043"/>
                  </a:lnTo>
                  <a:lnTo>
                    <a:pt x="6726" y="22435"/>
                  </a:lnTo>
                  <a:lnTo>
                    <a:pt x="5724" y="19748"/>
                  </a:lnTo>
                  <a:lnTo>
                    <a:pt x="1951" y="19272"/>
                  </a:lnTo>
                  <a:lnTo>
                    <a:pt x="2044" y="17170"/>
                  </a:lnTo>
                  <a:lnTo>
                    <a:pt x="0" y="12707"/>
                  </a:lnTo>
                  <a:lnTo>
                    <a:pt x="6410" y="8572"/>
                  </a:lnTo>
                  <a:lnTo>
                    <a:pt x="7580" y="10002"/>
                  </a:lnTo>
                  <a:lnTo>
                    <a:pt x="8967" y="10357"/>
                  </a:lnTo>
                  <a:lnTo>
                    <a:pt x="12907" y="9176"/>
                  </a:lnTo>
                  <a:lnTo>
                    <a:pt x="15027" y="12480"/>
                  </a:lnTo>
                  <a:lnTo>
                    <a:pt x="16883" y="12144"/>
                  </a:lnTo>
                  <a:lnTo>
                    <a:pt x="21883" y="8921"/>
                  </a:lnTo>
                  <a:lnTo>
                    <a:pt x="23402" y="12028"/>
                  </a:lnTo>
                  <a:lnTo>
                    <a:pt x="24974" y="11364"/>
                  </a:lnTo>
                  <a:lnTo>
                    <a:pt x="26494" y="8445"/>
                  </a:lnTo>
                  <a:lnTo>
                    <a:pt x="26657" y="9544"/>
                  </a:lnTo>
                  <a:lnTo>
                    <a:pt x="355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7" name="ph8427"/>
            <p:cNvSpPr/>
            <p:nvPr/>
          </p:nvSpPr>
          <p:spPr>
            <a:xfrm>
              <a:off x="11092017" y="2875450"/>
              <a:ext cx="11353" cy="7152"/>
            </a:xfrm>
            <a:custGeom>
              <a:avLst/>
              <a:pathLst>
                <a:path w="11353" h="7152">
                  <a:moveTo>
                    <a:pt x="7952" y="487"/>
                  </a:moveTo>
                  <a:lnTo>
                    <a:pt x="11353" y="1837"/>
                  </a:lnTo>
                  <a:lnTo>
                    <a:pt x="11093" y="2973"/>
                  </a:lnTo>
                  <a:lnTo>
                    <a:pt x="8750" y="5458"/>
                  </a:lnTo>
                  <a:lnTo>
                    <a:pt x="3774" y="7152"/>
                  </a:lnTo>
                  <a:lnTo>
                    <a:pt x="0" y="5227"/>
                  </a:lnTo>
                  <a:lnTo>
                    <a:pt x="766" y="1379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8" name="ph8428"/>
            <p:cNvSpPr/>
            <p:nvPr/>
          </p:nvSpPr>
          <p:spPr>
            <a:xfrm>
              <a:off x="11062582" y="2988109"/>
              <a:ext cx="18343" cy="18450"/>
            </a:xfrm>
            <a:custGeom>
              <a:avLst/>
              <a:pathLst>
                <a:path w="18343" h="18450">
                  <a:moveTo>
                    <a:pt x="12447" y="27"/>
                  </a:moveTo>
                  <a:lnTo>
                    <a:pt x="14591" y="9041"/>
                  </a:lnTo>
                  <a:lnTo>
                    <a:pt x="13351" y="10030"/>
                  </a:lnTo>
                  <a:lnTo>
                    <a:pt x="14048" y="12103"/>
                  </a:lnTo>
                  <a:lnTo>
                    <a:pt x="14686" y="12947"/>
                  </a:lnTo>
                  <a:lnTo>
                    <a:pt x="15541" y="13214"/>
                  </a:lnTo>
                  <a:lnTo>
                    <a:pt x="15729" y="12561"/>
                  </a:lnTo>
                  <a:lnTo>
                    <a:pt x="18343" y="13680"/>
                  </a:lnTo>
                  <a:lnTo>
                    <a:pt x="18042" y="14002"/>
                  </a:lnTo>
                  <a:lnTo>
                    <a:pt x="14149" y="16745"/>
                  </a:lnTo>
                  <a:lnTo>
                    <a:pt x="0" y="18450"/>
                  </a:lnTo>
                  <a:lnTo>
                    <a:pt x="3696" y="8585"/>
                  </a:lnTo>
                  <a:lnTo>
                    <a:pt x="4537" y="7772"/>
                  </a:lnTo>
                  <a:lnTo>
                    <a:pt x="6753" y="8762"/>
                  </a:lnTo>
                  <a:lnTo>
                    <a:pt x="1173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9" name="ph8429"/>
            <p:cNvSpPr/>
            <p:nvPr/>
          </p:nvSpPr>
          <p:spPr>
            <a:xfrm>
              <a:off x="11074186" y="2903126"/>
              <a:ext cx="18387" cy="18100"/>
            </a:xfrm>
            <a:custGeom>
              <a:avLst/>
              <a:pathLst>
                <a:path w="18387" h="18100">
                  <a:moveTo>
                    <a:pt x="7150" y="0"/>
                  </a:moveTo>
                  <a:lnTo>
                    <a:pt x="9787" y="1785"/>
                  </a:lnTo>
                  <a:lnTo>
                    <a:pt x="11029" y="1172"/>
                  </a:lnTo>
                  <a:lnTo>
                    <a:pt x="16870" y="7721"/>
                  </a:lnTo>
                  <a:lnTo>
                    <a:pt x="18387" y="11525"/>
                  </a:lnTo>
                  <a:lnTo>
                    <a:pt x="18273" y="13843"/>
                  </a:lnTo>
                  <a:lnTo>
                    <a:pt x="5368" y="18100"/>
                  </a:lnTo>
                  <a:lnTo>
                    <a:pt x="453" y="15736"/>
                  </a:lnTo>
                  <a:lnTo>
                    <a:pt x="0" y="13673"/>
                  </a:lnTo>
                  <a:lnTo>
                    <a:pt x="2621" y="11942"/>
                  </a:lnTo>
                  <a:lnTo>
                    <a:pt x="2245" y="8897"/>
                  </a:lnTo>
                  <a:lnTo>
                    <a:pt x="5511" y="2913"/>
                  </a:lnTo>
                  <a:lnTo>
                    <a:pt x="4662" y="1565"/>
                  </a:lnTo>
                  <a:lnTo>
                    <a:pt x="6104" y="14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0" name="ph8430"/>
            <p:cNvSpPr/>
            <p:nvPr/>
          </p:nvSpPr>
          <p:spPr>
            <a:xfrm>
              <a:off x="11015736" y="3059202"/>
              <a:ext cx="4980" cy="4251"/>
            </a:xfrm>
            <a:custGeom>
              <a:avLst/>
              <a:pathLst>
                <a:path w="4980" h="4251">
                  <a:moveTo>
                    <a:pt x="4723" y="986"/>
                  </a:moveTo>
                  <a:lnTo>
                    <a:pt x="4980" y="2541"/>
                  </a:lnTo>
                  <a:lnTo>
                    <a:pt x="1497" y="4251"/>
                  </a:lnTo>
                  <a:lnTo>
                    <a:pt x="0" y="3524"/>
                  </a:lnTo>
                  <a:lnTo>
                    <a:pt x="192" y="0"/>
                  </a:lnTo>
                  <a:lnTo>
                    <a:pt x="942" y="953"/>
                  </a:lnTo>
                  <a:lnTo>
                    <a:pt x="2745" y="31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1" name="ph8431"/>
            <p:cNvSpPr/>
            <p:nvPr/>
          </p:nvSpPr>
          <p:spPr>
            <a:xfrm>
              <a:off x="11012561" y="2990020"/>
              <a:ext cx="20598" cy="9183"/>
            </a:xfrm>
            <a:custGeom>
              <a:avLst/>
              <a:pathLst>
                <a:path w="20598" h="9183">
                  <a:moveTo>
                    <a:pt x="2582" y="0"/>
                  </a:moveTo>
                  <a:lnTo>
                    <a:pt x="7672" y="1753"/>
                  </a:lnTo>
                  <a:lnTo>
                    <a:pt x="13481" y="2306"/>
                  </a:lnTo>
                  <a:lnTo>
                    <a:pt x="17104" y="3243"/>
                  </a:lnTo>
                  <a:lnTo>
                    <a:pt x="18421" y="2696"/>
                  </a:lnTo>
                  <a:lnTo>
                    <a:pt x="20278" y="5435"/>
                  </a:lnTo>
                  <a:lnTo>
                    <a:pt x="20598" y="7571"/>
                  </a:lnTo>
                  <a:lnTo>
                    <a:pt x="17537" y="9183"/>
                  </a:lnTo>
                  <a:lnTo>
                    <a:pt x="13997" y="6984"/>
                  </a:lnTo>
                  <a:lnTo>
                    <a:pt x="9970" y="5598"/>
                  </a:lnTo>
                  <a:lnTo>
                    <a:pt x="7449" y="5984"/>
                  </a:lnTo>
                  <a:lnTo>
                    <a:pt x="2810" y="3255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2" name="ph8432"/>
            <p:cNvSpPr/>
            <p:nvPr/>
          </p:nvSpPr>
          <p:spPr>
            <a:xfrm>
              <a:off x="11123478" y="3091705"/>
              <a:ext cx="31299" cy="27896"/>
            </a:xfrm>
            <a:custGeom>
              <a:avLst/>
              <a:pathLst>
                <a:path w="31299" h="27896">
                  <a:moveTo>
                    <a:pt x="12028" y="5683"/>
                  </a:moveTo>
                  <a:lnTo>
                    <a:pt x="15580" y="6991"/>
                  </a:lnTo>
                  <a:lnTo>
                    <a:pt x="23728" y="5557"/>
                  </a:lnTo>
                  <a:lnTo>
                    <a:pt x="23878" y="2673"/>
                  </a:lnTo>
                  <a:lnTo>
                    <a:pt x="25776" y="3186"/>
                  </a:lnTo>
                  <a:lnTo>
                    <a:pt x="30064" y="14902"/>
                  </a:lnTo>
                  <a:lnTo>
                    <a:pt x="31299" y="15964"/>
                  </a:lnTo>
                  <a:lnTo>
                    <a:pt x="29550" y="18734"/>
                  </a:lnTo>
                  <a:lnTo>
                    <a:pt x="28405" y="19509"/>
                  </a:lnTo>
                  <a:lnTo>
                    <a:pt x="25641" y="18029"/>
                  </a:lnTo>
                  <a:lnTo>
                    <a:pt x="24710" y="18667"/>
                  </a:lnTo>
                  <a:lnTo>
                    <a:pt x="18834" y="27688"/>
                  </a:lnTo>
                  <a:lnTo>
                    <a:pt x="17181" y="27896"/>
                  </a:lnTo>
                  <a:lnTo>
                    <a:pt x="9575" y="27020"/>
                  </a:lnTo>
                  <a:lnTo>
                    <a:pt x="8219" y="25814"/>
                  </a:lnTo>
                  <a:lnTo>
                    <a:pt x="6859" y="20456"/>
                  </a:lnTo>
                  <a:lnTo>
                    <a:pt x="6642" y="19117"/>
                  </a:lnTo>
                  <a:lnTo>
                    <a:pt x="6074" y="16842"/>
                  </a:lnTo>
                  <a:lnTo>
                    <a:pt x="6502" y="15754"/>
                  </a:lnTo>
                  <a:lnTo>
                    <a:pt x="8870" y="14736"/>
                  </a:lnTo>
                  <a:lnTo>
                    <a:pt x="11189" y="14639"/>
                  </a:lnTo>
                  <a:lnTo>
                    <a:pt x="12784" y="10497"/>
                  </a:lnTo>
                  <a:lnTo>
                    <a:pt x="9431" y="8157"/>
                  </a:lnTo>
                  <a:lnTo>
                    <a:pt x="7523" y="9267"/>
                  </a:lnTo>
                  <a:lnTo>
                    <a:pt x="673" y="8738"/>
                  </a:lnTo>
                  <a:lnTo>
                    <a:pt x="0" y="4925"/>
                  </a:lnTo>
                  <a:lnTo>
                    <a:pt x="2613" y="5244"/>
                  </a:lnTo>
                  <a:lnTo>
                    <a:pt x="3360" y="4695"/>
                  </a:lnTo>
                  <a:lnTo>
                    <a:pt x="2704" y="1414"/>
                  </a:lnTo>
                  <a:lnTo>
                    <a:pt x="3309" y="0"/>
                  </a:lnTo>
                  <a:lnTo>
                    <a:pt x="7628" y="167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3" name="ph8433"/>
            <p:cNvSpPr/>
            <p:nvPr/>
          </p:nvSpPr>
          <p:spPr>
            <a:xfrm>
              <a:off x="11120502" y="3101092"/>
              <a:ext cx="5750" cy="3939"/>
            </a:xfrm>
            <a:custGeom>
              <a:avLst/>
              <a:pathLst>
                <a:path w="5750" h="3939">
                  <a:moveTo>
                    <a:pt x="5750" y="1862"/>
                  </a:moveTo>
                  <a:lnTo>
                    <a:pt x="4229" y="3939"/>
                  </a:lnTo>
                  <a:lnTo>
                    <a:pt x="0" y="1242"/>
                  </a:lnTo>
                  <a:lnTo>
                    <a:pt x="1045" y="0"/>
                  </a:lnTo>
                  <a:lnTo>
                    <a:pt x="3270" y="30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4" name="ph8434"/>
            <p:cNvSpPr/>
            <p:nvPr/>
          </p:nvSpPr>
          <p:spPr>
            <a:xfrm>
              <a:off x="11004464" y="3033106"/>
              <a:ext cx="5120" cy="9543"/>
            </a:xfrm>
            <a:custGeom>
              <a:avLst/>
              <a:pathLst>
                <a:path w="5120" h="9543">
                  <a:moveTo>
                    <a:pt x="4924" y="2791"/>
                  </a:moveTo>
                  <a:lnTo>
                    <a:pt x="3708" y="5096"/>
                  </a:lnTo>
                  <a:lnTo>
                    <a:pt x="5120" y="8140"/>
                  </a:lnTo>
                  <a:lnTo>
                    <a:pt x="703" y="9543"/>
                  </a:lnTo>
                  <a:lnTo>
                    <a:pt x="0" y="8430"/>
                  </a:lnTo>
                  <a:lnTo>
                    <a:pt x="2171" y="2956"/>
                  </a:lnTo>
                  <a:lnTo>
                    <a:pt x="832" y="2077"/>
                  </a:lnTo>
                  <a:lnTo>
                    <a:pt x="57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5" name="ph8435"/>
            <p:cNvSpPr/>
            <p:nvPr/>
          </p:nvSpPr>
          <p:spPr>
            <a:xfrm>
              <a:off x="11099686" y="2982465"/>
              <a:ext cx="13606" cy="14900"/>
            </a:xfrm>
            <a:custGeom>
              <a:avLst/>
              <a:pathLst>
                <a:path w="13606" h="14900">
                  <a:moveTo>
                    <a:pt x="8360" y="1527"/>
                  </a:moveTo>
                  <a:lnTo>
                    <a:pt x="10843" y="181"/>
                  </a:lnTo>
                  <a:lnTo>
                    <a:pt x="12482" y="2913"/>
                  </a:lnTo>
                  <a:lnTo>
                    <a:pt x="11997" y="6971"/>
                  </a:lnTo>
                  <a:lnTo>
                    <a:pt x="13606" y="11123"/>
                  </a:lnTo>
                  <a:lnTo>
                    <a:pt x="10958" y="13472"/>
                  </a:lnTo>
                  <a:lnTo>
                    <a:pt x="7227" y="14900"/>
                  </a:lnTo>
                  <a:lnTo>
                    <a:pt x="4928" y="13913"/>
                  </a:lnTo>
                  <a:lnTo>
                    <a:pt x="29" y="8870"/>
                  </a:lnTo>
                  <a:lnTo>
                    <a:pt x="0" y="5460"/>
                  </a:lnTo>
                  <a:lnTo>
                    <a:pt x="4038" y="4079"/>
                  </a:lnTo>
                  <a:lnTo>
                    <a:pt x="638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6" name="ph8436"/>
            <p:cNvSpPr/>
            <p:nvPr/>
          </p:nvSpPr>
          <p:spPr>
            <a:xfrm>
              <a:off x="11048955" y="3038163"/>
              <a:ext cx="41044" cy="29693"/>
            </a:xfrm>
            <a:custGeom>
              <a:avLst/>
              <a:pathLst>
                <a:path w="41044" h="29693">
                  <a:moveTo>
                    <a:pt x="40910" y="3771"/>
                  </a:moveTo>
                  <a:lnTo>
                    <a:pt x="41044" y="6206"/>
                  </a:lnTo>
                  <a:lnTo>
                    <a:pt x="38613" y="11739"/>
                  </a:lnTo>
                  <a:lnTo>
                    <a:pt x="39096" y="13437"/>
                  </a:lnTo>
                  <a:lnTo>
                    <a:pt x="34858" y="15532"/>
                  </a:lnTo>
                  <a:lnTo>
                    <a:pt x="30236" y="14471"/>
                  </a:lnTo>
                  <a:lnTo>
                    <a:pt x="28063" y="15481"/>
                  </a:lnTo>
                  <a:lnTo>
                    <a:pt x="25756" y="27246"/>
                  </a:lnTo>
                  <a:lnTo>
                    <a:pt x="22050" y="27715"/>
                  </a:lnTo>
                  <a:lnTo>
                    <a:pt x="18188" y="26064"/>
                  </a:lnTo>
                  <a:lnTo>
                    <a:pt x="11789" y="28089"/>
                  </a:lnTo>
                  <a:lnTo>
                    <a:pt x="11273" y="27407"/>
                  </a:lnTo>
                  <a:lnTo>
                    <a:pt x="5146" y="27852"/>
                  </a:lnTo>
                  <a:lnTo>
                    <a:pt x="3896" y="29494"/>
                  </a:lnTo>
                  <a:lnTo>
                    <a:pt x="1939" y="29693"/>
                  </a:lnTo>
                  <a:lnTo>
                    <a:pt x="2181" y="27735"/>
                  </a:lnTo>
                  <a:lnTo>
                    <a:pt x="0" y="27319"/>
                  </a:lnTo>
                  <a:lnTo>
                    <a:pt x="2669" y="25433"/>
                  </a:lnTo>
                  <a:lnTo>
                    <a:pt x="5725" y="26251"/>
                  </a:lnTo>
                  <a:lnTo>
                    <a:pt x="6961" y="24973"/>
                  </a:lnTo>
                  <a:lnTo>
                    <a:pt x="6742" y="23036"/>
                  </a:lnTo>
                  <a:lnTo>
                    <a:pt x="8299" y="22466"/>
                  </a:lnTo>
                  <a:lnTo>
                    <a:pt x="10936" y="23169"/>
                  </a:lnTo>
                  <a:lnTo>
                    <a:pt x="11985" y="24803"/>
                  </a:lnTo>
                  <a:lnTo>
                    <a:pt x="17521" y="22466"/>
                  </a:lnTo>
                  <a:lnTo>
                    <a:pt x="20827" y="19213"/>
                  </a:lnTo>
                  <a:lnTo>
                    <a:pt x="21060" y="17347"/>
                  </a:lnTo>
                  <a:lnTo>
                    <a:pt x="20571" y="16852"/>
                  </a:lnTo>
                  <a:lnTo>
                    <a:pt x="22391" y="15474"/>
                  </a:lnTo>
                  <a:lnTo>
                    <a:pt x="25691" y="14340"/>
                  </a:lnTo>
                  <a:lnTo>
                    <a:pt x="28320" y="11489"/>
                  </a:lnTo>
                  <a:lnTo>
                    <a:pt x="27866" y="9972"/>
                  </a:lnTo>
                  <a:lnTo>
                    <a:pt x="29754" y="8150"/>
                  </a:lnTo>
                  <a:lnTo>
                    <a:pt x="31405" y="8899"/>
                  </a:lnTo>
                  <a:lnTo>
                    <a:pt x="35228" y="4526"/>
                  </a:lnTo>
                  <a:lnTo>
                    <a:pt x="36052" y="3006"/>
                  </a:lnTo>
                  <a:lnTo>
                    <a:pt x="34731" y="741"/>
                  </a:lnTo>
                  <a:lnTo>
                    <a:pt x="3580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7" name="ph8437"/>
            <p:cNvSpPr/>
            <p:nvPr/>
          </p:nvSpPr>
          <p:spPr>
            <a:xfrm>
              <a:off x="11121543" y="2910230"/>
              <a:ext cx="5613" cy="10225"/>
            </a:xfrm>
            <a:custGeom>
              <a:avLst/>
              <a:pathLst>
                <a:path w="5613" h="10225">
                  <a:moveTo>
                    <a:pt x="2332" y="5"/>
                  </a:moveTo>
                  <a:lnTo>
                    <a:pt x="3138" y="0"/>
                  </a:lnTo>
                  <a:lnTo>
                    <a:pt x="5213" y="580"/>
                  </a:lnTo>
                  <a:lnTo>
                    <a:pt x="5613" y="2805"/>
                  </a:lnTo>
                  <a:lnTo>
                    <a:pt x="3917" y="8802"/>
                  </a:lnTo>
                  <a:lnTo>
                    <a:pt x="2622" y="10225"/>
                  </a:lnTo>
                  <a:lnTo>
                    <a:pt x="0" y="8052"/>
                  </a:lnTo>
                  <a:lnTo>
                    <a:pt x="634" y="7701"/>
                  </a:lnTo>
                  <a:lnTo>
                    <a:pt x="730" y="176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8" name="ph8438"/>
            <p:cNvSpPr/>
            <p:nvPr/>
          </p:nvSpPr>
          <p:spPr>
            <a:xfrm>
              <a:off x="11100159" y="2908008"/>
              <a:ext cx="24006" cy="22343"/>
            </a:xfrm>
            <a:custGeom>
              <a:avLst/>
              <a:pathLst>
                <a:path w="24006" h="22343">
                  <a:moveTo>
                    <a:pt x="11005" y="0"/>
                  </a:moveTo>
                  <a:lnTo>
                    <a:pt x="15272" y="1713"/>
                  </a:lnTo>
                  <a:lnTo>
                    <a:pt x="18102" y="4500"/>
                  </a:lnTo>
                  <a:lnTo>
                    <a:pt x="21383" y="10274"/>
                  </a:lnTo>
                  <a:lnTo>
                    <a:pt x="24006" y="12446"/>
                  </a:lnTo>
                  <a:lnTo>
                    <a:pt x="20709" y="14034"/>
                  </a:lnTo>
                  <a:lnTo>
                    <a:pt x="19525" y="15022"/>
                  </a:lnTo>
                  <a:lnTo>
                    <a:pt x="17852" y="19837"/>
                  </a:lnTo>
                  <a:lnTo>
                    <a:pt x="14639" y="19926"/>
                  </a:lnTo>
                  <a:lnTo>
                    <a:pt x="10096" y="22343"/>
                  </a:lnTo>
                  <a:lnTo>
                    <a:pt x="8962" y="20751"/>
                  </a:lnTo>
                  <a:lnTo>
                    <a:pt x="7156" y="21035"/>
                  </a:lnTo>
                  <a:lnTo>
                    <a:pt x="4906" y="20245"/>
                  </a:lnTo>
                  <a:lnTo>
                    <a:pt x="1804" y="16597"/>
                  </a:lnTo>
                  <a:lnTo>
                    <a:pt x="2295" y="14782"/>
                  </a:lnTo>
                  <a:lnTo>
                    <a:pt x="0" y="12295"/>
                  </a:lnTo>
                  <a:lnTo>
                    <a:pt x="2023" y="11966"/>
                  </a:lnTo>
                  <a:lnTo>
                    <a:pt x="4217" y="5735"/>
                  </a:lnTo>
                  <a:lnTo>
                    <a:pt x="6795" y="145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9" name="ph8439"/>
            <p:cNvSpPr/>
            <p:nvPr/>
          </p:nvSpPr>
          <p:spPr>
            <a:xfrm>
              <a:off x="11073282" y="2977977"/>
              <a:ext cx="9737" cy="20093"/>
            </a:xfrm>
            <a:custGeom>
              <a:avLst/>
              <a:pathLst>
                <a:path w="9737" h="20093">
                  <a:moveTo>
                    <a:pt x="5019" y="4056"/>
                  </a:moveTo>
                  <a:lnTo>
                    <a:pt x="6186" y="8330"/>
                  </a:lnTo>
                  <a:lnTo>
                    <a:pt x="5889" y="11809"/>
                  </a:lnTo>
                  <a:lnTo>
                    <a:pt x="4483" y="12184"/>
                  </a:lnTo>
                  <a:lnTo>
                    <a:pt x="4085" y="14459"/>
                  </a:lnTo>
                  <a:lnTo>
                    <a:pt x="4666" y="15741"/>
                  </a:lnTo>
                  <a:lnTo>
                    <a:pt x="6940" y="16946"/>
                  </a:lnTo>
                  <a:lnTo>
                    <a:pt x="8304" y="15819"/>
                  </a:lnTo>
                  <a:lnTo>
                    <a:pt x="9737" y="18828"/>
                  </a:lnTo>
                  <a:lnTo>
                    <a:pt x="8663" y="20093"/>
                  </a:lnTo>
                  <a:lnTo>
                    <a:pt x="3891" y="19173"/>
                  </a:lnTo>
                  <a:lnTo>
                    <a:pt x="1747" y="10159"/>
                  </a:lnTo>
                  <a:lnTo>
                    <a:pt x="1036" y="10131"/>
                  </a:lnTo>
                  <a:lnTo>
                    <a:pt x="0" y="4831"/>
                  </a:lnTo>
                  <a:lnTo>
                    <a:pt x="41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0" name="ph8440"/>
            <p:cNvSpPr/>
            <p:nvPr/>
          </p:nvSpPr>
          <p:spPr>
            <a:xfrm>
              <a:off x="11072200" y="2869202"/>
              <a:ext cx="14321" cy="13211"/>
            </a:xfrm>
            <a:custGeom>
              <a:avLst/>
              <a:pathLst>
                <a:path w="14321" h="13211">
                  <a:moveTo>
                    <a:pt x="14321" y="5992"/>
                  </a:moveTo>
                  <a:lnTo>
                    <a:pt x="12864" y="7386"/>
                  </a:lnTo>
                  <a:lnTo>
                    <a:pt x="10142" y="9608"/>
                  </a:lnTo>
                  <a:lnTo>
                    <a:pt x="2368" y="13211"/>
                  </a:lnTo>
                  <a:lnTo>
                    <a:pt x="0" y="8904"/>
                  </a:lnTo>
                  <a:lnTo>
                    <a:pt x="77" y="7680"/>
                  </a:lnTo>
                  <a:lnTo>
                    <a:pt x="2881" y="5629"/>
                  </a:lnTo>
                  <a:lnTo>
                    <a:pt x="374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1" name="ph8441"/>
            <p:cNvSpPr/>
            <p:nvPr/>
          </p:nvSpPr>
          <p:spPr>
            <a:xfrm>
              <a:off x="11010906" y="2978395"/>
              <a:ext cx="16444" cy="9663"/>
            </a:xfrm>
            <a:custGeom>
              <a:avLst/>
              <a:pathLst>
                <a:path w="16444" h="9663">
                  <a:moveTo>
                    <a:pt x="16306" y="495"/>
                  </a:moveTo>
                  <a:lnTo>
                    <a:pt x="16444" y="4562"/>
                  </a:lnTo>
                  <a:lnTo>
                    <a:pt x="10928" y="8351"/>
                  </a:lnTo>
                  <a:lnTo>
                    <a:pt x="1817" y="9663"/>
                  </a:lnTo>
                  <a:lnTo>
                    <a:pt x="467" y="9272"/>
                  </a:lnTo>
                  <a:lnTo>
                    <a:pt x="0" y="8260"/>
                  </a:lnTo>
                  <a:lnTo>
                    <a:pt x="798" y="3826"/>
                  </a:lnTo>
                  <a:lnTo>
                    <a:pt x="7760" y="3388"/>
                  </a:lnTo>
                  <a:lnTo>
                    <a:pt x="10373" y="2115"/>
                  </a:lnTo>
                  <a:lnTo>
                    <a:pt x="1214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2" name="ph8442"/>
            <p:cNvSpPr/>
            <p:nvPr/>
          </p:nvSpPr>
          <p:spPr>
            <a:xfrm>
              <a:off x="10988571" y="3093402"/>
              <a:ext cx="3853" cy="2763"/>
            </a:xfrm>
            <a:custGeom>
              <a:avLst/>
              <a:pathLst>
                <a:path w="3853" h="2763">
                  <a:moveTo>
                    <a:pt x="0" y="2763"/>
                  </a:moveTo>
                  <a:lnTo>
                    <a:pt x="1967" y="0"/>
                  </a:lnTo>
                  <a:lnTo>
                    <a:pt x="3853" y="173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3" name="ph8443"/>
            <p:cNvSpPr/>
            <p:nvPr/>
          </p:nvSpPr>
          <p:spPr>
            <a:xfrm>
              <a:off x="10992477" y="3071472"/>
              <a:ext cx="44472" cy="42170"/>
            </a:xfrm>
            <a:custGeom>
              <a:avLst/>
              <a:pathLst>
                <a:path w="44472" h="42170">
                  <a:moveTo>
                    <a:pt x="15345" y="4700"/>
                  </a:moveTo>
                  <a:lnTo>
                    <a:pt x="16570" y="7339"/>
                  </a:lnTo>
                  <a:lnTo>
                    <a:pt x="19964" y="4899"/>
                  </a:lnTo>
                  <a:lnTo>
                    <a:pt x="23154" y="4606"/>
                  </a:lnTo>
                  <a:lnTo>
                    <a:pt x="24719" y="7160"/>
                  </a:lnTo>
                  <a:lnTo>
                    <a:pt x="28266" y="6277"/>
                  </a:lnTo>
                  <a:lnTo>
                    <a:pt x="30077" y="6806"/>
                  </a:lnTo>
                  <a:lnTo>
                    <a:pt x="28304" y="9179"/>
                  </a:lnTo>
                  <a:lnTo>
                    <a:pt x="33377" y="14211"/>
                  </a:lnTo>
                  <a:lnTo>
                    <a:pt x="37203" y="15168"/>
                  </a:lnTo>
                  <a:lnTo>
                    <a:pt x="38511" y="14719"/>
                  </a:lnTo>
                  <a:lnTo>
                    <a:pt x="39690" y="15898"/>
                  </a:lnTo>
                  <a:lnTo>
                    <a:pt x="38490" y="21107"/>
                  </a:lnTo>
                  <a:lnTo>
                    <a:pt x="42739" y="20382"/>
                  </a:lnTo>
                  <a:lnTo>
                    <a:pt x="44472" y="21408"/>
                  </a:lnTo>
                  <a:lnTo>
                    <a:pt x="41090" y="24274"/>
                  </a:lnTo>
                  <a:lnTo>
                    <a:pt x="36578" y="23591"/>
                  </a:lnTo>
                  <a:lnTo>
                    <a:pt x="36048" y="26262"/>
                  </a:lnTo>
                  <a:lnTo>
                    <a:pt x="32435" y="31744"/>
                  </a:lnTo>
                  <a:lnTo>
                    <a:pt x="24892" y="36494"/>
                  </a:lnTo>
                  <a:lnTo>
                    <a:pt x="24432" y="37574"/>
                  </a:lnTo>
                  <a:lnTo>
                    <a:pt x="22361" y="36271"/>
                  </a:lnTo>
                  <a:lnTo>
                    <a:pt x="20830" y="37405"/>
                  </a:lnTo>
                  <a:lnTo>
                    <a:pt x="21036" y="42170"/>
                  </a:lnTo>
                  <a:lnTo>
                    <a:pt x="12151" y="40180"/>
                  </a:lnTo>
                  <a:lnTo>
                    <a:pt x="11959" y="39066"/>
                  </a:lnTo>
                  <a:lnTo>
                    <a:pt x="13128" y="37509"/>
                  </a:lnTo>
                  <a:lnTo>
                    <a:pt x="11710" y="33652"/>
                  </a:lnTo>
                  <a:lnTo>
                    <a:pt x="8402" y="36856"/>
                  </a:lnTo>
                  <a:lnTo>
                    <a:pt x="4878" y="37190"/>
                  </a:lnTo>
                  <a:lnTo>
                    <a:pt x="3331" y="34992"/>
                  </a:lnTo>
                  <a:lnTo>
                    <a:pt x="1965" y="30352"/>
                  </a:lnTo>
                  <a:lnTo>
                    <a:pt x="4368" y="26561"/>
                  </a:lnTo>
                  <a:lnTo>
                    <a:pt x="6636" y="25175"/>
                  </a:lnTo>
                  <a:lnTo>
                    <a:pt x="6036" y="20630"/>
                  </a:lnTo>
                  <a:lnTo>
                    <a:pt x="4447" y="18149"/>
                  </a:lnTo>
                  <a:lnTo>
                    <a:pt x="2440" y="16505"/>
                  </a:lnTo>
                  <a:lnTo>
                    <a:pt x="1066" y="16713"/>
                  </a:lnTo>
                  <a:lnTo>
                    <a:pt x="0" y="14562"/>
                  </a:lnTo>
                  <a:lnTo>
                    <a:pt x="534" y="11174"/>
                  </a:lnTo>
                  <a:lnTo>
                    <a:pt x="2048" y="10678"/>
                  </a:lnTo>
                  <a:lnTo>
                    <a:pt x="8745" y="17825"/>
                  </a:lnTo>
                  <a:lnTo>
                    <a:pt x="13923" y="13575"/>
                  </a:lnTo>
                  <a:lnTo>
                    <a:pt x="8808" y="5227"/>
                  </a:lnTo>
                  <a:lnTo>
                    <a:pt x="7015" y="5604"/>
                  </a:lnTo>
                  <a:lnTo>
                    <a:pt x="4714" y="2805"/>
                  </a:lnTo>
                  <a:lnTo>
                    <a:pt x="7004" y="2087"/>
                  </a:lnTo>
                  <a:lnTo>
                    <a:pt x="12281" y="0"/>
                  </a:lnTo>
                  <a:lnTo>
                    <a:pt x="11486" y="2673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4" name="ph8444"/>
            <p:cNvSpPr/>
            <p:nvPr/>
          </p:nvSpPr>
          <p:spPr>
            <a:xfrm>
              <a:off x="11159680" y="3045203"/>
              <a:ext cx="24684" cy="24870"/>
            </a:xfrm>
            <a:custGeom>
              <a:avLst/>
              <a:pathLst>
                <a:path w="24684" h="24870">
                  <a:moveTo>
                    <a:pt x="6415" y="0"/>
                  </a:moveTo>
                  <a:lnTo>
                    <a:pt x="7439" y="529"/>
                  </a:lnTo>
                  <a:lnTo>
                    <a:pt x="8780" y="2070"/>
                  </a:lnTo>
                  <a:lnTo>
                    <a:pt x="13442" y="3380"/>
                  </a:lnTo>
                  <a:lnTo>
                    <a:pt x="17186" y="5630"/>
                  </a:lnTo>
                  <a:lnTo>
                    <a:pt x="17030" y="8310"/>
                  </a:lnTo>
                  <a:lnTo>
                    <a:pt x="20853" y="14100"/>
                  </a:lnTo>
                  <a:lnTo>
                    <a:pt x="24684" y="20836"/>
                  </a:lnTo>
                  <a:lnTo>
                    <a:pt x="23164" y="23755"/>
                  </a:lnTo>
                  <a:lnTo>
                    <a:pt x="21592" y="24418"/>
                  </a:lnTo>
                  <a:lnTo>
                    <a:pt x="20073" y="21312"/>
                  </a:lnTo>
                  <a:lnTo>
                    <a:pt x="15073" y="24535"/>
                  </a:lnTo>
                  <a:lnTo>
                    <a:pt x="13217" y="24870"/>
                  </a:lnTo>
                  <a:lnTo>
                    <a:pt x="11097" y="21566"/>
                  </a:lnTo>
                  <a:lnTo>
                    <a:pt x="7157" y="22748"/>
                  </a:lnTo>
                  <a:lnTo>
                    <a:pt x="5770" y="22393"/>
                  </a:lnTo>
                  <a:lnTo>
                    <a:pt x="4600" y="20962"/>
                  </a:lnTo>
                  <a:lnTo>
                    <a:pt x="6216" y="19955"/>
                  </a:lnTo>
                  <a:lnTo>
                    <a:pt x="8498" y="20289"/>
                  </a:lnTo>
                  <a:lnTo>
                    <a:pt x="9196" y="19091"/>
                  </a:lnTo>
                  <a:lnTo>
                    <a:pt x="6991" y="13102"/>
                  </a:lnTo>
                  <a:lnTo>
                    <a:pt x="2929" y="10768"/>
                  </a:lnTo>
                  <a:lnTo>
                    <a:pt x="9731" y="5055"/>
                  </a:lnTo>
                  <a:lnTo>
                    <a:pt x="6336" y="4284"/>
                  </a:lnTo>
                  <a:lnTo>
                    <a:pt x="4450" y="6843"/>
                  </a:lnTo>
                  <a:lnTo>
                    <a:pt x="1679" y="5784"/>
                  </a:lnTo>
                  <a:lnTo>
                    <a:pt x="0" y="5777"/>
                  </a:lnTo>
                  <a:lnTo>
                    <a:pt x="2204" y="4030"/>
                  </a:lnTo>
                  <a:lnTo>
                    <a:pt x="2115" y="139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5" name="ph8445"/>
            <p:cNvSpPr/>
            <p:nvPr/>
          </p:nvSpPr>
          <p:spPr>
            <a:xfrm>
              <a:off x="11081908" y="2990316"/>
              <a:ext cx="17644" cy="25701"/>
            </a:xfrm>
            <a:custGeom>
              <a:avLst/>
              <a:pathLst>
                <a:path w="17644" h="25701">
                  <a:moveTo>
                    <a:pt x="16224" y="2086"/>
                  </a:moveTo>
                  <a:lnTo>
                    <a:pt x="17644" y="4873"/>
                  </a:lnTo>
                  <a:lnTo>
                    <a:pt x="17078" y="16700"/>
                  </a:lnTo>
                  <a:lnTo>
                    <a:pt x="14034" y="15824"/>
                  </a:lnTo>
                  <a:lnTo>
                    <a:pt x="14514" y="15159"/>
                  </a:lnTo>
                  <a:lnTo>
                    <a:pt x="12049" y="12784"/>
                  </a:lnTo>
                  <a:lnTo>
                    <a:pt x="10709" y="15028"/>
                  </a:lnTo>
                  <a:lnTo>
                    <a:pt x="14534" y="17577"/>
                  </a:lnTo>
                  <a:lnTo>
                    <a:pt x="14399" y="19011"/>
                  </a:lnTo>
                  <a:lnTo>
                    <a:pt x="14561" y="20353"/>
                  </a:lnTo>
                  <a:lnTo>
                    <a:pt x="12658" y="25006"/>
                  </a:lnTo>
                  <a:lnTo>
                    <a:pt x="10960" y="25701"/>
                  </a:lnTo>
                  <a:lnTo>
                    <a:pt x="6800" y="24329"/>
                  </a:lnTo>
                  <a:lnTo>
                    <a:pt x="4287" y="23338"/>
                  </a:lnTo>
                  <a:lnTo>
                    <a:pt x="5114" y="22150"/>
                  </a:lnTo>
                  <a:lnTo>
                    <a:pt x="4644" y="21092"/>
                  </a:lnTo>
                  <a:lnTo>
                    <a:pt x="2370" y="17917"/>
                  </a:lnTo>
                  <a:lnTo>
                    <a:pt x="548" y="16220"/>
                  </a:lnTo>
                  <a:lnTo>
                    <a:pt x="0" y="16390"/>
                  </a:lnTo>
                  <a:lnTo>
                    <a:pt x="2827" y="14300"/>
                  </a:lnTo>
                  <a:lnTo>
                    <a:pt x="2395" y="12965"/>
                  </a:lnTo>
                  <a:lnTo>
                    <a:pt x="5399" y="7986"/>
                  </a:lnTo>
                  <a:lnTo>
                    <a:pt x="10655" y="2640"/>
                  </a:lnTo>
                  <a:lnTo>
                    <a:pt x="14307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6" name="ph8446"/>
            <p:cNvSpPr/>
            <p:nvPr/>
          </p:nvSpPr>
          <p:spPr>
            <a:xfrm>
              <a:off x="11139874" y="3036980"/>
              <a:ext cx="13727" cy="16810"/>
            </a:xfrm>
            <a:custGeom>
              <a:avLst/>
              <a:pathLst>
                <a:path w="13727" h="16810">
                  <a:moveTo>
                    <a:pt x="13037" y="0"/>
                  </a:moveTo>
                  <a:lnTo>
                    <a:pt x="13727" y="3600"/>
                  </a:lnTo>
                  <a:lnTo>
                    <a:pt x="7480" y="7169"/>
                  </a:lnTo>
                  <a:lnTo>
                    <a:pt x="6545" y="10124"/>
                  </a:lnTo>
                  <a:lnTo>
                    <a:pt x="10635" y="10470"/>
                  </a:lnTo>
                  <a:lnTo>
                    <a:pt x="12012" y="12573"/>
                  </a:lnTo>
                  <a:lnTo>
                    <a:pt x="12024" y="13450"/>
                  </a:lnTo>
                  <a:lnTo>
                    <a:pt x="10664" y="14942"/>
                  </a:lnTo>
                  <a:lnTo>
                    <a:pt x="7632" y="16810"/>
                  </a:lnTo>
                  <a:lnTo>
                    <a:pt x="5316" y="15885"/>
                  </a:lnTo>
                  <a:lnTo>
                    <a:pt x="4926" y="14288"/>
                  </a:lnTo>
                  <a:lnTo>
                    <a:pt x="3921" y="13457"/>
                  </a:lnTo>
                  <a:lnTo>
                    <a:pt x="208" y="15043"/>
                  </a:lnTo>
                  <a:lnTo>
                    <a:pt x="0" y="10499"/>
                  </a:lnTo>
                  <a:lnTo>
                    <a:pt x="5629" y="7518"/>
                  </a:lnTo>
                  <a:lnTo>
                    <a:pt x="8407" y="251"/>
                  </a:lnTo>
                  <a:lnTo>
                    <a:pt x="9842" y="103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7" name="ph8447"/>
            <p:cNvSpPr/>
            <p:nvPr/>
          </p:nvSpPr>
          <p:spPr>
            <a:xfrm>
              <a:off x="11104194" y="2883509"/>
              <a:ext cx="11233" cy="3490"/>
            </a:xfrm>
            <a:custGeom>
              <a:avLst/>
              <a:pathLst>
                <a:path w="11233" h="3490">
                  <a:moveTo>
                    <a:pt x="8975" y="672"/>
                  </a:moveTo>
                  <a:lnTo>
                    <a:pt x="10654" y="1380"/>
                  </a:lnTo>
                  <a:lnTo>
                    <a:pt x="11233" y="2767"/>
                  </a:lnTo>
                  <a:lnTo>
                    <a:pt x="9036" y="2445"/>
                  </a:lnTo>
                  <a:lnTo>
                    <a:pt x="3395" y="2199"/>
                  </a:lnTo>
                  <a:lnTo>
                    <a:pt x="406" y="3490"/>
                  </a:lnTo>
                  <a:lnTo>
                    <a:pt x="45" y="2414"/>
                  </a:lnTo>
                  <a:lnTo>
                    <a:pt x="0" y="505"/>
                  </a:lnTo>
                  <a:lnTo>
                    <a:pt x="138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8" name="ph8448"/>
            <p:cNvSpPr/>
            <p:nvPr/>
          </p:nvSpPr>
          <p:spPr>
            <a:xfrm>
              <a:off x="11040841" y="2983653"/>
              <a:ext cx="4049" cy="3438"/>
            </a:xfrm>
            <a:custGeom>
              <a:avLst/>
              <a:pathLst>
                <a:path w="4049" h="3438">
                  <a:moveTo>
                    <a:pt x="1917" y="178"/>
                  </a:moveTo>
                  <a:lnTo>
                    <a:pt x="4049" y="1870"/>
                  </a:lnTo>
                  <a:lnTo>
                    <a:pt x="658" y="3438"/>
                  </a:lnTo>
                  <a:lnTo>
                    <a:pt x="0" y="2604"/>
                  </a:lnTo>
                  <a:lnTo>
                    <a:pt x="12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9" name="ph8449"/>
            <p:cNvSpPr/>
            <p:nvPr/>
          </p:nvSpPr>
          <p:spPr>
            <a:xfrm>
              <a:off x="11129685" y="2993772"/>
              <a:ext cx="31283" cy="25295"/>
            </a:xfrm>
            <a:custGeom>
              <a:avLst/>
              <a:pathLst>
                <a:path w="31283" h="25295">
                  <a:moveTo>
                    <a:pt x="9147" y="0"/>
                  </a:moveTo>
                  <a:lnTo>
                    <a:pt x="16320" y="2746"/>
                  </a:lnTo>
                  <a:lnTo>
                    <a:pt x="26288" y="5047"/>
                  </a:lnTo>
                  <a:lnTo>
                    <a:pt x="31283" y="5534"/>
                  </a:lnTo>
                  <a:lnTo>
                    <a:pt x="31096" y="5724"/>
                  </a:lnTo>
                  <a:lnTo>
                    <a:pt x="28802" y="7696"/>
                  </a:lnTo>
                  <a:lnTo>
                    <a:pt x="27810" y="9983"/>
                  </a:lnTo>
                  <a:lnTo>
                    <a:pt x="25104" y="11569"/>
                  </a:lnTo>
                  <a:lnTo>
                    <a:pt x="21035" y="12644"/>
                  </a:lnTo>
                  <a:lnTo>
                    <a:pt x="21446" y="21364"/>
                  </a:lnTo>
                  <a:lnTo>
                    <a:pt x="18349" y="21374"/>
                  </a:lnTo>
                  <a:lnTo>
                    <a:pt x="15861" y="24608"/>
                  </a:lnTo>
                  <a:lnTo>
                    <a:pt x="13980" y="23987"/>
                  </a:lnTo>
                  <a:lnTo>
                    <a:pt x="13625" y="22383"/>
                  </a:lnTo>
                  <a:lnTo>
                    <a:pt x="12782" y="22031"/>
                  </a:lnTo>
                  <a:lnTo>
                    <a:pt x="11640" y="23882"/>
                  </a:lnTo>
                  <a:lnTo>
                    <a:pt x="8673" y="25295"/>
                  </a:lnTo>
                  <a:lnTo>
                    <a:pt x="5238" y="24117"/>
                  </a:lnTo>
                  <a:lnTo>
                    <a:pt x="429" y="14201"/>
                  </a:lnTo>
                  <a:lnTo>
                    <a:pt x="0" y="10255"/>
                  </a:lnTo>
                  <a:lnTo>
                    <a:pt x="1664" y="11905"/>
                  </a:lnTo>
                  <a:lnTo>
                    <a:pt x="2899" y="11751"/>
                  </a:lnTo>
                  <a:lnTo>
                    <a:pt x="3089" y="9263"/>
                  </a:lnTo>
                  <a:lnTo>
                    <a:pt x="2097" y="9236"/>
                  </a:lnTo>
                  <a:lnTo>
                    <a:pt x="1802" y="7842"/>
                  </a:lnTo>
                  <a:lnTo>
                    <a:pt x="3916" y="4343"/>
                  </a:lnTo>
                  <a:lnTo>
                    <a:pt x="5774" y="5257"/>
                  </a:lnTo>
                  <a:lnTo>
                    <a:pt x="7788" y="4134"/>
                  </a:lnTo>
                  <a:lnTo>
                    <a:pt x="7177" y="266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0" name="ph8450"/>
            <p:cNvSpPr/>
            <p:nvPr/>
          </p:nvSpPr>
          <p:spPr>
            <a:xfrm>
              <a:off x="11122024" y="2872230"/>
              <a:ext cx="18312" cy="18631"/>
            </a:xfrm>
            <a:custGeom>
              <a:avLst/>
              <a:pathLst>
                <a:path w="18312" h="18631">
                  <a:moveTo>
                    <a:pt x="9181" y="0"/>
                  </a:moveTo>
                  <a:lnTo>
                    <a:pt x="13049" y="211"/>
                  </a:lnTo>
                  <a:lnTo>
                    <a:pt x="13444" y="720"/>
                  </a:lnTo>
                  <a:lnTo>
                    <a:pt x="17883" y="5809"/>
                  </a:lnTo>
                  <a:lnTo>
                    <a:pt x="18312" y="7221"/>
                  </a:lnTo>
                  <a:lnTo>
                    <a:pt x="16627" y="12328"/>
                  </a:lnTo>
                  <a:lnTo>
                    <a:pt x="15357" y="13931"/>
                  </a:lnTo>
                  <a:lnTo>
                    <a:pt x="10154" y="16809"/>
                  </a:lnTo>
                  <a:lnTo>
                    <a:pt x="6019" y="17397"/>
                  </a:lnTo>
                  <a:lnTo>
                    <a:pt x="1399" y="18631"/>
                  </a:lnTo>
                  <a:lnTo>
                    <a:pt x="0" y="12957"/>
                  </a:lnTo>
                  <a:lnTo>
                    <a:pt x="310" y="10453"/>
                  </a:lnTo>
                  <a:lnTo>
                    <a:pt x="2758" y="8259"/>
                  </a:lnTo>
                  <a:lnTo>
                    <a:pt x="3884" y="3882"/>
                  </a:lnTo>
                  <a:lnTo>
                    <a:pt x="4898" y="941"/>
                  </a:lnTo>
                  <a:lnTo>
                    <a:pt x="6715" y="105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1" name="ph8451"/>
            <p:cNvSpPr/>
            <p:nvPr/>
          </p:nvSpPr>
          <p:spPr>
            <a:xfrm>
              <a:off x="11112841" y="2875899"/>
              <a:ext cx="5987" cy="8990"/>
            </a:xfrm>
            <a:custGeom>
              <a:avLst/>
              <a:pathLst>
                <a:path w="5987" h="8990">
                  <a:moveTo>
                    <a:pt x="3482" y="96"/>
                  </a:moveTo>
                  <a:lnTo>
                    <a:pt x="5987" y="2368"/>
                  </a:lnTo>
                  <a:lnTo>
                    <a:pt x="4138" y="3969"/>
                  </a:lnTo>
                  <a:lnTo>
                    <a:pt x="2756" y="4670"/>
                  </a:lnTo>
                  <a:lnTo>
                    <a:pt x="2806" y="7577"/>
                  </a:lnTo>
                  <a:lnTo>
                    <a:pt x="2006" y="8990"/>
                  </a:lnTo>
                  <a:lnTo>
                    <a:pt x="327" y="8282"/>
                  </a:lnTo>
                  <a:lnTo>
                    <a:pt x="0" y="4163"/>
                  </a:lnTo>
                  <a:lnTo>
                    <a:pt x="264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2" name="ph8452"/>
            <p:cNvSpPr/>
            <p:nvPr/>
          </p:nvSpPr>
          <p:spPr>
            <a:xfrm>
              <a:off x="11071748" y="2825350"/>
              <a:ext cx="31327" cy="14226"/>
            </a:xfrm>
            <a:custGeom>
              <a:avLst/>
              <a:pathLst>
                <a:path w="31327" h="14226">
                  <a:moveTo>
                    <a:pt x="9827" y="2576"/>
                  </a:moveTo>
                  <a:lnTo>
                    <a:pt x="15587" y="2667"/>
                  </a:lnTo>
                  <a:lnTo>
                    <a:pt x="17560" y="2143"/>
                  </a:lnTo>
                  <a:lnTo>
                    <a:pt x="19945" y="0"/>
                  </a:lnTo>
                  <a:lnTo>
                    <a:pt x="22266" y="1898"/>
                  </a:lnTo>
                  <a:lnTo>
                    <a:pt x="23654" y="4324"/>
                  </a:lnTo>
                  <a:lnTo>
                    <a:pt x="24650" y="4763"/>
                  </a:lnTo>
                  <a:lnTo>
                    <a:pt x="27696" y="3017"/>
                  </a:lnTo>
                  <a:lnTo>
                    <a:pt x="31327" y="6324"/>
                  </a:lnTo>
                  <a:lnTo>
                    <a:pt x="29782" y="9989"/>
                  </a:lnTo>
                  <a:lnTo>
                    <a:pt x="27759" y="8602"/>
                  </a:lnTo>
                  <a:lnTo>
                    <a:pt x="25949" y="8699"/>
                  </a:lnTo>
                  <a:lnTo>
                    <a:pt x="16579" y="14226"/>
                  </a:lnTo>
                  <a:lnTo>
                    <a:pt x="14544" y="12745"/>
                  </a:lnTo>
                  <a:lnTo>
                    <a:pt x="14682" y="10260"/>
                  </a:lnTo>
                  <a:lnTo>
                    <a:pt x="12080" y="8959"/>
                  </a:lnTo>
                  <a:lnTo>
                    <a:pt x="7657" y="8815"/>
                  </a:lnTo>
                  <a:lnTo>
                    <a:pt x="4776" y="10507"/>
                  </a:lnTo>
                  <a:lnTo>
                    <a:pt x="2565" y="10795"/>
                  </a:lnTo>
                  <a:lnTo>
                    <a:pt x="3143" y="7540"/>
                  </a:lnTo>
                  <a:lnTo>
                    <a:pt x="0" y="5483"/>
                  </a:lnTo>
                  <a:lnTo>
                    <a:pt x="2592" y="1999"/>
                  </a:lnTo>
                  <a:lnTo>
                    <a:pt x="4816" y="136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3" name="ph8453"/>
            <p:cNvSpPr/>
            <p:nvPr/>
          </p:nvSpPr>
          <p:spPr>
            <a:xfrm>
              <a:off x="11047657" y="3064228"/>
              <a:ext cx="23348" cy="18233"/>
            </a:xfrm>
            <a:custGeom>
              <a:avLst/>
              <a:pathLst>
                <a:path w="23348" h="18233">
                  <a:moveTo>
                    <a:pt x="23348" y="1650"/>
                  </a:moveTo>
                  <a:lnTo>
                    <a:pt x="20705" y="3091"/>
                  </a:lnTo>
                  <a:lnTo>
                    <a:pt x="20101" y="5838"/>
                  </a:lnTo>
                  <a:lnTo>
                    <a:pt x="19042" y="5510"/>
                  </a:lnTo>
                  <a:lnTo>
                    <a:pt x="18083" y="8472"/>
                  </a:lnTo>
                  <a:lnTo>
                    <a:pt x="21218" y="9600"/>
                  </a:lnTo>
                  <a:lnTo>
                    <a:pt x="21159" y="10392"/>
                  </a:lnTo>
                  <a:lnTo>
                    <a:pt x="14876" y="11147"/>
                  </a:lnTo>
                  <a:lnTo>
                    <a:pt x="14220" y="12551"/>
                  </a:lnTo>
                  <a:lnTo>
                    <a:pt x="14941" y="12732"/>
                  </a:lnTo>
                  <a:lnTo>
                    <a:pt x="14390" y="18233"/>
                  </a:lnTo>
                  <a:lnTo>
                    <a:pt x="8654" y="14210"/>
                  </a:lnTo>
                  <a:lnTo>
                    <a:pt x="2310" y="13560"/>
                  </a:lnTo>
                  <a:lnTo>
                    <a:pt x="880" y="11787"/>
                  </a:lnTo>
                  <a:lnTo>
                    <a:pt x="1667" y="10588"/>
                  </a:lnTo>
                  <a:lnTo>
                    <a:pt x="0" y="3616"/>
                  </a:lnTo>
                  <a:lnTo>
                    <a:pt x="1297" y="1255"/>
                  </a:lnTo>
                  <a:lnTo>
                    <a:pt x="3479" y="1671"/>
                  </a:lnTo>
                  <a:lnTo>
                    <a:pt x="3237" y="3629"/>
                  </a:lnTo>
                  <a:lnTo>
                    <a:pt x="5194" y="3430"/>
                  </a:lnTo>
                  <a:lnTo>
                    <a:pt x="6444" y="1788"/>
                  </a:lnTo>
                  <a:lnTo>
                    <a:pt x="12571" y="1342"/>
                  </a:lnTo>
                  <a:lnTo>
                    <a:pt x="13086" y="2025"/>
                  </a:lnTo>
                  <a:lnTo>
                    <a:pt x="1948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4" name="ph8454"/>
            <p:cNvSpPr/>
            <p:nvPr/>
          </p:nvSpPr>
          <p:spPr>
            <a:xfrm>
              <a:off x="11039345" y="3099566"/>
              <a:ext cx="19408" cy="30722"/>
            </a:xfrm>
            <a:custGeom>
              <a:avLst/>
              <a:pathLst>
                <a:path w="19408" h="30722">
                  <a:moveTo>
                    <a:pt x="13436" y="0"/>
                  </a:moveTo>
                  <a:lnTo>
                    <a:pt x="14679" y="355"/>
                  </a:lnTo>
                  <a:lnTo>
                    <a:pt x="17499" y="3123"/>
                  </a:lnTo>
                  <a:lnTo>
                    <a:pt x="19325" y="5793"/>
                  </a:lnTo>
                  <a:lnTo>
                    <a:pt x="19408" y="7959"/>
                  </a:lnTo>
                  <a:lnTo>
                    <a:pt x="17992" y="9678"/>
                  </a:lnTo>
                  <a:lnTo>
                    <a:pt x="17785" y="14145"/>
                  </a:lnTo>
                  <a:lnTo>
                    <a:pt x="19146" y="16162"/>
                  </a:lnTo>
                  <a:lnTo>
                    <a:pt x="17778" y="18350"/>
                  </a:lnTo>
                  <a:lnTo>
                    <a:pt x="18101" y="20478"/>
                  </a:lnTo>
                  <a:lnTo>
                    <a:pt x="17712" y="21537"/>
                  </a:lnTo>
                  <a:lnTo>
                    <a:pt x="12634" y="23064"/>
                  </a:lnTo>
                  <a:lnTo>
                    <a:pt x="12251" y="22269"/>
                  </a:lnTo>
                  <a:lnTo>
                    <a:pt x="12964" y="21647"/>
                  </a:lnTo>
                  <a:lnTo>
                    <a:pt x="11438" y="20459"/>
                  </a:lnTo>
                  <a:lnTo>
                    <a:pt x="7653" y="21265"/>
                  </a:lnTo>
                  <a:lnTo>
                    <a:pt x="8566" y="28488"/>
                  </a:lnTo>
                  <a:lnTo>
                    <a:pt x="10002" y="30722"/>
                  </a:lnTo>
                  <a:lnTo>
                    <a:pt x="7759" y="30715"/>
                  </a:lnTo>
                  <a:lnTo>
                    <a:pt x="5195" y="27757"/>
                  </a:lnTo>
                  <a:lnTo>
                    <a:pt x="6048" y="22174"/>
                  </a:lnTo>
                  <a:lnTo>
                    <a:pt x="4530" y="21622"/>
                  </a:lnTo>
                  <a:lnTo>
                    <a:pt x="2632" y="22972"/>
                  </a:lnTo>
                  <a:lnTo>
                    <a:pt x="627" y="23186"/>
                  </a:lnTo>
                  <a:lnTo>
                    <a:pt x="0" y="22063"/>
                  </a:lnTo>
                  <a:lnTo>
                    <a:pt x="7080" y="19148"/>
                  </a:lnTo>
                  <a:lnTo>
                    <a:pt x="12600" y="18759"/>
                  </a:lnTo>
                  <a:lnTo>
                    <a:pt x="14277" y="16903"/>
                  </a:lnTo>
                  <a:lnTo>
                    <a:pt x="14468" y="14377"/>
                  </a:lnTo>
                  <a:lnTo>
                    <a:pt x="8308" y="10430"/>
                  </a:lnTo>
                  <a:lnTo>
                    <a:pt x="5803" y="10658"/>
                  </a:lnTo>
                  <a:lnTo>
                    <a:pt x="4262" y="11595"/>
                  </a:lnTo>
                  <a:lnTo>
                    <a:pt x="2344" y="10394"/>
                  </a:lnTo>
                  <a:lnTo>
                    <a:pt x="1355" y="8984"/>
                  </a:lnTo>
                  <a:lnTo>
                    <a:pt x="413" y="5071"/>
                  </a:lnTo>
                  <a:lnTo>
                    <a:pt x="2885" y="2014"/>
                  </a:lnTo>
                  <a:lnTo>
                    <a:pt x="4065" y="1769"/>
                  </a:lnTo>
                  <a:lnTo>
                    <a:pt x="6042" y="2459"/>
                  </a:lnTo>
                  <a:lnTo>
                    <a:pt x="7661" y="4068"/>
                  </a:lnTo>
                  <a:lnTo>
                    <a:pt x="10004" y="445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5" name="ph8455"/>
            <p:cNvSpPr/>
            <p:nvPr/>
          </p:nvSpPr>
          <p:spPr>
            <a:xfrm>
              <a:off x="11069103" y="3032979"/>
              <a:ext cx="14441" cy="5531"/>
            </a:xfrm>
            <a:custGeom>
              <a:avLst/>
              <a:pathLst>
                <a:path w="14441" h="5531">
                  <a:moveTo>
                    <a:pt x="5619" y="1263"/>
                  </a:moveTo>
                  <a:lnTo>
                    <a:pt x="8847" y="3297"/>
                  </a:lnTo>
                  <a:lnTo>
                    <a:pt x="13007" y="3652"/>
                  </a:lnTo>
                  <a:lnTo>
                    <a:pt x="14441" y="5398"/>
                  </a:lnTo>
                  <a:lnTo>
                    <a:pt x="11445" y="5531"/>
                  </a:lnTo>
                  <a:lnTo>
                    <a:pt x="1002" y="2645"/>
                  </a:lnTo>
                  <a:lnTo>
                    <a:pt x="0" y="1296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6" name="ph8456"/>
            <p:cNvSpPr/>
            <p:nvPr/>
          </p:nvSpPr>
          <p:spPr>
            <a:xfrm>
              <a:off x="11088751" y="2852314"/>
              <a:ext cx="23757" cy="18102"/>
            </a:xfrm>
            <a:custGeom>
              <a:avLst/>
              <a:pathLst>
                <a:path w="23757" h="18102">
                  <a:moveTo>
                    <a:pt x="12305" y="0"/>
                  </a:moveTo>
                  <a:lnTo>
                    <a:pt x="14752" y="4113"/>
                  </a:lnTo>
                  <a:lnTo>
                    <a:pt x="16254" y="10626"/>
                  </a:lnTo>
                  <a:lnTo>
                    <a:pt x="19797" y="12278"/>
                  </a:lnTo>
                  <a:lnTo>
                    <a:pt x="23757" y="12826"/>
                  </a:lnTo>
                  <a:lnTo>
                    <a:pt x="21891" y="16995"/>
                  </a:lnTo>
                  <a:lnTo>
                    <a:pt x="19507" y="18102"/>
                  </a:lnTo>
                  <a:lnTo>
                    <a:pt x="19584" y="15054"/>
                  </a:lnTo>
                  <a:lnTo>
                    <a:pt x="16650" y="12902"/>
                  </a:lnTo>
                  <a:lnTo>
                    <a:pt x="14441" y="15810"/>
                  </a:lnTo>
                  <a:lnTo>
                    <a:pt x="10384" y="15357"/>
                  </a:lnTo>
                  <a:lnTo>
                    <a:pt x="9474" y="16020"/>
                  </a:lnTo>
                  <a:lnTo>
                    <a:pt x="6939" y="13451"/>
                  </a:lnTo>
                  <a:lnTo>
                    <a:pt x="6036" y="10772"/>
                  </a:lnTo>
                  <a:lnTo>
                    <a:pt x="4291" y="11733"/>
                  </a:lnTo>
                  <a:lnTo>
                    <a:pt x="2456" y="10692"/>
                  </a:lnTo>
                  <a:lnTo>
                    <a:pt x="800" y="10742"/>
                  </a:lnTo>
                  <a:lnTo>
                    <a:pt x="0" y="6883"/>
                  </a:lnTo>
                  <a:lnTo>
                    <a:pt x="334" y="5810"/>
                  </a:lnTo>
                  <a:lnTo>
                    <a:pt x="322" y="2751"/>
                  </a:lnTo>
                  <a:lnTo>
                    <a:pt x="4080" y="1490"/>
                  </a:lnTo>
                  <a:lnTo>
                    <a:pt x="7396" y="213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7" name="ph8457"/>
            <p:cNvSpPr/>
            <p:nvPr/>
          </p:nvSpPr>
          <p:spPr>
            <a:xfrm>
              <a:off x="11043775" y="2987038"/>
              <a:ext cx="8396" cy="9899"/>
            </a:xfrm>
            <a:custGeom>
              <a:avLst/>
              <a:pathLst>
                <a:path w="8396" h="9899">
                  <a:moveTo>
                    <a:pt x="6957" y="340"/>
                  </a:moveTo>
                  <a:lnTo>
                    <a:pt x="8396" y="2607"/>
                  </a:lnTo>
                  <a:lnTo>
                    <a:pt x="6792" y="8674"/>
                  </a:lnTo>
                  <a:lnTo>
                    <a:pt x="4334" y="9836"/>
                  </a:lnTo>
                  <a:lnTo>
                    <a:pt x="1555" y="8865"/>
                  </a:lnTo>
                  <a:lnTo>
                    <a:pt x="828" y="9899"/>
                  </a:lnTo>
                  <a:lnTo>
                    <a:pt x="0" y="9303"/>
                  </a:lnTo>
                  <a:lnTo>
                    <a:pt x="456" y="7532"/>
                  </a:lnTo>
                  <a:lnTo>
                    <a:pt x="2114" y="7031"/>
                  </a:lnTo>
                  <a:lnTo>
                    <a:pt x="4289" y="4365"/>
                  </a:lnTo>
                  <a:lnTo>
                    <a:pt x="4383" y="2667"/>
                  </a:lnTo>
                  <a:lnTo>
                    <a:pt x="3201" y="1817"/>
                  </a:lnTo>
                  <a:lnTo>
                    <a:pt x="4059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8" name="ph8458"/>
            <p:cNvSpPr/>
            <p:nvPr/>
          </p:nvSpPr>
          <p:spPr>
            <a:xfrm>
              <a:off x="11062582" y="3002111"/>
              <a:ext cx="22153" cy="15285"/>
            </a:xfrm>
            <a:custGeom>
              <a:avLst/>
              <a:pathLst>
                <a:path w="22153" h="15285">
                  <a:moveTo>
                    <a:pt x="18042" y="0"/>
                  </a:moveTo>
                  <a:lnTo>
                    <a:pt x="22153" y="2505"/>
                  </a:lnTo>
                  <a:lnTo>
                    <a:pt x="19326" y="4595"/>
                  </a:lnTo>
                  <a:lnTo>
                    <a:pt x="20874" y="7505"/>
                  </a:lnTo>
                  <a:lnTo>
                    <a:pt x="20371" y="9511"/>
                  </a:lnTo>
                  <a:lnTo>
                    <a:pt x="10087" y="14808"/>
                  </a:lnTo>
                  <a:lnTo>
                    <a:pt x="7313" y="15285"/>
                  </a:lnTo>
                  <a:lnTo>
                    <a:pt x="4919" y="13947"/>
                  </a:lnTo>
                  <a:lnTo>
                    <a:pt x="1383" y="10162"/>
                  </a:lnTo>
                  <a:lnTo>
                    <a:pt x="114" y="7344"/>
                  </a:lnTo>
                  <a:lnTo>
                    <a:pt x="0" y="4448"/>
                  </a:lnTo>
                  <a:lnTo>
                    <a:pt x="14149" y="274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9" name="ph8459"/>
            <p:cNvSpPr/>
            <p:nvPr/>
          </p:nvSpPr>
          <p:spPr>
            <a:xfrm>
              <a:off x="11093993" y="2890385"/>
              <a:ext cx="9188" cy="11837"/>
            </a:xfrm>
            <a:custGeom>
              <a:avLst/>
              <a:pathLst>
                <a:path w="9188" h="11837">
                  <a:moveTo>
                    <a:pt x="7727" y="1556"/>
                  </a:moveTo>
                  <a:lnTo>
                    <a:pt x="9188" y="7305"/>
                  </a:lnTo>
                  <a:lnTo>
                    <a:pt x="4577" y="11257"/>
                  </a:lnTo>
                  <a:lnTo>
                    <a:pt x="1545" y="11837"/>
                  </a:lnTo>
                  <a:lnTo>
                    <a:pt x="0" y="9212"/>
                  </a:lnTo>
                  <a:lnTo>
                    <a:pt x="1107" y="5997"/>
                  </a:lnTo>
                  <a:lnTo>
                    <a:pt x="843" y="468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0" name="ph8460"/>
            <p:cNvSpPr/>
            <p:nvPr/>
          </p:nvSpPr>
          <p:spPr>
            <a:xfrm>
              <a:off x="11094566" y="3009327"/>
              <a:ext cx="7890" cy="8201"/>
            </a:xfrm>
            <a:custGeom>
              <a:avLst/>
              <a:pathLst>
                <a:path w="7890" h="8201">
                  <a:moveTo>
                    <a:pt x="3151" y="863"/>
                  </a:moveTo>
                  <a:lnTo>
                    <a:pt x="1968" y="2893"/>
                  </a:lnTo>
                  <a:lnTo>
                    <a:pt x="6206" y="4886"/>
                  </a:lnTo>
                  <a:lnTo>
                    <a:pt x="7890" y="7716"/>
                  </a:lnTo>
                  <a:lnTo>
                    <a:pt x="3726" y="6491"/>
                  </a:lnTo>
                  <a:lnTo>
                    <a:pt x="3181" y="8201"/>
                  </a:lnTo>
                  <a:lnTo>
                    <a:pt x="1909" y="7325"/>
                  </a:lnTo>
                  <a:lnTo>
                    <a:pt x="0" y="5995"/>
                  </a:lnTo>
                  <a:lnTo>
                    <a:pt x="1903" y="1342"/>
                  </a:lnTo>
                  <a:lnTo>
                    <a:pt x="174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1" name="ph8461"/>
            <p:cNvSpPr/>
            <p:nvPr/>
          </p:nvSpPr>
          <p:spPr>
            <a:xfrm>
              <a:off x="11080562" y="3104731"/>
              <a:ext cx="22189" cy="24308"/>
            </a:xfrm>
            <a:custGeom>
              <a:avLst/>
              <a:pathLst>
                <a:path w="22189" h="24308">
                  <a:moveTo>
                    <a:pt x="11770" y="0"/>
                  </a:moveTo>
                  <a:lnTo>
                    <a:pt x="15835" y="1776"/>
                  </a:lnTo>
                  <a:lnTo>
                    <a:pt x="16377" y="7163"/>
                  </a:lnTo>
                  <a:lnTo>
                    <a:pt x="17708" y="9389"/>
                  </a:lnTo>
                  <a:lnTo>
                    <a:pt x="22189" y="11172"/>
                  </a:lnTo>
                  <a:lnTo>
                    <a:pt x="19500" y="13389"/>
                  </a:lnTo>
                  <a:lnTo>
                    <a:pt x="19317" y="15443"/>
                  </a:lnTo>
                  <a:lnTo>
                    <a:pt x="18699" y="17098"/>
                  </a:lnTo>
                  <a:lnTo>
                    <a:pt x="8227" y="19657"/>
                  </a:lnTo>
                  <a:lnTo>
                    <a:pt x="8870" y="23501"/>
                  </a:lnTo>
                  <a:lnTo>
                    <a:pt x="8369" y="24308"/>
                  </a:lnTo>
                  <a:lnTo>
                    <a:pt x="4614" y="23258"/>
                  </a:lnTo>
                  <a:lnTo>
                    <a:pt x="4018" y="22251"/>
                  </a:lnTo>
                  <a:lnTo>
                    <a:pt x="4318" y="16953"/>
                  </a:lnTo>
                  <a:lnTo>
                    <a:pt x="1876" y="13653"/>
                  </a:lnTo>
                  <a:lnTo>
                    <a:pt x="0" y="12804"/>
                  </a:lnTo>
                  <a:lnTo>
                    <a:pt x="442" y="9738"/>
                  </a:lnTo>
                  <a:lnTo>
                    <a:pt x="1728" y="10065"/>
                  </a:lnTo>
                  <a:lnTo>
                    <a:pt x="4912" y="6782"/>
                  </a:lnTo>
                  <a:lnTo>
                    <a:pt x="3419" y="4563"/>
                  </a:lnTo>
                  <a:lnTo>
                    <a:pt x="7992" y="95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2" name="ph8462"/>
            <p:cNvSpPr/>
            <p:nvPr/>
          </p:nvSpPr>
          <p:spPr>
            <a:xfrm>
              <a:off x="11052782" y="3089589"/>
              <a:ext cx="10222" cy="15770"/>
            </a:xfrm>
            <a:custGeom>
              <a:avLst/>
              <a:pathLst>
                <a:path w="10222" h="15770">
                  <a:moveTo>
                    <a:pt x="10222" y="2904"/>
                  </a:moveTo>
                  <a:lnTo>
                    <a:pt x="9359" y="9237"/>
                  </a:lnTo>
                  <a:lnTo>
                    <a:pt x="9911" y="11929"/>
                  </a:lnTo>
                  <a:lnTo>
                    <a:pt x="9727" y="13413"/>
                  </a:lnTo>
                  <a:lnTo>
                    <a:pt x="9276" y="13313"/>
                  </a:lnTo>
                  <a:lnTo>
                    <a:pt x="5888" y="15770"/>
                  </a:lnTo>
                  <a:lnTo>
                    <a:pt x="4062" y="13100"/>
                  </a:lnTo>
                  <a:lnTo>
                    <a:pt x="1242" y="10331"/>
                  </a:lnTo>
                  <a:lnTo>
                    <a:pt x="0" y="9976"/>
                  </a:lnTo>
                  <a:lnTo>
                    <a:pt x="5012" y="2906"/>
                  </a:lnTo>
                  <a:lnTo>
                    <a:pt x="4928" y="1422"/>
                  </a:lnTo>
                  <a:lnTo>
                    <a:pt x="6312" y="717"/>
                  </a:lnTo>
                  <a:lnTo>
                    <a:pt x="8009" y="1405"/>
                  </a:lnTo>
                  <a:lnTo>
                    <a:pt x="848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3" name="ph8463"/>
            <p:cNvSpPr/>
            <p:nvPr/>
          </p:nvSpPr>
          <p:spPr>
            <a:xfrm>
              <a:off x="11143659" y="2860128"/>
              <a:ext cx="20550" cy="39330"/>
            </a:xfrm>
            <a:custGeom>
              <a:avLst/>
              <a:pathLst>
                <a:path w="20550" h="39330">
                  <a:moveTo>
                    <a:pt x="10547" y="1008"/>
                  </a:moveTo>
                  <a:lnTo>
                    <a:pt x="10016" y="1584"/>
                  </a:lnTo>
                  <a:lnTo>
                    <a:pt x="11041" y="7024"/>
                  </a:lnTo>
                  <a:lnTo>
                    <a:pt x="13538" y="12450"/>
                  </a:lnTo>
                  <a:lnTo>
                    <a:pt x="13114" y="13320"/>
                  </a:lnTo>
                  <a:lnTo>
                    <a:pt x="10201" y="14220"/>
                  </a:lnTo>
                  <a:lnTo>
                    <a:pt x="8928" y="15690"/>
                  </a:lnTo>
                  <a:lnTo>
                    <a:pt x="8515" y="19708"/>
                  </a:lnTo>
                  <a:lnTo>
                    <a:pt x="9289" y="22479"/>
                  </a:lnTo>
                  <a:lnTo>
                    <a:pt x="10083" y="22159"/>
                  </a:lnTo>
                  <a:lnTo>
                    <a:pt x="13549" y="16837"/>
                  </a:lnTo>
                  <a:lnTo>
                    <a:pt x="19689" y="18573"/>
                  </a:lnTo>
                  <a:lnTo>
                    <a:pt x="20550" y="20434"/>
                  </a:lnTo>
                  <a:lnTo>
                    <a:pt x="20216" y="21714"/>
                  </a:lnTo>
                  <a:lnTo>
                    <a:pt x="14319" y="26366"/>
                  </a:lnTo>
                  <a:lnTo>
                    <a:pt x="13483" y="28544"/>
                  </a:lnTo>
                  <a:lnTo>
                    <a:pt x="13546" y="29795"/>
                  </a:lnTo>
                  <a:lnTo>
                    <a:pt x="15043" y="31678"/>
                  </a:lnTo>
                  <a:lnTo>
                    <a:pt x="12290" y="34164"/>
                  </a:lnTo>
                  <a:lnTo>
                    <a:pt x="10075" y="38486"/>
                  </a:lnTo>
                  <a:lnTo>
                    <a:pt x="8554" y="39119"/>
                  </a:lnTo>
                  <a:lnTo>
                    <a:pt x="6166" y="39330"/>
                  </a:lnTo>
                  <a:lnTo>
                    <a:pt x="4116" y="37738"/>
                  </a:lnTo>
                  <a:lnTo>
                    <a:pt x="5520" y="34265"/>
                  </a:lnTo>
                  <a:lnTo>
                    <a:pt x="5951" y="28873"/>
                  </a:lnTo>
                  <a:lnTo>
                    <a:pt x="4295" y="27038"/>
                  </a:lnTo>
                  <a:lnTo>
                    <a:pt x="3007" y="27282"/>
                  </a:lnTo>
                  <a:lnTo>
                    <a:pt x="1779" y="24679"/>
                  </a:lnTo>
                  <a:lnTo>
                    <a:pt x="2264" y="23989"/>
                  </a:lnTo>
                  <a:lnTo>
                    <a:pt x="1961" y="20405"/>
                  </a:lnTo>
                  <a:lnTo>
                    <a:pt x="647" y="14554"/>
                  </a:lnTo>
                  <a:lnTo>
                    <a:pt x="1591" y="11293"/>
                  </a:lnTo>
                  <a:lnTo>
                    <a:pt x="842" y="8355"/>
                  </a:lnTo>
                  <a:lnTo>
                    <a:pt x="0" y="7473"/>
                  </a:lnTo>
                  <a:lnTo>
                    <a:pt x="1917" y="6333"/>
                  </a:lnTo>
                  <a:lnTo>
                    <a:pt x="3857" y="6886"/>
                  </a:lnTo>
                  <a:lnTo>
                    <a:pt x="5799" y="5809"/>
                  </a:lnTo>
                  <a:lnTo>
                    <a:pt x="7282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4" name="ph8464"/>
            <p:cNvSpPr/>
            <p:nvPr/>
          </p:nvSpPr>
          <p:spPr>
            <a:xfrm>
              <a:off x="11075944" y="2857378"/>
              <a:ext cx="17483" cy="17873"/>
            </a:xfrm>
            <a:custGeom>
              <a:avLst/>
              <a:pathLst>
                <a:path w="17483" h="17873">
                  <a:moveTo>
                    <a:pt x="13141" y="746"/>
                  </a:moveTo>
                  <a:lnTo>
                    <a:pt x="12806" y="1820"/>
                  </a:lnTo>
                  <a:lnTo>
                    <a:pt x="13607" y="5679"/>
                  </a:lnTo>
                  <a:lnTo>
                    <a:pt x="15263" y="5629"/>
                  </a:lnTo>
                  <a:lnTo>
                    <a:pt x="17098" y="6670"/>
                  </a:lnTo>
                  <a:lnTo>
                    <a:pt x="17483" y="7636"/>
                  </a:lnTo>
                  <a:lnTo>
                    <a:pt x="16950" y="9041"/>
                  </a:lnTo>
                  <a:lnTo>
                    <a:pt x="11003" y="13890"/>
                  </a:lnTo>
                  <a:lnTo>
                    <a:pt x="10488" y="15772"/>
                  </a:lnTo>
                  <a:lnTo>
                    <a:pt x="11990" y="17873"/>
                  </a:lnTo>
                  <a:lnTo>
                    <a:pt x="10577" y="17816"/>
                  </a:lnTo>
                  <a:lnTo>
                    <a:pt x="0" y="11824"/>
                  </a:lnTo>
                  <a:lnTo>
                    <a:pt x="1329" y="5185"/>
                  </a:lnTo>
                  <a:lnTo>
                    <a:pt x="3163" y="3257"/>
                  </a:lnTo>
                  <a:lnTo>
                    <a:pt x="6505" y="4773"/>
                  </a:lnTo>
                  <a:lnTo>
                    <a:pt x="9044" y="3529"/>
                  </a:lnTo>
                  <a:lnTo>
                    <a:pt x="9495" y="1053"/>
                  </a:lnTo>
                  <a:lnTo>
                    <a:pt x="1173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5" name="ph8465"/>
            <p:cNvSpPr/>
            <p:nvPr/>
          </p:nvSpPr>
          <p:spPr>
            <a:xfrm>
              <a:off x="11059429" y="2850585"/>
              <a:ext cx="19679" cy="29377"/>
            </a:xfrm>
            <a:custGeom>
              <a:avLst/>
              <a:pathLst>
                <a:path w="19679" h="29377">
                  <a:moveTo>
                    <a:pt x="12821" y="1576"/>
                  </a:moveTo>
                  <a:lnTo>
                    <a:pt x="10940" y="4903"/>
                  </a:lnTo>
                  <a:lnTo>
                    <a:pt x="12282" y="7610"/>
                  </a:lnTo>
                  <a:lnTo>
                    <a:pt x="11083" y="11729"/>
                  </a:lnTo>
                  <a:lnTo>
                    <a:pt x="12602" y="12121"/>
                  </a:lnTo>
                  <a:lnTo>
                    <a:pt x="17997" y="10397"/>
                  </a:lnTo>
                  <a:lnTo>
                    <a:pt x="19226" y="9415"/>
                  </a:lnTo>
                  <a:lnTo>
                    <a:pt x="19679" y="10050"/>
                  </a:lnTo>
                  <a:lnTo>
                    <a:pt x="17845" y="11978"/>
                  </a:lnTo>
                  <a:lnTo>
                    <a:pt x="16515" y="18616"/>
                  </a:lnTo>
                  <a:lnTo>
                    <a:pt x="15653" y="24246"/>
                  </a:lnTo>
                  <a:lnTo>
                    <a:pt x="12849" y="26297"/>
                  </a:lnTo>
                  <a:lnTo>
                    <a:pt x="10394" y="29257"/>
                  </a:lnTo>
                  <a:lnTo>
                    <a:pt x="8515" y="29377"/>
                  </a:lnTo>
                  <a:lnTo>
                    <a:pt x="5976" y="28135"/>
                  </a:lnTo>
                  <a:lnTo>
                    <a:pt x="5132" y="25044"/>
                  </a:lnTo>
                  <a:lnTo>
                    <a:pt x="525" y="23376"/>
                  </a:lnTo>
                  <a:lnTo>
                    <a:pt x="1797" y="21808"/>
                  </a:lnTo>
                  <a:lnTo>
                    <a:pt x="0" y="18420"/>
                  </a:lnTo>
                  <a:lnTo>
                    <a:pt x="130" y="15118"/>
                  </a:lnTo>
                  <a:lnTo>
                    <a:pt x="1510" y="15114"/>
                  </a:lnTo>
                  <a:lnTo>
                    <a:pt x="2874" y="13225"/>
                  </a:lnTo>
                  <a:lnTo>
                    <a:pt x="4808" y="7146"/>
                  </a:lnTo>
                  <a:lnTo>
                    <a:pt x="7662" y="3826"/>
                  </a:lnTo>
                  <a:lnTo>
                    <a:pt x="8560" y="873"/>
                  </a:lnTo>
                  <a:lnTo>
                    <a:pt x="9738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6" name="ph8466"/>
            <p:cNvSpPr/>
            <p:nvPr/>
          </p:nvSpPr>
          <p:spPr>
            <a:xfrm>
              <a:off x="11059032" y="3035624"/>
              <a:ext cx="25976" cy="16370"/>
            </a:xfrm>
            <a:custGeom>
              <a:avLst/>
              <a:pathLst>
                <a:path w="25976" h="16370">
                  <a:moveTo>
                    <a:pt x="21517" y="2886"/>
                  </a:moveTo>
                  <a:lnTo>
                    <a:pt x="24513" y="2753"/>
                  </a:lnTo>
                  <a:lnTo>
                    <a:pt x="24655" y="3280"/>
                  </a:lnTo>
                  <a:lnTo>
                    <a:pt x="25976" y="5545"/>
                  </a:lnTo>
                  <a:lnTo>
                    <a:pt x="25151" y="7065"/>
                  </a:lnTo>
                  <a:lnTo>
                    <a:pt x="21329" y="11438"/>
                  </a:lnTo>
                  <a:lnTo>
                    <a:pt x="19677" y="10689"/>
                  </a:lnTo>
                  <a:lnTo>
                    <a:pt x="18783" y="9391"/>
                  </a:lnTo>
                  <a:lnTo>
                    <a:pt x="13069" y="9780"/>
                  </a:lnTo>
                  <a:lnTo>
                    <a:pt x="7392" y="13528"/>
                  </a:lnTo>
                  <a:lnTo>
                    <a:pt x="4009" y="16370"/>
                  </a:lnTo>
                  <a:lnTo>
                    <a:pt x="0" y="13351"/>
                  </a:lnTo>
                  <a:lnTo>
                    <a:pt x="774" y="9294"/>
                  </a:lnTo>
                  <a:lnTo>
                    <a:pt x="1597" y="7083"/>
                  </a:lnTo>
                  <a:lnTo>
                    <a:pt x="4387" y="5763"/>
                  </a:lnTo>
                  <a:lnTo>
                    <a:pt x="7817" y="6623"/>
                  </a:lnTo>
                  <a:lnTo>
                    <a:pt x="11886" y="5460"/>
                  </a:lnTo>
                  <a:lnTo>
                    <a:pt x="12508" y="4224"/>
                  </a:lnTo>
                  <a:lnTo>
                    <a:pt x="12116" y="2916"/>
                  </a:lnTo>
                  <a:lnTo>
                    <a:pt x="10504" y="3011"/>
                  </a:lnTo>
                  <a:lnTo>
                    <a:pt x="8801" y="1481"/>
                  </a:lnTo>
                  <a:lnTo>
                    <a:pt x="1107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7" name="ph8467"/>
            <p:cNvSpPr/>
            <p:nvPr/>
          </p:nvSpPr>
          <p:spPr>
            <a:xfrm>
              <a:off x="11074340" y="2806094"/>
              <a:ext cx="22798" cy="21923"/>
            </a:xfrm>
            <a:custGeom>
              <a:avLst/>
              <a:pathLst>
                <a:path w="22798" h="21923">
                  <a:moveTo>
                    <a:pt x="10574" y="0"/>
                  </a:moveTo>
                  <a:lnTo>
                    <a:pt x="13490" y="8631"/>
                  </a:lnTo>
                  <a:lnTo>
                    <a:pt x="15296" y="7472"/>
                  </a:lnTo>
                  <a:lnTo>
                    <a:pt x="17788" y="7161"/>
                  </a:lnTo>
                  <a:lnTo>
                    <a:pt x="21397" y="7675"/>
                  </a:lnTo>
                  <a:lnTo>
                    <a:pt x="22798" y="10084"/>
                  </a:lnTo>
                  <a:lnTo>
                    <a:pt x="19674" y="21154"/>
                  </a:lnTo>
                  <a:lnTo>
                    <a:pt x="17353" y="19255"/>
                  </a:lnTo>
                  <a:lnTo>
                    <a:pt x="14968" y="21399"/>
                  </a:lnTo>
                  <a:lnTo>
                    <a:pt x="12995" y="21923"/>
                  </a:lnTo>
                  <a:lnTo>
                    <a:pt x="7235" y="21832"/>
                  </a:lnTo>
                  <a:lnTo>
                    <a:pt x="2224" y="20617"/>
                  </a:lnTo>
                  <a:lnTo>
                    <a:pt x="0" y="21255"/>
                  </a:lnTo>
                  <a:lnTo>
                    <a:pt x="347" y="18668"/>
                  </a:lnTo>
                  <a:lnTo>
                    <a:pt x="742" y="15839"/>
                  </a:lnTo>
                  <a:lnTo>
                    <a:pt x="5962" y="12379"/>
                  </a:lnTo>
                  <a:lnTo>
                    <a:pt x="8746" y="9189"/>
                  </a:lnTo>
                  <a:lnTo>
                    <a:pt x="10077" y="5672"/>
                  </a:lnTo>
                  <a:lnTo>
                    <a:pt x="7858" y="1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8" name="ph8468"/>
            <p:cNvSpPr/>
            <p:nvPr/>
          </p:nvSpPr>
          <p:spPr>
            <a:xfrm>
              <a:off x="10879444" y="2728771"/>
              <a:ext cx="32030" cy="45229"/>
            </a:xfrm>
            <a:custGeom>
              <a:avLst/>
              <a:pathLst>
                <a:path w="32030" h="45229">
                  <a:moveTo>
                    <a:pt x="14576" y="1490"/>
                  </a:moveTo>
                  <a:lnTo>
                    <a:pt x="12557" y="3275"/>
                  </a:lnTo>
                  <a:lnTo>
                    <a:pt x="13800" y="7207"/>
                  </a:lnTo>
                  <a:lnTo>
                    <a:pt x="15453" y="8450"/>
                  </a:lnTo>
                  <a:lnTo>
                    <a:pt x="18014" y="7843"/>
                  </a:lnTo>
                  <a:lnTo>
                    <a:pt x="19796" y="8378"/>
                  </a:lnTo>
                  <a:lnTo>
                    <a:pt x="23202" y="17157"/>
                  </a:lnTo>
                  <a:lnTo>
                    <a:pt x="22373" y="20175"/>
                  </a:lnTo>
                  <a:lnTo>
                    <a:pt x="20434" y="21402"/>
                  </a:lnTo>
                  <a:lnTo>
                    <a:pt x="21521" y="23313"/>
                  </a:lnTo>
                  <a:lnTo>
                    <a:pt x="25139" y="25668"/>
                  </a:lnTo>
                  <a:lnTo>
                    <a:pt x="28009" y="28732"/>
                  </a:lnTo>
                  <a:lnTo>
                    <a:pt x="29469" y="29701"/>
                  </a:lnTo>
                  <a:lnTo>
                    <a:pt x="30883" y="28640"/>
                  </a:lnTo>
                  <a:lnTo>
                    <a:pt x="32030" y="29990"/>
                  </a:lnTo>
                  <a:lnTo>
                    <a:pt x="31039" y="33794"/>
                  </a:lnTo>
                  <a:lnTo>
                    <a:pt x="24347" y="38301"/>
                  </a:lnTo>
                  <a:lnTo>
                    <a:pt x="20516" y="44379"/>
                  </a:lnTo>
                  <a:lnTo>
                    <a:pt x="17846" y="45229"/>
                  </a:lnTo>
                  <a:lnTo>
                    <a:pt x="7769" y="44474"/>
                  </a:lnTo>
                  <a:lnTo>
                    <a:pt x="5803" y="42400"/>
                  </a:lnTo>
                  <a:lnTo>
                    <a:pt x="6907" y="40891"/>
                  </a:lnTo>
                  <a:lnTo>
                    <a:pt x="2777" y="40131"/>
                  </a:lnTo>
                  <a:lnTo>
                    <a:pt x="3625" y="34527"/>
                  </a:lnTo>
                  <a:lnTo>
                    <a:pt x="3260" y="28817"/>
                  </a:lnTo>
                  <a:lnTo>
                    <a:pt x="0" y="21064"/>
                  </a:lnTo>
                  <a:lnTo>
                    <a:pt x="3298" y="19169"/>
                  </a:lnTo>
                  <a:lnTo>
                    <a:pt x="3534" y="16351"/>
                  </a:lnTo>
                  <a:lnTo>
                    <a:pt x="2401" y="14705"/>
                  </a:lnTo>
                  <a:lnTo>
                    <a:pt x="1801" y="14137"/>
                  </a:lnTo>
                  <a:lnTo>
                    <a:pt x="1737" y="10954"/>
                  </a:lnTo>
                  <a:lnTo>
                    <a:pt x="4491" y="7409"/>
                  </a:lnTo>
                  <a:lnTo>
                    <a:pt x="4855" y="8456"/>
                  </a:lnTo>
                  <a:lnTo>
                    <a:pt x="7470" y="7083"/>
                  </a:lnTo>
                  <a:lnTo>
                    <a:pt x="8862" y="4477"/>
                  </a:lnTo>
                  <a:lnTo>
                    <a:pt x="8035" y="2480"/>
                  </a:lnTo>
                  <a:lnTo>
                    <a:pt x="126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9" name="ph8469"/>
            <p:cNvSpPr/>
            <p:nvPr/>
          </p:nvSpPr>
          <p:spPr>
            <a:xfrm>
              <a:off x="10919052" y="2715374"/>
              <a:ext cx="35437" cy="43226"/>
            </a:xfrm>
            <a:custGeom>
              <a:avLst/>
              <a:pathLst>
                <a:path w="35437" h="43226">
                  <a:moveTo>
                    <a:pt x="25936" y="1087"/>
                  </a:moveTo>
                  <a:lnTo>
                    <a:pt x="28745" y="6383"/>
                  </a:lnTo>
                  <a:lnTo>
                    <a:pt x="29467" y="11728"/>
                  </a:lnTo>
                  <a:lnTo>
                    <a:pt x="25367" y="11967"/>
                  </a:lnTo>
                  <a:lnTo>
                    <a:pt x="24511" y="15820"/>
                  </a:lnTo>
                  <a:lnTo>
                    <a:pt x="26429" y="18175"/>
                  </a:lnTo>
                  <a:lnTo>
                    <a:pt x="29577" y="20245"/>
                  </a:lnTo>
                  <a:lnTo>
                    <a:pt x="33839" y="21253"/>
                  </a:lnTo>
                  <a:lnTo>
                    <a:pt x="34352" y="28866"/>
                  </a:lnTo>
                  <a:lnTo>
                    <a:pt x="35437" y="33575"/>
                  </a:lnTo>
                  <a:lnTo>
                    <a:pt x="34179" y="35890"/>
                  </a:lnTo>
                  <a:lnTo>
                    <a:pt x="25518" y="36827"/>
                  </a:lnTo>
                  <a:lnTo>
                    <a:pt x="20575" y="39247"/>
                  </a:lnTo>
                  <a:lnTo>
                    <a:pt x="20190" y="40073"/>
                  </a:lnTo>
                  <a:lnTo>
                    <a:pt x="13248" y="42919"/>
                  </a:lnTo>
                  <a:lnTo>
                    <a:pt x="12742" y="43226"/>
                  </a:lnTo>
                  <a:lnTo>
                    <a:pt x="10437" y="42066"/>
                  </a:lnTo>
                  <a:lnTo>
                    <a:pt x="8165" y="39216"/>
                  </a:lnTo>
                  <a:lnTo>
                    <a:pt x="5962" y="37904"/>
                  </a:lnTo>
                  <a:lnTo>
                    <a:pt x="2869" y="39992"/>
                  </a:lnTo>
                  <a:lnTo>
                    <a:pt x="1140" y="38824"/>
                  </a:lnTo>
                  <a:lnTo>
                    <a:pt x="0" y="36161"/>
                  </a:lnTo>
                  <a:lnTo>
                    <a:pt x="1178" y="33395"/>
                  </a:lnTo>
                  <a:lnTo>
                    <a:pt x="1127" y="29181"/>
                  </a:lnTo>
                  <a:lnTo>
                    <a:pt x="4254" y="28480"/>
                  </a:lnTo>
                  <a:lnTo>
                    <a:pt x="6896" y="25513"/>
                  </a:lnTo>
                  <a:lnTo>
                    <a:pt x="13726" y="9489"/>
                  </a:lnTo>
                  <a:lnTo>
                    <a:pt x="14983" y="8958"/>
                  </a:lnTo>
                  <a:lnTo>
                    <a:pt x="15340" y="7521"/>
                  </a:lnTo>
                  <a:lnTo>
                    <a:pt x="14049" y="2304"/>
                  </a:lnTo>
                  <a:lnTo>
                    <a:pt x="17626" y="1165"/>
                  </a:lnTo>
                  <a:lnTo>
                    <a:pt x="21928" y="3919"/>
                  </a:lnTo>
                  <a:lnTo>
                    <a:pt x="2431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0" name="ph8470"/>
            <p:cNvSpPr/>
            <p:nvPr/>
          </p:nvSpPr>
          <p:spPr>
            <a:xfrm>
              <a:off x="10791936" y="2820965"/>
              <a:ext cx="14023" cy="27689"/>
            </a:xfrm>
            <a:custGeom>
              <a:avLst/>
              <a:pathLst>
                <a:path w="14023" h="27689">
                  <a:moveTo>
                    <a:pt x="8254" y="473"/>
                  </a:moveTo>
                  <a:lnTo>
                    <a:pt x="9390" y="3586"/>
                  </a:lnTo>
                  <a:lnTo>
                    <a:pt x="12946" y="4530"/>
                  </a:lnTo>
                  <a:lnTo>
                    <a:pt x="14023" y="8302"/>
                  </a:lnTo>
                  <a:lnTo>
                    <a:pt x="13759" y="16519"/>
                  </a:lnTo>
                  <a:lnTo>
                    <a:pt x="12080" y="22173"/>
                  </a:lnTo>
                  <a:lnTo>
                    <a:pt x="12086" y="26047"/>
                  </a:lnTo>
                  <a:lnTo>
                    <a:pt x="13988" y="27214"/>
                  </a:lnTo>
                  <a:lnTo>
                    <a:pt x="11919" y="27689"/>
                  </a:lnTo>
                  <a:lnTo>
                    <a:pt x="10743" y="25703"/>
                  </a:lnTo>
                  <a:lnTo>
                    <a:pt x="7370" y="24618"/>
                  </a:lnTo>
                  <a:lnTo>
                    <a:pt x="4449" y="24661"/>
                  </a:lnTo>
                  <a:lnTo>
                    <a:pt x="3701" y="24352"/>
                  </a:lnTo>
                  <a:lnTo>
                    <a:pt x="2276" y="20056"/>
                  </a:lnTo>
                  <a:lnTo>
                    <a:pt x="1945" y="14155"/>
                  </a:lnTo>
                  <a:lnTo>
                    <a:pt x="0" y="9049"/>
                  </a:lnTo>
                  <a:lnTo>
                    <a:pt x="289" y="4702"/>
                  </a:lnTo>
                  <a:lnTo>
                    <a:pt x="2505" y="4825"/>
                  </a:lnTo>
                  <a:lnTo>
                    <a:pt x="2789" y="2138"/>
                  </a:lnTo>
                  <a:lnTo>
                    <a:pt x="20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1" name="ph8471"/>
            <p:cNvSpPr/>
            <p:nvPr/>
          </p:nvSpPr>
          <p:spPr>
            <a:xfrm>
              <a:off x="10870350" y="2702848"/>
              <a:ext cx="42724" cy="34379"/>
            </a:xfrm>
            <a:custGeom>
              <a:avLst/>
              <a:pathLst>
                <a:path w="42724" h="34379">
                  <a:moveTo>
                    <a:pt x="9502" y="833"/>
                  </a:moveTo>
                  <a:lnTo>
                    <a:pt x="14552" y="1174"/>
                  </a:lnTo>
                  <a:lnTo>
                    <a:pt x="18512" y="7764"/>
                  </a:lnTo>
                  <a:lnTo>
                    <a:pt x="25444" y="14495"/>
                  </a:lnTo>
                  <a:lnTo>
                    <a:pt x="27073" y="15227"/>
                  </a:lnTo>
                  <a:lnTo>
                    <a:pt x="26342" y="16508"/>
                  </a:lnTo>
                  <a:lnTo>
                    <a:pt x="26878" y="17476"/>
                  </a:lnTo>
                  <a:lnTo>
                    <a:pt x="32165" y="18541"/>
                  </a:lnTo>
                  <a:lnTo>
                    <a:pt x="33905" y="18174"/>
                  </a:lnTo>
                  <a:lnTo>
                    <a:pt x="35783" y="16414"/>
                  </a:lnTo>
                  <a:lnTo>
                    <a:pt x="41635" y="22033"/>
                  </a:lnTo>
                  <a:lnTo>
                    <a:pt x="42724" y="26861"/>
                  </a:lnTo>
                  <a:lnTo>
                    <a:pt x="34158" y="31619"/>
                  </a:lnTo>
                  <a:lnTo>
                    <a:pt x="33292" y="33043"/>
                  </a:lnTo>
                  <a:lnTo>
                    <a:pt x="31453" y="34140"/>
                  </a:lnTo>
                  <a:lnTo>
                    <a:pt x="28891" y="34300"/>
                  </a:lnTo>
                  <a:lnTo>
                    <a:pt x="27109" y="33765"/>
                  </a:lnTo>
                  <a:lnTo>
                    <a:pt x="24547" y="34372"/>
                  </a:lnTo>
                  <a:lnTo>
                    <a:pt x="22894" y="33129"/>
                  </a:lnTo>
                  <a:lnTo>
                    <a:pt x="21652" y="29198"/>
                  </a:lnTo>
                  <a:lnTo>
                    <a:pt x="23671" y="27413"/>
                  </a:lnTo>
                  <a:lnTo>
                    <a:pt x="21749" y="25922"/>
                  </a:lnTo>
                  <a:lnTo>
                    <a:pt x="17130" y="28402"/>
                  </a:lnTo>
                  <a:lnTo>
                    <a:pt x="17956" y="30399"/>
                  </a:lnTo>
                  <a:lnTo>
                    <a:pt x="16564" y="33005"/>
                  </a:lnTo>
                  <a:lnTo>
                    <a:pt x="13950" y="34379"/>
                  </a:lnTo>
                  <a:lnTo>
                    <a:pt x="13586" y="33332"/>
                  </a:lnTo>
                  <a:lnTo>
                    <a:pt x="13834" y="32823"/>
                  </a:lnTo>
                  <a:lnTo>
                    <a:pt x="12229" y="32003"/>
                  </a:lnTo>
                  <a:lnTo>
                    <a:pt x="9413" y="31246"/>
                  </a:lnTo>
                  <a:lnTo>
                    <a:pt x="6462" y="31550"/>
                  </a:lnTo>
                  <a:lnTo>
                    <a:pt x="6828" y="32905"/>
                  </a:lnTo>
                  <a:lnTo>
                    <a:pt x="4201" y="34053"/>
                  </a:lnTo>
                  <a:lnTo>
                    <a:pt x="1706" y="31607"/>
                  </a:lnTo>
                  <a:lnTo>
                    <a:pt x="290" y="27956"/>
                  </a:lnTo>
                  <a:lnTo>
                    <a:pt x="0" y="26356"/>
                  </a:lnTo>
                  <a:lnTo>
                    <a:pt x="2087" y="24234"/>
                  </a:lnTo>
                  <a:lnTo>
                    <a:pt x="1648" y="21867"/>
                  </a:lnTo>
                  <a:lnTo>
                    <a:pt x="1504" y="16593"/>
                  </a:lnTo>
                  <a:lnTo>
                    <a:pt x="2174" y="13752"/>
                  </a:lnTo>
                  <a:lnTo>
                    <a:pt x="1659" y="9962"/>
                  </a:lnTo>
                  <a:lnTo>
                    <a:pt x="4305" y="4107"/>
                  </a:lnTo>
                  <a:lnTo>
                    <a:pt x="490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2" name="ph8472"/>
            <p:cNvSpPr/>
            <p:nvPr/>
          </p:nvSpPr>
          <p:spPr>
            <a:xfrm>
              <a:off x="10803049" y="2776167"/>
              <a:ext cx="27638" cy="55710"/>
            </a:xfrm>
            <a:custGeom>
              <a:avLst/>
              <a:pathLst>
                <a:path w="27638" h="55710">
                  <a:moveTo>
                    <a:pt x="17631" y="598"/>
                  </a:moveTo>
                  <a:lnTo>
                    <a:pt x="24127" y="4179"/>
                  </a:lnTo>
                  <a:lnTo>
                    <a:pt x="22312" y="4230"/>
                  </a:lnTo>
                  <a:lnTo>
                    <a:pt x="19038" y="5769"/>
                  </a:lnTo>
                  <a:lnTo>
                    <a:pt x="14878" y="13473"/>
                  </a:lnTo>
                  <a:lnTo>
                    <a:pt x="19775" y="12190"/>
                  </a:lnTo>
                  <a:lnTo>
                    <a:pt x="21422" y="15616"/>
                  </a:lnTo>
                  <a:lnTo>
                    <a:pt x="23675" y="24544"/>
                  </a:lnTo>
                  <a:lnTo>
                    <a:pt x="27638" y="29255"/>
                  </a:lnTo>
                  <a:lnTo>
                    <a:pt x="26845" y="32010"/>
                  </a:lnTo>
                  <a:lnTo>
                    <a:pt x="25622" y="32385"/>
                  </a:lnTo>
                  <a:lnTo>
                    <a:pt x="23527" y="38622"/>
                  </a:lnTo>
                  <a:lnTo>
                    <a:pt x="24183" y="44974"/>
                  </a:lnTo>
                  <a:lnTo>
                    <a:pt x="23753" y="46802"/>
                  </a:lnTo>
                  <a:lnTo>
                    <a:pt x="24272" y="51672"/>
                  </a:lnTo>
                  <a:lnTo>
                    <a:pt x="21343" y="51264"/>
                  </a:lnTo>
                  <a:lnTo>
                    <a:pt x="19739" y="51847"/>
                  </a:lnTo>
                  <a:lnTo>
                    <a:pt x="12085" y="53454"/>
                  </a:lnTo>
                  <a:lnTo>
                    <a:pt x="11894" y="55024"/>
                  </a:lnTo>
                  <a:lnTo>
                    <a:pt x="9724" y="55710"/>
                  </a:lnTo>
                  <a:lnTo>
                    <a:pt x="7064" y="49540"/>
                  </a:lnTo>
                  <a:lnTo>
                    <a:pt x="7931" y="48160"/>
                  </a:lnTo>
                  <a:lnTo>
                    <a:pt x="7498" y="39317"/>
                  </a:lnTo>
                  <a:lnTo>
                    <a:pt x="6272" y="34768"/>
                  </a:lnTo>
                  <a:lnTo>
                    <a:pt x="5189" y="33184"/>
                  </a:lnTo>
                  <a:lnTo>
                    <a:pt x="2105" y="32568"/>
                  </a:lnTo>
                  <a:lnTo>
                    <a:pt x="2581" y="23444"/>
                  </a:lnTo>
                  <a:lnTo>
                    <a:pt x="341" y="22602"/>
                  </a:lnTo>
                  <a:lnTo>
                    <a:pt x="0" y="20175"/>
                  </a:lnTo>
                  <a:lnTo>
                    <a:pt x="6331" y="14510"/>
                  </a:lnTo>
                  <a:lnTo>
                    <a:pt x="8056" y="10331"/>
                  </a:lnTo>
                  <a:lnTo>
                    <a:pt x="7894" y="9351"/>
                  </a:lnTo>
                  <a:lnTo>
                    <a:pt x="11794" y="6383"/>
                  </a:lnTo>
                  <a:lnTo>
                    <a:pt x="15446" y="4679"/>
                  </a:lnTo>
                  <a:lnTo>
                    <a:pt x="15659" y="2293"/>
                  </a:lnTo>
                  <a:lnTo>
                    <a:pt x="14669" y="670"/>
                  </a:lnTo>
                  <a:lnTo>
                    <a:pt x="1513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3" name="ph8473"/>
            <p:cNvSpPr/>
            <p:nvPr/>
          </p:nvSpPr>
          <p:spPr>
            <a:xfrm>
              <a:off x="10816961" y="2822241"/>
              <a:ext cx="25005" cy="26493"/>
            </a:xfrm>
            <a:custGeom>
              <a:avLst/>
              <a:pathLst>
                <a:path w="25005" h="26493">
                  <a:moveTo>
                    <a:pt x="23367" y="201"/>
                  </a:moveTo>
                  <a:lnTo>
                    <a:pt x="22977" y="3558"/>
                  </a:lnTo>
                  <a:lnTo>
                    <a:pt x="24400" y="6251"/>
                  </a:lnTo>
                  <a:lnTo>
                    <a:pt x="25005" y="9136"/>
                  </a:lnTo>
                  <a:lnTo>
                    <a:pt x="21579" y="14640"/>
                  </a:lnTo>
                  <a:lnTo>
                    <a:pt x="14448" y="19397"/>
                  </a:lnTo>
                  <a:lnTo>
                    <a:pt x="10145" y="25451"/>
                  </a:lnTo>
                  <a:lnTo>
                    <a:pt x="9987" y="26186"/>
                  </a:lnTo>
                  <a:lnTo>
                    <a:pt x="3764" y="26493"/>
                  </a:lnTo>
                  <a:lnTo>
                    <a:pt x="3159" y="25045"/>
                  </a:lnTo>
                  <a:lnTo>
                    <a:pt x="3895" y="23386"/>
                  </a:lnTo>
                  <a:lnTo>
                    <a:pt x="3691" y="21823"/>
                  </a:lnTo>
                  <a:lnTo>
                    <a:pt x="887" y="19513"/>
                  </a:lnTo>
                  <a:lnTo>
                    <a:pt x="0" y="17475"/>
                  </a:lnTo>
                  <a:lnTo>
                    <a:pt x="7289" y="7328"/>
                  </a:lnTo>
                  <a:lnTo>
                    <a:pt x="5827" y="5773"/>
                  </a:lnTo>
                  <a:lnTo>
                    <a:pt x="7432" y="5190"/>
                  </a:lnTo>
                  <a:lnTo>
                    <a:pt x="10361" y="5598"/>
                  </a:lnTo>
                  <a:lnTo>
                    <a:pt x="9842" y="729"/>
                  </a:lnTo>
                  <a:lnTo>
                    <a:pt x="10514" y="2193"/>
                  </a:lnTo>
                  <a:lnTo>
                    <a:pt x="19977" y="1256"/>
                  </a:lnTo>
                  <a:lnTo>
                    <a:pt x="2113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4" name="ph8474"/>
            <p:cNvSpPr/>
            <p:nvPr/>
          </p:nvSpPr>
          <p:spPr>
            <a:xfrm>
              <a:off x="10883203" y="2758761"/>
              <a:ext cx="35848" cy="26477"/>
            </a:xfrm>
            <a:custGeom>
              <a:avLst/>
              <a:pathLst>
                <a:path w="35848" h="26477">
                  <a:moveTo>
                    <a:pt x="32770" y="8"/>
                  </a:moveTo>
                  <a:lnTo>
                    <a:pt x="31922" y="97"/>
                  </a:lnTo>
                  <a:lnTo>
                    <a:pt x="31841" y="1675"/>
                  </a:lnTo>
                  <a:lnTo>
                    <a:pt x="33119" y="4135"/>
                  </a:lnTo>
                  <a:lnTo>
                    <a:pt x="34405" y="3434"/>
                  </a:lnTo>
                  <a:lnTo>
                    <a:pt x="35315" y="3823"/>
                  </a:lnTo>
                  <a:lnTo>
                    <a:pt x="35848" y="7105"/>
                  </a:lnTo>
                  <a:lnTo>
                    <a:pt x="35321" y="9229"/>
                  </a:lnTo>
                  <a:lnTo>
                    <a:pt x="33634" y="11021"/>
                  </a:lnTo>
                  <a:lnTo>
                    <a:pt x="25038" y="10122"/>
                  </a:lnTo>
                  <a:lnTo>
                    <a:pt x="23621" y="20292"/>
                  </a:lnTo>
                  <a:lnTo>
                    <a:pt x="19293" y="20515"/>
                  </a:lnTo>
                  <a:lnTo>
                    <a:pt x="17675" y="22156"/>
                  </a:lnTo>
                  <a:lnTo>
                    <a:pt x="16972" y="24559"/>
                  </a:lnTo>
                  <a:lnTo>
                    <a:pt x="14108" y="26477"/>
                  </a:lnTo>
                  <a:lnTo>
                    <a:pt x="11495" y="26339"/>
                  </a:lnTo>
                  <a:lnTo>
                    <a:pt x="11060" y="23897"/>
                  </a:lnTo>
                  <a:lnTo>
                    <a:pt x="5258" y="23326"/>
                  </a:lnTo>
                  <a:lnTo>
                    <a:pt x="560" y="19725"/>
                  </a:lnTo>
                  <a:lnTo>
                    <a:pt x="0" y="16503"/>
                  </a:lnTo>
                  <a:lnTo>
                    <a:pt x="3777" y="15165"/>
                  </a:lnTo>
                  <a:lnTo>
                    <a:pt x="4010" y="14483"/>
                  </a:lnTo>
                  <a:lnTo>
                    <a:pt x="14087" y="15239"/>
                  </a:lnTo>
                  <a:lnTo>
                    <a:pt x="16757" y="14388"/>
                  </a:lnTo>
                  <a:lnTo>
                    <a:pt x="20588" y="8311"/>
                  </a:lnTo>
                  <a:lnTo>
                    <a:pt x="27281" y="3804"/>
                  </a:lnTo>
                  <a:lnTo>
                    <a:pt x="2827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5" name="ph8475"/>
            <p:cNvSpPr/>
            <p:nvPr/>
          </p:nvSpPr>
          <p:spPr>
            <a:xfrm>
              <a:off x="10827106" y="2825944"/>
              <a:ext cx="40264" cy="40523"/>
            </a:xfrm>
            <a:custGeom>
              <a:avLst/>
              <a:pathLst>
                <a:path w="40264" h="40523">
                  <a:moveTo>
                    <a:pt x="20171" y="1400"/>
                  </a:moveTo>
                  <a:lnTo>
                    <a:pt x="25136" y="6605"/>
                  </a:lnTo>
                  <a:lnTo>
                    <a:pt x="26367" y="9537"/>
                  </a:lnTo>
                  <a:lnTo>
                    <a:pt x="25703" y="11498"/>
                  </a:lnTo>
                  <a:lnTo>
                    <a:pt x="28723" y="13625"/>
                  </a:lnTo>
                  <a:lnTo>
                    <a:pt x="31600" y="12051"/>
                  </a:lnTo>
                  <a:lnTo>
                    <a:pt x="31737" y="9675"/>
                  </a:lnTo>
                  <a:lnTo>
                    <a:pt x="37723" y="10233"/>
                  </a:lnTo>
                  <a:lnTo>
                    <a:pt x="40264" y="7951"/>
                  </a:lnTo>
                  <a:lnTo>
                    <a:pt x="37982" y="32904"/>
                  </a:lnTo>
                  <a:lnTo>
                    <a:pt x="31656" y="30968"/>
                  </a:lnTo>
                  <a:lnTo>
                    <a:pt x="30072" y="33021"/>
                  </a:lnTo>
                  <a:lnTo>
                    <a:pt x="29595" y="35226"/>
                  </a:lnTo>
                  <a:lnTo>
                    <a:pt x="30243" y="37244"/>
                  </a:lnTo>
                  <a:lnTo>
                    <a:pt x="30941" y="37451"/>
                  </a:lnTo>
                  <a:lnTo>
                    <a:pt x="31420" y="39747"/>
                  </a:lnTo>
                  <a:lnTo>
                    <a:pt x="27760" y="39310"/>
                  </a:lnTo>
                  <a:lnTo>
                    <a:pt x="27106" y="35449"/>
                  </a:lnTo>
                  <a:lnTo>
                    <a:pt x="24334" y="32723"/>
                  </a:lnTo>
                  <a:lnTo>
                    <a:pt x="23699" y="34468"/>
                  </a:lnTo>
                  <a:lnTo>
                    <a:pt x="24713" y="36591"/>
                  </a:lnTo>
                  <a:lnTo>
                    <a:pt x="19291" y="40523"/>
                  </a:lnTo>
                  <a:lnTo>
                    <a:pt x="14498" y="38153"/>
                  </a:lnTo>
                  <a:lnTo>
                    <a:pt x="13607" y="35662"/>
                  </a:lnTo>
                  <a:lnTo>
                    <a:pt x="12876" y="27450"/>
                  </a:lnTo>
                  <a:lnTo>
                    <a:pt x="9433" y="27838"/>
                  </a:lnTo>
                  <a:lnTo>
                    <a:pt x="5388" y="27002"/>
                  </a:lnTo>
                  <a:lnTo>
                    <a:pt x="2433" y="25082"/>
                  </a:lnTo>
                  <a:lnTo>
                    <a:pt x="2760" y="23559"/>
                  </a:lnTo>
                  <a:lnTo>
                    <a:pt x="1432" y="22585"/>
                  </a:lnTo>
                  <a:lnTo>
                    <a:pt x="0" y="21748"/>
                  </a:lnTo>
                  <a:lnTo>
                    <a:pt x="4303" y="15694"/>
                  </a:lnTo>
                  <a:lnTo>
                    <a:pt x="11434" y="10937"/>
                  </a:lnTo>
                  <a:lnTo>
                    <a:pt x="14859" y="5434"/>
                  </a:lnTo>
                  <a:lnTo>
                    <a:pt x="14255" y="2548"/>
                  </a:lnTo>
                  <a:lnTo>
                    <a:pt x="14196" y="832"/>
                  </a:lnTo>
                  <a:lnTo>
                    <a:pt x="1760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6" name="ph8476"/>
            <p:cNvSpPr/>
            <p:nvPr/>
          </p:nvSpPr>
          <p:spPr>
            <a:xfrm>
              <a:off x="10839708" y="2813648"/>
              <a:ext cx="28366" cy="25921"/>
            </a:xfrm>
            <a:custGeom>
              <a:avLst/>
              <a:pathLst>
                <a:path w="28366" h="25921">
                  <a:moveTo>
                    <a:pt x="8005" y="442"/>
                  </a:moveTo>
                  <a:lnTo>
                    <a:pt x="7542" y="1477"/>
                  </a:lnTo>
                  <a:lnTo>
                    <a:pt x="9892" y="1684"/>
                  </a:lnTo>
                  <a:lnTo>
                    <a:pt x="16774" y="2137"/>
                  </a:lnTo>
                  <a:lnTo>
                    <a:pt x="20019" y="5238"/>
                  </a:lnTo>
                  <a:lnTo>
                    <a:pt x="22903" y="6441"/>
                  </a:lnTo>
                  <a:lnTo>
                    <a:pt x="23575" y="10909"/>
                  </a:lnTo>
                  <a:lnTo>
                    <a:pt x="28366" y="12535"/>
                  </a:lnTo>
                  <a:lnTo>
                    <a:pt x="27697" y="19865"/>
                  </a:lnTo>
                  <a:lnTo>
                    <a:pt x="27662" y="20247"/>
                  </a:lnTo>
                  <a:lnTo>
                    <a:pt x="25121" y="22529"/>
                  </a:lnTo>
                  <a:lnTo>
                    <a:pt x="19135" y="21971"/>
                  </a:lnTo>
                  <a:lnTo>
                    <a:pt x="18998" y="24346"/>
                  </a:lnTo>
                  <a:lnTo>
                    <a:pt x="16121" y="25921"/>
                  </a:lnTo>
                  <a:lnTo>
                    <a:pt x="13101" y="23794"/>
                  </a:lnTo>
                  <a:lnTo>
                    <a:pt x="13764" y="21833"/>
                  </a:lnTo>
                  <a:lnTo>
                    <a:pt x="12533" y="18900"/>
                  </a:lnTo>
                  <a:lnTo>
                    <a:pt x="7569" y="13696"/>
                  </a:lnTo>
                  <a:lnTo>
                    <a:pt x="5005" y="12295"/>
                  </a:lnTo>
                  <a:lnTo>
                    <a:pt x="1594" y="13128"/>
                  </a:lnTo>
                  <a:lnTo>
                    <a:pt x="1653" y="14844"/>
                  </a:lnTo>
                  <a:lnTo>
                    <a:pt x="229" y="12151"/>
                  </a:lnTo>
                  <a:lnTo>
                    <a:pt x="619" y="8794"/>
                  </a:lnTo>
                  <a:lnTo>
                    <a:pt x="1916" y="9007"/>
                  </a:lnTo>
                  <a:lnTo>
                    <a:pt x="1488" y="3594"/>
                  </a:lnTo>
                  <a:lnTo>
                    <a:pt x="287" y="3101"/>
                  </a:lnTo>
                  <a:lnTo>
                    <a:pt x="0" y="1095"/>
                  </a:lnTo>
                  <a:lnTo>
                    <a:pt x="2072" y="205"/>
                  </a:lnTo>
                  <a:lnTo>
                    <a:pt x="745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7" name="ph8477"/>
            <p:cNvSpPr/>
            <p:nvPr/>
          </p:nvSpPr>
          <p:spPr>
            <a:xfrm>
              <a:off x="10837847" y="2763367"/>
              <a:ext cx="33846" cy="37760"/>
            </a:xfrm>
            <a:custGeom>
              <a:avLst/>
              <a:pathLst>
                <a:path w="33846" h="37760">
                  <a:moveTo>
                    <a:pt x="26116" y="5411"/>
                  </a:moveTo>
                  <a:lnTo>
                    <a:pt x="30488" y="5576"/>
                  </a:lnTo>
                  <a:lnTo>
                    <a:pt x="33846" y="13715"/>
                  </a:lnTo>
                  <a:lnTo>
                    <a:pt x="31977" y="14333"/>
                  </a:lnTo>
                  <a:lnTo>
                    <a:pt x="33780" y="18121"/>
                  </a:lnTo>
                  <a:lnTo>
                    <a:pt x="29091" y="17329"/>
                  </a:lnTo>
                  <a:lnTo>
                    <a:pt x="24423" y="17545"/>
                  </a:lnTo>
                  <a:lnTo>
                    <a:pt x="23582" y="19785"/>
                  </a:lnTo>
                  <a:lnTo>
                    <a:pt x="27891" y="23634"/>
                  </a:lnTo>
                  <a:lnTo>
                    <a:pt x="30020" y="23328"/>
                  </a:lnTo>
                  <a:lnTo>
                    <a:pt x="32092" y="24434"/>
                  </a:lnTo>
                  <a:lnTo>
                    <a:pt x="32225" y="28257"/>
                  </a:lnTo>
                  <a:lnTo>
                    <a:pt x="33092" y="30467"/>
                  </a:lnTo>
                  <a:lnTo>
                    <a:pt x="24698" y="36534"/>
                  </a:lnTo>
                  <a:lnTo>
                    <a:pt x="17229" y="37760"/>
                  </a:lnTo>
                  <a:lnTo>
                    <a:pt x="14386" y="37483"/>
                  </a:lnTo>
                  <a:lnTo>
                    <a:pt x="14567" y="35341"/>
                  </a:lnTo>
                  <a:lnTo>
                    <a:pt x="16534" y="33151"/>
                  </a:lnTo>
                  <a:lnTo>
                    <a:pt x="16384" y="30695"/>
                  </a:lnTo>
                  <a:lnTo>
                    <a:pt x="8714" y="29189"/>
                  </a:lnTo>
                  <a:lnTo>
                    <a:pt x="7896" y="26443"/>
                  </a:lnTo>
                  <a:lnTo>
                    <a:pt x="4486" y="22097"/>
                  </a:lnTo>
                  <a:lnTo>
                    <a:pt x="1283" y="22054"/>
                  </a:lnTo>
                  <a:lnTo>
                    <a:pt x="302" y="20050"/>
                  </a:lnTo>
                  <a:lnTo>
                    <a:pt x="0" y="16937"/>
                  </a:lnTo>
                  <a:lnTo>
                    <a:pt x="3140" y="16354"/>
                  </a:lnTo>
                  <a:lnTo>
                    <a:pt x="1532" y="12049"/>
                  </a:lnTo>
                  <a:lnTo>
                    <a:pt x="2468" y="6070"/>
                  </a:lnTo>
                  <a:lnTo>
                    <a:pt x="4076" y="5457"/>
                  </a:lnTo>
                  <a:lnTo>
                    <a:pt x="7661" y="6974"/>
                  </a:lnTo>
                  <a:lnTo>
                    <a:pt x="8922" y="5305"/>
                  </a:lnTo>
                  <a:lnTo>
                    <a:pt x="8879" y="3841"/>
                  </a:lnTo>
                  <a:lnTo>
                    <a:pt x="13801" y="2933"/>
                  </a:lnTo>
                  <a:lnTo>
                    <a:pt x="166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8" name="ph8478"/>
            <p:cNvSpPr/>
            <p:nvPr/>
          </p:nvSpPr>
          <p:spPr>
            <a:xfrm>
              <a:off x="10849601" y="2799901"/>
              <a:ext cx="28837" cy="26352"/>
            </a:xfrm>
            <a:custGeom>
              <a:avLst/>
              <a:pathLst>
                <a:path w="28837" h="26352">
                  <a:moveTo>
                    <a:pt x="12944" y="0"/>
                  </a:moveTo>
                  <a:lnTo>
                    <a:pt x="16342" y="368"/>
                  </a:lnTo>
                  <a:lnTo>
                    <a:pt x="14324" y="6727"/>
                  </a:lnTo>
                  <a:lnTo>
                    <a:pt x="15393" y="13028"/>
                  </a:lnTo>
                  <a:lnTo>
                    <a:pt x="16208" y="13205"/>
                  </a:lnTo>
                  <a:lnTo>
                    <a:pt x="18342" y="11344"/>
                  </a:lnTo>
                  <a:lnTo>
                    <a:pt x="22476" y="12278"/>
                  </a:lnTo>
                  <a:lnTo>
                    <a:pt x="25421" y="14679"/>
                  </a:lnTo>
                  <a:lnTo>
                    <a:pt x="27295" y="19103"/>
                  </a:lnTo>
                  <a:lnTo>
                    <a:pt x="25305" y="20202"/>
                  </a:lnTo>
                  <a:lnTo>
                    <a:pt x="26231" y="22590"/>
                  </a:lnTo>
                  <a:lnTo>
                    <a:pt x="28837" y="23466"/>
                  </a:lnTo>
                  <a:lnTo>
                    <a:pt x="24523" y="24110"/>
                  </a:lnTo>
                  <a:lnTo>
                    <a:pt x="19963" y="26352"/>
                  </a:lnTo>
                  <a:lnTo>
                    <a:pt x="18473" y="26283"/>
                  </a:lnTo>
                  <a:lnTo>
                    <a:pt x="13682" y="24656"/>
                  </a:lnTo>
                  <a:lnTo>
                    <a:pt x="13010" y="20188"/>
                  </a:lnTo>
                  <a:lnTo>
                    <a:pt x="10127" y="18986"/>
                  </a:lnTo>
                  <a:lnTo>
                    <a:pt x="6881" y="15884"/>
                  </a:lnTo>
                  <a:lnTo>
                    <a:pt x="0" y="15431"/>
                  </a:lnTo>
                  <a:lnTo>
                    <a:pt x="5375" y="9449"/>
                  </a:lnTo>
                  <a:lnTo>
                    <a:pt x="2441" y="4731"/>
                  </a:lnTo>
                  <a:lnTo>
                    <a:pt x="2632" y="949"/>
                  </a:lnTo>
                  <a:lnTo>
                    <a:pt x="5475" y="122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9" name="ph8479"/>
            <p:cNvSpPr/>
            <p:nvPr/>
          </p:nvSpPr>
          <p:spPr>
            <a:xfrm>
              <a:off x="10814712" y="2848530"/>
              <a:ext cx="43433" cy="39752"/>
            </a:xfrm>
            <a:custGeom>
              <a:avLst/>
              <a:pathLst>
                <a:path w="43433" h="39752">
                  <a:moveTo>
                    <a:pt x="15154" y="974"/>
                  </a:moveTo>
                  <a:lnTo>
                    <a:pt x="14827" y="2496"/>
                  </a:lnTo>
                  <a:lnTo>
                    <a:pt x="17782" y="4417"/>
                  </a:lnTo>
                  <a:lnTo>
                    <a:pt x="21827" y="5253"/>
                  </a:lnTo>
                  <a:lnTo>
                    <a:pt x="25270" y="4864"/>
                  </a:lnTo>
                  <a:lnTo>
                    <a:pt x="26001" y="13077"/>
                  </a:lnTo>
                  <a:lnTo>
                    <a:pt x="26892" y="15567"/>
                  </a:lnTo>
                  <a:lnTo>
                    <a:pt x="31685" y="17937"/>
                  </a:lnTo>
                  <a:lnTo>
                    <a:pt x="37107" y="14005"/>
                  </a:lnTo>
                  <a:lnTo>
                    <a:pt x="39084" y="18433"/>
                  </a:lnTo>
                  <a:lnTo>
                    <a:pt x="42491" y="23157"/>
                  </a:lnTo>
                  <a:lnTo>
                    <a:pt x="41298" y="28113"/>
                  </a:lnTo>
                  <a:lnTo>
                    <a:pt x="42026" y="30607"/>
                  </a:lnTo>
                  <a:lnTo>
                    <a:pt x="43433" y="32364"/>
                  </a:lnTo>
                  <a:lnTo>
                    <a:pt x="43178" y="34725"/>
                  </a:lnTo>
                  <a:lnTo>
                    <a:pt x="33319" y="35459"/>
                  </a:lnTo>
                  <a:lnTo>
                    <a:pt x="29968" y="38247"/>
                  </a:lnTo>
                  <a:lnTo>
                    <a:pt x="26302" y="39109"/>
                  </a:lnTo>
                  <a:lnTo>
                    <a:pt x="24683" y="39752"/>
                  </a:lnTo>
                  <a:lnTo>
                    <a:pt x="19410" y="37435"/>
                  </a:lnTo>
                  <a:lnTo>
                    <a:pt x="17202" y="34324"/>
                  </a:lnTo>
                  <a:lnTo>
                    <a:pt x="13723" y="33407"/>
                  </a:lnTo>
                  <a:lnTo>
                    <a:pt x="12204" y="33763"/>
                  </a:lnTo>
                  <a:lnTo>
                    <a:pt x="12594" y="27334"/>
                  </a:lnTo>
                  <a:lnTo>
                    <a:pt x="10515" y="24324"/>
                  </a:lnTo>
                  <a:lnTo>
                    <a:pt x="13147" y="21838"/>
                  </a:lnTo>
                  <a:lnTo>
                    <a:pt x="14302" y="17919"/>
                  </a:lnTo>
                  <a:lnTo>
                    <a:pt x="5306" y="11042"/>
                  </a:lnTo>
                  <a:lnTo>
                    <a:pt x="0" y="8968"/>
                  </a:lnTo>
                  <a:lnTo>
                    <a:pt x="5449" y="8342"/>
                  </a:lnTo>
                  <a:lnTo>
                    <a:pt x="6660" y="4547"/>
                  </a:lnTo>
                  <a:lnTo>
                    <a:pt x="10090" y="4866"/>
                  </a:lnTo>
                  <a:lnTo>
                    <a:pt x="12530" y="3588"/>
                  </a:lnTo>
                  <a:lnTo>
                    <a:pt x="138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0" name="ph8480"/>
            <p:cNvSpPr/>
            <p:nvPr/>
          </p:nvSpPr>
          <p:spPr>
            <a:xfrm>
              <a:off x="10781755" y="2781209"/>
              <a:ext cx="29350" cy="48058"/>
            </a:xfrm>
            <a:custGeom>
              <a:avLst/>
              <a:pathLst>
                <a:path w="29350" h="48058">
                  <a:moveTo>
                    <a:pt x="15779" y="597"/>
                  </a:moveTo>
                  <a:lnTo>
                    <a:pt x="15721" y="3336"/>
                  </a:lnTo>
                  <a:lnTo>
                    <a:pt x="20220" y="4727"/>
                  </a:lnTo>
                  <a:lnTo>
                    <a:pt x="29188" y="4310"/>
                  </a:lnTo>
                  <a:lnTo>
                    <a:pt x="29350" y="5290"/>
                  </a:lnTo>
                  <a:lnTo>
                    <a:pt x="27625" y="9469"/>
                  </a:lnTo>
                  <a:lnTo>
                    <a:pt x="21294" y="15134"/>
                  </a:lnTo>
                  <a:lnTo>
                    <a:pt x="21635" y="17560"/>
                  </a:lnTo>
                  <a:lnTo>
                    <a:pt x="23876" y="18403"/>
                  </a:lnTo>
                  <a:lnTo>
                    <a:pt x="23399" y="27527"/>
                  </a:lnTo>
                  <a:lnTo>
                    <a:pt x="26484" y="28142"/>
                  </a:lnTo>
                  <a:lnTo>
                    <a:pt x="27566" y="29727"/>
                  </a:lnTo>
                  <a:lnTo>
                    <a:pt x="28793" y="34275"/>
                  </a:lnTo>
                  <a:lnTo>
                    <a:pt x="29225" y="43119"/>
                  </a:lnTo>
                  <a:lnTo>
                    <a:pt x="28359" y="44499"/>
                  </a:lnTo>
                  <a:lnTo>
                    <a:pt x="26764" y="44823"/>
                  </a:lnTo>
                  <a:lnTo>
                    <a:pt x="26940" y="47194"/>
                  </a:lnTo>
                  <a:lnTo>
                    <a:pt x="24204" y="48058"/>
                  </a:lnTo>
                  <a:lnTo>
                    <a:pt x="23127" y="44286"/>
                  </a:lnTo>
                  <a:lnTo>
                    <a:pt x="19571" y="43342"/>
                  </a:lnTo>
                  <a:lnTo>
                    <a:pt x="18435" y="40229"/>
                  </a:lnTo>
                  <a:lnTo>
                    <a:pt x="12205" y="39756"/>
                  </a:lnTo>
                  <a:lnTo>
                    <a:pt x="11420" y="38007"/>
                  </a:lnTo>
                  <a:lnTo>
                    <a:pt x="7659" y="34576"/>
                  </a:lnTo>
                  <a:lnTo>
                    <a:pt x="5180" y="35144"/>
                  </a:lnTo>
                  <a:lnTo>
                    <a:pt x="0" y="25254"/>
                  </a:lnTo>
                  <a:lnTo>
                    <a:pt x="1339" y="23858"/>
                  </a:lnTo>
                  <a:lnTo>
                    <a:pt x="5304" y="22933"/>
                  </a:lnTo>
                  <a:lnTo>
                    <a:pt x="5377" y="21364"/>
                  </a:lnTo>
                  <a:lnTo>
                    <a:pt x="1984" y="14392"/>
                  </a:lnTo>
                  <a:lnTo>
                    <a:pt x="2114" y="13396"/>
                  </a:lnTo>
                  <a:lnTo>
                    <a:pt x="4026" y="11817"/>
                  </a:lnTo>
                  <a:lnTo>
                    <a:pt x="10404" y="9015"/>
                  </a:lnTo>
                  <a:lnTo>
                    <a:pt x="9798" y="7044"/>
                  </a:lnTo>
                  <a:lnTo>
                    <a:pt x="11893" y="3435"/>
                  </a:lnTo>
                  <a:lnTo>
                    <a:pt x="13924" y="2539"/>
                  </a:lnTo>
                  <a:lnTo>
                    <a:pt x="1364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1" name="ph8481"/>
            <p:cNvSpPr/>
            <p:nvPr/>
          </p:nvSpPr>
          <p:spPr>
            <a:xfrm>
              <a:off x="10817928" y="2779606"/>
              <a:ext cx="37048" cy="44828"/>
            </a:xfrm>
            <a:custGeom>
              <a:avLst/>
              <a:pathLst>
                <a:path w="37048" h="44828">
                  <a:moveTo>
                    <a:pt x="15108" y="104"/>
                  </a:moveTo>
                  <a:lnTo>
                    <a:pt x="17086" y="1876"/>
                  </a:lnTo>
                  <a:lnTo>
                    <a:pt x="19919" y="698"/>
                  </a:lnTo>
                  <a:lnTo>
                    <a:pt x="20221" y="3811"/>
                  </a:lnTo>
                  <a:lnTo>
                    <a:pt x="21202" y="5815"/>
                  </a:lnTo>
                  <a:lnTo>
                    <a:pt x="24406" y="5857"/>
                  </a:lnTo>
                  <a:lnTo>
                    <a:pt x="27815" y="10204"/>
                  </a:lnTo>
                  <a:lnTo>
                    <a:pt x="28633" y="12950"/>
                  </a:lnTo>
                  <a:lnTo>
                    <a:pt x="36303" y="14456"/>
                  </a:lnTo>
                  <a:lnTo>
                    <a:pt x="36453" y="16912"/>
                  </a:lnTo>
                  <a:lnTo>
                    <a:pt x="34487" y="19101"/>
                  </a:lnTo>
                  <a:lnTo>
                    <a:pt x="34305" y="21244"/>
                  </a:lnTo>
                  <a:lnTo>
                    <a:pt x="34114" y="25026"/>
                  </a:lnTo>
                  <a:lnTo>
                    <a:pt x="37048" y="29744"/>
                  </a:lnTo>
                  <a:lnTo>
                    <a:pt x="31673" y="35726"/>
                  </a:lnTo>
                  <a:lnTo>
                    <a:pt x="29323" y="35520"/>
                  </a:lnTo>
                  <a:lnTo>
                    <a:pt x="29785" y="34485"/>
                  </a:lnTo>
                  <a:lnTo>
                    <a:pt x="29235" y="34042"/>
                  </a:lnTo>
                  <a:lnTo>
                    <a:pt x="23852" y="34247"/>
                  </a:lnTo>
                  <a:lnTo>
                    <a:pt x="21780" y="35137"/>
                  </a:lnTo>
                  <a:lnTo>
                    <a:pt x="22068" y="37144"/>
                  </a:lnTo>
                  <a:lnTo>
                    <a:pt x="23269" y="37637"/>
                  </a:lnTo>
                  <a:lnTo>
                    <a:pt x="23697" y="43049"/>
                  </a:lnTo>
                  <a:lnTo>
                    <a:pt x="22399" y="42836"/>
                  </a:lnTo>
                  <a:lnTo>
                    <a:pt x="20163" y="42635"/>
                  </a:lnTo>
                  <a:lnTo>
                    <a:pt x="19010" y="43891"/>
                  </a:lnTo>
                  <a:lnTo>
                    <a:pt x="9547" y="44828"/>
                  </a:lnTo>
                  <a:lnTo>
                    <a:pt x="8874" y="43364"/>
                  </a:lnTo>
                  <a:lnTo>
                    <a:pt x="9304" y="41535"/>
                  </a:lnTo>
                  <a:lnTo>
                    <a:pt x="8649" y="35183"/>
                  </a:lnTo>
                  <a:lnTo>
                    <a:pt x="10743" y="28946"/>
                  </a:lnTo>
                  <a:lnTo>
                    <a:pt x="11966" y="28571"/>
                  </a:lnTo>
                  <a:lnTo>
                    <a:pt x="12760" y="25816"/>
                  </a:lnTo>
                  <a:lnTo>
                    <a:pt x="8797" y="21105"/>
                  </a:lnTo>
                  <a:lnTo>
                    <a:pt x="6543" y="12177"/>
                  </a:lnTo>
                  <a:lnTo>
                    <a:pt x="4897" y="8751"/>
                  </a:lnTo>
                  <a:lnTo>
                    <a:pt x="0" y="10034"/>
                  </a:lnTo>
                  <a:lnTo>
                    <a:pt x="4160" y="2330"/>
                  </a:lnTo>
                  <a:lnTo>
                    <a:pt x="7433" y="792"/>
                  </a:lnTo>
                  <a:lnTo>
                    <a:pt x="9249" y="741"/>
                  </a:lnTo>
                  <a:lnTo>
                    <a:pt x="1029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2" name="ph8482"/>
            <p:cNvSpPr/>
            <p:nvPr/>
          </p:nvSpPr>
          <p:spPr>
            <a:xfrm>
              <a:off x="10861430" y="2768883"/>
              <a:ext cx="55407" cy="54484"/>
            </a:xfrm>
            <a:custGeom>
              <a:avLst/>
              <a:pathLst>
                <a:path w="55407" h="54484">
                  <a:moveTo>
                    <a:pt x="55407" y="898"/>
                  </a:moveTo>
                  <a:lnTo>
                    <a:pt x="54087" y="4328"/>
                  </a:lnTo>
                  <a:lnTo>
                    <a:pt x="54786" y="7744"/>
                  </a:lnTo>
                  <a:lnTo>
                    <a:pt x="53302" y="10522"/>
                  </a:lnTo>
                  <a:lnTo>
                    <a:pt x="50904" y="13898"/>
                  </a:lnTo>
                  <a:lnTo>
                    <a:pt x="48532" y="19200"/>
                  </a:lnTo>
                  <a:lnTo>
                    <a:pt x="44540" y="22907"/>
                  </a:lnTo>
                  <a:lnTo>
                    <a:pt x="42464" y="29756"/>
                  </a:lnTo>
                  <a:lnTo>
                    <a:pt x="38207" y="32554"/>
                  </a:lnTo>
                  <a:lnTo>
                    <a:pt x="37588" y="33638"/>
                  </a:lnTo>
                  <a:lnTo>
                    <a:pt x="39229" y="37271"/>
                  </a:lnTo>
                  <a:lnTo>
                    <a:pt x="42501" y="39800"/>
                  </a:lnTo>
                  <a:lnTo>
                    <a:pt x="42959" y="42855"/>
                  </a:lnTo>
                  <a:lnTo>
                    <a:pt x="40152" y="43181"/>
                  </a:lnTo>
                  <a:lnTo>
                    <a:pt x="35896" y="45186"/>
                  </a:lnTo>
                  <a:lnTo>
                    <a:pt x="30015" y="50968"/>
                  </a:lnTo>
                  <a:lnTo>
                    <a:pt x="25015" y="50878"/>
                  </a:lnTo>
                  <a:lnTo>
                    <a:pt x="17776" y="53252"/>
                  </a:lnTo>
                  <a:lnTo>
                    <a:pt x="17008" y="54484"/>
                  </a:lnTo>
                  <a:lnTo>
                    <a:pt x="14402" y="53608"/>
                  </a:lnTo>
                  <a:lnTo>
                    <a:pt x="13476" y="51220"/>
                  </a:lnTo>
                  <a:lnTo>
                    <a:pt x="15465" y="50121"/>
                  </a:lnTo>
                  <a:lnTo>
                    <a:pt x="13592" y="45697"/>
                  </a:lnTo>
                  <a:lnTo>
                    <a:pt x="10647" y="43296"/>
                  </a:lnTo>
                  <a:lnTo>
                    <a:pt x="6513" y="42362"/>
                  </a:lnTo>
                  <a:lnTo>
                    <a:pt x="4379" y="44223"/>
                  </a:lnTo>
                  <a:lnTo>
                    <a:pt x="3564" y="44045"/>
                  </a:lnTo>
                  <a:lnTo>
                    <a:pt x="2495" y="37745"/>
                  </a:lnTo>
                  <a:lnTo>
                    <a:pt x="4513" y="31386"/>
                  </a:lnTo>
                  <a:lnTo>
                    <a:pt x="1115" y="31017"/>
                  </a:lnTo>
                  <a:lnTo>
                    <a:pt x="9509" y="24950"/>
                  </a:lnTo>
                  <a:lnTo>
                    <a:pt x="8642" y="22740"/>
                  </a:lnTo>
                  <a:lnTo>
                    <a:pt x="8509" y="18917"/>
                  </a:lnTo>
                  <a:lnTo>
                    <a:pt x="6437" y="17812"/>
                  </a:lnTo>
                  <a:lnTo>
                    <a:pt x="4308" y="18117"/>
                  </a:lnTo>
                  <a:lnTo>
                    <a:pt x="0" y="14269"/>
                  </a:lnTo>
                  <a:lnTo>
                    <a:pt x="840" y="12028"/>
                  </a:lnTo>
                  <a:lnTo>
                    <a:pt x="5508" y="11813"/>
                  </a:lnTo>
                  <a:lnTo>
                    <a:pt x="10198" y="12605"/>
                  </a:lnTo>
                  <a:lnTo>
                    <a:pt x="8394" y="8817"/>
                  </a:lnTo>
                  <a:lnTo>
                    <a:pt x="10263" y="8198"/>
                  </a:lnTo>
                  <a:lnTo>
                    <a:pt x="17765" y="9323"/>
                  </a:lnTo>
                  <a:lnTo>
                    <a:pt x="23817" y="2288"/>
                  </a:lnTo>
                  <a:lnTo>
                    <a:pt x="25783" y="4361"/>
                  </a:lnTo>
                  <a:lnTo>
                    <a:pt x="25550" y="5043"/>
                  </a:lnTo>
                  <a:lnTo>
                    <a:pt x="21772" y="6381"/>
                  </a:lnTo>
                  <a:lnTo>
                    <a:pt x="22333" y="9603"/>
                  </a:lnTo>
                  <a:lnTo>
                    <a:pt x="27031" y="13204"/>
                  </a:lnTo>
                  <a:lnTo>
                    <a:pt x="32833" y="13774"/>
                  </a:lnTo>
                  <a:lnTo>
                    <a:pt x="33268" y="16216"/>
                  </a:lnTo>
                  <a:lnTo>
                    <a:pt x="35881" y="16354"/>
                  </a:lnTo>
                  <a:lnTo>
                    <a:pt x="38745" y="14436"/>
                  </a:lnTo>
                  <a:lnTo>
                    <a:pt x="39448" y="12034"/>
                  </a:lnTo>
                  <a:lnTo>
                    <a:pt x="41066" y="10393"/>
                  </a:lnTo>
                  <a:lnTo>
                    <a:pt x="45394" y="10170"/>
                  </a:lnTo>
                  <a:lnTo>
                    <a:pt x="4681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3" name="ph8483"/>
            <p:cNvSpPr/>
            <p:nvPr/>
          </p:nvSpPr>
          <p:spPr>
            <a:xfrm>
              <a:off x="10844813" y="2743476"/>
              <a:ext cx="41539" cy="34730"/>
            </a:xfrm>
            <a:custGeom>
              <a:avLst/>
              <a:pathLst>
                <a:path w="41539" h="34730">
                  <a:moveTo>
                    <a:pt x="38165" y="1645"/>
                  </a:moveTo>
                  <a:lnTo>
                    <a:pt x="37929" y="4464"/>
                  </a:lnTo>
                  <a:lnTo>
                    <a:pt x="34631" y="6359"/>
                  </a:lnTo>
                  <a:lnTo>
                    <a:pt x="37892" y="14111"/>
                  </a:lnTo>
                  <a:lnTo>
                    <a:pt x="38256" y="19821"/>
                  </a:lnTo>
                  <a:lnTo>
                    <a:pt x="37408" y="25425"/>
                  </a:lnTo>
                  <a:lnTo>
                    <a:pt x="41539" y="26185"/>
                  </a:lnTo>
                  <a:lnTo>
                    <a:pt x="40434" y="27695"/>
                  </a:lnTo>
                  <a:lnTo>
                    <a:pt x="34382" y="34730"/>
                  </a:lnTo>
                  <a:lnTo>
                    <a:pt x="26880" y="33605"/>
                  </a:lnTo>
                  <a:lnTo>
                    <a:pt x="23522" y="25467"/>
                  </a:lnTo>
                  <a:lnTo>
                    <a:pt x="19150" y="25302"/>
                  </a:lnTo>
                  <a:lnTo>
                    <a:pt x="9731" y="19890"/>
                  </a:lnTo>
                  <a:lnTo>
                    <a:pt x="6835" y="22824"/>
                  </a:lnTo>
                  <a:lnTo>
                    <a:pt x="1914" y="23731"/>
                  </a:lnTo>
                  <a:lnTo>
                    <a:pt x="1514" y="22529"/>
                  </a:lnTo>
                  <a:lnTo>
                    <a:pt x="296" y="19575"/>
                  </a:lnTo>
                  <a:lnTo>
                    <a:pt x="0" y="16687"/>
                  </a:lnTo>
                  <a:lnTo>
                    <a:pt x="3337" y="6846"/>
                  </a:lnTo>
                  <a:lnTo>
                    <a:pt x="1689" y="6052"/>
                  </a:lnTo>
                  <a:lnTo>
                    <a:pt x="4398" y="2583"/>
                  </a:lnTo>
                  <a:lnTo>
                    <a:pt x="8702" y="3228"/>
                  </a:lnTo>
                  <a:lnTo>
                    <a:pt x="9314" y="5355"/>
                  </a:lnTo>
                  <a:lnTo>
                    <a:pt x="13615" y="6375"/>
                  </a:lnTo>
                  <a:lnTo>
                    <a:pt x="14634" y="7281"/>
                  </a:lnTo>
                  <a:lnTo>
                    <a:pt x="21897" y="9560"/>
                  </a:lnTo>
                  <a:lnTo>
                    <a:pt x="27789" y="4898"/>
                  </a:lnTo>
                  <a:lnTo>
                    <a:pt x="32007" y="89"/>
                  </a:lnTo>
                  <a:lnTo>
                    <a:pt x="37671" y="1193"/>
                  </a:lnTo>
                  <a:lnTo>
                    <a:pt x="3703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4" name="ph8484"/>
            <p:cNvSpPr/>
            <p:nvPr/>
          </p:nvSpPr>
          <p:spPr>
            <a:xfrm>
              <a:off x="10803855" y="2825708"/>
              <a:ext cx="24682" cy="31789"/>
            </a:xfrm>
            <a:custGeom>
              <a:avLst/>
              <a:pathLst>
                <a:path w="24682" h="31789">
                  <a:moveTo>
                    <a:pt x="6258" y="0"/>
                  </a:moveTo>
                  <a:lnTo>
                    <a:pt x="8918" y="6169"/>
                  </a:lnTo>
                  <a:lnTo>
                    <a:pt x="11088" y="5483"/>
                  </a:lnTo>
                  <a:lnTo>
                    <a:pt x="11278" y="3913"/>
                  </a:lnTo>
                  <a:lnTo>
                    <a:pt x="18932" y="2306"/>
                  </a:lnTo>
                  <a:lnTo>
                    <a:pt x="20394" y="3861"/>
                  </a:lnTo>
                  <a:lnTo>
                    <a:pt x="13105" y="14008"/>
                  </a:lnTo>
                  <a:lnTo>
                    <a:pt x="13992" y="16046"/>
                  </a:lnTo>
                  <a:lnTo>
                    <a:pt x="16797" y="18356"/>
                  </a:lnTo>
                  <a:lnTo>
                    <a:pt x="17000" y="19919"/>
                  </a:lnTo>
                  <a:lnTo>
                    <a:pt x="16264" y="21578"/>
                  </a:lnTo>
                  <a:lnTo>
                    <a:pt x="16869" y="23026"/>
                  </a:lnTo>
                  <a:lnTo>
                    <a:pt x="23092" y="22719"/>
                  </a:lnTo>
                  <a:lnTo>
                    <a:pt x="23250" y="21984"/>
                  </a:lnTo>
                  <a:lnTo>
                    <a:pt x="24682" y="22821"/>
                  </a:lnTo>
                  <a:lnTo>
                    <a:pt x="23387" y="26409"/>
                  </a:lnTo>
                  <a:lnTo>
                    <a:pt x="20947" y="27687"/>
                  </a:lnTo>
                  <a:lnTo>
                    <a:pt x="17517" y="27368"/>
                  </a:lnTo>
                  <a:lnTo>
                    <a:pt x="16306" y="31164"/>
                  </a:lnTo>
                  <a:lnTo>
                    <a:pt x="10856" y="31789"/>
                  </a:lnTo>
                  <a:lnTo>
                    <a:pt x="6004" y="31496"/>
                  </a:lnTo>
                  <a:lnTo>
                    <a:pt x="1968" y="29347"/>
                  </a:lnTo>
                  <a:lnTo>
                    <a:pt x="1325" y="28464"/>
                  </a:lnTo>
                  <a:lnTo>
                    <a:pt x="1053" y="24194"/>
                  </a:lnTo>
                  <a:lnTo>
                    <a:pt x="0" y="22945"/>
                  </a:lnTo>
                  <a:lnTo>
                    <a:pt x="2068" y="22470"/>
                  </a:lnTo>
                  <a:lnTo>
                    <a:pt x="166" y="21304"/>
                  </a:lnTo>
                  <a:lnTo>
                    <a:pt x="161" y="17429"/>
                  </a:lnTo>
                  <a:lnTo>
                    <a:pt x="1840" y="11775"/>
                  </a:lnTo>
                  <a:lnTo>
                    <a:pt x="2103" y="3558"/>
                  </a:lnTo>
                  <a:lnTo>
                    <a:pt x="4839" y="2694"/>
                  </a:lnTo>
                  <a:lnTo>
                    <a:pt x="4663" y="32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5" name="ph8485"/>
            <p:cNvSpPr/>
            <p:nvPr/>
          </p:nvSpPr>
          <p:spPr>
            <a:xfrm>
              <a:off x="10899241" y="2690866"/>
              <a:ext cx="45747" cy="67903"/>
            </a:xfrm>
            <a:custGeom>
              <a:avLst/>
              <a:pathLst>
                <a:path w="45747" h="67903">
                  <a:moveTo>
                    <a:pt x="37928" y="0"/>
                  </a:moveTo>
                  <a:lnTo>
                    <a:pt x="39830" y="5063"/>
                  </a:lnTo>
                  <a:lnTo>
                    <a:pt x="43573" y="7757"/>
                  </a:lnTo>
                  <a:lnTo>
                    <a:pt x="44765" y="9391"/>
                  </a:lnTo>
                  <a:lnTo>
                    <a:pt x="43339" y="15887"/>
                  </a:lnTo>
                  <a:lnTo>
                    <a:pt x="44900" y="21643"/>
                  </a:lnTo>
                  <a:lnTo>
                    <a:pt x="45747" y="25595"/>
                  </a:lnTo>
                  <a:lnTo>
                    <a:pt x="44130" y="24507"/>
                  </a:lnTo>
                  <a:lnTo>
                    <a:pt x="41739" y="28427"/>
                  </a:lnTo>
                  <a:lnTo>
                    <a:pt x="37437" y="25673"/>
                  </a:lnTo>
                  <a:lnTo>
                    <a:pt x="33860" y="26811"/>
                  </a:lnTo>
                  <a:lnTo>
                    <a:pt x="35151" y="32029"/>
                  </a:lnTo>
                  <a:lnTo>
                    <a:pt x="34794" y="33466"/>
                  </a:lnTo>
                  <a:lnTo>
                    <a:pt x="33537" y="33997"/>
                  </a:lnTo>
                  <a:lnTo>
                    <a:pt x="26707" y="50020"/>
                  </a:lnTo>
                  <a:lnTo>
                    <a:pt x="24066" y="52988"/>
                  </a:lnTo>
                  <a:lnTo>
                    <a:pt x="20938" y="53688"/>
                  </a:lnTo>
                  <a:lnTo>
                    <a:pt x="20990" y="57903"/>
                  </a:lnTo>
                  <a:lnTo>
                    <a:pt x="19811" y="60668"/>
                  </a:lnTo>
                  <a:lnTo>
                    <a:pt x="20952" y="63332"/>
                  </a:lnTo>
                  <a:lnTo>
                    <a:pt x="22680" y="64500"/>
                  </a:lnTo>
                  <a:lnTo>
                    <a:pt x="21725" y="67728"/>
                  </a:lnTo>
                  <a:lnTo>
                    <a:pt x="16732" y="67903"/>
                  </a:lnTo>
                  <a:lnTo>
                    <a:pt x="12233" y="67894"/>
                  </a:lnTo>
                  <a:lnTo>
                    <a:pt x="11086" y="66544"/>
                  </a:lnTo>
                  <a:lnTo>
                    <a:pt x="9672" y="67605"/>
                  </a:lnTo>
                  <a:lnTo>
                    <a:pt x="8212" y="66636"/>
                  </a:lnTo>
                  <a:lnTo>
                    <a:pt x="5342" y="63572"/>
                  </a:lnTo>
                  <a:lnTo>
                    <a:pt x="1724" y="61217"/>
                  </a:lnTo>
                  <a:lnTo>
                    <a:pt x="637" y="59307"/>
                  </a:lnTo>
                  <a:lnTo>
                    <a:pt x="2576" y="58079"/>
                  </a:lnTo>
                  <a:lnTo>
                    <a:pt x="3405" y="55062"/>
                  </a:lnTo>
                  <a:lnTo>
                    <a:pt x="0" y="46282"/>
                  </a:lnTo>
                  <a:lnTo>
                    <a:pt x="2562" y="46122"/>
                  </a:lnTo>
                  <a:lnTo>
                    <a:pt x="4401" y="45025"/>
                  </a:lnTo>
                  <a:lnTo>
                    <a:pt x="5267" y="43601"/>
                  </a:lnTo>
                  <a:lnTo>
                    <a:pt x="13833" y="38842"/>
                  </a:lnTo>
                  <a:lnTo>
                    <a:pt x="12744" y="34015"/>
                  </a:lnTo>
                  <a:lnTo>
                    <a:pt x="6892" y="28396"/>
                  </a:lnTo>
                  <a:lnTo>
                    <a:pt x="7090" y="27144"/>
                  </a:lnTo>
                  <a:lnTo>
                    <a:pt x="10880" y="26682"/>
                  </a:lnTo>
                  <a:lnTo>
                    <a:pt x="13172" y="29103"/>
                  </a:lnTo>
                  <a:lnTo>
                    <a:pt x="14383" y="29106"/>
                  </a:lnTo>
                  <a:lnTo>
                    <a:pt x="17099" y="20548"/>
                  </a:lnTo>
                  <a:lnTo>
                    <a:pt x="17324" y="14898"/>
                  </a:lnTo>
                  <a:lnTo>
                    <a:pt x="20211" y="14319"/>
                  </a:lnTo>
                  <a:lnTo>
                    <a:pt x="22760" y="16315"/>
                  </a:lnTo>
                  <a:lnTo>
                    <a:pt x="25190" y="16538"/>
                  </a:lnTo>
                  <a:lnTo>
                    <a:pt x="28575" y="12620"/>
                  </a:lnTo>
                  <a:lnTo>
                    <a:pt x="27724" y="10301"/>
                  </a:lnTo>
                  <a:lnTo>
                    <a:pt x="27776" y="7571"/>
                  </a:lnTo>
                  <a:lnTo>
                    <a:pt x="30977" y="7147"/>
                  </a:lnTo>
                  <a:lnTo>
                    <a:pt x="32934" y="4988"/>
                  </a:lnTo>
                  <a:lnTo>
                    <a:pt x="34785" y="2029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6" name="ph8486"/>
            <p:cNvSpPr/>
            <p:nvPr/>
          </p:nvSpPr>
          <p:spPr>
            <a:xfrm>
              <a:off x="12265115" y="2770335"/>
              <a:ext cx="1175" cy="1317"/>
            </a:xfrm>
            <a:custGeom>
              <a:avLst/>
              <a:pathLst>
                <a:path w="1175" h="1317">
                  <a:moveTo>
                    <a:pt x="0" y="1043"/>
                  </a:moveTo>
                  <a:lnTo>
                    <a:pt x="1175" y="0"/>
                  </a:lnTo>
                  <a:lnTo>
                    <a:pt x="743" y="897"/>
                  </a:lnTo>
                  <a:lnTo>
                    <a:pt x="842" y="1317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7" name="ph8487"/>
            <p:cNvSpPr/>
            <p:nvPr/>
          </p:nvSpPr>
          <p:spPr>
            <a:xfrm>
              <a:off x="12302408" y="2731093"/>
              <a:ext cx="30705" cy="41020"/>
            </a:xfrm>
            <a:custGeom>
              <a:avLst/>
              <a:pathLst>
                <a:path w="30705" h="41020">
                  <a:moveTo>
                    <a:pt x="24417" y="15856"/>
                  </a:move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lnTo>
                    <a:pt x="13762" y="7468"/>
                  </a:ln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8" name="ph8488"/>
            <p:cNvSpPr/>
            <p:nvPr/>
          </p:nvSpPr>
          <p:spPr>
            <a:xfrm>
              <a:off x="12317832" y="2737927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9" name="ph8489"/>
            <p:cNvSpPr/>
            <p:nvPr/>
          </p:nvSpPr>
          <p:spPr>
            <a:xfrm>
              <a:off x="12280863" y="2735718"/>
              <a:ext cx="8129" cy="3083"/>
            </a:xfrm>
            <a:custGeom>
              <a:avLst/>
              <a:pathLst>
                <a:path w="8129" h="3083">
                  <a:moveTo>
                    <a:pt x="8129" y="1782"/>
                  </a:moveTo>
                  <a:lnTo>
                    <a:pt x="7583" y="2602"/>
                  </a:lnTo>
                  <a:lnTo>
                    <a:pt x="7255" y="2896"/>
                  </a:lnTo>
                  <a:lnTo>
                    <a:pt x="5692" y="1468"/>
                  </a:lnTo>
                  <a:lnTo>
                    <a:pt x="4085" y="3083"/>
                  </a:lnTo>
                  <a:lnTo>
                    <a:pt x="0" y="1671"/>
                  </a:lnTo>
                  <a:lnTo>
                    <a:pt x="1302" y="0"/>
                  </a:lnTo>
                  <a:lnTo>
                    <a:pt x="5924" y="64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0" name="ph8490"/>
            <p:cNvSpPr/>
            <p:nvPr/>
          </p:nvSpPr>
          <p:spPr>
            <a:xfrm>
              <a:off x="12278275" y="2617337"/>
              <a:ext cx="38226" cy="44778"/>
            </a:xfrm>
            <a:custGeom>
              <a:avLst/>
              <a:pathLst>
                <a:path w="38226" h="44778">
                  <a:moveTo>
                    <a:pt x="15580" y="5529"/>
                  </a:moveTo>
                  <a:lnTo>
                    <a:pt x="13235" y="4347"/>
                  </a:lnTo>
                  <a:lnTo>
                    <a:pt x="12418" y="4663"/>
                  </a:lnTo>
                  <a:lnTo>
                    <a:pt x="12835" y="1967"/>
                  </a:lnTo>
                  <a:lnTo>
                    <a:pt x="17767" y="7290"/>
                  </a:lnTo>
                  <a:lnTo>
                    <a:pt x="18462" y="9947"/>
                  </a:lnTo>
                  <a:lnTo>
                    <a:pt x="22388" y="15711"/>
                  </a:lnTo>
                  <a:lnTo>
                    <a:pt x="26415" y="19667"/>
                  </a:lnTo>
                  <a:lnTo>
                    <a:pt x="32233" y="36713"/>
                  </a:lnTo>
                  <a:lnTo>
                    <a:pt x="35426" y="37794"/>
                  </a:lnTo>
                  <a:lnTo>
                    <a:pt x="34242" y="34523"/>
                  </a:lnTo>
                  <a:lnTo>
                    <a:pt x="34759" y="29256"/>
                  </a:lnTo>
                  <a:lnTo>
                    <a:pt x="36766" y="27869"/>
                  </a:lnTo>
                  <a:lnTo>
                    <a:pt x="37616" y="25796"/>
                  </a:lnTo>
                  <a:lnTo>
                    <a:pt x="37067" y="23085"/>
                  </a:lnTo>
                  <a:lnTo>
                    <a:pt x="32810" y="17859"/>
                  </a:lnTo>
                  <a:lnTo>
                    <a:pt x="33369" y="16952"/>
                  </a:lnTo>
                  <a:lnTo>
                    <a:pt x="36375" y="17569"/>
                  </a:lnTo>
                  <a:lnTo>
                    <a:pt x="37331" y="20279"/>
                  </a:lnTo>
                  <a:lnTo>
                    <a:pt x="37812" y="25383"/>
                  </a:lnTo>
                  <a:lnTo>
                    <a:pt x="35774" y="33061"/>
                  </a:lnTo>
                  <a:lnTo>
                    <a:pt x="37983" y="38155"/>
                  </a:lnTo>
                  <a:lnTo>
                    <a:pt x="38226" y="41328"/>
                  </a:lnTo>
                  <a:lnTo>
                    <a:pt x="5471" y="44778"/>
                  </a:lnTo>
                  <a:lnTo>
                    <a:pt x="3620" y="27025"/>
                  </a:lnTo>
                  <a:lnTo>
                    <a:pt x="2661" y="27073"/>
                  </a:lnTo>
                  <a:lnTo>
                    <a:pt x="649" y="7810"/>
                  </a:lnTo>
                  <a:lnTo>
                    <a:pt x="381" y="5236"/>
                  </a:lnTo>
                  <a:lnTo>
                    <a:pt x="0" y="1585"/>
                  </a:lnTo>
                  <a:lnTo>
                    <a:pt x="2078" y="0"/>
                  </a:lnTo>
                  <a:lnTo>
                    <a:pt x="12246" y="5198"/>
                  </a:lnTo>
                  <a:lnTo>
                    <a:pt x="14975" y="742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1" name="ph8491"/>
            <p:cNvSpPr/>
            <p:nvPr/>
          </p:nvSpPr>
          <p:spPr>
            <a:xfrm>
              <a:off x="12293188" y="2622577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2" name="ph8492"/>
            <p:cNvSpPr/>
            <p:nvPr/>
          </p:nvSpPr>
          <p:spPr>
            <a:xfrm>
              <a:off x="12289093" y="2618965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3" name="ph8493"/>
            <p:cNvSpPr/>
            <p:nvPr/>
          </p:nvSpPr>
          <p:spPr>
            <a:xfrm>
              <a:off x="12287509" y="2618457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4" name="ph8494"/>
            <p:cNvSpPr/>
            <p:nvPr/>
          </p:nvSpPr>
          <p:spPr>
            <a:xfrm>
              <a:off x="12285255" y="2617160"/>
              <a:ext cx="5726" cy="2102"/>
            </a:xfrm>
            <a:custGeom>
              <a:avLst/>
              <a:pathLst>
                <a:path w="5726" h="2102">
                  <a:moveTo>
                    <a:pt x="5726" y="2102"/>
                  </a:moveTo>
                  <a:lnTo>
                    <a:pt x="0" y="294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5" name="ph8495"/>
            <p:cNvSpPr/>
            <p:nvPr/>
          </p:nvSpPr>
          <p:spPr>
            <a:xfrm>
              <a:off x="12277942" y="2615739"/>
              <a:ext cx="6839" cy="1646"/>
            </a:xfrm>
            <a:custGeom>
              <a:avLst/>
              <a:pathLst>
                <a:path w="6839" h="1646">
                  <a:moveTo>
                    <a:pt x="43" y="414"/>
                  </a:moveTo>
                  <a:lnTo>
                    <a:pt x="0" y="0"/>
                  </a:lnTo>
                  <a:lnTo>
                    <a:pt x="4659" y="719"/>
                  </a:lnTo>
                  <a:lnTo>
                    <a:pt x="6839" y="1646"/>
                  </a:lnTo>
                  <a:lnTo>
                    <a:pt x="4331" y="810"/>
                  </a:lnTo>
                  <a:lnTo>
                    <a:pt x="2111" y="157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6" name="ph8496"/>
            <p:cNvSpPr/>
            <p:nvPr/>
          </p:nvSpPr>
          <p:spPr>
            <a:xfrm>
              <a:off x="12278029" y="2616379"/>
              <a:ext cx="14" cy="190"/>
            </a:xfrm>
            <a:custGeom>
              <a:avLst/>
              <a:pathLst>
                <a:path w="14" h="190">
                  <a:moveTo>
                    <a:pt x="0" y="190"/>
                  </a:moveTo>
                  <a:lnTo>
                    <a:pt x="1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7" name="ph8497"/>
            <p:cNvSpPr/>
            <p:nvPr/>
          </p:nvSpPr>
          <p:spPr>
            <a:xfrm>
              <a:off x="12321332" y="2651754"/>
              <a:ext cx="5442" cy="7071"/>
            </a:xfrm>
            <a:custGeom>
              <a:avLst/>
              <a:pathLst>
                <a:path w="5442" h="7071">
                  <a:moveTo>
                    <a:pt x="1666" y="2939"/>
                  </a:move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lnTo>
                    <a:pt x="392" y="0"/>
                  </a:ln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8" name="ph8498"/>
            <p:cNvSpPr/>
            <p:nvPr/>
          </p:nvSpPr>
          <p:spPr>
            <a:xfrm>
              <a:off x="12304348" y="2632759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9" name="ph8499"/>
            <p:cNvSpPr/>
            <p:nvPr/>
          </p:nvSpPr>
          <p:spPr>
            <a:xfrm>
              <a:off x="12301188" y="2629814"/>
              <a:ext cx="973" cy="2087"/>
            </a:xfrm>
            <a:custGeom>
              <a:avLst/>
              <a:pathLst>
                <a:path w="973" h="2087">
                  <a:moveTo>
                    <a:pt x="973" y="1637"/>
                  </a:moveTo>
                  <a:lnTo>
                    <a:pt x="0" y="2087"/>
                  </a:lnTo>
                  <a:lnTo>
                    <a:pt x="90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0" name="ph8500"/>
            <p:cNvSpPr/>
            <p:nvPr/>
          </p:nvSpPr>
          <p:spPr>
            <a:xfrm>
              <a:off x="12298322" y="2629075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1" name="ph8501"/>
            <p:cNvSpPr/>
            <p:nvPr/>
          </p:nvSpPr>
          <p:spPr>
            <a:xfrm>
              <a:off x="12299868" y="2628646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2" name="ph8502"/>
            <p:cNvSpPr/>
            <p:nvPr/>
          </p:nvSpPr>
          <p:spPr>
            <a:xfrm>
              <a:off x="12312264" y="2620872"/>
              <a:ext cx="3092" cy="8488"/>
            </a:xfrm>
            <a:custGeom>
              <a:avLst/>
              <a:pathLst>
                <a:path w="3092" h="8488">
                  <a:moveTo>
                    <a:pt x="0" y="0"/>
                  </a:moveTo>
                  <a:lnTo>
                    <a:pt x="963" y="2074"/>
                  </a:ln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3" name="ph8503"/>
            <p:cNvSpPr/>
            <p:nvPr/>
          </p:nvSpPr>
          <p:spPr>
            <a:xfrm>
              <a:off x="12246822" y="2908002"/>
              <a:ext cx="787" cy="399"/>
            </a:xfrm>
            <a:custGeom>
              <a:avLst/>
              <a:pathLst>
                <a:path w="787" h="399">
                  <a:moveTo>
                    <a:pt x="0" y="257"/>
                  </a:moveTo>
                  <a:lnTo>
                    <a:pt x="649" y="0"/>
                  </a:lnTo>
                  <a:lnTo>
                    <a:pt x="787" y="399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4" name="ph8504"/>
            <p:cNvSpPr/>
            <p:nvPr/>
          </p:nvSpPr>
          <p:spPr>
            <a:xfrm>
              <a:off x="12248215" y="2906816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5" name="ph8505"/>
            <p:cNvSpPr/>
            <p:nvPr/>
          </p:nvSpPr>
          <p:spPr>
            <a:xfrm>
              <a:off x="12248435" y="2905908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6" name="ph8506"/>
            <p:cNvSpPr/>
            <p:nvPr/>
          </p:nvSpPr>
          <p:spPr>
            <a:xfrm>
              <a:off x="12246135" y="2902007"/>
              <a:ext cx="3758" cy="2843"/>
            </a:xfrm>
            <a:custGeom>
              <a:avLst/>
              <a:pathLst>
                <a:path w="3758" h="2843">
                  <a:moveTo>
                    <a:pt x="2045" y="1912"/>
                  </a:moveTo>
                  <a:lnTo>
                    <a:pt x="0" y="2843"/>
                  </a:lnTo>
                  <a:lnTo>
                    <a:pt x="3758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7" name="ph8507"/>
            <p:cNvSpPr/>
            <p:nvPr/>
          </p:nvSpPr>
          <p:spPr>
            <a:xfrm>
              <a:off x="12250866" y="2901898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8" name="ph8508"/>
            <p:cNvSpPr/>
            <p:nvPr/>
          </p:nvSpPr>
          <p:spPr>
            <a:xfrm>
              <a:off x="12241375" y="2870296"/>
              <a:ext cx="315" cy="400"/>
            </a:xfrm>
            <a:custGeom>
              <a:avLst/>
              <a:pathLst>
                <a:path w="315" h="400">
                  <a:moveTo>
                    <a:pt x="211" y="0"/>
                  </a:moveTo>
                  <a:lnTo>
                    <a:pt x="315" y="394"/>
                  </a:lnTo>
                  <a:lnTo>
                    <a:pt x="0" y="40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9" name="ph8509"/>
            <p:cNvSpPr/>
            <p:nvPr/>
          </p:nvSpPr>
          <p:spPr>
            <a:xfrm>
              <a:off x="12241454" y="2869171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0" name="ph8510"/>
            <p:cNvSpPr/>
            <p:nvPr/>
          </p:nvSpPr>
          <p:spPr>
            <a:xfrm>
              <a:off x="12250303" y="2862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1" name="ph8511"/>
            <p:cNvSpPr/>
            <p:nvPr/>
          </p:nvSpPr>
          <p:spPr>
            <a:xfrm>
              <a:off x="12234614" y="2860898"/>
              <a:ext cx="4249" cy="294"/>
            </a:xfrm>
            <a:custGeom>
              <a:avLst/>
              <a:pathLst>
                <a:path w="4249" h="294">
                  <a:moveTo>
                    <a:pt x="1458" y="0"/>
                  </a:moveTo>
                  <a:lnTo>
                    <a:pt x="4249" y="149"/>
                  </a:lnTo>
                  <a:lnTo>
                    <a:pt x="0" y="294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2" name="ph8512"/>
            <p:cNvSpPr/>
            <p:nvPr/>
          </p:nvSpPr>
          <p:spPr>
            <a:xfrm>
              <a:off x="12251235" y="286097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3" name="ph8513"/>
            <p:cNvSpPr/>
            <p:nvPr/>
          </p:nvSpPr>
          <p:spPr>
            <a:xfrm>
              <a:off x="12241901" y="286076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4" name="ph8514"/>
            <p:cNvSpPr/>
            <p:nvPr/>
          </p:nvSpPr>
          <p:spPr>
            <a:xfrm>
              <a:off x="12242943" y="2860425"/>
              <a:ext cx="339" cy="144"/>
            </a:xfrm>
            <a:custGeom>
              <a:avLst/>
              <a:pathLst>
                <a:path w="339" h="144">
                  <a:moveTo>
                    <a:pt x="0" y="144"/>
                  </a:moveTo>
                  <a:lnTo>
                    <a:pt x="339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5" name="ph8515"/>
            <p:cNvSpPr/>
            <p:nvPr/>
          </p:nvSpPr>
          <p:spPr>
            <a:xfrm>
              <a:off x="12235479" y="2854346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6" name="ph8516"/>
            <p:cNvSpPr/>
            <p:nvPr/>
          </p:nvSpPr>
          <p:spPr>
            <a:xfrm>
              <a:off x="12237548" y="2854116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7" name="ph8517"/>
            <p:cNvSpPr/>
            <p:nvPr/>
          </p:nvSpPr>
          <p:spPr>
            <a:xfrm>
              <a:off x="12233868" y="2853999"/>
              <a:ext cx="1058" cy="431"/>
            </a:xfrm>
            <a:custGeom>
              <a:avLst/>
              <a:pathLst>
                <a:path w="1058" h="431">
                  <a:moveTo>
                    <a:pt x="598" y="0"/>
                  </a:moveTo>
                  <a:lnTo>
                    <a:pt x="1058" y="431"/>
                  </a:lnTo>
                  <a:lnTo>
                    <a:pt x="0" y="202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8" name="ph8518"/>
            <p:cNvSpPr/>
            <p:nvPr/>
          </p:nvSpPr>
          <p:spPr>
            <a:xfrm>
              <a:off x="12125843" y="2765454"/>
              <a:ext cx="142689" cy="165363"/>
            </a:xfrm>
            <a:custGeom>
              <a:avLst/>
              <a:pathLst>
                <a:path w="142689" h="165363">
                  <a:moveTo>
                    <a:pt x="125148" y="69439"/>
                  </a:moveTo>
                  <a:lnTo>
                    <a:pt x="123946" y="68036"/>
                  </a:lnTo>
                  <a:lnTo>
                    <a:pt x="121467" y="70465"/>
                  </a:lnTo>
                  <a:lnTo>
                    <a:pt x="115489" y="83302"/>
                  </a:lnTo>
                  <a:lnTo>
                    <a:pt x="114813" y="87922"/>
                  </a:lnTo>
                  <a:lnTo>
                    <a:pt x="113572" y="92147"/>
                  </a:lnTo>
                  <a:lnTo>
                    <a:pt x="112179" y="92334"/>
                  </a:lnTo>
                  <a:lnTo>
                    <a:pt x="111399" y="91077"/>
                  </a:lnTo>
                  <a:lnTo>
                    <a:pt x="112749" y="91031"/>
                  </a:lnTo>
                  <a:lnTo>
                    <a:pt x="114140" y="89758"/>
                  </a:lnTo>
                  <a:lnTo>
                    <a:pt x="114750" y="83696"/>
                  </a:lnTo>
                  <a:lnTo>
                    <a:pt x="109890" y="84695"/>
                  </a:lnTo>
                  <a:lnTo>
                    <a:pt x="104788" y="86989"/>
                  </a:lnTo>
                  <a:lnTo>
                    <a:pt x="104734" y="95036"/>
                  </a:lnTo>
                  <a:lnTo>
                    <a:pt x="110541" y="100279"/>
                  </a:lnTo>
                  <a:lnTo>
                    <a:pt x="112674" y="99135"/>
                  </a:lnTo>
                  <a:lnTo>
                    <a:pt x="113194" y="98401"/>
                  </a:lnTo>
                  <a:lnTo>
                    <a:pt x="112673" y="98214"/>
                  </a:lnTo>
                  <a:lnTo>
                    <a:pt x="111334" y="98848"/>
                  </a:lnTo>
                  <a:lnTo>
                    <a:pt x="113085" y="97746"/>
                  </a:lnTo>
                  <a:lnTo>
                    <a:pt x="115018" y="102336"/>
                  </a:lnTo>
                  <a:lnTo>
                    <a:pt x="115078" y="103321"/>
                  </a:lnTo>
                  <a:lnTo>
                    <a:pt x="114111" y="103670"/>
                  </a:lnTo>
                  <a:lnTo>
                    <a:pt x="114391" y="105021"/>
                  </a:lnTo>
                  <a:lnTo>
                    <a:pt x="115877" y="105746"/>
                  </a:lnTo>
                  <a:lnTo>
                    <a:pt x="116808" y="105057"/>
                  </a:lnTo>
                  <a:lnTo>
                    <a:pt x="118563" y="100728"/>
                  </a:lnTo>
                  <a:lnTo>
                    <a:pt x="120277" y="99011"/>
                  </a:lnTo>
                  <a:lnTo>
                    <a:pt x="126844" y="97027"/>
                  </a:lnTo>
                  <a:lnTo>
                    <a:pt x="128801" y="97321"/>
                  </a:lnTo>
                  <a:lnTo>
                    <a:pt x="134751" y="93342"/>
                  </a:lnTo>
                  <a:lnTo>
                    <a:pt x="138045" y="92037"/>
                  </a:lnTo>
                  <a:lnTo>
                    <a:pt x="137400" y="86641"/>
                  </a:lnTo>
                  <a:lnTo>
                    <a:pt x="142689" y="91281"/>
                  </a:lnTo>
                  <a:lnTo>
                    <a:pt x="141803" y="103311"/>
                  </a:lnTo>
                  <a:lnTo>
                    <a:pt x="140931" y="106372"/>
                  </a:lnTo>
                  <a:lnTo>
                    <a:pt x="137686" y="110160"/>
                  </a:lnTo>
                  <a:lnTo>
                    <a:pt x="135457" y="111404"/>
                  </a:lnTo>
                  <a:lnTo>
                    <a:pt x="132143" y="116668"/>
                  </a:lnTo>
                  <a:lnTo>
                    <a:pt x="128521" y="117464"/>
                  </a:lnTo>
                  <a:lnTo>
                    <a:pt x="127790" y="117273"/>
                  </a:lnTo>
                  <a:lnTo>
                    <a:pt x="129035" y="117276"/>
                  </a:lnTo>
                  <a:lnTo>
                    <a:pt x="130387" y="116169"/>
                  </a:lnTo>
                  <a:lnTo>
                    <a:pt x="130608" y="112862"/>
                  </a:lnTo>
                  <a:lnTo>
                    <a:pt x="129304" y="113072"/>
                  </a:lnTo>
                  <a:lnTo>
                    <a:pt x="120005" y="120507"/>
                  </a:lnTo>
                  <a:lnTo>
                    <a:pt x="117731" y="130629"/>
                  </a:lnTo>
                  <a:lnTo>
                    <a:pt x="118622" y="131581"/>
                  </a:lnTo>
                  <a:lnTo>
                    <a:pt x="118505" y="134155"/>
                  </a:lnTo>
                  <a:lnTo>
                    <a:pt x="115926" y="137521"/>
                  </a:lnTo>
                  <a:lnTo>
                    <a:pt x="117905" y="142206"/>
                  </a:lnTo>
                  <a:lnTo>
                    <a:pt x="122303" y="143708"/>
                  </a:lnTo>
                  <a:lnTo>
                    <a:pt x="127054" y="135040"/>
                  </a:lnTo>
                  <a:lnTo>
                    <a:pt x="127783" y="132127"/>
                  </a:lnTo>
                  <a:lnTo>
                    <a:pt x="125676" y="135315"/>
                  </a:lnTo>
                  <a:lnTo>
                    <a:pt x="124291" y="136038"/>
                  </a:lnTo>
                  <a:lnTo>
                    <a:pt x="130117" y="128707"/>
                  </a:lnTo>
                  <a:lnTo>
                    <a:pt x="135773" y="124802"/>
                  </a:lnTo>
                  <a:lnTo>
                    <a:pt x="139328" y="124413"/>
                  </a:lnTo>
                  <a:lnTo>
                    <a:pt x="142097" y="125689"/>
                  </a:lnTo>
                  <a:lnTo>
                    <a:pt x="137809" y="132202"/>
                  </a:lnTo>
                  <a:lnTo>
                    <a:pt x="133916" y="136614"/>
                  </a:lnTo>
                  <a:lnTo>
                    <a:pt x="132922" y="139992"/>
                  </a:lnTo>
                  <a:lnTo>
                    <a:pt x="132733" y="149740"/>
                  </a:lnTo>
                  <a:lnTo>
                    <a:pt x="80110" y="155211"/>
                  </a:lnTo>
                  <a:lnTo>
                    <a:pt x="58077" y="152563"/>
                  </a:lnTo>
                  <a:lnTo>
                    <a:pt x="55437" y="165363"/>
                  </a:lnTo>
                  <a:lnTo>
                    <a:pt x="38557" y="161926"/>
                  </a:lnTo>
                  <a:lnTo>
                    <a:pt x="34498" y="161967"/>
                  </a:lnTo>
                  <a:lnTo>
                    <a:pt x="37677" y="149541"/>
                  </a:lnTo>
                  <a:lnTo>
                    <a:pt x="27749" y="150999"/>
                  </a:lnTo>
                  <a:lnTo>
                    <a:pt x="26737" y="150854"/>
                  </a:lnTo>
                  <a:lnTo>
                    <a:pt x="26403" y="150098"/>
                  </a:lnTo>
                  <a:lnTo>
                    <a:pt x="18448" y="150946"/>
                  </a:lnTo>
                  <a:lnTo>
                    <a:pt x="18612" y="152384"/>
                  </a:lnTo>
                  <a:lnTo>
                    <a:pt x="14714" y="152754"/>
                  </a:lnTo>
                  <a:lnTo>
                    <a:pt x="14456" y="150044"/>
                  </a:lnTo>
                  <a:lnTo>
                    <a:pt x="13432" y="149431"/>
                  </a:lnTo>
                  <a:lnTo>
                    <a:pt x="7040" y="150094"/>
                  </a:lnTo>
                  <a:lnTo>
                    <a:pt x="9551" y="139718"/>
                  </a:lnTo>
                  <a:lnTo>
                    <a:pt x="9093" y="135505"/>
                  </a:lnTo>
                  <a:lnTo>
                    <a:pt x="3443" y="135968"/>
                  </a:lnTo>
                  <a:lnTo>
                    <a:pt x="3538" y="129236"/>
                  </a:lnTo>
                  <a:lnTo>
                    <a:pt x="2790" y="128294"/>
                  </a:lnTo>
                  <a:lnTo>
                    <a:pt x="0" y="128474"/>
                  </a:lnTo>
                  <a:lnTo>
                    <a:pt x="121" y="121489"/>
                  </a:lnTo>
                  <a:lnTo>
                    <a:pt x="5512" y="121586"/>
                  </a:lnTo>
                  <a:lnTo>
                    <a:pt x="5569" y="122275"/>
                  </a:lnTo>
                  <a:lnTo>
                    <a:pt x="8134" y="122351"/>
                  </a:lnTo>
                  <a:lnTo>
                    <a:pt x="6956" y="104803"/>
                  </a:lnTo>
                  <a:lnTo>
                    <a:pt x="5595" y="104789"/>
                  </a:lnTo>
                  <a:lnTo>
                    <a:pt x="2707" y="101336"/>
                  </a:lnTo>
                  <a:lnTo>
                    <a:pt x="4804" y="99375"/>
                  </a:lnTo>
                  <a:lnTo>
                    <a:pt x="9687" y="100033"/>
                  </a:lnTo>
                  <a:lnTo>
                    <a:pt x="11297" y="99385"/>
                  </a:lnTo>
                  <a:lnTo>
                    <a:pt x="13091" y="85933"/>
                  </a:lnTo>
                  <a:lnTo>
                    <a:pt x="15427" y="86181"/>
                  </a:lnTo>
                  <a:lnTo>
                    <a:pt x="16750" y="81606"/>
                  </a:lnTo>
                  <a:lnTo>
                    <a:pt x="18772" y="68356"/>
                  </a:lnTo>
                  <a:lnTo>
                    <a:pt x="20526" y="68236"/>
                  </a:lnTo>
                  <a:lnTo>
                    <a:pt x="19784" y="60464"/>
                  </a:lnTo>
                  <a:lnTo>
                    <a:pt x="26294" y="59806"/>
                  </a:lnTo>
                  <a:lnTo>
                    <a:pt x="26373" y="60561"/>
                  </a:lnTo>
                  <a:lnTo>
                    <a:pt x="27854" y="60372"/>
                  </a:lnTo>
                  <a:lnTo>
                    <a:pt x="28184" y="59580"/>
                  </a:lnTo>
                  <a:lnTo>
                    <a:pt x="27751" y="52630"/>
                  </a:lnTo>
                  <a:lnTo>
                    <a:pt x="22168" y="52388"/>
                  </a:lnTo>
                  <a:lnTo>
                    <a:pt x="22059" y="54288"/>
                  </a:lnTo>
                  <a:lnTo>
                    <a:pt x="17434" y="54359"/>
                  </a:lnTo>
                  <a:lnTo>
                    <a:pt x="15536" y="51148"/>
                  </a:lnTo>
                  <a:lnTo>
                    <a:pt x="15436" y="48717"/>
                  </a:lnTo>
                  <a:lnTo>
                    <a:pt x="22255" y="48823"/>
                  </a:lnTo>
                  <a:lnTo>
                    <a:pt x="22713" y="36613"/>
                  </a:lnTo>
                  <a:lnTo>
                    <a:pt x="19655" y="33567"/>
                  </a:lnTo>
                  <a:lnTo>
                    <a:pt x="13380" y="33195"/>
                  </a:lnTo>
                  <a:lnTo>
                    <a:pt x="11387" y="33114"/>
                  </a:lnTo>
                  <a:lnTo>
                    <a:pt x="19431" y="26876"/>
                  </a:lnTo>
                  <a:lnTo>
                    <a:pt x="22656" y="27189"/>
                  </a:lnTo>
                  <a:lnTo>
                    <a:pt x="23949" y="26287"/>
                  </a:lnTo>
                  <a:lnTo>
                    <a:pt x="23110" y="24859"/>
                  </a:lnTo>
                  <a:lnTo>
                    <a:pt x="29430" y="23429"/>
                  </a:lnTo>
                  <a:lnTo>
                    <a:pt x="34314" y="23621"/>
                  </a:lnTo>
                  <a:lnTo>
                    <a:pt x="38133" y="21292"/>
                  </a:lnTo>
                  <a:lnTo>
                    <a:pt x="38831" y="18784"/>
                  </a:lnTo>
                  <a:lnTo>
                    <a:pt x="42406" y="18460"/>
                  </a:lnTo>
                  <a:lnTo>
                    <a:pt x="53257" y="18464"/>
                  </a:lnTo>
                  <a:lnTo>
                    <a:pt x="60469" y="9613"/>
                  </a:lnTo>
                  <a:lnTo>
                    <a:pt x="67714" y="719"/>
                  </a:lnTo>
                  <a:lnTo>
                    <a:pt x="67644" y="0"/>
                  </a:lnTo>
                  <a:lnTo>
                    <a:pt x="72304" y="25195"/>
                  </a:lnTo>
                  <a:lnTo>
                    <a:pt x="110979" y="21719"/>
                  </a:lnTo>
                  <a:lnTo>
                    <a:pt x="111837" y="30233"/>
                  </a:lnTo>
                  <a:lnTo>
                    <a:pt x="126150" y="28795"/>
                  </a:lnTo>
                  <a:lnTo>
                    <a:pt x="130084" y="67578"/>
                  </a:lnTo>
                  <a:lnTo>
                    <a:pt x="128496" y="68712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9" name="ph8519"/>
            <p:cNvSpPr/>
            <p:nvPr/>
          </p:nvSpPr>
          <p:spPr>
            <a:xfrm>
              <a:off x="12264840" y="2888664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0" name="ph8520"/>
            <p:cNvSpPr/>
            <p:nvPr/>
          </p:nvSpPr>
          <p:spPr>
            <a:xfrm>
              <a:off x="12259119" y="2884900"/>
              <a:ext cx="4810" cy="3787"/>
            </a:xfrm>
            <a:custGeom>
              <a:avLst/>
              <a:pathLst>
                <a:path w="4810" h="3787">
                  <a:moveTo>
                    <a:pt x="4810" y="3787"/>
                  </a:moveTo>
                  <a:lnTo>
                    <a:pt x="529" y="1600"/>
                  </a:lnTo>
                  <a:lnTo>
                    <a:pt x="0" y="0"/>
                  </a:lnTo>
                  <a:lnTo>
                    <a:pt x="912" y="509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1" name="ph8521"/>
            <p:cNvSpPr/>
            <p:nvPr/>
          </p:nvSpPr>
          <p:spPr>
            <a:xfrm>
              <a:off x="12252698" y="2882290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2" name="ph8522"/>
            <p:cNvSpPr/>
            <p:nvPr/>
          </p:nvSpPr>
          <p:spPr>
            <a:xfrm>
              <a:off x="12254451" y="2880341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3" name="ph8523"/>
            <p:cNvSpPr/>
            <p:nvPr/>
          </p:nvSpPr>
          <p:spPr>
            <a:xfrm>
              <a:off x="12258580" y="2858422"/>
              <a:ext cx="350" cy="298"/>
            </a:xfrm>
            <a:custGeom>
              <a:avLst/>
              <a:pathLst>
                <a:path w="350" h="298">
                  <a:moveTo>
                    <a:pt x="181" y="0"/>
                  </a:moveTo>
                  <a:lnTo>
                    <a:pt x="350" y="298"/>
                  </a:lnTo>
                  <a:lnTo>
                    <a:pt x="0" y="14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4" name="ph8524"/>
            <p:cNvSpPr/>
            <p:nvPr/>
          </p:nvSpPr>
          <p:spPr>
            <a:xfrm>
              <a:off x="12259159" y="2857739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5" name="ph8525"/>
            <p:cNvSpPr/>
            <p:nvPr/>
          </p:nvSpPr>
          <p:spPr>
            <a:xfrm>
              <a:off x="12262533" y="2857345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6" name="ph8526"/>
            <p:cNvSpPr/>
            <p:nvPr/>
          </p:nvSpPr>
          <p:spPr>
            <a:xfrm>
              <a:off x="12263149" y="2857276"/>
              <a:ext cx="307" cy="282"/>
            </a:xfrm>
            <a:custGeom>
              <a:avLst/>
              <a:pathLst>
                <a:path w="307" h="282">
                  <a:moveTo>
                    <a:pt x="295" y="0"/>
                  </a:moveTo>
                  <a:lnTo>
                    <a:pt x="307" y="282"/>
                  </a:lnTo>
                  <a:lnTo>
                    <a:pt x="0" y="274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7" name="ph8527"/>
            <p:cNvSpPr/>
            <p:nvPr/>
          </p:nvSpPr>
          <p:spPr>
            <a:xfrm>
              <a:off x="12259214" y="2856906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8" name="ph8528"/>
            <p:cNvSpPr/>
            <p:nvPr/>
          </p:nvSpPr>
          <p:spPr>
            <a:xfrm>
              <a:off x="12261486" y="2857056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9" name="ph8529"/>
            <p:cNvSpPr/>
            <p:nvPr/>
          </p:nvSpPr>
          <p:spPr>
            <a:xfrm>
              <a:off x="12255634" y="2856276"/>
              <a:ext cx="493" cy="997"/>
            </a:xfrm>
            <a:custGeom>
              <a:avLst/>
              <a:pathLst>
                <a:path w="493" h="997">
                  <a:moveTo>
                    <a:pt x="0" y="30"/>
                  </a:moveTo>
                  <a:lnTo>
                    <a:pt x="493" y="0"/>
                  </a:lnTo>
                  <a:lnTo>
                    <a:pt x="95" y="997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0" name="ph8530"/>
            <p:cNvSpPr/>
            <p:nvPr/>
          </p:nvSpPr>
          <p:spPr>
            <a:xfrm>
              <a:off x="12258789" y="2856183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1" name="ph8531"/>
            <p:cNvSpPr/>
            <p:nvPr/>
          </p:nvSpPr>
          <p:spPr>
            <a:xfrm>
              <a:off x="12262067" y="2855608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2" name="ph8532"/>
            <p:cNvSpPr/>
            <p:nvPr/>
          </p:nvSpPr>
          <p:spPr>
            <a:xfrm>
              <a:off x="12255818" y="2854312"/>
              <a:ext cx="563" cy="744"/>
            </a:xfrm>
            <a:custGeom>
              <a:avLst/>
              <a:pathLst>
                <a:path w="563" h="744">
                  <a:moveTo>
                    <a:pt x="563" y="0"/>
                  </a:moveTo>
                  <a:lnTo>
                    <a:pt x="0" y="744"/>
                  </a:lnTo>
                  <a:lnTo>
                    <a:pt x="116" y="88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3" name="ph8533"/>
            <p:cNvSpPr/>
            <p:nvPr/>
          </p:nvSpPr>
          <p:spPr>
            <a:xfrm>
              <a:off x="12261287" y="2845922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4" name="ph8534"/>
            <p:cNvSpPr/>
            <p:nvPr/>
          </p:nvSpPr>
          <p:spPr>
            <a:xfrm>
              <a:off x="12260803" y="2845509"/>
              <a:ext cx="497" cy="542"/>
            </a:xfrm>
            <a:custGeom>
              <a:avLst/>
              <a:pathLst>
                <a:path w="497" h="542">
                  <a:moveTo>
                    <a:pt x="0" y="406"/>
                  </a:moveTo>
                  <a:lnTo>
                    <a:pt x="213" y="0"/>
                  </a:lnTo>
                  <a:lnTo>
                    <a:pt x="497" y="542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5" name="ph8535"/>
            <p:cNvSpPr/>
            <p:nvPr/>
          </p:nvSpPr>
          <p:spPr>
            <a:xfrm>
              <a:off x="12259671" y="2844901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6" name="ph8536"/>
            <p:cNvSpPr/>
            <p:nvPr/>
          </p:nvSpPr>
          <p:spPr>
            <a:xfrm>
              <a:off x="12259464" y="2844860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7" name="ph8537"/>
            <p:cNvSpPr/>
            <p:nvPr/>
          </p:nvSpPr>
          <p:spPr>
            <a:xfrm>
              <a:off x="12256435" y="2844382"/>
              <a:ext cx="2996" cy="558"/>
            </a:xfrm>
            <a:custGeom>
              <a:avLst/>
              <a:pathLst>
                <a:path w="2996" h="558">
                  <a:moveTo>
                    <a:pt x="445" y="0"/>
                  </a:moveTo>
                  <a:lnTo>
                    <a:pt x="2996" y="558"/>
                  </a:lnTo>
                  <a:lnTo>
                    <a:pt x="0" y="219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8" name="ph8538"/>
            <p:cNvSpPr/>
            <p:nvPr/>
          </p:nvSpPr>
          <p:spPr>
            <a:xfrm>
              <a:off x="12283747" y="2658666"/>
              <a:ext cx="39428" cy="36425"/>
            </a:xfrm>
            <a:custGeom>
              <a:avLst/>
              <a:pathLst>
                <a:path w="39428" h="36425">
                  <a:moveTo>
                    <a:pt x="32564" y="3739"/>
                  </a:moveTo>
                  <a:lnTo>
                    <a:pt x="33479" y="6108"/>
                  </a:lnTo>
                  <a:lnTo>
                    <a:pt x="34975" y="7484"/>
                  </a:lnTo>
                  <a:lnTo>
                    <a:pt x="38108" y="8428"/>
                  </a:lnTo>
                  <a:lnTo>
                    <a:pt x="39428" y="9748"/>
                  </a:lnTo>
                  <a:lnTo>
                    <a:pt x="37060" y="18999"/>
                  </a:lnTo>
                  <a:lnTo>
                    <a:pt x="33895" y="22473"/>
                  </a:lnTo>
                  <a:lnTo>
                    <a:pt x="32241" y="33119"/>
                  </a:lnTo>
                  <a:lnTo>
                    <a:pt x="5396" y="36425"/>
                  </a:lnTo>
                  <a:lnTo>
                    <a:pt x="3448" y="16616"/>
                  </a:lnTo>
                  <a:lnTo>
                    <a:pt x="1397" y="16849"/>
                  </a:lnTo>
                  <a:lnTo>
                    <a:pt x="0" y="3449"/>
                  </a:lnTo>
                  <a:lnTo>
                    <a:pt x="32754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9" name="ph8539"/>
            <p:cNvSpPr/>
            <p:nvPr/>
          </p:nvSpPr>
          <p:spPr>
            <a:xfrm>
              <a:off x="12080898" y="2933164"/>
              <a:ext cx="172295" cy="141686"/>
            </a:xfrm>
            <a:custGeom>
              <a:avLst/>
              <a:pathLst>
                <a:path w="172295" h="141686">
                  <a:moveTo>
                    <a:pt x="168207" y="26392"/>
                  </a:moveTo>
                  <a:lnTo>
                    <a:pt x="164284" y="32309"/>
                  </a:lnTo>
                  <a:lnTo>
                    <a:pt x="163254" y="37393"/>
                  </a:lnTo>
                  <a:lnTo>
                    <a:pt x="163021" y="51969"/>
                  </a:lnTo>
                  <a:lnTo>
                    <a:pt x="161130" y="58123"/>
                  </a:lnTo>
                  <a:lnTo>
                    <a:pt x="161661" y="68252"/>
                  </a:lnTo>
                  <a:lnTo>
                    <a:pt x="159463" y="71903"/>
                  </a:lnTo>
                  <a:lnTo>
                    <a:pt x="155859" y="81034"/>
                  </a:lnTo>
                  <a:lnTo>
                    <a:pt x="155273" y="95604"/>
                  </a:lnTo>
                  <a:lnTo>
                    <a:pt x="154153" y="96697"/>
                  </a:lnTo>
                  <a:lnTo>
                    <a:pt x="153613" y="95728"/>
                  </a:lnTo>
                  <a:lnTo>
                    <a:pt x="152801" y="95999"/>
                  </a:lnTo>
                  <a:lnTo>
                    <a:pt x="149372" y="101799"/>
                  </a:lnTo>
                  <a:lnTo>
                    <a:pt x="146552" y="99973"/>
                  </a:lnTo>
                  <a:lnTo>
                    <a:pt x="134649" y="101126"/>
                  </a:lnTo>
                  <a:lnTo>
                    <a:pt x="131690" y="70918"/>
                  </a:lnTo>
                  <a:lnTo>
                    <a:pt x="106834" y="73237"/>
                  </a:lnTo>
                  <a:lnTo>
                    <a:pt x="106125" y="66413"/>
                  </a:lnTo>
                  <a:lnTo>
                    <a:pt x="99160" y="65627"/>
                  </a:lnTo>
                  <a:lnTo>
                    <a:pt x="90519" y="66880"/>
                  </a:lnTo>
                  <a:lnTo>
                    <a:pt x="80242" y="66294"/>
                  </a:lnTo>
                  <a:lnTo>
                    <a:pt x="75635" y="70972"/>
                  </a:lnTo>
                  <a:lnTo>
                    <a:pt x="74048" y="83009"/>
                  </a:lnTo>
                  <a:lnTo>
                    <a:pt x="67946" y="91899"/>
                  </a:lnTo>
                  <a:lnTo>
                    <a:pt x="68558" y="97723"/>
                  </a:lnTo>
                  <a:lnTo>
                    <a:pt x="67116" y="99988"/>
                  </a:lnTo>
                  <a:lnTo>
                    <a:pt x="61242" y="104073"/>
                  </a:lnTo>
                  <a:lnTo>
                    <a:pt x="60186" y="106139"/>
                  </a:lnTo>
                  <a:lnTo>
                    <a:pt x="56252" y="121872"/>
                  </a:lnTo>
                  <a:lnTo>
                    <a:pt x="52591" y="126233"/>
                  </a:lnTo>
                  <a:lnTo>
                    <a:pt x="47913" y="134384"/>
                  </a:lnTo>
                  <a:lnTo>
                    <a:pt x="43568" y="138514"/>
                  </a:lnTo>
                  <a:lnTo>
                    <a:pt x="43364" y="141654"/>
                  </a:lnTo>
                  <a:lnTo>
                    <a:pt x="40707" y="141686"/>
                  </a:lnTo>
                  <a:lnTo>
                    <a:pt x="37078" y="139871"/>
                  </a:lnTo>
                  <a:lnTo>
                    <a:pt x="32987" y="134853"/>
                  </a:lnTo>
                  <a:lnTo>
                    <a:pt x="28287" y="136701"/>
                  </a:lnTo>
                  <a:lnTo>
                    <a:pt x="25665" y="132084"/>
                  </a:lnTo>
                  <a:lnTo>
                    <a:pt x="23043" y="130634"/>
                  </a:lnTo>
                  <a:lnTo>
                    <a:pt x="17225" y="132258"/>
                  </a:lnTo>
                  <a:lnTo>
                    <a:pt x="9619" y="139231"/>
                  </a:lnTo>
                  <a:lnTo>
                    <a:pt x="9452" y="137645"/>
                  </a:lnTo>
                  <a:lnTo>
                    <a:pt x="3337" y="138135"/>
                  </a:lnTo>
                  <a:lnTo>
                    <a:pt x="2752" y="133568"/>
                  </a:lnTo>
                  <a:lnTo>
                    <a:pt x="2526" y="130182"/>
                  </a:lnTo>
                  <a:lnTo>
                    <a:pt x="7527" y="130041"/>
                  </a:lnTo>
                  <a:lnTo>
                    <a:pt x="9184" y="125197"/>
                  </a:lnTo>
                  <a:lnTo>
                    <a:pt x="8962" y="122252"/>
                  </a:lnTo>
                  <a:lnTo>
                    <a:pt x="2352" y="122745"/>
                  </a:lnTo>
                  <a:lnTo>
                    <a:pt x="1952" y="115431"/>
                  </a:lnTo>
                  <a:lnTo>
                    <a:pt x="8435" y="114707"/>
                  </a:lnTo>
                  <a:lnTo>
                    <a:pt x="7620" y="105395"/>
                  </a:lnTo>
                  <a:lnTo>
                    <a:pt x="5926" y="105887"/>
                  </a:lnTo>
                  <a:lnTo>
                    <a:pt x="5880" y="97239"/>
                  </a:lnTo>
                  <a:lnTo>
                    <a:pt x="8074" y="97061"/>
                  </a:lnTo>
                  <a:lnTo>
                    <a:pt x="6425" y="86174"/>
                  </a:lnTo>
                  <a:lnTo>
                    <a:pt x="8348" y="85964"/>
                  </a:lnTo>
                  <a:lnTo>
                    <a:pt x="7172" y="78313"/>
                  </a:lnTo>
                  <a:lnTo>
                    <a:pt x="4362" y="78514"/>
                  </a:lnTo>
                  <a:lnTo>
                    <a:pt x="1112" y="44724"/>
                  </a:lnTo>
                  <a:lnTo>
                    <a:pt x="1772" y="42249"/>
                  </a:lnTo>
                  <a:lnTo>
                    <a:pt x="0" y="27879"/>
                  </a:lnTo>
                  <a:lnTo>
                    <a:pt x="9195" y="25824"/>
                  </a:lnTo>
                  <a:lnTo>
                    <a:pt x="10023" y="29358"/>
                  </a:lnTo>
                  <a:lnTo>
                    <a:pt x="16182" y="27859"/>
                  </a:lnTo>
                  <a:lnTo>
                    <a:pt x="16692" y="33607"/>
                  </a:lnTo>
                  <a:lnTo>
                    <a:pt x="21476" y="35481"/>
                  </a:lnTo>
                  <a:lnTo>
                    <a:pt x="26299" y="35272"/>
                  </a:lnTo>
                  <a:lnTo>
                    <a:pt x="26131" y="32533"/>
                  </a:lnTo>
                  <a:lnTo>
                    <a:pt x="36992" y="31387"/>
                  </a:lnTo>
                  <a:lnTo>
                    <a:pt x="37869" y="38565"/>
                  </a:lnTo>
                  <a:lnTo>
                    <a:pt x="45911" y="37787"/>
                  </a:lnTo>
                  <a:lnTo>
                    <a:pt x="47439" y="53623"/>
                  </a:lnTo>
                  <a:lnTo>
                    <a:pt x="66235" y="51713"/>
                  </a:lnTo>
                  <a:lnTo>
                    <a:pt x="69005" y="48863"/>
                  </a:lnTo>
                  <a:lnTo>
                    <a:pt x="85837" y="49828"/>
                  </a:lnTo>
                  <a:lnTo>
                    <a:pt x="88294" y="45430"/>
                  </a:lnTo>
                  <a:lnTo>
                    <a:pt x="89233" y="40286"/>
                  </a:lnTo>
                  <a:lnTo>
                    <a:pt x="92446" y="37867"/>
                  </a:lnTo>
                  <a:lnTo>
                    <a:pt x="96550" y="33373"/>
                  </a:lnTo>
                  <a:lnTo>
                    <a:pt x="103702" y="18455"/>
                  </a:lnTo>
                  <a:lnTo>
                    <a:pt x="104515" y="18085"/>
                  </a:lnTo>
                  <a:lnTo>
                    <a:pt x="106811" y="19108"/>
                  </a:lnTo>
                  <a:lnTo>
                    <a:pt x="108579" y="19102"/>
                  </a:lnTo>
                  <a:lnTo>
                    <a:pt x="110162" y="14819"/>
                  </a:lnTo>
                  <a:lnTo>
                    <a:pt x="113496" y="11259"/>
                  </a:lnTo>
                  <a:lnTo>
                    <a:pt x="119582" y="10645"/>
                  </a:lnTo>
                  <a:lnTo>
                    <a:pt x="118746" y="4822"/>
                  </a:lnTo>
                  <a:lnTo>
                    <a:pt x="168291" y="0"/>
                  </a:lnTo>
                  <a:lnTo>
                    <a:pt x="172295" y="1266"/>
                  </a:lnTo>
                  <a:lnTo>
                    <a:pt x="170774" y="5745"/>
                  </a:lnTo>
                  <a:lnTo>
                    <a:pt x="168408" y="18472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0" name="ph8540"/>
            <p:cNvSpPr/>
            <p:nvPr/>
          </p:nvSpPr>
          <p:spPr>
            <a:xfrm>
              <a:off x="12283303" y="2999973"/>
              <a:ext cx="920" cy="1164"/>
            </a:xfrm>
            <a:custGeom>
              <a:avLst/>
              <a:pathLst>
                <a:path w="920" h="1164">
                  <a:moveTo>
                    <a:pt x="0" y="0"/>
                  </a:moveTo>
                  <a:lnTo>
                    <a:pt x="920" y="973"/>
                  </a:lnTo>
                  <a:lnTo>
                    <a:pt x="163" y="1164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1" name="ph8541"/>
            <p:cNvSpPr/>
            <p:nvPr/>
          </p:nvSpPr>
          <p:spPr>
            <a:xfrm>
              <a:off x="12281771" y="2998955"/>
              <a:ext cx="1195" cy="821"/>
            </a:xfrm>
            <a:custGeom>
              <a:avLst/>
              <a:pathLst>
                <a:path w="1195" h="821">
                  <a:moveTo>
                    <a:pt x="432" y="0"/>
                  </a:moveTo>
                  <a:lnTo>
                    <a:pt x="1195" y="821"/>
                  </a:lnTo>
                  <a:lnTo>
                    <a:pt x="0" y="77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2" name="ph8542"/>
            <p:cNvSpPr/>
            <p:nvPr/>
          </p:nvSpPr>
          <p:spPr>
            <a:xfrm>
              <a:off x="12280658" y="2997919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3" name="ph8543"/>
            <p:cNvSpPr/>
            <p:nvPr/>
          </p:nvSpPr>
          <p:spPr>
            <a:xfrm>
              <a:off x="12279640" y="2996308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4" name="ph8544"/>
            <p:cNvSpPr/>
            <p:nvPr/>
          </p:nvSpPr>
          <p:spPr>
            <a:xfrm>
              <a:off x="12278408" y="2991787"/>
              <a:ext cx="981" cy="3991"/>
            </a:xfrm>
            <a:custGeom>
              <a:avLst/>
              <a:pathLst>
                <a:path w="981" h="3991">
                  <a:moveTo>
                    <a:pt x="770" y="1389"/>
                  </a:moveTo>
                  <a:lnTo>
                    <a:pt x="981" y="39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5" name="ph8545"/>
            <p:cNvSpPr/>
            <p:nvPr/>
          </p:nvSpPr>
          <p:spPr>
            <a:xfrm>
              <a:off x="12278148" y="2985088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6" name="ph8546"/>
            <p:cNvSpPr/>
            <p:nvPr/>
          </p:nvSpPr>
          <p:spPr>
            <a:xfrm>
              <a:off x="12277799" y="2979868"/>
              <a:ext cx="362" cy="820"/>
            </a:xfrm>
            <a:custGeom>
              <a:avLst/>
              <a:pathLst>
                <a:path w="362" h="820">
                  <a:moveTo>
                    <a:pt x="255" y="0"/>
                  </a:moveTo>
                  <a:lnTo>
                    <a:pt x="362" y="820"/>
                  </a:lnTo>
                  <a:lnTo>
                    <a:pt x="0" y="26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7" name="ph8547"/>
            <p:cNvSpPr/>
            <p:nvPr/>
          </p:nvSpPr>
          <p:spPr>
            <a:xfrm>
              <a:off x="12277468" y="2976616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8" name="ph8548"/>
            <p:cNvSpPr/>
            <p:nvPr/>
          </p:nvSpPr>
          <p:spPr>
            <a:xfrm>
              <a:off x="12277056" y="2973861"/>
              <a:ext cx="444" cy="1754"/>
            </a:xfrm>
            <a:custGeom>
              <a:avLst/>
              <a:pathLst>
                <a:path w="444" h="1754">
                  <a:moveTo>
                    <a:pt x="444" y="411"/>
                  </a:moveTo>
                  <a:lnTo>
                    <a:pt x="248" y="1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9" name="ph8549"/>
            <p:cNvSpPr/>
            <p:nvPr/>
          </p:nvSpPr>
          <p:spPr>
            <a:xfrm>
              <a:off x="12277355" y="2968090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0" name="ph8550"/>
            <p:cNvSpPr/>
            <p:nvPr/>
          </p:nvSpPr>
          <p:spPr>
            <a:xfrm>
              <a:off x="12279588" y="2962750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1" name="ph8551"/>
            <p:cNvSpPr/>
            <p:nvPr/>
          </p:nvSpPr>
          <p:spPr>
            <a:xfrm>
              <a:off x="12281315" y="2959987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2" name="ph8552"/>
            <p:cNvSpPr/>
            <p:nvPr/>
          </p:nvSpPr>
          <p:spPr>
            <a:xfrm>
              <a:off x="12281752" y="2958625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3" name="ph8553"/>
            <p:cNvSpPr/>
            <p:nvPr/>
          </p:nvSpPr>
          <p:spPr>
            <a:xfrm>
              <a:off x="12282308" y="2956503"/>
              <a:ext cx="713" cy="1686"/>
            </a:xfrm>
            <a:custGeom>
              <a:avLst/>
              <a:pathLst>
                <a:path w="713" h="1686">
                  <a:moveTo>
                    <a:pt x="713" y="0"/>
                  </a:moveTo>
                  <a:lnTo>
                    <a:pt x="261" y="1686"/>
                  </a:lnTo>
                  <a:lnTo>
                    <a:pt x="0" y="1486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4" name="ph8554"/>
            <p:cNvSpPr/>
            <p:nvPr/>
          </p:nvSpPr>
          <p:spPr>
            <a:xfrm>
              <a:off x="12284065" y="2953839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5" name="ph8555"/>
            <p:cNvSpPr/>
            <p:nvPr/>
          </p:nvSpPr>
          <p:spPr>
            <a:xfrm>
              <a:off x="12285020" y="3000922"/>
              <a:ext cx="733" cy="725"/>
            </a:xfrm>
            <a:custGeom>
              <a:avLst/>
              <a:pathLst>
                <a:path w="733" h="725">
                  <a:moveTo>
                    <a:pt x="733" y="371"/>
                  </a:moveTo>
                  <a:lnTo>
                    <a:pt x="633" y="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6" name="ph8556"/>
            <p:cNvSpPr/>
            <p:nvPr/>
          </p:nvSpPr>
          <p:spPr>
            <a:xfrm>
              <a:off x="12286196" y="2979266"/>
              <a:ext cx="6113" cy="22202"/>
            </a:xfrm>
            <a:custGeom>
              <a:avLst/>
              <a:pathLst>
                <a:path w="6113" h="22202">
                  <a:moveTo>
                    <a:pt x="5185" y="9545"/>
                  </a:move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lnTo>
                    <a:pt x="5134" y="13454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7" name="ph8557"/>
            <p:cNvSpPr/>
            <p:nvPr/>
          </p:nvSpPr>
          <p:spPr>
            <a:xfrm>
              <a:off x="12288747" y="2973500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8" name="ph8558"/>
            <p:cNvSpPr/>
            <p:nvPr/>
          </p:nvSpPr>
          <p:spPr>
            <a:xfrm>
              <a:off x="12293824" y="2956972"/>
              <a:ext cx="4636" cy="14200"/>
            </a:xfrm>
            <a:custGeom>
              <a:avLst/>
              <a:pathLst>
                <a:path w="4636" h="14200">
                  <a:moveTo>
                    <a:pt x="3763" y="8296"/>
                  </a:move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lnTo>
                    <a:pt x="4636" y="10859"/>
                  </a:lnTo>
                  <a:lnTo>
                    <a:pt x="3022" y="14200"/>
                  </a:lnTo>
                  <a:lnTo>
                    <a:pt x="2628" y="13755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9" name="ph8559"/>
            <p:cNvSpPr/>
            <p:nvPr/>
          </p:nvSpPr>
          <p:spPr>
            <a:xfrm>
              <a:off x="12290582" y="2957041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0" name="ph8560"/>
            <p:cNvSpPr/>
            <p:nvPr/>
          </p:nvSpPr>
          <p:spPr>
            <a:xfrm>
              <a:off x="12293492" y="2956560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1" name="ph8561"/>
            <p:cNvSpPr/>
            <p:nvPr/>
          </p:nvSpPr>
          <p:spPr>
            <a:xfrm>
              <a:off x="12289242" y="2956419"/>
              <a:ext cx="308" cy="311"/>
            </a:xfrm>
            <a:custGeom>
              <a:avLst/>
              <a:pathLst>
                <a:path w="308" h="311">
                  <a:moveTo>
                    <a:pt x="308" y="120"/>
                  </a:moveTo>
                  <a:lnTo>
                    <a:pt x="267" y="3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2" name="ph8562"/>
            <p:cNvSpPr/>
            <p:nvPr/>
          </p:nvSpPr>
          <p:spPr>
            <a:xfrm>
              <a:off x="12290911" y="2955899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3" name="ph8563"/>
            <p:cNvSpPr/>
            <p:nvPr/>
          </p:nvSpPr>
          <p:spPr>
            <a:xfrm>
              <a:off x="12288720" y="2955557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4" name="ph8564"/>
            <p:cNvSpPr/>
            <p:nvPr/>
          </p:nvSpPr>
          <p:spPr>
            <a:xfrm>
              <a:off x="12292275" y="2955369"/>
              <a:ext cx="177" cy="321"/>
            </a:xfrm>
            <a:custGeom>
              <a:avLst/>
              <a:pathLst>
                <a:path w="177" h="321">
                  <a:moveTo>
                    <a:pt x="59" y="0"/>
                  </a:moveTo>
                  <a:lnTo>
                    <a:pt x="177" y="321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5" name="ph8565"/>
            <p:cNvSpPr/>
            <p:nvPr/>
          </p:nvSpPr>
          <p:spPr>
            <a:xfrm>
              <a:off x="12287542" y="2954560"/>
              <a:ext cx="491" cy="1322"/>
            </a:xfrm>
            <a:custGeom>
              <a:avLst/>
              <a:pathLst>
                <a:path w="491" h="1322">
                  <a:moveTo>
                    <a:pt x="491" y="0"/>
                  </a:moveTo>
                  <a:lnTo>
                    <a:pt x="423" y="1322"/>
                  </a:lnTo>
                  <a:lnTo>
                    <a:pt x="0" y="818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6" name="ph8566"/>
            <p:cNvSpPr/>
            <p:nvPr/>
          </p:nvSpPr>
          <p:spPr>
            <a:xfrm>
              <a:off x="12288641" y="2954794"/>
              <a:ext cx="196" cy="426"/>
            </a:xfrm>
            <a:custGeom>
              <a:avLst/>
              <a:pathLst>
                <a:path w="196" h="426">
                  <a:moveTo>
                    <a:pt x="0" y="0"/>
                  </a:moveTo>
                  <a:lnTo>
                    <a:pt x="196" y="400"/>
                  </a:lnTo>
                  <a:lnTo>
                    <a:pt x="6" y="426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7" name="ph8567"/>
            <p:cNvSpPr/>
            <p:nvPr/>
          </p:nvSpPr>
          <p:spPr>
            <a:xfrm>
              <a:off x="12284504" y="2954222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8" name="ph8568"/>
            <p:cNvSpPr/>
            <p:nvPr/>
          </p:nvSpPr>
          <p:spPr>
            <a:xfrm>
              <a:off x="12288721" y="2953848"/>
              <a:ext cx="337" cy="404"/>
            </a:xfrm>
            <a:custGeom>
              <a:avLst/>
              <a:pathLst>
                <a:path w="337" h="404">
                  <a:moveTo>
                    <a:pt x="224" y="0"/>
                  </a:moveTo>
                  <a:lnTo>
                    <a:pt x="337" y="404"/>
                  </a:lnTo>
                  <a:lnTo>
                    <a:pt x="0" y="16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9" name="ph8569"/>
            <p:cNvSpPr/>
            <p:nvPr/>
          </p:nvSpPr>
          <p:spPr>
            <a:xfrm>
              <a:off x="12285308" y="2952195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0" name="ph8570"/>
            <p:cNvSpPr/>
            <p:nvPr/>
          </p:nvSpPr>
          <p:spPr>
            <a:xfrm>
              <a:off x="12260330" y="2675282"/>
              <a:ext cx="55657" cy="41066"/>
            </a:xfrm>
            <a:custGeom>
              <a:avLst/>
              <a:pathLst>
                <a:path w="55657" h="41066">
                  <a:moveTo>
                    <a:pt x="28813" y="19809"/>
                  </a:moveTo>
                  <a:lnTo>
                    <a:pt x="55657" y="16503"/>
                  </a:lnTo>
                  <a:lnTo>
                    <a:pt x="55075" y="20240"/>
                  </a:lnTo>
                  <a:lnTo>
                    <a:pt x="52644" y="27375"/>
                  </a:lnTo>
                  <a:lnTo>
                    <a:pt x="48013" y="32668"/>
                  </a:lnTo>
                  <a:lnTo>
                    <a:pt x="47977" y="32085"/>
                  </a:lnTo>
                  <a:lnTo>
                    <a:pt x="30306" y="34017"/>
                  </a:lnTo>
                  <a:lnTo>
                    <a:pt x="18407" y="41066"/>
                  </a:lnTo>
                  <a:lnTo>
                    <a:pt x="17081" y="28267"/>
                  </a:lnTo>
                  <a:lnTo>
                    <a:pt x="2453" y="29650"/>
                  </a:lnTo>
                  <a:lnTo>
                    <a:pt x="0" y="2504"/>
                  </a:lnTo>
                  <a:lnTo>
                    <a:pt x="24813" y="233"/>
                  </a:lnTo>
                  <a:lnTo>
                    <a:pt x="268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1" name="ph8571"/>
            <p:cNvSpPr/>
            <p:nvPr/>
          </p:nvSpPr>
          <p:spPr>
            <a:xfrm>
              <a:off x="12196598" y="2707367"/>
              <a:ext cx="111746" cy="59166"/>
            </a:xfrm>
            <a:custGeom>
              <a:avLst/>
              <a:pathLst>
                <a:path w="111746" h="59166">
                  <a:moveTo>
                    <a:pt x="111746" y="583"/>
                  </a:moveTo>
                  <a:lnTo>
                    <a:pt x="107679" y="8112"/>
                  </a:lnTo>
                  <a:lnTo>
                    <a:pt x="108059" y="10191"/>
                  </a:lnTo>
                  <a:lnTo>
                    <a:pt x="102350" y="15498"/>
                  </a:lnTo>
                  <a:lnTo>
                    <a:pt x="94658" y="27787"/>
                  </a:lnTo>
                  <a:lnTo>
                    <a:pt x="92395" y="30133"/>
                  </a:lnTo>
                  <a:lnTo>
                    <a:pt x="90190" y="28992"/>
                  </a:lnTo>
                  <a:lnTo>
                    <a:pt x="85568" y="28350"/>
                  </a:lnTo>
                  <a:lnTo>
                    <a:pt x="84265" y="30022"/>
                  </a:lnTo>
                  <a:lnTo>
                    <a:pt x="88350" y="31434"/>
                  </a:lnTo>
                  <a:lnTo>
                    <a:pt x="89958" y="29819"/>
                  </a:lnTo>
                  <a:lnTo>
                    <a:pt x="91520" y="31247"/>
                  </a:lnTo>
                  <a:lnTo>
                    <a:pt x="90075" y="32131"/>
                  </a:lnTo>
                  <a:lnTo>
                    <a:pt x="87713" y="35359"/>
                  </a:lnTo>
                  <a:lnTo>
                    <a:pt x="81006" y="40852"/>
                  </a:lnTo>
                  <a:lnTo>
                    <a:pt x="78842" y="43450"/>
                  </a:lnTo>
                  <a:lnTo>
                    <a:pt x="74000" y="51958"/>
                  </a:lnTo>
                  <a:lnTo>
                    <a:pt x="71904" y="51440"/>
                  </a:lnTo>
                  <a:lnTo>
                    <a:pt x="67544" y="48086"/>
                  </a:lnTo>
                  <a:lnTo>
                    <a:pt x="64857" y="48573"/>
                  </a:lnTo>
                  <a:lnTo>
                    <a:pt x="62406" y="53872"/>
                  </a:lnTo>
                  <a:lnTo>
                    <a:pt x="67524" y="56102"/>
                  </a:lnTo>
                  <a:lnTo>
                    <a:pt x="66365" y="59166"/>
                  </a:lnTo>
                  <a:lnTo>
                    <a:pt x="58038" y="55564"/>
                  </a:lnTo>
                  <a:lnTo>
                    <a:pt x="49692" y="58797"/>
                  </a:lnTo>
                  <a:lnTo>
                    <a:pt x="42660" y="51397"/>
                  </a:lnTo>
                  <a:lnTo>
                    <a:pt x="41394" y="48267"/>
                  </a:lnTo>
                  <a:lnTo>
                    <a:pt x="35687" y="43264"/>
                  </a:lnTo>
                  <a:lnTo>
                    <a:pt x="20642" y="44737"/>
                  </a:lnTo>
                  <a:lnTo>
                    <a:pt x="13055" y="54430"/>
                  </a:lnTo>
                  <a:lnTo>
                    <a:pt x="0" y="55074"/>
                  </a:lnTo>
                  <a:lnTo>
                    <a:pt x="2487" y="52021"/>
                  </a:lnTo>
                  <a:lnTo>
                    <a:pt x="21997" y="28017"/>
                  </a:lnTo>
                  <a:lnTo>
                    <a:pt x="36772" y="26790"/>
                  </a:lnTo>
                  <a:lnTo>
                    <a:pt x="37146" y="33065"/>
                  </a:lnTo>
                  <a:lnTo>
                    <a:pt x="47436" y="32871"/>
                  </a:lnTo>
                  <a:lnTo>
                    <a:pt x="46423" y="24863"/>
                  </a:lnTo>
                  <a:lnTo>
                    <a:pt x="76684" y="22057"/>
                  </a:lnTo>
                  <a:lnTo>
                    <a:pt x="74781" y="21002"/>
                  </a:lnTo>
                  <a:lnTo>
                    <a:pt x="76843" y="16341"/>
                  </a:lnTo>
                  <a:lnTo>
                    <a:pt x="82140" y="8981"/>
                  </a:lnTo>
                  <a:lnTo>
                    <a:pt x="94038" y="1931"/>
                  </a:lnTo>
                  <a:lnTo>
                    <a:pt x="11171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2" name="ph8572"/>
            <p:cNvSpPr/>
            <p:nvPr/>
          </p:nvSpPr>
          <p:spPr>
            <a:xfrm>
              <a:off x="12077355" y="2914615"/>
              <a:ext cx="181315" cy="72173"/>
            </a:xfrm>
            <a:custGeom>
              <a:avLst/>
              <a:pathLst>
                <a:path w="181315" h="72173">
                  <a:moveTo>
                    <a:pt x="48499" y="1523"/>
                  </a:moveTo>
                  <a:lnTo>
                    <a:pt x="55528" y="934"/>
                  </a:lnTo>
                  <a:lnTo>
                    <a:pt x="61919" y="270"/>
                  </a:lnTo>
                  <a:lnTo>
                    <a:pt x="62944" y="883"/>
                  </a:lnTo>
                  <a:lnTo>
                    <a:pt x="63202" y="3593"/>
                  </a:lnTo>
                  <a:lnTo>
                    <a:pt x="67099" y="3224"/>
                  </a:lnTo>
                  <a:lnTo>
                    <a:pt x="66935" y="1785"/>
                  </a:lnTo>
                  <a:lnTo>
                    <a:pt x="74890" y="937"/>
                  </a:lnTo>
                  <a:lnTo>
                    <a:pt x="75224" y="1694"/>
                  </a:lnTo>
                  <a:lnTo>
                    <a:pt x="76237" y="1838"/>
                  </a:lnTo>
                  <a:lnTo>
                    <a:pt x="86164" y="380"/>
                  </a:lnTo>
                  <a:lnTo>
                    <a:pt x="82985" y="12807"/>
                  </a:lnTo>
                  <a:lnTo>
                    <a:pt x="87044" y="12766"/>
                  </a:lnTo>
                  <a:lnTo>
                    <a:pt x="103925" y="16203"/>
                  </a:lnTo>
                  <a:lnTo>
                    <a:pt x="106564" y="3403"/>
                  </a:lnTo>
                  <a:lnTo>
                    <a:pt x="128597" y="6051"/>
                  </a:lnTo>
                  <a:lnTo>
                    <a:pt x="181220" y="579"/>
                  </a:lnTo>
                  <a:lnTo>
                    <a:pt x="181315" y="5952"/>
                  </a:lnTo>
                  <a:lnTo>
                    <a:pt x="180011" y="7411"/>
                  </a:lnTo>
                  <a:lnTo>
                    <a:pt x="175838" y="19815"/>
                  </a:lnTo>
                  <a:lnTo>
                    <a:pt x="171833" y="18549"/>
                  </a:lnTo>
                  <a:lnTo>
                    <a:pt x="122289" y="23371"/>
                  </a:lnTo>
                  <a:lnTo>
                    <a:pt x="123125" y="29195"/>
                  </a:lnTo>
                  <a:lnTo>
                    <a:pt x="117039" y="29808"/>
                  </a:lnTo>
                  <a:lnTo>
                    <a:pt x="113704" y="33368"/>
                  </a:lnTo>
                  <a:lnTo>
                    <a:pt x="112122" y="37651"/>
                  </a:lnTo>
                  <a:lnTo>
                    <a:pt x="110354" y="37658"/>
                  </a:lnTo>
                  <a:lnTo>
                    <a:pt x="108057" y="36634"/>
                  </a:lnTo>
                  <a:lnTo>
                    <a:pt x="107244" y="37004"/>
                  </a:lnTo>
                  <a:lnTo>
                    <a:pt x="100093" y="51922"/>
                  </a:lnTo>
                  <a:lnTo>
                    <a:pt x="95989" y="56416"/>
                  </a:lnTo>
                  <a:lnTo>
                    <a:pt x="92775" y="58835"/>
                  </a:lnTo>
                  <a:lnTo>
                    <a:pt x="91836" y="63979"/>
                  </a:lnTo>
                  <a:lnTo>
                    <a:pt x="89380" y="68378"/>
                  </a:lnTo>
                  <a:lnTo>
                    <a:pt x="72547" y="67412"/>
                  </a:lnTo>
                  <a:lnTo>
                    <a:pt x="69777" y="70263"/>
                  </a:lnTo>
                  <a:lnTo>
                    <a:pt x="50982" y="72173"/>
                  </a:lnTo>
                  <a:lnTo>
                    <a:pt x="49454" y="56336"/>
                  </a:lnTo>
                  <a:lnTo>
                    <a:pt x="41412" y="57115"/>
                  </a:lnTo>
                  <a:lnTo>
                    <a:pt x="40534" y="49936"/>
                  </a:lnTo>
                  <a:lnTo>
                    <a:pt x="29674" y="51082"/>
                  </a:lnTo>
                  <a:lnTo>
                    <a:pt x="29842" y="53822"/>
                  </a:lnTo>
                  <a:lnTo>
                    <a:pt x="25018" y="54030"/>
                  </a:lnTo>
                  <a:lnTo>
                    <a:pt x="20234" y="52156"/>
                  </a:lnTo>
                  <a:lnTo>
                    <a:pt x="19725" y="46408"/>
                  </a:lnTo>
                  <a:lnTo>
                    <a:pt x="13566" y="47907"/>
                  </a:lnTo>
                  <a:lnTo>
                    <a:pt x="12738" y="44373"/>
                  </a:lnTo>
                  <a:lnTo>
                    <a:pt x="3542" y="46429"/>
                  </a:lnTo>
                  <a:lnTo>
                    <a:pt x="2453" y="32437"/>
                  </a:lnTo>
                  <a:lnTo>
                    <a:pt x="2263" y="16023"/>
                  </a:lnTo>
                  <a:lnTo>
                    <a:pt x="999" y="16043"/>
                  </a:lnTo>
                  <a:lnTo>
                    <a:pt x="0" y="4953"/>
                  </a:lnTo>
                  <a:lnTo>
                    <a:pt x="4836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3" name="ph8573"/>
            <p:cNvSpPr/>
            <p:nvPr/>
          </p:nvSpPr>
          <p:spPr>
            <a:xfrm>
              <a:off x="12218595" y="2625147"/>
              <a:ext cx="66549" cy="115286"/>
            </a:xfrm>
            <a:custGeom>
              <a:avLst/>
              <a:pathLst>
                <a:path w="66549" h="115286">
                  <a:moveTo>
                    <a:pt x="62341" y="19262"/>
                  </a:moveTo>
                  <a:lnTo>
                    <a:pt x="63300" y="19215"/>
                  </a:lnTo>
                  <a:lnTo>
                    <a:pt x="65152" y="36968"/>
                  </a:lnTo>
                  <a:lnTo>
                    <a:pt x="66549" y="50368"/>
                  </a:lnTo>
                  <a:lnTo>
                    <a:pt x="41735" y="52639"/>
                  </a:lnTo>
                  <a:lnTo>
                    <a:pt x="44189" y="79785"/>
                  </a:lnTo>
                  <a:lnTo>
                    <a:pt x="58816" y="78402"/>
                  </a:lnTo>
                  <a:lnTo>
                    <a:pt x="60143" y="91201"/>
                  </a:lnTo>
                  <a:lnTo>
                    <a:pt x="54845" y="98561"/>
                  </a:lnTo>
                  <a:lnTo>
                    <a:pt x="52783" y="103223"/>
                  </a:lnTo>
                  <a:lnTo>
                    <a:pt x="54687" y="104277"/>
                  </a:lnTo>
                  <a:lnTo>
                    <a:pt x="24426" y="107084"/>
                  </a:lnTo>
                  <a:lnTo>
                    <a:pt x="25438" y="115092"/>
                  </a:lnTo>
                  <a:lnTo>
                    <a:pt x="15149" y="115286"/>
                  </a:lnTo>
                  <a:lnTo>
                    <a:pt x="14775" y="109010"/>
                  </a:lnTo>
                  <a:lnTo>
                    <a:pt x="0" y="110237"/>
                  </a:lnTo>
                  <a:lnTo>
                    <a:pt x="15184" y="76317"/>
                  </a:lnTo>
                  <a:lnTo>
                    <a:pt x="19325" y="67067"/>
                  </a:lnTo>
                  <a:lnTo>
                    <a:pt x="13253" y="9032"/>
                  </a:lnTo>
                  <a:lnTo>
                    <a:pt x="18504" y="9127"/>
                  </a:lnTo>
                  <a:lnTo>
                    <a:pt x="22975" y="11090"/>
                  </a:lnTo>
                  <a:lnTo>
                    <a:pt x="28254" y="11431"/>
                  </a:lnTo>
                  <a:lnTo>
                    <a:pt x="35417" y="13702"/>
                  </a:lnTo>
                  <a:lnTo>
                    <a:pt x="43081" y="12180"/>
                  </a:lnTo>
                  <a:lnTo>
                    <a:pt x="47938" y="12629"/>
                  </a:lnTo>
                  <a:lnTo>
                    <a:pt x="58113" y="8100"/>
                  </a:lnTo>
                  <a:lnTo>
                    <a:pt x="60139" y="6562"/>
                  </a:lnTo>
                  <a:lnTo>
                    <a:pt x="60329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4" name="ph8574"/>
            <p:cNvSpPr/>
            <p:nvPr/>
          </p:nvSpPr>
          <p:spPr>
            <a:xfrm>
              <a:off x="12246837" y="2615772"/>
              <a:ext cx="31191" cy="15256"/>
            </a:xfrm>
            <a:custGeom>
              <a:avLst/>
              <a:pathLst>
                <a:path w="31191" h="15256">
                  <a:moveTo>
                    <a:pt x="29845" y="1710"/>
                  </a:moveTo>
                  <a:lnTo>
                    <a:pt x="28931" y="4558"/>
                  </a:lnTo>
                  <a:lnTo>
                    <a:pt x="24841" y="6592"/>
                  </a:lnTo>
                  <a:lnTo>
                    <a:pt x="20875" y="10463"/>
                  </a:lnTo>
                  <a:lnTo>
                    <a:pt x="12821" y="12483"/>
                  </a:lnTo>
                  <a:lnTo>
                    <a:pt x="8396" y="10674"/>
                  </a:lnTo>
                  <a:lnTo>
                    <a:pt x="7147" y="9106"/>
                  </a:lnTo>
                  <a:lnTo>
                    <a:pt x="4138" y="11236"/>
                  </a:lnTo>
                  <a:lnTo>
                    <a:pt x="1396" y="14957"/>
                  </a:lnTo>
                  <a:lnTo>
                    <a:pt x="866" y="15256"/>
                  </a:lnTo>
                  <a:lnTo>
                    <a:pt x="0" y="14370"/>
                  </a:lnTo>
                  <a:lnTo>
                    <a:pt x="6233" y="7165"/>
                  </a:lnTo>
                  <a:lnTo>
                    <a:pt x="9431" y="8995"/>
                  </a:lnTo>
                  <a:lnTo>
                    <a:pt x="12508" y="9472"/>
                  </a:lnTo>
                  <a:lnTo>
                    <a:pt x="19092" y="8526"/>
                  </a:lnTo>
                  <a:lnTo>
                    <a:pt x="26948" y="4406"/>
                  </a:lnTo>
                  <a:lnTo>
                    <a:pt x="31108" y="0"/>
                  </a:lnTo>
                  <a:lnTo>
                    <a:pt x="31148" y="381"/>
                  </a:lnTo>
                  <a:lnTo>
                    <a:pt x="31169" y="588"/>
                  </a:lnTo>
                  <a:lnTo>
                    <a:pt x="31191" y="797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5" name="ph8575"/>
            <p:cNvSpPr/>
            <p:nvPr/>
          </p:nvSpPr>
          <p:spPr>
            <a:xfrm>
              <a:off x="12276028" y="2618923"/>
              <a:ext cx="2629" cy="3666"/>
            </a:xfrm>
            <a:custGeom>
              <a:avLst/>
              <a:pathLst>
                <a:path w="2629" h="3666">
                  <a:moveTo>
                    <a:pt x="2629" y="3666"/>
                  </a:moveTo>
                  <a:lnTo>
                    <a:pt x="0" y="3107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6" name="ph8576"/>
            <p:cNvSpPr/>
            <p:nvPr/>
          </p:nvSpPr>
          <p:spPr>
            <a:xfrm>
              <a:off x="12057074" y="2798650"/>
              <a:ext cx="96953" cy="120917"/>
            </a:xfrm>
            <a:custGeom>
              <a:avLst/>
              <a:pathLst>
                <a:path w="96953" h="120917">
                  <a:moveTo>
                    <a:pt x="88424" y="371"/>
                  </a:moveTo>
                  <a:lnTo>
                    <a:pt x="91482" y="3417"/>
                  </a:lnTo>
                  <a:lnTo>
                    <a:pt x="91024" y="15627"/>
                  </a:lnTo>
                  <a:lnTo>
                    <a:pt x="84205" y="15521"/>
                  </a:lnTo>
                  <a:lnTo>
                    <a:pt x="84305" y="17952"/>
                  </a:lnTo>
                  <a:lnTo>
                    <a:pt x="86203" y="21163"/>
                  </a:lnTo>
                  <a:lnTo>
                    <a:pt x="90828" y="21092"/>
                  </a:lnTo>
                  <a:lnTo>
                    <a:pt x="90938" y="19192"/>
                  </a:lnTo>
                  <a:lnTo>
                    <a:pt x="96520" y="19434"/>
                  </a:lnTo>
                  <a:lnTo>
                    <a:pt x="96953" y="26384"/>
                  </a:lnTo>
                  <a:lnTo>
                    <a:pt x="96623" y="27176"/>
                  </a:lnTo>
                  <a:lnTo>
                    <a:pt x="95142" y="27365"/>
                  </a:lnTo>
                  <a:lnTo>
                    <a:pt x="95063" y="26610"/>
                  </a:lnTo>
                  <a:lnTo>
                    <a:pt x="88553" y="27269"/>
                  </a:lnTo>
                  <a:lnTo>
                    <a:pt x="89295" y="35040"/>
                  </a:lnTo>
                  <a:lnTo>
                    <a:pt x="87541" y="35160"/>
                  </a:lnTo>
                  <a:lnTo>
                    <a:pt x="85519" y="48410"/>
                  </a:lnTo>
                  <a:lnTo>
                    <a:pt x="84196" y="52985"/>
                  </a:lnTo>
                  <a:lnTo>
                    <a:pt x="81860" y="52737"/>
                  </a:lnTo>
                  <a:lnTo>
                    <a:pt x="80066" y="66189"/>
                  </a:lnTo>
                  <a:lnTo>
                    <a:pt x="78457" y="66837"/>
                  </a:lnTo>
                  <a:lnTo>
                    <a:pt x="73573" y="66179"/>
                  </a:lnTo>
                  <a:lnTo>
                    <a:pt x="71476" y="68140"/>
                  </a:lnTo>
                  <a:lnTo>
                    <a:pt x="74364" y="71593"/>
                  </a:lnTo>
                  <a:lnTo>
                    <a:pt x="75725" y="71607"/>
                  </a:lnTo>
                  <a:lnTo>
                    <a:pt x="76904" y="89155"/>
                  </a:lnTo>
                  <a:lnTo>
                    <a:pt x="74338" y="89079"/>
                  </a:lnTo>
                  <a:lnTo>
                    <a:pt x="74281" y="88390"/>
                  </a:lnTo>
                  <a:lnTo>
                    <a:pt x="68890" y="88293"/>
                  </a:lnTo>
                  <a:lnTo>
                    <a:pt x="68769" y="95278"/>
                  </a:lnTo>
                  <a:lnTo>
                    <a:pt x="71559" y="95098"/>
                  </a:lnTo>
                  <a:lnTo>
                    <a:pt x="72307" y="96041"/>
                  </a:lnTo>
                  <a:lnTo>
                    <a:pt x="72212" y="102772"/>
                  </a:lnTo>
                  <a:lnTo>
                    <a:pt x="77862" y="102310"/>
                  </a:lnTo>
                  <a:lnTo>
                    <a:pt x="78320" y="106522"/>
                  </a:lnTo>
                  <a:lnTo>
                    <a:pt x="75810" y="116898"/>
                  </a:lnTo>
                  <a:lnTo>
                    <a:pt x="68781" y="117488"/>
                  </a:lnTo>
                  <a:lnTo>
                    <a:pt x="68645" y="115964"/>
                  </a:lnTo>
                  <a:lnTo>
                    <a:pt x="20281" y="120917"/>
                  </a:lnTo>
                  <a:lnTo>
                    <a:pt x="18214" y="97509"/>
                  </a:lnTo>
                  <a:lnTo>
                    <a:pt x="0" y="83912"/>
                  </a:lnTo>
                  <a:lnTo>
                    <a:pt x="8057" y="76397"/>
                  </a:lnTo>
                  <a:lnTo>
                    <a:pt x="7381" y="73034"/>
                  </a:lnTo>
                  <a:lnTo>
                    <a:pt x="11087" y="71824"/>
                  </a:lnTo>
                  <a:lnTo>
                    <a:pt x="16140" y="72160"/>
                  </a:lnTo>
                  <a:lnTo>
                    <a:pt x="16215" y="78867"/>
                  </a:lnTo>
                  <a:lnTo>
                    <a:pt x="20756" y="78327"/>
                  </a:lnTo>
                  <a:lnTo>
                    <a:pt x="20507" y="74764"/>
                  </a:lnTo>
                  <a:lnTo>
                    <a:pt x="17644" y="74747"/>
                  </a:lnTo>
                  <a:lnTo>
                    <a:pt x="17847" y="64112"/>
                  </a:lnTo>
                  <a:lnTo>
                    <a:pt x="23471" y="64708"/>
                  </a:lnTo>
                  <a:lnTo>
                    <a:pt x="23361" y="65766"/>
                  </a:lnTo>
                  <a:lnTo>
                    <a:pt x="27914" y="66238"/>
                  </a:lnTo>
                  <a:lnTo>
                    <a:pt x="28221" y="62528"/>
                  </a:lnTo>
                  <a:lnTo>
                    <a:pt x="31969" y="62660"/>
                  </a:lnTo>
                  <a:lnTo>
                    <a:pt x="32039" y="59957"/>
                  </a:lnTo>
                  <a:lnTo>
                    <a:pt x="26029" y="61213"/>
                  </a:lnTo>
                  <a:lnTo>
                    <a:pt x="28093" y="54424"/>
                  </a:lnTo>
                  <a:lnTo>
                    <a:pt x="33339" y="48998"/>
                  </a:lnTo>
                  <a:lnTo>
                    <a:pt x="35380" y="48965"/>
                  </a:lnTo>
                  <a:lnTo>
                    <a:pt x="35259" y="49736"/>
                  </a:lnTo>
                  <a:lnTo>
                    <a:pt x="36878" y="51803"/>
                  </a:lnTo>
                  <a:lnTo>
                    <a:pt x="38676" y="51758"/>
                  </a:lnTo>
                  <a:lnTo>
                    <a:pt x="40634" y="50385"/>
                  </a:lnTo>
                  <a:lnTo>
                    <a:pt x="41760" y="45986"/>
                  </a:lnTo>
                  <a:lnTo>
                    <a:pt x="41171" y="43140"/>
                  </a:lnTo>
                  <a:lnTo>
                    <a:pt x="43263" y="40915"/>
                  </a:lnTo>
                  <a:lnTo>
                    <a:pt x="49330" y="40142"/>
                  </a:lnTo>
                  <a:lnTo>
                    <a:pt x="52683" y="24498"/>
                  </a:lnTo>
                  <a:lnTo>
                    <a:pt x="57205" y="23254"/>
                  </a:lnTo>
                  <a:lnTo>
                    <a:pt x="61995" y="23375"/>
                  </a:lnTo>
                  <a:lnTo>
                    <a:pt x="62726" y="21052"/>
                  </a:lnTo>
                  <a:lnTo>
                    <a:pt x="62968" y="15267"/>
                  </a:lnTo>
                  <a:lnTo>
                    <a:pt x="62190" y="13852"/>
                  </a:lnTo>
                  <a:lnTo>
                    <a:pt x="67534" y="9707"/>
                  </a:lnTo>
                  <a:lnTo>
                    <a:pt x="74299" y="5760"/>
                  </a:lnTo>
                  <a:lnTo>
                    <a:pt x="82081" y="5588"/>
                  </a:lnTo>
                  <a:lnTo>
                    <a:pt x="82149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7" name="ph8577"/>
            <p:cNvSpPr/>
            <p:nvPr/>
          </p:nvSpPr>
          <p:spPr>
            <a:xfrm>
              <a:off x="12193487" y="2750632"/>
              <a:ext cx="77111" cy="85679"/>
            </a:xfrm>
            <a:custGeom>
              <a:avLst/>
              <a:pathLst>
                <a:path w="77111" h="85679">
                  <a:moveTo>
                    <a:pt x="44504" y="5003"/>
                  </a:moveTo>
                  <a:lnTo>
                    <a:pt x="45771" y="8132"/>
                  </a:lnTo>
                  <a:lnTo>
                    <a:pt x="52802" y="15532"/>
                  </a:lnTo>
                  <a:lnTo>
                    <a:pt x="61148" y="12299"/>
                  </a:lnTo>
                  <a:lnTo>
                    <a:pt x="69475" y="15902"/>
                  </a:lnTo>
                  <a:lnTo>
                    <a:pt x="70634" y="12837"/>
                  </a:lnTo>
                  <a:lnTo>
                    <a:pt x="65516" y="10607"/>
                  </a:lnTo>
                  <a:lnTo>
                    <a:pt x="67967" y="5308"/>
                  </a:lnTo>
                  <a:lnTo>
                    <a:pt x="70655" y="4821"/>
                  </a:lnTo>
                  <a:lnTo>
                    <a:pt x="75014" y="8176"/>
                  </a:lnTo>
                  <a:lnTo>
                    <a:pt x="77111" y="8694"/>
                  </a:lnTo>
                  <a:lnTo>
                    <a:pt x="75246" y="11763"/>
                  </a:lnTo>
                  <a:lnTo>
                    <a:pt x="72472" y="18880"/>
                  </a:lnTo>
                  <a:lnTo>
                    <a:pt x="72803" y="19703"/>
                  </a:lnTo>
                  <a:lnTo>
                    <a:pt x="71628" y="20747"/>
                  </a:lnTo>
                  <a:lnTo>
                    <a:pt x="72470" y="21020"/>
                  </a:lnTo>
                  <a:lnTo>
                    <a:pt x="71844" y="23103"/>
                  </a:lnTo>
                  <a:lnTo>
                    <a:pt x="65973" y="31914"/>
                  </a:lnTo>
                  <a:lnTo>
                    <a:pt x="63335" y="40134"/>
                  </a:lnTo>
                  <a:lnTo>
                    <a:pt x="61938" y="47121"/>
                  </a:lnTo>
                  <a:lnTo>
                    <a:pt x="61667" y="50300"/>
                  </a:lnTo>
                  <a:lnTo>
                    <a:pt x="62756" y="59264"/>
                  </a:lnTo>
                  <a:lnTo>
                    <a:pt x="66248" y="66918"/>
                  </a:lnTo>
                  <a:lnTo>
                    <a:pt x="68170" y="67465"/>
                  </a:lnTo>
                  <a:lnTo>
                    <a:pt x="69355" y="72372"/>
                  </a:lnTo>
                  <a:lnTo>
                    <a:pt x="67610" y="78456"/>
                  </a:lnTo>
                  <a:lnTo>
                    <a:pt x="65823" y="79553"/>
                  </a:lnTo>
                  <a:lnTo>
                    <a:pt x="65263" y="80782"/>
                  </a:lnTo>
                  <a:lnTo>
                    <a:pt x="65092" y="82586"/>
                  </a:lnTo>
                  <a:lnTo>
                    <a:pt x="66281" y="84838"/>
                  </a:lnTo>
                  <a:lnTo>
                    <a:pt x="65379" y="85679"/>
                  </a:lnTo>
                  <a:lnTo>
                    <a:pt x="64199" y="84633"/>
                  </a:lnTo>
                  <a:lnTo>
                    <a:pt x="64844" y="79215"/>
                  </a:lnTo>
                  <a:lnTo>
                    <a:pt x="65391" y="78536"/>
                  </a:lnTo>
                  <a:lnTo>
                    <a:pt x="67459" y="78315"/>
                  </a:lnTo>
                  <a:lnTo>
                    <a:pt x="69178" y="72002"/>
                  </a:lnTo>
                  <a:lnTo>
                    <a:pt x="68409" y="69000"/>
                  </a:lnTo>
                  <a:lnTo>
                    <a:pt x="65597" y="66380"/>
                  </a:lnTo>
                  <a:lnTo>
                    <a:pt x="63967" y="65883"/>
                  </a:lnTo>
                  <a:lnTo>
                    <a:pt x="66796" y="72539"/>
                  </a:lnTo>
                  <a:lnTo>
                    <a:pt x="62440" y="82400"/>
                  </a:lnTo>
                  <a:lnTo>
                    <a:pt x="58505" y="43617"/>
                  </a:lnTo>
                  <a:lnTo>
                    <a:pt x="44192" y="45055"/>
                  </a:lnTo>
                  <a:lnTo>
                    <a:pt x="43335" y="36541"/>
                  </a:lnTo>
                  <a:lnTo>
                    <a:pt x="4660" y="40017"/>
                  </a:lnTo>
                  <a:lnTo>
                    <a:pt x="0" y="14822"/>
                  </a:lnTo>
                  <a:lnTo>
                    <a:pt x="3110" y="11810"/>
                  </a:lnTo>
                  <a:lnTo>
                    <a:pt x="16166" y="11165"/>
                  </a:lnTo>
                  <a:lnTo>
                    <a:pt x="23752" y="1472"/>
                  </a:lnTo>
                  <a:lnTo>
                    <a:pt x="38797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8" name="ph8578"/>
            <p:cNvSpPr/>
            <p:nvPr/>
          </p:nvSpPr>
          <p:spPr>
            <a:xfrm>
              <a:off x="10711285" y="2654696"/>
              <a:ext cx="47618" cy="38432"/>
            </a:xfrm>
            <a:custGeom>
              <a:avLst/>
              <a:pathLst>
                <a:path w="47618" h="38432">
                  <a:moveTo>
                    <a:pt x="39780" y="0"/>
                  </a:moveTo>
                  <a:lnTo>
                    <a:pt x="43598" y="4493"/>
                  </a:lnTo>
                  <a:lnTo>
                    <a:pt x="46105" y="7274"/>
                  </a:lnTo>
                  <a:lnTo>
                    <a:pt x="46115" y="10922"/>
                  </a:lnTo>
                  <a:lnTo>
                    <a:pt x="47618" y="13231"/>
                  </a:lnTo>
                  <a:lnTo>
                    <a:pt x="45809" y="19777"/>
                  </a:lnTo>
                  <a:lnTo>
                    <a:pt x="46144" y="24654"/>
                  </a:lnTo>
                  <a:lnTo>
                    <a:pt x="45456" y="27104"/>
                  </a:lnTo>
                  <a:lnTo>
                    <a:pt x="42473" y="30737"/>
                  </a:lnTo>
                  <a:lnTo>
                    <a:pt x="40844" y="38204"/>
                  </a:lnTo>
                  <a:lnTo>
                    <a:pt x="39486" y="36694"/>
                  </a:lnTo>
                  <a:lnTo>
                    <a:pt x="38948" y="38432"/>
                  </a:lnTo>
                  <a:lnTo>
                    <a:pt x="35354" y="37328"/>
                  </a:lnTo>
                  <a:lnTo>
                    <a:pt x="31355" y="32778"/>
                  </a:lnTo>
                  <a:lnTo>
                    <a:pt x="26447" y="28890"/>
                  </a:lnTo>
                  <a:lnTo>
                    <a:pt x="17855" y="27523"/>
                  </a:lnTo>
                  <a:lnTo>
                    <a:pt x="9323" y="29039"/>
                  </a:lnTo>
                  <a:lnTo>
                    <a:pt x="6529" y="28546"/>
                  </a:lnTo>
                  <a:lnTo>
                    <a:pt x="0" y="23269"/>
                  </a:lnTo>
                  <a:lnTo>
                    <a:pt x="284" y="21617"/>
                  </a:lnTo>
                  <a:lnTo>
                    <a:pt x="1204" y="21651"/>
                  </a:lnTo>
                  <a:lnTo>
                    <a:pt x="3761" y="9065"/>
                  </a:lnTo>
                  <a:lnTo>
                    <a:pt x="10003" y="7530"/>
                  </a:lnTo>
                  <a:lnTo>
                    <a:pt x="10940" y="8232"/>
                  </a:lnTo>
                  <a:lnTo>
                    <a:pt x="14780" y="6713"/>
                  </a:lnTo>
                  <a:lnTo>
                    <a:pt x="19387" y="2546"/>
                  </a:lnTo>
                  <a:lnTo>
                    <a:pt x="23568" y="2852"/>
                  </a:lnTo>
                  <a:lnTo>
                    <a:pt x="29256" y="26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9" name="ph8579"/>
            <p:cNvSpPr/>
            <p:nvPr/>
          </p:nvSpPr>
          <p:spPr>
            <a:xfrm>
              <a:off x="10807028" y="2598073"/>
              <a:ext cx="41603" cy="40494"/>
            </a:xfrm>
            <a:custGeom>
              <a:avLst/>
              <a:pathLst>
                <a:path w="41603" h="40494">
                  <a:moveTo>
                    <a:pt x="29125" y="6652"/>
                  </a:moveTo>
                  <a:lnTo>
                    <a:pt x="32530" y="3614"/>
                  </a:lnTo>
                  <a:lnTo>
                    <a:pt x="34822" y="5146"/>
                  </a:lnTo>
                  <a:lnTo>
                    <a:pt x="39279" y="3890"/>
                  </a:lnTo>
                  <a:lnTo>
                    <a:pt x="41603" y="9861"/>
                  </a:lnTo>
                  <a:lnTo>
                    <a:pt x="37823" y="7270"/>
                  </a:lnTo>
                  <a:lnTo>
                    <a:pt x="33350" y="13804"/>
                  </a:lnTo>
                  <a:lnTo>
                    <a:pt x="30656" y="14045"/>
                  </a:lnTo>
                  <a:lnTo>
                    <a:pt x="29758" y="19690"/>
                  </a:lnTo>
                  <a:lnTo>
                    <a:pt x="25041" y="18682"/>
                  </a:lnTo>
                  <a:lnTo>
                    <a:pt x="24080" y="25236"/>
                  </a:lnTo>
                  <a:lnTo>
                    <a:pt x="21406" y="25458"/>
                  </a:lnTo>
                  <a:lnTo>
                    <a:pt x="21277" y="26419"/>
                  </a:lnTo>
                  <a:lnTo>
                    <a:pt x="23731" y="32160"/>
                  </a:lnTo>
                  <a:lnTo>
                    <a:pt x="23635" y="36126"/>
                  </a:lnTo>
                  <a:lnTo>
                    <a:pt x="17662" y="38792"/>
                  </a:lnTo>
                  <a:lnTo>
                    <a:pt x="15318" y="37164"/>
                  </a:lnTo>
                  <a:lnTo>
                    <a:pt x="13516" y="38334"/>
                  </a:lnTo>
                  <a:lnTo>
                    <a:pt x="12783" y="40494"/>
                  </a:lnTo>
                  <a:lnTo>
                    <a:pt x="4735" y="39117"/>
                  </a:lnTo>
                  <a:lnTo>
                    <a:pt x="3638" y="37597"/>
                  </a:lnTo>
                  <a:lnTo>
                    <a:pt x="0" y="31394"/>
                  </a:lnTo>
                  <a:lnTo>
                    <a:pt x="6933" y="26621"/>
                  </a:lnTo>
                  <a:lnTo>
                    <a:pt x="5258" y="21286"/>
                  </a:lnTo>
                  <a:lnTo>
                    <a:pt x="3512" y="20288"/>
                  </a:lnTo>
                  <a:lnTo>
                    <a:pt x="1600" y="14046"/>
                  </a:lnTo>
                  <a:lnTo>
                    <a:pt x="3158" y="11773"/>
                  </a:lnTo>
                  <a:lnTo>
                    <a:pt x="2255" y="10724"/>
                  </a:lnTo>
                  <a:lnTo>
                    <a:pt x="4848" y="8613"/>
                  </a:lnTo>
                  <a:lnTo>
                    <a:pt x="9240" y="7213"/>
                  </a:lnTo>
                  <a:lnTo>
                    <a:pt x="15405" y="11466"/>
                  </a:lnTo>
                  <a:lnTo>
                    <a:pt x="14113" y="13182"/>
                  </a:lnTo>
                  <a:lnTo>
                    <a:pt x="21195" y="12441"/>
                  </a:lnTo>
                  <a:lnTo>
                    <a:pt x="22508" y="1879"/>
                  </a:lnTo>
                  <a:lnTo>
                    <a:pt x="21652" y="3187"/>
                  </a:lnTo>
                  <a:lnTo>
                    <a:pt x="20683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0" name="ph8580"/>
            <p:cNvSpPr/>
            <p:nvPr/>
          </p:nvSpPr>
          <p:spPr>
            <a:xfrm>
              <a:off x="10963678" y="2709942"/>
              <a:ext cx="19582" cy="19882"/>
            </a:xfrm>
            <a:custGeom>
              <a:avLst/>
              <a:pathLst>
                <a:path w="19582" h="19882">
                  <a:moveTo>
                    <a:pt x="13769" y="0"/>
                  </a:moveTo>
                  <a:lnTo>
                    <a:pt x="17921" y="1409"/>
                  </a:lnTo>
                  <a:lnTo>
                    <a:pt x="17398" y="4611"/>
                  </a:lnTo>
                  <a:lnTo>
                    <a:pt x="13806" y="8360"/>
                  </a:lnTo>
                  <a:lnTo>
                    <a:pt x="15579" y="10948"/>
                  </a:lnTo>
                  <a:lnTo>
                    <a:pt x="17674" y="11956"/>
                  </a:lnTo>
                  <a:lnTo>
                    <a:pt x="19582" y="14532"/>
                  </a:lnTo>
                  <a:lnTo>
                    <a:pt x="15622" y="16980"/>
                  </a:lnTo>
                  <a:lnTo>
                    <a:pt x="13466" y="14345"/>
                  </a:lnTo>
                  <a:lnTo>
                    <a:pt x="9909" y="16042"/>
                  </a:lnTo>
                  <a:lnTo>
                    <a:pt x="10536" y="19176"/>
                  </a:lnTo>
                  <a:lnTo>
                    <a:pt x="9968" y="19882"/>
                  </a:lnTo>
                  <a:lnTo>
                    <a:pt x="5706" y="17951"/>
                  </a:lnTo>
                  <a:lnTo>
                    <a:pt x="3017" y="14028"/>
                  </a:lnTo>
                  <a:lnTo>
                    <a:pt x="595" y="4777"/>
                  </a:lnTo>
                  <a:lnTo>
                    <a:pt x="0" y="4281"/>
                  </a:lnTo>
                  <a:lnTo>
                    <a:pt x="4585" y="3584"/>
                  </a:lnTo>
                  <a:lnTo>
                    <a:pt x="8555" y="307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1" name="ph8581"/>
            <p:cNvSpPr/>
            <p:nvPr/>
          </p:nvSpPr>
          <p:spPr>
            <a:xfrm>
              <a:off x="10943564" y="2710327"/>
              <a:ext cx="30082" cy="26619"/>
            </a:xfrm>
            <a:custGeom>
              <a:avLst/>
              <a:pathLst>
                <a:path w="30082" h="26619">
                  <a:moveTo>
                    <a:pt x="17896" y="5432"/>
                  </a:moveTo>
                  <a:lnTo>
                    <a:pt x="19783" y="5755"/>
                  </a:lnTo>
                  <a:lnTo>
                    <a:pt x="20709" y="4392"/>
                  </a:lnTo>
                  <a:lnTo>
                    <a:pt x="23131" y="13643"/>
                  </a:lnTo>
                  <a:lnTo>
                    <a:pt x="25820" y="17566"/>
                  </a:lnTo>
                  <a:lnTo>
                    <a:pt x="30082" y="19497"/>
                  </a:lnTo>
                  <a:lnTo>
                    <a:pt x="28844" y="20206"/>
                  </a:lnTo>
                  <a:lnTo>
                    <a:pt x="25355" y="19307"/>
                  </a:lnTo>
                  <a:lnTo>
                    <a:pt x="22824" y="19790"/>
                  </a:lnTo>
                  <a:lnTo>
                    <a:pt x="21533" y="22618"/>
                  </a:lnTo>
                  <a:lnTo>
                    <a:pt x="10588" y="26619"/>
                  </a:lnTo>
                  <a:lnTo>
                    <a:pt x="9327" y="26299"/>
                  </a:lnTo>
                  <a:lnTo>
                    <a:pt x="5066" y="25291"/>
                  </a:lnTo>
                  <a:lnTo>
                    <a:pt x="1918" y="23222"/>
                  </a:lnTo>
                  <a:lnTo>
                    <a:pt x="0" y="20867"/>
                  </a:lnTo>
                  <a:lnTo>
                    <a:pt x="856" y="17013"/>
                  </a:lnTo>
                  <a:lnTo>
                    <a:pt x="4955" y="16774"/>
                  </a:lnTo>
                  <a:lnTo>
                    <a:pt x="4233" y="11430"/>
                  </a:lnTo>
                  <a:lnTo>
                    <a:pt x="1424" y="6134"/>
                  </a:lnTo>
                  <a:lnTo>
                    <a:pt x="577" y="2182"/>
                  </a:lnTo>
                  <a:lnTo>
                    <a:pt x="6926" y="1842"/>
                  </a:lnTo>
                  <a:lnTo>
                    <a:pt x="9430" y="2599"/>
                  </a:lnTo>
                  <a:lnTo>
                    <a:pt x="13053" y="1416"/>
                  </a:lnTo>
                  <a:lnTo>
                    <a:pt x="1408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2" name="ph8582"/>
            <p:cNvSpPr/>
            <p:nvPr/>
          </p:nvSpPr>
          <p:spPr>
            <a:xfrm>
              <a:off x="10754824" y="2630943"/>
              <a:ext cx="36337" cy="36983"/>
            </a:xfrm>
            <a:custGeom>
              <a:avLst/>
              <a:pathLst>
                <a:path w="36337" h="36983">
                  <a:moveTo>
                    <a:pt x="14809" y="4627"/>
                  </a:moveTo>
                  <a:lnTo>
                    <a:pt x="13047" y="6432"/>
                  </a:lnTo>
                  <a:lnTo>
                    <a:pt x="16321" y="11561"/>
                  </a:lnTo>
                  <a:lnTo>
                    <a:pt x="18945" y="12890"/>
                  </a:lnTo>
                  <a:lnTo>
                    <a:pt x="17929" y="10430"/>
                  </a:lnTo>
                  <a:lnTo>
                    <a:pt x="18994" y="9650"/>
                  </a:lnTo>
                  <a:lnTo>
                    <a:pt x="21759" y="9616"/>
                  </a:lnTo>
                  <a:lnTo>
                    <a:pt x="23105" y="10367"/>
                  </a:lnTo>
                  <a:lnTo>
                    <a:pt x="23045" y="11591"/>
                  </a:lnTo>
                  <a:lnTo>
                    <a:pt x="24751" y="12130"/>
                  </a:lnTo>
                  <a:lnTo>
                    <a:pt x="27523" y="11545"/>
                  </a:lnTo>
                  <a:lnTo>
                    <a:pt x="28121" y="13207"/>
                  </a:lnTo>
                  <a:lnTo>
                    <a:pt x="32689" y="15536"/>
                  </a:lnTo>
                  <a:lnTo>
                    <a:pt x="30141" y="19403"/>
                  </a:lnTo>
                  <a:lnTo>
                    <a:pt x="30646" y="23598"/>
                  </a:lnTo>
                  <a:lnTo>
                    <a:pt x="33680" y="25868"/>
                  </a:lnTo>
                  <a:lnTo>
                    <a:pt x="34437" y="25828"/>
                  </a:lnTo>
                  <a:lnTo>
                    <a:pt x="34841" y="24094"/>
                  </a:lnTo>
                  <a:lnTo>
                    <a:pt x="36114" y="26144"/>
                  </a:lnTo>
                  <a:lnTo>
                    <a:pt x="36337" y="27083"/>
                  </a:lnTo>
                  <a:lnTo>
                    <a:pt x="30569" y="33449"/>
                  </a:lnTo>
                  <a:lnTo>
                    <a:pt x="24062" y="34151"/>
                  </a:lnTo>
                  <a:lnTo>
                    <a:pt x="17432" y="31589"/>
                  </a:lnTo>
                  <a:lnTo>
                    <a:pt x="11557" y="33997"/>
                  </a:lnTo>
                  <a:lnTo>
                    <a:pt x="12405" y="36462"/>
                  </a:lnTo>
                  <a:lnTo>
                    <a:pt x="8313" y="36704"/>
                  </a:lnTo>
                  <a:lnTo>
                    <a:pt x="4628" y="36081"/>
                  </a:lnTo>
                  <a:lnTo>
                    <a:pt x="4080" y="36983"/>
                  </a:lnTo>
                  <a:lnTo>
                    <a:pt x="2577" y="34674"/>
                  </a:lnTo>
                  <a:lnTo>
                    <a:pt x="2567" y="31026"/>
                  </a:lnTo>
                  <a:lnTo>
                    <a:pt x="60" y="28246"/>
                  </a:lnTo>
                  <a:lnTo>
                    <a:pt x="0" y="22930"/>
                  </a:lnTo>
                  <a:lnTo>
                    <a:pt x="3958" y="22855"/>
                  </a:lnTo>
                  <a:lnTo>
                    <a:pt x="4092" y="20354"/>
                  </a:lnTo>
                  <a:lnTo>
                    <a:pt x="3003" y="17881"/>
                  </a:lnTo>
                  <a:lnTo>
                    <a:pt x="5234" y="18372"/>
                  </a:lnTo>
                  <a:lnTo>
                    <a:pt x="9247" y="16740"/>
                  </a:lnTo>
                  <a:lnTo>
                    <a:pt x="6498" y="10181"/>
                  </a:lnTo>
                  <a:lnTo>
                    <a:pt x="5820" y="6096"/>
                  </a:lnTo>
                  <a:lnTo>
                    <a:pt x="6129" y="5381"/>
                  </a:lnTo>
                  <a:lnTo>
                    <a:pt x="9313" y="5865"/>
                  </a:lnTo>
                  <a:lnTo>
                    <a:pt x="1273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3" name="ph8583"/>
            <p:cNvSpPr/>
            <p:nvPr/>
          </p:nvSpPr>
          <p:spPr>
            <a:xfrm>
              <a:off x="10751629" y="2449456"/>
              <a:ext cx="18902" cy="13963"/>
            </a:xfrm>
            <a:custGeom>
              <a:avLst/>
              <a:pathLst>
                <a:path w="18902" h="13963">
                  <a:moveTo>
                    <a:pt x="14831" y="582"/>
                  </a:moveTo>
                  <a:lnTo>
                    <a:pt x="18622" y="1258"/>
                  </a:lnTo>
                  <a:lnTo>
                    <a:pt x="18902" y="4622"/>
                  </a:lnTo>
                  <a:lnTo>
                    <a:pt x="15749" y="6534"/>
                  </a:lnTo>
                  <a:lnTo>
                    <a:pt x="14121" y="11628"/>
                  </a:lnTo>
                  <a:lnTo>
                    <a:pt x="9085" y="10908"/>
                  </a:lnTo>
                  <a:lnTo>
                    <a:pt x="9661" y="13789"/>
                  </a:lnTo>
                  <a:lnTo>
                    <a:pt x="6403" y="12926"/>
                  </a:lnTo>
                  <a:lnTo>
                    <a:pt x="2213" y="13963"/>
                  </a:lnTo>
                  <a:lnTo>
                    <a:pt x="0" y="13754"/>
                  </a:lnTo>
                  <a:lnTo>
                    <a:pt x="2943" y="6056"/>
                  </a:lnTo>
                  <a:lnTo>
                    <a:pt x="3179" y="354"/>
                  </a:lnTo>
                  <a:lnTo>
                    <a:pt x="7569" y="559"/>
                  </a:lnTo>
                  <a:lnTo>
                    <a:pt x="7392" y="2889"/>
                  </a:lnTo>
                  <a:lnTo>
                    <a:pt x="11341" y="2317"/>
                  </a:lnTo>
                  <a:lnTo>
                    <a:pt x="1155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4" name="ph8584"/>
            <p:cNvSpPr/>
            <p:nvPr/>
          </p:nvSpPr>
          <p:spPr>
            <a:xfrm>
              <a:off x="10685452" y="2466861"/>
              <a:ext cx="68712" cy="73906"/>
            </a:xfrm>
            <a:custGeom>
              <a:avLst/>
              <a:pathLst>
                <a:path w="68712" h="73906">
                  <a:moveTo>
                    <a:pt x="28106" y="0"/>
                  </a:moveTo>
                  <a:lnTo>
                    <a:pt x="35054" y="10560"/>
                  </a:lnTo>
                  <a:lnTo>
                    <a:pt x="30065" y="12787"/>
                  </a:lnTo>
                  <a:lnTo>
                    <a:pt x="30042" y="13862"/>
                  </a:lnTo>
                  <a:lnTo>
                    <a:pt x="36659" y="16058"/>
                  </a:lnTo>
                  <a:lnTo>
                    <a:pt x="37004" y="12394"/>
                  </a:lnTo>
                  <a:lnTo>
                    <a:pt x="40308" y="11678"/>
                  </a:lnTo>
                  <a:lnTo>
                    <a:pt x="42234" y="14307"/>
                  </a:lnTo>
                  <a:lnTo>
                    <a:pt x="40138" y="20827"/>
                  </a:lnTo>
                  <a:lnTo>
                    <a:pt x="42379" y="23559"/>
                  </a:lnTo>
                  <a:lnTo>
                    <a:pt x="53963" y="23862"/>
                  </a:lnTo>
                  <a:lnTo>
                    <a:pt x="57872" y="22143"/>
                  </a:lnTo>
                  <a:lnTo>
                    <a:pt x="58396" y="21793"/>
                  </a:lnTo>
                  <a:lnTo>
                    <a:pt x="59627" y="9342"/>
                  </a:lnTo>
                  <a:lnTo>
                    <a:pt x="64267" y="9732"/>
                  </a:lnTo>
                  <a:lnTo>
                    <a:pt x="61081" y="10591"/>
                  </a:lnTo>
                  <a:lnTo>
                    <a:pt x="63241" y="12603"/>
                  </a:lnTo>
                  <a:lnTo>
                    <a:pt x="60575" y="16410"/>
                  </a:lnTo>
                  <a:lnTo>
                    <a:pt x="61588" y="18185"/>
                  </a:lnTo>
                  <a:lnTo>
                    <a:pt x="63493" y="18072"/>
                  </a:lnTo>
                  <a:lnTo>
                    <a:pt x="65403" y="21738"/>
                  </a:lnTo>
                  <a:lnTo>
                    <a:pt x="63157" y="22321"/>
                  </a:lnTo>
                  <a:lnTo>
                    <a:pt x="59276" y="21634"/>
                  </a:lnTo>
                  <a:lnTo>
                    <a:pt x="58895" y="37036"/>
                  </a:lnTo>
                  <a:lnTo>
                    <a:pt x="60570" y="42876"/>
                  </a:lnTo>
                  <a:lnTo>
                    <a:pt x="58131" y="50549"/>
                  </a:lnTo>
                  <a:lnTo>
                    <a:pt x="63073" y="49495"/>
                  </a:lnTo>
                  <a:lnTo>
                    <a:pt x="63870" y="55663"/>
                  </a:lnTo>
                  <a:lnTo>
                    <a:pt x="66741" y="57430"/>
                  </a:lnTo>
                  <a:lnTo>
                    <a:pt x="67048" y="62444"/>
                  </a:lnTo>
                  <a:lnTo>
                    <a:pt x="68479" y="65427"/>
                  </a:lnTo>
                  <a:lnTo>
                    <a:pt x="68712" y="67469"/>
                  </a:lnTo>
                  <a:lnTo>
                    <a:pt x="66713" y="67128"/>
                  </a:lnTo>
                  <a:lnTo>
                    <a:pt x="61900" y="65832"/>
                  </a:lnTo>
                  <a:lnTo>
                    <a:pt x="61964" y="64711"/>
                  </a:lnTo>
                  <a:lnTo>
                    <a:pt x="54745" y="62907"/>
                  </a:lnTo>
                  <a:lnTo>
                    <a:pt x="54584" y="66496"/>
                  </a:lnTo>
                  <a:lnTo>
                    <a:pt x="56865" y="66460"/>
                  </a:lnTo>
                  <a:lnTo>
                    <a:pt x="56346" y="69764"/>
                  </a:lnTo>
                  <a:lnTo>
                    <a:pt x="50658" y="68730"/>
                  </a:lnTo>
                  <a:lnTo>
                    <a:pt x="50982" y="65333"/>
                  </a:lnTo>
                  <a:lnTo>
                    <a:pt x="42848" y="65866"/>
                  </a:lnTo>
                  <a:lnTo>
                    <a:pt x="38937" y="64990"/>
                  </a:lnTo>
                  <a:lnTo>
                    <a:pt x="33430" y="65727"/>
                  </a:lnTo>
                  <a:lnTo>
                    <a:pt x="29006" y="65468"/>
                  </a:lnTo>
                  <a:lnTo>
                    <a:pt x="18202" y="61250"/>
                  </a:lnTo>
                  <a:lnTo>
                    <a:pt x="13120" y="60037"/>
                  </a:lnTo>
                  <a:lnTo>
                    <a:pt x="12006" y="60853"/>
                  </a:lnTo>
                  <a:lnTo>
                    <a:pt x="12345" y="65301"/>
                  </a:lnTo>
                  <a:lnTo>
                    <a:pt x="5294" y="73906"/>
                  </a:lnTo>
                  <a:lnTo>
                    <a:pt x="1486" y="69976"/>
                  </a:lnTo>
                  <a:lnTo>
                    <a:pt x="3800" y="69273"/>
                  </a:lnTo>
                  <a:lnTo>
                    <a:pt x="7847" y="61380"/>
                  </a:lnTo>
                  <a:lnTo>
                    <a:pt x="3201" y="55240"/>
                  </a:lnTo>
                  <a:lnTo>
                    <a:pt x="0" y="47258"/>
                  </a:lnTo>
                  <a:lnTo>
                    <a:pt x="6387" y="46677"/>
                  </a:lnTo>
                  <a:lnTo>
                    <a:pt x="7480" y="45182"/>
                  </a:lnTo>
                  <a:lnTo>
                    <a:pt x="8809" y="36884"/>
                  </a:lnTo>
                  <a:lnTo>
                    <a:pt x="19756" y="43976"/>
                  </a:lnTo>
                  <a:lnTo>
                    <a:pt x="19659" y="41639"/>
                  </a:lnTo>
                  <a:lnTo>
                    <a:pt x="14087" y="38117"/>
                  </a:lnTo>
                  <a:lnTo>
                    <a:pt x="16479" y="33867"/>
                  </a:lnTo>
                  <a:lnTo>
                    <a:pt x="18763" y="32335"/>
                  </a:lnTo>
                  <a:lnTo>
                    <a:pt x="21670" y="28049"/>
                  </a:lnTo>
                  <a:lnTo>
                    <a:pt x="23961" y="26061"/>
                  </a:lnTo>
                  <a:lnTo>
                    <a:pt x="23629" y="15485"/>
                  </a:lnTo>
                  <a:lnTo>
                    <a:pt x="22359" y="5288"/>
                  </a:lnTo>
                  <a:lnTo>
                    <a:pt x="26746" y="4985"/>
                  </a:lnTo>
                  <a:lnTo>
                    <a:pt x="26478" y="3372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5" name="ph8585"/>
            <p:cNvSpPr/>
            <p:nvPr/>
          </p:nvSpPr>
          <p:spPr>
            <a:xfrm>
              <a:off x="10920977" y="2601984"/>
              <a:ext cx="56935" cy="79553"/>
            </a:xfrm>
            <a:custGeom>
              <a:avLst/>
              <a:pathLst>
                <a:path w="56935" h="79553">
                  <a:moveTo>
                    <a:pt x="28567" y="0"/>
                  </a:moveTo>
                  <a:lnTo>
                    <a:pt x="42817" y="2376"/>
                  </a:lnTo>
                  <a:lnTo>
                    <a:pt x="43581" y="4860"/>
                  </a:lnTo>
                  <a:lnTo>
                    <a:pt x="44325" y="4882"/>
                  </a:lnTo>
                  <a:lnTo>
                    <a:pt x="45003" y="9243"/>
                  </a:lnTo>
                  <a:lnTo>
                    <a:pt x="45519" y="9210"/>
                  </a:lnTo>
                  <a:lnTo>
                    <a:pt x="46185" y="11487"/>
                  </a:lnTo>
                  <a:lnTo>
                    <a:pt x="47268" y="25182"/>
                  </a:lnTo>
                  <a:lnTo>
                    <a:pt x="49717" y="42843"/>
                  </a:lnTo>
                  <a:lnTo>
                    <a:pt x="47367" y="62997"/>
                  </a:lnTo>
                  <a:lnTo>
                    <a:pt x="56627" y="65658"/>
                  </a:lnTo>
                  <a:lnTo>
                    <a:pt x="56935" y="67070"/>
                  </a:lnTo>
                  <a:lnTo>
                    <a:pt x="47251" y="78661"/>
                  </a:lnTo>
                  <a:lnTo>
                    <a:pt x="44337" y="79553"/>
                  </a:lnTo>
                  <a:lnTo>
                    <a:pt x="41136" y="79001"/>
                  </a:lnTo>
                  <a:lnTo>
                    <a:pt x="41124" y="77266"/>
                  </a:lnTo>
                  <a:lnTo>
                    <a:pt x="34146" y="73258"/>
                  </a:lnTo>
                  <a:lnTo>
                    <a:pt x="25842" y="73909"/>
                  </a:lnTo>
                  <a:lnTo>
                    <a:pt x="24315" y="73298"/>
                  </a:lnTo>
                  <a:lnTo>
                    <a:pt x="23763" y="72507"/>
                  </a:lnTo>
                  <a:lnTo>
                    <a:pt x="23823" y="67859"/>
                  </a:lnTo>
                  <a:lnTo>
                    <a:pt x="21015" y="67812"/>
                  </a:lnTo>
                  <a:lnTo>
                    <a:pt x="20208" y="65339"/>
                  </a:lnTo>
                  <a:lnTo>
                    <a:pt x="18104" y="53664"/>
                  </a:lnTo>
                  <a:lnTo>
                    <a:pt x="19399" y="48883"/>
                  </a:lnTo>
                  <a:lnTo>
                    <a:pt x="17979" y="48118"/>
                  </a:lnTo>
                  <a:lnTo>
                    <a:pt x="13322" y="49152"/>
                  </a:lnTo>
                  <a:lnTo>
                    <a:pt x="11186" y="51667"/>
                  </a:lnTo>
                  <a:lnTo>
                    <a:pt x="11752" y="54685"/>
                  </a:lnTo>
                  <a:lnTo>
                    <a:pt x="9409" y="55749"/>
                  </a:lnTo>
                  <a:lnTo>
                    <a:pt x="6200" y="55795"/>
                  </a:lnTo>
                  <a:lnTo>
                    <a:pt x="4482" y="52922"/>
                  </a:lnTo>
                  <a:lnTo>
                    <a:pt x="5961" y="50137"/>
                  </a:lnTo>
                  <a:lnTo>
                    <a:pt x="7550" y="49121"/>
                  </a:lnTo>
                  <a:lnTo>
                    <a:pt x="8225" y="46947"/>
                  </a:lnTo>
                  <a:lnTo>
                    <a:pt x="4763" y="32183"/>
                  </a:lnTo>
                  <a:lnTo>
                    <a:pt x="0" y="14109"/>
                  </a:lnTo>
                  <a:lnTo>
                    <a:pt x="309" y="11190"/>
                  </a:lnTo>
                  <a:lnTo>
                    <a:pt x="3170" y="10435"/>
                  </a:lnTo>
                  <a:lnTo>
                    <a:pt x="4913" y="16013"/>
                  </a:lnTo>
                  <a:lnTo>
                    <a:pt x="10918" y="14766"/>
                  </a:lnTo>
                  <a:lnTo>
                    <a:pt x="12517" y="8678"/>
                  </a:lnTo>
                  <a:lnTo>
                    <a:pt x="9580" y="692"/>
                  </a:lnTo>
                  <a:lnTo>
                    <a:pt x="22595" y="113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6" name="ph8586"/>
            <p:cNvSpPr/>
            <p:nvPr/>
          </p:nvSpPr>
          <p:spPr>
            <a:xfrm>
              <a:off x="10748196" y="2623213"/>
              <a:ext cx="19364" cy="13827"/>
            </a:xfrm>
            <a:custGeom>
              <a:avLst/>
              <a:pathLst>
                <a:path w="19364" h="13827">
                  <a:moveTo>
                    <a:pt x="16481" y="0"/>
                  </a:moveTo>
                  <a:lnTo>
                    <a:pt x="17825" y="521"/>
                  </a:lnTo>
                  <a:lnTo>
                    <a:pt x="19364" y="7730"/>
                  </a:lnTo>
                  <a:lnTo>
                    <a:pt x="15940" y="13596"/>
                  </a:lnTo>
                  <a:lnTo>
                    <a:pt x="12756" y="13112"/>
                  </a:lnTo>
                  <a:lnTo>
                    <a:pt x="12448" y="13827"/>
                  </a:lnTo>
                  <a:lnTo>
                    <a:pt x="7542" y="12099"/>
                  </a:lnTo>
                  <a:lnTo>
                    <a:pt x="4322" y="13223"/>
                  </a:lnTo>
                  <a:lnTo>
                    <a:pt x="1366" y="13425"/>
                  </a:lnTo>
                  <a:lnTo>
                    <a:pt x="352" y="12739"/>
                  </a:lnTo>
                  <a:lnTo>
                    <a:pt x="0" y="10887"/>
                  </a:lnTo>
                  <a:lnTo>
                    <a:pt x="4613" y="9043"/>
                  </a:lnTo>
                  <a:lnTo>
                    <a:pt x="11131" y="4562"/>
                  </a:lnTo>
                  <a:lnTo>
                    <a:pt x="13479" y="1413"/>
                  </a:lnTo>
                  <a:lnTo>
                    <a:pt x="11258" y="79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7" name="ph8587"/>
            <p:cNvSpPr/>
            <p:nvPr/>
          </p:nvSpPr>
          <p:spPr>
            <a:xfrm>
              <a:off x="10775609" y="2682204"/>
              <a:ext cx="40508" cy="28501"/>
            </a:xfrm>
            <a:custGeom>
              <a:avLst/>
              <a:pathLst>
                <a:path w="40508" h="28501">
                  <a:moveTo>
                    <a:pt x="11738" y="0"/>
                  </a:moveTo>
                  <a:lnTo>
                    <a:pt x="19042" y="2263"/>
                  </a:lnTo>
                  <a:lnTo>
                    <a:pt x="22088" y="2479"/>
                  </a:lnTo>
                  <a:lnTo>
                    <a:pt x="29030" y="930"/>
                  </a:lnTo>
                  <a:lnTo>
                    <a:pt x="34268" y="1481"/>
                  </a:lnTo>
                  <a:lnTo>
                    <a:pt x="37072" y="2523"/>
                  </a:lnTo>
                  <a:lnTo>
                    <a:pt x="40282" y="6127"/>
                  </a:lnTo>
                  <a:lnTo>
                    <a:pt x="40508" y="8602"/>
                  </a:lnTo>
                  <a:lnTo>
                    <a:pt x="27025" y="10169"/>
                  </a:lnTo>
                  <a:lnTo>
                    <a:pt x="22092" y="9763"/>
                  </a:lnTo>
                  <a:lnTo>
                    <a:pt x="19123" y="18364"/>
                  </a:lnTo>
                  <a:lnTo>
                    <a:pt x="19040" y="20612"/>
                  </a:lnTo>
                  <a:lnTo>
                    <a:pt x="20867" y="24316"/>
                  </a:lnTo>
                  <a:lnTo>
                    <a:pt x="20247" y="25621"/>
                  </a:lnTo>
                  <a:lnTo>
                    <a:pt x="12145" y="26064"/>
                  </a:lnTo>
                  <a:lnTo>
                    <a:pt x="6553" y="28501"/>
                  </a:lnTo>
                  <a:lnTo>
                    <a:pt x="4543" y="26710"/>
                  </a:lnTo>
                  <a:lnTo>
                    <a:pt x="5254" y="17298"/>
                  </a:lnTo>
                  <a:lnTo>
                    <a:pt x="4894" y="13792"/>
                  </a:lnTo>
                  <a:lnTo>
                    <a:pt x="1246" y="8847"/>
                  </a:lnTo>
                  <a:lnTo>
                    <a:pt x="0" y="1417"/>
                  </a:lnTo>
                  <a:lnTo>
                    <a:pt x="5130" y="1828"/>
                  </a:lnTo>
                  <a:lnTo>
                    <a:pt x="4622" y="4795"/>
                  </a:lnTo>
                  <a:lnTo>
                    <a:pt x="6258" y="533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8" name="ph8588"/>
            <p:cNvSpPr/>
            <p:nvPr/>
          </p:nvSpPr>
          <p:spPr>
            <a:xfrm>
              <a:off x="10987241" y="2686102"/>
              <a:ext cx="15748" cy="20914"/>
            </a:xfrm>
            <a:custGeom>
              <a:avLst/>
              <a:pathLst>
                <a:path w="15748" h="20914">
                  <a:moveTo>
                    <a:pt x="10390" y="3517"/>
                  </a:moveTo>
                  <a:lnTo>
                    <a:pt x="11559" y="3972"/>
                  </a:lnTo>
                  <a:lnTo>
                    <a:pt x="13141" y="3229"/>
                  </a:lnTo>
                  <a:lnTo>
                    <a:pt x="14235" y="3692"/>
                  </a:lnTo>
                  <a:lnTo>
                    <a:pt x="13042" y="5404"/>
                  </a:lnTo>
                  <a:lnTo>
                    <a:pt x="13318" y="11418"/>
                  </a:lnTo>
                  <a:lnTo>
                    <a:pt x="15748" y="17549"/>
                  </a:lnTo>
                  <a:lnTo>
                    <a:pt x="15418" y="18389"/>
                  </a:lnTo>
                  <a:lnTo>
                    <a:pt x="10138" y="18944"/>
                  </a:lnTo>
                  <a:lnTo>
                    <a:pt x="8283" y="19855"/>
                  </a:lnTo>
                  <a:lnTo>
                    <a:pt x="7891" y="20914"/>
                  </a:lnTo>
                  <a:lnTo>
                    <a:pt x="1738" y="9365"/>
                  </a:lnTo>
                  <a:lnTo>
                    <a:pt x="0" y="8766"/>
                  </a:lnTo>
                  <a:lnTo>
                    <a:pt x="722" y="7312"/>
                  </a:lnTo>
                  <a:lnTo>
                    <a:pt x="3879" y="4333"/>
                  </a:lnTo>
                  <a:lnTo>
                    <a:pt x="6703" y="3200"/>
                  </a:lnTo>
                  <a:lnTo>
                    <a:pt x="785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9" name="ph8589"/>
            <p:cNvSpPr/>
            <p:nvPr/>
          </p:nvSpPr>
          <p:spPr>
            <a:xfrm>
              <a:off x="10955990" y="2683439"/>
              <a:ext cx="15090" cy="20850"/>
            </a:xfrm>
            <a:custGeom>
              <a:avLst/>
              <a:pathLst>
                <a:path w="15090" h="20850">
                  <a:moveTo>
                    <a:pt x="3961" y="0"/>
                  </a:moveTo>
                  <a:lnTo>
                    <a:pt x="7347" y="3067"/>
                  </a:lnTo>
                  <a:lnTo>
                    <a:pt x="9966" y="9369"/>
                  </a:lnTo>
                  <a:lnTo>
                    <a:pt x="11187" y="10349"/>
                  </a:lnTo>
                  <a:lnTo>
                    <a:pt x="10792" y="13032"/>
                  </a:lnTo>
                  <a:lnTo>
                    <a:pt x="13394" y="16791"/>
                  </a:lnTo>
                  <a:lnTo>
                    <a:pt x="15090" y="17010"/>
                  </a:lnTo>
                  <a:lnTo>
                    <a:pt x="14214" y="19531"/>
                  </a:lnTo>
                  <a:lnTo>
                    <a:pt x="8702" y="20850"/>
                  </a:lnTo>
                  <a:lnTo>
                    <a:pt x="6271" y="17782"/>
                  </a:lnTo>
                  <a:lnTo>
                    <a:pt x="3534" y="17836"/>
                  </a:lnTo>
                  <a:lnTo>
                    <a:pt x="2157" y="18790"/>
                  </a:lnTo>
                  <a:lnTo>
                    <a:pt x="1448" y="18764"/>
                  </a:lnTo>
                  <a:lnTo>
                    <a:pt x="3280" y="13263"/>
                  </a:lnTo>
                  <a:lnTo>
                    <a:pt x="2165" y="10334"/>
                  </a:lnTo>
                  <a:lnTo>
                    <a:pt x="38" y="7780"/>
                  </a:lnTo>
                  <a:lnTo>
                    <a:pt x="0" y="515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0" name="ph8590"/>
            <p:cNvSpPr/>
            <p:nvPr/>
          </p:nvSpPr>
          <p:spPr>
            <a:xfrm>
              <a:off x="10790938" y="2638527"/>
              <a:ext cx="61129" cy="32274"/>
            </a:xfrm>
            <a:custGeom>
              <a:avLst/>
              <a:pathLst>
                <a:path w="61129" h="32274">
                  <a:moveTo>
                    <a:pt x="18348" y="1962"/>
                  </a:moveTo>
                  <a:lnTo>
                    <a:pt x="20300" y="3205"/>
                  </a:lnTo>
                  <a:lnTo>
                    <a:pt x="26131" y="2824"/>
                  </a:lnTo>
                  <a:lnTo>
                    <a:pt x="28797" y="1581"/>
                  </a:lnTo>
                  <a:lnTo>
                    <a:pt x="28845" y="7137"/>
                  </a:lnTo>
                  <a:lnTo>
                    <a:pt x="36699" y="10092"/>
                  </a:lnTo>
                  <a:lnTo>
                    <a:pt x="37810" y="7054"/>
                  </a:lnTo>
                  <a:lnTo>
                    <a:pt x="33450" y="4670"/>
                  </a:lnTo>
                  <a:lnTo>
                    <a:pt x="41732" y="1563"/>
                  </a:lnTo>
                  <a:lnTo>
                    <a:pt x="42315" y="1813"/>
                  </a:lnTo>
                  <a:lnTo>
                    <a:pt x="38975" y="8399"/>
                  </a:lnTo>
                  <a:lnTo>
                    <a:pt x="45623" y="11022"/>
                  </a:lnTo>
                  <a:lnTo>
                    <a:pt x="49542" y="4639"/>
                  </a:lnTo>
                  <a:lnTo>
                    <a:pt x="52067" y="5502"/>
                  </a:lnTo>
                  <a:lnTo>
                    <a:pt x="55967" y="10541"/>
                  </a:lnTo>
                  <a:lnTo>
                    <a:pt x="58238" y="7595"/>
                  </a:lnTo>
                  <a:lnTo>
                    <a:pt x="61129" y="10289"/>
                  </a:lnTo>
                  <a:lnTo>
                    <a:pt x="59480" y="14434"/>
                  </a:lnTo>
                  <a:lnTo>
                    <a:pt x="53807" y="23602"/>
                  </a:lnTo>
                  <a:lnTo>
                    <a:pt x="52701" y="27324"/>
                  </a:lnTo>
                  <a:lnTo>
                    <a:pt x="48000" y="26596"/>
                  </a:lnTo>
                  <a:lnTo>
                    <a:pt x="45159" y="24121"/>
                  </a:lnTo>
                  <a:lnTo>
                    <a:pt x="45631" y="18620"/>
                  </a:lnTo>
                  <a:lnTo>
                    <a:pt x="40695" y="15153"/>
                  </a:lnTo>
                  <a:lnTo>
                    <a:pt x="35992" y="10565"/>
                  </a:lnTo>
                  <a:lnTo>
                    <a:pt x="33724" y="10491"/>
                  </a:lnTo>
                  <a:lnTo>
                    <a:pt x="33189" y="11847"/>
                  </a:lnTo>
                  <a:lnTo>
                    <a:pt x="28309" y="12481"/>
                  </a:lnTo>
                  <a:lnTo>
                    <a:pt x="23358" y="10877"/>
                  </a:lnTo>
                  <a:lnTo>
                    <a:pt x="17914" y="10392"/>
                  </a:lnTo>
                  <a:lnTo>
                    <a:pt x="16867" y="9317"/>
                  </a:lnTo>
                  <a:lnTo>
                    <a:pt x="17225" y="7783"/>
                  </a:lnTo>
                  <a:lnTo>
                    <a:pt x="16035" y="7869"/>
                  </a:lnTo>
                  <a:lnTo>
                    <a:pt x="10639" y="13458"/>
                  </a:lnTo>
                  <a:lnTo>
                    <a:pt x="13705" y="14234"/>
                  </a:lnTo>
                  <a:lnTo>
                    <a:pt x="12222" y="25185"/>
                  </a:lnTo>
                  <a:lnTo>
                    <a:pt x="17316" y="30700"/>
                  </a:lnTo>
                  <a:lnTo>
                    <a:pt x="18685" y="30888"/>
                  </a:lnTo>
                  <a:lnTo>
                    <a:pt x="17037" y="32274"/>
                  </a:lnTo>
                  <a:lnTo>
                    <a:pt x="14184" y="30688"/>
                  </a:lnTo>
                  <a:lnTo>
                    <a:pt x="11594" y="27078"/>
                  </a:lnTo>
                  <a:lnTo>
                    <a:pt x="10833" y="22840"/>
                  </a:lnTo>
                  <a:lnTo>
                    <a:pt x="8849" y="20200"/>
                  </a:lnTo>
                  <a:lnTo>
                    <a:pt x="3691" y="20517"/>
                  </a:lnTo>
                  <a:lnTo>
                    <a:pt x="223" y="19499"/>
                  </a:lnTo>
                  <a:lnTo>
                    <a:pt x="0" y="18560"/>
                  </a:lnTo>
                  <a:lnTo>
                    <a:pt x="1092" y="15352"/>
                  </a:lnTo>
                  <a:lnTo>
                    <a:pt x="4526" y="11231"/>
                  </a:lnTo>
                  <a:lnTo>
                    <a:pt x="8487" y="8946"/>
                  </a:lnTo>
                  <a:lnTo>
                    <a:pt x="9204" y="7034"/>
                  </a:lnTo>
                  <a:lnTo>
                    <a:pt x="11158" y="4964"/>
                  </a:lnTo>
                  <a:lnTo>
                    <a:pt x="13727" y="3704"/>
                  </a:lnTo>
                  <a:lnTo>
                    <a:pt x="14515" y="4349"/>
                  </a:lnTo>
                  <a:lnTo>
                    <a:pt x="16165" y="3394"/>
                  </a:lnTo>
                  <a:lnTo>
                    <a:pt x="1849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1" name="ph8591"/>
            <p:cNvSpPr/>
            <p:nvPr/>
          </p:nvSpPr>
          <p:spPr>
            <a:xfrm>
              <a:off x="10836014" y="2563720"/>
              <a:ext cx="85600" cy="75789"/>
            </a:xfrm>
            <a:custGeom>
              <a:avLst/>
              <a:pathLst>
                <a:path w="85600" h="75789">
                  <a:moveTo>
                    <a:pt x="22102" y="95"/>
                  </a:moveTo>
                  <a:lnTo>
                    <a:pt x="26500" y="2324"/>
                  </a:lnTo>
                  <a:lnTo>
                    <a:pt x="26030" y="8528"/>
                  </a:lnTo>
                  <a:lnTo>
                    <a:pt x="29800" y="10572"/>
                  </a:lnTo>
                  <a:lnTo>
                    <a:pt x="39724" y="10555"/>
                  </a:lnTo>
                  <a:lnTo>
                    <a:pt x="44267" y="7924"/>
                  </a:lnTo>
                  <a:lnTo>
                    <a:pt x="57792" y="12444"/>
                  </a:lnTo>
                  <a:lnTo>
                    <a:pt x="60713" y="15777"/>
                  </a:lnTo>
                  <a:lnTo>
                    <a:pt x="63030" y="15464"/>
                  </a:lnTo>
                  <a:lnTo>
                    <a:pt x="63025" y="18171"/>
                  </a:lnTo>
                  <a:lnTo>
                    <a:pt x="67959" y="29034"/>
                  </a:lnTo>
                  <a:lnTo>
                    <a:pt x="69720" y="30923"/>
                  </a:lnTo>
                  <a:lnTo>
                    <a:pt x="70763" y="30432"/>
                  </a:lnTo>
                  <a:lnTo>
                    <a:pt x="75462" y="39591"/>
                  </a:lnTo>
                  <a:lnTo>
                    <a:pt x="78591" y="37953"/>
                  </a:lnTo>
                  <a:lnTo>
                    <a:pt x="82103" y="46719"/>
                  </a:lnTo>
                  <a:lnTo>
                    <a:pt x="79225" y="47477"/>
                  </a:lnTo>
                  <a:lnTo>
                    <a:pt x="80286" y="52583"/>
                  </a:lnTo>
                  <a:lnTo>
                    <a:pt x="81169" y="55029"/>
                  </a:lnTo>
                  <a:lnTo>
                    <a:pt x="81855" y="54913"/>
                  </a:lnTo>
                  <a:lnTo>
                    <a:pt x="85600" y="61947"/>
                  </a:lnTo>
                  <a:lnTo>
                    <a:pt x="79201" y="62756"/>
                  </a:lnTo>
                  <a:lnTo>
                    <a:pt x="75444" y="60590"/>
                  </a:lnTo>
                  <a:lnTo>
                    <a:pt x="67167" y="65236"/>
                  </a:lnTo>
                  <a:lnTo>
                    <a:pt x="63293" y="65182"/>
                  </a:lnTo>
                  <a:lnTo>
                    <a:pt x="61306" y="65486"/>
                  </a:lnTo>
                  <a:lnTo>
                    <a:pt x="56612" y="64186"/>
                  </a:lnTo>
                  <a:lnTo>
                    <a:pt x="47066" y="66163"/>
                  </a:lnTo>
                  <a:lnTo>
                    <a:pt x="44704" y="63786"/>
                  </a:lnTo>
                  <a:lnTo>
                    <a:pt x="41728" y="63476"/>
                  </a:lnTo>
                  <a:lnTo>
                    <a:pt x="37251" y="67659"/>
                  </a:lnTo>
                  <a:lnTo>
                    <a:pt x="40982" y="74913"/>
                  </a:lnTo>
                  <a:lnTo>
                    <a:pt x="39065" y="75789"/>
                  </a:lnTo>
                  <a:lnTo>
                    <a:pt x="36473" y="73198"/>
                  </a:lnTo>
                  <a:lnTo>
                    <a:pt x="31836" y="75086"/>
                  </a:lnTo>
                  <a:lnTo>
                    <a:pt x="30485" y="71573"/>
                  </a:lnTo>
                  <a:lnTo>
                    <a:pt x="27428" y="68607"/>
                  </a:lnTo>
                  <a:lnTo>
                    <a:pt x="28774" y="67711"/>
                  </a:lnTo>
                  <a:lnTo>
                    <a:pt x="22833" y="62927"/>
                  </a:lnTo>
                  <a:lnTo>
                    <a:pt x="24984" y="58419"/>
                  </a:lnTo>
                  <a:lnTo>
                    <a:pt x="22847" y="56684"/>
                  </a:lnTo>
                  <a:lnTo>
                    <a:pt x="17223" y="55655"/>
                  </a:lnTo>
                  <a:lnTo>
                    <a:pt x="17243" y="51802"/>
                  </a:lnTo>
                  <a:lnTo>
                    <a:pt x="12616" y="44214"/>
                  </a:lnTo>
                  <a:lnTo>
                    <a:pt x="10293" y="38243"/>
                  </a:lnTo>
                  <a:lnTo>
                    <a:pt x="13241" y="35882"/>
                  </a:lnTo>
                  <a:lnTo>
                    <a:pt x="6706" y="30630"/>
                  </a:lnTo>
                  <a:lnTo>
                    <a:pt x="9690" y="27765"/>
                  </a:lnTo>
                  <a:lnTo>
                    <a:pt x="9211" y="26770"/>
                  </a:lnTo>
                  <a:lnTo>
                    <a:pt x="6180" y="24346"/>
                  </a:lnTo>
                  <a:lnTo>
                    <a:pt x="0" y="21435"/>
                  </a:lnTo>
                  <a:lnTo>
                    <a:pt x="3396" y="16704"/>
                  </a:lnTo>
                  <a:lnTo>
                    <a:pt x="6713" y="3160"/>
                  </a:lnTo>
                  <a:lnTo>
                    <a:pt x="1387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2" name="ph8592"/>
            <p:cNvSpPr/>
            <p:nvPr/>
          </p:nvSpPr>
          <p:spPr>
            <a:xfrm>
              <a:off x="10782596" y="2582793"/>
              <a:ext cx="66659" cy="39905"/>
            </a:xfrm>
            <a:custGeom>
              <a:avLst/>
              <a:pathLst>
                <a:path w="66659" h="39905">
                  <a:moveTo>
                    <a:pt x="30006" y="1717"/>
                  </a:moveTo>
                  <a:lnTo>
                    <a:pt x="32199" y="6122"/>
                  </a:lnTo>
                  <a:lnTo>
                    <a:pt x="35127" y="7429"/>
                  </a:lnTo>
                  <a:lnTo>
                    <a:pt x="37097" y="4432"/>
                  </a:lnTo>
                  <a:lnTo>
                    <a:pt x="41568" y="8235"/>
                  </a:lnTo>
                  <a:lnTo>
                    <a:pt x="45945" y="4763"/>
                  </a:lnTo>
                  <a:lnTo>
                    <a:pt x="49906" y="10858"/>
                  </a:lnTo>
                  <a:lnTo>
                    <a:pt x="51878" y="4504"/>
                  </a:lnTo>
                  <a:lnTo>
                    <a:pt x="53418" y="2361"/>
                  </a:lnTo>
                  <a:lnTo>
                    <a:pt x="59598" y="5273"/>
                  </a:lnTo>
                  <a:lnTo>
                    <a:pt x="62630" y="7696"/>
                  </a:lnTo>
                  <a:lnTo>
                    <a:pt x="63109" y="8691"/>
                  </a:lnTo>
                  <a:lnTo>
                    <a:pt x="60125" y="11557"/>
                  </a:lnTo>
                  <a:lnTo>
                    <a:pt x="66659" y="16808"/>
                  </a:lnTo>
                  <a:lnTo>
                    <a:pt x="63711" y="19170"/>
                  </a:lnTo>
                  <a:lnTo>
                    <a:pt x="59254" y="20425"/>
                  </a:lnTo>
                  <a:lnTo>
                    <a:pt x="56962" y="18893"/>
                  </a:lnTo>
                  <a:lnTo>
                    <a:pt x="53557" y="21932"/>
                  </a:lnTo>
                  <a:lnTo>
                    <a:pt x="45115" y="15279"/>
                  </a:lnTo>
                  <a:lnTo>
                    <a:pt x="46084" y="18466"/>
                  </a:lnTo>
                  <a:lnTo>
                    <a:pt x="46940" y="17159"/>
                  </a:lnTo>
                  <a:lnTo>
                    <a:pt x="45627" y="27720"/>
                  </a:lnTo>
                  <a:lnTo>
                    <a:pt x="38546" y="28461"/>
                  </a:lnTo>
                  <a:lnTo>
                    <a:pt x="39838" y="26746"/>
                  </a:lnTo>
                  <a:lnTo>
                    <a:pt x="33673" y="22493"/>
                  </a:lnTo>
                  <a:lnTo>
                    <a:pt x="29280" y="23893"/>
                  </a:lnTo>
                  <a:lnTo>
                    <a:pt x="26688" y="26003"/>
                  </a:lnTo>
                  <a:lnTo>
                    <a:pt x="27590" y="27053"/>
                  </a:lnTo>
                  <a:lnTo>
                    <a:pt x="26032" y="29326"/>
                  </a:lnTo>
                  <a:lnTo>
                    <a:pt x="27944" y="35567"/>
                  </a:lnTo>
                  <a:lnTo>
                    <a:pt x="24912" y="33809"/>
                  </a:lnTo>
                  <a:lnTo>
                    <a:pt x="21361" y="38268"/>
                  </a:lnTo>
                  <a:lnTo>
                    <a:pt x="18773" y="39905"/>
                  </a:lnTo>
                  <a:lnTo>
                    <a:pt x="11851" y="35673"/>
                  </a:lnTo>
                  <a:lnTo>
                    <a:pt x="10545" y="32561"/>
                  </a:lnTo>
                  <a:lnTo>
                    <a:pt x="9117" y="27548"/>
                  </a:lnTo>
                  <a:lnTo>
                    <a:pt x="13479" y="24501"/>
                  </a:lnTo>
                  <a:lnTo>
                    <a:pt x="13832" y="21314"/>
                  </a:lnTo>
                  <a:lnTo>
                    <a:pt x="10917" y="16431"/>
                  </a:lnTo>
                  <a:lnTo>
                    <a:pt x="7161" y="7154"/>
                  </a:lnTo>
                  <a:lnTo>
                    <a:pt x="0" y="5110"/>
                  </a:lnTo>
                  <a:lnTo>
                    <a:pt x="144" y="4266"/>
                  </a:lnTo>
                  <a:lnTo>
                    <a:pt x="3021" y="4776"/>
                  </a:lnTo>
                  <a:lnTo>
                    <a:pt x="3334" y="3814"/>
                  </a:lnTo>
                  <a:lnTo>
                    <a:pt x="11394" y="5923"/>
                  </a:lnTo>
                  <a:lnTo>
                    <a:pt x="16794" y="11283"/>
                  </a:lnTo>
                  <a:lnTo>
                    <a:pt x="19413" y="8383"/>
                  </a:lnTo>
                  <a:lnTo>
                    <a:pt x="21615" y="8052"/>
                  </a:lnTo>
                  <a:lnTo>
                    <a:pt x="23463" y="8507"/>
                  </a:lnTo>
                  <a:lnTo>
                    <a:pt x="27027" y="11570"/>
                  </a:lnTo>
                  <a:lnTo>
                    <a:pt x="28343" y="9894"/>
                  </a:lnTo>
                  <a:lnTo>
                    <a:pt x="25442" y="2141"/>
                  </a:lnTo>
                  <a:lnTo>
                    <a:pt x="25808" y="241"/>
                  </a:lnTo>
                  <a:lnTo>
                    <a:pt x="27304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3" name="ph8593"/>
            <p:cNvSpPr/>
            <p:nvPr/>
          </p:nvSpPr>
          <p:spPr>
            <a:xfrm>
              <a:off x="10751860" y="2394448"/>
              <a:ext cx="35434" cy="57897"/>
            </a:xfrm>
            <a:custGeom>
              <a:avLst/>
              <a:pathLst>
                <a:path w="35434" h="57897">
                  <a:moveTo>
                    <a:pt x="24030" y="1071"/>
                  </a:moveTo>
                  <a:lnTo>
                    <a:pt x="34605" y="5013"/>
                  </a:lnTo>
                  <a:lnTo>
                    <a:pt x="34331" y="7574"/>
                  </a:lnTo>
                  <a:lnTo>
                    <a:pt x="32247" y="7580"/>
                  </a:lnTo>
                  <a:lnTo>
                    <a:pt x="33933" y="13158"/>
                  </a:lnTo>
                  <a:lnTo>
                    <a:pt x="32075" y="18611"/>
                  </a:lnTo>
                  <a:lnTo>
                    <a:pt x="29896" y="31248"/>
                  </a:lnTo>
                  <a:lnTo>
                    <a:pt x="31607" y="31493"/>
                  </a:lnTo>
                  <a:lnTo>
                    <a:pt x="32398" y="34937"/>
                  </a:lnTo>
                  <a:lnTo>
                    <a:pt x="31311" y="40440"/>
                  </a:lnTo>
                  <a:lnTo>
                    <a:pt x="34023" y="40730"/>
                  </a:lnTo>
                  <a:lnTo>
                    <a:pt x="33712" y="43348"/>
                  </a:lnTo>
                  <a:lnTo>
                    <a:pt x="31008" y="41981"/>
                  </a:lnTo>
                  <a:lnTo>
                    <a:pt x="30486" y="44637"/>
                  </a:lnTo>
                  <a:lnTo>
                    <a:pt x="35434" y="46033"/>
                  </a:lnTo>
                  <a:lnTo>
                    <a:pt x="29864" y="47625"/>
                  </a:lnTo>
                  <a:lnTo>
                    <a:pt x="24539" y="47337"/>
                  </a:lnTo>
                  <a:lnTo>
                    <a:pt x="25297" y="50369"/>
                  </a:lnTo>
                  <a:lnTo>
                    <a:pt x="26643" y="50614"/>
                  </a:lnTo>
                  <a:lnTo>
                    <a:pt x="26809" y="51207"/>
                  </a:lnTo>
                  <a:lnTo>
                    <a:pt x="25998" y="53278"/>
                  </a:lnTo>
                  <a:lnTo>
                    <a:pt x="14919" y="52531"/>
                  </a:lnTo>
                  <a:lnTo>
                    <a:pt x="14600" y="55590"/>
                  </a:lnTo>
                  <a:lnTo>
                    <a:pt x="11321" y="55008"/>
                  </a:lnTo>
                  <a:lnTo>
                    <a:pt x="11110" y="57326"/>
                  </a:lnTo>
                  <a:lnTo>
                    <a:pt x="7162" y="57897"/>
                  </a:lnTo>
                  <a:lnTo>
                    <a:pt x="7338" y="55567"/>
                  </a:lnTo>
                  <a:lnTo>
                    <a:pt x="2949" y="55363"/>
                  </a:lnTo>
                  <a:lnTo>
                    <a:pt x="2466" y="49281"/>
                  </a:lnTo>
                  <a:lnTo>
                    <a:pt x="0" y="48879"/>
                  </a:lnTo>
                  <a:lnTo>
                    <a:pt x="198" y="47829"/>
                  </a:lnTo>
                  <a:lnTo>
                    <a:pt x="3467" y="30658"/>
                  </a:lnTo>
                  <a:lnTo>
                    <a:pt x="1515" y="24754"/>
                  </a:lnTo>
                  <a:lnTo>
                    <a:pt x="710" y="18161"/>
                  </a:lnTo>
                  <a:lnTo>
                    <a:pt x="4946" y="16778"/>
                  </a:lnTo>
                  <a:lnTo>
                    <a:pt x="8800" y="17508"/>
                  </a:lnTo>
                  <a:lnTo>
                    <a:pt x="10042" y="13230"/>
                  </a:lnTo>
                  <a:lnTo>
                    <a:pt x="15205" y="13871"/>
                  </a:lnTo>
                  <a:lnTo>
                    <a:pt x="16952" y="1305"/>
                  </a:lnTo>
                  <a:lnTo>
                    <a:pt x="2154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4" name="ph8594"/>
            <p:cNvSpPr/>
            <p:nvPr/>
          </p:nvSpPr>
          <p:spPr>
            <a:xfrm>
              <a:off x="10738923" y="2599986"/>
              <a:ext cx="23358" cy="37221"/>
            </a:xfrm>
            <a:custGeom>
              <a:avLst/>
              <a:pathLst>
                <a:path w="23358" h="37221">
                  <a:moveTo>
                    <a:pt x="23061" y="1174"/>
                  </a:moveTo>
                  <a:lnTo>
                    <a:pt x="21288" y="5445"/>
                  </a:lnTo>
                  <a:lnTo>
                    <a:pt x="21581" y="10440"/>
                  </a:lnTo>
                  <a:lnTo>
                    <a:pt x="23358" y="10826"/>
                  </a:lnTo>
                  <a:lnTo>
                    <a:pt x="19197" y="12074"/>
                  </a:lnTo>
                  <a:lnTo>
                    <a:pt x="13705" y="19178"/>
                  </a:lnTo>
                  <a:lnTo>
                    <a:pt x="19942" y="22783"/>
                  </a:lnTo>
                  <a:lnTo>
                    <a:pt x="20532" y="24017"/>
                  </a:lnTo>
                  <a:lnTo>
                    <a:pt x="22752" y="24640"/>
                  </a:lnTo>
                  <a:lnTo>
                    <a:pt x="20404" y="27789"/>
                  </a:lnTo>
                  <a:lnTo>
                    <a:pt x="13886" y="32270"/>
                  </a:lnTo>
                  <a:lnTo>
                    <a:pt x="9273" y="34113"/>
                  </a:lnTo>
                  <a:lnTo>
                    <a:pt x="9625" y="35966"/>
                  </a:lnTo>
                  <a:lnTo>
                    <a:pt x="5726" y="37221"/>
                  </a:lnTo>
                  <a:lnTo>
                    <a:pt x="1375" y="36299"/>
                  </a:lnTo>
                  <a:lnTo>
                    <a:pt x="0" y="33492"/>
                  </a:lnTo>
                  <a:lnTo>
                    <a:pt x="1906" y="28994"/>
                  </a:lnTo>
                  <a:lnTo>
                    <a:pt x="6466" y="22873"/>
                  </a:lnTo>
                  <a:lnTo>
                    <a:pt x="11339" y="14681"/>
                  </a:lnTo>
                  <a:lnTo>
                    <a:pt x="8534" y="10942"/>
                  </a:lnTo>
                  <a:lnTo>
                    <a:pt x="12785" y="10254"/>
                  </a:lnTo>
                  <a:lnTo>
                    <a:pt x="17439" y="4481"/>
                  </a:lnTo>
                  <a:lnTo>
                    <a:pt x="16942" y="3106"/>
                  </a:lnTo>
                  <a:lnTo>
                    <a:pt x="2277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5" name="ph8595"/>
            <p:cNvSpPr/>
            <p:nvPr/>
          </p:nvSpPr>
          <p:spPr>
            <a:xfrm>
              <a:off x="10959951" y="2668514"/>
              <a:ext cx="35142" cy="25274"/>
            </a:xfrm>
            <a:custGeom>
              <a:avLst/>
              <a:pathLst>
                <a:path w="35142" h="25274">
                  <a:moveTo>
                    <a:pt x="21897" y="2420"/>
                  </a:moveTo>
                  <a:lnTo>
                    <a:pt x="19673" y="5869"/>
                  </a:lnTo>
                  <a:lnTo>
                    <a:pt x="25108" y="10791"/>
                  </a:lnTo>
                  <a:lnTo>
                    <a:pt x="27997" y="10989"/>
                  </a:lnTo>
                  <a:lnTo>
                    <a:pt x="28100" y="14247"/>
                  </a:lnTo>
                  <a:lnTo>
                    <a:pt x="35142" y="17588"/>
                  </a:lnTo>
                  <a:lnTo>
                    <a:pt x="33993" y="20788"/>
                  </a:lnTo>
                  <a:lnTo>
                    <a:pt x="31169" y="21921"/>
                  </a:lnTo>
                  <a:lnTo>
                    <a:pt x="28012" y="24901"/>
                  </a:lnTo>
                  <a:lnTo>
                    <a:pt x="27428" y="22182"/>
                  </a:lnTo>
                  <a:lnTo>
                    <a:pt x="17772" y="22062"/>
                  </a:lnTo>
                  <a:lnTo>
                    <a:pt x="7225" y="25274"/>
                  </a:lnTo>
                  <a:lnTo>
                    <a:pt x="6005" y="24294"/>
                  </a:lnTo>
                  <a:lnTo>
                    <a:pt x="3386" y="17992"/>
                  </a:lnTo>
                  <a:lnTo>
                    <a:pt x="0" y="14924"/>
                  </a:lnTo>
                  <a:lnTo>
                    <a:pt x="2162" y="12470"/>
                  </a:lnTo>
                  <a:lnTo>
                    <a:pt x="5363" y="13023"/>
                  </a:lnTo>
                  <a:lnTo>
                    <a:pt x="8277" y="12130"/>
                  </a:lnTo>
                  <a:lnTo>
                    <a:pt x="17961" y="540"/>
                  </a:lnTo>
                  <a:lnTo>
                    <a:pt x="1954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6" name="ph8596"/>
            <p:cNvSpPr/>
            <p:nvPr/>
          </p:nvSpPr>
          <p:spPr>
            <a:xfrm>
              <a:off x="10965302" y="2602183"/>
              <a:ext cx="48286" cy="77475"/>
            </a:xfrm>
            <a:custGeom>
              <a:avLst/>
              <a:pathLst>
                <a:path w="48286" h="77475">
                  <a:moveTo>
                    <a:pt x="27311" y="0"/>
                  </a:moveTo>
                  <a:lnTo>
                    <a:pt x="26227" y="4079"/>
                  </a:lnTo>
                  <a:lnTo>
                    <a:pt x="25963" y="5040"/>
                  </a:lnTo>
                  <a:lnTo>
                    <a:pt x="27961" y="7073"/>
                  </a:lnTo>
                  <a:lnTo>
                    <a:pt x="31157" y="7001"/>
                  </a:lnTo>
                  <a:lnTo>
                    <a:pt x="31202" y="9140"/>
                  </a:lnTo>
                  <a:lnTo>
                    <a:pt x="26931" y="9255"/>
                  </a:lnTo>
                  <a:lnTo>
                    <a:pt x="27118" y="18673"/>
                  </a:lnTo>
                  <a:lnTo>
                    <a:pt x="28510" y="22539"/>
                  </a:lnTo>
                  <a:lnTo>
                    <a:pt x="38645" y="25478"/>
                  </a:lnTo>
                  <a:lnTo>
                    <a:pt x="45144" y="26071"/>
                  </a:lnTo>
                  <a:lnTo>
                    <a:pt x="45200" y="28898"/>
                  </a:lnTo>
                  <a:lnTo>
                    <a:pt x="46538" y="29884"/>
                  </a:lnTo>
                  <a:lnTo>
                    <a:pt x="45820" y="33094"/>
                  </a:lnTo>
                  <a:lnTo>
                    <a:pt x="46693" y="37306"/>
                  </a:lnTo>
                  <a:lnTo>
                    <a:pt x="48286" y="39965"/>
                  </a:lnTo>
                  <a:lnTo>
                    <a:pt x="46919" y="42565"/>
                  </a:lnTo>
                  <a:lnTo>
                    <a:pt x="43224" y="43447"/>
                  </a:lnTo>
                  <a:lnTo>
                    <a:pt x="40934" y="47235"/>
                  </a:lnTo>
                  <a:lnTo>
                    <a:pt x="40574" y="51788"/>
                  </a:lnTo>
                  <a:lnTo>
                    <a:pt x="38726" y="52741"/>
                  </a:lnTo>
                  <a:lnTo>
                    <a:pt x="35199" y="56021"/>
                  </a:lnTo>
                  <a:lnTo>
                    <a:pt x="36591" y="58007"/>
                  </a:lnTo>
                  <a:lnTo>
                    <a:pt x="33478" y="59919"/>
                  </a:lnTo>
                  <a:lnTo>
                    <a:pt x="32497" y="58534"/>
                  </a:lnTo>
                  <a:lnTo>
                    <a:pt x="24805" y="65835"/>
                  </a:lnTo>
                  <a:lnTo>
                    <a:pt x="25786" y="69616"/>
                  </a:lnTo>
                  <a:lnTo>
                    <a:pt x="24869" y="77475"/>
                  </a:lnTo>
                  <a:lnTo>
                    <a:pt x="22645" y="77320"/>
                  </a:lnTo>
                  <a:lnTo>
                    <a:pt x="19757" y="77122"/>
                  </a:lnTo>
                  <a:lnTo>
                    <a:pt x="14321" y="72200"/>
                  </a:lnTo>
                  <a:lnTo>
                    <a:pt x="16546" y="68751"/>
                  </a:lnTo>
                  <a:lnTo>
                    <a:pt x="14197" y="66330"/>
                  </a:lnTo>
                  <a:lnTo>
                    <a:pt x="12609" y="66870"/>
                  </a:lnTo>
                  <a:lnTo>
                    <a:pt x="12302" y="65459"/>
                  </a:lnTo>
                  <a:lnTo>
                    <a:pt x="3042" y="62798"/>
                  </a:lnTo>
                  <a:lnTo>
                    <a:pt x="5391" y="42644"/>
                  </a:lnTo>
                  <a:lnTo>
                    <a:pt x="2943" y="24982"/>
                  </a:lnTo>
                  <a:lnTo>
                    <a:pt x="1860" y="11288"/>
                  </a:lnTo>
                  <a:lnTo>
                    <a:pt x="1194" y="9011"/>
                  </a:lnTo>
                  <a:lnTo>
                    <a:pt x="678" y="9044"/>
                  </a:lnTo>
                  <a:lnTo>
                    <a:pt x="0" y="4683"/>
                  </a:lnTo>
                  <a:lnTo>
                    <a:pt x="971" y="4628"/>
                  </a:lnTo>
                  <a:lnTo>
                    <a:pt x="2238" y="5347"/>
                  </a:lnTo>
                  <a:lnTo>
                    <a:pt x="11566" y="5991"/>
                  </a:lnTo>
                  <a:lnTo>
                    <a:pt x="17884" y="4836"/>
                  </a:lnTo>
                  <a:lnTo>
                    <a:pt x="24012" y="44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7" name="ph8597"/>
            <p:cNvSpPr/>
            <p:nvPr/>
          </p:nvSpPr>
          <p:spPr>
            <a:xfrm>
              <a:off x="10970205" y="2693040"/>
              <a:ext cx="24928" cy="21681"/>
            </a:xfrm>
            <a:custGeom>
              <a:avLst/>
              <a:pathLst>
                <a:path w="24928" h="21681">
                  <a:moveTo>
                    <a:pt x="12723" y="1483"/>
                  </a:moveTo>
                  <a:lnTo>
                    <a:pt x="17036" y="1829"/>
                  </a:lnTo>
                  <a:lnTo>
                    <a:pt x="18775" y="2427"/>
                  </a:lnTo>
                  <a:lnTo>
                    <a:pt x="24928" y="13976"/>
                  </a:lnTo>
                  <a:lnTo>
                    <a:pt x="22891" y="21509"/>
                  </a:lnTo>
                  <a:lnTo>
                    <a:pt x="20460" y="21681"/>
                  </a:lnTo>
                  <a:lnTo>
                    <a:pt x="14070" y="16343"/>
                  </a:lnTo>
                  <a:lnTo>
                    <a:pt x="12285" y="16152"/>
                  </a:lnTo>
                  <a:lnTo>
                    <a:pt x="11394" y="18311"/>
                  </a:lnTo>
                  <a:lnTo>
                    <a:pt x="7243" y="16902"/>
                  </a:lnTo>
                  <a:lnTo>
                    <a:pt x="7517" y="15192"/>
                  </a:lnTo>
                  <a:lnTo>
                    <a:pt x="6677" y="14118"/>
                  </a:lnTo>
                  <a:lnTo>
                    <a:pt x="4998" y="12778"/>
                  </a:lnTo>
                  <a:lnTo>
                    <a:pt x="2545" y="12356"/>
                  </a:lnTo>
                  <a:lnTo>
                    <a:pt x="0" y="9930"/>
                  </a:lnTo>
                  <a:lnTo>
                    <a:pt x="876" y="7408"/>
                  </a:lnTo>
                  <a:lnTo>
                    <a:pt x="1997" y="8747"/>
                  </a:lnTo>
                  <a:lnTo>
                    <a:pt x="4367" y="7987"/>
                  </a:lnTo>
                  <a:lnTo>
                    <a:pt x="5335" y="4046"/>
                  </a:lnTo>
                  <a:lnTo>
                    <a:pt x="7516" y="464"/>
                  </a:lnTo>
                  <a:lnTo>
                    <a:pt x="998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8" name="ph8598"/>
            <p:cNvSpPr/>
            <p:nvPr/>
          </p:nvSpPr>
          <p:spPr>
            <a:xfrm>
              <a:off x="10977485" y="2709193"/>
              <a:ext cx="18663" cy="23072"/>
            </a:xfrm>
            <a:custGeom>
              <a:avLst/>
              <a:pathLst>
                <a:path w="18663" h="23072">
                  <a:moveTo>
                    <a:pt x="6790" y="190"/>
                  </a:moveTo>
                  <a:lnTo>
                    <a:pt x="13180" y="5529"/>
                  </a:lnTo>
                  <a:lnTo>
                    <a:pt x="15610" y="5356"/>
                  </a:lnTo>
                  <a:lnTo>
                    <a:pt x="16703" y="5112"/>
                  </a:lnTo>
                  <a:lnTo>
                    <a:pt x="18663" y="6401"/>
                  </a:lnTo>
                  <a:lnTo>
                    <a:pt x="18541" y="8522"/>
                  </a:lnTo>
                  <a:lnTo>
                    <a:pt x="14208" y="17768"/>
                  </a:lnTo>
                  <a:lnTo>
                    <a:pt x="12684" y="19367"/>
                  </a:lnTo>
                  <a:lnTo>
                    <a:pt x="10491" y="19230"/>
                  </a:lnTo>
                  <a:lnTo>
                    <a:pt x="10013" y="20593"/>
                  </a:lnTo>
                  <a:lnTo>
                    <a:pt x="10917" y="23072"/>
                  </a:lnTo>
                  <a:lnTo>
                    <a:pt x="7535" y="21783"/>
                  </a:lnTo>
                  <a:lnTo>
                    <a:pt x="7689" y="16433"/>
                  </a:lnTo>
                  <a:lnTo>
                    <a:pt x="5776" y="15281"/>
                  </a:lnTo>
                  <a:lnTo>
                    <a:pt x="3867" y="12706"/>
                  </a:lnTo>
                  <a:lnTo>
                    <a:pt x="1772" y="11697"/>
                  </a:lnTo>
                  <a:lnTo>
                    <a:pt x="0" y="9110"/>
                  </a:lnTo>
                  <a:lnTo>
                    <a:pt x="3591" y="5360"/>
                  </a:lnTo>
                  <a:lnTo>
                    <a:pt x="4114" y="2159"/>
                  </a:lnTo>
                  <a:lnTo>
                    <a:pt x="500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9" name="ph8599"/>
            <p:cNvSpPr/>
            <p:nvPr/>
          </p:nvSpPr>
          <p:spPr>
            <a:xfrm>
              <a:off x="10965389" y="2730977"/>
              <a:ext cx="36039" cy="19524"/>
            </a:xfrm>
            <a:custGeom>
              <a:avLst/>
              <a:pathLst>
                <a:path w="36039" h="19524">
                  <a:moveTo>
                    <a:pt x="29265" y="4316"/>
                  </a:moveTo>
                  <a:lnTo>
                    <a:pt x="30785" y="11306"/>
                  </a:lnTo>
                  <a:lnTo>
                    <a:pt x="36039" y="12266"/>
                  </a:lnTo>
                  <a:lnTo>
                    <a:pt x="34088" y="16451"/>
                  </a:lnTo>
                  <a:lnTo>
                    <a:pt x="32004" y="16539"/>
                  </a:lnTo>
                  <a:lnTo>
                    <a:pt x="29238" y="14482"/>
                  </a:lnTo>
                  <a:lnTo>
                    <a:pt x="28061" y="16462"/>
                  </a:lnTo>
                  <a:lnTo>
                    <a:pt x="28388" y="18447"/>
                  </a:lnTo>
                  <a:lnTo>
                    <a:pt x="27110" y="16377"/>
                  </a:lnTo>
                  <a:lnTo>
                    <a:pt x="25172" y="16536"/>
                  </a:lnTo>
                  <a:lnTo>
                    <a:pt x="19712" y="17820"/>
                  </a:lnTo>
                  <a:lnTo>
                    <a:pt x="15265" y="15679"/>
                  </a:lnTo>
                  <a:lnTo>
                    <a:pt x="16580" y="19101"/>
                  </a:lnTo>
                  <a:lnTo>
                    <a:pt x="13521" y="19524"/>
                  </a:lnTo>
                  <a:lnTo>
                    <a:pt x="4565" y="13604"/>
                  </a:lnTo>
                  <a:lnTo>
                    <a:pt x="0" y="2995"/>
                  </a:lnTo>
                  <a:lnTo>
                    <a:pt x="5875" y="3398"/>
                  </a:lnTo>
                  <a:lnTo>
                    <a:pt x="10261" y="5065"/>
                  </a:lnTo>
                  <a:lnTo>
                    <a:pt x="15316" y="4215"/>
                  </a:lnTo>
                  <a:lnTo>
                    <a:pt x="19338" y="2461"/>
                  </a:lnTo>
                  <a:lnTo>
                    <a:pt x="19631" y="0"/>
                  </a:lnTo>
                  <a:lnTo>
                    <a:pt x="23013" y="1288"/>
                  </a:lnTo>
                  <a:lnTo>
                    <a:pt x="24067" y="2084"/>
                  </a:lnTo>
                  <a:lnTo>
                    <a:pt x="27493" y="82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0" name="ph8600"/>
            <p:cNvSpPr/>
            <p:nvPr/>
          </p:nvSpPr>
          <p:spPr>
            <a:xfrm>
              <a:off x="10899308" y="2624310"/>
              <a:ext cx="40466" cy="71545"/>
            </a:xfrm>
            <a:custGeom>
              <a:avLst/>
              <a:pathLst>
                <a:path w="40466" h="71545">
                  <a:moveTo>
                    <a:pt x="15907" y="2166"/>
                  </a:moveTo>
                  <a:lnTo>
                    <a:pt x="22306" y="1357"/>
                  </a:lnTo>
                  <a:lnTo>
                    <a:pt x="21845" y="5626"/>
                  </a:lnTo>
                  <a:lnTo>
                    <a:pt x="22900" y="10115"/>
                  </a:lnTo>
                  <a:lnTo>
                    <a:pt x="26433" y="9857"/>
                  </a:lnTo>
                  <a:lnTo>
                    <a:pt x="29894" y="24621"/>
                  </a:lnTo>
                  <a:lnTo>
                    <a:pt x="29220" y="26795"/>
                  </a:lnTo>
                  <a:lnTo>
                    <a:pt x="27630" y="27811"/>
                  </a:lnTo>
                  <a:lnTo>
                    <a:pt x="26151" y="30596"/>
                  </a:lnTo>
                  <a:lnTo>
                    <a:pt x="27869" y="33469"/>
                  </a:lnTo>
                  <a:lnTo>
                    <a:pt x="31079" y="33424"/>
                  </a:lnTo>
                  <a:lnTo>
                    <a:pt x="29762" y="35670"/>
                  </a:lnTo>
                  <a:lnTo>
                    <a:pt x="30685" y="44860"/>
                  </a:lnTo>
                  <a:lnTo>
                    <a:pt x="33433" y="49421"/>
                  </a:lnTo>
                  <a:lnTo>
                    <a:pt x="38376" y="50803"/>
                  </a:lnTo>
                  <a:lnTo>
                    <a:pt x="40466" y="58111"/>
                  </a:lnTo>
                  <a:lnTo>
                    <a:pt x="38015" y="58229"/>
                  </a:lnTo>
                  <a:lnTo>
                    <a:pt x="36313" y="62152"/>
                  </a:lnTo>
                  <a:lnTo>
                    <a:pt x="36093" y="64608"/>
                  </a:lnTo>
                  <a:lnTo>
                    <a:pt x="37861" y="66556"/>
                  </a:lnTo>
                  <a:lnTo>
                    <a:pt x="34719" y="68586"/>
                  </a:lnTo>
                  <a:lnTo>
                    <a:pt x="32867" y="71545"/>
                  </a:lnTo>
                  <a:lnTo>
                    <a:pt x="31100" y="70376"/>
                  </a:lnTo>
                  <a:lnTo>
                    <a:pt x="30629" y="68853"/>
                  </a:lnTo>
                  <a:lnTo>
                    <a:pt x="31698" y="67841"/>
                  </a:lnTo>
                  <a:lnTo>
                    <a:pt x="28785" y="63306"/>
                  </a:lnTo>
                  <a:lnTo>
                    <a:pt x="18629" y="60431"/>
                  </a:lnTo>
                  <a:lnTo>
                    <a:pt x="15323" y="62897"/>
                  </a:lnTo>
                  <a:lnTo>
                    <a:pt x="10503" y="63113"/>
                  </a:lnTo>
                  <a:lnTo>
                    <a:pt x="2735" y="59891"/>
                  </a:lnTo>
                  <a:lnTo>
                    <a:pt x="613" y="49994"/>
                  </a:lnTo>
                  <a:lnTo>
                    <a:pt x="5542" y="48025"/>
                  </a:lnTo>
                  <a:lnTo>
                    <a:pt x="9974" y="48583"/>
                  </a:lnTo>
                  <a:lnTo>
                    <a:pt x="12175" y="46842"/>
                  </a:lnTo>
                  <a:lnTo>
                    <a:pt x="10553" y="42091"/>
                  </a:lnTo>
                  <a:lnTo>
                    <a:pt x="13049" y="41589"/>
                  </a:lnTo>
                  <a:lnTo>
                    <a:pt x="13561" y="40731"/>
                  </a:lnTo>
                  <a:lnTo>
                    <a:pt x="12828" y="38492"/>
                  </a:lnTo>
                  <a:lnTo>
                    <a:pt x="7946" y="34818"/>
                  </a:lnTo>
                  <a:lnTo>
                    <a:pt x="8236" y="34181"/>
                  </a:lnTo>
                  <a:lnTo>
                    <a:pt x="9515" y="33607"/>
                  </a:lnTo>
                  <a:lnTo>
                    <a:pt x="12129" y="34443"/>
                  </a:lnTo>
                  <a:lnTo>
                    <a:pt x="11483" y="31074"/>
                  </a:lnTo>
                  <a:lnTo>
                    <a:pt x="9323" y="26625"/>
                  </a:lnTo>
                  <a:lnTo>
                    <a:pt x="6398" y="24691"/>
                  </a:lnTo>
                  <a:lnTo>
                    <a:pt x="3011" y="23524"/>
                  </a:lnTo>
                  <a:lnTo>
                    <a:pt x="3283" y="12732"/>
                  </a:lnTo>
                  <a:lnTo>
                    <a:pt x="0" y="4592"/>
                  </a:lnTo>
                  <a:lnTo>
                    <a:pt x="3873" y="4646"/>
                  </a:lnTo>
                  <a:lnTo>
                    <a:pt x="1215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1" name="ph8601"/>
            <p:cNvSpPr/>
            <p:nvPr/>
          </p:nvSpPr>
          <p:spPr>
            <a:xfrm>
              <a:off x="10696808" y="2426363"/>
              <a:ext cx="58001" cy="64359"/>
            </a:xfrm>
            <a:custGeom>
              <a:avLst/>
              <a:pathLst>
                <a:path w="58001" h="64359">
                  <a:moveTo>
                    <a:pt x="16988" y="9055"/>
                  </a:moveTo>
                  <a:lnTo>
                    <a:pt x="21922" y="14857"/>
                  </a:lnTo>
                  <a:lnTo>
                    <a:pt x="38854" y="12404"/>
                  </a:lnTo>
                  <a:lnTo>
                    <a:pt x="41451" y="10741"/>
                  </a:lnTo>
                  <a:lnTo>
                    <a:pt x="47982" y="11879"/>
                  </a:lnTo>
                  <a:lnTo>
                    <a:pt x="47914" y="14756"/>
                  </a:lnTo>
                  <a:lnTo>
                    <a:pt x="53528" y="14420"/>
                  </a:lnTo>
                  <a:lnTo>
                    <a:pt x="54577" y="14668"/>
                  </a:lnTo>
                  <a:lnTo>
                    <a:pt x="55250" y="15914"/>
                  </a:lnTo>
                  <a:lnTo>
                    <a:pt x="55051" y="16964"/>
                  </a:lnTo>
                  <a:lnTo>
                    <a:pt x="57518" y="17365"/>
                  </a:lnTo>
                  <a:lnTo>
                    <a:pt x="58001" y="23447"/>
                  </a:lnTo>
                  <a:lnTo>
                    <a:pt x="57764" y="29149"/>
                  </a:lnTo>
                  <a:lnTo>
                    <a:pt x="54821" y="36847"/>
                  </a:lnTo>
                  <a:lnTo>
                    <a:pt x="57034" y="37056"/>
                  </a:lnTo>
                  <a:lnTo>
                    <a:pt x="57463" y="48836"/>
                  </a:lnTo>
                  <a:lnTo>
                    <a:pt x="52912" y="50230"/>
                  </a:lnTo>
                  <a:lnTo>
                    <a:pt x="48271" y="49839"/>
                  </a:lnTo>
                  <a:lnTo>
                    <a:pt x="47041" y="62291"/>
                  </a:lnTo>
                  <a:lnTo>
                    <a:pt x="46516" y="62641"/>
                  </a:lnTo>
                  <a:lnTo>
                    <a:pt x="42608" y="64359"/>
                  </a:lnTo>
                  <a:lnTo>
                    <a:pt x="31024" y="64057"/>
                  </a:lnTo>
                  <a:lnTo>
                    <a:pt x="28783" y="61324"/>
                  </a:lnTo>
                  <a:lnTo>
                    <a:pt x="30878" y="54805"/>
                  </a:lnTo>
                  <a:lnTo>
                    <a:pt x="28952" y="52175"/>
                  </a:lnTo>
                  <a:lnTo>
                    <a:pt x="25649" y="52891"/>
                  </a:lnTo>
                  <a:lnTo>
                    <a:pt x="25304" y="56556"/>
                  </a:lnTo>
                  <a:lnTo>
                    <a:pt x="18687" y="54360"/>
                  </a:lnTo>
                  <a:lnTo>
                    <a:pt x="18710" y="53285"/>
                  </a:lnTo>
                  <a:lnTo>
                    <a:pt x="23699" y="51057"/>
                  </a:lnTo>
                  <a:lnTo>
                    <a:pt x="16751" y="40497"/>
                  </a:lnTo>
                  <a:lnTo>
                    <a:pt x="15123" y="43869"/>
                  </a:lnTo>
                  <a:lnTo>
                    <a:pt x="15390" y="45483"/>
                  </a:lnTo>
                  <a:lnTo>
                    <a:pt x="11004" y="45785"/>
                  </a:lnTo>
                  <a:lnTo>
                    <a:pt x="10087" y="42340"/>
                  </a:lnTo>
                  <a:lnTo>
                    <a:pt x="7287" y="43476"/>
                  </a:lnTo>
                  <a:lnTo>
                    <a:pt x="7993" y="35288"/>
                  </a:lnTo>
                  <a:lnTo>
                    <a:pt x="2369" y="27526"/>
                  </a:lnTo>
                  <a:lnTo>
                    <a:pt x="0" y="14515"/>
                  </a:lnTo>
                  <a:lnTo>
                    <a:pt x="1608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2" name="ph8602"/>
            <p:cNvSpPr/>
            <p:nvPr/>
          </p:nvSpPr>
          <p:spPr>
            <a:xfrm>
              <a:off x="10716956" y="2575703"/>
              <a:ext cx="44741" cy="83487"/>
            </a:xfrm>
            <a:custGeom>
              <a:avLst/>
              <a:pathLst>
                <a:path w="44741" h="83487">
                  <a:moveTo>
                    <a:pt x="29597" y="605"/>
                  </a:moveTo>
                  <a:lnTo>
                    <a:pt x="30281" y="3341"/>
                  </a:lnTo>
                  <a:lnTo>
                    <a:pt x="25525" y="10087"/>
                  </a:lnTo>
                  <a:lnTo>
                    <a:pt x="24081" y="9994"/>
                  </a:lnTo>
                  <a:lnTo>
                    <a:pt x="28339" y="15018"/>
                  </a:lnTo>
                  <a:lnTo>
                    <a:pt x="28837" y="16415"/>
                  </a:lnTo>
                  <a:lnTo>
                    <a:pt x="28184" y="17085"/>
                  </a:lnTo>
                  <a:lnTo>
                    <a:pt x="28847" y="18455"/>
                  </a:lnTo>
                  <a:lnTo>
                    <a:pt x="25261" y="19220"/>
                  </a:lnTo>
                  <a:lnTo>
                    <a:pt x="27155" y="24770"/>
                  </a:lnTo>
                  <a:lnTo>
                    <a:pt x="29756" y="25263"/>
                  </a:lnTo>
                  <a:lnTo>
                    <a:pt x="32875" y="23120"/>
                  </a:lnTo>
                  <a:lnTo>
                    <a:pt x="42755" y="21124"/>
                  </a:lnTo>
                  <a:lnTo>
                    <a:pt x="43647" y="23565"/>
                  </a:lnTo>
                  <a:lnTo>
                    <a:pt x="44741" y="24283"/>
                  </a:lnTo>
                  <a:lnTo>
                    <a:pt x="38909" y="27389"/>
                  </a:lnTo>
                  <a:lnTo>
                    <a:pt x="39406" y="28764"/>
                  </a:lnTo>
                  <a:lnTo>
                    <a:pt x="34752" y="34537"/>
                  </a:lnTo>
                  <a:lnTo>
                    <a:pt x="30501" y="35225"/>
                  </a:lnTo>
                  <a:lnTo>
                    <a:pt x="33306" y="38964"/>
                  </a:lnTo>
                  <a:lnTo>
                    <a:pt x="28433" y="47157"/>
                  </a:lnTo>
                  <a:lnTo>
                    <a:pt x="23873" y="53278"/>
                  </a:lnTo>
                  <a:lnTo>
                    <a:pt x="21967" y="57775"/>
                  </a:lnTo>
                  <a:lnTo>
                    <a:pt x="23342" y="60582"/>
                  </a:lnTo>
                  <a:lnTo>
                    <a:pt x="27693" y="61505"/>
                  </a:lnTo>
                  <a:lnTo>
                    <a:pt x="27608" y="63234"/>
                  </a:lnTo>
                  <a:lnTo>
                    <a:pt x="30597" y="65871"/>
                  </a:lnTo>
                  <a:lnTo>
                    <a:pt x="34889" y="74094"/>
                  </a:lnTo>
                  <a:lnTo>
                    <a:pt x="36601" y="73710"/>
                  </a:lnTo>
                  <a:lnTo>
                    <a:pt x="36558" y="72913"/>
                  </a:lnTo>
                  <a:lnTo>
                    <a:pt x="38723" y="71200"/>
                  </a:lnTo>
                  <a:lnTo>
                    <a:pt x="40870" y="73121"/>
                  </a:lnTo>
                  <a:lnTo>
                    <a:pt x="41960" y="75595"/>
                  </a:lnTo>
                  <a:lnTo>
                    <a:pt x="41826" y="78096"/>
                  </a:lnTo>
                  <a:lnTo>
                    <a:pt x="37867" y="78171"/>
                  </a:lnTo>
                  <a:lnTo>
                    <a:pt x="37927" y="83487"/>
                  </a:lnTo>
                  <a:lnTo>
                    <a:pt x="34109" y="78993"/>
                  </a:lnTo>
                  <a:lnTo>
                    <a:pt x="23585" y="79259"/>
                  </a:lnTo>
                  <a:lnTo>
                    <a:pt x="17897" y="81846"/>
                  </a:lnTo>
                  <a:lnTo>
                    <a:pt x="13716" y="81539"/>
                  </a:lnTo>
                  <a:lnTo>
                    <a:pt x="11997" y="79860"/>
                  </a:lnTo>
                  <a:lnTo>
                    <a:pt x="7374" y="77420"/>
                  </a:lnTo>
                  <a:lnTo>
                    <a:pt x="901" y="76081"/>
                  </a:lnTo>
                  <a:lnTo>
                    <a:pt x="0" y="75284"/>
                  </a:lnTo>
                  <a:lnTo>
                    <a:pt x="2691" y="70015"/>
                  </a:lnTo>
                  <a:lnTo>
                    <a:pt x="3734" y="68376"/>
                  </a:lnTo>
                  <a:lnTo>
                    <a:pt x="4068" y="61321"/>
                  </a:lnTo>
                  <a:lnTo>
                    <a:pt x="9629" y="60070"/>
                  </a:lnTo>
                  <a:lnTo>
                    <a:pt x="14237" y="56012"/>
                  </a:lnTo>
                  <a:lnTo>
                    <a:pt x="19564" y="48652"/>
                  </a:lnTo>
                  <a:lnTo>
                    <a:pt x="19171" y="33489"/>
                  </a:lnTo>
                  <a:lnTo>
                    <a:pt x="16883" y="33814"/>
                  </a:lnTo>
                  <a:lnTo>
                    <a:pt x="17370" y="32237"/>
                  </a:lnTo>
                  <a:lnTo>
                    <a:pt x="16320" y="27140"/>
                  </a:lnTo>
                  <a:lnTo>
                    <a:pt x="13611" y="24877"/>
                  </a:lnTo>
                  <a:lnTo>
                    <a:pt x="11215" y="24659"/>
                  </a:lnTo>
                  <a:lnTo>
                    <a:pt x="8075" y="20134"/>
                  </a:lnTo>
                  <a:lnTo>
                    <a:pt x="2003" y="16245"/>
                  </a:lnTo>
                  <a:lnTo>
                    <a:pt x="3497" y="15691"/>
                  </a:lnTo>
                  <a:lnTo>
                    <a:pt x="2169" y="13593"/>
                  </a:lnTo>
                  <a:lnTo>
                    <a:pt x="14374" y="7453"/>
                  </a:lnTo>
                  <a:lnTo>
                    <a:pt x="12932" y="2186"/>
                  </a:lnTo>
                  <a:lnTo>
                    <a:pt x="18616" y="4173"/>
                  </a:lnTo>
                  <a:lnTo>
                    <a:pt x="24076" y="748"/>
                  </a:lnTo>
                  <a:lnTo>
                    <a:pt x="256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3" name="ph8603"/>
            <p:cNvSpPr/>
            <p:nvPr/>
          </p:nvSpPr>
          <p:spPr>
            <a:xfrm>
              <a:off x="10896692" y="2684201"/>
              <a:ext cx="35483" cy="37188"/>
            </a:xfrm>
            <a:custGeom>
              <a:avLst/>
              <a:pathLst>
                <a:path w="35483" h="37188">
                  <a:moveTo>
                    <a:pt x="31401" y="3414"/>
                  </a:moveTo>
                  <a:lnTo>
                    <a:pt x="34313" y="7950"/>
                  </a:lnTo>
                  <a:lnTo>
                    <a:pt x="33245" y="8962"/>
                  </a:lnTo>
                  <a:lnTo>
                    <a:pt x="33715" y="10485"/>
                  </a:lnTo>
                  <a:lnTo>
                    <a:pt x="35483" y="11653"/>
                  </a:lnTo>
                  <a:lnTo>
                    <a:pt x="33526" y="13812"/>
                  </a:lnTo>
                  <a:lnTo>
                    <a:pt x="30325" y="14236"/>
                  </a:lnTo>
                  <a:lnTo>
                    <a:pt x="30272" y="16966"/>
                  </a:lnTo>
                  <a:lnTo>
                    <a:pt x="31124" y="19285"/>
                  </a:lnTo>
                  <a:lnTo>
                    <a:pt x="27739" y="23203"/>
                  </a:lnTo>
                  <a:lnTo>
                    <a:pt x="25309" y="22981"/>
                  </a:lnTo>
                  <a:lnTo>
                    <a:pt x="22760" y="20984"/>
                  </a:lnTo>
                  <a:lnTo>
                    <a:pt x="19872" y="21563"/>
                  </a:lnTo>
                  <a:lnTo>
                    <a:pt x="19647" y="27214"/>
                  </a:lnTo>
                  <a:lnTo>
                    <a:pt x="16932" y="35771"/>
                  </a:lnTo>
                  <a:lnTo>
                    <a:pt x="15721" y="35768"/>
                  </a:lnTo>
                  <a:lnTo>
                    <a:pt x="13429" y="33347"/>
                  </a:lnTo>
                  <a:lnTo>
                    <a:pt x="9639" y="33809"/>
                  </a:lnTo>
                  <a:lnTo>
                    <a:pt x="9441" y="35061"/>
                  </a:lnTo>
                  <a:lnTo>
                    <a:pt x="7563" y="36821"/>
                  </a:lnTo>
                  <a:lnTo>
                    <a:pt x="5822" y="37188"/>
                  </a:lnTo>
                  <a:lnTo>
                    <a:pt x="536" y="36123"/>
                  </a:lnTo>
                  <a:lnTo>
                    <a:pt x="0" y="35155"/>
                  </a:lnTo>
                  <a:lnTo>
                    <a:pt x="731" y="33873"/>
                  </a:lnTo>
                  <a:lnTo>
                    <a:pt x="3089" y="28330"/>
                  </a:lnTo>
                  <a:lnTo>
                    <a:pt x="2421" y="26619"/>
                  </a:lnTo>
                  <a:lnTo>
                    <a:pt x="2752" y="25119"/>
                  </a:lnTo>
                  <a:lnTo>
                    <a:pt x="6009" y="26525"/>
                  </a:lnTo>
                  <a:lnTo>
                    <a:pt x="6498" y="23435"/>
                  </a:lnTo>
                  <a:lnTo>
                    <a:pt x="5556" y="18001"/>
                  </a:lnTo>
                  <a:lnTo>
                    <a:pt x="6922" y="10392"/>
                  </a:lnTo>
                  <a:lnTo>
                    <a:pt x="6093" y="5799"/>
                  </a:lnTo>
                  <a:lnTo>
                    <a:pt x="3610" y="994"/>
                  </a:lnTo>
                  <a:lnTo>
                    <a:pt x="5351" y="0"/>
                  </a:lnTo>
                  <a:lnTo>
                    <a:pt x="13119" y="3222"/>
                  </a:lnTo>
                  <a:lnTo>
                    <a:pt x="17938" y="3005"/>
                  </a:lnTo>
                  <a:lnTo>
                    <a:pt x="21245" y="53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4" name="ph8604"/>
            <p:cNvSpPr/>
            <p:nvPr/>
          </p:nvSpPr>
          <p:spPr>
            <a:xfrm>
              <a:off x="10780375" y="2615354"/>
              <a:ext cx="33586" cy="41733"/>
            </a:xfrm>
            <a:custGeom>
              <a:avLst/>
              <a:pathLst>
                <a:path w="33586" h="41733">
                  <a:moveTo>
                    <a:pt x="14071" y="3112"/>
                  </a:moveTo>
                  <a:lnTo>
                    <a:pt x="20993" y="7343"/>
                  </a:lnTo>
                  <a:lnTo>
                    <a:pt x="23581" y="5706"/>
                  </a:lnTo>
                  <a:lnTo>
                    <a:pt x="27132" y="1248"/>
                  </a:lnTo>
                  <a:lnTo>
                    <a:pt x="30164" y="3006"/>
                  </a:lnTo>
                  <a:lnTo>
                    <a:pt x="31911" y="4004"/>
                  </a:lnTo>
                  <a:lnTo>
                    <a:pt x="33586" y="9339"/>
                  </a:lnTo>
                  <a:lnTo>
                    <a:pt x="26652" y="14112"/>
                  </a:lnTo>
                  <a:lnTo>
                    <a:pt x="30290" y="20315"/>
                  </a:lnTo>
                  <a:lnTo>
                    <a:pt x="29054" y="23172"/>
                  </a:lnTo>
                  <a:lnTo>
                    <a:pt x="26727" y="26567"/>
                  </a:lnTo>
                  <a:lnTo>
                    <a:pt x="25078" y="27522"/>
                  </a:lnTo>
                  <a:lnTo>
                    <a:pt x="24290" y="26876"/>
                  </a:lnTo>
                  <a:lnTo>
                    <a:pt x="21720" y="28137"/>
                  </a:lnTo>
                  <a:lnTo>
                    <a:pt x="19767" y="30207"/>
                  </a:lnTo>
                  <a:lnTo>
                    <a:pt x="19049" y="32119"/>
                  </a:lnTo>
                  <a:lnTo>
                    <a:pt x="15089" y="34403"/>
                  </a:lnTo>
                  <a:lnTo>
                    <a:pt x="11655" y="38525"/>
                  </a:lnTo>
                  <a:lnTo>
                    <a:pt x="10562" y="41733"/>
                  </a:lnTo>
                  <a:lnTo>
                    <a:pt x="9289" y="39683"/>
                  </a:lnTo>
                  <a:lnTo>
                    <a:pt x="8885" y="41417"/>
                  </a:lnTo>
                  <a:lnTo>
                    <a:pt x="8128" y="41457"/>
                  </a:lnTo>
                  <a:lnTo>
                    <a:pt x="5094" y="39187"/>
                  </a:lnTo>
                  <a:lnTo>
                    <a:pt x="4589" y="34992"/>
                  </a:lnTo>
                  <a:lnTo>
                    <a:pt x="7137" y="31125"/>
                  </a:lnTo>
                  <a:lnTo>
                    <a:pt x="2569" y="28796"/>
                  </a:lnTo>
                  <a:lnTo>
                    <a:pt x="1971" y="27134"/>
                  </a:lnTo>
                  <a:lnTo>
                    <a:pt x="1766" y="22990"/>
                  </a:lnTo>
                  <a:lnTo>
                    <a:pt x="3705" y="21602"/>
                  </a:lnTo>
                  <a:lnTo>
                    <a:pt x="4252" y="20001"/>
                  </a:lnTo>
                  <a:lnTo>
                    <a:pt x="2948" y="13250"/>
                  </a:lnTo>
                  <a:lnTo>
                    <a:pt x="320" y="9616"/>
                  </a:lnTo>
                  <a:lnTo>
                    <a:pt x="0" y="7648"/>
                  </a:lnTo>
                  <a:lnTo>
                    <a:pt x="6991" y="1879"/>
                  </a:lnTo>
                  <a:lnTo>
                    <a:pt x="1276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5" name="ph8605"/>
            <p:cNvSpPr/>
            <p:nvPr/>
          </p:nvSpPr>
          <p:spPr>
            <a:xfrm>
              <a:off x="10987499" y="2704492"/>
              <a:ext cx="26464" cy="42935"/>
            </a:xfrm>
            <a:custGeom>
              <a:avLst/>
              <a:pathLst>
                <a:path w="26464" h="42935">
                  <a:moveTo>
                    <a:pt x="18814" y="2451"/>
                  </a:moveTo>
                  <a:lnTo>
                    <a:pt x="21800" y="3362"/>
                  </a:lnTo>
                  <a:lnTo>
                    <a:pt x="22498" y="4292"/>
                  </a:lnTo>
                  <a:lnTo>
                    <a:pt x="24859" y="9608"/>
                  </a:lnTo>
                  <a:lnTo>
                    <a:pt x="24170" y="11986"/>
                  </a:lnTo>
                  <a:lnTo>
                    <a:pt x="24494" y="16273"/>
                  </a:lnTo>
                  <a:lnTo>
                    <a:pt x="26464" y="18055"/>
                  </a:lnTo>
                  <a:lnTo>
                    <a:pt x="25243" y="20116"/>
                  </a:lnTo>
                  <a:lnTo>
                    <a:pt x="21643" y="18779"/>
                  </a:lnTo>
                  <a:lnTo>
                    <a:pt x="6894" y="23673"/>
                  </a:lnTo>
                  <a:lnTo>
                    <a:pt x="6636" y="24166"/>
                  </a:lnTo>
                  <a:lnTo>
                    <a:pt x="8150" y="26181"/>
                  </a:lnTo>
                  <a:lnTo>
                    <a:pt x="15635" y="28896"/>
                  </a:lnTo>
                  <a:lnTo>
                    <a:pt x="16556" y="30667"/>
                  </a:lnTo>
                  <a:lnTo>
                    <a:pt x="15471" y="40484"/>
                  </a:lnTo>
                  <a:lnTo>
                    <a:pt x="11978" y="42935"/>
                  </a:lnTo>
                  <a:lnTo>
                    <a:pt x="13930" y="38750"/>
                  </a:lnTo>
                  <a:lnTo>
                    <a:pt x="8675" y="37790"/>
                  </a:lnTo>
                  <a:lnTo>
                    <a:pt x="7156" y="30800"/>
                  </a:lnTo>
                  <a:lnTo>
                    <a:pt x="5384" y="27310"/>
                  </a:lnTo>
                  <a:lnTo>
                    <a:pt x="1958" y="28569"/>
                  </a:lnTo>
                  <a:lnTo>
                    <a:pt x="904" y="27772"/>
                  </a:lnTo>
                  <a:lnTo>
                    <a:pt x="0" y="25293"/>
                  </a:lnTo>
                  <a:lnTo>
                    <a:pt x="477" y="23930"/>
                  </a:lnTo>
                  <a:lnTo>
                    <a:pt x="2670" y="24067"/>
                  </a:lnTo>
                  <a:lnTo>
                    <a:pt x="4194" y="22468"/>
                  </a:lnTo>
                  <a:lnTo>
                    <a:pt x="8527" y="13222"/>
                  </a:lnTo>
                  <a:lnTo>
                    <a:pt x="8650" y="11101"/>
                  </a:lnTo>
                  <a:lnTo>
                    <a:pt x="6690" y="9813"/>
                  </a:lnTo>
                  <a:lnTo>
                    <a:pt x="5597" y="10056"/>
                  </a:lnTo>
                  <a:lnTo>
                    <a:pt x="7634" y="2524"/>
                  </a:lnTo>
                  <a:lnTo>
                    <a:pt x="8026" y="1465"/>
                  </a:lnTo>
                  <a:lnTo>
                    <a:pt x="9881" y="554"/>
                  </a:lnTo>
                  <a:lnTo>
                    <a:pt x="1516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6" name="ph8606"/>
            <p:cNvSpPr/>
            <p:nvPr/>
          </p:nvSpPr>
          <p:spPr>
            <a:xfrm>
              <a:off x="10966782" y="2690577"/>
              <a:ext cx="21181" cy="11210"/>
            </a:xfrm>
            <a:custGeom>
              <a:avLst/>
              <a:pathLst>
                <a:path w="21181" h="11210">
                  <a:moveTo>
                    <a:pt x="20597" y="119"/>
                  </a:moveTo>
                  <a:lnTo>
                    <a:pt x="21181" y="2838"/>
                  </a:lnTo>
                  <a:lnTo>
                    <a:pt x="20458" y="4292"/>
                  </a:lnTo>
                  <a:lnTo>
                    <a:pt x="16145" y="3947"/>
                  </a:lnTo>
                  <a:lnTo>
                    <a:pt x="13404" y="2463"/>
                  </a:lnTo>
                  <a:lnTo>
                    <a:pt x="10938" y="2928"/>
                  </a:lnTo>
                  <a:lnTo>
                    <a:pt x="8758" y="6510"/>
                  </a:lnTo>
                  <a:lnTo>
                    <a:pt x="7789" y="10451"/>
                  </a:lnTo>
                  <a:lnTo>
                    <a:pt x="5419" y="11210"/>
                  </a:lnTo>
                  <a:lnTo>
                    <a:pt x="4298" y="9872"/>
                  </a:lnTo>
                  <a:lnTo>
                    <a:pt x="2601" y="9654"/>
                  </a:lnTo>
                  <a:lnTo>
                    <a:pt x="0" y="5894"/>
                  </a:lnTo>
                  <a:lnTo>
                    <a:pt x="394" y="3212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7" name="ph8607"/>
            <p:cNvSpPr/>
            <p:nvPr/>
          </p:nvSpPr>
          <p:spPr>
            <a:xfrm>
              <a:off x="10867424" y="2637470"/>
              <a:ext cx="34003" cy="29025"/>
            </a:xfrm>
            <a:custGeom>
              <a:avLst/>
              <a:pathLst>
                <a:path w="34003" h="29025">
                  <a:moveTo>
                    <a:pt x="13303" y="1197"/>
                  </a:moveTo>
                  <a:lnTo>
                    <a:pt x="10404" y="2725"/>
                  </a:lnTo>
                  <a:lnTo>
                    <a:pt x="13178" y="7940"/>
                  </a:lnTo>
                  <a:lnTo>
                    <a:pt x="15403" y="6413"/>
                  </a:lnTo>
                  <a:lnTo>
                    <a:pt x="20636" y="9691"/>
                  </a:lnTo>
                  <a:lnTo>
                    <a:pt x="28729" y="13508"/>
                  </a:lnTo>
                  <a:lnTo>
                    <a:pt x="34003" y="20903"/>
                  </a:lnTo>
                  <a:lnTo>
                    <a:pt x="32117" y="22018"/>
                  </a:lnTo>
                  <a:lnTo>
                    <a:pt x="16494" y="21122"/>
                  </a:lnTo>
                  <a:lnTo>
                    <a:pt x="19238" y="26454"/>
                  </a:lnTo>
                  <a:lnTo>
                    <a:pt x="13165" y="28131"/>
                  </a:lnTo>
                  <a:lnTo>
                    <a:pt x="12693" y="27219"/>
                  </a:lnTo>
                  <a:lnTo>
                    <a:pt x="5338" y="25599"/>
                  </a:lnTo>
                  <a:lnTo>
                    <a:pt x="5828" y="28461"/>
                  </a:lnTo>
                  <a:lnTo>
                    <a:pt x="5920" y="29025"/>
                  </a:lnTo>
                  <a:lnTo>
                    <a:pt x="1650" y="26850"/>
                  </a:lnTo>
                  <a:lnTo>
                    <a:pt x="1287" y="23465"/>
                  </a:lnTo>
                  <a:lnTo>
                    <a:pt x="3522" y="20796"/>
                  </a:lnTo>
                  <a:lnTo>
                    <a:pt x="5884" y="20549"/>
                  </a:lnTo>
                  <a:lnTo>
                    <a:pt x="7711" y="19389"/>
                  </a:lnTo>
                  <a:lnTo>
                    <a:pt x="5243" y="14368"/>
                  </a:lnTo>
                  <a:lnTo>
                    <a:pt x="0" y="8875"/>
                  </a:lnTo>
                  <a:lnTo>
                    <a:pt x="3879" y="5546"/>
                  </a:lnTo>
                  <a:lnTo>
                    <a:pt x="8674" y="6496"/>
                  </a:lnTo>
                  <a:lnTo>
                    <a:pt x="8307" y="3006"/>
                  </a:lnTo>
                  <a:lnTo>
                    <a:pt x="1257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8" name="ph8608"/>
            <p:cNvSpPr/>
            <p:nvPr/>
          </p:nvSpPr>
          <p:spPr>
            <a:xfrm>
              <a:off x="10801577" y="2605343"/>
              <a:ext cx="73557" cy="100453"/>
            </a:xfrm>
            <a:custGeom>
              <a:avLst/>
              <a:pathLst>
                <a:path w="73557" h="100453">
                  <a:moveTo>
                    <a:pt x="47053" y="2591"/>
                  </a:moveTo>
                  <a:lnTo>
                    <a:pt x="51680" y="10179"/>
                  </a:lnTo>
                  <a:lnTo>
                    <a:pt x="51660" y="14032"/>
                  </a:lnTo>
                  <a:lnTo>
                    <a:pt x="57283" y="15061"/>
                  </a:lnTo>
                  <a:lnTo>
                    <a:pt x="59420" y="16796"/>
                  </a:lnTo>
                  <a:lnTo>
                    <a:pt x="57269" y="21304"/>
                  </a:lnTo>
                  <a:lnTo>
                    <a:pt x="63211" y="26088"/>
                  </a:lnTo>
                  <a:lnTo>
                    <a:pt x="61864" y="26984"/>
                  </a:lnTo>
                  <a:lnTo>
                    <a:pt x="64921" y="29950"/>
                  </a:lnTo>
                  <a:lnTo>
                    <a:pt x="56789" y="30668"/>
                  </a:lnTo>
                  <a:lnTo>
                    <a:pt x="59974" y="33887"/>
                  </a:lnTo>
                  <a:lnTo>
                    <a:pt x="63118" y="38494"/>
                  </a:lnTo>
                  <a:lnTo>
                    <a:pt x="64009" y="40187"/>
                  </a:lnTo>
                  <a:lnTo>
                    <a:pt x="63154" y="40481"/>
                  </a:lnTo>
                  <a:lnTo>
                    <a:pt x="63851" y="41500"/>
                  </a:lnTo>
                  <a:lnTo>
                    <a:pt x="65846" y="41003"/>
                  </a:lnTo>
                  <a:lnTo>
                    <a:pt x="71089" y="46495"/>
                  </a:lnTo>
                  <a:lnTo>
                    <a:pt x="73557" y="51516"/>
                  </a:lnTo>
                  <a:lnTo>
                    <a:pt x="71730" y="52676"/>
                  </a:lnTo>
                  <a:lnTo>
                    <a:pt x="69368" y="52923"/>
                  </a:lnTo>
                  <a:lnTo>
                    <a:pt x="67133" y="55592"/>
                  </a:lnTo>
                  <a:lnTo>
                    <a:pt x="67496" y="58977"/>
                  </a:lnTo>
                  <a:lnTo>
                    <a:pt x="71766" y="61152"/>
                  </a:lnTo>
                  <a:lnTo>
                    <a:pt x="71675" y="60588"/>
                  </a:lnTo>
                  <a:lnTo>
                    <a:pt x="72392" y="60661"/>
                  </a:lnTo>
                  <a:lnTo>
                    <a:pt x="72523" y="63147"/>
                  </a:lnTo>
                  <a:lnTo>
                    <a:pt x="68314" y="67381"/>
                  </a:lnTo>
                  <a:lnTo>
                    <a:pt x="69288" y="70821"/>
                  </a:lnTo>
                  <a:lnTo>
                    <a:pt x="67669" y="77136"/>
                  </a:lnTo>
                  <a:lnTo>
                    <a:pt x="71025" y="78112"/>
                  </a:lnTo>
                  <a:lnTo>
                    <a:pt x="70374" y="82808"/>
                  </a:lnTo>
                  <a:lnTo>
                    <a:pt x="66465" y="84640"/>
                  </a:lnTo>
                  <a:lnTo>
                    <a:pt x="66755" y="81751"/>
                  </a:lnTo>
                  <a:lnTo>
                    <a:pt x="65295" y="79683"/>
                  </a:lnTo>
                  <a:lnTo>
                    <a:pt x="63958" y="79718"/>
                  </a:lnTo>
                  <a:lnTo>
                    <a:pt x="63209" y="80260"/>
                  </a:lnTo>
                  <a:lnTo>
                    <a:pt x="64540" y="82139"/>
                  </a:lnTo>
                  <a:lnTo>
                    <a:pt x="65420" y="85628"/>
                  </a:lnTo>
                  <a:lnTo>
                    <a:pt x="65028" y="86022"/>
                  </a:lnTo>
                  <a:lnTo>
                    <a:pt x="63766" y="86646"/>
                  </a:lnTo>
                  <a:lnTo>
                    <a:pt x="61599" y="83758"/>
                  </a:lnTo>
                  <a:lnTo>
                    <a:pt x="59464" y="87502"/>
                  </a:lnTo>
                  <a:lnTo>
                    <a:pt x="55449" y="87465"/>
                  </a:lnTo>
                  <a:lnTo>
                    <a:pt x="53494" y="89841"/>
                  </a:lnTo>
                  <a:lnTo>
                    <a:pt x="49365" y="92261"/>
                  </a:lnTo>
                  <a:lnTo>
                    <a:pt x="40779" y="86759"/>
                  </a:lnTo>
                  <a:lnTo>
                    <a:pt x="40067" y="89220"/>
                  </a:lnTo>
                  <a:lnTo>
                    <a:pt x="40204" y="92507"/>
                  </a:lnTo>
                  <a:lnTo>
                    <a:pt x="33945" y="94256"/>
                  </a:lnTo>
                  <a:lnTo>
                    <a:pt x="37760" y="97445"/>
                  </a:lnTo>
                  <a:lnTo>
                    <a:pt x="37087" y="100453"/>
                  </a:lnTo>
                  <a:lnTo>
                    <a:pt x="28288" y="93517"/>
                  </a:lnTo>
                  <a:lnTo>
                    <a:pt x="25327" y="89648"/>
                  </a:lnTo>
                  <a:lnTo>
                    <a:pt x="27266" y="87217"/>
                  </a:lnTo>
                  <a:lnTo>
                    <a:pt x="24710" y="80746"/>
                  </a:lnTo>
                  <a:lnTo>
                    <a:pt x="25484" y="73774"/>
                  </a:lnTo>
                  <a:lnTo>
                    <a:pt x="22381" y="67741"/>
                  </a:lnTo>
                  <a:lnTo>
                    <a:pt x="21935" y="67198"/>
                  </a:lnTo>
                  <a:lnTo>
                    <a:pt x="17948" y="67565"/>
                  </a:lnTo>
                  <a:lnTo>
                    <a:pt x="14160" y="61226"/>
                  </a:lnTo>
                  <a:lnTo>
                    <a:pt x="11639" y="60927"/>
                  </a:lnTo>
                  <a:lnTo>
                    <a:pt x="9278" y="64324"/>
                  </a:lnTo>
                  <a:lnTo>
                    <a:pt x="8045" y="64072"/>
                  </a:lnTo>
                  <a:lnTo>
                    <a:pt x="6677" y="63885"/>
                  </a:lnTo>
                  <a:lnTo>
                    <a:pt x="1583" y="58369"/>
                  </a:lnTo>
                  <a:lnTo>
                    <a:pt x="3065" y="47418"/>
                  </a:lnTo>
                  <a:lnTo>
                    <a:pt x="0" y="46642"/>
                  </a:lnTo>
                  <a:lnTo>
                    <a:pt x="5396" y="41054"/>
                  </a:lnTo>
                  <a:lnTo>
                    <a:pt x="6585" y="40968"/>
                  </a:lnTo>
                  <a:lnTo>
                    <a:pt x="6228" y="42501"/>
                  </a:lnTo>
                  <a:lnTo>
                    <a:pt x="7274" y="43577"/>
                  </a:lnTo>
                  <a:lnTo>
                    <a:pt x="12718" y="44062"/>
                  </a:lnTo>
                  <a:lnTo>
                    <a:pt x="17669" y="45665"/>
                  </a:lnTo>
                  <a:lnTo>
                    <a:pt x="22549" y="45031"/>
                  </a:lnTo>
                  <a:lnTo>
                    <a:pt x="23085" y="43676"/>
                  </a:lnTo>
                  <a:lnTo>
                    <a:pt x="25353" y="43749"/>
                  </a:lnTo>
                  <a:lnTo>
                    <a:pt x="30056" y="48338"/>
                  </a:lnTo>
                  <a:lnTo>
                    <a:pt x="34991" y="51805"/>
                  </a:lnTo>
                  <a:lnTo>
                    <a:pt x="34519" y="57306"/>
                  </a:lnTo>
                  <a:lnTo>
                    <a:pt x="37360" y="59780"/>
                  </a:lnTo>
                  <a:lnTo>
                    <a:pt x="42061" y="60508"/>
                  </a:lnTo>
                  <a:lnTo>
                    <a:pt x="43168" y="56786"/>
                  </a:lnTo>
                  <a:lnTo>
                    <a:pt x="48840" y="47619"/>
                  </a:lnTo>
                  <a:lnTo>
                    <a:pt x="50489" y="43473"/>
                  </a:lnTo>
                  <a:lnTo>
                    <a:pt x="47599" y="40780"/>
                  </a:lnTo>
                  <a:lnTo>
                    <a:pt x="45327" y="43725"/>
                  </a:lnTo>
                  <a:lnTo>
                    <a:pt x="41428" y="38687"/>
                  </a:lnTo>
                  <a:lnTo>
                    <a:pt x="38902" y="37823"/>
                  </a:lnTo>
                  <a:lnTo>
                    <a:pt x="34984" y="44207"/>
                  </a:lnTo>
                  <a:lnTo>
                    <a:pt x="28336" y="41583"/>
                  </a:lnTo>
                  <a:lnTo>
                    <a:pt x="31676" y="34997"/>
                  </a:lnTo>
                  <a:lnTo>
                    <a:pt x="31093" y="34747"/>
                  </a:lnTo>
                  <a:lnTo>
                    <a:pt x="22810" y="37855"/>
                  </a:lnTo>
                  <a:lnTo>
                    <a:pt x="27170" y="40238"/>
                  </a:lnTo>
                  <a:lnTo>
                    <a:pt x="26059" y="43276"/>
                  </a:lnTo>
                  <a:lnTo>
                    <a:pt x="18206" y="40321"/>
                  </a:lnTo>
                  <a:lnTo>
                    <a:pt x="18157" y="34765"/>
                  </a:lnTo>
                  <a:lnTo>
                    <a:pt x="15491" y="36009"/>
                  </a:lnTo>
                  <a:lnTo>
                    <a:pt x="9660" y="36389"/>
                  </a:lnTo>
                  <a:lnTo>
                    <a:pt x="7708" y="35146"/>
                  </a:lnTo>
                  <a:lnTo>
                    <a:pt x="7852" y="33184"/>
                  </a:lnTo>
                  <a:lnTo>
                    <a:pt x="9088" y="30326"/>
                  </a:lnTo>
                  <a:lnTo>
                    <a:pt x="10185" y="31847"/>
                  </a:lnTo>
                  <a:lnTo>
                    <a:pt x="18233" y="33224"/>
                  </a:lnTo>
                  <a:lnTo>
                    <a:pt x="18966" y="31064"/>
                  </a:lnTo>
                  <a:lnTo>
                    <a:pt x="20768" y="29894"/>
                  </a:lnTo>
                  <a:lnTo>
                    <a:pt x="23113" y="31521"/>
                  </a:lnTo>
                  <a:lnTo>
                    <a:pt x="29085" y="28856"/>
                  </a:lnTo>
                  <a:lnTo>
                    <a:pt x="29182" y="24890"/>
                  </a:lnTo>
                  <a:lnTo>
                    <a:pt x="26728" y="19149"/>
                  </a:lnTo>
                  <a:lnTo>
                    <a:pt x="26856" y="18188"/>
                  </a:lnTo>
                  <a:lnTo>
                    <a:pt x="29530" y="17966"/>
                  </a:lnTo>
                  <a:lnTo>
                    <a:pt x="30491" y="11411"/>
                  </a:lnTo>
                  <a:lnTo>
                    <a:pt x="35209" y="12420"/>
                  </a:lnTo>
                  <a:lnTo>
                    <a:pt x="36107" y="6774"/>
                  </a:lnTo>
                  <a:lnTo>
                    <a:pt x="38801" y="6534"/>
                  </a:lnTo>
                  <a:lnTo>
                    <a:pt x="4327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9" name="ph8609"/>
            <p:cNvSpPr/>
            <p:nvPr/>
          </p:nvSpPr>
          <p:spPr>
            <a:xfrm>
              <a:off x="10869247" y="2658374"/>
              <a:ext cx="43622" cy="34732"/>
            </a:xfrm>
            <a:custGeom>
              <a:avLst/>
              <a:pathLst>
                <a:path w="43622" h="34732">
                  <a:moveTo>
                    <a:pt x="38297" y="117"/>
                  </a:moveTo>
                  <a:lnTo>
                    <a:pt x="38008" y="754"/>
                  </a:lnTo>
                  <a:lnTo>
                    <a:pt x="42889" y="4428"/>
                  </a:lnTo>
                  <a:lnTo>
                    <a:pt x="43622" y="6668"/>
                  </a:lnTo>
                  <a:lnTo>
                    <a:pt x="43110" y="7525"/>
                  </a:lnTo>
                  <a:lnTo>
                    <a:pt x="40614" y="8027"/>
                  </a:lnTo>
                  <a:lnTo>
                    <a:pt x="42236" y="12778"/>
                  </a:lnTo>
                  <a:lnTo>
                    <a:pt x="40035" y="14519"/>
                  </a:lnTo>
                  <a:lnTo>
                    <a:pt x="35603" y="13962"/>
                  </a:lnTo>
                  <a:lnTo>
                    <a:pt x="30675" y="15930"/>
                  </a:lnTo>
                  <a:lnTo>
                    <a:pt x="32796" y="25827"/>
                  </a:lnTo>
                  <a:lnTo>
                    <a:pt x="31056" y="26821"/>
                  </a:lnTo>
                  <a:lnTo>
                    <a:pt x="30370" y="25157"/>
                  </a:lnTo>
                  <a:lnTo>
                    <a:pt x="25516" y="26295"/>
                  </a:lnTo>
                  <a:lnTo>
                    <a:pt x="23963" y="25639"/>
                  </a:lnTo>
                  <a:lnTo>
                    <a:pt x="23319" y="24049"/>
                  </a:lnTo>
                  <a:lnTo>
                    <a:pt x="21108" y="24771"/>
                  </a:lnTo>
                  <a:lnTo>
                    <a:pt x="19945" y="29061"/>
                  </a:lnTo>
                  <a:lnTo>
                    <a:pt x="16600" y="33978"/>
                  </a:lnTo>
                  <a:lnTo>
                    <a:pt x="15296" y="34732"/>
                  </a:lnTo>
                  <a:lnTo>
                    <a:pt x="13037" y="31961"/>
                  </a:lnTo>
                  <a:lnTo>
                    <a:pt x="11209" y="30912"/>
                  </a:lnTo>
                  <a:lnTo>
                    <a:pt x="3516" y="29762"/>
                  </a:lnTo>
                  <a:lnTo>
                    <a:pt x="2705" y="29777"/>
                  </a:lnTo>
                  <a:lnTo>
                    <a:pt x="3356" y="25082"/>
                  </a:lnTo>
                  <a:lnTo>
                    <a:pt x="0" y="24106"/>
                  </a:lnTo>
                  <a:lnTo>
                    <a:pt x="1619" y="17791"/>
                  </a:lnTo>
                  <a:lnTo>
                    <a:pt x="645" y="14350"/>
                  </a:lnTo>
                  <a:lnTo>
                    <a:pt x="4854" y="10116"/>
                  </a:lnTo>
                  <a:lnTo>
                    <a:pt x="4723" y="7630"/>
                  </a:lnTo>
                  <a:lnTo>
                    <a:pt x="4005" y="7557"/>
                  </a:lnTo>
                  <a:lnTo>
                    <a:pt x="3515" y="4695"/>
                  </a:lnTo>
                  <a:lnTo>
                    <a:pt x="10870" y="6316"/>
                  </a:lnTo>
                  <a:lnTo>
                    <a:pt x="11341" y="7228"/>
                  </a:lnTo>
                  <a:lnTo>
                    <a:pt x="17414" y="5550"/>
                  </a:lnTo>
                  <a:lnTo>
                    <a:pt x="14671" y="218"/>
                  </a:lnTo>
                  <a:lnTo>
                    <a:pt x="30294" y="1114"/>
                  </a:lnTo>
                  <a:lnTo>
                    <a:pt x="3218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0" name="ph8610"/>
            <p:cNvSpPr/>
            <p:nvPr/>
          </p:nvSpPr>
          <p:spPr>
            <a:xfrm>
              <a:off x="10678888" y="2547785"/>
              <a:ext cx="76050" cy="44945"/>
            </a:xfrm>
            <a:custGeom>
              <a:avLst/>
              <a:pathLst>
                <a:path w="76050" h="44945">
                  <a:moveTo>
                    <a:pt x="15644" y="1847"/>
                  </a:moveTo>
                  <a:lnTo>
                    <a:pt x="21830" y="2096"/>
                  </a:lnTo>
                  <a:lnTo>
                    <a:pt x="27556" y="4781"/>
                  </a:lnTo>
                  <a:lnTo>
                    <a:pt x="29111" y="9391"/>
                  </a:lnTo>
                  <a:lnTo>
                    <a:pt x="28084" y="13315"/>
                  </a:lnTo>
                  <a:lnTo>
                    <a:pt x="34152" y="14060"/>
                  </a:lnTo>
                  <a:lnTo>
                    <a:pt x="34693" y="11162"/>
                  </a:lnTo>
                  <a:lnTo>
                    <a:pt x="33540" y="10852"/>
                  </a:lnTo>
                  <a:lnTo>
                    <a:pt x="34045" y="8225"/>
                  </a:lnTo>
                  <a:lnTo>
                    <a:pt x="36904" y="8179"/>
                  </a:lnTo>
                  <a:lnTo>
                    <a:pt x="36984" y="13068"/>
                  </a:lnTo>
                  <a:lnTo>
                    <a:pt x="39775" y="12985"/>
                  </a:lnTo>
                  <a:lnTo>
                    <a:pt x="40519" y="9332"/>
                  </a:lnTo>
                  <a:lnTo>
                    <a:pt x="43189" y="9021"/>
                  </a:lnTo>
                  <a:lnTo>
                    <a:pt x="47264" y="9975"/>
                  </a:lnTo>
                  <a:lnTo>
                    <a:pt x="47026" y="4422"/>
                  </a:lnTo>
                  <a:lnTo>
                    <a:pt x="52656" y="4892"/>
                  </a:lnTo>
                  <a:lnTo>
                    <a:pt x="52791" y="6442"/>
                  </a:lnTo>
                  <a:lnTo>
                    <a:pt x="51654" y="6661"/>
                  </a:lnTo>
                  <a:lnTo>
                    <a:pt x="49167" y="8783"/>
                  </a:lnTo>
                  <a:lnTo>
                    <a:pt x="62025" y="9466"/>
                  </a:lnTo>
                  <a:lnTo>
                    <a:pt x="73259" y="12597"/>
                  </a:lnTo>
                  <a:lnTo>
                    <a:pt x="73059" y="15487"/>
                  </a:lnTo>
                  <a:lnTo>
                    <a:pt x="73945" y="15514"/>
                  </a:lnTo>
                  <a:lnTo>
                    <a:pt x="74008" y="14887"/>
                  </a:lnTo>
                  <a:lnTo>
                    <a:pt x="76050" y="15340"/>
                  </a:lnTo>
                  <a:lnTo>
                    <a:pt x="75393" y="17227"/>
                  </a:lnTo>
                  <a:lnTo>
                    <a:pt x="71008" y="17658"/>
                  </a:lnTo>
                  <a:lnTo>
                    <a:pt x="63507" y="21656"/>
                  </a:lnTo>
                  <a:lnTo>
                    <a:pt x="62558" y="23114"/>
                  </a:lnTo>
                  <a:lnTo>
                    <a:pt x="61650" y="27601"/>
                  </a:lnTo>
                  <a:lnTo>
                    <a:pt x="62144" y="28665"/>
                  </a:lnTo>
                  <a:lnTo>
                    <a:pt x="56683" y="32091"/>
                  </a:lnTo>
                  <a:lnTo>
                    <a:pt x="51000" y="30104"/>
                  </a:lnTo>
                  <a:lnTo>
                    <a:pt x="52442" y="35371"/>
                  </a:lnTo>
                  <a:lnTo>
                    <a:pt x="40237" y="41511"/>
                  </a:lnTo>
                  <a:lnTo>
                    <a:pt x="41564" y="43608"/>
                  </a:lnTo>
                  <a:lnTo>
                    <a:pt x="40071" y="44162"/>
                  </a:lnTo>
                  <a:lnTo>
                    <a:pt x="37448" y="42788"/>
                  </a:lnTo>
                  <a:lnTo>
                    <a:pt x="37290" y="44188"/>
                  </a:lnTo>
                  <a:lnTo>
                    <a:pt x="36291" y="44945"/>
                  </a:lnTo>
                  <a:lnTo>
                    <a:pt x="33190" y="42260"/>
                  </a:lnTo>
                  <a:lnTo>
                    <a:pt x="33774" y="39445"/>
                  </a:lnTo>
                  <a:lnTo>
                    <a:pt x="32341" y="31792"/>
                  </a:lnTo>
                  <a:lnTo>
                    <a:pt x="19423" y="25272"/>
                  </a:lnTo>
                  <a:lnTo>
                    <a:pt x="15726" y="24474"/>
                  </a:lnTo>
                  <a:lnTo>
                    <a:pt x="17533" y="22117"/>
                  </a:lnTo>
                  <a:lnTo>
                    <a:pt x="10695" y="17879"/>
                  </a:lnTo>
                  <a:lnTo>
                    <a:pt x="1867" y="18597"/>
                  </a:lnTo>
                  <a:lnTo>
                    <a:pt x="0" y="18582"/>
                  </a:lnTo>
                  <a:lnTo>
                    <a:pt x="949" y="14215"/>
                  </a:lnTo>
                  <a:lnTo>
                    <a:pt x="5186" y="10768"/>
                  </a:lnTo>
                  <a:lnTo>
                    <a:pt x="7720" y="10903"/>
                  </a:lnTo>
                  <a:lnTo>
                    <a:pt x="6222" y="1455"/>
                  </a:lnTo>
                  <a:lnTo>
                    <a:pt x="1448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1" name="ph8611"/>
            <p:cNvSpPr/>
            <p:nvPr/>
          </p:nvSpPr>
          <p:spPr>
            <a:xfrm>
              <a:off x="10694370" y="2602464"/>
              <a:ext cx="42150" cy="43254"/>
            </a:xfrm>
            <a:custGeom>
              <a:avLst/>
              <a:pathLst>
                <a:path w="42150" h="43254">
                  <a:moveTo>
                    <a:pt x="39956" y="5476"/>
                  </a:moveTo>
                  <a:lnTo>
                    <a:pt x="39469" y="7053"/>
                  </a:lnTo>
                  <a:lnTo>
                    <a:pt x="41757" y="6728"/>
                  </a:lnTo>
                  <a:lnTo>
                    <a:pt x="42150" y="21892"/>
                  </a:lnTo>
                  <a:lnTo>
                    <a:pt x="36823" y="29252"/>
                  </a:lnTo>
                  <a:lnTo>
                    <a:pt x="32215" y="33309"/>
                  </a:lnTo>
                  <a:lnTo>
                    <a:pt x="26654" y="34560"/>
                  </a:lnTo>
                  <a:lnTo>
                    <a:pt x="26320" y="41616"/>
                  </a:lnTo>
                  <a:lnTo>
                    <a:pt x="25277" y="43254"/>
                  </a:lnTo>
                  <a:lnTo>
                    <a:pt x="22504" y="41478"/>
                  </a:lnTo>
                  <a:lnTo>
                    <a:pt x="19248" y="37966"/>
                  </a:lnTo>
                  <a:lnTo>
                    <a:pt x="19259" y="36085"/>
                  </a:lnTo>
                  <a:lnTo>
                    <a:pt x="14989" y="33896"/>
                  </a:lnTo>
                  <a:lnTo>
                    <a:pt x="3237" y="33964"/>
                  </a:lnTo>
                  <a:lnTo>
                    <a:pt x="2111" y="31042"/>
                  </a:lnTo>
                  <a:lnTo>
                    <a:pt x="5088" y="27089"/>
                  </a:lnTo>
                  <a:lnTo>
                    <a:pt x="1911" y="24808"/>
                  </a:lnTo>
                  <a:lnTo>
                    <a:pt x="0" y="21954"/>
                  </a:lnTo>
                  <a:lnTo>
                    <a:pt x="3626" y="17527"/>
                  </a:lnTo>
                  <a:lnTo>
                    <a:pt x="7286" y="15723"/>
                  </a:lnTo>
                  <a:lnTo>
                    <a:pt x="16864" y="13689"/>
                  </a:lnTo>
                  <a:lnTo>
                    <a:pt x="18048" y="12521"/>
                  </a:lnTo>
                  <a:lnTo>
                    <a:pt x="18405" y="10939"/>
                  </a:lnTo>
                  <a:lnTo>
                    <a:pt x="17176" y="7413"/>
                  </a:lnTo>
                  <a:lnTo>
                    <a:pt x="28054" y="6512"/>
                  </a:lnTo>
                  <a:lnTo>
                    <a:pt x="28394" y="1950"/>
                  </a:lnTo>
                  <a:lnTo>
                    <a:pt x="30540" y="489"/>
                  </a:lnTo>
                  <a:lnTo>
                    <a:pt x="339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2" name="ph8612"/>
            <p:cNvSpPr/>
            <p:nvPr/>
          </p:nvSpPr>
          <p:spPr>
            <a:xfrm>
              <a:off x="10777432" y="2497723"/>
              <a:ext cx="65945" cy="96640"/>
            </a:xfrm>
            <a:custGeom>
              <a:avLst/>
              <a:pathLst>
                <a:path w="65945" h="96640">
                  <a:moveTo>
                    <a:pt x="44141" y="343"/>
                  </a:moveTo>
                  <a:lnTo>
                    <a:pt x="41823" y="7104"/>
                  </a:lnTo>
                  <a:lnTo>
                    <a:pt x="55518" y="9181"/>
                  </a:lnTo>
                  <a:lnTo>
                    <a:pt x="54916" y="12971"/>
                  </a:lnTo>
                  <a:lnTo>
                    <a:pt x="53976" y="12885"/>
                  </a:lnTo>
                  <a:lnTo>
                    <a:pt x="54388" y="21743"/>
                  </a:lnTo>
                  <a:lnTo>
                    <a:pt x="59547" y="22249"/>
                  </a:lnTo>
                  <a:lnTo>
                    <a:pt x="59516" y="25138"/>
                  </a:lnTo>
                  <a:lnTo>
                    <a:pt x="65945" y="29050"/>
                  </a:lnTo>
                  <a:lnTo>
                    <a:pt x="57681" y="35373"/>
                  </a:lnTo>
                  <a:lnTo>
                    <a:pt x="56560" y="35136"/>
                  </a:lnTo>
                  <a:lnTo>
                    <a:pt x="55146" y="39597"/>
                  </a:lnTo>
                  <a:lnTo>
                    <a:pt x="55289" y="46610"/>
                  </a:lnTo>
                  <a:lnTo>
                    <a:pt x="62570" y="46372"/>
                  </a:lnTo>
                  <a:lnTo>
                    <a:pt x="64358" y="57463"/>
                  </a:lnTo>
                  <a:lnTo>
                    <a:pt x="56463" y="64893"/>
                  </a:lnTo>
                  <a:lnTo>
                    <a:pt x="57348" y="66252"/>
                  </a:lnTo>
                  <a:lnTo>
                    <a:pt x="65295" y="69157"/>
                  </a:lnTo>
                  <a:lnTo>
                    <a:pt x="61978" y="82700"/>
                  </a:lnTo>
                  <a:lnTo>
                    <a:pt x="58582" y="87431"/>
                  </a:lnTo>
                  <a:lnTo>
                    <a:pt x="57042" y="89573"/>
                  </a:lnTo>
                  <a:lnTo>
                    <a:pt x="55070" y="95928"/>
                  </a:lnTo>
                  <a:lnTo>
                    <a:pt x="51108" y="89832"/>
                  </a:lnTo>
                  <a:lnTo>
                    <a:pt x="46732" y="93305"/>
                  </a:lnTo>
                  <a:lnTo>
                    <a:pt x="42261" y="89502"/>
                  </a:lnTo>
                  <a:lnTo>
                    <a:pt x="40290" y="92499"/>
                  </a:lnTo>
                  <a:lnTo>
                    <a:pt x="37363" y="91192"/>
                  </a:lnTo>
                  <a:lnTo>
                    <a:pt x="35170" y="86786"/>
                  </a:lnTo>
                  <a:lnTo>
                    <a:pt x="32468" y="85069"/>
                  </a:lnTo>
                  <a:lnTo>
                    <a:pt x="30972" y="85311"/>
                  </a:lnTo>
                  <a:lnTo>
                    <a:pt x="30606" y="87211"/>
                  </a:lnTo>
                  <a:lnTo>
                    <a:pt x="33507" y="94964"/>
                  </a:lnTo>
                  <a:lnTo>
                    <a:pt x="32191" y="96640"/>
                  </a:lnTo>
                  <a:lnTo>
                    <a:pt x="28627" y="93577"/>
                  </a:lnTo>
                  <a:lnTo>
                    <a:pt x="26779" y="93122"/>
                  </a:lnTo>
                  <a:lnTo>
                    <a:pt x="24576" y="93453"/>
                  </a:lnTo>
                  <a:lnTo>
                    <a:pt x="21957" y="96353"/>
                  </a:lnTo>
                  <a:lnTo>
                    <a:pt x="16558" y="90993"/>
                  </a:lnTo>
                  <a:lnTo>
                    <a:pt x="8498" y="88883"/>
                  </a:lnTo>
                  <a:lnTo>
                    <a:pt x="8185" y="89846"/>
                  </a:lnTo>
                  <a:lnTo>
                    <a:pt x="5308" y="89336"/>
                  </a:lnTo>
                  <a:lnTo>
                    <a:pt x="3544" y="89124"/>
                  </a:lnTo>
                  <a:lnTo>
                    <a:pt x="3888" y="87264"/>
                  </a:lnTo>
                  <a:lnTo>
                    <a:pt x="5417" y="87471"/>
                  </a:lnTo>
                  <a:lnTo>
                    <a:pt x="4117" y="85094"/>
                  </a:lnTo>
                  <a:lnTo>
                    <a:pt x="0" y="87395"/>
                  </a:lnTo>
                  <a:lnTo>
                    <a:pt x="1375" y="77009"/>
                  </a:lnTo>
                  <a:lnTo>
                    <a:pt x="5727" y="67051"/>
                  </a:lnTo>
                  <a:lnTo>
                    <a:pt x="5578" y="65990"/>
                  </a:lnTo>
                  <a:lnTo>
                    <a:pt x="2331" y="64217"/>
                  </a:lnTo>
                  <a:lnTo>
                    <a:pt x="1665" y="61841"/>
                  </a:lnTo>
                  <a:lnTo>
                    <a:pt x="6774" y="61443"/>
                  </a:lnTo>
                  <a:lnTo>
                    <a:pt x="5696" y="55008"/>
                  </a:lnTo>
                  <a:lnTo>
                    <a:pt x="8070" y="55005"/>
                  </a:lnTo>
                  <a:lnTo>
                    <a:pt x="6286" y="44667"/>
                  </a:lnTo>
                  <a:lnTo>
                    <a:pt x="5828" y="40408"/>
                  </a:lnTo>
                  <a:lnTo>
                    <a:pt x="13695" y="38604"/>
                  </a:lnTo>
                  <a:lnTo>
                    <a:pt x="14603" y="37046"/>
                  </a:lnTo>
                  <a:lnTo>
                    <a:pt x="11568" y="25466"/>
                  </a:lnTo>
                  <a:lnTo>
                    <a:pt x="13728" y="24887"/>
                  </a:lnTo>
                  <a:lnTo>
                    <a:pt x="14258" y="14091"/>
                  </a:lnTo>
                  <a:lnTo>
                    <a:pt x="30574" y="17676"/>
                  </a:lnTo>
                  <a:lnTo>
                    <a:pt x="31434" y="13749"/>
                  </a:lnTo>
                  <a:lnTo>
                    <a:pt x="27021" y="14588"/>
                  </a:lnTo>
                  <a:lnTo>
                    <a:pt x="25759" y="5529"/>
                  </a:lnTo>
                  <a:lnTo>
                    <a:pt x="30448" y="6216"/>
                  </a:lnTo>
                  <a:lnTo>
                    <a:pt x="33239" y="5964"/>
                  </a:lnTo>
                  <a:lnTo>
                    <a:pt x="36224" y="52"/>
                  </a:lnTo>
                  <a:lnTo>
                    <a:pt x="42639" y="1453"/>
                  </a:lnTo>
                  <a:lnTo>
                    <a:pt x="4283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3" name="ph8613"/>
            <p:cNvSpPr/>
            <p:nvPr/>
          </p:nvSpPr>
          <p:spPr>
            <a:xfrm>
              <a:off x="10991266" y="2605831"/>
              <a:ext cx="39959" cy="48918"/>
            </a:xfrm>
            <a:custGeom>
              <a:avLst/>
              <a:pathLst>
                <a:path w="39959" h="48918">
                  <a:moveTo>
                    <a:pt x="11632" y="2893"/>
                  </a:moveTo>
                  <a:lnTo>
                    <a:pt x="24310" y="8371"/>
                  </a:lnTo>
                  <a:lnTo>
                    <a:pt x="34604" y="15713"/>
                  </a:lnTo>
                  <a:lnTo>
                    <a:pt x="39959" y="14747"/>
                  </a:lnTo>
                  <a:lnTo>
                    <a:pt x="37959" y="17291"/>
                  </a:lnTo>
                  <a:lnTo>
                    <a:pt x="39035" y="18700"/>
                  </a:lnTo>
                  <a:lnTo>
                    <a:pt x="38957" y="21356"/>
                  </a:lnTo>
                  <a:lnTo>
                    <a:pt x="36905" y="22289"/>
                  </a:lnTo>
                  <a:lnTo>
                    <a:pt x="28660" y="29018"/>
                  </a:lnTo>
                  <a:lnTo>
                    <a:pt x="27593" y="39549"/>
                  </a:lnTo>
                  <a:lnTo>
                    <a:pt x="24970" y="48239"/>
                  </a:lnTo>
                  <a:lnTo>
                    <a:pt x="22278" y="48803"/>
                  </a:lnTo>
                  <a:lnTo>
                    <a:pt x="19030" y="46620"/>
                  </a:lnTo>
                  <a:lnTo>
                    <a:pt x="15906" y="48918"/>
                  </a:lnTo>
                  <a:lnTo>
                    <a:pt x="14611" y="48140"/>
                  </a:lnTo>
                  <a:lnTo>
                    <a:pt x="14970" y="43587"/>
                  </a:lnTo>
                  <a:lnTo>
                    <a:pt x="17261" y="39799"/>
                  </a:lnTo>
                  <a:lnTo>
                    <a:pt x="20956" y="38917"/>
                  </a:lnTo>
                  <a:lnTo>
                    <a:pt x="22323" y="36317"/>
                  </a:lnTo>
                  <a:lnTo>
                    <a:pt x="20730" y="33658"/>
                  </a:lnTo>
                  <a:lnTo>
                    <a:pt x="19857" y="29445"/>
                  </a:lnTo>
                  <a:lnTo>
                    <a:pt x="20575" y="26236"/>
                  </a:lnTo>
                  <a:lnTo>
                    <a:pt x="19237" y="25250"/>
                  </a:lnTo>
                  <a:lnTo>
                    <a:pt x="19180" y="22423"/>
                  </a:lnTo>
                  <a:lnTo>
                    <a:pt x="12682" y="21830"/>
                  </a:lnTo>
                  <a:lnTo>
                    <a:pt x="2547" y="18891"/>
                  </a:lnTo>
                  <a:lnTo>
                    <a:pt x="1155" y="15025"/>
                  </a:lnTo>
                  <a:lnTo>
                    <a:pt x="968" y="5607"/>
                  </a:lnTo>
                  <a:lnTo>
                    <a:pt x="5239" y="5492"/>
                  </a:lnTo>
                  <a:lnTo>
                    <a:pt x="5193" y="3353"/>
                  </a:lnTo>
                  <a:lnTo>
                    <a:pt x="1998" y="3425"/>
                  </a:lnTo>
                  <a:lnTo>
                    <a:pt x="0" y="1392"/>
                  </a:lnTo>
                  <a:lnTo>
                    <a:pt x="264" y="431"/>
                  </a:lnTo>
                  <a:lnTo>
                    <a:pt x="1116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4" name="ph8614"/>
            <p:cNvSpPr/>
            <p:nvPr/>
          </p:nvSpPr>
          <p:spPr>
            <a:xfrm>
              <a:off x="10961959" y="2702970"/>
              <a:ext cx="15763" cy="11253"/>
            </a:xfrm>
            <a:custGeom>
              <a:avLst/>
              <a:pathLst>
                <a:path w="15763" h="11253">
                  <a:moveTo>
                    <a:pt x="10791" y="2426"/>
                  </a:moveTo>
                  <a:lnTo>
                    <a:pt x="13243" y="2848"/>
                  </a:lnTo>
                  <a:lnTo>
                    <a:pt x="14923" y="4188"/>
                  </a:lnTo>
                  <a:lnTo>
                    <a:pt x="15763" y="5262"/>
                  </a:lnTo>
                  <a:lnTo>
                    <a:pt x="15488" y="6971"/>
                  </a:lnTo>
                  <a:lnTo>
                    <a:pt x="10274" y="7279"/>
                  </a:lnTo>
                  <a:lnTo>
                    <a:pt x="6304" y="10556"/>
                  </a:lnTo>
                  <a:lnTo>
                    <a:pt x="1719" y="11253"/>
                  </a:lnTo>
                  <a:lnTo>
                    <a:pt x="0" y="5336"/>
                  </a:lnTo>
                  <a:lnTo>
                    <a:pt x="2118" y="3338"/>
                  </a:lnTo>
                  <a:lnTo>
                    <a:pt x="2733" y="1319"/>
                  </a:lnTo>
                  <a:lnTo>
                    <a:pt x="824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5" name="ph8615"/>
            <p:cNvSpPr/>
            <p:nvPr/>
          </p:nvSpPr>
          <p:spPr>
            <a:xfrm>
              <a:off x="10592154" y="2440879"/>
              <a:ext cx="117260" cy="91670"/>
            </a:xfrm>
            <a:custGeom>
              <a:avLst/>
              <a:pathLst>
                <a:path w="117260" h="91670">
                  <a:moveTo>
                    <a:pt x="107023" y="13010"/>
                  </a:moveTo>
                  <a:lnTo>
                    <a:pt x="112647" y="20772"/>
                  </a:lnTo>
                  <a:lnTo>
                    <a:pt x="111942" y="28960"/>
                  </a:lnTo>
                  <a:lnTo>
                    <a:pt x="114741" y="27824"/>
                  </a:lnTo>
                  <a:lnTo>
                    <a:pt x="115658" y="31269"/>
                  </a:lnTo>
                  <a:lnTo>
                    <a:pt x="116928" y="41466"/>
                  </a:lnTo>
                  <a:lnTo>
                    <a:pt x="117260" y="52043"/>
                  </a:lnTo>
                  <a:lnTo>
                    <a:pt x="114968" y="54031"/>
                  </a:lnTo>
                  <a:lnTo>
                    <a:pt x="112062" y="58316"/>
                  </a:lnTo>
                  <a:lnTo>
                    <a:pt x="109777" y="59849"/>
                  </a:lnTo>
                  <a:lnTo>
                    <a:pt x="107386" y="64099"/>
                  </a:lnTo>
                  <a:lnTo>
                    <a:pt x="112958" y="67621"/>
                  </a:lnTo>
                  <a:lnTo>
                    <a:pt x="113055" y="69958"/>
                  </a:lnTo>
                  <a:lnTo>
                    <a:pt x="102108" y="62865"/>
                  </a:lnTo>
                  <a:lnTo>
                    <a:pt x="100779" y="71163"/>
                  </a:lnTo>
                  <a:lnTo>
                    <a:pt x="99685" y="72659"/>
                  </a:lnTo>
                  <a:lnTo>
                    <a:pt x="93298" y="73240"/>
                  </a:lnTo>
                  <a:lnTo>
                    <a:pt x="88352" y="74812"/>
                  </a:lnTo>
                  <a:lnTo>
                    <a:pt x="81154" y="73924"/>
                  </a:lnTo>
                  <a:lnTo>
                    <a:pt x="80597" y="80327"/>
                  </a:lnTo>
                  <a:lnTo>
                    <a:pt x="76425" y="80599"/>
                  </a:lnTo>
                  <a:lnTo>
                    <a:pt x="74162" y="88962"/>
                  </a:lnTo>
                  <a:lnTo>
                    <a:pt x="62469" y="85422"/>
                  </a:lnTo>
                  <a:lnTo>
                    <a:pt x="56429" y="84846"/>
                  </a:lnTo>
                  <a:lnTo>
                    <a:pt x="53367" y="87304"/>
                  </a:lnTo>
                  <a:lnTo>
                    <a:pt x="51130" y="91670"/>
                  </a:lnTo>
                  <a:lnTo>
                    <a:pt x="48012" y="90566"/>
                  </a:lnTo>
                  <a:lnTo>
                    <a:pt x="46767" y="82027"/>
                  </a:lnTo>
                  <a:lnTo>
                    <a:pt x="38002" y="78082"/>
                  </a:lnTo>
                  <a:lnTo>
                    <a:pt x="37406" y="80616"/>
                  </a:lnTo>
                  <a:lnTo>
                    <a:pt x="31912" y="79314"/>
                  </a:lnTo>
                  <a:lnTo>
                    <a:pt x="27283" y="77275"/>
                  </a:lnTo>
                  <a:lnTo>
                    <a:pt x="20237" y="77375"/>
                  </a:lnTo>
                  <a:lnTo>
                    <a:pt x="14529" y="76095"/>
                  </a:lnTo>
                  <a:lnTo>
                    <a:pt x="13549" y="80343"/>
                  </a:lnTo>
                  <a:lnTo>
                    <a:pt x="10578" y="81740"/>
                  </a:lnTo>
                  <a:lnTo>
                    <a:pt x="8955" y="79297"/>
                  </a:lnTo>
                  <a:lnTo>
                    <a:pt x="6014" y="74768"/>
                  </a:lnTo>
                  <a:lnTo>
                    <a:pt x="6189" y="70001"/>
                  </a:lnTo>
                  <a:lnTo>
                    <a:pt x="710" y="67352"/>
                  </a:lnTo>
                  <a:lnTo>
                    <a:pt x="1109" y="62404"/>
                  </a:lnTo>
                  <a:lnTo>
                    <a:pt x="4736" y="62659"/>
                  </a:lnTo>
                  <a:lnTo>
                    <a:pt x="5630" y="62003"/>
                  </a:lnTo>
                  <a:lnTo>
                    <a:pt x="7073" y="57446"/>
                  </a:lnTo>
                  <a:lnTo>
                    <a:pt x="6033" y="57461"/>
                  </a:lnTo>
                  <a:lnTo>
                    <a:pt x="4529" y="61517"/>
                  </a:lnTo>
                  <a:lnTo>
                    <a:pt x="2900" y="61624"/>
                  </a:lnTo>
                  <a:lnTo>
                    <a:pt x="0" y="56793"/>
                  </a:lnTo>
                  <a:lnTo>
                    <a:pt x="3054" y="54211"/>
                  </a:lnTo>
                  <a:lnTo>
                    <a:pt x="4666" y="51518"/>
                  </a:lnTo>
                  <a:lnTo>
                    <a:pt x="6379" y="41780"/>
                  </a:lnTo>
                  <a:lnTo>
                    <a:pt x="11264" y="41704"/>
                  </a:lnTo>
                  <a:lnTo>
                    <a:pt x="11506" y="47198"/>
                  </a:lnTo>
                  <a:lnTo>
                    <a:pt x="13973" y="51999"/>
                  </a:lnTo>
                  <a:lnTo>
                    <a:pt x="19050" y="52856"/>
                  </a:lnTo>
                  <a:lnTo>
                    <a:pt x="31188" y="50616"/>
                  </a:lnTo>
                  <a:lnTo>
                    <a:pt x="57162" y="41696"/>
                  </a:lnTo>
                  <a:lnTo>
                    <a:pt x="90877" y="12360"/>
                  </a:lnTo>
                  <a:lnTo>
                    <a:pt x="1046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6" name="ph8616"/>
            <p:cNvSpPr/>
            <p:nvPr/>
          </p:nvSpPr>
          <p:spPr>
            <a:xfrm>
              <a:off x="10687156" y="2572260"/>
              <a:ext cx="47170" cy="52158"/>
            </a:xfrm>
            <a:custGeom>
              <a:avLst/>
              <a:pathLst>
                <a:path w="47170" h="52158">
                  <a:moveTo>
                    <a:pt x="11155" y="798"/>
                  </a:moveTo>
                  <a:lnTo>
                    <a:pt x="24073" y="7317"/>
                  </a:lnTo>
                  <a:lnTo>
                    <a:pt x="25507" y="14970"/>
                  </a:lnTo>
                  <a:lnTo>
                    <a:pt x="24923" y="17786"/>
                  </a:lnTo>
                  <a:lnTo>
                    <a:pt x="28023" y="20470"/>
                  </a:lnTo>
                  <a:lnTo>
                    <a:pt x="29022" y="19714"/>
                  </a:lnTo>
                  <a:lnTo>
                    <a:pt x="29181" y="18313"/>
                  </a:lnTo>
                  <a:lnTo>
                    <a:pt x="31803" y="19688"/>
                  </a:lnTo>
                  <a:lnTo>
                    <a:pt x="37875" y="23577"/>
                  </a:lnTo>
                  <a:lnTo>
                    <a:pt x="41015" y="28102"/>
                  </a:lnTo>
                  <a:lnTo>
                    <a:pt x="43412" y="28320"/>
                  </a:lnTo>
                  <a:lnTo>
                    <a:pt x="46120" y="30583"/>
                  </a:lnTo>
                  <a:lnTo>
                    <a:pt x="47170" y="35680"/>
                  </a:lnTo>
                  <a:lnTo>
                    <a:pt x="41206" y="30203"/>
                  </a:lnTo>
                  <a:lnTo>
                    <a:pt x="37754" y="30693"/>
                  </a:lnTo>
                  <a:lnTo>
                    <a:pt x="35608" y="32154"/>
                  </a:lnTo>
                  <a:lnTo>
                    <a:pt x="35268" y="36716"/>
                  </a:lnTo>
                  <a:lnTo>
                    <a:pt x="24390" y="37617"/>
                  </a:lnTo>
                  <a:lnTo>
                    <a:pt x="25619" y="41143"/>
                  </a:lnTo>
                  <a:lnTo>
                    <a:pt x="25262" y="42725"/>
                  </a:lnTo>
                  <a:lnTo>
                    <a:pt x="24078" y="43893"/>
                  </a:lnTo>
                  <a:lnTo>
                    <a:pt x="14500" y="45926"/>
                  </a:lnTo>
                  <a:lnTo>
                    <a:pt x="10840" y="47731"/>
                  </a:lnTo>
                  <a:lnTo>
                    <a:pt x="7214" y="52158"/>
                  </a:lnTo>
                  <a:lnTo>
                    <a:pt x="5510" y="50761"/>
                  </a:lnTo>
                  <a:lnTo>
                    <a:pt x="0" y="42040"/>
                  </a:lnTo>
                  <a:lnTo>
                    <a:pt x="194" y="39110"/>
                  </a:lnTo>
                  <a:lnTo>
                    <a:pt x="5843" y="39775"/>
                  </a:lnTo>
                  <a:lnTo>
                    <a:pt x="6580" y="28006"/>
                  </a:lnTo>
                  <a:lnTo>
                    <a:pt x="13328" y="28328"/>
                  </a:lnTo>
                  <a:lnTo>
                    <a:pt x="16390" y="21850"/>
                  </a:lnTo>
                  <a:lnTo>
                    <a:pt x="15477" y="12742"/>
                  </a:lnTo>
                  <a:lnTo>
                    <a:pt x="10651" y="3939"/>
                  </a:lnTo>
                  <a:lnTo>
                    <a:pt x="8178" y="4571"/>
                  </a:lnTo>
                  <a:lnTo>
                    <a:pt x="5889" y="1930"/>
                  </a:lnTo>
                  <a:lnTo>
                    <a:pt x="745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7" name="ph8617"/>
            <p:cNvSpPr/>
            <p:nvPr/>
          </p:nvSpPr>
          <p:spPr>
            <a:xfrm>
              <a:off x="10965098" y="2724288"/>
              <a:ext cx="20077" cy="11754"/>
            </a:xfrm>
            <a:custGeom>
              <a:avLst/>
              <a:pathLst>
                <a:path w="20077" h="11754">
                  <a:moveTo>
                    <a:pt x="14202" y="2635"/>
                  </a:moveTo>
                  <a:lnTo>
                    <a:pt x="18163" y="186"/>
                  </a:lnTo>
                  <a:lnTo>
                    <a:pt x="20077" y="1338"/>
                  </a:lnTo>
                  <a:lnTo>
                    <a:pt x="19923" y="6688"/>
                  </a:lnTo>
                  <a:lnTo>
                    <a:pt x="19629" y="9150"/>
                  </a:lnTo>
                  <a:lnTo>
                    <a:pt x="15607" y="10904"/>
                  </a:lnTo>
                  <a:lnTo>
                    <a:pt x="10553" y="11754"/>
                  </a:lnTo>
                  <a:lnTo>
                    <a:pt x="6167" y="10087"/>
                  </a:lnTo>
                  <a:lnTo>
                    <a:pt x="291" y="9684"/>
                  </a:lnTo>
                  <a:lnTo>
                    <a:pt x="0" y="8658"/>
                  </a:lnTo>
                  <a:lnTo>
                    <a:pt x="1290" y="5830"/>
                  </a:lnTo>
                  <a:lnTo>
                    <a:pt x="3822" y="5347"/>
                  </a:lnTo>
                  <a:lnTo>
                    <a:pt x="7311" y="6246"/>
                  </a:lnTo>
                  <a:lnTo>
                    <a:pt x="8549" y="5537"/>
                  </a:lnTo>
                  <a:lnTo>
                    <a:pt x="9116" y="4831"/>
                  </a:lnTo>
                  <a:lnTo>
                    <a:pt x="8489" y="1697"/>
                  </a:lnTo>
                  <a:lnTo>
                    <a:pt x="1204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8" name="ph8618"/>
            <p:cNvSpPr/>
            <p:nvPr/>
          </p:nvSpPr>
          <p:spPr>
            <a:xfrm>
              <a:off x="10742218" y="2532108"/>
              <a:ext cx="54210" cy="81689"/>
            </a:xfrm>
            <a:custGeom>
              <a:avLst/>
              <a:pathLst>
                <a:path w="54210" h="81689">
                  <a:moveTo>
                    <a:pt x="22387" y="2469"/>
                  </a:moveTo>
                  <a:lnTo>
                    <a:pt x="32064" y="11169"/>
                  </a:lnTo>
                  <a:lnTo>
                    <a:pt x="41500" y="10282"/>
                  </a:lnTo>
                  <a:lnTo>
                    <a:pt x="43284" y="20620"/>
                  </a:lnTo>
                  <a:lnTo>
                    <a:pt x="40910" y="20623"/>
                  </a:lnTo>
                  <a:lnTo>
                    <a:pt x="41988" y="27059"/>
                  </a:lnTo>
                  <a:lnTo>
                    <a:pt x="36879" y="27456"/>
                  </a:lnTo>
                  <a:lnTo>
                    <a:pt x="37545" y="29832"/>
                  </a:lnTo>
                  <a:lnTo>
                    <a:pt x="40792" y="31605"/>
                  </a:lnTo>
                  <a:lnTo>
                    <a:pt x="40941" y="32666"/>
                  </a:lnTo>
                  <a:lnTo>
                    <a:pt x="36589" y="42624"/>
                  </a:lnTo>
                  <a:lnTo>
                    <a:pt x="35213" y="53010"/>
                  </a:lnTo>
                  <a:lnTo>
                    <a:pt x="39331" y="50709"/>
                  </a:lnTo>
                  <a:lnTo>
                    <a:pt x="40631" y="53086"/>
                  </a:lnTo>
                  <a:lnTo>
                    <a:pt x="39102" y="52879"/>
                  </a:lnTo>
                  <a:lnTo>
                    <a:pt x="38758" y="54740"/>
                  </a:lnTo>
                  <a:lnTo>
                    <a:pt x="40522" y="54951"/>
                  </a:lnTo>
                  <a:lnTo>
                    <a:pt x="40377" y="55795"/>
                  </a:lnTo>
                  <a:lnTo>
                    <a:pt x="47538" y="57839"/>
                  </a:lnTo>
                  <a:lnTo>
                    <a:pt x="51294" y="67116"/>
                  </a:lnTo>
                  <a:lnTo>
                    <a:pt x="54210" y="71999"/>
                  </a:lnTo>
                  <a:lnTo>
                    <a:pt x="53857" y="75186"/>
                  </a:lnTo>
                  <a:lnTo>
                    <a:pt x="52122" y="76129"/>
                  </a:lnTo>
                  <a:lnTo>
                    <a:pt x="51297" y="71552"/>
                  </a:lnTo>
                  <a:lnTo>
                    <a:pt x="49566" y="70118"/>
                  </a:lnTo>
                  <a:lnTo>
                    <a:pt x="47596" y="69827"/>
                  </a:lnTo>
                  <a:lnTo>
                    <a:pt x="45754" y="70025"/>
                  </a:lnTo>
                  <a:lnTo>
                    <a:pt x="43517" y="72223"/>
                  </a:lnTo>
                  <a:lnTo>
                    <a:pt x="42994" y="76358"/>
                  </a:lnTo>
                  <a:lnTo>
                    <a:pt x="41998" y="77775"/>
                  </a:lnTo>
                  <a:lnTo>
                    <a:pt x="25112" y="81689"/>
                  </a:lnTo>
                  <a:lnTo>
                    <a:pt x="20063" y="78704"/>
                  </a:lnTo>
                  <a:lnTo>
                    <a:pt x="18286" y="78318"/>
                  </a:lnTo>
                  <a:lnTo>
                    <a:pt x="17993" y="73322"/>
                  </a:lnTo>
                  <a:lnTo>
                    <a:pt x="19767" y="69051"/>
                  </a:lnTo>
                  <a:lnTo>
                    <a:pt x="19479" y="67877"/>
                  </a:lnTo>
                  <a:lnTo>
                    <a:pt x="18385" y="67160"/>
                  </a:lnTo>
                  <a:lnTo>
                    <a:pt x="17493" y="64718"/>
                  </a:lnTo>
                  <a:lnTo>
                    <a:pt x="7613" y="66715"/>
                  </a:lnTo>
                  <a:lnTo>
                    <a:pt x="4494" y="68857"/>
                  </a:lnTo>
                  <a:lnTo>
                    <a:pt x="1893" y="68364"/>
                  </a:lnTo>
                  <a:lnTo>
                    <a:pt x="0" y="62815"/>
                  </a:lnTo>
                  <a:lnTo>
                    <a:pt x="3585" y="62050"/>
                  </a:lnTo>
                  <a:lnTo>
                    <a:pt x="2922" y="60680"/>
                  </a:lnTo>
                  <a:lnTo>
                    <a:pt x="4656" y="60269"/>
                  </a:lnTo>
                  <a:lnTo>
                    <a:pt x="6025" y="58360"/>
                  </a:lnTo>
                  <a:lnTo>
                    <a:pt x="3677" y="55422"/>
                  </a:lnTo>
                  <a:lnTo>
                    <a:pt x="5562" y="53381"/>
                  </a:lnTo>
                  <a:lnTo>
                    <a:pt x="12692" y="59919"/>
                  </a:lnTo>
                  <a:lnTo>
                    <a:pt x="16633" y="61860"/>
                  </a:lnTo>
                  <a:lnTo>
                    <a:pt x="19851" y="59030"/>
                  </a:lnTo>
                  <a:lnTo>
                    <a:pt x="19212" y="52263"/>
                  </a:lnTo>
                  <a:lnTo>
                    <a:pt x="24329" y="52252"/>
                  </a:lnTo>
                  <a:lnTo>
                    <a:pt x="24961" y="48866"/>
                  </a:lnTo>
                  <a:lnTo>
                    <a:pt x="27116" y="48322"/>
                  </a:lnTo>
                  <a:lnTo>
                    <a:pt x="30247" y="49282"/>
                  </a:lnTo>
                  <a:lnTo>
                    <a:pt x="29536" y="39508"/>
                  </a:lnTo>
                  <a:lnTo>
                    <a:pt x="22375" y="34441"/>
                  </a:lnTo>
                  <a:lnTo>
                    <a:pt x="24670" y="31421"/>
                  </a:lnTo>
                  <a:lnTo>
                    <a:pt x="21189" y="30245"/>
                  </a:lnTo>
                  <a:lnTo>
                    <a:pt x="17838" y="26126"/>
                  </a:lnTo>
                  <a:lnTo>
                    <a:pt x="14353" y="24200"/>
                  </a:lnTo>
                  <a:lnTo>
                    <a:pt x="14133" y="25439"/>
                  </a:lnTo>
                  <a:lnTo>
                    <a:pt x="10719" y="25488"/>
                  </a:lnTo>
                  <a:lnTo>
                    <a:pt x="10064" y="24654"/>
                  </a:lnTo>
                  <a:lnTo>
                    <a:pt x="9904" y="21275"/>
                  </a:lnTo>
                  <a:lnTo>
                    <a:pt x="14778" y="21635"/>
                  </a:lnTo>
                  <a:lnTo>
                    <a:pt x="17489" y="12557"/>
                  </a:lnTo>
                  <a:lnTo>
                    <a:pt x="8427" y="12015"/>
                  </a:lnTo>
                  <a:lnTo>
                    <a:pt x="9106" y="7474"/>
                  </a:lnTo>
                  <a:lnTo>
                    <a:pt x="18402" y="9899"/>
                  </a:lnTo>
                  <a:lnTo>
                    <a:pt x="20513" y="6707"/>
                  </a:lnTo>
                  <a:lnTo>
                    <a:pt x="19866" y="3664"/>
                  </a:lnTo>
                  <a:lnTo>
                    <a:pt x="17962" y="3247"/>
                  </a:lnTo>
                  <a:lnTo>
                    <a:pt x="1862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9" name="ph8619"/>
            <p:cNvSpPr/>
            <p:nvPr/>
          </p:nvSpPr>
          <p:spPr>
            <a:xfrm>
              <a:off x="10895397" y="2563292"/>
              <a:ext cx="38098" cy="71132"/>
            </a:xfrm>
            <a:custGeom>
              <a:avLst/>
              <a:pathLst>
                <a:path w="38098" h="71132">
                  <a:moveTo>
                    <a:pt x="7181" y="732"/>
                  </a:moveTo>
                  <a:lnTo>
                    <a:pt x="11445" y="9982"/>
                  </a:lnTo>
                  <a:lnTo>
                    <a:pt x="13891" y="10125"/>
                  </a:lnTo>
                  <a:lnTo>
                    <a:pt x="17501" y="9107"/>
                  </a:lnTo>
                  <a:lnTo>
                    <a:pt x="19115" y="13949"/>
                  </a:lnTo>
                  <a:lnTo>
                    <a:pt x="23911" y="13170"/>
                  </a:lnTo>
                  <a:lnTo>
                    <a:pt x="26680" y="18621"/>
                  </a:lnTo>
                  <a:lnTo>
                    <a:pt x="30496" y="27507"/>
                  </a:lnTo>
                  <a:lnTo>
                    <a:pt x="31619" y="32654"/>
                  </a:lnTo>
                  <a:lnTo>
                    <a:pt x="34656" y="39365"/>
                  </a:lnTo>
                  <a:lnTo>
                    <a:pt x="35161" y="39383"/>
                  </a:lnTo>
                  <a:lnTo>
                    <a:pt x="38098" y="47369"/>
                  </a:lnTo>
                  <a:lnTo>
                    <a:pt x="36498" y="53457"/>
                  </a:lnTo>
                  <a:lnTo>
                    <a:pt x="30494" y="54704"/>
                  </a:lnTo>
                  <a:lnTo>
                    <a:pt x="28751" y="49127"/>
                  </a:lnTo>
                  <a:lnTo>
                    <a:pt x="25889" y="49882"/>
                  </a:lnTo>
                  <a:lnTo>
                    <a:pt x="25580" y="52800"/>
                  </a:lnTo>
                  <a:lnTo>
                    <a:pt x="30344" y="70875"/>
                  </a:lnTo>
                  <a:lnTo>
                    <a:pt x="26812" y="71132"/>
                  </a:lnTo>
                  <a:lnTo>
                    <a:pt x="25756" y="66643"/>
                  </a:lnTo>
                  <a:lnTo>
                    <a:pt x="26217" y="62375"/>
                  </a:lnTo>
                  <a:lnTo>
                    <a:pt x="22472" y="55340"/>
                  </a:lnTo>
                  <a:lnTo>
                    <a:pt x="21786" y="55456"/>
                  </a:lnTo>
                  <a:lnTo>
                    <a:pt x="20904" y="53011"/>
                  </a:lnTo>
                  <a:lnTo>
                    <a:pt x="19843" y="47905"/>
                  </a:lnTo>
                  <a:lnTo>
                    <a:pt x="22721" y="47146"/>
                  </a:lnTo>
                  <a:lnTo>
                    <a:pt x="19208" y="38381"/>
                  </a:lnTo>
                  <a:lnTo>
                    <a:pt x="16080" y="40018"/>
                  </a:lnTo>
                  <a:lnTo>
                    <a:pt x="11380" y="30860"/>
                  </a:lnTo>
                  <a:lnTo>
                    <a:pt x="10338" y="31350"/>
                  </a:lnTo>
                  <a:lnTo>
                    <a:pt x="8577" y="29462"/>
                  </a:lnTo>
                  <a:lnTo>
                    <a:pt x="3642" y="18599"/>
                  </a:lnTo>
                  <a:lnTo>
                    <a:pt x="3647" y="15892"/>
                  </a:lnTo>
                  <a:lnTo>
                    <a:pt x="5745" y="15165"/>
                  </a:lnTo>
                  <a:lnTo>
                    <a:pt x="590" y="2381"/>
                  </a:lnTo>
                  <a:lnTo>
                    <a:pt x="0" y="608"/>
                  </a:lnTo>
                  <a:lnTo>
                    <a:pt x="523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0" name="ph8620"/>
            <p:cNvSpPr/>
            <p:nvPr/>
          </p:nvSpPr>
          <p:spPr>
            <a:xfrm>
              <a:off x="10751674" y="2658027"/>
              <a:ext cx="77170" cy="54676"/>
            </a:xfrm>
            <a:custGeom>
              <a:avLst/>
              <a:pathLst>
                <a:path w="77170" h="54676">
                  <a:moveTo>
                    <a:pt x="42955" y="1018"/>
                  </a:moveTo>
                  <a:lnTo>
                    <a:pt x="48112" y="700"/>
                  </a:lnTo>
                  <a:lnTo>
                    <a:pt x="50097" y="3341"/>
                  </a:lnTo>
                  <a:lnTo>
                    <a:pt x="50857" y="7578"/>
                  </a:lnTo>
                  <a:lnTo>
                    <a:pt x="53448" y="11188"/>
                  </a:lnTo>
                  <a:lnTo>
                    <a:pt x="56301" y="12775"/>
                  </a:lnTo>
                  <a:lnTo>
                    <a:pt x="57949" y="11388"/>
                  </a:lnTo>
                  <a:lnTo>
                    <a:pt x="59181" y="11640"/>
                  </a:lnTo>
                  <a:lnTo>
                    <a:pt x="61542" y="8243"/>
                  </a:lnTo>
                  <a:lnTo>
                    <a:pt x="64064" y="8542"/>
                  </a:lnTo>
                  <a:lnTo>
                    <a:pt x="67852" y="14881"/>
                  </a:lnTo>
                  <a:lnTo>
                    <a:pt x="71839" y="14514"/>
                  </a:lnTo>
                  <a:lnTo>
                    <a:pt x="72284" y="15057"/>
                  </a:lnTo>
                  <a:lnTo>
                    <a:pt x="75387" y="21090"/>
                  </a:lnTo>
                  <a:lnTo>
                    <a:pt x="74614" y="28062"/>
                  </a:lnTo>
                  <a:lnTo>
                    <a:pt x="77170" y="34533"/>
                  </a:lnTo>
                  <a:lnTo>
                    <a:pt x="75231" y="36964"/>
                  </a:lnTo>
                  <a:lnTo>
                    <a:pt x="70469" y="35189"/>
                  </a:lnTo>
                  <a:lnTo>
                    <a:pt x="67900" y="35304"/>
                  </a:lnTo>
                  <a:lnTo>
                    <a:pt x="64442" y="32779"/>
                  </a:lnTo>
                  <a:lnTo>
                    <a:pt x="64216" y="30305"/>
                  </a:lnTo>
                  <a:lnTo>
                    <a:pt x="61006" y="26700"/>
                  </a:lnTo>
                  <a:lnTo>
                    <a:pt x="58202" y="25658"/>
                  </a:lnTo>
                  <a:lnTo>
                    <a:pt x="52965" y="25107"/>
                  </a:lnTo>
                  <a:lnTo>
                    <a:pt x="46023" y="26656"/>
                  </a:lnTo>
                  <a:lnTo>
                    <a:pt x="42977" y="26440"/>
                  </a:lnTo>
                  <a:lnTo>
                    <a:pt x="35673" y="24177"/>
                  </a:lnTo>
                  <a:lnTo>
                    <a:pt x="30193" y="29513"/>
                  </a:lnTo>
                  <a:lnTo>
                    <a:pt x="28557" y="28973"/>
                  </a:lnTo>
                  <a:lnTo>
                    <a:pt x="29065" y="26006"/>
                  </a:lnTo>
                  <a:lnTo>
                    <a:pt x="23934" y="25594"/>
                  </a:lnTo>
                  <a:lnTo>
                    <a:pt x="25181" y="33025"/>
                  </a:lnTo>
                  <a:lnTo>
                    <a:pt x="28828" y="37969"/>
                  </a:lnTo>
                  <a:lnTo>
                    <a:pt x="29189" y="41475"/>
                  </a:lnTo>
                  <a:lnTo>
                    <a:pt x="28477" y="50887"/>
                  </a:lnTo>
                  <a:lnTo>
                    <a:pt x="30487" y="52678"/>
                  </a:lnTo>
                  <a:lnTo>
                    <a:pt x="27110" y="54676"/>
                  </a:lnTo>
                  <a:lnTo>
                    <a:pt x="24459" y="52025"/>
                  </a:lnTo>
                  <a:lnTo>
                    <a:pt x="21449" y="52109"/>
                  </a:lnTo>
                  <a:lnTo>
                    <a:pt x="15263" y="48162"/>
                  </a:lnTo>
                  <a:lnTo>
                    <a:pt x="13671" y="46097"/>
                  </a:lnTo>
                  <a:lnTo>
                    <a:pt x="11855" y="45919"/>
                  </a:lnTo>
                  <a:lnTo>
                    <a:pt x="0" y="41456"/>
                  </a:lnTo>
                  <a:lnTo>
                    <a:pt x="2545" y="36014"/>
                  </a:lnTo>
                  <a:lnTo>
                    <a:pt x="455" y="34873"/>
                  </a:lnTo>
                  <a:lnTo>
                    <a:pt x="2085" y="27406"/>
                  </a:lnTo>
                  <a:lnTo>
                    <a:pt x="5067" y="23774"/>
                  </a:lnTo>
                  <a:lnTo>
                    <a:pt x="5755" y="21324"/>
                  </a:lnTo>
                  <a:lnTo>
                    <a:pt x="5420" y="16446"/>
                  </a:lnTo>
                  <a:lnTo>
                    <a:pt x="7229" y="9900"/>
                  </a:lnTo>
                  <a:lnTo>
                    <a:pt x="7777" y="8998"/>
                  </a:lnTo>
                  <a:lnTo>
                    <a:pt x="11463" y="9621"/>
                  </a:lnTo>
                  <a:lnTo>
                    <a:pt x="15554" y="9378"/>
                  </a:lnTo>
                  <a:lnTo>
                    <a:pt x="14707" y="6914"/>
                  </a:lnTo>
                  <a:lnTo>
                    <a:pt x="20582" y="4506"/>
                  </a:lnTo>
                  <a:lnTo>
                    <a:pt x="27211" y="7067"/>
                  </a:lnTo>
                  <a:lnTo>
                    <a:pt x="33719" y="6366"/>
                  </a:lnTo>
                  <a:lnTo>
                    <a:pt x="3948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1" name="ph8621"/>
            <p:cNvSpPr/>
            <p:nvPr/>
          </p:nvSpPr>
          <p:spPr>
            <a:xfrm>
              <a:off x="10835523" y="2685026"/>
              <a:ext cx="44328" cy="33571"/>
            </a:xfrm>
            <a:custGeom>
              <a:avLst/>
              <a:pathLst>
                <a:path w="44328" h="33571">
                  <a:moveTo>
                    <a:pt x="32809" y="2068"/>
                  </a:moveTo>
                  <a:lnTo>
                    <a:pt x="32519" y="4957"/>
                  </a:lnTo>
                  <a:lnTo>
                    <a:pt x="36429" y="3124"/>
                  </a:lnTo>
                  <a:lnTo>
                    <a:pt x="37240" y="3110"/>
                  </a:lnTo>
                  <a:lnTo>
                    <a:pt x="34074" y="8568"/>
                  </a:lnTo>
                  <a:lnTo>
                    <a:pt x="33854" y="10888"/>
                  </a:lnTo>
                  <a:lnTo>
                    <a:pt x="39928" y="13075"/>
                  </a:lnTo>
                  <a:lnTo>
                    <a:pt x="44328" y="18656"/>
                  </a:lnTo>
                  <a:lnTo>
                    <a:pt x="39735" y="17822"/>
                  </a:lnTo>
                  <a:lnTo>
                    <a:pt x="39131" y="21929"/>
                  </a:lnTo>
                  <a:lnTo>
                    <a:pt x="36485" y="27784"/>
                  </a:lnTo>
                  <a:lnTo>
                    <a:pt x="34912" y="28393"/>
                  </a:lnTo>
                  <a:lnTo>
                    <a:pt x="35293" y="29934"/>
                  </a:lnTo>
                  <a:lnTo>
                    <a:pt x="32125" y="31815"/>
                  </a:lnTo>
                  <a:lnTo>
                    <a:pt x="29881" y="31537"/>
                  </a:lnTo>
                  <a:lnTo>
                    <a:pt x="30108" y="29893"/>
                  </a:lnTo>
                  <a:lnTo>
                    <a:pt x="26547" y="30499"/>
                  </a:lnTo>
                  <a:lnTo>
                    <a:pt x="22342" y="33571"/>
                  </a:lnTo>
                  <a:lnTo>
                    <a:pt x="18203" y="33457"/>
                  </a:lnTo>
                  <a:lnTo>
                    <a:pt x="16520" y="29722"/>
                  </a:lnTo>
                  <a:lnTo>
                    <a:pt x="16460" y="24371"/>
                  </a:lnTo>
                  <a:lnTo>
                    <a:pt x="4733" y="24881"/>
                  </a:lnTo>
                  <a:lnTo>
                    <a:pt x="3141" y="20770"/>
                  </a:lnTo>
                  <a:lnTo>
                    <a:pt x="3814" y="17761"/>
                  </a:lnTo>
                  <a:lnTo>
                    <a:pt x="0" y="14573"/>
                  </a:lnTo>
                  <a:lnTo>
                    <a:pt x="6258" y="12824"/>
                  </a:lnTo>
                  <a:lnTo>
                    <a:pt x="6121" y="9537"/>
                  </a:lnTo>
                  <a:lnTo>
                    <a:pt x="6833" y="7075"/>
                  </a:lnTo>
                  <a:lnTo>
                    <a:pt x="15420" y="12577"/>
                  </a:lnTo>
                  <a:lnTo>
                    <a:pt x="19549" y="10158"/>
                  </a:lnTo>
                  <a:lnTo>
                    <a:pt x="21504" y="7782"/>
                  </a:lnTo>
                  <a:lnTo>
                    <a:pt x="25519" y="7818"/>
                  </a:lnTo>
                  <a:lnTo>
                    <a:pt x="27653" y="4075"/>
                  </a:lnTo>
                  <a:lnTo>
                    <a:pt x="29820" y="6963"/>
                  </a:lnTo>
                  <a:lnTo>
                    <a:pt x="31082" y="6339"/>
                  </a:lnTo>
                  <a:lnTo>
                    <a:pt x="31474" y="5944"/>
                  </a:lnTo>
                  <a:lnTo>
                    <a:pt x="30594" y="2455"/>
                  </a:lnTo>
                  <a:lnTo>
                    <a:pt x="29264" y="577"/>
                  </a:lnTo>
                  <a:lnTo>
                    <a:pt x="30012" y="35"/>
                  </a:lnTo>
                  <a:lnTo>
                    <a:pt x="3134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2" name="ph8622"/>
            <p:cNvSpPr/>
            <p:nvPr/>
          </p:nvSpPr>
          <p:spPr>
            <a:xfrm>
              <a:off x="10630604" y="2514119"/>
              <a:ext cx="62769" cy="85260"/>
            </a:xfrm>
            <a:custGeom>
              <a:avLst/>
              <a:pathLst>
                <a:path w="62769" h="85260">
                  <a:moveTo>
                    <a:pt x="58050" y="7982"/>
                  </a:moveTo>
                  <a:lnTo>
                    <a:pt x="62696" y="14121"/>
                  </a:lnTo>
                  <a:lnTo>
                    <a:pt x="58649" y="22015"/>
                  </a:lnTo>
                  <a:lnTo>
                    <a:pt x="56335" y="22717"/>
                  </a:lnTo>
                  <a:lnTo>
                    <a:pt x="60143" y="26648"/>
                  </a:lnTo>
                  <a:lnTo>
                    <a:pt x="58051" y="28054"/>
                  </a:lnTo>
                  <a:lnTo>
                    <a:pt x="62769" y="33666"/>
                  </a:lnTo>
                  <a:lnTo>
                    <a:pt x="54507" y="35121"/>
                  </a:lnTo>
                  <a:lnTo>
                    <a:pt x="56004" y="44569"/>
                  </a:lnTo>
                  <a:lnTo>
                    <a:pt x="53471" y="44434"/>
                  </a:lnTo>
                  <a:lnTo>
                    <a:pt x="49233" y="47881"/>
                  </a:lnTo>
                  <a:lnTo>
                    <a:pt x="48284" y="52249"/>
                  </a:lnTo>
                  <a:lnTo>
                    <a:pt x="50151" y="52263"/>
                  </a:lnTo>
                  <a:lnTo>
                    <a:pt x="49526" y="57066"/>
                  </a:lnTo>
                  <a:lnTo>
                    <a:pt x="41778" y="62413"/>
                  </a:lnTo>
                  <a:lnTo>
                    <a:pt x="39544" y="66005"/>
                  </a:lnTo>
                  <a:lnTo>
                    <a:pt x="39298" y="70473"/>
                  </a:lnTo>
                  <a:lnTo>
                    <a:pt x="32044" y="79434"/>
                  </a:lnTo>
                  <a:lnTo>
                    <a:pt x="31614" y="80444"/>
                  </a:lnTo>
                  <a:lnTo>
                    <a:pt x="30012" y="80311"/>
                  </a:lnTo>
                  <a:lnTo>
                    <a:pt x="27621" y="78658"/>
                  </a:lnTo>
                  <a:lnTo>
                    <a:pt x="22084" y="80063"/>
                  </a:lnTo>
                  <a:lnTo>
                    <a:pt x="19287" y="82509"/>
                  </a:lnTo>
                  <a:lnTo>
                    <a:pt x="17985" y="85260"/>
                  </a:lnTo>
                  <a:lnTo>
                    <a:pt x="16390" y="84661"/>
                  </a:lnTo>
                  <a:lnTo>
                    <a:pt x="16226" y="84606"/>
                  </a:lnTo>
                  <a:lnTo>
                    <a:pt x="12038" y="81148"/>
                  </a:lnTo>
                  <a:lnTo>
                    <a:pt x="13936" y="75011"/>
                  </a:lnTo>
                  <a:lnTo>
                    <a:pt x="8075" y="73617"/>
                  </a:lnTo>
                  <a:lnTo>
                    <a:pt x="10236" y="62566"/>
                  </a:lnTo>
                  <a:lnTo>
                    <a:pt x="696" y="63797"/>
                  </a:lnTo>
                  <a:lnTo>
                    <a:pt x="0" y="63240"/>
                  </a:lnTo>
                  <a:lnTo>
                    <a:pt x="784" y="61631"/>
                  </a:lnTo>
                  <a:lnTo>
                    <a:pt x="2741" y="62430"/>
                  </a:lnTo>
                  <a:lnTo>
                    <a:pt x="5410" y="55901"/>
                  </a:lnTo>
                  <a:lnTo>
                    <a:pt x="9161" y="55016"/>
                  </a:lnTo>
                  <a:lnTo>
                    <a:pt x="14995" y="51239"/>
                  </a:lnTo>
                  <a:lnTo>
                    <a:pt x="15570" y="46174"/>
                  </a:lnTo>
                  <a:lnTo>
                    <a:pt x="18663" y="41184"/>
                  </a:lnTo>
                  <a:lnTo>
                    <a:pt x="20799" y="39660"/>
                  </a:lnTo>
                  <a:lnTo>
                    <a:pt x="25132" y="39770"/>
                  </a:lnTo>
                  <a:lnTo>
                    <a:pt x="24983" y="41613"/>
                  </a:lnTo>
                  <a:lnTo>
                    <a:pt x="31359" y="42897"/>
                  </a:lnTo>
                  <a:lnTo>
                    <a:pt x="33418" y="41129"/>
                  </a:lnTo>
                  <a:lnTo>
                    <a:pt x="39032" y="43758"/>
                  </a:lnTo>
                  <a:lnTo>
                    <a:pt x="41863" y="40294"/>
                  </a:lnTo>
                  <a:lnTo>
                    <a:pt x="47306" y="42384"/>
                  </a:lnTo>
                  <a:lnTo>
                    <a:pt x="53958" y="43601"/>
                  </a:lnTo>
                  <a:lnTo>
                    <a:pt x="55063" y="42093"/>
                  </a:lnTo>
                  <a:lnTo>
                    <a:pt x="53695" y="35473"/>
                  </a:lnTo>
                  <a:lnTo>
                    <a:pt x="41903" y="37686"/>
                  </a:lnTo>
                  <a:lnTo>
                    <a:pt x="45775" y="24819"/>
                  </a:lnTo>
                  <a:lnTo>
                    <a:pt x="38739" y="24716"/>
                  </a:lnTo>
                  <a:lnTo>
                    <a:pt x="35230" y="17504"/>
                  </a:lnTo>
                  <a:lnTo>
                    <a:pt x="35712" y="15722"/>
                  </a:lnTo>
                  <a:lnTo>
                    <a:pt x="37975" y="7359"/>
                  </a:lnTo>
                  <a:lnTo>
                    <a:pt x="42147" y="7087"/>
                  </a:lnTo>
                  <a:lnTo>
                    <a:pt x="42704" y="684"/>
                  </a:lnTo>
                  <a:lnTo>
                    <a:pt x="49902" y="1572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3" name="ph8623"/>
            <p:cNvSpPr/>
            <p:nvPr/>
          </p:nvSpPr>
          <p:spPr>
            <a:xfrm>
              <a:off x="10740539" y="2556309"/>
              <a:ext cx="31925" cy="37659"/>
            </a:xfrm>
            <a:custGeom>
              <a:avLst/>
              <a:pathLst>
                <a:path w="31925" h="37659">
                  <a:moveTo>
                    <a:pt x="19517" y="1925"/>
                  </a:moveTo>
                  <a:lnTo>
                    <a:pt x="22868" y="6044"/>
                  </a:lnTo>
                  <a:lnTo>
                    <a:pt x="26348" y="7221"/>
                  </a:lnTo>
                  <a:lnTo>
                    <a:pt x="24054" y="10240"/>
                  </a:lnTo>
                  <a:lnTo>
                    <a:pt x="31215" y="15307"/>
                  </a:lnTo>
                  <a:lnTo>
                    <a:pt x="31925" y="25081"/>
                  </a:lnTo>
                  <a:lnTo>
                    <a:pt x="28795" y="24121"/>
                  </a:lnTo>
                  <a:lnTo>
                    <a:pt x="26639" y="24665"/>
                  </a:lnTo>
                  <a:lnTo>
                    <a:pt x="26008" y="28051"/>
                  </a:lnTo>
                  <a:lnTo>
                    <a:pt x="20891" y="28062"/>
                  </a:lnTo>
                  <a:lnTo>
                    <a:pt x="21530" y="34830"/>
                  </a:lnTo>
                  <a:lnTo>
                    <a:pt x="18312" y="37659"/>
                  </a:lnTo>
                  <a:lnTo>
                    <a:pt x="14371" y="35718"/>
                  </a:lnTo>
                  <a:lnTo>
                    <a:pt x="7241" y="29180"/>
                  </a:lnTo>
                  <a:lnTo>
                    <a:pt x="5356" y="31221"/>
                  </a:lnTo>
                  <a:lnTo>
                    <a:pt x="7704" y="34159"/>
                  </a:lnTo>
                  <a:lnTo>
                    <a:pt x="6335" y="36069"/>
                  </a:lnTo>
                  <a:lnTo>
                    <a:pt x="4601" y="36479"/>
                  </a:lnTo>
                  <a:lnTo>
                    <a:pt x="5254" y="35809"/>
                  </a:lnTo>
                  <a:lnTo>
                    <a:pt x="4756" y="34411"/>
                  </a:lnTo>
                  <a:lnTo>
                    <a:pt x="498" y="29388"/>
                  </a:lnTo>
                  <a:lnTo>
                    <a:pt x="1942" y="29481"/>
                  </a:lnTo>
                  <a:lnTo>
                    <a:pt x="6698" y="22734"/>
                  </a:lnTo>
                  <a:lnTo>
                    <a:pt x="6014" y="19999"/>
                  </a:lnTo>
                  <a:lnTo>
                    <a:pt x="2041" y="19393"/>
                  </a:lnTo>
                  <a:lnTo>
                    <a:pt x="493" y="20141"/>
                  </a:lnTo>
                  <a:lnTo>
                    <a:pt x="0" y="19077"/>
                  </a:lnTo>
                  <a:lnTo>
                    <a:pt x="907" y="14590"/>
                  </a:lnTo>
                  <a:lnTo>
                    <a:pt x="1856" y="13132"/>
                  </a:lnTo>
                  <a:lnTo>
                    <a:pt x="9357" y="9134"/>
                  </a:lnTo>
                  <a:lnTo>
                    <a:pt x="13742" y="8704"/>
                  </a:lnTo>
                  <a:lnTo>
                    <a:pt x="14399" y="6817"/>
                  </a:lnTo>
                  <a:lnTo>
                    <a:pt x="12357" y="6363"/>
                  </a:lnTo>
                  <a:lnTo>
                    <a:pt x="12294" y="6991"/>
                  </a:lnTo>
                  <a:lnTo>
                    <a:pt x="11408" y="6964"/>
                  </a:lnTo>
                  <a:lnTo>
                    <a:pt x="11608" y="4073"/>
                  </a:lnTo>
                  <a:lnTo>
                    <a:pt x="12398" y="1287"/>
                  </a:lnTo>
                  <a:lnTo>
                    <a:pt x="15811" y="1238"/>
                  </a:lnTo>
                  <a:lnTo>
                    <a:pt x="1603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4" name="ph8624"/>
            <p:cNvSpPr/>
            <p:nvPr/>
          </p:nvSpPr>
          <p:spPr>
            <a:xfrm>
              <a:off x="10743584" y="2462382"/>
              <a:ext cx="48451" cy="80895"/>
            </a:xfrm>
            <a:custGeom>
              <a:avLst/>
              <a:pathLst>
                <a:path w="48451" h="80895">
                  <a:moveTo>
                    <a:pt x="14397" y="3284"/>
                  </a:moveTo>
                  <a:lnTo>
                    <a:pt x="15595" y="6394"/>
                  </a:lnTo>
                  <a:lnTo>
                    <a:pt x="20043" y="9975"/>
                  </a:lnTo>
                  <a:lnTo>
                    <a:pt x="23833" y="11126"/>
                  </a:lnTo>
                  <a:lnTo>
                    <a:pt x="25155" y="17470"/>
                  </a:lnTo>
                  <a:lnTo>
                    <a:pt x="27486" y="17873"/>
                  </a:lnTo>
                  <a:lnTo>
                    <a:pt x="29433" y="19251"/>
                  </a:lnTo>
                  <a:lnTo>
                    <a:pt x="27752" y="28183"/>
                  </a:lnTo>
                  <a:lnTo>
                    <a:pt x="30519" y="28213"/>
                  </a:lnTo>
                  <a:lnTo>
                    <a:pt x="25857" y="32143"/>
                  </a:lnTo>
                  <a:lnTo>
                    <a:pt x="22257" y="30778"/>
                  </a:lnTo>
                  <a:lnTo>
                    <a:pt x="25301" y="38830"/>
                  </a:lnTo>
                  <a:lnTo>
                    <a:pt x="28396" y="38090"/>
                  </a:lnTo>
                  <a:lnTo>
                    <a:pt x="30952" y="41040"/>
                  </a:lnTo>
                  <a:lnTo>
                    <a:pt x="25836" y="41309"/>
                  </a:lnTo>
                  <a:lnTo>
                    <a:pt x="26141" y="42310"/>
                  </a:lnTo>
                  <a:lnTo>
                    <a:pt x="33569" y="43547"/>
                  </a:lnTo>
                  <a:lnTo>
                    <a:pt x="34004" y="45047"/>
                  </a:lnTo>
                  <a:lnTo>
                    <a:pt x="47491" y="45978"/>
                  </a:lnTo>
                  <a:lnTo>
                    <a:pt x="47669" y="47097"/>
                  </a:lnTo>
                  <a:lnTo>
                    <a:pt x="48106" y="49432"/>
                  </a:lnTo>
                  <a:lnTo>
                    <a:pt x="47576" y="60228"/>
                  </a:lnTo>
                  <a:lnTo>
                    <a:pt x="45416" y="60808"/>
                  </a:lnTo>
                  <a:lnTo>
                    <a:pt x="48451" y="72388"/>
                  </a:lnTo>
                  <a:lnTo>
                    <a:pt x="47543" y="73945"/>
                  </a:lnTo>
                  <a:lnTo>
                    <a:pt x="39676" y="75749"/>
                  </a:lnTo>
                  <a:lnTo>
                    <a:pt x="40134" y="80008"/>
                  </a:lnTo>
                  <a:lnTo>
                    <a:pt x="30698" y="80895"/>
                  </a:lnTo>
                  <a:lnTo>
                    <a:pt x="21021" y="72195"/>
                  </a:lnTo>
                  <a:lnTo>
                    <a:pt x="17262" y="69726"/>
                  </a:lnTo>
                  <a:lnTo>
                    <a:pt x="16596" y="72973"/>
                  </a:lnTo>
                  <a:lnTo>
                    <a:pt x="18499" y="73390"/>
                  </a:lnTo>
                  <a:lnTo>
                    <a:pt x="19147" y="76433"/>
                  </a:lnTo>
                  <a:lnTo>
                    <a:pt x="17035" y="79625"/>
                  </a:lnTo>
                  <a:lnTo>
                    <a:pt x="7740" y="77200"/>
                  </a:lnTo>
                  <a:lnTo>
                    <a:pt x="8582" y="71607"/>
                  </a:lnTo>
                  <a:lnTo>
                    <a:pt x="10580" y="71948"/>
                  </a:lnTo>
                  <a:lnTo>
                    <a:pt x="10348" y="69906"/>
                  </a:lnTo>
                  <a:lnTo>
                    <a:pt x="8916" y="66923"/>
                  </a:lnTo>
                  <a:lnTo>
                    <a:pt x="8609" y="61909"/>
                  </a:lnTo>
                  <a:lnTo>
                    <a:pt x="5739" y="60141"/>
                  </a:lnTo>
                  <a:lnTo>
                    <a:pt x="4942" y="53974"/>
                  </a:lnTo>
                  <a:lnTo>
                    <a:pt x="0" y="55028"/>
                  </a:lnTo>
                  <a:lnTo>
                    <a:pt x="2438" y="47355"/>
                  </a:lnTo>
                  <a:lnTo>
                    <a:pt x="763" y="41515"/>
                  </a:lnTo>
                  <a:lnTo>
                    <a:pt x="1144" y="26112"/>
                  </a:lnTo>
                  <a:lnTo>
                    <a:pt x="5025" y="26799"/>
                  </a:lnTo>
                  <a:lnTo>
                    <a:pt x="7271" y="26216"/>
                  </a:lnTo>
                  <a:lnTo>
                    <a:pt x="5362" y="22551"/>
                  </a:lnTo>
                  <a:lnTo>
                    <a:pt x="3457" y="22664"/>
                  </a:lnTo>
                  <a:lnTo>
                    <a:pt x="2444" y="20889"/>
                  </a:lnTo>
                  <a:lnTo>
                    <a:pt x="5109" y="17082"/>
                  </a:lnTo>
                  <a:lnTo>
                    <a:pt x="2949" y="15070"/>
                  </a:lnTo>
                  <a:lnTo>
                    <a:pt x="6136" y="14211"/>
                  </a:lnTo>
                  <a:lnTo>
                    <a:pt x="10687" y="12817"/>
                  </a:lnTo>
                  <a:lnTo>
                    <a:pt x="10258" y="1037"/>
                  </a:lnTo>
                  <a:lnTo>
                    <a:pt x="1444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5" name="ph8625"/>
            <p:cNvSpPr/>
            <p:nvPr/>
          </p:nvSpPr>
          <p:spPr>
            <a:xfrm>
              <a:off x="10744565" y="2635313"/>
              <a:ext cx="19505" cy="14484"/>
            </a:xfrm>
            <a:custGeom>
              <a:avLst/>
              <a:pathLst>
                <a:path w="19505" h="14484">
                  <a:moveTo>
                    <a:pt x="11173" y="0"/>
                  </a:moveTo>
                  <a:lnTo>
                    <a:pt x="16079" y="1727"/>
                  </a:lnTo>
                  <a:lnTo>
                    <a:pt x="16756" y="5812"/>
                  </a:lnTo>
                  <a:lnTo>
                    <a:pt x="19505" y="12371"/>
                  </a:lnTo>
                  <a:lnTo>
                    <a:pt x="15492" y="14003"/>
                  </a:lnTo>
                  <a:lnTo>
                    <a:pt x="13261" y="13512"/>
                  </a:lnTo>
                  <a:lnTo>
                    <a:pt x="11114" y="11590"/>
                  </a:lnTo>
                  <a:lnTo>
                    <a:pt x="8949" y="13303"/>
                  </a:lnTo>
                  <a:lnTo>
                    <a:pt x="8992" y="14101"/>
                  </a:lnTo>
                  <a:lnTo>
                    <a:pt x="7280" y="14484"/>
                  </a:lnTo>
                  <a:lnTo>
                    <a:pt x="2988" y="6261"/>
                  </a:lnTo>
                  <a:lnTo>
                    <a:pt x="0" y="3625"/>
                  </a:lnTo>
                  <a:lnTo>
                    <a:pt x="84" y="1895"/>
                  </a:lnTo>
                  <a:lnTo>
                    <a:pt x="3983" y="640"/>
                  </a:lnTo>
                  <a:lnTo>
                    <a:pt x="4997" y="1325"/>
                  </a:lnTo>
                  <a:lnTo>
                    <a:pt x="7954" y="1123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6" name="ph8626"/>
            <p:cNvSpPr/>
            <p:nvPr/>
          </p:nvSpPr>
          <p:spPr>
            <a:xfrm>
              <a:off x="10987948" y="2654925"/>
              <a:ext cx="30238" cy="35149"/>
            </a:xfrm>
            <a:custGeom>
              <a:avLst/>
              <a:pathLst>
                <a:path w="30238" h="35149">
                  <a:moveTo>
                    <a:pt x="16735" y="1989"/>
                  </a:moveTo>
                  <a:lnTo>
                    <a:pt x="18930" y="3074"/>
                  </a:lnTo>
                  <a:lnTo>
                    <a:pt x="20401" y="2501"/>
                  </a:lnTo>
                  <a:lnTo>
                    <a:pt x="21477" y="1010"/>
                  </a:lnTo>
                  <a:lnTo>
                    <a:pt x="23139" y="857"/>
                  </a:lnTo>
                  <a:lnTo>
                    <a:pt x="23820" y="1451"/>
                  </a:lnTo>
                  <a:lnTo>
                    <a:pt x="24899" y="4158"/>
                  </a:lnTo>
                  <a:lnTo>
                    <a:pt x="21471" y="2900"/>
                  </a:lnTo>
                  <a:lnTo>
                    <a:pt x="20030" y="3273"/>
                  </a:lnTo>
                  <a:lnTo>
                    <a:pt x="19878" y="4970"/>
                  </a:lnTo>
                  <a:lnTo>
                    <a:pt x="20762" y="6321"/>
                  </a:lnTo>
                  <a:lnTo>
                    <a:pt x="20028" y="8452"/>
                  </a:lnTo>
                  <a:lnTo>
                    <a:pt x="23630" y="15994"/>
                  </a:lnTo>
                  <a:lnTo>
                    <a:pt x="26506" y="14297"/>
                  </a:lnTo>
                  <a:lnTo>
                    <a:pt x="26030" y="17119"/>
                  </a:lnTo>
                  <a:lnTo>
                    <a:pt x="29254" y="19407"/>
                  </a:lnTo>
                  <a:lnTo>
                    <a:pt x="30238" y="22236"/>
                  </a:lnTo>
                  <a:lnTo>
                    <a:pt x="28028" y="25244"/>
                  </a:lnTo>
                  <a:lnTo>
                    <a:pt x="23235" y="28840"/>
                  </a:lnTo>
                  <a:lnTo>
                    <a:pt x="19051" y="30419"/>
                  </a:lnTo>
                  <a:lnTo>
                    <a:pt x="19161" y="32304"/>
                  </a:lnTo>
                  <a:lnTo>
                    <a:pt x="15671" y="34600"/>
                  </a:lnTo>
                  <a:lnTo>
                    <a:pt x="14735" y="34610"/>
                  </a:lnTo>
                  <a:lnTo>
                    <a:pt x="12417" y="32916"/>
                  </a:lnTo>
                  <a:lnTo>
                    <a:pt x="11678" y="33960"/>
                  </a:lnTo>
                  <a:lnTo>
                    <a:pt x="12434" y="34406"/>
                  </a:lnTo>
                  <a:lnTo>
                    <a:pt x="10853" y="35149"/>
                  </a:lnTo>
                  <a:lnTo>
                    <a:pt x="9684" y="34694"/>
                  </a:lnTo>
                  <a:lnTo>
                    <a:pt x="7144" y="31177"/>
                  </a:lnTo>
                  <a:lnTo>
                    <a:pt x="103" y="27836"/>
                  </a:lnTo>
                  <a:lnTo>
                    <a:pt x="0" y="24578"/>
                  </a:lnTo>
                  <a:lnTo>
                    <a:pt x="2224" y="24733"/>
                  </a:lnTo>
                  <a:lnTo>
                    <a:pt x="3141" y="16874"/>
                  </a:lnTo>
                  <a:lnTo>
                    <a:pt x="2159" y="13093"/>
                  </a:lnTo>
                  <a:lnTo>
                    <a:pt x="9851" y="5792"/>
                  </a:lnTo>
                  <a:lnTo>
                    <a:pt x="10832" y="7177"/>
                  </a:lnTo>
                  <a:lnTo>
                    <a:pt x="13946" y="5265"/>
                  </a:lnTo>
                  <a:lnTo>
                    <a:pt x="12553" y="3280"/>
                  </a:lnTo>
                  <a:lnTo>
                    <a:pt x="1608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7" name="ph8627"/>
            <p:cNvSpPr/>
            <p:nvPr/>
          </p:nvSpPr>
          <p:spPr>
            <a:xfrm>
              <a:off x="10858367" y="2627197"/>
              <a:ext cx="53069" cy="31556"/>
            </a:xfrm>
            <a:custGeom>
              <a:avLst/>
              <a:pathLst>
                <a:path w="53069" h="31556">
                  <a:moveTo>
                    <a:pt x="22351" y="309"/>
                  </a:moveTo>
                  <a:lnTo>
                    <a:pt x="24713" y="2686"/>
                  </a:lnTo>
                  <a:lnTo>
                    <a:pt x="34259" y="709"/>
                  </a:lnTo>
                  <a:lnTo>
                    <a:pt x="38952" y="2010"/>
                  </a:lnTo>
                  <a:lnTo>
                    <a:pt x="40940" y="1705"/>
                  </a:lnTo>
                  <a:lnTo>
                    <a:pt x="44224" y="9845"/>
                  </a:lnTo>
                  <a:lnTo>
                    <a:pt x="43952" y="20637"/>
                  </a:lnTo>
                  <a:lnTo>
                    <a:pt x="47339" y="21804"/>
                  </a:lnTo>
                  <a:lnTo>
                    <a:pt x="50263" y="23738"/>
                  </a:lnTo>
                  <a:lnTo>
                    <a:pt x="52424" y="28188"/>
                  </a:lnTo>
                  <a:lnTo>
                    <a:pt x="53069" y="31556"/>
                  </a:lnTo>
                  <a:lnTo>
                    <a:pt x="50456" y="30720"/>
                  </a:lnTo>
                  <a:lnTo>
                    <a:pt x="49176" y="31294"/>
                  </a:lnTo>
                  <a:lnTo>
                    <a:pt x="43060" y="31176"/>
                  </a:lnTo>
                  <a:lnTo>
                    <a:pt x="37786" y="23781"/>
                  </a:lnTo>
                  <a:lnTo>
                    <a:pt x="29693" y="19964"/>
                  </a:lnTo>
                  <a:lnTo>
                    <a:pt x="24459" y="16686"/>
                  </a:lnTo>
                  <a:lnTo>
                    <a:pt x="22234" y="18214"/>
                  </a:lnTo>
                  <a:lnTo>
                    <a:pt x="19460" y="12998"/>
                  </a:lnTo>
                  <a:lnTo>
                    <a:pt x="22360" y="11470"/>
                  </a:lnTo>
                  <a:lnTo>
                    <a:pt x="21627" y="10273"/>
                  </a:lnTo>
                  <a:lnTo>
                    <a:pt x="17363" y="13279"/>
                  </a:lnTo>
                  <a:lnTo>
                    <a:pt x="17730" y="16769"/>
                  </a:lnTo>
                  <a:lnTo>
                    <a:pt x="12935" y="15820"/>
                  </a:lnTo>
                  <a:lnTo>
                    <a:pt x="9056" y="19149"/>
                  </a:lnTo>
                  <a:lnTo>
                    <a:pt x="7061" y="19646"/>
                  </a:lnTo>
                  <a:lnTo>
                    <a:pt x="6364" y="18627"/>
                  </a:lnTo>
                  <a:lnTo>
                    <a:pt x="7219" y="18333"/>
                  </a:lnTo>
                  <a:lnTo>
                    <a:pt x="6328" y="16640"/>
                  </a:lnTo>
                  <a:lnTo>
                    <a:pt x="3184" y="12033"/>
                  </a:lnTo>
                  <a:lnTo>
                    <a:pt x="0" y="8815"/>
                  </a:lnTo>
                  <a:lnTo>
                    <a:pt x="8131" y="8096"/>
                  </a:lnTo>
                  <a:lnTo>
                    <a:pt x="9483" y="11609"/>
                  </a:lnTo>
                  <a:lnTo>
                    <a:pt x="14119" y="9721"/>
                  </a:lnTo>
                  <a:lnTo>
                    <a:pt x="16711" y="12312"/>
                  </a:lnTo>
                  <a:lnTo>
                    <a:pt x="18629" y="11436"/>
                  </a:lnTo>
                  <a:lnTo>
                    <a:pt x="14897" y="4182"/>
                  </a:lnTo>
                  <a:lnTo>
                    <a:pt x="1937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8" name="ph8628"/>
            <p:cNvSpPr/>
            <p:nvPr/>
          </p:nvSpPr>
          <p:spPr>
            <a:xfrm>
              <a:off x="10929070" y="2650103"/>
              <a:ext cx="33043" cy="62823"/>
            </a:xfrm>
            <a:custGeom>
              <a:avLst/>
              <a:pathLst>
                <a:path w="33043" h="62823">
                  <a:moveTo>
                    <a:pt x="9886" y="0"/>
                  </a:moveTo>
                  <a:lnTo>
                    <a:pt x="11305" y="764"/>
                  </a:lnTo>
                  <a:lnTo>
                    <a:pt x="10011" y="5546"/>
                  </a:lnTo>
                  <a:lnTo>
                    <a:pt x="12115" y="17220"/>
                  </a:lnTo>
                  <a:lnTo>
                    <a:pt x="12922" y="19694"/>
                  </a:lnTo>
                  <a:lnTo>
                    <a:pt x="15729" y="19741"/>
                  </a:lnTo>
                  <a:lnTo>
                    <a:pt x="15670" y="24388"/>
                  </a:lnTo>
                  <a:lnTo>
                    <a:pt x="16221" y="25180"/>
                  </a:lnTo>
                  <a:lnTo>
                    <a:pt x="17749" y="25790"/>
                  </a:lnTo>
                  <a:lnTo>
                    <a:pt x="26053" y="25139"/>
                  </a:lnTo>
                  <a:lnTo>
                    <a:pt x="33031" y="29147"/>
                  </a:lnTo>
                  <a:lnTo>
                    <a:pt x="33043" y="30882"/>
                  </a:lnTo>
                  <a:lnTo>
                    <a:pt x="30880" y="33336"/>
                  </a:lnTo>
                  <a:lnTo>
                    <a:pt x="26919" y="38493"/>
                  </a:lnTo>
                  <a:lnTo>
                    <a:pt x="26957" y="41116"/>
                  </a:lnTo>
                  <a:lnTo>
                    <a:pt x="29084" y="43670"/>
                  </a:lnTo>
                  <a:lnTo>
                    <a:pt x="30199" y="46600"/>
                  </a:lnTo>
                  <a:lnTo>
                    <a:pt x="28367" y="52100"/>
                  </a:lnTo>
                  <a:lnTo>
                    <a:pt x="29077" y="52126"/>
                  </a:lnTo>
                  <a:lnTo>
                    <a:pt x="27227" y="54317"/>
                  </a:lnTo>
                  <a:lnTo>
                    <a:pt x="26004" y="54592"/>
                  </a:lnTo>
                  <a:lnTo>
                    <a:pt x="26479" y="56792"/>
                  </a:lnTo>
                  <a:lnTo>
                    <a:pt x="28576" y="60224"/>
                  </a:lnTo>
                  <a:lnTo>
                    <a:pt x="27547" y="61641"/>
                  </a:lnTo>
                  <a:lnTo>
                    <a:pt x="23923" y="62823"/>
                  </a:lnTo>
                  <a:lnTo>
                    <a:pt x="21419" y="62067"/>
                  </a:lnTo>
                  <a:lnTo>
                    <a:pt x="15070" y="62407"/>
                  </a:lnTo>
                  <a:lnTo>
                    <a:pt x="13510" y="56651"/>
                  </a:lnTo>
                  <a:lnTo>
                    <a:pt x="14936" y="50154"/>
                  </a:lnTo>
                  <a:lnTo>
                    <a:pt x="13744" y="48521"/>
                  </a:lnTo>
                  <a:lnTo>
                    <a:pt x="10001" y="45826"/>
                  </a:lnTo>
                  <a:lnTo>
                    <a:pt x="8099" y="40763"/>
                  </a:lnTo>
                  <a:lnTo>
                    <a:pt x="6331" y="38816"/>
                  </a:lnTo>
                  <a:lnTo>
                    <a:pt x="6551" y="36360"/>
                  </a:lnTo>
                  <a:lnTo>
                    <a:pt x="8253" y="32436"/>
                  </a:lnTo>
                  <a:lnTo>
                    <a:pt x="10703" y="32318"/>
                  </a:lnTo>
                  <a:lnTo>
                    <a:pt x="8614" y="25010"/>
                  </a:lnTo>
                  <a:lnTo>
                    <a:pt x="3670" y="23628"/>
                  </a:lnTo>
                  <a:lnTo>
                    <a:pt x="923" y="19067"/>
                  </a:lnTo>
                  <a:lnTo>
                    <a:pt x="0" y="9878"/>
                  </a:lnTo>
                  <a:lnTo>
                    <a:pt x="1316" y="7631"/>
                  </a:lnTo>
                  <a:lnTo>
                    <a:pt x="3659" y="6566"/>
                  </a:lnTo>
                  <a:lnTo>
                    <a:pt x="3093" y="3549"/>
                  </a:lnTo>
                  <a:lnTo>
                    <a:pt x="5229" y="103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9" name="ph8629"/>
            <p:cNvSpPr/>
            <p:nvPr/>
          </p:nvSpPr>
          <p:spPr>
            <a:xfrm>
              <a:off x="10752628" y="2601936"/>
              <a:ext cx="43447" cy="41898"/>
            </a:xfrm>
            <a:custGeom>
              <a:avLst/>
              <a:pathLst>
                <a:path w="43447" h="41898">
                  <a:moveTo>
                    <a:pt x="39156" y="290"/>
                  </a:moveTo>
                  <a:lnTo>
                    <a:pt x="40887" y="1724"/>
                  </a:lnTo>
                  <a:lnTo>
                    <a:pt x="41712" y="6302"/>
                  </a:lnTo>
                  <a:lnTo>
                    <a:pt x="43447" y="5358"/>
                  </a:lnTo>
                  <a:lnTo>
                    <a:pt x="39084" y="8405"/>
                  </a:lnTo>
                  <a:lnTo>
                    <a:pt x="40512" y="13418"/>
                  </a:lnTo>
                  <a:lnTo>
                    <a:pt x="34738" y="15298"/>
                  </a:lnTo>
                  <a:lnTo>
                    <a:pt x="27747" y="21067"/>
                  </a:lnTo>
                  <a:lnTo>
                    <a:pt x="28067" y="23035"/>
                  </a:lnTo>
                  <a:lnTo>
                    <a:pt x="30695" y="26668"/>
                  </a:lnTo>
                  <a:lnTo>
                    <a:pt x="31999" y="33420"/>
                  </a:lnTo>
                  <a:lnTo>
                    <a:pt x="31452" y="35021"/>
                  </a:lnTo>
                  <a:lnTo>
                    <a:pt x="29514" y="36409"/>
                  </a:lnTo>
                  <a:lnTo>
                    <a:pt x="29718" y="40553"/>
                  </a:lnTo>
                  <a:lnTo>
                    <a:pt x="26946" y="41138"/>
                  </a:lnTo>
                  <a:lnTo>
                    <a:pt x="25240" y="40599"/>
                  </a:lnTo>
                  <a:lnTo>
                    <a:pt x="25301" y="39375"/>
                  </a:lnTo>
                  <a:lnTo>
                    <a:pt x="23954" y="38624"/>
                  </a:lnTo>
                  <a:lnTo>
                    <a:pt x="21189" y="38658"/>
                  </a:lnTo>
                  <a:lnTo>
                    <a:pt x="20124" y="39438"/>
                  </a:lnTo>
                  <a:lnTo>
                    <a:pt x="21140" y="41898"/>
                  </a:lnTo>
                  <a:lnTo>
                    <a:pt x="18517" y="40569"/>
                  </a:lnTo>
                  <a:lnTo>
                    <a:pt x="15243" y="35439"/>
                  </a:lnTo>
                  <a:lnTo>
                    <a:pt x="17004" y="33635"/>
                  </a:lnTo>
                  <a:lnTo>
                    <a:pt x="14932" y="29007"/>
                  </a:lnTo>
                  <a:lnTo>
                    <a:pt x="13393" y="21798"/>
                  </a:lnTo>
                  <a:lnTo>
                    <a:pt x="12049" y="21277"/>
                  </a:lnTo>
                  <a:lnTo>
                    <a:pt x="6826" y="22068"/>
                  </a:lnTo>
                  <a:lnTo>
                    <a:pt x="6237" y="20833"/>
                  </a:lnTo>
                  <a:lnTo>
                    <a:pt x="0" y="17228"/>
                  </a:lnTo>
                  <a:lnTo>
                    <a:pt x="5492" y="10124"/>
                  </a:lnTo>
                  <a:lnTo>
                    <a:pt x="9653" y="8877"/>
                  </a:lnTo>
                  <a:lnTo>
                    <a:pt x="14701" y="11862"/>
                  </a:lnTo>
                  <a:lnTo>
                    <a:pt x="31587" y="7948"/>
                  </a:lnTo>
                  <a:lnTo>
                    <a:pt x="32584" y="6531"/>
                  </a:lnTo>
                  <a:lnTo>
                    <a:pt x="33107" y="2396"/>
                  </a:lnTo>
                  <a:lnTo>
                    <a:pt x="35343" y="198"/>
                  </a:lnTo>
                  <a:lnTo>
                    <a:pt x="3718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0" name="ph8630"/>
            <p:cNvSpPr/>
            <p:nvPr/>
          </p:nvSpPr>
          <p:spPr>
            <a:xfrm>
              <a:off x="10679770" y="2636360"/>
              <a:ext cx="50902" cy="40822"/>
            </a:xfrm>
            <a:custGeom>
              <a:avLst/>
              <a:pathLst>
                <a:path w="50902" h="40822">
                  <a:moveTo>
                    <a:pt x="33859" y="2188"/>
                  </a:moveTo>
                  <a:lnTo>
                    <a:pt x="33848" y="4069"/>
                  </a:lnTo>
                  <a:lnTo>
                    <a:pt x="37104" y="7581"/>
                  </a:lnTo>
                  <a:lnTo>
                    <a:pt x="39877" y="9357"/>
                  </a:lnTo>
                  <a:lnTo>
                    <a:pt x="37185" y="14626"/>
                  </a:lnTo>
                  <a:lnTo>
                    <a:pt x="38087" y="15423"/>
                  </a:lnTo>
                  <a:lnTo>
                    <a:pt x="44560" y="16762"/>
                  </a:lnTo>
                  <a:lnTo>
                    <a:pt x="49183" y="19203"/>
                  </a:lnTo>
                  <a:lnTo>
                    <a:pt x="50902" y="20882"/>
                  </a:lnTo>
                  <a:lnTo>
                    <a:pt x="46295" y="25049"/>
                  </a:lnTo>
                  <a:lnTo>
                    <a:pt x="42455" y="26568"/>
                  </a:lnTo>
                  <a:lnTo>
                    <a:pt x="41518" y="25866"/>
                  </a:lnTo>
                  <a:lnTo>
                    <a:pt x="35276" y="27400"/>
                  </a:lnTo>
                  <a:lnTo>
                    <a:pt x="32719" y="39986"/>
                  </a:lnTo>
                  <a:lnTo>
                    <a:pt x="31799" y="39953"/>
                  </a:lnTo>
                  <a:lnTo>
                    <a:pt x="26781" y="39103"/>
                  </a:lnTo>
                  <a:lnTo>
                    <a:pt x="24435" y="39449"/>
                  </a:lnTo>
                  <a:lnTo>
                    <a:pt x="20427" y="37721"/>
                  </a:lnTo>
                  <a:lnTo>
                    <a:pt x="15341" y="37259"/>
                  </a:lnTo>
                  <a:lnTo>
                    <a:pt x="8973" y="39004"/>
                  </a:lnTo>
                  <a:lnTo>
                    <a:pt x="3291" y="38738"/>
                  </a:lnTo>
                  <a:lnTo>
                    <a:pt x="805" y="40822"/>
                  </a:lnTo>
                  <a:lnTo>
                    <a:pt x="0" y="38424"/>
                  </a:lnTo>
                  <a:lnTo>
                    <a:pt x="2239" y="33951"/>
                  </a:lnTo>
                  <a:lnTo>
                    <a:pt x="10317" y="29043"/>
                  </a:lnTo>
                  <a:lnTo>
                    <a:pt x="10117" y="27860"/>
                  </a:lnTo>
                  <a:lnTo>
                    <a:pt x="8203" y="26000"/>
                  </a:lnTo>
                  <a:lnTo>
                    <a:pt x="11580" y="22325"/>
                  </a:lnTo>
                  <a:lnTo>
                    <a:pt x="19387" y="16190"/>
                  </a:lnTo>
                  <a:lnTo>
                    <a:pt x="19048" y="13950"/>
                  </a:lnTo>
                  <a:lnTo>
                    <a:pt x="16741" y="12954"/>
                  </a:lnTo>
                  <a:lnTo>
                    <a:pt x="15559" y="14181"/>
                  </a:lnTo>
                  <a:lnTo>
                    <a:pt x="16819" y="7726"/>
                  </a:lnTo>
                  <a:lnTo>
                    <a:pt x="19338" y="1014"/>
                  </a:lnTo>
                  <a:lnTo>
                    <a:pt x="17837" y="67"/>
                  </a:lnTo>
                  <a:lnTo>
                    <a:pt x="2958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1" name="ph8631"/>
            <p:cNvSpPr/>
            <p:nvPr/>
          </p:nvSpPr>
          <p:spPr>
            <a:xfrm>
              <a:off x="10955075" y="2701221"/>
              <a:ext cx="9617" cy="14861"/>
            </a:xfrm>
            <a:custGeom>
              <a:avLst/>
              <a:pathLst>
                <a:path w="9617" h="14861">
                  <a:moveTo>
                    <a:pt x="7186" y="0"/>
                  </a:moveTo>
                  <a:lnTo>
                    <a:pt x="9617" y="3068"/>
                  </a:lnTo>
                  <a:lnTo>
                    <a:pt x="9002" y="5087"/>
                  </a:lnTo>
                  <a:lnTo>
                    <a:pt x="6883" y="7085"/>
                  </a:lnTo>
                  <a:lnTo>
                    <a:pt x="8603" y="13002"/>
                  </a:lnTo>
                  <a:lnTo>
                    <a:pt x="9198" y="13498"/>
                  </a:lnTo>
                  <a:lnTo>
                    <a:pt x="8272" y="14861"/>
                  </a:lnTo>
                  <a:lnTo>
                    <a:pt x="6385" y="14538"/>
                  </a:lnTo>
                  <a:lnTo>
                    <a:pt x="2571" y="9105"/>
                  </a:lnTo>
                  <a:lnTo>
                    <a:pt x="475" y="5674"/>
                  </a:lnTo>
                  <a:lnTo>
                    <a:pt x="0" y="3473"/>
                  </a:lnTo>
                  <a:lnTo>
                    <a:pt x="1222" y="3199"/>
                  </a:lnTo>
                  <a:lnTo>
                    <a:pt x="3072" y="1007"/>
                  </a:lnTo>
                  <a:lnTo>
                    <a:pt x="4449" y="5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2" name="ph8632"/>
            <p:cNvSpPr/>
            <p:nvPr/>
          </p:nvSpPr>
          <p:spPr>
            <a:xfrm>
              <a:off x="10869378" y="2682423"/>
              <a:ext cx="34236" cy="35652"/>
            </a:xfrm>
            <a:custGeom>
              <a:avLst/>
              <a:pathLst>
                <a:path w="34236" h="35652">
                  <a:moveTo>
                    <a:pt x="23188" y="0"/>
                  </a:moveTo>
                  <a:lnTo>
                    <a:pt x="23832" y="1589"/>
                  </a:lnTo>
                  <a:lnTo>
                    <a:pt x="25385" y="2246"/>
                  </a:lnTo>
                  <a:lnTo>
                    <a:pt x="30238" y="1108"/>
                  </a:lnTo>
                  <a:lnTo>
                    <a:pt x="30925" y="2772"/>
                  </a:lnTo>
                  <a:lnTo>
                    <a:pt x="33407" y="7578"/>
                  </a:lnTo>
                  <a:lnTo>
                    <a:pt x="34236" y="12171"/>
                  </a:lnTo>
                  <a:lnTo>
                    <a:pt x="32870" y="19780"/>
                  </a:lnTo>
                  <a:lnTo>
                    <a:pt x="33812" y="25214"/>
                  </a:lnTo>
                  <a:lnTo>
                    <a:pt x="33324" y="28304"/>
                  </a:lnTo>
                  <a:lnTo>
                    <a:pt x="30066" y="26898"/>
                  </a:lnTo>
                  <a:lnTo>
                    <a:pt x="29736" y="28397"/>
                  </a:lnTo>
                  <a:lnTo>
                    <a:pt x="30403" y="30109"/>
                  </a:lnTo>
                  <a:lnTo>
                    <a:pt x="28045" y="35652"/>
                  </a:lnTo>
                  <a:lnTo>
                    <a:pt x="26416" y="34920"/>
                  </a:lnTo>
                  <a:lnTo>
                    <a:pt x="19484" y="28190"/>
                  </a:lnTo>
                  <a:lnTo>
                    <a:pt x="15524" y="21599"/>
                  </a:lnTo>
                  <a:lnTo>
                    <a:pt x="10473" y="21259"/>
                  </a:lnTo>
                  <a:lnTo>
                    <a:pt x="6073" y="15678"/>
                  </a:lnTo>
                  <a:lnTo>
                    <a:pt x="0" y="13492"/>
                  </a:lnTo>
                  <a:lnTo>
                    <a:pt x="220" y="11171"/>
                  </a:lnTo>
                  <a:lnTo>
                    <a:pt x="3385" y="5713"/>
                  </a:lnTo>
                  <a:lnTo>
                    <a:pt x="11078" y="6863"/>
                  </a:lnTo>
                  <a:lnTo>
                    <a:pt x="12905" y="7912"/>
                  </a:lnTo>
                  <a:lnTo>
                    <a:pt x="15165" y="10683"/>
                  </a:lnTo>
                  <a:lnTo>
                    <a:pt x="16469" y="9929"/>
                  </a:lnTo>
                  <a:lnTo>
                    <a:pt x="19814" y="5011"/>
                  </a:lnTo>
                  <a:lnTo>
                    <a:pt x="20976" y="72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3" name="ph8633"/>
            <p:cNvSpPr/>
            <p:nvPr/>
          </p:nvSpPr>
          <p:spPr>
            <a:xfrm>
              <a:off x="10757981" y="2436430"/>
              <a:ext cx="36837" cy="73050"/>
            </a:xfrm>
            <a:custGeom>
              <a:avLst/>
              <a:pathLst>
                <a:path w="36837" h="73050">
                  <a:moveTo>
                    <a:pt x="27590" y="1366"/>
                  </a:moveTo>
                  <a:lnTo>
                    <a:pt x="31006" y="3568"/>
                  </a:lnTo>
                  <a:lnTo>
                    <a:pt x="31072" y="10986"/>
                  </a:lnTo>
                  <a:lnTo>
                    <a:pt x="34568" y="16066"/>
                  </a:lnTo>
                  <a:lnTo>
                    <a:pt x="36661" y="15655"/>
                  </a:lnTo>
                  <a:lnTo>
                    <a:pt x="36837" y="17936"/>
                  </a:lnTo>
                  <a:lnTo>
                    <a:pt x="33426" y="23146"/>
                  </a:lnTo>
                  <a:lnTo>
                    <a:pt x="32227" y="26579"/>
                  </a:lnTo>
                  <a:lnTo>
                    <a:pt x="31946" y="30913"/>
                  </a:lnTo>
                  <a:lnTo>
                    <a:pt x="34369" y="31105"/>
                  </a:lnTo>
                  <a:lnTo>
                    <a:pt x="35551" y="35089"/>
                  </a:lnTo>
                  <a:lnTo>
                    <a:pt x="35575" y="37656"/>
                  </a:lnTo>
                  <a:lnTo>
                    <a:pt x="31719" y="35695"/>
                  </a:lnTo>
                  <a:lnTo>
                    <a:pt x="29325" y="48484"/>
                  </a:lnTo>
                  <a:lnTo>
                    <a:pt x="35990" y="54908"/>
                  </a:lnTo>
                  <a:lnTo>
                    <a:pt x="33271" y="73050"/>
                  </a:lnTo>
                  <a:lnTo>
                    <a:pt x="33094" y="71930"/>
                  </a:lnTo>
                  <a:lnTo>
                    <a:pt x="19607" y="71000"/>
                  </a:lnTo>
                  <a:lnTo>
                    <a:pt x="19172" y="69499"/>
                  </a:lnTo>
                  <a:lnTo>
                    <a:pt x="11744" y="68262"/>
                  </a:lnTo>
                  <a:lnTo>
                    <a:pt x="11438" y="67262"/>
                  </a:lnTo>
                  <a:lnTo>
                    <a:pt x="16555" y="66993"/>
                  </a:lnTo>
                  <a:lnTo>
                    <a:pt x="13999" y="64042"/>
                  </a:lnTo>
                  <a:lnTo>
                    <a:pt x="10904" y="64783"/>
                  </a:lnTo>
                  <a:lnTo>
                    <a:pt x="7860" y="56730"/>
                  </a:lnTo>
                  <a:lnTo>
                    <a:pt x="11460" y="58095"/>
                  </a:lnTo>
                  <a:lnTo>
                    <a:pt x="16122" y="54166"/>
                  </a:lnTo>
                  <a:lnTo>
                    <a:pt x="13355" y="54136"/>
                  </a:lnTo>
                  <a:lnTo>
                    <a:pt x="15036" y="45203"/>
                  </a:lnTo>
                  <a:lnTo>
                    <a:pt x="13089" y="43825"/>
                  </a:lnTo>
                  <a:lnTo>
                    <a:pt x="10757" y="43423"/>
                  </a:lnTo>
                  <a:lnTo>
                    <a:pt x="9436" y="37078"/>
                  </a:lnTo>
                  <a:lnTo>
                    <a:pt x="5646" y="35928"/>
                  </a:lnTo>
                  <a:lnTo>
                    <a:pt x="1198" y="32346"/>
                  </a:lnTo>
                  <a:lnTo>
                    <a:pt x="0" y="29237"/>
                  </a:lnTo>
                  <a:lnTo>
                    <a:pt x="51" y="25952"/>
                  </a:lnTo>
                  <a:lnTo>
                    <a:pt x="3309" y="26816"/>
                  </a:lnTo>
                  <a:lnTo>
                    <a:pt x="2732" y="23934"/>
                  </a:lnTo>
                  <a:lnTo>
                    <a:pt x="7769" y="24654"/>
                  </a:lnTo>
                  <a:lnTo>
                    <a:pt x="9397" y="19560"/>
                  </a:lnTo>
                  <a:lnTo>
                    <a:pt x="12549" y="17648"/>
                  </a:lnTo>
                  <a:lnTo>
                    <a:pt x="12269" y="14284"/>
                  </a:lnTo>
                  <a:lnTo>
                    <a:pt x="8479" y="13608"/>
                  </a:lnTo>
                  <a:lnTo>
                    <a:pt x="8798" y="10549"/>
                  </a:lnTo>
                  <a:lnTo>
                    <a:pt x="19876" y="11297"/>
                  </a:lnTo>
                  <a:lnTo>
                    <a:pt x="20687" y="9225"/>
                  </a:lnTo>
                  <a:lnTo>
                    <a:pt x="20522" y="8632"/>
                  </a:lnTo>
                  <a:lnTo>
                    <a:pt x="19175" y="8387"/>
                  </a:lnTo>
                  <a:lnTo>
                    <a:pt x="18418" y="5355"/>
                  </a:lnTo>
                  <a:lnTo>
                    <a:pt x="23742" y="5643"/>
                  </a:lnTo>
                  <a:lnTo>
                    <a:pt x="29312" y="4051"/>
                  </a:lnTo>
                  <a:lnTo>
                    <a:pt x="24364" y="2655"/>
                  </a:lnTo>
                  <a:lnTo>
                    <a:pt x="24886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4" name="ph8634"/>
            <p:cNvSpPr/>
            <p:nvPr/>
          </p:nvSpPr>
          <p:spPr>
            <a:xfrm>
              <a:off x="10710093" y="2357861"/>
              <a:ext cx="68826" cy="84416"/>
            </a:xfrm>
            <a:custGeom>
              <a:avLst/>
              <a:pathLst>
                <a:path w="68826" h="84416">
                  <a:moveTo>
                    <a:pt x="66610" y="10617"/>
                  </a:moveTo>
                  <a:lnTo>
                    <a:pt x="67063" y="16856"/>
                  </a:lnTo>
                  <a:lnTo>
                    <a:pt x="63593" y="31492"/>
                  </a:lnTo>
                  <a:lnTo>
                    <a:pt x="68826" y="31685"/>
                  </a:lnTo>
                  <a:lnTo>
                    <a:pt x="67961" y="37130"/>
                  </a:lnTo>
                  <a:lnTo>
                    <a:pt x="65797" y="37657"/>
                  </a:lnTo>
                  <a:lnTo>
                    <a:pt x="63312" y="36586"/>
                  </a:lnTo>
                  <a:lnTo>
                    <a:pt x="58718" y="37892"/>
                  </a:lnTo>
                  <a:lnTo>
                    <a:pt x="56971" y="50458"/>
                  </a:lnTo>
                  <a:lnTo>
                    <a:pt x="51808" y="49817"/>
                  </a:lnTo>
                  <a:lnTo>
                    <a:pt x="50567" y="54094"/>
                  </a:lnTo>
                  <a:lnTo>
                    <a:pt x="46713" y="53364"/>
                  </a:lnTo>
                  <a:lnTo>
                    <a:pt x="42476" y="54748"/>
                  </a:lnTo>
                  <a:lnTo>
                    <a:pt x="43282" y="61340"/>
                  </a:lnTo>
                  <a:lnTo>
                    <a:pt x="45234" y="67244"/>
                  </a:lnTo>
                  <a:lnTo>
                    <a:pt x="41965" y="84416"/>
                  </a:lnTo>
                  <a:lnTo>
                    <a:pt x="41291" y="83170"/>
                  </a:lnTo>
                  <a:lnTo>
                    <a:pt x="40243" y="82922"/>
                  </a:lnTo>
                  <a:lnTo>
                    <a:pt x="34629" y="83258"/>
                  </a:lnTo>
                  <a:lnTo>
                    <a:pt x="34697" y="80381"/>
                  </a:lnTo>
                  <a:lnTo>
                    <a:pt x="28165" y="79243"/>
                  </a:lnTo>
                  <a:lnTo>
                    <a:pt x="25569" y="80906"/>
                  </a:lnTo>
                  <a:lnTo>
                    <a:pt x="8636" y="83359"/>
                  </a:lnTo>
                  <a:lnTo>
                    <a:pt x="3702" y="77557"/>
                  </a:lnTo>
                  <a:lnTo>
                    <a:pt x="2798" y="68501"/>
                  </a:lnTo>
                  <a:lnTo>
                    <a:pt x="846" y="48503"/>
                  </a:lnTo>
                  <a:lnTo>
                    <a:pt x="0" y="39845"/>
                  </a:lnTo>
                  <a:lnTo>
                    <a:pt x="4743" y="39295"/>
                  </a:lnTo>
                  <a:lnTo>
                    <a:pt x="16472" y="34124"/>
                  </a:lnTo>
                  <a:lnTo>
                    <a:pt x="22069" y="12233"/>
                  </a:lnTo>
                  <a:lnTo>
                    <a:pt x="24796" y="7256"/>
                  </a:lnTo>
                  <a:lnTo>
                    <a:pt x="24744" y="9007"/>
                  </a:lnTo>
                  <a:lnTo>
                    <a:pt x="22381" y="12909"/>
                  </a:lnTo>
                  <a:lnTo>
                    <a:pt x="22770" y="18766"/>
                  </a:lnTo>
                  <a:lnTo>
                    <a:pt x="29505" y="25214"/>
                  </a:lnTo>
                  <a:lnTo>
                    <a:pt x="39788" y="17723"/>
                  </a:lnTo>
                  <a:lnTo>
                    <a:pt x="51437" y="3726"/>
                  </a:lnTo>
                  <a:lnTo>
                    <a:pt x="5479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5" name="ph8635"/>
            <p:cNvSpPr/>
            <p:nvPr/>
          </p:nvSpPr>
          <p:spPr>
            <a:xfrm>
              <a:off x="10688655" y="2526898"/>
              <a:ext cx="71052" cy="34947"/>
            </a:xfrm>
            <a:custGeom>
              <a:avLst/>
              <a:pathLst>
                <a:path w="71052" h="34947">
                  <a:moveTo>
                    <a:pt x="15000" y="1213"/>
                  </a:moveTo>
                  <a:lnTo>
                    <a:pt x="25803" y="5431"/>
                  </a:lnTo>
                  <a:lnTo>
                    <a:pt x="30227" y="5689"/>
                  </a:lnTo>
                  <a:lnTo>
                    <a:pt x="35734" y="4953"/>
                  </a:lnTo>
                  <a:lnTo>
                    <a:pt x="39645" y="5828"/>
                  </a:lnTo>
                  <a:lnTo>
                    <a:pt x="47779" y="5296"/>
                  </a:lnTo>
                  <a:lnTo>
                    <a:pt x="47455" y="8693"/>
                  </a:lnTo>
                  <a:lnTo>
                    <a:pt x="53144" y="9726"/>
                  </a:lnTo>
                  <a:lnTo>
                    <a:pt x="53663" y="6423"/>
                  </a:lnTo>
                  <a:lnTo>
                    <a:pt x="51382" y="6459"/>
                  </a:lnTo>
                  <a:lnTo>
                    <a:pt x="51542" y="2870"/>
                  </a:lnTo>
                  <a:lnTo>
                    <a:pt x="58762" y="4674"/>
                  </a:lnTo>
                  <a:lnTo>
                    <a:pt x="58698" y="5794"/>
                  </a:lnTo>
                  <a:lnTo>
                    <a:pt x="63511" y="7091"/>
                  </a:lnTo>
                  <a:lnTo>
                    <a:pt x="62669" y="12684"/>
                  </a:lnTo>
                  <a:lnTo>
                    <a:pt x="61990" y="17225"/>
                  </a:lnTo>
                  <a:lnTo>
                    <a:pt x="71052" y="17767"/>
                  </a:lnTo>
                  <a:lnTo>
                    <a:pt x="68341" y="26845"/>
                  </a:lnTo>
                  <a:lnTo>
                    <a:pt x="63467" y="26486"/>
                  </a:lnTo>
                  <a:lnTo>
                    <a:pt x="63627" y="29864"/>
                  </a:lnTo>
                  <a:lnTo>
                    <a:pt x="64282" y="30698"/>
                  </a:lnTo>
                  <a:lnTo>
                    <a:pt x="63492" y="33484"/>
                  </a:lnTo>
                  <a:lnTo>
                    <a:pt x="52259" y="30353"/>
                  </a:lnTo>
                  <a:lnTo>
                    <a:pt x="39400" y="29670"/>
                  </a:lnTo>
                  <a:lnTo>
                    <a:pt x="41887" y="27548"/>
                  </a:lnTo>
                  <a:lnTo>
                    <a:pt x="43024" y="27329"/>
                  </a:lnTo>
                  <a:lnTo>
                    <a:pt x="42889" y="25779"/>
                  </a:lnTo>
                  <a:lnTo>
                    <a:pt x="37259" y="25309"/>
                  </a:lnTo>
                  <a:lnTo>
                    <a:pt x="37498" y="30862"/>
                  </a:lnTo>
                  <a:lnTo>
                    <a:pt x="33422" y="29909"/>
                  </a:lnTo>
                  <a:lnTo>
                    <a:pt x="30752" y="30220"/>
                  </a:lnTo>
                  <a:lnTo>
                    <a:pt x="30008" y="33872"/>
                  </a:lnTo>
                  <a:lnTo>
                    <a:pt x="27218" y="33955"/>
                  </a:lnTo>
                  <a:lnTo>
                    <a:pt x="27137" y="29066"/>
                  </a:lnTo>
                  <a:lnTo>
                    <a:pt x="24278" y="29112"/>
                  </a:lnTo>
                  <a:lnTo>
                    <a:pt x="23774" y="31739"/>
                  </a:lnTo>
                  <a:lnTo>
                    <a:pt x="24926" y="32049"/>
                  </a:lnTo>
                  <a:lnTo>
                    <a:pt x="24385" y="34947"/>
                  </a:lnTo>
                  <a:lnTo>
                    <a:pt x="18318" y="34203"/>
                  </a:lnTo>
                  <a:lnTo>
                    <a:pt x="19344" y="30278"/>
                  </a:lnTo>
                  <a:lnTo>
                    <a:pt x="17790" y="25668"/>
                  </a:lnTo>
                  <a:lnTo>
                    <a:pt x="12063" y="22983"/>
                  </a:lnTo>
                  <a:lnTo>
                    <a:pt x="5877" y="22735"/>
                  </a:lnTo>
                  <a:lnTo>
                    <a:pt x="4718" y="20887"/>
                  </a:lnTo>
                  <a:lnTo>
                    <a:pt x="0" y="15275"/>
                  </a:lnTo>
                  <a:lnTo>
                    <a:pt x="2092" y="13868"/>
                  </a:lnTo>
                  <a:lnTo>
                    <a:pt x="9142" y="5263"/>
                  </a:lnTo>
                  <a:lnTo>
                    <a:pt x="8803" y="815"/>
                  </a:lnTo>
                  <a:lnTo>
                    <a:pt x="991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6" name="ph8636"/>
            <p:cNvSpPr/>
            <p:nvPr/>
          </p:nvSpPr>
          <p:spPr>
            <a:xfrm>
              <a:off x="10596045" y="2516975"/>
              <a:ext cx="89622" cy="60384"/>
            </a:xfrm>
            <a:custGeom>
              <a:avLst/>
              <a:pathLst>
                <a:path w="89622" h="60384">
                  <a:moveTo>
                    <a:pt x="16345" y="1279"/>
                  </a:moveTo>
                  <a:lnTo>
                    <a:pt x="23391" y="1179"/>
                  </a:lnTo>
                  <a:lnTo>
                    <a:pt x="28021" y="3219"/>
                  </a:lnTo>
                  <a:lnTo>
                    <a:pt x="33514" y="4521"/>
                  </a:lnTo>
                  <a:lnTo>
                    <a:pt x="34110" y="1986"/>
                  </a:lnTo>
                  <a:lnTo>
                    <a:pt x="42875" y="5931"/>
                  </a:lnTo>
                  <a:lnTo>
                    <a:pt x="44121" y="14470"/>
                  </a:lnTo>
                  <a:lnTo>
                    <a:pt x="47238" y="15574"/>
                  </a:lnTo>
                  <a:lnTo>
                    <a:pt x="49475" y="11209"/>
                  </a:lnTo>
                  <a:lnTo>
                    <a:pt x="52537" y="8750"/>
                  </a:lnTo>
                  <a:lnTo>
                    <a:pt x="58577" y="9326"/>
                  </a:lnTo>
                  <a:lnTo>
                    <a:pt x="70270" y="12866"/>
                  </a:lnTo>
                  <a:lnTo>
                    <a:pt x="69788" y="14648"/>
                  </a:lnTo>
                  <a:lnTo>
                    <a:pt x="73297" y="21861"/>
                  </a:lnTo>
                  <a:lnTo>
                    <a:pt x="80334" y="21964"/>
                  </a:lnTo>
                  <a:lnTo>
                    <a:pt x="76462" y="34830"/>
                  </a:lnTo>
                  <a:lnTo>
                    <a:pt x="88254" y="32617"/>
                  </a:lnTo>
                  <a:lnTo>
                    <a:pt x="89622" y="39237"/>
                  </a:lnTo>
                  <a:lnTo>
                    <a:pt x="88516" y="40745"/>
                  </a:lnTo>
                  <a:lnTo>
                    <a:pt x="81865" y="39529"/>
                  </a:lnTo>
                  <a:lnTo>
                    <a:pt x="76422" y="37438"/>
                  </a:lnTo>
                  <a:lnTo>
                    <a:pt x="73591" y="40902"/>
                  </a:lnTo>
                  <a:lnTo>
                    <a:pt x="67976" y="38274"/>
                  </a:lnTo>
                  <a:lnTo>
                    <a:pt x="65917" y="40041"/>
                  </a:lnTo>
                  <a:lnTo>
                    <a:pt x="59541" y="38757"/>
                  </a:lnTo>
                  <a:lnTo>
                    <a:pt x="59691" y="36914"/>
                  </a:lnTo>
                  <a:lnTo>
                    <a:pt x="55357" y="36804"/>
                  </a:lnTo>
                  <a:lnTo>
                    <a:pt x="53221" y="38328"/>
                  </a:lnTo>
                  <a:lnTo>
                    <a:pt x="50128" y="43318"/>
                  </a:lnTo>
                  <a:lnTo>
                    <a:pt x="49553" y="48383"/>
                  </a:lnTo>
                  <a:lnTo>
                    <a:pt x="43720" y="52160"/>
                  </a:lnTo>
                  <a:lnTo>
                    <a:pt x="39968" y="53045"/>
                  </a:lnTo>
                  <a:lnTo>
                    <a:pt x="37300" y="59575"/>
                  </a:lnTo>
                  <a:lnTo>
                    <a:pt x="35343" y="58775"/>
                  </a:lnTo>
                  <a:lnTo>
                    <a:pt x="34558" y="60384"/>
                  </a:lnTo>
                  <a:lnTo>
                    <a:pt x="34321" y="60195"/>
                  </a:lnTo>
                  <a:lnTo>
                    <a:pt x="14840" y="44624"/>
                  </a:lnTo>
                  <a:lnTo>
                    <a:pt x="7442" y="34874"/>
                  </a:lnTo>
                  <a:lnTo>
                    <a:pt x="6911" y="32765"/>
                  </a:lnTo>
                  <a:lnTo>
                    <a:pt x="2914" y="15844"/>
                  </a:lnTo>
                  <a:lnTo>
                    <a:pt x="0" y="13345"/>
                  </a:lnTo>
                  <a:lnTo>
                    <a:pt x="1141" y="9836"/>
                  </a:lnTo>
                  <a:lnTo>
                    <a:pt x="5064" y="3201"/>
                  </a:lnTo>
                  <a:lnTo>
                    <a:pt x="6686" y="5644"/>
                  </a:lnTo>
                  <a:lnTo>
                    <a:pt x="9658" y="4247"/>
                  </a:lnTo>
                  <a:lnTo>
                    <a:pt x="1063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7" name="ph8637"/>
            <p:cNvSpPr/>
            <p:nvPr/>
          </p:nvSpPr>
          <p:spPr>
            <a:xfrm>
              <a:off x="9868915" y="2084145"/>
              <a:ext cx="83231" cy="99074"/>
            </a:xfrm>
            <a:custGeom>
              <a:avLst/>
              <a:pathLst>
                <a:path w="83231" h="99074">
                  <a:moveTo>
                    <a:pt x="47497" y="1457"/>
                  </a:moveTo>
                  <a:lnTo>
                    <a:pt x="47643" y="2381"/>
                  </a:lnTo>
                  <a:lnTo>
                    <a:pt x="46251" y="3121"/>
                  </a:lnTo>
                  <a:lnTo>
                    <a:pt x="45710" y="5818"/>
                  </a:lnTo>
                  <a:lnTo>
                    <a:pt x="49946" y="11584"/>
                  </a:lnTo>
                  <a:lnTo>
                    <a:pt x="51172" y="12119"/>
                  </a:lnTo>
                  <a:lnTo>
                    <a:pt x="56777" y="10282"/>
                  </a:lnTo>
                  <a:lnTo>
                    <a:pt x="57716" y="9480"/>
                  </a:lnTo>
                  <a:lnTo>
                    <a:pt x="58013" y="7516"/>
                  </a:lnTo>
                  <a:lnTo>
                    <a:pt x="63567" y="7515"/>
                  </a:lnTo>
                  <a:lnTo>
                    <a:pt x="65847" y="5986"/>
                  </a:lnTo>
                  <a:lnTo>
                    <a:pt x="67221" y="2718"/>
                  </a:lnTo>
                  <a:lnTo>
                    <a:pt x="70633" y="2982"/>
                  </a:lnTo>
                  <a:lnTo>
                    <a:pt x="72172" y="6129"/>
                  </a:lnTo>
                  <a:lnTo>
                    <a:pt x="63501" y="15294"/>
                  </a:lnTo>
                  <a:lnTo>
                    <a:pt x="67805" y="15984"/>
                  </a:lnTo>
                  <a:lnTo>
                    <a:pt x="70970" y="22066"/>
                  </a:lnTo>
                  <a:lnTo>
                    <a:pt x="72864" y="23092"/>
                  </a:lnTo>
                  <a:lnTo>
                    <a:pt x="78805" y="21655"/>
                  </a:lnTo>
                  <a:lnTo>
                    <a:pt x="81007" y="26248"/>
                  </a:lnTo>
                  <a:lnTo>
                    <a:pt x="79540" y="27567"/>
                  </a:lnTo>
                  <a:lnTo>
                    <a:pt x="80180" y="35572"/>
                  </a:lnTo>
                  <a:lnTo>
                    <a:pt x="83231" y="36580"/>
                  </a:lnTo>
                  <a:lnTo>
                    <a:pt x="81784" y="39321"/>
                  </a:lnTo>
                  <a:lnTo>
                    <a:pt x="82253" y="50635"/>
                  </a:lnTo>
                  <a:lnTo>
                    <a:pt x="73563" y="55648"/>
                  </a:lnTo>
                  <a:lnTo>
                    <a:pt x="67408" y="63916"/>
                  </a:lnTo>
                  <a:lnTo>
                    <a:pt x="64052" y="63638"/>
                  </a:lnTo>
                  <a:lnTo>
                    <a:pt x="61396" y="60652"/>
                  </a:lnTo>
                  <a:lnTo>
                    <a:pt x="59244" y="62184"/>
                  </a:lnTo>
                  <a:lnTo>
                    <a:pt x="57749" y="65305"/>
                  </a:lnTo>
                  <a:lnTo>
                    <a:pt x="55683" y="67227"/>
                  </a:lnTo>
                  <a:lnTo>
                    <a:pt x="45148" y="65865"/>
                  </a:lnTo>
                  <a:lnTo>
                    <a:pt x="44826" y="66554"/>
                  </a:lnTo>
                  <a:lnTo>
                    <a:pt x="46590" y="68502"/>
                  </a:lnTo>
                  <a:lnTo>
                    <a:pt x="42674" y="75949"/>
                  </a:lnTo>
                  <a:lnTo>
                    <a:pt x="40829" y="81211"/>
                  </a:lnTo>
                  <a:lnTo>
                    <a:pt x="44469" y="81447"/>
                  </a:lnTo>
                  <a:lnTo>
                    <a:pt x="44088" y="87175"/>
                  </a:lnTo>
                  <a:lnTo>
                    <a:pt x="39512" y="88065"/>
                  </a:lnTo>
                  <a:lnTo>
                    <a:pt x="38611" y="90785"/>
                  </a:lnTo>
                  <a:lnTo>
                    <a:pt x="32885" y="84017"/>
                  </a:lnTo>
                  <a:lnTo>
                    <a:pt x="31839" y="85034"/>
                  </a:lnTo>
                  <a:lnTo>
                    <a:pt x="31100" y="89230"/>
                  </a:lnTo>
                  <a:lnTo>
                    <a:pt x="29253" y="91440"/>
                  </a:lnTo>
                  <a:lnTo>
                    <a:pt x="17928" y="96423"/>
                  </a:lnTo>
                  <a:lnTo>
                    <a:pt x="17222" y="99074"/>
                  </a:lnTo>
                  <a:lnTo>
                    <a:pt x="16436" y="98601"/>
                  </a:lnTo>
                  <a:lnTo>
                    <a:pt x="17788" y="96257"/>
                  </a:lnTo>
                  <a:lnTo>
                    <a:pt x="13685" y="90992"/>
                  </a:lnTo>
                  <a:lnTo>
                    <a:pt x="11641" y="89560"/>
                  </a:lnTo>
                  <a:lnTo>
                    <a:pt x="8833" y="91488"/>
                  </a:lnTo>
                  <a:lnTo>
                    <a:pt x="6402" y="94565"/>
                  </a:lnTo>
                  <a:lnTo>
                    <a:pt x="4942" y="91689"/>
                  </a:lnTo>
                  <a:lnTo>
                    <a:pt x="4579" y="86104"/>
                  </a:lnTo>
                  <a:lnTo>
                    <a:pt x="1791" y="82930"/>
                  </a:lnTo>
                  <a:lnTo>
                    <a:pt x="3537" y="80060"/>
                  </a:lnTo>
                  <a:lnTo>
                    <a:pt x="4464" y="76049"/>
                  </a:lnTo>
                  <a:lnTo>
                    <a:pt x="1412" y="72318"/>
                  </a:lnTo>
                  <a:lnTo>
                    <a:pt x="8170" y="65598"/>
                  </a:lnTo>
                  <a:lnTo>
                    <a:pt x="4894" y="61690"/>
                  </a:lnTo>
                  <a:lnTo>
                    <a:pt x="2161" y="60267"/>
                  </a:lnTo>
                  <a:lnTo>
                    <a:pt x="5240" y="50278"/>
                  </a:lnTo>
                  <a:lnTo>
                    <a:pt x="0" y="46892"/>
                  </a:lnTo>
                  <a:lnTo>
                    <a:pt x="1868" y="43687"/>
                  </a:lnTo>
                  <a:lnTo>
                    <a:pt x="5567" y="41709"/>
                  </a:lnTo>
                  <a:lnTo>
                    <a:pt x="8732" y="42696"/>
                  </a:lnTo>
                  <a:lnTo>
                    <a:pt x="12632" y="40985"/>
                  </a:lnTo>
                  <a:lnTo>
                    <a:pt x="12654" y="32064"/>
                  </a:lnTo>
                  <a:lnTo>
                    <a:pt x="10779" y="30161"/>
                  </a:lnTo>
                  <a:lnTo>
                    <a:pt x="12194" y="30471"/>
                  </a:lnTo>
                  <a:lnTo>
                    <a:pt x="15273" y="27472"/>
                  </a:lnTo>
                  <a:lnTo>
                    <a:pt x="18190" y="28844"/>
                  </a:lnTo>
                  <a:lnTo>
                    <a:pt x="20596" y="25799"/>
                  </a:lnTo>
                  <a:lnTo>
                    <a:pt x="18992" y="23957"/>
                  </a:lnTo>
                  <a:lnTo>
                    <a:pt x="23239" y="21186"/>
                  </a:lnTo>
                  <a:lnTo>
                    <a:pt x="22282" y="19389"/>
                  </a:lnTo>
                  <a:lnTo>
                    <a:pt x="21253" y="20138"/>
                  </a:lnTo>
                  <a:lnTo>
                    <a:pt x="15047" y="19956"/>
                  </a:lnTo>
                  <a:lnTo>
                    <a:pt x="17604" y="18881"/>
                  </a:lnTo>
                  <a:lnTo>
                    <a:pt x="19899" y="11662"/>
                  </a:lnTo>
                  <a:lnTo>
                    <a:pt x="34992" y="7312"/>
                  </a:lnTo>
                  <a:lnTo>
                    <a:pt x="37511" y="7423"/>
                  </a:lnTo>
                  <a:lnTo>
                    <a:pt x="37490" y="8205"/>
                  </a:lnTo>
                  <a:lnTo>
                    <a:pt x="40887" y="8369"/>
                  </a:lnTo>
                  <a:lnTo>
                    <a:pt x="41180" y="1721"/>
                  </a:lnTo>
                  <a:lnTo>
                    <a:pt x="4290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8" name="ph8638"/>
            <p:cNvSpPr/>
            <p:nvPr/>
          </p:nvSpPr>
          <p:spPr>
            <a:xfrm>
              <a:off x="10061106" y="2374059"/>
              <a:ext cx="61414" cy="60681"/>
            </a:xfrm>
            <a:custGeom>
              <a:avLst/>
              <a:pathLst>
                <a:path w="61414" h="60681">
                  <a:moveTo>
                    <a:pt x="42804" y="681"/>
                  </a:moveTo>
                  <a:lnTo>
                    <a:pt x="46689" y="7633"/>
                  </a:lnTo>
                  <a:lnTo>
                    <a:pt x="48352" y="8072"/>
                  </a:lnTo>
                  <a:lnTo>
                    <a:pt x="50346" y="6733"/>
                  </a:lnTo>
                  <a:lnTo>
                    <a:pt x="61414" y="9082"/>
                  </a:lnTo>
                  <a:lnTo>
                    <a:pt x="61386" y="10417"/>
                  </a:lnTo>
                  <a:lnTo>
                    <a:pt x="58060" y="15181"/>
                  </a:lnTo>
                  <a:lnTo>
                    <a:pt x="56057" y="17353"/>
                  </a:lnTo>
                  <a:lnTo>
                    <a:pt x="53148" y="18978"/>
                  </a:lnTo>
                  <a:lnTo>
                    <a:pt x="52830" y="22481"/>
                  </a:lnTo>
                  <a:lnTo>
                    <a:pt x="53420" y="23812"/>
                  </a:lnTo>
                  <a:lnTo>
                    <a:pt x="55145" y="24840"/>
                  </a:lnTo>
                  <a:lnTo>
                    <a:pt x="55633" y="26357"/>
                  </a:lnTo>
                  <a:lnTo>
                    <a:pt x="55445" y="28908"/>
                  </a:lnTo>
                  <a:lnTo>
                    <a:pt x="54073" y="30365"/>
                  </a:lnTo>
                  <a:lnTo>
                    <a:pt x="51530" y="36211"/>
                  </a:lnTo>
                  <a:lnTo>
                    <a:pt x="51166" y="40539"/>
                  </a:lnTo>
                  <a:lnTo>
                    <a:pt x="53222" y="44123"/>
                  </a:lnTo>
                  <a:lnTo>
                    <a:pt x="51484" y="47156"/>
                  </a:lnTo>
                  <a:lnTo>
                    <a:pt x="45853" y="51761"/>
                  </a:lnTo>
                  <a:lnTo>
                    <a:pt x="45119" y="59353"/>
                  </a:lnTo>
                  <a:lnTo>
                    <a:pt x="31735" y="60681"/>
                  </a:lnTo>
                  <a:lnTo>
                    <a:pt x="29643" y="57957"/>
                  </a:lnTo>
                  <a:lnTo>
                    <a:pt x="28577" y="52562"/>
                  </a:lnTo>
                  <a:lnTo>
                    <a:pt x="16111" y="38916"/>
                  </a:lnTo>
                  <a:lnTo>
                    <a:pt x="5055" y="28467"/>
                  </a:lnTo>
                  <a:lnTo>
                    <a:pt x="6385" y="27732"/>
                  </a:lnTo>
                  <a:lnTo>
                    <a:pt x="5790" y="25636"/>
                  </a:lnTo>
                  <a:lnTo>
                    <a:pt x="0" y="20964"/>
                  </a:lnTo>
                  <a:lnTo>
                    <a:pt x="15" y="20362"/>
                  </a:lnTo>
                  <a:lnTo>
                    <a:pt x="3452" y="21761"/>
                  </a:lnTo>
                  <a:lnTo>
                    <a:pt x="10775" y="28231"/>
                  </a:lnTo>
                  <a:lnTo>
                    <a:pt x="11541" y="28414"/>
                  </a:lnTo>
                  <a:lnTo>
                    <a:pt x="11200" y="26695"/>
                  </a:lnTo>
                  <a:lnTo>
                    <a:pt x="16087" y="25294"/>
                  </a:lnTo>
                  <a:lnTo>
                    <a:pt x="12573" y="19331"/>
                  </a:lnTo>
                  <a:lnTo>
                    <a:pt x="13245" y="14339"/>
                  </a:lnTo>
                  <a:lnTo>
                    <a:pt x="18240" y="13951"/>
                  </a:lnTo>
                  <a:lnTo>
                    <a:pt x="24487" y="15006"/>
                  </a:lnTo>
                  <a:lnTo>
                    <a:pt x="26422" y="9884"/>
                  </a:lnTo>
                  <a:lnTo>
                    <a:pt x="25676" y="7061"/>
                  </a:lnTo>
                  <a:lnTo>
                    <a:pt x="28170" y="866"/>
                  </a:lnTo>
                  <a:lnTo>
                    <a:pt x="31103" y="384"/>
                  </a:lnTo>
                  <a:lnTo>
                    <a:pt x="35394" y="2006"/>
                  </a:lnTo>
                  <a:lnTo>
                    <a:pt x="4121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9" name="ph8639"/>
            <p:cNvSpPr/>
            <p:nvPr/>
          </p:nvSpPr>
          <p:spPr>
            <a:xfrm>
              <a:off x="10092841" y="2365457"/>
              <a:ext cx="110210" cy="105908"/>
            </a:xfrm>
            <a:custGeom>
              <a:avLst/>
              <a:pathLst>
                <a:path w="110210" h="105908">
                  <a:moveTo>
                    <a:pt x="75000" y="2969"/>
                  </a:moveTo>
                  <a:lnTo>
                    <a:pt x="77597" y="5202"/>
                  </a:lnTo>
                  <a:lnTo>
                    <a:pt x="79513" y="4648"/>
                  </a:lnTo>
                  <a:lnTo>
                    <a:pt x="87637" y="12896"/>
                  </a:lnTo>
                  <a:lnTo>
                    <a:pt x="88059" y="15503"/>
                  </a:lnTo>
                  <a:lnTo>
                    <a:pt x="95137" y="27921"/>
                  </a:lnTo>
                  <a:lnTo>
                    <a:pt x="95745" y="31789"/>
                  </a:lnTo>
                  <a:lnTo>
                    <a:pt x="94856" y="36318"/>
                  </a:lnTo>
                  <a:lnTo>
                    <a:pt x="95284" y="40229"/>
                  </a:lnTo>
                  <a:lnTo>
                    <a:pt x="102182" y="45328"/>
                  </a:lnTo>
                  <a:lnTo>
                    <a:pt x="104585" y="45939"/>
                  </a:lnTo>
                  <a:lnTo>
                    <a:pt x="104940" y="47626"/>
                  </a:lnTo>
                  <a:lnTo>
                    <a:pt x="100790" y="51723"/>
                  </a:lnTo>
                  <a:lnTo>
                    <a:pt x="105745" y="52346"/>
                  </a:lnTo>
                  <a:lnTo>
                    <a:pt x="107716" y="53720"/>
                  </a:lnTo>
                  <a:lnTo>
                    <a:pt x="110210" y="57712"/>
                  </a:lnTo>
                  <a:lnTo>
                    <a:pt x="109095" y="60605"/>
                  </a:lnTo>
                  <a:lnTo>
                    <a:pt x="99760" y="56385"/>
                  </a:lnTo>
                  <a:lnTo>
                    <a:pt x="98706" y="64424"/>
                  </a:lnTo>
                  <a:lnTo>
                    <a:pt x="99663" y="66959"/>
                  </a:lnTo>
                  <a:lnTo>
                    <a:pt x="87174" y="58106"/>
                  </a:lnTo>
                  <a:lnTo>
                    <a:pt x="76773" y="72189"/>
                  </a:lnTo>
                  <a:lnTo>
                    <a:pt x="81473" y="77285"/>
                  </a:lnTo>
                  <a:lnTo>
                    <a:pt x="75086" y="79613"/>
                  </a:lnTo>
                  <a:lnTo>
                    <a:pt x="74270" y="84846"/>
                  </a:lnTo>
                  <a:lnTo>
                    <a:pt x="71420" y="83175"/>
                  </a:lnTo>
                  <a:lnTo>
                    <a:pt x="64494" y="91045"/>
                  </a:lnTo>
                  <a:lnTo>
                    <a:pt x="62936" y="91991"/>
                  </a:lnTo>
                  <a:lnTo>
                    <a:pt x="60400" y="91792"/>
                  </a:lnTo>
                  <a:lnTo>
                    <a:pt x="55110" y="87236"/>
                  </a:lnTo>
                  <a:lnTo>
                    <a:pt x="51693" y="82448"/>
                  </a:lnTo>
                  <a:lnTo>
                    <a:pt x="48401" y="80564"/>
                  </a:lnTo>
                  <a:lnTo>
                    <a:pt x="42934" y="79671"/>
                  </a:lnTo>
                  <a:lnTo>
                    <a:pt x="36945" y="80402"/>
                  </a:lnTo>
                  <a:lnTo>
                    <a:pt x="35938" y="84041"/>
                  </a:lnTo>
                  <a:lnTo>
                    <a:pt x="36965" y="88347"/>
                  </a:lnTo>
                  <a:lnTo>
                    <a:pt x="28319" y="89029"/>
                  </a:lnTo>
                  <a:lnTo>
                    <a:pt x="25479" y="105908"/>
                  </a:lnTo>
                  <a:lnTo>
                    <a:pt x="24672" y="103665"/>
                  </a:lnTo>
                  <a:lnTo>
                    <a:pt x="18394" y="95619"/>
                  </a:lnTo>
                  <a:lnTo>
                    <a:pt x="7308" y="85460"/>
                  </a:lnTo>
                  <a:lnTo>
                    <a:pt x="6877" y="80356"/>
                  </a:lnTo>
                  <a:lnTo>
                    <a:pt x="2111" y="73979"/>
                  </a:lnTo>
                  <a:lnTo>
                    <a:pt x="1866" y="71772"/>
                  </a:lnTo>
                  <a:lnTo>
                    <a:pt x="0" y="69284"/>
                  </a:lnTo>
                  <a:lnTo>
                    <a:pt x="13384" y="67955"/>
                  </a:lnTo>
                  <a:lnTo>
                    <a:pt x="14118" y="60363"/>
                  </a:lnTo>
                  <a:lnTo>
                    <a:pt x="19749" y="55759"/>
                  </a:lnTo>
                  <a:lnTo>
                    <a:pt x="21487" y="52725"/>
                  </a:lnTo>
                  <a:lnTo>
                    <a:pt x="19431" y="49142"/>
                  </a:lnTo>
                  <a:lnTo>
                    <a:pt x="19795" y="44813"/>
                  </a:lnTo>
                  <a:lnTo>
                    <a:pt x="22338" y="38968"/>
                  </a:lnTo>
                  <a:lnTo>
                    <a:pt x="23710" y="37511"/>
                  </a:lnTo>
                  <a:lnTo>
                    <a:pt x="23898" y="34959"/>
                  </a:lnTo>
                  <a:lnTo>
                    <a:pt x="23410" y="33442"/>
                  </a:lnTo>
                  <a:lnTo>
                    <a:pt x="21685" y="32414"/>
                  </a:lnTo>
                  <a:lnTo>
                    <a:pt x="21095" y="31084"/>
                  </a:lnTo>
                  <a:lnTo>
                    <a:pt x="21413" y="27580"/>
                  </a:lnTo>
                  <a:lnTo>
                    <a:pt x="24321" y="25955"/>
                  </a:lnTo>
                  <a:lnTo>
                    <a:pt x="26325" y="23783"/>
                  </a:lnTo>
                  <a:lnTo>
                    <a:pt x="29650" y="19019"/>
                  </a:lnTo>
                  <a:lnTo>
                    <a:pt x="29679" y="17684"/>
                  </a:lnTo>
                  <a:lnTo>
                    <a:pt x="28906" y="16294"/>
                  </a:lnTo>
                  <a:lnTo>
                    <a:pt x="29879" y="15105"/>
                  </a:lnTo>
                  <a:lnTo>
                    <a:pt x="36645" y="17014"/>
                  </a:lnTo>
                  <a:lnTo>
                    <a:pt x="45322" y="15602"/>
                  </a:lnTo>
                  <a:lnTo>
                    <a:pt x="45467" y="11840"/>
                  </a:lnTo>
                  <a:lnTo>
                    <a:pt x="40596" y="9170"/>
                  </a:lnTo>
                  <a:lnTo>
                    <a:pt x="44758" y="10849"/>
                  </a:lnTo>
                  <a:lnTo>
                    <a:pt x="55968" y="8329"/>
                  </a:lnTo>
                  <a:lnTo>
                    <a:pt x="57646" y="6652"/>
                  </a:lnTo>
                  <a:lnTo>
                    <a:pt x="58454" y="3291"/>
                  </a:lnTo>
                  <a:lnTo>
                    <a:pt x="59561" y="2044"/>
                  </a:lnTo>
                  <a:lnTo>
                    <a:pt x="6697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0" name="ph8640"/>
            <p:cNvSpPr/>
            <p:nvPr/>
          </p:nvSpPr>
          <p:spPr>
            <a:xfrm>
              <a:off x="9965864" y="2281141"/>
              <a:ext cx="66586" cy="74195"/>
            </a:xfrm>
            <a:custGeom>
              <a:avLst/>
              <a:pathLst>
                <a:path w="66586" h="74195">
                  <a:moveTo>
                    <a:pt x="20781" y="1335"/>
                  </a:moveTo>
                  <a:lnTo>
                    <a:pt x="26064" y="173"/>
                  </a:lnTo>
                  <a:lnTo>
                    <a:pt x="28459" y="3565"/>
                  </a:lnTo>
                  <a:lnTo>
                    <a:pt x="30207" y="9592"/>
                  </a:lnTo>
                  <a:lnTo>
                    <a:pt x="34718" y="11290"/>
                  </a:lnTo>
                  <a:lnTo>
                    <a:pt x="38248" y="14486"/>
                  </a:lnTo>
                  <a:lnTo>
                    <a:pt x="42502" y="17792"/>
                  </a:lnTo>
                  <a:lnTo>
                    <a:pt x="50223" y="22155"/>
                  </a:lnTo>
                  <a:lnTo>
                    <a:pt x="51324" y="25072"/>
                  </a:lnTo>
                  <a:lnTo>
                    <a:pt x="51307" y="27625"/>
                  </a:lnTo>
                  <a:lnTo>
                    <a:pt x="60314" y="32573"/>
                  </a:lnTo>
                  <a:lnTo>
                    <a:pt x="64459" y="35918"/>
                  </a:lnTo>
                  <a:lnTo>
                    <a:pt x="66586" y="40089"/>
                  </a:lnTo>
                  <a:lnTo>
                    <a:pt x="66538" y="41595"/>
                  </a:lnTo>
                  <a:lnTo>
                    <a:pt x="64966" y="44554"/>
                  </a:lnTo>
                  <a:lnTo>
                    <a:pt x="60908" y="44443"/>
                  </a:lnTo>
                  <a:lnTo>
                    <a:pt x="56283" y="62848"/>
                  </a:lnTo>
                  <a:lnTo>
                    <a:pt x="56353" y="69949"/>
                  </a:lnTo>
                  <a:lnTo>
                    <a:pt x="47386" y="74195"/>
                  </a:lnTo>
                  <a:lnTo>
                    <a:pt x="27980" y="60489"/>
                  </a:lnTo>
                  <a:lnTo>
                    <a:pt x="25500" y="60818"/>
                  </a:lnTo>
                  <a:lnTo>
                    <a:pt x="23415" y="57140"/>
                  </a:lnTo>
                  <a:lnTo>
                    <a:pt x="11046" y="48303"/>
                  </a:lnTo>
                  <a:lnTo>
                    <a:pt x="7013" y="44469"/>
                  </a:lnTo>
                  <a:lnTo>
                    <a:pt x="4931" y="40688"/>
                  </a:lnTo>
                  <a:lnTo>
                    <a:pt x="4971" y="35441"/>
                  </a:lnTo>
                  <a:lnTo>
                    <a:pt x="0" y="28492"/>
                  </a:lnTo>
                  <a:lnTo>
                    <a:pt x="3940" y="25950"/>
                  </a:lnTo>
                  <a:lnTo>
                    <a:pt x="7449" y="21092"/>
                  </a:lnTo>
                  <a:lnTo>
                    <a:pt x="5408" y="15836"/>
                  </a:lnTo>
                  <a:lnTo>
                    <a:pt x="5584" y="13411"/>
                  </a:lnTo>
                  <a:lnTo>
                    <a:pt x="9735" y="7213"/>
                  </a:lnTo>
                  <a:lnTo>
                    <a:pt x="11449" y="5989"/>
                  </a:lnTo>
                  <a:lnTo>
                    <a:pt x="16744" y="6205"/>
                  </a:lnTo>
                  <a:lnTo>
                    <a:pt x="17681" y="7320"/>
                  </a:lnTo>
                  <a:lnTo>
                    <a:pt x="20167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1" name="ph8641"/>
            <p:cNvSpPr/>
            <p:nvPr/>
          </p:nvSpPr>
          <p:spPr>
            <a:xfrm>
              <a:off x="9998368" y="2151253"/>
              <a:ext cx="91086" cy="127966"/>
            </a:xfrm>
            <a:custGeom>
              <a:avLst/>
              <a:pathLst>
                <a:path w="91086" h="127966">
                  <a:moveTo>
                    <a:pt x="44510" y="0"/>
                  </a:moveTo>
                  <a:lnTo>
                    <a:pt x="51841" y="4050"/>
                  </a:lnTo>
                  <a:lnTo>
                    <a:pt x="56167" y="8156"/>
                  </a:lnTo>
                  <a:lnTo>
                    <a:pt x="55852" y="11434"/>
                  </a:lnTo>
                  <a:lnTo>
                    <a:pt x="58907" y="17122"/>
                  </a:lnTo>
                  <a:lnTo>
                    <a:pt x="56442" y="26223"/>
                  </a:lnTo>
                  <a:lnTo>
                    <a:pt x="62072" y="30292"/>
                  </a:lnTo>
                  <a:lnTo>
                    <a:pt x="62129" y="31647"/>
                  </a:lnTo>
                  <a:lnTo>
                    <a:pt x="63419" y="33036"/>
                  </a:lnTo>
                  <a:lnTo>
                    <a:pt x="67051" y="35244"/>
                  </a:lnTo>
                  <a:lnTo>
                    <a:pt x="81360" y="47061"/>
                  </a:lnTo>
                  <a:lnTo>
                    <a:pt x="80521" y="49959"/>
                  </a:lnTo>
                  <a:lnTo>
                    <a:pt x="80918" y="52055"/>
                  </a:lnTo>
                  <a:lnTo>
                    <a:pt x="82702" y="54213"/>
                  </a:lnTo>
                  <a:lnTo>
                    <a:pt x="86172" y="55077"/>
                  </a:lnTo>
                  <a:lnTo>
                    <a:pt x="88465" y="52364"/>
                  </a:lnTo>
                  <a:lnTo>
                    <a:pt x="91086" y="54484"/>
                  </a:lnTo>
                  <a:lnTo>
                    <a:pt x="90790" y="57992"/>
                  </a:lnTo>
                  <a:lnTo>
                    <a:pt x="87813" y="58614"/>
                  </a:lnTo>
                  <a:lnTo>
                    <a:pt x="89946" y="62577"/>
                  </a:lnTo>
                  <a:lnTo>
                    <a:pt x="73582" y="71055"/>
                  </a:lnTo>
                  <a:lnTo>
                    <a:pt x="71813" y="70209"/>
                  </a:lnTo>
                  <a:lnTo>
                    <a:pt x="68147" y="70394"/>
                  </a:lnTo>
                  <a:lnTo>
                    <a:pt x="67374" y="75397"/>
                  </a:lnTo>
                  <a:lnTo>
                    <a:pt x="68598" y="76892"/>
                  </a:lnTo>
                  <a:lnTo>
                    <a:pt x="70614" y="76722"/>
                  </a:lnTo>
                  <a:lnTo>
                    <a:pt x="71454" y="78593"/>
                  </a:lnTo>
                  <a:lnTo>
                    <a:pt x="69157" y="84174"/>
                  </a:lnTo>
                  <a:lnTo>
                    <a:pt x="66308" y="84687"/>
                  </a:lnTo>
                  <a:lnTo>
                    <a:pt x="63496" y="86932"/>
                  </a:lnTo>
                  <a:lnTo>
                    <a:pt x="67273" y="97871"/>
                  </a:lnTo>
                  <a:lnTo>
                    <a:pt x="63377" y="97110"/>
                  </a:lnTo>
                  <a:lnTo>
                    <a:pt x="68424" y="105457"/>
                  </a:lnTo>
                  <a:lnTo>
                    <a:pt x="69494" y="105950"/>
                  </a:lnTo>
                  <a:lnTo>
                    <a:pt x="67238" y="105974"/>
                  </a:lnTo>
                  <a:lnTo>
                    <a:pt x="63535" y="103733"/>
                  </a:lnTo>
                  <a:lnTo>
                    <a:pt x="55786" y="103449"/>
                  </a:lnTo>
                  <a:lnTo>
                    <a:pt x="57767" y="108981"/>
                  </a:lnTo>
                  <a:lnTo>
                    <a:pt x="59770" y="118227"/>
                  </a:lnTo>
                  <a:lnTo>
                    <a:pt x="50740" y="116268"/>
                  </a:lnTo>
                  <a:lnTo>
                    <a:pt x="51477" y="115316"/>
                  </a:lnTo>
                  <a:lnTo>
                    <a:pt x="49528" y="110548"/>
                  </a:lnTo>
                  <a:lnTo>
                    <a:pt x="45347" y="110668"/>
                  </a:lnTo>
                  <a:lnTo>
                    <a:pt x="43467" y="112378"/>
                  </a:lnTo>
                  <a:lnTo>
                    <a:pt x="45809" y="115365"/>
                  </a:lnTo>
                  <a:lnTo>
                    <a:pt x="49540" y="122731"/>
                  </a:lnTo>
                  <a:lnTo>
                    <a:pt x="46024" y="127966"/>
                  </a:lnTo>
                  <a:lnTo>
                    <a:pt x="40764" y="125734"/>
                  </a:lnTo>
                  <a:lnTo>
                    <a:pt x="34425" y="120940"/>
                  </a:lnTo>
                  <a:lnTo>
                    <a:pt x="28148" y="120929"/>
                  </a:lnTo>
                  <a:lnTo>
                    <a:pt x="29633" y="118771"/>
                  </a:lnTo>
                  <a:lnTo>
                    <a:pt x="25221" y="109458"/>
                  </a:lnTo>
                  <a:lnTo>
                    <a:pt x="20132" y="107758"/>
                  </a:lnTo>
                  <a:lnTo>
                    <a:pt x="15510" y="109300"/>
                  </a:lnTo>
                  <a:lnTo>
                    <a:pt x="11931" y="109234"/>
                  </a:lnTo>
                  <a:lnTo>
                    <a:pt x="8570" y="102625"/>
                  </a:lnTo>
                  <a:lnTo>
                    <a:pt x="4962" y="101966"/>
                  </a:lnTo>
                  <a:lnTo>
                    <a:pt x="5071" y="97722"/>
                  </a:lnTo>
                  <a:lnTo>
                    <a:pt x="0" y="98703"/>
                  </a:lnTo>
                  <a:lnTo>
                    <a:pt x="5338" y="92297"/>
                  </a:lnTo>
                  <a:lnTo>
                    <a:pt x="10183" y="89518"/>
                  </a:lnTo>
                  <a:lnTo>
                    <a:pt x="12650" y="86387"/>
                  </a:lnTo>
                  <a:lnTo>
                    <a:pt x="11266" y="83658"/>
                  </a:lnTo>
                  <a:lnTo>
                    <a:pt x="12245" y="81523"/>
                  </a:lnTo>
                  <a:lnTo>
                    <a:pt x="16545" y="80988"/>
                  </a:lnTo>
                  <a:lnTo>
                    <a:pt x="17695" y="68930"/>
                  </a:lnTo>
                  <a:lnTo>
                    <a:pt x="24406" y="63756"/>
                  </a:lnTo>
                  <a:lnTo>
                    <a:pt x="24146" y="55911"/>
                  </a:lnTo>
                  <a:lnTo>
                    <a:pt x="25722" y="54265"/>
                  </a:lnTo>
                  <a:lnTo>
                    <a:pt x="19429" y="53619"/>
                  </a:lnTo>
                  <a:lnTo>
                    <a:pt x="17470" y="43041"/>
                  </a:lnTo>
                  <a:lnTo>
                    <a:pt x="18232" y="38163"/>
                  </a:lnTo>
                  <a:lnTo>
                    <a:pt x="22884" y="35013"/>
                  </a:lnTo>
                  <a:lnTo>
                    <a:pt x="23937" y="29136"/>
                  </a:lnTo>
                  <a:lnTo>
                    <a:pt x="23401" y="22804"/>
                  </a:lnTo>
                  <a:lnTo>
                    <a:pt x="31136" y="18539"/>
                  </a:lnTo>
                  <a:lnTo>
                    <a:pt x="33756" y="18818"/>
                  </a:lnTo>
                  <a:lnTo>
                    <a:pt x="35940" y="16524"/>
                  </a:lnTo>
                  <a:lnTo>
                    <a:pt x="35224" y="14328"/>
                  </a:lnTo>
                  <a:lnTo>
                    <a:pt x="32019" y="11342"/>
                  </a:lnTo>
                  <a:lnTo>
                    <a:pt x="33185" y="3974"/>
                  </a:lnTo>
                  <a:lnTo>
                    <a:pt x="34731" y="2657"/>
                  </a:lnTo>
                  <a:lnTo>
                    <a:pt x="40752" y="28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2" name="ph8642"/>
            <p:cNvSpPr/>
            <p:nvPr/>
          </p:nvSpPr>
          <p:spPr>
            <a:xfrm>
              <a:off x="10156400" y="2486709"/>
              <a:ext cx="95221" cy="66915"/>
            </a:xfrm>
            <a:custGeom>
              <a:avLst/>
              <a:pathLst>
                <a:path w="95221" h="66915">
                  <a:moveTo>
                    <a:pt x="61716" y="2892"/>
                  </a:moveTo>
                  <a:lnTo>
                    <a:pt x="63428" y="9714"/>
                  </a:lnTo>
                  <a:lnTo>
                    <a:pt x="68211" y="11149"/>
                  </a:lnTo>
                  <a:lnTo>
                    <a:pt x="69469" y="20002"/>
                  </a:lnTo>
                  <a:lnTo>
                    <a:pt x="68542" y="25493"/>
                  </a:lnTo>
                  <a:lnTo>
                    <a:pt x="67548" y="25993"/>
                  </a:lnTo>
                  <a:lnTo>
                    <a:pt x="67718" y="27155"/>
                  </a:lnTo>
                  <a:lnTo>
                    <a:pt x="72714" y="31159"/>
                  </a:lnTo>
                  <a:lnTo>
                    <a:pt x="77447" y="32498"/>
                  </a:lnTo>
                  <a:lnTo>
                    <a:pt x="79310" y="31878"/>
                  </a:lnTo>
                  <a:lnTo>
                    <a:pt x="80356" y="30119"/>
                  </a:lnTo>
                  <a:lnTo>
                    <a:pt x="83058" y="29206"/>
                  </a:lnTo>
                  <a:lnTo>
                    <a:pt x="88382" y="30571"/>
                  </a:lnTo>
                  <a:lnTo>
                    <a:pt x="91786" y="30301"/>
                  </a:lnTo>
                  <a:lnTo>
                    <a:pt x="92714" y="30727"/>
                  </a:lnTo>
                  <a:lnTo>
                    <a:pt x="95221" y="34689"/>
                  </a:lnTo>
                  <a:lnTo>
                    <a:pt x="92912" y="35821"/>
                  </a:lnTo>
                  <a:lnTo>
                    <a:pt x="93214" y="41828"/>
                  </a:lnTo>
                  <a:lnTo>
                    <a:pt x="90614" y="41727"/>
                  </a:lnTo>
                  <a:lnTo>
                    <a:pt x="88202" y="47206"/>
                  </a:lnTo>
                  <a:lnTo>
                    <a:pt x="82871" y="49317"/>
                  </a:lnTo>
                  <a:lnTo>
                    <a:pt x="83137" y="52306"/>
                  </a:lnTo>
                  <a:lnTo>
                    <a:pt x="85500" y="58648"/>
                  </a:lnTo>
                  <a:lnTo>
                    <a:pt x="83139" y="66915"/>
                  </a:lnTo>
                  <a:lnTo>
                    <a:pt x="72437" y="55759"/>
                  </a:lnTo>
                  <a:lnTo>
                    <a:pt x="69735" y="54993"/>
                  </a:lnTo>
                  <a:lnTo>
                    <a:pt x="65602" y="58021"/>
                  </a:lnTo>
                  <a:lnTo>
                    <a:pt x="63147" y="56482"/>
                  </a:lnTo>
                  <a:lnTo>
                    <a:pt x="54435" y="48132"/>
                  </a:lnTo>
                  <a:lnTo>
                    <a:pt x="49494" y="50723"/>
                  </a:lnTo>
                  <a:lnTo>
                    <a:pt x="47021" y="56132"/>
                  </a:lnTo>
                  <a:lnTo>
                    <a:pt x="43574" y="57107"/>
                  </a:lnTo>
                  <a:lnTo>
                    <a:pt x="47627" y="63068"/>
                  </a:lnTo>
                  <a:lnTo>
                    <a:pt x="44237" y="64244"/>
                  </a:lnTo>
                  <a:lnTo>
                    <a:pt x="41385" y="63388"/>
                  </a:lnTo>
                  <a:lnTo>
                    <a:pt x="39723" y="61395"/>
                  </a:lnTo>
                  <a:lnTo>
                    <a:pt x="34031" y="60842"/>
                  </a:lnTo>
                  <a:lnTo>
                    <a:pt x="27728" y="65170"/>
                  </a:lnTo>
                  <a:lnTo>
                    <a:pt x="24611" y="62909"/>
                  </a:lnTo>
                  <a:lnTo>
                    <a:pt x="11922" y="47110"/>
                  </a:lnTo>
                  <a:lnTo>
                    <a:pt x="0" y="34008"/>
                  </a:lnTo>
                  <a:lnTo>
                    <a:pt x="3228" y="31446"/>
                  </a:lnTo>
                  <a:lnTo>
                    <a:pt x="7762" y="30046"/>
                  </a:lnTo>
                  <a:lnTo>
                    <a:pt x="10147" y="30607"/>
                  </a:lnTo>
                  <a:lnTo>
                    <a:pt x="12981" y="32375"/>
                  </a:lnTo>
                  <a:lnTo>
                    <a:pt x="14081" y="30800"/>
                  </a:lnTo>
                  <a:lnTo>
                    <a:pt x="16744" y="33601"/>
                  </a:lnTo>
                  <a:lnTo>
                    <a:pt x="19951" y="30013"/>
                  </a:lnTo>
                  <a:lnTo>
                    <a:pt x="24282" y="29111"/>
                  </a:lnTo>
                  <a:lnTo>
                    <a:pt x="27007" y="31447"/>
                  </a:lnTo>
                  <a:lnTo>
                    <a:pt x="30667" y="29626"/>
                  </a:lnTo>
                  <a:lnTo>
                    <a:pt x="32472" y="33020"/>
                  </a:lnTo>
                  <a:lnTo>
                    <a:pt x="36145" y="29151"/>
                  </a:lnTo>
                  <a:lnTo>
                    <a:pt x="38523" y="29055"/>
                  </a:lnTo>
                  <a:lnTo>
                    <a:pt x="38486" y="26728"/>
                  </a:lnTo>
                  <a:lnTo>
                    <a:pt x="36797" y="22007"/>
                  </a:lnTo>
                  <a:lnTo>
                    <a:pt x="35006" y="19273"/>
                  </a:lnTo>
                  <a:lnTo>
                    <a:pt x="34479" y="15244"/>
                  </a:lnTo>
                  <a:lnTo>
                    <a:pt x="36814" y="4961"/>
                  </a:lnTo>
                  <a:lnTo>
                    <a:pt x="38302" y="3790"/>
                  </a:lnTo>
                  <a:lnTo>
                    <a:pt x="46843" y="6873"/>
                  </a:lnTo>
                  <a:lnTo>
                    <a:pt x="45795" y="4205"/>
                  </a:lnTo>
                  <a:lnTo>
                    <a:pt x="57935" y="3496"/>
                  </a:lnTo>
                  <a:lnTo>
                    <a:pt x="6028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3" name="ph8643"/>
            <p:cNvSpPr/>
            <p:nvPr/>
          </p:nvSpPr>
          <p:spPr>
            <a:xfrm>
              <a:off x="9823953" y="2112800"/>
              <a:ext cx="62750" cy="103285"/>
            </a:xfrm>
            <a:custGeom>
              <a:avLst/>
              <a:pathLst>
                <a:path w="62750" h="103285">
                  <a:moveTo>
                    <a:pt x="55742" y="1506"/>
                  </a:moveTo>
                  <a:lnTo>
                    <a:pt x="57616" y="3409"/>
                  </a:lnTo>
                  <a:lnTo>
                    <a:pt x="57595" y="12330"/>
                  </a:lnTo>
                  <a:lnTo>
                    <a:pt x="53694" y="14041"/>
                  </a:lnTo>
                  <a:lnTo>
                    <a:pt x="50529" y="13054"/>
                  </a:lnTo>
                  <a:lnTo>
                    <a:pt x="46831" y="15032"/>
                  </a:lnTo>
                  <a:lnTo>
                    <a:pt x="44962" y="18237"/>
                  </a:lnTo>
                  <a:lnTo>
                    <a:pt x="50202" y="21623"/>
                  </a:lnTo>
                  <a:lnTo>
                    <a:pt x="47124" y="31612"/>
                  </a:lnTo>
                  <a:lnTo>
                    <a:pt x="49856" y="33035"/>
                  </a:lnTo>
                  <a:lnTo>
                    <a:pt x="53133" y="36943"/>
                  </a:lnTo>
                  <a:lnTo>
                    <a:pt x="46374" y="43663"/>
                  </a:lnTo>
                  <a:lnTo>
                    <a:pt x="49426" y="47394"/>
                  </a:lnTo>
                  <a:lnTo>
                    <a:pt x="48499" y="51405"/>
                  </a:lnTo>
                  <a:lnTo>
                    <a:pt x="46753" y="54275"/>
                  </a:lnTo>
                  <a:lnTo>
                    <a:pt x="49541" y="57449"/>
                  </a:lnTo>
                  <a:lnTo>
                    <a:pt x="49905" y="63034"/>
                  </a:lnTo>
                  <a:lnTo>
                    <a:pt x="51365" y="65909"/>
                  </a:lnTo>
                  <a:lnTo>
                    <a:pt x="53795" y="62833"/>
                  </a:lnTo>
                  <a:lnTo>
                    <a:pt x="56603" y="60905"/>
                  </a:lnTo>
                  <a:lnTo>
                    <a:pt x="58648" y="62337"/>
                  </a:lnTo>
                  <a:lnTo>
                    <a:pt x="62750" y="67602"/>
                  </a:lnTo>
                  <a:lnTo>
                    <a:pt x="61398" y="69946"/>
                  </a:lnTo>
                  <a:lnTo>
                    <a:pt x="60011" y="72310"/>
                  </a:lnTo>
                  <a:lnTo>
                    <a:pt x="57415" y="72540"/>
                  </a:lnTo>
                  <a:lnTo>
                    <a:pt x="53502" y="78353"/>
                  </a:lnTo>
                  <a:lnTo>
                    <a:pt x="53821" y="79866"/>
                  </a:lnTo>
                  <a:lnTo>
                    <a:pt x="56411" y="82106"/>
                  </a:lnTo>
                  <a:lnTo>
                    <a:pt x="57306" y="82278"/>
                  </a:lnTo>
                  <a:lnTo>
                    <a:pt x="57801" y="80880"/>
                  </a:lnTo>
                  <a:lnTo>
                    <a:pt x="56864" y="78789"/>
                  </a:lnTo>
                  <a:lnTo>
                    <a:pt x="59525" y="81099"/>
                  </a:lnTo>
                  <a:lnTo>
                    <a:pt x="58029" y="83609"/>
                  </a:lnTo>
                  <a:lnTo>
                    <a:pt x="55635" y="84680"/>
                  </a:lnTo>
                  <a:lnTo>
                    <a:pt x="53642" y="88213"/>
                  </a:lnTo>
                  <a:lnTo>
                    <a:pt x="54094" y="93378"/>
                  </a:lnTo>
                  <a:lnTo>
                    <a:pt x="52107" y="94926"/>
                  </a:lnTo>
                  <a:lnTo>
                    <a:pt x="49245" y="94140"/>
                  </a:lnTo>
                  <a:lnTo>
                    <a:pt x="47843" y="97660"/>
                  </a:lnTo>
                  <a:lnTo>
                    <a:pt x="48356" y="99916"/>
                  </a:lnTo>
                  <a:lnTo>
                    <a:pt x="47461" y="102216"/>
                  </a:lnTo>
                  <a:lnTo>
                    <a:pt x="46606" y="102704"/>
                  </a:lnTo>
                  <a:lnTo>
                    <a:pt x="40622" y="96038"/>
                  </a:lnTo>
                  <a:lnTo>
                    <a:pt x="39232" y="99199"/>
                  </a:lnTo>
                  <a:lnTo>
                    <a:pt x="40409" y="100465"/>
                  </a:lnTo>
                  <a:lnTo>
                    <a:pt x="40220" y="102141"/>
                  </a:lnTo>
                  <a:lnTo>
                    <a:pt x="39304" y="103285"/>
                  </a:lnTo>
                  <a:lnTo>
                    <a:pt x="32597" y="101325"/>
                  </a:lnTo>
                  <a:lnTo>
                    <a:pt x="28112" y="99104"/>
                  </a:lnTo>
                  <a:lnTo>
                    <a:pt x="25049" y="93946"/>
                  </a:lnTo>
                  <a:lnTo>
                    <a:pt x="22290" y="91538"/>
                  </a:lnTo>
                  <a:lnTo>
                    <a:pt x="18880" y="89896"/>
                  </a:lnTo>
                  <a:lnTo>
                    <a:pt x="11300" y="88126"/>
                  </a:lnTo>
                  <a:lnTo>
                    <a:pt x="3228" y="88713"/>
                  </a:lnTo>
                  <a:lnTo>
                    <a:pt x="2932" y="77631"/>
                  </a:lnTo>
                  <a:lnTo>
                    <a:pt x="459" y="68604"/>
                  </a:lnTo>
                  <a:lnTo>
                    <a:pt x="1992" y="62163"/>
                  </a:lnTo>
                  <a:lnTo>
                    <a:pt x="1846" y="58108"/>
                  </a:lnTo>
                  <a:lnTo>
                    <a:pt x="0" y="51665"/>
                  </a:lnTo>
                  <a:lnTo>
                    <a:pt x="1481" y="45701"/>
                  </a:lnTo>
                  <a:lnTo>
                    <a:pt x="5311" y="37798"/>
                  </a:lnTo>
                  <a:lnTo>
                    <a:pt x="9168" y="32971"/>
                  </a:lnTo>
                  <a:lnTo>
                    <a:pt x="15987" y="22142"/>
                  </a:lnTo>
                  <a:lnTo>
                    <a:pt x="17752" y="18204"/>
                  </a:lnTo>
                  <a:lnTo>
                    <a:pt x="18664" y="13606"/>
                  </a:lnTo>
                  <a:lnTo>
                    <a:pt x="22910" y="9419"/>
                  </a:lnTo>
                  <a:lnTo>
                    <a:pt x="22267" y="8462"/>
                  </a:lnTo>
                  <a:lnTo>
                    <a:pt x="23480" y="8988"/>
                  </a:lnTo>
                  <a:lnTo>
                    <a:pt x="26928" y="6957"/>
                  </a:lnTo>
                  <a:lnTo>
                    <a:pt x="32196" y="10521"/>
                  </a:lnTo>
                  <a:lnTo>
                    <a:pt x="37027" y="11212"/>
                  </a:lnTo>
                  <a:lnTo>
                    <a:pt x="39852" y="9670"/>
                  </a:lnTo>
                  <a:lnTo>
                    <a:pt x="42193" y="5453"/>
                  </a:lnTo>
                  <a:lnTo>
                    <a:pt x="4974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4" name="ph8644"/>
            <p:cNvSpPr/>
            <p:nvPr/>
          </p:nvSpPr>
          <p:spPr>
            <a:xfrm>
              <a:off x="9933958" y="2230410"/>
              <a:ext cx="52073" cy="79223"/>
            </a:xfrm>
            <a:custGeom>
              <a:avLst/>
              <a:pathLst>
                <a:path w="52073" h="79223">
                  <a:moveTo>
                    <a:pt x="37003" y="7316"/>
                  </a:moveTo>
                  <a:lnTo>
                    <a:pt x="37929" y="10744"/>
                  </a:lnTo>
                  <a:lnTo>
                    <a:pt x="37353" y="13247"/>
                  </a:lnTo>
                  <a:lnTo>
                    <a:pt x="38375" y="18137"/>
                  </a:lnTo>
                  <a:lnTo>
                    <a:pt x="41744" y="23894"/>
                  </a:lnTo>
                  <a:lnTo>
                    <a:pt x="37613" y="25794"/>
                  </a:lnTo>
                  <a:lnTo>
                    <a:pt x="40025" y="27784"/>
                  </a:lnTo>
                  <a:lnTo>
                    <a:pt x="42917" y="27764"/>
                  </a:lnTo>
                  <a:lnTo>
                    <a:pt x="44752" y="34586"/>
                  </a:lnTo>
                  <a:lnTo>
                    <a:pt x="42793" y="35360"/>
                  </a:lnTo>
                  <a:lnTo>
                    <a:pt x="41326" y="38090"/>
                  </a:lnTo>
                  <a:lnTo>
                    <a:pt x="45608" y="38535"/>
                  </a:lnTo>
                  <a:lnTo>
                    <a:pt x="47647" y="40671"/>
                  </a:lnTo>
                  <a:lnTo>
                    <a:pt x="47549" y="43456"/>
                  </a:lnTo>
                  <a:lnTo>
                    <a:pt x="52073" y="50731"/>
                  </a:lnTo>
                  <a:lnTo>
                    <a:pt x="49587" y="58051"/>
                  </a:lnTo>
                  <a:lnTo>
                    <a:pt x="48651" y="56936"/>
                  </a:lnTo>
                  <a:lnTo>
                    <a:pt x="43355" y="56721"/>
                  </a:lnTo>
                  <a:lnTo>
                    <a:pt x="41641" y="57944"/>
                  </a:lnTo>
                  <a:lnTo>
                    <a:pt x="37490" y="64142"/>
                  </a:lnTo>
                  <a:lnTo>
                    <a:pt x="37315" y="66568"/>
                  </a:lnTo>
                  <a:lnTo>
                    <a:pt x="39355" y="71824"/>
                  </a:lnTo>
                  <a:lnTo>
                    <a:pt x="35846" y="76682"/>
                  </a:lnTo>
                  <a:lnTo>
                    <a:pt x="31906" y="79223"/>
                  </a:lnTo>
                  <a:lnTo>
                    <a:pt x="29798" y="75445"/>
                  </a:lnTo>
                  <a:lnTo>
                    <a:pt x="26386" y="71559"/>
                  </a:lnTo>
                  <a:lnTo>
                    <a:pt x="15980" y="50791"/>
                  </a:lnTo>
                  <a:lnTo>
                    <a:pt x="10766" y="44449"/>
                  </a:lnTo>
                  <a:lnTo>
                    <a:pt x="4078" y="39168"/>
                  </a:lnTo>
                  <a:lnTo>
                    <a:pt x="4103" y="38252"/>
                  </a:lnTo>
                  <a:lnTo>
                    <a:pt x="5005" y="37627"/>
                  </a:lnTo>
                  <a:lnTo>
                    <a:pt x="2742" y="32240"/>
                  </a:lnTo>
                  <a:lnTo>
                    <a:pt x="0" y="30038"/>
                  </a:lnTo>
                  <a:lnTo>
                    <a:pt x="1405" y="26340"/>
                  </a:lnTo>
                  <a:lnTo>
                    <a:pt x="2007" y="18740"/>
                  </a:lnTo>
                  <a:lnTo>
                    <a:pt x="1097" y="16953"/>
                  </a:lnTo>
                  <a:lnTo>
                    <a:pt x="1931" y="12721"/>
                  </a:lnTo>
                  <a:lnTo>
                    <a:pt x="3450" y="9942"/>
                  </a:lnTo>
                  <a:lnTo>
                    <a:pt x="9230" y="9032"/>
                  </a:lnTo>
                  <a:lnTo>
                    <a:pt x="9257" y="8180"/>
                  </a:lnTo>
                  <a:lnTo>
                    <a:pt x="10137" y="8539"/>
                  </a:lnTo>
                  <a:lnTo>
                    <a:pt x="9951" y="10809"/>
                  </a:lnTo>
                  <a:lnTo>
                    <a:pt x="10670" y="11223"/>
                  </a:lnTo>
                  <a:lnTo>
                    <a:pt x="14330" y="9865"/>
                  </a:lnTo>
                  <a:lnTo>
                    <a:pt x="22442" y="4652"/>
                  </a:lnTo>
                  <a:lnTo>
                    <a:pt x="25064" y="6394"/>
                  </a:lnTo>
                  <a:lnTo>
                    <a:pt x="27066" y="4543"/>
                  </a:lnTo>
                  <a:lnTo>
                    <a:pt x="27699" y="2457"/>
                  </a:lnTo>
                  <a:lnTo>
                    <a:pt x="31700" y="0"/>
                  </a:lnTo>
                  <a:lnTo>
                    <a:pt x="33732" y="2419"/>
                  </a:lnTo>
                  <a:lnTo>
                    <a:pt x="32164" y="3369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5" name="ph8645"/>
            <p:cNvSpPr/>
            <p:nvPr/>
          </p:nvSpPr>
          <p:spPr>
            <a:xfrm>
              <a:off x="9934360" y="2262692"/>
              <a:ext cx="2660" cy="2319"/>
            </a:xfrm>
            <a:custGeom>
              <a:avLst/>
              <a:pathLst>
                <a:path w="2660" h="2319">
                  <a:moveTo>
                    <a:pt x="0" y="901"/>
                  </a:moveTo>
                  <a:lnTo>
                    <a:pt x="208" y="124"/>
                  </a:ln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6" name="ph8646"/>
            <p:cNvSpPr/>
            <p:nvPr/>
          </p:nvSpPr>
          <p:spPr>
            <a:xfrm>
              <a:off x="9933622" y="2261059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7" name="ph8647"/>
            <p:cNvSpPr/>
            <p:nvPr/>
          </p:nvSpPr>
          <p:spPr>
            <a:xfrm>
              <a:off x="9934364" y="2260825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8" name="ph8648"/>
            <p:cNvSpPr/>
            <p:nvPr/>
          </p:nvSpPr>
          <p:spPr>
            <a:xfrm>
              <a:off x="9856550" y="2168163"/>
              <a:ext cx="52448" cy="57943"/>
            </a:xfrm>
            <a:custGeom>
              <a:avLst/>
              <a:pathLst>
                <a:path w="52448" h="57943">
                  <a:moveTo>
                    <a:pt x="50977" y="6767"/>
                  </a:moveTo>
                  <a:lnTo>
                    <a:pt x="52448" y="8498"/>
                  </a:lnTo>
                  <a:lnTo>
                    <a:pt x="50395" y="11957"/>
                  </a:lnTo>
                  <a:lnTo>
                    <a:pt x="46341" y="12339"/>
                  </a:lnTo>
                  <a:lnTo>
                    <a:pt x="44373" y="11769"/>
                  </a:lnTo>
                  <a:lnTo>
                    <a:pt x="42807" y="16782"/>
                  </a:lnTo>
                  <a:lnTo>
                    <a:pt x="45105" y="19131"/>
                  </a:lnTo>
                  <a:lnTo>
                    <a:pt x="45898" y="25405"/>
                  </a:lnTo>
                  <a:lnTo>
                    <a:pt x="44873" y="26932"/>
                  </a:lnTo>
                  <a:lnTo>
                    <a:pt x="43039" y="25779"/>
                  </a:lnTo>
                  <a:lnTo>
                    <a:pt x="40354" y="25949"/>
                  </a:lnTo>
                  <a:lnTo>
                    <a:pt x="38873" y="30127"/>
                  </a:lnTo>
                  <a:lnTo>
                    <a:pt x="39797" y="30730"/>
                  </a:lnTo>
                  <a:lnTo>
                    <a:pt x="38037" y="33424"/>
                  </a:lnTo>
                  <a:lnTo>
                    <a:pt x="34267" y="35273"/>
                  </a:lnTo>
                  <a:lnTo>
                    <a:pt x="33388" y="34702"/>
                  </a:lnTo>
                  <a:lnTo>
                    <a:pt x="30368" y="39345"/>
                  </a:lnTo>
                  <a:lnTo>
                    <a:pt x="30996" y="40225"/>
                  </a:lnTo>
                  <a:lnTo>
                    <a:pt x="33509" y="40348"/>
                  </a:lnTo>
                  <a:lnTo>
                    <a:pt x="34401" y="47745"/>
                  </a:lnTo>
                  <a:lnTo>
                    <a:pt x="32790" y="48856"/>
                  </a:lnTo>
                  <a:lnTo>
                    <a:pt x="31861" y="48639"/>
                  </a:lnTo>
                  <a:lnTo>
                    <a:pt x="30668" y="47352"/>
                  </a:lnTo>
                  <a:lnTo>
                    <a:pt x="30487" y="44919"/>
                  </a:lnTo>
                  <a:lnTo>
                    <a:pt x="24135" y="44460"/>
                  </a:lnTo>
                  <a:lnTo>
                    <a:pt x="22871" y="45411"/>
                  </a:lnTo>
                  <a:lnTo>
                    <a:pt x="22819" y="46248"/>
                  </a:lnTo>
                  <a:lnTo>
                    <a:pt x="23925" y="51674"/>
                  </a:lnTo>
                  <a:lnTo>
                    <a:pt x="21447" y="56833"/>
                  </a:lnTo>
                  <a:lnTo>
                    <a:pt x="18961" y="57943"/>
                  </a:lnTo>
                  <a:lnTo>
                    <a:pt x="18663" y="53302"/>
                  </a:lnTo>
                  <a:lnTo>
                    <a:pt x="14921" y="50932"/>
                  </a:lnTo>
                  <a:lnTo>
                    <a:pt x="6661" y="53531"/>
                  </a:lnTo>
                  <a:lnTo>
                    <a:pt x="8445" y="56245"/>
                  </a:lnTo>
                  <a:lnTo>
                    <a:pt x="7684" y="56136"/>
                  </a:lnTo>
                  <a:lnTo>
                    <a:pt x="3980" y="51992"/>
                  </a:lnTo>
                  <a:lnTo>
                    <a:pt x="3274" y="50135"/>
                  </a:lnTo>
                  <a:lnTo>
                    <a:pt x="0" y="45962"/>
                  </a:lnTo>
                  <a:lnTo>
                    <a:pt x="6707" y="47922"/>
                  </a:lnTo>
                  <a:lnTo>
                    <a:pt x="7623" y="46778"/>
                  </a:lnTo>
                  <a:lnTo>
                    <a:pt x="7812" y="45102"/>
                  </a:lnTo>
                  <a:lnTo>
                    <a:pt x="6634" y="43837"/>
                  </a:lnTo>
                  <a:lnTo>
                    <a:pt x="8025" y="40676"/>
                  </a:lnTo>
                  <a:lnTo>
                    <a:pt x="14009" y="47342"/>
                  </a:lnTo>
                  <a:lnTo>
                    <a:pt x="14864" y="46854"/>
                  </a:lnTo>
                  <a:lnTo>
                    <a:pt x="15759" y="44553"/>
                  </a:lnTo>
                  <a:lnTo>
                    <a:pt x="15246" y="42297"/>
                  </a:lnTo>
                  <a:lnTo>
                    <a:pt x="16648" y="38778"/>
                  </a:lnTo>
                  <a:lnTo>
                    <a:pt x="19509" y="39563"/>
                  </a:lnTo>
                  <a:lnTo>
                    <a:pt x="21497" y="38015"/>
                  </a:lnTo>
                  <a:lnTo>
                    <a:pt x="21045" y="32850"/>
                  </a:lnTo>
                  <a:lnTo>
                    <a:pt x="23038" y="29317"/>
                  </a:lnTo>
                  <a:lnTo>
                    <a:pt x="25432" y="28247"/>
                  </a:lnTo>
                  <a:lnTo>
                    <a:pt x="26928" y="25736"/>
                  </a:lnTo>
                  <a:lnTo>
                    <a:pt x="24267" y="23426"/>
                  </a:lnTo>
                  <a:lnTo>
                    <a:pt x="25203" y="25517"/>
                  </a:lnTo>
                  <a:lnTo>
                    <a:pt x="24709" y="26915"/>
                  </a:lnTo>
                  <a:lnTo>
                    <a:pt x="23814" y="26743"/>
                  </a:lnTo>
                  <a:lnTo>
                    <a:pt x="21224" y="24503"/>
                  </a:lnTo>
                  <a:lnTo>
                    <a:pt x="20905" y="22990"/>
                  </a:lnTo>
                  <a:lnTo>
                    <a:pt x="24818" y="17177"/>
                  </a:lnTo>
                  <a:lnTo>
                    <a:pt x="27414" y="16947"/>
                  </a:lnTo>
                  <a:lnTo>
                    <a:pt x="28801" y="14583"/>
                  </a:lnTo>
                  <a:lnTo>
                    <a:pt x="29587" y="15057"/>
                  </a:lnTo>
                  <a:lnTo>
                    <a:pt x="30294" y="12405"/>
                  </a:lnTo>
                  <a:lnTo>
                    <a:pt x="41618" y="7422"/>
                  </a:lnTo>
                  <a:lnTo>
                    <a:pt x="43465" y="5212"/>
                  </a:lnTo>
                  <a:lnTo>
                    <a:pt x="44205" y="1016"/>
                  </a:lnTo>
                  <a:lnTo>
                    <a:pt x="45251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9" name="ph8649"/>
            <p:cNvSpPr/>
            <p:nvPr/>
          </p:nvSpPr>
          <p:spPr>
            <a:xfrm>
              <a:off x="9991537" y="2342402"/>
              <a:ext cx="65262" cy="37067"/>
            </a:xfrm>
            <a:custGeom>
              <a:avLst/>
              <a:pathLst>
                <a:path w="65262" h="37067">
                  <a:moveTo>
                    <a:pt x="1740" y="0"/>
                  </a:moveTo>
                  <a:lnTo>
                    <a:pt x="5616" y="3759"/>
                  </a:lnTo>
                  <a:lnTo>
                    <a:pt x="9140" y="5193"/>
                  </a:lnTo>
                  <a:lnTo>
                    <a:pt x="17784" y="11691"/>
                  </a:lnTo>
                  <a:lnTo>
                    <a:pt x="25834" y="16440"/>
                  </a:lnTo>
                  <a:lnTo>
                    <a:pt x="31079" y="20748"/>
                  </a:lnTo>
                  <a:lnTo>
                    <a:pt x="32299" y="23194"/>
                  </a:lnTo>
                  <a:lnTo>
                    <a:pt x="35135" y="24479"/>
                  </a:lnTo>
                  <a:lnTo>
                    <a:pt x="35669" y="23748"/>
                  </a:lnTo>
                  <a:lnTo>
                    <a:pt x="34540" y="22352"/>
                  </a:lnTo>
                  <a:lnTo>
                    <a:pt x="28071" y="16645"/>
                  </a:lnTo>
                  <a:lnTo>
                    <a:pt x="33618" y="20473"/>
                  </a:lnTo>
                  <a:lnTo>
                    <a:pt x="35318" y="20628"/>
                  </a:lnTo>
                  <a:lnTo>
                    <a:pt x="36726" y="13258"/>
                  </a:lnTo>
                  <a:lnTo>
                    <a:pt x="37501" y="12248"/>
                  </a:lnTo>
                  <a:lnTo>
                    <a:pt x="40193" y="10241"/>
                  </a:lnTo>
                  <a:lnTo>
                    <a:pt x="48625" y="6064"/>
                  </a:lnTo>
                  <a:lnTo>
                    <a:pt x="52599" y="6422"/>
                  </a:lnTo>
                  <a:lnTo>
                    <a:pt x="52584" y="9188"/>
                  </a:lnTo>
                  <a:lnTo>
                    <a:pt x="58192" y="15502"/>
                  </a:lnTo>
                  <a:lnTo>
                    <a:pt x="53029" y="18610"/>
                  </a:lnTo>
                  <a:lnTo>
                    <a:pt x="54681" y="23833"/>
                  </a:lnTo>
                  <a:lnTo>
                    <a:pt x="62146" y="20091"/>
                  </a:lnTo>
                  <a:lnTo>
                    <a:pt x="65262" y="25619"/>
                  </a:lnTo>
                  <a:lnTo>
                    <a:pt x="63491" y="29794"/>
                  </a:lnTo>
                  <a:lnTo>
                    <a:pt x="62311" y="30466"/>
                  </a:lnTo>
                  <a:lnTo>
                    <a:pt x="61635" y="29978"/>
                  </a:lnTo>
                  <a:lnTo>
                    <a:pt x="60394" y="30348"/>
                  </a:lnTo>
                  <a:lnTo>
                    <a:pt x="56326" y="35345"/>
                  </a:lnTo>
                  <a:lnTo>
                    <a:pt x="53401" y="37067"/>
                  </a:lnTo>
                  <a:lnTo>
                    <a:pt x="42159" y="33489"/>
                  </a:lnTo>
                  <a:lnTo>
                    <a:pt x="36623" y="28401"/>
                  </a:lnTo>
                  <a:lnTo>
                    <a:pt x="17577" y="13587"/>
                  </a:lnTo>
                  <a:lnTo>
                    <a:pt x="6594" y="5923"/>
                  </a:lnTo>
                  <a:lnTo>
                    <a:pt x="0" y="2149"/>
                  </a:lnTo>
                  <a:lnTo>
                    <a:pt x="458" y="287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0" name="ph8650"/>
            <p:cNvSpPr/>
            <p:nvPr/>
          </p:nvSpPr>
          <p:spPr>
            <a:xfrm>
              <a:off x="10184128" y="2534841"/>
              <a:ext cx="61313" cy="58979"/>
            </a:xfrm>
            <a:custGeom>
              <a:avLst/>
              <a:pathLst>
                <a:path w="61313" h="58979">
                  <a:moveTo>
                    <a:pt x="35419" y="8349"/>
                  </a:moveTo>
                  <a:lnTo>
                    <a:pt x="37873" y="9888"/>
                  </a:lnTo>
                  <a:lnTo>
                    <a:pt x="42006" y="6860"/>
                  </a:lnTo>
                  <a:lnTo>
                    <a:pt x="44709" y="7626"/>
                  </a:lnTo>
                  <a:lnTo>
                    <a:pt x="55411" y="18782"/>
                  </a:lnTo>
                  <a:lnTo>
                    <a:pt x="54221" y="19316"/>
                  </a:lnTo>
                  <a:lnTo>
                    <a:pt x="52188" y="23167"/>
                  </a:lnTo>
                  <a:lnTo>
                    <a:pt x="52079" y="28960"/>
                  </a:lnTo>
                  <a:lnTo>
                    <a:pt x="54605" y="37696"/>
                  </a:lnTo>
                  <a:lnTo>
                    <a:pt x="58389" y="36854"/>
                  </a:lnTo>
                  <a:lnTo>
                    <a:pt x="57741" y="38955"/>
                  </a:lnTo>
                  <a:lnTo>
                    <a:pt x="61085" y="45757"/>
                  </a:lnTo>
                  <a:lnTo>
                    <a:pt x="61313" y="49916"/>
                  </a:lnTo>
                  <a:lnTo>
                    <a:pt x="60456" y="52953"/>
                  </a:lnTo>
                  <a:lnTo>
                    <a:pt x="57047" y="55285"/>
                  </a:lnTo>
                  <a:lnTo>
                    <a:pt x="45936" y="50817"/>
                  </a:lnTo>
                  <a:lnTo>
                    <a:pt x="39708" y="44774"/>
                  </a:lnTo>
                  <a:lnTo>
                    <a:pt x="35938" y="45283"/>
                  </a:lnTo>
                  <a:lnTo>
                    <a:pt x="34052" y="46607"/>
                  </a:lnTo>
                  <a:lnTo>
                    <a:pt x="32235" y="47005"/>
                  </a:lnTo>
                  <a:lnTo>
                    <a:pt x="31997" y="48179"/>
                  </a:lnTo>
                  <a:lnTo>
                    <a:pt x="34623" y="54342"/>
                  </a:lnTo>
                  <a:lnTo>
                    <a:pt x="35001" y="57400"/>
                  </a:lnTo>
                  <a:lnTo>
                    <a:pt x="34306" y="58979"/>
                  </a:lnTo>
                  <a:lnTo>
                    <a:pt x="31637" y="58963"/>
                  </a:lnTo>
                  <a:lnTo>
                    <a:pt x="30231" y="58064"/>
                  </a:lnTo>
                  <a:lnTo>
                    <a:pt x="26428" y="50300"/>
                  </a:lnTo>
                  <a:lnTo>
                    <a:pt x="25401" y="50491"/>
                  </a:lnTo>
                  <a:lnTo>
                    <a:pt x="25346" y="48896"/>
                  </a:lnTo>
                  <a:lnTo>
                    <a:pt x="22820" y="43281"/>
                  </a:lnTo>
                  <a:lnTo>
                    <a:pt x="17597" y="34721"/>
                  </a:lnTo>
                  <a:lnTo>
                    <a:pt x="8624" y="24492"/>
                  </a:lnTo>
                  <a:lnTo>
                    <a:pt x="0" y="17037"/>
                  </a:lnTo>
                  <a:lnTo>
                    <a:pt x="6303" y="12709"/>
                  </a:lnTo>
                  <a:lnTo>
                    <a:pt x="11995" y="13262"/>
                  </a:lnTo>
                  <a:lnTo>
                    <a:pt x="13657" y="15255"/>
                  </a:lnTo>
                  <a:lnTo>
                    <a:pt x="16509" y="16111"/>
                  </a:lnTo>
                  <a:lnTo>
                    <a:pt x="19899" y="14935"/>
                  </a:lnTo>
                  <a:lnTo>
                    <a:pt x="15846" y="8974"/>
                  </a:lnTo>
                  <a:lnTo>
                    <a:pt x="19292" y="7999"/>
                  </a:lnTo>
                  <a:lnTo>
                    <a:pt x="21766" y="2590"/>
                  </a:lnTo>
                  <a:lnTo>
                    <a:pt x="267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1" name="ph8651"/>
            <p:cNvSpPr/>
            <p:nvPr/>
          </p:nvSpPr>
          <p:spPr>
            <a:xfrm>
              <a:off x="10159751" y="2438686"/>
              <a:ext cx="59034" cy="81623"/>
            </a:xfrm>
            <a:custGeom>
              <a:avLst/>
              <a:pathLst>
                <a:path w="59034" h="81623">
                  <a:moveTo>
                    <a:pt x="32021" y="1141"/>
                  </a:moveTo>
                  <a:lnTo>
                    <a:pt x="34757" y="1380"/>
                  </a:lnTo>
                  <a:lnTo>
                    <a:pt x="35320" y="713"/>
                  </a:lnTo>
                  <a:lnTo>
                    <a:pt x="37499" y="3404"/>
                  </a:lnTo>
                  <a:lnTo>
                    <a:pt x="35072" y="9909"/>
                  </a:lnTo>
                  <a:lnTo>
                    <a:pt x="36702" y="21354"/>
                  </a:lnTo>
                  <a:lnTo>
                    <a:pt x="38366" y="25636"/>
                  </a:lnTo>
                  <a:lnTo>
                    <a:pt x="39401" y="21175"/>
                  </a:lnTo>
                  <a:lnTo>
                    <a:pt x="43692" y="19761"/>
                  </a:lnTo>
                  <a:lnTo>
                    <a:pt x="47426" y="18936"/>
                  </a:lnTo>
                  <a:lnTo>
                    <a:pt x="47903" y="21584"/>
                  </a:lnTo>
                  <a:lnTo>
                    <a:pt x="49161" y="22666"/>
                  </a:lnTo>
                  <a:lnTo>
                    <a:pt x="51940" y="25641"/>
                  </a:lnTo>
                  <a:lnTo>
                    <a:pt x="53990" y="32810"/>
                  </a:lnTo>
                  <a:lnTo>
                    <a:pt x="56648" y="35326"/>
                  </a:lnTo>
                  <a:lnTo>
                    <a:pt x="56487" y="37038"/>
                  </a:lnTo>
                  <a:lnTo>
                    <a:pt x="54881" y="38851"/>
                  </a:lnTo>
                  <a:lnTo>
                    <a:pt x="55986" y="40809"/>
                  </a:lnTo>
                  <a:lnTo>
                    <a:pt x="59034" y="41936"/>
                  </a:lnTo>
                  <a:lnTo>
                    <a:pt x="56042" y="46981"/>
                  </a:lnTo>
                  <a:lnTo>
                    <a:pt x="56929" y="48022"/>
                  </a:lnTo>
                  <a:lnTo>
                    <a:pt x="54584" y="51519"/>
                  </a:lnTo>
                  <a:lnTo>
                    <a:pt x="42443" y="52227"/>
                  </a:lnTo>
                  <a:lnTo>
                    <a:pt x="43492" y="54896"/>
                  </a:lnTo>
                  <a:lnTo>
                    <a:pt x="34951" y="51813"/>
                  </a:lnTo>
                  <a:lnTo>
                    <a:pt x="33463" y="52983"/>
                  </a:lnTo>
                  <a:lnTo>
                    <a:pt x="31127" y="63266"/>
                  </a:lnTo>
                  <a:lnTo>
                    <a:pt x="31655" y="67295"/>
                  </a:lnTo>
                  <a:lnTo>
                    <a:pt x="33446" y="70029"/>
                  </a:lnTo>
                  <a:lnTo>
                    <a:pt x="35135" y="74751"/>
                  </a:lnTo>
                  <a:lnTo>
                    <a:pt x="35172" y="77077"/>
                  </a:lnTo>
                  <a:lnTo>
                    <a:pt x="32794" y="77174"/>
                  </a:lnTo>
                  <a:lnTo>
                    <a:pt x="29121" y="81043"/>
                  </a:lnTo>
                  <a:lnTo>
                    <a:pt x="27315" y="77649"/>
                  </a:lnTo>
                  <a:lnTo>
                    <a:pt x="23656" y="79470"/>
                  </a:lnTo>
                  <a:lnTo>
                    <a:pt x="20931" y="77133"/>
                  </a:lnTo>
                  <a:lnTo>
                    <a:pt x="16600" y="78036"/>
                  </a:lnTo>
                  <a:lnTo>
                    <a:pt x="13392" y="81623"/>
                  </a:lnTo>
                  <a:lnTo>
                    <a:pt x="10730" y="78823"/>
                  </a:lnTo>
                  <a:lnTo>
                    <a:pt x="14785" y="72229"/>
                  </a:lnTo>
                  <a:lnTo>
                    <a:pt x="10405" y="68861"/>
                  </a:lnTo>
                  <a:lnTo>
                    <a:pt x="3358" y="67691"/>
                  </a:lnTo>
                  <a:lnTo>
                    <a:pt x="2857" y="66615"/>
                  </a:lnTo>
                  <a:lnTo>
                    <a:pt x="5152" y="65075"/>
                  </a:lnTo>
                  <a:lnTo>
                    <a:pt x="7971" y="65076"/>
                  </a:lnTo>
                  <a:lnTo>
                    <a:pt x="6620" y="54319"/>
                  </a:lnTo>
                  <a:lnTo>
                    <a:pt x="5487" y="51520"/>
                  </a:lnTo>
                  <a:lnTo>
                    <a:pt x="1743" y="50563"/>
                  </a:lnTo>
                  <a:lnTo>
                    <a:pt x="0" y="46821"/>
                  </a:lnTo>
                  <a:lnTo>
                    <a:pt x="3004" y="46259"/>
                  </a:lnTo>
                  <a:lnTo>
                    <a:pt x="3444" y="42210"/>
                  </a:lnTo>
                  <a:lnTo>
                    <a:pt x="2400" y="38872"/>
                  </a:lnTo>
                  <a:lnTo>
                    <a:pt x="2640" y="36671"/>
                  </a:lnTo>
                  <a:lnTo>
                    <a:pt x="4335" y="34496"/>
                  </a:lnTo>
                  <a:lnTo>
                    <a:pt x="5678" y="24722"/>
                  </a:lnTo>
                  <a:lnTo>
                    <a:pt x="7563" y="23137"/>
                  </a:lnTo>
                  <a:lnTo>
                    <a:pt x="13240" y="22136"/>
                  </a:lnTo>
                  <a:lnTo>
                    <a:pt x="17470" y="18546"/>
                  </a:lnTo>
                  <a:lnTo>
                    <a:pt x="22800" y="12829"/>
                  </a:lnTo>
                  <a:lnTo>
                    <a:pt x="27248" y="1738"/>
                  </a:lnTo>
                  <a:lnTo>
                    <a:pt x="300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2" name="ph8652"/>
            <p:cNvSpPr/>
            <p:nvPr/>
          </p:nvSpPr>
          <p:spPr>
            <a:xfrm>
              <a:off x="10074623" y="2309644"/>
              <a:ext cx="63686" cy="73497"/>
            </a:xfrm>
            <a:custGeom>
              <a:avLst/>
              <a:pathLst>
                <a:path w="63686" h="73497">
                  <a:moveTo>
                    <a:pt x="22018" y="477"/>
                  </a:moveTo>
                  <a:lnTo>
                    <a:pt x="38748" y="19799"/>
                  </a:lnTo>
                  <a:lnTo>
                    <a:pt x="40915" y="27809"/>
                  </a:lnTo>
                  <a:lnTo>
                    <a:pt x="46931" y="39699"/>
                  </a:lnTo>
                  <a:lnTo>
                    <a:pt x="51592" y="41254"/>
                  </a:lnTo>
                  <a:lnTo>
                    <a:pt x="53870" y="43195"/>
                  </a:lnTo>
                  <a:lnTo>
                    <a:pt x="52727" y="47405"/>
                  </a:lnTo>
                  <a:lnTo>
                    <a:pt x="49792" y="50588"/>
                  </a:lnTo>
                  <a:lnTo>
                    <a:pt x="50692" y="54242"/>
                  </a:lnTo>
                  <a:lnTo>
                    <a:pt x="56686" y="64410"/>
                  </a:lnTo>
                  <a:lnTo>
                    <a:pt x="57843" y="65415"/>
                  </a:lnTo>
                  <a:lnTo>
                    <a:pt x="58815" y="64983"/>
                  </a:lnTo>
                  <a:lnTo>
                    <a:pt x="63686" y="67653"/>
                  </a:lnTo>
                  <a:lnTo>
                    <a:pt x="63540" y="71415"/>
                  </a:lnTo>
                  <a:lnTo>
                    <a:pt x="54864" y="72827"/>
                  </a:lnTo>
                  <a:lnTo>
                    <a:pt x="48097" y="70918"/>
                  </a:lnTo>
                  <a:lnTo>
                    <a:pt x="47124" y="72107"/>
                  </a:lnTo>
                  <a:lnTo>
                    <a:pt x="47898" y="73497"/>
                  </a:lnTo>
                  <a:lnTo>
                    <a:pt x="36829" y="71149"/>
                  </a:lnTo>
                  <a:lnTo>
                    <a:pt x="34835" y="72487"/>
                  </a:lnTo>
                  <a:lnTo>
                    <a:pt x="33172" y="72048"/>
                  </a:lnTo>
                  <a:lnTo>
                    <a:pt x="29287" y="65096"/>
                  </a:lnTo>
                  <a:lnTo>
                    <a:pt x="27693" y="64415"/>
                  </a:lnTo>
                  <a:lnTo>
                    <a:pt x="21877" y="66421"/>
                  </a:lnTo>
                  <a:lnTo>
                    <a:pt x="17586" y="64800"/>
                  </a:lnTo>
                  <a:lnTo>
                    <a:pt x="14653" y="65281"/>
                  </a:lnTo>
                  <a:lnTo>
                    <a:pt x="10871" y="62255"/>
                  </a:lnTo>
                  <a:lnTo>
                    <a:pt x="11941" y="59378"/>
                  </a:lnTo>
                  <a:lnTo>
                    <a:pt x="10003" y="55417"/>
                  </a:lnTo>
                  <a:lnTo>
                    <a:pt x="6381" y="54108"/>
                  </a:lnTo>
                  <a:lnTo>
                    <a:pt x="800" y="46717"/>
                  </a:lnTo>
                  <a:lnTo>
                    <a:pt x="0" y="40614"/>
                  </a:lnTo>
                  <a:lnTo>
                    <a:pt x="9989" y="37607"/>
                  </a:lnTo>
                  <a:lnTo>
                    <a:pt x="9099" y="33348"/>
                  </a:lnTo>
                  <a:lnTo>
                    <a:pt x="4112" y="30422"/>
                  </a:lnTo>
                  <a:lnTo>
                    <a:pt x="2197" y="21275"/>
                  </a:lnTo>
                  <a:lnTo>
                    <a:pt x="3998" y="19433"/>
                  </a:lnTo>
                  <a:lnTo>
                    <a:pt x="2478" y="16595"/>
                  </a:lnTo>
                  <a:lnTo>
                    <a:pt x="7209" y="11402"/>
                  </a:lnTo>
                  <a:lnTo>
                    <a:pt x="13050" y="9709"/>
                  </a:lnTo>
                  <a:lnTo>
                    <a:pt x="21055" y="3529"/>
                  </a:lnTo>
                  <a:lnTo>
                    <a:pt x="21387" y="2074"/>
                  </a:lnTo>
                  <a:lnTo>
                    <a:pt x="198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3" name="ph8653"/>
            <p:cNvSpPr/>
            <p:nvPr/>
          </p:nvSpPr>
          <p:spPr>
            <a:xfrm>
              <a:off x="10140749" y="25071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4" name="ph8654"/>
            <p:cNvSpPr/>
            <p:nvPr/>
          </p:nvSpPr>
          <p:spPr>
            <a:xfrm>
              <a:off x="10136734" y="2506345"/>
              <a:ext cx="166" cy="59"/>
            </a:xfrm>
            <a:custGeom>
              <a:avLst/>
              <a:pathLst>
                <a:path w="166" h="59">
                  <a:moveTo>
                    <a:pt x="166" y="0"/>
                  </a:moveTo>
                  <a:lnTo>
                    <a:pt x="0" y="5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5" name="ph8655"/>
            <p:cNvSpPr/>
            <p:nvPr/>
          </p:nvSpPr>
          <p:spPr>
            <a:xfrm>
              <a:off x="10133957" y="2501105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6" name="ph8656"/>
            <p:cNvSpPr/>
            <p:nvPr/>
          </p:nvSpPr>
          <p:spPr>
            <a:xfrm>
              <a:off x="10133552" y="2499990"/>
              <a:ext cx="774" cy="1105"/>
            </a:xfrm>
            <a:custGeom>
              <a:avLst/>
              <a:pathLst>
                <a:path w="774" h="1105">
                  <a:moveTo>
                    <a:pt x="739" y="0"/>
                  </a:moveTo>
                  <a:lnTo>
                    <a:pt x="774" y="1105"/>
                  </a:lnTo>
                  <a:lnTo>
                    <a:pt x="0" y="33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7" name="ph8657"/>
            <p:cNvSpPr/>
            <p:nvPr/>
          </p:nvSpPr>
          <p:spPr>
            <a:xfrm>
              <a:off x="10132713" y="2497417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8" name="ph8658"/>
            <p:cNvSpPr/>
            <p:nvPr/>
          </p:nvSpPr>
          <p:spPr>
            <a:xfrm>
              <a:off x="10118321" y="2423563"/>
              <a:ext cx="76750" cy="97154"/>
            </a:xfrm>
            <a:custGeom>
              <a:avLst/>
              <a:pathLst>
                <a:path w="76750" h="97154">
                  <a:moveTo>
                    <a:pt x="76750" y="15836"/>
                  </a:moveTo>
                  <a:lnTo>
                    <a:pt x="76187" y="16503"/>
                  </a:lnTo>
                  <a:lnTo>
                    <a:pt x="73451" y="16264"/>
                  </a:lnTo>
                  <a:lnTo>
                    <a:pt x="71466" y="15123"/>
                  </a:lnTo>
                  <a:lnTo>
                    <a:pt x="68679" y="16861"/>
                  </a:lnTo>
                  <a:lnTo>
                    <a:pt x="64230" y="27952"/>
                  </a:lnTo>
                  <a:lnTo>
                    <a:pt x="58901" y="33669"/>
                  </a:lnTo>
                  <a:lnTo>
                    <a:pt x="54670" y="37259"/>
                  </a:lnTo>
                  <a:lnTo>
                    <a:pt x="48994" y="38260"/>
                  </a:lnTo>
                  <a:lnTo>
                    <a:pt x="47108" y="39845"/>
                  </a:lnTo>
                  <a:lnTo>
                    <a:pt x="45765" y="49619"/>
                  </a:lnTo>
                  <a:lnTo>
                    <a:pt x="44070" y="51795"/>
                  </a:lnTo>
                  <a:lnTo>
                    <a:pt x="43830" y="53995"/>
                  </a:lnTo>
                  <a:lnTo>
                    <a:pt x="44874" y="57334"/>
                  </a:lnTo>
                  <a:lnTo>
                    <a:pt x="44434" y="61382"/>
                  </a:lnTo>
                  <a:lnTo>
                    <a:pt x="41430" y="61944"/>
                  </a:lnTo>
                  <a:lnTo>
                    <a:pt x="43173" y="65686"/>
                  </a:lnTo>
                  <a:lnTo>
                    <a:pt x="46917" y="66643"/>
                  </a:lnTo>
                  <a:lnTo>
                    <a:pt x="48050" y="69442"/>
                  </a:lnTo>
                  <a:lnTo>
                    <a:pt x="49401" y="80199"/>
                  </a:lnTo>
                  <a:lnTo>
                    <a:pt x="46582" y="80198"/>
                  </a:lnTo>
                  <a:lnTo>
                    <a:pt x="44287" y="81738"/>
                  </a:lnTo>
                  <a:lnTo>
                    <a:pt x="44788" y="82815"/>
                  </a:lnTo>
                  <a:lnTo>
                    <a:pt x="51835" y="83984"/>
                  </a:lnTo>
                  <a:lnTo>
                    <a:pt x="56215" y="87352"/>
                  </a:lnTo>
                  <a:lnTo>
                    <a:pt x="52160" y="93946"/>
                  </a:lnTo>
                  <a:lnTo>
                    <a:pt x="51060" y="95521"/>
                  </a:lnTo>
                  <a:lnTo>
                    <a:pt x="48225" y="93753"/>
                  </a:lnTo>
                  <a:lnTo>
                    <a:pt x="45841" y="93192"/>
                  </a:lnTo>
                  <a:lnTo>
                    <a:pt x="41307" y="94591"/>
                  </a:lnTo>
                  <a:lnTo>
                    <a:pt x="38078" y="97154"/>
                  </a:lnTo>
                  <a:lnTo>
                    <a:pt x="23494" y="83218"/>
                  </a:lnTo>
                  <a:lnTo>
                    <a:pt x="21970" y="82573"/>
                  </a:lnTo>
                  <a:lnTo>
                    <a:pt x="15675" y="72632"/>
                  </a:lnTo>
                  <a:lnTo>
                    <a:pt x="14338" y="65381"/>
                  </a:lnTo>
                  <a:lnTo>
                    <a:pt x="8451" y="56595"/>
                  </a:lnTo>
                  <a:lnTo>
                    <a:pt x="0" y="47802"/>
                  </a:lnTo>
                  <a:lnTo>
                    <a:pt x="2839" y="30923"/>
                  </a:lnTo>
                  <a:lnTo>
                    <a:pt x="11485" y="30241"/>
                  </a:lnTo>
                  <a:lnTo>
                    <a:pt x="10458" y="25935"/>
                  </a:lnTo>
                  <a:lnTo>
                    <a:pt x="11465" y="22296"/>
                  </a:lnTo>
                  <a:lnTo>
                    <a:pt x="17454" y="21565"/>
                  </a:lnTo>
                  <a:lnTo>
                    <a:pt x="22921" y="22458"/>
                  </a:lnTo>
                  <a:lnTo>
                    <a:pt x="26213" y="24342"/>
                  </a:lnTo>
                  <a:lnTo>
                    <a:pt x="29630" y="29129"/>
                  </a:lnTo>
                  <a:lnTo>
                    <a:pt x="34920" y="33686"/>
                  </a:lnTo>
                  <a:lnTo>
                    <a:pt x="37456" y="33885"/>
                  </a:lnTo>
                  <a:lnTo>
                    <a:pt x="39014" y="32938"/>
                  </a:lnTo>
                  <a:lnTo>
                    <a:pt x="45940" y="25069"/>
                  </a:lnTo>
                  <a:lnTo>
                    <a:pt x="48790" y="26739"/>
                  </a:lnTo>
                  <a:lnTo>
                    <a:pt x="49606" y="21507"/>
                  </a:lnTo>
                  <a:lnTo>
                    <a:pt x="55993" y="19179"/>
                  </a:lnTo>
                  <a:lnTo>
                    <a:pt x="51293" y="14083"/>
                  </a:lnTo>
                  <a:lnTo>
                    <a:pt x="61694" y="0"/>
                  </a:lnTo>
                  <a:lnTo>
                    <a:pt x="74183" y="8853"/>
                  </a:lnTo>
                  <a:lnTo>
                    <a:pt x="75463" y="12244"/>
                  </a:lnTo>
                  <a:lnTo>
                    <a:pt x="76256" y="1187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9" name="ph8659"/>
            <p:cNvSpPr/>
            <p:nvPr/>
          </p:nvSpPr>
          <p:spPr>
            <a:xfrm>
              <a:off x="9911820" y="2039610"/>
              <a:ext cx="74958" cy="91433"/>
            </a:xfrm>
            <a:custGeom>
              <a:avLst/>
              <a:pathLst>
                <a:path w="74958" h="91433">
                  <a:moveTo>
                    <a:pt x="22708" y="659"/>
                  </a:moveTo>
                  <a:lnTo>
                    <a:pt x="27855" y="2496"/>
                  </a:lnTo>
                  <a:lnTo>
                    <a:pt x="29027" y="3160"/>
                  </a:lnTo>
                  <a:lnTo>
                    <a:pt x="38000" y="3032"/>
                  </a:lnTo>
                  <a:lnTo>
                    <a:pt x="47032" y="826"/>
                  </a:lnTo>
                  <a:lnTo>
                    <a:pt x="51750" y="1937"/>
                  </a:lnTo>
                  <a:lnTo>
                    <a:pt x="53196" y="6764"/>
                  </a:lnTo>
                  <a:lnTo>
                    <a:pt x="47394" y="10879"/>
                  </a:lnTo>
                  <a:lnTo>
                    <a:pt x="47613" y="17139"/>
                  </a:lnTo>
                  <a:lnTo>
                    <a:pt x="49423" y="19552"/>
                  </a:lnTo>
                  <a:lnTo>
                    <a:pt x="55491" y="18733"/>
                  </a:lnTo>
                  <a:lnTo>
                    <a:pt x="56595" y="22067"/>
                  </a:lnTo>
                  <a:lnTo>
                    <a:pt x="61961" y="21961"/>
                  </a:lnTo>
                  <a:lnTo>
                    <a:pt x="67772" y="29407"/>
                  </a:lnTo>
                  <a:lnTo>
                    <a:pt x="69998" y="33902"/>
                  </a:lnTo>
                  <a:lnTo>
                    <a:pt x="70459" y="41983"/>
                  </a:lnTo>
                  <a:lnTo>
                    <a:pt x="69849" y="43871"/>
                  </a:lnTo>
                  <a:lnTo>
                    <a:pt x="63698" y="48694"/>
                  </a:lnTo>
                  <a:lnTo>
                    <a:pt x="69448" y="55906"/>
                  </a:lnTo>
                  <a:lnTo>
                    <a:pt x="74332" y="63783"/>
                  </a:lnTo>
                  <a:lnTo>
                    <a:pt x="74958" y="65956"/>
                  </a:lnTo>
                  <a:lnTo>
                    <a:pt x="73263" y="70154"/>
                  </a:lnTo>
                  <a:lnTo>
                    <a:pt x="69971" y="72605"/>
                  </a:lnTo>
                  <a:lnTo>
                    <a:pt x="68392" y="71964"/>
                  </a:lnTo>
                  <a:lnTo>
                    <a:pt x="67832" y="72392"/>
                  </a:lnTo>
                  <a:lnTo>
                    <a:pt x="68125" y="79440"/>
                  </a:lnTo>
                  <a:lnTo>
                    <a:pt x="65584" y="81901"/>
                  </a:lnTo>
                  <a:lnTo>
                    <a:pt x="66048" y="85501"/>
                  </a:lnTo>
                  <a:lnTo>
                    <a:pt x="63538" y="88407"/>
                  </a:lnTo>
                  <a:lnTo>
                    <a:pt x="51321" y="91433"/>
                  </a:lnTo>
                  <a:lnTo>
                    <a:pt x="45750" y="88008"/>
                  </a:lnTo>
                  <a:lnTo>
                    <a:pt x="45657" y="86308"/>
                  </a:lnTo>
                  <a:lnTo>
                    <a:pt x="47677" y="85434"/>
                  </a:lnTo>
                  <a:lnTo>
                    <a:pt x="49522" y="80649"/>
                  </a:lnTo>
                  <a:lnTo>
                    <a:pt x="41453" y="78972"/>
                  </a:lnTo>
                  <a:lnTo>
                    <a:pt x="41337" y="81533"/>
                  </a:lnTo>
                  <a:lnTo>
                    <a:pt x="40327" y="81115"/>
                  </a:lnTo>
                  <a:lnTo>
                    <a:pt x="37275" y="80107"/>
                  </a:lnTo>
                  <a:lnTo>
                    <a:pt x="36635" y="72102"/>
                  </a:lnTo>
                  <a:lnTo>
                    <a:pt x="38102" y="70784"/>
                  </a:lnTo>
                  <a:lnTo>
                    <a:pt x="35901" y="66190"/>
                  </a:lnTo>
                  <a:lnTo>
                    <a:pt x="29960" y="67627"/>
                  </a:lnTo>
                  <a:lnTo>
                    <a:pt x="28065" y="66601"/>
                  </a:lnTo>
                  <a:lnTo>
                    <a:pt x="24900" y="60519"/>
                  </a:lnTo>
                  <a:lnTo>
                    <a:pt x="20596" y="59829"/>
                  </a:lnTo>
                  <a:lnTo>
                    <a:pt x="29267" y="50664"/>
                  </a:lnTo>
                  <a:lnTo>
                    <a:pt x="27728" y="47518"/>
                  </a:lnTo>
                  <a:lnTo>
                    <a:pt x="24316" y="47254"/>
                  </a:lnTo>
                  <a:lnTo>
                    <a:pt x="22942" y="50522"/>
                  </a:lnTo>
                  <a:lnTo>
                    <a:pt x="20662" y="52051"/>
                  </a:lnTo>
                  <a:lnTo>
                    <a:pt x="15108" y="52052"/>
                  </a:lnTo>
                  <a:lnTo>
                    <a:pt x="14811" y="54016"/>
                  </a:lnTo>
                  <a:lnTo>
                    <a:pt x="13872" y="54817"/>
                  </a:lnTo>
                  <a:lnTo>
                    <a:pt x="8267" y="56654"/>
                  </a:lnTo>
                  <a:lnTo>
                    <a:pt x="7041" y="56120"/>
                  </a:lnTo>
                  <a:lnTo>
                    <a:pt x="2805" y="50354"/>
                  </a:lnTo>
                  <a:lnTo>
                    <a:pt x="3346" y="47656"/>
                  </a:lnTo>
                  <a:lnTo>
                    <a:pt x="4739" y="46916"/>
                  </a:lnTo>
                  <a:lnTo>
                    <a:pt x="4592" y="45993"/>
                  </a:lnTo>
                  <a:lnTo>
                    <a:pt x="0" y="44535"/>
                  </a:lnTo>
                  <a:lnTo>
                    <a:pt x="3134" y="40804"/>
                  </a:lnTo>
                  <a:lnTo>
                    <a:pt x="7978" y="32841"/>
                  </a:lnTo>
                  <a:lnTo>
                    <a:pt x="10024" y="30718"/>
                  </a:lnTo>
                  <a:lnTo>
                    <a:pt x="12379" y="30577"/>
                  </a:lnTo>
                  <a:lnTo>
                    <a:pt x="14309" y="28450"/>
                  </a:lnTo>
                  <a:lnTo>
                    <a:pt x="13391" y="24816"/>
                  </a:lnTo>
                  <a:lnTo>
                    <a:pt x="22702" y="8287"/>
                  </a:lnTo>
                  <a:lnTo>
                    <a:pt x="27286" y="7834"/>
                  </a:lnTo>
                  <a:lnTo>
                    <a:pt x="19005" y="6133"/>
                  </a:lnTo>
                  <a:lnTo>
                    <a:pt x="18979" y="3819"/>
                  </a:lnTo>
                  <a:lnTo>
                    <a:pt x="20528" y="873"/>
                  </a:lnTo>
                  <a:lnTo>
                    <a:pt x="220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0" name="ph8660"/>
            <p:cNvSpPr/>
            <p:nvPr/>
          </p:nvSpPr>
          <p:spPr>
            <a:xfrm>
              <a:off x="9972258" y="2189417"/>
              <a:ext cx="55742" cy="106211"/>
            </a:xfrm>
            <a:custGeom>
              <a:avLst/>
              <a:pathLst>
                <a:path w="55742" h="106211">
                  <a:moveTo>
                    <a:pt x="43579" y="4877"/>
                  </a:moveTo>
                  <a:lnTo>
                    <a:pt x="45538" y="15455"/>
                  </a:lnTo>
                  <a:lnTo>
                    <a:pt x="51831" y="16101"/>
                  </a:lnTo>
                  <a:lnTo>
                    <a:pt x="50255" y="17748"/>
                  </a:lnTo>
                  <a:lnTo>
                    <a:pt x="50516" y="25592"/>
                  </a:lnTo>
                  <a:lnTo>
                    <a:pt x="43804" y="30767"/>
                  </a:lnTo>
                  <a:lnTo>
                    <a:pt x="42654" y="42824"/>
                  </a:lnTo>
                  <a:lnTo>
                    <a:pt x="38355" y="43360"/>
                  </a:lnTo>
                  <a:lnTo>
                    <a:pt x="37375" y="45495"/>
                  </a:lnTo>
                  <a:lnTo>
                    <a:pt x="38760" y="48223"/>
                  </a:lnTo>
                  <a:lnTo>
                    <a:pt x="36292" y="51354"/>
                  </a:lnTo>
                  <a:lnTo>
                    <a:pt x="31447" y="54134"/>
                  </a:lnTo>
                  <a:lnTo>
                    <a:pt x="26109" y="60539"/>
                  </a:lnTo>
                  <a:lnTo>
                    <a:pt x="31180" y="59558"/>
                  </a:lnTo>
                  <a:lnTo>
                    <a:pt x="31072" y="63802"/>
                  </a:lnTo>
                  <a:lnTo>
                    <a:pt x="34680" y="64461"/>
                  </a:lnTo>
                  <a:lnTo>
                    <a:pt x="38041" y="71071"/>
                  </a:lnTo>
                  <a:lnTo>
                    <a:pt x="41620" y="71137"/>
                  </a:lnTo>
                  <a:lnTo>
                    <a:pt x="46241" y="69594"/>
                  </a:lnTo>
                  <a:lnTo>
                    <a:pt x="51330" y="71294"/>
                  </a:lnTo>
                  <a:lnTo>
                    <a:pt x="55742" y="80608"/>
                  </a:lnTo>
                  <a:lnTo>
                    <a:pt x="54258" y="82766"/>
                  </a:lnTo>
                  <a:lnTo>
                    <a:pt x="53694" y="83300"/>
                  </a:lnTo>
                  <a:lnTo>
                    <a:pt x="54258" y="86314"/>
                  </a:lnTo>
                  <a:lnTo>
                    <a:pt x="53792" y="87662"/>
                  </a:lnTo>
                  <a:lnTo>
                    <a:pt x="50470" y="88581"/>
                  </a:lnTo>
                  <a:lnTo>
                    <a:pt x="46671" y="92220"/>
                  </a:lnTo>
                  <a:lnTo>
                    <a:pt x="46852" y="97486"/>
                  </a:lnTo>
                  <a:lnTo>
                    <a:pt x="39082" y="105124"/>
                  </a:lnTo>
                  <a:lnTo>
                    <a:pt x="34228" y="105537"/>
                  </a:lnTo>
                  <a:lnTo>
                    <a:pt x="31909" y="104840"/>
                  </a:lnTo>
                  <a:lnTo>
                    <a:pt x="31854" y="106211"/>
                  </a:lnTo>
                  <a:lnTo>
                    <a:pt x="28324" y="103014"/>
                  </a:lnTo>
                  <a:lnTo>
                    <a:pt x="23813" y="101316"/>
                  </a:lnTo>
                  <a:lnTo>
                    <a:pt x="22065" y="95289"/>
                  </a:lnTo>
                  <a:lnTo>
                    <a:pt x="19669" y="91898"/>
                  </a:lnTo>
                  <a:lnTo>
                    <a:pt x="14387" y="93059"/>
                  </a:lnTo>
                  <a:lnTo>
                    <a:pt x="13772" y="91724"/>
                  </a:lnTo>
                  <a:lnTo>
                    <a:pt x="9249" y="84448"/>
                  </a:lnTo>
                  <a:lnTo>
                    <a:pt x="9347" y="81664"/>
                  </a:lnTo>
                  <a:lnTo>
                    <a:pt x="7307" y="79528"/>
                  </a:lnTo>
                  <a:lnTo>
                    <a:pt x="3025" y="79082"/>
                  </a:lnTo>
                  <a:lnTo>
                    <a:pt x="4493" y="76353"/>
                  </a:lnTo>
                  <a:lnTo>
                    <a:pt x="6451" y="75578"/>
                  </a:lnTo>
                  <a:lnTo>
                    <a:pt x="8256" y="77628"/>
                  </a:lnTo>
                  <a:lnTo>
                    <a:pt x="9515" y="77696"/>
                  </a:lnTo>
                  <a:lnTo>
                    <a:pt x="10542" y="71049"/>
                  </a:lnTo>
                  <a:lnTo>
                    <a:pt x="17314" y="71389"/>
                  </a:lnTo>
                  <a:lnTo>
                    <a:pt x="17605" y="68406"/>
                  </a:lnTo>
                  <a:lnTo>
                    <a:pt x="16489" y="67321"/>
                  </a:lnTo>
                  <a:lnTo>
                    <a:pt x="14394" y="67047"/>
                  </a:lnTo>
                  <a:lnTo>
                    <a:pt x="9971" y="55801"/>
                  </a:lnTo>
                  <a:lnTo>
                    <a:pt x="13175" y="52577"/>
                  </a:lnTo>
                  <a:lnTo>
                    <a:pt x="13378" y="51120"/>
                  </a:lnTo>
                  <a:lnTo>
                    <a:pt x="4738" y="45361"/>
                  </a:lnTo>
                  <a:lnTo>
                    <a:pt x="3001" y="27994"/>
                  </a:lnTo>
                  <a:lnTo>
                    <a:pt x="5195" y="24517"/>
                  </a:lnTo>
                  <a:lnTo>
                    <a:pt x="0" y="24451"/>
                  </a:lnTo>
                  <a:lnTo>
                    <a:pt x="248" y="22404"/>
                  </a:lnTo>
                  <a:lnTo>
                    <a:pt x="2568" y="17558"/>
                  </a:lnTo>
                  <a:lnTo>
                    <a:pt x="6036" y="19044"/>
                  </a:lnTo>
                  <a:lnTo>
                    <a:pt x="9539" y="17444"/>
                  </a:lnTo>
                  <a:lnTo>
                    <a:pt x="10956" y="16079"/>
                  </a:lnTo>
                  <a:lnTo>
                    <a:pt x="10235" y="14058"/>
                  </a:lnTo>
                  <a:lnTo>
                    <a:pt x="10671" y="12999"/>
                  </a:lnTo>
                  <a:lnTo>
                    <a:pt x="14772" y="16097"/>
                  </a:lnTo>
                  <a:lnTo>
                    <a:pt x="20107" y="13746"/>
                  </a:lnTo>
                  <a:lnTo>
                    <a:pt x="24681" y="8202"/>
                  </a:lnTo>
                  <a:lnTo>
                    <a:pt x="27770" y="6829"/>
                  </a:lnTo>
                  <a:lnTo>
                    <a:pt x="32241" y="6910"/>
                  </a:lnTo>
                  <a:lnTo>
                    <a:pt x="35974" y="6056"/>
                  </a:lnTo>
                  <a:lnTo>
                    <a:pt x="40888" y="3491"/>
                  </a:lnTo>
                  <a:lnTo>
                    <a:pt x="38617" y="1814"/>
                  </a:lnTo>
                  <a:lnTo>
                    <a:pt x="4434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1" name="ph8661"/>
            <p:cNvSpPr/>
            <p:nvPr/>
          </p:nvSpPr>
          <p:spPr>
            <a:xfrm>
              <a:off x="9943216" y="2210658"/>
              <a:ext cx="46648" cy="56455"/>
            </a:xfrm>
            <a:custGeom>
              <a:avLst/>
              <a:pathLst>
                <a:path w="46648" h="56455">
                  <a:moveTo>
                    <a:pt x="16269" y="1209"/>
                  </a:moveTo>
                  <a:lnTo>
                    <a:pt x="26555" y="3259"/>
                  </a:lnTo>
                  <a:lnTo>
                    <a:pt x="29042" y="3210"/>
                  </a:lnTo>
                  <a:lnTo>
                    <a:pt x="34237" y="3276"/>
                  </a:lnTo>
                  <a:lnTo>
                    <a:pt x="32043" y="6753"/>
                  </a:lnTo>
                  <a:lnTo>
                    <a:pt x="33781" y="24120"/>
                  </a:lnTo>
                  <a:lnTo>
                    <a:pt x="42421" y="29879"/>
                  </a:lnTo>
                  <a:lnTo>
                    <a:pt x="42217" y="31336"/>
                  </a:lnTo>
                  <a:lnTo>
                    <a:pt x="39013" y="34560"/>
                  </a:lnTo>
                  <a:lnTo>
                    <a:pt x="43436" y="45806"/>
                  </a:lnTo>
                  <a:lnTo>
                    <a:pt x="45531" y="46080"/>
                  </a:lnTo>
                  <a:lnTo>
                    <a:pt x="46648" y="47165"/>
                  </a:lnTo>
                  <a:lnTo>
                    <a:pt x="46356" y="50148"/>
                  </a:lnTo>
                  <a:lnTo>
                    <a:pt x="39584" y="49808"/>
                  </a:lnTo>
                  <a:lnTo>
                    <a:pt x="38557" y="56455"/>
                  </a:lnTo>
                  <a:lnTo>
                    <a:pt x="37298" y="56387"/>
                  </a:lnTo>
                  <a:lnTo>
                    <a:pt x="35494" y="54337"/>
                  </a:lnTo>
                  <a:lnTo>
                    <a:pt x="33660" y="47516"/>
                  </a:lnTo>
                  <a:lnTo>
                    <a:pt x="30767" y="47536"/>
                  </a:lnTo>
                  <a:lnTo>
                    <a:pt x="28355" y="45546"/>
                  </a:lnTo>
                  <a:lnTo>
                    <a:pt x="32486" y="43645"/>
                  </a:lnTo>
                  <a:lnTo>
                    <a:pt x="29117" y="37888"/>
                  </a:lnTo>
                  <a:lnTo>
                    <a:pt x="28096" y="32999"/>
                  </a:lnTo>
                  <a:lnTo>
                    <a:pt x="28671" y="30495"/>
                  </a:lnTo>
                  <a:lnTo>
                    <a:pt x="27745" y="27068"/>
                  </a:lnTo>
                  <a:lnTo>
                    <a:pt x="22906" y="23120"/>
                  </a:lnTo>
                  <a:lnTo>
                    <a:pt x="24475" y="22170"/>
                  </a:lnTo>
                  <a:lnTo>
                    <a:pt x="22442" y="19751"/>
                  </a:lnTo>
                  <a:lnTo>
                    <a:pt x="18441" y="22209"/>
                  </a:lnTo>
                  <a:lnTo>
                    <a:pt x="17808" y="24295"/>
                  </a:lnTo>
                  <a:lnTo>
                    <a:pt x="15806" y="26145"/>
                  </a:lnTo>
                  <a:lnTo>
                    <a:pt x="13184" y="24403"/>
                  </a:lnTo>
                  <a:lnTo>
                    <a:pt x="5072" y="29616"/>
                  </a:lnTo>
                  <a:lnTo>
                    <a:pt x="1412" y="30974"/>
                  </a:lnTo>
                  <a:lnTo>
                    <a:pt x="693" y="30560"/>
                  </a:lnTo>
                  <a:lnTo>
                    <a:pt x="879" y="28290"/>
                  </a:lnTo>
                  <a:lnTo>
                    <a:pt x="0" y="27932"/>
                  </a:lnTo>
                  <a:lnTo>
                    <a:pt x="105" y="25581"/>
                  </a:lnTo>
                  <a:lnTo>
                    <a:pt x="606" y="24926"/>
                  </a:lnTo>
                  <a:lnTo>
                    <a:pt x="1927" y="25362"/>
                  </a:lnTo>
                  <a:lnTo>
                    <a:pt x="3779" y="16531"/>
                  </a:lnTo>
                  <a:lnTo>
                    <a:pt x="6467" y="14748"/>
                  </a:lnTo>
                  <a:lnTo>
                    <a:pt x="9989" y="14453"/>
                  </a:lnTo>
                  <a:lnTo>
                    <a:pt x="12868" y="15528"/>
                  </a:lnTo>
                  <a:lnTo>
                    <a:pt x="13310" y="15073"/>
                  </a:lnTo>
                  <a:lnTo>
                    <a:pt x="13399" y="9084"/>
                  </a:lnTo>
                  <a:lnTo>
                    <a:pt x="11218" y="2696"/>
                  </a:lnTo>
                  <a:lnTo>
                    <a:pt x="14895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2" name="ph8662"/>
            <p:cNvSpPr/>
            <p:nvPr/>
          </p:nvSpPr>
          <p:spPr>
            <a:xfrm>
              <a:off x="9991365" y="2254703"/>
              <a:ext cx="104646" cy="147822"/>
            </a:xfrm>
            <a:custGeom>
              <a:avLst/>
              <a:pathLst>
                <a:path w="104646" h="147822">
                  <a:moveTo>
                    <a:pt x="70537" y="283"/>
                  </a:moveTo>
                  <a:lnTo>
                    <a:pt x="74241" y="2524"/>
                  </a:lnTo>
                  <a:lnTo>
                    <a:pt x="76497" y="2500"/>
                  </a:lnTo>
                  <a:lnTo>
                    <a:pt x="79378" y="4514"/>
                  </a:lnTo>
                  <a:lnTo>
                    <a:pt x="78123" y="6421"/>
                  </a:lnTo>
                  <a:lnTo>
                    <a:pt x="78721" y="11212"/>
                  </a:lnTo>
                  <a:lnTo>
                    <a:pt x="77615" y="27061"/>
                  </a:lnTo>
                  <a:lnTo>
                    <a:pt x="84285" y="30034"/>
                  </a:lnTo>
                  <a:lnTo>
                    <a:pt x="85117" y="33579"/>
                  </a:lnTo>
                  <a:lnTo>
                    <a:pt x="89195" y="41695"/>
                  </a:lnTo>
                  <a:lnTo>
                    <a:pt x="91099" y="42401"/>
                  </a:lnTo>
                  <a:lnTo>
                    <a:pt x="98064" y="48320"/>
                  </a:lnTo>
                  <a:lnTo>
                    <a:pt x="98813" y="50001"/>
                  </a:lnTo>
                  <a:lnTo>
                    <a:pt x="96202" y="50943"/>
                  </a:lnTo>
                  <a:lnTo>
                    <a:pt x="98237" y="55420"/>
                  </a:lnTo>
                  <a:lnTo>
                    <a:pt x="99444" y="56290"/>
                  </a:lnTo>
                  <a:lnTo>
                    <a:pt x="101274" y="54635"/>
                  </a:lnTo>
                  <a:lnTo>
                    <a:pt x="103104" y="54940"/>
                  </a:lnTo>
                  <a:lnTo>
                    <a:pt x="104646" y="57015"/>
                  </a:lnTo>
                  <a:lnTo>
                    <a:pt x="104313" y="58470"/>
                  </a:lnTo>
                  <a:lnTo>
                    <a:pt x="96308" y="64650"/>
                  </a:lnTo>
                  <a:lnTo>
                    <a:pt x="90467" y="66343"/>
                  </a:lnTo>
                  <a:lnTo>
                    <a:pt x="85736" y="71535"/>
                  </a:lnTo>
                  <a:lnTo>
                    <a:pt x="87256" y="74374"/>
                  </a:lnTo>
                  <a:lnTo>
                    <a:pt x="85455" y="76216"/>
                  </a:lnTo>
                  <a:lnTo>
                    <a:pt x="87370" y="85362"/>
                  </a:lnTo>
                  <a:lnTo>
                    <a:pt x="92358" y="88288"/>
                  </a:lnTo>
                  <a:lnTo>
                    <a:pt x="93247" y="92547"/>
                  </a:lnTo>
                  <a:lnTo>
                    <a:pt x="83258" y="95554"/>
                  </a:lnTo>
                  <a:lnTo>
                    <a:pt x="84059" y="101658"/>
                  </a:lnTo>
                  <a:lnTo>
                    <a:pt x="89640" y="109049"/>
                  </a:lnTo>
                  <a:lnTo>
                    <a:pt x="93261" y="110357"/>
                  </a:lnTo>
                  <a:lnTo>
                    <a:pt x="95200" y="114318"/>
                  </a:lnTo>
                  <a:lnTo>
                    <a:pt x="94129" y="117196"/>
                  </a:lnTo>
                  <a:lnTo>
                    <a:pt x="97912" y="120221"/>
                  </a:lnTo>
                  <a:lnTo>
                    <a:pt x="95418" y="126417"/>
                  </a:lnTo>
                  <a:lnTo>
                    <a:pt x="96163" y="129240"/>
                  </a:lnTo>
                  <a:lnTo>
                    <a:pt x="94228" y="134361"/>
                  </a:lnTo>
                  <a:lnTo>
                    <a:pt x="87981" y="133307"/>
                  </a:lnTo>
                  <a:lnTo>
                    <a:pt x="82986" y="133695"/>
                  </a:lnTo>
                  <a:lnTo>
                    <a:pt x="82314" y="138686"/>
                  </a:lnTo>
                  <a:lnTo>
                    <a:pt x="85828" y="144650"/>
                  </a:lnTo>
                  <a:lnTo>
                    <a:pt x="80942" y="146051"/>
                  </a:lnTo>
                  <a:lnTo>
                    <a:pt x="81282" y="147770"/>
                  </a:lnTo>
                  <a:lnTo>
                    <a:pt x="80516" y="147586"/>
                  </a:lnTo>
                  <a:lnTo>
                    <a:pt x="73194" y="141116"/>
                  </a:lnTo>
                  <a:lnTo>
                    <a:pt x="69756" y="139717"/>
                  </a:lnTo>
                  <a:lnTo>
                    <a:pt x="69741" y="140320"/>
                  </a:lnTo>
                  <a:lnTo>
                    <a:pt x="75532" y="144992"/>
                  </a:lnTo>
                  <a:lnTo>
                    <a:pt x="76127" y="147088"/>
                  </a:lnTo>
                  <a:lnTo>
                    <a:pt x="74796" y="147822"/>
                  </a:lnTo>
                  <a:lnTo>
                    <a:pt x="66301" y="140824"/>
                  </a:lnTo>
                  <a:lnTo>
                    <a:pt x="61977" y="136372"/>
                  </a:lnTo>
                  <a:lnTo>
                    <a:pt x="44127" y="123539"/>
                  </a:lnTo>
                  <a:lnTo>
                    <a:pt x="42331" y="121188"/>
                  </a:lnTo>
                  <a:lnTo>
                    <a:pt x="53573" y="124766"/>
                  </a:lnTo>
                  <a:lnTo>
                    <a:pt x="56498" y="123044"/>
                  </a:lnTo>
                  <a:lnTo>
                    <a:pt x="60567" y="118047"/>
                  </a:lnTo>
                  <a:lnTo>
                    <a:pt x="61807" y="117677"/>
                  </a:lnTo>
                  <a:lnTo>
                    <a:pt x="62483" y="118165"/>
                  </a:lnTo>
                  <a:lnTo>
                    <a:pt x="63664" y="117493"/>
                  </a:lnTo>
                  <a:lnTo>
                    <a:pt x="65435" y="113318"/>
                  </a:lnTo>
                  <a:lnTo>
                    <a:pt x="62319" y="107790"/>
                  </a:lnTo>
                  <a:lnTo>
                    <a:pt x="54854" y="111532"/>
                  </a:lnTo>
                  <a:lnTo>
                    <a:pt x="53201" y="106309"/>
                  </a:lnTo>
                  <a:lnTo>
                    <a:pt x="58365" y="103201"/>
                  </a:lnTo>
                  <a:lnTo>
                    <a:pt x="52756" y="96887"/>
                  </a:lnTo>
                  <a:lnTo>
                    <a:pt x="52772" y="94121"/>
                  </a:lnTo>
                  <a:lnTo>
                    <a:pt x="48798" y="93763"/>
                  </a:lnTo>
                  <a:lnTo>
                    <a:pt x="40365" y="97940"/>
                  </a:lnTo>
                  <a:lnTo>
                    <a:pt x="37674" y="99947"/>
                  </a:lnTo>
                  <a:lnTo>
                    <a:pt x="36899" y="100957"/>
                  </a:lnTo>
                  <a:lnTo>
                    <a:pt x="35490" y="108327"/>
                  </a:lnTo>
                  <a:lnTo>
                    <a:pt x="33790" y="108172"/>
                  </a:lnTo>
                  <a:lnTo>
                    <a:pt x="28244" y="104344"/>
                  </a:lnTo>
                  <a:lnTo>
                    <a:pt x="34713" y="110051"/>
                  </a:lnTo>
                  <a:lnTo>
                    <a:pt x="35842" y="111447"/>
                  </a:lnTo>
                  <a:lnTo>
                    <a:pt x="35308" y="112178"/>
                  </a:lnTo>
                  <a:lnTo>
                    <a:pt x="32471" y="110893"/>
                  </a:lnTo>
                  <a:lnTo>
                    <a:pt x="31252" y="108447"/>
                  </a:lnTo>
                  <a:lnTo>
                    <a:pt x="26006" y="104139"/>
                  </a:lnTo>
                  <a:lnTo>
                    <a:pt x="17957" y="99390"/>
                  </a:lnTo>
                  <a:lnTo>
                    <a:pt x="9312" y="92892"/>
                  </a:lnTo>
                  <a:lnTo>
                    <a:pt x="5789" y="91458"/>
                  </a:lnTo>
                  <a:lnTo>
                    <a:pt x="1912" y="87699"/>
                  </a:lnTo>
                  <a:lnTo>
                    <a:pt x="630" y="87986"/>
                  </a:lnTo>
                  <a:lnTo>
                    <a:pt x="0" y="87256"/>
                  </a:lnTo>
                  <a:lnTo>
                    <a:pt x="2479" y="86926"/>
                  </a:lnTo>
                  <a:lnTo>
                    <a:pt x="21885" y="100633"/>
                  </a:lnTo>
                  <a:lnTo>
                    <a:pt x="30853" y="96387"/>
                  </a:lnTo>
                  <a:lnTo>
                    <a:pt x="30782" y="89286"/>
                  </a:lnTo>
                  <a:lnTo>
                    <a:pt x="35408" y="70881"/>
                  </a:lnTo>
                  <a:lnTo>
                    <a:pt x="39465" y="70992"/>
                  </a:lnTo>
                  <a:lnTo>
                    <a:pt x="41038" y="68032"/>
                  </a:lnTo>
                  <a:lnTo>
                    <a:pt x="41085" y="66527"/>
                  </a:lnTo>
                  <a:lnTo>
                    <a:pt x="38958" y="62355"/>
                  </a:lnTo>
                  <a:lnTo>
                    <a:pt x="34814" y="59011"/>
                  </a:lnTo>
                  <a:lnTo>
                    <a:pt x="25806" y="54063"/>
                  </a:lnTo>
                  <a:lnTo>
                    <a:pt x="25824" y="51510"/>
                  </a:lnTo>
                  <a:lnTo>
                    <a:pt x="24723" y="48593"/>
                  </a:lnTo>
                  <a:lnTo>
                    <a:pt x="17001" y="44230"/>
                  </a:lnTo>
                  <a:lnTo>
                    <a:pt x="12748" y="40924"/>
                  </a:lnTo>
                  <a:lnTo>
                    <a:pt x="12802" y="39553"/>
                  </a:lnTo>
                  <a:lnTo>
                    <a:pt x="15121" y="40250"/>
                  </a:lnTo>
                  <a:lnTo>
                    <a:pt x="19975" y="39838"/>
                  </a:lnTo>
                  <a:lnTo>
                    <a:pt x="27745" y="32200"/>
                  </a:lnTo>
                  <a:lnTo>
                    <a:pt x="27565" y="26934"/>
                  </a:lnTo>
                  <a:lnTo>
                    <a:pt x="31364" y="23295"/>
                  </a:lnTo>
                  <a:lnTo>
                    <a:pt x="34685" y="22376"/>
                  </a:lnTo>
                  <a:lnTo>
                    <a:pt x="35152" y="21027"/>
                  </a:lnTo>
                  <a:lnTo>
                    <a:pt x="34587" y="18013"/>
                  </a:lnTo>
                  <a:lnTo>
                    <a:pt x="35151" y="17479"/>
                  </a:lnTo>
                  <a:lnTo>
                    <a:pt x="41428" y="17490"/>
                  </a:lnTo>
                  <a:lnTo>
                    <a:pt x="47767" y="22285"/>
                  </a:lnTo>
                  <a:lnTo>
                    <a:pt x="53027" y="24516"/>
                  </a:lnTo>
                  <a:lnTo>
                    <a:pt x="56543" y="19282"/>
                  </a:lnTo>
                  <a:lnTo>
                    <a:pt x="52812" y="11915"/>
                  </a:lnTo>
                  <a:lnTo>
                    <a:pt x="50470" y="8928"/>
                  </a:lnTo>
                  <a:lnTo>
                    <a:pt x="52350" y="7218"/>
                  </a:lnTo>
                  <a:lnTo>
                    <a:pt x="56531" y="7098"/>
                  </a:lnTo>
                  <a:lnTo>
                    <a:pt x="58480" y="11866"/>
                  </a:lnTo>
                  <a:lnTo>
                    <a:pt x="57743" y="12818"/>
                  </a:lnTo>
                  <a:lnTo>
                    <a:pt x="66773" y="14777"/>
                  </a:lnTo>
                  <a:lnTo>
                    <a:pt x="64770" y="5531"/>
                  </a:lnTo>
                  <a:lnTo>
                    <a:pt x="6278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3" name="ph8663"/>
            <p:cNvSpPr/>
            <p:nvPr/>
          </p:nvSpPr>
          <p:spPr>
            <a:xfrm>
              <a:off x="9899357" y="2111574"/>
              <a:ext cx="134950" cy="102343"/>
            </a:xfrm>
            <a:custGeom>
              <a:avLst/>
              <a:pathLst>
                <a:path w="134950" h="102343">
                  <a:moveTo>
                    <a:pt x="82434" y="641"/>
                  </a:moveTo>
                  <a:lnTo>
                    <a:pt x="80949" y="1699"/>
                  </a:lnTo>
                  <a:lnTo>
                    <a:pt x="92305" y="20325"/>
                  </a:lnTo>
                  <a:lnTo>
                    <a:pt x="96679" y="27733"/>
                  </a:lnTo>
                  <a:lnTo>
                    <a:pt x="96777" y="31254"/>
                  </a:lnTo>
                  <a:lnTo>
                    <a:pt x="98221" y="32931"/>
                  </a:lnTo>
                  <a:lnTo>
                    <a:pt x="101409" y="32972"/>
                  </a:lnTo>
                  <a:lnTo>
                    <a:pt x="103425" y="34833"/>
                  </a:lnTo>
                  <a:lnTo>
                    <a:pt x="104360" y="38660"/>
                  </a:lnTo>
                  <a:lnTo>
                    <a:pt x="107088" y="39059"/>
                  </a:lnTo>
                  <a:lnTo>
                    <a:pt x="109010" y="35237"/>
                  </a:lnTo>
                  <a:lnTo>
                    <a:pt x="111770" y="34655"/>
                  </a:lnTo>
                  <a:lnTo>
                    <a:pt x="115201" y="36006"/>
                  </a:lnTo>
                  <a:lnTo>
                    <a:pt x="121701" y="36299"/>
                  </a:lnTo>
                  <a:lnTo>
                    <a:pt x="125878" y="35502"/>
                  </a:lnTo>
                  <a:lnTo>
                    <a:pt x="128622" y="36917"/>
                  </a:lnTo>
                  <a:lnTo>
                    <a:pt x="131129" y="40636"/>
                  </a:lnTo>
                  <a:lnTo>
                    <a:pt x="132196" y="43654"/>
                  </a:lnTo>
                  <a:lnTo>
                    <a:pt x="131029" y="51022"/>
                  </a:lnTo>
                  <a:lnTo>
                    <a:pt x="134234" y="54007"/>
                  </a:lnTo>
                  <a:lnTo>
                    <a:pt x="134950" y="56204"/>
                  </a:lnTo>
                  <a:lnTo>
                    <a:pt x="132767" y="58498"/>
                  </a:lnTo>
                  <a:lnTo>
                    <a:pt x="130147" y="58218"/>
                  </a:lnTo>
                  <a:lnTo>
                    <a:pt x="122411" y="62484"/>
                  </a:lnTo>
                  <a:lnTo>
                    <a:pt x="122947" y="68816"/>
                  </a:lnTo>
                  <a:lnTo>
                    <a:pt x="121895" y="74693"/>
                  </a:lnTo>
                  <a:lnTo>
                    <a:pt x="117243" y="77843"/>
                  </a:lnTo>
                  <a:lnTo>
                    <a:pt x="111518" y="79658"/>
                  </a:lnTo>
                  <a:lnTo>
                    <a:pt x="113789" y="81335"/>
                  </a:lnTo>
                  <a:lnTo>
                    <a:pt x="108875" y="83900"/>
                  </a:lnTo>
                  <a:lnTo>
                    <a:pt x="105142" y="84753"/>
                  </a:lnTo>
                  <a:lnTo>
                    <a:pt x="100671" y="84672"/>
                  </a:lnTo>
                  <a:lnTo>
                    <a:pt x="97582" y="86046"/>
                  </a:lnTo>
                  <a:lnTo>
                    <a:pt x="93008" y="91589"/>
                  </a:lnTo>
                  <a:lnTo>
                    <a:pt x="87672" y="93940"/>
                  </a:lnTo>
                  <a:lnTo>
                    <a:pt x="83572" y="90843"/>
                  </a:lnTo>
                  <a:lnTo>
                    <a:pt x="83136" y="91901"/>
                  </a:lnTo>
                  <a:lnTo>
                    <a:pt x="83857" y="93923"/>
                  </a:lnTo>
                  <a:lnTo>
                    <a:pt x="82440" y="95288"/>
                  </a:lnTo>
                  <a:lnTo>
                    <a:pt x="78936" y="96887"/>
                  </a:lnTo>
                  <a:lnTo>
                    <a:pt x="75469" y="95401"/>
                  </a:lnTo>
                  <a:lnTo>
                    <a:pt x="73149" y="100247"/>
                  </a:lnTo>
                  <a:lnTo>
                    <a:pt x="72900" y="102295"/>
                  </a:lnTo>
                  <a:lnTo>
                    <a:pt x="70413" y="102343"/>
                  </a:lnTo>
                  <a:lnTo>
                    <a:pt x="60127" y="100293"/>
                  </a:lnTo>
                  <a:lnTo>
                    <a:pt x="58753" y="99084"/>
                  </a:lnTo>
                  <a:lnTo>
                    <a:pt x="57366" y="96690"/>
                  </a:lnTo>
                  <a:lnTo>
                    <a:pt x="51292" y="95178"/>
                  </a:lnTo>
                  <a:lnTo>
                    <a:pt x="46289" y="92966"/>
                  </a:lnTo>
                  <a:lnTo>
                    <a:pt x="45116" y="91768"/>
                  </a:lnTo>
                  <a:lnTo>
                    <a:pt x="45205" y="90081"/>
                  </a:lnTo>
                  <a:lnTo>
                    <a:pt x="46918" y="88585"/>
                  </a:lnTo>
                  <a:lnTo>
                    <a:pt x="47284" y="86272"/>
                  </a:lnTo>
                  <a:lnTo>
                    <a:pt x="45898" y="84442"/>
                  </a:lnTo>
                  <a:lnTo>
                    <a:pt x="42774" y="81772"/>
                  </a:lnTo>
                  <a:lnTo>
                    <a:pt x="39508" y="80293"/>
                  </a:lnTo>
                  <a:lnTo>
                    <a:pt x="33946" y="79560"/>
                  </a:lnTo>
                  <a:lnTo>
                    <a:pt x="33991" y="77778"/>
                  </a:lnTo>
                  <a:lnTo>
                    <a:pt x="32027" y="76836"/>
                  </a:lnTo>
                  <a:lnTo>
                    <a:pt x="30749" y="82375"/>
                  </a:lnTo>
                  <a:lnTo>
                    <a:pt x="29521" y="83131"/>
                  </a:lnTo>
                  <a:lnTo>
                    <a:pt x="21732" y="82409"/>
                  </a:lnTo>
                  <a:lnTo>
                    <a:pt x="19425" y="85894"/>
                  </a:lnTo>
                  <a:lnTo>
                    <a:pt x="18068" y="86352"/>
                  </a:lnTo>
                  <a:lnTo>
                    <a:pt x="6972" y="85916"/>
                  </a:lnTo>
                  <a:lnTo>
                    <a:pt x="3090" y="81994"/>
                  </a:lnTo>
                  <a:lnTo>
                    <a:pt x="2298" y="75720"/>
                  </a:lnTo>
                  <a:lnTo>
                    <a:pt x="0" y="73371"/>
                  </a:lnTo>
                  <a:lnTo>
                    <a:pt x="1566" y="68358"/>
                  </a:lnTo>
                  <a:lnTo>
                    <a:pt x="3534" y="68928"/>
                  </a:lnTo>
                  <a:lnTo>
                    <a:pt x="7588" y="68547"/>
                  </a:lnTo>
                  <a:lnTo>
                    <a:pt x="9640" y="65087"/>
                  </a:lnTo>
                  <a:lnTo>
                    <a:pt x="8169" y="63356"/>
                  </a:lnTo>
                  <a:lnTo>
                    <a:pt x="9070" y="60636"/>
                  </a:lnTo>
                  <a:lnTo>
                    <a:pt x="13646" y="59747"/>
                  </a:lnTo>
                  <a:lnTo>
                    <a:pt x="14027" y="54019"/>
                  </a:lnTo>
                  <a:lnTo>
                    <a:pt x="10387" y="53782"/>
                  </a:lnTo>
                  <a:lnTo>
                    <a:pt x="12232" y="48520"/>
                  </a:lnTo>
                  <a:lnTo>
                    <a:pt x="16148" y="41074"/>
                  </a:lnTo>
                  <a:lnTo>
                    <a:pt x="14384" y="39125"/>
                  </a:lnTo>
                  <a:lnTo>
                    <a:pt x="14706" y="38436"/>
                  </a:lnTo>
                  <a:lnTo>
                    <a:pt x="25241" y="39799"/>
                  </a:lnTo>
                  <a:lnTo>
                    <a:pt x="27307" y="37876"/>
                  </a:lnTo>
                  <a:lnTo>
                    <a:pt x="28802" y="34755"/>
                  </a:lnTo>
                  <a:lnTo>
                    <a:pt x="30954" y="33224"/>
                  </a:lnTo>
                  <a:lnTo>
                    <a:pt x="33610" y="36209"/>
                  </a:lnTo>
                  <a:lnTo>
                    <a:pt x="36966" y="36487"/>
                  </a:lnTo>
                  <a:lnTo>
                    <a:pt x="43121" y="28220"/>
                  </a:lnTo>
                  <a:lnTo>
                    <a:pt x="51811" y="23206"/>
                  </a:lnTo>
                  <a:lnTo>
                    <a:pt x="51342" y="11893"/>
                  </a:lnTo>
                  <a:lnTo>
                    <a:pt x="52789" y="9151"/>
                  </a:lnTo>
                  <a:lnTo>
                    <a:pt x="53800" y="9569"/>
                  </a:lnTo>
                  <a:lnTo>
                    <a:pt x="53916" y="7007"/>
                  </a:lnTo>
                  <a:lnTo>
                    <a:pt x="61985" y="8685"/>
                  </a:lnTo>
                  <a:lnTo>
                    <a:pt x="60140" y="13470"/>
                  </a:lnTo>
                  <a:lnTo>
                    <a:pt x="58120" y="14343"/>
                  </a:lnTo>
                  <a:lnTo>
                    <a:pt x="58213" y="16043"/>
                  </a:lnTo>
                  <a:lnTo>
                    <a:pt x="63784" y="19469"/>
                  </a:lnTo>
                  <a:lnTo>
                    <a:pt x="76001" y="16443"/>
                  </a:lnTo>
                  <a:lnTo>
                    <a:pt x="78511" y="13536"/>
                  </a:lnTo>
                  <a:lnTo>
                    <a:pt x="78047" y="9937"/>
                  </a:lnTo>
                  <a:lnTo>
                    <a:pt x="80588" y="7476"/>
                  </a:lnTo>
                  <a:lnTo>
                    <a:pt x="80295" y="428"/>
                  </a:lnTo>
                  <a:lnTo>
                    <a:pt x="80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4" name="ph8664"/>
            <p:cNvSpPr/>
            <p:nvPr/>
          </p:nvSpPr>
          <p:spPr>
            <a:xfrm>
              <a:off x="9863211" y="2188410"/>
              <a:ext cx="94899" cy="72037"/>
            </a:xfrm>
            <a:custGeom>
              <a:avLst/>
              <a:pathLst>
                <a:path w="94899" h="72037">
                  <a:moveTo>
                    <a:pt x="70136" y="942"/>
                  </a:moveTo>
                  <a:lnTo>
                    <a:pt x="70092" y="2724"/>
                  </a:lnTo>
                  <a:lnTo>
                    <a:pt x="75654" y="3456"/>
                  </a:lnTo>
                  <a:lnTo>
                    <a:pt x="78920" y="4936"/>
                  </a:lnTo>
                  <a:lnTo>
                    <a:pt x="82044" y="7605"/>
                  </a:lnTo>
                  <a:lnTo>
                    <a:pt x="83430" y="9435"/>
                  </a:lnTo>
                  <a:lnTo>
                    <a:pt x="83064" y="11748"/>
                  </a:lnTo>
                  <a:lnTo>
                    <a:pt x="81350" y="13245"/>
                  </a:lnTo>
                  <a:lnTo>
                    <a:pt x="81262" y="14932"/>
                  </a:lnTo>
                  <a:lnTo>
                    <a:pt x="82435" y="16130"/>
                  </a:lnTo>
                  <a:lnTo>
                    <a:pt x="87438" y="18342"/>
                  </a:lnTo>
                  <a:lnTo>
                    <a:pt x="93512" y="19853"/>
                  </a:lnTo>
                  <a:lnTo>
                    <a:pt x="94899" y="22248"/>
                  </a:lnTo>
                  <a:lnTo>
                    <a:pt x="91222" y="24944"/>
                  </a:lnTo>
                  <a:lnTo>
                    <a:pt x="93404" y="31332"/>
                  </a:lnTo>
                  <a:lnTo>
                    <a:pt x="93314" y="37321"/>
                  </a:lnTo>
                  <a:lnTo>
                    <a:pt x="92872" y="37776"/>
                  </a:lnTo>
                  <a:lnTo>
                    <a:pt x="89993" y="36701"/>
                  </a:lnTo>
                  <a:lnTo>
                    <a:pt x="86471" y="36996"/>
                  </a:lnTo>
                  <a:lnTo>
                    <a:pt x="83783" y="38779"/>
                  </a:lnTo>
                  <a:lnTo>
                    <a:pt x="81931" y="47610"/>
                  </a:lnTo>
                  <a:lnTo>
                    <a:pt x="80610" y="47174"/>
                  </a:lnTo>
                  <a:lnTo>
                    <a:pt x="80109" y="47829"/>
                  </a:lnTo>
                  <a:lnTo>
                    <a:pt x="80004" y="50180"/>
                  </a:lnTo>
                  <a:lnTo>
                    <a:pt x="79976" y="51031"/>
                  </a:lnTo>
                  <a:lnTo>
                    <a:pt x="74196" y="51942"/>
                  </a:lnTo>
                  <a:lnTo>
                    <a:pt x="72678" y="54721"/>
                  </a:lnTo>
                  <a:lnTo>
                    <a:pt x="71843" y="58953"/>
                  </a:lnTo>
                  <a:lnTo>
                    <a:pt x="72754" y="60740"/>
                  </a:lnTo>
                  <a:lnTo>
                    <a:pt x="72151" y="68340"/>
                  </a:lnTo>
                  <a:lnTo>
                    <a:pt x="70746" y="72037"/>
                  </a:lnTo>
                  <a:lnTo>
                    <a:pt x="70054" y="72019"/>
                  </a:lnTo>
                  <a:lnTo>
                    <a:pt x="63917" y="63404"/>
                  </a:lnTo>
                  <a:lnTo>
                    <a:pt x="54052" y="57227"/>
                  </a:lnTo>
                  <a:lnTo>
                    <a:pt x="39757" y="51028"/>
                  </a:lnTo>
                  <a:lnTo>
                    <a:pt x="26628" y="47743"/>
                  </a:lnTo>
                  <a:lnTo>
                    <a:pt x="15305" y="41704"/>
                  </a:lnTo>
                  <a:lnTo>
                    <a:pt x="3428" y="38919"/>
                  </a:lnTo>
                  <a:lnTo>
                    <a:pt x="1784" y="35998"/>
                  </a:lnTo>
                  <a:lnTo>
                    <a:pt x="0" y="33283"/>
                  </a:lnTo>
                  <a:lnTo>
                    <a:pt x="8259" y="30685"/>
                  </a:lnTo>
                  <a:lnTo>
                    <a:pt x="12001" y="33055"/>
                  </a:lnTo>
                  <a:lnTo>
                    <a:pt x="12300" y="37696"/>
                  </a:lnTo>
                  <a:lnTo>
                    <a:pt x="14785" y="36586"/>
                  </a:lnTo>
                  <a:lnTo>
                    <a:pt x="17263" y="31427"/>
                  </a:lnTo>
                  <a:lnTo>
                    <a:pt x="16158" y="26001"/>
                  </a:lnTo>
                  <a:lnTo>
                    <a:pt x="16209" y="25164"/>
                  </a:lnTo>
                  <a:lnTo>
                    <a:pt x="17473" y="24213"/>
                  </a:lnTo>
                  <a:lnTo>
                    <a:pt x="23825" y="24672"/>
                  </a:lnTo>
                  <a:lnTo>
                    <a:pt x="24006" y="27105"/>
                  </a:lnTo>
                  <a:lnTo>
                    <a:pt x="25199" y="28391"/>
                  </a:lnTo>
                  <a:lnTo>
                    <a:pt x="26129" y="28609"/>
                  </a:lnTo>
                  <a:lnTo>
                    <a:pt x="27740" y="27497"/>
                  </a:lnTo>
                  <a:lnTo>
                    <a:pt x="26847" y="20101"/>
                  </a:lnTo>
                  <a:lnTo>
                    <a:pt x="24335" y="19978"/>
                  </a:lnTo>
                  <a:lnTo>
                    <a:pt x="23706" y="19098"/>
                  </a:lnTo>
                  <a:lnTo>
                    <a:pt x="26727" y="14455"/>
                  </a:lnTo>
                  <a:lnTo>
                    <a:pt x="27605" y="15026"/>
                  </a:lnTo>
                  <a:lnTo>
                    <a:pt x="31375" y="13177"/>
                  </a:lnTo>
                  <a:lnTo>
                    <a:pt x="33135" y="10483"/>
                  </a:lnTo>
                  <a:lnTo>
                    <a:pt x="32212" y="9880"/>
                  </a:lnTo>
                  <a:lnTo>
                    <a:pt x="33693" y="5702"/>
                  </a:lnTo>
                  <a:lnTo>
                    <a:pt x="36377" y="5532"/>
                  </a:lnTo>
                  <a:lnTo>
                    <a:pt x="38212" y="6685"/>
                  </a:lnTo>
                  <a:lnTo>
                    <a:pt x="39236" y="5158"/>
                  </a:lnTo>
                  <a:lnTo>
                    <a:pt x="43118" y="9079"/>
                  </a:lnTo>
                  <a:lnTo>
                    <a:pt x="54214" y="9516"/>
                  </a:lnTo>
                  <a:lnTo>
                    <a:pt x="55571" y="9057"/>
                  </a:lnTo>
                  <a:lnTo>
                    <a:pt x="57878" y="5573"/>
                  </a:lnTo>
                  <a:lnTo>
                    <a:pt x="65667" y="6295"/>
                  </a:lnTo>
                  <a:lnTo>
                    <a:pt x="66895" y="5539"/>
                  </a:lnTo>
                  <a:lnTo>
                    <a:pt x="6817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5" name="ph8665"/>
            <p:cNvSpPr/>
            <p:nvPr/>
          </p:nvSpPr>
          <p:spPr>
            <a:xfrm>
              <a:off x="9721044" y="1711439"/>
              <a:ext cx="68233" cy="82371"/>
            </a:xfrm>
            <a:custGeom>
              <a:avLst/>
              <a:pathLst>
                <a:path w="68233" h="82371">
                  <a:moveTo>
                    <a:pt x="33726" y="167"/>
                  </a:moveTo>
                  <a:lnTo>
                    <a:pt x="34138" y="1956"/>
                  </a:lnTo>
                  <a:lnTo>
                    <a:pt x="34126" y="3315"/>
                  </a:lnTo>
                  <a:lnTo>
                    <a:pt x="36717" y="3047"/>
                  </a:lnTo>
                  <a:lnTo>
                    <a:pt x="40172" y="9785"/>
                  </a:lnTo>
                  <a:lnTo>
                    <a:pt x="40452" y="18779"/>
                  </a:lnTo>
                  <a:lnTo>
                    <a:pt x="42452" y="19611"/>
                  </a:lnTo>
                  <a:lnTo>
                    <a:pt x="42352" y="18821"/>
                  </a:lnTo>
                  <a:lnTo>
                    <a:pt x="44951" y="18216"/>
                  </a:lnTo>
                  <a:lnTo>
                    <a:pt x="45949" y="19659"/>
                  </a:lnTo>
                  <a:lnTo>
                    <a:pt x="47411" y="25781"/>
                  </a:lnTo>
                  <a:lnTo>
                    <a:pt x="52835" y="32500"/>
                  </a:lnTo>
                  <a:lnTo>
                    <a:pt x="57651" y="30914"/>
                  </a:lnTo>
                  <a:lnTo>
                    <a:pt x="57613" y="34418"/>
                  </a:lnTo>
                  <a:lnTo>
                    <a:pt x="57265" y="38248"/>
                  </a:lnTo>
                  <a:lnTo>
                    <a:pt x="61920" y="38949"/>
                  </a:lnTo>
                  <a:lnTo>
                    <a:pt x="62430" y="45545"/>
                  </a:lnTo>
                  <a:lnTo>
                    <a:pt x="63932" y="47245"/>
                  </a:lnTo>
                  <a:lnTo>
                    <a:pt x="68233" y="43407"/>
                  </a:lnTo>
                  <a:lnTo>
                    <a:pt x="67159" y="63758"/>
                  </a:lnTo>
                  <a:lnTo>
                    <a:pt x="67585" y="67147"/>
                  </a:lnTo>
                  <a:lnTo>
                    <a:pt x="55292" y="67706"/>
                  </a:lnTo>
                  <a:lnTo>
                    <a:pt x="52509" y="67083"/>
                  </a:lnTo>
                  <a:lnTo>
                    <a:pt x="50354" y="77538"/>
                  </a:lnTo>
                  <a:lnTo>
                    <a:pt x="42855" y="75716"/>
                  </a:lnTo>
                  <a:lnTo>
                    <a:pt x="42212" y="76071"/>
                  </a:lnTo>
                  <a:lnTo>
                    <a:pt x="41538" y="82089"/>
                  </a:lnTo>
                  <a:lnTo>
                    <a:pt x="40236" y="81870"/>
                  </a:lnTo>
                  <a:lnTo>
                    <a:pt x="37963" y="76378"/>
                  </a:lnTo>
                  <a:lnTo>
                    <a:pt x="30974" y="72226"/>
                  </a:lnTo>
                  <a:lnTo>
                    <a:pt x="24159" y="76700"/>
                  </a:lnTo>
                  <a:lnTo>
                    <a:pt x="22459" y="80662"/>
                  </a:lnTo>
                  <a:lnTo>
                    <a:pt x="14059" y="74577"/>
                  </a:lnTo>
                  <a:lnTo>
                    <a:pt x="12206" y="77413"/>
                  </a:lnTo>
                  <a:lnTo>
                    <a:pt x="10470" y="82371"/>
                  </a:lnTo>
                  <a:lnTo>
                    <a:pt x="5409" y="80198"/>
                  </a:lnTo>
                  <a:lnTo>
                    <a:pt x="5343" y="76437"/>
                  </a:lnTo>
                  <a:lnTo>
                    <a:pt x="3125" y="76416"/>
                  </a:lnTo>
                  <a:lnTo>
                    <a:pt x="4987" y="68985"/>
                  </a:lnTo>
                  <a:lnTo>
                    <a:pt x="6310" y="68826"/>
                  </a:lnTo>
                  <a:lnTo>
                    <a:pt x="6885" y="69599"/>
                  </a:lnTo>
                  <a:lnTo>
                    <a:pt x="9758" y="66842"/>
                  </a:lnTo>
                  <a:lnTo>
                    <a:pt x="11218" y="59725"/>
                  </a:lnTo>
                  <a:lnTo>
                    <a:pt x="10135" y="57635"/>
                  </a:lnTo>
                  <a:lnTo>
                    <a:pt x="4852" y="52818"/>
                  </a:lnTo>
                  <a:lnTo>
                    <a:pt x="3658" y="53340"/>
                  </a:lnTo>
                  <a:lnTo>
                    <a:pt x="965" y="50871"/>
                  </a:lnTo>
                  <a:lnTo>
                    <a:pt x="7612" y="48552"/>
                  </a:lnTo>
                  <a:lnTo>
                    <a:pt x="4734" y="45112"/>
                  </a:lnTo>
                  <a:lnTo>
                    <a:pt x="0" y="37322"/>
                  </a:lnTo>
                  <a:lnTo>
                    <a:pt x="1905" y="32919"/>
                  </a:lnTo>
                  <a:lnTo>
                    <a:pt x="4254" y="31528"/>
                  </a:lnTo>
                  <a:lnTo>
                    <a:pt x="7271" y="27092"/>
                  </a:lnTo>
                  <a:lnTo>
                    <a:pt x="4068" y="27923"/>
                  </a:lnTo>
                  <a:lnTo>
                    <a:pt x="4351" y="20978"/>
                  </a:lnTo>
                  <a:lnTo>
                    <a:pt x="3186" y="15097"/>
                  </a:lnTo>
                  <a:lnTo>
                    <a:pt x="3482" y="12966"/>
                  </a:lnTo>
                  <a:lnTo>
                    <a:pt x="5544" y="15107"/>
                  </a:lnTo>
                  <a:lnTo>
                    <a:pt x="6834" y="14577"/>
                  </a:lnTo>
                  <a:lnTo>
                    <a:pt x="8940" y="11539"/>
                  </a:lnTo>
                  <a:lnTo>
                    <a:pt x="21676" y="3668"/>
                  </a:lnTo>
                  <a:lnTo>
                    <a:pt x="260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6" name="ph8666"/>
            <p:cNvSpPr/>
            <p:nvPr/>
          </p:nvSpPr>
          <p:spPr>
            <a:xfrm>
              <a:off x="9783259" y="1685237"/>
              <a:ext cx="71871" cy="51284"/>
            </a:xfrm>
            <a:custGeom>
              <a:avLst/>
              <a:pathLst>
                <a:path w="71871" h="51284">
                  <a:moveTo>
                    <a:pt x="56711" y="2019"/>
                  </a:moveTo>
                  <a:lnTo>
                    <a:pt x="61058" y="8434"/>
                  </a:lnTo>
                  <a:lnTo>
                    <a:pt x="59542" y="10256"/>
                  </a:lnTo>
                  <a:lnTo>
                    <a:pt x="60584" y="12275"/>
                  </a:lnTo>
                  <a:lnTo>
                    <a:pt x="67549" y="15638"/>
                  </a:lnTo>
                  <a:lnTo>
                    <a:pt x="71871" y="15850"/>
                  </a:lnTo>
                  <a:lnTo>
                    <a:pt x="68850" y="19417"/>
                  </a:lnTo>
                  <a:lnTo>
                    <a:pt x="67934" y="23984"/>
                  </a:lnTo>
                  <a:lnTo>
                    <a:pt x="69095" y="27874"/>
                  </a:lnTo>
                  <a:lnTo>
                    <a:pt x="68087" y="31340"/>
                  </a:lnTo>
                  <a:lnTo>
                    <a:pt x="64222" y="29590"/>
                  </a:lnTo>
                  <a:lnTo>
                    <a:pt x="58493" y="28780"/>
                  </a:lnTo>
                  <a:lnTo>
                    <a:pt x="60978" y="37375"/>
                  </a:lnTo>
                  <a:lnTo>
                    <a:pt x="42619" y="47984"/>
                  </a:lnTo>
                  <a:lnTo>
                    <a:pt x="36867" y="48368"/>
                  </a:lnTo>
                  <a:lnTo>
                    <a:pt x="33369" y="47456"/>
                  </a:lnTo>
                  <a:lnTo>
                    <a:pt x="27968" y="50718"/>
                  </a:lnTo>
                  <a:lnTo>
                    <a:pt x="23835" y="51284"/>
                  </a:lnTo>
                  <a:lnTo>
                    <a:pt x="20724" y="48236"/>
                  </a:lnTo>
                  <a:lnTo>
                    <a:pt x="17738" y="47589"/>
                  </a:lnTo>
                  <a:lnTo>
                    <a:pt x="11436" y="47667"/>
                  </a:lnTo>
                  <a:lnTo>
                    <a:pt x="9241" y="48636"/>
                  </a:lnTo>
                  <a:lnTo>
                    <a:pt x="11701" y="50642"/>
                  </a:lnTo>
                  <a:lnTo>
                    <a:pt x="10039" y="51059"/>
                  </a:lnTo>
                  <a:lnTo>
                    <a:pt x="5606" y="49026"/>
                  </a:lnTo>
                  <a:lnTo>
                    <a:pt x="3697" y="45134"/>
                  </a:lnTo>
                  <a:lnTo>
                    <a:pt x="7909" y="36504"/>
                  </a:lnTo>
                  <a:lnTo>
                    <a:pt x="7420" y="30037"/>
                  </a:lnTo>
                  <a:lnTo>
                    <a:pt x="11115" y="29752"/>
                  </a:lnTo>
                  <a:lnTo>
                    <a:pt x="10918" y="26843"/>
                  </a:lnTo>
                  <a:lnTo>
                    <a:pt x="8575" y="27373"/>
                  </a:lnTo>
                  <a:lnTo>
                    <a:pt x="7558" y="25862"/>
                  </a:lnTo>
                  <a:lnTo>
                    <a:pt x="8149" y="22993"/>
                  </a:lnTo>
                  <a:lnTo>
                    <a:pt x="4919" y="22963"/>
                  </a:lnTo>
                  <a:lnTo>
                    <a:pt x="5884" y="19488"/>
                  </a:lnTo>
                  <a:lnTo>
                    <a:pt x="2427" y="19348"/>
                  </a:lnTo>
                  <a:lnTo>
                    <a:pt x="0" y="11676"/>
                  </a:lnTo>
                  <a:lnTo>
                    <a:pt x="6815" y="9780"/>
                  </a:lnTo>
                  <a:lnTo>
                    <a:pt x="11773" y="12228"/>
                  </a:lnTo>
                  <a:lnTo>
                    <a:pt x="13454" y="15138"/>
                  </a:lnTo>
                  <a:lnTo>
                    <a:pt x="15622" y="16487"/>
                  </a:lnTo>
                  <a:lnTo>
                    <a:pt x="21655" y="16188"/>
                  </a:lnTo>
                  <a:lnTo>
                    <a:pt x="21427" y="13377"/>
                  </a:lnTo>
                  <a:lnTo>
                    <a:pt x="19847" y="13828"/>
                  </a:lnTo>
                  <a:lnTo>
                    <a:pt x="20167" y="11830"/>
                  </a:lnTo>
                  <a:lnTo>
                    <a:pt x="23560" y="9285"/>
                  </a:lnTo>
                  <a:lnTo>
                    <a:pt x="29322" y="8592"/>
                  </a:lnTo>
                  <a:lnTo>
                    <a:pt x="30635" y="10242"/>
                  </a:lnTo>
                  <a:lnTo>
                    <a:pt x="42515" y="10324"/>
                  </a:lnTo>
                  <a:lnTo>
                    <a:pt x="43491" y="7378"/>
                  </a:lnTo>
                  <a:lnTo>
                    <a:pt x="50318" y="7950"/>
                  </a:lnTo>
                  <a:lnTo>
                    <a:pt x="49294" y="3890"/>
                  </a:lnTo>
                  <a:lnTo>
                    <a:pt x="52471" y="1064"/>
                  </a:lnTo>
                  <a:lnTo>
                    <a:pt x="5449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7" name="ph8667"/>
            <p:cNvSpPr/>
            <p:nvPr/>
          </p:nvSpPr>
          <p:spPr>
            <a:xfrm>
              <a:off x="9782919" y="2047276"/>
              <a:ext cx="90780" cy="76736"/>
            </a:xfrm>
            <a:custGeom>
              <a:avLst/>
              <a:pathLst>
                <a:path w="90780" h="76736">
                  <a:moveTo>
                    <a:pt x="15260" y="633"/>
                  </a:moveTo>
                  <a:lnTo>
                    <a:pt x="19866" y="2508"/>
                  </a:lnTo>
                  <a:lnTo>
                    <a:pt x="21993" y="6618"/>
                  </a:lnTo>
                  <a:lnTo>
                    <a:pt x="26683" y="9103"/>
                  </a:lnTo>
                  <a:lnTo>
                    <a:pt x="30936" y="9336"/>
                  </a:lnTo>
                  <a:lnTo>
                    <a:pt x="35740" y="9590"/>
                  </a:lnTo>
                  <a:lnTo>
                    <a:pt x="35684" y="10696"/>
                  </a:lnTo>
                  <a:lnTo>
                    <a:pt x="44234" y="11139"/>
                  </a:lnTo>
                  <a:lnTo>
                    <a:pt x="44195" y="12632"/>
                  </a:lnTo>
                  <a:lnTo>
                    <a:pt x="52382" y="13068"/>
                  </a:lnTo>
                  <a:lnTo>
                    <a:pt x="57302" y="17705"/>
                  </a:lnTo>
                  <a:lnTo>
                    <a:pt x="71645" y="38211"/>
                  </a:lnTo>
                  <a:lnTo>
                    <a:pt x="80133" y="32943"/>
                  </a:lnTo>
                  <a:lnTo>
                    <a:pt x="81964" y="33432"/>
                  </a:lnTo>
                  <a:lnTo>
                    <a:pt x="83206" y="33762"/>
                  </a:lnTo>
                  <a:lnTo>
                    <a:pt x="81571" y="41449"/>
                  </a:lnTo>
                  <a:lnTo>
                    <a:pt x="83186" y="44039"/>
                  </a:lnTo>
                  <a:lnTo>
                    <a:pt x="88208" y="48086"/>
                  </a:lnTo>
                  <a:lnTo>
                    <a:pt x="83627" y="49373"/>
                  </a:lnTo>
                  <a:lnTo>
                    <a:pt x="84609" y="52747"/>
                  </a:lnTo>
                  <a:lnTo>
                    <a:pt x="89269" y="60856"/>
                  </a:lnTo>
                  <a:lnTo>
                    <a:pt x="90780" y="65524"/>
                  </a:lnTo>
                  <a:lnTo>
                    <a:pt x="83227" y="70978"/>
                  </a:lnTo>
                  <a:lnTo>
                    <a:pt x="80886" y="75194"/>
                  </a:lnTo>
                  <a:lnTo>
                    <a:pt x="78061" y="76736"/>
                  </a:lnTo>
                  <a:lnTo>
                    <a:pt x="73230" y="76046"/>
                  </a:lnTo>
                  <a:lnTo>
                    <a:pt x="67963" y="72482"/>
                  </a:lnTo>
                  <a:lnTo>
                    <a:pt x="64514" y="74513"/>
                  </a:lnTo>
                  <a:lnTo>
                    <a:pt x="63301" y="73987"/>
                  </a:lnTo>
                  <a:lnTo>
                    <a:pt x="64531" y="63045"/>
                  </a:lnTo>
                  <a:lnTo>
                    <a:pt x="63901" y="54769"/>
                  </a:lnTo>
                  <a:lnTo>
                    <a:pt x="62717" y="50442"/>
                  </a:lnTo>
                  <a:lnTo>
                    <a:pt x="59315" y="44614"/>
                  </a:lnTo>
                  <a:lnTo>
                    <a:pt x="54299" y="40237"/>
                  </a:lnTo>
                  <a:lnTo>
                    <a:pt x="51898" y="35886"/>
                  </a:lnTo>
                  <a:lnTo>
                    <a:pt x="49824" y="33510"/>
                  </a:lnTo>
                  <a:lnTo>
                    <a:pt x="46293" y="31300"/>
                  </a:lnTo>
                  <a:lnTo>
                    <a:pt x="47051" y="31242"/>
                  </a:lnTo>
                  <a:lnTo>
                    <a:pt x="46573" y="25612"/>
                  </a:lnTo>
                  <a:lnTo>
                    <a:pt x="42925" y="25606"/>
                  </a:lnTo>
                  <a:lnTo>
                    <a:pt x="38102" y="20405"/>
                  </a:lnTo>
                  <a:lnTo>
                    <a:pt x="37137" y="20265"/>
                  </a:lnTo>
                  <a:lnTo>
                    <a:pt x="34326" y="23638"/>
                  </a:lnTo>
                  <a:lnTo>
                    <a:pt x="33887" y="25124"/>
                  </a:lnTo>
                  <a:lnTo>
                    <a:pt x="36215" y="26852"/>
                  </a:lnTo>
                  <a:lnTo>
                    <a:pt x="38652" y="30128"/>
                  </a:lnTo>
                  <a:lnTo>
                    <a:pt x="33808" y="28552"/>
                  </a:lnTo>
                  <a:lnTo>
                    <a:pt x="26512" y="27295"/>
                  </a:lnTo>
                  <a:lnTo>
                    <a:pt x="23025" y="27600"/>
                  </a:lnTo>
                  <a:lnTo>
                    <a:pt x="22231" y="29454"/>
                  </a:lnTo>
                  <a:lnTo>
                    <a:pt x="21522" y="29661"/>
                  </a:lnTo>
                  <a:lnTo>
                    <a:pt x="11457" y="25312"/>
                  </a:lnTo>
                  <a:lnTo>
                    <a:pt x="5909" y="19487"/>
                  </a:lnTo>
                  <a:lnTo>
                    <a:pt x="2878" y="14446"/>
                  </a:lnTo>
                  <a:lnTo>
                    <a:pt x="0" y="799"/>
                  </a:lnTo>
                  <a:lnTo>
                    <a:pt x="1452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8" name="ph8668"/>
            <p:cNvSpPr/>
            <p:nvPr/>
          </p:nvSpPr>
          <p:spPr>
            <a:xfrm>
              <a:off x="9674599" y="1712595"/>
              <a:ext cx="53716" cy="47942"/>
            </a:xfrm>
            <a:custGeom>
              <a:avLst/>
              <a:pathLst>
                <a:path w="53716" h="47942">
                  <a:moveTo>
                    <a:pt x="34912" y="1791"/>
                  </a:moveTo>
                  <a:lnTo>
                    <a:pt x="32363" y="3652"/>
                  </a:lnTo>
                  <a:lnTo>
                    <a:pt x="31698" y="2937"/>
                  </a:lnTo>
                  <a:lnTo>
                    <a:pt x="32620" y="4285"/>
                  </a:lnTo>
                  <a:lnTo>
                    <a:pt x="37924" y="1579"/>
                  </a:lnTo>
                  <a:lnTo>
                    <a:pt x="41496" y="4139"/>
                  </a:lnTo>
                  <a:lnTo>
                    <a:pt x="43064" y="4015"/>
                  </a:lnTo>
                  <a:lnTo>
                    <a:pt x="45244" y="5762"/>
                  </a:lnTo>
                  <a:lnTo>
                    <a:pt x="49631" y="13941"/>
                  </a:lnTo>
                  <a:lnTo>
                    <a:pt x="50795" y="19822"/>
                  </a:lnTo>
                  <a:lnTo>
                    <a:pt x="50513" y="26767"/>
                  </a:lnTo>
                  <a:lnTo>
                    <a:pt x="53716" y="25936"/>
                  </a:lnTo>
                  <a:lnTo>
                    <a:pt x="50699" y="30372"/>
                  </a:lnTo>
                  <a:lnTo>
                    <a:pt x="48350" y="31763"/>
                  </a:lnTo>
                  <a:lnTo>
                    <a:pt x="46444" y="36166"/>
                  </a:lnTo>
                  <a:lnTo>
                    <a:pt x="38171" y="36054"/>
                  </a:lnTo>
                  <a:lnTo>
                    <a:pt x="40569" y="41142"/>
                  </a:lnTo>
                  <a:lnTo>
                    <a:pt x="34766" y="46145"/>
                  </a:lnTo>
                  <a:lnTo>
                    <a:pt x="34342" y="47942"/>
                  </a:lnTo>
                  <a:lnTo>
                    <a:pt x="29106" y="42857"/>
                  </a:lnTo>
                  <a:lnTo>
                    <a:pt x="31633" y="38576"/>
                  </a:lnTo>
                  <a:lnTo>
                    <a:pt x="28181" y="37467"/>
                  </a:lnTo>
                  <a:lnTo>
                    <a:pt x="25896" y="37063"/>
                  </a:lnTo>
                  <a:lnTo>
                    <a:pt x="20878" y="40080"/>
                  </a:lnTo>
                  <a:lnTo>
                    <a:pt x="19345" y="43079"/>
                  </a:lnTo>
                  <a:lnTo>
                    <a:pt x="4897" y="42142"/>
                  </a:lnTo>
                  <a:lnTo>
                    <a:pt x="5075" y="39572"/>
                  </a:lnTo>
                  <a:lnTo>
                    <a:pt x="3177" y="36371"/>
                  </a:lnTo>
                  <a:lnTo>
                    <a:pt x="0" y="37069"/>
                  </a:lnTo>
                  <a:lnTo>
                    <a:pt x="239" y="33765"/>
                  </a:lnTo>
                  <a:lnTo>
                    <a:pt x="10647" y="34110"/>
                  </a:lnTo>
                  <a:lnTo>
                    <a:pt x="10193" y="30191"/>
                  </a:lnTo>
                  <a:lnTo>
                    <a:pt x="6431" y="31205"/>
                  </a:lnTo>
                  <a:lnTo>
                    <a:pt x="1646" y="30513"/>
                  </a:lnTo>
                  <a:lnTo>
                    <a:pt x="3936" y="24060"/>
                  </a:lnTo>
                  <a:lnTo>
                    <a:pt x="9446" y="25681"/>
                  </a:lnTo>
                  <a:lnTo>
                    <a:pt x="9020" y="22446"/>
                  </a:lnTo>
                  <a:lnTo>
                    <a:pt x="16960" y="20739"/>
                  </a:lnTo>
                  <a:lnTo>
                    <a:pt x="16405" y="16800"/>
                  </a:lnTo>
                  <a:lnTo>
                    <a:pt x="23677" y="16528"/>
                  </a:lnTo>
                  <a:lnTo>
                    <a:pt x="28105" y="18216"/>
                  </a:lnTo>
                  <a:lnTo>
                    <a:pt x="29230" y="14463"/>
                  </a:lnTo>
                  <a:lnTo>
                    <a:pt x="23456" y="12169"/>
                  </a:lnTo>
                  <a:lnTo>
                    <a:pt x="29213" y="6975"/>
                  </a:lnTo>
                  <a:lnTo>
                    <a:pt x="26815" y="587"/>
                  </a:lnTo>
                  <a:lnTo>
                    <a:pt x="3335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9" name="ph8669"/>
            <p:cNvSpPr/>
            <p:nvPr/>
          </p:nvSpPr>
          <p:spPr>
            <a:xfrm>
              <a:off x="9877345" y="1642076"/>
              <a:ext cx="59069" cy="50018"/>
            </a:xfrm>
            <a:custGeom>
              <a:avLst/>
              <a:pathLst>
                <a:path w="59069" h="50018">
                  <a:moveTo>
                    <a:pt x="10041" y="1505"/>
                  </a:moveTo>
                  <a:lnTo>
                    <a:pt x="12901" y="6544"/>
                  </a:lnTo>
                  <a:lnTo>
                    <a:pt x="12186" y="8330"/>
                  </a:lnTo>
                  <a:lnTo>
                    <a:pt x="20908" y="11260"/>
                  </a:lnTo>
                  <a:lnTo>
                    <a:pt x="21284" y="9825"/>
                  </a:lnTo>
                  <a:lnTo>
                    <a:pt x="26165" y="9452"/>
                  </a:lnTo>
                  <a:lnTo>
                    <a:pt x="27637" y="10434"/>
                  </a:lnTo>
                  <a:lnTo>
                    <a:pt x="27745" y="12823"/>
                  </a:lnTo>
                  <a:lnTo>
                    <a:pt x="31699" y="14109"/>
                  </a:lnTo>
                  <a:lnTo>
                    <a:pt x="35625" y="11908"/>
                  </a:lnTo>
                  <a:lnTo>
                    <a:pt x="39567" y="14093"/>
                  </a:lnTo>
                  <a:lnTo>
                    <a:pt x="39826" y="17366"/>
                  </a:lnTo>
                  <a:lnTo>
                    <a:pt x="43151" y="20033"/>
                  </a:lnTo>
                  <a:lnTo>
                    <a:pt x="47029" y="25039"/>
                  </a:lnTo>
                  <a:lnTo>
                    <a:pt x="46434" y="29649"/>
                  </a:lnTo>
                  <a:lnTo>
                    <a:pt x="47112" y="32914"/>
                  </a:lnTo>
                  <a:lnTo>
                    <a:pt x="50869" y="37937"/>
                  </a:lnTo>
                  <a:lnTo>
                    <a:pt x="51773" y="38710"/>
                  </a:lnTo>
                  <a:lnTo>
                    <a:pt x="58762" y="38692"/>
                  </a:lnTo>
                  <a:lnTo>
                    <a:pt x="59069" y="40354"/>
                  </a:lnTo>
                  <a:lnTo>
                    <a:pt x="57830" y="47818"/>
                  </a:lnTo>
                  <a:lnTo>
                    <a:pt x="56404" y="49245"/>
                  </a:lnTo>
                  <a:lnTo>
                    <a:pt x="51072" y="48411"/>
                  </a:lnTo>
                  <a:lnTo>
                    <a:pt x="48776" y="49402"/>
                  </a:lnTo>
                  <a:lnTo>
                    <a:pt x="48647" y="50018"/>
                  </a:lnTo>
                  <a:lnTo>
                    <a:pt x="39301" y="47184"/>
                  </a:lnTo>
                  <a:lnTo>
                    <a:pt x="34514" y="48023"/>
                  </a:lnTo>
                  <a:lnTo>
                    <a:pt x="33197" y="44444"/>
                  </a:lnTo>
                  <a:lnTo>
                    <a:pt x="33314" y="37559"/>
                  </a:lnTo>
                  <a:lnTo>
                    <a:pt x="18126" y="38996"/>
                  </a:lnTo>
                  <a:lnTo>
                    <a:pt x="14401" y="38037"/>
                  </a:lnTo>
                  <a:lnTo>
                    <a:pt x="10334" y="35383"/>
                  </a:lnTo>
                  <a:lnTo>
                    <a:pt x="8171" y="34932"/>
                  </a:lnTo>
                  <a:lnTo>
                    <a:pt x="6960" y="36281"/>
                  </a:lnTo>
                  <a:lnTo>
                    <a:pt x="5190" y="35996"/>
                  </a:lnTo>
                  <a:lnTo>
                    <a:pt x="37" y="34277"/>
                  </a:lnTo>
                  <a:lnTo>
                    <a:pt x="1360" y="28864"/>
                  </a:lnTo>
                  <a:lnTo>
                    <a:pt x="5808" y="29551"/>
                  </a:lnTo>
                  <a:lnTo>
                    <a:pt x="8338" y="20756"/>
                  </a:lnTo>
                  <a:lnTo>
                    <a:pt x="4841" y="18355"/>
                  </a:lnTo>
                  <a:lnTo>
                    <a:pt x="2271" y="15533"/>
                  </a:lnTo>
                  <a:lnTo>
                    <a:pt x="3119" y="13515"/>
                  </a:lnTo>
                  <a:lnTo>
                    <a:pt x="0" y="6849"/>
                  </a:lnTo>
                  <a:lnTo>
                    <a:pt x="2147" y="5942"/>
                  </a:lnTo>
                  <a:lnTo>
                    <a:pt x="3331" y="6914"/>
                  </a:lnTo>
                  <a:lnTo>
                    <a:pt x="7470" y="5356"/>
                  </a:lnTo>
                  <a:lnTo>
                    <a:pt x="6013" y="2574"/>
                  </a:lnTo>
                  <a:lnTo>
                    <a:pt x="763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h8670"/>
            <p:cNvSpPr/>
            <p:nvPr/>
          </p:nvSpPr>
          <p:spPr>
            <a:xfrm>
              <a:off x="9830482" y="1666036"/>
              <a:ext cx="52935" cy="38833"/>
            </a:xfrm>
            <a:custGeom>
              <a:avLst/>
              <a:pathLst>
                <a:path w="52935" h="38833">
                  <a:moveTo>
                    <a:pt x="14388" y="3820"/>
                  </a:moveTo>
                  <a:lnTo>
                    <a:pt x="15299" y="3073"/>
                  </a:lnTo>
                  <a:lnTo>
                    <a:pt x="17241" y="3192"/>
                  </a:lnTo>
                  <a:lnTo>
                    <a:pt x="21711" y="5808"/>
                  </a:lnTo>
                  <a:lnTo>
                    <a:pt x="21166" y="8929"/>
                  </a:lnTo>
                  <a:lnTo>
                    <a:pt x="25700" y="8638"/>
                  </a:lnTo>
                  <a:lnTo>
                    <a:pt x="27103" y="11498"/>
                  </a:lnTo>
                  <a:lnTo>
                    <a:pt x="35004" y="10744"/>
                  </a:lnTo>
                  <a:lnTo>
                    <a:pt x="35350" y="12765"/>
                  </a:lnTo>
                  <a:lnTo>
                    <a:pt x="41400" y="13528"/>
                  </a:lnTo>
                  <a:lnTo>
                    <a:pt x="43771" y="11390"/>
                  </a:lnTo>
                  <a:lnTo>
                    <a:pt x="46900" y="10317"/>
                  </a:lnTo>
                  <a:lnTo>
                    <a:pt x="52053" y="12036"/>
                  </a:lnTo>
                  <a:lnTo>
                    <a:pt x="52935" y="14771"/>
                  </a:lnTo>
                  <a:lnTo>
                    <a:pt x="50516" y="16346"/>
                  </a:lnTo>
                  <a:lnTo>
                    <a:pt x="46518" y="15884"/>
                  </a:lnTo>
                  <a:lnTo>
                    <a:pt x="46048" y="23350"/>
                  </a:lnTo>
                  <a:lnTo>
                    <a:pt x="43705" y="27597"/>
                  </a:lnTo>
                  <a:lnTo>
                    <a:pt x="39039" y="32439"/>
                  </a:lnTo>
                  <a:lnTo>
                    <a:pt x="39781" y="36188"/>
                  </a:lnTo>
                  <a:lnTo>
                    <a:pt x="39533" y="38833"/>
                  </a:lnTo>
                  <a:lnTo>
                    <a:pt x="36725" y="32854"/>
                  </a:lnTo>
                  <a:lnTo>
                    <a:pt x="34881" y="31876"/>
                  </a:lnTo>
                  <a:lnTo>
                    <a:pt x="24867" y="30960"/>
                  </a:lnTo>
                  <a:lnTo>
                    <a:pt x="24308" y="32770"/>
                  </a:lnTo>
                  <a:lnTo>
                    <a:pt x="24648" y="35051"/>
                  </a:lnTo>
                  <a:lnTo>
                    <a:pt x="20325" y="34839"/>
                  </a:lnTo>
                  <a:lnTo>
                    <a:pt x="13360" y="31476"/>
                  </a:lnTo>
                  <a:lnTo>
                    <a:pt x="12318" y="29457"/>
                  </a:lnTo>
                  <a:lnTo>
                    <a:pt x="13835" y="27636"/>
                  </a:lnTo>
                  <a:lnTo>
                    <a:pt x="9488" y="21220"/>
                  </a:lnTo>
                  <a:lnTo>
                    <a:pt x="7270" y="19201"/>
                  </a:lnTo>
                  <a:lnTo>
                    <a:pt x="5247" y="20265"/>
                  </a:lnTo>
                  <a:lnTo>
                    <a:pt x="7775" y="15851"/>
                  </a:lnTo>
                  <a:lnTo>
                    <a:pt x="0" y="17507"/>
                  </a:lnTo>
                  <a:lnTo>
                    <a:pt x="1287" y="11535"/>
                  </a:lnTo>
                  <a:lnTo>
                    <a:pt x="647" y="9811"/>
                  </a:lnTo>
                  <a:lnTo>
                    <a:pt x="4424" y="5128"/>
                  </a:lnTo>
                  <a:lnTo>
                    <a:pt x="9448" y="4558"/>
                  </a:lnTo>
                  <a:lnTo>
                    <a:pt x="8875" y="2005"/>
                  </a:lnTo>
                  <a:lnTo>
                    <a:pt x="1326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ph8671"/>
            <p:cNvSpPr/>
            <p:nvPr/>
          </p:nvSpPr>
          <p:spPr>
            <a:xfrm>
              <a:off x="9444695" y="1406326"/>
              <a:ext cx="120348" cy="95256"/>
            </a:xfrm>
            <a:custGeom>
              <a:avLst/>
              <a:pathLst>
                <a:path w="120348" h="95256">
                  <a:moveTo>
                    <a:pt x="117570" y="48866"/>
                  </a:moveTo>
                  <a:lnTo>
                    <a:pt x="116267" y="57286"/>
                  </a:lnTo>
                  <a:lnTo>
                    <a:pt x="117207" y="60060"/>
                  </a:lnTo>
                  <a:lnTo>
                    <a:pt x="120348" y="61040"/>
                  </a:lnTo>
                  <a:lnTo>
                    <a:pt x="119652" y="63085"/>
                  </a:lnTo>
                  <a:lnTo>
                    <a:pt x="116238" y="63172"/>
                  </a:lnTo>
                  <a:lnTo>
                    <a:pt x="108984" y="60911"/>
                  </a:lnTo>
                  <a:lnTo>
                    <a:pt x="107142" y="61846"/>
                  </a:lnTo>
                  <a:lnTo>
                    <a:pt x="102036" y="60907"/>
                  </a:lnTo>
                  <a:lnTo>
                    <a:pt x="102331" y="64214"/>
                  </a:lnTo>
                  <a:lnTo>
                    <a:pt x="100943" y="65678"/>
                  </a:lnTo>
                  <a:lnTo>
                    <a:pt x="99852" y="65570"/>
                  </a:lnTo>
                  <a:lnTo>
                    <a:pt x="99860" y="64029"/>
                  </a:lnTo>
                  <a:lnTo>
                    <a:pt x="96733" y="63797"/>
                  </a:lnTo>
                  <a:lnTo>
                    <a:pt x="92124" y="67541"/>
                  </a:lnTo>
                  <a:lnTo>
                    <a:pt x="84086" y="67521"/>
                  </a:lnTo>
                  <a:lnTo>
                    <a:pt x="83596" y="73454"/>
                  </a:lnTo>
                  <a:lnTo>
                    <a:pt x="79034" y="76526"/>
                  </a:lnTo>
                  <a:lnTo>
                    <a:pt x="80847" y="82873"/>
                  </a:lnTo>
                  <a:lnTo>
                    <a:pt x="81852" y="84098"/>
                  </a:lnTo>
                  <a:lnTo>
                    <a:pt x="81605" y="88018"/>
                  </a:lnTo>
                  <a:lnTo>
                    <a:pt x="78363" y="87824"/>
                  </a:lnTo>
                  <a:lnTo>
                    <a:pt x="77231" y="88599"/>
                  </a:lnTo>
                  <a:lnTo>
                    <a:pt x="77033" y="92033"/>
                  </a:lnTo>
                  <a:lnTo>
                    <a:pt x="69076" y="91428"/>
                  </a:lnTo>
                  <a:lnTo>
                    <a:pt x="68245" y="95256"/>
                  </a:lnTo>
                  <a:lnTo>
                    <a:pt x="64021" y="94337"/>
                  </a:lnTo>
                  <a:lnTo>
                    <a:pt x="64559" y="90267"/>
                  </a:lnTo>
                  <a:lnTo>
                    <a:pt x="61131" y="89304"/>
                  </a:lnTo>
                  <a:lnTo>
                    <a:pt x="61936" y="80933"/>
                  </a:lnTo>
                  <a:lnTo>
                    <a:pt x="53769" y="86910"/>
                  </a:lnTo>
                  <a:lnTo>
                    <a:pt x="53335" y="86573"/>
                  </a:lnTo>
                  <a:lnTo>
                    <a:pt x="56558" y="79401"/>
                  </a:lnTo>
                  <a:lnTo>
                    <a:pt x="49473" y="83279"/>
                  </a:lnTo>
                  <a:lnTo>
                    <a:pt x="47209" y="78960"/>
                  </a:lnTo>
                  <a:lnTo>
                    <a:pt x="47856" y="72318"/>
                  </a:lnTo>
                  <a:lnTo>
                    <a:pt x="40654" y="71530"/>
                  </a:lnTo>
                  <a:lnTo>
                    <a:pt x="43561" y="63231"/>
                  </a:lnTo>
                  <a:lnTo>
                    <a:pt x="41483" y="58631"/>
                  </a:lnTo>
                  <a:lnTo>
                    <a:pt x="46074" y="56565"/>
                  </a:lnTo>
                  <a:lnTo>
                    <a:pt x="42035" y="47588"/>
                  </a:lnTo>
                  <a:lnTo>
                    <a:pt x="40008" y="48325"/>
                  </a:lnTo>
                  <a:lnTo>
                    <a:pt x="38426" y="45563"/>
                  </a:lnTo>
                  <a:lnTo>
                    <a:pt x="39519" y="41893"/>
                  </a:lnTo>
                  <a:lnTo>
                    <a:pt x="37337" y="41135"/>
                  </a:lnTo>
                  <a:lnTo>
                    <a:pt x="26938" y="40777"/>
                  </a:lnTo>
                  <a:lnTo>
                    <a:pt x="27450" y="37928"/>
                  </a:lnTo>
                  <a:lnTo>
                    <a:pt x="20908" y="36535"/>
                  </a:lnTo>
                  <a:lnTo>
                    <a:pt x="22042" y="31223"/>
                  </a:lnTo>
                  <a:lnTo>
                    <a:pt x="13363" y="30941"/>
                  </a:lnTo>
                  <a:lnTo>
                    <a:pt x="8420" y="16439"/>
                  </a:lnTo>
                  <a:lnTo>
                    <a:pt x="6379" y="20454"/>
                  </a:lnTo>
                  <a:lnTo>
                    <a:pt x="0" y="17063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2" name="ph8672"/>
            <p:cNvSpPr/>
            <p:nvPr/>
          </p:nvSpPr>
          <p:spPr>
            <a:xfrm>
              <a:off x="9596346" y="1596239"/>
              <a:ext cx="71413" cy="75829"/>
            </a:xfrm>
            <a:custGeom>
              <a:avLst/>
              <a:pathLst>
                <a:path w="71413" h="75829">
                  <a:moveTo>
                    <a:pt x="62811" y="317"/>
                  </a:moveTo>
                  <a:lnTo>
                    <a:pt x="60797" y="3555"/>
                  </a:lnTo>
                  <a:lnTo>
                    <a:pt x="63603" y="4828"/>
                  </a:lnTo>
                  <a:lnTo>
                    <a:pt x="66260" y="7102"/>
                  </a:lnTo>
                  <a:lnTo>
                    <a:pt x="63852" y="11327"/>
                  </a:lnTo>
                  <a:lnTo>
                    <a:pt x="63443" y="13698"/>
                  </a:lnTo>
                  <a:lnTo>
                    <a:pt x="64972" y="16320"/>
                  </a:lnTo>
                  <a:lnTo>
                    <a:pt x="69899" y="17970"/>
                  </a:lnTo>
                  <a:lnTo>
                    <a:pt x="71413" y="19605"/>
                  </a:lnTo>
                  <a:lnTo>
                    <a:pt x="67099" y="22290"/>
                  </a:lnTo>
                  <a:lnTo>
                    <a:pt x="66615" y="23448"/>
                  </a:lnTo>
                  <a:lnTo>
                    <a:pt x="67614" y="24323"/>
                  </a:lnTo>
                  <a:lnTo>
                    <a:pt x="66358" y="24629"/>
                  </a:lnTo>
                  <a:lnTo>
                    <a:pt x="64538" y="33027"/>
                  </a:lnTo>
                  <a:lnTo>
                    <a:pt x="62166" y="34705"/>
                  </a:lnTo>
                  <a:lnTo>
                    <a:pt x="57139" y="29863"/>
                  </a:lnTo>
                  <a:lnTo>
                    <a:pt x="54147" y="29963"/>
                  </a:lnTo>
                  <a:lnTo>
                    <a:pt x="53366" y="36787"/>
                  </a:lnTo>
                  <a:lnTo>
                    <a:pt x="48606" y="38072"/>
                  </a:lnTo>
                  <a:lnTo>
                    <a:pt x="55167" y="43755"/>
                  </a:lnTo>
                  <a:lnTo>
                    <a:pt x="52618" y="52931"/>
                  </a:lnTo>
                  <a:lnTo>
                    <a:pt x="54897" y="52797"/>
                  </a:lnTo>
                  <a:lnTo>
                    <a:pt x="49684" y="63900"/>
                  </a:lnTo>
                  <a:lnTo>
                    <a:pt x="51391" y="68525"/>
                  </a:lnTo>
                  <a:lnTo>
                    <a:pt x="49794" y="69145"/>
                  </a:lnTo>
                  <a:lnTo>
                    <a:pt x="45137" y="66540"/>
                  </a:lnTo>
                  <a:lnTo>
                    <a:pt x="38888" y="66100"/>
                  </a:lnTo>
                  <a:lnTo>
                    <a:pt x="39335" y="69607"/>
                  </a:lnTo>
                  <a:lnTo>
                    <a:pt x="42249" y="74327"/>
                  </a:lnTo>
                  <a:lnTo>
                    <a:pt x="32541" y="73672"/>
                  </a:lnTo>
                  <a:lnTo>
                    <a:pt x="23908" y="71410"/>
                  </a:lnTo>
                  <a:lnTo>
                    <a:pt x="26058" y="74441"/>
                  </a:lnTo>
                  <a:lnTo>
                    <a:pt x="24752" y="75829"/>
                  </a:lnTo>
                  <a:lnTo>
                    <a:pt x="21566" y="73513"/>
                  </a:lnTo>
                  <a:lnTo>
                    <a:pt x="18420" y="69199"/>
                  </a:lnTo>
                  <a:lnTo>
                    <a:pt x="14106" y="67699"/>
                  </a:lnTo>
                  <a:lnTo>
                    <a:pt x="9459" y="67757"/>
                  </a:lnTo>
                  <a:lnTo>
                    <a:pt x="7208" y="63517"/>
                  </a:lnTo>
                  <a:lnTo>
                    <a:pt x="8491" y="54552"/>
                  </a:lnTo>
                  <a:lnTo>
                    <a:pt x="5891" y="51083"/>
                  </a:lnTo>
                  <a:lnTo>
                    <a:pt x="3284" y="50895"/>
                  </a:lnTo>
                  <a:lnTo>
                    <a:pt x="4065" y="44632"/>
                  </a:lnTo>
                  <a:lnTo>
                    <a:pt x="5696" y="43688"/>
                  </a:lnTo>
                  <a:lnTo>
                    <a:pt x="5962" y="41032"/>
                  </a:lnTo>
                  <a:lnTo>
                    <a:pt x="0" y="34932"/>
                  </a:lnTo>
                  <a:lnTo>
                    <a:pt x="447" y="30991"/>
                  </a:lnTo>
                  <a:lnTo>
                    <a:pt x="4618" y="23175"/>
                  </a:lnTo>
                  <a:lnTo>
                    <a:pt x="5486" y="15583"/>
                  </a:lnTo>
                  <a:lnTo>
                    <a:pt x="7713" y="6320"/>
                  </a:lnTo>
                  <a:lnTo>
                    <a:pt x="12371" y="7642"/>
                  </a:lnTo>
                  <a:lnTo>
                    <a:pt x="12312" y="6305"/>
                  </a:lnTo>
                  <a:lnTo>
                    <a:pt x="17257" y="6797"/>
                  </a:lnTo>
                  <a:lnTo>
                    <a:pt x="23214" y="4994"/>
                  </a:lnTo>
                  <a:lnTo>
                    <a:pt x="26089" y="5662"/>
                  </a:lnTo>
                  <a:lnTo>
                    <a:pt x="29016" y="5396"/>
                  </a:lnTo>
                  <a:lnTo>
                    <a:pt x="29547" y="6889"/>
                  </a:lnTo>
                  <a:lnTo>
                    <a:pt x="28823" y="9295"/>
                  </a:lnTo>
                  <a:lnTo>
                    <a:pt x="33446" y="7913"/>
                  </a:lnTo>
                  <a:lnTo>
                    <a:pt x="36212" y="4493"/>
                  </a:lnTo>
                  <a:lnTo>
                    <a:pt x="40986" y="4494"/>
                  </a:lnTo>
                  <a:lnTo>
                    <a:pt x="4222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3" name="ph8673"/>
            <p:cNvSpPr/>
            <p:nvPr/>
          </p:nvSpPr>
          <p:spPr>
            <a:xfrm>
              <a:off x="9768525" y="1852358"/>
              <a:ext cx="52046" cy="41463"/>
            </a:xfrm>
            <a:custGeom>
              <a:avLst/>
              <a:pathLst>
                <a:path w="52046" h="41463">
                  <a:moveTo>
                    <a:pt x="23248" y="3509"/>
                  </a:moveTo>
                  <a:lnTo>
                    <a:pt x="26910" y="4359"/>
                  </a:lnTo>
                  <a:lnTo>
                    <a:pt x="25909" y="8330"/>
                  </a:lnTo>
                  <a:lnTo>
                    <a:pt x="27811" y="8234"/>
                  </a:lnTo>
                  <a:lnTo>
                    <a:pt x="29768" y="5642"/>
                  </a:lnTo>
                  <a:lnTo>
                    <a:pt x="36013" y="5199"/>
                  </a:lnTo>
                  <a:lnTo>
                    <a:pt x="40655" y="11074"/>
                  </a:lnTo>
                  <a:lnTo>
                    <a:pt x="42124" y="11700"/>
                  </a:lnTo>
                  <a:lnTo>
                    <a:pt x="45698" y="10945"/>
                  </a:lnTo>
                  <a:lnTo>
                    <a:pt x="49751" y="8088"/>
                  </a:lnTo>
                  <a:lnTo>
                    <a:pt x="49061" y="6181"/>
                  </a:lnTo>
                  <a:lnTo>
                    <a:pt x="49716" y="4328"/>
                  </a:lnTo>
                  <a:lnTo>
                    <a:pt x="52046" y="6065"/>
                  </a:lnTo>
                  <a:lnTo>
                    <a:pt x="47823" y="20288"/>
                  </a:lnTo>
                  <a:lnTo>
                    <a:pt x="44558" y="19179"/>
                  </a:lnTo>
                  <a:lnTo>
                    <a:pt x="43641" y="17992"/>
                  </a:lnTo>
                  <a:lnTo>
                    <a:pt x="36209" y="17889"/>
                  </a:lnTo>
                  <a:lnTo>
                    <a:pt x="37228" y="28144"/>
                  </a:lnTo>
                  <a:lnTo>
                    <a:pt x="38123" y="31172"/>
                  </a:lnTo>
                  <a:lnTo>
                    <a:pt x="42765" y="32827"/>
                  </a:lnTo>
                  <a:lnTo>
                    <a:pt x="43178" y="34188"/>
                  </a:lnTo>
                  <a:lnTo>
                    <a:pt x="34878" y="35603"/>
                  </a:lnTo>
                  <a:lnTo>
                    <a:pt x="34029" y="31223"/>
                  </a:lnTo>
                  <a:lnTo>
                    <a:pt x="28059" y="31809"/>
                  </a:lnTo>
                  <a:lnTo>
                    <a:pt x="20525" y="33856"/>
                  </a:lnTo>
                  <a:lnTo>
                    <a:pt x="20177" y="40187"/>
                  </a:lnTo>
                  <a:lnTo>
                    <a:pt x="21093" y="39892"/>
                  </a:lnTo>
                  <a:lnTo>
                    <a:pt x="21924" y="40617"/>
                  </a:lnTo>
                  <a:lnTo>
                    <a:pt x="21155" y="41463"/>
                  </a:lnTo>
                  <a:lnTo>
                    <a:pt x="16661" y="39059"/>
                  </a:lnTo>
                  <a:lnTo>
                    <a:pt x="16303" y="34539"/>
                  </a:lnTo>
                  <a:lnTo>
                    <a:pt x="12698" y="31097"/>
                  </a:lnTo>
                  <a:lnTo>
                    <a:pt x="6484" y="27741"/>
                  </a:lnTo>
                  <a:lnTo>
                    <a:pt x="870" y="27325"/>
                  </a:lnTo>
                  <a:lnTo>
                    <a:pt x="0" y="22082"/>
                  </a:lnTo>
                  <a:lnTo>
                    <a:pt x="4529" y="19972"/>
                  </a:lnTo>
                  <a:lnTo>
                    <a:pt x="6514" y="14647"/>
                  </a:lnTo>
                  <a:lnTo>
                    <a:pt x="6423" y="9086"/>
                  </a:lnTo>
                  <a:lnTo>
                    <a:pt x="8166" y="9670"/>
                  </a:lnTo>
                  <a:lnTo>
                    <a:pt x="14229" y="7007"/>
                  </a:lnTo>
                  <a:lnTo>
                    <a:pt x="15589" y="60"/>
                  </a:lnTo>
                  <a:lnTo>
                    <a:pt x="2249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h8674"/>
            <p:cNvSpPr/>
            <p:nvPr/>
          </p:nvSpPr>
          <p:spPr>
            <a:xfrm>
              <a:off x="9840439" y="1736573"/>
              <a:ext cx="93810" cy="128238"/>
            </a:xfrm>
            <a:custGeom>
              <a:avLst/>
              <a:pathLst>
                <a:path w="93810" h="128238">
                  <a:moveTo>
                    <a:pt x="22030" y="2837"/>
                  </a:moveTo>
                  <a:lnTo>
                    <a:pt x="27224" y="2254"/>
                  </a:lnTo>
                  <a:lnTo>
                    <a:pt x="28559" y="2505"/>
                  </a:lnTo>
                  <a:lnTo>
                    <a:pt x="32775" y="1047"/>
                  </a:lnTo>
                  <a:lnTo>
                    <a:pt x="36139" y="4623"/>
                  </a:lnTo>
                  <a:lnTo>
                    <a:pt x="37521" y="9994"/>
                  </a:lnTo>
                  <a:lnTo>
                    <a:pt x="41641" y="15160"/>
                  </a:lnTo>
                  <a:lnTo>
                    <a:pt x="47874" y="21259"/>
                  </a:lnTo>
                  <a:lnTo>
                    <a:pt x="54597" y="22893"/>
                  </a:lnTo>
                  <a:lnTo>
                    <a:pt x="59868" y="20545"/>
                  </a:lnTo>
                  <a:lnTo>
                    <a:pt x="63562" y="22261"/>
                  </a:lnTo>
                  <a:lnTo>
                    <a:pt x="63505" y="23567"/>
                  </a:lnTo>
                  <a:lnTo>
                    <a:pt x="68122" y="30145"/>
                  </a:lnTo>
                  <a:lnTo>
                    <a:pt x="72323" y="32458"/>
                  </a:lnTo>
                  <a:lnTo>
                    <a:pt x="74031" y="32596"/>
                  </a:lnTo>
                  <a:lnTo>
                    <a:pt x="77627" y="30782"/>
                  </a:lnTo>
                  <a:lnTo>
                    <a:pt x="78869" y="36045"/>
                  </a:lnTo>
                  <a:lnTo>
                    <a:pt x="76013" y="44169"/>
                  </a:lnTo>
                  <a:lnTo>
                    <a:pt x="76699" y="48720"/>
                  </a:lnTo>
                  <a:lnTo>
                    <a:pt x="78476" y="47672"/>
                  </a:lnTo>
                  <a:lnTo>
                    <a:pt x="81408" y="53082"/>
                  </a:lnTo>
                  <a:lnTo>
                    <a:pt x="78376" y="59862"/>
                  </a:lnTo>
                  <a:lnTo>
                    <a:pt x="80380" y="75943"/>
                  </a:lnTo>
                  <a:lnTo>
                    <a:pt x="79107" y="81972"/>
                  </a:lnTo>
                  <a:lnTo>
                    <a:pt x="81706" y="85753"/>
                  </a:lnTo>
                  <a:lnTo>
                    <a:pt x="85118" y="93093"/>
                  </a:lnTo>
                  <a:lnTo>
                    <a:pt x="85192" y="96644"/>
                  </a:lnTo>
                  <a:lnTo>
                    <a:pt x="87482" y="98512"/>
                  </a:lnTo>
                  <a:lnTo>
                    <a:pt x="91313" y="99907"/>
                  </a:lnTo>
                  <a:lnTo>
                    <a:pt x="91178" y="102750"/>
                  </a:lnTo>
                  <a:lnTo>
                    <a:pt x="91105" y="112774"/>
                  </a:lnTo>
                  <a:lnTo>
                    <a:pt x="92656" y="115205"/>
                  </a:lnTo>
                  <a:lnTo>
                    <a:pt x="93810" y="119434"/>
                  </a:lnTo>
                  <a:lnTo>
                    <a:pt x="89964" y="122968"/>
                  </a:lnTo>
                  <a:lnTo>
                    <a:pt x="86829" y="123891"/>
                  </a:lnTo>
                  <a:lnTo>
                    <a:pt x="84239" y="127571"/>
                  </a:lnTo>
                  <a:lnTo>
                    <a:pt x="77233" y="128238"/>
                  </a:lnTo>
                  <a:lnTo>
                    <a:pt x="68655" y="124757"/>
                  </a:lnTo>
                  <a:lnTo>
                    <a:pt x="66072" y="121894"/>
                  </a:lnTo>
                  <a:lnTo>
                    <a:pt x="66284" y="118628"/>
                  </a:lnTo>
                  <a:lnTo>
                    <a:pt x="62131" y="115512"/>
                  </a:lnTo>
                  <a:lnTo>
                    <a:pt x="59128" y="115782"/>
                  </a:lnTo>
                  <a:lnTo>
                    <a:pt x="58989" y="118402"/>
                  </a:lnTo>
                  <a:lnTo>
                    <a:pt x="60129" y="121304"/>
                  </a:lnTo>
                  <a:lnTo>
                    <a:pt x="57281" y="121552"/>
                  </a:lnTo>
                  <a:lnTo>
                    <a:pt x="54819" y="116390"/>
                  </a:lnTo>
                  <a:lnTo>
                    <a:pt x="49542" y="119267"/>
                  </a:lnTo>
                  <a:lnTo>
                    <a:pt x="47365" y="118338"/>
                  </a:lnTo>
                  <a:lnTo>
                    <a:pt x="44952" y="114940"/>
                  </a:lnTo>
                  <a:lnTo>
                    <a:pt x="43580" y="114457"/>
                  </a:lnTo>
                  <a:lnTo>
                    <a:pt x="32241" y="113354"/>
                  </a:lnTo>
                  <a:lnTo>
                    <a:pt x="32254" y="108470"/>
                  </a:lnTo>
                  <a:lnTo>
                    <a:pt x="22810" y="109141"/>
                  </a:lnTo>
                  <a:lnTo>
                    <a:pt x="23322" y="107307"/>
                  </a:lnTo>
                  <a:lnTo>
                    <a:pt x="19755" y="102110"/>
                  </a:lnTo>
                  <a:lnTo>
                    <a:pt x="19687" y="96030"/>
                  </a:lnTo>
                  <a:lnTo>
                    <a:pt x="17144" y="89128"/>
                  </a:lnTo>
                  <a:lnTo>
                    <a:pt x="14557" y="88540"/>
                  </a:lnTo>
                  <a:lnTo>
                    <a:pt x="15110" y="86032"/>
                  </a:lnTo>
                  <a:lnTo>
                    <a:pt x="19738" y="81123"/>
                  </a:lnTo>
                  <a:lnTo>
                    <a:pt x="22467" y="86479"/>
                  </a:lnTo>
                  <a:lnTo>
                    <a:pt x="23982" y="87226"/>
                  </a:lnTo>
                  <a:lnTo>
                    <a:pt x="30207" y="86674"/>
                  </a:lnTo>
                  <a:lnTo>
                    <a:pt x="36085" y="85153"/>
                  </a:lnTo>
                  <a:lnTo>
                    <a:pt x="40900" y="94449"/>
                  </a:lnTo>
                  <a:lnTo>
                    <a:pt x="43757" y="95729"/>
                  </a:lnTo>
                  <a:lnTo>
                    <a:pt x="50683" y="94387"/>
                  </a:lnTo>
                  <a:lnTo>
                    <a:pt x="54863" y="94364"/>
                  </a:lnTo>
                  <a:lnTo>
                    <a:pt x="61073" y="95607"/>
                  </a:lnTo>
                  <a:lnTo>
                    <a:pt x="61016" y="93609"/>
                  </a:lnTo>
                  <a:lnTo>
                    <a:pt x="61867" y="90247"/>
                  </a:lnTo>
                  <a:lnTo>
                    <a:pt x="63348" y="88313"/>
                  </a:lnTo>
                  <a:lnTo>
                    <a:pt x="65045" y="79735"/>
                  </a:lnTo>
                  <a:lnTo>
                    <a:pt x="64254" y="75708"/>
                  </a:lnTo>
                  <a:lnTo>
                    <a:pt x="61508" y="72563"/>
                  </a:lnTo>
                  <a:lnTo>
                    <a:pt x="60159" y="74223"/>
                  </a:lnTo>
                  <a:lnTo>
                    <a:pt x="56465" y="74898"/>
                  </a:lnTo>
                  <a:lnTo>
                    <a:pt x="54201" y="74331"/>
                  </a:lnTo>
                  <a:lnTo>
                    <a:pt x="52092" y="72973"/>
                  </a:lnTo>
                  <a:lnTo>
                    <a:pt x="51739" y="71645"/>
                  </a:lnTo>
                  <a:lnTo>
                    <a:pt x="47437" y="69885"/>
                  </a:lnTo>
                  <a:lnTo>
                    <a:pt x="47899" y="72467"/>
                  </a:lnTo>
                  <a:lnTo>
                    <a:pt x="39697" y="72984"/>
                  </a:lnTo>
                  <a:lnTo>
                    <a:pt x="38300" y="69732"/>
                  </a:lnTo>
                  <a:lnTo>
                    <a:pt x="34211" y="69444"/>
                  </a:lnTo>
                  <a:lnTo>
                    <a:pt x="17406" y="72504"/>
                  </a:lnTo>
                  <a:lnTo>
                    <a:pt x="15696" y="72760"/>
                  </a:lnTo>
                  <a:lnTo>
                    <a:pt x="16085" y="65209"/>
                  </a:lnTo>
                  <a:lnTo>
                    <a:pt x="17636" y="65530"/>
                  </a:lnTo>
                  <a:lnTo>
                    <a:pt x="13288" y="53341"/>
                  </a:lnTo>
                  <a:lnTo>
                    <a:pt x="22764" y="50032"/>
                  </a:lnTo>
                  <a:lnTo>
                    <a:pt x="21835" y="48155"/>
                  </a:lnTo>
                  <a:lnTo>
                    <a:pt x="21762" y="44742"/>
                  </a:lnTo>
                  <a:lnTo>
                    <a:pt x="23198" y="40110"/>
                  </a:lnTo>
                  <a:lnTo>
                    <a:pt x="18920" y="30700"/>
                  </a:lnTo>
                  <a:lnTo>
                    <a:pt x="15321" y="25712"/>
                  </a:lnTo>
                  <a:lnTo>
                    <a:pt x="13274" y="25800"/>
                  </a:lnTo>
                  <a:lnTo>
                    <a:pt x="5885" y="31894"/>
                  </a:lnTo>
                  <a:lnTo>
                    <a:pt x="1356" y="32147"/>
                  </a:lnTo>
                  <a:lnTo>
                    <a:pt x="0" y="31676"/>
                  </a:lnTo>
                  <a:lnTo>
                    <a:pt x="812" y="26101"/>
                  </a:lnTo>
                  <a:lnTo>
                    <a:pt x="1227" y="23165"/>
                  </a:lnTo>
                  <a:lnTo>
                    <a:pt x="5070" y="23846"/>
                  </a:lnTo>
                  <a:lnTo>
                    <a:pt x="6385" y="23369"/>
                  </a:lnTo>
                  <a:lnTo>
                    <a:pt x="6796" y="18357"/>
                  </a:lnTo>
                  <a:lnTo>
                    <a:pt x="8935" y="16870"/>
                  </a:lnTo>
                  <a:lnTo>
                    <a:pt x="10108" y="17771"/>
                  </a:lnTo>
                  <a:lnTo>
                    <a:pt x="13306" y="15138"/>
                  </a:lnTo>
                  <a:lnTo>
                    <a:pt x="16797" y="10703"/>
                  </a:lnTo>
                  <a:lnTo>
                    <a:pt x="16130" y="3705"/>
                  </a:lnTo>
                  <a:lnTo>
                    <a:pt x="14931" y="2332"/>
                  </a:lnTo>
                  <a:lnTo>
                    <a:pt x="1840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ph8675"/>
            <p:cNvSpPr/>
            <p:nvPr/>
          </p:nvSpPr>
          <p:spPr>
            <a:xfrm>
              <a:off x="9811358" y="1871347"/>
              <a:ext cx="80058" cy="87012"/>
            </a:xfrm>
            <a:custGeom>
              <a:avLst/>
              <a:pathLst>
                <a:path w="80058" h="87012">
                  <a:moveTo>
                    <a:pt x="17606" y="0"/>
                  </a:moveTo>
                  <a:lnTo>
                    <a:pt x="25016" y="2930"/>
                  </a:lnTo>
                  <a:lnTo>
                    <a:pt x="26255" y="8279"/>
                  </a:lnTo>
                  <a:lnTo>
                    <a:pt x="35897" y="7758"/>
                  </a:lnTo>
                  <a:lnTo>
                    <a:pt x="37110" y="7715"/>
                  </a:lnTo>
                  <a:lnTo>
                    <a:pt x="40785" y="10276"/>
                  </a:lnTo>
                  <a:lnTo>
                    <a:pt x="43721" y="20148"/>
                  </a:lnTo>
                  <a:lnTo>
                    <a:pt x="46913" y="21706"/>
                  </a:lnTo>
                  <a:lnTo>
                    <a:pt x="53155" y="22209"/>
                  </a:lnTo>
                  <a:lnTo>
                    <a:pt x="59073" y="21574"/>
                  </a:lnTo>
                  <a:lnTo>
                    <a:pt x="60824" y="23126"/>
                  </a:lnTo>
                  <a:lnTo>
                    <a:pt x="62100" y="26788"/>
                  </a:lnTo>
                  <a:lnTo>
                    <a:pt x="65085" y="29268"/>
                  </a:lnTo>
                  <a:lnTo>
                    <a:pt x="66430" y="29205"/>
                  </a:lnTo>
                  <a:lnTo>
                    <a:pt x="65477" y="33226"/>
                  </a:lnTo>
                  <a:lnTo>
                    <a:pt x="67588" y="40160"/>
                  </a:lnTo>
                  <a:lnTo>
                    <a:pt x="69046" y="48966"/>
                  </a:lnTo>
                  <a:lnTo>
                    <a:pt x="73076" y="53739"/>
                  </a:lnTo>
                  <a:lnTo>
                    <a:pt x="74475" y="53954"/>
                  </a:lnTo>
                  <a:lnTo>
                    <a:pt x="79744" y="58767"/>
                  </a:lnTo>
                  <a:lnTo>
                    <a:pt x="80058" y="67101"/>
                  </a:lnTo>
                  <a:lnTo>
                    <a:pt x="79892" y="70723"/>
                  </a:lnTo>
                  <a:lnTo>
                    <a:pt x="77325" y="70165"/>
                  </a:lnTo>
                  <a:lnTo>
                    <a:pt x="74523" y="71243"/>
                  </a:lnTo>
                  <a:lnTo>
                    <a:pt x="69991" y="81473"/>
                  </a:lnTo>
                  <a:lnTo>
                    <a:pt x="67733" y="82434"/>
                  </a:lnTo>
                  <a:lnTo>
                    <a:pt x="66089" y="80438"/>
                  </a:lnTo>
                  <a:lnTo>
                    <a:pt x="65788" y="78169"/>
                  </a:lnTo>
                  <a:lnTo>
                    <a:pt x="63057" y="78716"/>
                  </a:lnTo>
                  <a:lnTo>
                    <a:pt x="60773" y="80974"/>
                  </a:lnTo>
                  <a:lnTo>
                    <a:pt x="60424" y="82147"/>
                  </a:lnTo>
                  <a:lnTo>
                    <a:pt x="57871" y="81980"/>
                  </a:lnTo>
                  <a:lnTo>
                    <a:pt x="57053" y="80058"/>
                  </a:lnTo>
                  <a:lnTo>
                    <a:pt x="57798" y="78773"/>
                  </a:lnTo>
                  <a:lnTo>
                    <a:pt x="57761" y="76651"/>
                  </a:lnTo>
                  <a:lnTo>
                    <a:pt x="55282" y="70779"/>
                  </a:lnTo>
                  <a:lnTo>
                    <a:pt x="51441" y="73884"/>
                  </a:lnTo>
                  <a:lnTo>
                    <a:pt x="52225" y="76468"/>
                  </a:lnTo>
                  <a:lnTo>
                    <a:pt x="50465" y="83507"/>
                  </a:lnTo>
                  <a:lnTo>
                    <a:pt x="49019" y="85499"/>
                  </a:lnTo>
                  <a:lnTo>
                    <a:pt x="45514" y="87012"/>
                  </a:lnTo>
                  <a:lnTo>
                    <a:pt x="44152" y="84528"/>
                  </a:lnTo>
                  <a:lnTo>
                    <a:pt x="41275" y="82333"/>
                  </a:lnTo>
                  <a:lnTo>
                    <a:pt x="40033" y="86352"/>
                  </a:lnTo>
                  <a:lnTo>
                    <a:pt x="30752" y="85970"/>
                  </a:lnTo>
                  <a:lnTo>
                    <a:pt x="26301" y="73346"/>
                  </a:lnTo>
                  <a:lnTo>
                    <a:pt x="21469" y="68875"/>
                  </a:lnTo>
                  <a:lnTo>
                    <a:pt x="21016" y="64723"/>
                  </a:lnTo>
                  <a:lnTo>
                    <a:pt x="19719" y="62259"/>
                  </a:lnTo>
                  <a:lnTo>
                    <a:pt x="12911" y="62597"/>
                  </a:lnTo>
                  <a:lnTo>
                    <a:pt x="15308" y="58156"/>
                  </a:lnTo>
                  <a:lnTo>
                    <a:pt x="13926" y="58274"/>
                  </a:lnTo>
                  <a:lnTo>
                    <a:pt x="12146" y="53697"/>
                  </a:lnTo>
                  <a:lnTo>
                    <a:pt x="13249" y="51139"/>
                  </a:lnTo>
                  <a:lnTo>
                    <a:pt x="12094" y="47418"/>
                  </a:lnTo>
                  <a:lnTo>
                    <a:pt x="9890" y="46838"/>
                  </a:lnTo>
                  <a:lnTo>
                    <a:pt x="6535" y="48256"/>
                  </a:lnTo>
                  <a:lnTo>
                    <a:pt x="4014" y="47548"/>
                  </a:lnTo>
                  <a:lnTo>
                    <a:pt x="2345" y="44339"/>
                  </a:lnTo>
                  <a:lnTo>
                    <a:pt x="1463" y="38698"/>
                  </a:lnTo>
                  <a:lnTo>
                    <a:pt x="0" y="37454"/>
                  </a:lnTo>
                  <a:lnTo>
                    <a:pt x="863" y="31529"/>
                  </a:lnTo>
                  <a:lnTo>
                    <a:pt x="6971" y="31838"/>
                  </a:lnTo>
                  <a:lnTo>
                    <a:pt x="8407" y="27317"/>
                  </a:lnTo>
                  <a:lnTo>
                    <a:pt x="7304" y="25434"/>
                  </a:lnTo>
                  <a:lnTo>
                    <a:pt x="3023" y="25120"/>
                  </a:lnTo>
                  <a:lnTo>
                    <a:pt x="3223" y="22773"/>
                  </a:lnTo>
                  <a:lnTo>
                    <a:pt x="5419" y="18319"/>
                  </a:lnTo>
                  <a:lnTo>
                    <a:pt x="7044" y="18243"/>
                  </a:lnTo>
                  <a:lnTo>
                    <a:pt x="9348" y="15863"/>
                  </a:lnTo>
                  <a:lnTo>
                    <a:pt x="10872" y="10383"/>
                  </a:lnTo>
                  <a:lnTo>
                    <a:pt x="10232" y="8206"/>
                  </a:lnTo>
                  <a:lnTo>
                    <a:pt x="13071" y="4453"/>
                  </a:lnTo>
                  <a:lnTo>
                    <a:pt x="14364" y="3701"/>
                  </a:lnTo>
                  <a:lnTo>
                    <a:pt x="14258" y="171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6" name="ph8676"/>
            <p:cNvSpPr/>
            <p:nvPr/>
          </p:nvSpPr>
          <p:spPr>
            <a:xfrm>
              <a:off x="9738768" y="1783666"/>
              <a:ext cx="53644" cy="41957"/>
            </a:xfrm>
            <a:custGeom>
              <a:avLst/>
              <a:pathLst>
                <a:path w="53644" h="41957">
                  <a:moveTo>
                    <a:pt x="20239" y="4152"/>
                  </a:moveTo>
                  <a:lnTo>
                    <a:pt x="22512" y="9643"/>
                  </a:lnTo>
                  <a:lnTo>
                    <a:pt x="23814" y="9862"/>
                  </a:lnTo>
                  <a:lnTo>
                    <a:pt x="24488" y="3844"/>
                  </a:lnTo>
                  <a:lnTo>
                    <a:pt x="25131" y="3489"/>
                  </a:lnTo>
                  <a:lnTo>
                    <a:pt x="32630" y="5311"/>
                  </a:lnTo>
                  <a:lnTo>
                    <a:pt x="35345" y="6199"/>
                  </a:lnTo>
                  <a:lnTo>
                    <a:pt x="39267" y="10929"/>
                  </a:lnTo>
                  <a:lnTo>
                    <a:pt x="40163" y="14692"/>
                  </a:lnTo>
                  <a:lnTo>
                    <a:pt x="37227" y="19081"/>
                  </a:lnTo>
                  <a:lnTo>
                    <a:pt x="37816" y="24518"/>
                  </a:lnTo>
                  <a:lnTo>
                    <a:pt x="34454" y="25381"/>
                  </a:lnTo>
                  <a:lnTo>
                    <a:pt x="34986" y="21950"/>
                  </a:lnTo>
                  <a:lnTo>
                    <a:pt x="32759" y="22436"/>
                  </a:lnTo>
                  <a:lnTo>
                    <a:pt x="32297" y="25936"/>
                  </a:lnTo>
                  <a:lnTo>
                    <a:pt x="32789" y="32327"/>
                  </a:lnTo>
                  <a:lnTo>
                    <a:pt x="53644" y="30513"/>
                  </a:lnTo>
                  <a:lnTo>
                    <a:pt x="51906" y="33847"/>
                  </a:lnTo>
                  <a:lnTo>
                    <a:pt x="33591" y="35848"/>
                  </a:lnTo>
                  <a:lnTo>
                    <a:pt x="34219" y="39006"/>
                  </a:lnTo>
                  <a:lnTo>
                    <a:pt x="32968" y="40740"/>
                  </a:lnTo>
                  <a:lnTo>
                    <a:pt x="26867" y="41957"/>
                  </a:lnTo>
                  <a:lnTo>
                    <a:pt x="27933" y="38141"/>
                  </a:lnTo>
                  <a:lnTo>
                    <a:pt x="28075" y="31086"/>
                  </a:lnTo>
                  <a:lnTo>
                    <a:pt x="25368" y="28054"/>
                  </a:lnTo>
                  <a:lnTo>
                    <a:pt x="26364" y="24598"/>
                  </a:lnTo>
                  <a:lnTo>
                    <a:pt x="23916" y="18505"/>
                  </a:lnTo>
                  <a:lnTo>
                    <a:pt x="20454" y="16964"/>
                  </a:lnTo>
                  <a:lnTo>
                    <a:pt x="13900" y="21218"/>
                  </a:lnTo>
                  <a:lnTo>
                    <a:pt x="13891" y="22944"/>
                  </a:lnTo>
                  <a:lnTo>
                    <a:pt x="5418" y="26150"/>
                  </a:lnTo>
                  <a:lnTo>
                    <a:pt x="5520" y="27122"/>
                  </a:lnTo>
                  <a:lnTo>
                    <a:pt x="0" y="17771"/>
                  </a:lnTo>
                  <a:lnTo>
                    <a:pt x="6256" y="15486"/>
                  </a:lnTo>
                  <a:lnTo>
                    <a:pt x="5659" y="13073"/>
                  </a:lnTo>
                  <a:lnTo>
                    <a:pt x="4735" y="8435"/>
                  </a:lnTo>
                  <a:lnTo>
                    <a:pt x="6435" y="4473"/>
                  </a:lnTo>
                  <a:lnTo>
                    <a:pt x="132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h8677"/>
            <p:cNvSpPr/>
            <p:nvPr/>
          </p:nvSpPr>
          <p:spPr>
            <a:xfrm>
              <a:off x="9688046" y="1796144"/>
              <a:ext cx="120248" cy="65885"/>
            </a:xfrm>
            <a:custGeom>
              <a:avLst/>
              <a:pathLst>
                <a:path w="120248" h="65885">
                  <a:moveTo>
                    <a:pt x="56381" y="595"/>
                  </a:moveTo>
                  <a:lnTo>
                    <a:pt x="56979" y="3008"/>
                  </a:lnTo>
                  <a:lnTo>
                    <a:pt x="50722" y="5293"/>
                  </a:lnTo>
                  <a:lnTo>
                    <a:pt x="56242" y="14645"/>
                  </a:lnTo>
                  <a:lnTo>
                    <a:pt x="56141" y="13672"/>
                  </a:lnTo>
                  <a:lnTo>
                    <a:pt x="64613" y="10466"/>
                  </a:lnTo>
                  <a:lnTo>
                    <a:pt x="64622" y="8741"/>
                  </a:lnTo>
                  <a:lnTo>
                    <a:pt x="71177" y="4486"/>
                  </a:lnTo>
                  <a:lnTo>
                    <a:pt x="74639" y="6028"/>
                  </a:lnTo>
                  <a:lnTo>
                    <a:pt x="77086" y="12120"/>
                  </a:lnTo>
                  <a:lnTo>
                    <a:pt x="76090" y="15576"/>
                  </a:lnTo>
                  <a:lnTo>
                    <a:pt x="78798" y="18608"/>
                  </a:lnTo>
                  <a:lnTo>
                    <a:pt x="78655" y="25663"/>
                  </a:lnTo>
                  <a:lnTo>
                    <a:pt x="77589" y="29479"/>
                  </a:lnTo>
                  <a:lnTo>
                    <a:pt x="83691" y="28262"/>
                  </a:lnTo>
                  <a:lnTo>
                    <a:pt x="84941" y="26528"/>
                  </a:lnTo>
                  <a:lnTo>
                    <a:pt x="84313" y="23370"/>
                  </a:lnTo>
                  <a:lnTo>
                    <a:pt x="102628" y="21369"/>
                  </a:lnTo>
                  <a:lnTo>
                    <a:pt x="104366" y="18035"/>
                  </a:lnTo>
                  <a:lnTo>
                    <a:pt x="108726" y="21122"/>
                  </a:lnTo>
                  <a:lnTo>
                    <a:pt x="113117" y="26940"/>
                  </a:lnTo>
                  <a:lnTo>
                    <a:pt x="114108" y="24546"/>
                  </a:lnTo>
                  <a:lnTo>
                    <a:pt x="117311" y="23789"/>
                  </a:lnTo>
                  <a:lnTo>
                    <a:pt x="115769" y="28571"/>
                  </a:lnTo>
                  <a:lnTo>
                    <a:pt x="120248" y="29988"/>
                  </a:lnTo>
                  <a:lnTo>
                    <a:pt x="116946" y="31110"/>
                  </a:lnTo>
                  <a:lnTo>
                    <a:pt x="108964" y="33809"/>
                  </a:lnTo>
                  <a:lnTo>
                    <a:pt x="107269" y="35802"/>
                  </a:lnTo>
                  <a:lnTo>
                    <a:pt x="107363" y="41166"/>
                  </a:lnTo>
                  <a:lnTo>
                    <a:pt x="109013" y="41913"/>
                  </a:lnTo>
                  <a:lnTo>
                    <a:pt x="111301" y="40221"/>
                  </a:lnTo>
                  <a:lnTo>
                    <a:pt x="111357" y="43890"/>
                  </a:lnTo>
                  <a:lnTo>
                    <a:pt x="109872" y="54913"/>
                  </a:lnTo>
                  <a:lnTo>
                    <a:pt x="108262" y="60881"/>
                  </a:lnTo>
                  <a:lnTo>
                    <a:pt x="107389" y="60574"/>
                  </a:lnTo>
                  <a:lnTo>
                    <a:pt x="103727" y="59724"/>
                  </a:lnTo>
                  <a:lnTo>
                    <a:pt x="102974" y="56214"/>
                  </a:lnTo>
                  <a:lnTo>
                    <a:pt x="96068" y="56275"/>
                  </a:lnTo>
                  <a:lnTo>
                    <a:pt x="94708" y="63222"/>
                  </a:lnTo>
                  <a:lnTo>
                    <a:pt x="88645" y="65885"/>
                  </a:lnTo>
                  <a:lnTo>
                    <a:pt x="86902" y="65300"/>
                  </a:lnTo>
                  <a:lnTo>
                    <a:pt x="84915" y="64770"/>
                  </a:lnTo>
                  <a:lnTo>
                    <a:pt x="84418" y="52426"/>
                  </a:lnTo>
                  <a:lnTo>
                    <a:pt x="83505" y="55469"/>
                  </a:lnTo>
                  <a:lnTo>
                    <a:pt x="82392" y="56014"/>
                  </a:lnTo>
                  <a:lnTo>
                    <a:pt x="77733" y="54486"/>
                  </a:lnTo>
                  <a:lnTo>
                    <a:pt x="73607" y="55380"/>
                  </a:lnTo>
                  <a:lnTo>
                    <a:pt x="70289" y="53162"/>
                  </a:lnTo>
                  <a:lnTo>
                    <a:pt x="61431" y="52598"/>
                  </a:lnTo>
                  <a:lnTo>
                    <a:pt x="61070" y="51084"/>
                  </a:lnTo>
                  <a:lnTo>
                    <a:pt x="56698" y="49912"/>
                  </a:lnTo>
                  <a:lnTo>
                    <a:pt x="50566" y="54739"/>
                  </a:lnTo>
                  <a:lnTo>
                    <a:pt x="46658" y="55901"/>
                  </a:lnTo>
                  <a:lnTo>
                    <a:pt x="44967" y="57121"/>
                  </a:lnTo>
                  <a:lnTo>
                    <a:pt x="39350" y="56196"/>
                  </a:lnTo>
                  <a:lnTo>
                    <a:pt x="36035" y="59756"/>
                  </a:lnTo>
                  <a:lnTo>
                    <a:pt x="37364" y="62595"/>
                  </a:lnTo>
                  <a:lnTo>
                    <a:pt x="32414" y="63352"/>
                  </a:lnTo>
                  <a:lnTo>
                    <a:pt x="30282" y="60603"/>
                  </a:lnTo>
                  <a:lnTo>
                    <a:pt x="25723" y="58658"/>
                  </a:lnTo>
                  <a:lnTo>
                    <a:pt x="25733" y="52756"/>
                  </a:lnTo>
                  <a:lnTo>
                    <a:pt x="21280" y="53153"/>
                  </a:lnTo>
                  <a:lnTo>
                    <a:pt x="12557" y="51895"/>
                  </a:lnTo>
                  <a:lnTo>
                    <a:pt x="10083" y="50379"/>
                  </a:lnTo>
                  <a:lnTo>
                    <a:pt x="9777" y="46701"/>
                  </a:lnTo>
                  <a:lnTo>
                    <a:pt x="7759" y="42444"/>
                  </a:lnTo>
                  <a:lnTo>
                    <a:pt x="4836" y="41752"/>
                  </a:lnTo>
                  <a:lnTo>
                    <a:pt x="3842" y="40442"/>
                  </a:lnTo>
                  <a:lnTo>
                    <a:pt x="0" y="35366"/>
                  </a:lnTo>
                  <a:lnTo>
                    <a:pt x="6193" y="36344"/>
                  </a:lnTo>
                  <a:lnTo>
                    <a:pt x="8263" y="35205"/>
                  </a:lnTo>
                  <a:lnTo>
                    <a:pt x="5889" y="32452"/>
                  </a:lnTo>
                  <a:lnTo>
                    <a:pt x="9554" y="28985"/>
                  </a:lnTo>
                  <a:lnTo>
                    <a:pt x="7820" y="26115"/>
                  </a:lnTo>
                  <a:lnTo>
                    <a:pt x="3876" y="27139"/>
                  </a:lnTo>
                  <a:lnTo>
                    <a:pt x="3250" y="24652"/>
                  </a:lnTo>
                  <a:lnTo>
                    <a:pt x="4249" y="15291"/>
                  </a:lnTo>
                  <a:lnTo>
                    <a:pt x="3250" y="15005"/>
                  </a:lnTo>
                  <a:lnTo>
                    <a:pt x="3510" y="6531"/>
                  </a:lnTo>
                  <a:lnTo>
                    <a:pt x="6174" y="7053"/>
                  </a:lnTo>
                  <a:lnTo>
                    <a:pt x="11002" y="6439"/>
                  </a:lnTo>
                  <a:lnTo>
                    <a:pt x="14251" y="4878"/>
                  </a:lnTo>
                  <a:lnTo>
                    <a:pt x="13009" y="3042"/>
                  </a:lnTo>
                  <a:lnTo>
                    <a:pt x="14677" y="1883"/>
                  </a:lnTo>
                  <a:lnTo>
                    <a:pt x="22021" y="815"/>
                  </a:lnTo>
                  <a:lnTo>
                    <a:pt x="33397" y="4265"/>
                  </a:lnTo>
                  <a:lnTo>
                    <a:pt x="32350" y="442"/>
                  </a:lnTo>
                  <a:lnTo>
                    <a:pt x="33967" y="488"/>
                  </a:lnTo>
                  <a:lnTo>
                    <a:pt x="36792" y="3896"/>
                  </a:lnTo>
                  <a:lnTo>
                    <a:pt x="38151" y="4381"/>
                  </a:lnTo>
                  <a:lnTo>
                    <a:pt x="49796" y="3121"/>
                  </a:lnTo>
                  <a:lnTo>
                    <a:pt x="47967" y="3174"/>
                  </a:lnTo>
                  <a:lnTo>
                    <a:pt x="47803" y="210"/>
                  </a:lnTo>
                  <a:lnTo>
                    <a:pt x="48567" y="18"/>
                  </a:lnTo>
                  <a:lnTo>
                    <a:pt x="5476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h8678"/>
            <p:cNvSpPr/>
            <p:nvPr/>
          </p:nvSpPr>
          <p:spPr>
            <a:xfrm>
              <a:off x="9814626" y="1593530"/>
              <a:ext cx="71705" cy="60848"/>
            </a:xfrm>
            <a:custGeom>
              <a:avLst/>
              <a:pathLst>
                <a:path w="71705" h="60848">
                  <a:moveTo>
                    <a:pt x="45523" y="2994"/>
                  </a:moveTo>
                  <a:lnTo>
                    <a:pt x="48591" y="4011"/>
                  </a:lnTo>
                  <a:lnTo>
                    <a:pt x="50966" y="3839"/>
                  </a:lnTo>
                  <a:lnTo>
                    <a:pt x="53892" y="3716"/>
                  </a:lnTo>
                  <a:lnTo>
                    <a:pt x="56937" y="5703"/>
                  </a:lnTo>
                  <a:lnTo>
                    <a:pt x="55509" y="7737"/>
                  </a:lnTo>
                  <a:lnTo>
                    <a:pt x="61730" y="18282"/>
                  </a:lnTo>
                  <a:lnTo>
                    <a:pt x="71705" y="18869"/>
                  </a:lnTo>
                  <a:lnTo>
                    <a:pt x="71098" y="26419"/>
                  </a:lnTo>
                  <a:lnTo>
                    <a:pt x="65824" y="27360"/>
                  </a:lnTo>
                  <a:lnTo>
                    <a:pt x="62914" y="30221"/>
                  </a:lnTo>
                  <a:lnTo>
                    <a:pt x="62776" y="34864"/>
                  </a:lnTo>
                  <a:lnTo>
                    <a:pt x="64140" y="37170"/>
                  </a:lnTo>
                  <a:lnTo>
                    <a:pt x="65583" y="36697"/>
                  </a:lnTo>
                  <a:lnTo>
                    <a:pt x="65063" y="42224"/>
                  </a:lnTo>
                  <a:lnTo>
                    <a:pt x="61618" y="39642"/>
                  </a:lnTo>
                  <a:lnTo>
                    <a:pt x="60156" y="38872"/>
                  </a:lnTo>
                  <a:lnTo>
                    <a:pt x="60277" y="37200"/>
                  </a:lnTo>
                  <a:lnTo>
                    <a:pt x="55486" y="37102"/>
                  </a:lnTo>
                  <a:lnTo>
                    <a:pt x="48041" y="40138"/>
                  </a:lnTo>
                  <a:lnTo>
                    <a:pt x="44482" y="39635"/>
                  </a:lnTo>
                  <a:lnTo>
                    <a:pt x="45122" y="37022"/>
                  </a:lnTo>
                  <a:lnTo>
                    <a:pt x="40926" y="30912"/>
                  </a:lnTo>
                  <a:lnTo>
                    <a:pt x="34934" y="37699"/>
                  </a:lnTo>
                  <a:lnTo>
                    <a:pt x="33971" y="44945"/>
                  </a:lnTo>
                  <a:lnTo>
                    <a:pt x="31857" y="46259"/>
                  </a:lnTo>
                  <a:lnTo>
                    <a:pt x="27053" y="46246"/>
                  </a:lnTo>
                  <a:lnTo>
                    <a:pt x="23877" y="49199"/>
                  </a:lnTo>
                  <a:lnTo>
                    <a:pt x="24068" y="52558"/>
                  </a:lnTo>
                  <a:lnTo>
                    <a:pt x="25640" y="52595"/>
                  </a:lnTo>
                  <a:lnTo>
                    <a:pt x="26010" y="51626"/>
                  </a:lnTo>
                  <a:lnTo>
                    <a:pt x="27116" y="51424"/>
                  </a:lnTo>
                  <a:lnTo>
                    <a:pt x="26591" y="60848"/>
                  </a:lnTo>
                  <a:lnTo>
                    <a:pt x="15734" y="60256"/>
                  </a:lnTo>
                  <a:lnTo>
                    <a:pt x="16704" y="52468"/>
                  </a:lnTo>
                  <a:lnTo>
                    <a:pt x="14146" y="49735"/>
                  </a:lnTo>
                  <a:lnTo>
                    <a:pt x="11582" y="53982"/>
                  </a:lnTo>
                  <a:lnTo>
                    <a:pt x="9710" y="55439"/>
                  </a:lnTo>
                  <a:lnTo>
                    <a:pt x="6637" y="54677"/>
                  </a:lnTo>
                  <a:lnTo>
                    <a:pt x="6814" y="48184"/>
                  </a:lnTo>
                  <a:lnTo>
                    <a:pt x="0" y="48374"/>
                  </a:lnTo>
                  <a:lnTo>
                    <a:pt x="665" y="35381"/>
                  </a:lnTo>
                  <a:lnTo>
                    <a:pt x="6892" y="34640"/>
                  </a:lnTo>
                  <a:lnTo>
                    <a:pt x="6681" y="30434"/>
                  </a:lnTo>
                  <a:lnTo>
                    <a:pt x="5479" y="21705"/>
                  </a:lnTo>
                  <a:lnTo>
                    <a:pt x="6672" y="21070"/>
                  </a:lnTo>
                  <a:lnTo>
                    <a:pt x="17055" y="22388"/>
                  </a:lnTo>
                  <a:lnTo>
                    <a:pt x="17751" y="22647"/>
                  </a:lnTo>
                  <a:lnTo>
                    <a:pt x="17410" y="24388"/>
                  </a:lnTo>
                  <a:lnTo>
                    <a:pt x="20940" y="23077"/>
                  </a:lnTo>
                  <a:lnTo>
                    <a:pt x="30877" y="7414"/>
                  </a:lnTo>
                  <a:lnTo>
                    <a:pt x="38427" y="8837"/>
                  </a:lnTo>
                  <a:lnTo>
                    <a:pt x="41478" y="417"/>
                  </a:lnTo>
                  <a:lnTo>
                    <a:pt x="42899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ph8679"/>
            <p:cNvSpPr/>
            <p:nvPr/>
          </p:nvSpPr>
          <p:spPr>
            <a:xfrm>
              <a:off x="9660093" y="1506041"/>
              <a:ext cx="72184" cy="45184"/>
            </a:xfrm>
            <a:custGeom>
              <a:avLst/>
              <a:pathLst>
                <a:path w="72184" h="45184">
                  <a:moveTo>
                    <a:pt x="29410" y="6255"/>
                  </a:moveTo>
                  <a:lnTo>
                    <a:pt x="67933" y="8562"/>
                  </a:lnTo>
                  <a:lnTo>
                    <a:pt x="67855" y="9891"/>
                  </a:lnTo>
                  <a:lnTo>
                    <a:pt x="72184" y="22886"/>
                  </a:lnTo>
                  <a:lnTo>
                    <a:pt x="58313" y="27131"/>
                  </a:lnTo>
                  <a:lnTo>
                    <a:pt x="62142" y="41221"/>
                  </a:lnTo>
                  <a:lnTo>
                    <a:pt x="62376" y="42165"/>
                  </a:lnTo>
                  <a:lnTo>
                    <a:pt x="60339" y="43932"/>
                  </a:lnTo>
                  <a:lnTo>
                    <a:pt x="58072" y="40379"/>
                  </a:lnTo>
                  <a:lnTo>
                    <a:pt x="51568" y="41518"/>
                  </a:lnTo>
                  <a:lnTo>
                    <a:pt x="48968" y="45184"/>
                  </a:lnTo>
                  <a:lnTo>
                    <a:pt x="38278" y="42262"/>
                  </a:lnTo>
                  <a:lnTo>
                    <a:pt x="34363" y="44010"/>
                  </a:lnTo>
                  <a:lnTo>
                    <a:pt x="25817" y="43785"/>
                  </a:lnTo>
                  <a:lnTo>
                    <a:pt x="21063" y="44444"/>
                  </a:lnTo>
                  <a:lnTo>
                    <a:pt x="23050" y="40193"/>
                  </a:lnTo>
                  <a:lnTo>
                    <a:pt x="22363" y="37427"/>
                  </a:lnTo>
                  <a:lnTo>
                    <a:pt x="15682" y="36905"/>
                  </a:lnTo>
                  <a:lnTo>
                    <a:pt x="13066" y="38010"/>
                  </a:lnTo>
                  <a:lnTo>
                    <a:pt x="10308" y="33537"/>
                  </a:lnTo>
                  <a:lnTo>
                    <a:pt x="11764" y="31839"/>
                  </a:lnTo>
                  <a:lnTo>
                    <a:pt x="9666" y="26247"/>
                  </a:lnTo>
                  <a:lnTo>
                    <a:pt x="9021" y="22011"/>
                  </a:lnTo>
                  <a:lnTo>
                    <a:pt x="3242" y="23152"/>
                  </a:lnTo>
                  <a:lnTo>
                    <a:pt x="2121" y="16452"/>
                  </a:lnTo>
                  <a:lnTo>
                    <a:pt x="0" y="10756"/>
                  </a:lnTo>
                  <a:lnTo>
                    <a:pt x="4725" y="8723"/>
                  </a:lnTo>
                  <a:lnTo>
                    <a:pt x="6670" y="6077"/>
                  </a:lnTo>
                  <a:lnTo>
                    <a:pt x="15041" y="6444"/>
                  </a:lnTo>
                  <a:lnTo>
                    <a:pt x="15462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0" name="ph8680"/>
            <p:cNvSpPr/>
            <p:nvPr/>
          </p:nvSpPr>
          <p:spPr>
            <a:xfrm>
              <a:off x="9740790" y="1671908"/>
              <a:ext cx="49588" cy="25006"/>
            </a:xfrm>
            <a:custGeom>
              <a:avLst/>
              <a:pathLst>
                <a:path w="49588" h="25006">
                  <a:moveTo>
                    <a:pt x="13839" y="3404"/>
                  </a:moveTo>
                  <a:lnTo>
                    <a:pt x="13625" y="6405"/>
                  </a:lnTo>
                  <a:lnTo>
                    <a:pt x="27907" y="11296"/>
                  </a:lnTo>
                  <a:lnTo>
                    <a:pt x="32768" y="11723"/>
                  </a:lnTo>
                  <a:lnTo>
                    <a:pt x="35456" y="11107"/>
                  </a:lnTo>
                  <a:lnTo>
                    <a:pt x="36819" y="9270"/>
                  </a:lnTo>
                  <a:lnTo>
                    <a:pt x="37973" y="9130"/>
                  </a:lnTo>
                  <a:lnTo>
                    <a:pt x="40188" y="9970"/>
                  </a:lnTo>
                  <a:lnTo>
                    <a:pt x="40263" y="11628"/>
                  </a:lnTo>
                  <a:lnTo>
                    <a:pt x="43084" y="13359"/>
                  </a:lnTo>
                  <a:lnTo>
                    <a:pt x="44056" y="12237"/>
                  </a:lnTo>
                  <a:lnTo>
                    <a:pt x="44836" y="16303"/>
                  </a:lnTo>
                  <a:lnTo>
                    <a:pt x="49588" y="17627"/>
                  </a:lnTo>
                  <a:lnTo>
                    <a:pt x="49284" y="23110"/>
                  </a:lnTo>
                  <a:lnTo>
                    <a:pt x="42468" y="25006"/>
                  </a:lnTo>
                  <a:lnTo>
                    <a:pt x="41477" y="24610"/>
                  </a:lnTo>
                  <a:lnTo>
                    <a:pt x="39038" y="20654"/>
                  </a:lnTo>
                  <a:lnTo>
                    <a:pt x="32208" y="20790"/>
                  </a:lnTo>
                  <a:lnTo>
                    <a:pt x="31154" y="24030"/>
                  </a:lnTo>
                  <a:lnTo>
                    <a:pt x="25851" y="22641"/>
                  </a:lnTo>
                  <a:lnTo>
                    <a:pt x="26911" y="19998"/>
                  </a:lnTo>
                  <a:lnTo>
                    <a:pt x="26380" y="17766"/>
                  </a:lnTo>
                  <a:lnTo>
                    <a:pt x="18895" y="14226"/>
                  </a:lnTo>
                  <a:lnTo>
                    <a:pt x="4224" y="15224"/>
                  </a:lnTo>
                  <a:lnTo>
                    <a:pt x="2893" y="13048"/>
                  </a:lnTo>
                  <a:lnTo>
                    <a:pt x="0" y="5321"/>
                  </a:lnTo>
                  <a:lnTo>
                    <a:pt x="1623" y="4473"/>
                  </a:lnTo>
                  <a:lnTo>
                    <a:pt x="2089" y="1930"/>
                  </a:lnTo>
                  <a:lnTo>
                    <a:pt x="6799" y="654"/>
                  </a:lnTo>
                  <a:lnTo>
                    <a:pt x="8726" y="1491"/>
                  </a:lnTo>
                  <a:lnTo>
                    <a:pt x="1194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h8681"/>
            <p:cNvSpPr/>
            <p:nvPr/>
          </p:nvSpPr>
          <p:spPr>
            <a:xfrm>
              <a:off x="9644952" y="1619103"/>
              <a:ext cx="53133" cy="66405"/>
            </a:xfrm>
            <a:custGeom>
              <a:avLst/>
              <a:pathLst>
                <a:path w="53133" h="66405">
                  <a:moveTo>
                    <a:pt x="27588" y="6151"/>
                  </a:moveTo>
                  <a:lnTo>
                    <a:pt x="27984" y="8257"/>
                  </a:lnTo>
                  <a:lnTo>
                    <a:pt x="22645" y="7923"/>
                  </a:lnTo>
                  <a:lnTo>
                    <a:pt x="22415" y="11269"/>
                  </a:lnTo>
                  <a:lnTo>
                    <a:pt x="25147" y="13120"/>
                  </a:lnTo>
                  <a:lnTo>
                    <a:pt x="29624" y="13530"/>
                  </a:lnTo>
                  <a:lnTo>
                    <a:pt x="33568" y="10962"/>
                  </a:lnTo>
                  <a:lnTo>
                    <a:pt x="37007" y="11350"/>
                  </a:lnTo>
                  <a:lnTo>
                    <a:pt x="37894" y="12310"/>
                  </a:lnTo>
                  <a:lnTo>
                    <a:pt x="36319" y="12271"/>
                  </a:lnTo>
                  <a:lnTo>
                    <a:pt x="35217" y="14721"/>
                  </a:lnTo>
                  <a:lnTo>
                    <a:pt x="41741" y="20571"/>
                  </a:lnTo>
                  <a:lnTo>
                    <a:pt x="43380" y="21716"/>
                  </a:lnTo>
                  <a:lnTo>
                    <a:pt x="47018" y="18325"/>
                  </a:lnTo>
                  <a:lnTo>
                    <a:pt x="49289" y="20070"/>
                  </a:lnTo>
                  <a:lnTo>
                    <a:pt x="46529" y="23772"/>
                  </a:lnTo>
                  <a:lnTo>
                    <a:pt x="46122" y="27891"/>
                  </a:lnTo>
                  <a:lnTo>
                    <a:pt x="48935" y="29622"/>
                  </a:lnTo>
                  <a:lnTo>
                    <a:pt x="51471" y="30913"/>
                  </a:lnTo>
                  <a:lnTo>
                    <a:pt x="53133" y="32878"/>
                  </a:lnTo>
                  <a:lnTo>
                    <a:pt x="51745" y="40209"/>
                  </a:lnTo>
                  <a:lnTo>
                    <a:pt x="42093" y="34730"/>
                  </a:lnTo>
                  <a:lnTo>
                    <a:pt x="38708" y="34851"/>
                  </a:lnTo>
                  <a:lnTo>
                    <a:pt x="37611" y="35956"/>
                  </a:lnTo>
                  <a:lnTo>
                    <a:pt x="40152" y="38777"/>
                  </a:lnTo>
                  <a:lnTo>
                    <a:pt x="37186" y="41208"/>
                  </a:lnTo>
                  <a:lnTo>
                    <a:pt x="33515" y="36744"/>
                  </a:lnTo>
                  <a:lnTo>
                    <a:pt x="29656" y="41844"/>
                  </a:lnTo>
                  <a:lnTo>
                    <a:pt x="26909" y="43901"/>
                  </a:lnTo>
                  <a:lnTo>
                    <a:pt x="21289" y="42288"/>
                  </a:lnTo>
                  <a:lnTo>
                    <a:pt x="19893" y="46854"/>
                  </a:lnTo>
                  <a:lnTo>
                    <a:pt x="20518" y="47088"/>
                  </a:lnTo>
                  <a:lnTo>
                    <a:pt x="19937" y="56224"/>
                  </a:lnTo>
                  <a:lnTo>
                    <a:pt x="24095" y="56507"/>
                  </a:lnTo>
                  <a:lnTo>
                    <a:pt x="23907" y="61478"/>
                  </a:lnTo>
                  <a:lnTo>
                    <a:pt x="19617" y="61205"/>
                  </a:lnTo>
                  <a:lnTo>
                    <a:pt x="19523" y="62491"/>
                  </a:lnTo>
                  <a:lnTo>
                    <a:pt x="15414" y="61758"/>
                  </a:lnTo>
                  <a:lnTo>
                    <a:pt x="8933" y="66405"/>
                  </a:lnTo>
                  <a:lnTo>
                    <a:pt x="4283" y="62000"/>
                  </a:lnTo>
                  <a:lnTo>
                    <a:pt x="7759" y="49946"/>
                  </a:lnTo>
                  <a:lnTo>
                    <a:pt x="2311" y="46914"/>
                  </a:lnTo>
                  <a:lnTo>
                    <a:pt x="1188" y="46281"/>
                  </a:lnTo>
                  <a:lnTo>
                    <a:pt x="2785" y="45661"/>
                  </a:lnTo>
                  <a:lnTo>
                    <a:pt x="1077" y="41036"/>
                  </a:lnTo>
                  <a:lnTo>
                    <a:pt x="6291" y="29933"/>
                  </a:lnTo>
                  <a:lnTo>
                    <a:pt x="4012" y="30067"/>
                  </a:lnTo>
                  <a:lnTo>
                    <a:pt x="6561" y="20891"/>
                  </a:lnTo>
                  <a:lnTo>
                    <a:pt x="0" y="15208"/>
                  </a:lnTo>
                  <a:lnTo>
                    <a:pt x="4760" y="13923"/>
                  </a:lnTo>
                  <a:lnTo>
                    <a:pt x="5541" y="7099"/>
                  </a:lnTo>
                  <a:lnTo>
                    <a:pt x="8533" y="6999"/>
                  </a:lnTo>
                  <a:lnTo>
                    <a:pt x="13560" y="11841"/>
                  </a:lnTo>
                  <a:lnTo>
                    <a:pt x="15932" y="10163"/>
                  </a:lnTo>
                  <a:lnTo>
                    <a:pt x="17752" y="1765"/>
                  </a:lnTo>
                  <a:lnTo>
                    <a:pt x="19008" y="1459"/>
                  </a:lnTo>
                  <a:lnTo>
                    <a:pt x="2193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h8682"/>
            <p:cNvSpPr/>
            <p:nvPr/>
          </p:nvSpPr>
          <p:spPr>
            <a:xfrm>
              <a:off x="9755170" y="1702161"/>
              <a:ext cx="39203" cy="43696"/>
            </a:xfrm>
            <a:custGeom>
              <a:avLst/>
              <a:pathLst>
                <a:path w="39203" h="43696">
                  <a:moveTo>
                    <a:pt x="25837" y="2610"/>
                  </a:moveTo>
                  <a:lnTo>
                    <a:pt x="26407" y="5122"/>
                  </a:lnTo>
                  <a:lnTo>
                    <a:pt x="30878" y="5012"/>
                  </a:lnTo>
                  <a:lnTo>
                    <a:pt x="33007" y="6039"/>
                  </a:lnTo>
                  <a:lnTo>
                    <a:pt x="36238" y="6069"/>
                  </a:lnTo>
                  <a:lnTo>
                    <a:pt x="35647" y="8938"/>
                  </a:lnTo>
                  <a:lnTo>
                    <a:pt x="36663" y="10449"/>
                  </a:lnTo>
                  <a:lnTo>
                    <a:pt x="39006" y="9919"/>
                  </a:lnTo>
                  <a:lnTo>
                    <a:pt x="39203" y="12829"/>
                  </a:lnTo>
                  <a:lnTo>
                    <a:pt x="35509" y="13113"/>
                  </a:lnTo>
                  <a:lnTo>
                    <a:pt x="35998" y="19581"/>
                  </a:lnTo>
                  <a:lnTo>
                    <a:pt x="31785" y="28211"/>
                  </a:lnTo>
                  <a:lnTo>
                    <a:pt x="33694" y="32103"/>
                  </a:lnTo>
                  <a:lnTo>
                    <a:pt x="31714" y="37894"/>
                  </a:lnTo>
                  <a:lnTo>
                    <a:pt x="33807" y="38962"/>
                  </a:lnTo>
                  <a:lnTo>
                    <a:pt x="33159" y="42792"/>
                  </a:lnTo>
                  <a:lnTo>
                    <a:pt x="28887" y="40602"/>
                  </a:lnTo>
                  <a:lnTo>
                    <a:pt x="24862" y="41352"/>
                  </a:lnTo>
                  <a:lnTo>
                    <a:pt x="23486" y="43696"/>
                  </a:lnTo>
                  <a:lnTo>
                    <a:pt x="23525" y="40192"/>
                  </a:lnTo>
                  <a:lnTo>
                    <a:pt x="18708" y="41778"/>
                  </a:lnTo>
                  <a:lnTo>
                    <a:pt x="13284" y="35060"/>
                  </a:lnTo>
                  <a:lnTo>
                    <a:pt x="11822" y="28938"/>
                  </a:lnTo>
                  <a:lnTo>
                    <a:pt x="10825" y="27494"/>
                  </a:lnTo>
                  <a:lnTo>
                    <a:pt x="8226" y="28099"/>
                  </a:lnTo>
                  <a:lnTo>
                    <a:pt x="8326" y="28889"/>
                  </a:lnTo>
                  <a:lnTo>
                    <a:pt x="6325" y="28057"/>
                  </a:lnTo>
                  <a:lnTo>
                    <a:pt x="6045" y="19064"/>
                  </a:lnTo>
                  <a:lnTo>
                    <a:pt x="2590" y="12325"/>
                  </a:lnTo>
                  <a:lnTo>
                    <a:pt x="0" y="12594"/>
                  </a:lnTo>
                  <a:lnTo>
                    <a:pt x="12" y="11235"/>
                  </a:lnTo>
                  <a:lnTo>
                    <a:pt x="23551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ph8683"/>
            <p:cNvSpPr/>
            <p:nvPr/>
          </p:nvSpPr>
          <p:spPr>
            <a:xfrm>
              <a:off x="9867102" y="1577271"/>
              <a:ext cx="66543" cy="58821"/>
            </a:xfrm>
            <a:custGeom>
              <a:avLst/>
              <a:pathLst>
                <a:path w="66543" h="58821">
                  <a:moveTo>
                    <a:pt x="40436" y="3248"/>
                  </a:moveTo>
                  <a:lnTo>
                    <a:pt x="39432" y="14352"/>
                  </a:lnTo>
                  <a:lnTo>
                    <a:pt x="37890" y="18688"/>
                  </a:lnTo>
                  <a:lnTo>
                    <a:pt x="40940" y="18542"/>
                  </a:lnTo>
                  <a:lnTo>
                    <a:pt x="44141" y="21106"/>
                  </a:lnTo>
                  <a:lnTo>
                    <a:pt x="46039" y="24787"/>
                  </a:lnTo>
                  <a:lnTo>
                    <a:pt x="44679" y="32504"/>
                  </a:lnTo>
                  <a:lnTo>
                    <a:pt x="49295" y="35467"/>
                  </a:lnTo>
                  <a:lnTo>
                    <a:pt x="59869" y="38519"/>
                  </a:lnTo>
                  <a:lnTo>
                    <a:pt x="63874" y="41792"/>
                  </a:lnTo>
                  <a:lnTo>
                    <a:pt x="66327" y="45846"/>
                  </a:lnTo>
                  <a:lnTo>
                    <a:pt x="66543" y="52052"/>
                  </a:lnTo>
                  <a:lnTo>
                    <a:pt x="65737" y="52274"/>
                  </a:lnTo>
                  <a:lnTo>
                    <a:pt x="63095" y="55095"/>
                  </a:lnTo>
                  <a:lnTo>
                    <a:pt x="57755" y="52895"/>
                  </a:lnTo>
                  <a:lnTo>
                    <a:pt x="46540" y="52522"/>
                  </a:lnTo>
                  <a:lnTo>
                    <a:pt x="42988" y="53222"/>
                  </a:lnTo>
                  <a:lnTo>
                    <a:pt x="42121" y="58821"/>
                  </a:lnTo>
                  <a:lnTo>
                    <a:pt x="38077" y="57632"/>
                  </a:lnTo>
                  <a:lnTo>
                    <a:pt x="35223" y="57853"/>
                  </a:lnTo>
                  <a:lnTo>
                    <a:pt x="26422" y="54852"/>
                  </a:lnTo>
                  <a:lnTo>
                    <a:pt x="21829" y="55467"/>
                  </a:lnTo>
                  <a:lnTo>
                    <a:pt x="14733" y="51930"/>
                  </a:lnTo>
                  <a:lnTo>
                    <a:pt x="13108" y="52956"/>
                  </a:lnTo>
                  <a:lnTo>
                    <a:pt x="11665" y="53430"/>
                  </a:lnTo>
                  <a:lnTo>
                    <a:pt x="10301" y="51124"/>
                  </a:lnTo>
                  <a:lnTo>
                    <a:pt x="10438" y="46481"/>
                  </a:lnTo>
                  <a:lnTo>
                    <a:pt x="13348" y="43619"/>
                  </a:lnTo>
                  <a:lnTo>
                    <a:pt x="18623" y="42679"/>
                  </a:lnTo>
                  <a:lnTo>
                    <a:pt x="19229" y="35129"/>
                  </a:lnTo>
                  <a:lnTo>
                    <a:pt x="9254" y="34542"/>
                  </a:lnTo>
                  <a:lnTo>
                    <a:pt x="3034" y="23997"/>
                  </a:lnTo>
                  <a:lnTo>
                    <a:pt x="4462" y="21962"/>
                  </a:lnTo>
                  <a:lnTo>
                    <a:pt x="1416" y="19975"/>
                  </a:lnTo>
                  <a:lnTo>
                    <a:pt x="0" y="19704"/>
                  </a:lnTo>
                  <a:lnTo>
                    <a:pt x="3354" y="13471"/>
                  </a:lnTo>
                  <a:lnTo>
                    <a:pt x="4737" y="11256"/>
                  </a:lnTo>
                  <a:lnTo>
                    <a:pt x="9528" y="6971"/>
                  </a:lnTo>
                  <a:lnTo>
                    <a:pt x="10808" y="7039"/>
                  </a:lnTo>
                  <a:lnTo>
                    <a:pt x="11943" y="8367"/>
                  </a:lnTo>
                  <a:lnTo>
                    <a:pt x="18880" y="8739"/>
                  </a:lnTo>
                  <a:lnTo>
                    <a:pt x="21912" y="9640"/>
                  </a:lnTo>
                  <a:lnTo>
                    <a:pt x="21882" y="19181"/>
                  </a:lnTo>
                  <a:lnTo>
                    <a:pt x="25593" y="18890"/>
                  </a:lnTo>
                  <a:lnTo>
                    <a:pt x="26061" y="10762"/>
                  </a:lnTo>
                  <a:lnTo>
                    <a:pt x="27298" y="10862"/>
                  </a:lnTo>
                  <a:lnTo>
                    <a:pt x="2789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4" name="ph8684"/>
            <p:cNvSpPr/>
            <p:nvPr/>
          </p:nvSpPr>
          <p:spPr>
            <a:xfrm>
              <a:off x="9847256" y="1845043"/>
              <a:ext cx="93444" cy="55572"/>
            </a:xfrm>
            <a:custGeom>
              <a:avLst/>
              <a:pathLst>
                <a:path w="93444" h="55572">
                  <a:moveTo>
                    <a:pt x="25424" y="4884"/>
                  </a:moveTo>
                  <a:lnTo>
                    <a:pt x="36763" y="5987"/>
                  </a:lnTo>
                  <a:lnTo>
                    <a:pt x="38134" y="6470"/>
                  </a:lnTo>
                  <a:lnTo>
                    <a:pt x="40548" y="9867"/>
                  </a:lnTo>
                  <a:lnTo>
                    <a:pt x="42725" y="10797"/>
                  </a:lnTo>
                  <a:lnTo>
                    <a:pt x="48002" y="7919"/>
                  </a:lnTo>
                  <a:lnTo>
                    <a:pt x="50464" y="13082"/>
                  </a:lnTo>
                  <a:lnTo>
                    <a:pt x="53312" y="12833"/>
                  </a:lnTo>
                  <a:lnTo>
                    <a:pt x="52172" y="9931"/>
                  </a:lnTo>
                  <a:lnTo>
                    <a:pt x="52311" y="7311"/>
                  </a:lnTo>
                  <a:lnTo>
                    <a:pt x="55314" y="7042"/>
                  </a:lnTo>
                  <a:lnTo>
                    <a:pt x="59467" y="10158"/>
                  </a:lnTo>
                  <a:lnTo>
                    <a:pt x="59255" y="13423"/>
                  </a:lnTo>
                  <a:lnTo>
                    <a:pt x="61838" y="16286"/>
                  </a:lnTo>
                  <a:lnTo>
                    <a:pt x="70416" y="19767"/>
                  </a:lnTo>
                  <a:lnTo>
                    <a:pt x="77422" y="19100"/>
                  </a:lnTo>
                  <a:lnTo>
                    <a:pt x="80011" y="15420"/>
                  </a:lnTo>
                  <a:lnTo>
                    <a:pt x="83147" y="14497"/>
                  </a:lnTo>
                  <a:lnTo>
                    <a:pt x="86992" y="10964"/>
                  </a:lnTo>
                  <a:lnTo>
                    <a:pt x="89019" y="13579"/>
                  </a:lnTo>
                  <a:lnTo>
                    <a:pt x="89587" y="19672"/>
                  </a:lnTo>
                  <a:lnTo>
                    <a:pt x="91244" y="19472"/>
                  </a:lnTo>
                  <a:lnTo>
                    <a:pt x="91467" y="21258"/>
                  </a:lnTo>
                  <a:lnTo>
                    <a:pt x="89641" y="25191"/>
                  </a:lnTo>
                  <a:lnTo>
                    <a:pt x="89971" y="29207"/>
                  </a:lnTo>
                  <a:lnTo>
                    <a:pt x="92495" y="35436"/>
                  </a:lnTo>
                  <a:lnTo>
                    <a:pt x="93444" y="36144"/>
                  </a:lnTo>
                  <a:lnTo>
                    <a:pt x="89042" y="40102"/>
                  </a:lnTo>
                  <a:lnTo>
                    <a:pt x="85650" y="41944"/>
                  </a:lnTo>
                  <a:lnTo>
                    <a:pt x="80264" y="38170"/>
                  </a:lnTo>
                  <a:lnTo>
                    <a:pt x="76749" y="39482"/>
                  </a:lnTo>
                  <a:lnTo>
                    <a:pt x="75969" y="44658"/>
                  </a:lnTo>
                  <a:lnTo>
                    <a:pt x="71187" y="43019"/>
                  </a:lnTo>
                  <a:lnTo>
                    <a:pt x="64279" y="46507"/>
                  </a:lnTo>
                  <a:lnTo>
                    <a:pt x="59431" y="46804"/>
                  </a:lnTo>
                  <a:lnTo>
                    <a:pt x="54568" y="48234"/>
                  </a:lnTo>
                  <a:lnTo>
                    <a:pt x="42013" y="46584"/>
                  </a:lnTo>
                  <a:lnTo>
                    <a:pt x="39763" y="44687"/>
                  </a:lnTo>
                  <a:lnTo>
                    <a:pt x="36514" y="45710"/>
                  </a:lnTo>
                  <a:lnTo>
                    <a:pt x="30831" y="43153"/>
                  </a:lnTo>
                  <a:lnTo>
                    <a:pt x="31028" y="53551"/>
                  </a:lnTo>
                  <a:lnTo>
                    <a:pt x="30532" y="55509"/>
                  </a:lnTo>
                  <a:lnTo>
                    <a:pt x="29187" y="55572"/>
                  </a:lnTo>
                  <a:lnTo>
                    <a:pt x="26202" y="53091"/>
                  </a:lnTo>
                  <a:lnTo>
                    <a:pt x="24926" y="49430"/>
                  </a:lnTo>
                  <a:lnTo>
                    <a:pt x="23175" y="47877"/>
                  </a:lnTo>
                  <a:lnTo>
                    <a:pt x="17257" y="48512"/>
                  </a:lnTo>
                  <a:lnTo>
                    <a:pt x="11015" y="48009"/>
                  </a:lnTo>
                  <a:lnTo>
                    <a:pt x="7823" y="46451"/>
                  </a:lnTo>
                  <a:lnTo>
                    <a:pt x="4887" y="36580"/>
                  </a:lnTo>
                  <a:lnTo>
                    <a:pt x="1212" y="34019"/>
                  </a:lnTo>
                  <a:lnTo>
                    <a:pt x="0" y="34062"/>
                  </a:lnTo>
                  <a:lnTo>
                    <a:pt x="1" y="29319"/>
                  </a:lnTo>
                  <a:lnTo>
                    <a:pt x="737" y="29336"/>
                  </a:lnTo>
                  <a:lnTo>
                    <a:pt x="3103" y="26678"/>
                  </a:lnTo>
                  <a:lnTo>
                    <a:pt x="2509" y="18100"/>
                  </a:lnTo>
                  <a:lnTo>
                    <a:pt x="609" y="17238"/>
                  </a:lnTo>
                  <a:lnTo>
                    <a:pt x="1149" y="14745"/>
                  </a:lnTo>
                  <a:lnTo>
                    <a:pt x="4646" y="14966"/>
                  </a:lnTo>
                  <a:lnTo>
                    <a:pt x="8370" y="14308"/>
                  </a:lnTo>
                  <a:lnTo>
                    <a:pt x="8469" y="10581"/>
                  </a:lnTo>
                  <a:lnTo>
                    <a:pt x="8475" y="10072"/>
                  </a:lnTo>
                  <a:lnTo>
                    <a:pt x="12250" y="9223"/>
                  </a:lnTo>
                  <a:lnTo>
                    <a:pt x="13370" y="3098"/>
                  </a:lnTo>
                  <a:lnTo>
                    <a:pt x="13200" y="163"/>
                  </a:lnTo>
                  <a:lnTo>
                    <a:pt x="15993" y="670"/>
                  </a:lnTo>
                  <a:lnTo>
                    <a:pt x="2543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h8685"/>
            <p:cNvSpPr/>
            <p:nvPr/>
          </p:nvSpPr>
          <p:spPr>
            <a:xfrm>
              <a:off x="9828683" y="1779948"/>
              <a:ext cx="35077" cy="76229"/>
            </a:xfrm>
            <a:custGeom>
              <a:avLst/>
              <a:pathLst>
                <a:path w="35077" h="76229">
                  <a:moveTo>
                    <a:pt x="32824" y="0"/>
                  </a:moveTo>
                  <a:lnTo>
                    <a:pt x="33518" y="1367"/>
                  </a:lnTo>
                  <a:lnTo>
                    <a:pt x="33590" y="4780"/>
                  </a:lnTo>
                  <a:lnTo>
                    <a:pt x="34519" y="6657"/>
                  </a:lnTo>
                  <a:lnTo>
                    <a:pt x="25044" y="9966"/>
                  </a:lnTo>
                  <a:lnTo>
                    <a:pt x="29391" y="22155"/>
                  </a:lnTo>
                  <a:lnTo>
                    <a:pt x="27841" y="21833"/>
                  </a:lnTo>
                  <a:lnTo>
                    <a:pt x="27452" y="29385"/>
                  </a:lnTo>
                  <a:lnTo>
                    <a:pt x="29162" y="29129"/>
                  </a:lnTo>
                  <a:lnTo>
                    <a:pt x="31239" y="34645"/>
                  </a:lnTo>
                  <a:lnTo>
                    <a:pt x="31494" y="37748"/>
                  </a:lnTo>
                  <a:lnTo>
                    <a:pt x="26866" y="42656"/>
                  </a:lnTo>
                  <a:lnTo>
                    <a:pt x="26313" y="45164"/>
                  </a:lnTo>
                  <a:lnTo>
                    <a:pt x="28900" y="45753"/>
                  </a:lnTo>
                  <a:lnTo>
                    <a:pt x="31443" y="52654"/>
                  </a:lnTo>
                  <a:lnTo>
                    <a:pt x="31510" y="58735"/>
                  </a:lnTo>
                  <a:lnTo>
                    <a:pt x="35077" y="63932"/>
                  </a:lnTo>
                  <a:lnTo>
                    <a:pt x="34566" y="65765"/>
                  </a:lnTo>
                  <a:lnTo>
                    <a:pt x="31773" y="65258"/>
                  </a:lnTo>
                  <a:lnTo>
                    <a:pt x="31943" y="68193"/>
                  </a:lnTo>
                  <a:lnTo>
                    <a:pt x="30823" y="74318"/>
                  </a:lnTo>
                  <a:lnTo>
                    <a:pt x="27048" y="75167"/>
                  </a:lnTo>
                  <a:lnTo>
                    <a:pt x="27042" y="75676"/>
                  </a:lnTo>
                  <a:lnTo>
                    <a:pt x="22396" y="76229"/>
                  </a:lnTo>
                  <a:lnTo>
                    <a:pt x="22371" y="70556"/>
                  </a:lnTo>
                  <a:lnTo>
                    <a:pt x="23239" y="70113"/>
                  </a:lnTo>
                  <a:lnTo>
                    <a:pt x="22526" y="66113"/>
                  </a:lnTo>
                  <a:lnTo>
                    <a:pt x="19216" y="63930"/>
                  </a:lnTo>
                  <a:lnTo>
                    <a:pt x="22307" y="53342"/>
                  </a:lnTo>
                  <a:lnTo>
                    <a:pt x="15161" y="53883"/>
                  </a:lnTo>
                  <a:lnTo>
                    <a:pt x="13622" y="50271"/>
                  </a:lnTo>
                  <a:lnTo>
                    <a:pt x="13658" y="48078"/>
                  </a:lnTo>
                  <a:lnTo>
                    <a:pt x="15915" y="44452"/>
                  </a:lnTo>
                  <a:lnTo>
                    <a:pt x="5742" y="42336"/>
                  </a:lnTo>
                  <a:lnTo>
                    <a:pt x="6975" y="40640"/>
                  </a:lnTo>
                  <a:lnTo>
                    <a:pt x="6447" y="35216"/>
                  </a:lnTo>
                  <a:lnTo>
                    <a:pt x="4655" y="32839"/>
                  </a:lnTo>
                  <a:lnTo>
                    <a:pt x="2798" y="32670"/>
                  </a:lnTo>
                  <a:lnTo>
                    <a:pt x="1067" y="30988"/>
                  </a:lnTo>
                  <a:lnTo>
                    <a:pt x="0" y="27727"/>
                  </a:lnTo>
                  <a:lnTo>
                    <a:pt x="771" y="21977"/>
                  </a:lnTo>
                  <a:lnTo>
                    <a:pt x="5110" y="22592"/>
                  </a:lnTo>
                  <a:lnTo>
                    <a:pt x="7599" y="21538"/>
                  </a:lnTo>
                  <a:lnTo>
                    <a:pt x="5143" y="19636"/>
                  </a:lnTo>
                  <a:lnTo>
                    <a:pt x="3117" y="16451"/>
                  </a:lnTo>
                  <a:lnTo>
                    <a:pt x="4585" y="13981"/>
                  </a:lnTo>
                  <a:lnTo>
                    <a:pt x="7698" y="13009"/>
                  </a:lnTo>
                  <a:lnTo>
                    <a:pt x="10446" y="13877"/>
                  </a:lnTo>
                  <a:lnTo>
                    <a:pt x="11824" y="12941"/>
                  </a:lnTo>
                  <a:lnTo>
                    <a:pt x="10064" y="9724"/>
                  </a:lnTo>
                  <a:lnTo>
                    <a:pt x="11915" y="8514"/>
                  </a:lnTo>
                  <a:lnTo>
                    <a:pt x="14947" y="8401"/>
                  </a:lnTo>
                  <a:lnTo>
                    <a:pt x="15027" y="2306"/>
                  </a:lnTo>
                  <a:lnTo>
                    <a:pt x="18685" y="4685"/>
                  </a:lnTo>
                  <a:lnTo>
                    <a:pt x="21397" y="4756"/>
                  </a:lnTo>
                  <a:lnTo>
                    <a:pt x="22803" y="309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h8686"/>
            <p:cNvSpPr/>
            <p:nvPr/>
          </p:nvSpPr>
          <p:spPr>
            <a:xfrm>
              <a:off x="9674605" y="1921809"/>
              <a:ext cx="248" cy="140"/>
            </a:xfrm>
            <a:custGeom>
              <a:avLst/>
              <a:pathLst>
                <a:path w="248" h="140">
                  <a:moveTo>
                    <a:pt x="0" y="40"/>
                  </a:moveTo>
                  <a:lnTo>
                    <a:pt x="195" y="0"/>
                  </a:lnTo>
                  <a:lnTo>
                    <a:pt x="248" y="14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ph8687"/>
            <p:cNvSpPr/>
            <p:nvPr/>
          </p:nvSpPr>
          <p:spPr>
            <a:xfrm>
              <a:off x="9665373" y="1918675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8" name="ph8688"/>
            <p:cNvSpPr/>
            <p:nvPr/>
          </p:nvSpPr>
          <p:spPr>
            <a:xfrm>
              <a:off x="9672571" y="1918620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h8689"/>
            <p:cNvSpPr/>
            <p:nvPr/>
          </p:nvSpPr>
          <p:spPr>
            <a:xfrm>
              <a:off x="9666277" y="19180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h8690"/>
            <p:cNvSpPr/>
            <p:nvPr/>
          </p:nvSpPr>
          <p:spPr>
            <a:xfrm>
              <a:off x="9666246" y="1917456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ph8691"/>
            <p:cNvSpPr/>
            <p:nvPr/>
          </p:nvSpPr>
          <p:spPr>
            <a:xfrm>
              <a:off x="9668420" y="1916295"/>
              <a:ext cx="395" cy="646"/>
            </a:xfrm>
            <a:custGeom>
              <a:avLst/>
              <a:pathLst>
                <a:path w="395" h="646">
                  <a:moveTo>
                    <a:pt x="0" y="646"/>
                  </a:moveTo>
                  <a:lnTo>
                    <a:pt x="395" y="0"/>
                  </a:lnTo>
                  <a:lnTo>
                    <a:pt x="293" y="486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2" name="ph8692"/>
            <p:cNvSpPr/>
            <p:nvPr/>
          </p:nvSpPr>
          <p:spPr>
            <a:xfrm>
              <a:off x="9658660" y="1914865"/>
              <a:ext cx="649" cy="777"/>
            </a:xfrm>
            <a:custGeom>
              <a:avLst/>
              <a:pathLst>
                <a:path w="649" h="777">
                  <a:moveTo>
                    <a:pt x="649" y="0"/>
                  </a:moveTo>
                  <a:lnTo>
                    <a:pt x="420" y="731"/>
                  </a:lnTo>
                  <a:lnTo>
                    <a:pt x="0" y="777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h8693"/>
            <p:cNvSpPr/>
            <p:nvPr/>
          </p:nvSpPr>
          <p:spPr>
            <a:xfrm>
              <a:off x="9630870" y="1909977"/>
              <a:ext cx="2139" cy="4032"/>
            </a:xfrm>
            <a:custGeom>
              <a:avLst/>
              <a:pathLst>
                <a:path w="2139" h="4032">
                  <a:moveTo>
                    <a:pt x="1124" y="1391"/>
                  </a:moveTo>
                  <a:lnTo>
                    <a:pt x="2139" y="4032"/>
                  </a:lnTo>
                  <a:lnTo>
                    <a:pt x="682" y="29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h8694"/>
            <p:cNvSpPr/>
            <p:nvPr/>
          </p:nvSpPr>
          <p:spPr>
            <a:xfrm>
              <a:off x="9685765" y="1925964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ph8695"/>
            <p:cNvSpPr/>
            <p:nvPr/>
          </p:nvSpPr>
          <p:spPr>
            <a:xfrm>
              <a:off x="9676214" y="1925834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h8696"/>
            <p:cNvSpPr/>
            <p:nvPr/>
          </p:nvSpPr>
          <p:spPr>
            <a:xfrm>
              <a:off x="9687409" y="1923751"/>
              <a:ext cx="1714" cy="1544"/>
            </a:xfrm>
            <a:custGeom>
              <a:avLst/>
              <a:pathLst>
                <a:path w="1714" h="1544">
                  <a:moveTo>
                    <a:pt x="0" y="1046"/>
                  </a:moveTo>
                  <a:lnTo>
                    <a:pt x="1714" y="0"/>
                  </a:lnTo>
                  <a:lnTo>
                    <a:pt x="135" y="1544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h8697"/>
            <p:cNvSpPr/>
            <p:nvPr/>
          </p:nvSpPr>
          <p:spPr>
            <a:xfrm>
              <a:off x="9684733" y="1922138"/>
              <a:ext cx="543" cy="655"/>
            </a:xfrm>
            <a:custGeom>
              <a:avLst/>
              <a:pathLst>
                <a:path w="543" h="655">
                  <a:moveTo>
                    <a:pt x="0" y="655"/>
                  </a:moveTo>
                  <a:lnTo>
                    <a:pt x="58" y="84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h8698"/>
            <p:cNvSpPr/>
            <p:nvPr/>
          </p:nvSpPr>
          <p:spPr>
            <a:xfrm>
              <a:off x="9684026" y="1922247"/>
              <a:ext cx="277" cy="352"/>
            </a:xfrm>
            <a:custGeom>
              <a:avLst/>
              <a:pathLst>
                <a:path w="277" h="352">
                  <a:moveTo>
                    <a:pt x="277" y="0"/>
                  </a:moveTo>
                  <a:lnTo>
                    <a:pt x="140" y="352"/>
                  </a:lnTo>
                  <a:lnTo>
                    <a:pt x="0" y="117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ph8699"/>
            <p:cNvSpPr/>
            <p:nvPr/>
          </p:nvSpPr>
          <p:spPr>
            <a:xfrm>
              <a:off x="9633074" y="1836586"/>
              <a:ext cx="141965" cy="136687"/>
            </a:xfrm>
            <a:custGeom>
              <a:avLst/>
              <a:pathLst>
                <a:path w="141965" h="136687">
                  <a:moveTo>
                    <a:pt x="92336" y="22153"/>
                  </a:moveTo>
                  <a:lnTo>
                    <a:pt x="91006" y="19314"/>
                  </a:lnTo>
                  <a:lnTo>
                    <a:pt x="94322" y="15754"/>
                  </a:lnTo>
                  <a:lnTo>
                    <a:pt x="99938" y="16679"/>
                  </a:lnTo>
                  <a:lnTo>
                    <a:pt x="101630" y="15459"/>
                  </a:lnTo>
                  <a:lnTo>
                    <a:pt x="105538" y="14297"/>
                  </a:lnTo>
                  <a:lnTo>
                    <a:pt x="111670" y="9470"/>
                  </a:lnTo>
                  <a:lnTo>
                    <a:pt x="116042" y="10642"/>
                  </a:lnTo>
                  <a:lnTo>
                    <a:pt x="116403" y="12156"/>
                  </a:lnTo>
                  <a:lnTo>
                    <a:pt x="125260" y="12720"/>
                  </a:lnTo>
                  <a:lnTo>
                    <a:pt x="128579" y="14938"/>
                  </a:lnTo>
                  <a:lnTo>
                    <a:pt x="132705" y="14044"/>
                  </a:lnTo>
                  <a:lnTo>
                    <a:pt x="137364" y="15571"/>
                  </a:lnTo>
                  <a:lnTo>
                    <a:pt x="138476" y="15027"/>
                  </a:lnTo>
                  <a:lnTo>
                    <a:pt x="139389" y="11984"/>
                  </a:lnTo>
                  <a:lnTo>
                    <a:pt x="139887" y="24328"/>
                  </a:lnTo>
                  <a:lnTo>
                    <a:pt x="141873" y="24858"/>
                  </a:lnTo>
                  <a:lnTo>
                    <a:pt x="141965" y="30419"/>
                  </a:lnTo>
                  <a:lnTo>
                    <a:pt x="139979" y="35745"/>
                  </a:lnTo>
                  <a:lnTo>
                    <a:pt x="135450" y="37855"/>
                  </a:lnTo>
                  <a:lnTo>
                    <a:pt x="136320" y="43098"/>
                  </a:lnTo>
                  <a:lnTo>
                    <a:pt x="136511" y="48456"/>
                  </a:lnTo>
                  <a:lnTo>
                    <a:pt x="131444" y="49684"/>
                  </a:lnTo>
                  <a:lnTo>
                    <a:pt x="132983" y="56778"/>
                  </a:lnTo>
                  <a:lnTo>
                    <a:pt x="131699" y="64144"/>
                  </a:lnTo>
                  <a:lnTo>
                    <a:pt x="114588" y="52884"/>
                  </a:lnTo>
                  <a:lnTo>
                    <a:pt x="112819" y="55994"/>
                  </a:lnTo>
                  <a:lnTo>
                    <a:pt x="114923" y="74030"/>
                  </a:lnTo>
                  <a:lnTo>
                    <a:pt x="113415" y="90242"/>
                  </a:lnTo>
                  <a:lnTo>
                    <a:pt x="125762" y="131828"/>
                  </a:lnTo>
                  <a:lnTo>
                    <a:pt x="122600" y="132935"/>
                  </a:lnTo>
                  <a:lnTo>
                    <a:pt x="122389" y="136687"/>
                  </a:lnTo>
                  <a:lnTo>
                    <a:pt x="79252" y="134500"/>
                  </a:lnTo>
                  <a:lnTo>
                    <a:pt x="76211" y="121675"/>
                  </a:lnTo>
                  <a:lnTo>
                    <a:pt x="79137" y="112528"/>
                  </a:lnTo>
                  <a:lnTo>
                    <a:pt x="78491" y="99361"/>
                  </a:lnTo>
                  <a:lnTo>
                    <a:pt x="81672" y="96918"/>
                  </a:lnTo>
                  <a:lnTo>
                    <a:pt x="88329" y="96668"/>
                  </a:lnTo>
                  <a:lnTo>
                    <a:pt x="88812" y="96101"/>
                  </a:lnTo>
                  <a:lnTo>
                    <a:pt x="84866" y="92235"/>
                  </a:lnTo>
                  <a:lnTo>
                    <a:pt x="81500" y="90641"/>
                  </a:lnTo>
                  <a:lnTo>
                    <a:pt x="90564" y="74044"/>
                  </a:lnTo>
                  <a:lnTo>
                    <a:pt x="90318" y="71134"/>
                  </a:lnTo>
                  <a:lnTo>
                    <a:pt x="79840" y="62809"/>
                  </a:lnTo>
                  <a:lnTo>
                    <a:pt x="80417" y="61592"/>
                  </a:lnTo>
                  <a:lnTo>
                    <a:pt x="79300" y="59779"/>
                  </a:lnTo>
                  <a:lnTo>
                    <a:pt x="71216" y="58791"/>
                  </a:lnTo>
                  <a:lnTo>
                    <a:pt x="68118" y="59800"/>
                  </a:lnTo>
                  <a:lnTo>
                    <a:pt x="67288" y="64826"/>
                  </a:lnTo>
                  <a:lnTo>
                    <a:pt x="63100" y="67119"/>
                  </a:lnTo>
                  <a:lnTo>
                    <a:pt x="62735" y="70546"/>
                  </a:lnTo>
                  <a:lnTo>
                    <a:pt x="63255" y="71318"/>
                  </a:lnTo>
                  <a:lnTo>
                    <a:pt x="59885" y="76680"/>
                  </a:lnTo>
                  <a:lnTo>
                    <a:pt x="56892" y="79157"/>
                  </a:lnTo>
                  <a:lnTo>
                    <a:pt x="52693" y="78783"/>
                  </a:lnTo>
                  <a:lnTo>
                    <a:pt x="57015" y="80839"/>
                  </a:lnTo>
                  <a:lnTo>
                    <a:pt x="50214" y="84341"/>
                  </a:lnTo>
                  <a:lnTo>
                    <a:pt x="48218" y="87059"/>
                  </a:lnTo>
                  <a:lnTo>
                    <a:pt x="48551" y="87661"/>
                  </a:lnTo>
                  <a:lnTo>
                    <a:pt x="52414" y="86759"/>
                  </a:lnTo>
                  <a:lnTo>
                    <a:pt x="53648" y="87137"/>
                  </a:lnTo>
                  <a:lnTo>
                    <a:pt x="50302" y="93721"/>
                  </a:lnTo>
                  <a:lnTo>
                    <a:pt x="46192" y="89550"/>
                  </a:lnTo>
                  <a:lnTo>
                    <a:pt x="44508" y="90033"/>
                  </a:lnTo>
                  <a:lnTo>
                    <a:pt x="42355" y="87064"/>
                  </a:lnTo>
                  <a:lnTo>
                    <a:pt x="42429" y="83422"/>
                  </a:lnTo>
                  <a:lnTo>
                    <a:pt x="40461" y="79291"/>
                  </a:lnTo>
                  <a:lnTo>
                    <a:pt x="36178" y="78563"/>
                  </a:lnTo>
                  <a:lnTo>
                    <a:pt x="32680" y="80012"/>
                  </a:lnTo>
                  <a:lnTo>
                    <a:pt x="29140" y="80004"/>
                  </a:lnTo>
                  <a:lnTo>
                    <a:pt x="28335" y="78208"/>
                  </a:lnTo>
                  <a:lnTo>
                    <a:pt x="25625" y="75873"/>
                  </a:lnTo>
                  <a:lnTo>
                    <a:pt x="20742" y="74088"/>
                  </a:lnTo>
                  <a:lnTo>
                    <a:pt x="19350" y="70539"/>
                  </a:lnTo>
                  <a:lnTo>
                    <a:pt x="13048" y="65494"/>
                  </a:lnTo>
                  <a:lnTo>
                    <a:pt x="7020" y="54313"/>
                  </a:lnTo>
                  <a:lnTo>
                    <a:pt x="5503" y="49642"/>
                  </a:lnTo>
                  <a:lnTo>
                    <a:pt x="1915" y="45565"/>
                  </a:lnTo>
                  <a:lnTo>
                    <a:pt x="0" y="41965"/>
                  </a:lnTo>
                  <a:lnTo>
                    <a:pt x="381" y="41054"/>
                  </a:lnTo>
                  <a:lnTo>
                    <a:pt x="582" y="41687"/>
                  </a:lnTo>
                  <a:lnTo>
                    <a:pt x="9565" y="45420"/>
                  </a:lnTo>
                  <a:lnTo>
                    <a:pt x="10645" y="45172"/>
                  </a:lnTo>
                  <a:lnTo>
                    <a:pt x="7680" y="39642"/>
                  </a:lnTo>
                  <a:lnTo>
                    <a:pt x="10607" y="36818"/>
                  </a:lnTo>
                  <a:lnTo>
                    <a:pt x="13267" y="35355"/>
                  </a:lnTo>
                  <a:lnTo>
                    <a:pt x="15600" y="34883"/>
                  </a:lnTo>
                  <a:lnTo>
                    <a:pt x="20395" y="35805"/>
                  </a:lnTo>
                  <a:lnTo>
                    <a:pt x="22761" y="36988"/>
                  </a:lnTo>
                  <a:lnTo>
                    <a:pt x="25647" y="36727"/>
                  </a:lnTo>
                  <a:lnTo>
                    <a:pt x="25331" y="30401"/>
                  </a:lnTo>
                  <a:lnTo>
                    <a:pt x="29411" y="30932"/>
                  </a:lnTo>
                  <a:lnTo>
                    <a:pt x="34105" y="28587"/>
                  </a:lnTo>
                  <a:lnTo>
                    <a:pt x="37489" y="27946"/>
                  </a:lnTo>
                  <a:lnTo>
                    <a:pt x="37431" y="19540"/>
                  </a:lnTo>
                  <a:lnTo>
                    <a:pt x="38240" y="15496"/>
                  </a:lnTo>
                  <a:lnTo>
                    <a:pt x="42844" y="18140"/>
                  </a:lnTo>
                  <a:lnTo>
                    <a:pt x="44904" y="11802"/>
                  </a:lnTo>
                  <a:lnTo>
                    <a:pt x="50708" y="9998"/>
                  </a:lnTo>
                  <a:lnTo>
                    <a:pt x="49156" y="3395"/>
                  </a:lnTo>
                  <a:lnTo>
                    <a:pt x="58814" y="0"/>
                  </a:lnTo>
                  <a:lnTo>
                    <a:pt x="59807" y="1310"/>
                  </a:lnTo>
                  <a:lnTo>
                    <a:pt x="62731" y="2002"/>
                  </a:lnTo>
                  <a:lnTo>
                    <a:pt x="64749" y="6259"/>
                  </a:lnTo>
                  <a:lnTo>
                    <a:pt x="65055" y="9937"/>
                  </a:lnTo>
                  <a:lnTo>
                    <a:pt x="67529" y="11453"/>
                  </a:lnTo>
                  <a:lnTo>
                    <a:pt x="76251" y="12711"/>
                  </a:lnTo>
                  <a:lnTo>
                    <a:pt x="80705" y="12314"/>
                  </a:lnTo>
                  <a:lnTo>
                    <a:pt x="80694" y="18216"/>
                  </a:lnTo>
                  <a:lnTo>
                    <a:pt x="85253" y="20161"/>
                  </a:lnTo>
                  <a:lnTo>
                    <a:pt x="87385" y="22910"/>
                  </a:lnTo>
                  <a:close/>
                  <a:moveTo>
                    <a:pt x="55182" y="80900"/>
                  </a:moveTo>
                  <a:lnTo>
                    <a:pt x="57008" y="80759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0" name="ph8700"/>
            <p:cNvSpPr/>
            <p:nvPr/>
          </p:nvSpPr>
          <p:spPr>
            <a:xfrm>
              <a:off x="9826264" y="1520138"/>
              <a:ext cx="107701" cy="77231"/>
            </a:xfrm>
            <a:custGeom>
              <a:avLst/>
              <a:pathLst>
                <a:path w="107701" h="77231">
                  <a:moveTo>
                    <a:pt x="102005" y="5367"/>
                  </a:moveTo>
                  <a:lnTo>
                    <a:pt x="95156" y="16276"/>
                  </a:lnTo>
                  <a:lnTo>
                    <a:pt x="88704" y="15994"/>
                  </a:lnTo>
                  <a:lnTo>
                    <a:pt x="86718" y="17528"/>
                  </a:lnTo>
                  <a:lnTo>
                    <a:pt x="85760" y="19548"/>
                  </a:lnTo>
                  <a:lnTo>
                    <a:pt x="86379" y="20251"/>
                  </a:lnTo>
                  <a:lnTo>
                    <a:pt x="90561" y="18471"/>
                  </a:lnTo>
                  <a:lnTo>
                    <a:pt x="91699" y="21389"/>
                  </a:lnTo>
                  <a:lnTo>
                    <a:pt x="96152" y="21860"/>
                  </a:lnTo>
                  <a:lnTo>
                    <a:pt x="92925" y="24546"/>
                  </a:lnTo>
                  <a:lnTo>
                    <a:pt x="91635" y="28543"/>
                  </a:lnTo>
                  <a:lnTo>
                    <a:pt x="92851" y="29817"/>
                  </a:lnTo>
                  <a:lnTo>
                    <a:pt x="99251" y="32884"/>
                  </a:lnTo>
                  <a:lnTo>
                    <a:pt x="101083" y="36903"/>
                  </a:lnTo>
                  <a:lnTo>
                    <a:pt x="100673" y="41198"/>
                  </a:lnTo>
                  <a:lnTo>
                    <a:pt x="107701" y="41541"/>
                  </a:lnTo>
                  <a:lnTo>
                    <a:pt x="107606" y="44873"/>
                  </a:lnTo>
                  <a:lnTo>
                    <a:pt x="95263" y="44429"/>
                  </a:lnTo>
                  <a:lnTo>
                    <a:pt x="94779" y="56509"/>
                  </a:lnTo>
                  <a:lnTo>
                    <a:pt x="80655" y="55416"/>
                  </a:lnTo>
                  <a:lnTo>
                    <a:pt x="81274" y="60380"/>
                  </a:lnTo>
                  <a:lnTo>
                    <a:pt x="68735" y="57132"/>
                  </a:lnTo>
                  <a:lnTo>
                    <a:pt x="68136" y="67995"/>
                  </a:lnTo>
                  <a:lnTo>
                    <a:pt x="66898" y="67895"/>
                  </a:lnTo>
                  <a:lnTo>
                    <a:pt x="66430" y="76023"/>
                  </a:lnTo>
                  <a:lnTo>
                    <a:pt x="62719" y="76314"/>
                  </a:lnTo>
                  <a:lnTo>
                    <a:pt x="62749" y="66773"/>
                  </a:lnTo>
                  <a:lnTo>
                    <a:pt x="59717" y="65872"/>
                  </a:lnTo>
                  <a:lnTo>
                    <a:pt x="52781" y="65499"/>
                  </a:lnTo>
                  <a:lnTo>
                    <a:pt x="51645" y="64172"/>
                  </a:lnTo>
                  <a:lnTo>
                    <a:pt x="50366" y="64104"/>
                  </a:lnTo>
                  <a:lnTo>
                    <a:pt x="45575" y="68388"/>
                  </a:lnTo>
                  <a:lnTo>
                    <a:pt x="44192" y="70604"/>
                  </a:lnTo>
                  <a:lnTo>
                    <a:pt x="40837" y="76837"/>
                  </a:lnTo>
                  <a:lnTo>
                    <a:pt x="42254" y="77108"/>
                  </a:lnTo>
                  <a:lnTo>
                    <a:pt x="39328" y="77231"/>
                  </a:lnTo>
                  <a:lnTo>
                    <a:pt x="39819" y="76648"/>
                  </a:lnTo>
                  <a:lnTo>
                    <a:pt x="36884" y="70041"/>
                  </a:lnTo>
                  <a:lnTo>
                    <a:pt x="36334" y="61183"/>
                  </a:lnTo>
                  <a:lnTo>
                    <a:pt x="32621" y="58948"/>
                  </a:lnTo>
                  <a:lnTo>
                    <a:pt x="36093" y="40425"/>
                  </a:lnTo>
                  <a:lnTo>
                    <a:pt x="33781" y="39834"/>
                  </a:lnTo>
                  <a:lnTo>
                    <a:pt x="35046" y="30930"/>
                  </a:lnTo>
                  <a:lnTo>
                    <a:pt x="28538" y="25821"/>
                  </a:lnTo>
                  <a:lnTo>
                    <a:pt x="24260" y="28730"/>
                  </a:lnTo>
                  <a:lnTo>
                    <a:pt x="23001" y="32366"/>
                  </a:lnTo>
                  <a:lnTo>
                    <a:pt x="19674" y="33669"/>
                  </a:lnTo>
                  <a:lnTo>
                    <a:pt x="9481" y="32951"/>
                  </a:lnTo>
                  <a:lnTo>
                    <a:pt x="7949" y="29108"/>
                  </a:lnTo>
                  <a:lnTo>
                    <a:pt x="4822" y="29832"/>
                  </a:lnTo>
                  <a:lnTo>
                    <a:pt x="4267" y="24884"/>
                  </a:lnTo>
                  <a:lnTo>
                    <a:pt x="7379" y="23491"/>
                  </a:lnTo>
                  <a:lnTo>
                    <a:pt x="5083" y="7297"/>
                  </a:lnTo>
                  <a:lnTo>
                    <a:pt x="1852" y="93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h8701"/>
            <p:cNvSpPr/>
            <p:nvPr/>
          </p:nvSpPr>
          <p:spPr>
            <a:xfrm>
              <a:off x="9786884" y="1732693"/>
              <a:ext cx="76752" cy="69847"/>
            </a:xfrm>
            <a:custGeom>
              <a:avLst/>
              <a:pathLst>
                <a:path w="76752" h="69847">
                  <a:moveTo>
                    <a:pt x="29743" y="0"/>
                  </a:moveTo>
                  <a:lnTo>
                    <a:pt x="33241" y="912"/>
                  </a:lnTo>
                  <a:lnTo>
                    <a:pt x="28665" y="4787"/>
                  </a:lnTo>
                  <a:lnTo>
                    <a:pt x="28786" y="6084"/>
                  </a:lnTo>
                  <a:lnTo>
                    <a:pt x="32662" y="14231"/>
                  </a:lnTo>
                  <a:lnTo>
                    <a:pt x="33883" y="14453"/>
                  </a:lnTo>
                  <a:lnTo>
                    <a:pt x="35561" y="15988"/>
                  </a:lnTo>
                  <a:lnTo>
                    <a:pt x="38222" y="21074"/>
                  </a:lnTo>
                  <a:lnTo>
                    <a:pt x="39367" y="25447"/>
                  </a:lnTo>
                  <a:lnTo>
                    <a:pt x="46062" y="23764"/>
                  </a:lnTo>
                  <a:lnTo>
                    <a:pt x="48060" y="24264"/>
                  </a:lnTo>
                  <a:lnTo>
                    <a:pt x="50377" y="25241"/>
                  </a:lnTo>
                  <a:lnTo>
                    <a:pt x="47764" y="28637"/>
                  </a:lnTo>
                  <a:lnTo>
                    <a:pt x="53258" y="30445"/>
                  </a:lnTo>
                  <a:lnTo>
                    <a:pt x="54366" y="29981"/>
                  </a:lnTo>
                  <a:lnTo>
                    <a:pt x="53554" y="35556"/>
                  </a:lnTo>
                  <a:lnTo>
                    <a:pt x="54910" y="36026"/>
                  </a:lnTo>
                  <a:lnTo>
                    <a:pt x="59439" y="35774"/>
                  </a:lnTo>
                  <a:lnTo>
                    <a:pt x="66828" y="29680"/>
                  </a:lnTo>
                  <a:lnTo>
                    <a:pt x="68875" y="29592"/>
                  </a:lnTo>
                  <a:lnTo>
                    <a:pt x="72474" y="34579"/>
                  </a:lnTo>
                  <a:lnTo>
                    <a:pt x="76752" y="43989"/>
                  </a:lnTo>
                  <a:lnTo>
                    <a:pt x="75316" y="48622"/>
                  </a:lnTo>
                  <a:lnTo>
                    <a:pt x="74622" y="47255"/>
                  </a:lnTo>
                  <a:lnTo>
                    <a:pt x="64601" y="50353"/>
                  </a:lnTo>
                  <a:lnTo>
                    <a:pt x="63195" y="52011"/>
                  </a:lnTo>
                  <a:lnTo>
                    <a:pt x="60483" y="51940"/>
                  </a:lnTo>
                  <a:lnTo>
                    <a:pt x="56825" y="49561"/>
                  </a:lnTo>
                  <a:lnTo>
                    <a:pt x="56746" y="55656"/>
                  </a:lnTo>
                  <a:lnTo>
                    <a:pt x="53713" y="55769"/>
                  </a:lnTo>
                  <a:lnTo>
                    <a:pt x="51862" y="56979"/>
                  </a:lnTo>
                  <a:lnTo>
                    <a:pt x="53622" y="60196"/>
                  </a:lnTo>
                  <a:lnTo>
                    <a:pt x="52244" y="61132"/>
                  </a:lnTo>
                  <a:lnTo>
                    <a:pt x="49496" y="60264"/>
                  </a:lnTo>
                  <a:lnTo>
                    <a:pt x="46384" y="61236"/>
                  </a:lnTo>
                  <a:lnTo>
                    <a:pt x="44916" y="63706"/>
                  </a:lnTo>
                  <a:lnTo>
                    <a:pt x="46942" y="66892"/>
                  </a:lnTo>
                  <a:lnTo>
                    <a:pt x="49398" y="68793"/>
                  </a:lnTo>
                  <a:lnTo>
                    <a:pt x="46908" y="69847"/>
                  </a:lnTo>
                  <a:lnTo>
                    <a:pt x="42569" y="69232"/>
                  </a:lnTo>
                  <a:lnTo>
                    <a:pt x="42375" y="68183"/>
                  </a:lnTo>
                  <a:lnTo>
                    <a:pt x="40009" y="66848"/>
                  </a:lnTo>
                  <a:lnTo>
                    <a:pt x="24376" y="61095"/>
                  </a:lnTo>
                  <a:lnTo>
                    <a:pt x="17091" y="53873"/>
                  </a:lnTo>
                  <a:lnTo>
                    <a:pt x="13909" y="53276"/>
                  </a:lnTo>
                  <a:lnTo>
                    <a:pt x="12401" y="54756"/>
                  </a:lnTo>
                  <a:lnTo>
                    <a:pt x="11159" y="27973"/>
                  </a:lnTo>
                  <a:lnTo>
                    <a:pt x="6537" y="22034"/>
                  </a:lnTo>
                  <a:lnTo>
                    <a:pt x="3939" y="20960"/>
                  </a:lnTo>
                  <a:lnTo>
                    <a:pt x="2258" y="19044"/>
                  </a:lnTo>
                  <a:lnTo>
                    <a:pt x="2284" y="15876"/>
                  </a:lnTo>
                  <a:lnTo>
                    <a:pt x="4791" y="14093"/>
                  </a:lnTo>
                  <a:lnTo>
                    <a:pt x="7961" y="13132"/>
                  </a:lnTo>
                  <a:lnTo>
                    <a:pt x="8219" y="11769"/>
                  </a:lnTo>
                  <a:lnTo>
                    <a:pt x="4176" y="8755"/>
                  </a:lnTo>
                  <a:lnTo>
                    <a:pt x="2093" y="8429"/>
                  </a:lnTo>
                  <a:lnTo>
                    <a:pt x="0" y="7362"/>
                  </a:lnTo>
                  <a:lnTo>
                    <a:pt x="1980" y="1570"/>
                  </a:lnTo>
                  <a:lnTo>
                    <a:pt x="6413" y="3603"/>
                  </a:lnTo>
                  <a:lnTo>
                    <a:pt x="8076" y="3185"/>
                  </a:lnTo>
                  <a:lnTo>
                    <a:pt x="5616" y="1179"/>
                  </a:lnTo>
                  <a:lnTo>
                    <a:pt x="7810" y="211"/>
                  </a:lnTo>
                  <a:lnTo>
                    <a:pt x="14112" y="133"/>
                  </a:lnTo>
                  <a:lnTo>
                    <a:pt x="17099" y="779"/>
                  </a:lnTo>
                  <a:lnTo>
                    <a:pt x="20210" y="3828"/>
                  </a:lnTo>
                  <a:lnTo>
                    <a:pt x="24342" y="326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h8702"/>
            <p:cNvSpPr/>
            <p:nvPr/>
          </p:nvSpPr>
          <p:spPr>
            <a:xfrm>
              <a:off x="9322890" y="1433313"/>
              <a:ext cx="8988" cy="3968"/>
            </a:xfrm>
            <a:custGeom>
              <a:avLst/>
              <a:pathLst>
                <a:path w="8988" h="3968">
                  <a:moveTo>
                    <a:pt x="6111" y="433"/>
                  </a:move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lnTo>
                    <a:pt x="1205" y="1100"/>
                  </a:lnTo>
                  <a:lnTo>
                    <a:pt x="0" y="0"/>
                  </a:lnTo>
                  <a:lnTo>
                    <a:pt x="492" y="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ph8703"/>
            <p:cNvSpPr/>
            <p:nvPr/>
          </p:nvSpPr>
          <p:spPr>
            <a:xfrm>
              <a:off x="9290517" y="1343310"/>
              <a:ext cx="152020" cy="127541"/>
            </a:xfrm>
            <a:custGeom>
              <a:avLst/>
              <a:pathLst>
                <a:path w="152020" h="127541">
                  <a:moveTo>
                    <a:pt x="23327" y="2563"/>
                  </a:moveTo>
                  <a:lnTo>
                    <a:pt x="26643" y="1783"/>
                  </a:lnTo>
                  <a:lnTo>
                    <a:pt x="27081" y="421"/>
                  </a:lnTo>
                  <a:lnTo>
                    <a:pt x="149301" y="56610"/>
                  </a:lnTo>
                  <a:lnTo>
                    <a:pt x="145650" y="63092"/>
                  </a:lnTo>
                  <a:lnTo>
                    <a:pt x="149012" y="63557"/>
                  </a:lnTo>
                  <a:lnTo>
                    <a:pt x="152020" y="65043"/>
                  </a:lnTo>
                  <a:lnTo>
                    <a:pt x="150341" y="68162"/>
                  </a:lnTo>
                  <a:lnTo>
                    <a:pt x="147097" y="67067"/>
                  </a:lnTo>
                  <a:lnTo>
                    <a:pt x="144782" y="69466"/>
                  </a:lnTo>
                  <a:lnTo>
                    <a:pt x="140143" y="81429"/>
                  </a:lnTo>
                  <a:lnTo>
                    <a:pt x="132582" y="86661"/>
                  </a:lnTo>
                  <a:lnTo>
                    <a:pt x="129888" y="86811"/>
                  </a:lnTo>
                  <a:lnTo>
                    <a:pt x="134430" y="98460"/>
                  </a:lnTo>
                  <a:lnTo>
                    <a:pt x="133068" y="119487"/>
                  </a:lnTo>
                  <a:lnTo>
                    <a:pt x="128841" y="105783"/>
                  </a:lnTo>
                  <a:lnTo>
                    <a:pt x="121854" y="106811"/>
                  </a:lnTo>
                  <a:lnTo>
                    <a:pt x="120244" y="69240"/>
                  </a:lnTo>
                  <a:lnTo>
                    <a:pt x="102188" y="101164"/>
                  </a:lnTo>
                  <a:lnTo>
                    <a:pt x="101142" y="123189"/>
                  </a:lnTo>
                  <a:lnTo>
                    <a:pt x="99499" y="123894"/>
                  </a:lnTo>
                  <a:lnTo>
                    <a:pt x="98143" y="123050"/>
                  </a:lnTo>
                  <a:lnTo>
                    <a:pt x="97072" y="127541"/>
                  </a:lnTo>
                  <a:lnTo>
                    <a:pt x="85803" y="126575"/>
                  </a:lnTo>
                  <a:lnTo>
                    <a:pt x="82182" y="125453"/>
                  </a:lnTo>
                  <a:lnTo>
                    <a:pt x="71660" y="119024"/>
                  </a:lnTo>
                  <a:lnTo>
                    <a:pt x="69960" y="117584"/>
                  </a:lnTo>
                  <a:lnTo>
                    <a:pt x="66771" y="112310"/>
                  </a:lnTo>
                  <a:lnTo>
                    <a:pt x="50557" y="101174"/>
                  </a:lnTo>
                  <a:lnTo>
                    <a:pt x="45507" y="93712"/>
                  </a:lnTo>
                  <a:lnTo>
                    <a:pt x="42738" y="91455"/>
                  </a:lnTo>
                  <a:lnTo>
                    <a:pt x="39120" y="89847"/>
                  </a:lnTo>
                  <a:lnTo>
                    <a:pt x="31592" y="89155"/>
                  </a:lnTo>
                  <a:lnTo>
                    <a:pt x="28682" y="87213"/>
                  </a:lnTo>
                  <a:lnTo>
                    <a:pt x="26940" y="83656"/>
                  </a:lnTo>
                  <a:lnTo>
                    <a:pt x="25282" y="81935"/>
                  </a:lnTo>
                  <a:lnTo>
                    <a:pt x="22586" y="81110"/>
                  </a:lnTo>
                  <a:lnTo>
                    <a:pt x="20491" y="81698"/>
                  </a:lnTo>
                  <a:lnTo>
                    <a:pt x="18697" y="80071"/>
                  </a:lnTo>
                  <a:lnTo>
                    <a:pt x="17281" y="75749"/>
                  </a:lnTo>
                  <a:lnTo>
                    <a:pt x="10503" y="73564"/>
                  </a:lnTo>
                  <a:lnTo>
                    <a:pt x="7893" y="71614"/>
                  </a:lnTo>
                  <a:lnTo>
                    <a:pt x="5371" y="68046"/>
                  </a:lnTo>
                  <a:lnTo>
                    <a:pt x="6024" y="58625"/>
                  </a:lnTo>
                  <a:lnTo>
                    <a:pt x="7543" y="53717"/>
                  </a:lnTo>
                  <a:lnTo>
                    <a:pt x="5374" y="40497"/>
                  </a:lnTo>
                  <a:lnTo>
                    <a:pt x="7189" y="36839"/>
                  </a:lnTo>
                  <a:lnTo>
                    <a:pt x="0" y="28062"/>
                  </a:lnTo>
                  <a:lnTo>
                    <a:pt x="2047" y="24308"/>
                  </a:lnTo>
                  <a:lnTo>
                    <a:pt x="9827" y="17633"/>
                  </a:lnTo>
                  <a:lnTo>
                    <a:pt x="10481" y="15762"/>
                  </a:lnTo>
                  <a:lnTo>
                    <a:pt x="10202" y="11393"/>
                  </a:lnTo>
                  <a:lnTo>
                    <a:pt x="14452" y="5844"/>
                  </a:lnTo>
                  <a:lnTo>
                    <a:pt x="14009" y="2331"/>
                  </a:lnTo>
                  <a:lnTo>
                    <a:pt x="14585" y="768"/>
                  </a:lnTo>
                  <a:lnTo>
                    <a:pt x="20149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4" name="ph8704"/>
            <p:cNvSpPr/>
            <p:nvPr/>
          </p:nvSpPr>
          <p:spPr>
            <a:xfrm>
              <a:off x="9838312" y="1714018"/>
              <a:ext cx="30873" cy="25392"/>
            </a:xfrm>
            <a:custGeom>
              <a:avLst/>
              <a:pathLst>
                <a:path w="30873" h="25392">
                  <a:moveTo>
                    <a:pt x="9168" y="810"/>
                  </a:moveTo>
                  <a:lnTo>
                    <a:pt x="13033" y="2559"/>
                  </a:lnTo>
                  <a:lnTo>
                    <a:pt x="17163" y="3671"/>
                  </a:lnTo>
                  <a:lnTo>
                    <a:pt x="18935" y="8223"/>
                  </a:lnTo>
                  <a:lnTo>
                    <a:pt x="22085" y="8850"/>
                  </a:lnTo>
                  <a:lnTo>
                    <a:pt x="26673" y="12940"/>
                  </a:lnTo>
                  <a:lnTo>
                    <a:pt x="30752" y="11490"/>
                  </a:lnTo>
                  <a:lnTo>
                    <a:pt x="29655" y="12476"/>
                  </a:lnTo>
                  <a:lnTo>
                    <a:pt x="29654" y="18686"/>
                  </a:lnTo>
                  <a:lnTo>
                    <a:pt x="30873" y="22103"/>
                  </a:lnTo>
                  <a:lnTo>
                    <a:pt x="29351" y="24810"/>
                  </a:lnTo>
                  <a:lnTo>
                    <a:pt x="24156" y="25392"/>
                  </a:lnTo>
                  <a:lnTo>
                    <a:pt x="20535" y="22555"/>
                  </a:lnTo>
                  <a:lnTo>
                    <a:pt x="17057" y="24888"/>
                  </a:lnTo>
                  <a:lnTo>
                    <a:pt x="12127" y="19410"/>
                  </a:lnTo>
                  <a:lnTo>
                    <a:pt x="7277" y="18818"/>
                  </a:lnTo>
                  <a:lnTo>
                    <a:pt x="1865" y="20376"/>
                  </a:lnTo>
                  <a:lnTo>
                    <a:pt x="0" y="14465"/>
                  </a:lnTo>
                  <a:lnTo>
                    <a:pt x="5925" y="8594"/>
                  </a:lnTo>
                  <a:lnTo>
                    <a:pt x="343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h8705"/>
            <p:cNvSpPr/>
            <p:nvPr/>
          </p:nvSpPr>
          <p:spPr>
            <a:xfrm>
              <a:off x="9781111" y="1641715"/>
              <a:ext cx="61125" cy="60010"/>
            </a:xfrm>
            <a:custGeom>
              <a:avLst/>
              <a:pathLst>
                <a:path w="61125" h="60010">
                  <a:moveTo>
                    <a:pt x="40153" y="6493"/>
                  </a:moveTo>
                  <a:lnTo>
                    <a:pt x="43226" y="7255"/>
                  </a:lnTo>
                  <a:lnTo>
                    <a:pt x="45098" y="5798"/>
                  </a:lnTo>
                  <a:lnTo>
                    <a:pt x="47661" y="1550"/>
                  </a:lnTo>
                  <a:lnTo>
                    <a:pt x="50219" y="4284"/>
                  </a:lnTo>
                  <a:lnTo>
                    <a:pt x="49249" y="12072"/>
                  </a:lnTo>
                  <a:lnTo>
                    <a:pt x="60107" y="12664"/>
                  </a:lnTo>
                  <a:lnTo>
                    <a:pt x="59265" y="14870"/>
                  </a:lnTo>
                  <a:lnTo>
                    <a:pt x="61125" y="19184"/>
                  </a:lnTo>
                  <a:lnTo>
                    <a:pt x="54799" y="19471"/>
                  </a:lnTo>
                  <a:lnTo>
                    <a:pt x="55179" y="22483"/>
                  </a:lnTo>
                  <a:lnTo>
                    <a:pt x="58246" y="26326"/>
                  </a:lnTo>
                  <a:lnTo>
                    <a:pt x="58819" y="28880"/>
                  </a:lnTo>
                  <a:lnTo>
                    <a:pt x="53795" y="29450"/>
                  </a:lnTo>
                  <a:lnTo>
                    <a:pt x="50018" y="34132"/>
                  </a:lnTo>
                  <a:lnTo>
                    <a:pt x="50658" y="35856"/>
                  </a:lnTo>
                  <a:lnTo>
                    <a:pt x="49371" y="41829"/>
                  </a:lnTo>
                  <a:lnTo>
                    <a:pt x="57146" y="40173"/>
                  </a:lnTo>
                  <a:lnTo>
                    <a:pt x="54619" y="44587"/>
                  </a:lnTo>
                  <a:lnTo>
                    <a:pt x="51441" y="47412"/>
                  </a:lnTo>
                  <a:lnTo>
                    <a:pt x="52466" y="51472"/>
                  </a:lnTo>
                  <a:lnTo>
                    <a:pt x="45639" y="50901"/>
                  </a:lnTo>
                  <a:lnTo>
                    <a:pt x="44663" y="53847"/>
                  </a:lnTo>
                  <a:lnTo>
                    <a:pt x="32782" y="53764"/>
                  </a:lnTo>
                  <a:lnTo>
                    <a:pt x="31469" y="52114"/>
                  </a:lnTo>
                  <a:lnTo>
                    <a:pt x="25708" y="52807"/>
                  </a:lnTo>
                  <a:lnTo>
                    <a:pt x="22314" y="55353"/>
                  </a:lnTo>
                  <a:lnTo>
                    <a:pt x="21995" y="57351"/>
                  </a:lnTo>
                  <a:lnTo>
                    <a:pt x="23575" y="56899"/>
                  </a:lnTo>
                  <a:lnTo>
                    <a:pt x="23803" y="59711"/>
                  </a:lnTo>
                  <a:lnTo>
                    <a:pt x="17770" y="60010"/>
                  </a:lnTo>
                  <a:lnTo>
                    <a:pt x="15601" y="58661"/>
                  </a:lnTo>
                  <a:lnTo>
                    <a:pt x="13920" y="55751"/>
                  </a:lnTo>
                  <a:lnTo>
                    <a:pt x="8963" y="53303"/>
                  </a:lnTo>
                  <a:lnTo>
                    <a:pt x="9267" y="47820"/>
                  </a:lnTo>
                  <a:lnTo>
                    <a:pt x="4515" y="46496"/>
                  </a:lnTo>
                  <a:lnTo>
                    <a:pt x="3734" y="42430"/>
                  </a:lnTo>
                  <a:lnTo>
                    <a:pt x="3092" y="37076"/>
                  </a:lnTo>
                  <a:lnTo>
                    <a:pt x="1162" y="32762"/>
                  </a:lnTo>
                  <a:lnTo>
                    <a:pt x="0" y="25308"/>
                  </a:lnTo>
                  <a:lnTo>
                    <a:pt x="880" y="24883"/>
                  </a:lnTo>
                  <a:lnTo>
                    <a:pt x="9245" y="27379"/>
                  </a:lnTo>
                  <a:lnTo>
                    <a:pt x="9491" y="23787"/>
                  </a:lnTo>
                  <a:lnTo>
                    <a:pt x="8675" y="20479"/>
                  </a:lnTo>
                  <a:lnTo>
                    <a:pt x="5253" y="19276"/>
                  </a:lnTo>
                  <a:lnTo>
                    <a:pt x="12684" y="11877"/>
                  </a:lnTo>
                  <a:lnTo>
                    <a:pt x="19854" y="11033"/>
                  </a:lnTo>
                  <a:lnTo>
                    <a:pt x="26294" y="255"/>
                  </a:lnTo>
                  <a:lnTo>
                    <a:pt x="33515" y="190"/>
                  </a:lnTo>
                  <a:lnTo>
                    <a:pt x="4033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h8706"/>
            <p:cNvSpPr/>
            <p:nvPr/>
          </p:nvSpPr>
          <p:spPr>
            <a:xfrm>
              <a:off x="9744840" y="1692562"/>
              <a:ext cx="44303" cy="20833"/>
            </a:xfrm>
            <a:custGeom>
              <a:avLst/>
              <a:pathLst>
                <a:path w="44303" h="20833">
                  <a:moveTo>
                    <a:pt x="37427" y="3955"/>
                  </a:moveTo>
                  <a:lnTo>
                    <a:pt x="38418" y="4351"/>
                  </a:lnTo>
                  <a:lnTo>
                    <a:pt x="40846" y="12023"/>
                  </a:lnTo>
                  <a:lnTo>
                    <a:pt x="44303" y="12162"/>
                  </a:lnTo>
                  <a:lnTo>
                    <a:pt x="43337" y="15638"/>
                  </a:lnTo>
                  <a:lnTo>
                    <a:pt x="41209" y="14611"/>
                  </a:lnTo>
                  <a:lnTo>
                    <a:pt x="36738" y="14720"/>
                  </a:lnTo>
                  <a:lnTo>
                    <a:pt x="36167" y="12208"/>
                  </a:lnTo>
                  <a:lnTo>
                    <a:pt x="33881" y="9598"/>
                  </a:lnTo>
                  <a:lnTo>
                    <a:pt x="10342" y="20833"/>
                  </a:lnTo>
                  <a:lnTo>
                    <a:pt x="9930" y="19044"/>
                  </a:lnTo>
                  <a:lnTo>
                    <a:pt x="7686" y="9297"/>
                  </a:lnTo>
                  <a:lnTo>
                    <a:pt x="434" y="9748"/>
                  </a:lnTo>
                  <a:lnTo>
                    <a:pt x="0" y="9061"/>
                  </a:lnTo>
                  <a:lnTo>
                    <a:pt x="3677" y="7790"/>
                  </a:lnTo>
                  <a:lnTo>
                    <a:pt x="4169" y="5142"/>
                  </a:lnTo>
                  <a:lnTo>
                    <a:pt x="6612" y="4634"/>
                  </a:lnTo>
                  <a:lnTo>
                    <a:pt x="6336" y="3431"/>
                  </a:lnTo>
                  <a:lnTo>
                    <a:pt x="19453" y="2206"/>
                  </a:lnTo>
                  <a:lnTo>
                    <a:pt x="19505" y="3097"/>
                  </a:lnTo>
                  <a:lnTo>
                    <a:pt x="21220" y="3460"/>
                  </a:lnTo>
                  <a:lnTo>
                    <a:pt x="21801" y="1987"/>
                  </a:lnTo>
                  <a:lnTo>
                    <a:pt x="27104" y="3375"/>
                  </a:lnTo>
                  <a:lnTo>
                    <a:pt x="28158" y="135"/>
                  </a:lnTo>
                  <a:lnTo>
                    <a:pt x="3498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ph8707"/>
            <p:cNvSpPr/>
            <p:nvPr/>
          </p:nvSpPr>
          <p:spPr>
            <a:xfrm>
              <a:off x="9850783" y="1949822"/>
              <a:ext cx="88322" cy="164795"/>
            </a:xfrm>
            <a:custGeom>
              <a:avLst/>
              <a:pathLst>
                <a:path w="88322" h="164795">
                  <a:moveTo>
                    <a:pt x="42476" y="3777"/>
                  </a:moveTo>
                  <a:lnTo>
                    <a:pt x="49103" y="4150"/>
                  </a:lnTo>
                  <a:lnTo>
                    <a:pt x="54079" y="7901"/>
                  </a:lnTo>
                  <a:lnTo>
                    <a:pt x="57522" y="14054"/>
                  </a:lnTo>
                  <a:lnTo>
                    <a:pt x="56847" y="17365"/>
                  </a:lnTo>
                  <a:lnTo>
                    <a:pt x="58163" y="21817"/>
                  </a:lnTo>
                  <a:lnTo>
                    <a:pt x="59889" y="23308"/>
                  </a:lnTo>
                  <a:lnTo>
                    <a:pt x="60844" y="25967"/>
                  </a:lnTo>
                  <a:lnTo>
                    <a:pt x="66827" y="28925"/>
                  </a:lnTo>
                  <a:lnTo>
                    <a:pt x="66406" y="36841"/>
                  </a:lnTo>
                  <a:lnTo>
                    <a:pt x="69016" y="44927"/>
                  </a:lnTo>
                  <a:lnTo>
                    <a:pt x="68717" y="48213"/>
                  </a:lnTo>
                  <a:lnTo>
                    <a:pt x="72410" y="56120"/>
                  </a:lnTo>
                  <a:lnTo>
                    <a:pt x="68577" y="59384"/>
                  </a:lnTo>
                  <a:lnTo>
                    <a:pt x="64175" y="65127"/>
                  </a:lnTo>
                  <a:lnTo>
                    <a:pt x="65133" y="70759"/>
                  </a:lnTo>
                  <a:lnTo>
                    <a:pt x="65975" y="72439"/>
                  </a:lnTo>
                  <a:lnTo>
                    <a:pt x="69342" y="75537"/>
                  </a:lnTo>
                  <a:lnTo>
                    <a:pt x="70459" y="84803"/>
                  </a:lnTo>
                  <a:lnTo>
                    <a:pt x="69402" y="86343"/>
                  </a:lnTo>
                  <a:lnTo>
                    <a:pt x="69673" y="89533"/>
                  </a:lnTo>
                  <a:lnTo>
                    <a:pt x="73959" y="88647"/>
                  </a:lnTo>
                  <a:lnTo>
                    <a:pt x="72741" y="92571"/>
                  </a:lnTo>
                  <a:lnTo>
                    <a:pt x="74841" y="94517"/>
                  </a:lnTo>
                  <a:lnTo>
                    <a:pt x="80042" y="95921"/>
                  </a:lnTo>
                  <a:lnTo>
                    <a:pt x="88322" y="97622"/>
                  </a:lnTo>
                  <a:lnTo>
                    <a:pt x="83739" y="98075"/>
                  </a:lnTo>
                  <a:lnTo>
                    <a:pt x="74427" y="114604"/>
                  </a:lnTo>
                  <a:lnTo>
                    <a:pt x="75345" y="118238"/>
                  </a:lnTo>
                  <a:lnTo>
                    <a:pt x="73416" y="120365"/>
                  </a:lnTo>
                  <a:lnTo>
                    <a:pt x="71061" y="120506"/>
                  </a:lnTo>
                  <a:lnTo>
                    <a:pt x="69014" y="122629"/>
                  </a:lnTo>
                  <a:lnTo>
                    <a:pt x="64171" y="130592"/>
                  </a:lnTo>
                  <a:lnTo>
                    <a:pt x="61036" y="134323"/>
                  </a:lnTo>
                  <a:lnTo>
                    <a:pt x="59312" y="136045"/>
                  </a:lnTo>
                  <a:lnTo>
                    <a:pt x="59019" y="142692"/>
                  </a:lnTo>
                  <a:lnTo>
                    <a:pt x="55622" y="142529"/>
                  </a:lnTo>
                  <a:lnTo>
                    <a:pt x="55643" y="141746"/>
                  </a:lnTo>
                  <a:lnTo>
                    <a:pt x="53124" y="141635"/>
                  </a:lnTo>
                  <a:lnTo>
                    <a:pt x="38031" y="145985"/>
                  </a:lnTo>
                  <a:lnTo>
                    <a:pt x="35736" y="153204"/>
                  </a:lnTo>
                  <a:lnTo>
                    <a:pt x="33179" y="154280"/>
                  </a:lnTo>
                  <a:lnTo>
                    <a:pt x="39385" y="154462"/>
                  </a:lnTo>
                  <a:lnTo>
                    <a:pt x="40414" y="153712"/>
                  </a:lnTo>
                  <a:lnTo>
                    <a:pt x="41371" y="155509"/>
                  </a:lnTo>
                  <a:lnTo>
                    <a:pt x="37124" y="158280"/>
                  </a:lnTo>
                  <a:lnTo>
                    <a:pt x="38728" y="160122"/>
                  </a:lnTo>
                  <a:lnTo>
                    <a:pt x="36322" y="163168"/>
                  </a:lnTo>
                  <a:lnTo>
                    <a:pt x="33405" y="161796"/>
                  </a:lnTo>
                  <a:lnTo>
                    <a:pt x="30326" y="164795"/>
                  </a:lnTo>
                  <a:lnTo>
                    <a:pt x="28911" y="164485"/>
                  </a:lnTo>
                  <a:lnTo>
                    <a:pt x="22915" y="162978"/>
                  </a:lnTo>
                  <a:lnTo>
                    <a:pt x="21404" y="158310"/>
                  </a:lnTo>
                  <a:lnTo>
                    <a:pt x="16744" y="150201"/>
                  </a:lnTo>
                  <a:lnTo>
                    <a:pt x="15763" y="146827"/>
                  </a:lnTo>
                  <a:lnTo>
                    <a:pt x="20343" y="145540"/>
                  </a:lnTo>
                  <a:lnTo>
                    <a:pt x="15321" y="141493"/>
                  </a:lnTo>
                  <a:lnTo>
                    <a:pt x="13706" y="138903"/>
                  </a:lnTo>
                  <a:lnTo>
                    <a:pt x="15341" y="131216"/>
                  </a:lnTo>
                  <a:lnTo>
                    <a:pt x="14099" y="130886"/>
                  </a:lnTo>
                  <a:lnTo>
                    <a:pt x="18471" y="123443"/>
                  </a:lnTo>
                  <a:lnTo>
                    <a:pt x="17554" y="118810"/>
                  </a:lnTo>
                  <a:lnTo>
                    <a:pt x="14790" y="115402"/>
                  </a:lnTo>
                  <a:lnTo>
                    <a:pt x="9633" y="114248"/>
                  </a:lnTo>
                  <a:lnTo>
                    <a:pt x="9292" y="112214"/>
                  </a:lnTo>
                  <a:lnTo>
                    <a:pt x="15630" y="108105"/>
                  </a:lnTo>
                  <a:lnTo>
                    <a:pt x="15535" y="106549"/>
                  </a:lnTo>
                  <a:lnTo>
                    <a:pt x="13153" y="107431"/>
                  </a:lnTo>
                  <a:lnTo>
                    <a:pt x="10518" y="107478"/>
                  </a:lnTo>
                  <a:lnTo>
                    <a:pt x="8596" y="104907"/>
                  </a:lnTo>
                  <a:lnTo>
                    <a:pt x="6096" y="103300"/>
                  </a:lnTo>
                  <a:lnTo>
                    <a:pt x="0" y="101089"/>
                  </a:lnTo>
                  <a:lnTo>
                    <a:pt x="904" y="88718"/>
                  </a:lnTo>
                  <a:lnTo>
                    <a:pt x="2121" y="84632"/>
                  </a:lnTo>
                  <a:lnTo>
                    <a:pt x="263" y="73253"/>
                  </a:lnTo>
                  <a:lnTo>
                    <a:pt x="492" y="68920"/>
                  </a:lnTo>
                  <a:lnTo>
                    <a:pt x="2914" y="67035"/>
                  </a:lnTo>
                  <a:lnTo>
                    <a:pt x="3834" y="69655"/>
                  </a:lnTo>
                  <a:lnTo>
                    <a:pt x="10341" y="70038"/>
                  </a:lnTo>
                  <a:lnTo>
                    <a:pt x="10561" y="65694"/>
                  </a:lnTo>
                  <a:lnTo>
                    <a:pt x="13785" y="65733"/>
                  </a:lnTo>
                  <a:lnTo>
                    <a:pt x="7225" y="54175"/>
                  </a:lnTo>
                  <a:lnTo>
                    <a:pt x="9267" y="52392"/>
                  </a:lnTo>
                  <a:lnTo>
                    <a:pt x="17991" y="47953"/>
                  </a:lnTo>
                  <a:lnTo>
                    <a:pt x="19347" y="47912"/>
                  </a:lnTo>
                  <a:lnTo>
                    <a:pt x="21393" y="49921"/>
                  </a:lnTo>
                  <a:lnTo>
                    <a:pt x="22439" y="52360"/>
                  </a:lnTo>
                  <a:lnTo>
                    <a:pt x="24362" y="53634"/>
                  </a:lnTo>
                  <a:lnTo>
                    <a:pt x="25863" y="52450"/>
                  </a:lnTo>
                  <a:lnTo>
                    <a:pt x="24706" y="47126"/>
                  </a:lnTo>
                  <a:lnTo>
                    <a:pt x="25591" y="45280"/>
                  </a:lnTo>
                  <a:lnTo>
                    <a:pt x="26818" y="46048"/>
                  </a:lnTo>
                  <a:lnTo>
                    <a:pt x="29341" y="40222"/>
                  </a:lnTo>
                  <a:lnTo>
                    <a:pt x="31196" y="37723"/>
                  </a:lnTo>
                  <a:lnTo>
                    <a:pt x="32555" y="37683"/>
                  </a:lnTo>
                  <a:lnTo>
                    <a:pt x="34921" y="36189"/>
                  </a:lnTo>
                  <a:lnTo>
                    <a:pt x="35797" y="33685"/>
                  </a:lnTo>
                  <a:lnTo>
                    <a:pt x="35356" y="24080"/>
                  </a:lnTo>
                  <a:lnTo>
                    <a:pt x="33902" y="21873"/>
                  </a:lnTo>
                  <a:lnTo>
                    <a:pt x="32398" y="20973"/>
                  </a:lnTo>
                  <a:lnTo>
                    <a:pt x="36999" y="13605"/>
                  </a:lnTo>
                  <a:lnTo>
                    <a:pt x="35969" y="8906"/>
                  </a:lnTo>
                  <a:lnTo>
                    <a:pt x="36579" y="7270"/>
                  </a:lnTo>
                  <a:lnTo>
                    <a:pt x="41604" y="7966"/>
                  </a:lnTo>
                  <a:lnTo>
                    <a:pt x="41934" y="6820"/>
                  </a:lnTo>
                  <a:lnTo>
                    <a:pt x="40004" y="2277"/>
                  </a:lnTo>
                  <a:lnTo>
                    <a:pt x="4057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8" name="ph8708"/>
            <p:cNvSpPr/>
            <p:nvPr/>
          </p:nvSpPr>
          <p:spPr>
            <a:xfrm>
              <a:off x="9508016" y="1812184"/>
              <a:ext cx="7506" cy="7737"/>
            </a:xfrm>
            <a:custGeom>
              <a:avLst/>
              <a:pathLst>
                <a:path w="7506" h="7737">
                  <a:moveTo>
                    <a:pt x="6098" y="7192"/>
                  </a:move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lnTo>
                    <a:pt x="283" y="504"/>
                  </a:ln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h8709"/>
            <p:cNvSpPr/>
            <p:nvPr/>
          </p:nvSpPr>
          <p:spPr>
            <a:xfrm>
              <a:off x="9541338" y="1814066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h8710"/>
            <p:cNvSpPr/>
            <p:nvPr/>
          </p:nvSpPr>
          <p:spPr>
            <a:xfrm>
              <a:off x="9576051" y="1806826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ph8711"/>
            <p:cNvSpPr/>
            <p:nvPr/>
          </p:nvSpPr>
          <p:spPr>
            <a:xfrm>
              <a:off x="9552290" y="1703097"/>
              <a:ext cx="192137" cy="178908"/>
            </a:xfrm>
            <a:custGeom>
              <a:avLst/>
              <a:pathLst>
                <a:path w="192137" h="178908">
                  <a:moveTo>
                    <a:pt x="58345" y="11997"/>
                  </a:moveTo>
                  <a:lnTo>
                    <a:pt x="52404" y="16893"/>
                  </a:lnTo>
                  <a:lnTo>
                    <a:pt x="53126" y="17813"/>
                  </a:lnTo>
                  <a:lnTo>
                    <a:pt x="59503" y="13226"/>
                  </a:lnTo>
                  <a:lnTo>
                    <a:pt x="60923" y="14926"/>
                  </a:lnTo>
                  <a:lnTo>
                    <a:pt x="63107" y="14781"/>
                  </a:lnTo>
                  <a:lnTo>
                    <a:pt x="65935" y="12044"/>
                  </a:lnTo>
                  <a:lnTo>
                    <a:pt x="63506" y="8996"/>
                  </a:lnTo>
                  <a:lnTo>
                    <a:pt x="62179" y="8790"/>
                  </a:lnTo>
                  <a:lnTo>
                    <a:pt x="61857" y="8097"/>
                  </a:lnTo>
                  <a:lnTo>
                    <a:pt x="62453" y="7332"/>
                  </a:lnTo>
                  <a:lnTo>
                    <a:pt x="69837" y="8430"/>
                  </a:lnTo>
                  <a:lnTo>
                    <a:pt x="75910" y="5990"/>
                  </a:lnTo>
                  <a:lnTo>
                    <a:pt x="79299" y="55"/>
                  </a:lnTo>
                  <a:lnTo>
                    <a:pt x="90195" y="4184"/>
                  </a:lnTo>
                  <a:lnTo>
                    <a:pt x="95403" y="7058"/>
                  </a:lnTo>
                  <a:lnTo>
                    <a:pt x="92622" y="8438"/>
                  </a:lnTo>
                  <a:lnTo>
                    <a:pt x="92588" y="16467"/>
                  </a:lnTo>
                  <a:lnTo>
                    <a:pt x="96722" y="18265"/>
                  </a:lnTo>
                  <a:lnTo>
                    <a:pt x="98954" y="12555"/>
                  </a:lnTo>
                  <a:lnTo>
                    <a:pt x="101043" y="19967"/>
                  </a:lnTo>
                  <a:lnTo>
                    <a:pt x="110615" y="21048"/>
                  </a:lnTo>
                  <a:lnTo>
                    <a:pt x="115209" y="23731"/>
                  </a:lnTo>
                  <a:lnTo>
                    <a:pt x="113554" y="29332"/>
                  </a:lnTo>
                  <a:lnTo>
                    <a:pt x="118144" y="30413"/>
                  </a:lnTo>
                  <a:lnTo>
                    <a:pt x="118534" y="28831"/>
                  </a:lnTo>
                  <a:lnTo>
                    <a:pt x="127083" y="30768"/>
                  </a:lnTo>
                  <a:lnTo>
                    <a:pt x="126245" y="33558"/>
                  </a:lnTo>
                  <a:lnTo>
                    <a:pt x="123955" y="40011"/>
                  </a:lnTo>
                  <a:lnTo>
                    <a:pt x="128741" y="40703"/>
                  </a:lnTo>
                  <a:lnTo>
                    <a:pt x="132502" y="39690"/>
                  </a:lnTo>
                  <a:lnTo>
                    <a:pt x="132957" y="43608"/>
                  </a:lnTo>
                  <a:lnTo>
                    <a:pt x="122549" y="43264"/>
                  </a:lnTo>
                  <a:lnTo>
                    <a:pt x="122309" y="46567"/>
                  </a:lnTo>
                  <a:lnTo>
                    <a:pt x="125486" y="45869"/>
                  </a:lnTo>
                  <a:lnTo>
                    <a:pt x="127384" y="49071"/>
                  </a:lnTo>
                  <a:lnTo>
                    <a:pt x="127206" y="51640"/>
                  </a:lnTo>
                  <a:lnTo>
                    <a:pt x="141655" y="52577"/>
                  </a:lnTo>
                  <a:lnTo>
                    <a:pt x="143187" y="49579"/>
                  </a:lnTo>
                  <a:lnTo>
                    <a:pt x="148206" y="46561"/>
                  </a:lnTo>
                  <a:lnTo>
                    <a:pt x="150491" y="46965"/>
                  </a:lnTo>
                  <a:lnTo>
                    <a:pt x="153942" y="48074"/>
                  </a:lnTo>
                  <a:lnTo>
                    <a:pt x="151415" y="52356"/>
                  </a:lnTo>
                  <a:lnTo>
                    <a:pt x="156651" y="57440"/>
                  </a:lnTo>
                  <a:lnTo>
                    <a:pt x="157076" y="55643"/>
                  </a:lnTo>
                  <a:lnTo>
                    <a:pt x="162878" y="50640"/>
                  </a:lnTo>
                  <a:lnTo>
                    <a:pt x="160481" y="45552"/>
                  </a:lnTo>
                  <a:lnTo>
                    <a:pt x="168754" y="45664"/>
                  </a:lnTo>
                  <a:lnTo>
                    <a:pt x="173488" y="53455"/>
                  </a:lnTo>
                  <a:lnTo>
                    <a:pt x="176366" y="56894"/>
                  </a:lnTo>
                  <a:lnTo>
                    <a:pt x="169719" y="59214"/>
                  </a:lnTo>
                  <a:lnTo>
                    <a:pt x="172413" y="61682"/>
                  </a:lnTo>
                  <a:lnTo>
                    <a:pt x="173607" y="61160"/>
                  </a:lnTo>
                  <a:lnTo>
                    <a:pt x="178890" y="65977"/>
                  </a:lnTo>
                  <a:lnTo>
                    <a:pt x="179972" y="68068"/>
                  </a:lnTo>
                  <a:lnTo>
                    <a:pt x="178512" y="75184"/>
                  </a:lnTo>
                  <a:lnTo>
                    <a:pt x="175639" y="77941"/>
                  </a:lnTo>
                  <a:lnTo>
                    <a:pt x="175065" y="77168"/>
                  </a:lnTo>
                  <a:lnTo>
                    <a:pt x="173742" y="77327"/>
                  </a:lnTo>
                  <a:lnTo>
                    <a:pt x="171880" y="84758"/>
                  </a:lnTo>
                  <a:lnTo>
                    <a:pt x="174097" y="84780"/>
                  </a:lnTo>
                  <a:lnTo>
                    <a:pt x="174163" y="88540"/>
                  </a:lnTo>
                  <a:lnTo>
                    <a:pt x="179224" y="90714"/>
                  </a:lnTo>
                  <a:lnTo>
                    <a:pt x="180960" y="85755"/>
                  </a:lnTo>
                  <a:lnTo>
                    <a:pt x="182813" y="82919"/>
                  </a:lnTo>
                  <a:lnTo>
                    <a:pt x="191213" y="89004"/>
                  </a:lnTo>
                  <a:lnTo>
                    <a:pt x="192137" y="93642"/>
                  </a:lnTo>
                  <a:lnTo>
                    <a:pt x="190525" y="93046"/>
                  </a:lnTo>
                  <a:lnTo>
                    <a:pt x="184323" y="93064"/>
                  </a:lnTo>
                  <a:lnTo>
                    <a:pt x="183559" y="93256"/>
                  </a:lnTo>
                  <a:lnTo>
                    <a:pt x="183723" y="96221"/>
                  </a:lnTo>
                  <a:lnTo>
                    <a:pt x="185552" y="96168"/>
                  </a:lnTo>
                  <a:lnTo>
                    <a:pt x="173907" y="97427"/>
                  </a:lnTo>
                  <a:lnTo>
                    <a:pt x="172548" y="96942"/>
                  </a:lnTo>
                  <a:lnTo>
                    <a:pt x="169723" y="93534"/>
                  </a:lnTo>
                  <a:lnTo>
                    <a:pt x="168106" y="93489"/>
                  </a:lnTo>
                  <a:lnTo>
                    <a:pt x="169153" y="97312"/>
                  </a:lnTo>
                  <a:lnTo>
                    <a:pt x="157777" y="93862"/>
                  </a:lnTo>
                  <a:lnTo>
                    <a:pt x="150433" y="94930"/>
                  </a:lnTo>
                  <a:lnTo>
                    <a:pt x="148765" y="96088"/>
                  </a:lnTo>
                  <a:lnTo>
                    <a:pt x="150007" y="97925"/>
                  </a:lnTo>
                  <a:lnTo>
                    <a:pt x="146758" y="99486"/>
                  </a:lnTo>
                  <a:lnTo>
                    <a:pt x="141930" y="100100"/>
                  </a:lnTo>
                  <a:lnTo>
                    <a:pt x="139266" y="99578"/>
                  </a:lnTo>
                  <a:lnTo>
                    <a:pt x="139006" y="108052"/>
                  </a:lnTo>
                  <a:lnTo>
                    <a:pt x="140005" y="108338"/>
                  </a:lnTo>
                  <a:lnTo>
                    <a:pt x="139006" y="117698"/>
                  </a:lnTo>
                  <a:lnTo>
                    <a:pt x="139632" y="120186"/>
                  </a:lnTo>
                  <a:lnTo>
                    <a:pt x="143576" y="119162"/>
                  </a:lnTo>
                  <a:lnTo>
                    <a:pt x="145310" y="122031"/>
                  </a:lnTo>
                  <a:lnTo>
                    <a:pt x="141645" y="125499"/>
                  </a:lnTo>
                  <a:lnTo>
                    <a:pt x="144019" y="128252"/>
                  </a:lnTo>
                  <a:lnTo>
                    <a:pt x="141949" y="129391"/>
                  </a:lnTo>
                  <a:lnTo>
                    <a:pt x="135755" y="128413"/>
                  </a:lnTo>
                  <a:lnTo>
                    <a:pt x="139598" y="133488"/>
                  </a:lnTo>
                  <a:lnTo>
                    <a:pt x="129940" y="136884"/>
                  </a:lnTo>
                  <a:lnTo>
                    <a:pt x="131493" y="143486"/>
                  </a:lnTo>
                  <a:lnTo>
                    <a:pt x="125689" y="145291"/>
                  </a:lnTo>
                  <a:lnTo>
                    <a:pt x="123629" y="151628"/>
                  </a:lnTo>
                  <a:lnTo>
                    <a:pt x="119025" y="148984"/>
                  </a:lnTo>
                  <a:lnTo>
                    <a:pt x="118216" y="153029"/>
                  </a:lnTo>
                  <a:lnTo>
                    <a:pt x="118274" y="161434"/>
                  </a:lnTo>
                  <a:lnTo>
                    <a:pt x="114890" y="162076"/>
                  </a:lnTo>
                  <a:lnTo>
                    <a:pt x="110195" y="164421"/>
                  </a:lnTo>
                  <a:lnTo>
                    <a:pt x="106115" y="163890"/>
                  </a:lnTo>
                  <a:lnTo>
                    <a:pt x="106432" y="170216"/>
                  </a:lnTo>
                  <a:lnTo>
                    <a:pt x="103546" y="170477"/>
                  </a:lnTo>
                  <a:lnTo>
                    <a:pt x="101179" y="169294"/>
                  </a:lnTo>
                  <a:lnTo>
                    <a:pt x="96385" y="168371"/>
                  </a:lnTo>
                  <a:lnTo>
                    <a:pt x="94051" y="168844"/>
                  </a:lnTo>
                  <a:lnTo>
                    <a:pt x="91391" y="170306"/>
                  </a:lnTo>
                  <a:lnTo>
                    <a:pt x="88465" y="173131"/>
                  </a:lnTo>
                  <a:lnTo>
                    <a:pt x="91429" y="178660"/>
                  </a:lnTo>
                  <a:lnTo>
                    <a:pt x="90350" y="178908"/>
                  </a:lnTo>
                  <a:lnTo>
                    <a:pt x="81367" y="175175"/>
                  </a:lnTo>
                  <a:lnTo>
                    <a:pt x="81165" y="174543"/>
                  </a:lnTo>
                  <a:lnTo>
                    <a:pt x="80420" y="172462"/>
                  </a:lnTo>
                  <a:lnTo>
                    <a:pt x="76683" y="169848"/>
                  </a:lnTo>
                  <a:lnTo>
                    <a:pt x="74080" y="167016"/>
                  </a:lnTo>
                  <a:lnTo>
                    <a:pt x="74341" y="161936"/>
                  </a:lnTo>
                  <a:lnTo>
                    <a:pt x="71955" y="159023"/>
                  </a:lnTo>
                  <a:lnTo>
                    <a:pt x="67281" y="156377"/>
                  </a:lnTo>
                  <a:lnTo>
                    <a:pt x="61732" y="154332"/>
                  </a:lnTo>
                  <a:lnTo>
                    <a:pt x="55368" y="150504"/>
                  </a:lnTo>
                  <a:lnTo>
                    <a:pt x="48572" y="148440"/>
                  </a:lnTo>
                  <a:lnTo>
                    <a:pt x="48283" y="143912"/>
                  </a:lnTo>
                  <a:lnTo>
                    <a:pt x="46240" y="140513"/>
                  </a:lnTo>
                  <a:lnTo>
                    <a:pt x="43021" y="130086"/>
                  </a:lnTo>
                  <a:lnTo>
                    <a:pt x="29779" y="117755"/>
                  </a:lnTo>
                  <a:lnTo>
                    <a:pt x="25946" y="111137"/>
                  </a:lnTo>
                  <a:lnTo>
                    <a:pt x="26350" y="110279"/>
                  </a:lnTo>
                  <a:lnTo>
                    <a:pt x="31240" y="107728"/>
                  </a:lnTo>
                  <a:lnTo>
                    <a:pt x="32945" y="112692"/>
                  </a:lnTo>
                  <a:lnTo>
                    <a:pt x="33414" y="113063"/>
                  </a:lnTo>
                  <a:lnTo>
                    <a:pt x="35502" y="111564"/>
                  </a:lnTo>
                  <a:lnTo>
                    <a:pt x="36050" y="107709"/>
                  </a:lnTo>
                  <a:lnTo>
                    <a:pt x="32954" y="103339"/>
                  </a:lnTo>
                  <a:lnTo>
                    <a:pt x="30805" y="104415"/>
                  </a:lnTo>
                  <a:lnTo>
                    <a:pt x="28690" y="104281"/>
                  </a:lnTo>
                  <a:lnTo>
                    <a:pt x="24426" y="100677"/>
                  </a:lnTo>
                  <a:lnTo>
                    <a:pt x="18555" y="98221"/>
                  </a:lnTo>
                  <a:lnTo>
                    <a:pt x="16687" y="93840"/>
                  </a:lnTo>
                  <a:lnTo>
                    <a:pt x="11507" y="86205"/>
                  </a:lnTo>
                  <a:lnTo>
                    <a:pt x="4344" y="84205"/>
                  </a:lnTo>
                  <a:lnTo>
                    <a:pt x="4183" y="83741"/>
                  </a:lnTo>
                  <a:lnTo>
                    <a:pt x="6710" y="81884"/>
                  </a:lnTo>
                  <a:lnTo>
                    <a:pt x="3716" y="71205"/>
                  </a:lnTo>
                  <a:lnTo>
                    <a:pt x="6220" y="66794"/>
                  </a:lnTo>
                  <a:lnTo>
                    <a:pt x="1628" y="55214"/>
                  </a:lnTo>
                  <a:lnTo>
                    <a:pt x="2737" y="50757"/>
                  </a:lnTo>
                  <a:lnTo>
                    <a:pt x="2287" y="47434"/>
                  </a:lnTo>
                  <a:lnTo>
                    <a:pt x="0" y="42081"/>
                  </a:lnTo>
                  <a:lnTo>
                    <a:pt x="4282" y="40392"/>
                  </a:lnTo>
                  <a:lnTo>
                    <a:pt x="5602" y="41747"/>
                  </a:lnTo>
                  <a:lnTo>
                    <a:pt x="21366" y="43387"/>
                  </a:lnTo>
                  <a:lnTo>
                    <a:pt x="25409" y="25674"/>
                  </a:lnTo>
                  <a:lnTo>
                    <a:pt x="35228" y="13844"/>
                  </a:lnTo>
                  <a:lnTo>
                    <a:pt x="35813" y="11556"/>
                  </a:lnTo>
                  <a:lnTo>
                    <a:pt x="32292" y="7447"/>
                  </a:lnTo>
                  <a:lnTo>
                    <a:pt x="40866" y="317"/>
                  </a:lnTo>
                  <a:lnTo>
                    <a:pt x="42748" y="2586"/>
                  </a:lnTo>
                  <a:lnTo>
                    <a:pt x="46112" y="0"/>
                  </a:lnTo>
                  <a:lnTo>
                    <a:pt x="51323" y="5375"/>
                  </a:lnTo>
                  <a:lnTo>
                    <a:pt x="53797" y="599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ph8712"/>
            <p:cNvSpPr/>
            <p:nvPr/>
          </p:nvSpPr>
          <p:spPr>
            <a:xfrm>
              <a:off x="9514069" y="1755685"/>
              <a:ext cx="40324" cy="56127"/>
            </a:xfrm>
            <a:custGeom>
              <a:avLst/>
              <a:pathLst>
                <a:path w="40324" h="56127">
                  <a:moveTo>
                    <a:pt x="36992" y="16943"/>
                  </a:move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lnTo>
                    <a:pt x="2206" y="41954"/>
                  </a:ln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h8713"/>
            <p:cNvSpPr/>
            <p:nvPr/>
          </p:nvSpPr>
          <p:spPr>
            <a:xfrm>
              <a:off x="9706422" y="1592768"/>
              <a:ext cx="45845" cy="59433"/>
            </a:xfrm>
            <a:custGeom>
              <a:avLst/>
              <a:pathLst>
                <a:path w="45845" h="59433">
                  <a:moveTo>
                    <a:pt x="16520" y="1146"/>
                  </a:moveTo>
                  <a:lnTo>
                    <a:pt x="16082" y="12727"/>
                  </a:lnTo>
                  <a:lnTo>
                    <a:pt x="18081" y="12806"/>
                  </a:lnTo>
                  <a:lnTo>
                    <a:pt x="17567" y="10597"/>
                  </a:lnTo>
                  <a:lnTo>
                    <a:pt x="21420" y="10565"/>
                  </a:lnTo>
                  <a:lnTo>
                    <a:pt x="21317" y="12830"/>
                  </a:lnTo>
                  <a:lnTo>
                    <a:pt x="28715" y="7093"/>
                  </a:lnTo>
                  <a:lnTo>
                    <a:pt x="39968" y="6992"/>
                  </a:lnTo>
                  <a:lnTo>
                    <a:pt x="40275" y="5938"/>
                  </a:lnTo>
                  <a:lnTo>
                    <a:pt x="42710" y="7157"/>
                  </a:lnTo>
                  <a:lnTo>
                    <a:pt x="43656" y="10392"/>
                  </a:lnTo>
                  <a:lnTo>
                    <a:pt x="37644" y="13375"/>
                  </a:lnTo>
                  <a:lnTo>
                    <a:pt x="37810" y="15943"/>
                  </a:lnTo>
                  <a:lnTo>
                    <a:pt x="39532" y="19442"/>
                  </a:lnTo>
                  <a:lnTo>
                    <a:pt x="44949" y="24193"/>
                  </a:lnTo>
                  <a:lnTo>
                    <a:pt x="45845" y="26340"/>
                  </a:lnTo>
                  <a:lnTo>
                    <a:pt x="43269" y="32654"/>
                  </a:lnTo>
                  <a:lnTo>
                    <a:pt x="45529" y="32141"/>
                  </a:lnTo>
                  <a:lnTo>
                    <a:pt x="45636" y="34526"/>
                  </a:lnTo>
                  <a:lnTo>
                    <a:pt x="44793" y="39102"/>
                  </a:lnTo>
                  <a:lnTo>
                    <a:pt x="43629" y="41265"/>
                  </a:lnTo>
                  <a:lnTo>
                    <a:pt x="44337" y="43380"/>
                  </a:lnTo>
                  <a:lnTo>
                    <a:pt x="36452" y="46355"/>
                  </a:lnTo>
                  <a:lnTo>
                    <a:pt x="38080" y="51018"/>
                  </a:lnTo>
                  <a:lnTo>
                    <a:pt x="35603" y="52942"/>
                  </a:lnTo>
                  <a:lnTo>
                    <a:pt x="33039" y="54342"/>
                  </a:lnTo>
                  <a:lnTo>
                    <a:pt x="27983" y="55647"/>
                  </a:lnTo>
                  <a:lnTo>
                    <a:pt x="24264" y="51775"/>
                  </a:lnTo>
                  <a:lnTo>
                    <a:pt x="23174" y="52125"/>
                  </a:lnTo>
                  <a:lnTo>
                    <a:pt x="20209" y="59018"/>
                  </a:lnTo>
                  <a:lnTo>
                    <a:pt x="4851" y="59433"/>
                  </a:lnTo>
                  <a:lnTo>
                    <a:pt x="4482" y="56178"/>
                  </a:lnTo>
                  <a:lnTo>
                    <a:pt x="125" y="55018"/>
                  </a:lnTo>
                  <a:lnTo>
                    <a:pt x="572" y="53042"/>
                  </a:lnTo>
                  <a:lnTo>
                    <a:pt x="0" y="49496"/>
                  </a:lnTo>
                  <a:lnTo>
                    <a:pt x="4253" y="46070"/>
                  </a:lnTo>
                  <a:lnTo>
                    <a:pt x="1786" y="37679"/>
                  </a:lnTo>
                  <a:lnTo>
                    <a:pt x="643" y="28740"/>
                  </a:lnTo>
                  <a:lnTo>
                    <a:pt x="1283" y="27860"/>
                  </a:lnTo>
                  <a:lnTo>
                    <a:pt x="3023" y="25231"/>
                  </a:lnTo>
                  <a:lnTo>
                    <a:pt x="2584" y="23359"/>
                  </a:lnTo>
                  <a:lnTo>
                    <a:pt x="3172" y="20990"/>
                  </a:lnTo>
                  <a:lnTo>
                    <a:pt x="5243" y="18620"/>
                  </a:lnTo>
                  <a:lnTo>
                    <a:pt x="11975" y="14677"/>
                  </a:lnTo>
                  <a:lnTo>
                    <a:pt x="10564" y="5056"/>
                  </a:lnTo>
                  <a:lnTo>
                    <a:pt x="1307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h8714"/>
            <p:cNvSpPr/>
            <p:nvPr/>
          </p:nvSpPr>
          <p:spPr>
            <a:xfrm>
              <a:off x="9689966" y="1895378"/>
              <a:ext cx="33672" cy="31849"/>
            </a:xfrm>
            <a:custGeom>
              <a:avLst/>
              <a:pathLst>
                <a:path w="33672" h="31849">
                  <a:moveTo>
                    <a:pt x="14324" y="0"/>
                  </a:moveTo>
                  <a:lnTo>
                    <a:pt x="22408" y="987"/>
                  </a:lnTo>
                  <a:lnTo>
                    <a:pt x="23525" y="2800"/>
                  </a:lnTo>
                  <a:lnTo>
                    <a:pt x="22948" y="4017"/>
                  </a:lnTo>
                  <a:lnTo>
                    <a:pt x="33426" y="12342"/>
                  </a:lnTo>
                  <a:lnTo>
                    <a:pt x="33672" y="15252"/>
                  </a:lnTo>
                  <a:lnTo>
                    <a:pt x="24608" y="31849"/>
                  </a:lnTo>
                  <a:lnTo>
                    <a:pt x="17679" y="30819"/>
                  </a:lnTo>
                  <a:lnTo>
                    <a:pt x="10431" y="28170"/>
                  </a:lnTo>
                  <a:lnTo>
                    <a:pt x="3234" y="26465"/>
                  </a:lnTo>
                  <a:lnTo>
                    <a:pt x="1901" y="25908"/>
                  </a:lnTo>
                  <a:lnTo>
                    <a:pt x="191" y="21931"/>
                  </a:lnTo>
                  <a:lnTo>
                    <a:pt x="290" y="21187"/>
                  </a:lnTo>
                  <a:lnTo>
                    <a:pt x="0" y="20365"/>
                  </a:lnTo>
                  <a:lnTo>
                    <a:pt x="2993" y="17888"/>
                  </a:lnTo>
                  <a:lnTo>
                    <a:pt x="6363" y="12526"/>
                  </a:lnTo>
                  <a:lnTo>
                    <a:pt x="5842" y="11754"/>
                  </a:lnTo>
                  <a:lnTo>
                    <a:pt x="6208" y="8327"/>
                  </a:lnTo>
                  <a:lnTo>
                    <a:pt x="10396" y="6034"/>
                  </a:lnTo>
                  <a:lnTo>
                    <a:pt x="11226" y="1008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ph8715"/>
            <p:cNvSpPr/>
            <p:nvPr/>
          </p:nvSpPr>
          <p:spPr>
            <a:xfrm>
              <a:off x="9796597" y="1545959"/>
              <a:ext cx="69486" cy="71959"/>
            </a:xfrm>
            <a:custGeom>
              <a:avLst/>
              <a:pathLst>
                <a:path w="69486" h="71959">
                  <a:moveTo>
                    <a:pt x="64713" y="5109"/>
                  </a:moveTo>
                  <a:lnTo>
                    <a:pt x="63448" y="14012"/>
                  </a:lnTo>
                  <a:lnTo>
                    <a:pt x="65760" y="14604"/>
                  </a:lnTo>
                  <a:lnTo>
                    <a:pt x="62289" y="33127"/>
                  </a:lnTo>
                  <a:lnTo>
                    <a:pt x="66001" y="35362"/>
                  </a:lnTo>
                  <a:lnTo>
                    <a:pt x="66551" y="44220"/>
                  </a:lnTo>
                  <a:lnTo>
                    <a:pt x="69486" y="50827"/>
                  </a:lnTo>
                  <a:lnTo>
                    <a:pt x="68995" y="51410"/>
                  </a:lnTo>
                  <a:lnTo>
                    <a:pt x="66620" y="51583"/>
                  </a:lnTo>
                  <a:lnTo>
                    <a:pt x="63553" y="50565"/>
                  </a:lnTo>
                  <a:lnTo>
                    <a:pt x="60929" y="47571"/>
                  </a:lnTo>
                  <a:lnTo>
                    <a:pt x="59507" y="47988"/>
                  </a:lnTo>
                  <a:lnTo>
                    <a:pt x="56456" y="56408"/>
                  </a:lnTo>
                  <a:lnTo>
                    <a:pt x="48906" y="54985"/>
                  </a:lnTo>
                  <a:lnTo>
                    <a:pt x="38969" y="70648"/>
                  </a:lnTo>
                  <a:lnTo>
                    <a:pt x="35439" y="71959"/>
                  </a:lnTo>
                  <a:lnTo>
                    <a:pt x="35780" y="70218"/>
                  </a:lnTo>
                  <a:lnTo>
                    <a:pt x="35084" y="69959"/>
                  </a:lnTo>
                  <a:lnTo>
                    <a:pt x="24702" y="68641"/>
                  </a:lnTo>
                  <a:lnTo>
                    <a:pt x="23509" y="69276"/>
                  </a:lnTo>
                  <a:lnTo>
                    <a:pt x="21826" y="67637"/>
                  </a:lnTo>
                  <a:lnTo>
                    <a:pt x="21902" y="64428"/>
                  </a:lnTo>
                  <a:lnTo>
                    <a:pt x="12566" y="60148"/>
                  </a:lnTo>
                  <a:lnTo>
                    <a:pt x="13624" y="58098"/>
                  </a:lnTo>
                  <a:lnTo>
                    <a:pt x="16197" y="58618"/>
                  </a:lnTo>
                  <a:lnTo>
                    <a:pt x="20908" y="57815"/>
                  </a:lnTo>
                  <a:lnTo>
                    <a:pt x="15918" y="48707"/>
                  </a:lnTo>
                  <a:lnTo>
                    <a:pt x="16370" y="43881"/>
                  </a:lnTo>
                  <a:lnTo>
                    <a:pt x="13732" y="41554"/>
                  </a:lnTo>
                  <a:lnTo>
                    <a:pt x="14032" y="35227"/>
                  </a:lnTo>
                  <a:lnTo>
                    <a:pt x="12444" y="32119"/>
                  </a:lnTo>
                  <a:lnTo>
                    <a:pt x="9938" y="32015"/>
                  </a:lnTo>
                  <a:lnTo>
                    <a:pt x="3789" y="28755"/>
                  </a:lnTo>
                  <a:lnTo>
                    <a:pt x="3699" y="25091"/>
                  </a:lnTo>
                  <a:lnTo>
                    <a:pt x="2887" y="25552"/>
                  </a:lnTo>
                  <a:lnTo>
                    <a:pt x="47" y="24407"/>
                  </a:lnTo>
                  <a:lnTo>
                    <a:pt x="0" y="17574"/>
                  </a:lnTo>
                  <a:lnTo>
                    <a:pt x="2841" y="17897"/>
                  </a:lnTo>
                  <a:lnTo>
                    <a:pt x="9121" y="16214"/>
                  </a:lnTo>
                  <a:lnTo>
                    <a:pt x="9369" y="13014"/>
                  </a:lnTo>
                  <a:lnTo>
                    <a:pt x="15866" y="8720"/>
                  </a:lnTo>
                  <a:lnTo>
                    <a:pt x="18326" y="7102"/>
                  </a:lnTo>
                  <a:lnTo>
                    <a:pt x="18669" y="3144"/>
                  </a:lnTo>
                  <a:lnTo>
                    <a:pt x="34489" y="4011"/>
                  </a:lnTo>
                  <a:lnTo>
                    <a:pt x="37616" y="3287"/>
                  </a:lnTo>
                  <a:lnTo>
                    <a:pt x="39148" y="7130"/>
                  </a:lnTo>
                  <a:lnTo>
                    <a:pt x="49342" y="7848"/>
                  </a:lnTo>
                  <a:lnTo>
                    <a:pt x="52668" y="6544"/>
                  </a:lnTo>
                  <a:lnTo>
                    <a:pt x="53927" y="2909"/>
                  </a:lnTo>
                  <a:lnTo>
                    <a:pt x="5820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h8716"/>
            <p:cNvSpPr/>
            <p:nvPr/>
          </p:nvSpPr>
          <p:spPr>
            <a:xfrm>
              <a:off x="9857845" y="1806017"/>
              <a:ext cx="47638" cy="26284"/>
            </a:xfrm>
            <a:custGeom>
              <a:avLst/>
              <a:pathLst>
                <a:path w="47638" h="26284">
                  <a:moveTo>
                    <a:pt x="20893" y="288"/>
                  </a:moveTo>
                  <a:lnTo>
                    <a:pt x="22290" y="3540"/>
                  </a:lnTo>
                  <a:lnTo>
                    <a:pt x="30493" y="3022"/>
                  </a:lnTo>
                  <a:lnTo>
                    <a:pt x="30030" y="441"/>
                  </a:lnTo>
                  <a:lnTo>
                    <a:pt x="34332" y="2201"/>
                  </a:lnTo>
                  <a:lnTo>
                    <a:pt x="34685" y="3528"/>
                  </a:lnTo>
                  <a:lnTo>
                    <a:pt x="36795" y="4887"/>
                  </a:lnTo>
                  <a:lnTo>
                    <a:pt x="39058" y="5453"/>
                  </a:lnTo>
                  <a:lnTo>
                    <a:pt x="42752" y="4778"/>
                  </a:lnTo>
                  <a:lnTo>
                    <a:pt x="44101" y="3118"/>
                  </a:lnTo>
                  <a:lnTo>
                    <a:pt x="46847" y="6263"/>
                  </a:lnTo>
                  <a:lnTo>
                    <a:pt x="47638" y="10290"/>
                  </a:lnTo>
                  <a:lnTo>
                    <a:pt x="45941" y="18868"/>
                  </a:lnTo>
                  <a:lnTo>
                    <a:pt x="44461" y="20802"/>
                  </a:lnTo>
                  <a:lnTo>
                    <a:pt x="43609" y="24165"/>
                  </a:lnTo>
                  <a:lnTo>
                    <a:pt x="43667" y="26162"/>
                  </a:lnTo>
                  <a:lnTo>
                    <a:pt x="37457" y="24919"/>
                  </a:lnTo>
                  <a:lnTo>
                    <a:pt x="33276" y="24943"/>
                  </a:lnTo>
                  <a:lnTo>
                    <a:pt x="26350" y="26284"/>
                  </a:lnTo>
                  <a:lnTo>
                    <a:pt x="23493" y="25005"/>
                  </a:lnTo>
                  <a:lnTo>
                    <a:pt x="18679" y="15708"/>
                  </a:lnTo>
                  <a:lnTo>
                    <a:pt x="12800" y="17230"/>
                  </a:lnTo>
                  <a:lnTo>
                    <a:pt x="6575" y="17781"/>
                  </a:lnTo>
                  <a:lnTo>
                    <a:pt x="5060" y="17035"/>
                  </a:lnTo>
                  <a:lnTo>
                    <a:pt x="2332" y="11679"/>
                  </a:lnTo>
                  <a:lnTo>
                    <a:pt x="2077" y="8576"/>
                  </a:lnTo>
                  <a:lnTo>
                    <a:pt x="0" y="3060"/>
                  </a:lnTo>
                  <a:lnTo>
                    <a:pt x="1680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h8717"/>
            <p:cNvSpPr/>
            <p:nvPr/>
          </p:nvSpPr>
          <p:spPr>
            <a:xfrm>
              <a:off x="9742025" y="1583640"/>
              <a:ext cx="79493" cy="80001"/>
            </a:xfrm>
            <a:custGeom>
              <a:avLst/>
              <a:pathLst>
                <a:path w="79493" h="80001">
                  <a:moveTo>
                    <a:pt x="33610" y="2064"/>
                  </a:moveTo>
                  <a:lnTo>
                    <a:pt x="33787" y="4168"/>
                  </a:lnTo>
                  <a:lnTo>
                    <a:pt x="27811" y="6351"/>
                  </a:lnTo>
                  <a:lnTo>
                    <a:pt x="28765" y="7774"/>
                  </a:lnTo>
                  <a:lnTo>
                    <a:pt x="33531" y="15719"/>
                  </a:lnTo>
                  <a:lnTo>
                    <a:pt x="44935" y="30905"/>
                  </a:lnTo>
                  <a:lnTo>
                    <a:pt x="48522" y="33020"/>
                  </a:lnTo>
                  <a:lnTo>
                    <a:pt x="66103" y="33799"/>
                  </a:lnTo>
                  <a:lnTo>
                    <a:pt x="67525" y="39506"/>
                  </a:lnTo>
                  <a:lnTo>
                    <a:pt x="79282" y="40324"/>
                  </a:lnTo>
                  <a:lnTo>
                    <a:pt x="79493" y="44531"/>
                  </a:lnTo>
                  <a:lnTo>
                    <a:pt x="73266" y="45272"/>
                  </a:lnTo>
                  <a:lnTo>
                    <a:pt x="72601" y="58265"/>
                  </a:lnTo>
                  <a:lnTo>
                    <a:pt x="65380" y="58330"/>
                  </a:lnTo>
                  <a:lnTo>
                    <a:pt x="58939" y="69108"/>
                  </a:lnTo>
                  <a:lnTo>
                    <a:pt x="51770" y="69952"/>
                  </a:lnTo>
                  <a:lnTo>
                    <a:pt x="44339" y="77351"/>
                  </a:lnTo>
                  <a:lnTo>
                    <a:pt x="38201" y="72622"/>
                  </a:lnTo>
                  <a:lnTo>
                    <a:pt x="34608" y="73518"/>
                  </a:lnTo>
                  <a:lnTo>
                    <a:pt x="30654" y="76635"/>
                  </a:lnTo>
                  <a:lnTo>
                    <a:pt x="30438" y="79450"/>
                  </a:lnTo>
                  <a:lnTo>
                    <a:pt x="23267" y="80001"/>
                  </a:lnTo>
                  <a:lnTo>
                    <a:pt x="10360" y="77936"/>
                  </a:lnTo>
                  <a:lnTo>
                    <a:pt x="9101" y="75171"/>
                  </a:lnTo>
                  <a:lnTo>
                    <a:pt x="3818" y="69843"/>
                  </a:lnTo>
                  <a:lnTo>
                    <a:pt x="8530" y="67484"/>
                  </a:lnTo>
                  <a:lnTo>
                    <a:pt x="907" y="65626"/>
                  </a:lnTo>
                  <a:lnTo>
                    <a:pt x="0" y="62070"/>
                  </a:lnTo>
                  <a:lnTo>
                    <a:pt x="2476" y="60147"/>
                  </a:lnTo>
                  <a:lnTo>
                    <a:pt x="849" y="55484"/>
                  </a:lnTo>
                  <a:lnTo>
                    <a:pt x="8733" y="52509"/>
                  </a:lnTo>
                  <a:lnTo>
                    <a:pt x="8025" y="50394"/>
                  </a:lnTo>
                  <a:lnTo>
                    <a:pt x="9190" y="48231"/>
                  </a:lnTo>
                  <a:lnTo>
                    <a:pt x="10033" y="43655"/>
                  </a:lnTo>
                  <a:lnTo>
                    <a:pt x="9925" y="41269"/>
                  </a:lnTo>
                  <a:lnTo>
                    <a:pt x="7665" y="41783"/>
                  </a:lnTo>
                  <a:lnTo>
                    <a:pt x="10242" y="35468"/>
                  </a:lnTo>
                  <a:lnTo>
                    <a:pt x="9345" y="33322"/>
                  </a:lnTo>
                  <a:lnTo>
                    <a:pt x="3928" y="28570"/>
                  </a:lnTo>
                  <a:lnTo>
                    <a:pt x="2207" y="25072"/>
                  </a:lnTo>
                  <a:lnTo>
                    <a:pt x="2040" y="22503"/>
                  </a:lnTo>
                  <a:lnTo>
                    <a:pt x="8053" y="19521"/>
                  </a:lnTo>
                  <a:lnTo>
                    <a:pt x="7107" y="16285"/>
                  </a:lnTo>
                  <a:lnTo>
                    <a:pt x="4672" y="15067"/>
                  </a:lnTo>
                  <a:lnTo>
                    <a:pt x="5244" y="8038"/>
                  </a:lnTo>
                  <a:lnTo>
                    <a:pt x="11305" y="5394"/>
                  </a:lnTo>
                  <a:lnTo>
                    <a:pt x="844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h8718"/>
            <p:cNvSpPr/>
            <p:nvPr/>
          </p:nvSpPr>
          <p:spPr>
            <a:xfrm>
              <a:off x="9685911" y="1542847"/>
              <a:ext cx="67420" cy="62752"/>
            </a:xfrm>
            <a:custGeom>
              <a:avLst/>
              <a:pathLst>
                <a:path w="67420" h="62752">
                  <a:moveTo>
                    <a:pt x="49988" y="11067"/>
                  </a:moveTo>
                  <a:lnTo>
                    <a:pt x="54458" y="8220"/>
                  </a:lnTo>
                  <a:lnTo>
                    <a:pt x="59366" y="14353"/>
                  </a:lnTo>
                  <a:lnTo>
                    <a:pt x="56062" y="16021"/>
                  </a:lnTo>
                  <a:lnTo>
                    <a:pt x="57805" y="22276"/>
                  </a:lnTo>
                  <a:lnTo>
                    <a:pt x="58942" y="22777"/>
                  </a:lnTo>
                  <a:lnTo>
                    <a:pt x="55299" y="33050"/>
                  </a:lnTo>
                  <a:lnTo>
                    <a:pt x="54717" y="38614"/>
                  </a:lnTo>
                  <a:lnTo>
                    <a:pt x="55644" y="39430"/>
                  </a:lnTo>
                  <a:lnTo>
                    <a:pt x="57180" y="39077"/>
                  </a:lnTo>
                  <a:lnTo>
                    <a:pt x="58182" y="36887"/>
                  </a:lnTo>
                  <a:lnTo>
                    <a:pt x="61785" y="35607"/>
                  </a:lnTo>
                  <a:lnTo>
                    <a:pt x="64555" y="40792"/>
                  </a:lnTo>
                  <a:lnTo>
                    <a:pt x="67420" y="46187"/>
                  </a:lnTo>
                  <a:lnTo>
                    <a:pt x="61359" y="48831"/>
                  </a:lnTo>
                  <a:lnTo>
                    <a:pt x="60787" y="55860"/>
                  </a:lnTo>
                  <a:lnTo>
                    <a:pt x="60480" y="56914"/>
                  </a:lnTo>
                  <a:lnTo>
                    <a:pt x="49226" y="57015"/>
                  </a:lnTo>
                  <a:lnTo>
                    <a:pt x="41829" y="62752"/>
                  </a:lnTo>
                  <a:lnTo>
                    <a:pt x="41931" y="60486"/>
                  </a:lnTo>
                  <a:lnTo>
                    <a:pt x="38078" y="60518"/>
                  </a:lnTo>
                  <a:lnTo>
                    <a:pt x="38592" y="62727"/>
                  </a:lnTo>
                  <a:lnTo>
                    <a:pt x="36593" y="62648"/>
                  </a:lnTo>
                  <a:lnTo>
                    <a:pt x="37031" y="51067"/>
                  </a:lnTo>
                  <a:lnTo>
                    <a:pt x="33585" y="49921"/>
                  </a:lnTo>
                  <a:lnTo>
                    <a:pt x="31075" y="54978"/>
                  </a:lnTo>
                  <a:lnTo>
                    <a:pt x="28774" y="55472"/>
                  </a:lnTo>
                  <a:lnTo>
                    <a:pt x="25926" y="54592"/>
                  </a:lnTo>
                  <a:lnTo>
                    <a:pt x="26722" y="51926"/>
                  </a:lnTo>
                  <a:lnTo>
                    <a:pt x="30373" y="50060"/>
                  </a:lnTo>
                  <a:lnTo>
                    <a:pt x="29047" y="48226"/>
                  </a:lnTo>
                  <a:lnTo>
                    <a:pt x="25337" y="49926"/>
                  </a:lnTo>
                  <a:lnTo>
                    <a:pt x="25623" y="44721"/>
                  </a:lnTo>
                  <a:lnTo>
                    <a:pt x="24649" y="44042"/>
                  </a:lnTo>
                  <a:lnTo>
                    <a:pt x="22555" y="46843"/>
                  </a:lnTo>
                  <a:lnTo>
                    <a:pt x="5806" y="42330"/>
                  </a:lnTo>
                  <a:lnTo>
                    <a:pt x="5388" y="38719"/>
                  </a:lnTo>
                  <a:lnTo>
                    <a:pt x="7567" y="35357"/>
                  </a:lnTo>
                  <a:lnTo>
                    <a:pt x="2962" y="28338"/>
                  </a:lnTo>
                  <a:lnTo>
                    <a:pt x="6486" y="23931"/>
                  </a:lnTo>
                  <a:lnTo>
                    <a:pt x="6761" y="21337"/>
                  </a:lnTo>
                  <a:lnTo>
                    <a:pt x="3982" y="20787"/>
                  </a:lnTo>
                  <a:lnTo>
                    <a:pt x="4032" y="15135"/>
                  </a:lnTo>
                  <a:lnTo>
                    <a:pt x="2431" y="13974"/>
                  </a:lnTo>
                  <a:lnTo>
                    <a:pt x="0" y="6979"/>
                  </a:lnTo>
                  <a:lnTo>
                    <a:pt x="8545" y="7204"/>
                  </a:lnTo>
                  <a:lnTo>
                    <a:pt x="12460" y="5456"/>
                  </a:lnTo>
                  <a:lnTo>
                    <a:pt x="23150" y="8378"/>
                  </a:lnTo>
                  <a:lnTo>
                    <a:pt x="25750" y="4712"/>
                  </a:lnTo>
                  <a:lnTo>
                    <a:pt x="32254" y="3573"/>
                  </a:lnTo>
                  <a:lnTo>
                    <a:pt x="34521" y="7126"/>
                  </a:lnTo>
                  <a:lnTo>
                    <a:pt x="36558" y="5359"/>
                  </a:lnTo>
                  <a:lnTo>
                    <a:pt x="36324" y="4416"/>
                  </a:lnTo>
                  <a:lnTo>
                    <a:pt x="4273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ph8719"/>
            <p:cNvSpPr/>
            <p:nvPr/>
          </p:nvSpPr>
          <p:spPr>
            <a:xfrm>
              <a:off x="9771066" y="1741123"/>
              <a:ext cx="34291" cy="81961"/>
            </a:xfrm>
            <a:custGeom>
              <a:avLst/>
              <a:pathLst>
                <a:path w="34291" h="81961">
                  <a:moveTo>
                    <a:pt x="17264" y="3830"/>
                  </a:moveTo>
                  <a:lnTo>
                    <a:pt x="17912" y="0"/>
                  </a:lnTo>
                  <a:lnTo>
                    <a:pt x="19995" y="326"/>
                  </a:lnTo>
                  <a:lnTo>
                    <a:pt x="24038" y="3339"/>
                  </a:lnTo>
                  <a:lnTo>
                    <a:pt x="23780" y="4702"/>
                  </a:lnTo>
                  <a:lnTo>
                    <a:pt x="20610" y="5663"/>
                  </a:lnTo>
                  <a:lnTo>
                    <a:pt x="18103" y="7446"/>
                  </a:lnTo>
                  <a:lnTo>
                    <a:pt x="18077" y="10615"/>
                  </a:lnTo>
                  <a:lnTo>
                    <a:pt x="19758" y="12530"/>
                  </a:lnTo>
                  <a:lnTo>
                    <a:pt x="22355" y="13605"/>
                  </a:lnTo>
                  <a:lnTo>
                    <a:pt x="26978" y="19544"/>
                  </a:lnTo>
                  <a:lnTo>
                    <a:pt x="28220" y="46326"/>
                  </a:lnTo>
                  <a:lnTo>
                    <a:pt x="26515" y="46765"/>
                  </a:lnTo>
                  <a:lnTo>
                    <a:pt x="27405" y="52881"/>
                  </a:lnTo>
                  <a:lnTo>
                    <a:pt x="29416" y="57686"/>
                  </a:lnTo>
                  <a:lnTo>
                    <a:pt x="29256" y="72728"/>
                  </a:lnTo>
                  <a:lnTo>
                    <a:pt x="30651" y="76749"/>
                  </a:lnTo>
                  <a:lnTo>
                    <a:pt x="33157" y="75678"/>
                  </a:lnTo>
                  <a:lnTo>
                    <a:pt x="34291" y="78810"/>
                  </a:lnTo>
                  <a:lnTo>
                    <a:pt x="31088" y="79567"/>
                  </a:lnTo>
                  <a:lnTo>
                    <a:pt x="30096" y="81961"/>
                  </a:lnTo>
                  <a:lnTo>
                    <a:pt x="25706" y="76143"/>
                  </a:lnTo>
                  <a:lnTo>
                    <a:pt x="21346" y="73056"/>
                  </a:lnTo>
                  <a:lnTo>
                    <a:pt x="491" y="74869"/>
                  </a:lnTo>
                  <a:lnTo>
                    <a:pt x="0" y="68479"/>
                  </a:lnTo>
                  <a:lnTo>
                    <a:pt x="462" y="64979"/>
                  </a:lnTo>
                  <a:lnTo>
                    <a:pt x="2688" y="64493"/>
                  </a:lnTo>
                  <a:lnTo>
                    <a:pt x="2157" y="67924"/>
                  </a:lnTo>
                  <a:lnTo>
                    <a:pt x="5518" y="67060"/>
                  </a:lnTo>
                  <a:lnTo>
                    <a:pt x="4930" y="61624"/>
                  </a:lnTo>
                  <a:lnTo>
                    <a:pt x="7866" y="57234"/>
                  </a:lnTo>
                  <a:lnTo>
                    <a:pt x="6969" y="53472"/>
                  </a:lnTo>
                  <a:lnTo>
                    <a:pt x="3048" y="48742"/>
                  </a:lnTo>
                  <a:lnTo>
                    <a:pt x="333" y="47854"/>
                  </a:lnTo>
                  <a:lnTo>
                    <a:pt x="2487" y="37399"/>
                  </a:lnTo>
                  <a:lnTo>
                    <a:pt x="5270" y="38022"/>
                  </a:lnTo>
                  <a:lnTo>
                    <a:pt x="17563" y="37463"/>
                  </a:lnTo>
                  <a:lnTo>
                    <a:pt x="17137" y="34074"/>
                  </a:lnTo>
                  <a:lnTo>
                    <a:pt x="18211" y="13723"/>
                  </a:lnTo>
                  <a:lnTo>
                    <a:pt x="13911" y="17561"/>
                  </a:lnTo>
                  <a:lnTo>
                    <a:pt x="12409" y="15862"/>
                  </a:lnTo>
                  <a:lnTo>
                    <a:pt x="11898" y="9265"/>
                  </a:lnTo>
                  <a:lnTo>
                    <a:pt x="7243" y="8564"/>
                  </a:lnTo>
                  <a:lnTo>
                    <a:pt x="7591" y="4734"/>
                  </a:lnTo>
                  <a:lnTo>
                    <a:pt x="8967" y="2390"/>
                  </a:lnTo>
                  <a:lnTo>
                    <a:pt x="12991" y="163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h8720"/>
            <p:cNvSpPr/>
            <p:nvPr/>
          </p:nvSpPr>
          <p:spPr>
            <a:xfrm>
              <a:off x="9610030" y="1540964"/>
              <a:ext cx="31674" cy="64570"/>
            </a:xfrm>
            <a:custGeom>
              <a:avLst/>
              <a:pathLst>
                <a:path w="31674" h="64570">
                  <a:moveTo>
                    <a:pt x="24446" y="2808"/>
                  </a:moveTo>
                  <a:lnTo>
                    <a:pt x="24652" y="5225"/>
                  </a:lnTo>
                  <a:lnTo>
                    <a:pt x="24768" y="7443"/>
                  </a:lnTo>
                  <a:lnTo>
                    <a:pt x="23984" y="9241"/>
                  </a:lnTo>
                  <a:lnTo>
                    <a:pt x="21302" y="11901"/>
                  </a:lnTo>
                  <a:lnTo>
                    <a:pt x="22331" y="20844"/>
                  </a:lnTo>
                  <a:lnTo>
                    <a:pt x="18179" y="21075"/>
                  </a:lnTo>
                  <a:lnTo>
                    <a:pt x="17714" y="28582"/>
                  </a:lnTo>
                  <a:lnTo>
                    <a:pt x="15903" y="31326"/>
                  </a:lnTo>
                  <a:lnTo>
                    <a:pt x="18333" y="32307"/>
                  </a:lnTo>
                  <a:lnTo>
                    <a:pt x="20604" y="36611"/>
                  </a:lnTo>
                  <a:lnTo>
                    <a:pt x="24920" y="40231"/>
                  </a:lnTo>
                  <a:lnTo>
                    <a:pt x="30206" y="40429"/>
                  </a:lnTo>
                  <a:lnTo>
                    <a:pt x="31674" y="44985"/>
                  </a:lnTo>
                  <a:lnTo>
                    <a:pt x="28552" y="53185"/>
                  </a:lnTo>
                  <a:lnTo>
                    <a:pt x="28537" y="55274"/>
                  </a:lnTo>
                  <a:lnTo>
                    <a:pt x="27303" y="59769"/>
                  </a:lnTo>
                  <a:lnTo>
                    <a:pt x="22528" y="59768"/>
                  </a:lnTo>
                  <a:lnTo>
                    <a:pt x="19762" y="63188"/>
                  </a:lnTo>
                  <a:lnTo>
                    <a:pt x="15139" y="64570"/>
                  </a:lnTo>
                  <a:lnTo>
                    <a:pt x="15864" y="62164"/>
                  </a:lnTo>
                  <a:lnTo>
                    <a:pt x="15332" y="60671"/>
                  </a:lnTo>
                  <a:lnTo>
                    <a:pt x="12405" y="60936"/>
                  </a:lnTo>
                  <a:lnTo>
                    <a:pt x="9531" y="60269"/>
                  </a:lnTo>
                  <a:lnTo>
                    <a:pt x="10872" y="55627"/>
                  </a:lnTo>
                  <a:lnTo>
                    <a:pt x="5438" y="53918"/>
                  </a:lnTo>
                  <a:lnTo>
                    <a:pt x="3248" y="47321"/>
                  </a:lnTo>
                  <a:lnTo>
                    <a:pt x="1446" y="37223"/>
                  </a:lnTo>
                  <a:lnTo>
                    <a:pt x="0" y="34139"/>
                  </a:lnTo>
                  <a:lnTo>
                    <a:pt x="1839" y="22341"/>
                  </a:lnTo>
                  <a:lnTo>
                    <a:pt x="11703" y="20282"/>
                  </a:lnTo>
                  <a:lnTo>
                    <a:pt x="10034" y="7415"/>
                  </a:lnTo>
                  <a:lnTo>
                    <a:pt x="12177" y="4848"/>
                  </a:lnTo>
                  <a:lnTo>
                    <a:pt x="204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h8721"/>
            <p:cNvSpPr/>
            <p:nvPr/>
          </p:nvSpPr>
          <p:spPr>
            <a:xfrm>
              <a:off x="9776945" y="2009319"/>
              <a:ext cx="47532" cy="47292"/>
            </a:xfrm>
            <a:custGeom>
              <a:avLst/>
              <a:pathLst>
                <a:path w="47532" h="47292">
                  <a:moveTo>
                    <a:pt x="28323" y="69"/>
                  </a:moveTo>
                  <a:lnTo>
                    <a:pt x="30634" y="2009"/>
                  </a:lnTo>
                  <a:lnTo>
                    <a:pt x="35098" y="8720"/>
                  </a:lnTo>
                  <a:lnTo>
                    <a:pt x="36615" y="9645"/>
                  </a:lnTo>
                  <a:lnTo>
                    <a:pt x="39941" y="9755"/>
                  </a:lnTo>
                  <a:lnTo>
                    <a:pt x="39541" y="17285"/>
                  </a:lnTo>
                  <a:lnTo>
                    <a:pt x="42333" y="20195"/>
                  </a:lnTo>
                  <a:lnTo>
                    <a:pt x="43568" y="27447"/>
                  </a:lnTo>
                  <a:lnTo>
                    <a:pt x="43466" y="29636"/>
                  </a:lnTo>
                  <a:lnTo>
                    <a:pt x="41272" y="29530"/>
                  </a:lnTo>
                  <a:lnTo>
                    <a:pt x="41174" y="31307"/>
                  </a:lnTo>
                  <a:lnTo>
                    <a:pt x="42208" y="32841"/>
                  </a:lnTo>
                  <a:lnTo>
                    <a:pt x="45455" y="33012"/>
                  </a:lnTo>
                  <a:lnTo>
                    <a:pt x="47532" y="34210"/>
                  </a:lnTo>
                  <a:lnTo>
                    <a:pt x="47144" y="41303"/>
                  </a:lnTo>
                  <a:lnTo>
                    <a:pt x="43779" y="41327"/>
                  </a:lnTo>
                  <a:lnTo>
                    <a:pt x="43555" y="45938"/>
                  </a:lnTo>
                  <a:lnTo>
                    <a:pt x="37043" y="45067"/>
                  </a:lnTo>
                  <a:lnTo>
                    <a:pt x="36910" y="47292"/>
                  </a:lnTo>
                  <a:lnTo>
                    <a:pt x="32657" y="47059"/>
                  </a:lnTo>
                  <a:lnTo>
                    <a:pt x="27967" y="44574"/>
                  </a:lnTo>
                  <a:lnTo>
                    <a:pt x="25840" y="40465"/>
                  </a:lnTo>
                  <a:lnTo>
                    <a:pt x="21234" y="38589"/>
                  </a:lnTo>
                  <a:lnTo>
                    <a:pt x="7426" y="37956"/>
                  </a:lnTo>
                  <a:lnTo>
                    <a:pt x="5973" y="38756"/>
                  </a:lnTo>
                  <a:lnTo>
                    <a:pt x="4670" y="34944"/>
                  </a:lnTo>
                  <a:lnTo>
                    <a:pt x="208" y="28087"/>
                  </a:lnTo>
                  <a:lnTo>
                    <a:pt x="0" y="26590"/>
                  </a:lnTo>
                  <a:lnTo>
                    <a:pt x="797" y="26087"/>
                  </a:lnTo>
                  <a:lnTo>
                    <a:pt x="4020" y="26449"/>
                  </a:lnTo>
                  <a:lnTo>
                    <a:pt x="5987" y="27497"/>
                  </a:lnTo>
                  <a:lnTo>
                    <a:pt x="4805" y="27954"/>
                  </a:lnTo>
                  <a:lnTo>
                    <a:pt x="4294" y="30895"/>
                  </a:lnTo>
                  <a:lnTo>
                    <a:pt x="7861" y="30574"/>
                  </a:lnTo>
                  <a:lnTo>
                    <a:pt x="10263" y="26879"/>
                  </a:lnTo>
                  <a:lnTo>
                    <a:pt x="10542" y="22507"/>
                  </a:lnTo>
                  <a:lnTo>
                    <a:pt x="14863" y="22762"/>
                  </a:lnTo>
                  <a:lnTo>
                    <a:pt x="15087" y="18435"/>
                  </a:lnTo>
                  <a:lnTo>
                    <a:pt x="21687" y="18562"/>
                  </a:lnTo>
                  <a:lnTo>
                    <a:pt x="23383" y="16694"/>
                  </a:lnTo>
                  <a:lnTo>
                    <a:pt x="23967" y="15631"/>
                  </a:lnTo>
                  <a:lnTo>
                    <a:pt x="24602" y="4334"/>
                  </a:lnTo>
                  <a:lnTo>
                    <a:pt x="18039" y="4005"/>
                  </a:lnTo>
                  <a:lnTo>
                    <a:pt x="15945" y="3237"/>
                  </a:lnTo>
                  <a:lnTo>
                    <a:pt x="14901" y="2066"/>
                  </a:lnTo>
                  <a:lnTo>
                    <a:pt x="14962" y="988"/>
                  </a:lnTo>
                  <a:lnTo>
                    <a:pt x="25553" y="1626"/>
                  </a:lnTo>
                  <a:lnTo>
                    <a:pt x="2702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h8722"/>
            <p:cNvSpPr/>
            <p:nvPr/>
          </p:nvSpPr>
          <p:spPr>
            <a:xfrm>
              <a:off x="9794475" y="1933606"/>
              <a:ext cx="102119" cy="71658"/>
            </a:xfrm>
            <a:custGeom>
              <a:avLst/>
              <a:pathLst>
                <a:path w="102119" h="71658">
                  <a:moveTo>
                    <a:pt x="37899" y="2464"/>
                  </a:moveTo>
                  <a:lnTo>
                    <a:pt x="38352" y="6616"/>
                  </a:lnTo>
                  <a:lnTo>
                    <a:pt x="43184" y="11087"/>
                  </a:lnTo>
                  <a:lnTo>
                    <a:pt x="47635" y="23711"/>
                  </a:lnTo>
                  <a:lnTo>
                    <a:pt x="56915" y="24093"/>
                  </a:lnTo>
                  <a:lnTo>
                    <a:pt x="58158" y="20074"/>
                  </a:lnTo>
                  <a:lnTo>
                    <a:pt x="61035" y="22269"/>
                  </a:lnTo>
                  <a:lnTo>
                    <a:pt x="62397" y="24753"/>
                  </a:lnTo>
                  <a:lnTo>
                    <a:pt x="65902" y="23240"/>
                  </a:lnTo>
                  <a:lnTo>
                    <a:pt x="67348" y="21248"/>
                  </a:lnTo>
                  <a:lnTo>
                    <a:pt x="69108" y="14209"/>
                  </a:lnTo>
                  <a:lnTo>
                    <a:pt x="68324" y="11625"/>
                  </a:lnTo>
                  <a:lnTo>
                    <a:pt x="72165" y="8520"/>
                  </a:lnTo>
                  <a:lnTo>
                    <a:pt x="74644" y="14392"/>
                  </a:lnTo>
                  <a:lnTo>
                    <a:pt x="74681" y="16514"/>
                  </a:lnTo>
                  <a:lnTo>
                    <a:pt x="73936" y="17799"/>
                  </a:lnTo>
                  <a:lnTo>
                    <a:pt x="74754" y="19721"/>
                  </a:lnTo>
                  <a:lnTo>
                    <a:pt x="77307" y="19888"/>
                  </a:lnTo>
                  <a:lnTo>
                    <a:pt x="77656" y="18715"/>
                  </a:lnTo>
                  <a:lnTo>
                    <a:pt x="79940" y="16457"/>
                  </a:lnTo>
                  <a:lnTo>
                    <a:pt x="82671" y="15910"/>
                  </a:lnTo>
                  <a:lnTo>
                    <a:pt x="82972" y="18179"/>
                  </a:lnTo>
                  <a:lnTo>
                    <a:pt x="84616" y="20175"/>
                  </a:lnTo>
                  <a:lnTo>
                    <a:pt x="86874" y="19214"/>
                  </a:lnTo>
                  <a:lnTo>
                    <a:pt x="91406" y="8984"/>
                  </a:lnTo>
                  <a:lnTo>
                    <a:pt x="94208" y="7906"/>
                  </a:lnTo>
                  <a:lnTo>
                    <a:pt x="96775" y="8464"/>
                  </a:lnTo>
                  <a:lnTo>
                    <a:pt x="96941" y="4842"/>
                  </a:lnTo>
                  <a:lnTo>
                    <a:pt x="97361" y="6885"/>
                  </a:lnTo>
                  <a:lnTo>
                    <a:pt x="102119" y="8872"/>
                  </a:lnTo>
                  <a:lnTo>
                    <a:pt x="100178" y="11837"/>
                  </a:lnTo>
                  <a:lnTo>
                    <a:pt x="97569" y="12253"/>
                  </a:lnTo>
                  <a:lnTo>
                    <a:pt x="96383" y="15201"/>
                  </a:lnTo>
                  <a:lnTo>
                    <a:pt x="96881" y="16215"/>
                  </a:lnTo>
                  <a:lnTo>
                    <a:pt x="96313" y="18493"/>
                  </a:lnTo>
                  <a:lnTo>
                    <a:pt x="98242" y="23036"/>
                  </a:lnTo>
                  <a:lnTo>
                    <a:pt x="97913" y="24182"/>
                  </a:lnTo>
                  <a:lnTo>
                    <a:pt x="92887" y="23485"/>
                  </a:lnTo>
                  <a:lnTo>
                    <a:pt x="92277" y="25122"/>
                  </a:lnTo>
                  <a:lnTo>
                    <a:pt x="93307" y="29820"/>
                  </a:lnTo>
                  <a:lnTo>
                    <a:pt x="88706" y="37189"/>
                  </a:lnTo>
                  <a:lnTo>
                    <a:pt x="90211" y="38089"/>
                  </a:lnTo>
                  <a:lnTo>
                    <a:pt x="91665" y="40296"/>
                  </a:lnTo>
                  <a:lnTo>
                    <a:pt x="92106" y="49900"/>
                  </a:lnTo>
                  <a:lnTo>
                    <a:pt x="91230" y="52404"/>
                  </a:lnTo>
                  <a:lnTo>
                    <a:pt x="88863" y="53899"/>
                  </a:lnTo>
                  <a:lnTo>
                    <a:pt x="87504" y="53938"/>
                  </a:lnTo>
                  <a:lnTo>
                    <a:pt x="85650" y="56438"/>
                  </a:lnTo>
                  <a:lnTo>
                    <a:pt x="83127" y="62264"/>
                  </a:lnTo>
                  <a:lnTo>
                    <a:pt x="81900" y="61496"/>
                  </a:lnTo>
                  <a:lnTo>
                    <a:pt x="81014" y="63342"/>
                  </a:lnTo>
                  <a:lnTo>
                    <a:pt x="82172" y="68666"/>
                  </a:lnTo>
                  <a:lnTo>
                    <a:pt x="80670" y="69850"/>
                  </a:lnTo>
                  <a:lnTo>
                    <a:pt x="78748" y="68576"/>
                  </a:lnTo>
                  <a:lnTo>
                    <a:pt x="77702" y="66137"/>
                  </a:lnTo>
                  <a:lnTo>
                    <a:pt x="75656" y="64128"/>
                  </a:lnTo>
                  <a:lnTo>
                    <a:pt x="74300" y="64168"/>
                  </a:lnTo>
                  <a:lnTo>
                    <a:pt x="65575" y="68608"/>
                  </a:lnTo>
                  <a:lnTo>
                    <a:pt x="63533" y="70390"/>
                  </a:lnTo>
                  <a:lnTo>
                    <a:pt x="61933" y="71658"/>
                  </a:lnTo>
                  <a:lnTo>
                    <a:pt x="52742" y="69253"/>
                  </a:lnTo>
                  <a:lnTo>
                    <a:pt x="53121" y="64770"/>
                  </a:lnTo>
                  <a:lnTo>
                    <a:pt x="52324" y="61930"/>
                  </a:lnTo>
                  <a:lnTo>
                    <a:pt x="47981" y="54956"/>
                  </a:lnTo>
                  <a:lnTo>
                    <a:pt x="44968" y="55822"/>
                  </a:lnTo>
                  <a:lnTo>
                    <a:pt x="45651" y="59247"/>
                  </a:lnTo>
                  <a:lnTo>
                    <a:pt x="41271" y="59690"/>
                  </a:lnTo>
                  <a:lnTo>
                    <a:pt x="40313" y="60832"/>
                  </a:lnTo>
                  <a:lnTo>
                    <a:pt x="40191" y="64360"/>
                  </a:lnTo>
                  <a:lnTo>
                    <a:pt x="36092" y="68593"/>
                  </a:lnTo>
                  <a:lnTo>
                    <a:pt x="31302" y="66836"/>
                  </a:lnTo>
                  <a:lnTo>
                    <a:pt x="31003" y="61485"/>
                  </a:lnTo>
                  <a:lnTo>
                    <a:pt x="24891" y="61219"/>
                  </a:lnTo>
                  <a:lnTo>
                    <a:pt x="24773" y="64373"/>
                  </a:lnTo>
                  <a:lnTo>
                    <a:pt x="22827" y="65027"/>
                  </a:lnTo>
                  <a:lnTo>
                    <a:pt x="14336" y="61550"/>
                  </a:lnTo>
                  <a:lnTo>
                    <a:pt x="16393" y="57063"/>
                  </a:lnTo>
                  <a:lnTo>
                    <a:pt x="10618" y="54868"/>
                  </a:lnTo>
                  <a:lnTo>
                    <a:pt x="7434" y="56682"/>
                  </a:lnTo>
                  <a:lnTo>
                    <a:pt x="5743" y="54816"/>
                  </a:lnTo>
                  <a:lnTo>
                    <a:pt x="8753" y="52280"/>
                  </a:lnTo>
                  <a:lnTo>
                    <a:pt x="8830" y="51434"/>
                  </a:lnTo>
                  <a:lnTo>
                    <a:pt x="5397" y="50779"/>
                  </a:lnTo>
                  <a:lnTo>
                    <a:pt x="5280" y="45604"/>
                  </a:lnTo>
                  <a:lnTo>
                    <a:pt x="9211" y="44124"/>
                  </a:lnTo>
                  <a:lnTo>
                    <a:pt x="5637" y="41851"/>
                  </a:lnTo>
                  <a:lnTo>
                    <a:pt x="0" y="41972"/>
                  </a:lnTo>
                  <a:lnTo>
                    <a:pt x="621" y="36703"/>
                  </a:lnTo>
                  <a:lnTo>
                    <a:pt x="8799" y="30080"/>
                  </a:lnTo>
                  <a:lnTo>
                    <a:pt x="8156" y="22798"/>
                  </a:lnTo>
                  <a:lnTo>
                    <a:pt x="6472" y="23135"/>
                  </a:lnTo>
                  <a:lnTo>
                    <a:pt x="4965" y="18095"/>
                  </a:lnTo>
                  <a:lnTo>
                    <a:pt x="6938" y="15473"/>
                  </a:lnTo>
                  <a:lnTo>
                    <a:pt x="9528" y="13851"/>
                  </a:lnTo>
                  <a:lnTo>
                    <a:pt x="13366" y="6326"/>
                  </a:lnTo>
                  <a:lnTo>
                    <a:pt x="16094" y="8415"/>
                  </a:lnTo>
                  <a:lnTo>
                    <a:pt x="18582" y="11542"/>
                  </a:lnTo>
                  <a:lnTo>
                    <a:pt x="18133" y="4367"/>
                  </a:lnTo>
                  <a:lnTo>
                    <a:pt x="24294" y="2980"/>
                  </a:lnTo>
                  <a:lnTo>
                    <a:pt x="28875" y="3694"/>
                  </a:lnTo>
                  <a:lnTo>
                    <a:pt x="30078" y="1453"/>
                  </a:lnTo>
                  <a:lnTo>
                    <a:pt x="29794" y="338"/>
                  </a:lnTo>
                  <a:lnTo>
                    <a:pt x="3660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ph8723"/>
            <p:cNvSpPr/>
            <p:nvPr/>
          </p:nvSpPr>
          <p:spPr>
            <a:xfrm>
              <a:off x="9772180" y="2010308"/>
              <a:ext cx="29367" cy="29906"/>
            </a:xfrm>
            <a:custGeom>
              <a:avLst/>
              <a:pathLst>
                <a:path w="29367" h="29906">
                  <a:moveTo>
                    <a:pt x="19727" y="0"/>
                  </a:moveTo>
                  <a:lnTo>
                    <a:pt x="19665" y="1078"/>
                  </a:lnTo>
                  <a:lnTo>
                    <a:pt x="20710" y="2249"/>
                  </a:lnTo>
                  <a:lnTo>
                    <a:pt x="22804" y="3017"/>
                  </a:lnTo>
                  <a:lnTo>
                    <a:pt x="29367" y="3345"/>
                  </a:lnTo>
                  <a:lnTo>
                    <a:pt x="28732" y="14642"/>
                  </a:lnTo>
                  <a:lnTo>
                    <a:pt x="28148" y="15706"/>
                  </a:lnTo>
                  <a:lnTo>
                    <a:pt x="26452" y="17573"/>
                  </a:lnTo>
                  <a:lnTo>
                    <a:pt x="19852" y="17446"/>
                  </a:lnTo>
                  <a:lnTo>
                    <a:pt x="19628" y="21774"/>
                  </a:lnTo>
                  <a:lnTo>
                    <a:pt x="15307" y="21519"/>
                  </a:lnTo>
                  <a:lnTo>
                    <a:pt x="15028" y="25890"/>
                  </a:lnTo>
                  <a:lnTo>
                    <a:pt x="12626" y="29585"/>
                  </a:lnTo>
                  <a:lnTo>
                    <a:pt x="9059" y="29906"/>
                  </a:lnTo>
                  <a:lnTo>
                    <a:pt x="9570" y="26965"/>
                  </a:lnTo>
                  <a:lnTo>
                    <a:pt x="10752" y="26508"/>
                  </a:lnTo>
                  <a:lnTo>
                    <a:pt x="8785" y="25460"/>
                  </a:lnTo>
                  <a:lnTo>
                    <a:pt x="5562" y="25099"/>
                  </a:lnTo>
                  <a:lnTo>
                    <a:pt x="5426" y="24062"/>
                  </a:lnTo>
                  <a:lnTo>
                    <a:pt x="5751" y="23507"/>
                  </a:lnTo>
                  <a:lnTo>
                    <a:pt x="3699" y="19912"/>
                  </a:lnTo>
                  <a:lnTo>
                    <a:pt x="0" y="17101"/>
                  </a:lnTo>
                  <a:lnTo>
                    <a:pt x="6273" y="10162"/>
                  </a:lnTo>
                  <a:lnTo>
                    <a:pt x="9343" y="9135"/>
                  </a:lnTo>
                  <a:lnTo>
                    <a:pt x="12800" y="931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4" name="ph8724"/>
            <p:cNvSpPr/>
            <p:nvPr/>
          </p:nvSpPr>
          <p:spPr>
            <a:xfrm>
              <a:off x="9564004" y="1465281"/>
              <a:ext cx="69779" cy="137756"/>
            </a:xfrm>
            <a:custGeom>
              <a:avLst/>
              <a:pathLst>
                <a:path w="69779" h="137756">
                  <a:moveTo>
                    <a:pt x="67145" y="20804"/>
                  </a:moveTo>
                  <a:lnTo>
                    <a:pt x="66472" y="30260"/>
                  </a:lnTo>
                  <a:lnTo>
                    <a:pt x="64234" y="29998"/>
                  </a:lnTo>
                  <a:lnTo>
                    <a:pt x="63697" y="42643"/>
                  </a:lnTo>
                  <a:lnTo>
                    <a:pt x="60880" y="50313"/>
                  </a:lnTo>
                  <a:lnTo>
                    <a:pt x="69779" y="49628"/>
                  </a:lnTo>
                  <a:lnTo>
                    <a:pt x="69033" y="52436"/>
                  </a:lnTo>
                  <a:lnTo>
                    <a:pt x="68300" y="54931"/>
                  </a:lnTo>
                  <a:lnTo>
                    <a:pt x="62736" y="53232"/>
                  </a:lnTo>
                  <a:lnTo>
                    <a:pt x="59117" y="63971"/>
                  </a:lnTo>
                  <a:lnTo>
                    <a:pt x="62020" y="63743"/>
                  </a:lnTo>
                  <a:lnTo>
                    <a:pt x="64572" y="65816"/>
                  </a:lnTo>
                  <a:lnTo>
                    <a:pt x="65894" y="68265"/>
                  </a:lnTo>
                  <a:lnTo>
                    <a:pt x="66736" y="72603"/>
                  </a:lnTo>
                  <a:lnTo>
                    <a:pt x="66481" y="75683"/>
                  </a:lnTo>
                  <a:lnTo>
                    <a:pt x="58203" y="80532"/>
                  </a:lnTo>
                  <a:lnTo>
                    <a:pt x="56060" y="83099"/>
                  </a:lnTo>
                  <a:lnTo>
                    <a:pt x="57728" y="95965"/>
                  </a:lnTo>
                  <a:lnTo>
                    <a:pt x="47865" y="98024"/>
                  </a:lnTo>
                  <a:lnTo>
                    <a:pt x="46025" y="109823"/>
                  </a:lnTo>
                  <a:lnTo>
                    <a:pt x="47471" y="112907"/>
                  </a:lnTo>
                  <a:lnTo>
                    <a:pt x="49274" y="123004"/>
                  </a:lnTo>
                  <a:lnTo>
                    <a:pt x="51463" y="129601"/>
                  </a:lnTo>
                  <a:lnTo>
                    <a:pt x="56897" y="131311"/>
                  </a:lnTo>
                  <a:lnTo>
                    <a:pt x="55556" y="135952"/>
                  </a:lnTo>
                  <a:lnTo>
                    <a:pt x="49600" y="137756"/>
                  </a:lnTo>
                  <a:lnTo>
                    <a:pt x="44654" y="137264"/>
                  </a:lnTo>
                  <a:lnTo>
                    <a:pt x="44819" y="136686"/>
                  </a:lnTo>
                  <a:lnTo>
                    <a:pt x="37390" y="133375"/>
                  </a:lnTo>
                  <a:lnTo>
                    <a:pt x="29597" y="125759"/>
                  </a:lnTo>
                  <a:lnTo>
                    <a:pt x="29853" y="124669"/>
                  </a:lnTo>
                  <a:lnTo>
                    <a:pt x="33298" y="122981"/>
                  </a:lnTo>
                  <a:lnTo>
                    <a:pt x="33623" y="119005"/>
                  </a:lnTo>
                  <a:lnTo>
                    <a:pt x="31280" y="119217"/>
                  </a:lnTo>
                  <a:lnTo>
                    <a:pt x="31631" y="116821"/>
                  </a:lnTo>
                  <a:lnTo>
                    <a:pt x="33218" y="113858"/>
                  </a:lnTo>
                  <a:lnTo>
                    <a:pt x="30762" y="110916"/>
                  </a:lnTo>
                  <a:lnTo>
                    <a:pt x="26937" y="111213"/>
                  </a:lnTo>
                  <a:lnTo>
                    <a:pt x="25450" y="109661"/>
                  </a:lnTo>
                  <a:lnTo>
                    <a:pt x="24779" y="107123"/>
                  </a:lnTo>
                  <a:lnTo>
                    <a:pt x="28096" y="104846"/>
                  </a:lnTo>
                  <a:lnTo>
                    <a:pt x="29499" y="102333"/>
                  </a:lnTo>
                  <a:lnTo>
                    <a:pt x="20105" y="98923"/>
                  </a:lnTo>
                  <a:lnTo>
                    <a:pt x="19382" y="92905"/>
                  </a:lnTo>
                  <a:lnTo>
                    <a:pt x="15175" y="91306"/>
                  </a:lnTo>
                  <a:lnTo>
                    <a:pt x="20326" y="83152"/>
                  </a:lnTo>
                  <a:lnTo>
                    <a:pt x="20596" y="79377"/>
                  </a:lnTo>
                  <a:lnTo>
                    <a:pt x="16605" y="74344"/>
                  </a:lnTo>
                  <a:lnTo>
                    <a:pt x="10958" y="71415"/>
                  </a:lnTo>
                  <a:lnTo>
                    <a:pt x="14866" y="64393"/>
                  </a:lnTo>
                  <a:lnTo>
                    <a:pt x="6820" y="60048"/>
                  </a:lnTo>
                  <a:lnTo>
                    <a:pt x="8748" y="55159"/>
                  </a:lnTo>
                  <a:lnTo>
                    <a:pt x="5935" y="52961"/>
                  </a:lnTo>
                  <a:lnTo>
                    <a:pt x="917" y="51305"/>
                  </a:lnTo>
                  <a:lnTo>
                    <a:pt x="2376" y="46199"/>
                  </a:lnTo>
                  <a:lnTo>
                    <a:pt x="8369" y="47682"/>
                  </a:lnTo>
                  <a:lnTo>
                    <a:pt x="7922" y="44564"/>
                  </a:lnTo>
                  <a:lnTo>
                    <a:pt x="5549" y="41547"/>
                  </a:lnTo>
                  <a:lnTo>
                    <a:pt x="2183" y="39786"/>
                  </a:lnTo>
                  <a:lnTo>
                    <a:pt x="0" y="39822"/>
                  </a:lnTo>
                  <a:lnTo>
                    <a:pt x="121" y="36658"/>
                  </a:lnTo>
                  <a:lnTo>
                    <a:pt x="5591" y="36015"/>
                  </a:lnTo>
                  <a:lnTo>
                    <a:pt x="4103" y="27655"/>
                  </a:lnTo>
                  <a:lnTo>
                    <a:pt x="6628" y="26954"/>
                  </a:lnTo>
                  <a:lnTo>
                    <a:pt x="8990" y="24939"/>
                  </a:lnTo>
                  <a:lnTo>
                    <a:pt x="10133" y="20628"/>
                  </a:lnTo>
                  <a:lnTo>
                    <a:pt x="11464" y="27138"/>
                  </a:lnTo>
                  <a:lnTo>
                    <a:pt x="19785" y="20569"/>
                  </a:lnTo>
                  <a:lnTo>
                    <a:pt x="13336" y="13222"/>
                  </a:lnTo>
                  <a:lnTo>
                    <a:pt x="13997" y="9410"/>
                  </a:lnTo>
                  <a:lnTo>
                    <a:pt x="17029" y="8064"/>
                  </a:lnTo>
                  <a:lnTo>
                    <a:pt x="20911" y="7461"/>
                  </a:lnTo>
                  <a:lnTo>
                    <a:pt x="2083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h8725"/>
            <p:cNvSpPr/>
            <p:nvPr/>
          </p:nvSpPr>
          <p:spPr>
            <a:xfrm>
              <a:off x="9815550" y="1722612"/>
              <a:ext cx="41685" cy="40526"/>
            </a:xfrm>
            <a:custGeom>
              <a:avLst/>
              <a:pathLst>
                <a:path w="41685" h="40526">
                  <a:moveTo>
                    <a:pt x="22762" y="5870"/>
                  </a:moveTo>
                  <a:lnTo>
                    <a:pt x="24627" y="11781"/>
                  </a:lnTo>
                  <a:lnTo>
                    <a:pt x="30039" y="10224"/>
                  </a:lnTo>
                  <a:lnTo>
                    <a:pt x="34890" y="10816"/>
                  </a:lnTo>
                  <a:lnTo>
                    <a:pt x="39819" y="16293"/>
                  </a:lnTo>
                  <a:lnTo>
                    <a:pt x="41018" y="17666"/>
                  </a:lnTo>
                  <a:lnTo>
                    <a:pt x="41685" y="24664"/>
                  </a:lnTo>
                  <a:lnTo>
                    <a:pt x="38194" y="29099"/>
                  </a:lnTo>
                  <a:lnTo>
                    <a:pt x="34997" y="31731"/>
                  </a:lnTo>
                  <a:lnTo>
                    <a:pt x="33823" y="30831"/>
                  </a:lnTo>
                  <a:lnTo>
                    <a:pt x="31684" y="32318"/>
                  </a:lnTo>
                  <a:lnTo>
                    <a:pt x="31274" y="37329"/>
                  </a:lnTo>
                  <a:lnTo>
                    <a:pt x="29958" y="37807"/>
                  </a:lnTo>
                  <a:lnTo>
                    <a:pt x="26115" y="37126"/>
                  </a:lnTo>
                  <a:lnTo>
                    <a:pt x="25700" y="40062"/>
                  </a:lnTo>
                  <a:lnTo>
                    <a:pt x="24592" y="40526"/>
                  </a:lnTo>
                  <a:lnTo>
                    <a:pt x="19099" y="38718"/>
                  </a:lnTo>
                  <a:lnTo>
                    <a:pt x="21711" y="35322"/>
                  </a:lnTo>
                  <a:lnTo>
                    <a:pt x="19394" y="34345"/>
                  </a:lnTo>
                  <a:lnTo>
                    <a:pt x="17396" y="33845"/>
                  </a:lnTo>
                  <a:lnTo>
                    <a:pt x="10702" y="35528"/>
                  </a:lnTo>
                  <a:lnTo>
                    <a:pt x="9556" y="31155"/>
                  </a:lnTo>
                  <a:lnTo>
                    <a:pt x="6895" y="26069"/>
                  </a:lnTo>
                  <a:lnTo>
                    <a:pt x="5217" y="24534"/>
                  </a:lnTo>
                  <a:lnTo>
                    <a:pt x="3996" y="24312"/>
                  </a:lnTo>
                  <a:lnTo>
                    <a:pt x="120" y="16165"/>
                  </a:lnTo>
                  <a:lnTo>
                    <a:pt x="0" y="14868"/>
                  </a:lnTo>
                  <a:lnTo>
                    <a:pt x="4576" y="10993"/>
                  </a:lnTo>
                  <a:lnTo>
                    <a:pt x="10328" y="10609"/>
                  </a:lnTo>
                  <a:lnTo>
                    <a:pt x="2868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h8726"/>
            <p:cNvSpPr/>
            <p:nvPr/>
          </p:nvSpPr>
          <p:spPr>
            <a:xfrm>
              <a:off x="9851194" y="1696997"/>
              <a:ext cx="22450" cy="29961"/>
            </a:xfrm>
            <a:custGeom>
              <a:avLst/>
              <a:pathLst>
                <a:path w="22450" h="29961">
                  <a:moveTo>
                    <a:pt x="14170" y="915"/>
                  </a:moveTo>
                  <a:lnTo>
                    <a:pt x="16014" y="1893"/>
                  </a:lnTo>
                  <a:lnTo>
                    <a:pt x="18821" y="7872"/>
                  </a:lnTo>
                  <a:lnTo>
                    <a:pt x="18711" y="9712"/>
                  </a:lnTo>
                  <a:lnTo>
                    <a:pt x="22385" y="12964"/>
                  </a:lnTo>
                  <a:lnTo>
                    <a:pt x="22450" y="13752"/>
                  </a:lnTo>
                  <a:lnTo>
                    <a:pt x="15760" y="15450"/>
                  </a:lnTo>
                  <a:lnTo>
                    <a:pt x="17966" y="23887"/>
                  </a:lnTo>
                  <a:lnTo>
                    <a:pt x="17870" y="28511"/>
                  </a:lnTo>
                  <a:lnTo>
                    <a:pt x="13792" y="29961"/>
                  </a:lnTo>
                  <a:lnTo>
                    <a:pt x="9204" y="25871"/>
                  </a:lnTo>
                  <a:lnTo>
                    <a:pt x="6053" y="25244"/>
                  </a:lnTo>
                  <a:lnTo>
                    <a:pt x="4282" y="20692"/>
                  </a:lnTo>
                  <a:lnTo>
                    <a:pt x="152" y="19580"/>
                  </a:lnTo>
                  <a:lnTo>
                    <a:pt x="1160" y="16114"/>
                  </a:lnTo>
                  <a:lnTo>
                    <a:pt x="0" y="12224"/>
                  </a:lnTo>
                  <a:lnTo>
                    <a:pt x="915" y="7657"/>
                  </a:lnTo>
                  <a:lnTo>
                    <a:pt x="3936" y="4091"/>
                  </a:lnTo>
                  <a:lnTo>
                    <a:pt x="3596" y="1809"/>
                  </a:lnTo>
                  <a:lnTo>
                    <a:pt x="415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ph8727"/>
            <p:cNvSpPr/>
            <p:nvPr/>
          </p:nvSpPr>
          <p:spPr>
            <a:xfrm>
              <a:off x="9390016" y="1399920"/>
              <a:ext cx="161821" cy="143368"/>
            </a:xfrm>
            <a:custGeom>
              <a:avLst/>
              <a:pathLst>
                <a:path w="161821" h="143368">
                  <a:moveTo>
                    <a:pt x="63639" y="6405"/>
                  </a:moveTo>
                  <a:lnTo>
                    <a:pt x="54679" y="23469"/>
                  </a:lnTo>
                  <a:lnTo>
                    <a:pt x="61058" y="26859"/>
                  </a:lnTo>
                  <a:lnTo>
                    <a:pt x="63100" y="22845"/>
                  </a:lnTo>
                  <a:lnTo>
                    <a:pt x="68042" y="37347"/>
                  </a:lnTo>
                  <a:lnTo>
                    <a:pt x="76721" y="37628"/>
                  </a:lnTo>
                  <a:lnTo>
                    <a:pt x="75587" y="42941"/>
                  </a:lnTo>
                  <a:lnTo>
                    <a:pt x="82129" y="44333"/>
                  </a:lnTo>
                  <a:lnTo>
                    <a:pt x="81617" y="47182"/>
                  </a:lnTo>
                  <a:lnTo>
                    <a:pt x="92017" y="47541"/>
                  </a:lnTo>
                  <a:lnTo>
                    <a:pt x="94199" y="48299"/>
                  </a:lnTo>
                  <a:lnTo>
                    <a:pt x="93105" y="51968"/>
                  </a:lnTo>
                  <a:lnTo>
                    <a:pt x="94688" y="54731"/>
                  </a:lnTo>
                  <a:lnTo>
                    <a:pt x="96714" y="53994"/>
                  </a:lnTo>
                  <a:lnTo>
                    <a:pt x="100753" y="62970"/>
                  </a:lnTo>
                  <a:lnTo>
                    <a:pt x="96162" y="65036"/>
                  </a:lnTo>
                  <a:lnTo>
                    <a:pt x="98241" y="69637"/>
                  </a:lnTo>
                  <a:lnTo>
                    <a:pt x="95333" y="77935"/>
                  </a:lnTo>
                  <a:lnTo>
                    <a:pt x="102535" y="78724"/>
                  </a:lnTo>
                  <a:lnTo>
                    <a:pt x="101889" y="85366"/>
                  </a:lnTo>
                  <a:lnTo>
                    <a:pt x="104152" y="89685"/>
                  </a:lnTo>
                  <a:lnTo>
                    <a:pt x="111238" y="85807"/>
                  </a:lnTo>
                  <a:lnTo>
                    <a:pt x="108014" y="92979"/>
                  </a:lnTo>
                  <a:lnTo>
                    <a:pt x="108448" y="93315"/>
                  </a:lnTo>
                  <a:lnTo>
                    <a:pt x="116615" y="87339"/>
                  </a:lnTo>
                  <a:lnTo>
                    <a:pt x="115810" y="95710"/>
                  </a:lnTo>
                  <a:lnTo>
                    <a:pt x="119238" y="96673"/>
                  </a:lnTo>
                  <a:lnTo>
                    <a:pt x="118700" y="100743"/>
                  </a:lnTo>
                  <a:lnTo>
                    <a:pt x="122925" y="101662"/>
                  </a:lnTo>
                  <a:lnTo>
                    <a:pt x="123755" y="97833"/>
                  </a:lnTo>
                  <a:lnTo>
                    <a:pt x="131712" y="98439"/>
                  </a:lnTo>
                  <a:lnTo>
                    <a:pt x="131910" y="95005"/>
                  </a:lnTo>
                  <a:lnTo>
                    <a:pt x="133042" y="94229"/>
                  </a:lnTo>
                  <a:lnTo>
                    <a:pt x="136284" y="94423"/>
                  </a:lnTo>
                  <a:lnTo>
                    <a:pt x="136532" y="90503"/>
                  </a:lnTo>
                  <a:lnTo>
                    <a:pt x="135526" y="89279"/>
                  </a:lnTo>
                  <a:lnTo>
                    <a:pt x="133713" y="82931"/>
                  </a:lnTo>
                  <a:lnTo>
                    <a:pt x="138275" y="79859"/>
                  </a:lnTo>
                  <a:lnTo>
                    <a:pt x="138766" y="73926"/>
                  </a:lnTo>
                  <a:lnTo>
                    <a:pt x="146803" y="73947"/>
                  </a:lnTo>
                  <a:lnTo>
                    <a:pt x="151413" y="70203"/>
                  </a:lnTo>
                  <a:lnTo>
                    <a:pt x="154539" y="70434"/>
                  </a:lnTo>
                  <a:lnTo>
                    <a:pt x="154531" y="71976"/>
                  </a:lnTo>
                  <a:lnTo>
                    <a:pt x="155622" y="72084"/>
                  </a:lnTo>
                  <a:lnTo>
                    <a:pt x="157010" y="70620"/>
                  </a:lnTo>
                  <a:lnTo>
                    <a:pt x="156715" y="67313"/>
                  </a:lnTo>
                  <a:lnTo>
                    <a:pt x="161821" y="68252"/>
                  </a:lnTo>
                  <a:lnTo>
                    <a:pt x="160590" y="68877"/>
                  </a:lnTo>
                  <a:lnTo>
                    <a:pt x="158878" y="72377"/>
                  </a:lnTo>
                  <a:lnTo>
                    <a:pt x="158570" y="76260"/>
                  </a:lnTo>
                  <a:lnTo>
                    <a:pt x="155345" y="75938"/>
                  </a:lnTo>
                  <a:lnTo>
                    <a:pt x="154776" y="83629"/>
                  </a:lnTo>
                  <a:lnTo>
                    <a:pt x="152011" y="85481"/>
                  </a:lnTo>
                  <a:lnTo>
                    <a:pt x="150651" y="90848"/>
                  </a:lnTo>
                  <a:lnTo>
                    <a:pt x="152458" y="94205"/>
                  </a:lnTo>
                  <a:lnTo>
                    <a:pt x="153669" y="94488"/>
                  </a:lnTo>
                  <a:lnTo>
                    <a:pt x="156631" y="97178"/>
                  </a:lnTo>
                  <a:lnTo>
                    <a:pt x="152302" y="99561"/>
                  </a:lnTo>
                  <a:lnTo>
                    <a:pt x="150916" y="98401"/>
                  </a:lnTo>
                  <a:lnTo>
                    <a:pt x="143294" y="101697"/>
                  </a:lnTo>
                  <a:lnTo>
                    <a:pt x="139897" y="109014"/>
                  </a:lnTo>
                  <a:lnTo>
                    <a:pt x="132785" y="110250"/>
                  </a:lnTo>
                  <a:lnTo>
                    <a:pt x="130028" y="111550"/>
                  </a:lnTo>
                  <a:lnTo>
                    <a:pt x="126129" y="117469"/>
                  </a:lnTo>
                  <a:lnTo>
                    <a:pt x="124083" y="119403"/>
                  </a:lnTo>
                  <a:lnTo>
                    <a:pt x="121931" y="116173"/>
                  </a:lnTo>
                  <a:lnTo>
                    <a:pt x="117326" y="115445"/>
                  </a:lnTo>
                  <a:lnTo>
                    <a:pt x="112887" y="119521"/>
                  </a:lnTo>
                  <a:lnTo>
                    <a:pt x="98283" y="127545"/>
                  </a:lnTo>
                  <a:lnTo>
                    <a:pt x="102974" y="136582"/>
                  </a:lnTo>
                  <a:lnTo>
                    <a:pt x="106236" y="135125"/>
                  </a:lnTo>
                  <a:lnTo>
                    <a:pt x="107619" y="137794"/>
                  </a:lnTo>
                  <a:lnTo>
                    <a:pt x="102326" y="138420"/>
                  </a:lnTo>
                  <a:lnTo>
                    <a:pt x="97937" y="137743"/>
                  </a:lnTo>
                  <a:lnTo>
                    <a:pt x="98632" y="136000"/>
                  </a:lnTo>
                  <a:lnTo>
                    <a:pt x="95921" y="135192"/>
                  </a:lnTo>
                  <a:lnTo>
                    <a:pt x="95879" y="140807"/>
                  </a:lnTo>
                  <a:lnTo>
                    <a:pt x="91484" y="142731"/>
                  </a:lnTo>
                  <a:lnTo>
                    <a:pt x="87983" y="143368"/>
                  </a:lnTo>
                  <a:lnTo>
                    <a:pt x="88040" y="139199"/>
                  </a:lnTo>
                  <a:lnTo>
                    <a:pt x="85728" y="130239"/>
                  </a:lnTo>
                  <a:lnTo>
                    <a:pt x="86586" y="129609"/>
                  </a:lnTo>
                  <a:lnTo>
                    <a:pt x="86459" y="132321"/>
                  </a:lnTo>
                  <a:lnTo>
                    <a:pt x="88895" y="138147"/>
                  </a:lnTo>
                  <a:lnTo>
                    <a:pt x="92330" y="133818"/>
                  </a:lnTo>
                  <a:lnTo>
                    <a:pt x="93008" y="129185"/>
                  </a:lnTo>
                  <a:lnTo>
                    <a:pt x="91519" y="121259"/>
                  </a:lnTo>
                  <a:lnTo>
                    <a:pt x="88904" y="113541"/>
                  </a:lnTo>
                  <a:lnTo>
                    <a:pt x="88286" y="113255"/>
                  </a:lnTo>
                  <a:lnTo>
                    <a:pt x="87788" y="114411"/>
                  </a:lnTo>
                  <a:lnTo>
                    <a:pt x="81010" y="110138"/>
                  </a:lnTo>
                  <a:lnTo>
                    <a:pt x="64204" y="103668"/>
                  </a:lnTo>
                  <a:lnTo>
                    <a:pt x="45927" y="98526"/>
                  </a:lnTo>
                  <a:lnTo>
                    <a:pt x="43932" y="95744"/>
                  </a:lnTo>
                  <a:lnTo>
                    <a:pt x="37225" y="93968"/>
                  </a:lnTo>
                  <a:lnTo>
                    <a:pt x="35392" y="91982"/>
                  </a:lnTo>
                  <a:lnTo>
                    <a:pt x="38643" y="92231"/>
                  </a:lnTo>
                  <a:lnTo>
                    <a:pt x="39165" y="89771"/>
                  </a:lnTo>
                  <a:lnTo>
                    <a:pt x="37030" y="75489"/>
                  </a:lnTo>
                  <a:lnTo>
                    <a:pt x="33317" y="71124"/>
                  </a:lnTo>
                  <a:lnTo>
                    <a:pt x="11952" y="58266"/>
                  </a:lnTo>
                  <a:lnTo>
                    <a:pt x="10214" y="58408"/>
                  </a:lnTo>
                  <a:lnTo>
                    <a:pt x="9564" y="59100"/>
                  </a:lnTo>
                  <a:lnTo>
                    <a:pt x="6646" y="57440"/>
                  </a:lnTo>
                  <a:lnTo>
                    <a:pt x="5207" y="55106"/>
                  </a:lnTo>
                  <a:lnTo>
                    <a:pt x="3805" y="54622"/>
                  </a:lnTo>
                  <a:lnTo>
                    <a:pt x="3862" y="59757"/>
                  </a:lnTo>
                  <a:lnTo>
                    <a:pt x="5189" y="61545"/>
                  </a:lnTo>
                  <a:lnTo>
                    <a:pt x="4957" y="63264"/>
                  </a:lnTo>
                  <a:lnTo>
                    <a:pt x="2100" y="66720"/>
                  </a:lnTo>
                  <a:lnTo>
                    <a:pt x="0" y="67283"/>
                  </a:lnTo>
                  <a:lnTo>
                    <a:pt x="1643" y="66578"/>
                  </a:lnTo>
                  <a:lnTo>
                    <a:pt x="2689" y="44554"/>
                  </a:lnTo>
                  <a:lnTo>
                    <a:pt x="20745" y="12630"/>
                  </a:lnTo>
                  <a:lnTo>
                    <a:pt x="22354" y="50201"/>
                  </a:lnTo>
                  <a:lnTo>
                    <a:pt x="29342" y="49173"/>
                  </a:lnTo>
                  <a:lnTo>
                    <a:pt x="33569" y="62876"/>
                  </a:lnTo>
                  <a:lnTo>
                    <a:pt x="34931" y="41850"/>
                  </a:lnTo>
                  <a:lnTo>
                    <a:pt x="30389" y="30200"/>
                  </a:lnTo>
                  <a:lnTo>
                    <a:pt x="33083" y="30051"/>
                  </a:lnTo>
                  <a:lnTo>
                    <a:pt x="40644" y="24818"/>
                  </a:lnTo>
                  <a:lnTo>
                    <a:pt x="45283" y="12855"/>
                  </a:lnTo>
                  <a:lnTo>
                    <a:pt x="47598" y="10456"/>
                  </a:lnTo>
                  <a:lnTo>
                    <a:pt x="50842" y="11551"/>
                  </a:lnTo>
                  <a:lnTo>
                    <a:pt x="52521" y="8432"/>
                  </a:lnTo>
                  <a:lnTo>
                    <a:pt x="49513" y="6946"/>
                  </a:lnTo>
                  <a:lnTo>
                    <a:pt x="46151" y="6482"/>
                  </a:lnTo>
                  <a:lnTo>
                    <a:pt x="49801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8" name="ph8728"/>
            <p:cNvSpPr/>
            <p:nvPr/>
          </p:nvSpPr>
          <p:spPr>
            <a:xfrm>
              <a:off x="9473576" y="1455192"/>
              <a:ext cx="111339" cy="197270"/>
            </a:xfrm>
            <a:custGeom>
              <a:avLst/>
              <a:pathLst>
                <a:path w="111339" h="197270">
                  <a:moveTo>
                    <a:pt x="111261" y="10088"/>
                  </a:moveTo>
                  <a:lnTo>
                    <a:pt x="111339" y="17549"/>
                  </a:lnTo>
                  <a:lnTo>
                    <a:pt x="107457" y="18153"/>
                  </a:lnTo>
                  <a:lnTo>
                    <a:pt x="104425" y="19498"/>
                  </a:lnTo>
                  <a:lnTo>
                    <a:pt x="103764" y="23310"/>
                  </a:lnTo>
                  <a:lnTo>
                    <a:pt x="110213" y="30657"/>
                  </a:lnTo>
                  <a:lnTo>
                    <a:pt x="101892" y="37226"/>
                  </a:lnTo>
                  <a:lnTo>
                    <a:pt x="100561" y="30716"/>
                  </a:lnTo>
                  <a:lnTo>
                    <a:pt x="99418" y="35028"/>
                  </a:lnTo>
                  <a:lnTo>
                    <a:pt x="97056" y="37043"/>
                  </a:lnTo>
                  <a:lnTo>
                    <a:pt x="94531" y="37744"/>
                  </a:lnTo>
                  <a:lnTo>
                    <a:pt x="96019" y="46104"/>
                  </a:lnTo>
                  <a:lnTo>
                    <a:pt x="90549" y="46747"/>
                  </a:lnTo>
                  <a:lnTo>
                    <a:pt x="90428" y="49911"/>
                  </a:lnTo>
                  <a:lnTo>
                    <a:pt x="92611" y="49875"/>
                  </a:lnTo>
                  <a:lnTo>
                    <a:pt x="95977" y="51636"/>
                  </a:lnTo>
                  <a:lnTo>
                    <a:pt x="98351" y="54652"/>
                  </a:lnTo>
                  <a:lnTo>
                    <a:pt x="98797" y="57771"/>
                  </a:lnTo>
                  <a:lnTo>
                    <a:pt x="92804" y="56287"/>
                  </a:lnTo>
                  <a:lnTo>
                    <a:pt x="91345" y="61393"/>
                  </a:lnTo>
                  <a:lnTo>
                    <a:pt x="96363" y="63049"/>
                  </a:lnTo>
                  <a:lnTo>
                    <a:pt x="99176" y="65248"/>
                  </a:lnTo>
                  <a:lnTo>
                    <a:pt x="97248" y="70136"/>
                  </a:lnTo>
                  <a:lnTo>
                    <a:pt x="105294" y="74481"/>
                  </a:lnTo>
                  <a:lnTo>
                    <a:pt x="101386" y="81503"/>
                  </a:lnTo>
                  <a:lnTo>
                    <a:pt x="107034" y="84432"/>
                  </a:lnTo>
                  <a:lnTo>
                    <a:pt x="111024" y="89466"/>
                  </a:lnTo>
                  <a:lnTo>
                    <a:pt x="110754" y="93240"/>
                  </a:lnTo>
                  <a:lnTo>
                    <a:pt x="105603" y="101395"/>
                  </a:lnTo>
                  <a:lnTo>
                    <a:pt x="102883" y="104346"/>
                  </a:lnTo>
                  <a:lnTo>
                    <a:pt x="101488" y="116629"/>
                  </a:lnTo>
                  <a:lnTo>
                    <a:pt x="99599" y="116493"/>
                  </a:lnTo>
                  <a:lnTo>
                    <a:pt x="99594" y="118701"/>
                  </a:lnTo>
                  <a:lnTo>
                    <a:pt x="101831" y="119748"/>
                  </a:lnTo>
                  <a:lnTo>
                    <a:pt x="105458" y="119475"/>
                  </a:lnTo>
                  <a:lnTo>
                    <a:pt x="105700" y="121532"/>
                  </a:lnTo>
                  <a:lnTo>
                    <a:pt x="104250" y="125597"/>
                  </a:lnTo>
                  <a:lnTo>
                    <a:pt x="103608" y="132969"/>
                  </a:lnTo>
                  <a:lnTo>
                    <a:pt x="101214" y="134869"/>
                  </a:lnTo>
                  <a:lnTo>
                    <a:pt x="99402" y="135184"/>
                  </a:lnTo>
                  <a:lnTo>
                    <a:pt x="100004" y="143712"/>
                  </a:lnTo>
                  <a:lnTo>
                    <a:pt x="99427" y="147318"/>
                  </a:lnTo>
                  <a:lnTo>
                    <a:pt x="98450" y="147165"/>
                  </a:lnTo>
                  <a:lnTo>
                    <a:pt x="97880" y="154797"/>
                  </a:lnTo>
                  <a:lnTo>
                    <a:pt x="96225" y="154679"/>
                  </a:lnTo>
                  <a:lnTo>
                    <a:pt x="96303" y="153581"/>
                  </a:lnTo>
                  <a:lnTo>
                    <a:pt x="94150" y="153428"/>
                  </a:lnTo>
                  <a:lnTo>
                    <a:pt x="92447" y="159805"/>
                  </a:lnTo>
                  <a:lnTo>
                    <a:pt x="90119" y="163881"/>
                  </a:lnTo>
                  <a:lnTo>
                    <a:pt x="86441" y="164721"/>
                  </a:lnTo>
                  <a:lnTo>
                    <a:pt x="84602" y="167932"/>
                  </a:lnTo>
                  <a:lnTo>
                    <a:pt x="85905" y="174510"/>
                  </a:lnTo>
                  <a:lnTo>
                    <a:pt x="91048" y="174205"/>
                  </a:lnTo>
                  <a:lnTo>
                    <a:pt x="94239" y="180418"/>
                  </a:lnTo>
                  <a:lnTo>
                    <a:pt x="92129" y="183465"/>
                  </a:lnTo>
                  <a:lnTo>
                    <a:pt x="82157" y="182680"/>
                  </a:lnTo>
                  <a:lnTo>
                    <a:pt x="81865" y="188115"/>
                  </a:lnTo>
                  <a:lnTo>
                    <a:pt x="73618" y="187981"/>
                  </a:lnTo>
                  <a:lnTo>
                    <a:pt x="66751" y="185953"/>
                  </a:lnTo>
                  <a:lnTo>
                    <a:pt x="58929" y="184944"/>
                  </a:lnTo>
                  <a:lnTo>
                    <a:pt x="52685" y="181287"/>
                  </a:lnTo>
                  <a:lnTo>
                    <a:pt x="47910" y="179670"/>
                  </a:lnTo>
                  <a:lnTo>
                    <a:pt x="44852" y="189033"/>
                  </a:lnTo>
                  <a:lnTo>
                    <a:pt x="45791" y="189382"/>
                  </a:lnTo>
                  <a:lnTo>
                    <a:pt x="44781" y="196188"/>
                  </a:lnTo>
                  <a:lnTo>
                    <a:pt x="31054" y="197270"/>
                  </a:lnTo>
                  <a:lnTo>
                    <a:pt x="32364" y="190402"/>
                  </a:lnTo>
                  <a:lnTo>
                    <a:pt x="32716" y="182188"/>
                  </a:lnTo>
                  <a:lnTo>
                    <a:pt x="31198" y="177810"/>
                  </a:lnTo>
                  <a:lnTo>
                    <a:pt x="28034" y="173451"/>
                  </a:lnTo>
                  <a:lnTo>
                    <a:pt x="25228" y="171597"/>
                  </a:lnTo>
                  <a:lnTo>
                    <a:pt x="24357" y="167213"/>
                  </a:lnTo>
                  <a:lnTo>
                    <a:pt x="24493" y="158524"/>
                  </a:lnTo>
                  <a:lnTo>
                    <a:pt x="23355" y="153970"/>
                  </a:lnTo>
                  <a:lnTo>
                    <a:pt x="20530" y="148635"/>
                  </a:lnTo>
                  <a:lnTo>
                    <a:pt x="10874" y="137080"/>
                  </a:lnTo>
                  <a:lnTo>
                    <a:pt x="2865" y="119674"/>
                  </a:lnTo>
                  <a:lnTo>
                    <a:pt x="1836" y="111361"/>
                  </a:lnTo>
                  <a:lnTo>
                    <a:pt x="0" y="104514"/>
                  </a:lnTo>
                  <a:lnTo>
                    <a:pt x="1598" y="101696"/>
                  </a:lnTo>
                  <a:lnTo>
                    <a:pt x="3156" y="96351"/>
                  </a:lnTo>
                  <a:lnTo>
                    <a:pt x="4423" y="88096"/>
                  </a:lnTo>
                  <a:lnTo>
                    <a:pt x="7924" y="87459"/>
                  </a:lnTo>
                  <a:lnTo>
                    <a:pt x="12319" y="85534"/>
                  </a:lnTo>
                  <a:lnTo>
                    <a:pt x="12361" y="79919"/>
                  </a:lnTo>
                  <a:lnTo>
                    <a:pt x="15072" y="80728"/>
                  </a:lnTo>
                  <a:lnTo>
                    <a:pt x="14377" y="82471"/>
                  </a:lnTo>
                  <a:lnTo>
                    <a:pt x="18766" y="83148"/>
                  </a:lnTo>
                  <a:lnTo>
                    <a:pt x="24059" y="82522"/>
                  </a:lnTo>
                  <a:lnTo>
                    <a:pt x="22676" y="79853"/>
                  </a:lnTo>
                  <a:lnTo>
                    <a:pt x="19414" y="81310"/>
                  </a:lnTo>
                  <a:lnTo>
                    <a:pt x="14723" y="72273"/>
                  </a:lnTo>
                  <a:lnTo>
                    <a:pt x="29327" y="64249"/>
                  </a:lnTo>
                  <a:lnTo>
                    <a:pt x="33765" y="60172"/>
                  </a:lnTo>
                  <a:lnTo>
                    <a:pt x="38371" y="60901"/>
                  </a:lnTo>
                  <a:lnTo>
                    <a:pt x="40523" y="64131"/>
                  </a:lnTo>
                  <a:lnTo>
                    <a:pt x="42569" y="62197"/>
                  </a:lnTo>
                  <a:lnTo>
                    <a:pt x="46468" y="56278"/>
                  </a:lnTo>
                  <a:lnTo>
                    <a:pt x="49225" y="54978"/>
                  </a:lnTo>
                  <a:lnTo>
                    <a:pt x="56336" y="53742"/>
                  </a:lnTo>
                  <a:lnTo>
                    <a:pt x="59733" y="46425"/>
                  </a:lnTo>
                  <a:lnTo>
                    <a:pt x="67356" y="43129"/>
                  </a:lnTo>
                  <a:lnTo>
                    <a:pt x="68742" y="44288"/>
                  </a:lnTo>
                  <a:lnTo>
                    <a:pt x="73071" y="41906"/>
                  </a:lnTo>
                  <a:lnTo>
                    <a:pt x="70109" y="39215"/>
                  </a:lnTo>
                  <a:lnTo>
                    <a:pt x="68898" y="38933"/>
                  </a:lnTo>
                  <a:lnTo>
                    <a:pt x="67091" y="35576"/>
                  </a:lnTo>
                  <a:lnTo>
                    <a:pt x="68451" y="30209"/>
                  </a:lnTo>
                  <a:lnTo>
                    <a:pt x="71216" y="28357"/>
                  </a:lnTo>
                  <a:lnTo>
                    <a:pt x="71785" y="20666"/>
                  </a:lnTo>
                  <a:lnTo>
                    <a:pt x="75010" y="20988"/>
                  </a:lnTo>
                  <a:lnTo>
                    <a:pt x="75318" y="17105"/>
                  </a:lnTo>
                  <a:lnTo>
                    <a:pt x="77030" y="13604"/>
                  </a:lnTo>
                  <a:lnTo>
                    <a:pt x="78261" y="12979"/>
                  </a:lnTo>
                  <a:lnTo>
                    <a:pt x="80103" y="12045"/>
                  </a:lnTo>
                  <a:lnTo>
                    <a:pt x="87358" y="14305"/>
                  </a:lnTo>
                  <a:lnTo>
                    <a:pt x="90771" y="14219"/>
                  </a:lnTo>
                  <a:lnTo>
                    <a:pt x="91467" y="12174"/>
                  </a:lnTo>
                  <a:lnTo>
                    <a:pt x="88327" y="11194"/>
                  </a:lnTo>
                  <a:lnTo>
                    <a:pt x="87387" y="8419"/>
                  </a:lnTo>
                  <a:lnTo>
                    <a:pt x="8869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h8729"/>
            <p:cNvSpPr/>
            <p:nvPr/>
          </p:nvSpPr>
          <p:spPr>
            <a:xfrm>
              <a:off x="9745894" y="1889470"/>
              <a:ext cx="28448" cy="133970"/>
            </a:xfrm>
            <a:custGeom>
              <a:avLst/>
              <a:pathLst>
                <a:path w="28448" h="133970">
                  <a:moveTo>
                    <a:pt x="18879" y="11260"/>
                  </a:moveTo>
                  <a:lnTo>
                    <a:pt x="24121" y="14639"/>
                  </a:lnTo>
                  <a:lnTo>
                    <a:pt x="18944" y="21462"/>
                  </a:lnTo>
                  <a:lnTo>
                    <a:pt x="19079" y="23888"/>
                  </a:lnTo>
                  <a:lnTo>
                    <a:pt x="25758" y="34126"/>
                  </a:lnTo>
                  <a:lnTo>
                    <a:pt x="26299" y="36404"/>
                  </a:lnTo>
                  <a:lnTo>
                    <a:pt x="25966" y="37408"/>
                  </a:lnTo>
                  <a:lnTo>
                    <a:pt x="23267" y="39615"/>
                  </a:lnTo>
                  <a:lnTo>
                    <a:pt x="20911" y="44665"/>
                  </a:lnTo>
                  <a:lnTo>
                    <a:pt x="16878" y="61277"/>
                  </a:lnTo>
                  <a:lnTo>
                    <a:pt x="25051" y="60451"/>
                  </a:lnTo>
                  <a:lnTo>
                    <a:pt x="26595" y="61410"/>
                  </a:lnTo>
                  <a:lnTo>
                    <a:pt x="28448" y="64939"/>
                  </a:lnTo>
                  <a:lnTo>
                    <a:pt x="27530" y="71862"/>
                  </a:lnTo>
                  <a:lnTo>
                    <a:pt x="27313" y="84791"/>
                  </a:lnTo>
                  <a:lnTo>
                    <a:pt x="18571" y="84344"/>
                  </a:lnTo>
                  <a:lnTo>
                    <a:pt x="17561" y="86475"/>
                  </a:lnTo>
                  <a:lnTo>
                    <a:pt x="17378" y="90635"/>
                  </a:lnTo>
                  <a:lnTo>
                    <a:pt x="18191" y="90832"/>
                  </a:lnTo>
                  <a:lnTo>
                    <a:pt x="16356" y="123543"/>
                  </a:lnTo>
                  <a:lnTo>
                    <a:pt x="16574" y="133970"/>
                  </a:lnTo>
                  <a:lnTo>
                    <a:pt x="3144" y="129451"/>
                  </a:lnTo>
                  <a:lnTo>
                    <a:pt x="7423" y="128608"/>
                  </a:lnTo>
                  <a:lnTo>
                    <a:pt x="12243" y="118937"/>
                  </a:lnTo>
                  <a:lnTo>
                    <a:pt x="12365" y="116788"/>
                  </a:lnTo>
                  <a:lnTo>
                    <a:pt x="7722" y="114324"/>
                  </a:lnTo>
                  <a:lnTo>
                    <a:pt x="9570" y="83803"/>
                  </a:lnTo>
                  <a:lnTo>
                    <a:pt x="9780" y="80051"/>
                  </a:lnTo>
                  <a:lnTo>
                    <a:pt x="12943" y="78943"/>
                  </a:lnTo>
                  <a:lnTo>
                    <a:pt x="595" y="37358"/>
                  </a:lnTo>
                  <a:lnTo>
                    <a:pt x="2103" y="21146"/>
                  </a:lnTo>
                  <a:lnTo>
                    <a:pt x="0" y="3110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h8730"/>
            <p:cNvSpPr/>
            <p:nvPr/>
          </p:nvSpPr>
          <p:spPr>
            <a:xfrm>
              <a:off x="9816348" y="1851977"/>
              <a:ext cx="34010" cy="27649"/>
            </a:xfrm>
            <a:custGeom>
              <a:avLst/>
              <a:pathLst>
                <a:path w="34010" h="27649">
                  <a:moveTo>
                    <a:pt x="27656" y="6130"/>
                  </a:moveTo>
                  <a:lnTo>
                    <a:pt x="32056" y="7811"/>
                  </a:lnTo>
                  <a:lnTo>
                    <a:pt x="31517" y="10304"/>
                  </a:lnTo>
                  <a:lnTo>
                    <a:pt x="33417" y="11166"/>
                  </a:lnTo>
                  <a:lnTo>
                    <a:pt x="34010" y="19744"/>
                  </a:lnTo>
                  <a:lnTo>
                    <a:pt x="31644" y="22402"/>
                  </a:lnTo>
                  <a:lnTo>
                    <a:pt x="30908" y="22385"/>
                  </a:lnTo>
                  <a:lnTo>
                    <a:pt x="30907" y="27128"/>
                  </a:lnTo>
                  <a:lnTo>
                    <a:pt x="21264" y="27649"/>
                  </a:lnTo>
                  <a:lnTo>
                    <a:pt x="20026" y="22299"/>
                  </a:lnTo>
                  <a:lnTo>
                    <a:pt x="12615" y="19369"/>
                  </a:lnTo>
                  <a:lnTo>
                    <a:pt x="9267" y="21088"/>
                  </a:lnTo>
                  <a:lnTo>
                    <a:pt x="9374" y="23071"/>
                  </a:lnTo>
                  <a:lnTo>
                    <a:pt x="0" y="20670"/>
                  </a:lnTo>
                  <a:lnTo>
                    <a:pt x="4223" y="6447"/>
                  </a:lnTo>
                  <a:lnTo>
                    <a:pt x="6561" y="2256"/>
                  </a:lnTo>
                  <a:lnTo>
                    <a:pt x="20427" y="1844"/>
                  </a:lnTo>
                  <a:lnTo>
                    <a:pt x="2506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ph8731"/>
            <p:cNvSpPr/>
            <p:nvPr/>
          </p:nvSpPr>
          <p:spPr>
            <a:xfrm>
              <a:off x="9663749" y="1542947"/>
              <a:ext cx="54649" cy="77681"/>
            </a:xfrm>
            <a:custGeom>
              <a:avLst/>
              <a:pathLst>
                <a:path w="54649" h="77681">
                  <a:moveTo>
                    <a:pt x="18707" y="521"/>
                  </a:moveTo>
                  <a:lnTo>
                    <a:pt x="19394" y="3287"/>
                  </a:lnTo>
                  <a:lnTo>
                    <a:pt x="17407" y="7538"/>
                  </a:lnTo>
                  <a:lnTo>
                    <a:pt x="22161" y="6879"/>
                  </a:lnTo>
                  <a:lnTo>
                    <a:pt x="24593" y="13874"/>
                  </a:lnTo>
                  <a:lnTo>
                    <a:pt x="26194" y="15035"/>
                  </a:lnTo>
                  <a:lnTo>
                    <a:pt x="26144" y="20687"/>
                  </a:lnTo>
                  <a:lnTo>
                    <a:pt x="28923" y="21237"/>
                  </a:lnTo>
                  <a:lnTo>
                    <a:pt x="28648" y="23831"/>
                  </a:lnTo>
                  <a:lnTo>
                    <a:pt x="25123" y="28238"/>
                  </a:lnTo>
                  <a:lnTo>
                    <a:pt x="29729" y="35257"/>
                  </a:lnTo>
                  <a:lnTo>
                    <a:pt x="27549" y="38618"/>
                  </a:lnTo>
                  <a:lnTo>
                    <a:pt x="27968" y="42230"/>
                  </a:lnTo>
                  <a:lnTo>
                    <a:pt x="44716" y="46743"/>
                  </a:lnTo>
                  <a:lnTo>
                    <a:pt x="46811" y="43942"/>
                  </a:lnTo>
                  <a:lnTo>
                    <a:pt x="47785" y="44621"/>
                  </a:lnTo>
                  <a:lnTo>
                    <a:pt x="47499" y="49826"/>
                  </a:lnTo>
                  <a:lnTo>
                    <a:pt x="51208" y="48126"/>
                  </a:lnTo>
                  <a:lnTo>
                    <a:pt x="52535" y="49960"/>
                  </a:lnTo>
                  <a:lnTo>
                    <a:pt x="48884" y="51826"/>
                  </a:lnTo>
                  <a:lnTo>
                    <a:pt x="48088" y="54492"/>
                  </a:lnTo>
                  <a:lnTo>
                    <a:pt x="50936" y="55372"/>
                  </a:lnTo>
                  <a:lnTo>
                    <a:pt x="53237" y="54878"/>
                  </a:lnTo>
                  <a:lnTo>
                    <a:pt x="54649" y="64498"/>
                  </a:lnTo>
                  <a:lnTo>
                    <a:pt x="47916" y="68441"/>
                  </a:lnTo>
                  <a:lnTo>
                    <a:pt x="45845" y="70811"/>
                  </a:lnTo>
                  <a:lnTo>
                    <a:pt x="45257" y="73181"/>
                  </a:lnTo>
                  <a:lnTo>
                    <a:pt x="45697" y="75052"/>
                  </a:lnTo>
                  <a:lnTo>
                    <a:pt x="43956" y="77681"/>
                  </a:lnTo>
                  <a:lnTo>
                    <a:pt x="41215" y="73092"/>
                  </a:lnTo>
                  <a:lnTo>
                    <a:pt x="40703" y="73367"/>
                  </a:lnTo>
                  <a:lnTo>
                    <a:pt x="34329" y="69313"/>
                  </a:lnTo>
                  <a:lnTo>
                    <a:pt x="33788" y="67201"/>
                  </a:lnTo>
                  <a:lnTo>
                    <a:pt x="29711" y="62235"/>
                  </a:lnTo>
                  <a:lnTo>
                    <a:pt x="27351" y="60393"/>
                  </a:lnTo>
                  <a:lnTo>
                    <a:pt x="25109" y="59268"/>
                  </a:lnTo>
                  <a:lnTo>
                    <a:pt x="24288" y="61461"/>
                  </a:lnTo>
                  <a:lnTo>
                    <a:pt x="20354" y="60966"/>
                  </a:lnTo>
                  <a:lnTo>
                    <a:pt x="20527" y="59719"/>
                  </a:lnTo>
                  <a:lnTo>
                    <a:pt x="22708" y="58822"/>
                  </a:lnTo>
                  <a:lnTo>
                    <a:pt x="22444" y="57338"/>
                  </a:lnTo>
                  <a:lnTo>
                    <a:pt x="22042" y="56577"/>
                  </a:lnTo>
                  <a:lnTo>
                    <a:pt x="17811" y="58294"/>
                  </a:lnTo>
                  <a:lnTo>
                    <a:pt x="16898" y="52847"/>
                  </a:lnTo>
                  <a:lnTo>
                    <a:pt x="19956" y="50644"/>
                  </a:lnTo>
                  <a:lnTo>
                    <a:pt x="17585" y="48427"/>
                  </a:lnTo>
                  <a:lnTo>
                    <a:pt x="12108" y="47450"/>
                  </a:lnTo>
                  <a:lnTo>
                    <a:pt x="9554" y="42711"/>
                  </a:lnTo>
                  <a:lnTo>
                    <a:pt x="7246" y="41114"/>
                  </a:lnTo>
                  <a:lnTo>
                    <a:pt x="6681" y="43787"/>
                  </a:lnTo>
                  <a:lnTo>
                    <a:pt x="3816" y="40550"/>
                  </a:lnTo>
                  <a:lnTo>
                    <a:pt x="2563" y="39136"/>
                  </a:lnTo>
                  <a:lnTo>
                    <a:pt x="0" y="33405"/>
                  </a:lnTo>
                  <a:lnTo>
                    <a:pt x="5130" y="30206"/>
                  </a:lnTo>
                  <a:lnTo>
                    <a:pt x="10278" y="28792"/>
                  </a:lnTo>
                  <a:lnTo>
                    <a:pt x="12945" y="31523"/>
                  </a:lnTo>
                  <a:lnTo>
                    <a:pt x="17887" y="31301"/>
                  </a:lnTo>
                  <a:lnTo>
                    <a:pt x="16520" y="25501"/>
                  </a:lnTo>
                  <a:lnTo>
                    <a:pt x="18618" y="24801"/>
                  </a:lnTo>
                  <a:lnTo>
                    <a:pt x="20106" y="20841"/>
                  </a:lnTo>
                  <a:lnTo>
                    <a:pt x="19303" y="18811"/>
                  </a:lnTo>
                  <a:lnTo>
                    <a:pt x="9746" y="11787"/>
                  </a:lnTo>
                  <a:lnTo>
                    <a:pt x="5362" y="13441"/>
                  </a:lnTo>
                  <a:lnTo>
                    <a:pt x="6806" y="2208"/>
                  </a:lnTo>
                  <a:lnTo>
                    <a:pt x="9410" y="1104"/>
                  </a:lnTo>
                  <a:lnTo>
                    <a:pt x="1202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ph8732"/>
            <p:cNvSpPr/>
            <p:nvPr/>
          </p:nvSpPr>
          <p:spPr>
            <a:xfrm>
              <a:off x="9734985" y="1653483"/>
              <a:ext cx="55617" cy="31784"/>
            </a:xfrm>
            <a:custGeom>
              <a:avLst/>
              <a:pathLst>
                <a:path w="55617" h="31784">
                  <a:moveTo>
                    <a:pt x="16142" y="5327"/>
                  </a:moveTo>
                  <a:lnTo>
                    <a:pt x="17400" y="8093"/>
                  </a:lnTo>
                  <a:lnTo>
                    <a:pt x="30307" y="10158"/>
                  </a:lnTo>
                  <a:lnTo>
                    <a:pt x="37479" y="9607"/>
                  </a:lnTo>
                  <a:lnTo>
                    <a:pt x="37694" y="6792"/>
                  </a:lnTo>
                  <a:lnTo>
                    <a:pt x="41649" y="3675"/>
                  </a:lnTo>
                  <a:lnTo>
                    <a:pt x="45241" y="2778"/>
                  </a:lnTo>
                  <a:lnTo>
                    <a:pt x="51379" y="7508"/>
                  </a:lnTo>
                  <a:lnTo>
                    <a:pt x="54801" y="8711"/>
                  </a:lnTo>
                  <a:lnTo>
                    <a:pt x="55617" y="12019"/>
                  </a:lnTo>
                  <a:lnTo>
                    <a:pt x="55371" y="15611"/>
                  </a:lnTo>
                  <a:lnTo>
                    <a:pt x="47006" y="13115"/>
                  </a:lnTo>
                  <a:lnTo>
                    <a:pt x="46126" y="13540"/>
                  </a:lnTo>
                  <a:lnTo>
                    <a:pt x="47288" y="20994"/>
                  </a:lnTo>
                  <a:lnTo>
                    <a:pt x="49218" y="25308"/>
                  </a:lnTo>
                  <a:lnTo>
                    <a:pt x="49861" y="30662"/>
                  </a:lnTo>
                  <a:lnTo>
                    <a:pt x="48889" y="31784"/>
                  </a:lnTo>
                  <a:lnTo>
                    <a:pt x="46068" y="30053"/>
                  </a:lnTo>
                  <a:lnTo>
                    <a:pt x="45993" y="28395"/>
                  </a:lnTo>
                  <a:lnTo>
                    <a:pt x="43778" y="27555"/>
                  </a:lnTo>
                  <a:lnTo>
                    <a:pt x="42624" y="27695"/>
                  </a:lnTo>
                  <a:lnTo>
                    <a:pt x="41261" y="29532"/>
                  </a:lnTo>
                  <a:lnTo>
                    <a:pt x="38573" y="30148"/>
                  </a:lnTo>
                  <a:lnTo>
                    <a:pt x="33712" y="29721"/>
                  </a:lnTo>
                  <a:lnTo>
                    <a:pt x="19430" y="24830"/>
                  </a:lnTo>
                  <a:lnTo>
                    <a:pt x="19644" y="21829"/>
                  </a:lnTo>
                  <a:lnTo>
                    <a:pt x="17750" y="18424"/>
                  </a:lnTo>
                  <a:lnTo>
                    <a:pt x="14531" y="19916"/>
                  </a:lnTo>
                  <a:lnTo>
                    <a:pt x="12604" y="19079"/>
                  </a:lnTo>
                  <a:lnTo>
                    <a:pt x="7893" y="20355"/>
                  </a:lnTo>
                  <a:lnTo>
                    <a:pt x="7428" y="22898"/>
                  </a:lnTo>
                  <a:lnTo>
                    <a:pt x="5804" y="23746"/>
                  </a:lnTo>
                  <a:lnTo>
                    <a:pt x="2731" y="25325"/>
                  </a:lnTo>
                  <a:lnTo>
                    <a:pt x="0" y="19522"/>
                  </a:lnTo>
                  <a:lnTo>
                    <a:pt x="30" y="18082"/>
                  </a:lnTo>
                  <a:lnTo>
                    <a:pt x="4450" y="14631"/>
                  </a:lnTo>
                  <a:lnTo>
                    <a:pt x="4593" y="13215"/>
                  </a:lnTo>
                  <a:lnTo>
                    <a:pt x="2959" y="9604"/>
                  </a:lnTo>
                  <a:lnTo>
                    <a:pt x="2886" y="4854"/>
                  </a:lnTo>
                  <a:lnTo>
                    <a:pt x="5558" y="5216"/>
                  </a:lnTo>
                  <a:lnTo>
                    <a:pt x="8089" y="2855"/>
                  </a:lnTo>
                  <a:lnTo>
                    <a:pt x="8449" y="1217"/>
                  </a:lnTo>
                  <a:lnTo>
                    <a:pt x="1085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h8733"/>
            <p:cNvSpPr/>
            <p:nvPr/>
          </p:nvSpPr>
          <p:spPr>
            <a:xfrm>
              <a:off x="9874113" y="1629202"/>
              <a:ext cx="70432" cy="51584"/>
            </a:xfrm>
            <a:custGeom>
              <a:avLst/>
              <a:pathLst>
                <a:path w="70432" h="51584">
                  <a:moveTo>
                    <a:pt x="14819" y="3536"/>
                  </a:moveTo>
                  <a:lnTo>
                    <a:pt x="19411" y="2921"/>
                  </a:lnTo>
                  <a:lnTo>
                    <a:pt x="28213" y="5922"/>
                  </a:lnTo>
                  <a:lnTo>
                    <a:pt x="31066" y="5701"/>
                  </a:lnTo>
                  <a:lnTo>
                    <a:pt x="35110" y="6890"/>
                  </a:lnTo>
                  <a:lnTo>
                    <a:pt x="35977" y="1291"/>
                  </a:lnTo>
                  <a:lnTo>
                    <a:pt x="39530" y="591"/>
                  </a:lnTo>
                  <a:lnTo>
                    <a:pt x="50744" y="964"/>
                  </a:lnTo>
                  <a:lnTo>
                    <a:pt x="56084" y="3164"/>
                  </a:lnTo>
                  <a:lnTo>
                    <a:pt x="58727" y="343"/>
                  </a:lnTo>
                  <a:lnTo>
                    <a:pt x="65030" y="1000"/>
                  </a:lnTo>
                  <a:lnTo>
                    <a:pt x="63860" y="4473"/>
                  </a:lnTo>
                  <a:lnTo>
                    <a:pt x="60114" y="6562"/>
                  </a:lnTo>
                  <a:lnTo>
                    <a:pt x="62871" y="11737"/>
                  </a:lnTo>
                  <a:lnTo>
                    <a:pt x="62450" y="15854"/>
                  </a:lnTo>
                  <a:lnTo>
                    <a:pt x="66801" y="16395"/>
                  </a:lnTo>
                  <a:lnTo>
                    <a:pt x="70432" y="23035"/>
                  </a:lnTo>
                  <a:lnTo>
                    <a:pt x="69472" y="25015"/>
                  </a:lnTo>
                  <a:lnTo>
                    <a:pt x="62408" y="20901"/>
                  </a:lnTo>
                  <a:lnTo>
                    <a:pt x="62339" y="28365"/>
                  </a:lnTo>
                  <a:lnTo>
                    <a:pt x="61995" y="51566"/>
                  </a:lnTo>
                  <a:lnTo>
                    <a:pt x="55006" y="51584"/>
                  </a:lnTo>
                  <a:lnTo>
                    <a:pt x="54101" y="50811"/>
                  </a:lnTo>
                  <a:lnTo>
                    <a:pt x="50345" y="45789"/>
                  </a:lnTo>
                  <a:lnTo>
                    <a:pt x="49667" y="42524"/>
                  </a:lnTo>
                  <a:lnTo>
                    <a:pt x="50262" y="37913"/>
                  </a:lnTo>
                  <a:lnTo>
                    <a:pt x="46384" y="32908"/>
                  </a:lnTo>
                  <a:lnTo>
                    <a:pt x="43059" y="30240"/>
                  </a:lnTo>
                  <a:lnTo>
                    <a:pt x="42799" y="26967"/>
                  </a:lnTo>
                  <a:lnTo>
                    <a:pt x="38857" y="24782"/>
                  </a:lnTo>
                  <a:lnTo>
                    <a:pt x="34931" y="26983"/>
                  </a:lnTo>
                  <a:lnTo>
                    <a:pt x="30977" y="25697"/>
                  </a:lnTo>
                  <a:lnTo>
                    <a:pt x="30870" y="23308"/>
                  </a:lnTo>
                  <a:lnTo>
                    <a:pt x="29398" y="22327"/>
                  </a:lnTo>
                  <a:lnTo>
                    <a:pt x="24517" y="22700"/>
                  </a:lnTo>
                  <a:lnTo>
                    <a:pt x="24140" y="24134"/>
                  </a:lnTo>
                  <a:lnTo>
                    <a:pt x="15418" y="21204"/>
                  </a:lnTo>
                  <a:lnTo>
                    <a:pt x="16134" y="19419"/>
                  </a:lnTo>
                  <a:lnTo>
                    <a:pt x="13274" y="14380"/>
                  </a:lnTo>
                  <a:lnTo>
                    <a:pt x="10871" y="12874"/>
                  </a:lnTo>
                  <a:lnTo>
                    <a:pt x="10053" y="11856"/>
                  </a:lnTo>
                  <a:lnTo>
                    <a:pt x="0" y="7758"/>
                  </a:lnTo>
                  <a:lnTo>
                    <a:pt x="109" y="6374"/>
                  </a:lnTo>
                  <a:lnTo>
                    <a:pt x="2132" y="3971"/>
                  </a:lnTo>
                  <a:lnTo>
                    <a:pt x="5576" y="6552"/>
                  </a:lnTo>
                  <a:lnTo>
                    <a:pt x="6097" y="1025"/>
                  </a:lnTo>
                  <a:lnTo>
                    <a:pt x="772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h8734"/>
            <p:cNvSpPr/>
            <p:nvPr/>
          </p:nvSpPr>
          <p:spPr>
            <a:xfrm>
              <a:off x="9712524" y="1683109"/>
              <a:ext cx="42246" cy="43437"/>
            </a:xfrm>
            <a:custGeom>
              <a:avLst/>
              <a:pathLst>
                <a:path w="42246" h="43437">
                  <a:moveTo>
                    <a:pt x="28112" y="2957"/>
                  </a:moveTo>
                  <a:lnTo>
                    <a:pt x="31160" y="1847"/>
                  </a:lnTo>
                  <a:lnTo>
                    <a:pt x="32490" y="4023"/>
                  </a:lnTo>
                  <a:lnTo>
                    <a:pt x="36485" y="14595"/>
                  </a:lnTo>
                  <a:lnTo>
                    <a:pt x="35993" y="17244"/>
                  </a:lnTo>
                  <a:lnTo>
                    <a:pt x="32316" y="18515"/>
                  </a:lnTo>
                  <a:lnTo>
                    <a:pt x="32751" y="19202"/>
                  </a:lnTo>
                  <a:lnTo>
                    <a:pt x="40002" y="18750"/>
                  </a:lnTo>
                  <a:lnTo>
                    <a:pt x="42246" y="28498"/>
                  </a:lnTo>
                  <a:lnTo>
                    <a:pt x="34560" y="28330"/>
                  </a:lnTo>
                  <a:lnTo>
                    <a:pt x="30196" y="31999"/>
                  </a:lnTo>
                  <a:lnTo>
                    <a:pt x="17460" y="39869"/>
                  </a:lnTo>
                  <a:lnTo>
                    <a:pt x="15354" y="42907"/>
                  </a:lnTo>
                  <a:lnTo>
                    <a:pt x="14064" y="43437"/>
                  </a:lnTo>
                  <a:lnTo>
                    <a:pt x="12002" y="41296"/>
                  </a:lnTo>
                  <a:lnTo>
                    <a:pt x="11706" y="43428"/>
                  </a:lnTo>
                  <a:lnTo>
                    <a:pt x="7319" y="35249"/>
                  </a:lnTo>
                  <a:lnTo>
                    <a:pt x="5140" y="33501"/>
                  </a:lnTo>
                  <a:lnTo>
                    <a:pt x="3571" y="33626"/>
                  </a:lnTo>
                  <a:lnTo>
                    <a:pt x="0" y="31066"/>
                  </a:lnTo>
                  <a:lnTo>
                    <a:pt x="2117" y="29344"/>
                  </a:lnTo>
                  <a:lnTo>
                    <a:pt x="5502" y="21517"/>
                  </a:lnTo>
                  <a:lnTo>
                    <a:pt x="5913" y="18499"/>
                  </a:lnTo>
                  <a:lnTo>
                    <a:pt x="2561" y="16536"/>
                  </a:lnTo>
                  <a:lnTo>
                    <a:pt x="2830" y="13152"/>
                  </a:lnTo>
                  <a:lnTo>
                    <a:pt x="4013" y="10119"/>
                  </a:lnTo>
                  <a:lnTo>
                    <a:pt x="5405" y="8703"/>
                  </a:lnTo>
                  <a:lnTo>
                    <a:pt x="9903" y="6724"/>
                  </a:lnTo>
                  <a:lnTo>
                    <a:pt x="11538" y="9916"/>
                  </a:lnTo>
                  <a:lnTo>
                    <a:pt x="21877" y="6079"/>
                  </a:lnTo>
                  <a:lnTo>
                    <a:pt x="2065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ph8735"/>
            <p:cNvSpPr/>
            <p:nvPr/>
          </p:nvSpPr>
          <p:spPr>
            <a:xfrm>
              <a:off x="9711511" y="1971086"/>
              <a:ext cx="46748" cy="47835"/>
            </a:xfrm>
            <a:custGeom>
              <a:avLst/>
              <a:pathLst>
                <a:path w="46748" h="47835">
                  <a:moveTo>
                    <a:pt x="42104" y="32708"/>
                  </a:moveTo>
                  <a:lnTo>
                    <a:pt x="46748" y="35172"/>
                  </a:lnTo>
                  <a:lnTo>
                    <a:pt x="46626" y="37321"/>
                  </a:lnTo>
                  <a:lnTo>
                    <a:pt x="41805" y="46992"/>
                  </a:lnTo>
                  <a:lnTo>
                    <a:pt x="37527" y="47835"/>
                  </a:lnTo>
                  <a:lnTo>
                    <a:pt x="28156" y="44733"/>
                  </a:lnTo>
                  <a:lnTo>
                    <a:pt x="25109" y="42111"/>
                  </a:lnTo>
                  <a:lnTo>
                    <a:pt x="15567" y="30554"/>
                  </a:lnTo>
                  <a:lnTo>
                    <a:pt x="11068" y="28191"/>
                  </a:lnTo>
                  <a:lnTo>
                    <a:pt x="5961" y="26918"/>
                  </a:lnTo>
                  <a:lnTo>
                    <a:pt x="6313" y="26226"/>
                  </a:lnTo>
                  <a:lnTo>
                    <a:pt x="8175" y="26255"/>
                  </a:lnTo>
                  <a:lnTo>
                    <a:pt x="12469" y="27310"/>
                  </a:lnTo>
                  <a:lnTo>
                    <a:pt x="14352" y="26470"/>
                  </a:lnTo>
                  <a:lnTo>
                    <a:pt x="10760" y="23433"/>
                  </a:lnTo>
                  <a:lnTo>
                    <a:pt x="11640" y="20762"/>
                  </a:lnTo>
                  <a:lnTo>
                    <a:pt x="11236" y="17562"/>
                  </a:lnTo>
                  <a:lnTo>
                    <a:pt x="3133" y="12782"/>
                  </a:lnTo>
                  <a:lnTo>
                    <a:pt x="2631" y="7303"/>
                  </a:lnTo>
                  <a:lnTo>
                    <a:pt x="0" y="8884"/>
                  </a:lnTo>
                  <a:lnTo>
                    <a:pt x="816" y="0"/>
                  </a:lnTo>
                  <a:lnTo>
                    <a:pt x="43953" y="218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h8736"/>
            <p:cNvSpPr/>
            <p:nvPr/>
          </p:nvSpPr>
          <p:spPr>
            <a:xfrm>
              <a:off x="9709172" y="1982925"/>
              <a:ext cx="7568" cy="15659"/>
            </a:xfrm>
            <a:custGeom>
              <a:avLst/>
              <a:pathLst>
                <a:path w="7568" h="15659">
                  <a:moveTo>
                    <a:pt x="486" y="6471"/>
                  </a:moveTo>
                  <a:lnTo>
                    <a:pt x="2021" y="11333"/>
                  </a:ln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h8737"/>
            <p:cNvSpPr/>
            <p:nvPr/>
          </p:nvSpPr>
          <p:spPr>
            <a:xfrm>
              <a:off x="9797581" y="1785970"/>
              <a:ext cx="58144" cy="74039"/>
            </a:xfrm>
            <a:custGeom>
              <a:avLst/>
              <a:pathLst>
                <a:path w="58144" h="74039">
                  <a:moveTo>
                    <a:pt x="6395" y="596"/>
                  </a:moveTo>
                  <a:lnTo>
                    <a:pt x="13679" y="7818"/>
                  </a:lnTo>
                  <a:lnTo>
                    <a:pt x="29312" y="13572"/>
                  </a:lnTo>
                  <a:lnTo>
                    <a:pt x="31679" y="14906"/>
                  </a:lnTo>
                  <a:lnTo>
                    <a:pt x="31873" y="15955"/>
                  </a:lnTo>
                  <a:lnTo>
                    <a:pt x="31101" y="21705"/>
                  </a:lnTo>
                  <a:lnTo>
                    <a:pt x="32169" y="24967"/>
                  </a:lnTo>
                  <a:lnTo>
                    <a:pt x="33900" y="26648"/>
                  </a:lnTo>
                  <a:lnTo>
                    <a:pt x="35757" y="26817"/>
                  </a:lnTo>
                  <a:lnTo>
                    <a:pt x="37548" y="29194"/>
                  </a:lnTo>
                  <a:lnTo>
                    <a:pt x="38077" y="34618"/>
                  </a:lnTo>
                  <a:lnTo>
                    <a:pt x="36843" y="36314"/>
                  </a:lnTo>
                  <a:lnTo>
                    <a:pt x="47017" y="38430"/>
                  </a:lnTo>
                  <a:lnTo>
                    <a:pt x="44759" y="42056"/>
                  </a:lnTo>
                  <a:lnTo>
                    <a:pt x="44724" y="44249"/>
                  </a:lnTo>
                  <a:lnTo>
                    <a:pt x="46262" y="47861"/>
                  </a:lnTo>
                  <a:lnTo>
                    <a:pt x="53409" y="47320"/>
                  </a:lnTo>
                  <a:lnTo>
                    <a:pt x="50318" y="57908"/>
                  </a:lnTo>
                  <a:lnTo>
                    <a:pt x="53628" y="60091"/>
                  </a:lnTo>
                  <a:lnTo>
                    <a:pt x="54341" y="64091"/>
                  </a:lnTo>
                  <a:lnTo>
                    <a:pt x="53472" y="64534"/>
                  </a:lnTo>
                  <a:lnTo>
                    <a:pt x="53497" y="70207"/>
                  </a:lnTo>
                  <a:lnTo>
                    <a:pt x="58144" y="69654"/>
                  </a:lnTo>
                  <a:lnTo>
                    <a:pt x="58045" y="73381"/>
                  </a:lnTo>
                  <a:lnTo>
                    <a:pt x="54320" y="74039"/>
                  </a:lnTo>
                  <a:lnTo>
                    <a:pt x="50823" y="73818"/>
                  </a:lnTo>
                  <a:lnTo>
                    <a:pt x="46423" y="72137"/>
                  </a:lnTo>
                  <a:lnTo>
                    <a:pt x="43828" y="66006"/>
                  </a:lnTo>
                  <a:lnTo>
                    <a:pt x="39194" y="67851"/>
                  </a:lnTo>
                  <a:lnTo>
                    <a:pt x="25328" y="68263"/>
                  </a:lnTo>
                  <a:lnTo>
                    <a:pt x="22990" y="72453"/>
                  </a:lnTo>
                  <a:lnTo>
                    <a:pt x="20659" y="70716"/>
                  </a:lnTo>
                  <a:lnTo>
                    <a:pt x="19449" y="70291"/>
                  </a:lnTo>
                  <a:lnTo>
                    <a:pt x="20448" y="66171"/>
                  </a:lnTo>
                  <a:lnTo>
                    <a:pt x="23531" y="65330"/>
                  </a:lnTo>
                  <a:lnTo>
                    <a:pt x="23088" y="63680"/>
                  </a:lnTo>
                  <a:lnTo>
                    <a:pt x="18842" y="57968"/>
                  </a:lnTo>
                  <a:lnTo>
                    <a:pt x="18532" y="55685"/>
                  </a:lnTo>
                  <a:lnTo>
                    <a:pt x="19587" y="51477"/>
                  </a:lnTo>
                  <a:lnTo>
                    <a:pt x="16589" y="46585"/>
                  </a:lnTo>
                  <a:lnTo>
                    <a:pt x="8943" y="43744"/>
                  </a:lnTo>
                  <a:lnTo>
                    <a:pt x="7410" y="41284"/>
                  </a:lnTo>
                  <a:lnTo>
                    <a:pt x="10713" y="40162"/>
                  </a:lnTo>
                  <a:lnTo>
                    <a:pt x="6233" y="38744"/>
                  </a:lnTo>
                  <a:lnTo>
                    <a:pt x="7775" y="33962"/>
                  </a:lnTo>
                  <a:lnTo>
                    <a:pt x="6642" y="30831"/>
                  </a:lnTo>
                  <a:lnTo>
                    <a:pt x="4136" y="31902"/>
                  </a:lnTo>
                  <a:lnTo>
                    <a:pt x="2740" y="27880"/>
                  </a:lnTo>
                  <a:lnTo>
                    <a:pt x="2901" y="12839"/>
                  </a:lnTo>
                  <a:lnTo>
                    <a:pt x="890" y="8034"/>
                  </a:lnTo>
                  <a:lnTo>
                    <a:pt x="0" y="1918"/>
                  </a:lnTo>
                  <a:lnTo>
                    <a:pt x="1704" y="1479"/>
                  </a:lnTo>
                  <a:lnTo>
                    <a:pt x="321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h8738"/>
            <p:cNvSpPr/>
            <p:nvPr/>
          </p:nvSpPr>
          <p:spPr>
            <a:xfrm>
              <a:off x="9770791" y="1571051"/>
              <a:ext cx="50516" cy="52913"/>
            </a:xfrm>
            <a:custGeom>
              <a:avLst/>
              <a:pathLst>
                <a:path w="50516" h="52913">
                  <a:moveTo>
                    <a:pt x="29595" y="3664"/>
                  </a:moveTo>
                  <a:lnTo>
                    <a:pt x="35744" y="6924"/>
                  </a:lnTo>
                  <a:lnTo>
                    <a:pt x="38250" y="7027"/>
                  </a:lnTo>
                  <a:lnTo>
                    <a:pt x="39838" y="10135"/>
                  </a:lnTo>
                  <a:lnTo>
                    <a:pt x="39537" y="16462"/>
                  </a:lnTo>
                  <a:lnTo>
                    <a:pt x="42176" y="18790"/>
                  </a:lnTo>
                  <a:lnTo>
                    <a:pt x="41723" y="23615"/>
                  </a:lnTo>
                  <a:lnTo>
                    <a:pt x="46714" y="32723"/>
                  </a:lnTo>
                  <a:lnTo>
                    <a:pt x="42003" y="33526"/>
                  </a:lnTo>
                  <a:lnTo>
                    <a:pt x="39430" y="33006"/>
                  </a:lnTo>
                  <a:lnTo>
                    <a:pt x="38371" y="35057"/>
                  </a:lnTo>
                  <a:lnTo>
                    <a:pt x="47708" y="39336"/>
                  </a:lnTo>
                  <a:lnTo>
                    <a:pt x="47632" y="42545"/>
                  </a:lnTo>
                  <a:lnTo>
                    <a:pt x="49315" y="44185"/>
                  </a:lnTo>
                  <a:lnTo>
                    <a:pt x="50516" y="52913"/>
                  </a:lnTo>
                  <a:lnTo>
                    <a:pt x="38759" y="52095"/>
                  </a:lnTo>
                  <a:lnTo>
                    <a:pt x="37338" y="46388"/>
                  </a:lnTo>
                  <a:lnTo>
                    <a:pt x="19756" y="45608"/>
                  </a:lnTo>
                  <a:lnTo>
                    <a:pt x="16170" y="43493"/>
                  </a:lnTo>
                  <a:lnTo>
                    <a:pt x="4765" y="28307"/>
                  </a:lnTo>
                  <a:lnTo>
                    <a:pt x="0" y="20363"/>
                  </a:lnTo>
                  <a:lnTo>
                    <a:pt x="5565" y="19473"/>
                  </a:lnTo>
                  <a:lnTo>
                    <a:pt x="7200" y="18415"/>
                  </a:lnTo>
                  <a:lnTo>
                    <a:pt x="8494" y="14898"/>
                  </a:lnTo>
                  <a:lnTo>
                    <a:pt x="11973" y="14587"/>
                  </a:lnTo>
                  <a:lnTo>
                    <a:pt x="11892" y="10754"/>
                  </a:lnTo>
                  <a:lnTo>
                    <a:pt x="28693" y="461"/>
                  </a:lnTo>
                  <a:lnTo>
                    <a:pt x="2950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ph8739"/>
            <p:cNvSpPr/>
            <p:nvPr/>
          </p:nvSpPr>
          <p:spPr>
            <a:xfrm>
              <a:off x="9762250" y="1870248"/>
              <a:ext cx="64416" cy="164121"/>
            </a:xfrm>
            <a:custGeom>
              <a:avLst/>
              <a:pathLst>
                <a:path w="64416" h="164121">
                  <a:moveTo>
                    <a:pt x="49916" y="102"/>
                  </a:moveTo>
                  <a:lnTo>
                    <a:pt x="50833" y="1289"/>
                  </a:lnTo>
                  <a:lnTo>
                    <a:pt x="54098" y="2399"/>
                  </a:lnTo>
                  <a:lnTo>
                    <a:pt x="63472" y="4800"/>
                  </a:lnTo>
                  <a:lnTo>
                    <a:pt x="62179" y="5551"/>
                  </a:lnTo>
                  <a:lnTo>
                    <a:pt x="59340" y="9305"/>
                  </a:lnTo>
                  <a:lnTo>
                    <a:pt x="59980" y="11482"/>
                  </a:lnTo>
                  <a:lnTo>
                    <a:pt x="58455" y="16961"/>
                  </a:lnTo>
                  <a:lnTo>
                    <a:pt x="56151" y="19341"/>
                  </a:lnTo>
                  <a:lnTo>
                    <a:pt x="54526" y="19417"/>
                  </a:lnTo>
                  <a:lnTo>
                    <a:pt x="52331" y="23871"/>
                  </a:lnTo>
                  <a:lnTo>
                    <a:pt x="52131" y="26219"/>
                  </a:lnTo>
                  <a:lnTo>
                    <a:pt x="56411" y="26533"/>
                  </a:lnTo>
                  <a:lnTo>
                    <a:pt x="57515" y="28415"/>
                  </a:lnTo>
                  <a:lnTo>
                    <a:pt x="56078" y="32936"/>
                  </a:lnTo>
                  <a:lnTo>
                    <a:pt x="49970" y="32628"/>
                  </a:lnTo>
                  <a:lnTo>
                    <a:pt x="49107" y="38552"/>
                  </a:lnTo>
                  <a:lnTo>
                    <a:pt x="50571" y="39797"/>
                  </a:lnTo>
                  <a:lnTo>
                    <a:pt x="51453" y="45438"/>
                  </a:lnTo>
                  <a:lnTo>
                    <a:pt x="53122" y="48647"/>
                  </a:lnTo>
                  <a:lnTo>
                    <a:pt x="55643" y="49355"/>
                  </a:lnTo>
                  <a:lnTo>
                    <a:pt x="58998" y="47937"/>
                  </a:lnTo>
                  <a:lnTo>
                    <a:pt x="61201" y="48516"/>
                  </a:lnTo>
                  <a:lnTo>
                    <a:pt x="62357" y="52238"/>
                  </a:lnTo>
                  <a:lnTo>
                    <a:pt x="61254" y="54795"/>
                  </a:lnTo>
                  <a:lnTo>
                    <a:pt x="63034" y="59373"/>
                  </a:lnTo>
                  <a:lnTo>
                    <a:pt x="64416" y="59254"/>
                  </a:lnTo>
                  <a:lnTo>
                    <a:pt x="62019" y="63696"/>
                  </a:lnTo>
                  <a:lnTo>
                    <a:pt x="62303" y="64810"/>
                  </a:lnTo>
                  <a:lnTo>
                    <a:pt x="61100" y="67052"/>
                  </a:lnTo>
                  <a:lnTo>
                    <a:pt x="56518" y="66338"/>
                  </a:lnTo>
                  <a:lnTo>
                    <a:pt x="50358" y="67724"/>
                  </a:lnTo>
                  <a:lnTo>
                    <a:pt x="50807" y="74899"/>
                  </a:lnTo>
                  <a:lnTo>
                    <a:pt x="48319" y="71773"/>
                  </a:lnTo>
                  <a:lnTo>
                    <a:pt x="45591" y="69684"/>
                  </a:lnTo>
                  <a:lnTo>
                    <a:pt x="41753" y="77208"/>
                  </a:lnTo>
                  <a:lnTo>
                    <a:pt x="39163" y="78830"/>
                  </a:lnTo>
                  <a:lnTo>
                    <a:pt x="37190" y="81453"/>
                  </a:lnTo>
                  <a:lnTo>
                    <a:pt x="38697" y="86493"/>
                  </a:lnTo>
                  <a:lnTo>
                    <a:pt x="40381" y="86156"/>
                  </a:lnTo>
                  <a:lnTo>
                    <a:pt x="41024" y="93438"/>
                  </a:lnTo>
                  <a:lnTo>
                    <a:pt x="32846" y="100060"/>
                  </a:lnTo>
                  <a:lnTo>
                    <a:pt x="32224" y="105330"/>
                  </a:lnTo>
                  <a:lnTo>
                    <a:pt x="37862" y="105208"/>
                  </a:lnTo>
                  <a:lnTo>
                    <a:pt x="41436" y="107482"/>
                  </a:lnTo>
                  <a:lnTo>
                    <a:pt x="37505" y="108962"/>
                  </a:lnTo>
                  <a:lnTo>
                    <a:pt x="37622" y="114137"/>
                  </a:lnTo>
                  <a:lnTo>
                    <a:pt x="41055" y="114791"/>
                  </a:lnTo>
                  <a:lnTo>
                    <a:pt x="40978" y="115638"/>
                  </a:lnTo>
                  <a:lnTo>
                    <a:pt x="37968" y="118174"/>
                  </a:lnTo>
                  <a:lnTo>
                    <a:pt x="39659" y="120039"/>
                  </a:lnTo>
                  <a:lnTo>
                    <a:pt x="41754" y="122790"/>
                  </a:lnTo>
                  <a:lnTo>
                    <a:pt x="40586" y="123112"/>
                  </a:lnTo>
                  <a:lnTo>
                    <a:pt x="36044" y="122204"/>
                  </a:lnTo>
                  <a:lnTo>
                    <a:pt x="35266" y="123991"/>
                  </a:lnTo>
                  <a:lnTo>
                    <a:pt x="30649" y="124939"/>
                  </a:lnTo>
                  <a:lnTo>
                    <a:pt x="30392" y="129452"/>
                  </a:lnTo>
                  <a:lnTo>
                    <a:pt x="33261" y="132599"/>
                  </a:lnTo>
                  <a:lnTo>
                    <a:pt x="32847" y="134473"/>
                  </a:lnTo>
                  <a:lnTo>
                    <a:pt x="31259" y="136591"/>
                  </a:lnTo>
                  <a:lnTo>
                    <a:pt x="29274" y="136501"/>
                  </a:lnTo>
                  <a:lnTo>
                    <a:pt x="29658" y="140059"/>
                  </a:lnTo>
                  <a:lnTo>
                    <a:pt x="22731" y="149372"/>
                  </a:lnTo>
                  <a:lnTo>
                    <a:pt x="19273" y="149195"/>
                  </a:lnTo>
                  <a:lnTo>
                    <a:pt x="16203" y="150222"/>
                  </a:lnTo>
                  <a:lnTo>
                    <a:pt x="9930" y="157160"/>
                  </a:lnTo>
                  <a:lnTo>
                    <a:pt x="13629" y="159972"/>
                  </a:lnTo>
                  <a:lnTo>
                    <a:pt x="15681" y="163567"/>
                  </a:lnTo>
                  <a:lnTo>
                    <a:pt x="15356" y="164121"/>
                  </a:lnTo>
                  <a:lnTo>
                    <a:pt x="14180" y="161295"/>
                  </a:lnTo>
                  <a:lnTo>
                    <a:pt x="12396" y="159289"/>
                  </a:lnTo>
                  <a:lnTo>
                    <a:pt x="6971" y="156408"/>
                  </a:lnTo>
                  <a:lnTo>
                    <a:pt x="4776" y="155606"/>
                  </a:lnTo>
                  <a:lnTo>
                    <a:pt x="3524" y="155959"/>
                  </a:lnTo>
                  <a:lnTo>
                    <a:pt x="218" y="153191"/>
                  </a:lnTo>
                  <a:lnTo>
                    <a:pt x="0" y="142764"/>
                  </a:lnTo>
                  <a:lnTo>
                    <a:pt x="1835" y="110054"/>
                  </a:lnTo>
                  <a:lnTo>
                    <a:pt x="1022" y="109857"/>
                  </a:lnTo>
                  <a:lnTo>
                    <a:pt x="1205" y="105696"/>
                  </a:lnTo>
                  <a:lnTo>
                    <a:pt x="2215" y="103566"/>
                  </a:lnTo>
                  <a:lnTo>
                    <a:pt x="10957" y="104012"/>
                  </a:lnTo>
                  <a:lnTo>
                    <a:pt x="11174" y="91084"/>
                  </a:lnTo>
                  <a:lnTo>
                    <a:pt x="12092" y="84160"/>
                  </a:lnTo>
                  <a:lnTo>
                    <a:pt x="10239" y="80632"/>
                  </a:lnTo>
                  <a:lnTo>
                    <a:pt x="8695" y="79672"/>
                  </a:lnTo>
                  <a:lnTo>
                    <a:pt x="522" y="80499"/>
                  </a:lnTo>
                  <a:lnTo>
                    <a:pt x="4555" y="63886"/>
                  </a:lnTo>
                  <a:lnTo>
                    <a:pt x="6911" y="58837"/>
                  </a:lnTo>
                  <a:lnTo>
                    <a:pt x="9609" y="56629"/>
                  </a:lnTo>
                  <a:lnTo>
                    <a:pt x="9943" y="55626"/>
                  </a:lnTo>
                  <a:lnTo>
                    <a:pt x="9402" y="53348"/>
                  </a:lnTo>
                  <a:lnTo>
                    <a:pt x="2723" y="43109"/>
                  </a:lnTo>
                  <a:lnTo>
                    <a:pt x="2588" y="40683"/>
                  </a:lnTo>
                  <a:lnTo>
                    <a:pt x="7765" y="33860"/>
                  </a:lnTo>
                  <a:lnTo>
                    <a:pt x="2523" y="30481"/>
                  </a:lnTo>
                  <a:lnTo>
                    <a:pt x="3807" y="23115"/>
                  </a:lnTo>
                  <a:lnTo>
                    <a:pt x="2269" y="16022"/>
                  </a:lnTo>
                  <a:lnTo>
                    <a:pt x="7336" y="14793"/>
                  </a:lnTo>
                  <a:lnTo>
                    <a:pt x="7145" y="9436"/>
                  </a:lnTo>
                  <a:lnTo>
                    <a:pt x="12759" y="9851"/>
                  </a:lnTo>
                  <a:lnTo>
                    <a:pt x="18973" y="13207"/>
                  </a:lnTo>
                  <a:lnTo>
                    <a:pt x="22578" y="16649"/>
                  </a:lnTo>
                  <a:lnTo>
                    <a:pt x="22936" y="21169"/>
                  </a:lnTo>
                  <a:lnTo>
                    <a:pt x="27430" y="23574"/>
                  </a:lnTo>
                  <a:lnTo>
                    <a:pt x="28199" y="22728"/>
                  </a:lnTo>
                  <a:lnTo>
                    <a:pt x="27368" y="22002"/>
                  </a:lnTo>
                  <a:lnTo>
                    <a:pt x="26452" y="22297"/>
                  </a:lnTo>
                  <a:lnTo>
                    <a:pt x="26800" y="15966"/>
                  </a:lnTo>
                  <a:lnTo>
                    <a:pt x="34334" y="13919"/>
                  </a:lnTo>
                  <a:lnTo>
                    <a:pt x="40304" y="13334"/>
                  </a:lnTo>
                  <a:lnTo>
                    <a:pt x="41153" y="17713"/>
                  </a:lnTo>
                  <a:lnTo>
                    <a:pt x="49453" y="16299"/>
                  </a:lnTo>
                  <a:lnTo>
                    <a:pt x="49040" y="14937"/>
                  </a:lnTo>
                  <a:lnTo>
                    <a:pt x="44398" y="13282"/>
                  </a:lnTo>
                  <a:lnTo>
                    <a:pt x="43503" y="10254"/>
                  </a:lnTo>
                  <a:lnTo>
                    <a:pt x="424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h8740"/>
            <p:cNvSpPr/>
            <p:nvPr/>
          </p:nvSpPr>
          <p:spPr>
            <a:xfrm>
              <a:off x="9504631" y="1556587"/>
              <a:ext cx="142633" cy="189897"/>
            </a:xfrm>
            <a:custGeom>
              <a:avLst/>
              <a:pathLst>
                <a:path w="142633" h="189897">
                  <a:moveTo>
                    <a:pt x="78755" y="1598"/>
                  </a:moveTo>
                  <a:lnTo>
                    <a:pt x="79479" y="7617"/>
                  </a:lnTo>
                  <a:lnTo>
                    <a:pt x="88873" y="11026"/>
                  </a:lnTo>
                  <a:lnTo>
                    <a:pt x="87470" y="13539"/>
                  </a:lnTo>
                  <a:lnTo>
                    <a:pt x="84152" y="15816"/>
                  </a:lnTo>
                  <a:lnTo>
                    <a:pt x="84823" y="18355"/>
                  </a:lnTo>
                  <a:lnTo>
                    <a:pt x="86310" y="19906"/>
                  </a:lnTo>
                  <a:lnTo>
                    <a:pt x="90136" y="19609"/>
                  </a:lnTo>
                  <a:lnTo>
                    <a:pt x="92591" y="22551"/>
                  </a:lnTo>
                  <a:lnTo>
                    <a:pt x="91004" y="25514"/>
                  </a:lnTo>
                  <a:lnTo>
                    <a:pt x="90654" y="27910"/>
                  </a:lnTo>
                  <a:lnTo>
                    <a:pt x="92996" y="27698"/>
                  </a:lnTo>
                  <a:lnTo>
                    <a:pt x="92672" y="31674"/>
                  </a:lnTo>
                  <a:lnTo>
                    <a:pt x="89226" y="33362"/>
                  </a:lnTo>
                  <a:lnTo>
                    <a:pt x="88970" y="34452"/>
                  </a:lnTo>
                  <a:lnTo>
                    <a:pt x="96764" y="42068"/>
                  </a:lnTo>
                  <a:lnTo>
                    <a:pt x="104192" y="45379"/>
                  </a:lnTo>
                  <a:lnTo>
                    <a:pt x="104028" y="45957"/>
                  </a:lnTo>
                  <a:lnTo>
                    <a:pt x="104086" y="47293"/>
                  </a:lnTo>
                  <a:lnTo>
                    <a:pt x="99429" y="45971"/>
                  </a:lnTo>
                  <a:lnTo>
                    <a:pt x="97201" y="55235"/>
                  </a:lnTo>
                  <a:lnTo>
                    <a:pt x="96334" y="62827"/>
                  </a:lnTo>
                  <a:lnTo>
                    <a:pt x="92163" y="70643"/>
                  </a:lnTo>
                  <a:lnTo>
                    <a:pt x="91715" y="74584"/>
                  </a:lnTo>
                  <a:lnTo>
                    <a:pt x="97678" y="80684"/>
                  </a:lnTo>
                  <a:lnTo>
                    <a:pt x="97411" y="83340"/>
                  </a:lnTo>
                  <a:lnTo>
                    <a:pt x="95780" y="84284"/>
                  </a:lnTo>
                  <a:lnTo>
                    <a:pt x="95000" y="90546"/>
                  </a:lnTo>
                  <a:lnTo>
                    <a:pt x="97607" y="90735"/>
                  </a:lnTo>
                  <a:lnTo>
                    <a:pt x="100206" y="94204"/>
                  </a:lnTo>
                  <a:lnTo>
                    <a:pt x="98923" y="103168"/>
                  </a:lnTo>
                  <a:lnTo>
                    <a:pt x="101175" y="107409"/>
                  </a:lnTo>
                  <a:lnTo>
                    <a:pt x="105822" y="107351"/>
                  </a:lnTo>
                  <a:lnTo>
                    <a:pt x="110136" y="108851"/>
                  </a:lnTo>
                  <a:lnTo>
                    <a:pt x="113282" y="113164"/>
                  </a:lnTo>
                  <a:lnTo>
                    <a:pt x="116468" y="115481"/>
                  </a:lnTo>
                  <a:lnTo>
                    <a:pt x="117774" y="114093"/>
                  </a:lnTo>
                  <a:lnTo>
                    <a:pt x="115623" y="111062"/>
                  </a:lnTo>
                  <a:lnTo>
                    <a:pt x="124256" y="113324"/>
                  </a:lnTo>
                  <a:lnTo>
                    <a:pt x="133964" y="113979"/>
                  </a:lnTo>
                  <a:lnTo>
                    <a:pt x="131050" y="109259"/>
                  </a:lnTo>
                  <a:lnTo>
                    <a:pt x="130604" y="105752"/>
                  </a:lnTo>
                  <a:lnTo>
                    <a:pt x="136852" y="106192"/>
                  </a:lnTo>
                  <a:lnTo>
                    <a:pt x="141509" y="108797"/>
                  </a:lnTo>
                  <a:lnTo>
                    <a:pt x="142633" y="109430"/>
                  </a:lnTo>
                  <a:lnTo>
                    <a:pt x="142252" y="116287"/>
                  </a:lnTo>
                  <a:lnTo>
                    <a:pt x="139086" y="117699"/>
                  </a:lnTo>
                  <a:lnTo>
                    <a:pt x="139477" y="122987"/>
                  </a:lnTo>
                  <a:lnTo>
                    <a:pt x="134689" y="135183"/>
                  </a:lnTo>
                  <a:lnTo>
                    <a:pt x="136535" y="138330"/>
                  </a:lnTo>
                  <a:lnTo>
                    <a:pt x="139356" y="140217"/>
                  </a:lnTo>
                  <a:lnTo>
                    <a:pt x="138904" y="143475"/>
                  </a:lnTo>
                  <a:lnTo>
                    <a:pt x="137075" y="148035"/>
                  </a:lnTo>
                  <a:lnTo>
                    <a:pt x="137854" y="150694"/>
                  </a:lnTo>
                  <a:lnTo>
                    <a:pt x="126958" y="146565"/>
                  </a:lnTo>
                  <a:lnTo>
                    <a:pt x="123569" y="152500"/>
                  </a:lnTo>
                  <a:lnTo>
                    <a:pt x="117497" y="154940"/>
                  </a:lnTo>
                  <a:lnTo>
                    <a:pt x="110113" y="153842"/>
                  </a:lnTo>
                  <a:lnTo>
                    <a:pt x="109516" y="154606"/>
                  </a:lnTo>
                  <a:lnTo>
                    <a:pt x="109838" y="155300"/>
                  </a:lnTo>
                  <a:lnTo>
                    <a:pt x="111165" y="155505"/>
                  </a:lnTo>
                  <a:lnTo>
                    <a:pt x="113594" y="158553"/>
                  </a:lnTo>
                  <a:lnTo>
                    <a:pt x="110766" y="161290"/>
                  </a:lnTo>
                  <a:lnTo>
                    <a:pt x="108582" y="161435"/>
                  </a:lnTo>
                  <a:lnTo>
                    <a:pt x="107162" y="159735"/>
                  </a:lnTo>
                  <a:lnTo>
                    <a:pt x="100785" y="164323"/>
                  </a:lnTo>
                  <a:lnTo>
                    <a:pt x="100063" y="163403"/>
                  </a:lnTo>
                  <a:lnTo>
                    <a:pt x="106004" y="158506"/>
                  </a:lnTo>
                  <a:lnTo>
                    <a:pt x="101456" y="152500"/>
                  </a:lnTo>
                  <a:lnTo>
                    <a:pt x="98982" y="151884"/>
                  </a:lnTo>
                  <a:lnTo>
                    <a:pt x="93771" y="146509"/>
                  </a:lnTo>
                  <a:lnTo>
                    <a:pt x="90407" y="149095"/>
                  </a:lnTo>
                  <a:lnTo>
                    <a:pt x="88525" y="146826"/>
                  </a:lnTo>
                  <a:lnTo>
                    <a:pt x="79951" y="153957"/>
                  </a:lnTo>
                  <a:lnTo>
                    <a:pt x="83472" y="158065"/>
                  </a:lnTo>
                  <a:lnTo>
                    <a:pt x="82887" y="160354"/>
                  </a:lnTo>
                  <a:lnTo>
                    <a:pt x="73068" y="172184"/>
                  </a:lnTo>
                  <a:lnTo>
                    <a:pt x="69025" y="189897"/>
                  </a:lnTo>
                  <a:lnTo>
                    <a:pt x="53261" y="188256"/>
                  </a:lnTo>
                  <a:lnTo>
                    <a:pt x="51941" y="186901"/>
                  </a:lnTo>
                  <a:lnTo>
                    <a:pt x="47659" y="188591"/>
                  </a:lnTo>
                  <a:lnTo>
                    <a:pt x="44545" y="186648"/>
                  </a:lnTo>
                  <a:lnTo>
                    <a:pt x="40543" y="186721"/>
                  </a:lnTo>
                  <a:lnTo>
                    <a:pt x="37252" y="187667"/>
                  </a:lnTo>
                  <a:lnTo>
                    <a:pt x="31766" y="185535"/>
                  </a:lnTo>
                  <a:lnTo>
                    <a:pt x="30219" y="183918"/>
                  </a:lnTo>
                  <a:lnTo>
                    <a:pt x="29326" y="180148"/>
                  </a:lnTo>
                  <a:lnTo>
                    <a:pt x="34010" y="171774"/>
                  </a:lnTo>
                  <a:lnTo>
                    <a:pt x="34532" y="167255"/>
                  </a:lnTo>
                  <a:lnTo>
                    <a:pt x="33588" y="165496"/>
                  </a:lnTo>
                  <a:lnTo>
                    <a:pt x="31298" y="164610"/>
                  </a:lnTo>
                  <a:lnTo>
                    <a:pt x="29798" y="163019"/>
                  </a:lnTo>
                  <a:lnTo>
                    <a:pt x="30034" y="159786"/>
                  </a:lnTo>
                  <a:lnTo>
                    <a:pt x="29376" y="158125"/>
                  </a:lnTo>
                  <a:lnTo>
                    <a:pt x="22446" y="149102"/>
                  </a:lnTo>
                  <a:lnTo>
                    <a:pt x="19276" y="141791"/>
                  </a:lnTo>
                  <a:lnTo>
                    <a:pt x="15674" y="138907"/>
                  </a:lnTo>
                  <a:lnTo>
                    <a:pt x="13550" y="130607"/>
                  </a:lnTo>
                  <a:lnTo>
                    <a:pt x="9335" y="123678"/>
                  </a:lnTo>
                  <a:lnTo>
                    <a:pt x="9674" y="120349"/>
                  </a:lnTo>
                  <a:lnTo>
                    <a:pt x="8422" y="116809"/>
                  </a:lnTo>
                  <a:lnTo>
                    <a:pt x="6613" y="115090"/>
                  </a:lnTo>
                  <a:lnTo>
                    <a:pt x="4191" y="114159"/>
                  </a:lnTo>
                  <a:lnTo>
                    <a:pt x="1749" y="114900"/>
                  </a:lnTo>
                  <a:lnTo>
                    <a:pt x="252" y="113574"/>
                  </a:lnTo>
                  <a:lnTo>
                    <a:pt x="2360" y="103218"/>
                  </a:lnTo>
                  <a:lnTo>
                    <a:pt x="1495" y="98888"/>
                  </a:lnTo>
                  <a:lnTo>
                    <a:pt x="0" y="95875"/>
                  </a:lnTo>
                  <a:lnTo>
                    <a:pt x="13726" y="94793"/>
                  </a:lnTo>
                  <a:lnTo>
                    <a:pt x="14736" y="87987"/>
                  </a:lnTo>
                  <a:lnTo>
                    <a:pt x="13797" y="87638"/>
                  </a:lnTo>
                  <a:lnTo>
                    <a:pt x="16855" y="78275"/>
                  </a:lnTo>
                  <a:lnTo>
                    <a:pt x="21631" y="79892"/>
                  </a:lnTo>
                  <a:lnTo>
                    <a:pt x="27874" y="83549"/>
                  </a:lnTo>
                  <a:lnTo>
                    <a:pt x="35696" y="84558"/>
                  </a:lnTo>
                  <a:lnTo>
                    <a:pt x="42563" y="86586"/>
                  </a:lnTo>
                  <a:lnTo>
                    <a:pt x="50810" y="86720"/>
                  </a:lnTo>
                  <a:lnTo>
                    <a:pt x="51102" y="81284"/>
                  </a:lnTo>
                  <a:lnTo>
                    <a:pt x="61074" y="82070"/>
                  </a:lnTo>
                  <a:lnTo>
                    <a:pt x="63184" y="79023"/>
                  </a:lnTo>
                  <a:lnTo>
                    <a:pt x="59993" y="72810"/>
                  </a:lnTo>
                  <a:lnTo>
                    <a:pt x="54850" y="73115"/>
                  </a:lnTo>
                  <a:lnTo>
                    <a:pt x="53547" y="66537"/>
                  </a:lnTo>
                  <a:lnTo>
                    <a:pt x="55387" y="63326"/>
                  </a:lnTo>
                  <a:lnTo>
                    <a:pt x="59065" y="62486"/>
                  </a:lnTo>
                  <a:lnTo>
                    <a:pt x="61392" y="58410"/>
                  </a:lnTo>
                  <a:lnTo>
                    <a:pt x="63095" y="52033"/>
                  </a:lnTo>
                  <a:lnTo>
                    <a:pt x="65248" y="52186"/>
                  </a:lnTo>
                  <a:lnTo>
                    <a:pt x="65170" y="53284"/>
                  </a:lnTo>
                  <a:lnTo>
                    <a:pt x="66825" y="53402"/>
                  </a:lnTo>
                  <a:lnTo>
                    <a:pt x="67395" y="45770"/>
                  </a:lnTo>
                  <a:lnTo>
                    <a:pt x="68373" y="45923"/>
                  </a:lnTo>
                  <a:lnTo>
                    <a:pt x="68949" y="42317"/>
                  </a:lnTo>
                  <a:lnTo>
                    <a:pt x="68347" y="33789"/>
                  </a:lnTo>
                  <a:lnTo>
                    <a:pt x="70159" y="33474"/>
                  </a:lnTo>
                  <a:lnTo>
                    <a:pt x="72553" y="31574"/>
                  </a:lnTo>
                  <a:lnTo>
                    <a:pt x="73195" y="24202"/>
                  </a:lnTo>
                  <a:lnTo>
                    <a:pt x="74645" y="20137"/>
                  </a:lnTo>
                  <a:lnTo>
                    <a:pt x="74403" y="18080"/>
                  </a:lnTo>
                  <a:lnTo>
                    <a:pt x="70776" y="18353"/>
                  </a:lnTo>
                  <a:lnTo>
                    <a:pt x="68539" y="17306"/>
                  </a:lnTo>
                  <a:lnTo>
                    <a:pt x="68545" y="15098"/>
                  </a:lnTo>
                  <a:lnTo>
                    <a:pt x="70434" y="15234"/>
                  </a:lnTo>
                  <a:lnTo>
                    <a:pt x="71829" y="2951"/>
                  </a:lnTo>
                  <a:lnTo>
                    <a:pt x="74549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h8741"/>
            <p:cNvSpPr/>
            <p:nvPr/>
          </p:nvSpPr>
          <p:spPr>
            <a:xfrm>
              <a:off x="9740628" y="1526446"/>
              <a:ext cx="71835" cy="64968"/>
            </a:xfrm>
            <a:custGeom>
              <a:avLst/>
              <a:pathLst>
                <a:path w="71835" h="64968">
                  <a:moveTo>
                    <a:pt x="32727" y="4513"/>
                  </a:moveTo>
                  <a:lnTo>
                    <a:pt x="38395" y="6825"/>
                  </a:lnTo>
                  <a:lnTo>
                    <a:pt x="44021" y="7945"/>
                  </a:lnTo>
                  <a:lnTo>
                    <a:pt x="48614" y="7352"/>
                  </a:lnTo>
                  <a:lnTo>
                    <a:pt x="48234" y="14425"/>
                  </a:lnTo>
                  <a:lnTo>
                    <a:pt x="61813" y="13554"/>
                  </a:lnTo>
                  <a:lnTo>
                    <a:pt x="64080" y="14806"/>
                  </a:lnTo>
                  <a:lnTo>
                    <a:pt x="63752" y="20766"/>
                  </a:lnTo>
                  <a:lnTo>
                    <a:pt x="67495" y="19799"/>
                  </a:lnTo>
                  <a:lnTo>
                    <a:pt x="68491" y="20562"/>
                  </a:lnTo>
                  <a:lnTo>
                    <a:pt x="71835" y="28233"/>
                  </a:lnTo>
                  <a:lnTo>
                    <a:pt x="65338" y="32527"/>
                  </a:lnTo>
                  <a:lnTo>
                    <a:pt x="65090" y="35727"/>
                  </a:lnTo>
                  <a:lnTo>
                    <a:pt x="58810" y="37410"/>
                  </a:lnTo>
                  <a:lnTo>
                    <a:pt x="55969" y="37087"/>
                  </a:lnTo>
                  <a:lnTo>
                    <a:pt x="56016" y="43920"/>
                  </a:lnTo>
                  <a:lnTo>
                    <a:pt x="58856" y="45065"/>
                  </a:lnTo>
                  <a:lnTo>
                    <a:pt x="42055" y="55359"/>
                  </a:lnTo>
                  <a:lnTo>
                    <a:pt x="42136" y="59191"/>
                  </a:lnTo>
                  <a:lnTo>
                    <a:pt x="38658" y="59502"/>
                  </a:lnTo>
                  <a:lnTo>
                    <a:pt x="37364" y="63019"/>
                  </a:lnTo>
                  <a:lnTo>
                    <a:pt x="35728" y="64077"/>
                  </a:lnTo>
                  <a:lnTo>
                    <a:pt x="30163" y="64968"/>
                  </a:lnTo>
                  <a:lnTo>
                    <a:pt x="29208" y="63544"/>
                  </a:lnTo>
                  <a:lnTo>
                    <a:pt x="35184" y="61361"/>
                  </a:lnTo>
                  <a:lnTo>
                    <a:pt x="35007" y="59257"/>
                  </a:lnTo>
                  <a:lnTo>
                    <a:pt x="9837" y="57193"/>
                  </a:lnTo>
                  <a:lnTo>
                    <a:pt x="7068" y="52007"/>
                  </a:lnTo>
                  <a:lnTo>
                    <a:pt x="3465" y="53288"/>
                  </a:lnTo>
                  <a:lnTo>
                    <a:pt x="2462" y="55477"/>
                  </a:lnTo>
                  <a:lnTo>
                    <a:pt x="927" y="55830"/>
                  </a:lnTo>
                  <a:lnTo>
                    <a:pt x="0" y="55014"/>
                  </a:lnTo>
                  <a:lnTo>
                    <a:pt x="581" y="49450"/>
                  </a:lnTo>
                  <a:lnTo>
                    <a:pt x="4224" y="39177"/>
                  </a:lnTo>
                  <a:lnTo>
                    <a:pt x="3087" y="38676"/>
                  </a:lnTo>
                  <a:lnTo>
                    <a:pt x="1345" y="32421"/>
                  </a:lnTo>
                  <a:lnTo>
                    <a:pt x="4649" y="30754"/>
                  </a:lnTo>
                  <a:lnTo>
                    <a:pt x="5673" y="32034"/>
                  </a:lnTo>
                  <a:lnTo>
                    <a:pt x="4374" y="25079"/>
                  </a:lnTo>
                  <a:lnTo>
                    <a:pt x="6568" y="21807"/>
                  </a:lnTo>
                  <a:lnTo>
                    <a:pt x="7510" y="21058"/>
                  </a:lnTo>
                  <a:lnTo>
                    <a:pt x="15971" y="19755"/>
                  </a:lnTo>
                  <a:lnTo>
                    <a:pt x="14552" y="16333"/>
                  </a:lnTo>
                  <a:lnTo>
                    <a:pt x="17088" y="7307"/>
                  </a:lnTo>
                  <a:lnTo>
                    <a:pt x="20527" y="5803"/>
                  </a:lnTo>
                  <a:lnTo>
                    <a:pt x="23789" y="1510"/>
                  </a:lnTo>
                  <a:lnTo>
                    <a:pt x="23653" y="0"/>
                  </a:lnTo>
                  <a:lnTo>
                    <a:pt x="28645" y="383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h8742"/>
            <p:cNvSpPr/>
            <p:nvPr/>
          </p:nvSpPr>
          <p:spPr>
            <a:xfrm>
              <a:off x="9639320" y="1666018"/>
              <a:ext cx="83106" cy="72259"/>
            </a:xfrm>
            <a:custGeom>
              <a:avLst/>
              <a:pathLst>
                <a:path w="83106" h="72259">
                  <a:moveTo>
                    <a:pt x="13390" y="3032"/>
                  </a:moveTo>
                  <a:lnTo>
                    <a:pt x="9915" y="15085"/>
                  </a:lnTo>
                  <a:lnTo>
                    <a:pt x="14565" y="19490"/>
                  </a:lnTo>
                  <a:lnTo>
                    <a:pt x="21045" y="14844"/>
                  </a:lnTo>
                  <a:lnTo>
                    <a:pt x="25154" y="15577"/>
                  </a:lnTo>
                  <a:lnTo>
                    <a:pt x="28076" y="16424"/>
                  </a:lnTo>
                  <a:lnTo>
                    <a:pt x="33591" y="27131"/>
                  </a:lnTo>
                  <a:lnTo>
                    <a:pt x="37155" y="26943"/>
                  </a:lnTo>
                  <a:lnTo>
                    <a:pt x="37849" y="23236"/>
                  </a:lnTo>
                  <a:lnTo>
                    <a:pt x="51003" y="21232"/>
                  </a:lnTo>
                  <a:lnTo>
                    <a:pt x="58571" y="20927"/>
                  </a:lnTo>
                  <a:lnTo>
                    <a:pt x="61733" y="20100"/>
                  </a:lnTo>
                  <a:lnTo>
                    <a:pt x="61698" y="19186"/>
                  </a:lnTo>
                  <a:lnTo>
                    <a:pt x="67148" y="17395"/>
                  </a:lnTo>
                  <a:lnTo>
                    <a:pt x="68884" y="17949"/>
                  </a:lnTo>
                  <a:lnTo>
                    <a:pt x="71350" y="21994"/>
                  </a:lnTo>
                  <a:lnTo>
                    <a:pt x="83106" y="23815"/>
                  </a:lnTo>
                  <a:lnTo>
                    <a:pt x="78609" y="25794"/>
                  </a:lnTo>
                  <a:lnTo>
                    <a:pt x="77216" y="27210"/>
                  </a:lnTo>
                  <a:lnTo>
                    <a:pt x="76033" y="30244"/>
                  </a:lnTo>
                  <a:lnTo>
                    <a:pt x="75765" y="33627"/>
                  </a:lnTo>
                  <a:lnTo>
                    <a:pt x="79117" y="35591"/>
                  </a:lnTo>
                  <a:lnTo>
                    <a:pt x="78705" y="38608"/>
                  </a:lnTo>
                  <a:lnTo>
                    <a:pt x="75320" y="46436"/>
                  </a:lnTo>
                  <a:lnTo>
                    <a:pt x="73203" y="48157"/>
                  </a:lnTo>
                  <a:lnTo>
                    <a:pt x="67898" y="50862"/>
                  </a:lnTo>
                  <a:lnTo>
                    <a:pt x="66977" y="49514"/>
                  </a:lnTo>
                  <a:lnTo>
                    <a:pt x="67641" y="50230"/>
                  </a:lnTo>
                  <a:lnTo>
                    <a:pt x="70190" y="48368"/>
                  </a:lnTo>
                  <a:lnTo>
                    <a:pt x="68633" y="46577"/>
                  </a:lnTo>
                  <a:lnTo>
                    <a:pt x="62094" y="47165"/>
                  </a:lnTo>
                  <a:lnTo>
                    <a:pt x="64492" y="53553"/>
                  </a:lnTo>
                  <a:lnTo>
                    <a:pt x="58735" y="58746"/>
                  </a:lnTo>
                  <a:lnTo>
                    <a:pt x="64508" y="61041"/>
                  </a:lnTo>
                  <a:lnTo>
                    <a:pt x="63384" y="64793"/>
                  </a:lnTo>
                  <a:lnTo>
                    <a:pt x="58955" y="63106"/>
                  </a:lnTo>
                  <a:lnTo>
                    <a:pt x="51684" y="63378"/>
                  </a:lnTo>
                  <a:lnTo>
                    <a:pt x="52239" y="67317"/>
                  </a:lnTo>
                  <a:lnTo>
                    <a:pt x="44298" y="69024"/>
                  </a:lnTo>
                  <a:lnTo>
                    <a:pt x="44725" y="72259"/>
                  </a:lnTo>
                  <a:lnTo>
                    <a:pt x="39214" y="70638"/>
                  </a:lnTo>
                  <a:lnTo>
                    <a:pt x="40052" y="67847"/>
                  </a:lnTo>
                  <a:lnTo>
                    <a:pt x="31503" y="65910"/>
                  </a:lnTo>
                  <a:lnTo>
                    <a:pt x="31113" y="67492"/>
                  </a:lnTo>
                  <a:lnTo>
                    <a:pt x="26523" y="66411"/>
                  </a:lnTo>
                  <a:lnTo>
                    <a:pt x="28178" y="60811"/>
                  </a:lnTo>
                  <a:lnTo>
                    <a:pt x="23585" y="58127"/>
                  </a:lnTo>
                  <a:lnTo>
                    <a:pt x="14012" y="57046"/>
                  </a:lnTo>
                  <a:lnTo>
                    <a:pt x="11923" y="49635"/>
                  </a:lnTo>
                  <a:lnTo>
                    <a:pt x="9691" y="55344"/>
                  </a:lnTo>
                  <a:lnTo>
                    <a:pt x="5557" y="53547"/>
                  </a:lnTo>
                  <a:lnTo>
                    <a:pt x="5591" y="45518"/>
                  </a:lnTo>
                  <a:lnTo>
                    <a:pt x="8372" y="44138"/>
                  </a:lnTo>
                  <a:lnTo>
                    <a:pt x="3164" y="41264"/>
                  </a:lnTo>
                  <a:lnTo>
                    <a:pt x="2385" y="38605"/>
                  </a:lnTo>
                  <a:lnTo>
                    <a:pt x="4214" y="34045"/>
                  </a:lnTo>
                  <a:lnTo>
                    <a:pt x="4666" y="30787"/>
                  </a:lnTo>
                  <a:lnTo>
                    <a:pt x="1846" y="28900"/>
                  </a:lnTo>
                  <a:lnTo>
                    <a:pt x="0" y="25753"/>
                  </a:lnTo>
                  <a:lnTo>
                    <a:pt x="4787" y="13556"/>
                  </a:lnTo>
                  <a:lnTo>
                    <a:pt x="4396" y="8269"/>
                  </a:lnTo>
                  <a:lnTo>
                    <a:pt x="7563" y="6857"/>
                  </a:lnTo>
                  <a:lnTo>
                    <a:pt x="794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ph8743"/>
            <p:cNvSpPr/>
            <p:nvPr/>
          </p:nvSpPr>
          <p:spPr>
            <a:xfrm>
              <a:off x="9745014" y="1686134"/>
              <a:ext cx="22687" cy="11570"/>
            </a:xfrm>
            <a:custGeom>
              <a:avLst/>
              <a:pathLst>
                <a:path w="22687" h="11570">
                  <a:moveTo>
                    <a:pt x="22156" y="3540"/>
                  </a:moveTo>
                  <a:lnTo>
                    <a:pt x="22687" y="5771"/>
                  </a:lnTo>
                  <a:lnTo>
                    <a:pt x="21627" y="8415"/>
                  </a:lnTo>
                  <a:lnTo>
                    <a:pt x="21045" y="9889"/>
                  </a:lnTo>
                  <a:lnTo>
                    <a:pt x="19330" y="9525"/>
                  </a:lnTo>
                  <a:lnTo>
                    <a:pt x="19279" y="8634"/>
                  </a:lnTo>
                  <a:lnTo>
                    <a:pt x="6161" y="9859"/>
                  </a:lnTo>
                  <a:lnTo>
                    <a:pt x="6438" y="11062"/>
                  </a:lnTo>
                  <a:lnTo>
                    <a:pt x="3995" y="11570"/>
                  </a:lnTo>
                  <a:lnTo>
                    <a:pt x="0" y="998"/>
                  </a:lnTo>
                  <a:lnTo>
                    <a:pt x="1467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4" name="ph8744"/>
            <p:cNvSpPr/>
            <p:nvPr/>
          </p:nvSpPr>
          <p:spPr>
            <a:xfrm>
              <a:off x="9791525" y="1988474"/>
              <a:ext cx="77729" cy="97013"/>
            </a:xfrm>
            <a:custGeom>
              <a:avLst/>
              <a:pathLst>
                <a:path w="77729" h="97013">
                  <a:moveTo>
                    <a:pt x="19343" y="2195"/>
                  </a:moveTo>
                  <a:lnTo>
                    <a:pt x="17286" y="6682"/>
                  </a:lnTo>
                  <a:lnTo>
                    <a:pt x="25777" y="10159"/>
                  </a:lnTo>
                  <a:lnTo>
                    <a:pt x="27723" y="9505"/>
                  </a:lnTo>
                  <a:lnTo>
                    <a:pt x="27841" y="6351"/>
                  </a:lnTo>
                  <a:lnTo>
                    <a:pt x="33953" y="6617"/>
                  </a:lnTo>
                  <a:lnTo>
                    <a:pt x="34252" y="11968"/>
                  </a:lnTo>
                  <a:lnTo>
                    <a:pt x="39042" y="13725"/>
                  </a:lnTo>
                  <a:lnTo>
                    <a:pt x="43141" y="9492"/>
                  </a:lnTo>
                  <a:lnTo>
                    <a:pt x="43263" y="5964"/>
                  </a:lnTo>
                  <a:lnTo>
                    <a:pt x="44221" y="4822"/>
                  </a:lnTo>
                  <a:lnTo>
                    <a:pt x="48601" y="4379"/>
                  </a:lnTo>
                  <a:lnTo>
                    <a:pt x="47918" y="954"/>
                  </a:lnTo>
                  <a:lnTo>
                    <a:pt x="50931" y="88"/>
                  </a:lnTo>
                  <a:lnTo>
                    <a:pt x="55274" y="7062"/>
                  </a:lnTo>
                  <a:lnTo>
                    <a:pt x="56071" y="9902"/>
                  </a:lnTo>
                  <a:lnTo>
                    <a:pt x="55692" y="14385"/>
                  </a:lnTo>
                  <a:lnTo>
                    <a:pt x="64883" y="16790"/>
                  </a:lnTo>
                  <a:lnTo>
                    <a:pt x="66483" y="15522"/>
                  </a:lnTo>
                  <a:lnTo>
                    <a:pt x="73043" y="27081"/>
                  </a:lnTo>
                  <a:lnTo>
                    <a:pt x="69820" y="27041"/>
                  </a:lnTo>
                  <a:lnTo>
                    <a:pt x="69599" y="31385"/>
                  </a:lnTo>
                  <a:lnTo>
                    <a:pt x="63092" y="31002"/>
                  </a:lnTo>
                  <a:lnTo>
                    <a:pt x="62173" y="28382"/>
                  </a:lnTo>
                  <a:lnTo>
                    <a:pt x="59750" y="30267"/>
                  </a:lnTo>
                  <a:lnTo>
                    <a:pt x="59521" y="34600"/>
                  </a:lnTo>
                  <a:lnTo>
                    <a:pt x="61380" y="45980"/>
                  </a:lnTo>
                  <a:lnTo>
                    <a:pt x="60163" y="50066"/>
                  </a:lnTo>
                  <a:lnTo>
                    <a:pt x="59258" y="62436"/>
                  </a:lnTo>
                  <a:lnTo>
                    <a:pt x="65354" y="64648"/>
                  </a:lnTo>
                  <a:lnTo>
                    <a:pt x="67855" y="66254"/>
                  </a:lnTo>
                  <a:lnTo>
                    <a:pt x="69777" y="68826"/>
                  </a:lnTo>
                  <a:lnTo>
                    <a:pt x="72412" y="68779"/>
                  </a:lnTo>
                  <a:lnTo>
                    <a:pt x="74793" y="67896"/>
                  </a:lnTo>
                  <a:lnTo>
                    <a:pt x="74889" y="69452"/>
                  </a:lnTo>
                  <a:lnTo>
                    <a:pt x="68551" y="73562"/>
                  </a:lnTo>
                  <a:lnTo>
                    <a:pt x="68891" y="75596"/>
                  </a:lnTo>
                  <a:lnTo>
                    <a:pt x="74048" y="76750"/>
                  </a:lnTo>
                  <a:lnTo>
                    <a:pt x="76813" y="80158"/>
                  </a:lnTo>
                  <a:lnTo>
                    <a:pt x="77729" y="84791"/>
                  </a:lnTo>
                  <a:lnTo>
                    <a:pt x="73358" y="92234"/>
                  </a:lnTo>
                  <a:lnTo>
                    <a:pt x="71527" y="91744"/>
                  </a:lnTo>
                  <a:lnTo>
                    <a:pt x="63039" y="97013"/>
                  </a:lnTo>
                  <a:lnTo>
                    <a:pt x="48696" y="76507"/>
                  </a:lnTo>
                  <a:lnTo>
                    <a:pt x="43776" y="71869"/>
                  </a:lnTo>
                  <a:lnTo>
                    <a:pt x="35589" y="71434"/>
                  </a:lnTo>
                  <a:lnTo>
                    <a:pt x="35628" y="69941"/>
                  </a:lnTo>
                  <a:lnTo>
                    <a:pt x="27078" y="69497"/>
                  </a:lnTo>
                  <a:lnTo>
                    <a:pt x="27134" y="68391"/>
                  </a:lnTo>
                  <a:lnTo>
                    <a:pt x="22330" y="68137"/>
                  </a:lnTo>
                  <a:lnTo>
                    <a:pt x="22463" y="65912"/>
                  </a:lnTo>
                  <a:lnTo>
                    <a:pt x="28975" y="66783"/>
                  </a:lnTo>
                  <a:lnTo>
                    <a:pt x="29199" y="62172"/>
                  </a:lnTo>
                  <a:lnTo>
                    <a:pt x="32564" y="62149"/>
                  </a:lnTo>
                  <a:lnTo>
                    <a:pt x="32952" y="55056"/>
                  </a:lnTo>
                  <a:lnTo>
                    <a:pt x="30876" y="53858"/>
                  </a:lnTo>
                  <a:lnTo>
                    <a:pt x="27628" y="53687"/>
                  </a:lnTo>
                  <a:lnTo>
                    <a:pt x="26594" y="52152"/>
                  </a:lnTo>
                  <a:lnTo>
                    <a:pt x="26692" y="50375"/>
                  </a:lnTo>
                  <a:lnTo>
                    <a:pt x="28887" y="50481"/>
                  </a:lnTo>
                  <a:lnTo>
                    <a:pt x="28988" y="48292"/>
                  </a:lnTo>
                  <a:lnTo>
                    <a:pt x="27753" y="41040"/>
                  </a:lnTo>
                  <a:lnTo>
                    <a:pt x="24961" y="38130"/>
                  </a:lnTo>
                  <a:lnTo>
                    <a:pt x="25361" y="30600"/>
                  </a:lnTo>
                  <a:lnTo>
                    <a:pt x="22035" y="30490"/>
                  </a:lnTo>
                  <a:lnTo>
                    <a:pt x="20518" y="29565"/>
                  </a:lnTo>
                  <a:lnTo>
                    <a:pt x="16054" y="22854"/>
                  </a:lnTo>
                  <a:lnTo>
                    <a:pt x="13744" y="20914"/>
                  </a:lnTo>
                  <a:lnTo>
                    <a:pt x="12447" y="20845"/>
                  </a:lnTo>
                  <a:lnTo>
                    <a:pt x="10974" y="22471"/>
                  </a:lnTo>
                  <a:lnTo>
                    <a:pt x="383" y="21833"/>
                  </a:lnTo>
                  <a:lnTo>
                    <a:pt x="0" y="18275"/>
                  </a:lnTo>
                  <a:lnTo>
                    <a:pt x="1984" y="18366"/>
                  </a:lnTo>
                  <a:lnTo>
                    <a:pt x="3572" y="16247"/>
                  </a:lnTo>
                  <a:lnTo>
                    <a:pt x="3987" y="14373"/>
                  </a:lnTo>
                  <a:lnTo>
                    <a:pt x="1117" y="11226"/>
                  </a:lnTo>
                  <a:lnTo>
                    <a:pt x="1374" y="6713"/>
                  </a:lnTo>
                  <a:lnTo>
                    <a:pt x="5991" y="5765"/>
                  </a:lnTo>
                  <a:lnTo>
                    <a:pt x="6769" y="3978"/>
                  </a:lnTo>
                  <a:lnTo>
                    <a:pt x="11311" y="4886"/>
                  </a:lnTo>
                  <a:lnTo>
                    <a:pt x="12479" y="4565"/>
                  </a:lnTo>
                  <a:lnTo>
                    <a:pt x="10384" y="1813"/>
                  </a:lnTo>
                  <a:lnTo>
                    <a:pt x="13568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h8745"/>
            <p:cNvSpPr/>
            <p:nvPr/>
          </p:nvSpPr>
          <p:spPr>
            <a:xfrm>
              <a:off x="9866954" y="1677009"/>
              <a:ext cx="44906" cy="64187"/>
            </a:xfrm>
            <a:custGeom>
              <a:avLst/>
              <a:pathLst>
                <a:path w="44906" h="64187">
                  <a:moveTo>
                    <a:pt x="20726" y="450"/>
                  </a:moveTo>
                  <a:lnTo>
                    <a:pt x="24792" y="3104"/>
                  </a:lnTo>
                  <a:lnTo>
                    <a:pt x="28517" y="4064"/>
                  </a:lnTo>
                  <a:lnTo>
                    <a:pt x="43705" y="2627"/>
                  </a:lnTo>
                  <a:lnTo>
                    <a:pt x="43588" y="9512"/>
                  </a:lnTo>
                  <a:lnTo>
                    <a:pt x="44906" y="13090"/>
                  </a:lnTo>
                  <a:lnTo>
                    <a:pt x="42779" y="12575"/>
                  </a:lnTo>
                  <a:lnTo>
                    <a:pt x="39015" y="14294"/>
                  </a:lnTo>
                  <a:lnTo>
                    <a:pt x="38835" y="16777"/>
                  </a:lnTo>
                  <a:lnTo>
                    <a:pt x="36603" y="19864"/>
                  </a:lnTo>
                  <a:lnTo>
                    <a:pt x="34417" y="20087"/>
                  </a:lnTo>
                  <a:lnTo>
                    <a:pt x="27973" y="23924"/>
                  </a:lnTo>
                  <a:lnTo>
                    <a:pt x="27375" y="26704"/>
                  </a:lnTo>
                  <a:lnTo>
                    <a:pt x="22417" y="33071"/>
                  </a:lnTo>
                  <a:lnTo>
                    <a:pt x="22701" y="35694"/>
                  </a:lnTo>
                  <a:lnTo>
                    <a:pt x="18730" y="46321"/>
                  </a:lnTo>
                  <a:lnTo>
                    <a:pt x="15653" y="46879"/>
                  </a:lnTo>
                  <a:lnTo>
                    <a:pt x="10373" y="46096"/>
                  </a:lnTo>
                  <a:lnTo>
                    <a:pt x="8090" y="39759"/>
                  </a:lnTo>
                  <a:lnTo>
                    <a:pt x="7421" y="47992"/>
                  </a:lnTo>
                  <a:lnTo>
                    <a:pt x="10709" y="55573"/>
                  </a:lnTo>
                  <a:lnTo>
                    <a:pt x="10288" y="59660"/>
                  </a:lnTo>
                  <a:lnTo>
                    <a:pt x="12624" y="61632"/>
                  </a:lnTo>
                  <a:lnTo>
                    <a:pt x="12417" y="63394"/>
                  </a:lnTo>
                  <a:lnTo>
                    <a:pt x="9623" y="64187"/>
                  </a:lnTo>
                  <a:lnTo>
                    <a:pt x="6259" y="60611"/>
                  </a:lnTo>
                  <a:lnTo>
                    <a:pt x="2044" y="62069"/>
                  </a:lnTo>
                  <a:lnTo>
                    <a:pt x="709" y="61818"/>
                  </a:lnTo>
                  <a:lnTo>
                    <a:pt x="2231" y="59111"/>
                  </a:lnTo>
                  <a:lnTo>
                    <a:pt x="1012" y="55695"/>
                  </a:lnTo>
                  <a:lnTo>
                    <a:pt x="1013" y="49484"/>
                  </a:lnTo>
                  <a:lnTo>
                    <a:pt x="2110" y="48499"/>
                  </a:lnTo>
                  <a:lnTo>
                    <a:pt x="2205" y="43875"/>
                  </a:lnTo>
                  <a:lnTo>
                    <a:pt x="0" y="35438"/>
                  </a:lnTo>
                  <a:lnTo>
                    <a:pt x="6689" y="33740"/>
                  </a:lnTo>
                  <a:lnTo>
                    <a:pt x="6624" y="32952"/>
                  </a:lnTo>
                  <a:lnTo>
                    <a:pt x="2951" y="29700"/>
                  </a:lnTo>
                  <a:lnTo>
                    <a:pt x="3061" y="27860"/>
                  </a:lnTo>
                  <a:lnTo>
                    <a:pt x="3309" y="25216"/>
                  </a:lnTo>
                  <a:lnTo>
                    <a:pt x="2567" y="21467"/>
                  </a:lnTo>
                  <a:lnTo>
                    <a:pt x="7233" y="16625"/>
                  </a:lnTo>
                  <a:lnTo>
                    <a:pt x="9576" y="12378"/>
                  </a:lnTo>
                  <a:lnTo>
                    <a:pt x="10046" y="4911"/>
                  </a:lnTo>
                  <a:lnTo>
                    <a:pt x="14044" y="5373"/>
                  </a:lnTo>
                  <a:lnTo>
                    <a:pt x="16463" y="3799"/>
                  </a:lnTo>
                  <a:lnTo>
                    <a:pt x="15581" y="1064"/>
                  </a:lnTo>
                  <a:lnTo>
                    <a:pt x="17351" y="1349"/>
                  </a:lnTo>
                  <a:lnTo>
                    <a:pt x="1856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h8746"/>
            <p:cNvSpPr/>
            <p:nvPr/>
          </p:nvSpPr>
          <p:spPr>
            <a:xfrm>
              <a:off x="9624884" y="1486085"/>
              <a:ext cx="50671" cy="68139"/>
            </a:xfrm>
            <a:custGeom>
              <a:avLst/>
              <a:pathLst>
                <a:path w="50671" h="68139">
                  <a:moveTo>
                    <a:pt x="50671" y="19956"/>
                  </a:moveTo>
                  <a:lnTo>
                    <a:pt x="50250" y="26400"/>
                  </a:lnTo>
                  <a:lnTo>
                    <a:pt x="41879" y="26033"/>
                  </a:lnTo>
                  <a:lnTo>
                    <a:pt x="39934" y="28679"/>
                  </a:lnTo>
                  <a:lnTo>
                    <a:pt x="35208" y="30712"/>
                  </a:lnTo>
                  <a:lnTo>
                    <a:pt x="37330" y="36408"/>
                  </a:lnTo>
                  <a:lnTo>
                    <a:pt x="38451" y="43108"/>
                  </a:lnTo>
                  <a:lnTo>
                    <a:pt x="44230" y="41967"/>
                  </a:lnTo>
                  <a:lnTo>
                    <a:pt x="44874" y="46203"/>
                  </a:lnTo>
                  <a:lnTo>
                    <a:pt x="46973" y="51795"/>
                  </a:lnTo>
                  <a:lnTo>
                    <a:pt x="45516" y="53493"/>
                  </a:lnTo>
                  <a:lnTo>
                    <a:pt x="41555" y="48058"/>
                  </a:lnTo>
                  <a:lnTo>
                    <a:pt x="36882" y="50845"/>
                  </a:lnTo>
                  <a:lnTo>
                    <a:pt x="36056" y="55122"/>
                  </a:lnTo>
                  <a:lnTo>
                    <a:pt x="43147" y="56283"/>
                  </a:lnTo>
                  <a:lnTo>
                    <a:pt x="42123" y="59891"/>
                  </a:lnTo>
                  <a:lnTo>
                    <a:pt x="35840" y="58062"/>
                  </a:lnTo>
                  <a:lnTo>
                    <a:pt x="35304" y="68139"/>
                  </a:lnTo>
                  <a:lnTo>
                    <a:pt x="28301" y="67616"/>
                  </a:lnTo>
                  <a:lnTo>
                    <a:pt x="26463" y="64885"/>
                  </a:lnTo>
                  <a:lnTo>
                    <a:pt x="25207" y="60934"/>
                  </a:lnTo>
                  <a:lnTo>
                    <a:pt x="29411" y="56195"/>
                  </a:lnTo>
                  <a:lnTo>
                    <a:pt x="26922" y="53845"/>
                  </a:lnTo>
                  <a:lnTo>
                    <a:pt x="24062" y="47244"/>
                  </a:lnTo>
                  <a:lnTo>
                    <a:pt x="20846" y="47411"/>
                  </a:lnTo>
                  <a:lnTo>
                    <a:pt x="20245" y="50491"/>
                  </a:lnTo>
                  <a:lnTo>
                    <a:pt x="19274" y="50732"/>
                  </a:lnTo>
                  <a:lnTo>
                    <a:pt x="17005" y="48210"/>
                  </a:lnTo>
                  <a:lnTo>
                    <a:pt x="20957" y="46006"/>
                  </a:lnTo>
                  <a:lnTo>
                    <a:pt x="20360" y="44089"/>
                  </a:lnTo>
                  <a:lnTo>
                    <a:pt x="17557" y="45482"/>
                  </a:lnTo>
                  <a:lnTo>
                    <a:pt x="14982" y="44200"/>
                  </a:lnTo>
                  <a:lnTo>
                    <a:pt x="17590" y="34582"/>
                  </a:lnTo>
                  <a:lnTo>
                    <a:pt x="8152" y="31631"/>
                  </a:lnTo>
                  <a:lnTo>
                    <a:pt x="8898" y="28824"/>
                  </a:lnTo>
                  <a:lnTo>
                    <a:pt x="0" y="29509"/>
                  </a:lnTo>
                  <a:lnTo>
                    <a:pt x="2817" y="21839"/>
                  </a:lnTo>
                  <a:lnTo>
                    <a:pt x="3354" y="9194"/>
                  </a:lnTo>
                  <a:lnTo>
                    <a:pt x="5591" y="9456"/>
                  </a:lnTo>
                  <a:lnTo>
                    <a:pt x="626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ph8747"/>
            <p:cNvSpPr/>
            <p:nvPr/>
          </p:nvSpPr>
          <p:spPr>
            <a:xfrm>
              <a:off x="9762591" y="1516803"/>
              <a:ext cx="71051" cy="37876"/>
            </a:xfrm>
            <a:custGeom>
              <a:avLst/>
              <a:pathLst>
                <a:path w="71051" h="37876">
                  <a:moveTo>
                    <a:pt x="63672" y="3334"/>
                  </a:moveTo>
                  <a:lnTo>
                    <a:pt x="65525" y="12708"/>
                  </a:lnTo>
                  <a:lnTo>
                    <a:pt x="68756" y="10631"/>
                  </a:lnTo>
                  <a:lnTo>
                    <a:pt x="71051" y="26825"/>
                  </a:lnTo>
                  <a:lnTo>
                    <a:pt x="67940" y="28218"/>
                  </a:lnTo>
                  <a:lnTo>
                    <a:pt x="68495" y="33167"/>
                  </a:lnTo>
                  <a:lnTo>
                    <a:pt x="52675" y="32299"/>
                  </a:lnTo>
                  <a:lnTo>
                    <a:pt x="52332" y="36258"/>
                  </a:lnTo>
                  <a:lnTo>
                    <a:pt x="49872" y="37876"/>
                  </a:lnTo>
                  <a:lnTo>
                    <a:pt x="46528" y="30205"/>
                  </a:lnTo>
                  <a:lnTo>
                    <a:pt x="45531" y="29442"/>
                  </a:lnTo>
                  <a:lnTo>
                    <a:pt x="41789" y="30409"/>
                  </a:lnTo>
                  <a:lnTo>
                    <a:pt x="42117" y="24449"/>
                  </a:lnTo>
                  <a:lnTo>
                    <a:pt x="39849" y="23197"/>
                  </a:lnTo>
                  <a:lnTo>
                    <a:pt x="26270" y="24068"/>
                  </a:lnTo>
                  <a:lnTo>
                    <a:pt x="26650" y="16995"/>
                  </a:lnTo>
                  <a:lnTo>
                    <a:pt x="22057" y="17588"/>
                  </a:lnTo>
                  <a:lnTo>
                    <a:pt x="16432" y="16468"/>
                  </a:lnTo>
                  <a:lnTo>
                    <a:pt x="10763" y="14156"/>
                  </a:lnTo>
                  <a:lnTo>
                    <a:pt x="6681" y="10026"/>
                  </a:lnTo>
                  <a:lnTo>
                    <a:pt x="1690" y="9642"/>
                  </a:lnTo>
                  <a:lnTo>
                    <a:pt x="248" y="9530"/>
                  </a:lnTo>
                  <a:lnTo>
                    <a:pt x="0" y="8083"/>
                  </a:lnTo>
                  <a:lnTo>
                    <a:pt x="4106" y="5853"/>
                  </a:lnTo>
                  <a:lnTo>
                    <a:pt x="2661" y="3217"/>
                  </a:lnTo>
                  <a:lnTo>
                    <a:pt x="264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8" name="ph8748"/>
            <p:cNvSpPr/>
            <p:nvPr/>
          </p:nvSpPr>
          <p:spPr>
            <a:xfrm>
              <a:off x="9718406" y="1514604"/>
              <a:ext cx="48291" cy="43877"/>
            </a:xfrm>
            <a:custGeom>
              <a:avLst/>
              <a:pathLst>
                <a:path w="48291" h="43877">
                  <a:moveTo>
                    <a:pt x="46827" y="2199"/>
                  </a:moveTo>
                  <a:lnTo>
                    <a:pt x="46846" y="5417"/>
                  </a:lnTo>
                  <a:lnTo>
                    <a:pt x="48291" y="8053"/>
                  </a:lnTo>
                  <a:lnTo>
                    <a:pt x="44185" y="10283"/>
                  </a:lnTo>
                  <a:lnTo>
                    <a:pt x="44434" y="11730"/>
                  </a:lnTo>
                  <a:lnTo>
                    <a:pt x="45875" y="11842"/>
                  </a:lnTo>
                  <a:lnTo>
                    <a:pt x="46011" y="13353"/>
                  </a:lnTo>
                  <a:lnTo>
                    <a:pt x="42749" y="17646"/>
                  </a:lnTo>
                  <a:lnTo>
                    <a:pt x="39310" y="19150"/>
                  </a:lnTo>
                  <a:lnTo>
                    <a:pt x="36774" y="28176"/>
                  </a:lnTo>
                  <a:lnTo>
                    <a:pt x="38193" y="31598"/>
                  </a:lnTo>
                  <a:lnTo>
                    <a:pt x="29732" y="32900"/>
                  </a:lnTo>
                  <a:lnTo>
                    <a:pt x="28790" y="33649"/>
                  </a:lnTo>
                  <a:lnTo>
                    <a:pt x="26596" y="36921"/>
                  </a:lnTo>
                  <a:lnTo>
                    <a:pt x="27895" y="43877"/>
                  </a:lnTo>
                  <a:lnTo>
                    <a:pt x="26871" y="42597"/>
                  </a:lnTo>
                  <a:lnTo>
                    <a:pt x="21962" y="36463"/>
                  </a:lnTo>
                  <a:lnTo>
                    <a:pt x="17492" y="39310"/>
                  </a:lnTo>
                  <a:lnTo>
                    <a:pt x="10234" y="28243"/>
                  </a:lnTo>
                  <a:lnTo>
                    <a:pt x="3828" y="32659"/>
                  </a:lnTo>
                  <a:lnTo>
                    <a:pt x="0" y="18568"/>
                  </a:lnTo>
                  <a:lnTo>
                    <a:pt x="13870" y="14324"/>
                  </a:lnTo>
                  <a:lnTo>
                    <a:pt x="9541" y="1328"/>
                  </a:lnTo>
                  <a:lnTo>
                    <a:pt x="962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h8749"/>
            <p:cNvSpPr/>
            <p:nvPr/>
          </p:nvSpPr>
          <p:spPr>
            <a:xfrm>
              <a:off x="9874376" y="1689261"/>
              <a:ext cx="68017" cy="83791"/>
            </a:xfrm>
            <a:custGeom>
              <a:avLst/>
              <a:pathLst>
                <a:path w="68017" h="83791">
                  <a:moveTo>
                    <a:pt x="51617" y="2833"/>
                  </a:moveTo>
                  <a:lnTo>
                    <a:pt x="51746" y="2217"/>
                  </a:lnTo>
                  <a:lnTo>
                    <a:pt x="54042" y="1226"/>
                  </a:lnTo>
                  <a:lnTo>
                    <a:pt x="59373" y="2060"/>
                  </a:lnTo>
                  <a:lnTo>
                    <a:pt x="60267" y="4750"/>
                  </a:lnTo>
                  <a:lnTo>
                    <a:pt x="60318" y="10482"/>
                  </a:lnTo>
                  <a:lnTo>
                    <a:pt x="59670" y="11088"/>
                  </a:lnTo>
                  <a:lnTo>
                    <a:pt x="61009" y="14873"/>
                  </a:lnTo>
                  <a:lnTo>
                    <a:pt x="57970" y="16661"/>
                  </a:lnTo>
                  <a:lnTo>
                    <a:pt x="58464" y="19653"/>
                  </a:lnTo>
                  <a:lnTo>
                    <a:pt x="61310" y="20882"/>
                  </a:lnTo>
                  <a:lnTo>
                    <a:pt x="67605" y="21287"/>
                  </a:lnTo>
                  <a:lnTo>
                    <a:pt x="68017" y="26671"/>
                  </a:lnTo>
                  <a:lnTo>
                    <a:pt x="67328" y="28453"/>
                  </a:lnTo>
                  <a:lnTo>
                    <a:pt x="61826" y="30427"/>
                  </a:lnTo>
                  <a:lnTo>
                    <a:pt x="54871" y="30287"/>
                  </a:lnTo>
                  <a:lnTo>
                    <a:pt x="58824" y="37131"/>
                  </a:lnTo>
                  <a:lnTo>
                    <a:pt x="55887" y="40946"/>
                  </a:lnTo>
                  <a:lnTo>
                    <a:pt x="56040" y="45584"/>
                  </a:lnTo>
                  <a:lnTo>
                    <a:pt x="53582" y="50788"/>
                  </a:lnTo>
                  <a:lnTo>
                    <a:pt x="54807" y="55082"/>
                  </a:lnTo>
                  <a:lnTo>
                    <a:pt x="57225" y="56160"/>
                  </a:lnTo>
                  <a:lnTo>
                    <a:pt x="55189" y="57526"/>
                  </a:lnTo>
                  <a:lnTo>
                    <a:pt x="50392" y="57883"/>
                  </a:lnTo>
                  <a:lnTo>
                    <a:pt x="47349" y="59901"/>
                  </a:lnTo>
                  <a:lnTo>
                    <a:pt x="51488" y="79076"/>
                  </a:lnTo>
                  <a:lnTo>
                    <a:pt x="49959" y="83791"/>
                  </a:lnTo>
                  <a:lnTo>
                    <a:pt x="44932" y="83357"/>
                  </a:lnTo>
                  <a:lnTo>
                    <a:pt x="43690" y="78093"/>
                  </a:lnTo>
                  <a:lnTo>
                    <a:pt x="40093" y="79907"/>
                  </a:lnTo>
                  <a:lnTo>
                    <a:pt x="38386" y="79769"/>
                  </a:lnTo>
                  <a:lnTo>
                    <a:pt x="34184" y="77457"/>
                  </a:lnTo>
                  <a:lnTo>
                    <a:pt x="29567" y="70879"/>
                  </a:lnTo>
                  <a:lnTo>
                    <a:pt x="29625" y="69573"/>
                  </a:lnTo>
                  <a:lnTo>
                    <a:pt x="25931" y="67856"/>
                  </a:lnTo>
                  <a:lnTo>
                    <a:pt x="20659" y="70205"/>
                  </a:lnTo>
                  <a:lnTo>
                    <a:pt x="13936" y="68571"/>
                  </a:lnTo>
                  <a:lnTo>
                    <a:pt x="7704" y="62471"/>
                  </a:lnTo>
                  <a:lnTo>
                    <a:pt x="3584" y="57306"/>
                  </a:lnTo>
                  <a:lnTo>
                    <a:pt x="2201" y="51935"/>
                  </a:lnTo>
                  <a:lnTo>
                    <a:pt x="4995" y="51142"/>
                  </a:lnTo>
                  <a:lnTo>
                    <a:pt x="5202" y="49380"/>
                  </a:lnTo>
                  <a:lnTo>
                    <a:pt x="2866" y="47407"/>
                  </a:lnTo>
                  <a:lnTo>
                    <a:pt x="3287" y="43321"/>
                  </a:lnTo>
                  <a:lnTo>
                    <a:pt x="0" y="35739"/>
                  </a:lnTo>
                  <a:lnTo>
                    <a:pt x="669" y="27506"/>
                  </a:lnTo>
                  <a:lnTo>
                    <a:pt x="2951" y="33844"/>
                  </a:lnTo>
                  <a:lnTo>
                    <a:pt x="8232" y="34627"/>
                  </a:lnTo>
                  <a:lnTo>
                    <a:pt x="11308" y="34068"/>
                  </a:lnTo>
                  <a:lnTo>
                    <a:pt x="15280" y="23441"/>
                  </a:lnTo>
                  <a:lnTo>
                    <a:pt x="14995" y="20819"/>
                  </a:lnTo>
                  <a:lnTo>
                    <a:pt x="19953" y="14452"/>
                  </a:lnTo>
                  <a:lnTo>
                    <a:pt x="20551" y="11672"/>
                  </a:lnTo>
                  <a:lnTo>
                    <a:pt x="26996" y="7834"/>
                  </a:lnTo>
                  <a:lnTo>
                    <a:pt x="29181" y="7612"/>
                  </a:lnTo>
                  <a:lnTo>
                    <a:pt x="31413" y="4525"/>
                  </a:lnTo>
                  <a:lnTo>
                    <a:pt x="31593" y="2042"/>
                  </a:lnTo>
                  <a:lnTo>
                    <a:pt x="35357" y="323"/>
                  </a:lnTo>
                  <a:lnTo>
                    <a:pt x="37484" y="838"/>
                  </a:lnTo>
                  <a:lnTo>
                    <a:pt x="4227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h8750"/>
            <p:cNvSpPr/>
            <p:nvPr/>
          </p:nvSpPr>
          <p:spPr>
            <a:xfrm>
              <a:off x="9835911" y="1624443"/>
              <a:ext cx="49772" cy="55121"/>
            </a:xfrm>
            <a:custGeom>
              <a:avLst/>
              <a:pathLst>
                <a:path w="49772" h="55121">
                  <a:moveTo>
                    <a:pt x="23838" y="6109"/>
                  </a:moveTo>
                  <a:lnTo>
                    <a:pt x="23198" y="8722"/>
                  </a:lnTo>
                  <a:lnTo>
                    <a:pt x="26757" y="9225"/>
                  </a:lnTo>
                  <a:lnTo>
                    <a:pt x="34202" y="6190"/>
                  </a:lnTo>
                  <a:lnTo>
                    <a:pt x="38992" y="6287"/>
                  </a:lnTo>
                  <a:lnTo>
                    <a:pt x="38871" y="7959"/>
                  </a:lnTo>
                  <a:lnTo>
                    <a:pt x="40333" y="8729"/>
                  </a:lnTo>
                  <a:lnTo>
                    <a:pt x="38310" y="11133"/>
                  </a:lnTo>
                  <a:lnTo>
                    <a:pt x="38201" y="12517"/>
                  </a:lnTo>
                  <a:lnTo>
                    <a:pt x="48254" y="16615"/>
                  </a:lnTo>
                  <a:lnTo>
                    <a:pt x="49072" y="17633"/>
                  </a:lnTo>
                  <a:lnTo>
                    <a:pt x="47447" y="20207"/>
                  </a:lnTo>
                  <a:lnTo>
                    <a:pt x="48904" y="22989"/>
                  </a:lnTo>
                  <a:lnTo>
                    <a:pt x="44765" y="24548"/>
                  </a:lnTo>
                  <a:lnTo>
                    <a:pt x="43581" y="23575"/>
                  </a:lnTo>
                  <a:lnTo>
                    <a:pt x="41434" y="24482"/>
                  </a:lnTo>
                  <a:lnTo>
                    <a:pt x="44554" y="31148"/>
                  </a:lnTo>
                  <a:lnTo>
                    <a:pt x="43705" y="33166"/>
                  </a:lnTo>
                  <a:lnTo>
                    <a:pt x="46276" y="35988"/>
                  </a:lnTo>
                  <a:lnTo>
                    <a:pt x="49772" y="38389"/>
                  </a:lnTo>
                  <a:lnTo>
                    <a:pt x="47242" y="47185"/>
                  </a:lnTo>
                  <a:lnTo>
                    <a:pt x="42794" y="46497"/>
                  </a:lnTo>
                  <a:lnTo>
                    <a:pt x="41471" y="51910"/>
                  </a:lnTo>
                  <a:lnTo>
                    <a:pt x="38343" y="52983"/>
                  </a:lnTo>
                  <a:lnTo>
                    <a:pt x="35971" y="55121"/>
                  </a:lnTo>
                  <a:lnTo>
                    <a:pt x="29921" y="54358"/>
                  </a:lnTo>
                  <a:lnTo>
                    <a:pt x="29575" y="52337"/>
                  </a:lnTo>
                  <a:lnTo>
                    <a:pt x="21674" y="53091"/>
                  </a:lnTo>
                  <a:lnTo>
                    <a:pt x="20271" y="50231"/>
                  </a:lnTo>
                  <a:lnTo>
                    <a:pt x="15737" y="50522"/>
                  </a:lnTo>
                  <a:lnTo>
                    <a:pt x="16283" y="47401"/>
                  </a:lnTo>
                  <a:lnTo>
                    <a:pt x="11812" y="44785"/>
                  </a:lnTo>
                  <a:lnTo>
                    <a:pt x="9871" y="44666"/>
                  </a:lnTo>
                  <a:lnTo>
                    <a:pt x="8959" y="45413"/>
                  </a:lnTo>
                  <a:lnTo>
                    <a:pt x="7840" y="41593"/>
                  </a:lnTo>
                  <a:lnTo>
                    <a:pt x="3446" y="43598"/>
                  </a:lnTo>
                  <a:lnTo>
                    <a:pt x="380" y="39755"/>
                  </a:lnTo>
                  <a:lnTo>
                    <a:pt x="0" y="36743"/>
                  </a:lnTo>
                  <a:lnTo>
                    <a:pt x="6326" y="36456"/>
                  </a:lnTo>
                  <a:lnTo>
                    <a:pt x="4465" y="32142"/>
                  </a:lnTo>
                  <a:lnTo>
                    <a:pt x="5307" y="29935"/>
                  </a:lnTo>
                  <a:lnTo>
                    <a:pt x="5831" y="20511"/>
                  </a:lnTo>
                  <a:lnTo>
                    <a:pt x="4726" y="20713"/>
                  </a:lnTo>
                  <a:lnTo>
                    <a:pt x="4355" y="21682"/>
                  </a:lnTo>
                  <a:lnTo>
                    <a:pt x="2783" y="21645"/>
                  </a:lnTo>
                  <a:lnTo>
                    <a:pt x="2593" y="18286"/>
                  </a:lnTo>
                  <a:lnTo>
                    <a:pt x="5768" y="15333"/>
                  </a:lnTo>
                  <a:lnTo>
                    <a:pt x="10572" y="15346"/>
                  </a:lnTo>
                  <a:lnTo>
                    <a:pt x="12686" y="14033"/>
                  </a:lnTo>
                  <a:lnTo>
                    <a:pt x="13650" y="6787"/>
                  </a:lnTo>
                  <a:lnTo>
                    <a:pt x="1964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ph8751"/>
            <p:cNvSpPr/>
            <p:nvPr/>
          </p:nvSpPr>
          <p:spPr>
            <a:xfrm>
              <a:off x="9623122" y="1517717"/>
              <a:ext cx="60733" cy="78839"/>
            </a:xfrm>
            <a:custGeom>
              <a:avLst/>
              <a:pathLst>
                <a:path w="60733" h="78839">
                  <a:moveTo>
                    <a:pt x="19352" y="2951"/>
                  </a:moveTo>
                  <a:lnTo>
                    <a:pt x="16744" y="12568"/>
                  </a:lnTo>
                  <a:lnTo>
                    <a:pt x="19320" y="13850"/>
                  </a:lnTo>
                  <a:lnTo>
                    <a:pt x="22122" y="12457"/>
                  </a:lnTo>
                  <a:lnTo>
                    <a:pt x="22719" y="14374"/>
                  </a:lnTo>
                  <a:lnTo>
                    <a:pt x="18767" y="16578"/>
                  </a:lnTo>
                  <a:lnTo>
                    <a:pt x="21037" y="19100"/>
                  </a:lnTo>
                  <a:lnTo>
                    <a:pt x="22008" y="18859"/>
                  </a:lnTo>
                  <a:lnTo>
                    <a:pt x="22609" y="15780"/>
                  </a:lnTo>
                  <a:lnTo>
                    <a:pt x="25824" y="15612"/>
                  </a:lnTo>
                  <a:lnTo>
                    <a:pt x="28684" y="22213"/>
                  </a:lnTo>
                  <a:lnTo>
                    <a:pt x="31173" y="24563"/>
                  </a:lnTo>
                  <a:lnTo>
                    <a:pt x="26969" y="29303"/>
                  </a:lnTo>
                  <a:lnTo>
                    <a:pt x="28225" y="33253"/>
                  </a:lnTo>
                  <a:lnTo>
                    <a:pt x="30064" y="35984"/>
                  </a:lnTo>
                  <a:lnTo>
                    <a:pt x="37066" y="36507"/>
                  </a:lnTo>
                  <a:lnTo>
                    <a:pt x="37603" y="26430"/>
                  </a:lnTo>
                  <a:lnTo>
                    <a:pt x="43885" y="28259"/>
                  </a:lnTo>
                  <a:lnTo>
                    <a:pt x="44909" y="24651"/>
                  </a:lnTo>
                  <a:lnTo>
                    <a:pt x="37818" y="23490"/>
                  </a:lnTo>
                  <a:lnTo>
                    <a:pt x="38645" y="19213"/>
                  </a:lnTo>
                  <a:lnTo>
                    <a:pt x="43317" y="16426"/>
                  </a:lnTo>
                  <a:lnTo>
                    <a:pt x="47278" y="21861"/>
                  </a:lnTo>
                  <a:lnTo>
                    <a:pt x="50037" y="26334"/>
                  </a:lnTo>
                  <a:lnTo>
                    <a:pt x="47433" y="27438"/>
                  </a:lnTo>
                  <a:lnTo>
                    <a:pt x="45989" y="38671"/>
                  </a:lnTo>
                  <a:lnTo>
                    <a:pt x="50373" y="37017"/>
                  </a:lnTo>
                  <a:lnTo>
                    <a:pt x="59930" y="44041"/>
                  </a:lnTo>
                  <a:lnTo>
                    <a:pt x="60733" y="46071"/>
                  </a:lnTo>
                  <a:lnTo>
                    <a:pt x="59244" y="50031"/>
                  </a:lnTo>
                  <a:lnTo>
                    <a:pt x="57147" y="50731"/>
                  </a:lnTo>
                  <a:lnTo>
                    <a:pt x="58514" y="56531"/>
                  </a:lnTo>
                  <a:lnTo>
                    <a:pt x="53571" y="56753"/>
                  </a:lnTo>
                  <a:lnTo>
                    <a:pt x="50905" y="54022"/>
                  </a:lnTo>
                  <a:lnTo>
                    <a:pt x="45757" y="55435"/>
                  </a:lnTo>
                  <a:lnTo>
                    <a:pt x="40626" y="58635"/>
                  </a:lnTo>
                  <a:lnTo>
                    <a:pt x="43190" y="64366"/>
                  </a:lnTo>
                  <a:lnTo>
                    <a:pt x="44443" y="65780"/>
                  </a:lnTo>
                  <a:lnTo>
                    <a:pt x="36035" y="78839"/>
                  </a:lnTo>
                  <a:lnTo>
                    <a:pt x="15444" y="78522"/>
                  </a:lnTo>
                  <a:lnTo>
                    <a:pt x="15459" y="76433"/>
                  </a:lnTo>
                  <a:lnTo>
                    <a:pt x="18582" y="68233"/>
                  </a:lnTo>
                  <a:lnTo>
                    <a:pt x="26285" y="63624"/>
                  </a:lnTo>
                  <a:lnTo>
                    <a:pt x="24823" y="59646"/>
                  </a:lnTo>
                  <a:lnTo>
                    <a:pt x="23981" y="60931"/>
                  </a:lnTo>
                  <a:lnTo>
                    <a:pt x="21807" y="58003"/>
                  </a:lnTo>
                  <a:lnTo>
                    <a:pt x="21541" y="52675"/>
                  </a:lnTo>
                  <a:lnTo>
                    <a:pt x="24475" y="50856"/>
                  </a:lnTo>
                  <a:lnTo>
                    <a:pt x="16474" y="50408"/>
                  </a:lnTo>
                  <a:lnTo>
                    <a:pt x="15199" y="40688"/>
                  </a:lnTo>
                  <a:lnTo>
                    <a:pt x="12288" y="36270"/>
                  </a:lnTo>
                  <a:lnTo>
                    <a:pt x="8209" y="35148"/>
                  </a:lnTo>
                  <a:lnTo>
                    <a:pt x="10892" y="32488"/>
                  </a:lnTo>
                  <a:lnTo>
                    <a:pt x="11675" y="30690"/>
                  </a:lnTo>
                  <a:lnTo>
                    <a:pt x="11560" y="28473"/>
                  </a:lnTo>
                  <a:lnTo>
                    <a:pt x="11353" y="26055"/>
                  </a:lnTo>
                  <a:lnTo>
                    <a:pt x="7363" y="23247"/>
                  </a:lnTo>
                  <a:lnTo>
                    <a:pt x="7618" y="20167"/>
                  </a:lnTo>
                  <a:lnTo>
                    <a:pt x="6777" y="15829"/>
                  </a:lnTo>
                  <a:lnTo>
                    <a:pt x="5454" y="13380"/>
                  </a:lnTo>
                  <a:lnTo>
                    <a:pt x="2902" y="11306"/>
                  </a:lnTo>
                  <a:lnTo>
                    <a:pt x="0" y="11535"/>
                  </a:lnTo>
                  <a:lnTo>
                    <a:pt x="3618" y="796"/>
                  </a:lnTo>
                  <a:lnTo>
                    <a:pt x="9182" y="2495"/>
                  </a:lnTo>
                  <a:lnTo>
                    <a:pt x="991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ph8752"/>
            <p:cNvSpPr/>
            <p:nvPr/>
          </p:nvSpPr>
          <p:spPr>
            <a:xfrm>
              <a:off x="9625933" y="1552865"/>
              <a:ext cx="23473" cy="33084"/>
            </a:xfrm>
            <a:custGeom>
              <a:avLst/>
              <a:pathLst>
                <a:path w="23473" h="33084">
                  <a:moveTo>
                    <a:pt x="9477" y="1121"/>
                  </a:moveTo>
                  <a:lnTo>
                    <a:pt x="12388" y="5540"/>
                  </a:lnTo>
                  <a:lnTo>
                    <a:pt x="13663" y="15259"/>
                  </a:lnTo>
                  <a:lnTo>
                    <a:pt x="21664" y="15707"/>
                  </a:lnTo>
                  <a:lnTo>
                    <a:pt x="18730" y="17527"/>
                  </a:lnTo>
                  <a:lnTo>
                    <a:pt x="18995" y="22854"/>
                  </a:lnTo>
                  <a:lnTo>
                    <a:pt x="21170" y="25782"/>
                  </a:lnTo>
                  <a:lnTo>
                    <a:pt x="22012" y="24498"/>
                  </a:lnTo>
                  <a:lnTo>
                    <a:pt x="23473" y="28476"/>
                  </a:lnTo>
                  <a:lnTo>
                    <a:pt x="15771" y="33084"/>
                  </a:lnTo>
                  <a:lnTo>
                    <a:pt x="14303" y="28528"/>
                  </a:lnTo>
                  <a:lnTo>
                    <a:pt x="9016" y="28329"/>
                  </a:lnTo>
                  <a:lnTo>
                    <a:pt x="4700" y="24709"/>
                  </a:lnTo>
                  <a:lnTo>
                    <a:pt x="2429" y="20406"/>
                  </a:lnTo>
                  <a:lnTo>
                    <a:pt x="0" y="19425"/>
                  </a:lnTo>
                  <a:lnTo>
                    <a:pt x="1810" y="16681"/>
                  </a:lnTo>
                  <a:lnTo>
                    <a:pt x="2276" y="9174"/>
                  </a:lnTo>
                  <a:lnTo>
                    <a:pt x="6428" y="8943"/>
                  </a:lnTo>
                  <a:lnTo>
                    <a:pt x="539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h8753"/>
            <p:cNvSpPr/>
            <p:nvPr/>
          </p:nvSpPr>
          <p:spPr>
            <a:xfrm>
              <a:off x="9664475" y="1644543"/>
              <a:ext cx="86080" cy="48606"/>
            </a:xfrm>
            <a:custGeom>
              <a:avLst/>
              <a:pathLst>
                <a:path w="86080" h="48606">
                  <a:moveTo>
                    <a:pt x="69930" y="3872"/>
                  </a:moveTo>
                  <a:lnTo>
                    <a:pt x="74986" y="2567"/>
                  </a:lnTo>
                  <a:lnTo>
                    <a:pt x="77550" y="1167"/>
                  </a:lnTo>
                  <a:lnTo>
                    <a:pt x="78457" y="4722"/>
                  </a:lnTo>
                  <a:lnTo>
                    <a:pt x="86080" y="6581"/>
                  </a:lnTo>
                  <a:lnTo>
                    <a:pt x="81368" y="8939"/>
                  </a:lnTo>
                  <a:lnTo>
                    <a:pt x="78959" y="10156"/>
                  </a:lnTo>
                  <a:lnTo>
                    <a:pt x="78599" y="11794"/>
                  </a:lnTo>
                  <a:lnTo>
                    <a:pt x="76067" y="14156"/>
                  </a:lnTo>
                  <a:lnTo>
                    <a:pt x="73395" y="13794"/>
                  </a:lnTo>
                  <a:lnTo>
                    <a:pt x="73468" y="18544"/>
                  </a:lnTo>
                  <a:lnTo>
                    <a:pt x="75103" y="22155"/>
                  </a:lnTo>
                  <a:lnTo>
                    <a:pt x="74959" y="23571"/>
                  </a:lnTo>
                  <a:lnTo>
                    <a:pt x="70539" y="27022"/>
                  </a:lnTo>
                  <a:lnTo>
                    <a:pt x="70509" y="28462"/>
                  </a:lnTo>
                  <a:lnTo>
                    <a:pt x="73241" y="34265"/>
                  </a:lnTo>
                  <a:lnTo>
                    <a:pt x="76314" y="32686"/>
                  </a:lnTo>
                  <a:lnTo>
                    <a:pt x="79208" y="40413"/>
                  </a:lnTo>
                  <a:lnTo>
                    <a:pt x="76160" y="41523"/>
                  </a:lnTo>
                  <a:lnTo>
                    <a:pt x="68700" y="38565"/>
                  </a:lnTo>
                  <a:lnTo>
                    <a:pt x="69925" y="44645"/>
                  </a:lnTo>
                  <a:lnTo>
                    <a:pt x="59586" y="48482"/>
                  </a:lnTo>
                  <a:lnTo>
                    <a:pt x="57951" y="45289"/>
                  </a:lnTo>
                  <a:lnTo>
                    <a:pt x="46195" y="43469"/>
                  </a:lnTo>
                  <a:lnTo>
                    <a:pt x="43729" y="39424"/>
                  </a:lnTo>
                  <a:lnTo>
                    <a:pt x="41993" y="38870"/>
                  </a:lnTo>
                  <a:lnTo>
                    <a:pt x="36543" y="40661"/>
                  </a:lnTo>
                  <a:lnTo>
                    <a:pt x="36578" y="41575"/>
                  </a:lnTo>
                  <a:lnTo>
                    <a:pt x="33416" y="42402"/>
                  </a:lnTo>
                  <a:lnTo>
                    <a:pt x="25848" y="42706"/>
                  </a:lnTo>
                  <a:lnTo>
                    <a:pt x="12694" y="44711"/>
                  </a:lnTo>
                  <a:lnTo>
                    <a:pt x="12000" y="48417"/>
                  </a:lnTo>
                  <a:lnTo>
                    <a:pt x="8436" y="48606"/>
                  </a:lnTo>
                  <a:lnTo>
                    <a:pt x="2921" y="37898"/>
                  </a:lnTo>
                  <a:lnTo>
                    <a:pt x="0" y="37051"/>
                  </a:lnTo>
                  <a:lnTo>
                    <a:pt x="94" y="35765"/>
                  </a:lnTo>
                  <a:lnTo>
                    <a:pt x="4384" y="36038"/>
                  </a:lnTo>
                  <a:lnTo>
                    <a:pt x="4572" y="31067"/>
                  </a:lnTo>
                  <a:lnTo>
                    <a:pt x="414" y="30784"/>
                  </a:lnTo>
                  <a:lnTo>
                    <a:pt x="994" y="21648"/>
                  </a:lnTo>
                  <a:lnTo>
                    <a:pt x="370" y="21414"/>
                  </a:lnTo>
                  <a:lnTo>
                    <a:pt x="1766" y="16848"/>
                  </a:lnTo>
                  <a:lnTo>
                    <a:pt x="7385" y="18462"/>
                  </a:lnTo>
                  <a:lnTo>
                    <a:pt x="10133" y="16404"/>
                  </a:lnTo>
                  <a:lnTo>
                    <a:pt x="13992" y="11304"/>
                  </a:lnTo>
                  <a:lnTo>
                    <a:pt x="17663" y="15768"/>
                  </a:lnTo>
                  <a:lnTo>
                    <a:pt x="20629" y="13337"/>
                  </a:lnTo>
                  <a:lnTo>
                    <a:pt x="18088" y="10516"/>
                  </a:lnTo>
                  <a:lnTo>
                    <a:pt x="19185" y="9411"/>
                  </a:lnTo>
                  <a:lnTo>
                    <a:pt x="22570" y="9290"/>
                  </a:lnTo>
                  <a:lnTo>
                    <a:pt x="32221" y="14769"/>
                  </a:lnTo>
                  <a:lnTo>
                    <a:pt x="33610" y="7438"/>
                  </a:lnTo>
                  <a:lnTo>
                    <a:pt x="31948" y="5473"/>
                  </a:lnTo>
                  <a:lnTo>
                    <a:pt x="29411" y="4183"/>
                  </a:lnTo>
                  <a:lnTo>
                    <a:pt x="29591" y="2492"/>
                  </a:lnTo>
                  <a:lnTo>
                    <a:pt x="33991" y="1355"/>
                  </a:lnTo>
                  <a:lnTo>
                    <a:pt x="37218" y="5791"/>
                  </a:lnTo>
                  <a:lnTo>
                    <a:pt x="41695" y="4143"/>
                  </a:lnTo>
                  <a:lnTo>
                    <a:pt x="42072" y="3243"/>
                  </a:lnTo>
                  <a:lnTo>
                    <a:pt x="46429" y="4403"/>
                  </a:lnTo>
                  <a:lnTo>
                    <a:pt x="46797" y="7658"/>
                  </a:lnTo>
                  <a:lnTo>
                    <a:pt x="62156" y="7243"/>
                  </a:lnTo>
                  <a:lnTo>
                    <a:pt x="65120" y="350"/>
                  </a:lnTo>
                  <a:lnTo>
                    <a:pt x="662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h8754"/>
            <p:cNvSpPr/>
            <p:nvPr/>
          </p:nvSpPr>
          <p:spPr>
            <a:xfrm>
              <a:off x="9794435" y="1827254"/>
              <a:ext cx="26678" cy="36805"/>
            </a:xfrm>
            <a:custGeom>
              <a:avLst/>
              <a:pathLst>
                <a:path w="26678" h="36805">
                  <a:moveTo>
                    <a:pt x="12090" y="2459"/>
                  </a:moveTo>
                  <a:lnTo>
                    <a:pt x="19735" y="5300"/>
                  </a:lnTo>
                  <a:lnTo>
                    <a:pt x="22734" y="10193"/>
                  </a:lnTo>
                  <a:lnTo>
                    <a:pt x="21679" y="14401"/>
                  </a:lnTo>
                  <a:lnTo>
                    <a:pt x="21989" y="16684"/>
                  </a:lnTo>
                  <a:lnTo>
                    <a:pt x="26234" y="22396"/>
                  </a:lnTo>
                  <a:lnTo>
                    <a:pt x="26678" y="24046"/>
                  </a:lnTo>
                  <a:lnTo>
                    <a:pt x="23594" y="24887"/>
                  </a:lnTo>
                  <a:lnTo>
                    <a:pt x="22595" y="29007"/>
                  </a:lnTo>
                  <a:lnTo>
                    <a:pt x="23806" y="29432"/>
                  </a:lnTo>
                  <a:lnTo>
                    <a:pt x="23151" y="31285"/>
                  </a:lnTo>
                  <a:lnTo>
                    <a:pt x="23841" y="33192"/>
                  </a:lnTo>
                  <a:lnTo>
                    <a:pt x="19788" y="36049"/>
                  </a:lnTo>
                  <a:lnTo>
                    <a:pt x="16214" y="36805"/>
                  </a:lnTo>
                  <a:lnTo>
                    <a:pt x="14745" y="36178"/>
                  </a:lnTo>
                  <a:lnTo>
                    <a:pt x="10103" y="30303"/>
                  </a:lnTo>
                  <a:lnTo>
                    <a:pt x="3859" y="30747"/>
                  </a:lnTo>
                  <a:lnTo>
                    <a:pt x="1901" y="33338"/>
                  </a:lnTo>
                  <a:lnTo>
                    <a:pt x="0" y="33434"/>
                  </a:lnTo>
                  <a:lnTo>
                    <a:pt x="1000" y="29463"/>
                  </a:lnTo>
                  <a:lnTo>
                    <a:pt x="1873" y="29770"/>
                  </a:lnTo>
                  <a:lnTo>
                    <a:pt x="3483" y="23802"/>
                  </a:lnTo>
                  <a:lnTo>
                    <a:pt x="4968" y="12779"/>
                  </a:lnTo>
                  <a:lnTo>
                    <a:pt x="4912" y="9111"/>
                  </a:lnTo>
                  <a:lnTo>
                    <a:pt x="2624" y="10802"/>
                  </a:lnTo>
                  <a:lnTo>
                    <a:pt x="974" y="10056"/>
                  </a:lnTo>
                  <a:lnTo>
                    <a:pt x="880" y="4691"/>
                  </a:lnTo>
                  <a:lnTo>
                    <a:pt x="2575" y="2699"/>
                  </a:lnTo>
                  <a:lnTo>
                    <a:pt x="1055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ph8755"/>
            <p:cNvSpPr/>
            <p:nvPr/>
          </p:nvSpPr>
          <p:spPr>
            <a:xfrm>
              <a:off x="9657144" y="1583497"/>
              <a:ext cx="53531" cy="66837"/>
            </a:xfrm>
            <a:custGeom>
              <a:avLst/>
              <a:pathLst>
                <a:path w="53531" h="66837">
                  <a:moveTo>
                    <a:pt x="13286" y="3237"/>
                  </a:moveTo>
                  <a:lnTo>
                    <a:pt x="13851" y="564"/>
                  </a:lnTo>
                  <a:lnTo>
                    <a:pt x="16159" y="2161"/>
                  </a:lnTo>
                  <a:lnTo>
                    <a:pt x="18713" y="6900"/>
                  </a:lnTo>
                  <a:lnTo>
                    <a:pt x="24190" y="7876"/>
                  </a:lnTo>
                  <a:lnTo>
                    <a:pt x="26561" y="10094"/>
                  </a:lnTo>
                  <a:lnTo>
                    <a:pt x="23504" y="12296"/>
                  </a:lnTo>
                  <a:lnTo>
                    <a:pt x="24416" y="17744"/>
                  </a:lnTo>
                  <a:lnTo>
                    <a:pt x="28647" y="16027"/>
                  </a:lnTo>
                  <a:lnTo>
                    <a:pt x="29049" y="16788"/>
                  </a:lnTo>
                  <a:lnTo>
                    <a:pt x="29313" y="18272"/>
                  </a:lnTo>
                  <a:lnTo>
                    <a:pt x="27132" y="19169"/>
                  </a:lnTo>
                  <a:lnTo>
                    <a:pt x="26959" y="20416"/>
                  </a:lnTo>
                  <a:lnTo>
                    <a:pt x="30893" y="20911"/>
                  </a:lnTo>
                  <a:lnTo>
                    <a:pt x="31714" y="18718"/>
                  </a:lnTo>
                  <a:lnTo>
                    <a:pt x="33956" y="19843"/>
                  </a:lnTo>
                  <a:lnTo>
                    <a:pt x="36316" y="21685"/>
                  </a:lnTo>
                  <a:lnTo>
                    <a:pt x="40393" y="26650"/>
                  </a:lnTo>
                  <a:lnTo>
                    <a:pt x="40934" y="28763"/>
                  </a:lnTo>
                  <a:lnTo>
                    <a:pt x="47308" y="32817"/>
                  </a:lnTo>
                  <a:lnTo>
                    <a:pt x="47820" y="32541"/>
                  </a:lnTo>
                  <a:lnTo>
                    <a:pt x="50561" y="37131"/>
                  </a:lnTo>
                  <a:lnTo>
                    <a:pt x="49922" y="38011"/>
                  </a:lnTo>
                  <a:lnTo>
                    <a:pt x="51065" y="46950"/>
                  </a:lnTo>
                  <a:lnTo>
                    <a:pt x="53531" y="55341"/>
                  </a:lnTo>
                  <a:lnTo>
                    <a:pt x="49278" y="58767"/>
                  </a:lnTo>
                  <a:lnTo>
                    <a:pt x="49851" y="62313"/>
                  </a:lnTo>
                  <a:lnTo>
                    <a:pt x="49404" y="64289"/>
                  </a:lnTo>
                  <a:lnTo>
                    <a:pt x="49027" y="65189"/>
                  </a:lnTo>
                  <a:lnTo>
                    <a:pt x="44550" y="66837"/>
                  </a:lnTo>
                  <a:lnTo>
                    <a:pt x="41323" y="62401"/>
                  </a:lnTo>
                  <a:lnTo>
                    <a:pt x="36923" y="63539"/>
                  </a:lnTo>
                  <a:lnTo>
                    <a:pt x="36743" y="65229"/>
                  </a:lnTo>
                  <a:lnTo>
                    <a:pt x="33930" y="63498"/>
                  </a:lnTo>
                  <a:lnTo>
                    <a:pt x="34338" y="59378"/>
                  </a:lnTo>
                  <a:lnTo>
                    <a:pt x="37098" y="55676"/>
                  </a:lnTo>
                  <a:lnTo>
                    <a:pt x="34827" y="53931"/>
                  </a:lnTo>
                  <a:lnTo>
                    <a:pt x="31189" y="57322"/>
                  </a:lnTo>
                  <a:lnTo>
                    <a:pt x="29550" y="56177"/>
                  </a:lnTo>
                  <a:lnTo>
                    <a:pt x="23026" y="50327"/>
                  </a:lnTo>
                  <a:lnTo>
                    <a:pt x="24128" y="47877"/>
                  </a:lnTo>
                  <a:lnTo>
                    <a:pt x="25703" y="47916"/>
                  </a:lnTo>
                  <a:lnTo>
                    <a:pt x="24816" y="46956"/>
                  </a:lnTo>
                  <a:lnTo>
                    <a:pt x="21377" y="46569"/>
                  </a:lnTo>
                  <a:lnTo>
                    <a:pt x="17433" y="49136"/>
                  </a:lnTo>
                  <a:lnTo>
                    <a:pt x="12955" y="48726"/>
                  </a:lnTo>
                  <a:lnTo>
                    <a:pt x="10224" y="46875"/>
                  </a:lnTo>
                  <a:lnTo>
                    <a:pt x="10453" y="43529"/>
                  </a:lnTo>
                  <a:lnTo>
                    <a:pt x="15793" y="43863"/>
                  </a:lnTo>
                  <a:lnTo>
                    <a:pt x="15397" y="41758"/>
                  </a:lnTo>
                  <a:lnTo>
                    <a:pt x="9740" y="35606"/>
                  </a:lnTo>
                  <a:lnTo>
                    <a:pt x="6817" y="37066"/>
                  </a:lnTo>
                  <a:lnTo>
                    <a:pt x="5818" y="36190"/>
                  </a:lnTo>
                  <a:lnTo>
                    <a:pt x="6302" y="35033"/>
                  </a:lnTo>
                  <a:lnTo>
                    <a:pt x="10616" y="32347"/>
                  </a:lnTo>
                  <a:lnTo>
                    <a:pt x="9102" y="30712"/>
                  </a:lnTo>
                  <a:lnTo>
                    <a:pt x="4175" y="29062"/>
                  </a:lnTo>
                  <a:lnTo>
                    <a:pt x="2646" y="26440"/>
                  </a:lnTo>
                  <a:lnTo>
                    <a:pt x="3055" y="24069"/>
                  </a:lnTo>
                  <a:lnTo>
                    <a:pt x="5463" y="19844"/>
                  </a:lnTo>
                  <a:lnTo>
                    <a:pt x="2805" y="17571"/>
                  </a:lnTo>
                  <a:lnTo>
                    <a:pt x="0" y="16297"/>
                  </a:lnTo>
                  <a:lnTo>
                    <a:pt x="2013" y="13059"/>
                  </a:lnTo>
                  <a:lnTo>
                    <a:pt x="1042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h8756"/>
            <p:cNvSpPr/>
            <p:nvPr/>
          </p:nvSpPr>
          <p:spPr>
            <a:xfrm>
              <a:off x="11604088" y="3074185"/>
              <a:ext cx="44764" cy="32282"/>
            </a:xfrm>
            <a:custGeom>
              <a:avLst/>
              <a:pathLst>
                <a:path w="44764" h="32282">
                  <a:moveTo>
                    <a:pt x="9257" y="1118"/>
                  </a:moveTo>
                  <a:lnTo>
                    <a:pt x="10018" y="3363"/>
                  </a:lnTo>
                  <a:lnTo>
                    <a:pt x="19809" y="8189"/>
                  </a:lnTo>
                  <a:lnTo>
                    <a:pt x="21652" y="6021"/>
                  </a:lnTo>
                  <a:lnTo>
                    <a:pt x="23424" y="7707"/>
                  </a:lnTo>
                  <a:lnTo>
                    <a:pt x="26346" y="7929"/>
                  </a:lnTo>
                  <a:lnTo>
                    <a:pt x="28226" y="7266"/>
                  </a:lnTo>
                  <a:lnTo>
                    <a:pt x="30804" y="7833"/>
                  </a:lnTo>
                  <a:lnTo>
                    <a:pt x="32494" y="9085"/>
                  </a:lnTo>
                  <a:lnTo>
                    <a:pt x="32930" y="10155"/>
                  </a:lnTo>
                  <a:lnTo>
                    <a:pt x="32125" y="12263"/>
                  </a:lnTo>
                  <a:lnTo>
                    <a:pt x="33760" y="14815"/>
                  </a:lnTo>
                  <a:lnTo>
                    <a:pt x="44131" y="16653"/>
                  </a:lnTo>
                  <a:lnTo>
                    <a:pt x="44764" y="20682"/>
                  </a:lnTo>
                  <a:lnTo>
                    <a:pt x="40951" y="25995"/>
                  </a:lnTo>
                  <a:lnTo>
                    <a:pt x="36044" y="28986"/>
                  </a:lnTo>
                  <a:lnTo>
                    <a:pt x="28453" y="26690"/>
                  </a:lnTo>
                  <a:lnTo>
                    <a:pt x="26280" y="30231"/>
                  </a:lnTo>
                  <a:lnTo>
                    <a:pt x="23026" y="30401"/>
                  </a:lnTo>
                  <a:lnTo>
                    <a:pt x="21978" y="29467"/>
                  </a:lnTo>
                  <a:lnTo>
                    <a:pt x="19289" y="30160"/>
                  </a:lnTo>
                  <a:lnTo>
                    <a:pt x="20583" y="31537"/>
                  </a:lnTo>
                  <a:lnTo>
                    <a:pt x="23061" y="31329"/>
                  </a:lnTo>
                  <a:lnTo>
                    <a:pt x="21699" y="32282"/>
                  </a:lnTo>
                  <a:lnTo>
                    <a:pt x="20554" y="32192"/>
                  </a:lnTo>
                  <a:lnTo>
                    <a:pt x="16578" y="28587"/>
                  </a:lnTo>
                  <a:lnTo>
                    <a:pt x="15717" y="28732"/>
                  </a:lnTo>
                  <a:lnTo>
                    <a:pt x="14514" y="28365"/>
                  </a:lnTo>
                  <a:lnTo>
                    <a:pt x="12672" y="25509"/>
                  </a:lnTo>
                  <a:lnTo>
                    <a:pt x="10508" y="20514"/>
                  </a:lnTo>
                  <a:lnTo>
                    <a:pt x="10826" y="19004"/>
                  </a:lnTo>
                  <a:lnTo>
                    <a:pt x="10016" y="16775"/>
                  </a:lnTo>
                  <a:lnTo>
                    <a:pt x="8756" y="15285"/>
                  </a:lnTo>
                  <a:lnTo>
                    <a:pt x="4221" y="13214"/>
                  </a:lnTo>
                  <a:lnTo>
                    <a:pt x="0" y="8967"/>
                  </a:lnTo>
                  <a:lnTo>
                    <a:pt x="1308" y="9219"/>
                  </a:lnTo>
                  <a:lnTo>
                    <a:pt x="4629" y="3389"/>
                  </a:lnTo>
                  <a:lnTo>
                    <a:pt x="79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h8757"/>
            <p:cNvSpPr/>
            <p:nvPr/>
          </p:nvSpPr>
          <p:spPr>
            <a:xfrm>
              <a:off x="11800526" y="3068780"/>
              <a:ext cx="85713" cy="83100"/>
            </a:xfrm>
            <a:custGeom>
              <a:avLst/>
              <a:pathLst>
                <a:path w="85713" h="83100">
                  <a:moveTo>
                    <a:pt x="19025" y="0"/>
                  </a:moveTo>
                  <a:lnTo>
                    <a:pt x="19088" y="2922"/>
                  </a:lnTo>
                  <a:lnTo>
                    <a:pt x="20797" y="4424"/>
                  </a:lnTo>
                  <a:lnTo>
                    <a:pt x="22355" y="4207"/>
                  </a:lnTo>
                  <a:lnTo>
                    <a:pt x="27631" y="6531"/>
                  </a:lnTo>
                  <a:lnTo>
                    <a:pt x="28975" y="7985"/>
                  </a:lnTo>
                  <a:lnTo>
                    <a:pt x="35796" y="9262"/>
                  </a:lnTo>
                  <a:lnTo>
                    <a:pt x="41106" y="9393"/>
                  </a:lnTo>
                  <a:lnTo>
                    <a:pt x="50112" y="15124"/>
                  </a:lnTo>
                  <a:lnTo>
                    <a:pt x="51832" y="17662"/>
                  </a:lnTo>
                  <a:lnTo>
                    <a:pt x="54388" y="18763"/>
                  </a:lnTo>
                  <a:lnTo>
                    <a:pt x="62790" y="18252"/>
                  </a:lnTo>
                  <a:lnTo>
                    <a:pt x="65690" y="19442"/>
                  </a:lnTo>
                  <a:lnTo>
                    <a:pt x="80760" y="18389"/>
                  </a:lnTo>
                  <a:lnTo>
                    <a:pt x="82142" y="35890"/>
                  </a:lnTo>
                  <a:lnTo>
                    <a:pt x="85713" y="82611"/>
                  </a:lnTo>
                  <a:lnTo>
                    <a:pt x="80651" y="83100"/>
                  </a:lnTo>
                  <a:lnTo>
                    <a:pt x="80290" y="77732"/>
                  </a:lnTo>
                  <a:lnTo>
                    <a:pt x="77153" y="76086"/>
                  </a:lnTo>
                  <a:lnTo>
                    <a:pt x="67971" y="77408"/>
                  </a:lnTo>
                  <a:lnTo>
                    <a:pt x="63629" y="71727"/>
                  </a:lnTo>
                  <a:lnTo>
                    <a:pt x="63270" y="67776"/>
                  </a:lnTo>
                  <a:lnTo>
                    <a:pt x="59069" y="67487"/>
                  </a:lnTo>
                  <a:lnTo>
                    <a:pt x="55774" y="69120"/>
                  </a:lnTo>
                  <a:lnTo>
                    <a:pt x="53103" y="65995"/>
                  </a:lnTo>
                  <a:lnTo>
                    <a:pt x="47699" y="65928"/>
                  </a:lnTo>
                  <a:lnTo>
                    <a:pt x="45280" y="69536"/>
                  </a:lnTo>
                  <a:lnTo>
                    <a:pt x="42898" y="69543"/>
                  </a:lnTo>
                  <a:lnTo>
                    <a:pt x="41980" y="68174"/>
                  </a:lnTo>
                  <a:lnTo>
                    <a:pt x="42358" y="65014"/>
                  </a:lnTo>
                  <a:lnTo>
                    <a:pt x="41556" y="63867"/>
                  </a:lnTo>
                  <a:lnTo>
                    <a:pt x="37660" y="62043"/>
                  </a:lnTo>
                  <a:lnTo>
                    <a:pt x="35576" y="62088"/>
                  </a:lnTo>
                  <a:lnTo>
                    <a:pt x="34316" y="63330"/>
                  </a:lnTo>
                  <a:lnTo>
                    <a:pt x="32375" y="63238"/>
                  </a:lnTo>
                  <a:lnTo>
                    <a:pt x="27747" y="60695"/>
                  </a:lnTo>
                  <a:lnTo>
                    <a:pt x="29131" y="58801"/>
                  </a:lnTo>
                  <a:lnTo>
                    <a:pt x="28756" y="57918"/>
                  </a:lnTo>
                  <a:lnTo>
                    <a:pt x="23523" y="59272"/>
                  </a:lnTo>
                  <a:lnTo>
                    <a:pt x="21871" y="61226"/>
                  </a:lnTo>
                  <a:lnTo>
                    <a:pt x="20686" y="64338"/>
                  </a:lnTo>
                  <a:lnTo>
                    <a:pt x="19648" y="64743"/>
                  </a:lnTo>
                  <a:lnTo>
                    <a:pt x="19262" y="64176"/>
                  </a:lnTo>
                  <a:lnTo>
                    <a:pt x="17788" y="62927"/>
                  </a:lnTo>
                  <a:lnTo>
                    <a:pt x="16970" y="60671"/>
                  </a:lnTo>
                  <a:lnTo>
                    <a:pt x="17003" y="53079"/>
                  </a:lnTo>
                  <a:lnTo>
                    <a:pt x="16135" y="47257"/>
                  </a:lnTo>
                  <a:lnTo>
                    <a:pt x="6619" y="47989"/>
                  </a:lnTo>
                  <a:lnTo>
                    <a:pt x="6894" y="48818"/>
                  </a:lnTo>
                  <a:lnTo>
                    <a:pt x="10782" y="50312"/>
                  </a:lnTo>
                  <a:lnTo>
                    <a:pt x="10858" y="52043"/>
                  </a:lnTo>
                  <a:lnTo>
                    <a:pt x="8707" y="52025"/>
                  </a:lnTo>
                  <a:lnTo>
                    <a:pt x="4004" y="54429"/>
                  </a:lnTo>
                  <a:lnTo>
                    <a:pt x="748" y="54061"/>
                  </a:lnTo>
                  <a:lnTo>
                    <a:pt x="0" y="45530"/>
                  </a:lnTo>
                  <a:lnTo>
                    <a:pt x="3085" y="38384"/>
                  </a:lnTo>
                  <a:lnTo>
                    <a:pt x="3027" y="37112"/>
                  </a:lnTo>
                  <a:lnTo>
                    <a:pt x="2160" y="36237"/>
                  </a:lnTo>
                  <a:lnTo>
                    <a:pt x="3429" y="32278"/>
                  </a:lnTo>
                  <a:lnTo>
                    <a:pt x="7385" y="34471"/>
                  </a:lnTo>
                  <a:lnTo>
                    <a:pt x="9297" y="30113"/>
                  </a:lnTo>
                  <a:lnTo>
                    <a:pt x="8373" y="17220"/>
                  </a:lnTo>
                  <a:lnTo>
                    <a:pt x="8850" y="8608"/>
                  </a:lnTo>
                  <a:lnTo>
                    <a:pt x="11036" y="3666"/>
                  </a:lnTo>
                  <a:lnTo>
                    <a:pt x="11760" y="55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h8758"/>
            <p:cNvSpPr/>
            <p:nvPr/>
          </p:nvSpPr>
          <p:spPr>
            <a:xfrm>
              <a:off x="11647370" y="3126341"/>
              <a:ext cx="28081" cy="34577"/>
            </a:xfrm>
            <a:custGeom>
              <a:avLst/>
              <a:pathLst>
                <a:path w="28081" h="34577">
                  <a:moveTo>
                    <a:pt x="16533" y="5"/>
                  </a:moveTo>
                  <a:lnTo>
                    <a:pt x="18792" y="41"/>
                  </a:lnTo>
                  <a:lnTo>
                    <a:pt x="18464" y="2516"/>
                  </a:lnTo>
                  <a:lnTo>
                    <a:pt x="16084" y="2497"/>
                  </a:lnTo>
                  <a:lnTo>
                    <a:pt x="18269" y="8687"/>
                  </a:lnTo>
                  <a:lnTo>
                    <a:pt x="16900" y="12165"/>
                  </a:lnTo>
                  <a:lnTo>
                    <a:pt x="17961" y="16565"/>
                  </a:lnTo>
                  <a:lnTo>
                    <a:pt x="20007" y="18392"/>
                  </a:lnTo>
                  <a:lnTo>
                    <a:pt x="21484" y="18351"/>
                  </a:lnTo>
                  <a:lnTo>
                    <a:pt x="23240" y="19917"/>
                  </a:lnTo>
                  <a:lnTo>
                    <a:pt x="23519" y="25948"/>
                  </a:lnTo>
                  <a:lnTo>
                    <a:pt x="27003" y="28314"/>
                  </a:lnTo>
                  <a:lnTo>
                    <a:pt x="28081" y="31771"/>
                  </a:lnTo>
                  <a:lnTo>
                    <a:pt x="27289" y="32900"/>
                  </a:lnTo>
                  <a:lnTo>
                    <a:pt x="27095" y="33737"/>
                  </a:lnTo>
                  <a:lnTo>
                    <a:pt x="25519" y="34577"/>
                  </a:lnTo>
                  <a:lnTo>
                    <a:pt x="24188" y="30999"/>
                  </a:lnTo>
                  <a:lnTo>
                    <a:pt x="23384" y="30483"/>
                  </a:lnTo>
                  <a:lnTo>
                    <a:pt x="20916" y="29905"/>
                  </a:lnTo>
                  <a:lnTo>
                    <a:pt x="18083" y="31552"/>
                  </a:lnTo>
                  <a:lnTo>
                    <a:pt x="17171" y="31075"/>
                  </a:lnTo>
                  <a:lnTo>
                    <a:pt x="15029" y="31250"/>
                  </a:lnTo>
                  <a:lnTo>
                    <a:pt x="11631" y="29595"/>
                  </a:lnTo>
                  <a:lnTo>
                    <a:pt x="10152" y="27515"/>
                  </a:lnTo>
                  <a:lnTo>
                    <a:pt x="7205" y="25418"/>
                  </a:lnTo>
                  <a:lnTo>
                    <a:pt x="6808" y="22396"/>
                  </a:lnTo>
                  <a:lnTo>
                    <a:pt x="5484" y="20988"/>
                  </a:lnTo>
                  <a:lnTo>
                    <a:pt x="3758" y="20350"/>
                  </a:lnTo>
                  <a:lnTo>
                    <a:pt x="2307" y="18313"/>
                  </a:lnTo>
                  <a:lnTo>
                    <a:pt x="1725" y="13329"/>
                  </a:lnTo>
                  <a:lnTo>
                    <a:pt x="2411" y="10398"/>
                  </a:lnTo>
                  <a:lnTo>
                    <a:pt x="1932" y="9939"/>
                  </a:lnTo>
                  <a:lnTo>
                    <a:pt x="2083" y="7603"/>
                  </a:lnTo>
                  <a:lnTo>
                    <a:pt x="1387" y="6871"/>
                  </a:lnTo>
                  <a:lnTo>
                    <a:pt x="378" y="7155"/>
                  </a:lnTo>
                  <a:lnTo>
                    <a:pt x="0" y="6215"/>
                  </a:lnTo>
                  <a:lnTo>
                    <a:pt x="1233" y="283"/>
                  </a:lnTo>
                  <a:lnTo>
                    <a:pt x="2268" y="0"/>
                  </a:lnTo>
                  <a:lnTo>
                    <a:pt x="4142" y="1612"/>
                  </a:lnTo>
                  <a:lnTo>
                    <a:pt x="4880" y="4542"/>
                  </a:lnTo>
                  <a:lnTo>
                    <a:pt x="8096" y="6537"/>
                  </a:lnTo>
                  <a:lnTo>
                    <a:pt x="9141" y="5795"/>
                  </a:lnTo>
                  <a:lnTo>
                    <a:pt x="8217" y="3093"/>
                  </a:lnTo>
                  <a:lnTo>
                    <a:pt x="12069" y="1523"/>
                  </a:lnTo>
                  <a:lnTo>
                    <a:pt x="15004" y="2879"/>
                  </a:lnTo>
                  <a:lnTo>
                    <a:pt x="14558" y="901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ph8759"/>
            <p:cNvSpPr/>
            <p:nvPr/>
          </p:nvSpPr>
          <p:spPr>
            <a:xfrm>
              <a:off x="11664271" y="3135029"/>
              <a:ext cx="42634" cy="40152"/>
            </a:xfrm>
            <a:custGeom>
              <a:avLst/>
              <a:pathLst>
                <a:path w="42634" h="40152">
                  <a:moveTo>
                    <a:pt x="4283" y="1733"/>
                  </a:moveTo>
                  <a:lnTo>
                    <a:pt x="4876" y="5836"/>
                  </a:lnTo>
                  <a:lnTo>
                    <a:pt x="8571" y="6060"/>
                  </a:lnTo>
                  <a:lnTo>
                    <a:pt x="14607" y="5030"/>
                  </a:lnTo>
                  <a:lnTo>
                    <a:pt x="17536" y="6521"/>
                  </a:lnTo>
                  <a:lnTo>
                    <a:pt x="22240" y="2964"/>
                  </a:lnTo>
                  <a:lnTo>
                    <a:pt x="25984" y="3168"/>
                  </a:lnTo>
                  <a:lnTo>
                    <a:pt x="29434" y="2106"/>
                  </a:lnTo>
                  <a:lnTo>
                    <a:pt x="31418" y="2784"/>
                  </a:lnTo>
                  <a:lnTo>
                    <a:pt x="34648" y="7068"/>
                  </a:lnTo>
                  <a:lnTo>
                    <a:pt x="36988" y="7703"/>
                  </a:lnTo>
                  <a:lnTo>
                    <a:pt x="42442" y="11645"/>
                  </a:lnTo>
                  <a:lnTo>
                    <a:pt x="42634" y="12198"/>
                  </a:lnTo>
                  <a:lnTo>
                    <a:pt x="40825" y="14612"/>
                  </a:lnTo>
                  <a:lnTo>
                    <a:pt x="39841" y="14214"/>
                  </a:lnTo>
                  <a:lnTo>
                    <a:pt x="37146" y="17892"/>
                  </a:lnTo>
                  <a:lnTo>
                    <a:pt x="37695" y="21136"/>
                  </a:lnTo>
                  <a:lnTo>
                    <a:pt x="36471" y="23081"/>
                  </a:lnTo>
                  <a:lnTo>
                    <a:pt x="34444" y="24592"/>
                  </a:lnTo>
                  <a:lnTo>
                    <a:pt x="31678" y="25391"/>
                  </a:lnTo>
                  <a:lnTo>
                    <a:pt x="30613" y="27386"/>
                  </a:lnTo>
                  <a:lnTo>
                    <a:pt x="29499" y="26013"/>
                  </a:lnTo>
                  <a:lnTo>
                    <a:pt x="29770" y="29675"/>
                  </a:lnTo>
                  <a:lnTo>
                    <a:pt x="28824" y="34620"/>
                  </a:lnTo>
                  <a:lnTo>
                    <a:pt x="22635" y="39574"/>
                  </a:lnTo>
                  <a:lnTo>
                    <a:pt x="20602" y="40152"/>
                  </a:lnTo>
                  <a:lnTo>
                    <a:pt x="18514" y="38252"/>
                  </a:lnTo>
                  <a:lnTo>
                    <a:pt x="18591" y="35242"/>
                  </a:lnTo>
                  <a:lnTo>
                    <a:pt x="15868" y="33085"/>
                  </a:lnTo>
                  <a:lnTo>
                    <a:pt x="14053" y="32534"/>
                  </a:lnTo>
                  <a:lnTo>
                    <a:pt x="11422" y="32938"/>
                  </a:lnTo>
                  <a:lnTo>
                    <a:pt x="12355" y="29987"/>
                  </a:lnTo>
                  <a:lnTo>
                    <a:pt x="10388" y="24213"/>
                  </a:lnTo>
                  <a:lnTo>
                    <a:pt x="11181" y="23083"/>
                  </a:lnTo>
                  <a:lnTo>
                    <a:pt x="10102" y="19627"/>
                  </a:lnTo>
                  <a:lnTo>
                    <a:pt x="6619" y="17261"/>
                  </a:lnTo>
                  <a:lnTo>
                    <a:pt x="6340" y="11230"/>
                  </a:lnTo>
                  <a:lnTo>
                    <a:pt x="4584" y="9664"/>
                  </a:lnTo>
                  <a:lnTo>
                    <a:pt x="3106" y="9705"/>
                  </a:lnTo>
                  <a:lnTo>
                    <a:pt x="1060" y="7878"/>
                  </a:lnTo>
                  <a:lnTo>
                    <a:pt x="0" y="3478"/>
                  </a:lnTo>
                  <a:lnTo>
                    <a:pt x="136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h8760"/>
            <p:cNvSpPr/>
            <p:nvPr/>
          </p:nvSpPr>
          <p:spPr>
            <a:xfrm>
              <a:off x="11588843" y="3046681"/>
              <a:ext cx="60009" cy="20380"/>
            </a:xfrm>
            <a:custGeom>
              <a:avLst/>
              <a:pathLst>
                <a:path w="60009" h="20380">
                  <a:moveTo>
                    <a:pt x="48572" y="0"/>
                  </a:moveTo>
                  <a:lnTo>
                    <a:pt x="52122" y="2032"/>
                  </a:lnTo>
                  <a:lnTo>
                    <a:pt x="57831" y="1879"/>
                  </a:lnTo>
                  <a:lnTo>
                    <a:pt x="59959" y="3092"/>
                  </a:lnTo>
                  <a:lnTo>
                    <a:pt x="60009" y="4091"/>
                  </a:lnTo>
                  <a:lnTo>
                    <a:pt x="52226" y="6805"/>
                  </a:lnTo>
                  <a:lnTo>
                    <a:pt x="50687" y="8037"/>
                  </a:lnTo>
                  <a:lnTo>
                    <a:pt x="49703" y="10741"/>
                  </a:lnTo>
                  <a:lnTo>
                    <a:pt x="50615" y="14411"/>
                  </a:lnTo>
                  <a:lnTo>
                    <a:pt x="48292" y="20135"/>
                  </a:lnTo>
                  <a:lnTo>
                    <a:pt x="45054" y="20380"/>
                  </a:lnTo>
                  <a:lnTo>
                    <a:pt x="43248" y="19241"/>
                  </a:lnTo>
                  <a:lnTo>
                    <a:pt x="42178" y="16346"/>
                  </a:lnTo>
                  <a:lnTo>
                    <a:pt x="39812" y="14837"/>
                  </a:lnTo>
                  <a:lnTo>
                    <a:pt x="35185" y="15080"/>
                  </a:lnTo>
                  <a:lnTo>
                    <a:pt x="31625" y="15841"/>
                  </a:lnTo>
                  <a:lnTo>
                    <a:pt x="30253" y="17377"/>
                  </a:lnTo>
                  <a:lnTo>
                    <a:pt x="26812" y="17608"/>
                  </a:lnTo>
                  <a:lnTo>
                    <a:pt x="25409" y="15679"/>
                  </a:lnTo>
                  <a:lnTo>
                    <a:pt x="26203" y="14605"/>
                  </a:lnTo>
                  <a:lnTo>
                    <a:pt x="27166" y="15746"/>
                  </a:lnTo>
                  <a:lnTo>
                    <a:pt x="28724" y="15780"/>
                  </a:lnTo>
                  <a:lnTo>
                    <a:pt x="27947" y="9992"/>
                  </a:lnTo>
                  <a:lnTo>
                    <a:pt x="26333" y="7840"/>
                  </a:lnTo>
                  <a:lnTo>
                    <a:pt x="22660" y="5302"/>
                  </a:lnTo>
                  <a:lnTo>
                    <a:pt x="19080" y="3922"/>
                  </a:lnTo>
                  <a:lnTo>
                    <a:pt x="10485" y="5155"/>
                  </a:lnTo>
                  <a:lnTo>
                    <a:pt x="10454" y="7835"/>
                  </a:lnTo>
                  <a:lnTo>
                    <a:pt x="7747" y="9704"/>
                  </a:lnTo>
                  <a:lnTo>
                    <a:pt x="6199" y="8651"/>
                  </a:lnTo>
                  <a:lnTo>
                    <a:pt x="2950" y="8791"/>
                  </a:lnTo>
                  <a:lnTo>
                    <a:pt x="1820" y="9769"/>
                  </a:lnTo>
                  <a:lnTo>
                    <a:pt x="0" y="7088"/>
                  </a:lnTo>
                  <a:lnTo>
                    <a:pt x="14397" y="323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h8761"/>
            <p:cNvSpPr/>
            <p:nvPr/>
          </p:nvSpPr>
          <p:spPr>
            <a:xfrm>
              <a:off x="11684529" y="3074840"/>
              <a:ext cx="68427" cy="75096"/>
            </a:xfrm>
            <a:custGeom>
              <a:avLst/>
              <a:pathLst>
                <a:path w="68427" h="75096">
                  <a:moveTo>
                    <a:pt x="22568" y="217"/>
                  </a:moveTo>
                  <a:lnTo>
                    <a:pt x="27559" y="7818"/>
                  </a:lnTo>
                  <a:lnTo>
                    <a:pt x="30143" y="8242"/>
                  </a:lnTo>
                  <a:lnTo>
                    <a:pt x="35868" y="4083"/>
                  </a:lnTo>
                  <a:lnTo>
                    <a:pt x="35132" y="2599"/>
                  </a:lnTo>
                  <a:lnTo>
                    <a:pt x="32769" y="919"/>
                  </a:lnTo>
                  <a:lnTo>
                    <a:pt x="35934" y="255"/>
                  </a:lnTo>
                  <a:lnTo>
                    <a:pt x="40519" y="4363"/>
                  </a:lnTo>
                  <a:lnTo>
                    <a:pt x="43575" y="2130"/>
                  </a:lnTo>
                  <a:lnTo>
                    <a:pt x="46906" y="3137"/>
                  </a:lnTo>
                  <a:lnTo>
                    <a:pt x="47000" y="4933"/>
                  </a:lnTo>
                  <a:lnTo>
                    <a:pt x="45092" y="7809"/>
                  </a:lnTo>
                  <a:lnTo>
                    <a:pt x="43884" y="11597"/>
                  </a:lnTo>
                  <a:lnTo>
                    <a:pt x="45765" y="13273"/>
                  </a:lnTo>
                  <a:lnTo>
                    <a:pt x="46465" y="16594"/>
                  </a:lnTo>
                  <a:lnTo>
                    <a:pt x="45293" y="27002"/>
                  </a:lnTo>
                  <a:lnTo>
                    <a:pt x="48141" y="28853"/>
                  </a:lnTo>
                  <a:lnTo>
                    <a:pt x="57151" y="32006"/>
                  </a:lnTo>
                  <a:lnTo>
                    <a:pt x="58790" y="29379"/>
                  </a:lnTo>
                  <a:lnTo>
                    <a:pt x="62539" y="29281"/>
                  </a:lnTo>
                  <a:lnTo>
                    <a:pt x="61937" y="33647"/>
                  </a:lnTo>
                  <a:lnTo>
                    <a:pt x="65990" y="37329"/>
                  </a:lnTo>
                  <a:lnTo>
                    <a:pt x="66778" y="40087"/>
                  </a:lnTo>
                  <a:lnTo>
                    <a:pt x="65973" y="39557"/>
                  </a:lnTo>
                  <a:lnTo>
                    <a:pt x="68427" y="42832"/>
                  </a:lnTo>
                  <a:lnTo>
                    <a:pt x="68266" y="45108"/>
                  </a:lnTo>
                  <a:lnTo>
                    <a:pt x="65799" y="45566"/>
                  </a:lnTo>
                  <a:lnTo>
                    <a:pt x="65595" y="43845"/>
                  </a:lnTo>
                  <a:lnTo>
                    <a:pt x="63309" y="43104"/>
                  </a:lnTo>
                  <a:lnTo>
                    <a:pt x="60817" y="44463"/>
                  </a:lnTo>
                  <a:lnTo>
                    <a:pt x="57094" y="48434"/>
                  </a:lnTo>
                  <a:lnTo>
                    <a:pt x="52356" y="55138"/>
                  </a:lnTo>
                  <a:lnTo>
                    <a:pt x="45034" y="53260"/>
                  </a:lnTo>
                  <a:lnTo>
                    <a:pt x="43676" y="54465"/>
                  </a:lnTo>
                  <a:lnTo>
                    <a:pt x="44128" y="59987"/>
                  </a:lnTo>
                  <a:lnTo>
                    <a:pt x="43491" y="60310"/>
                  </a:lnTo>
                  <a:lnTo>
                    <a:pt x="43500" y="62561"/>
                  </a:lnTo>
                  <a:lnTo>
                    <a:pt x="44268" y="64581"/>
                  </a:lnTo>
                  <a:lnTo>
                    <a:pt x="37991" y="69468"/>
                  </a:lnTo>
                  <a:lnTo>
                    <a:pt x="34811" y="70941"/>
                  </a:lnTo>
                  <a:lnTo>
                    <a:pt x="29895" y="70691"/>
                  </a:lnTo>
                  <a:lnTo>
                    <a:pt x="25273" y="71361"/>
                  </a:lnTo>
                  <a:lnTo>
                    <a:pt x="24306" y="74044"/>
                  </a:lnTo>
                  <a:lnTo>
                    <a:pt x="21636" y="75096"/>
                  </a:lnTo>
                  <a:lnTo>
                    <a:pt x="20566" y="74801"/>
                  </a:lnTo>
                  <a:lnTo>
                    <a:pt x="22376" y="72387"/>
                  </a:lnTo>
                  <a:lnTo>
                    <a:pt x="22184" y="71834"/>
                  </a:lnTo>
                  <a:lnTo>
                    <a:pt x="16730" y="67892"/>
                  </a:lnTo>
                  <a:lnTo>
                    <a:pt x="14390" y="67257"/>
                  </a:lnTo>
                  <a:lnTo>
                    <a:pt x="11160" y="62973"/>
                  </a:lnTo>
                  <a:lnTo>
                    <a:pt x="9176" y="62295"/>
                  </a:lnTo>
                  <a:lnTo>
                    <a:pt x="5726" y="63356"/>
                  </a:lnTo>
                  <a:lnTo>
                    <a:pt x="4724" y="59828"/>
                  </a:lnTo>
                  <a:lnTo>
                    <a:pt x="5627" y="46556"/>
                  </a:lnTo>
                  <a:lnTo>
                    <a:pt x="4706" y="45245"/>
                  </a:lnTo>
                  <a:lnTo>
                    <a:pt x="4461" y="37470"/>
                  </a:lnTo>
                  <a:lnTo>
                    <a:pt x="1962" y="34308"/>
                  </a:lnTo>
                  <a:lnTo>
                    <a:pt x="1149" y="34307"/>
                  </a:lnTo>
                  <a:lnTo>
                    <a:pt x="0" y="31969"/>
                  </a:lnTo>
                  <a:lnTo>
                    <a:pt x="1469" y="30112"/>
                  </a:lnTo>
                  <a:lnTo>
                    <a:pt x="4496" y="30186"/>
                  </a:lnTo>
                  <a:lnTo>
                    <a:pt x="5540" y="29575"/>
                  </a:lnTo>
                  <a:lnTo>
                    <a:pt x="6372" y="26829"/>
                  </a:lnTo>
                  <a:lnTo>
                    <a:pt x="7983" y="25090"/>
                  </a:lnTo>
                  <a:lnTo>
                    <a:pt x="12029" y="23520"/>
                  </a:lnTo>
                  <a:lnTo>
                    <a:pt x="14075" y="24243"/>
                  </a:lnTo>
                  <a:lnTo>
                    <a:pt x="14651" y="19933"/>
                  </a:lnTo>
                  <a:lnTo>
                    <a:pt x="13154" y="18310"/>
                  </a:lnTo>
                  <a:lnTo>
                    <a:pt x="7265" y="17651"/>
                  </a:lnTo>
                  <a:lnTo>
                    <a:pt x="5352" y="16936"/>
                  </a:lnTo>
                  <a:lnTo>
                    <a:pt x="4442" y="15830"/>
                  </a:lnTo>
                  <a:lnTo>
                    <a:pt x="7596" y="12214"/>
                  </a:lnTo>
                  <a:lnTo>
                    <a:pt x="9886" y="14436"/>
                  </a:lnTo>
                  <a:lnTo>
                    <a:pt x="11082" y="12843"/>
                  </a:lnTo>
                  <a:lnTo>
                    <a:pt x="11283" y="13552"/>
                  </a:lnTo>
                  <a:lnTo>
                    <a:pt x="13857" y="13798"/>
                  </a:lnTo>
                  <a:lnTo>
                    <a:pt x="16179" y="13065"/>
                  </a:lnTo>
                  <a:lnTo>
                    <a:pt x="17875" y="10908"/>
                  </a:lnTo>
                  <a:lnTo>
                    <a:pt x="19095" y="2864"/>
                  </a:lnTo>
                  <a:lnTo>
                    <a:pt x="18805" y="1304"/>
                  </a:lnTo>
                  <a:lnTo>
                    <a:pt x="2082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h8762"/>
            <p:cNvSpPr/>
            <p:nvPr/>
          </p:nvSpPr>
          <p:spPr>
            <a:xfrm>
              <a:off x="11521524" y="3053769"/>
              <a:ext cx="98281" cy="54457"/>
            </a:xfrm>
            <a:custGeom>
              <a:avLst/>
              <a:pathLst>
                <a:path w="98281" h="54457">
                  <a:moveTo>
                    <a:pt x="69139" y="2681"/>
                  </a:moveTo>
                  <a:lnTo>
                    <a:pt x="68434" y="3259"/>
                  </a:lnTo>
                  <a:lnTo>
                    <a:pt x="67725" y="7219"/>
                  </a:lnTo>
                  <a:lnTo>
                    <a:pt x="72960" y="12528"/>
                  </a:lnTo>
                  <a:lnTo>
                    <a:pt x="73794" y="14591"/>
                  </a:lnTo>
                  <a:lnTo>
                    <a:pt x="74143" y="23165"/>
                  </a:lnTo>
                  <a:lnTo>
                    <a:pt x="78754" y="26098"/>
                  </a:lnTo>
                  <a:lnTo>
                    <a:pt x="80865" y="25175"/>
                  </a:lnTo>
                  <a:lnTo>
                    <a:pt x="82563" y="29384"/>
                  </a:lnTo>
                  <a:lnTo>
                    <a:pt x="86784" y="33631"/>
                  </a:lnTo>
                  <a:lnTo>
                    <a:pt x="91320" y="35702"/>
                  </a:lnTo>
                  <a:lnTo>
                    <a:pt x="92579" y="37192"/>
                  </a:lnTo>
                  <a:lnTo>
                    <a:pt x="93390" y="39420"/>
                  </a:lnTo>
                  <a:lnTo>
                    <a:pt x="93071" y="40930"/>
                  </a:lnTo>
                  <a:lnTo>
                    <a:pt x="95235" y="45925"/>
                  </a:lnTo>
                  <a:lnTo>
                    <a:pt x="97078" y="48781"/>
                  </a:lnTo>
                  <a:lnTo>
                    <a:pt x="98281" y="49148"/>
                  </a:lnTo>
                  <a:lnTo>
                    <a:pt x="96601" y="53332"/>
                  </a:lnTo>
                  <a:lnTo>
                    <a:pt x="88605" y="53529"/>
                  </a:lnTo>
                  <a:lnTo>
                    <a:pt x="85837" y="49702"/>
                  </a:lnTo>
                  <a:lnTo>
                    <a:pt x="82894" y="50821"/>
                  </a:lnTo>
                  <a:lnTo>
                    <a:pt x="70644" y="51587"/>
                  </a:lnTo>
                  <a:lnTo>
                    <a:pt x="66410" y="54092"/>
                  </a:lnTo>
                  <a:lnTo>
                    <a:pt x="63431" y="54457"/>
                  </a:lnTo>
                  <a:lnTo>
                    <a:pt x="60950" y="49472"/>
                  </a:lnTo>
                  <a:lnTo>
                    <a:pt x="60602" y="43877"/>
                  </a:lnTo>
                  <a:lnTo>
                    <a:pt x="52003" y="44386"/>
                  </a:lnTo>
                  <a:lnTo>
                    <a:pt x="51351" y="39017"/>
                  </a:lnTo>
                  <a:lnTo>
                    <a:pt x="46295" y="39334"/>
                  </a:lnTo>
                  <a:lnTo>
                    <a:pt x="44974" y="40804"/>
                  </a:lnTo>
                  <a:lnTo>
                    <a:pt x="35655" y="38231"/>
                  </a:lnTo>
                  <a:lnTo>
                    <a:pt x="28495" y="39794"/>
                  </a:lnTo>
                  <a:lnTo>
                    <a:pt x="26557" y="36962"/>
                  </a:lnTo>
                  <a:lnTo>
                    <a:pt x="25381" y="32677"/>
                  </a:lnTo>
                  <a:lnTo>
                    <a:pt x="18196" y="34124"/>
                  </a:lnTo>
                  <a:lnTo>
                    <a:pt x="16179" y="35218"/>
                  </a:lnTo>
                  <a:lnTo>
                    <a:pt x="14492" y="37298"/>
                  </a:lnTo>
                  <a:lnTo>
                    <a:pt x="13262" y="37501"/>
                  </a:lnTo>
                  <a:lnTo>
                    <a:pt x="12544" y="35126"/>
                  </a:lnTo>
                  <a:lnTo>
                    <a:pt x="16241" y="32546"/>
                  </a:lnTo>
                  <a:lnTo>
                    <a:pt x="15373" y="28705"/>
                  </a:lnTo>
                  <a:lnTo>
                    <a:pt x="13130" y="28055"/>
                  </a:lnTo>
                  <a:lnTo>
                    <a:pt x="927" y="29554"/>
                  </a:lnTo>
                  <a:lnTo>
                    <a:pt x="122" y="28865"/>
                  </a:lnTo>
                  <a:lnTo>
                    <a:pt x="0" y="27186"/>
                  </a:lnTo>
                  <a:lnTo>
                    <a:pt x="6731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ph8763"/>
            <p:cNvSpPr/>
            <p:nvPr/>
          </p:nvSpPr>
          <p:spPr>
            <a:xfrm>
              <a:off x="11637416" y="3017334"/>
              <a:ext cx="101480" cy="71304"/>
            </a:xfrm>
            <a:custGeom>
              <a:avLst/>
              <a:pathLst>
                <a:path w="101480" h="71304">
                  <a:moveTo>
                    <a:pt x="71990" y="5930"/>
                  </a:moveTo>
                  <a:lnTo>
                    <a:pt x="75273" y="10852"/>
                  </a:lnTo>
                  <a:lnTo>
                    <a:pt x="75585" y="15859"/>
                  </a:lnTo>
                  <a:lnTo>
                    <a:pt x="77353" y="19250"/>
                  </a:lnTo>
                  <a:lnTo>
                    <a:pt x="83629" y="22255"/>
                  </a:lnTo>
                  <a:lnTo>
                    <a:pt x="86791" y="21641"/>
                  </a:lnTo>
                  <a:lnTo>
                    <a:pt x="88128" y="22609"/>
                  </a:lnTo>
                  <a:lnTo>
                    <a:pt x="87832" y="26275"/>
                  </a:lnTo>
                  <a:lnTo>
                    <a:pt x="84905" y="29622"/>
                  </a:lnTo>
                  <a:lnTo>
                    <a:pt x="89503" y="31750"/>
                  </a:lnTo>
                  <a:lnTo>
                    <a:pt x="94595" y="36967"/>
                  </a:lnTo>
                  <a:lnTo>
                    <a:pt x="92032" y="39593"/>
                  </a:lnTo>
                  <a:lnTo>
                    <a:pt x="98767" y="39928"/>
                  </a:lnTo>
                  <a:lnTo>
                    <a:pt x="100523" y="40974"/>
                  </a:lnTo>
                  <a:lnTo>
                    <a:pt x="101480" y="43846"/>
                  </a:lnTo>
                  <a:lnTo>
                    <a:pt x="99307" y="44456"/>
                  </a:lnTo>
                  <a:lnTo>
                    <a:pt x="94019" y="43330"/>
                  </a:lnTo>
                  <a:lnTo>
                    <a:pt x="91217" y="45584"/>
                  </a:lnTo>
                  <a:lnTo>
                    <a:pt x="88752" y="50506"/>
                  </a:lnTo>
                  <a:lnTo>
                    <a:pt x="90778" y="57733"/>
                  </a:lnTo>
                  <a:lnTo>
                    <a:pt x="92862" y="58058"/>
                  </a:lnTo>
                  <a:lnTo>
                    <a:pt x="94695" y="59581"/>
                  </a:lnTo>
                  <a:lnTo>
                    <a:pt x="94019" y="60643"/>
                  </a:lnTo>
                  <a:lnTo>
                    <a:pt x="90687" y="59636"/>
                  </a:lnTo>
                  <a:lnTo>
                    <a:pt x="87632" y="61869"/>
                  </a:lnTo>
                  <a:lnTo>
                    <a:pt x="83047" y="57761"/>
                  </a:lnTo>
                  <a:lnTo>
                    <a:pt x="79882" y="58425"/>
                  </a:lnTo>
                  <a:lnTo>
                    <a:pt x="82245" y="60105"/>
                  </a:lnTo>
                  <a:lnTo>
                    <a:pt x="82981" y="61589"/>
                  </a:lnTo>
                  <a:lnTo>
                    <a:pt x="77256" y="65748"/>
                  </a:lnTo>
                  <a:lnTo>
                    <a:pt x="74672" y="65325"/>
                  </a:lnTo>
                  <a:lnTo>
                    <a:pt x="69681" y="57723"/>
                  </a:lnTo>
                  <a:lnTo>
                    <a:pt x="67934" y="57506"/>
                  </a:lnTo>
                  <a:lnTo>
                    <a:pt x="65917" y="58810"/>
                  </a:lnTo>
                  <a:lnTo>
                    <a:pt x="66208" y="60370"/>
                  </a:lnTo>
                  <a:lnTo>
                    <a:pt x="64987" y="68414"/>
                  </a:lnTo>
                  <a:lnTo>
                    <a:pt x="63292" y="70571"/>
                  </a:lnTo>
                  <a:lnTo>
                    <a:pt x="60969" y="71304"/>
                  </a:lnTo>
                  <a:lnTo>
                    <a:pt x="58396" y="71059"/>
                  </a:lnTo>
                  <a:lnTo>
                    <a:pt x="58194" y="70350"/>
                  </a:lnTo>
                  <a:lnTo>
                    <a:pt x="56524" y="68956"/>
                  </a:lnTo>
                  <a:lnTo>
                    <a:pt x="56756" y="63049"/>
                  </a:lnTo>
                  <a:lnTo>
                    <a:pt x="56166" y="62287"/>
                  </a:lnTo>
                  <a:lnTo>
                    <a:pt x="49592" y="58236"/>
                  </a:lnTo>
                  <a:lnTo>
                    <a:pt x="46594" y="57949"/>
                  </a:lnTo>
                  <a:lnTo>
                    <a:pt x="43438" y="56153"/>
                  </a:lnTo>
                  <a:lnTo>
                    <a:pt x="47378" y="51729"/>
                  </a:lnTo>
                  <a:lnTo>
                    <a:pt x="49064" y="43884"/>
                  </a:lnTo>
                  <a:lnTo>
                    <a:pt x="44171" y="43380"/>
                  </a:lnTo>
                  <a:lnTo>
                    <a:pt x="36099" y="49538"/>
                  </a:lnTo>
                  <a:lnTo>
                    <a:pt x="32058" y="42732"/>
                  </a:lnTo>
                  <a:lnTo>
                    <a:pt x="26653" y="39751"/>
                  </a:lnTo>
                  <a:lnTo>
                    <a:pt x="25160" y="41156"/>
                  </a:lnTo>
                  <a:lnTo>
                    <a:pt x="24833" y="42531"/>
                  </a:lnTo>
                  <a:lnTo>
                    <a:pt x="20424" y="39539"/>
                  </a:lnTo>
                  <a:lnTo>
                    <a:pt x="18453" y="39361"/>
                  </a:lnTo>
                  <a:lnTo>
                    <a:pt x="17852" y="44974"/>
                  </a:lnTo>
                  <a:lnTo>
                    <a:pt x="9779" y="44806"/>
                  </a:lnTo>
                  <a:lnTo>
                    <a:pt x="9960" y="43463"/>
                  </a:lnTo>
                  <a:lnTo>
                    <a:pt x="11436" y="33437"/>
                  </a:lnTo>
                  <a:lnTo>
                    <a:pt x="11386" y="32438"/>
                  </a:lnTo>
                  <a:lnTo>
                    <a:pt x="9258" y="31226"/>
                  </a:lnTo>
                  <a:lnTo>
                    <a:pt x="3549" y="31379"/>
                  </a:lnTo>
                  <a:lnTo>
                    <a:pt x="0" y="29346"/>
                  </a:lnTo>
                  <a:lnTo>
                    <a:pt x="5301" y="30182"/>
                  </a:lnTo>
                  <a:lnTo>
                    <a:pt x="12370" y="29845"/>
                  </a:lnTo>
                  <a:lnTo>
                    <a:pt x="19358" y="28767"/>
                  </a:lnTo>
                  <a:lnTo>
                    <a:pt x="25680" y="26709"/>
                  </a:lnTo>
                  <a:lnTo>
                    <a:pt x="32231" y="23079"/>
                  </a:lnTo>
                  <a:lnTo>
                    <a:pt x="37297" y="18492"/>
                  </a:lnTo>
                  <a:lnTo>
                    <a:pt x="41621" y="12852"/>
                  </a:lnTo>
                  <a:lnTo>
                    <a:pt x="43621" y="9033"/>
                  </a:lnTo>
                  <a:lnTo>
                    <a:pt x="46940" y="6230"/>
                  </a:lnTo>
                  <a:lnTo>
                    <a:pt x="62769" y="2558"/>
                  </a:lnTo>
                  <a:lnTo>
                    <a:pt x="6970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4" name="ph8764"/>
            <p:cNvSpPr/>
            <p:nvPr/>
          </p:nvSpPr>
          <p:spPr>
            <a:xfrm>
              <a:off x="11623378" y="3057086"/>
              <a:ext cx="75803" cy="75793"/>
            </a:xfrm>
            <a:custGeom>
              <a:avLst/>
              <a:pathLst>
                <a:path w="75803" h="75793">
                  <a:moveTo>
                    <a:pt x="46097" y="2980"/>
                  </a:moveTo>
                  <a:lnTo>
                    <a:pt x="50137" y="9786"/>
                  </a:lnTo>
                  <a:lnTo>
                    <a:pt x="58210" y="3628"/>
                  </a:lnTo>
                  <a:lnTo>
                    <a:pt x="63103" y="4133"/>
                  </a:lnTo>
                  <a:lnTo>
                    <a:pt x="61416" y="11977"/>
                  </a:lnTo>
                  <a:lnTo>
                    <a:pt x="57476" y="16401"/>
                  </a:lnTo>
                  <a:lnTo>
                    <a:pt x="60632" y="18197"/>
                  </a:lnTo>
                  <a:lnTo>
                    <a:pt x="63630" y="18484"/>
                  </a:lnTo>
                  <a:lnTo>
                    <a:pt x="70205" y="22535"/>
                  </a:lnTo>
                  <a:lnTo>
                    <a:pt x="70794" y="23297"/>
                  </a:lnTo>
                  <a:lnTo>
                    <a:pt x="70563" y="29204"/>
                  </a:lnTo>
                  <a:lnTo>
                    <a:pt x="72233" y="30598"/>
                  </a:lnTo>
                  <a:lnTo>
                    <a:pt x="71037" y="32190"/>
                  </a:lnTo>
                  <a:lnTo>
                    <a:pt x="68748" y="29968"/>
                  </a:lnTo>
                  <a:lnTo>
                    <a:pt x="65593" y="33585"/>
                  </a:lnTo>
                  <a:lnTo>
                    <a:pt x="66503" y="34690"/>
                  </a:lnTo>
                  <a:lnTo>
                    <a:pt x="68416" y="35405"/>
                  </a:lnTo>
                  <a:lnTo>
                    <a:pt x="74305" y="36064"/>
                  </a:lnTo>
                  <a:lnTo>
                    <a:pt x="75803" y="37687"/>
                  </a:lnTo>
                  <a:lnTo>
                    <a:pt x="75226" y="41997"/>
                  </a:lnTo>
                  <a:lnTo>
                    <a:pt x="73181" y="41274"/>
                  </a:lnTo>
                  <a:lnTo>
                    <a:pt x="69135" y="42844"/>
                  </a:lnTo>
                  <a:lnTo>
                    <a:pt x="67524" y="44584"/>
                  </a:lnTo>
                  <a:lnTo>
                    <a:pt x="66691" y="47329"/>
                  </a:lnTo>
                  <a:lnTo>
                    <a:pt x="65647" y="47941"/>
                  </a:lnTo>
                  <a:lnTo>
                    <a:pt x="62620" y="47866"/>
                  </a:lnTo>
                  <a:lnTo>
                    <a:pt x="61151" y="49723"/>
                  </a:lnTo>
                  <a:lnTo>
                    <a:pt x="58861" y="50324"/>
                  </a:lnTo>
                  <a:lnTo>
                    <a:pt x="56854" y="53777"/>
                  </a:lnTo>
                  <a:lnTo>
                    <a:pt x="49410" y="52574"/>
                  </a:lnTo>
                  <a:lnTo>
                    <a:pt x="48457" y="53391"/>
                  </a:lnTo>
                  <a:lnTo>
                    <a:pt x="46319" y="57251"/>
                  </a:lnTo>
                  <a:lnTo>
                    <a:pt x="43536" y="65420"/>
                  </a:lnTo>
                  <a:lnTo>
                    <a:pt x="42081" y="66895"/>
                  </a:lnTo>
                  <a:lnTo>
                    <a:pt x="39962" y="64639"/>
                  </a:lnTo>
                  <a:lnTo>
                    <a:pt x="37725" y="65485"/>
                  </a:lnTo>
                  <a:lnTo>
                    <a:pt x="37187" y="67981"/>
                  </a:lnTo>
                  <a:lnTo>
                    <a:pt x="38550" y="70157"/>
                  </a:lnTo>
                  <a:lnTo>
                    <a:pt x="38997" y="72135"/>
                  </a:lnTo>
                  <a:lnTo>
                    <a:pt x="36062" y="70779"/>
                  </a:lnTo>
                  <a:lnTo>
                    <a:pt x="32210" y="72349"/>
                  </a:lnTo>
                  <a:lnTo>
                    <a:pt x="33134" y="75051"/>
                  </a:lnTo>
                  <a:lnTo>
                    <a:pt x="32089" y="75793"/>
                  </a:lnTo>
                  <a:lnTo>
                    <a:pt x="28873" y="73797"/>
                  </a:lnTo>
                  <a:lnTo>
                    <a:pt x="28134" y="70868"/>
                  </a:lnTo>
                  <a:lnTo>
                    <a:pt x="26261" y="69255"/>
                  </a:lnTo>
                  <a:lnTo>
                    <a:pt x="28512" y="65830"/>
                  </a:lnTo>
                  <a:lnTo>
                    <a:pt x="26764" y="62624"/>
                  </a:lnTo>
                  <a:lnTo>
                    <a:pt x="24955" y="60881"/>
                  </a:lnTo>
                  <a:lnTo>
                    <a:pt x="17916" y="60734"/>
                  </a:lnTo>
                  <a:lnTo>
                    <a:pt x="16493" y="63647"/>
                  </a:lnTo>
                  <a:lnTo>
                    <a:pt x="14427" y="60175"/>
                  </a:lnTo>
                  <a:lnTo>
                    <a:pt x="15196" y="57480"/>
                  </a:lnTo>
                  <a:lnTo>
                    <a:pt x="18719" y="55811"/>
                  </a:lnTo>
                  <a:lnTo>
                    <a:pt x="18783" y="54572"/>
                  </a:lnTo>
                  <a:lnTo>
                    <a:pt x="6797" y="48230"/>
                  </a:lnTo>
                  <a:lnTo>
                    <a:pt x="5014" y="47801"/>
                  </a:lnTo>
                  <a:lnTo>
                    <a:pt x="3772" y="48428"/>
                  </a:lnTo>
                  <a:lnTo>
                    <a:pt x="1293" y="48636"/>
                  </a:lnTo>
                  <a:lnTo>
                    <a:pt x="0" y="47260"/>
                  </a:lnTo>
                  <a:lnTo>
                    <a:pt x="2689" y="46566"/>
                  </a:lnTo>
                  <a:lnTo>
                    <a:pt x="3736" y="47500"/>
                  </a:lnTo>
                  <a:lnTo>
                    <a:pt x="6991" y="47330"/>
                  </a:lnTo>
                  <a:lnTo>
                    <a:pt x="9163" y="43790"/>
                  </a:lnTo>
                  <a:lnTo>
                    <a:pt x="16755" y="46085"/>
                  </a:lnTo>
                  <a:lnTo>
                    <a:pt x="21662" y="43095"/>
                  </a:lnTo>
                  <a:lnTo>
                    <a:pt x="25474" y="37781"/>
                  </a:lnTo>
                  <a:lnTo>
                    <a:pt x="25746" y="36036"/>
                  </a:lnTo>
                  <a:lnTo>
                    <a:pt x="28180" y="35833"/>
                  </a:lnTo>
                  <a:lnTo>
                    <a:pt x="29188" y="36390"/>
                  </a:lnTo>
                  <a:lnTo>
                    <a:pt x="28921" y="37484"/>
                  </a:lnTo>
                  <a:lnTo>
                    <a:pt x="29946" y="40236"/>
                  </a:lnTo>
                  <a:lnTo>
                    <a:pt x="31656" y="40510"/>
                  </a:lnTo>
                  <a:lnTo>
                    <a:pt x="36462" y="37654"/>
                  </a:lnTo>
                  <a:lnTo>
                    <a:pt x="39407" y="34590"/>
                  </a:lnTo>
                  <a:lnTo>
                    <a:pt x="39014" y="33680"/>
                  </a:lnTo>
                  <a:lnTo>
                    <a:pt x="41451" y="20730"/>
                  </a:lnTo>
                  <a:lnTo>
                    <a:pt x="45902" y="12147"/>
                  </a:lnTo>
                  <a:lnTo>
                    <a:pt x="43806" y="7975"/>
                  </a:lnTo>
                  <a:lnTo>
                    <a:pt x="38871" y="2780"/>
                  </a:lnTo>
                  <a:lnTo>
                    <a:pt x="39199" y="1404"/>
                  </a:lnTo>
                  <a:lnTo>
                    <a:pt x="4069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h8765"/>
            <p:cNvSpPr/>
            <p:nvPr/>
          </p:nvSpPr>
          <p:spPr>
            <a:xfrm>
              <a:off x="11589250" y="3050603"/>
              <a:ext cx="49646" cy="32802"/>
            </a:xfrm>
            <a:custGeom>
              <a:avLst/>
              <a:pathLst>
                <a:path w="49646" h="32802">
                  <a:moveTo>
                    <a:pt x="22254" y="1379"/>
                  </a:moveTo>
                  <a:lnTo>
                    <a:pt x="25927" y="3917"/>
                  </a:lnTo>
                  <a:lnTo>
                    <a:pt x="27540" y="6070"/>
                  </a:lnTo>
                  <a:lnTo>
                    <a:pt x="28317" y="11857"/>
                  </a:lnTo>
                  <a:lnTo>
                    <a:pt x="26759" y="11823"/>
                  </a:lnTo>
                  <a:lnTo>
                    <a:pt x="25796" y="10682"/>
                  </a:lnTo>
                  <a:lnTo>
                    <a:pt x="25002" y="11757"/>
                  </a:lnTo>
                  <a:lnTo>
                    <a:pt x="26405" y="13685"/>
                  </a:lnTo>
                  <a:lnTo>
                    <a:pt x="29846" y="13455"/>
                  </a:lnTo>
                  <a:lnTo>
                    <a:pt x="31218" y="11918"/>
                  </a:lnTo>
                  <a:lnTo>
                    <a:pt x="34778" y="11157"/>
                  </a:lnTo>
                  <a:lnTo>
                    <a:pt x="39405" y="10915"/>
                  </a:lnTo>
                  <a:lnTo>
                    <a:pt x="41771" y="12423"/>
                  </a:lnTo>
                  <a:lnTo>
                    <a:pt x="42841" y="15318"/>
                  </a:lnTo>
                  <a:lnTo>
                    <a:pt x="44647" y="16457"/>
                  </a:lnTo>
                  <a:lnTo>
                    <a:pt x="47885" y="16212"/>
                  </a:lnTo>
                  <a:lnTo>
                    <a:pt x="49646" y="17670"/>
                  </a:lnTo>
                  <a:lnTo>
                    <a:pt x="48320" y="20861"/>
                  </a:lnTo>
                  <a:lnTo>
                    <a:pt x="46367" y="22875"/>
                  </a:lnTo>
                  <a:lnTo>
                    <a:pt x="42397" y="23130"/>
                  </a:lnTo>
                  <a:lnTo>
                    <a:pt x="42709" y="22339"/>
                  </a:lnTo>
                  <a:lnTo>
                    <a:pt x="41291" y="22460"/>
                  </a:lnTo>
                  <a:lnTo>
                    <a:pt x="36490" y="29603"/>
                  </a:lnTo>
                  <a:lnTo>
                    <a:pt x="34646" y="31771"/>
                  </a:lnTo>
                  <a:lnTo>
                    <a:pt x="24856" y="26945"/>
                  </a:lnTo>
                  <a:lnTo>
                    <a:pt x="24095" y="24700"/>
                  </a:lnTo>
                  <a:lnTo>
                    <a:pt x="22815" y="23582"/>
                  </a:lnTo>
                  <a:lnTo>
                    <a:pt x="19467" y="26971"/>
                  </a:lnTo>
                  <a:lnTo>
                    <a:pt x="16145" y="32802"/>
                  </a:lnTo>
                  <a:lnTo>
                    <a:pt x="14837" y="32549"/>
                  </a:lnTo>
                  <a:lnTo>
                    <a:pt x="13140" y="28341"/>
                  </a:lnTo>
                  <a:lnTo>
                    <a:pt x="11029" y="29263"/>
                  </a:lnTo>
                  <a:lnTo>
                    <a:pt x="6418" y="26330"/>
                  </a:lnTo>
                  <a:lnTo>
                    <a:pt x="6069" y="17756"/>
                  </a:lnTo>
                  <a:lnTo>
                    <a:pt x="5234" y="15694"/>
                  </a:lnTo>
                  <a:lnTo>
                    <a:pt x="0" y="10384"/>
                  </a:lnTo>
                  <a:lnTo>
                    <a:pt x="709" y="6425"/>
                  </a:lnTo>
                  <a:lnTo>
                    <a:pt x="1413" y="5847"/>
                  </a:lnTo>
                  <a:lnTo>
                    <a:pt x="2543" y="4868"/>
                  </a:lnTo>
                  <a:lnTo>
                    <a:pt x="5793" y="4728"/>
                  </a:lnTo>
                  <a:lnTo>
                    <a:pt x="7340" y="5781"/>
                  </a:lnTo>
                  <a:lnTo>
                    <a:pt x="10047" y="3912"/>
                  </a:lnTo>
                  <a:lnTo>
                    <a:pt x="10079" y="1232"/>
                  </a:lnTo>
                  <a:lnTo>
                    <a:pt x="18674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h8766"/>
            <p:cNvSpPr/>
            <p:nvPr/>
          </p:nvSpPr>
          <p:spPr>
            <a:xfrm>
              <a:off x="11787191" y="3095954"/>
              <a:ext cx="32598" cy="60165"/>
            </a:xfrm>
            <a:custGeom>
              <a:avLst/>
              <a:pathLst>
                <a:path w="32598" h="60165">
                  <a:moveTo>
                    <a:pt x="8801" y="709"/>
                  </a:moveTo>
                  <a:lnTo>
                    <a:pt x="16764" y="5105"/>
                  </a:lnTo>
                  <a:lnTo>
                    <a:pt x="15495" y="9064"/>
                  </a:lnTo>
                  <a:lnTo>
                    <a:pt x="16362" y="9939"/>
                  </a:lnTo>
                  <a:lnTo>
                    <a:pt x="16421" y="11211"/>
                  </a:lnTo>
                  <a:lnTo>
                    <a:pt x="13335" y="18357"/>
                  </a:lnTo>
                  <a:lnTo>
                    <a:pt x="14083" y="26888"/>
                  </a:lnTo>
                  <a:lnTo>
                    <a:pt x="17339" y="27256"/>
                  </a:lnTo>
                  <a:lnTo>
                    <a:pt x="22042" y="24852"/>
                  </a:lnTo>
                  <a:lnTo>
                    <a:pt x="24193" y="24869"/>
                  </a:lnTo>
                  <a:lnTo>
                    <a:pt x="24117" y="23139"/>
                  </a:lnTo>
                  <a:lnTo>
                    <a:pt x="20229" y="21645"/>
                  </a:lnTo>
                  <a:lnTo>
                    <a:pt x="19954" y="20815"/>
                  </a:lnTo>
                  <a:lnTo>
                    <a:pt x="29470" y="20084"/>
                  </a:lnTo>
                  <a:lnTo>
                    <a:pt x="30338" y="25905"/>
                  </a:lnTo>
                  <a:lnTo>
                    <a:pt x="30305" y="33498"/>
                  </a:lnTo>
                  <a:lnTo>
                    <a:pt x="31124" y="35754"/>
                  </a:lnTo>
                  <a:lnTo>
                    <a:pt x="32598" y="37003"/>
                  </a:lnTo>
                  <a:lnTo>
                    <a:pt x="31816" y="39805"/>
                  </a:lnTo>
                  <a:lnTo>
                    <a:pt x="30490" y="40007"/>
                  </a:lnTo>
                  <a:lnTo>
                    <a:pt x="29539" y="43247"/>
                  </a:lnTo>
                  <a:lnTo>
                    <a:pt x="32021" y="51272"/>
                  </a:lnTo>
                  <a:lnTo>
                    <a:pt x="29906" y="54291"/>
                  </a:lnTo>
                  <a:lnTo>
                    <a:pt x="29296" y="58754"/>
                  </a:lnTo>
                  <a:lnTo>
                    <a:pt x="28669" y="59503"/>
                  </a:lnTo>
                  <a:lnTo>
                    <a:pt x="26664" y="59820"/>
                  </a:lnTo>
                  <a:lnTo>
                    <a:pt x="24715" y="60165"/>
                  </a:lnTo>
                  <a:lnTo>
                    <a:pt x="21047" y="58958"/>
                  </a:lnTo>
                  <a:lnTo>
                    <a:pt x="17193" y="56180"/>
                  </a:lnTo>
                  <a:lnTo>
                    <a:pt x="18317" y="55225"/>
                  </a:lnTo>
                  <a:lnTo>
                    <a:pt x="19252" y="55825"/>
                  </a:lnTo>
                  <a:lnTo>
                    <a:pt x="22465" y="52242"/>
                  </a:lnTo>
                  <a:lnTo>
                    <a:pt x="23920" y="47253"/>
                  </a:lnTo>
                  <a:lnTo>
                    <a:pt x="23238" y="42128"/>
                  </a:lnTo>
                  <a:lnTo>
                    <a:pt x="22070" y="40452"/>
                  </a:lnTo>
                  <a:lnTo>
                    <a:pt x="20022" y="33094"/>
                  </a:lnTo>
                  <a:lnTo>
                    <a:pt x="20605" y="30982"/>
                  </a:lnTo>
                  <a:lnTo>
                    <a:pt x="16080" y="30249"/>
                  </a:lnTo>
                  <a:lnTo>
                    <a:pt x="1128" y="25719"/>
                  </a:lnTo>
                  <a:lnTo>
                    <a:pt x="0" y="25094"/>
                  </a:lnTo>
                  <a:lnTo>
                    <a:pt x="1800" y="23511"/>
                  </a:lnTo>
                  <a:lnTo>
                    <a:pt x="4551" y="23772"/>
                  </a:lnTo>
                  <a:lnTo>
                    <a:pt x="5133" y="18857"/>
                  </a:lnTo>
                  <a:lnTo>
                    <a:pt x="4254" y="16441"/>
                  </a:lnTo>
                  <a:lnTo>
                    <a:pt x="464" y="5575"/>
                  </a:lnTo>
                  <a:lnTo>
                    <a:pt x="50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ph8767"/>
            <p:cNvSpPr/>
            <p:nvPr/>
          </p:nvSpPr>
          <p:spPr>
            <a:xfrm>
              <a:off x="11521647" y="3081824"/>
              <a:ext cx="96832" cy="102777"/>
            </a:xfrm>
            <a:custGeom>
              <a:avLst/>
              <a:pathLst>
                <a:path w="96832" h="102777">
                  <a:moveTo>
                    <a:pt x="13007" y="0"/>
                  </a:moveTo>
                  <a:lnTo>
                    <a:pt x="15250" y="649"/>
                  </a:lnTo>
                  <a:lnTo>
                    <a:pt x="16118" y="4491"/>
                  </a:lnTo>
                  <a:lnTo>
                    <a:pt x="12421" y="7070"/>
                  </a:lnTo>
                  <a:lnTo>
                    <a:pt x="13139" y="9446"/>
                  </a:lnTo>
                  <a:lnTo>
                    <a:pt x="14369" y="9243"/>
                  </a:lnTo>
                  <a:lnTo>
                    <a:pt x="16056" y="7162"/>
                  </a:lnTo>
                  <a:lnTo>
                    <a:pt x="18073" y="6068"/>
                  </a:lnTo>
                  <a:lnTo>
                    <a:pt x="25258" y="4622"/>
                  </a:lnTo>
                  <a:lnTo>
                    <a:pt x="26434" y="8907"/>
                  </a:lnTo>
                  <a:lnTo>
                    <a:pt x="28372" y="11739"/>
                  </a:lnTo>
                  <a:lnTo>
                    <a:pt x="35532" y="10175"/>
                  </a:lnTo>
                  <a:lnTo>
                    <a:pt x="44851" y="12749"/>
                  </a:lnTo>
                  <a:lnTo>
                    <a:pt x="46172" y="11279"/>
                  </a:lnTo>
                  <a:lnTo>
                    <a:pt x="51228" y="10962"/>
                  </a:lnTo>
                  <a:lnTo>
                    <a:pt x="51880" y="16331"/>
                  </a:lnTo>
                  <a:lnTo>
                    <a:pt x="60479" y="15821"/>
                  </a:lnTo>
                  <a:lnTo>
                    <a:pt x="60827" y="21417"/>
                  </a:lnTo>
                  <a:lnTo>
                    <a:pt x="63308" y="26401"/>
                  </a:lnTo>
                  <a:lnTo>
                    <a:pt x="66287" y="26036"/>
                  </a:lnTo>
                  <a:lnTo>
                    <a:pt x="70521" y="23532"/>
                  </a:lnTo>
                  <a:lnTo>
                    <a:pt x="82771" y="22766"/>
                  </a:lnTo>
                  <a:lnTo>
                    <a:pt x="85714" y="21646"/>
                  </a:lnTo>
                  <a:lnTo>
                    <a:pt x="88482" y="25474"/>
                  </a:lnTo>
                  <a:lnTo>
                    <a:pt x="96478" y="25277"/>
                  </a:lnTo>
                  <a:lnTo>
                    <a:pt x="96832" y="25987"/>
                  </a:lnTo>
                  <a:lnTo>
                    <a:pt x="93322" y="27773"/>
                  </a:lnTo>
                  <a:lnTo>
                    <a:pt x="91045" y="33351"/>
                  </a:lnTo>
                  <a:lnTo>
                    <a:pt x="91180" y="35093"/>
                  </a:lnTo>
                  <a:lnTo>
                    <a:pt x="93056" y="36924"/>
                  </a:lnTo>
                  <a:lnTo>
                    <a:pt x="91604" y="41350"/>
                  </a:lnTo>
                  <a:lnTo>
                    <a:pt x="88651" y="43869"/>
                  </a:lnTo>
                  <a:lnTo>
                    <a:pt x="88515" y="45200"/>
                  </a:lnTo>
                  <a:lnTo>
                    <a:pt x="89091" y="45581"/>
                  </a:lnTo>
                  <a:lnTo>
                    <a:pt x="92512" y="44633"/>
                  </a:lnTo>
                  <a:lnTo>
                    <a:pt x="91668" y="47525"/>
                  </a:lnTo>
                  <a:lnTo>
                    <a:pt x="88972" y="47325"/>
                  </a:lnTo>
                  <a:lnTo>
                    <a:pt x="87648" y="46123"/>
                  </a:lnTo>
                  <a:lnTo>
                    <a:pt x="87198" y="46642"/>
                  </a:lnTo>
                  <a:lnTo>
                    <a:pt x="88402" y="49543"/>
                  </a:lnTo>
                  <a:lnTo>
                    <a:pt x="91772" y="53605"/>
                  </a:lnTo>
                  <a:lnTo>
                    <a:pt x="91939" y="57880"/>
                  </a:lnTo>
                  <a:lnTo>
                    <a:pt x="91408" y="59340"/>
                  </a:lnTo>
                  <a:lnTo>
                    <a:pt x="92012" y="61347"/>
                  </a:lnTo>
                  <a:lnTo>
                    <a:pt x="88780" y="61980"/>
                  </a:lnTo>
                  <a:lnTo>
                    <a:pt x="86124" y="65139"/>
                  </a:lnTo>
                  <a:lnTo>
                    <a:pt x="85509" y="67719"/>
                  </a:lnTo>
                  <a:lnTo>
                    <a:pt x="84905" y="68841"/>
                  </a:lnTo>
                  <a:lnTo>
                    <a:pt x="82163" y="69424"/>
                  </a:lnTo>
                  <a:lnTo>
                    <a:pt x="81753" y="74172"/>
                  </a:lnTo>
                  <a:lnTo>
                    <a:pt x="79228" y="73417"/>
                  </a:lnTo>
                  <a:lnTo>
                    <a:pt x="77944" y="74194"/>
                  </a:lnTo>
                  <a:lnTo>
                    <a:pt x="75871" y="80725"/>
                  </a:lnTo>
                  <a:lnTo>
                    <a:pt x="75739" y="86210"/>
                  </a:lnTo>
                  <a:lnTo>
                    <a:pt x="71227" y="93677"/>
                  </a:lnTo>
                  <a:lnTo>
                    <a:pt x="65578" y="102777"/>
                  </a:lnTo>
                  <a:lnTo>
                    <a:pt x="63641" y="101987"/>
                  </a:lnTo>
                  <a:lnTo>
                    <a:pt x="56265" y="96446"/>
                  </a:lnTo>
                  <a:lnTo>
                    <a:pt x="55482" y="94956"/>
                  </a:lnTo>
                  <a:lnTo>
                    <a:pt x="57396" y="90691"/>
                  </a:lnTo>
                  <a:lnTo>
                    <a:pt x="59182" y="90947"/>
                  </a:lnTo>
                  <a:lnTo>
                    <a:pt x="60793" y="88160"/>
                  </a:lnTo>
                  <a:lnTo>
                    <a:pt x="62584" y="74310"/>
                  </a:lnTo>
                  <a:lnTo>
                    <a:pt x="57983" y="74007"/>
                  </a:lnTo>
                  <a:lnTo>
                    <a:pt x="53081" y="69742"/>
                  </a:lnTo>
                  <a:lnTo>
                    <a:pt x="48425" y="63481"/>
                  </a:lnTo>
                  <a:lnTo>
                    <a:pt x="47635" y="60856"/>
                  </a:lnTo>
                  <a:lnTo>
                    <a:pt x="46290" y="59963"/>
                  </a:lnTo>
                  <a:lnTo>
                    <a:pt x="35068" y="56389"/>
                  </a:lnTo>
                  <a:lnTo>
                    <a:pt x="31340" y="54612"/>
                  </a:lnTo>
                  <a:lnTo>
                    <a:pt x="29864" y="52696"/>
                  </a:lnTo>
                  <a:lnTo>
                    <a:pt x="24579" y="52704"/>
                  </a:lnTo>
                  <a:lnTo>
                    <a:pt x="22561" y="49404"/>
                  </a:lnTo>
                  <a:lnTo>
                    <a:pt x="22891" y="47378"/>
                  </a:lnTo>
                  <a:lnTo>
                    <a:pt x="21560" y="43062"/>
                  </a:lnTo>
                  <a:lnTo>
                    <a:pt x="19836" y="41348"/>
                  </a:lnTo>
                  <a:lnTo>
                    <a:pt x="15018" y="42894"/>
                  </a:lnTo>
                  <a:lnTo>
                    <a:pt x="12859" y="40341"/>
                  </a:lnTo>
                  <a:lnTo>
                    <a:pt x="7439" y="39707"/>
                  </a:lnTo>
                  <a:lnTo>
                    <a:pt x="6025" y="28023"/>
                  </a:lnTo>
                  <a:lnTo>
                    <a:pt x="9173" y="25474"/>
                  </a:lnTo>
                  <a:lnTo>
                    <a:pt x="8448" y="22972"/>
                  </a:lnTo>
                  <a:lnTo>
                    <a:pt x="7735" y="22922"/>
                  </a:lnTo>
                  <a:lnTo>
                    <a:pt x="4345" y="10873"/>
                  </a:lnTo>
                  <a:lnTo>
                    <a:pt x="4243" y="5125"/>
                  </a:lnTo>
                  <a:lnTo>
                    <a:pt x="3018" y="3606"/>
                  </a:lnTo>
                  <a:lnTo>
                    <a:pt x="678" y="4602"/>
                  </a:lnTo>
                  <a:lnTo>
                    <a:pt x="0" y="810"/>
                  </a:lnTo>
                  <a:lnTo>
                    <a:pt x="804" y="149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8" name="ph8768"/>
            <p:cNvSpPr/>
            <p:nvPr/>
          </p:nvSpPr>
          <p:spPr>
            <a:xfrm>
              <a:off x="11660565" y="3106810"/>
              <a:ext cx="29689" cy="34740"/>
            </a:xfrm>
            <a:custGeom>
              <a:avLst/>
              <a:pathLst>
                <a:path w="29689" h="34740">
                  <a:moveTo>
                    <a:pt x="23963" y="0"/>
                  </a:moveTo>
                  <a:lnTo>
                    <a:pt x="25112" y="2337"/>
                  </a:lnTo>
                  <a:lnTo>
                    <a:pt x="25925" y="2339"/>
                  </a:lnTo>
                  <a:lnTo>
                    <a:pt x="28424" y="5501"/>
                  </a:lnTo>
                  <a:lnTo>
                    <a:pt x="28669" y="13275"/>
                  </a:lnTo>
                  <a:lnTo>
                    <a:pt x="29591" y="14586"/>
                  </a:lnTo>
                  <a:lnTo>
                    <a:pt x="28687" y="27858"/>
                  </a:lnTo>
                  <a:lnTo>
                    <a:pt x="29689" y="31387"/>
                  </a:lnTo>
                  <a:lnTo>
                    <a:pt x="25945" y="31183"/>
                  </a:lnTo>
                  <a:lnTo>
                    <a:pt x="21241" y="34740"/>
                  </a:lnTo>
                  <a:lnTo>
                    <a:pt x="18312" y="33249"/>
                  </a:lnTo>
                  <a:lnTo>
                    <a:pt x="12276" y="34279"/>
                  </a:lnTo>
                  <a:lnTo>
                    <a:pt x="8581" y="34055"/>
                  </a:lnTo>
                  <a:lnTo>
                    <a:pt x="7988" y="29952"/>
                  </a:lnTo>
                  <a:lnTo>
                    <a:pt x="5074" y="28219"/>
                  </a:lnTo>
                  <a:lnTo>
                    <a:pt x="2888" y="22028"/>
                  </a:lnTo>
                  <a:lnTo>
                    <a:pt x="5269" y="22047"/>
                  </a:lnTo>
                  <a:lnTo>
                    <a:pt x="5596" y="19573"/>
                  </a:lnTo>
                  <a:lnTo>
                    <a:pt x="3337" y="19536"/>
                  </a:lnTo>
                  <a:lnTo>
                    <a:pt x="1363" y="20433"/>
                  </a:lnTo>
                  <a:lnTo>
                    <a:pt x="0" y="18257"/>
                  </a:lnTo>
                  <a:lnTo>
                    <a:pt x="537" y="15761"/>
                  </a:lnTo>
                  <a:lnTo>
                    <a:pt x="2774" y="14915"/>
                  </a:lnTo>
                  <a:lnTo>
                    <a:pt x="4893" y="17171"/>
                  </a:lnTo>
                  <a:lnTo>
                    <a:pt x="6348" y="15696"/>
                  </a:lnTo>
                  <a:lnTo>
                    <a:pt x="9131" y="7527"/>
                  </a:lnTo>
                  <a:lnTo>
                    <a:pt x="11269" y="3667"/>
                  </a:lnTo>
                  <a:lnTo>
                    <a:pt x="12222" y="2850"/>
                  </a:lnTo>
                  <a:lnTo>
                    <a:pt x="19667" y="4053"/>
                  </a:lnTo>
                  <a:lnTo>
                    <a:pt x="21674" y="60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9" name="ph8769"/>
            <p:cNvSpPr/>
            <p:nvPr/>
          </p:nvSpPr>
          <p:spPr>
            <a:xfrm>
              <a:off x="11625740" y="3050772"/>
              <a:ext cx="24474" cy="40067"/>
            </a:xfrm>
            <a:custGeom>
              <a:avLst/>
              <a:pathLst>
                <a:path w="24474" h="40067">
                  <a:moveTo>
                    <a:pt x="23112" y="0"/>
                  </a:moveTo>
                  <a:lnTo>
                    <a:pt x="21635" y="10025"/>
                  </a:lnTo>
                  <a:lnTo>
                    <a:pt x="20004" y="10618"/>
                  </a:lnTo>
                  <a:lnTo>
                    <a:pt x="19694" y="15186"/>
                  </a:lnTo>
                  <a:lnTo>
                    <a:pt x="18417" y="19599"/>
                  </a:lnTo>
                  <a:lnTo>
                    <a:pt x="20936" y="29987"/>
                  </a:lnTo>
                  <a:lnTo>
                    <a:pt x="23582" y="32087"/>
                  </a:lnTo>
                  <a:lnTo>
                    <a:pt x="24474" y="35182"/>
                  </a:lnTo>
                  <a:lnTo>
                    <a:pt x="22479" y="40067"/>
                  </a:lnTo>
                  <a:lnTo>
                    <a:pt x="12107" y="38229"/>
                  </a:lnTo>
                  <a:lnTo>
                    <a:pt x="10473" y="35677"/>
                  </a:lnTo>
                  <a:lnTo>
                    <a:pt x="11277" y="33569"/>
                  </a:lnTo>
                  <a:lnTo>
                    <a:pt x="10842" y="32498"/>
                  </a:lnTo>
                  <a:lnTo>
                    <a:pt x="9152" y="31247"/>
                  </a:lnTo>
                  <a:lnTo>
                    <a:pt x="6573" y="30679"/>
                  </a:lnTo>
                  <a:lnTo>
                    <a:pt x="4693" y="31342"/>
                  </a:lnTo>
                  <a:lnTo>
                    <a:pt x="1771" y="31121"/>
                  </a:lnTo>
                  <a:lnTo>
                    <a:pt x="0" y="29434"/>
                  </a:lnTo>
                  <a:lnTo>
                    <a:pt x="4801" y="22291"/>
                  </a:lnTo>
                  <a:lnTo>
                    <a:pt x="6218" y="22170"/>
                  </a:lnTo>
                  <a:lnTo>
                    <a:pt x="5906" y="22961"/>
                  </a:lnTo>
                  <a:lnTo>
                    <a:pt x="9877" y="22707"/>
                  </a:lnTo>
                  <a:lnTo>
                    <a:pt x="11829" y="20692"/>
                  </a:lnTo>
                  <a:lnTo>
                    <a:pt x="13156" y="17502"/>
                  </a:lnTo>
                  <a:lnTo>
                    <a:pt x="11395" y="16044"/>
                  </a:lnTo>
                  <a:lnTo>
                    <a:pt x="13718" y="10320"/>
                  </a:lnTo>
                  <a:lnTo>
                    <a:pt x="12806" y="6650"/>
                  </a:lnTo>
                  <a:lnTo>
                    <a:pt x="13790" y="3946"/>
                  </a:lnTo>
                  <a:lnTo>
                    <a:pt x="15329" y="2714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h8770"/>
            <p:cNvSpPr/>
            <p:nvPr/>
          </p:nvSpPr>
          <p:spPr>
            <a:xfrm>
              <a:off x="11722322" y="3038020"/>
              <a:ext cx="69898" cy="78400"/>
            </a:xfrm>
            <a:custGeom>
              <a:avLst/>
              <a:pathLst>
                <a:path w="69898" h="78400">
                  <a:moveTo>
                    <a:pt x="2966" y="18"/>
                  </a:moveTo>
                  <a:lnTo>
                    <a:pt x="4566" y="1148"/>
                  </a:lnTo>
                  <a:lnTo>
                    <a:pt x="19551" y="0"/>
                  </a:lnTo>
                  <a:lnTo>
                    <a:pt x="20086" y="9808"/>
                  </a:lnTo>
                  <a:lnTo>
                    <a:pt x="21069" y="14156"/>
                  </a:lnTo>
                  <a:lnTo>
                    <a:pt x="20745" y="22582"/>
                  </a:lnTo>
                  <a:lnTo>
                    <a:pt x="24670" y="29280"/>
                  </a:lnTo>
                  <a:lnTo>
                    <a:pt x="23525" y="31958"/>
                  </a:lnTo>
                  <a:lnTo>
                    <a:pt x="23758" y="35918"/>
                  </a:lnTo>
                  <a:lnTo>
                    <a:pt x="27952" y="41222"/>
                  </a:lnTo>
                  <a:lnTo>
                    <a:pt x="30040" y="42783"/>
                  </a:lnTo>
                  <a:lnTo>
                    <a:pt x="33201" y="43607"/>
                  </a:lnTo>
                  <a:lnTo>
                    <a:pt x="35467" y="41958"/>
                  </a:lnTo>
                  <a:lnTo>
                    <a:pt x="37999" y="41807"/>
                  </a:lnTo>
                  <a:lnTo>
                    <a:pt x="41280" y="47002"/>
                  </a:lnTo>
                  <a:lnTo>
                    <a:pt x="47015" y="50983"/>
                  </a:lnTo>
                  <a:lnTo>
                    <a:pt x="50639" y="51421"/>
                  </a:lnTo>
                  <a:lnTo>
                    <a:pt x="54609" y="50908"/>
                  </a:lnTo>
                  <a:lnTo>
                    <a:pt x="58628" y="54080"/>
                  </a:lnTo>
                  <a:lnTo>
                    <a:pt x="65846" y="54849"/>
                  </a:lnTo>
                  <a:lnTo>
                    <a:pt x="69898" y="57933"/>
                  </a:lnTo>
                  <a:lnTo>
                    <a:pt x="65333" y="63508"/>
                  </a:lnTo>
                  <a:lnTo>
                    <a:pt x="61472" y="65892"/>
                  </a:lnTo>
                  <a:lnTo>
                    <a:pt x="55287" y="64753"/>
                  </a:lnTo>
                  <a:lnTo>
                    <a:pt x="53014" y="66547"/>
                  </a:lnTo>
                  <a:lnTo>
                    <a:pt x="52637" y="67957"/>
                  </a:lnTo>
                  <a:lnTo>
                    <a:pt x="50380" y="69015"/>
                  </a:lnTo>
                  <a:lnTo>
                    <a:pt x="49330" y="68211"/>
                  </a:lnTo>
                  <a:lnTo>
                    <a:pt x="49280" y="67103"/>
                  </a:lnTo>
                  <a:lnTo>
                    <a:pt x="51087" y="64441"/>
                  </a:lnTo>
                  <a:lnTo>
                    <a:pt x="50935" y="63698"/>
                  </a:lnTo>
                  <a:lnTo>
                    <a:pt x="45021" y="62653"/>
                  </a:lnTo>
                  <a:lnTo>
                    <a:pt x="38584" y="69505"/>
                  </a:lnTo>
                  <a:lnTo>
                    <a:pt x="32964" y="71715"/>
                  </a:lnTo>
                  <a:lnTo>
                    <a:pt x="32877" y="76261"/>
                  </a:lnTo>
                  <a:lnTo>
                    <a:pt x="31311" y="78400"/>
                  </a:lnTo>
                  <a:lnTo>
                    <a:pt x="28985" y="76907"/>
                  </a:lnTo>
                  <a:lnTo>
                    <a:pt x="28197" y="74149"/>
                  </a:lnTo>
                  <a:lnTo>
                    <a:pt x="24143" y="70466"/>
                  </a:lnTo>
                  <a:lnTo>
                    <a:pt x="24745" y="66100"/>
                  </a:lnTo>
                  <a:lnTo>
                    <a:pt x="20996" y="66198"/>
                  </a:lnTo>
                  <a:lnTo>
                    <a:pt x="19357" y="68826"/>
                  </a:lnTo>
                  <a:lnTo>
                    <a:pt x="10348" y="65673"/>
                  </a:lnTo>
                  <a:lnTo>
                    <a:pt x="7500" y="63821"/>
                  </a:lnTo>
                  <a:lnTo>
                    <a:pt x="8672" y="53414"/>
                  </a:lnTo>
                  <a:lnTo>
                    <a:pt x="7971" y="50092"/>
                  </a:lnTo>
                  <a:lnTo>
                    <a:pt x="6090" y="48417"/>
                  </a:lnTo>
                  <a:lnTo>
                    <a:pt x="7299" y="44629"/>
                  </a:lnTo>
                  <a:lnTo>
                    <a:pt x="9207" y="41752"/>
                  </a:lnTo>
                  <a:lnTo>
                    <a:pt x="9113" y="39956"/>
                  </a:lnTo>
                  <a:lnTo>
                    <a:pt x="9789" y="38895"/>
                  </a:lnTo>
                  <a:lnTo>
                    <a:pt x="7957" y="37372"/>
                  </a:lnTo>
                  <a:lnTo>
                    <a:pt x="5872" y="37047"/>
                  </a:lnTo>
                  <a:lnTo>
                    <a:pt x="3846" y="29819"/>
                  </a:lnTo>
                  <a:lnTo>
                    <a:pt x="6312" y="24897"/>
                  </a:lnTo>
                  <a:lnTo>
                    <a:pt x="9113" y="22644"/>
                  </a:lnTo>
                  <a:lnTo>
                    <a:pt x="14401" y="23769"/>
                  </a:lnTo>
                  <a:lnTo>
                    <a:pt x="16574" y="23159"/>
                  </a:lnTo>
                  <a:lnTo>
                    <a:pt x="15617" y="20288"/>
                  </a:lnTo>
                  <a:lnTo>
                    <a:pt x="13861" y="19242"/>
                  </a:lnTo>
                  <a:lnTo>
                    <a:pt x="7127" y="18906"/>
                  </a:lnTo>
                  <a:lnTo>
                    <a:pt x="9689" y="16281"/>
                  </a:lnTo>
                  <a:lnTo>
                    <a:pt x="4597" y="11064"/>
                  </a:lnTo>
                  <a:lnTo>
                    <a:pt x="0" y="8936"/>
                  </a:lnTo>
                  <a:lnTo>
                    <a:pt x="2926" y="5589"/>
                  </a:lnTo>
                  <a:lnTo>
                    <a:pt x="3222" y="1923"/>
                  </a:lnTo>
                  <a:lnTo>
                    <a:pt x="1886" y="9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ph8771"/>
            <p:cNvSpPr/>
            <p:nvPr/>
          </p:nvSpPr>
          <p:spPr>
            <a:xfrm>
              <a:off x="11644158" y="3056696"/>
              <a:ext cx="25121" cy="40901"/>
            </a:xfrm>
            <a:custGeom>
              <a:avLst/>
              <a:pathLst>
                <a:path w="25121" h="40901">
                  <a:moveTo>
                    <a:pt x="13682" y="177"/>
                  </a:moveTo>
                  <a:lnTo>
                    <a:pt x="18091" y="3170"/>
                  </a:lnTo>
                  <a:lnTo>
                    <a:pt x="23026" y="8366"/>
                  </a:lnTo>
                  <a:lnTo>
                    <a:pt x="25121" y="12537"/>
                  </a:lnTo>
                  <a:lnTo>
                    <a:pt x="20671" y="21120"/>
                  </a:lnTo>
                  <a:lnTo>
                    <a:pt x="18233" y="34070"/>
                  </a:lnTo>
                  <a:lnTo>
                    <a:pt x="18626" y="34980"/>
                  </a:lnTo>
                  <a:lnTo>
                    <a:pt x="15681" y="38045"/>
                  </a:lnTo>
                  <a:lnTo>
                    <a:pt x="10875" y="40901"/>
                  </a:lnTo>
                  <a:lnTo>
                    <a:pt x="9166" y="40626"/>
                  </a:lnTo>
                  <a:lnTo>
                    <a:pt x="8141" y="37874"/>
                  </a:lnTo>
                  <a:lnTo>
                    <a:pt x="8408" y="36780"/>
                  </a:lnTo>
                  <a:lnTo>
                    <a:pt x="7400" y="36223"/>
                  </a:lnTo>
                  <a:lnTo>
                    <a:pt x="4965" y="36426"/>
                  </a:lnTo>
                  <a:lnTo>
                    <a:pt x="4693" y="38171"/>
                  </a:lnTo>
                  <a:lnTo>
                    <a:pt x="4061" y="34143"/>
                  </a:lnTo>
                  <a:lnTo>
                    <a:pt x="6056" y="29258"/>
                  </a:lnTo>
                  <a:lnTo>
                    <a:pt x="5164" y="26163"/>
                  </a:lnTo>
                  <a:lnTo>
                    <a:pt x="2518" y="24063"/>
                  </a:lnTo>
                  <a:lnTo>
                    <a:pt x="0" y="13675"/>
                  </a:lnTo>
                  <a:lnTo>
                    <a:pt x="1276" y="9262"/>
                  </a:lnTo>
                  <a:lnTo>
                    <a:pt x="1586" y="4694"/>
                  </a:lnTo>
                  <a:lnTo>
                    <a:pt x="3218" y="4101"/>
                  </a:lnTo>
                  <a:lnTo>
                    <a:pt x="3037" y="5444"/>
                  </a:lnTo>
                  <a:lnTo>
                    <a:pt x="11110" y="5613"/>
                  </a:lnTo>
                  <a:lnTo>
                    <a:pt x="117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ph8772"/>
            <p:cNvSpPr/>
            <p:nvPr/>
          </p:nvSpPr>
          <p:spPr>
            <a:xfrm>
              <a:off x="11813855" y="3126699"/>
              <a:ext cx="74005" cy="49095"/>
            </a:xfrm>
            <a:custGeom>
              <a:avLst/>
              <a:pathLst>
                <a:path w="74005" h="49095">
                  <a:moveTo>
                    <a:pt x="15801" y="883"/>
                  </a:moveTo>
                  <a:lnTo>
                    <a:pt x="14418" y="2777"/>
                  </a:lnTo>
                  <a:lnTo>
                    <a:pt x="19046" y="5320"/>
                  </a:lnTo>
                  <a:lnTo>
                    <a:pt x="20987" y="5412"/>
                  </a:lnTo>
                  <a:lnTo>
                    <a:pt x="22247" y="4170"/>
                  </a:lnTo>
                  <a:lnTo>
                    <a:pt x="24331" y="4125"/>
                  </a:lnTo>
                  <a:lnTo>
                    <a:pt x="28227" y="5948"/>
                  </a:lnTo>
                  <a:lnTo>
                    <a:pt x="29029" y="7096"/>
                  </a:lnTo>
                  <a:lnTo>
                    <a:pt x="28650" y="10255"/>
                  </a:lnTo>
                  <a:lnTo>
                    <a:pt x="29569" y="11625"/>
                  </a:lnTo>
                  <a:lnTo>
                    <a:pt x="31951" y="11618"/>
                  </a:lnTo>
                  <a:lnTo>
                    <a:pt x="34370" y="8009"/>
                  </a:lnTo>
                  <a:lnTo>
                    <a:pt x="39774" y="8077"/>
                  </a:lnTo>
                  <a:lnTo>
                    <a:pt x="42445" y="11202"/>
                  </a:lnTo>
                  <a:lnTo>
                    <a:pt x="45739" y="9568"/>
                  </a:lnTo>
                  <a:lnTo>
                    <a:pt x="49941" y="9858"/>
                  </a:lnTo>
                  <a:lnTo>
                    <a:pt x="50299" y="13809"/>
                  </a:lnTo>
                  <a:lnTo>
                    <a:pt x="54642" y="19490"/>
                  </a:lnTo>
                  <a:lnTo>
                    <a:pt x="63823" y="18168"/>
                  </a:lnTo>
                  <a:lnTo>
                    <a:pt x="66961" y="19813"/>
                  </a:lnTo>
                  <a:lnTo>
                    <a:pt x="67322" y="25181"/>
                  </a:lnTo>
                  <a:lnTo>
                    <a:pt x="72383" y="24692"/>
                  </a:lnTo>
                  <a:lnTo>
                    <a:pt x="74005" y="45187"/>
                  </a:lnTo>
                  <a:lnTo>
                    <a:pt x="22227" y="49095"/>
                  </a:lnTo>
                  <a:lnTo>
                    <a:pt x="23398" y="45939"/>
                  </a:lnTo>
                  <a:lnTo>
                    <a:pt x="23437" y="42855"/>
                  </a:lnTo>
                  <a:lnTo>
                    <a:pt x="24832" y="42124"/>
                  </a:lnTo>
                  <a:lnTo>
                    <a:pt x="27454" y="42912"/>
                  </a:lnTo>
                  <a:lnTo>
                    <a:pt x="28111" y="41445"/>
                  </a:lnTo>
                  <a:lnTo>
                    <a:pt x="23417" y="34259"/>
                  </a:lnTo>
                  <a:lnTo>
                    <a:pt x="21101" y="33206"/>
                  </a:lnTo>
                  <a:lnTo>
                    <a:pt x="19208" y="34372"/>
                  </a:lnTo>
                  <a:lnTo>
                    <a:pt x="12951" y="32857"/>
                  </a:lnTo>
                  <a:lnTo>
                    <a:pt x="9740" y="31276"/>
                  </a:lnTo>
                  <a:lnTo>
                    <a:pt x="7289" y="32274"/>
                  </a:lnTo>
                  <a:lnTo>
                    <a:pt x="1645" y="30724"/>
                  </a:lnTo>
                  <a:lnTo>
                    <a:pt x="0" y="29075"/>
                  </a:lnTo>
                  <a:lnTo>
                    <a:pt x="2005" y="28758"/>
                  </a:lnTo>
                  <a:lnTo>
                    <a:pt x="2632" y="28009"/>
                  </a:lnTo>
                  <a:lnTo>
                    <a:pt x="3241" y="23546"/>
                  </a:lnTo>
                  <a:lnTo>
                    <a:pt x="5357" y="20527"/>
                  </a:lnTo>
                  <a:lnTo>
                    <a:pt x="2874" y="12502"/>
                  </a:lnTo>
                  <a:lnTo>
                    <a:pt x="3826" y="9261"/>
                  </a:lnTo>
                  <a:lnTo>
                    <a:pt x="5152" y="9059"/>
                  </a:lnTo>
                  <a:lnTo>
                    <a:pt x="5933" y="6258"/>
                  </a:lnTo>
                  <a:lnTo>
                    <a:pt x="6319" y="6824"/>
                  </a:lnTo>
                  <a:lnTo>
                    <a:pt x="7357" y="6420"/>
                  </a:lnTo>
                  <a:lnTo>
                    <a:pt x="8542" y="3307"/>
                  </a:lnTo>
                  <a:lnTo>
                    <a:pt x="10194" y="1353"/>
                  </a:lnTo>
                  <a:lnTo>
                    <a:pt x="1542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3" name="ph8773"/>
            <p:cNvSpPr/>
            <p:nvPr/>
          </p:nvSpPr>
          <p:spPr>
            <a:xfrm>
              <a:off x="11028321" y="2553171"/>
              <a:ext cx="58638" cy="56753"/>
            </a:xfrm>
            <a:custGeom>
              <a:avLst/>
              <a:pathLst>
                <a:path w="58638" h="56753">
                  <a:moveTo>
                    <a:pt x="31671" y="432"/>
                  </a:moveTo>
                  <a:lnTo>
                    <a:pt x="30989" y="6134"/>
                  </a:lnTo>
                  <a:lnTo>
                    <a:pt x="33830" y="19217"/>
                  </a:lnTo>
                  <a:lnTo>
                    <a:pt x="36429" y="19874"/>
                  </a:lnTo>
                  <a:lnTo>
                    <a:pt x="37680" y="18011"/>
                  </a:lnTo>
                  <a:lnTo>
                    <a:pt x="37626" y="16809"/>
                  </a:lnTo>
                  <a:lnTo>
                    <a:pt x="39377" y="15759"/>
                  </a:lnTo>
                  <a:lnTo>
                    <a:pt x="46329" y="17546"/>
                  </a:lnTo>
                  <a:lnTo>
                    <a:pt x="47782" y="22201"/>
                  </a:lnTo>
                  <a:lnTo>
                    <a:pt x="47794" y="26235"/>
                  </a:lnTo>
                  <a:lnTo>
                    <a:pt x="53458" y="29644"/>
                  </a:lnTo>
                  <a:lnTo>
                    <a:pt x="54037" y="40865"/>
                  </a:lnTo>
                  <a:lnTo>
                    <a:pt x="58638" y="56042"/>
                  </a:lnTo>
                  <a:lnTo>
                    <a:pt x="54663" y="56619"/>
                  </a:lnTo>
                  <a:lnTo>
                    <a:pt x="49500" y="56217"/>
                  </a:lnTo>
                  <a:lnTo>
                    <a:pt x="44226" y="56753"/>
                  </a:lnTo>
                  <a:lnTo>
                    <a:pt x="41941" y="55674"/>
                  </a:lnTo>
                  <a:lnTo>
                    <a:pt x="35869" y="52997"/>
                  </a:lnTo>
                  <a:lnTo>
                    <a:pt x="32629" y="53240"/>
                  </a:lnTo>
                  <a:lnTo>
                    <a:pt x="32052" y="54346"/>
                  </a:lnTo>
                  <a:lnTo>
                    <a:pt x="30576" y="54293"/>
                  </a:lnTo>
                  <a:lnTo>
                    <a:pt x="25916" y="48695"/>
                  </a:lnTo>
                  <a:lnTo>
                    <a:pt x="21658" y="46712"/>
                  </a:lnTo>
                  <a:lnTo>
                    <a:pt x="20371" y="47098"/>
                  </a:lnTo>
                  <a:lnTo>
                    <a:pt x="17483" y="45349"/>
                  </a:lnTo>
                  <a:lnTo>
                    <a:pt x="16204" y="42565"/>
                  </a:lnTo>
                  <a:lnTo>
                    <a:pt x="16680" y="40112"/>
                  </a:lnTo>
                  <a:lnTo>
                    <a:pt x="11675" y="40225"/>
                  </a:lnTo>
                  <a:lnTo>
                    <a:pt x="9922" y="42211"/>
                  </a:lnTo>
                  <a:lnTo>
                    <a:pt x="8140" y="42984"/>
                  </a:lnTo>
                  <a:lnTo>
                    <a:pt x="6008" y="40601"/>
                  </a:lnTo>
                  <a:lnTo>
                    <a:pt x="1747" y="35357"/>
                  </a:lnTo>
                  <a:lnTo>
                    <a:pt x="2365" y="29768"/>
                  </a:lnTo>
                  <a:lnTo>
                    <a:pt x="0" y="29564"/>
                  </a:lnTo>
                  <a:lnTo>
                    <a:pt x="973" y="18596"/>
                  </a:lnTo>
                  <a:lnTo>
                    <a:pt x="3498" y="18813"/>
                  </a:lnTo>
                  <a:lnTo>
                    <a:pt x="4119" y="6954"/>
                  </a:lnTo>
                  <a:lnTo>
                    <a:pt x="5098" y="7059"/>
                  </a:lnTo>
                  <a:lnTo>
                    <a:pt x="5343" y="4573"/>
                  </a:lnTo>
                  <a:lnTo>
                    <a:pt x="6896" y="6035"/>
                  </a:lnTo>
                  <a:lnTo>
                    <a:pt x="8174" y="9565"/>
                  </a:lnTo>
                  <a:lnTo>
                    <a:pt x="8721" y="15224"/>
                  </a:lnTo>
                  <a:lnTo>
                    <a:pt x="9779" y="16281"/>
                  </a:lnTo>
                  <a:lnTo>
                    <a:pt x="10715" y="16155"/>
                  </a:lnTo>
                  <a:lnTo>
                    <a:pt x="13522" y="15272"/>
                  </a:lnTo>
                  <a:lnTo>
                    <a:pt x="14340" y="7008"/>
                  </a:lnTo>
                  <a:lnTo>
                    <a:pt x="19447" y="7505"/>
                  </a:lnTo>
                  <a:lnTo>
                    <a:pt x="24459" y="5539"/>
                  </a:lnTo>
                  <a:lnTo>
                    <a:pt x="24981" y="877"/>
                  </a:lnTo>
                  <a:lnTo>
                    <a:pt x="27374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h8774"/>
            <p:cNvSpPr/>
            <p:nvPr/>
          </p:nvSpPr>
          <p:spPr>
            <a:xfrm>
              <a:off x="10911811" y="2415986"/>
              <a:ext cx="47717" cy="69571"/>
            </a:xfrm>
            <a:custGeom>
              <a:avLst/>
              <a:pathLst>
                <a:path w="47717" h="69571">
                  <a:moveTo>
                    <a:pt x="19079" y="374"/>
                  </a:moveTo>
                  <a:lnTo>
                    <a:pt x="30211" y="15706"/>
                  </a:lnTo>
                  <a:lnTo>
                    <a:pt x="47717" y="34557"/>
                  </a:lnTo>
                  <a:lnTo>
                    <a:pt x="47223" y="34546"/>
                  </a:lnTo>
                  <a:lnTo>
                    <a:pt x="47556" y="39089"/>
                  </a:lnTo>
                  <a:lnTo>
                    <a:pt x="38357" y="47453"/>
                  </a:lnTo>
                  <a:lnTo>
                    <a:pt x="37028" y="49360"/>
                  </a:lnTo>
                  <a:lnTo>
                    <a:pt x="37637" y="51990"/>
                  </a:lnTo>
                  <a:lnTo>
                    <a:pt x="34743" y="54835"/>
                  </a:lnTo>
                  <a:lnTo>
                    <a:pt x="31252" y="55050"/>
                  </a:lnTo>
                  <a:lnTo>
                    <a:pt x="29229" y="61347"/>
                  </a:lnTo>
                  <a:lnTo>
                    <a:pt x="25557" y="65766"/>
                  </a:lnTo>
                  <a:lnTo>
                    <a:pt x="25619" y="68078"/>
                  </a:lnTo>
                  <a:lnTo>
                    <a:pt x="27611" y="68344"/>
                  </a:lnTo>
                  <a:lnTo>
                    <a:pt x="28058" y="69571"/>
                  </a:lnTo>
                  <a:lnTo>
                    <a:pt x="24819" y="69467"/>
                  </a:lnTo>
                  <a:lnTo>
                    <a:pt x="20818" y="65993"/>
                  </a:lnTo>
                  <a:lnTo>
                    <a:pt x="18058" y="65204"/>
                  </a:lnTo>
                  <a:lnTo>
                    <a:pt x="14558" y="66134"/>
                  </a:lnTo>
                  <a:lnTo>
                    <a:pt x="13378" y="59333"/>
                  </a:lnTo>
                  <a:lnTo>
                    <a:pt x="11076" y="53383"/>
                  </a:lnTo>
                  <a:lnTo>
                    <a:pt x="9956" y="43654"/>
                  </a:lnTo>
                  <a:lnTo>
                    <a:pt x="12826" y="44024"/>
                  </a:lnTo>
                  <a:lnTo>
                    <a:pt x="13528" y="41895"/>
                  </a:lnTo>
                  <a:lnTo>
                    <a:pt x="13042" y="40226"/>
                  </a:lnTo>
                  <a:lnTo>
                    <a:pt x="9880" y="38926"/>
                  </a:lnTo>
                  <a:lnTo>
                    <a:pt x="5390" y="26022"/>
                  </a:lnTo>
                  <a:lnTo>
                    <a:pt x="9957" y="23342"/>
                  </a:lnTo>
                  <a:lnTo>
                    <a:pt x="7480" y="19342"/>
                  </a:lnTo>
                  <a:lnTo>
                    <a:pt x="2611" y="19498"/>
                  </a:lnTo>
                  <a:lnTo>
                    <a:pt x="2338" y="18939"/>
                  </a:lnTo>
                  <a:lnTo>
                    <a:pt x="1614" y="15021"/>
                  </a:lnTo>
                  <a:lnTo>
                    <a:pt x="0" y="12390"/>
                  </a:lnTo>
                  <a:lnTo>
                    <a:pt x="1983" y="11076"/>
                  </a:lnTo>
                  <a:lnTo>
                    <a:pt x="6247" y="10323"/>
                  </a:lnTo>
                  <a:lnTo>
                    <a:pt x="8750" y="9017"/>
                  </a:lnTo>
                  <a:lnTo>
                    <a:pt x="7661" y="8535"/>
                  </a:lnTo>
                  <a:lnTo>
                    <a:pt x="11084" y="3940"/>
                  </a:lnTo>
                  <a:lnTo>
                    <a:pt x="16628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ph8775"/>
            <p:cNvSpPr/>
            <p:nvPr/>
          </p:nvSpPr>
          <p:spPr>
            <a:xfrm>
              <a:off x="10982701" y="2305291"/>
              <a:ext cx="66235" cy="57380"/>
            </a:xfrm>
            <a:custGeom>
              <a:avLst/>
              <a:pathLst>
                <a:path w="66235" h="57380">
                  <a:moveTo>
                    <a:pt x="31525" y="3123"/>
                  </a:moveTo>
                  <a:lnTo>
                    <a:pt x="34919" y="4636"/>
                  </a:lnTo>
                  <a:lnTo>
                    <a:pt x="39946" y="9610"/>
                  </a:lnTo>
                  <a:lnTo>
                    <a:pt x="45052" y="25773"/>
                  </a:lnTo>
                  <a:lnTo>
                    <a:pt x="41664" y="31262"/>
                  </a:lnTo>
                  <a:lnTo>
                    <a:pt x="46284" y="36327"/>
                  </a:lnTo>
                  <a:lnTo>
                    <a:pt x="49493" y="35038"/>
                  </a:lnTo>
                  <a:lnTo>
                    <a:pt x="51214" y="32730"/>
                  </a:lnTo>
                  <a:lnTo>
                    <a:pt x="52720" y="32021"/>
                  </a:lnTo>
                  <a:lnTo>
                    <a:pt x="57337" y="37018"/>
                  </a:lnTo>
                  <a:lnTo>
                    <a:pt x="60602" y="38835"/>
                  </a:lnTo>
                  <a:lnTo>
                    <a:pt x="61792" y="37782"/>
                  </a:lnTo>
                  <a:lnTo>
                    <a:pt x="66235" y="45937"/>
                  </a:lnTo>
                  <a:lnTo>
                    <a:pt x="61448" y="49841"/>
                  </a:lnTo>
                  <a:lnTo>
                    <a:pt x="57071" y="49081"/>
                  </a:lnTo>
                  <a:lnTo>
                    <a:pt x="57144" y="51113"/>
                  </a:lnTo>
                  <a:lnTo>
                    <a:pt x="51560" y="55959"/>
                  </a:lnTo>
                  <a:lnTo>
                    <a:pt x="51615" y="57380"/>
                  </a:lnTo>
                  <a:lnTo>
                    <a:pt x="47123" y="56730"/>
                  </a:lnTo>
                  <a:lnTo>
                    <a:pt x="31996" y="54452"/>
                  </a:lnTo>
                  <a:lnTo>
                    <a:pt x="32291" y="52450"/>
                  </a:lnTo>
                  <a:lnTo>
                    <a:pt x="21288" y="50943"/>
                  </a:lnTo>
                  <a:lnTo>
                    <a:pt x="21033" y="52818"/>
                  </a:lnTo>
                  <a:lnTo>
                    <a:pt x="13227" y="51647"/>
                  </a:lnTo>
                  <a:lnTo>
                    <a:pt x="6853" y="52143"/>
                  </a:lnTo>
                  <a:lnTo>
                    <a:pt x="5634" y="47669"/>
                  </a:lnTo>
                  <a:lnTo>
                    <a:pt x="6464" y="39947"/>
                  </a:lnTo>
                  <a:lnTo>
                    <a:pt x="1636" y="38609"/>
                  </a:lnTo>
                  <a:lnTo>
                    <a:pt x="1369" y="36013"/>
                  </a:lnTo>
                  <a:lnTo>
                    <a:pt x="1488" y="32098"/>
                  </a:lnTo>
                  <a:lnTo>
                    <a:pt x="4678" y="26845"/>
                  </a:lnTo>
                  <a:lnTo>
                    <a:pt x="4739" y="20329"/>
                  </a:lnTo>
                  <a:lnTo>
                    <a:pt x="3637" y="21624"/>
                  </a:lnTo>
                  <a:lnTo>
                    <a:pt x="0" y="19119"/>
                  </a:lnTo>
                  <a:lnTo>
                    <a:pt x="8146" y="11429"/>
                  </a:lnTo>
                  <a:lnTo>
                    <a:pt x="11413" y="7451"/>
                  </a:lnTo>
                  <a:lnTo>
                    <a:pt x="18099" y="4507"/>
                  </a:lnTo>
                  <a:lnTo>
                    <a:pt x="18511" y="6071"/>
                  </a:lnTo>
                  <a:lnTo>
                    <a:pt x="23230" y="6657"/>
                  </a:lnTo>
                  <a:lnTo>
                    <a:pt x="23216" y="4181"/>
                  </a:lnTo>
                  <a:lnTo>
                    <a:pt x="2949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h8776"/>
            <p:cNvSpPr/>
            <p:nvPr/>
          </p:nvSpPr>
          <p:spPr>
            <a:xfrm>
              <a:off x="10900212" y="2107512"/>
              <a:ext cx="36052" cy="38629"/>
            </a:xfrm>
            <a:custGeom>
              <a:avLst/>
              <a:pathLst>
                <a:path w="36052" h="38629">
                  <a:moveTo>
                    <a:pt x="19076" y="0"/>
                  </a:moveTo>
                  <a:lnTo>
                    <a:pt x="19208" y="1165"/>
                  </a:lnTo>
                  <a:lnTo>
                    <a:pt x="27773" y="1909"/>
                  </a:lnTo>
                  <a:lnTo>
                    <a:pt x="27337" y="3619"/>
                  </a:lnTo>
                  <a:lnTo>
                    <a:pt x="27775" y="4616"/>
                  </a:lnTo>
                  <a:lnTo>
                    <a:pt x="32101" y="5913"/>
                  </a:lnTo>
                  <a:lnTo>
                    <a:pt x="36052" y="11559"/>
                  </a:lnTo>
                  <a:lnTo>
                    <a:pt x="34961" y="15830"/>
                  </a:lnTo>
                  <a:lnTo>
                    <a:pt x="33823" y="16728"/>
                  </a:lnTo>
                  <a:lnTo>
                    <a:pt x="35728" y="19309"/>
                  </a:lnTo>
                  <a:lnTo>
                    <a:pt x="34237" y="19912"/>
                  </a:lnTo>
                  <a:lnTo>
                    <a:pt x="33515" y="23584"/>
                  </a:lnTo>
                  <a:lnTo>
                    <a:pt x="33949" y="37101"/>
                  </a:lnTo>
                  <a:lnTo>
                    <a:pt x="26816" y="37039"/>
                  </a:lnTo>
                  <a:lnTo>
                    <a:pt x="25220" y="37829"/>
                  </a:lnTo>
                  <a:lnTo>
                    <a:pt x="18557" y="38629"/>
                  </a:lnTo>
                  <a:lnTo>
                    <a:pt x="10532" y="32409"/>
                  </a:lnTo>
                  <a:lnTo>
                    <a:pt x="7212" y="29742"/>
                  </a:lnTo>
                  <a:lnTo>
                    <a:pt x="3937" y="32554"/>
                  </a:lnTo>
                  <a:lnTo>
                    <a:pt x="3286" y="32727"/>
                  </a:lnTo>
                  <a:lnTo>
                    <a:pt x="2349" y="31294"/>
                  </a:lnTo>
                  <a:lnTo>
                    <a:pt x="0" y="27249"/>
                  </a:lnTo>
                  <a:lnTo>
                    <a:pt x="1449" y="16878"/>
                  </a:lnTo>
                  <a:lnTo>
                    <a:pt x="2067" y="16311"/>
                  </a:lnTo>
                  <a:lnTo>
                    <a:pt x="2848" y="3524"/>
                  </a:lnTo>
                  <a:lnTo>
                    <a:pt x="9182" y="3612"/>
                  </a:lnTo>
                  <a:lnTo>
                    <a:pt x="9414" y="226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ph8777"/>
            <p:cNvSpPr/>
            <p:nvPr/>
          </p:nvSpPr>
          <p:spPr>
            <a:xfrm>
              <a:off x="10972503" y="2143867"/>
              <a:ext cx="25449" cy="28677"/>
            </a:xfrm>
            <a:custGeom>
              <a:avLst/>
              <a:pathLst>
                <a:path w="25449" h="28677">
                  <a:moveTo>
                    <a:pt x="17331" y="131"/>
                  </a:moveTo>
                  <a:lnTo>
                    <a:pt x="23192" y="1736"/>
                  </a:lnTo>
                  <a:lnTo>
                    <a:pt x="25449" y="4414"/>
                  </a:lnTo>
                  <a:lnTo>
                    <a:pt x="23887" y="5792"/>
                  </a:lnTo>
                  <a:lnTo>
                    <a:pt x="22595" y="16790"/>
                  </a:lnTo>
                  <a:lnTo>
                    <a:pt x="21601" y="17549"/>
                  </a:lnTo>
                  <a:lnTo>
                    <a:pt x="21783" y="26120"/>
                  </a:lnTo>
                  <a:lnTo>
                    <a:pt x="19266" y="26177"/>
                  </a:lnTo>
                  <a:lnTo>
                    <a:pt x="19362" y="28677"/>
                  </a:lnTo>
                  <a:lnTo>
                    <a:pt x="3042" y="26813"/>
                  </a:lnTo>
                  <a:lnTo>
                    <a:pt x="3448" y="25368"/>
                  </a:lnTo>
                  <a:lnTo>
                    <a:pt x="2458" y="23168"/>
                  </a:lnTo>
                  <a:lnTo>
                    <a:pt x="1133" y="23174"/>
                  </a:lnTo>
                  <a:lnTo>
                    <a:pt x="30" y="22134"/>
                  </a:lnTo>
                  <a:lnTo>
                    <a:pt x="0" y="20017"/>
                  </a:lnTo>
                  <a:lnTo>
                    <a:pt x="2401" y="18233"/>
                  </a:lnTo>
                  <a:lnTo>
                    <a:pt x="4031" y="18193"/>
                  </a:lnTo>
                  <a:lnTo>
                    <a:pt x="3966" y="15215"/>
                  </a:lnTo>
                  <a:lnTo>
                    <a:pt x="2043" y="10921"/>
                  </a:lnTo>
                  <a:lnTo>
                    <a:pt x="4527" y="7373"/>
                  </a:lnTo>
                  <a:lnTo>
                    <a:pt x="5448" y="7052"/>
                  </a:lnTo>
                  <a:lnTo>
                    <a:pt x="6715" y="965"/>
                  </a:lnTo>
                  <a:lnTo>
                    <a:pt x="7790" y="79"/>
                  </a:lnTo>
                  <a:lnTo>
                    <a:pt x="8571" y="1489"/>
                  </a:lnTo>
                  <a:lnTo>
                    <a:pt x="9401" y="2724"/>
                  </a:lnTo>
                  <a:lnTo>
                    <a:pt x="11088" y="2941"/>
                  </a:lnTo>
                  <a:lnTo>
                    <a:pt x="13487" y="2044"/>
                  </a:lnTo>
                  <a:lnTo>
                    <a:pt x="1446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h8778"/>
            <p:cNvSpPr/>
            <p:nvPr/>
          </p:nvSpPr>
          <p:spPr>
            <a:xfrm>
              <a:off x="10925432" y="2126535"/>
              <a:ext cx="27373" cy="43138"/>
            </a:xfrm>
            <a:custGeom>
              <a:avLst/>
              <a:pathLst>
                <a:path w="27373" h="43138">
                  <a:moveTo>
                    <a:pt x="26536" y="4898"/>
                  </a:moveTo>
                  <a:lnTo>
                    <a:pt x="27373" y="13519"/>
                  </a:lnTo>
                  <a:lnTo>
                    <a:pt x="19047" y="36804"/>
                  </a:lnTo>
                  <a:lnTo>
                    <a:pt x="17636" y="38099"/>
                  </a:lnTo>
                  <a:lnTo>
                    <a:pt x="14925" y="38482"/>
                  </a:lnTo>
                  <a:lnTo>
                    <a:pt x="11645" y="40007"/>
                  </a:lnTo>
                  <a:lnTo>
                    <a:pt x="8009" y="43037"/>
                  </a:lnTo>
                  <a:lnTo>
                    <a:pt x="6567" y="43138"/>
                  </a:lnTo>
                  <a:lnTo>
                    <a:pt x="3733" y="40523"/>
                  </a:lnTo>
                  <a:lnTo>
                    <a:pt x="0" y="18806"/>
                  </a:lnTo>
                  <a:lnTo>
                    <a:pt x="1596" y="18015"/>
                  </a:lnTo>
                  <a:lnTo>
                    <a:pt x="8729" y="18077"/>
                  </a:lnTo>
                  <a:lnTo>
                    <a:pt x="8295" y="4561"/>
                  </a:lnTo>
                  <a:lnTo>
                    <a:pt x="9017" y="889"/>
                  </a:lnTo>
                  <a:lnTo>
                    <a:pt x="10507" y="286"/>
                  </a:lnTo>
                  <a:lnTo>
                    <a:pt x="12144" y="2121"/>
                  </a:lnTo>
                  <a:lnTo>
                    <a:pt x="14254" y="1947"/>
                  </a:lnTo>
                  <a:lnTo>
                    <a:pt x="1684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ph8779"/>
            <p:cNvSpPr/>
            <p:nvPr/>
          </p:nvSpPr>
          <p:spPr>
            <a:xfrm>
              <a:off x="11059861" y="2165504"/>
              <a:ext cx="25042" cy="66122"/>
            </a:xfrm>
            <a:custGeom>
              <a:avLst/>
              <a:pathLst>
                <a:path w="25042" h="66122">
                  <a:moveTo>
                    <a:pt x="4763" y="4093"/>
                  </a:moveTo>
                  <a:lnTo>
                    <a:pt x="5135" y="11562"/>
                  </a:lnTo>
                  <a:lnTo>
                    <a:pt x="4045" y="11602"/>
                  </a:lnTo>
                  <a:lnTo>
                    <a:pt x="4182" y="15148"/>
                  </a:lnTo>
                  <a:lnTo>
                    <a:pt x="10196" y="16951"/>
                  </a:lnTo>
                  <a:lnTo>
                    <a:pt x="16360" y="19777"/>
                  </a:lnTo>
                  <a:lnTo>
                    <a:pt x="24039" y="29011"/>
                  </a:lnTo>
                  <a:lnTo>
                    <a:pt x="25042" y="65727"/>
                  </a:lnTo>
                  <a:lnTo>
                    <a:pt x="10756" y="66122"/>
                  </a:lnTo>
                  <a:lnTo>
                    <a:pt x="3130" y="65945"/>
                  </a:lnTo>
                  <a:lnTo>
                    <a:pt x="2770" y="53073"/>
                  </a:lnTo>
                  <a:lnTo>
                    <a:pt x="629" y="53138"/>
                  </a:lnTo>
                  <a:lnTo>
                    <a:pt x="364" y="50739"/>
                  </a:lnTo>
                  <a:lnTo>
                    <a:pt x="0" y="40909"/>
                  </a:lnTo>
                  <a:lnTo>
                    <a:pt x="1225" y="36239"/>
                  </a:lnTo>
                  <a:lnTo>
                    <a:pt x="2878" y="36202"/>
                  </a:lnTo>
                  <a:lnTo>
                    <a:pt x="4283" y="30437"/>
                  </a:lnTo>
                  <a:lnTo>
                    <a:pt x="4139" y="23826"/>
                  </a:lnTo>
                  <a:lnTo>
                    <a:pt x="2955" y="21041"/>
                  </a:lnTo>
                  <a:lnTo>
                    <a:pt x="2780" y="15483"/>
                  </a:lnTo>
                  <a:lnTo>
                    <a:pt x="4398" y="8338"/>
                  </a:lnTo>
                  <a:lnTo>
                    <a:pt x="4148" y="944"/>
                  </a:lnTo>
                  <a:lnTo>
                    <a:pt x="4633" y="426"/>
                  </a:lnTo>
                  <a:lnTo>
                    <a:pt x="528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h8780"/>
            <p:cNvSpPr/>
            <p:nvPr/>
          </p:nvSpPr>
          <p:spPr>
            <a:xfrm>
              <a:off x="10964216" y="2232770"/>
              <a:ext cx="86448" cy="70920"/>
            </a:xfrm>
            <a:custGeom>
              <a:avLst/>
              <a:pathLst>
                <a:path w="86448" h="70920">
                  <a:moveTo>
                    <a:pt x="66621" y="3372"/>
                  </a:moveTo>
                  <a:lnTo>
                    <a:pt x="66596" y="6881"/>
                  </a:lnTo>
                  <a:lnTo>
                    <a:pt x="76070" y="6612"/>
                  </a:lnTo>
                  <a:lnTo>
                    <a:pt x="86113" y="6300"/>
                  </a:lnTo>
                  <a:lnTo>
                    <a:pt x="86183" y="8739"/>
                  </a:lnTo>
                  <a:lnTo>
                    <a:pt x="86448" y="18402"/>
                  </a:lnTo>
                  <a:lnTo>
                    <a:pt x="84417" y="23368"/>
                  </a:lnTo>
                  <a:lnTo>
                    <a:pt x="81176" y="22842"/>
                  </a:lnTo>
                  <a:lnTo>
                    <a:pt x="81353" y="29283"/>
                  </a:lnTo>
                  <a:lnTo>
                    <a:pt x="74194" y="28844"/>
                  </a:lnTo>
                  <a:lnTo>
                    <a:pt x="73908" y="33516"/>
                  </a:lnTo>
                  <a:lnTo>
                    <a:pt x="70693" y="33314"/>
                  </a:lnTo>
                  <a:lnTo>
                    <a:pt x="69557" y="34320"/>
                  </a:lnTo>
                  <a:lnTo>
                    <a:pt x="67272" y="37610"/>
                  </a:lnTo>
                  <a:lnTo>
                    <a:pt x="66292" y="41311"/>
                  </a:lnTo>
                  <a:lnTo>
                    <a:pt x="59245" y="41348"/>
                  </a:lnTo>
                  <a:lnTo>
                    <a:pt x="58517" y="47748"/>
                  </a:lnTo>
                  <a:lnTo>
                    <a:pt x="56012" y="50645"/>
                  </a:lnTo>
                  <a:lnTo>
                    <a:pt x="52195" y="51556"/>
                  </a:lnTo>
                  <a:lnTo>
                    <a:pt x="49671" y="63384"/>
                  </a:lnTo>
                  <a:lnTo>
                    <a:pt x="47677" y="67842"/>
                  </a:lnTo>
                  <a:lnTo>
                    <a:pt x="47388" y="68664"/>
                  </a:lnTo>
                  <a:lnTo>
                    <a:pt x="33847" y="70920"/>
                  </a:lnTo>
                  <a:lnTo>
                    <a:pt x="33223" y="66580"/>
                  </a:lnTo>
                  <a:lnTo>
                    <a:pt x="29327" y="64230"/>
                  </a:lnTo>
                  <a:lnTo>
                    <a:pt x="29833" y="57076"/>
                  </a:lnTo>
                  <a:lnTo>
                    <a:pt x="21054" y="55791"/>
                  </a:lnTo>
                  <a:lnTo>
                    <a:pt x="16107" y="59444"/>
                  </a:lnTo>
                  <a:lnTo>
                    <a:pt x="11371" y="58038"/>
                  </a:lnTo>
                  <a:lnTo>
                    <a:pt x="12174" y="54493"/>
                  </a:lnTo>
                  <a:lnTo>
                    <a:pt x="13552" y="55251"/>
                  </a:lnTo>
                  <a:lnTo>
                    <a:pt x="13672" y="51781"/>
                  </a:lnTo>
                  <a:lnTo>
                    <a:pt x="122" y="49694"/>
                  </a:lnTo>
                  <a:lnTo>
                    <a:pt x="0" y="46421"/>
                  </a:lnTo>
                  <a:lnTo>
                    <a:pt x="46757" y="7206"/>
                  </a:lnTo>
                  <a:lnTo>
                    <a:pt x="46801" y="2223"/>
                  </a:lnTo>
                  <a:lnTo>
                    <a:pt x="45532" y="2250"/>
                  </a:lnTo>
                  <a:lnTo>
                    <a:pt x="45627" y="1368"/>
                  </a:lnTo>
                  <a:lnTo>
                    <a:pt x="51552" y="2053"/>
                  </a:lnTo>
                  <a:lnTo>
                    <a:pt x="51963" y="5768"/>
                  </a:lnTo>
                  <a:lnTo>
                    <a:pt x="56988" y="5425"/>
                  </a:lnTo>
                  <a:lnTo>
                    <a:pt x="60237" y="4604"/>
                  </a:lnTo>
                  <a:lnTo>
                    <a:pt x="60406" y="3069"/>
                  </a:lnTo>
                  <a:lnTo>
                    <a:pt x="6391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ph8781"/>
            <p:cNvSpPr/>
            <p:nvPr/>
          </p:nvSpPr>
          <p:spPr>
            <a:xfrm>
              <a:off x="10882123" y="2479304"/>
              <a:ext cx="20471" cy="44750"/>
            </a:xfrm>
            <a:custGeom>
              <a:avLst/>
              <a:pathLst>
                <a:path w="20471" h="44750">
                  <a:moveTo>
                    <a:pt x="16609" y="4672"/>
                  </a:moveTo>
                  <a:lnTo>
                    <a:pt x="16867" y="11703"/>
                  </a:lnTo>
                  <a:lnTo>
                    <a:pt x="15372" y="11457"/>
                  </a:lnTo>
                  <a:lnTo>
                    <a:pt x="15090" y="12546"/>
                  </a:lnTo>
                  <a:lnTo>
                    <a:pt x="17974" y="22287"/>
                  </a:lnTo>
                  <a:lnTo>
                    <a:pt x="17456" y="23115"/>
                  </a:lnTo>
                  <a:lnTo>
                    <a:pt x="13126" y="21706"/>
                  </a:lnTo>
                  <a:lnTo>
                    <a:pt x="13294" y="24612"/>
                  </a:lnTo>
                  <a:lnTo>
                    <a:pt x="17047" y="24537"/>
                  </a:lnTo>
                  <a:lnTo>
                    <a:pt x="18221" y="40032"/>
                  </a:lnTo>
                  <a:lnTo>
                    <a:pt x="20325" y="42327"/>
                  </a:lnTo>
                  <a:lnTo>
                    <a:pt x="20471" y="44750"/>
                  </a:lnTo>
                  <a:lnTo>
                    <a:pt x="17513" y="43935"/>
                  </a:lnTo>
                  <a:lnTo>
                    <a:pt x="12809" y="40547"/>
                  </a:lnTo>
                  <a:lnTo>
                    <a:pt x="6697" y="40776"/>
                  </a:lnTo>
                  <a:lnTo>
                    <a:pt x="6418" y="34010"/>
                  </a:lnTo>
                  <a:lnTo>
                    <a:pt x="2712" y="34257"/>
                  </a:lnTo>
                  <a:lnTo>
                    <a:pt x="1032" y="28205"/>
                  </a:lnTo>
                  <a:lnTo>
                    <a:pt x="4330" y="27315"/>
                  </a:lnTo>
                  <a:lnTo>
                    <a:pt x="3882" y="25453"/>
                  </a:lnTo>
                  <a:lnTo>
                    <a:pt x="676" y="21421"/>
                  </a:lnTo>
                  <a:lnTo>
                    <a:pt x="0" y="18307"/>
                  </a:lnTo>
                  <a:lnTo>
                    <a:pt x="281" y="12006"/>
                  </a:lnTo>
                  <a:lnTo>
                    <a:pt x="1361" y="11899"/>
                  </a:lnTo>
                  <a:lnTo>
                    <a:pt x="2326" y="7027"/>
                  </a:lnTo>
                  <a:lnTo>
                    <a:pt x="3675" y="3551"/>
                  </a:lnTo>
                  <a:lnTo>
                    <a:pt x="7826" y="3874"/>
                  </a:lnTo>
                  <a:lnTo>
                    <a:pt x="11096" y="3828"/>
                  </a:lnTo>
                  <a:lnTo>
                    <a:pt x="10864" y="15"/>
                  </a:lnTo>
                  <a:lnTo>
                    <a:pt x="1201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h8782"/>
            <p:cNvSpPr/>
            <p:nvPr/>
          </p:nvSpPr>
          <p:spPr>
            <a:xfrm>
              <a:off x="10832578" y="2500725"/>
              <a:ext cx="70077" cy="78772"/>
            </a:xfrm>
            <a:custGeom>
              <a:avLst/>
              <a:pathLst>
                <a:path w="70077" h="78772">
                  <a:moveTo>
                    <a:pt x="50220" y="0"/>
                  </a:moveTo>
                  <a:lnTo>
                    <a:pt x="53427" y="4032"/>
                  </a:lnTo>
                  <a:lnTo>
                    <a:pt x="53875" y="5894"/>
                  </a:lnTo>
                  <a:lnTo>
                    <a:pt x="50577" y="6784"/>
                  </a:lnTo>
                  <a:lnTo>
                    <a:pt x="52257" y="12836"/>
                  </a:lnTo>
                  <a:lnTo>
                    <a:pt x="55962" y="12588"/>
                  </a:lnTo>
                  <a:lnTo>
                    <a:pt x="56242" y="19355"/>
                  </a:lnTo>
                  <a:lnTo>
                    <a:pt x="62354" y="19125"/>
                  </a:lnTo>
                  <a:lnTo>
                    <a:pt x="67058" y="22514"/>
                  </a:lnTo>
                  <a:lnTo>
                    <a:pt x="66317" y="25572"/>
                  </a:lnTo>
                  <a:lnTo>
                    <a:pt x="69422" y="31236"/>
                  </a:lnTo>
                  <a:lnTo>
                    <a:pt x="70077" y="36177"/>
                  </a:lnTo>
                  <a:lnTo>
                    <a:pt x="63858" y="42263"/>
                  </a:lnTo>
                  <a:lnTo>
                    <a:pt x="66041" y="45537"/>
                  </a:lnTo>
                  <a:lnTo>
                    <a:pt x="65401" y="55362"/>
                  </a:lnTo>
                  <a:lnTo>
                    <a:pt x="60612" y="62738"/>
                  </a:lnTo>
                  <a:lnTo>
                    <a:pt x="63409" y="64949"/>
                  </a:lnTo>
                  <a:lnTo>
                    <a:pt x="68563" y="77732"/>
                  </a:lnTo>
                  <a:lnTo>
                    <a:pt x="66466" y="78459"/>
                  </a:lnTo>
                  <a:lnTo>
                    <a:pt x="64149" y="78772"/>
                  </a:lnTo>
                  <a:lnTo>
                    <a:pt x="61228" y="75439"/>
                  </a:lnTo>
                  <a:lnTo>
                    <a:pt x="47703" y="70919"/>
                  </a:lnTo>
                  <a:lnTo>
                    <a:pt x="43161" y="73550"/>
                  </a:lnTo>
                  <a:lnTo>
                    <a:pt x="33236" y="73566"/>
                  </a:lnTo>
                  <a:lnTo>
                    <a:pt x="29466" y="71523"/>
                  </a:lnTo>
                  <a:lnTo>
                    <a:pt x="29936" y="65319"/>
                  </a:lnTo>
                  <a:lnTo>
                    <a:pt x="25538" y="63090"/>
                  </a:lnTo>
                  <a:lnTo>
                    <a:pt x="17315" y="62994"/>
                  </a:lnTo>
                  <a:lnTo>
                    <a:pt x="10149" y="66155"/>
                  </a:lnTo>
                  <a:lnTo>
                    <a:pt x="2202" y="63250"/>
                  </a:lnTo>
                  <a:lnTo>
                    <a:pt x="1317" y="61891"/>
                  </a:lnTo>
                  <a:lnTo>
                    <a:pt x="9212" y="54462"/>
                  </a:lnTo>
                  <a:lnTo>
                    <a:pt x="7424" y="43371"/>
                  </a:lnTo>
                  <a:lnTo>
                    <a:pt x="143" y="43608"/>
                  </a:lnTo>
                  <a:lnTo>
                    <a:pt x="0" y="36596"/>
                  </a:lnTo>
                  <a:lnTo>
                    <a:pt x="1414" y="32134"/>
                  </a:lnTo>
                  <a:lnTo>
                    <a:pt x="2535" y="32372"/>
                  </a:lnTo>
                  <a:lnTo>
                    <a:pt x="10799" y="26049"/>
                  </a:lnTo>
                  <a:lnTo>
                    <a:pt x="4369" y="22137"/>
                  </a:lnTo>
                  <a:lnTo>
                    <a:pt x="10168" y="20642"/>
                  </a:lnTo>
                  <a:lnTo>
                    <a:pt x="11428" y="18847"/>
                  </a:lnTo>
                  <a:lnTo>
                    <a:pt x="13131" y="13664"/>
                  </a:lnTo>
                  <a:lnTo>
                    <a:pt x="11593" y="11351"/>
                  </a:lnTo>
                  <a:lnTo>
                    <a:pt x="9829" y="11737"/>
                  </a:lnTo>
                  <a:lnTo>
                    <a:pt x="9571" y="8889"/>
                  </a:lnTo>
                  <a:lnTo>
                    <a:pt x="15629" y="8326"/>
                  </a:lnTo>
                  <a:lnTo>
                    <a:pt x="15518" y="4613"/>
                  </a:lnTo>
                  <a:lnTo>
                    <a:pt x="17536" y="4768"/>
                  </a:lnTo>
                  <a:lnTo>
                    <a:pt x="20752" y="9694"/>
                  </a:lnTo>
                  <a:lnTo>
                    <a:pt x="23242" y="16544"/>
                  </a:lnTo>
                  <a:lnTo>
                    <a:pt x="27598" y="13467"/>
                  </a:lnTo>
                  <a:lnTo>
                    <a:pt x="26584" y="7520"/>
                  </a:lnTo>
                  <a:lnTo>
                    <a:pt x="33718" y="6403"/>
                  </a:lnTo>
                  <a:lnTo>
                    <a:pt x="33661" y="11868"/>
                  </a:lnTo>
                  <a:lnTo>
                    <a:pt x="39418" y="12855"/>
                  </a:lnTo>
                  <a:lnTo>
                    <a:pt x="41548" y="11977"/>
                  </a:lnTo>
                  <a:lnTo>
                    <a:pt x="43095" y="13952"/>
                  </a:lnTo>
                  <a:lnTo>
                    <a:pt x="43649" y="7860"/>
                  </a:lnTo>
                  <a:lnTo>
                    <a:pt x="45428" y="84"/>
                  </a:lnTo>
                  <a:lnTo>
                    <a:pt x="49511" y="51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ph8783"/>
            <p:cNvSpPr/>
            <p:nvPr/>
          </p:nvSpPr>
          <p:spPr>
            <a:xfrm>
              <a:off x="11069003" y="2608845"/>
              <a:ext cx="16430" cy="14568"/>
            </a:xfrm>
            <a:custGeom>
              <a:avLst/>
              <a:pathLst>
                <a:path w="16430" h="14568">
                  <a:moveTo>
                    <a:pt x="3544" y="1078"/>
                  </a:moveTo>
                  <a:lnTo>
                    <a:pt x="8818" y="542"/>
                  </a:lnTo>
                  <a:lnTo>
                    <a:pt x="13981" y="944"/>
                  </a:lnTo>
                  <a:lnTo>
                    <a:pt x="14806" y="2780"/>
                  </a:lnTo>
                  <a:lnTo>
                    <a:pt x="14033" y="9911"/>
                  </a:lnTo>
                  <a:lnTo>
                    <a:pt x="16430" y="11787"/>
                  </a:lnTo>
                  <a:lnTo>
                    <a:pt x="16346" y="13896"/>
                  </a:lnTo>
                  <a:lnTo>
                    <a:pt x="15569" y="14568"/>
                  </a:lnTo>
                  <a:lnTo>
                    <a:pt x="9975" y="12896"/>
                  </a:lnTo>
                  <a:lnTo>
                    <a:pt x="5751" y="7229"/>
                  </a:lnTo>
                  <a:lnTo>
                    <a:pt x="2483" y="4595"/>
                  </a:lnTo>
                  <a:lnTo>
                    <a:pt x="0" y="3637"/>
                  </a:lnTo>
                  <a:lnTo>
                    <a:pt x="1259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4" name="ph8784"/>
            <p:cNvSpPr/>
            <p:nvPr/>
          </p:nvSpPr>
          <p:spPr>
            <a:xfrm>
              <a:off x="11006575" y="2352929"/>
              <a:ext cx="88031" cy="144258"/>
            </a:xfrm>
            <a:custGeom>
              <a:avLst/>
              <a:pathLst>
                <a:path w="88031" h="144258">
                  <a:moveTo>
                    <a:pt x="85791" y="19298"/>
                  </a:moveTo>
                  <a:lnTo>
                    <a:pt x="83803" y="59646"/>
                  </a:lnTo>
                  <a:lnTo>
                    <a:pt x="84445" y="81293"/>
                  </a:lnTo>
                  <a:lnTo>
                    <a:pt x="84207" y="97245"/>
                  </a:lnTo>
                  <a:lnTo>
                    <a:pt x="82340" y="131129"/>
                  </a:lnTo>
                  <a:lnTo>
                    <a:pt x="82662" y="143651"/>
                  </a:lnTo>
                  <a:lnTo>
                    <a:pt x="78537" y="141421"/>
                  </a:lnTo>
                  <a:lnTo>
                    <a:pt x="77832" y="139153"/>
                  </a:lnTo>
                  <a:lnTo>
                    <a:pt x="78137" y="136760"/>
                  </a:lnTo>
                  <a:lnTo>
                    <a:pt x="77151" y="135976"/>
                  </a:lnTo>
                  <a:lnTo>
                    <a:pt x="72943" y="137315"/>
                  </a:lnTo>
                  <a:lnTo>
                    <a:pt x="72294" y="140930"/>
                  </a:lnTo>
                  <a:lnTo>
                    <a:pt x="69261" y="140749"/>
                  </a:lnTo>
                  <a:lnTo>
                    <a:pt x="68465" y="139236"/>
                  </a:lnTo>
                  <a:lnTo>
                    <a:pt x="66748" y="139033"/>
                  </a:lnTo>
                  <a:lnTo>
                    <a:pt x="64838" y="139900"/>
                  </a:lnTo>
                  <a:lnTo>
                    <a:pt x="63182" y="142289"/>
                  </a:lnTo>
                  <a:lnTo>
                    <a:pt x="61474" y="142201"/>
                  </a:lnTo>
                  <a:lnTo>
                    <a:pt x="58623" y="140765"/>
                  </a:lnTo>
                  <a:lnTo>
                    <a:pt x="56366" y="136105"/>
                  </a:lnTo>
                  <a:lnTo>
                    <a:pt x="54462" y="136126"/>
                  </a:lnTo>
                  <a:lnTo>
                    <a:pt x="53393" y="137268"/>
                  </a:lnTo>
                  <a:lnTo>
                    <a:pt x="51760" y="137251"/>
                  </a:lnTo>
                  <a:lnTo>
                    <a:pt x="48308" y="135951"/>
                  </a:lnTo>
                  <a:lnTo>
                    <a:pt x="46208" y="133546"/>
                  </a:lnTo>
                  <a:lnTo>
                    <a:pt x="43766" y="133118"/>
                  </a:lnTo>
                  <a:lnTo>
                    <a:pt x="43111" y="133527"/>
                  </a:lnTo>
                  <a:lnTo>
                    <a:pt x="42809" y="135599"/>
                  </a:lnTo>
                  <a:lnTo>
                    <a:pt x="36976" y="134764"/>
                  </a:lnTo>
                  <a:lnTo>
                    <a:pt x="33913" y="136087"/>
                  </a:lnTo>
                  <a:lnTo>
                    <a:pt x="34539" y="138995"/>
                  </a:lnTo>
                  <a:lnTo>
                    <a:pt x="33876" y="142552"/>
                  </a:lnTo>
                  <a:lnTo>
                    <a:pt x="30869" y="143788"/>
                  </a:lnTo>
                  <a:lnTo>
                    <a:pt x="30754" y="142740"/>
                  </a:lnTo>
                  <a:lnTo>
                    <a:pt x="29576" y="142162"/>
                  </a:lnTo>
                  <a:lnTo>
                    <a:pt x="24447" y="144258"/>
                  </a:lnTo>
                  <a:lnTo>
                    <a:pt x="17067" y="137959"/>
                  </a:lnTo>
                  <a:lnTo>
                    <a:pt x="17987" y="132384"/>
                  </a:lnTo>
                  <a:lnTo>
                    <a:pt x="16610" y="129081"/>
                  </a:lnTo>
                  <a:lnTo>
                    <a:pt x="12407" y="128592"/>
                  </a:lnTo>
                  <a:lnTo>
                    <a:pt x="12279" y="129414"/>
                  </a:lnTo>
                  <a:lnTo>
                    <a:pt x="7780" y="128875"/>
                  </a:lnTo>
                  <a:lnTo>
                    <a:pt x="9018" y="124645"/>
                  </a:lnTo>
                  <a:lnTo>
                    <a:pt x="11120" y="121258"/>
                  </a:lnTo>
                  <a:lnTo>
                    <a:pt x="10329" y="117742"/>
                  </a:lnTo>
                  <a:lnTo>
                    <a:pt x="4971" y="110915"/>
                  </a:lnTo>
                  <a:lnTo>
                    <a:pt x="0" y="105945"/>
                  </a:lnTo>
                  <a:lnTo>
                    <a:pt x="1593" y="92039"/>
                  </a:lnTo>
                  <a:lnTo>
                    <a:pt x="5166" y="92383"/>
                  </a:lnTo>
                  <a:lnTo>
                    <a:pt x="5658" y="86156"/>
                  </a:lnTo>
                  <a:lnTo>
                    <a:pt x="2826" y="81039"/>
                  </a:lnTo>
                  <a:lnTo>
                    <a:pt x="26360" y="67532"/>
                  </a:lnTo>
                  <a:lnTo>
                    <a:pt x="31321" y="62624"/>
                  </a:lnTo>
                  <a:lnTo>
                    <a:pt x="29612" y="62739"/>
                  </a:lnTo>
                  <a:lnTo>
                    <a:pt x="29016" y="61731"/>
                  </a:lnTo>
                  <a:lnTo>
                    <a:pt x="30184" y="58796"/>
                  </a:lnTo>
                  <a:lnTo>
                    <a:pt x="31843" y="57637"/>
                  </a:lnTo>
                  <a:lnTo>
                    <a:pt x="33539" y="57535"/>
                  </a:lnTo>
                  <a:lnTo>
                    <a:pt x="34227" y="54115"/>
                  </a:lnTo>
                  <a:lnTo>
                    <a:pt x="32827" y="51791"/>
                  </a:lnTo>
                  <a:lnTo>
                    <a:pt x="39424" y="51568"/>
                  </a:lnTo>
                  <a:lnTo>
                    <a:pt x="40007" y="44632"/>
                  </a:lnTo>
                  <a:lnTo>
                    <a:pt x="49162" y="44422"/>
                  </a:lnTo>
                  <a:lnTo>
                    <a:pt x="54371" y="43350"/>
                  </a:lnTo>
                  <a:lnTo>
                    <a:pt x="46181" y="37915"/>
                  </a:lnTo>
                  <a:lnTo>
                    <a:pt x="51899" y="26716"/>
                  </a:lnTo>
                  <a:lnTo>
                    <a:pt x="51689" y="19671"/>
                  </a:lnTo>
                  <a:lnTo>
                    <a:pt x="70432" y="5850"/>
                  </a:lnTo>
                  <a:lnTo>
                    <a:pt x="71870" y="7887"/>
                  </a:lnTo>
                  <a:lnTo>
                    <a:pt x="75333" y="8062"/>
                  </a:lnTo>
                  <a:lnTo>
                    <a:pt x="78019" y="6742"/>
                  </a:lnTo>
                  <a:lnTo>
                    <a:pt x="80816" y="3512"/>
                  </a:lnTo>
                  <a:lnTo>
                    <a:pt x="81250" y="253"/>
                  </a:lnTo>
                  <a:lnTo>
                    <a:pt x="8803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ph8785"/>
            <p:cNvSpPr/>
            <p:nvPr/>
          </p:nvSpPr>
          <p:spPr>
            <a:xfrm>
              <a:off x="10944480" y="2130412"/>
              <a:ext cx="36594" cy="48804"/>
            </a:xfrm>
            <a:custGeom>
              <a:avLst/>
              <a:pathLst>
                <a:path w="36594" h="48804">
                  <a:moveTo>
                    <a:pt x="10219" y="0"/>
                  </a:moveTo>
                  <a:lnTo>
                    <a:pt x="13803" y="2515"/>
                  </a:lnTo>
                  <a:lnTo>
                    <a:pt x="20749" y="715"/>
                  </a:lnTo>
                  <a:lnTo>
                    <a:pt x="22861" y="1056"/>
                  </a:lnTo>
                  <a:lnTo>
                    <a:pt x="26835" y="6041"/>
                  </a:lnTo>
                  <a:lnTo>
                    <a:pt x="33192" y="11370"/>
                  </a:lnTo>
                  <a:lnTo>
                    <a:pt x="36389" y="13216"/>
                  </a:lnTo>
                  <a:lnTo>
                    <a:pt x="36594" y="14943"/>
                  </a:lnTo>
                  <a:lnTo>
                    <a:pt x="35813" y="13534"/>
                  </a:lnTo>
                  <a:lnTo>
                    <a:pt x="34738" y="14419"/>
                  </a:lnTo>
                  <a:lnTo>
                    <a:pt x="33471" y="20506"/>
                  </a:lnTo>
                  <a:lnTo>
                    <a:pt x="32550" y="20827"/>
                  </a:lnTo>
                  <a:lnTo>
                    <a:pt x="30066" y="24376"/>
                  </a:lnTo>
                  <a:lnTo>
                    <a:pt x="31989" y="28669"/>
                  </a:lnTo>
                  <a:lnTo>
                    <a:pt x="32054" y="31647"/>
                  </a:lnTo>
                  <a:lnTo>
                    <a:pt x="30424" y="31687"/>
                  </a:lnTo>
                  <a:lnTo>
                    <a:pt x="28023" y="33472"/>
                  </a:lnTo>
                  <a:lnTo>
                    <a:pt x="28053" y="35588"/>
                  </a:lnTo>
                  <a:lnTo>
                    <a:pt x="29156" y="36629"/>
                  </a:lnTo>
                  <a:lnTo>
                    <a:pt x="30481" y="36622"/>
                  </a:lnTo>
                  <a:lnTo>
                    <a:pt x="31472" y="38822"/>
                  </a:lnTo>
                  <a:lnTo>
                    <a:pt x="31065" y="40268"/>
                  </a:lnTo>
                  <a:lnTo>
                    <a:pt x="21707" y="39182"/>
                  </a:lnTo>
                  <a:lnTo>
                    <a:pt x="19329" y="41987"/>
                  </a:lnTo>
                  <a:lnTo>
                    <a:pt x="13578" y="48804"/>
                  </a:lnTo>
                  <a:lnTo>
                    <a:pt x="0" y="32927"/>
                  </a:lnTo>
                  <a:lnTo>
                    <a:pt x="8325" y="9642"/>
                  </a:lnTo>
                  <a:lnTo>
                    <a:pt x="7488" y="102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h8786"/>
            <p:cNvSpPr/>
            <p:nvPr/>
          </p:nvSpPr>
          <p:spPr>
            <a:xfrm>
              <a:off x="10927898" y="2279191"/>
              <a:ext cx="85740" cy="47500"/>
            </a:xfrm>
            <a:custGeom>
              <a:avLst/>
              <a:pathLst>
                <a:path w="85740" h="47500">
                  <a:moveTo>
                    <a:pt x="36441" y="3273"/>
                  </a:moveTo>
                  <a:lnTo>
                    <a:pt x="49990" y="5360"/>
                  </a:lnTo>
                  <a:lnTo>
                    <a:pt x="49870" y="8830"/>
                  </a:lnTo>
                  <a:lnTo>
                    <a:pt x="48492" y="8071"/>
                  </a:lnTo>
                  <a:lnTo>
                    <a:pt x="47689" y="11616"/>
                  </a:lnTo>
                  <a:lnTo>
                    <a:pt x="52425" y="13023"/>
                  </a:lnTo>
                  <a:lnTo>
                    <a:pt x="57372" y="9370"/>
                  </a:lnTo>
                  <a:lnTo>
                    <a:pt x="66151" y="10655"/>
                  </a:lnTo>
                  <a:lnTo>
                    <a:pt x="65645" y="17809"/>
                  </a:lnTo>
                  <a:lnTo>
                    <a:pt x="69541" y="20159"/>
                  </a:lnTo>
                  <a:lnTo>
                    <a:pt x="70165" y="24499"/>
                  </a:lnTo>
                  <a:lnTo>
                    <a:pt x="83706" y="22243"/>
                  </a:lnTo>
                  <a:lnTo>
                    <a:pt x="83995" y="21421"/>
                  </a:lnTo>
                  <a:lnTo>
                    <a:pt x="85740" y="23615"/>
                  </a:lnTo>
                  <a:lnTo>
                    <a:pt x="83896" y="25368"/>
                  </a:lnTo>
                  <a:lnTo>
                    <a:pt x="84294" y="26099"/>
                  </a:lnTo>
                  <a:lnTo>
                    <a:pt x="78018" y="30281"/>
                  </a:lnTo>
                  <a:lnTo>
                    <a:pt x="78033" y="32756"/>
                  </a:lnTo>
                  <a:lnTo>
                    <a:pt x="73313" y="32170"/>
                  </a:lnTo>
                  <a:lnTo>
                    <a:pt x="72902" y="30607"/>
                  </a:lnTo>
                  <a:lnTo>
                    <a:pt x="66216" y="33550"/>
                  </a:lnTo>
                  <a:lnTo>
                    <a:pt x="62949" y="37529"/>
                  </a:lnTo>
                  <a:lnTo>
                    <a:pt x="54802" y="45218"/>
                  </a:lnTo>
                  <a:lnTo>
                    <a:pt x="54351" y="47500"/>
                  </a:lnTo>
                  <a:lnTo>
                    <a:pt x="43954" y="45483"/>
                  </a:lnTo>
                  <a:lnTo>
                    <a:pt x="39637" y="45914"/>
                  </a:lnTo>
                  <a:lnTo>
                    <a:pt x="40003" y="42626"/>
                  </a:lnTo>
                  <a:lnTo>
                    <a:pt x="30615" y="41370"/>
                  </a:lnTo>
                  <a:lnTo>
                    <a:pt x="30636" y="42658"/>
                  </a:lnTo>
                  <a:lnTo>
                    <a:pt x="27344" y="41830"/>
                  </a:lnTo>
                  <a:lnTo>
                    <a:pt x="27103" y="32759"/>
                  </a:lnTo>
                  <a:lnTo>
                    <a:pt x="22181" y="29743"/>
                  </a:lnTo>
                  <a:lnTo>
                    <a:pt x="22376" y="33679"/>
                  </a:lnTo>
                  <a:lnTo>
                    <a:pt x="20036" y="34293"/>
                  </a:lnTo>
                  <a:lnTo>
                    <a:pt x="19060" y="32883"/>
                  </a:lnTo>
                  <a:lnTo>
                    <a:pt x="14440" y="32332"/>
                  </a:lnTo>
                  <a:lnTo>
                    <a:pt x="9966" y="34667"/>
                  </a:lnTo>
                  <a:lnTo>
                    <a:pt x="5117" y="34176"/>
                  </a:lnTo>
                  <a:lnTo>
                    <a:pt x="4900" y="33358"/>
                  </a:lnTo>
                  <a:lnTo>
                    <a:pt x="0" y="32029"/>
                  </a:lnTo>
                  <a:lnTo>
                    <a:pt x="4868" y="25772"/>
                  </a:lnTo>
                  <a:lnTo>
                    <a:pt x="2258" y="14457"/>
                  </a:lnTo>
                  <a:lnTo>
                    <a:pt x="4573" y="12016"/>
                  </a:lnTo>
                  <a:lnTo>
                    <a:pt x="3698" y="10261"/>
                  </a:lnTo>
                  <a:lnTo>
                    <a:pt x="11164" y="8143"/>
                  </a:lnTo>
                  <a:lnTo>
                    <a:pt x="13171" y="6194"/>
                  </a:lnTo>
                  <a:lnTo>
                    <a:pt x="14463" y="1666"/>
                  </a:lnTo>
                  <a:lnTo>
                    <a:pt x="15464" y="1010"/>
                  </a:lnTo>
                  <a:lnTo>
                    <a:pt x="17692" y="1206"/>
                  </a:lnTo>
                  <a:lnTo>
                    <a:pt x="19346" y="6934"/>
                  </a:lnTo>
                  <a:lnTo>
                    <a:pt x="21199" y="7460"/>
                  </a:lnTo>
                  <a:lnTo>
                    <a:pt x="28843" y="6629"/>
                  </a:lnTo>
                  <a:lnTo>
                    <a:pt x="3631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ph8787"/>
            <p:cNvSpPr/>
            <p:nvPr/>
          </p:nvSpPr>
          <p:spPr>
            <a:xfrm>
              <a:off x="10991769" y="2148001"/>
              <a:ext cx="48517" cy="91650"/>
            </a:xfrm>
            <a:custGeom>
              <a:avLst/>
              <a:pathLst>
                <a:path w="48517" h="91650">
                  <a:moveTo>
                    <a:pt x="15280" y="1071"/>
                  </a:moveTo>
                  <a:lnTo>
                    <a:pt x="18759" y="4409"/>
                  </a:lnTo>
                  <a:lnTo>
                    <a:pt x="34332" y="15644"/>
                  </a:lnTo>
                  <a:lnTo>
                    <a:pt x="36973" y="16812"/>
                  </a:lnTo>
                  <a:lnTo>
                    <a:pt x="46137" y="18818"/>
                  </a:lnTo>
                  <a:lnTo>
                    <a:pt x="45934" y="21450"/>
                  </a:lnTo>
                  <a:lnTo>
                    <a:pt x="47744" y="21983"/>
                  </a:lnTo>
                  <a:lnTo>
                    <a:pt x="46076" y="28277"/>
                  </a:lnTo>
                  <a:lnTo>
                    <a:pt x="48517" y="91381"/>
                  </a:lnTo>
                  <a:lnTo>
                    <a:pt x="39043" y="91650"/>
                  </a:lnTo>
                  <a:lnTo>
                    <a:pt x="39068" y="88142"/>
                  </a:lnTo>
                  <a:lnTo>
                    <a:pt x="36359" y="84769"/>
                  </a:lnTo>
                  <a:lnTo>
                    <a:pt x="32853" y="87838"/>
                  </a:lnTo>
                  <a:lnTo>
                    <a:pt x="32684" y="89373"/>
                  </a:lnTo>
                  <a:lnTo>
                    <a:pt x="29435" y="90194"/>
                  </a:lnTo>
                  <a:lnTo>
                    <a:pt x="24411" y="90537"/>
                  </a:lnTo>
                  <a:lnTo>
                    <a:pt x="23999" y="86822"/>
                  </a:lnTo>
                  <a:lnTo>
                    <a:pt x="18074" y="86137"/>
                  </a:lnTo>
                  <a:lnTo>
                    <a:pt x="17980" y="87019"/>
                  </a:lnTo>
                  <a:lnTo>
                    <a:pt x="1957" y="87413"/>
                  </a:lnTo>
                  <a:lnTo>
                    <a:pt x="1386" y="61649"/>
                  </a:lnTo>
                  <a:lnTo>
                    <a:pt x="96" y="24543"/>
                  </a:lnTo>
                  <a:lnTo>
                    <a:pt x="0" y="22043"/>
                  </a:lnTo>
                  <a:lnTo>
                    <a:pt x="2517" y="21986"/>
                  </a:lnTo>
                  <a:lnTo>
                    <a:pt x="2335" y="13415"/>
                  </a:lnTo>
                  <a:lnTo>
                    <a:pt x="3328" y="12656"/>
                  </a:lnTo>
                  <a:lnTo>
                    <a:pt x="4621" y="1658"/>
                  </a:lnTo>
                  <a:lnTo>
                    <a:pt x="6183" y="280"/>
                  </a:lnTo>
                  <a:lnTo>
                    <a:pt x="8592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8" name="ph8788"/>
            <p:cNvSpPr/>
            <p:nvPr/>
          </p:nvSpPr>
          <p:spPr>
            <a:xfrm>
              <a:off x="11037704" y="2165164"/>
              <a:ext cx="35026" cy="81320"/>
            </a:xfrm>
            <a:custGeom>
              <a:avLst/>
              <a:pathLst>
                <a:path w="35026" h="81320">
                  <a:moveTo>
                    <a:pt x="3819" y="652"/>
                  </a:moveTo>
                  <a:lnTo>
                    <a:pt x="6408" y="1004"/>
                  </a:lnTo>
                  <a:lnTo>
                    <a:pt x="9961" y="2741"/>
                  </a:lnTo>
                  <a:lnTo>
                    <a:pt x="12046" y="2752"/>
                  </a:lnTo>
                  <a:lnTo>
                    <a:pt x="13902" y="0"/>
                  </a:lnTo>
                  <a:lnTo>
                    <a:pt x="19094" y="353"/>
                  </a:lnTo>
                  <a:lnTo>
                    <a:pt x="20556" y="1635"/>
                  </a:lnTo>
                  <a:lnTo>
                    <a:pt x="26791" y="766"/>
                  </a:lnTo>
                  <a:lnTo>
                    <a:pt x="26306" y="1285"/>
                  </a:lnTo>
                  <a:lnTo>
                    <a:pt x="26556" y="8679"/>
                  </a:lnTo>
                  <a:lnTo>
                    <a:pt x="24938" y="15823"/>
                  </a:lnTo>
                  <a:lnTo>
                    <a:pt x="25113" y="21381"/>
                  </a:lnTo>
                  <a:lnTo>
                    <a:pt x="26297" y="24166"/>
                  </a:lnTo>
                  <a:lnTo>
                    <a:pt x="26441" y="30777"/>
                  </a:lnTo>
                  <a:lnTo>
                    <a:pt x="25035" y="36543"/>
                  </a:lnTo>
                  <a:lnTo>
                    <a:pt x="23383" y="36579"/>
                  </a:lnTo>
                  <a:lnTo>
                    <a:pt x="22157" y="41250"/>
                  </a:lnTo>
                  <a:lnTo>
                    <a:pt x="22522" y="51080"/>
                  </a:lnTo>
                  <a:lnTo>
                    <a:pt x="22787" y="53478"/>
                  </a:lnTo>
                  <a:lnTo>
                    <a:pt x="24928" y="53414"/>
                  </a:lnTo>
                  <a:lnTo>
                    <a:pt x="25288" y="66286"/>
                  </a:lnTo>
                  <a:lnTo>
                    <a:pt x="32914" y="66462"/>
                  </a:lnTo>
                  <a:lnTo>
                    <a:pt x="34987" y="67481"/>
                  </a:lnTo>
                  <a:lnTo>
                    <a:pt x="35026" y="69266"/>
                  </a:lnTo>
                  <a:lnTo>
                    <a:pt x="34021" y="71438"/>
                  </a:lnTo>
                  <a:lnTo>
                    <a:pt x="25364" y="80829"/>
                  </a:lnTo>
                  <a:lnTo>
                    <a:pt x="25538" y="81294"/>
                  </a:lnTo>
                  <a:lnTo>
                    <a:pt x="24646" y="81320"/>
                  </a:lnTo>
                  <a:lnTo>
                    <a:pt x="24488" y="76009"/>
                  </a:lnTo>
                  <a:lnTo>
                    <a:pt x="21209" y="73950"/>
                  </a:lnTo>
                  <a:lnTo>
                    <a:pt x="15838" y="74112"/>
                  </a:lnTo>
                  <a:lnTo>
                    <a:pt x="15905" y="76264"/>
                  </a:lnTo>
                  <a:lnTo>
                    <a:pt x="12695" y="76345"/>
                  </a:lnTo>
                  <a:lnTo>
                    <a:pt x="12625" y="73906"/>
                  </a:lnTo>
                  <a:lnTo>
                    <a:pt x="2583" y="74218"/>
                  </a:lnTo>
                  <a:lnTo>
                    <a:pt x="141" y="11114"/>
                  </a:lnTo>
                  <a:lnTo>
                    <a:pt x="1810" y="4820"/>
                  </a:lnTo>
                  <a:lnTo>
                    <a:pt x="0" y="4287"/>
                  </a:lnTo>
                  <a:lnTo>
                    <a:pt x="203" y="1655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9" name="ph8789"/>
            <p:cNvSpPr/>
            <p:nvPr/>
          </p:nvSpPr>
          <p:spPr>
            <a:xfrm>
              <a:off x="10893191" y="2521447"/>
              <a:ext cx="51663" cy="60466"/>
            </a:xfrm>
            <a:custGeom>
              <a:avLst/>
              <a:pathLst>
                <a:path w="51663" h="60466">
                  <a:moveTo>
                    <a:pt x="14971" y="898"/>
                  </a:moveTo>
                  <a:lnTo>
                    <a:pt x="16237" y="4566"/>
                  </a:lnTo>
                  <a:lnTo>
                    <a:pt x="21995" y="4500"/>
                  </a:lnTo>
                  <a:lnTo>
                    <a:pt x="22139" y="9736"/>
                  </a:lnTo>
                  <a:lnTo>
                    <a:pt x="25326" y="14144"/>
                  </a:lnTo>
                  <a:lnTo>
                    <a:pt x="39092" y="18220"/>
                  </a:lnTo>
                  <a:lnTo>
                    <a:pt x="43755" y="17334"/>
                  </a:lnTo>
                  <a:lnTo>
                    <a:pt x="46273" y="21583"/>
                  </a:lnTo>
                  <a:lnTo>
                    <a:pt x="47686" y="27162"/>
                  </a:lnTo>
                  <a:lnTo>
                    <a:pt x="46186" y="28649"/>
                  </a:lnTo>
                  <a:lnTo>
                    <a:pt x="46197" y="29957"/>
                  </a:lnTo>
                  <a:lnTo>
                    <a:pt x="48953" y="30324"/>
                  </a:lnTo>
                  <a:lnTo>
                    <a:pt x="51663" y="37799"/>
                  </a:lnTo>
                  <a:lnTo>
                    <a:pt x="48510" y="37149"/>
                  </a:lnTo>
                  <a:lnTo>
                    <a:pt x="48326" y="38975"/>
                  </a:lnTo>
                  <a:lnTo>
                    <a:pt x="46814" y="38895"/>
                  </a:lnTo>
                  <a:lnTo>
                    <a:pt x="43864" y="45245"/>
                  </a:lnTo>
                  <a:lnTo>
                    <a:pt x="42248" y="45932"/>
                  </a:lnTo>
                  <a:lnTo>
                    <a:pt x="40964" y="48505"/>
                  </a:lnTo>
                  <a:lnTo>
                    <a:pt x="39415" y="56029"/>
                  </a:lnTo>
                  <a:lnTo>
                    <a:pt x="28886" y="60466"/>
                  </a:lnTo>
                  <a:lnTo>
                    <a:pt x="26117" y="55015"/>
                  </a:lnTo>
                  <a:lnTo>
                    <a:pt x="21321" y="55795"/>
                  </a:lnTo>
                  <a:lnTo>
                    <a:pt x="19707" y="50953"/>
                  </a:lnTo>
                  <a:lnTo>
                    <a:pt x="16097" y="51971"/>
                  </a:lnTo>
                  <a:lnTo>
                    <a:pt x="13651" y="51827"/>
                  </a:lnTo>
                  <a:lnTo>
                    <a:pt x="9387" y="42577"/>
                  </a:lnTo>
                  <a:lnTo>
                    <a:pt x="7437" y="41845"/>
                  </a:lnTo>
                  <a:lnTo>
                    <a:pt x="2206" y="42453"/>
                  </a:lnTo>
                  <a:lnTo>
                    <a:pt x="2796" y="44227"/>
                  </a:lnTo>
                  <a:lnTo>
                    <a:pt x="0" y="42016"/>
                  </a:lnTo>
                  <a:lnTo>
                    <a:pt x="4788" y="34640"/>
                  </a:lnTo>
                  <a:lnTo>
                    <a:pt x="5428" y="24815"/>
                  </a:lnTo>
                  <a:lnTo>
                    <a:pt x="3245" y="21541"/>
                  </a:lnTo>
                  <a:lnTo>
                    <a:pt x="9465" y="15455"/>
                  </a:lnTo>
                  <a:lnTo>
                    <a:pt x="8809" y="10514"/>
                  </a:lnTo>
                  <a:lnTo>
                    <a:pt x="5704" y="4850"/>
                  </a:lnTo>
                  <a:lnTo>
                    <a:pt x="6446" y="1792"/>
                  </a:lnTo>
                  <a:lnTo>
                    <a:pt x="9403" y="2607"/>
                  </a:lnTo>
                  <a:lnTo>
                    <a:pt x="10605" y="3251"/>
                  </a:lnTo>
                  <a:lnTo>
                    <a:pt x="10748" y="176"/>
                  </a:lnTo>
                  <a:lnTo>
                    <a:pt x="1276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h8790"/>
            <p:cNvSpPr/>
            <p:nvPr/>
          </p:nvSpPr>
          <p:spPr>
            <a:xfrm>
              <a:off x="10936018" y="2390035"/>
              <a:ext cx="59514" cy="51070"/>
            </a:xfrm>
            <a:custGeom>
              <a:avLst/>
              <a:pathLst>
                <a:path w="59514" h="51070">
                  <a:moveTo>
                    <a:pt x="49712" y="3840"/>
                  </a:moveTo>
                  <a:lnTo>
                    <a:pt x="53534" y="10956"/>
                  </a:lnTo>
                  <a:lnTo>
                    <a:pt x="59514" y="9089"/>
                  </a:lnTo>
                  <a:lnTo>
                    <a:pt x="53041" y="14649"/>
                  </a:lnTo>
                  <a:lnTo>
                    <a:pt x="56131" y="17652"/>
                  </a:lnTo>
                  <a:lnTo>
                    <a:pt x="58061" y="24971"/>
                  </a:lnTo>
                  <a:lnTo>
                    <a:pt x="58327" y="25950"/>
                  </a:lnTo>
                  <a:lnTo>
                    <a:pt x="57684" y="26458"/>
                  </a:lnTo>
                  <a:lnTo>
                    <a:pt x="51765" y="27495"/>
                  </a:lnTo>
                  <a:lnTo>
                    <a:pt x="48304" y="36419"/>
                  </a:lnTo>
                  <a:lnTo>
                    <a:pt x="48258" y="40058"/>
                  </a:lnTo>
                  <a:lnTo>
                    <a:pt x="49266" y="43483"/>
                  </a:lnTo>
                  <a:lnTo>
                    <a:pt x="47040" y="40867"/>
                  </a:lnTo>
                  <a:lnTo>
                    <a:pt x="45649" y="42176"/>
                  </a:lnTo>
                  <a:lnTo>
                    <a:pt x="46855" y="46400"/>
                  </a:lnTo>
                  <a:lnTo>
                    <a:pt x="49445" y="47721"/>
                  </a:lnTo>
                  <a:lnTo>
                    <a:pt x="49948" y="48729"/>
                  </a:lnTo>
                  <a:lnTo>
                    <a:pt x="48283" y="51070"/>
                  </a:lnTo>
                  <a:lnTo>
                    <a:pt x="45669" y="50677"/>
                  </a:lnTo>
                  <a:lnTo>
                    <a:pt x="45367" y="49184"/>
                  </a:lnTo>
                  <a:lnTo>
                    <a:pt x="40504" y="47946"/>
                  </a:lnTo>
                  <a:lnTo>
                    <a:pt x="39188" y="49149"/>
                  </a:lnTo>
                  <a:lnTo>
                    <a:pt x="38520" y="48623"/>
                  </a:lnTo>
                  <a:lnTo>
                    <a:pt x="34406" y="44027"/>
                  </a:lnTo>
                  <a:lnTo>
                    <a:pt x="34403" y="43435"/>
                  </a:lnTo>
                  <a:lnTo>
                    <a:pt x="35261" y="43513"/>
                  </a:lnTo>
                  <a:lnTo>
                    <a:pt x="25237" y="30773"/>
                  </a:lnTo>
                  <a:lnTo>
                    <a:pt x="7922" y="21351"/>
                  </a:lnTo>
                  <a:lnTo>
                    <a:pt x="6664" y="15164"/>
                  </a:lnTo>
                  <a:lnTo>
                    <a:pt x="3906" y="14000"/>
                  </a:lnTo>
                  <a:lnTo>
                    <a:pt x="1812" y="14155"/>
                  </a:lnTo>
                  <a:lnTo>
                    <a:pt x="0" y="13457"/>
                  </a:lnTo>
                  <a:lnTo>
                    <a:pt x="703" y="13546"/>
                  </a:lnTo>
                  <a:lnTo>
                    <a:pt x="2678" y="2451"/>
                  </a:lnTo>
                  <a:lnTo>
                    <a:pt x="21375" y="9573"/>
                  </a:lnTo>
                  <a:lnTo>
                    <a:pt x="22053" y="4174"/>
                  </a:lnTo>
                  <a:lnTo>
                    <a:pt x="19895" y="1728"/>
                  </a:lnTo>
                  <a:lnTo>
                    <a:pt x="25592" y="223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ph8791"/>
            <p:cNvSpPr/>
            <p:nvPr/>
          </p:nvSpPr>
          <p:spPr>
            <a:xfrm>
              <a:off x="10924550" y="2308934"/>
              <a:ext cx="65003" cy="90674"/>
            </a:xfrm>
            <a:custGeom>
              <a:avLst/>
              <a:pathLst>
                <a:path w="65003" h="90674">
                  <a:moveTo>
                    <a:pt x="30451" y="3016"/>
                  </a:moveTo>
                  <a:lnTo>
                    <a:pt x="30691" y="12087"/>
                  </a:lnTo>
                  <a:lnTo>
                    <a:pt x="33984" y="12915"/>
                  </a:lnTo>
                  <a:lnTo>
                    <a:pt x="36345" y="12933"/>
                  </a:lnTo>
                  <a:lnTo>
                    <a:pt x="35333" y="19126"/>
                  </a:lnTo>
                  <a:lnTo>
                    <a:pt x="39641" y="25006"/>
                  </a:lnTo>
                  <a:lnTo>
                    <a:pt x="38480" y="25548"/>
                  </a:lnTo>
                  <a:lnTo>
                    <a:pt x="42595" y="30957"/>
                  </a:lnTo>
                  <a:lnTo>
                    <a:pt x="44730" y="36460"/>
                  </a:lnTo>
                  <a:lnTo>
                    <a:pt x="46271" y="45073"/>
                  </a:lnTo>
                  <a:lnTo>
                    <a:pt x="56310" y="41984"/>
                  </a:lnTo>
                  <a:lnTo>
                    <a:pt x="56714" y="45744"/>
                  </a:lnTo>
                  <a:lnTo>
                    <a:pt x="63601" y="48561"/>
                  </a:lnTo>
                  <a:lnTo>
                    <a:pt x="65003" y="48499"/>
                  </a:lnTo>
                  <a:lnTo>
                    <a:pt x="61703" y="55170"/>
                  </a:lnTo>
                  <a:lnTo>
                    <a:pt x="57292" y="54617"/>
                  </a:lnTo>
                  <a:lnTo>
                    <a:pt x="57106" y="55207"/>
                  </a:lnTo>
                  <a:lnTo>
                    <a:pt x="56668" y="62411"/>
                  </a:lnTo>
                  <a:lnTo>
                    <a:pt x="61180" y="84941"/>
                  </a:lnTo>
                  <a:lnTo>
                    <a:pt x="36227" y="81100"/>
                  </a:lnTo>
                  <a:lnTo>
                    <a:pt x="37060" y="83340"/>
                  </a:lnTo>
                  <a:lnTo>
                    <a:pt x="31363" y="82828"/>
                  </a:lnTo>
                  <a:lnTo>
                    <a:pt x="33521" y="85275"/>
                  </a:lnTo>
                  <a:lnTo>
                    <a:pt x="32843" y="90674"/>
                  </a:lnTo>
                  <a:lnTo>
                    <a:pt x="14146" y="83552"/>
                  </a:lnTo>
                  <a:lnTo>
                    <a:pt x="12601" y="82971"/>
                  </a:lnTo>
                  <a:lnTo>
                    <a:pt x="13305" y="79191"/>
                  </a:lnTo>
                  <a:lnTo>
                    <a:pt x="22365" y="79250"/>
                  </a:lnTo>
                  <a:lnTo>
                    <a:pt x="17599" y="74396"/>
                  </a:lnTo>
                  <a:lnTo>
                    <a:pt x="17576" y="72726"/>
                  </a:lnTo>
                  <a:lnTo>
                    <a:pt x="8012" y="63917"/>
                  </a:lnTo>
                  <a:lnTo>
                    <a:pt x="5140" y="59289"/>
                  </a:lnTo>
                  <a:lnTo>
                    <a:pt x="2266" y="56806"/>
                  </a:lnTo>
                  <a:lnTo>
                    <a:pt x="0" y="56439"/>
                  </a:lnTo>
                  <a:lnTo>
                    <a:pt x="4192" y="49389"/>
                  </a:lnTo>
                  <a:lnTo>
                    <a:pt x="5136" y="49328"/>
                  </a:lnTo>
                  <a:lnTo>
                    <a:pt x="5404" y="39590"/>
                  </a:lnTo>
                  <a:lnTo>
                    <a:pt x="10218" y="33632"/>
                  </a:lnTo>
                  <a:lnTo>
                    <a:pt x="4766" y="33569"/>
                  </a:lnTo>
                  <a:lnTo>
                    <a:pt x="4968" y="30623"/>
                  </a:lnTo>
                  <a:lnTo>
                    <a:pt x="5523" y="30152"/>
                  </a:lnTo>
                  <a:lnTo>
                    <a:pt x="6098" y="17316"/>
                  </a:lnTo>
                  <a:lnTo>
                    <a:pt x="4443" y="18029"/>
                  </a:lnTo>
                  <a:lnTo>
                    <a:pt x="2700" y="13303"/>
                  </a:lnTo>
                  <a:lnTo>
                    <a:pt x="5309" y="12181"/>
                  </a:lnTo>
                  <a:lnTo>
                    <a:pt x="6045" y="12718"/>
                  </a:lnTo>
                  <a:lnTo>
                    <a:pt x="3347" y="2285"/>
                  </a:lnTo>
                  <a:lnTo>
                    <a:pt x="8247" y="3615"/>
                  </a:lnTo>
                  <a:lnTo>
                    <a:pt x="8465" y="4432"/>
                  </a:lnTo>
                  <a:lnTo>
                    <a:pt x="13314" y="4924"/>
                  </a:lnTo>
                  <a:lnTo>
                    <a:pt x="17787" y="2589"/>
                  </a:lnTo>
                  <a:lnTo>
                    <a:pt x="22407" y="3140"/>
                  </a:lnTo>
                  <a:lnTo>
                    <a:pt x="23383" y="4550"/>
                  </a:lnTo>
                  <a:lnTo>
                    <a:pt x="25723" y="3935"/>
                  </a:lnTo>
                  <a:lnTo>
                    <a:pt x="2552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2" name="ph8792"/>
            <p:cNvSpPr/>
            <p:nvPr/>
          </p:nvSpPr>
          <p:spPr>
            <a:xfrm>
              <a:off x="11011795" y="2239114"/>
              <a:ext cx="98531" cy="136169"/>
            </a:xfrm>
            <a:custGeom>
              <a:avLst/>
              <a:pathLst>
                <a:path w="98531" h="136169">
                  <a:moveTo>
                    <a:pt x="50397" y="2059"/>
                  </a:moveTo>
                  <a:lnTo>
                    <a:pt x="50555" y="7370"/>
                  </a:lnTo>
                  <a:lnTo>
                    <a:pt x="51447" y="7344"/>
                  </a:lnTo>
                  <a:lnTo>
                    <a:pt x="55916" y="7274"/>
                  </a:lnTo>
                  <a:lnTo>
                    <a:pt x="58217" y="5369"/>
                  </a:lnTo>
                  <a:lnTo>
                    <a:pt x="60272" y="6554"/>
                  </a:lnTo>
                  <a:lnTo>
                    <a:pt x="75912" y="20882"/>
                  </a:lnTo>
                  <a:lnTo>
                    <a:pt x="75873" y="19660"/>
                  </a:lnTo>
                  <a:lnTo>
                    <a:pt x="81279" y="25133"/>
                  </a:lnTo>
                  <a:lnTo>
                    <a:pt x="98531" y="46448"/>
                  </a:lnTo>
                  <a:lnTo>
                    <a:pt x="91285" y="72416"/>
                  </a:lnTo>
                  <a:lnTo>
                    <a:pt x="85860" y="96494"/>
                  </a:lnTo>
                  <a:lnTo>
                    <a:pt x="82811" y="113815"/>
                  </a:lnTo>
                  <a:lnTo>
                    <a:pt x="76030" y="114068"/>
                  </a:lnTo>
                  <a:lnTo>
                    <a:pt x="75596" y="117327"/>
                  </a:lnTo>
                  <a:lnTo>
                    <a:pt x="72799" y="120557"/>
                  </a:lnTo>
                  <a:lnTo>
                    <a:pt x="70114" y="121877"/>
                  </a:lnTo>
                  <a:lnTo>
                    <a:pt x="66650" y="121702"/>
                  </a:lnTo>
                  <a:lnTo>
                    <a:pt x="65212" y="119666"/>
                  </a:lnTo>
                  <a:lnTo>
                    <a:pt x="46470" y="133486"/>
                  </a:lnTo>
                  <a:lnTo>
                    <a:pt x="42827" y="136169"/>
                  </a:lnTo>
                  <a:lnTo>
                    <a:pt x="41118" y="133357"/>
                  </a:lnTo>
                  <a:lnTo>
                    <a:pt x="47182" y="128422"/>
                  </a:lnTo>
                  <a:lnTo>
                    <a:pt x="46234" y="123748"/>
                  </a:lnTo>
                  <a:lnTo>
                    <a:pt x="36256" y="124225"/>
                  </a:lnTo>
                  <a:lnTo>
                    <a:pt x="36148" y="122345"/>
                  </a:lnTo>
                  <a:lnTo>
                    <a:pt x="28191" y="122017"/>
                  </a:lnTo>
                  <a:lnTo>
                    <a:pt x="28050" y="117290"/>
                  </a:lnTo>
                  <a:lnTo>
                    <a:pt x="27977" y="115257"/>
                  </a:lnTo>
                  <a:lnTo>
                    <a:pt x="32354" y="116018"/>
                  </a:lnTo>
                  <a:lnTo>
                    <a:pt x="37141" y="112114"/>
                  </a:lnTo>
                  <a:lnTo>
                    <a:pt x="32698" y="103959"/>
                  </a:lnTo>
                  <a:lnTo>
                    <a:pt x="31508" y="105012"/>
                  </a:lnTo>
                  <a:lnTo>
                    <a:pt x="28243" y="103195"/>
                  </a:lnTo>
                  <a:lnTo>
                    <a:pt x="23626" y="98198"/>
                  </a:lnTo>
                  <a:lnTo>
                    <a:pt x="22120" y="98907"/>
                  </a:lnTo>
                  <a:lnTo>
                    <a:pt x="20399" y="101215"/>
                  </a:lnTo>
                  <a:lnTo>
                    <a:pt x="17190" y="102504"/>
                  </a:lnTo>
                  <a:lnTo>
                    <a:pt x="12570" y="97439"/>
                  </a:lnTo>
                  <a:lnTo>
                    <a:pt x="15958" y="91950"/>
                  </a:lnTo>
                  <a:lnTo>
                    <a:pt x="10852" y="75787"/>
                  </a:lnTo>
                  <a:lnTo>
                    <a:pt x="5825" y="70812"/>
                  </a:lnTo>
                  <a:lnTo>
                    <a:pt x="2431" y="69300"/>
                  </a:lnTo>
                  <a:lnTo>
                    <a:pt x="398" y="66176"/>
                  </a:lnTo>
                  <a:lnTo>
                    <a:pt x="0" y="65446"/>
                  </a:lnTo>
                  <a:lnTo>
                    <a:pt x="1844" y="63692"/>
                  </a:lnTo>
                  <a:lnTo>
                    <a:pt x="98" y="61498"/>
                  </a:lnTo>
                  <a:lnTo>
                    <a:pt x="2092" y="57040"/>
                  </a:lnTo>
                  <a:lnTo>
                    <a:pt x="4617" y="45212"/>
                  </a:lnTo>
                  <a:lnTo>
                    <a:pt x="8433" y="44301"/>
                  </a:lnTo>
                  <a:lnTo>
                    <a:pt x="10939" y="41404"/>
                  </a:lnTo>
                  <a:lnTo>
                    <a:pt x="11666" y="35004"/>
                  </a:lnTo>
                  <a:lnTo>
                    <a:pt x="18714" y="34967"/>
                  </a:lnTo>
                  <a:lnTo>
                    <a:pt x="19693" y="31266"/>
                  </a:lnTo>
                  <a:lnTo>
                    <a:pt x="21978" y="27976"/>
                  </a:lnTo>
                  <a:lnTo>
                    <a:pt x="23114" y="26970"/>
                  </a:lnTo>
                  <a:lnTo>
                    <a:pt x="26330" y="27172"/>
                  </a:lnTo>
                  <a:lnTo>
                    <a:pt x="26616" y="22500"/>
                  </a:lnTo>
                  <a:lnTo>
                    <a:pt x="33775" y="22938"/>
                  </a:lnTo>
                  <a:lnTo>
                    <a:pt x="33597" y="16498"/>
                  </a:lnTo>
                  <a:lnTo>
                    <a:pt x="36838" y="17024"/>
                  </a:lnTo>
                  <a:lnTo>
                    <a:pt x="38870" y="12058"/>
                  </a:lnTo>
                  <a:lnTo>
                    <a:pt x="38604" y="2395"/>
                  </a:lnTo>
                  <a:lnTo>
                    <a:pt x="41814" y="2314"/>
                  </a:lnTo>
                  <a:lnTo>
                    <a:pt x="41747" y="162"/>
                  </a:lnTo>
                  <a:lnTo>
                    <a:pt x="4711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3" name="ph8793"/>
            <p:cNvSpPr/>
            <p:nvPr/>
          </p:nvSpPr>
          <p:spPr>
            <a:xfrm>
              <a:off x="11063068" y="2165504"/>
              <a:ext cx="84140" cy="120058"/>
            </a:xfrm>
            <a:custGeom>
              <a:avLst/>
              <a:pathLst>
                <a:path w="84140" h="120058">
                  <a:moveTo>
                    <a:pt x="18658" y="3161"/>
                  </a:moveTo>
                  <a:lnTo>
                    <a:pt x="26539" y="3461"/>
                  </a:lnTo>
                  <a:lnTo>
                    <a:pt x="30655" y="4773"/>
                  </a:lnTo>
                  <a:lnTo>
                    <a:pt x="34696" y="11366"/>
                  </a:lnTo>
                  <a:lnTo>
                    <a:pt x="40795" y="13932"/>
                  </a:lnTo>
                  <a:lnTo>
                    <a:pt x="42282" y="15507"/>
                  </a:lnTo>
                  <a:lnTo>
                    <a:pt x="43652" y="19546"/>
                  </a:lnTo>
                  <a:lnTo>
                    <a:pt x="47642" y="20314"/>
                  </a:lnTo>
                  <a:lnTo>
                    <a:pt x="49350" y="19648"/>
                  </a:lnTo>
                  <a:lnTo>
                    <a:pt x="50825" y="20256"/>
                  </a:lnTo>
                  <a:lnTo>
                    <a:pt x="52104" y="23770"/>
                  </a:lnTo>
                  <a:lnTo>
                    <a:pt x="56290" y="24943"/>
                  </a:lnTo>
                  <a:lnTo>
                    <a:pt x="59924" y="24316"/>
                  </a:lnTo>
                  <a:lnTo>
                    <a:pt x="60913" y="21003"/>
                  </a:lnTo>
                  <a:lnTo>
                    <a:pt x="59284" y="16500"/>
                  </a:lnTo>
                  <a:lnTo>
                    <a:pt x="61879" y="14398"/>
                  </a:lnTo>
                  <a:lnTo>
                    <a:pt x="65821" y="13516"/>
                  </a:lnTo>
                  <a:lnTo>
                    <a:pt x="69738" y="10869"/>
                  </a:lnTo>
                  <a:lnTo>
                    <a:pt x="80333" y="9373"/>
                  </a:lnTo>
                  <a:lnTo>
                    <a:pt x="82377" y="9306"/>
                  </a:lnTo>
                  <a:lnTo>
                    <a:pt x="83713" y="10078"/>
                  </a:lnTo>
                  <a:lnTo>
                    <a:pt x="84140" y="17481"/>
                  </a:lnTo>
                  <a:lnTo>
                    <a:pt x="83352" y="28723"/>
                  </a:lnTo>
                  <a:lnTo>
                    <a:pt x="82217" y="37735"/>
                  </a:lnTo>
                  <a:lnTo>
                    <a:pt x="79844" y="46499"/>
                  </a:lnTo>
                  <a:lnTo>
                    <a:pt x="54733" y="99736"/>
                  </a:lnTo>
                  <a:lnTo>
                    <a:pt x="47258" y="120058"/>
                  </a:lnTo>
                  <a:lnTo>
                    <a:pt x="30005" y="98743"/>
                  </a:lnTo>
                  <a:lnTo>
                    <a:pt x="24599" y="93269"/>
                  </a:lnTo>
                  <a:lnTo>
                    <a:pt x="24638" y="94492"/>
                  </a:lnTo>
                  <a:lnTo>
                    <a:pt x="8999" y="80164"/>
                  </a:lnTo>
                  <a:lnTo>
                    <a:pt x="6943" y="78979"/>
                  </a:lnTo>
                  <a:lnTo>
                    <a:pt x="4643" y="80884"/>
                  </a:lnTo>
                  <a:lnTo>
                    <a:pt x="173" y="80954"/>
                  </a:lnTo>
                  <a:lnTo>
                    <a:pt x="0" y="80489"/>
                  </a:lnTo>
                  <a:lnTo>
                    <a:pt x="8656" y="71098"/>
                  </a:lnTo>
                  <a:lnTo>
                    <a:pt x="9661" y="68925"/>
                  </a:lnTo>
                  <a:lnTo>
                    <a:pt x="9622" y="67141"/>
                  </a:lnTo>
                  <a:lnTo>
                    <a:pt x="7549" y="66122"/>
                  </a:lnTo>
                  <a:lnTo>
                    <a:pt x="21835" y="65727"/>
                  </a:lnTo>
                  <a:lnTo>
                    <a:pt x="20832" y="29011"/>
                  </a:lnTo>
                  <a:lnTo>
                    <a:pt x="13153" y="19777"/>
                  </a:lnTo>
                  <a:lnTo>
                    <a:pt x="6990" y="16951"/>
                  </a:lnTo>
                  <a:lnTo>
                    <a:pt x="975" y="15148"/>
                  </a:lnTo>
                  <a:lnTo>
                    <a:pt x="838" y="11602"/>
                  </a:lnTo>
                  <a:lnTo>
                    <a:pt x="1928" y="11562"/>
                  </a:lnTo>
                  <a:lnTo>
                    <a:pt x="1556" y="4093"/>
                  </a:lnTo>
                  <a:lnTo>
                    <a:pt x="2073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h8794"/>
            <p:cNvSpPr/>
            <p:nvPr/>
          </p:nvSpPr>
          <p:spPr>
            <a:xfrm>
              <a:off x="10958514" y="2320562"/>
              <a:ext cx="31040" cy="36934"/>
            </a:xfrm>
            <a:custGeom>
              <a:avLst/>
              <a:pathLst>
                <a:path w="31040" h="36934">
                  <a:moveTo>
                    <a:pt x="9387" y="1255"/>
                  </a:moveTo>
                  <a:lnTo>
                    <a:pt x="9021" y="4543"/>
                  </a:lnTo>
                  <a:lnTo>
                    <a:pt x="13338" y="4112"/>
                  </a:lnTo>
                  <a:lnTo>
                    <a:pt x="23735" y="6130"/>
                  </a:lnTo>
                  <a:lnTo>
                    <a:pt x="24186" y="3848"/>
                  </a:lnTo>
                  <a:lnTo>
                    <a:pt x="27823" y="6353"/>
                  </a:lnTo>
                  <a:lnTo>
                    <a:pt x="28926" y="5058"/>
                  </a:lnTo>
                  <a:lnTo>
                    <a:pt x="28865" y="11574"/>
                  </a:lnTo>
                  <a:lnTo>
                    <a:pt x="25675" y="16827"/>
                  </a:lnTo>
                  <a:lnTo>
                    <a:pt x="25556" y="20742"/>
                  </a:lnTo>
                  <a:lnTo>
                    <a:pt x="25823" y="23338"/>
                  </a:lnTo>
                  <a:lnTo>
                    <a:pt x="30651" y="24676"/>
                  </a:lnTo>
                  <a:lnTo>
                    <a:pt x="29821" y="32398"/>
                  </a:lnTo>
                  <a:lnTo>
                    <a:pt x="31040" y="36872"/>
                  </a:lnTo>
                  <a:lnTo>
                    <a:pt x="29638" y="36934"/>
                  </a:lnTo>
                  <a:lnTo>
                    <a:pt x="22751" y="34117"/>
                  </a:lnTo>
                  <a:lnTo>
                    <a:pt x="22346" y="30357"/>
                  </a:lnTo>
                  <a:lnTo>
                    <a:pt x="12308" y="33446"/>
                  </a:lnTo>
                  <a:lnTo>
                    <a:pt x="10767" y="24832"/>
                  </a:lnTo>
                  <a:lnTo>
                    <a:pt x="8631" y="19329"/>
                  </a:lnTo>
                  <a:lnTo>
                    <a:pt x="4517" y="13921"/>
                  </a:lnTo>
                  <a:lnTo>
                    <a:pt x="5678" y="13378"/>
                  </a:lnTo>
                  <a:lnTo>
                    <a:pt x="1370" y="7498"/>
                  </a:lnTo>
                  <a:lnTo>
                    <a:pt x="2382" y="1306"/>
                  </a:lnTo>
                  <a:lnTo>
                    <a:pt x="20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ph8795"/>
            <p:cNvSpPr/>
            <p:nvPr/>
          </p:nvSpPr>
          <p:spPr>
            <a:xfrm>
              <a:off x="10922077" y="2577476"/>
              <a:ext cx="21933" cy="25644"/>
            </a:xfrm>
            <a:custGeom>
              <a:avLst/>
              <a:pathLst>
                <a:path w="21933" h="25644">
                  <a:moveTo>
                    <a:pt x="17506" y="9605"/>
                  </a:moveTo>
                  <a:lnTo>
                    <a:pt x="19739" y="14290"/>
                  </a:lnTo>
                  <a:lnTo>
                    <a:pt x="21933" y="21440"/>
                  </a:lnTo>
                  <a:lnTo>
                    <a:pt x="21495" y="25644"/>
                  </a:lnTo>
                  <a:lnTo>
                    <a:pt x="8480" y="25200"/>
                  </a:lnTo>
                  <a:lnTo>
                    <a:pt x="7975" y="25181"/>
                  </a:lnTo>
                  <a:lnTo>
                    <a:pt x="4938" y="18471"/>
                  </a:lnTo>
                  <a:lnTo>
                    <a:pt x="3815" y="13323"/>
                  </a:lnTo>
                  <a:lnTo>
                    <a:pt x="0" y="4437"/>
                  </a:lnTo>
                  <a:lnTo>
                    <a:pt x="1052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6" name="ph8796"/>
            <p:cNvSpPr/>
            <p:nvPr/>
          </p:nvSpPr>
          <p:spPr>
            <a:xfrm>
              <a:off x="10941517" y="2549203"/>
              <a:ext cx="70952" cy="58971"/>
            </a:xfrm>
            <a:custGeom>
              <a:avLst/>
              <a:pathLst>
                <a:path w="70952" h="58971">
                  <a:moveTo>
                    <a:pt x="3675" y="755"/>
                  </a:moveTo>
                  <a:lnTo>
                    <a:pt x="5861" y="3048"/>
                  </a:lnTo>
                  <a:lnTo>
                    <a:pt x="10076" y="2483"/>
                  </a:lnTo>
                  <a:lnTo>
                    <a:pt x="11875" y="2944"/>
                  </a:lnTo>
                  <a:lnTo>
                    <a:pt x="16877" y="4371"/>
                  </a:lnTo>
                  <a:lnTo>
                    <a:pt x="19500" y="6264"/>
                  </a:lnTo>
                  <a:lnTo>
                    <a:pt x="24209" y="6167"/>
                  </a:lnTo>
                  <a:lnTo>
                    <a:pt x="24044" y="7562"/>
                  </a:lnTo>
                  <a:lnTo>
                    <a:pt x="25928" y="8888"/>
                  </a:lnTo>
                  <a:lnTo>
                    <a:pt x="28173" y="8463"/>
                  </a:lnTo>
                  <a:lnTo>
                    <a:pt x="27874" y="7185"/>
                  </a:lnTo>
                  <a:lnTo>
                    <a:pt x="28788" y="6684"/>
                  </a:lnTo>
                  <a:lnTo>
                    <a:pt x="30615" y="8260"/>
                  </a:lnTo>
                  <a:lnTo>
                    <a:pt x="30909" y="16785"/>
                  </a:lnTo>
                  <a:lnTo>
                    <a:pt x="29793" y="16595"/>
                  </a:lnTo>
                  <a:lnTo>
                    <a:pt x="28157" y="29071"/>
                  </a:lnTo>
                  <a:lnTo>
                    <a:pt x="33234" y="32346"/>
                  </a:lnTo>
                  <a:lnTo>
                    <a:pt x="34787" y="32038"/>
                  </a:lnTo>
                  <a:lnTo>
                    <a:pt x="38619" y="28840"/>
                  </a:lnTo>
                  <a:lnTo>
                    <a:pt x="40494" y="29841"/>
                  </a:lnTo>
                  <a:lnTo>
                    <a:pt x="48836" y="30025"/>
                  </a:lnTo>
                  <a:lnTo>
                    <a:pt x="49259" y="26837"/>
                  </a:lnTo>
                  <a:lnTo>
                    <a:pt x="54999" y="29904"/>
                  </a:lnTo>
                  <a:lnTo>
                    <a:pt x="64951" y="31856"/>
                  </a:lnTo>
                  <a:lnTo>
                    <a:pt x="65968" y="33579"/>
                  </a:lnTo>
                  <a:lnTo>
                    <a:pt x="65397" y="38934"/>
                  </a:lnTo>
                  <a:lnTo>
                    <a:pt x="64529" y="39683"/>
                  </a:lnTo>
                  <a:lnTo>
                    <a:pt x="65577" y="45667"/>
                  </a:lnTo>
                  <a:lnTo>
                    <a:pt x="67804" y="47139"/>
                  </a:lnTo>
                  <a:lnTo>
                    <a:pt x="68991" y="46832"/>
                  </a:lnTo>
                  <a:lnTo>
                    <a:pt x="70952" y="49914"/>
                  </a:lnTo>
                  <a:lnTo>
                    <a:pt x="67346" y="52325"/>
                  </a:lnTo>
                  <a:lnTo>
                    <a:pt x="61321" y="54037"/>
                  </a:lnTo>
                  <a:lnTo>
                    <a:pt x="51097" y="52980"/>
                  </a:lnTo>
                  <a:lnTo>
                    <a:pt x="47797" y="53425"/>
                  </a:lnTo>
                  <a:lnTo>
                    <a:pt x="41669" y="57816"/>
                  </a:lnTo>
                  <a:lnTo>
                    <a:pt x="35351" y="58971"/>
                  </a:lnTo>
                  <a:lnTo>
                    <a:pt x="26023" y="58328"/>
                  </a:lnTo>
                  <a:lnTo>
                    <a:pt x="24757" y="57608"/>
                  </a:lnTo>
                  <a:lnTo>
                    <a:pt x="23060" y="57502"/>
                  </a:lnTo>
                  <a:lnTo>
                    <a:pt x="21367" y="47681"/>
                  </a:lnTo>
                  <a:lnTo>
                    <a:pt x="19120" y="47625"/>
                  </a:lnTo>
                  <a:lnTo>
                    <a:pt x="17937" y="42154"/>
                  </a:lnTo>
                  <a:lnTo>
                    <a:pt x="11478" y="30936"/>
                  </a:lnTo>
                  <a:lnTo>
                    <a:pt x="12923" y="30220"/>
                  </a:lnTo>
                  <a:lnTo>
                    <a:pt x="12632" y="29524"/>
                  </a:lnTo>
                  <a:lnTo>
                    <a:pt x="10147" y="26479"/>
                  </a:lnTo>
                  <a:lnTo>
                    <a:pt x="8462" y="26498"/>
                  </a:lnTo>
                  <a:lnTo>
                    <a:pt x="7124" y="27428"/>
                  </a:lnTo>
                  <a:lnTo>
                    <a:pt x="4984" y="16942"/>
                  </a:lnTo>
                  <a:lnTo>
                    <a:pt x="5623" y="16903"/>
                  </a:lnTo>
                  <a:lnTo>
                    <a:pt x="4342" y="13422"/>
                  </a:lnTo>
                  <a:lnTo>
                    <a:pt x="950" y="12194"/>
                  </a:lnTo>
                  <a:lnTo>
                    <a:pt x="0" y="11219"/>
                  </a:lnTo>
                  <a:lnTo>
                    <a:pt x="184" y="9393"/>
                  </a:lnTo>
                  <a:lnTo>
                    <a:pt x="3337" y="10043"/>
                  </a:lnTo>
                  <a:lnTo>
                    <a:pt x="627" y="2568"/>
                  </a:lnTo>
                  <a:lnTo>
                    <a:pt x="256" y="799"/>
                  </a:lnTo>
                  <a:lnTo>
                    <a:pt x="17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7" name="ph8797"/>
            <p:cNvSpPr/>
            <p:nvPr/>
          </p:nvSpPr>
          <p:spPr>
            <a:xfrm>
              <a:off x="10915186" y="2514848"/>
              <a:ext cx="40305" cy="37403"/>
            </a:xfrm>
            <a:custGeom>
              <a:avLst/>
              <a:pathLst>
                <a:path w="40305" h="37403">
                  <a:moveTo>
                    <a:pt x="23478" y="2271"/>
                  </a:moveTo>
                  <a:lnTo>
                    <a:pt x="23022" y="2681"/>
                  </a:lnTo>
                  <a:lnTo>
                    <a:pt x="24027" y="6271"/>
                  </a:lnTo>
                  <a:lnTo>
                    <a:pt x="27741" y="12098"/>
                  </a:lnTo>
                  <a:lnTo>
                    <a:pt x="31875" y="16244"/>
                  </a:lnTo>
                  <a:lnTo>
                    <a:pt x="35752" y="17490"/>
                  </a:lnTo>
                  <a:lnTo>
                    <a:pt x="38200" y="17433"/>
                  </a:lnTo>
                  <a:lnTo>
                    <a:pt x="40169" y="19128"/>
                  </a:lnTo>
                  <a:lnTo>
                    <a:pt x="40305" y="24332"/>
                  </a:lnTo>
                  <a:lnTo>
                    <a:pt x="38974" y="27141"/>
                  </a:lnTo>
                  <a:lnTo>
                    <a:pt x="37589" y="36133"/>
                  </a:lnTo>
                  <a:lnTo>
                    <a:pt x="38206" y="37299"/>
                  </a:lnTo>
                  <a:lnTo>
                    <a:pt x="36406" y="36838"/>
                  </a:lnTo>
                  <a:lnTo>
                    <a:pt x="32192" y="37403"/>
                  </a:lnTo>
                  <a:lnTo>
                    <a:pt x="30006" y="35110"/>
                  </a:lnTo>
                  <a:lnTo>
                    <a:pt x="28109" y="34355"/>
                  </a:lnTo>
                  <a:lnTo>
                    <a:pt x="26587" y="35154"/>
                  </a:lnTo>
                  <a:lnTo>
                    <a:pt x="26958" y="36923"/>
                  </a:lnTo>
                  <a:lnTo>
                    <a:pt x="24201" y="36555"/>
                  </a:lnTo>
                  <a:lnTo>
                    <a:pt x="24190" y="35247"/>
                  </a:lnTo>
                  <a:lnTo>
                    <a:pt x="25690" y="33760"/>
                  </a:lnTo>
                  <a:lnTo>
                    <a:pt x="24278" y="28181"/>
                  </a:lnTo>
                  <a:lnTo>
                    <a:pt x="21759" y="23932"/>
                  </a:lnTo>
                  <a:lnTo>
                    <a:pt x="17097" y="24819"/>
                  </a:lnTo>
                  <a:lnTo>
                    <a:pt x="3331" y="20742"/>
                  </a:lnTo>
                  <a:lnTo>
                    <a:pt x="143" y="16334"/>
                  </a:lnTo>
                  <a:lnTo>
                    <a:pt x="0" y="11099"/>
                  </a:lnTo>
                  <a:lnTo>
                    <a:pt x="1149" y="1130"/>
                  </a:lnTo>
                  <a:lnTo>
                    <a:pt x="5324" y="594"/>
                  </a:lnTo>
                  <a:lnTo>
                    <a:pt x="9704" y="2461"/>
                  </a:lnTo>
                  <a:lnTo>
                    <a:pt x="9860" y="1061"/>
                  </a:lnTo>
                  <a:lnTo>
                    <a:pt x="1877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h8798"/>
            <p:cNvSpPr/>
            <p:nvPr/>
          </p:nvSpPr>
          <p:spPr>
            <a:xfrm>
              <a:off x="10965562" y="2507960"/>
              <a:ext cx="68767" cy="95337"/>
            </a:xfrm>
            <a:custGeom>
              <a:avLst/>
              <a:pathLst>
                <a:path w="68767" h="95337">
                  <a:moveTo>
                    <a:pt x="58129" y="3477"/>
                  </a:moveTo>
                  <a:lnTo>
                    <a:pt x="56096" y="11243"/>
                  </a:lnTo>
                  <a:lnTo>
                    <a:pt x="58609" y="12039"/>
                  </a:lnTo>
                  <a:lnTo>
                    <a:pt x="59518" y="8486"/>
                  </a:lnTo>
                  <a:lnTo>
                    <a:pt x="61717" y="8808"/>
                  </a:lnTo>
                  <a:lnTo>
                    <a:pt x="62486" y="9791"/>
                  </a:lnTo>
                  <a:lnTo>
                    <a:pt x="62615" y="12485"/>
                  </a:lnTo>
                  <a:lnTo>
                    <a:pt x="58579" y="15388"/>
                  </a:lnTo>
                  <a:lnTo>
                    <a:pt x="61059" y="17224"/>
                  </a:lnTo>
                  <a:lnTo>
                    <a:pt x="63109" y="19911"/>
                  </a:lnTo>
                  <a:lnTo>
                    <a:pt x="61873" y="32498"/>
                  </a:lnTo>
                  <a:lnTo>
                    <a:pt x="63553" y="36099"/>
                  </a:lnTo>
                  <a:lnTo>
                    <a:pt x="62441" y="41392"/>
                  </a:lnTo>
                  <a:lnTo>
                    <a:pt x="64570" y="46463"/>
                  </a:lnTo>
                  <a:lnTo>
                    <a:pt x="68102" y="49784"/>
                  </a:lnTo>
                  <a:lnTo>
                    <a:pt x="67857" y="52270"/>
                  </a:lnTo>
                  <a:lnTo>
                    <a:pt x="66877" y="52165"/>
                  </a:lnTo>
                  <a:lnTo>
                    <a:pt x="66257" y="64024"/>
                  </a:lnTo>
                  <a:lnTo>
                    <a:pt x="63732" y="63806"/>
                  </a:lnTo>
                  <a:lnTo>
                    <a:pt x="62758" y="74775"/>
                  </a:lnTo>
                  <a:lnTo>
                    <a:pt x="65124" y="74978"/>
                  </a:lnTo>
                  <a:lnTo>
                    <a:pt x="64505" y="80567"/>
                  </a:lnTo>
                  <a:lnTo>
                    <a:pt x="68767" y="85811"/>
                  </a:lnTo>
                  <a:lnTo>
                    <a:pt x="66379" y="87254"/>
                  </a:lnTo>
                  <a:lnTo>
                    <a:pt x="64950" y="90824"/>
                  </a:lnTo>
                  <a:lnTo>
                    <a:pt x="66606" y="92232"/>
                  </a:lnTo>
                  <a:lnTo>
                    <a:pt x="66139" y="95015"/>
                  </a:lnTo>
                  <a:lnTo>
                    <a:pt x="59844" y="95337"/>
                  </a:lnTo>
                  <a:lnTo>
                    <a:pt x="53494" y="91266"/>
                  </a:lnTo>
                  <a:lnTo>
                    <a:pt x="46907" y="91157"/>
                  </a:lnTo>
                  <a:lnTo>
                    <a:pt x="44946" y="88075"/>
                  </a:lnTo>
                  <a:lnTo>
                    <a:pt x="43759" y="88382"/>
                  </a:lnTo>
                  <a:lnTo>
                    <a:pt x="41532" y="86910"/>
                  </a:lnTo>
                  <a:lnTo>
                    <a:pt x="40484" y="80926"/>
                  </a:lnTo>
                  <a:lnTo>
                    <a:pt x="41352" y="80177"/>
                  </a:lnTo>
                  <a:lnTo>
                    <a:pt x="41923" y="74822"/>
                  </a:lnTo>
                  <a:lnTo>
                    <a:pt x="40906" y="73099"/>
                  </a:lnTo>
                  <a:lnTo>
                    <a:pt x="30954" y="71147"/>
                  </a:lnTo>
                  <a:lnTo>
                    <a:pt x="25214" y="68080"/>
                  </a:lnTo>
                  <a:lnTo>
                    <a:pt x="24791" y="71268"/>
                  </a:lnTo>
                  <a:lnTo>
                    <a:pt x="16450" y="71084"/>
                  </a:lnTo>
                  <a:lnTo>
                    <a:pt x="14574" y="70083"/>
                  </a:lnTo>
                  <a:lnTo>
                    <a:pt x="10742" y="73281"/>
                  </a:lnTo>
                  <a:lnTo>
                    <a:pt x="9190" y="73589"/>
                  </a:lnTo>
                  <a:lnTo>
                    <a:pt x="4112" y="70314"/>
                  </a:lnTo>
                  <a:lnTo>
                    <a:pt x="5748" y="57838"/>
                  </a:lnTo>
                  <a:lnTo>
                    <a:pt x="6864" y="58028"/>
                  </a:lnTo>
                  <a:lnTo>
                    <a:pt x="6570" y="49503"/>
                  </a:lnTo>
                  <a:lnTo>
                    <a:pt x="4743" y="47927"/>
                  </a:lnTo>
                  <a:lnTo>
                    <a:pt x="3829" y="48428"/>
                  </a:lnTo>
                  <a:lnTo>
                    <a:pt x="4128" y="49706"/>
                  </a:lnTo>
                  <a:lnTo>
                    <a:pt x="1883" y="50131"/>
                  </a:lnTo>
                  <a:lnTo>
                    <a:pt x="0" y="48805"/>
                  </a:lnTo>
                  <a:lnTo>
                    <a:pt x="164" y="47410"/>
                  </a:lnTo>
                  <a:lnTo>
                    <a:pt x="3515" y="46331"/>
                  </a:lnTo>
                  <a:lnTo>
                    <a:pt x="3997" y="42591"/>
                  </a:lnTo>
                  <a:lnTo>
                    <a:pt x="1755" y="41551"/>
                  </a:lnTo>
                  <a:lnTo>
                    <a:pt x="1446" y="43963"/>
                  </a:lnTo>
                  <a:lnTo>
                    <a:pt x="785" y="43875"/>
                  </a:lnTo>
                  <a:lnTo>
                    <a:pt x="1806" y="37572"/>
                  </a:lnTo>
                  <a:lnTo>
                    <a:pt x="6483" y="33635"/>
                  </a:lnTo>
                  <a:lnTo>
                    <a:pt x="12665" y="34527"/>
                  </a:lnTo>
                  <a:lnTo>
                    <a:pt x="15161" y="19352"/>
                  </a:lnTo>
                  <a:lnTo>
                    <a:pt x="13343" y="19438"/>
                  </a:lnTo>
                  <a:lnTo>
                    <a:pt x="14931" y="12621"/>
                  </a:lnTo>
                  <a:lnTo>
                    <a:pt x="15976" y="16814"/>
                  </a:lnTo>
                  <a:lnTo>
                    <a:pt x="19125" y="17023"/>
                  </a:lnTo>
                  <a:lnTo>
                    <a:pt x="18935" y="15968"/>
                  </a:lnTo>
                  <a:lnTo>
                    <a:pt x="23171" y="16053"/>
                  </a:lnTo>
                  <a:lnTo>
                    <a:pt x="22754" y="19100"/>
                  </a:lnTo>
                  <a:lnTo>
                    <a:pt x="25816" y="20577"/>
                  </a:lnTo>
                  <a:lnTo>
                    <a:pt x="30199" y="21084"/>
                  </a:lnTo>
                  <a:lnTo>
                    <a:pt x="30577" y="17856"/>
                  </a:lnTo>
                  <a:lnTo>
                    <a:pt x="38068" y="17545"/>
                  </a:lnTo>
                  <a:lnTo>
                    <a:pt x="38681" y="11970"/>
                  </a:lnTo>
                  <a:lnTo>
                    <a:pt x="44186" y="11478"/>
                  </a:lnTo>
                  <a:lnTo>
                    <a:pt x="48651" y="12708"/>
                  </a:lnTo>
                  <a:lnTo>
                    <a:pt x="53077" y="2632"/>
                  </a:lnTo>
                  <a:lnTo>
                    <a:pt x="52801" y="517"/>
                  </a:lnTo>
                  <a:lnTo>
                    <a:pt x="5420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ph8799"/>
            <p:cNvSpPr/>
            <p:nvPr/>
          </p:nvSpPr>
          <p:spPr>
            <a:xfrm>
              <a:off x="10845008" y="1977108"/>
              <a:ext cx="47712" cy="48200"/>
            </a:xfrm>
            <a:custGeom>
              <a:avLst/>
              <a:pathLst>
                <a:path w="47712" h="48200">
                  <a:moveTo>
                    <a:pt x="21434" y="1389"/>
                  </a:moveTo>
                  <a:lnTo>
                    <a:pt x="23272" y="2808"/>
                  </a:lnTo>
                  <a:lnTo>
                    <a:pt x="31598" y="4574"/>
                  </a:lnTo>
                  <a:lnTo>
                    <a:pt x="39351" y="7413"/>
                  </a:lnTo>
                  <a:lnTo>
                    <a:pt x="40920" y="8585"/>
                  </a:lnTo>
                  <a:lnTo>
                    <a:pt x="43315" y="14654"/>
                  </a:lnTo>
                  <a:lnTo>
                    <a:pt x="42420" y="21224"/>
                  </a:lnTo>
                  <a:lnTo>
                    <a:pt x="46116" y="21222"/>
                  </a:lnTo>
                  <a:lnTo>
                    <a:pt x="47418" y="22217"/>
                  </a:lnTo>
                  <a:lnTo>
                    <a:pt x="47712" y="23355"/>
                  </a:lnTo>
                  <a:lnTo>
                    <a:pt x="46019" y="27311"/>
                  </a:lnTo>
                  <a:lnTo>
                    <a:pt x="46914" y="31532"/>
                  </a:lnTo>
                  <a:lnTo>
                    <a:pt x="46520" y="34790"/>
                  </a:lnTo>
                  <a:lnTo>
                    <a:pt x="45268" y="40176"/>
                  </a:lnTo>
                  <a:lnTo>
                    <a:pt x="43471" y="41893"/>
                  </a:lnTo>
                  <a:lnTo>
                    <a:pt x="46394" y="44331"/>
                  </a:lnTo>
                  <a:lnTo>
                    <a:pt x="47182" y="45864"/>
                  </a:lnTo>
                  <a:lnTo>
                    <a:pt x="46264" y="48200"/>
                  </a:lnTo>
                  <a:lnTo>
                    <a:pt x="33910" y="47579"/>
                  </a:lnTo>
                  <a:lnTo>
                    <a:pt x="31125" y="46481"/>
                  </a:lnTo>
                  <a:lnTo>
                    <a:pt x="21171" y="45861"/>
                  </a:lnTo>
                  <a:lnTo>
                    <a:pt x="19359" y="46539"/>
                  </a:lnTo>
                  <a:lnTo>
                    <a:pt x="17852" y="28924"/>
                  </a:lnTo>
                  <a:lnTo>
                    <a:pt x="871" y="22675"/>
                  </a:lnTo>
                  <a:lnTo>
                    <a:pt x="0" y="15814"/>
                  </a:lnTo>
                  <a:lnTo>
                    <a:pt x="20822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0" name="ph8800"/>
            <p:cNvSpPr/>
            <p:nvPr/>
          </p:nvSpPr>
          <p:spPr>
            <a:xfrm>
              <a:off x="10899190" y="2402380"/>
              <a:ext cx="82498" cy="49259"/>
            </a:xfrm>
            <a:custGeom>
              <a:avLst/>
              <a:pathLst>
                <a:path w="82498" h="49259">
                  <a:moveTo>
                    <a:pt x="36828" y="1113"/>
                  </a:moveTo>
                  <a:lnTo>
                    <a:pt x="38640" y="1810"/>
                  </a:lnTo>
                  <a:lnTo>
                    <a:pt x="40734" y="1655"/>
                  </a:lnTo>
                  <a:lnTo>
                    <a:pt x="43493" y="2819"/>
                  </a:lnTo>
                  <a:lnTo>
                    <a:pt x="44751" y="9006"/>
                  </a:lnTo>
                  <a:lnTo>
                    <a:pt x="62066" y="18428"/>
                  </a:lnTo>
                  <a:lnTo>
                    <a:pt x="72090" y="31168"/>
                  </a:lnTo>
                  <a:lnTo>
                    <a:pt x="71232" y="31090"/>
                  </a:lnTo>
                  <a:lnTo>
                    <a:pt x="71235" y="31683"/>
                  </a:lnTo>
                  <a:lnTo>
                    <a:pt x="75349" y="36278"/>
                  </a:lnTo>
                  <a:lnTo>
                    <a:pt x="76017" y="36804"/>
                  </a:lnTo>
                  <a:lnTo>
                    <a:pt x="77333" y="35602"/>
                  </a:lnTo>
                  <a:lnTo>
                    <a:pt x="82196" y="36839"/>
                  </a:lnTo>
                  <a:lnTo>
                    <a:pt x="82498" y="38332"/>
                  </a:lnTo>
                  <a:lnTo>
                    <a:pt x="82324" y="39804"/>
                  </a:lnTo>
                  <a:lnTo>
                    <a:pt x="78199" y="41052"/>
                  </a:lnTo>
                  <a:lnTo>
                    <a:pt x="65866" y="49034"/>
                  </a:lnTo>
                  <a:lnTo>
                    <a:pt x="63547" y="49259"/>
                  </a:lnTo>
                  <a:lnTo>
                    <a:pt x="60339" y="48163"/>
                  </a:lnTo>
                  <a:lnTo>
                    <a:pt x="42832" y="29312"/>
                  </a:lnTo>
                  <a:lnTo>
                    <a:pt x="31701" y="13981"/>
                  </a:lnTo>
                  <a:lnTo>
                    <a:pt x="29249" y="13606"/>
                  </a:lnTo>
                  <a:lnTo>
                    <a:pt x="23706" y="17546"/>
                  </a:lnTo>
                  <a:lnTo>
                    <a:pt x="20283" y="22141"/>
                  </a:lnTo>
                  <a:lnTo>
                    <a:pt x="21371" y="22623"/>
                  </a:lnTo>
                  <a:lnTo>
                    <a:pt x="18868" y="23929"/>
                  </a:lnTo>
                  <a:lnTo>
                    <a:pt x="14605" y="24682"/>
                  </a:lnTo>
                  <a:lnTo>
                    <a:pt x="12621" y="25996"/>
                  </a:lnTo>
                  <a:lnTo>
                    <a:pt x="14235" y="28627"/>
                  </a:lnTo>
                  <a:lnTo>
                    <a:pt x="14959" y="32545"/>
                  </a:lnTo>
                  <a:lnTo>
                    <a:pt x="12394" y="33885"/>
                  </a:lnTo>
                  <a:lnTo>
                    <a:pt x="4336" y="33897"/>
                  </a:lnTo>
                  <a:lnTo>
                    <a:pt x="2323" y="27618"/>
                  </a:lnTo>
                  <a:lnTo>
                    <a:pt x="3483" y="28007"/>
                  </a:lnTo>
                  <a:lnTo>
                    <a:pt x="0" y="16840"/>
                  </a:lnTo>
                  <a:lnTo>
                    <a:pt x="4531" y="18682"/>
                  </a:lnTo>
                  <a:lnTo>
                    <a:pt x="15646" y="11102"/>
                  </a:lnTo>
                  <a:lnTo>
                    <a:pt x="24121" y="9210"/>
                  </a:lnTo>
                  <a:lnTo>
                    <a:pt x="29286" y="9076"/>
                  </a:lnTo>
                  <a:lnTo>
                    <a:pt x="30175" y="10057"/>
                  </a:lnTo>
                  <a:lnTo>
                    <a:pt x="33195" y="10064"/>
                  </a:lnTo>
                  <a:lnTo>
                    <a:pt x="33389" y="5895"/>
                  </a:lnTo>
                  <a:lnTo>
                    <a:pt x="31408" y="5640"/>
                  </a:lnTo>
                  <a:lnTo>
                    <a:pt x="31573" y="2321"/>
                  </a:lnTo>
                  <a:lnTo>
                    <a:pt x="3326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1" name="ph8801"/>
            <p:cNvSpPr/>
            <p:nvPr/>
          </p:nvSpPr>
          <p:spPr>
            <a:xfrm>
              <a:off x="10932606" y="2560343"/>
              <a:ext cx="33667" cy="46524"/>
            </a:xfrm>
            <a:custGeom>
              <a:avLst/>
              <a:pathLst>
                <a:path w="33667" h="46524">
                  <a:moveTo>
                    <a:pt x="8910" y="79"/>
                  </a:moveTo>
                  <a:lnTo>
                    <a:pt x="9860" y="1054"/>
                  </a:lnTo>
                  <a:lnTo>
                    <a:pt x="13252" y="2283"/>
                  </a:lnTo>
                  <a:lnTo>
                    <a:pt x="14534" y="5763"/>
                  </a:lnTo>
                  <a:lnTo>
                    <a:pt x="13894" y="5803"/>
                  </a:lnTo>
                  <a:lnTo>
                    <a:pt x="16035" y="16288"/>
                  </a:lnTo>
                  <a:lnTo>
                    <a:pt x="17373" y="15358"/>
                  </a:lnTo>
                  <a:lnTo>
                    <a:pt x="19058" y="15340"/>
                  </a:lnTo>
                  <a:lnTo>
                    <a:pt x="21543" y="18384"/>
                  </a:lnTo>
                  <a:lnTo>
                    <a:pt x="21834" y="19080"/>
                  </a:lnTo>
                  <a:lnTo>
                    <a:pt x="20389" y="19797"/>
                  </a:lnTo>
                  <a:lnTo>
                    <a:pt x="26848" y="31015"/>
                  </a:lnTo>
                  <a:lnTo>
                    <a:pt x="28030" y="36486"/>
                  </a:lnTo>
                  <a:lnTo>
                    <a:pt x="30278" y="36542"/>
                  </a:lnTo>
                  <a:lnTo>
                    <a:pt x="31970" y="46363"/>
                  </a:lnTo>
                  <a:lnTo>
                    <a:pt x="33667" y="46469"/>
                  </a:lnTo>
                  <a:lnTo>
                    <a:pt x="32696" y="46524"/>
                  </a:lnTo>
                  <a:lnTo>
                    <a:pt x="31951" y="46501"/>
                  </a:lnTo>
                  <a:lnTo>
                    <a:pt x="31187" y="44017"/>
                  </a:lnTo>
                  <a:lnTo>
                    <a:pt x="16938" y="41641"/>
                  </a:lnTo>
                  <a:lnTo>
                    <a:pt x="10966" y="42777"/>
                  </a:lnTo>
                  <a:lnTo>
                    <a:pt x="11404" y="38574"/>
                  </a:lnTo>
                  <a:lnTo>
                    <a:pt x="9210" y="31423"/>
                  </a:lnTo>
                  <a:lnTo>
                    <a:pt x="6978" y="26738"/>
                  </a:lnTo>
                  <a:lnTo>
                    <a:pt x="0" y="17133"/>
                  </a:lnTo>
                  <a:lnTo>
                    <a:pt x="1549" y="9609"/>
                  </a:lnTo>
                  <a:lnTo>
                    <a:pt x="2832" y="7036"/>
                  </a:lnTo>
                  <a:lnTo>
                    <a:pt x="4448" y="6350"/>
                  </a:lnTo>
                  <a:lnTo>
                    <a:pt x="739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2" name="ph8802"/>
            <p:cNvSpPr/>
            <p:nvPr/>
          </p:nvSpPr>
          <p:spPr>
            <a:xfrm>
              <a:off x="10828265" y="2468574"/>
              <a:ext cx="56183" cy="54288"/>
            </a:xfrm>
            <a:custGeom>
              <a:avLst/>
              <a:pathLst>
                <a:path w="56183" h="54288">
                  <a:moveTo>
                    <a:pt x="28619" y="5026"/>
                  </a:moveTo>
                  <a:lnTo>
                    <a:pt x="32400" y="6487"/>
                  </a:lnTo>
                  <a:lnTo>
                    <a:pt x="35658" y="2922"/>
                  </a:lnTo>
                  <a:lnTo>
                    <a:pt x="38100" y="7658"/>
                  </a:lnTo>
                  <a:lnTo>
                    <a:pt x="41006" y="7939"/>
                  </a:lnTo>
                  <a:lnTo>
                    <a:pt x="41142" y="4586"/>
                  </a:lnTo>
                  <a:lnTo>
                    <a:pt x="47076" y="1352"/>
                  </a:lnTo>
                  <a:lnTo>
                    <a:pt x="50767" y="4728"/>
                  </a:lnTo>
                  <a:lnTo>
                    <a:pt x="52852" y="8162"/>
                  </a:lnTo>
                  <a:lnTo>
                    <a:pt x="55025" y="17827"/>
                  </a:lnTo>
                  <a:lnTo>
                    <a:pt x="56183" y="17757"/>
                  </a:lnTo>
                  <a:lnTo>
                    <a:pt x="55218" y="22628"/>
                  </a:lnTo>
                  <a:lnTo>
                    <a:pt x="54138" y="22736"/>
                  </a:lnTo>
                  <a:lnTo>
                    <a:pt x="53857" y="29037"/>
                  </a:lnTo>
                  <a:lnTo>
                    <a:pt x="54533" y="32151"/>
                  </a:lnTo>
                  <a:lnTo>
                    <a:pt x="53824" y="32662"/>
                  </a:lnTo>
                  <a:lnTo>
                    <a:pt x="49741" y="32235"/>
                  </a:lnTo>
                  <a:lnTo>
                    <a:pt x="47962" y="40011"/>
                  </a:lnTo>
                  <a:lnTo>
                    <a:pt x="47407" y="46103"/>
                  </a:lnTo>
                  <a:lnTo>
                    <a:pt x="45861" y="44128"/>
                  </a:lnTo>
                  <a:lnTo>
                    <a:pt x="43731" y="45006"/>
                  </a:lnTo>
                  <a:lnTo>
                    <a:pt x="37974" y="44019"/>
                  </a:lnTo>
                  <a:lnTo>
                    <a:pt x="38031" y="38554"/>
                  </a:lnTo>
                  <a:lnTo>
                    <a:pt x="30896" y="39671"/>
                  </a:lnTo>
                  <a:lnTo>
                    <a:pt x="31911" y="45618"/>
                  </a:lnTo>
                  <a:lnTo>
                    <a:pt x="27554" y="48695"/>
                  </a:lnTo>
                  <a:lnTo>
                    <a:pt x="25065" y="41845"/>
                  </a:lnTo>
                  <a:lnTo>
                    <a:pt x="21848" y="36919"/>
                  </a:lnTo>
                  <a:lnTo>
                    <a:pt x="19830" y="36764"/>
                  </a:lnTo>
                  <a:lnTo>
                    <a:pt x="19942" y="40477"/>
                  </a:lnTo>
                  <a:lnTo>
                    <a:pt x="13883" y="41040"/>
                  </a:lnTo>
                  <a:lnTo>
                    <a:pt x="14141" y="43888"/>
                  </a:lnTo>
                  <a:lnTo>
                    <a:pt x="15905" y="43502"/>
                  </a:lnTo>
                  <a:lnTo>
                    <a:pt x="17444" y="45815"/>
                  </a:lnTo>
                  <a:lnTo>
                    <a:pt x="15741" y="50998"/>
                  </a:lnTo>
                  <a:lnTo>
                    <a:pt x="14481" y="52793"/>
                  </a:lnTo>
                  <a:lnTo>
                    <a:pt x="8682" y="54288"/>
                  </a:lnTo>
                  <a:lnTo>
                    <a:pt x="8713" y="51399"/>
                  </a:lnTo>
                  <a:lnTo>
                    <a:pt x="3555" y="50893"/>
                  </a:lnTo>
                  <a:lnTo>
                    <a:pt x="3143" y="42035"/>
                  </a:lnTo>
                  <a:lnTo>
                    <a:pt x="4083" y="42121"/>
                  </a:lnTo>
                  <a:lnTo>
                    <a:pt x="4684" y="38330"/>
                  </a:lnTo>
                  <a:lnTo>
                    <a:pt x="7397" y="29444"/>
                  </a:lnTo>
                  <a:lnTo>
                    <a:pt x="0" y="25555"/>
                  </a:lnTo>
                  <a:lnTo>
                    <a:pt x="7010" y="18778"/>
                  </a:lnTo>
                  <a:lnTo>
                    <a:pt x="17740" y="19032"/>
                  </a:lnTo>
                  <a:lnTo>
                    <a:pt x="24483" y="20502"/>
                  </a:lnTo>
                  <a:lnTo>
                    <a:pt x="21381" y="6521"/>
                  </a:lnTo>
                  <a:lnTo>
                    <a:pt x="23903" y="7092"/>
                  </a:lnTo>
                  <a:lnTo>
                    <a:pt x="25603" y="2534"/>
                  </a:lnTo>
                  <a:lnTo>
                    <a:pt x="2969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3" name="ph8803"/>
            <p:cNvSpPr/>
            <p:nvPr/>
          </p:nvSpPr>
          <p:spPr>
            <a:xfrm>
              <a:off x="10880298" y="2365374"/>
              <a:ext cx="66616" cy="55688"/>
            </a:xfrm>
            <a:custGeom>
              <a:avLst/>
              <a:pathLst>
                <a:path w="66616" h="55688">
                  <a:moveTo>
                    <a:pt x="46518" y="366"/>
                  </a:moveTo>
                  <a:lnTo>
                    <a:pt x="49392" y="2850"/>
                  </a:lnTo>
                  <a:lnTo>
                    <a:pt x="52264" y="7478"/>
                  </a:lnTo>
                  <a:lnTo>
                    <a:pt x="61828" y="16287"/>
                  </a:lnTo>
                  <a:lnTo>
                    <a:pt x="61851" y="17957"/>
                  </a:lnTo>
                  <a:lnTo>
                    <a:pt x="66616" y="22811"/>
                  </a:lnTo>
                  <a:lnTo>
                    <a:pt x="57557" y="22752"/>
                  </a:lnTo>
                  <a:lnTo>
                    <a:pt x="56852" y="26531"/>
                  </a:lnTo>
                  <a:lnTo>
                    <a:pt x="58398" y="27113"/>
                  </a:lnTo>
                  <a:lnTo>
                    <a:pt x="56423" y="38208"/>
                  </a:lnTo>
                  <a:lnTo>
                    <a:pt x="55719" y="38119"/>
                  </a:lnTo>
                  <a:lnTo>
                    <a:pt x="52157" y="37006"/>
                  </a:lnTo>
                  <a:lnTo>
                    <a:pt x="50464" y="39328"/>
                  </a:lnTo>
                  <a:lnTo>
                    <a:pt x="50299" y="42647"/>
                  </a:lnTo>
                  <a:lnTo>
                    <a:pt x="52280" y="42902"/>
                  </a:lnTo>
                  <a:lnTo>
                    <a:pt x="52087" y="47070"/>
                  </a:lnTo>
                  <a:lnTo>
                    <a:pt x="49066" y="47063"/>
                  </a:lnTo>
                  <a:lnTo>
                    <a:pt x="48177" y="46082"/>
                  </a:lnTo>
                  <a:lnTo>
                    <a:pt x="43012" y="46216"/>
                  </a:lnTo>
                  <a:lnTo>
                    <a:pt x="34537" y="48108"/>
                  </a:lnTo>
                  <a:lnTo>
                    <a:pt x="23422" y="55688"/>
                  </a:lnTo>
                  <a:lnTo>
                    <a:pt x="18891" y="53846"/>
                  </a:lnTo>
                  <a:lnTo>
                    <a:pt x="15215" y="50334"/>
                  </a:lnTo>
                  <a:lnTo>
                    <a:pt x="12739" y="45256"/>
                  </a:lnTo>
                  <a:lnTo>
                    <a:pt x="9560" y="44630"/>
                  </a:lnTo>
                  <a:lnTo>
                    <a:pt x="0" y="35440"/>
                  </a:lnTo>
                  <a:lnTo>
                    <a:pt x="815" y="23524"/>
                  </a:lnTo>
                  <a:lnTo>
                    <a:pt x="6426" y="10016"/>
                  </a:lnTo>
                  <a:lnTo>
                    <a:pt x="6770" y="2253"/>
                  </a:lnTo>
                  <a:lnTo>
                    <a:pt x="24049" y="3800"/>
                  </a:lnTo>
                  <a:lnTo>
                    <a:pt x="26532" y="796"/>
                  </a:lnTo>
                  <a:lnTo>
                    <a:pt x="34500" y="1259"/>
                  </a:lnTo>
                  <a:lnTo>
                    <a:pt x="4425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4" name="ph8804"/>
            <p:cNvSpPr/>
            <p:nvPr/>
          </p:nvSpPr>
          <p:spPr>
            <a:xfrm>
              <a:off x="10925046" y="2465713"/>
              <a:ext cx="94247" cy="63331"/>
            </a:xfrm>
            <a:custGeom>
              <a:avLst/>
              <a:pathLst>
                <a:path w="94247" h="63331">
                  <a:moveTo>
                    <a:pt x="36529" y="0"/>
                  </a:moveTo>
                  <a:lnTo>
                    <a:pt x="41361" y="433"/>
                  </a:lnTo>
                  <a:lnTo>
                    <a:pt x="42525" y="3614"/>
                  </a:lnTo>
                  <a:lnTo>
                    <a:pt x="47136" y="6227"/>
                  </a:lnTo>
                  <a:lnTo>
                    <a:pt x="45621" y="19616"/>
                  </a:lnTo>
                  <a:lnTo>
                    <a:pt x="55965" y="19015"/>
                  </a:lnTo>
                  <a:lnTo>
                    <a:pt x="58242" y="20046"/>
                  </a:lnTo>
                  <a:lnTo>
                    <a:pt x="58949" y="32021"/>
                  </a:lnTo>
                  <a:lnTo>
                    <a:pt x="56743" y="32152"/>
                  </a:lnTo>
                  <a:lnTo>
                    <a:pt x="57004" y="36710"/>
                  </a:lnTo>
                  <a:lnTo>
                    <a:pt x="59207" y="36554"/>
                  </a:lnTo>
                  <a:lnTo>
                    <a:pt x="59516" y="44105"/>
                  </a:lnTo>
                  <a:lnTo>
                    <a:pt x="61696" y="44411"/>
                  </a:lnTo>
                  <a:lnTo>
                    <a:pt x="65272" y="41120"/>
                  </a:lnTo>
                  <a:lnTo>
                    <a:pt x="66711" y="32459"/>
                  </a:lnTo>
                  <a:lnTo>
                    <a:pt x="71896" y="30138"/>
                  </a:lnTo>
                  <a:lnTo>
                    <a:pt x="72533" y="31504"/>
                  </a:lnTo>
                  <a:lnTo>
                    <a:pt x="75611" y="29780"/>
                  </a:lnTo>
                  <a:lnTo>
                    <a:pt x="76944" y="26800"/>
                  </a:lnTo>
                  <a:lnTo>
                    <a:pt x="83250" y="25823"/>
                  </a:lnTo>
                  <a:lnTo>
                    <a:pt x="82142" y="29914"/>
                  </a:lnTo>
                  <a:lnTo>
                    <a:pt x="87276" y="31352"/>
                  </a:lnTo>
                  <a:lnTo>
                    <a:pt x="87930" y="37209"/>
                  </a:lnTo>
                  <a:lnTo>
                    <a:pt x="94247" y="40653"/>
                  </a:lnTo>
                  <a:lnTo>
                    <a:pt x="93317" y="42764"/>
                  </a:lnTo>
                  <a:lnTo>
                    <a:pt x="93593" y="44879"/>
                  </a:lnTo>
                  <a:lnTo>
                    <a:pt x="89167" y="54955"/>
                  </a:lnTo>
                  <a:lnTo>
                    <a:pt x="84702" y="53725"/>
                  </a:lnTo>
                  <a:lnTo>
                    <a:pt x="79196" y="54217"/>
                  </a:lnTo>
                  <a:lnTo>
                    <a:pt x="78583" y="59792"/>
                  </a:lnTo>
                  <a:lnTo>
                    <a:pt x="71093" y="60103"/>
                  </a:lnTo>
                  <a:lnTo>
                    <a:pt x="70714" y="63331"/>
                  </a:lnTo>
                  <a:lnTo>
                    <a:pt x="66332" y="62824"/>
                  </a:lnTo>
                  <a:lnTo>
                    <a:pt x="63269" y="61347"/>
                  </a:lnTo>
                  <a:lnTo>
                    <a:pt x="63687" y="58300"/>
                  </a:lnTo>
                  <a:lnTo>
                    <a:pt x="59450" y="58215"/>
                  </a:lnTo>
                  <a:lnTo>
                    <a:pt x="59641" y="59270"/>
                  </a:lnTo>
                  <a:lnTo>
                    <a:pt x="56491" y="59061"/>
                  </a:lnTo>
                  <a:lnTo>
                    <a:pt x="55446" y="54868"/>
                  </a:lnTo>
                  <a:lnTo>
                    <a:pt x="55343" y="53308"/>
                  </a:lnTo>
                  <a:lnTo>
                    <a:pt x="38697" y="50839"/>
                  </a:lnTo>
                  <a:lnTo>
                    <a:pt x="32001" y="48244"/>
                  </a:lnTo>
                  <a:lnTo>
                    <a:pt x="29945" y="48555"/>
                  </a:lnTo>
                  <a:lnTo>
                    <a:pt x="29126" y="50067"/>
                  </a:lnTo>
                  <a:lnTo>
                    <a:pt x="25026" y="52737"/>
                  </a:lnTo>
                  <a:lnTo>
                    <a:pt x="20019" y="51494"/>
                  </a:lnTo>
                  <a:lnTo>
                    <a:pt x="13162" y="51816"/>
                  </a:lnTo>
                  <a:lnTo>
                    <a:pt x="13618" y="51406"/>
                  </a:lnTo>
                  <a:lnTo>
                    <a:pt x="8914" y="49134"/>
                  </a:lnTo>
                  <a:lnTo>
                    <a:pt x="0" y="50196"/>
                  </a:lnTo>
                  <a:lnTo>
                    <a:pt x="6276" y="47327"/>
                  </a:lnTo>
                  <a:lnTo>
                    <a:pt x="8741" y="38770"/>
                  </a:lnTo>
                  <a:lnTo>
                    <a:pt x="11778" y="35798"/>
                  </a:lnTo>
                  <a:lnTo>
                    <a:pt x="13178" y="35333"/>
                  </a:lnTo>
                  <a:lnTo>
                    <a:pt x="8414" y="29923"/>
                  </a:lnTo>
                  <a:lnTo>
                    <a:pt x="7320" y="22813"/>
                  </a:lnTo>
                  <a:lnTo>
                    <a:pt x="7636" y="19595"/>
                  </a:lnTo>
                  <a:lnTo>
                    <a:pt x="11584" y="19740"/>
                  </a:lnTo>
                  <a:lnTo>
                    <a:pt x="14823" y="19844"/>
                  </a:lnTo>
                  <a:lnTo>
                    <a:pt x="14375" y="18617"/>
                  </a:lnTo>
                  <a:lnTo>
                    <a:pt x="12384" y="18351"/>
                  </a:lnTo>
                  <a:lnTo>
                    <a:pt x="12322" y="16039"/>
                  </a:lnTo>
                  <a:lnTo>
                    <a:pt x="15993" y="11620"/>
                  </a:lnTo>
                  <a:lnTo>
                    <a:pt x="18016" y="5323"/>
                  </a:lnTo>
                  <a:lnTo>
                    <a:pt x="21507" y="5108"/>
                  </a:lnTo>
                  <a:lnTo>
                    <a:pt x="24402" y="2263"/>
                  </a:lnTo>
                  <a:lnTo>
                    <a:pt x="26271" y="427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5" name="ph8805"/>
            <p:cNvSpPr/>
            <p:nvPr/>
          </p:nvSpPr>
          <p:spPr>
            <a:xfrm>
              <a:off x="10878621" y="2428958"/>
              <a:ext cx="59603" cy="97055"/>
            </a:xfrm>
            <a:custGeom>
              <a:avLst/>
              <a:pathLst>
                <a:path w="59603" h="97055">
                  <a:moveTo>
                    <a:pt x="22892" y="1040"/>
                  </a:moveTo>
                  <a:lnTo>
                    <a:pt x="24904" y="7319"/>
                  </a:lnTo>
                  <a:lnTo>
                    <a:pt x="32962" y="7307"/>
                  </a:lnTo>
                  <a:lnTo>
                    <a:pt x="35528" y="5968"/>
                  </a:lnTo>
                  <a:lnTo>
                    <a:pt x="35801" y="6527"/>
                  </a:lnTo>
                  <a:lnTo>
                    <a:pt x="40670" y="6370"/>
                  </a:lnTo>
                  <a:lnTo>
                    <a:pt x="43147" y="10371"/>
                  </a:lnTo>
                  <a:lnTo>
                    <a:pt x="38580" y="13050"/>
                  </a:lnTo>
                  <a:lnTo>
                    <a:pt x="43070" y="25955"/>
                  </a:lnTo>
                  <a:lnTo>
                    <a:pt x="46232" y="27255"/>
                  </a:lnTo>
                  <a:lnTo>
                    <a:pt x="46718" y="28924"/>
                  </a:lnTo>
                  <a:lnTo>
                    <a:pt x="46016" y="31053"/>
                  </a:lnTo>
                  <a:lnTo>
                    <a:pt x="43145" y="30683"/>
                  </a:lnTo>
                  <a:lnTo>
                    <a:pt x="44266" y="40412"/>
                  </a:lnTo>
                  <a:lnTo>
                    <a:pt x="46568" y="46361"/>
                  </a:lnTo>
                  <a:lnTo>
                    <a:pt x="47748" y="53163"/>
                  </a:lnTo>
                  <a:lnTo>
                    <a:pt x="51248" y="52233"/>
                  </a:lnTo>
                  <a:lnTo>
                    <a:pt x="54008" y="53021"/>
                  </a:lnTo>
                  <a:lnTo>
                    <a:pt x="58009" y="56496"/>
                  </a:lnTo>
                  <a:lnTo>
                    <a:pt x="54062" y="56350"/>
                  </a:lnTo>
                  <a:lnTo>
                    <a:pt x="53745" y="59568"/>
                  </a:lnTo>
                  <a:lnTo>
                    <a:pt x="54839" y="66678"/>
                  </a:lnTo>
                  <a:lnTo>
                    <a:pt x="59603" y="72089"/>
                  </a:lnTo>
                  <a:lnTo>
                    <a:pt x="58204" y="72553"/>
                  </a:lnTo>
                  <a:lnTo>
                    <a:pt x="55166" y="75526"/>
                  </a:lnTo>
                  <a:lnTo>
                    <a:pt x="52702" y="84082"/>
                  </a:lnTo>
                  <a:lnTo>
                    <a:pt x="46425" y="86951"/>
                  </a:lnTo>
                  <a:lnTo>
                    <a:pt x="46270" y="88351"/>
                  </a:lnTo>
                  <a:lnTo>
                    <a:pt x="41890" y="86485"/>
                  </a:lnTo>
                  <a:lnTo>
                    <a:pt x="37714" y="87021"/>
                  </a:lnTo>
                  <a:lnTo>
                    <a:pt x="36565" y="96990"/>
                  </a:lnTo>
                  <a:lnTo>
                    <a:pt x="30807" y="97055"/>
                  </a:lnTo>
                  <a:lnTo>
                    <a:pt x="29541" y="93388"/>
                  </a:lnTo>
                  <a:lnTo>
                    <a:pt x="27337" y="92489"/>
                  </a:lnTo>
                  <a:lnTo>
                    <a:pt x="25318" y="92665"/>
                  </a:lnTo>
                  <a:lnTo>
                    <a:pt x="25175" y="95740"/>
                  </a:lnTo>
                  <a:lnTo>
                    <a:pt x="23973" y="95096"/>
                  </a:lnTo>
                  <a:lnTo>
                    <a:pt x="23826" y="92673"/>
                  </a:lnTo>
                  <a:lnTo>
                    <a:pt x="21722" y="90378"/>
                  </a:lnTo>
                  <a:lnTo>
                    <a:pt x="20548" y="74883"/>
                  </a:lnTo>
                  <a:lnTo>
                    <a:pt x="16795" y="74958"/>
                  </a:lnTo>
                  <a:lnTo>
                    <a:pt x="16628" y="72052"/>
                  </a:lnTo>
                  <a:lnTo>
                    <a:pt x="20957" y="73461"/>
                  </a:lnTo>
                  <a:lnTo>
                    <a:pt x="21476" y="72633"/>
                  </a:lnTo>
                  <a:lnTo>
                    <a:pt x="18592" y="62892"/>
                  </a:lnTo>
                  <a:lnTo>
                    <a:pt x="18874" y="61803"/>
                  </a:lnTo>
                  <a:lnTo>
                    <a:pt x="20369" y="62049"/>
                  </a:lnTo>
                  <a:lnTo>
                    <a:pt x="20111" y="55018"/>
                  </a:lnTo>
                  <a:lnTo>
                    <a:pt x="15514" y="50346"/>
                  </a:lnTo>
                  <a:lnTo>
                    <a:pt x="14366" y="50361"/>
                  </a:lnTo>
                  <a:lnTo>
                    <a:pt x="14598" y="54174"/>
                  </a:lnTo>
                  <a:lnTo>
                    <a:pt x="11328" y="54221"/>
                  </a:lnTo>
                  <a:lnTo>
                    <a:pt x="4321" y="33631"/>
                  </a:lnTo>
                  <a:lnTo>
                    <a:pt x="0" y="24551"/>
                  </a:lnTo>
                  <a:lnTo>
                    <a:pt x="2471" y="24199"/>
                  </a:lnTo>
                  <a:lnTo>
                    <a:pt x="3776" y="21552"/>
                  </a:lnTo>
                  <a:lnTo>
                    <a:pt x="1405" y="15660"/>
                  </a:lnTo>
                  <a:lnTo>
                    <a:pt x="2038" y="13142"/>
                  </a:lnTo>
                  <a:lnTo>
                    <a:pt x="6486" y="14382"/>
                  </a:lnTo>
                  <a:lnTo>
                    <a:pt x="11137" y="12425"/>
                  </a:lnTo>
                  <a:lnTo>
                    <a:pt x="199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6" name="ph8806"/>
            <p:cNvSpPr/>
            <p:nvPr/>
          </p:nvSpPr>
          <p:spPr>
            <a:xfrm>
              <a:off x="10871198" y="2326979"/>
              <a:ext cx="35285" cy="32631"/>
            </a:xfrm>
            <a:custGeom>
              <a:avLst/>
              <a:pathLst>
                <a:path w="35285" h="32631">
                  <a:moveTo>
                    <a:pt x="35285" y="0"/>
                  </a:moveTo>
                  <a:lnTo>
                    <a:pt x="30137" y="18553"/>
                  </a:lnTo>
                  <a:lnTo>
                    <a:pt x="30072" y="24117"/>
                  </a:lnTo>
                  <a:lnTo>
                    <a:pt x="28648" y="24768"/>
                  </a:lnTo>
                  <a:lnTo>
                    <a:pt x="27870" y="24399"/>
                  </a:lnTo>
                  <a:lnTo>
                    <a:pt x="25425" y="21709"/>
                  </a:lnTo>
                  <a:lnTo>
                    <a:pt x="17802" y="24223"/>
                  </a:lnTo>
                  <a:lnTo>
                    <a:pt x="13667" y="26625"/>
                  </a:lnTo>
                  <a:lnTo>
                    <a:pt x="12758" y="32631"/>
                  </a:lnTo>
                  <a:lnTo>
                    <a:pt x="10597" y="27592"/>
                  </a:lnTo>
                  <a:lnTo>
                    <a:pt x="1565" y="30468"/>
                  </a:lnTo>
                  <a:lnTo>
                    <a:pt x="0" y="22135"/>
                  </a:lnTo>
                  <a:lnTo>
                    <a:pt x="3034" y="19485"/>
                  </a:lnTo>
                  <a:lnTo>
                    <a:pt x="13297" y="13773"/>
                  </a:lnTo>
                  <a:lnTo>
                    <a:pt x="16984" y="13767"/>
                  </a:lnTo>
                  <a:lnTo>
                    <a:pt x="19300" y="15157"/>
                  </a:lnTo>
                  <a:lnTo>
                    <a:pt x="20188" y="14777"/>
                  </a:lnTo>
                  <a:lnTo>
                    <a:pt x="25213" y="11338"/>
                  </a:lnTo>
                  <a:lnTo>
                    <a:pt x="25026" y="6811"/>
                  </a:lnTo>
                  <a:lnTo>
                    <a:pt x="26923" y="3418"/>
                  </a:lnTo>
                  <a:lnTo>
                    <a:pt x="30712" y="62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7" name="ph8807"/>
            <p:cNvSpPr/>
            <p:nvPr/>
          </p:nvSpPr>
          <p:spPr>
            <a:xfrm>
              <a:off x="10948840" y="2413007"/>
              <a:ext cx="92059" cy="106992"/>
            </a:xfrm>
            <a:custGeom>
              <a:avLst/>
              <a:pathLst>
                <a:path w="92059" h="106992">
                  <a:moveTo>
                    <a:pt x="46693" y="0"/>
                  </a:moveTo>
                  <a:lnTo>
                    <a:pt x="46954" y="2996"/>
                  </a:lnTo>
                  <a:lnTo>
                    <a:pt x="48740" y="5809"/>
                  </a:lnTo>
                  <a:lnTo>
                    <a:pt x="52508" y="6221"/>
                  </a:lnTo>
                  <a:lnTo>
                    <a:pt x="54677" y="2115"/>
                  </a:lnTo>
                  <a:lnTo>
                    <a:pt x="55930" y="4578"/>
                  </a:lnTo>
                  <a:lnTo>
                    <a:pt x="56392" y="6133"/>
                  </a:lnTo>
                  <a:lnTo>
                    <a:pt x="58595" y="7468"/>
                  </a:lnTo>
                  <a:lnTo>
                    <a:pt x="59860" y="9442"/>
                  </a:lnTo>
                  <a:lnTo>
                    <a:pt x="59713" y="10341"/>
                  </a:lnTo>
                  <a:lnTo>
                    <a:pt x="53977" y="13911"/>
                  </a:lnTo>
                  <a:lnTo>
                    <a:pt x="54102" y="20572"/>
                  </a:lnTo>
                  <a:lnTo>
                    <a:pt x="55643" y="23867"/>
                  </a:lnTo>
                  <a:lnTo>
                    <a:pt x="60562" y="20961"/>
                  </a:lnTo>
                  <a:lnTo>
                    <a:pt x="63394" y="26078"/>
                  </a:lnTo>
                  <a:lnTo>
                    <a:pt x="62901" y="32305"/>
                  </a:lnTo>
                  <a:lnTo>
                    <a:pt x="59329" y="31961"/>
                  </a:lnTo>
                  <a:lnTo>
                    <a:pt x="57735" y="45867"/>
                  </a:lnTo>
                  <a:lnTo>
                    <a:pt x="62707" y="50837"/>
                  </a:lnTo>
                  <a:lnTo>
                    <a:pt x="68064" y="57664"/>
                  </a:lnTo>
                  <a:lnTo>
                    <a:pt x="68856" y="61180"/>
                  </a:lnTo>
                  <a:lnTo>
                    <a:pt x="66754" y="64567"/>
                  </a:lnTo>
                  <a:lnTo>
                    <a:pt x="65516" y="68797"/>
                  </a:lnTo>
                  <a:lnTo>
                    <a:pt x="70015" y="69336"/>
                  </a:lnTo>
                  <a:lnTo>
                    <a:pt x="70143" y="68514"/>
                  </a:lnTo>
                  <a:lnTo>
                    <a:pt x="74345" y="69003"/>
                  </a:lnTo>
                  <a:lnTo>
                    <a:pt x="75722" y="72306"/>
                  </a:lnTo>
                  <a:lnTo>
                    <a:pt x="74803" y="77881"/>
                  </a:lnTo>
                  <a:lnTo>
                    <a:pt x="82183" y="84180"/>
                  </a:lnTo>
                  <a:lnTo>
                    <a:pt x="87312" y="82084"/>
                  </a:lnTo>
                  <a:lnTo>
                    <a:pt x="88490" y="82662"/>
                  </a:lnTo>
                  <a:lnTo>
                    <a:pt x="88605" y="83710"/>
                  </a:lnTo>
                  <a:lnTo>
                    <a:pt x="91612" y="82474"/>
                  </a:lnTo>
                  <a:lnTo>
                    <a:pt x="92059" y="87192"/>
                  </a:lnTo>
                  <a:lnTo>
                    <a:pt x="89678" y="90463"/>
                  </a:lnTo>
                  <a:lnTo>
                    <a:pt x="86492" y="89521"/>
                  </a:lnTo>
                  <a:lnTo>
                    <a:pt x="82050" y="100190"/>
                  </a:lnTo>
                  <a:lnTo>
                    <a:pt x="79297" y="97890"/>
                  </a:lnTo>
                  <a:lnTo>
                    <a:pt x="78142" y="100429"/>
                  </a:lnTo>
                  <a:lnTo>
                    <a:pt x="81185" y="102759"/>
                  </a:lnTo>
                  <a:lnTo>
                    <a:pt x="80684" y="104166"/>
                  </a:lnTo>
                  <a:lnTo>
                    <a:pt x="79208" y="104744"/>
                  </a:lnTo>
                  <a:lnTo>
                    <a:pt x="78439" y="103761"/>
                  </a:lnTo>
                  <a:lnTo>
                    <a:pt x="76241" y="103439"/>
                  </a:lnTo>
                  <a:lnTo>
                    <a:pt x="75331" y="106992"/>
                  </a:lnTo>
                  <a:lnTo>
                    <a:pt x="72818" y="106196"/>
                  </a:lnTo>
                  <a:lnTo>
                    <a:pt x="74852" y="98430"/>
                  </a:lnTo>
                  <a:lnTo>
                    <a:pt x="70931" y="94952"/>
                  </a:lnTo>
                  <a:lnTo>
                    <a:pt x="69523" y="95470"/>
                  </a:lnTo>
                  <a:lnTo>
                    <a:pt x="70454" y="93359"/>
                  </a:lnTo>
                  <a:lnTo>
                    <a:pt x="64137" y="89915"/>
                  </a:lnTo>
                  <a:lnTo>
                    <a:pt x="63483" y="84058"/>
                  </a:lnTo>
                  <a:lnTo>
                    <a:pt x="58349" y="82620"/>
                  </a:lnTo>
                  <a:lnTo>
                    <a:pt x="59457" y="78529"/>
                  </a:lnTo>
                  <a:lnTo>
                    <a:pt x="53151" y="79506"/>
                  </a:lnTo>
                  <a:lnTo>
                    <a:pt x="51818" y="82486"/>
                  </a:lnTo>
                  <a:lnTo>
                    <a:pt x="48740" y="84210"/>
                  </a:lnTo>
                  <a:lnTo>
                    <a:pt x="48103" y="82844"/>
                  </a:lnTo>
                  <a:lnTo>
                    <a:pt x="42918" y="85165"/>
                  </a:lnTo>
                  <a:lnTo>
                    <a:pt x="41479" y="93826"/>
                  </a:lnTo>
                  <a:lnTo>
                    <a:pt x="37903" y="97117"/>
                  </a:lnTo>
                  <a:lnTo>
                    <a:pt x="35722" y="96811"/>
                  </a:lnTo>
                  <a:lnTo>
                    <a:pt x="35414" y="89260"/>
                  </a:lnTo>
                  <a:lnTo>
                    <a:pt x="33211" y="89416"/>
                  </a:lnTo>
                  <a:lnTo>
                    <a:pt x="32950" y="84858"/>
                  </a:lnTo>
                  <a:lnTo>
                    <a:pt x="35156" y="84727"/>
                  </a:lnTo>
                  <a:lnTo>
                    <a:pt x="34449" y="72752"/>
                  </a:lnTo>
                  <a:lnTo>
                    <a:pt x="32172" y="71721"/>
                  </a:lnTo>
                  <a:lnTo>
                    <a:pt x="21828" y="72322"/>
                  </a:lnTo>
                  <a:lnTo>
                    <a:pt x="23342" y="58933"/>
                  </a:lnTo>
                  <a:lnTo>
                    <a:pt x="18732" y="56320"/>
                  </a:lnTo>
                  <a:lnTo>
                    <a:pt x="17568" y="53139"/>
                  </a:lnTo>
                  <a:lnTo>
                    <a:pt x="12736" y="52705"/>
                  </a:lnTo>
                  <a:lnTo>
                    <a:pt x="2477" y="53133"/>
                  </a:lnTo>
                  <a:lnTo>
                    <a:pt x="609" y="54969"/>
                  </a:lnTo>
                  <a:lnTo>
                    <a:pt x="0" y="52339"/>
                  </a:lnTo>
                  <a:lnTo>
                    <a:pt x="1328" y="50432"/>
                  </a:lnTo>
                  <a:lnTo>
                    <a:pt x="10527" y="42068"/>
                  </a:lnTo>
                  <a:lnTo>
                    <a:pt x="10194" y="37525"/>
                  </a:lnTo>
                  <a:lnTo>
                    <a:pt x="10689" y="37536"/>
                  </a:lnTo>
                  <a:lnTo>
                    <a:pt x="13897" y="38631"/>
                  </a:lnTo>
                  <a:lnTo>
                    <a:pt x="16216" y="38407"/>
                  </a:lnTo>
                  <a:lnTo>
                    <a:pt x="28548" y="30425"/>
                  </a:lnTo>
                  <a:lnTo>
                    <a:pt x="32674" y="29176"/>
                  </a:lnTo>
                  <a:lnTo>
                    <a:pt x="32848" y="27705"/>
                  </a:lnTo>
                  <a:lnTo>
                    <a:pt x="35461" y="28097"/>
                  </a:lnTo>
                  <a:lnTo>
                    <a:pt x="37127" y="25757"/>
                  </a:lnTo>
                  <a:lnTo>
                    <a:pt x="36624" y="24749"/>
                  </a:lnTo>
                  <a:lnTo>
                    <a:pt x="34034" y="23428"/>
                  </a:lnTo>
                  <a:lnTo>
                    <a:pt x="32828" y="19204"/>
                  </a:lnTo>
                  <a:lnTo>
                    <a:pt x="34219" y="17895"/>
                  </a:lnTo>
                  <a:lnTo>
                    <a:pt x="36444" y="20511"/>
                  </a:lnTo>
                  <a:lnTo>
                    <a:pt x="35437" y="17086"/>
                  </a:lnTo>
                  <a:lnTo>
                    <a:pt x="35482" y="13446"/>
                  </a:lnTo>
                  <a:lnTo>
                    <a:pt x="38944" y="4523"/>
                  </a:lnTo>
                  <a:lnTo>
                    <a:pt x="44862" y="3486"/>
                  </a:lnTo>
                  <a:lnTo>
                    <a:pt x="45506" y="2978"/>
                  </a:lnTo>
                  <a:lnTo>
                    <a:pt x="45240" y="1999"/>
                  </a:lnTo>
                  <a:lnTo>
                    <a:pt x="45561" y="43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8" name="ph8808"/>
            <p:cNvSpPr/>
            <p:nvPr/>
          </p:nvSpPr>
          <p:spPr>
            <a:xfrm>
              <a:off x="10938209" y="2513957"/>
              <a:ext cx="42514" cy="41509"/>
            </a:xfrm>
            <a:custGeom>
              <a:avLst/>
              <a:pathLst>
                <a:path w="42514" h="41509">
                  <a:moveTo>
                    <a:pt x="18839" y="0"/>
                  </a:moveTo>
                  <a:lnTo>
                    <a:pt x="25535" y="2595"/>
                  </a:lnTo>
                  <a:lnTo>
                    <a:pt x="42180" y="5064"/>
                  </a:lnTo>
                  <a:lnTo>
                    <a:pt x="42284" y="6624"/>
                  </a:lnTo>
                  <a:lnTo>
                    <a:pt x="40696" y="13441"/>
                  </a:lnTo>
                  <a:lnTo>
                    <a:pt x="42514" y="13355"/>
                  </a:lnTo>
                  <a:lnTo>
                    <a:pt x="40018" y="28530"/>
                  </a:lnTo>
                  <a:lnTo>
                    <a:pt x="33836" y="27638"/>
                  </a:lnTo>
                  <a:lnTo>
                    <a:pt x="29159" y="31575"/>
                  </a:lnTo>
                  <a:lnTo>
                    <a:pt x="28139" y="37878"/>
                  </a:lnTo>
                  <a:lnTo>
                    <a:pt x="28800" y="37965"/>
                  </a:lnTo>
                  <a:lnTo>
                    <a:pt x="29108" y="35554"/>
                  </a:lnTo>
                  <a:lnTo>
                    <a:pt x="31350" y="36594"/>
                  </a:lnTo>
                  <a:lnTo>
                    <a:pt x="30868" y="40334"/>
                  </a:lnTo>
                  <a:lnTo>
                    <a:pt x="27518" y="41413"/>
                  </a:lnTo>
                  <a:lnTo>
                    <a:pt x="22808" y="41509"/>
                  </a:lnTo>
                  <a:lnTo>
                    <a:pt x="20185" y="39617"/>
                  </a:lnTo>
                  <a:lnTo>
                    <a:pt x="15184" y="38190"/>
                  </a:lnTo>
                  <a:lnTo>
                    <a:pt x="14567" y="37024"/>
                  </a:lnTo>
                  <a:lnTo>
                    <a:pt x="15952" y="28032"/>
                  </a:lnTo>
                  <a:lnTo>
                    <a:pt x="17282" y="25223"/>
                  </a:lnTo>
                  <a:lnTo>
                    <a:pt x="17147" y="20019"/>
                  </a:lnTo>
                  <a:lnTo>
                    <a:pt x="15178" y="18324"/>
                  </a:lnTo>
                  <a:lnTo>
                    <a:pt x="12729" y="18380"/>
                  </a:lnTo>
                  <a:lnTo>
                    <a:pt x="8853" y="17135"/>
                  </a:lnTo>
                  <a:lnTo>
                    <a:pt x="4719" y="12989"/>
                  </a:lnTo>
                  <a:lnTo>
                    <a:pt x="1005" y="7162"/>
                  </a:lnTo>
                  <a:lnTo>
                    <a:pt x="0" y="3572"/>
                  </a:lnTo>
                  <a:lnTo>
                    <a:pt x="6856" y="3250"/>
                  </a:lnTo>
                  <a:lnTo>
                    <a:pt x="11864" y="4493"/>
                  </a:lnTo>
                  <a:lnTo>
                    <a:pt x="15963" y="1823"/>
                  </a:lnTo>
                  <a:lnTo>
                    <a:pt x="16783" y="31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9" name="ph8809"/>
            <p:cNvSpPr/>
            <p:nvPr/>
          </p:nvSpPr>
          <p:spPr>
            <a:xfrm>
              <a:off x="10883957" y="2318548"/>
              <a:ext cx="50811" cy="50626"/>
            </a:xfrm>
            <a:custGeom>
              <a:avLst/>
              <a:pathLst>
                <a:path w="50811" h="50626">
                  <a:moveTo>
                    <a:pt x="43293" y="3689"/>
                  </a:moveTo>
                  <a:lnTo>
                    <a:pt x="45037" y="8416"/>
                  </a:lnTo>
                  <a:lnTo>
                    <a:pt x="46692" y="7703"/>
                  </a:lnTo>
                  <a:lnTo>
                    <a:pt x="46117" y="20538"/>
                  </a:lnTo>
                  <a:lnTo>
                    <a:pt x="45561" y="21010"/>
                  </a:lnTo>
                  <a:lnTo>
                    <a:pt x="45359" y="23955"/>
                  </a:lnTo>
                  <a:lnTo>
                    <a:pt x="50811" y="24019"/>
                  </a:lnTo>
                  <a:lnTo>
                    <a:pt x="45997" y="29977"/>
                  </a:lnTo>
                  <a:lnTo>
                    <a:pt x="45730" y="39714"/>
                  </a:lnTo>
                  <a:lnTo>
                    <a:pt x="44785" y="39776"/>
                  </a:lnTo>
                  <a:lnTo>
                    <a:pt x="40593" y="46826"/>
                  </a:lnTo>
                  <a:lnTo>
                    <a:pt x="30842" y="48085"/>
                  </a:lnTo>
                  <a:lnTo>
                    <a:pt x="22874" y="47622"/>
                  </a:lnTo>
                  <a:lnTo>
                    <a:pt x="20391" y="50626"/>
                  </a:lnTo>
                  <a:lnTo>
                    <a:pt x="3112" y="49079"/>
                  </a:lnTo>
                  <a:lnTo>
                    <a:pt x="0" y="41062"/>
                  </a:lnTo>
                  <a:lnTo>
                    <a:pt x="909" y="35056"/>
                  </a:lnTo>
                  <a:lnTo>
                    <a:pt x="5044" y="32654"/>
                  </a:lnTo>
                  <a:lnTo>
                    <a:pt x="12666" y="30140"/>
                  </a:lnTo>
                  <a:lnTo>
                    <a:pt x="15112" y="32830"/>
                  </a:lnTo>
                  <a:lnTo>
                    <a:pt x="15890" y="33199"/>
                  </a:lnTo>
                  <a:lnTo>
                    <a:pt x="17314" y="32548"/>
                  </a:lnTo>
                  <a:lnTo>
                    <a:pt x="17379" y="26985"/>
                  </a:lnTo>
                  <a:lnTo>
                    <a:pt x="22527" y="8431"/>
                  </a:lnTo>
                  <a:lnTo>
                    <a:pt x="26848" y="3991"/>
                  </a:lnTo>
                  <a:lnTo>
                    <a:pt x="31119" y="2370"/>
                  </a:lnTo>
                  <a:lnTo>
                    <a:pt x="3431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0" name="ph8810"/>
            <p:cNvSpPr/>
            <p:nvPr/>
          </p:nvSpPr>
          <p:spPr>
            <a:xfrm>
              <a:off x="10862765" y="2022970"/>
              <a:ext cx="65219" cy="88154"/>
            </a:xfrm>
            <a:custGeom>
              <a:avLst/>
              <a:pathLst>
                <a:path w="65219" h="88154">
                  <a:moveTo>
                    <a:pt x="13368" y="619"/>
                  </a:moveTo>
                  <a:lnTo>
                    <a:pt x="16153" y="1717"/>
                  </a:lnTo>
                  <a:lnTo>
                    <a:pt x="28507" y="2338"/>
                  </a:lnTo>
                  <a:lnTo>
                    <a:pt x="29784" y="3736"/>
                  </a:lnTo>
                  <a:lnTo>
                    <a:pt x="31916" y="2643"/>
                  </a:lnTo>
                  <a:lnTo>
                    <a:pt x="33149" y="3074"/>
                  </a:lnTo>
                  <a:lnTo>
                    <a:pt x="34395" y="4778"/>
                  </a:lnTo>
                  <a:lnTo>
                    <a:pt x="35437" y="9535"/>
                  </a:lnTo>
                  <a:lnTo>
                    <a:pt x="36190" y="13550"/>
                  </a:lnTo>
                  <a:lnTo>
                    <a:pt x="36115" y="23551"/>
                  </a:lnTo>
                  <a:lnTo>
                    <a:pt x="33605" y="26952"/>
                  </a:lnTo>
                  <a:lnTo>
                    <a:pt x="34510" y="32155"/>
                  </a:lnTo>
                  <a:lnTo>
                    <a:pt x="36157" y="33287"/>
                  </a:lnTo>
                  <a:lnTo>
                    <a:pt x="37683" y="32443"/>
                  </a:lnTo>
                  <a:lnTo>
                    <a:pt x="40776" y="36596"/>
                  </a:lnTo>
                  <a:lnTo>
                    <a:pt x="40117" y="39209"/>
                  </a:lnTo>
                  <a:lnTo>
                    <a:pt x="41094" y="41649"/>
                  </a:lnTo>
                  <a:lnTo>
                    <a:pt x="47638" y="44347"/>
                  </a:lnTo>
                  <a:lnTo>
                    <a:pt x="47320" y="48900"/>
                  </a:lnTo>
                  <a:lnTo>
                    <a:pt x="48506" y="50346"/>
                  </a:lnTo>
                  <a:lnTo>
                    <a:pt x="50918" y="50358"/>
                  </a:lnTo>
                  <a:lnTo>
                    <a:pt x="52437" y="51150"/>
                  </a:lnTo>
                  <a:lnTo>
                    <a:pt x="53805" y="52966"/>
                  </a:lnTo>
                  <a:lnTo>
                    <a:pt x="56659" y="59502"/>
                  </a:lnTo>
                  <a:lnTo>
                    <a:pt x="57063" y="64504"/>
                  </a:lnTo>
                  <a:lnTo>
                    <a:pt x="60427" y="66918"/>
                  </a:lnTo>
                  <a:lnTo>
                    <a:pt x="60389" y="70595"/>
                  </a:lnTo>
                  <a:lnTo>
                    <a:pt x="61509" y="75076"/>
                  </a:lnTo>
                  <a:lnTo>
                    <a:pt x="63925" y="79186"/>
                  </a:lnTo>
                  <a:lnTo>
                    <a:pt x="65219" y="86451"/>
                  </a:lnTo>
                  <a:lnTo>
                    <a:pt x="56655" y="85707"/>
                  </a:lnTo>
                  <a:lnTo>
                    <a:pt x="56523" y="84542"/>
                  </a:lnTo>
                  <a:lnTo>
                    <a:pt x="46861" y="86804"/>
                  </a:lnTo>
                  <a:lnTo>
                    <a:pt x="46629" y="88154"/>
                  </a:lnTo>
                  <a:lnTo>
                    <a:pt x="40295" y="88067"/>
                  </a:lnTo>
                  <a:lnTo>
                    <a:pt x="40576" y="82525"/>
                  </a:lnTo>
                  <a:lnTo>
                    <a:pt x="25288" y="74692"/>
                  </a:lnTo>
                  <a:lnTo>
                    <a:pt x="12350" y="74221"/>
                  </a:lnTo>
                  <a:lnTo>
                    <a:pt x="11894" y="72734"/>
                  </a:lnTo>
                  <a:lnTo>
                    <a:pt x="12512" y="71270"/>
                  </a:lnTo>
                  <a:lnTo>
                    <a:pt x="16580" y="67468"/>
                  </a:lnTo>
                  <a:lnTo>
                    <a:pt x="17064" y="59698"/>
                  </a:lnTo>
                  <a:lnTo>
                    <a:pt x="20381" y="54990"/>
                  </a:lnTo>
                  <a:lnTo>
                    <a:pt x="19164" y="51150"/>
                  </a:lnTo>
                  <a:lnTo>
                    <a:pt x="11618" y="46765"/>
                  </a:lnTo>
                  <a:lnTo>
                    <a:pt x="9808" y="47408"/>
                  </a:lnTo>
                  <a:lnTo>
                    <a:pt x="6106" y="46564"/>
                  </a:lnTo>
                  <a:lnTo>
                    <a:pt x="1975" y="47025"/>
                  </a:lnTo>
                  <a:lnTo>
                    <a:pt x="441" y="48265"/>
                  </a:lnTo>
                  <a:lnTo>
                    <a:pt x="0" y="43675"/>
                  </a:lnTo>
                  <a:lnTo>
                    <a:pt x="3854" y="44545"/>
                  </a:lnTo>
                  <a:lnTo>
                    <a:pt x="12552" y="27098"/>
                  </a:lnTo>
                  <a:lnTo>
                    <a:pt x="11564" y="24452"/>
                  </a:lnTo>
                  <a:lnTo>
                    <a:pt x="9403" y="22788"/>
                  </a:lnTo>
                  <a:lnTo>
                    <a:pt x="1602" y="677"/>
                  </a:lnTo>
                  <a:lnTo>
                    <a:pt x="341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1" name="ph8811"/>
            <p:cNvSpPr/>
            <p:nvPr/>
          </p:nvSpPr>
          <p:spPr>
            <a:xfrm>
              <a:off x="11082984" y="2609213"/>
              <a:ext cx="8065" cy="11420"/>
            </a:xfrm>
            <a:custGeom>
              <a:avLst/>
              <a:pathLst>
                <a:path w="8065" h="11420">
                  <a:moveTo>
                    <a:pt x="8065" y="7424"/>
                  </a:moveTo>
                  <a:lnTo>
                    <a:pt x="3680" y="9718"/>
                  </a:lnTo>
                  <a:lnTo>
                    <a:pt x="2449" y="11420"/>
                  </a:lnTo>
                  <a:lnTo>
                    <a:pt x="52" y="9543"/>
                  </a:lnTo>
                  <a:lnTo>
                    <a:pt x="824" y="2413"/>
                  </a:lnTo>
                  <a:lnTo>
                    <a:pt x="0" y="577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2" name="ph8812"/>
            <p:cNvSpPr/>
            <p:nvPr/>
          </p:nvSpPr>
          <p:spPr>
            <a:xfrm>
              <a:off x="10848067" y="2440652"/>
              <a:ext cx="41882" cy="45748"/>
            </a:xfrm>
            <a:custGeom>
              <a:avLst/>
              <a:pathLst>
                <a:path w="41882" h="45748">
                  <a:moveTo>
                    <a:pt x="32593" y="1447"/>
                  </a:moveTo>
                  <a:lnTo>
                    <a:pt x="31959" y="3965"/>
                  </a:lnTo>
                  <a:lnTo>
                    <a:pt x="34330" y="9858"/>
                  </a:lnTo>
                  <a:lnTo>
                    <a:pt x="33025" y="12505"/>
                  </a:lnTo>
                  <a:lnTo>
                    <a:pt x="30554" y="12857"/>
                  </a:lnTo>
                  <a:lnTo>
                    <a:pt x="34875" y="21936"/>
                  </a:lnTo>
                  <a:lnTo>
                    <a:pt x="41882" y="42526"/>
                  </a:lnTo>
                  <a:lnTo>
                    <a:pt x="37731" y="42203"/>
                  </a:lnTo>
                  <a:lnTo>
                    <a:pt x="36382" y="45679"/>
                  </a:lnTo>
                  <a:lnTo>
                    <a:pt x="35224" y="45748"/>
                  </a:lnTo>
                  <a:lnTo>
                    <a:pt x="33050" y="36084"/>
                  </a:lnTo>
                  <a:lnTo>
                    <a:pt x="30966" y="32650"/>
                  </a:lnTo>
                  <a:lnTo>
                    <a:pt x="27275" y="29273"/>
                  </a:lnTo>
                  <a:lnTo>
                    <a:pt x="21341" y="32508"/>
                  </a:lnTo>
                  <a:lnTo>
                    <a:pt x="21204" y="35860"/>
                  </a:lnTo>
                  <a:lnTo>
                    <a:pt x="18298" y="35579"/>
                  </a:lnTo>
                  <a:lnTo>
                    <a:pt x="15857" y="30844"/>
                  </a:lnTo>
                  <a:lnTo>
                    <a:pt x="12599" y="34408"/>
                  </a:lnTo>
                  <a:lnTo>
                    <a:pt x="8818" y="32947"/>
                  </a:lnTo>
                  <a:lnTo>
                    <a:pt x="9893" y="27921"/>
                  </a:lnTo>
                  <a:lnTo>
                    <a:pt x="5802" y="30455"/>
                  </a:lnTo>
                  <a:lnTo>
                    <a:pt x="4101" y="35014"/>
                  </a:lnTo>
                  <a:lnTo>
                    <a:pt x="1579" y="34443"/>
                  </a:lnTo>
                  <a:lnTo>
                    <a:pt x="0" y="27366"/>
                  </a:lnTo>
                  <a:lnTo>
                    <a:pt x="4786" y="14435"/>
                  </a:lnTo>
                  <a:lnTo>
                    <a:pt x="8291" y="7428"/>
                  </a:lnTo>
                  <a:lnTo>
                    <a:pt x="10629" y="1344"/>
                  </a:lnTo>
                  <a:lnTo>
                    <a:pt x="16643" y="84"/>
                  </a:lnTo>
                  <a:lnTo>
                    <a:pt x="2063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3" name="ph8813"/>
            <p:cNvSpPr/>
            <p:nvPr/>
          </p:nvSpPr>
          <p:spPr>
            <a:xfrm>
              <a:off x="11002817" y="2356405"/>
              <a:ext cx="58129" cy="80470"/>
            </a:xfrm>
            <a:custGeom>
              <a:avLst/>
              <a:pathLst>
                <a:path w="58129" h="80470">
                  <a:moveTo>
                    <a:pt x="37168" y="4727"/>
                  </a:moveTo>
                  <a:lnTo>
                    <a:pt x="45126" y="5054"/>
                  </a:lnTo>
                  <a:lnTo>
                    <a:pt x="45233" y="6934"/>
                  </a:lnTo>
                  <a:lnTo>
                    <a:pt x="55212" y="6457"/>
                  </a:lnTo>
                  <a:lnTo>
                    <a:pt x="56160" y="11132"/>
                  </a:lnTo>
                  <a:lnTo>
                    <a:pt x="50096" y="16067"/>
                  </a:lnTo>
                  <a:lnTo>
                    <a:pt x="51805" y="18878"/>
                  </a:lnTo>
                  <a:lnTo>
                    <a:pt x="55447" y="16195"/>
                  </a:lnTo>
                  <a:lnTo>
                    <a:pt x="55657" y="23240"/>
                  </a:lnTo>
                  <a:lnTo>
                    <a:pt x="49939" y="34439"/>
                  </a:lnTo>
                  <a:lnTo>
                    <a:pt x="58129" y="39874"/>
                  </a:lnTo>
                  <a:lnTo>
                    <a:pt x="52920" y="40947"/>
                  </a:lnTo>
                  <a:lnTo>
                    <a:pt x="43765" y="41157"/>
                  </a:lnTo>
                  <a:lnTo>
                    <a:pt x="43182" y="48093"/>
                  </a:lnTo>
                  <a:lnTo>
                    <a:pt x="36585" y="48316"/>
                  </a:lnTo>
                  <a:lnTo>
                    <a:pt x="37985" y="50639"/>
                  </a:lnTo>
                  <a:lnTo>
                    <a:pt x="37297" y="54060"/>
                  </a:lnTo>
                  <a:lnTo>
                    <a:pt x="35601" y="54161"/>
                  </a:lnTo>
                  <a:lnTo>
                    <a:pt x="33942" y="55321"/>
                  </a:lnTo>
                  <a:lnTo>
                    <a:pt x="32774" y="58255"/>
                  </a:lnTo>
                  <a:lnTo>
                    <a:pt x="33370" y="59264"/>
                  </a:lnTo>
                  <a:lnTo>
                    <a:pt x="35079" y="59149"/>
                  </a:lnTo>
                  <a:lnTo>
                    <a:pt x="30118" y="64057"/>
                  </a:lnTo>
                  <a:lnTo>
                    <a:pt x="6584" y="77564"/>
                  </a:lnTo>
                  <a:lnTo>
                    <a:pt x="1665" y="80470"/>
                  </a:lnTo>
                  <a:lnTo>
                    <a:pt x="124" y="77174"/>
                  </a:lnTo>
                  <a:lnTo>
                    <a:pt x="0" y="70514"/>
                  </a:lnTo>
                  <a:lnTo>
                    <a:pt x="5736" y="66944"/>
                  </a:lnTo>
                  <a:lnTo>
                    <a:pt x="5882" y="66044"/>
                  </a:lnTo>
                  <a:lnTo>
                    <a:pt x="4617" y="64071"/>
                  </a:lnTo>
                  <a:lnTo>
                    <a:pt x="2415" y="62735"/>
                  </a:lnTo>
                  <a:lnTo>
                    <a:pt x="1952" y="61181"/>
                  </a:lnTo>
                  <a:lnTo>
                    <a:pt x="3537" y="47772"/>
                  </a:lnTo>
                  <a:lnTo>
                    <a:pt x="4692" y="45205"/>
                  </a:lnTo>
                  <a:lnTo>
                    <a:pt x="10178" y="39261"/>
                  </a:lnTo>
                  <a:lnTo>
                    <a:pt x="16927" y="35643"/>
                  </a:lnTo>
                  <a:lnTo>
                    <a:pt x="19981" y="36240"/>
                  </a:lnTo>
                  <a:lnTo>
                    <a:pt x="23197" y="27874"/>
                  </a:lnTo>
                  <a:lnTo>
                    <a:pt x="26542" y="15686"/>
                  </a:lnTo>
                  <a:lnTo>
                    <a:pt x="25924" y="14421"/>
                  </a:lnTo>
                  <a:lnTo>
                    <a:pt x="27007" y="5617"/>
                  </a:lnTo>
                  <a:lnTo>
                    <a:pt x="31499" y="6266"/>
                  </a:lnTo>
                  <a:lnTo>
                    <a:pt x="31444" y="4845"/>
                  </a:lnTo>
                  <a:lnTo>
                    <a:pt x="3702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4" name="ph8814"/>
            <p:cNvSpPr/>
            <p:nvPr/>
          </p:nvSpPr>
          <p:spPr>
            <a:xfrm>
              <a:off x="11024142" y="2486048"/>
              <a:ext cx="66898" cy="96767"/>
            </a:xfrm>
            <a:custGeom>
              <a:avLst/>
              <a:pathLst>
                <a:path w="66898" h="96767">
                  <a:moveTo>
                    <a:pt x="28642" y="428"/>
                  </a:moveTo>
                  <a:lnTo>
                    <a:pt x="30741" y="2832"/>
                  </a:lnTo>
                  <a:lnTo>
                    <a:pt x="34194" y="4133"/>
                  </a:lnTo>
                  <a:lnTo>
                    <a:pt x="35827" y="4149"/>
                  </a:lnTo>
                  <a:lnTo>
                    <a:pt x="36895" y="3007"/>
                  </a:lnTo>
                  <a:lnTo>
                    <a:pt x="38799" y="2986"/>
                  </a:lnTo>
                  <a:lnTo>
                    <a:pt x="41056" y="7646"/>
                  </a:lnTo>
                  <a:lnTo>
                    <a:pt x="43908" y="9083"/>
                  </a:lnTo>
                  <a:lnTo>
                    <a:pt x="45616" y="9171"/>
                  </a:lnTo>
                  <a:lnTo>
                    <a:pt x="47271" y="6782"/>
                  </a:lnTo>
                  <a:lnTo>
                    <a:pt x="49181" y="5915"/>
                  </a:lnTo>
                  <a:lnTo>
                    <a:pt x="50899" y="6118"/>
                  </a:lnTo>
                  <a:lnTo>
                    <a:pt x="51694" y="7631"/>
                  </a:lnTo>
                  <a:lnTo>
                    <a:pt x="54727" y="7812"/>
                  </a:lnTo>
                  <a:lnTo>
                    <a:pt x="55377" y="4197"/>
                  </a:lnTo>
                  <a:lnTo>
                    <a:pt x="59584" y="2858"/>
                  </a:lnTo>
                  <a:lnTo>
                    <a:pt x="60571" y="3642"/>
                  </a:lnTo>
                  <a:lnTo>
                    <a:pt x="60265" y="6034"/>
                  </a:lnTo>
                  <a:lnTo>
                    <a:pt x="60970" y="8302"/>
                  </a:lnTo>
                  <a:lnTo>
                    <a:pt x="65096" y="10533"/>
                  </a:lnTo>
                  <a:lnTo>
                    <a:pt x="66898" y="40414"/>
                  </a:lnTo>
                  <a:lnTo>
                    <a:pt x="66743" y="55634"/>
                  </a:lnTo>
                  <a:lnTo>
                    <a:pt x="64593" y="67833"/>
                  </a:lnTo>
                  <a:lnTo>
                    <a:pt x="58859" y="83502"/>
                  </a:lnTo>
                  <a:lnTo>
                    <a:pt x="57637" y="96767"/>
                  </a:lnTo>
                  <a:lnTo>
                    <a:pt x="51972" y="93358"/>
                  </a:lnTo>
                  <a:lnTo>
                    <a:pt x="51961" y="89324"/>
                  </a:lnTo>
                  <a:lnTo>
                    <a:pt x="50508" y="84669"/>
                  </a:lnTo>
                  <a:lnTo>
                    <a:pt x="43555" y="82882"/>
                  </a:lnTo>
                  <a:lnTo>
                    <a:pt x="41804" y="83932"/>
                  </a:lnTo>
                  <a:lnTo>
                    <a:pt x="41859" y="85134"/>
                  </a:lnTo>
                  <a:lnTo>
                    <a:pt x="40608" y="86998"/>
                  </a:lnTo>
                  <a:lnTo>
                    <a:pt x="38009" y="86340"/>
                  </a:lnTo>
                  <a:lnTo>
                    <a:pt x="35167" y="73257"/>
                  </a:lnTo>
                  <a:lnTo>
                    <a:pt x="35850" y="67555"/>
                  </a:lnTo>
                  <a:lnTo>
                    <a:pt x="31553" y="67123"/>
                  </a:lnTo>
                  <a:lnTo>
                    <a:pt x="29160" y="68001"/>
                  </a:lnTo>
                  <a:lnTo>
                    <a:pt x="28638" y="72662"/>
                  </a:lnTo>
                  <a:lnTo>
                    <a:pt x="23626" y="74628"/>
                  </a:lnTo>
                  <a:lnTo>
                    <a:pt x="18519" y="74131"/>
                  </a:lnTo>
                  <a:lnTo>
                    <a:pt x="17701" y="82395"/>
                  </a:lnTo>
                  <a:lnTo>
                    <a:pt x="14894" y="83278"/>
                  </a:lnTo>
                  <a:lnTo>
                    <a:pt x="13958" y="83404"/>
                  </a:lnTo>
                  <a:lnTo>
                    <a:pt x="12900" y="82347"/>
                  </a:lnTo>
                  <a:lnTo>
                    <a:pt x="12353" y="76689"/>
                  </a:lnTo>
                  <a:lnTo>
                    <a:pt x="11075" y="73158"/>
                  </a:lnTo>
                  <a:lnTo>
                    <a:pt x="9522" y="71696"/>
                  </a:lnTo>
                  <a:lnTo>
                    <a:pt x="5990" y="68375"/>
                  </a:lnTo>
                  <a:lnTo>
                    <a:pt x="3861" y="63304"/>
                  </a:lnTo>
                  <a:lnTo>
                    <a:pt x="4973" y="58011"/>
                  </a:lnTo>
                  <a:lnTo>
                    <a:pt x="3294" y="54410"/>
                  </a:lnTo>
                  <a:lnTo>
                    <a:pt x="4529" y="41823"/>
                  </a:lnTo>
                  <a:lnTo>
                    <a:pt x="2479" y="39137"/>
                  </a:lnTo>
                  <a:lnTo>
                    <a:pt x="0" y="37301"/>
                  </a:lnTo>
                  <a:lnTo>
                    <a:pt x="4035" y="34397"/>
                  </a:lnTo>
                  <a:lnTo>
                    <a:pt x="3906" y="31704"/>
                  </a:lnTo>
                  <a:lnTo>
                    <a:pt x="5382" y="31126"/>
                  </a:lnTo>
                  <a:lnTo>
                    <a:pt x="5883" y="29719"/>
                  </a:lnTo>
                  <a:lnTo>
                    <a:pt x="2840" y="27389"/>
                  </a:lnTo>
                  <a:lnTo>
                    <a:pt x="3995" y="24850"/>
                  </a:lnTo>
                  <a:lnTo>
                    <a:pt x="6748" y="27150"/>
                  </a:lnTo>
                  <a:lnTo>
                    <a:pt x="11190" y="16481"/>
                  </a:lnTo>
                  <a:lnTo>
                    <a:pt x="14376" y="17422"/>
                  </a:lnTo>
                  <a:lnTo>
                    <a:pt x="16757" y="14152"/>
                  </a:lnTo>
                  <a:lnTo>
                    <a:pt x="16310" y="9433"/>
                  </a:lnTo>
                  <a:lnTo>
                    <a:pt x="16972" y="5876"/>
                  </a:lnTo>
                  <a:lnTo>
                    <a:pt x="16347" y="2968"/>
                  </a:lnTo>
                  <a:lnTo>
                    <a:pt x="19410" y="1645"/>
                  </a:lnTo>
                  <a:lnTo>
                    <a:pt x="25243" y="2481"/>
                  </a:lnTo>
                  <a:lnTo>
                    <a:pt x="25544" y="409"/>
                  </a:lnTo>
                  <a:lnTo>
                    <a:pt x="2620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5" name="ph8815"/>
            <p:cNvSpPr/>
            <p:nvPr/>
          </p:nvSpPr>
          <p:spPr>
            <a:xfrm>
              <a:off x="10981219" y="2356234"/>
              <a:ext cx="48606" cy="62994"/>
            </a:xfrm>
            <a:custGeom>
              <a:avLst/>
              <a:pathLst>
                <a:path w="48606" h="62994">
                  <a:moveTo>
                    <a:pt x="33773" y="1506"/>
                  </a:moveTo>
                  <a:lnTo>
                    <a:pt x="33478" y="3509"/>
                  </a:lnTo>
                  <a:lnTo>
                    <a:pt x="48606" y="5787"/>
                  </a:lnTo>
                  <a:lnTo>
                    <a:pt x="47523" y="14592"/>
                  </a:lnTo>
                  <a:lnTo>
                    <a:pt x="48141" y="15856"/>
                  </a:lnTo>
                  <a:lnTo>
                    <a:pt x="44795" y="28045"/>
                  </a:lnTo>
                  <a:lnTo>
                    <a:pt x="41580" y="36410"/>
                  </a:lnTo>
                  <a:lnTo>
                    <a:pt x="38525" y="35814"/>
                  </a:lnTo>
                  <a:lnTo>
                    <a:pt x="31777" y="39431"/>
                  </a:lnTo>
                  <a:lnTo>
                    <a:pt x="26290" y="45375"/>
                  </a:lnTo>
                  <a:lnTo>
                    <a:pt x="25136" y="47942"/>
                  </a:lnTo>
                  <a:lnTo>
                    <a:pt x="23551" y="61351"/>
                  </a:lnTo>
                  <a:lnTo>
                    <a:pt x="22298" y="58888"/>
                  </a:lnTo>
                  <a:lnTo>
                    <a:pt x="20129" y="62994"/>
                  </a:lnTo>
                  <a:lnTo>
                    <a:pt x="16361" y="62582"/>
                  </a:lnTo>
                  <a:lnTo>
                    <a:pt x="14575" y="59769"/>
                  </a:lnTo>
                  <a:lnTo>
                    <a:pt x="14314" y="56773"/>
                  </a:lnTo>
                  <a:lnTo>
                    <a:pt x="13182" y="57204"/>
                  </a:lnTo>
                  <a:lnTo>
                    <a:pt x="12861" y="58772"/>
                  </a:lnTo>
                  <a:lnTo>
                    <a:pt x="10931" y="51453"/>
                  </a:lnTo>
                  <a:lnTo>
                    <a:pt x="7841" y="48450"/>
                  </a:lnTo>
                  <a:lnTo>
                    <a:pt x="14314" y="42890"/>
                  </a:lnTo>
                  <a:lnTo>
                    <a:pt x="8333" y="44757"/>
                  </a:lnTo>
                  <a:lnTo>
                    <a:pt x="4511" y="37641"/>
                  </a:lnTo>
                  <a:lnTo>
                    <a:pt x="0" y="15111"/>
                  </a:lnTo>
                  <a:lnTo>
                    <a:pt x="437" y="7908"/>
                  </a:lnTo>
                  <a:lnTo>
                    <a:pt x="624" y="7317"/>
                  </a:lnTo>
                  <a:lnTo>
                    <a:pt x="5035" y="7870"/>
                  </a:lnTo>
                  <a:lnTo>
                    <a:pt x="8335" y="1200"/>
                  </a:lnTo>
                  <a:lnTo>
                    <a:pt x="14710" y="704"/>
                  </a:lnTo>
                  <a:lnTo>
                    <a:pt x="22516" y="1875"/>
                  </a:lnTo>
                  <a:lnTo>
                    <a:pt x="227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6" name="ph8816"/>
            <p:cNvSpPr/>
            <p:nvPr/>
          </p:nvSpPr>
          <p:spPr>
            <a:xfrm>
              <a:off x="11030708" y="2968976"/>
              <a:ext cx="6888" cy="7222"/>
            </a:xfrm>
            <a:custGeom>
              <a:avLst/>
              <a:pathLst>
                <a:path w="6888" h="7222">
                  <a:moveTo>
                    <a:pt x="6575" y="3484"/>
                  </a:moveTo>
                  <a:lnTo>
                    <a:pt x="6888" y="5279"/>
                  </a:lnTo>
                  <a:lnTo>
                    <a:pt x="3735" y="7222"/>
                  </a:lnTo>
                  <a:lnTo>
                    <a:pt x="0" y="2935"/>
                  </a:lnTo>
                  <a:lnTo>
                    <a:pt x="1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7" name="ph8817"/>
            <p:cNvSpPr/>
            <p:nvPr/>
          </p:nvSpPr>
          <p:spPr>
            <a:xfrm>
              <a:off x="11024297" y="2933169"/>
              <a:ext cx="9843" cy="4777"/>
            </a:xfrm>
            <a:custGeom>
              <a:avLst/>
              <a:pathLst>
                <a:path w="9843" h="4777">
                  <a:moveTo>
                    <a:pt x="8665" y="793"/>
                  </a:moveTo>
                  <a:lnTo>
                    <a:pt x="9843" y="4260"/>
                  </a:lnTo>
                  <a:lnTo>
                    <a:pt x="8377" y="4777"/>
                  </a:lnTo>
                  <a:lnTo>
                    <a:pt x="5018" y="4352"/>
                  </a:lnTo>
                  <a:lnTo>
                    <a:pt x="0" y="2506"/>
                  </a:lnTo>
                  <a:lnTo>
                    <a:pt x="1296" y="780"/>
                  </a:lnTo>
                  <a:lnTo>
                    <a:pt x="5286" y="1417"/>
                  </a:lnTo>
                  <a:lnTo>
                    <a:pt x="549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8" name="ph8818"/>
            <p:cNvSpPr/>
            <p:nvPr/>
          </p:nvSpPr>
          <p:spPr>
            <a:xfrm>
              <a:off x="11073212" y="2937209"/>
              <a:ext cx="8846" cy="8379"/>
            </a:xfrm>
            <a:custGeom>
              <a:avLst/>
              <a:pathLst>
                <a:path w="8846" h="8379">
                  <a:moveTo>
                    <a:pt x="8846" y="3426"/>
                  </a:moveTo>
                  <a:lnTo>
                    <a:pt x="6231" y="3532"/>
                  </a:lnTo>
                  <a:lnTo>
                    <a:pt x="5194" y="5972"/>
                  </a:lnTo>
                  <a:lnTo>
                    <a:pt x="5283" y="7756"/>
                  </a:lnTo>
                  <a:lnTo>
                    <a:pt x="4500" y="8379"/>
                  </a:lnTo>
                  <a:lnTo>
                    <a:pt x="1114" y="7994"/>
                  </a:lnTo>
                  <a:lnTo>
                    <a:pt x="0" y="7455"/>
                  </a:lnTo>
                  <a:lnTo>
                    <a:pt x="607" y="6968"/>
                  </a:lnTo>
                  <a:lnTo>
                    <a:pt x="2438" y="3880"/>
                  </a:lnTo>
                  <a:lnTo>
                    <a:pt x="481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9" name="ph8819"/>
            <p:cNvSpPr/>
            <p:nvPr/>
          </p:nvSpPr>
          <p:spPr>
            <a:xfrm>
              <a:off x="11043790" y="2961916"/>
              <a:ext cx="11242" cy="13115"/>
            </a:xfrm>
            <a:custGeom>
              <a:avLst/>
              <a:pathLst>
                <a:path w="11242" h="13115">
                  <a:moveTo>
                    <a:pt x="8322" y="5"/>
                  </a:moveTo>
                  <a:lnTo>
                    <a:pt x="11242" y="5289"/>
                  </a:lnTo>
                  <a:lnTo>
                    <a:pt x="9563" y="9659"/>
                  </a:lnTo>
                  <a:lnTo>
                    <a:pt x="8991" y="10974"/>
                  </a:lnTo>
                  <a:lnTo>
                    <a:pt x="8204" y="11119"/>
                  </a:lnTo>
                  <a:lnTo>
                    <a:pt x="4723" y="13115"/>
                  </a:lnTo>
                  <a:lnTo>
                    <a:pt x="4274" y="12851"/>
                  </a:lnTo>
                  <a:lnTo>
                    <a:pt x="2337" y="11080"/>
                  </a:lnTo>
                  <a:lnTo>
                    <a:pt x="0" y="9865"/>
                  </a:lnTo>
                  <a:lnTo>
                    <a:pt x="4074" y="6548"/>
                  </a:lnTo>
                  <a:lnTo>
                    <a:pt x="7921" y="4644"/>
                  </a:lnTo>
                  <a:lnTo>
                    <a:pt x="6296" y="1689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0" name="ph8820"/>
            <p:cNvSpPr/>
            <p:nvPr/>
          </p:nvSpPr>
          <p:spPr>
            <a:xfrm>
              <a:off x="11051104" y="2979749"/>
              <a:ext cx="6744" cy="1938"/>
            </a:xfrm>
            <a:custGeom>
              <a:avLst/>
              <a:pathLst>
                <a:path w="6744" h="1938">
                  <a:moveTo>
                    <a:pt x="2103" y="507"/>
                  </a:moveTo>
                  <a:lnTo>
                    <a:pt x="6744" y="697"/>
                  </a:lnTo>
                  <a:lnTo>
                    <a:pt x="6405" y="1938"/>
                  </a:lnTo>
                  <a:lnTo>
                    <a:pt x="4151" y="1891"/>
                  </a:lnTo>
                  <a:lnTo>
                    <a:pt x="165" y="1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1" name="ph8821"/>
            <p:cNvSpPr/>
            <p:nvPr/>
          </p:nvSpPr>
          <p:spPr>
            <a:xfrm>
              <a:off x="11089121" y="2945368"/>
              <a:ext cx="21072" cy="20294"/>
            </a:xfrm>
            <a:custGeom>
              <a:avLst/>
              <a:pathLst>
                <a:path w="21072" h="20294">
                  <a:moveTo>
                    <a:pt x="10299" y="3095"/>
                  </a:moveTo>
                  <a:lnTo>
                    <a:pt x="15100" y="4729"/>
                  </a:lnTo>
                  <a:lnTo>
                    <a:pt x="21072" y="12247"/>
                  </a:lnTo>
                  <a:lnTo>
                    <a:pt x="20493" y="15202"/>
                  </a:lnTo>
                  <a:lnTo>
                    <a:pt x="17496" y="16734"/>
                  </a:lnTo>
                  <a:lnTo>
                    <a:pt x="19156" y="18574"/>
                  </a:lnTo>
                  <a:lnTo>
                    <a:pt x="18470" y="20294"/>
                  </a:lnTo>
                  <a:lnTo>
                    <a:pt x="15333" y="19375"/>
                  </a:lnTo>
                  <a:lnTo>
                    <a:pt x="15208" y="16745"/>
                  </a:lnTo>
                  <a:lnTo>
                    <a:pt x="10701" y="17350"/>
                  </a:lnTo>
                  <a:lnTo>
                    <a:pt x="9062" y="16778"/>
                  </a:lnTo>
                  <a:lnTo>
                    <a:pt x="4026" y="12597"/>
                  </a:lnTo>
                  <a:lnTo>
                    <a:pt x="2758" y="14583"/>
                  </a:lnTo>
                  <a:lnTo>
                    <a:pt x="1098" y="6642"/>
                  </a:lnTo>
                  <a:lnTo>
                    <a:pt x="0" y="6166"/>
                  </a:lnTo>
                  <a:lnTo>
                    <a:pt x="2968" y="5246"/>
                  </a:lnTo>
                  <a:lnTo>
                    <a:pt x="1047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2" name="ph8822"/>
            <p:cNvSpPr/>
            <p:nvPr/>
          </p:nvSpPr>
          <p:spPr>
            <a:xfrm>
              <a:off x="11046392" y="2978588"/>
              <a:ext cx="3467" cy="2422"/>
            </a:xfrm>
            <a:custGeom>
              <a:avLst/>
              <a:pathLst>
                <a:path w="3467" h="2422">
                  <a:moveTo>
                    <a:pt x="0" y="2422"/>
                  </a:moveTo>
                  <a:lnTo>
                    <a:pt x="245" y="936"/>
                  </a:lnTo>
                  <a:lnTo>
                    <a:pt x="346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3" name="ph8823"/>
            <p:cNvSpPr/>
            <p:nvPr/>
          </p:nvSpPr>
          <p:spPr>
            <a:xfrm>
              <a:off x="11047835" y="2983865"/>
              <a:ext cx="4048" cy="3514"/>
            </a:xfrm>
            <a:custGeom>
              <a:avLst/>
              <a:pathLst>
                <a:path w="4048" h="3514">
                  <a:moveTo>
                    <a:pt x="3501" y="0"/>
                  </a:moveTo>
                  <a:lnTo>
                    <a:pt x="4048" y="1416"/>
                  </a:lnTo>
                  <a:lnTo>
                    <a:pt x="2897" y="3514"/>
                  </a:lnTo>
                  <a:lnTo>
                    <a:pt x="0" y="317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4" name="ph8824"/>
            <p:cNvSpPr/>
            <p:nvPr/>
          </p:nvSpPr>
          <p:spPr>
            <a:xfrm>
              <a:off x="11042759" y="2978403"/>
              <a:ext cx="8577" cy="8634"/>
            </a:xfrm>
            <a:custGeom>
              <a:avLst/>
              <a:pathLst>
                <a:path w="8577" h="8634">
                  <a:moveTo>
                    <a:pt x="8345" y="1345"/>
                  </a:moveTo>
                  <a:lnTo>
                    <a:pt x="8511" y="2989"/>
                  </a:lnTo>
                  <a:lnTo>
                    <a:pt x="8577" y="5461"/>
                  </a:lnTo>
                  <a:lnTo>
                    <a:pt x="5076" y="8634"/>
                  </a:lnTo>
                  <a:lnTo>
                    <a:pt x="2131" y="7120"/>
                  </a:lnTo>
                  <a:lnTo>
                    <a:pt x="0" y="5428"/>
                  </a:lnTo>
                  <a:lnTo>
                    <a:pt x="3633" y="2606"/>
                  </a:lnTo>
                  <a:lnTo>
                    <a:pt x="7101" y="184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5" name="ph8825"/>
            <p:cNvSpPr/>
            <p:nvPr/>
          </p:nvSpPr>
          <p:spPr>
            <a:xfrm>
              <a:off x="11046638" y="2976063"/>
              <a:ext cx="3395" cy="3461"/>
            </a:xfrm>
            <a:custGeom>
              <a:avLst/>
              <a:pathLst>
                <a:path w="3395" h="3461">
                  <a:moveTo>
                    <a:pt x="3395" y="2340"/>
                  </a:moveTo>
                  <a:lnTo>
                    <a:pt x="3222" y="2525"/>
                  </a:lnTo>
                  <a:lnTo>
                    <a:pt x="0" y="3461"/>
                  </a:lnTo>
                  <a:lnTo>
                    <a:pt x="140" y="3120"/>
                  </a:lnTo>
                  <a:lnTo>
                    <a:pt x="1835" y="1141"/>
                  </a:lnTo>
                  <a:lnTo>
                    <a:pt x="2017" y="1056"/>
                  </a:lnTo>
                  <a:lnTo>
                    <a:pt x="248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6" name="ph8826"/>
            <p:cNvSpPr/>
            <p:nvPr/>
          </p:nvSpPr>
          <p:spPr>
            <a:xfrm>
              <a:off x="11091880" y="2957965"/>
              <a:ext cx="19797" cy="12489"/>
            </a:xfrm>
            <a:custGeom>
              <a:avLst/>
              <a:pathLst>
                <a:path w="19797" h="12489">
                  <a:moveTo>
                    <a:pt x="6303" y="4180"/>
                  </a:moveTo>
                  <a:lnTo>
                    <a:pt x="7942" y="4753"/>
                  </a:lnTo>
                  <a:lnTo>
                    <a:pt x="12449" y="4148"/>
                  </a:lnTo>
                  <a:lnTo>
                    <a:pt x="12575" y="6777"/>
                  </a:lnTo>
                  <a:lnTo>
                    <a:pt x="15711" y="7697"/>
                  </a:lnTo>
                  <a:lnTo>
                    <a:pt x="16398" y="5977"/>
                  </a:lnTo>
                  <a:lnTo>
                    <a:pt x="14737" y="4137"/>
                  </a:lnTo>
                  <a:lnTo>
                    <a:pt x="17734" y="2604"/>
                  </a:lnTo>
                  <a:lnTo>
                    <a:pt x="19797" y="3539"/>
                  </a:lnTo>
                  <a:lnTo>
                    <a:pt x="19466" y="8534"/>
                  </a:lnTo>
                  <a:lnTo>
                    <a:pt x="16855" y="10206"/>
                  </a:lnTo>
                  <a:lnTo>
                    <a:pt x="14805" y="12371"/>
                  </a:lnTo>
                  <a:lnTo>
                    <a:pt x="11781" y="12489"/>
                  </a:lnTo>
                  <a:lnTo>
                    <a:pt x="5412" y="10546"/>
                  </a:lnTo>
                  <a:lnTo>
                    <a:pt x="7461" y="5777"/>
                  </a:lnTo>
                  <a:lnTo>
                    <a:pt x="4897" y="3433"/>
                  </a:lnTo>
                  <a:lnTo>
                    <a:pt x="2248" y="3406"/>
                  </a:lnTo>
                  <a:lnTo>
                    <a:pt x="0" y="1986"/>
                  </a:lnTo>
                  <a:lnTo>
                    <a:pt x="12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7" name="ph8827"/>
            <p:cNvSpPr/>
            <p:nvPr/>
          </p:nvSpPr>
          <p:spPr>
            <a:xfrm>
              <a:off x="11048514" y="2973036"/>
              <a:ext cx="5315" cy="7220"/>
            </a:xfrm>
            <a:custGeom>
              <a:avLst/>
              <a:pathLst>
                <a:path w="5315" h="7220">
                  <a:moveTo>
                    <a:pt x="5315" y="3315"/>
                  </a:moveTo>
                  <a:lnTo>
                    <a:pt x="4869" y="6111"/>
                  </a:lnTo>
                  <a:lnTo>
                    <a:pt x="4694" y="7220"/>
                  </a:lnTo>
                  <a:lnTo>
                    <a:pt x="2590" y="6713"/>
                  </a:lnTo>
                  <a:lnTo>
                    <a:pt x="1519" y="5367"/>
                  </a:lnTo>
                  <a:lnTo>
                    <a:pt x="612" y="3027"/>
                  </a:lnTo>
                  <a:lnTo>
                    <a:pt x="0" y="1996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8" name="ph8828"/>
            <p:cNvSpPr/>
            <p:nvPr/>
          </p:nvSpPr>
          <p:spPr>
            <a:xfrm>
              <a:off x="11078030" y="2933417"/>
              <a:ext cx="12948" cy="8066"/>
            </a:xfrm>
            <a:custGeom>
              <a:avLst/>
              <a:pathLst>
                <a:path w="12948" h="8066">
                  <a:moveTo>
                    <a:pt x="4112" y="2068"/>
                  </a:moveTo>
                  <a:lnTo>
                    <a:pt x="6561" y="1512"/>
                  </a:lnTo>
                  <a:lnTo>
                    <a:pt x="11508" y="3516"/>
                  </a:lnTo>
                  <a:lnTo>
                    <a:pt x="12914" y="5084"/>
                  </a:lnTo>
                  <a:lnTo>
                    <a:pt x="12948" y="6961"/>
                  </a:lnTo>
                  <a:lnTo>
                    <a:pt x="7687" y="7163"/>
                  </a:lnTo>
                  <a:lnTo>
                    <a:pt x="6976" y="8066"/>
                  </a:lnTo>
                  <a:lnTo>
                    <a:pt x="4027" y="7218"/>
                  </a:lnTo>
                  <a:lnTo>
                    <a:pt x="0" y="3791"/>
                  </a:lnTo>
                  <a:lnTo>
                    <a:pt x="302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9" name="ph8829"/>
            <p:cNvSpPr/>
            <p:nvPr/>
          </p:nvSpPr>
          <p:spPr>
            <a:xfrm>
              <a:off x="11055306" y="2979971"/>
              <a:ext cx="10845" cy="13363"/>
            </a:xfrm>
            <a:custGeom>
              <a:avLst/>
              <a:pathLst>
                <a:path w="10845" h="13363">
                  <a:moveTo>
                    <a:pt x="9550" y="0"/>
                  </a:moveTo>
                  <a:lnTo>
                    <a:pt x="10845" y="6267"/>
                  </a:lnTo>
                  <a:lnTo>
                    <a:pt x="9797" y="8698"/>
                  </a:lnTo>
                  <a:lnTo>
                    <a:pt x="3738" y="13363"/>
                  </a:lnTo>
                  <a:lnTo>
                    <a:pt x="274" y="12121"/>
                  </a:lnTo>
                  <a:lnTo>
                    <a:pt x="0" y="10834"/>
                  </a:lnTo>
                  <a:lnTo>
                    <a:pt x="988" y="9852"/>
                  </a:lnTo>
                  <a:lnTo>
                    <a:pt x="4648" y="5871"/>
                  </a:lnTo>
                  <a:lnTo>
                    <a:pt x="5916" y="3513"/>
                  </a:lnTo>
                  <a:lnTo>
                    <a:pt x="7468" y="605"/>
                  </a:lnTo>
                  <a:lnTo>
                    <a:pt x="7660" y="2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0" name="ph8830"/>
            <p:cNvSpPr/>
            <p:nvPr/>
          </p:nvSpPr>
          <p:spPr>
            <a:xfrm>
              <a:off x="11051270" y="2981393"/>
              <a:ext cx="3986" cy="3887"/>
            </a:xfrm>
            <a:custGeom>
              <a:avLst/>
              <a:pathLst>
                <a:path w="3986" h="3887">
                  <a:moveTo>
                    <a:pt x="3986" y="247"/>
                  </a:moveTo>
                  <a:lnTo>
                    <a:pt x="3400" y="2620"/>
                  </a:lnTo>
                  <a:lnTo>
                    <a:pt x="1846" y="3880"/>
                  </a:lnTo>
                  <a:lnTo>
                    <a:pt x="613" y="3887"/>
                  </a:lnTo>
                  <a:lnTo>
                    <a:pt x="66" y="2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1" name="ph8831"/>
            <p:cNvSpPr/>
            <p:nvPr/>
          </p:nvSpPr>
          <p:spPr>
            <a:xfrm>
              <a:off x="11028902" y="2937429"/>
              <a:ext cx="15613" cy="23903"/>
            </a:xfrm>
            <a:custGeom>
              <a:avLst/>
              <a:pathLst>
                <a:path w="15613" h="23903">
                  <a:moveTo>
                    <a:pt x="5238" y="0"/>
                  </a:moveTo>
                  <a:lnTo>
                    <a:pt x="5684" y="768"/>
                  </a:lnTo>
                  <a:lnTo>
                    <a:pt x="10896" y="1442"/>
                  </a:lnTo>
                  <a:lnTo>
                    <a:pt x="10929" y="4269"/>
                  </a:lnTo>
                  <a:lnTo>
                    <a:pt x="13649" y="4813"/>
                  </a:lnTo>
                  <a:lnTo>
                    <a:pt x="12985" y="7955"/>
                  </a:lnTo>
                  <a:lnTo>
                    <a:pt x="13622" y="8406"/>
                  </a:lnTo>
                  <a:lnTo>
                    <a:pt x="15111" y="7796"/>
                  </a:lnTo>
                  <a:lnTo>
                    <a:pt x="15120" y="11278"/>
                  </a:lnTo>
                  <a:lnTo>
                    <a:pt x="15613" y="12652"/>
                  </a:lnTo>
                  <a:lnTo>
                    <a:pt x="14673" y="14254"/>
                  </a:lnTo>
                  <a:lnTo>
                    <a:pt x="13880" y="18968"/>
                  </a:lnTo>
                  <a:lnTo>
                    <a:pt x="14421" y="20806"/>
                  </a:lnTo>
                  <a:lnTo>
                    <a:pt x="12880" y="22733"/>
                  </a:lnTo>
                  <a:lnTo>
                    <a:pt x="9198" y="23903"/>
                  </a:lnTo>
                  <a:lnTo>
                    <a:pt x="6354" y="20249"/>
                  </a:lnTo>
                  <a:lnTo>
                    <a:pt x="6461" y="18627"/>
                  </a:lnTo>
                  <a:lnTo>
                    <a:pt x="8214" y="17604"/>
                  </a:lnTo>
                  <a:lnTo>
                    <a:pt x="8254" y="15736"/>
                  </a:lnTo>
                  <a:lnTo>
                    <a:pt x="4718" y="11878"/>
                  </a:lnTo>
                  <a:lnTo>
                    <a:pt x="2832" y="10823"/>
                  </a:lnTo>
                  <a:lnTo>
                    <a:pt x="3051" y="9199"/>
                  </a:lnTo>
                  <a:lnTo>
                    <a:pt x="1168" y="9065"/>
                  </a:lnTo>
                  <a:lnTo>
                    <a:pt x="0" y="6148"/>
                  </a:lnTo>
                  <a:lnTo>
                    <a:pt x="3772" y="5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2" name="ph8832"/>
            <p:cNvSpPr/>
            <p:nvPr/>
          </p:nvSpPr>
          <p:spPr>
            <a:xfrm>
              <a:off x="11053383" y="2975229"/>
              <a:ext cx="20314" cy="11009"/>
            </a:xfrm>
            <a:custGeom>
              <a:avLst/>
              <a:pathLst>
                <a:path w="20314" h="11009">
                  <a:moveTo>
                    <a:pt x="20067" y="2660"/>
                  </a:moveTo>
                  <a:lnTo>
                    <a:pt x="20314" y="2747"/>
                  </a:lnTo>
                  <a:lnTo>
                    <a:pt x="19268" y="5244"/>
                  </a:lnTo>
                  <a:lnTo>
                    <a:pt x="12768" y="11009"/>
                  </a:lnTo>
                  <a:lnTo>
                    <a:pt x="11473" y="4741"/>
                  </a:lnTo>
                  <a:lnTo>
                    <a:pt x="9583" y="4980"/>
                  </a:lnTo>
                  <a:lnTo>
                    <a:pt x="4045" y="3179"/>
                  </a:lnTo>
                  <a:lnTo>
                    <a:pt x="0" y="3917"/>
                  </a:lnTo>
                  <a:lnTo>
                    <a:pt x="445" y="1121"/>
                  </a:lnTo>
                  <a:lnTo>
                    <a:pt x="2448" y="0"/>
                  </a:lnTo>
                  <a:lnTo>
                    <a:pt x="3011" y="25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3" name="ph8833"/>
            <p:cNvSpPr/>
            <p:nvPr/>
          </p:nvSpPr>
          <p:spPr>
            <a:xfrm>
              <a:off x="11042783" y="2948465"/>
              <a:ext cx="13685" cy="15214"/>
            </a:xfrm>
            <a:custGeom>
              <a:avLst/>
              <a:pathLst>
                <a:path w="13685" h="15214">
                  <a:moveTo>
                    <a:pt x="13580" y="2235"/>
                  </a:moveTo>
                  <a:lnTo>
                    <a:pt x="13685" y="5585"/>
                  </a:lnTo>
                  <a:lnTo>
                    <a:pt x="10398" y="8354"/>
                  </a:lnTo>
                  <a:lnTo>
                    <a:pt x="9980" y="10134"/>
                  </a:lnTo>
                  <a:lnTo>
                    <a:pt x="11165" y="12695"/>
                  </a:lnTo>
                  <a:lnTo>
                    <a:pt x="8015" y="13451"/>
                  </a:lnTo>
                  <a:lnTo>
                    <a:pt x="7303" y="15140"/>
                  </a:lnTo>
                  <a:lnTo>
                    <a:pt x="5520" y="15214"/>
                  </a:lnTo>
                  <a:lnTo>
                    <a:pt x="5861" y="12357"/>
                  </a:lnTo>
                  <a:lnTo>
                    <a:pt x="5205" y="11261"/>
                  </a:lnTo>
                  <a:lnTo>
                    <a:pt x="1992" y="8427"/>
                  </a:lnTo>
                  <a:lnTo>
                    <a:pt x="540" y="9770"/>
                  </a:lnTo>
                  <a:lnTo>
                    <a:pt x="0" y="7932"/>
                  </a:lnTo>
                  <a:lnTo>
                    <a:pt x="792" y="3218"/>
                  </a:lnTo>
                  <a:lnTo>
                    <a:pt x="1732" y="1616"/>
                  </a:lnTo>
                  <a:lnTo>
                    <a:pt x="1239" y="242"/>
                  </a:lnTo>
                  <a:lnTo>
                    <a:pt x="3280" y="941"/>
                  </a:lnTo>
                  <a:lnTo>
                    <a:pt x="6068" y="3930"/>
                  </a:lnTo>
                  <a:lnTo>
                    <a:pt x="903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4" name="ph8834"/>
            <p:cNvSpPr/>
            <p:nvPr/>
          </p:nvSpPr>
          <p:spPr>
            <a:xfrm>
              <a:off x="11051995" y="2972891"/>
              <a:ext cx="3836" cy="3459"/>
            </a:xfrm>
            <a:custGeom>
              <a:avLst/>
              <a:pathLst>
                <a:path w="3836" h="3459">
                  <a:moveTo>
                    <a:pt x="786" y="0"/>
                  </a:moveTo>
                  <a:lnTo>
                    <a:pt x="3836" y="2338"/>
                  </a:lnTo>
                  <a:lnTo>
                    <a:pt x="1834" y="3459"/>
                  </a:lnTo>
                  <a:lnTo>
                    <a:pt x="0" y="14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5" name="ph8835"/>
            <p:cNvSpPr/>
            <p:nvPr/>
          </p:nvSpPr>
          <p:spPr>
            <a:xfrm>
              <a:off x="11021693" y="2956056"/>
              <a:ext cx="21075" cy="18199"/>
            </a:xfrm>
            <a:custGeom>
              <a:avLst/>
              <a:pathLst>
                <a:path w="21075" h="18199">
                  <a:moveTo>
                    <a:pt x="13563" y="1622"/>
                  </a:moveTo>
                  <a:lnTo>
                    <a:pt x="16407" y="5276"/>
                  </a:lnTo>
                  <a:lnTo>
                    <a:pt x="20089" y="4106"/>
                  </a:lnTo>
                  <a:lnTo>
                    <a:pt x="21075" y="9530"/>
                  </a:lnTo>
                  <a:lnTo>
                    <a:pt x="19061" y="12552"/>
                  </a:lnTo>
                  <a:lnTo>
                    <a:pt x="15059" y="14271"/>
                  </a:lnTo>
                  <a:lnTo>
                    <a:pt x="16443" y="14225"/>
                  </a:lnTo>
                  <a:lnTo>
                    <a:pt x="17402" y="15674"/>
                  </a:lnTo>
                  <a:lnTo>
                    <a:pt x="17467" y="16491"/>
                  </a:lnTo>
                  <a:lnTo>
                    <a:pt x="15903" y="18199"/>
                  </a:lnTo>
                  <a:lnTo>
                    <a:pt x="15589" y="16404"/>
                  </a:lnTo>
                  <a:lnTo>
                    <a:pt x="9209" y="12919"/>
                  </a:lnTo>
                  <a:lnTo>
                    <a:pt x="5287" y="11627"/>
                  </a:lnTo>
                  <a:lnTo>
                    <a:pt x="3785" y="9531"/>
                  </a:lnTo>
                  <a:lnTo>
                    <a:pt x="35" y="4364"/>
                  </a:lnTo>
                  <a:lnTo>
                    <a:pt x="0" y="4055"/>
                  </a:lnTo>
                  <a:lnTo>
                    <a:pt x="2335" y="5194"/>
                  </a:lnTo>
                  <a:lnTo>
                    <a:pt x="5808" y="4796"/>
                  </a:lnTo>
                  <a:lnTo>
                    <a:pt x="10023" y="1158"/>
                  </a:lnTo>
                  <a:lnTo>
                    <a:pt x="12501" y="1169"/>
                  </a:lnTo>
                  <a:lnTo>
                    <a:pt x="1367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6" name="ph8836"/>
            <p:cNvSpPr/>
            <p:nvPr/>
          </p:nvSpPr>
          <p:spPr>
            <a:xfrm>
              <a:off x="11039593" y="2974964"/>
              <a:ext cx="3922" cy="5053"/>
            </a:xfrm>
            <a:custGeom>
              <a:avLst/>
              <a:pathLst>
                <a:path w="3922" h="5053">
                  <a:moveTo>
                    <a:pt x="3397" y="0"/>
                  </a:moveTo>
                  <a:lnTo>
                    <a:pt x="3067" y="1354"/>
                  </a:lnTo>
                  <a:lnTo>
                    <a:pt x="3922" y="5053"/>
                  </a:lnTo>
                  <a:lnTo>
                    <a:pt x="0" y="228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7" name="ph8837"/>
            <p:cNvSpPr/>
            <p:nvPr/>
          </p:nvSpPr>
          <p:spPr>
            <a:xfrm>
              <a:off x="11036753" y="2968609"/>
              <a:ext cx="4053" cy="5576"/>
            </a:xfrm>
            <a:custGeom>
              <a:avLst/>
              <a:pathLst>
                <a:path w="4053" h="5576">
                  <a:moveTo>
                    <a:pt x="4047" y="1957"/>
                  </a:moveTo>
                  <a:lnTo>
                    <a:pt x="4053" y="2915"/>
                  </a:lnTo>
                  <a:lnTo>
                    <a:pt x="924" y="5576"/>
                  </a:lnTo>
                  <a:lnTo>
                    <a:pt x="2407" y="3938"/>
                  </a:lnTo>
                  <a:lnTo>
                    <a:pt x="2343" y="3122"/>
                  </a:lnTo>
                  <a:lnTo>
                    <a:pt x="1383" y="1672"/>
                  </a:lnTo>
                  <a:lnTo>
                    <a:pt x="0" y="1718"/>
                  </a:lnTo>
                  <a:lnTo>
                    <a:pt x="400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8" name="ph8838"/>
            <p:cNvSpPr/>
            <p:nvPr/>
          </p:nvSpPr>
          <p:spPr>
            <a:xfrm>
              <a:off x="11046778" y="2974768"/>
              <a:ext cx="2348" cy="4415"/>
            </a:xfrm>
            <a:custGeom>
              <a:avLst/>
              <a:pathLst>
                <a:path w="2348" h="4415">
                  <a:moveTo>
                    <a:pt x="1286" y="0"/>
                  </a:moveTo>
                  <a:lnTo>
                    <a:pt x="1736" y="264"/>
                  </a:lnTo>
                  <a:lnTo>
                    <a:pt x="2348" y="1295"/>
                  </a:lnTo>
                  <a:lnTo>
                    <a:pt x="1877" y="2352"/>
                  </a:lnTo>
                  <a:lnTo>
                    <a:pt x="1590" y="2448"/>
                  </a:lnTo>
                  <a:lnTo>
                    <a:pt x="1449" y="2537"/>
                  </a:lnTo>
                  <a:lnTo>
                    <a:pt x="0" y="441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9" name="ph8839"/>
            <p:cNvSpPr/>
            <p:nvPr/>
          </p:nvSpPr>
          <p:spPr>
            <a:xfrm>
              <a:off x="11050733" y="2981641"/>
              <a:ext cx="10490" cy="7988"/>
            </a:xfrm>
            <a:custGeom>
              <a:avLst/>
              <a:pathLst>
                <a:path w="10490" h="7988">
                  <a:moveTo>
                    <a:pt x="4523" y="0"/>
                  </a:moveTo>
                  <a:lnTo>
                    <a:pt x="6776" y="46"/>
                  </a:lnTo>
                  <a:lnTo>
                    <a:pt x="6729" y="258"/>
                  </a:lnTo>
                  <a:lnTo>
                    <a:pt x="5012" y="1352"/>
                  </a:lnTo>
                  <a:lnTo>
                    <a:pt x="4682" y="2942"/>
                  </a:lnTo>
                  <a:lnTo>
                    <a:pt x="5378" y="3611"/>
                  </a:lnTo>
                  <a:lnTo>
                    <a:pt x="10490" y="1843"/>
                  </a:lnTo>
                  <a:lnTo>
                    <a:pt x="9221" y="4201"/>
                  </a:lnTo>
                  <a:lnTo>
                    <a:pt x="3293" y="6249"/>
                  </a:lnTo>
                  <a:lnTo>
                    <a:pt x="1435" y="7988"/>
                  </a:lnTo>
                  <a:lnTo>
                    <a:pt x="0" y="5738"/>
                  </a:lnTo>
                  <a:lnTo>
                    <a:pt x="1150" y="3640"/>
                  </a:lnTo>
                  <a:lnTo>
                    <a:pt x="2383" y="3633"/>
                  </a:lnTo>
                  <a:lnTo>
                    <a:pt x="3937" y="23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0" name="ph8840"/>
            <p:cNvSpPr/>
            <p:nvPr/>
          </p:nvSpPr>
          <p:spPr>
            <a:xfrm>
              <a:off x="11062225" y="2957533"/>
              <a:ext cx="11400" cy="5617"/>
            </a:xfrm>
            <a:custGeom>
              <a:avLst/>
              <a:pathLst>
                <a:path w="11400" h="5617">
                  <a:moveTo>
                    <a:pt x="5038" y="0"/>
                  </a:moveTo>
                  <a:lnTo>
                    <a:pt x="10559" y="3066"/>
                  </a:lnTo>
                  <a:lnTo>
                    <a:pt x="11400" y="3675"/>
                  </a:lnTo>
                  <a:lnTo>
                    <a:pt x="10835" y="5617"/>
                  </a:lnTo>
                  <a:lnTo>
                    <a:pt x="7664" y="5234"/>
                  </a:lnTo>
                  <a:lnTo>
                    <a:pt x="774" y="4983"/>
                  </a:lnTo>
                  <a:lnTo>
                    <a:pt x="0" y="3839"/>
                  </a:lnTo>
                  <a:lnTo>
                    <a:pt x="772" y="1047"/>
                  </a:lnTo>
                  <a:lnTo>
                    <a:pt x="382" y="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1" name="ph8841"/>
            <p:cNvSpPr/>
            <p:nvPr/>
          </p:nvSpPr>
          <p:spPr>
            <a:xfrm>
              <a:off x="11034443" y="2971525"/>
              <a:ext cx="9071" cy="14732"/>
            </a:xfrm>
            <a:custGeom>
              <a:avLst/>
              <a:pathLst>
                <a:path w="9071" h="14732">
                  <a:moveTo>
                    <a:pt x="8547" y="3438"/>
                  </a:moveTo>
                  <a:lnTo>
                    <a:pt x="5149" y="5722"/>
                  </a:lnTo>
                  <a:lnTo>
                    <a:pt x="9071" y="8492"/>
                  </a:lnTo>
                  <a:lnTo>
                    <a:pt x="7647" y="12128"/>
                  </a:lnTo>
                  <a:lnTo>
                    <a:pt x="6397" y="14732"/>
                  </a:lnTo>
                  <a:lnTo>
                    <a:pt x="4528" y="12718"/>
                  </a:lnTo>
                  <a:lnTo>
                    <a:pt x="1117" y="8037"/>
                  </a:lnTo>
                  <a:lnTo>
                    <a:pt x="0" y="4673"/>
                  </a:lnTo>
                  <a:lnTo>
                    <a:pt x="3234" y="2660"/>
                  </a:lnTo>
                  <a:lnTo>
                    <a:pt x="636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2" name="ph8842"/>
            <p:cNvSpPr/>
            <p:nvPr/>
          </p:nvSpPr>
          <p:spPr>
            <a:xfrm>
              <a:off x="11015360" y="2948009"/>
              <a:ext cx="5565" cy="8032"/>
            </a:xfrm>
            <a:custGeom>
              <a:avLst/>
              <a:pathLst>
                <a:path w="5565" h="8032">
                  <a:moveTo>
                    <a:pt x="5565" y="7511"/>
                  </a:moveTo>
                  <a:lnTo>
                    <a:pt x="3852" y="8032"/>
                  </a:lnTo>
                  <a:lnTo>
                    <a:pt x="2067" y="4028"/>
                  </a:lnTo>
                  <a:lnTo>
                    <a:pt x="0" y="4084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3" name="ph8843"/>
            <p:cNvSpPr/>
            <p:nvPr/>
          </p:nvSpPr>
          <p:spPr>
            <a:xfrm>
              <a:off x="11019611" y="2933169"/>
              <a:ext cx="13063" cy="15918"/>
            </a:xfrm>
            <a:custGeom>
              <a:avLst/>
              <a:pathLst>
                <a:path w="13063" h="15918">
                  <a:moveTo>
                    <a:pt x="9972" y="1417"/>
                  </a:moveTo>
                  <a:lnTo>
                    <a:pt x="5982" y="780"/>
                  </a:lnTo>
                  <a:lnTo>
                    <a:pt x="4686" y="2506"/>
                  </a:lnTo>
                  <a:lnTo>
                    <a:pt x="9704" y="4352"/>
                  </a:lnTo>
                  <a:lnTo>
                    <a:pt x="13063" y="4777"/>
                  </a:lnTo>
                  <a:lnTo>
                    <a:pt x="9291" y="10409"/>
                  </a:lnTo>
                  <a:lnTo>
                    <a:pt x="10459" y="13326"/>
                  </a:lnTo>
                  <a:lnTo>
                    <a:pt x="12342" y="13459"/>
                  </a:lnTo>
                  <a:lnTo>
                    <a:pt x="12123" y="15084"/>
                  </a:lnTo>
                  <a:lnTo>
                    <a:pt x="3646" y="15918"/>
                  </a:lnTo>
                  <a:lnTo>
                    <a:pt x="2001" y="14360"/>
                  </a:lnTo>
                  <a:lnTo>
                    <a:pt x="0" y="14179"/>
                  </a:lnTo>
                  <a:lnTo>
                    <a:pt x="6062" y="9331"/>
                  </a:lnTo>
                  <a:lnTo>
                    <a:pt x="7130" y="9370"/>
                  </a:lnTo>
                  <a:lnTo>
                    <a:pt x="7358" y="5957"/>
                  </a:lnTo>
                  <a:lnTo>
                    <a:pt x="3145" y="5117"/>
                  </a:lnTo>
                  <a:lnTo>
                    <a:pt x="956" y="1338"/>
                  </a:lnTo>
                  <a:lnTo>
                    <a:pt x="1088" y="125"/>
                  </a:lnTo>
                  <a:lnTo>
                    <a:pt x="1018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4" name="ph8844"/>
            <p:cNvSpPr/>
            <p:nvPr/>
          </p:nvSpPr>
          <p:spPr>
            <a:xfrm>
              <a:off x="11055416" y="2980576"/>
              <a:ext cx="7359" cy="4675"/>
            </a:xfrm>
            <a:custGeom>
              <a:avLst/>
              <a:pathLst>
                <a:path w="7359" h="4675">
                  <a:moveTo>
                    <a:pt x="7359" y="0"/>
                  </a:moveTo>
                  <a:lnTo>
                    <a:pt x="5807" y="2908"/>
                  </a:lnTo>
                  <a:lnTo>
                    <a:pt x="695" y="4675"/>
                  </a:lnTo>
                  <a:lnTo>
                    <a:pt x="0" y="4006"/>
                  </a:lnTo>
                  <a:lnTo>
                    <a:pt x="329" y="2417"/>
                  </a:lnTo>
                  <a:lnTo>
                    <a:pt x="2046" y="132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5" name="ph8845"/>
            <p:cNvSpPr/>
            <p:nvPr/>
          </p:nvSpPr>
          <p:spPr>
            <a:xfrm>
              <a:off x="11053208" y="2978408"/>
              <a:ext cx="9759" cy="3490"/>
            </a:xfrm>
            <a:custGeom>
              <a:avLst/>
              <a:pathLst>
                <a:path w="9759" h="3490">
                  <a:moveTo>
                    <a:pt x="9759" y="1801"/>
                  </a:moveTo>
                  <a:lnTo>
                    <a:pt x="9567" y="2167"/>
                  </a:lnTo>
                  <a:lnTo>
                    <a:pt x="4254" y="3490"/>
                  </a:lnTo>
                  <a:lnTo>
                    <a:pt x="4301" y="3278"/>
                  </a:lnTo>
                  <a:lnTo>
                    <a:pt x="4640" y="2038"/>
                  </a:lnTo>
                  <a:lnTo>
                    <a:pt x="0" y="1847"/>
                  </a:lnTo>
                  <a:lnTo>
                    <a:pt x="175" y="738"/>
                  </a:lnTo>
                  <a:lnTo>
                    <a:pt x="422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6" name="ph8846"/>
            <p:cNvSpPr/>
            <p:nvPr/>
          </p:nvSpPr>
          <p:spPr>
            <a:xfrm>
              <a:off x="11056050" y="2961305"/>
              <a:ext cx="3866" cy="4244"/>
            </a:xfrm>
            <a:custGeom>
              <a:avLst/>
              <a:pathLst>
                <a:path w="3866" h="4244">
                  <a:moveTo>
                    <a:pt x="726" y="3753"/>
                  </a:moveTo>
                  <a:lnTo>
                    <a:pt x="0" y="1213"/>
                  </a:lnTo>
                  <a:lnTo>
                    <a:pt x="3679" y="0"/>
                  </a:lnTo>
                  <a:lnTo>
                    <a:pt x="3866" y="165"/>
                  </a:lnTo>
                  <a:lnTo>
                    <a:pt x="3531" y="424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7" name="ph8847"/>
            <p:cNvSpPr/>
            <p:nvPr/>
          </p:nvSpPr>
          <p:spPr>
            <a:xfrm>
              <a:off x="11050798" y="2961160"/>
              <a:ext cx="3150" cy="761"/>
            </a:xfrm>
            <a:custGeom>
              <a:avLst/>
              <a:pathLst>
                <a:path w="3150" h="761">
                  <a:moveTo>
                    <a:pt x="1314" y="761"/>
                  </a:moveTo>
                  <a:lnTo>
                    <a:pt x="0" y="756"/>
                  </a:lnTo>
                  <a:lnTo>
                    <a:pt x="315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8" name="ph8848"/>
            <p:cNvSpPr/>
            <p:nvPr/>
          </p:nvSpPr>
          <p:spPr>
            <a:xfrm>
              <a:off x="10996272" y="2931099"/>
              <a:ext cx="30698" cy="20678"/>
            </a:xfrm>
            <a:custGeom>
              <a:avLst/>
              <a:pathLst>
                <a:path w="30698" h="20678">
                  <a:moveTo>
                    <a:pt x="16339" y="0"/>
                  </a:moveTo>
                  <a:lnTo>
                    <a:pt x="17631" y="2234"/>
                  </a:lnTo>
                  <a:lnTo>
                    <a:pt x="19258" y="308"/>
                  </a:lnTo>
                  <a:lnTo>
                    <a:pt x="21193" y="4075"/>
                  </a:lnTo>
                  <a:lnTo>
                    <a:pt x="24295" y="3408"/>
                  </a:lnTo>
                  <a:lnTo>
                    <a:pt x="26484" y="7187"/>
                  </a:lnTo>
                  <a:lnTo>
                    <a:pt x="30698" y="8026"/>
                  </a:lnTo>
                  <a:lnTo>
                    <a:pt x="30469" y="11440"/>
                  </a:lnTo>
                  <a:lnTo>
                    <a:pt x="29402" y="11401"/>
                  </a:lnTo>
                  <a:lnTo>
                    <a:pt x="23224" y="10907"/>
                  </a:lnTo>
                  <a:lnTo>
                    <a:pt x="21591" y="10104"/>
                  </a:lnTo>
                  <a:lnTo>
                    <a:pt x="15132" y="14297"/>
                  </a:lnTo>
                  <a:lnTo>
                    <a:pt x="11118" y="14663"/>
                  </a:lnTo>
                  <a:lnTo>
                    <a:pt x="8304" y="17750"/>
                  </a:lnTo>
                  <a:lnTo>
                    <a:pt x="8607" y="20406"/>
                  </a:lnTo>
                  <a:lnTo>
                    <a:pt x="6454" y="20678"/>
                  </a:lnTo>
                  <a:lnTo>
                    <a:pt x="3071" y="14558"/>
                  </a:lnTo>
                  <a:lnTo>
                    <a:pt x="990" y="13022"/>
                  </a:lnTo>
                  <a:lnTo>
                    <a:pt x="0" y="11104"/>
                  </a:lnTo>
                  <a:lnTo>
                    <a:pt x="2910" y="4999"/>
                  </a:lnTo>
                  <a:lnTo>
                    <a:pt x="4671" y="4021"/>
                  </a:lnTo>
                  <a:lnTo>
                    <a:pt x="6886" y="3805"/>
                  </a:lnTo>
                  <a:lnTo>
                    <a:pt x="8180" y="4939"/>
                  </a:lnTo>
                  <a:lnTo>
                    <a:pt x="10576" y="4488"/>
                  </a:lnTo>
                  <a:lnTo>
                    <a:pt x="13122" y="2248"/>
                  </a:lnTo>
                  <a:lnTo>
                    <a:pt x="14289" y="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9" name="ph8849"/>
            <p:cNvSpPr/>
            <p:nvPr/>
          </p:nvSpPr>
          <p:spPr>
            <a:xfrm>
              <a:off x="11078959" y="2970309"/>
              <a:ext cx="13500" cy="7688"/>
            </a:xfrm>
            <a:custGeom>
              <a:avLst/>
              <a:pathLst>
                <a:path w="13500" h="7688">
                  <a:moveTo>
                    <a:pt x="12861" y="2431"/>
                  </a:moveTo>
                  <a:lnTo>
                    <a:pt x="13500" y="4395"/>
                  </a:lnTo>
                  <a:lnTo>
                    <a:pt x="12109" y="5914"/>
                  </a:lnTo>
                  <a:lnTo>
                    <a:pt x="8359" y="7688"/>
                  </a:lnTo>
                  <a:lnTo>
                    <a:pt x="6621" y="6166"/>
                  </a:lnTo>
                  <a:lnTo>
                    <a:pt x="1195" y="6580"/>
                  </a:lnTo>
                  <a:lnTo>
                    <a:pt x="0" y="6087"/>
                  </a:lnTo>
                  <a:lnTo>
                    <a:pt x="1917" y="5483"/>
                  </a:lnTo>
                  <a:lnTo>
                    <a:pt x="978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0" name="ph8850"/>
            <p:cNvSpPr/>
            <p:nvPr/>
          </p:nvSpPr>
          <p:spPr>
            <a:xfrm>
              <a:off x="11040800" y="2970567"/>
              <a:ext cx="5326" cy="4396"/>
            </a:xfrm>
            <a:custGeom>
              <a:avLst/>
              <a:pathLst>
                <a:path w="5326" h="4396">
                  <a:moveTo>
                    <a:pt x="2989" y="1215"/>
                  </a:moveTo>
                  <a:lnTo>
                    <a:pt x="5326" y="2430"/>
                  </a:lnTo>
                  <a:lnTo>
                    <a:pt x="2190" y="4396"/>
                  </a:lnTo>
                  <a:lnTo>
                    <a:pt x="6" y="9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1" name="ph8851"/>
            <p:cNvSpPr/>
            <p:nvPr/>
          </p:nvSpPr>
          <p:spPr>
            <a:xfrm>
              <a:off x="11052764" y="2952997"/>
              <a:ext cx="7151" cy="9521"/>
            </a:xfrm>
            <a:custGeom>
              <a:avLst/>
              <a:pathLst>
                <a:path w="7151" h="9521">
                  <a:moveTo>
                    <a:pt x="7151" y="1246"/>
                  </a:moveTo>
                  <a:lnTo>
                    <a:pt x="5842" y="5821"/>
                  </a:lnTo>
                  <a:lnTo>
                    <a:pt x="6965" y="8308"/>
                  </a:lnTo>
                  <a:lnTo>
                    <a:pt x="3285" y="9521"/>
                  </a:lnTo>
                  <a:lnTo>
                    <a:pt x="1184" y="8163"/>
                  </a:lnTo>
                  <a:lnTo>
                    <a:pt x="0" y="5603"/>
                  </a:lnTo>
                  <a:lnTo>
                    <a:pt x="417" y="3822"/>
                  </a:lnTo>
                  <a:lnTo>
                    <a:pt x="3704" y="1054"/>
                  </a:lnTo>
                  <a:lnTo>
                    <a:pt x="4214" y="250"/>
                  </a:lnTo>
                  <a:lnTo>
                    <a:pt x="5506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2" name="ph8852"/>
            <p:cNvSpPr/>
            <p:nvPr/>
          </p:nvSpPr>
          <p:spPr>
            <a:xfrm>
              <a:off x="11072631" y="2951535"/>
              <a:ext cx="26709" cy="30846"/>
            </a:xfrm>
            <a:custGeom>
              <a:avLst/>
              <a:pathLst>
                <a:path w="26709" h="30846">
                  <a:moveTo>
                    <a:pt x="16489" y="0"/>
                  </a:moveTo>
                  <a:lnTo>
                    <a:pt x="17588" y="475"/>
                  </a:lnTo>
                  <a:lnTo>
                    <a:pt x="19248" y="8416"/>
                  </a:lnTo>
                  <a:lnTo>
                    <a:pt x="21497" y="9836"/>
                  </a:lnTo>
                  <a:lnTo>
                    <a:pt x="24145" y="9864"/>
                  </a:lnTo>
                  <a:lnTo>
                    <a:pt x="26709" y="12208"/>
                  </a:lnTo>
                  <a:lnTo>
                    <a:pt x="24660" y="16977"/>
                  </a:lnTo>
                  <a:lnTo>
                    <a:pt x="22734" y="19115"/>
                  </a:lnTo>
                  <a:lnTo>
                    <a:pt x="19189" y="21205"/>
                  </a:lnTo>
                  <a:lnTo>
                    <a:pt x="16113" y="18774"/>
                  </a:lnTo>
                  <a:lnTo>
                    <a:pt x="8245" y="24257"/>
                  </a:lnTo>
                  <a:lnTo>
                    <a:pt x="6328" y="24861"/>
                  </a:lnTo>
                  <a:lnTo>
                    <a:pt x="4893" y="26188"/>
                  </a:lnTo>
                  <a:lnTo>
                    <a:pt x="6277" y="26674"/>
                  </a:lnTo>
                  <a:lnTo>
                    <a:pt x="7160" y="30846"/>
                  </a:lnTo>
                  <a:lnTo>
                    <a:pt x="5669" y="30499"/>
                  </a:lnTo>
                  <a:lnTo>
                    <a:pt x="1066" y="26442"/>
                  </a:lnTo>
                  <a:lnTo>
                    <a:pt x="819" y="26355"/>
                  </a:lnTo>
                  <a:lnTo>
                    <a:pt x="0" y="19907"/>
                  </a:lnTo>
                  <a:lnTo>
                    <a:pt x="2784" y="19078"/>
                  </a:lnTo>
                  <a:lnTo>
                    <a:pt x="3479" y="15914"/>
                  </a:lnTo>
                  <a:lnTo>
                    <a:pt x="2738" y="14339"/>
                  </a:lnTo>
                  <a:lnTo>
                    <a:pt x="2625" y="14837"/>
                  </a:lnTo>
                  <a:lnTo>
                    <a:pt x="355" y="14550"/>
                  </a:lnTo>
                  <a:lnTo>
                    <a:pt x="429" y="11616"/>
                  </a:lnTo>
                  <a:lnTo>
                    <a:pt x="994" y="9674"/>
                  </a:lnTo>
                  <a:lnTo>
                    <a:pt x="4749" y="6364"/>
                  </a:lnTo>
                  <a:lnTo>
                    <a:pt x="7336" y="433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3" name="ph8853"/>
            <p:cNvSpPr/>
            <p:nvPr/>
          </p:nvSpPr>
          <p:spPr>
            <a:xfrm>
              <a:off x="11052112" y="2961160"/>
              <a:ext cx="4663" cy="6045"/>
            </a:xfrm>
            <a:custGeom>
              <a:avLst/>
              <a:pathLst>
                <a:path w="4663" h="6045">
                  <a:moveTo>
                    <a:pt x="3937" y="1357"/>
                  </a:moveTo>
                  <a:lnTo>
                    <a:pt x="4663" y="3898"/>
                  </a:lnTo>
                  <a:lnTo>
                    <a:pt x="3795" y="5598"/>
                  </a:lnTo>
                  <a:lnTo>
                    <a:pt x="2920" y="6045"/>
                  </a:lnTo>
                  <a:lnTo>
                    <a:pt x="0" y="761"/>
                  </a:lnTo>
                  <a:lnTo>
                    <a:pt x="18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4" name="ph8854"/>
            <p:cNvSpPr/>
            <p:nvPr/>
          </p:nvSpPr>
          <p:spPr>
            <a:xfrm>
              <a:off x="11056241" y="2949449"/>
              <a:ext cx="13684" cy="12021"/>
            </a:xfrm>
            <a:custGeom>
              <a:avLst/>
              <a:pathLst>
                <a:path w="13684" h="12021">
                  <a:moveTo>
                    <a:pt x="2418" y="307"/>
                  </a:moveTo>
                  <a:lnTo>
                    <a:pt x="3644" y="1918"/>
                  </a:lnTo>
                  <a:lnTo>
                    <a:pt x="3946" y="5225"/>
                  </a:lnTo>
                  <a:lnTo>
                    <a:pt x="4775" y="5799"/>
                  </a:lnTo>
                  <a:lnTo>
                    <a:pt x="10068" y="5093"/>
                  </a:lnTo>
                  <a:lnTo>
                    <a:pt x="11629" y="3638"/>
                  </a:lnTo>
                  <a:lnTo>
                    <a:pt x="13684" y="3873"/>
                  </a:lnTo>
                  <a:lnTo>
                    <a:pt x="11022" y="8083"/>
                  </a:lnTo>
                  <a:lnTo>
                    <a:pt x="6366" y="8153"/>
                  </a:lnTo>
                  <a:lnTo>
                    <a:pt x="3675" y="12021"/>
                  </a:lnTo>
                  <a:lnTo>
                    <a:pt x="3488" y="11856"/>
                  </a:lnTo>
                  <a:lnTo>
                    <a:pt x="2365" y="9368"/>
                  </a:lnTo>
                  <a:lnTo>
                    <a:pt x="3674" y="4794"/>
                  </a:lnTo>
                  <a:lnTo>
                    <a:pt x="2029" y="3547"/>
                  </a:lnTo>
                  <a:lnTo>
                    <a:pt x="737" y="3798"/>
                  </a:lnTo>
                  <a:lnTo>
                    <a:pt x="227" y="4601"/>
                  </a:lnTo>
                  <a:lnTo>
                    <a:pt x="122" y="1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5" name="ph8855"/>
            <p:cNvSpPr/>
            <p:nvPr/>
          </p:nvSpPr>
          <p:spPr>
            <a:xfrm>
              <a:off x="11055907" y="2965059"/>
              <a:ext cx="12928" cy="5325"/>
            </a:xfrm>
            <a:custGeom>
              <a:avLst/>
              <a:pathLst>
                <a:path w="12928" h="5325">
                  <a:moveTo>
                    <a:pt x="3673" y="491"/>
                  </a:moveTo>
                  <a:lnTo>
                    <a:pt x="8018" y="2839"/>
                  </a:lnTo>
                  <a:lnTo>
                    <a:pt x="10611" y="2055"/>
                  </a:lnTo>
                  <a:lnTo>
                    <a:pt x="11424" y="2608"/>
                  </a:lnTo>
                  <a:lnTo>
                    <a:pt x="12120" y="3339"/>
                  </a:lnTo>
                  <a:lnTo>
                    <a:pt x="12928" y="4440"/>
                  </a:lnTo>
                  <a:lnTo>
                    <a:pt x="12514" y="5325"/>
                  </a:lnTo>
                  <a:lnTo>
                    <a:pt x="9137" y="5249"/>
                  </a:lnTo>
                  <a:lnTo>
                    <a:pt x="0" y="1700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6" name="ph8856"/>
            <p:cNvSpPr/>
            <p:nvPr/>
          </p:nvSpPr>
          <p:spPr>
            <a:xfrm>
              <a:off x="11048150" y="2934414"/>
              <a:ext cx="16732" cy="13245"/>
            </a:xfrm>
            <a:custGeom>
              <a:avLst/>
              <a:pathLst>
                <a:path w="16732" h="13245">
                  <a:moveTo>
                    <a:pt x="7886" y="0"/>
                  </a:moveTo>
                  <a:lnTo>
                    <a:pt x="10179" y="1537"/>
                  </a:lnTo>
                  <a:lnTo>
                    <a:pt x="9381" y="3613"/>
                  </a:lnTo>
                  <a:lnTo>
                    <a:pt x="9756" y="4634"/>
                  </a:lnTo>
                  <a:lnTo>
                    <a:pt x="15002" y="7536"/>
                  </a:lnTo>
                  <a:lnTo>
                    <a:pt x="16732" y="9362"/>
                  </a:lnTo>
                  <a:lnTo>
                    <a:pt x="7785" y="13245"/>
                  </a:lnTo>
                  <a:lnTo>
                    <a:pt x="7241" y="11460"/>
                  </a:lnTo>
                  <a:lnTo>
                    <a:pt x="5347" y="11370"/>
                  </a:lnTo>
                  <a:lnTo>
                    <a:pt x="826" y="7594"/>
                  </a:lnTo>
                  <a:lnTo>
                    <a:pt x="0" y="2503"/>
                  </a:lnTo>
                  <a:lnTo>
                    <a:pt x="608" y="1522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7" name="ph8857"/>
            <p:cNvSpPr/>
            <p:nvPr/>
          </p:nvSpPr>
          <p:spPr>
            <a:xfrm>
              <a:off x="11041888" y="2942009"/>
              <a:ext cx="14475" cy="8691"/>
            </a:xfrm>
            <a:custGeom>
              <a:avLst/>
              <a:pathLst>
                <a:path w="14475" h="8691">
                  <a:moveTo>
                    <a:pt x="11610" y="3775"/>
                  </a:moveTo>
                  <a:lnTo>
                    <a:pt x="13503" y="3866"/>
                  </a:lnTo>
                  <a:lnTo>
                    <a:pt x="14048" y="5650"/>
                  </a:lnTo>
                  <a:lnTo>
                    <a:pt x="14352" y="7440"/>
                  </a:lnTo>
                  <a:lnTo>
                    <a:pt x="14475" y="8691"/>
                  </a:lnTo>
                  <a:lnTo>
                    <a:pt x="9929" y="6456"/>
                  </a:lnTo>
                  <a:lnTo>
                    <a:pt x="6064" y="3013"/>
                  </a:lnTo>
                  <a:lnTo>
                    <a:pt x="2183" y="1822"/>
                  </a:lnTo>
                  <a:lnTo>
                    <a:pt x="1571" y="2989"/>
                  </a:lnTo>
                  <a:lnTo>
                    <a:pt x="2125" y="3217"/>
                  </a:lnTo>
                  <a:lnTo>
                    <a:pt x="636" y="3826"/>
                  </a:lnTo>
                  <a:lnTo>
                    <a:pt x="0" y="3375"/>
                  </a:lnTo>
                  <a:lnTo>
                    <a:pt x="663" y="233"/>
                  </a:lnTo>
                  <a:lnTo>
                    <a:pt x="708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8" name="ph8858"/>
            <p:cNvSpPr/>
            <p:nvPr/>
          </p:nvSpPr>
          <p:spPr>
            <a:xfrm>
              <a:off x="11063000" y="2962516"/>
              <a:ext cx="7561" cy="5140"/>
            </a:xfrm>
            <a:custGeom>
              <a:avLst/>
              <a:pathLst>
                <a:path w="7561" h="5140">
                  <a:moveTo>
                    <a:pt x="6890" y="251"/>
                  </a:moveTo>
                  <a:lnTo>
                    <a:pt x="7561" y="2033"/>
                  </a:lnTo>
                  <a:lnTo>
                    <a:pt x="7044" y="2458"/>
                  </a:lnTo>
                  <a:lnTo>
                    <a:pt x="5263" y="1281"/>
                  </a:lnTo>
                  <a:lnTo>
                    <a:pt x="4773" y="1608"/>
                  </a:lnTo>
                  <a:lnTo>
                    <a:pt x="4117" y="3059"/>
                  </a:lnTo>
                  <a:lnTo>
                    <a:pt x="4313" y="5140"/>
                  </a:lnTo>
                  <a:lnTo>
                    <a:pt x="3519" y="4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9" name="ph8859"/>
            <p:cNvSpPr/>
            <p:nvPr/>
          </p:nvSpPr>
          <p:spPr>
            <a:xfrm>
              <a:off x="11053353" y="2966759"/>
              <a:ext cx="18702" cy="9176"/>
            </a:xfrm>
            <a:custGeom>
              <a:avLst/>
              <a:pathLst>
                <a:path w="18702" h="9176">
                  <a:moveTo>
                    <a:pt x="11691" y="3549"/>
                  </a:moveTo>
                  <a:lnTo>
                    <a:pt x="15068" y="3625"/>
                  </a:lnTo>
                  <a:lnTo>
                    <a:pt x="15482" y="2740"/>
                  </a:lnTo>
                  <a:lnTo>
                    <a:pt x="14674" y="1638"/>
                  </a:lnTo>
                  <a:lnTo>
                    <a:pt x="18702" y="4178"/>
                  </a:lnTo>
                  <a:lnTo>
                    <a:pt x="15516" y="5635"/>
                  </a:lnTo>
                  <a:lnTo>
                    <a:pt x="13305" y="9176"/>
                  </a:lnTo>
                  <a:lnTo>
                    <a:pt x="5472" y="7109"/>
                  </a:lnTo>
                  <a:lnTo>
                    <a:pt x="5544" y="6554"/>
                  </a:lnTo>
                  <a:lnTo>
                    <a:pt x="0" y="4816"/>
                  </a:lnTo>
                  <a:lnTo>
                    <a:pt x="1679" y="447"/>
                  </a:lnTo>
                  <a:lnTo>
                    <a:pt x="255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0" name="ph8860"/>
            <p:cNvSpPr/>
            <p:nvPr/>
          </p:nvSpPr>
          <p:spPr>
            <a:xfrm>
              <a:off x="11108735" y="2957280"/>
              <a:ext cx="10562" cy="13041"/>
            </a:xfrm>
            <a:custGeom>
              <a:avLst/>
              <a:pathLst>
                <a:path w="10562" h="13041">
                  <a:moveTo>
                    <a:pt x="4035" y="813"/>
                  </a:moveTo>
                  <a:lnTo>
                    <a:pt x="4829" y="3117"/>
                  </a:lnTo>
                  <a:lnTo>
                    <a:pt x="6049" y="3516"/>
                  </a:lnTo>
                  <a:lnTo>
                    <a:pt x="9787" y="4560"/>
                  </a:lnTo>
                  <a:lnTo>
                    <a:pt x="10562" y="7995"/>
                  </a:lnTo>
                  <a:lnTo>
                    <a:pt x="8309" y="10444"/>
                  </a:lnTo>
                  <a:lnTo>
                    <a:pt x="6942" y="9978"/>
                  </a:lnTo>
                  <a:lnTo>
                    <a:pt x="5712" y="12224"/>
                  </a:lnTo>
                  <a:lnTo>
                    <a:pt x="3313" y="13041"/>
                  </a:lnTo>
                  <a:lnTo>
                    <a:pt x="0" y="10891"/>
                  </a:lnTo>
                  <a:lnTo>
                    <a:pt x="2610" y="9219"/>
                  </a:lnTo>
                  <a:lnTo>
                    <a:pt x="2941" y="4224"/>
                  </a:lnTo>
                  <a:lnTo>
                    <a:pt x="878" y="3290"/>
                  </a:lnTo>
                  <a:lnTo>
                    <a:pt x="1457" y="335"/>
                  </a:lnTo>
                  <a:lnTo>
                    <a:pt x="210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1" name="ph8861"/>
            <p:cNvSpPr/>
            <p:nvPr/>
          </p:nvSpPr>
          <p:spPr>
            <a:xfrm>
              <a:off x="11004577" y="2941204"/>
              <a:ext cx="21097" cy="12406"/>
            </a:xfrm>
            <a:custGeom>
              <a:avLst/>
              <a:pathLst>
                <a:path w="21097" h="12406">
                  <a:moveTo>
                    <a:pt x="14919" y="802"/>
                  </a:moveTo>
                  <a:lnTo>
                    <a:pt x="21097" y="1296"/>
                  </a:lnTo>
                  <a:lnTo>
                    <a:pt x="15034" y="6144"/>
                  </a:lnTo>
                  <a:lnTo>
                    <a:pt x="14824" y="6805"/>
                  </a:lnTo>
                  <a:lnTo>
                    <a:pt x="10783" y="10889"/>
                  </a:lnTo>
                  <a:lnTo>
                    <a:pt x="7516" y="10259"/>
                  </a:lnTo>
                  <a:lnTo>
                    <a:pt x="5194" y="12406"/>
                  </a:lnTo>
                  <a:lnTo>
                    <a:pt x="865" y="11579"/>
                  </a:lnTo>
                  <a:lnTo>
                    <a:pt x="303" y="10301"/>
                  </a:lnTo>
                  <a:lnTo>
                    <a:pt x="0" y="7646"/>
                  </a:lnTo>
                  <a:lnTo>
                    <a:pt x="2813" y="4559"/>
                  </a:lnTo>
                  <a:lnTo>
                    <a:pt x="6828" y="4193"/>
                  </a:lnTo>
                  <a:lnTo>
                    <a:pt x="1328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2" name="ph8862"/>
            <p:cNvSpPr/>
            <p:nvPr/>
          </p:nvSpPr>
          <p:spPr>
            <a:xfrm>
              <a:off x="11019213" y="2947348"/>
              <a:ext cx="17943" cy="13902"/>
            </a:xfrm>
            <a:custGeom>
              <a:avLst/>
              <a:pathLst>
                <a:path w="17943" h="13902">
                  <a:moveTo>
                    <a:pt x="12521" y="904"/>
                  </a:moveTo>
                  <a:lnTo>
                    <a:pt x="14408" y="1959"/>
                  </a:lnTo>
                  <a:lnTo>
                    <a:pt x="17943" y="5817"/>
                  </a:lnTo>
                  <a:lnTo>
                    <a:pt x="17904" y="7685"/>
                  </a:lnTo>
                  <a:lnTo>
                    <a:pt x="16151" y="8708"/>
                  </a:lnTo>
                  <a:lnTo>
                    <a:pt x="14982" y="9878"/>
                  </a:lnTo>
                  <a:lnTo>
                    <a:pt x="12504" y="9866"/>
                  </a:lnTo>
                  <a:lnTo>
                    <a:pt x="8288" y="13504"/>
                  </a:lnTo>
                  <a:lnTo>
                    <a:pt x="4815" y="13902"/>
                  </a:lnTo>
                  <a:lnTo>
                    <a:pt x="2480" y="12764"/>
                  </a:lnTo>
                  <a:lnTo>
                    <a:pt x="0" y="8693"/>
                  </a:lnTo>
                  <a:lnTo>
                    <a:pt x="1713" y="8172"/>
                  </a:lnTo>
                  <a:lnTo>
                    <a:pt x="187" y="660"/>
                  </a:lnTo>
                  <a:lnTo>
                    <a:pt x="398" y="0"/>
                  </a:lnTo>
                  <a:lnTo>
                    <a:pt x="2399" y="180"/>
                  </a:lnTo>
                  <a:lnTo>
                    <a:pt x="4045" y="1739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3" name="ph8863"/>
            <p:cNvSpPr/>
            <p:nvPr/>
          </p:nvSpPr>
          <p:spPr>
            <a:xfrm>
              <a:off x="11055936" y="2937447"/>
              <a:ext cx="22478" cy="17802"/>
            </a:xfrm>
            <a:custGeom>
              <a:avLst/>
              <a:pathLst>
                <a:path w="22478" h="17802">
                  <a:moveTo>
                    <a:pt x="17557" y="2970"/>
                  </a:moveTo>
                  <a:lnTo>
                    <a:pt x="19714" y="3642"/>
                  </a:lnTo>
                  <a:lnTo>
                    <a:pt x="17883" y="6730"/>
                  </a:lnTo>
                  <a:lnTo>
                    <a:pt x="16070" y="7776"/>
                  </a:lnTo>
                  <a:lnTo>
                    <a:pt x="16490" y="8610"/>
                  </a:lnTo>
                  <a:lnTo>
                    <a:pt x="22478" y="10672"/>
                  </a:lnTo>
                  <a:lnTo>
                    <a:pt x="21935" y="13316"/>
                  </a:lnTo>
                  <a:lnTo>
                    <a:pt x="19850" y="15800"/>
                  </a:lnTo>
                  <a:lnTo>
                    <a:pt x="13989" y="15875"/>
                  </a:lnTo>
                  <a:lnTo>
                    <a:pt x="11934" y="15641"/>
                  </a:lnTo>
                  <a:lnTo>
                    <a:pt x="10373" y="17095"/>
                  </a:lnTo>
                  <a:lnTo>
                    <a:pt x="5080" y="17802"/>
                  </a:lnTo>
                  <a:lnTo>
                    <a:pt x="4251" y="17228"/>
                  </a:lnTo>
                  <a:lnTo>
                    <a:pt x="3949" y="13921"/>
                  </a:lnTo>
                  <a:lnTo>
                    <a:pt x="2723" y="12309"/>
                  </a:lnTo>
                  <a:lnTo>
                    <a:pt x="304" y="12002"/>
                  </a:lnTo>
                  <a:lnTo>
                    <a:pt x="0" y="10212"/>
                  </a:lnTo>
                  <a:lnTo>
                    <a:pt x="8946" y="6330"/>
                  </a:lnTo>
                  <a:lnTo>
                    <a:pt x="10964" y="5743"/>
                  </a:lnTo>
                  <a:lnTo>
                    <a:pt x="12381" y="7275"/>
                  </a:lnTo>
                  <a:lnTo>
                    <a:pt x="13755" y="807"/>
                  </a:lnTo>
                  <a:lnTo>
                    <a:pt x="1453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4" name="ph8864"/>
            <p:cNvSpPr/>
            <p:nvPr/>
          </p:nvSpPr>
          <p:spPr>
            <a:xfrm>
              <a:off x="11042090" y="2972997"/>
              <a:ext cx="5974" cy="10834"/>
            </a:xfrm>
            <a:custGeom>
              <a:avLst/>
              <a:pathLst>
                <a:path w="5974" h="10834">
                  <a:moveTo>
                    <a:pt x="5974" y="1770"/>
                  </a:moveTo>
                  <a:lnTo>
                    <a:pt x="4687" y="6186"/>
                  </a:lnTo>
                  <a:lnTo>
                    <a:pt x="4547" y="6526"/>
                  </a:lnTo>
                  <a:lnTo>
                    <a:pt x="4302" y="8012"/>
                  </a:lnTo>
                  <a:lnTo>
                    <a:pt x="668" y="10834"/>
                  </a:lnTo>
                  <a:lnTo>
                    <a:pt x="0" y="10655"/>
                  </a:lnTo>
                  <a:lnTo>
                    <a:pt x="1424" y="7020"/>
                  </a:lnTo>
                  <a:lnTo>
                    <a:pt x="570" y="3321"/>
                  </a:lnTo>
                  <a:lnTo>
                    <a:pt x="900" y="1966"/>
                  </a:lnTo>
                  <a:lnTo>
                    <a:pt x="403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5" name="ph8865"/>
            <p:cNvSpPr/>
            <p:nvPr/>
          </p:nvSpPr>
          <p:spPr>
            <a:xfrm>
              <a:off x="11032963" y="2919668"/>
              <a:ext cx="48094" cy="25054"/>
            </a:xfrm>
            <a:custGeom>
              <a:avLst/>
              <a:pathLst>
                <a:path w="48094" h="25054">
                  <a:moveTo>
                    <a:pt x="38245" y="2534"/>
                  </a:moveTo>
                  <a:lnTo>
                    <a:pt x="38659" y="8612"/>
                  </a:lnTo>
                  <a:lnTo>
                    <a:pt x="45167" y="10801"/>
                  </a:lnTo>
                  <a:lnTo>
                    <a:pt x="48094" y="13749"/>
                  </a:lnTo>
                  <a:lnTo>
                    <a:pt x="45066" y="17540"/>
                  </a:lnTo>
                  <a:lnTo>
                    <a:pt x="42687" y="21420"/>
                  </a:lnTo>
                  <a:lnTo>
                    <a:pt x="40530" y="20749"/>
                  </a:lnTo>
                  <a:lnTo>
                    <a:pt x="37510" y="17778"/>
                  </a:lnTo>
                  <a:lnTo>
                    <a:pt x="36727" y="18586"/>
                  </a:lnTo>
                  <a:lnTo>
                    <a:pt x="35354" y="25054"/>
                  </a:lnTo>
                  <a:lnTo>
                    <a:pt x="33937" y="23522"/>
                  </a:lnTo>
                  <a:lnTo>
                    <a:pt x="31919" y="24108"/>
                  </a:lnTo>
                  <a:lnTo>
                    <a:pt x="30190" y="22282"/>
                  </a:lnTo>
                  <a:lnTo>
                    <a:pt x="24943" y="19380"/>
                  </a:lnTo>
                  <a:lnTo>
                    <a:pt x="24568" y="18359"/>
                  </a:lnTo>
                  <a:lnTo>
                    <a:pt x="25366" y="16283"/>
                  </a:lnTo>
                  <a:lnTo>
                    <a:pt x="23073" y="14746"/>
                  </a:lnTo>
                  <a:lnTo>
                    <a:pt x="15796" y="16268"/>
                  </a:lnTo>
                  <a:lnTo>
                    <a:pt x="15187" y="17249"/>
                  </a:lnTo>
                  <a:lnTo>
                    <a:pt x="16013" y="22340"/>
                  </a:lnTo>
                  <a:lnTo>
                    <a:pt x="9588" y="22574"/>
                  </a:lnTo>
                  <a:lnTo>
                    <a:pt x="6868" y="22030"/>
                  </a:lnTo>
                  <a:lnTo>
                    <a:pt x="6836" y="19203"/>
                  </a:lnTo>
                  <a:lnTo>
                    <a:pt x="1623" y="18529"/>
                  </a:lnTo>
                  <a:lnTo>
                    <a:pt x="1177" y="17761"/>
                  </a:lnTo>
                  <a:lnTo>
                    <a:pt x="0" y="14293"/>
                  </a:lnTo>
                  <a:lnTo>
                    <a:pt x="1600" y="12008"/>
                  </a:lnTo>
                  <a:lnTo>
                    <a:pt x="6299" y="5087"/>
                  </a:lnTo>
                  <a:lnTo>
                    <a:pt x="6573" y="3208"/>
                  </a:lnTo>
                  <a:lnTo>
                    <a:pt x="5549" y="3191"/>
                  </a:lnTo>
                  <a:lnTo>
                    <a:pt x="5300" y="703"/>
                  </a:lnTo>
                  <a:lnTo>
                    <a:pt x="7603" y="0"/>
                  </a:lnTo>
                  <a:lnTo>
                    <a:pt x="13917" y="896"/>
                  </a:lnTo>
                  <a:lnTo>
                    <a:pt x="14325" y="3947"/>
                  </a:lnTo>
                  <a:lnTo>
                    <a:pt x="15658" y="5972"/>
                  </a:lnTo>
                  <a:lnTo>
                    <a:pt x="24316" y="6620"/>
                  </a:lnTo>
                  <a:lnTo>
                    <a:pt x="32598" y="3896"/>
                  </a:lnTo>
                  <a:lnTo>
                    <a:pt x="35118" y="283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6" name="ph8866"/>
            <p:cNvSpPr/>
            <p:nvPr/>
          </p:nvSpPr>
          <p:spPr>
            <a:xfrm>
              <a:off x="11071980" y="2956760"/>
              <a:ext cx="5399" cy="4448"/>
            </a:xfrm>
            <a:custGeom>
              <a:avLst/>
              <a:pathLst>
                <a:path w="5399" h="4448">
                  <a:moveTo>
                    <a:pt x="5399" y="1139"/>
                  </a:moveTo>
                  <a:lnTo>
                    <a:pt x="1645" y="4448"/>
                  </a:lnTo>
                  <a:lnTo>
                    <a:pt x="804" y="3839"/>
                  </a:lnTo>
                  <a:lnTo>
                    <a:pt x="0" y="2265"/>
                  </a:lnTo>
                  <a:lnTo>
                    <a:pt x="2877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7" name="ph8867"/>
            <p:cNvSpPr/>
            <p:nvPr/>
          </p:nvSpPr>
          <p:spPr>
            <a:xfrm>
              <a:off x="11072007" y="2940379"/>
              <a:ext cx="21705" cy="15488"/>
            </a:xfrm>
            <a:custGeom>
              <a:avLst/>
              <a:pathLst>
                <a:path w="21705" h="15488">
                  <a:moveTo>
                    <a:pt x="10051" y="256"/>
                  </a:moveTo>
                  <a:lnTo>
                    <a:pt x="12999" y="1104"/>
                  </a:lnTo>
                  <a:lnTo>
                    <a:pt x="13710" y="201"/>
                  </a:lnTo>
                  <a:lnTo>
                    <a:pt x="18971" y="0"/>
                  </a:lnTo>
                  <a:lnTo>
                    <a:pt x="18599" y="4707"/>
                  </a:lnTo>
                  <a:lnTo>
                    <a:pt x="21519" y="7023"/>
                  </a:lnTo>
                  <a:lnTo>
                    <a:pt x="21705" y="8064"/>
                  </a:lnTo>
                  <a:lnTo>
                    <a:pt x="20082" y="10235"/>
                  </a:lnTo>
                  <a:lnTo>
                    <a:pt x="17114" y="11155"/>
                  </a:lnTo>
                  <a:lnTo>
                    <a:pt x="7961" y="15488"/>
                  </a:lnTo>
                  <a:lnTo>
                    <a:pt x="3780" y="12868"/>
                  </a:lnTo>
                  <a:lnTo>
                    <a:pt x="5864" y="10384"/>
                  </a:lnTo>
                  <a:lnTo>
                    <a:pt x="6407" y="7740"/>
                  </a:lnTo>
                  <a:lnTo>
                    <a:pt x="419" y="5678"/>
                  </a:lnTo>
                  <a:lnTo>
                    <a:pt x="0" y="4844"/>
                  </a:lnTo>
                  <a:lnTo>
                    <a:pt x="1812" y="3798"/>
                  </a:lnTo>
                  <a:lnTo>
                    <a:pt x="1205" y="4285"/>
                  </a:lnTo>
                  <a:lnTo>
                    <a:pt x="2320" y="4824"/>
                  </a:lnTo>
                  <a:lnTo>
                    <a:pt x="5705" y="5209"/>
                  </a:lnTo>
                  <a:lnTo>
                    <a:pt x="6488" y="4586"/>
                  </a:lnTo>
                  <a:lnTo>
                    <a:pt x="6399" y="2802"/>
                  </a:lnTo>
                  <a:lnTo>
                    <a:pt x="7437" y="36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8" name="ph8868"/>
            <p:cNvSpPr/>
            <p:nvPr/>
          </p:nvSpPr>
          <p:spPr>
            <a:xfrm>
              <a:off x="11059581" y="2957602"/>
              <a:ext cx="6937" cy="10295"/>
            </a:xfrm>
            <a:custGeom>
              <a:avLst/>
              <a:pathLst>
                <a:path w="6937" h="10295">
                  <a:moveTo>
                    <a:pt x="3416" y="977"/>
                  </a:moveTo>
                  <a:lnTo>
                    <a:pt x="2643" y="3770"/>
                  </a:lnTo>
                  <a:lnTo>
                    <a:pt x="3418" y="4913"/>
                  </a:lnTo>
                  <a:lnTo>
                    <a:pt x="6937" y="9512"/>
                  </a:lnTo>
                  <a:lnTo>
                    <a:pt x="4344" y="10295"/>
                  </a:lnTo>
                  <a:lnTo>
                    <a:pt x="0" y="7947"/>
                  </a:lnTo>
                  <a:lnTo>
                    <a:pt x="334" y="3868"/>
                  </a:lnTo>
                  <a:lnTo>
                    <a:pt x="302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9" name="ph8869"/>
            <p:cNvSpPr/>
            <p:nvPr/>
          </p:nvSpPr>
          <p:spPr>
            <a:xfrm>
              <a:off x="11056395" y="2970938"/>
              <a:ext cx="17056" cy="6952"/>
            </a:xfrm>
            <a:custGeom>
              <a:avLst/>
              <a:pathLst>
                <a:path w="17056" h="6952">
                  <a:moveTo>
                    <a:pt x="16236" y="504"/>
                  </a:moveTo>
                  <a:lnTo>
                    <a:pt x="17056" y="6952"/>
                  </a:lnTo>
                  <a:lnTo>
                    <a:pt x="0" y="4317"/>
                  </a:lnTo>
                  <a:lnTo>
                    <a:pt x="2502" y="2375"/>
                  </a:lnTo>
                  <a:lnTo>
                    <a:pt x="2430" y="2930"/>
                  </a:lnTo>
                  <a:lnTo>
                    <a:pt x="10263" y="4997"/>
                  </a:lnTo>
                  <a:lnTo>
                    <a:pt x="12474" y="1456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0" name="ph8870"/>
            <p:cNvSpPr/>
            <p:nvPr/>
          </p:nvSpPr>
          <p:spPr>
            <a:xfrm>
              <a:off x="11067117" y="2962768"/>
              <a:ext cx="8993" cy="8674"/>
            </a:xfrm>
            <a:custGeom>
              <a:avLst/>
              <a:pathLst>
                <a:path w="8993" h="8674">
                  <a:moveTo>
                    <a:pt x="5943" y="383"/>
                  </a:moveTo>
                  <a:lnTo>
                    <a:pt x="5869" y="3317"/>
                  </a:lnTo>
                  <a:lnTo>
                    <a:pt x="8139" y="3604"/>
                  </a:lnTo>
                  <a:lnTo>
                    <a:pt x="8252" y="3106"/>
                  </a:lnTo>
                  <a:lnTo>
                    <a:pt x="8993" y="4681"/>
                  </a:lnTo>
                  <a:lnTo>
                    <a:pt x="8299" y="7845"/>
                  </a:lnTo>
                  <a:lnTo>
                    <a:pt x="5514" y="8674"/>
                  </a:lnTo>
                  <a:lnTo>
                    <a:pt x="4938" y="8170"/>
                  </a:lnTo>
                  <a:lnTo>
                    <a:pt x="910" y="5630"/>
                  </a:lnTo>
                  <a:lnTo>
                    <a:pt x="209" y="4896"/>
                  </a:lnTo>
                  <a:lnTo>
                    <a:pt x="0" y="2807"/>
                  </a:lnTo>
                  <a:lnTo>
                    <a:pt x="655" y="1357"/>
                  </a:lnTo>
                  <a:lnTo>
                    <a:pt x="1146" y="1030"/>
                  </a:lnTo>
                  <a:lnTo>
                    <a:pt x="2927" y="2207"/>
                  </a:lnTo>
                  <a:lnTo>
                    <a:pt x="3444" y="1782"/>
                  </a:lnTo>
                  <a:lnTo>
                    <a:pt x="277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1" name="ph8871"/>
            <p:cNvSpPr/>
            <p:nvPr/>
          </p:nvSpPr>
          <p:spPr>
            <a:xfrm>
              <a:off x="11052169" y="2985842"/>
              <a:ext cx="7785" cy="3980"/>
            </a:xfrm>
            <a:custGeom>
              <a:avLst/>
              <a:pathLst>
                <a:path w="7785" h="3980">
                  <a:moveTo>
                    <a:pt x="4126" y="3980"/>
                  </a:moveTo>
                  <a:lnTo>
                    <a:pt x="0" y="3786"/>
                  </a:lnTo>
                  <a:lnTo>
                    <a:pt x="1857" y="2048"/>
                  </a:lnTo>
                  <a:lnTo>
                    <a:pt x="778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2" name="ph8872"/>
            <p:cNvSpPr/>
            <p:nvPr/>
          </p:nvSpPr>
          <p:spPr>
            <a:xfrm>
              <a:off x="11043459" y="2943831"/>
              <a:ext cx="8358" cy="8564"/>
            </a:xfrm>
            <a:custGeom>
              <a:avLst/>
              <a:pathLst>
                <a:path w="8358" h="8564">
                  <a:moveTo>
                    <a:pt x="4493" y="1191"/>
                  </a:moveTo>
                  <a:lnTo>
                    <a:pt x="8358" y="4634"/>
                  </a:lnTo>
                  <a:lnTo>
                    <a:pt x="5392" y="8564"/>
                  </a:lnTo>
                  <a:lnTo>
                    <a:pt x="2604" y="5575"/>
                  </a:lnTo>
                  <a:lnTo>
                    <a:pt x="563" y="4876"/>
                  </a:lnTo>
                  <a:lnTo>
                    <a:pt x="554" y="1395"/>
                  </a:lnTo>
                  <a:lnTo>
                    <a:pt x="0" y="1166"/>
                  </a:lnTo>
                  <a:lnTo>
                    <a:pt x="61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3" name="ph8873"/>
            <p:cNvSpPr/>
            <p:nvPr/>
          </p:nvSpPr>
          <p:spPr>
            <a:xfrm>
              <a:off x="11040754" y="2956893"/>
              <a:ext cx="7890" cy="14889"/>
            </a:xfrm>
            <a:custGeom>
              <a:avLst/>
              <a:pathLst>
                <a:path w="7890" h="14889">
                  <a:moveTo>
                    <a:pt x="4021" y="0"/>
                  </a:moveTo>
                  <a:lnTo>
                    <a:pt x="7234" y="2833"/>
                  </a:lnTo>
                  <a:lnTo>
                    <a:pt x="7890" y="3930"/>
                  </a:lnTo>
                  <a:lnTo>
                    <a:pt x="7548" y="6786"/>
                  </a:lnTo>
                  <a:lnTo>
                    <a:pt x="7824" y="8099"/>
                  </a:lnTo>
                  <a:lnTo>
                    <a:pt x="6516" y="10003"/>
                  </a:lnTo>
                  <a:lnTo>
                    <a:pt x="4959" y="10899"/>
                  </a:lnTo>
                  <a:lnTo>
                    <a:pt x="3472" y="10689"/>
                  </a:lnTo>
                  <a:lnTo>
                    <a:pt x="3481" y="11181"/>
                  </a:lnTo>
                  <a:lnTo>
                    <a:pt x="7110" y="11572"/>
                  </a:lnTo>
                  <a:lnTo>
                    <a:pt x="3035" y="14889"/>
                  </a:lnTo>
                  <a:lnTo>
                    <a:pt x="45" y="13673"/>
                  </a:lnTo>
                  <a:lnTo>
                    <a:pt x="0" y="11716"/>
                  </a:lnTo>
                  <a:lnTo>
                    <a:pt x="2014" y="8693"/>
                  </a:lnTo>
                  <a:lnTo>
                    <a:pt x="1028" y="3269"/>
                  </a:lnTo>
                  <a:lnTo>
                    <a:pt x="2569" y="134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4" name="ph8874"/>
            <p:cNvSpPr/>
            <p:nvPr/>
          </p:nvSpPr>
          <p:spPr>
            <a:xfrm>
              <a:off x="11077525" y="2974704"/>
              <a:ext cx="16642" cy="10643"/>
            </a:xfrm>
            <a:custGeom>
              <a:avLst/>
              <a:pathLst>
                <a:path w="16642" h="10643">
                  <a:moveTo>
                    <a:pt x="16642" y="3647"/>
                  </a:moveTo>
                  <a:lnTo>
                    <a:pt x="11684" y="6819"/>
                  </a:lnTo>
                  <a:lnTo>
                    <a:pt x="9561" y="9762"/>
                  </a:lnTo>
                  <a:lnTo>
                    <a:pt x="8258" y="10643"/>
                  </a:lnTo>
                  <a:lnTo>
                    <a:pt x="2267" y="7676"/>
                  </a:lnTo>
                  <a:lnTo>
                    <a:pt x="1384" y="3504"/>
                  </a:lnTo>
                  <a:lnTo>
                    <a:pt x="0" y="3018"/>
                  </a:lnTo>
                  <a:lnTo>
                    <a:pt x="1434" y="1691"/>
                  </a:lnTo>
                  <a:lnTo>
                    <a:pt x="2630" y="2184"/>
                  </a:lnTo>
                  <a:lnTo>
                    <a:pt x="8056" y="1770"/>
                  </a:lnTo>
                  <a:lnTo>
                    <a:pt x="9793" y="3292"/>
                  </a:lnTo>
                  <a:lnTo>
                    <a:pt x="13544" y="1518"/>
                  </a:lnTo>
                  <a:lnTo>
                    <a:pt x="1493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5" name="ph8875"/>
            <p:cNvSpPr/>
            <p:nvPr/>
          </p:nvSpPr>
          <p:spPr>
            <a:xfrm>
              <a:off x="11052781" y="2971576"/>
              <a:ext cx="6116" cy="3679"/>
            </a:xfrm>
            <a:custGeom>
              <a:avLst/>
              <a:pathLst>
                <a:path w="6116" h="3679">
                  <a:moveTo>
                    <a:pt x="6116" y="1737"/>
                  </a:moveTo>
                  <a:lnTo>
                    <a:pt x="3613" y="3679"/>
                  </a:lnTo>
                  <a:lnTo>
                    <a:pt x="3050" y="3653"/>
                  </a:lnTo>
                  <a:lnTo>
                    <a:pt x="0" y="1315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6" name="ph8876"/>
            <p:cNvSpPr/>
            <p:nvPr/>
          </p:nvSpPr>
          <p:spPr>
            <a:xfrm>
              <a:off x="11067264" y="2953248"/>
              <a:ext cx="12704" cy="7351"/>
            </a:xfrm>
            <a:custGeom>
              <a:avLst/>
              <a:pathLst>
                <a:path w="12704" h="7351">
                  <a:moveTo>
                    <a:pt x="8523" y="0"/>
                  </a:moveTo>
                  <a:lnTo>
                    <a:pt x="12704" y="2619"/>
                  </a:lnTo>
                  <a:lnTo>
                    <a:pt x="10116" y="4651"/>
                  </a:lnTo>
                  <a:lnTo>
                    <a:pt x="7593" y="3512"/>
                  </a:lnTo>
                  <a:lnTo>
                    <a:pt x="4716" y="5777"/>
                  </a:lnTo>
                  <a:lnTo>
                    <a:pt x="5521" y="7351"/>
                  </a:lnTo>
                  <a:lnTo>
                    <a:pt x="0" y="4285"/>
                  </a:lnTo>
                  <a:lnTo>
                    <a:pt x="2662" y="74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7" name="ph8877"/>
            <p:cNvSpPr/>
            <p:nvPr/>
          </p:nvSpPr>
          <p:spPr>
            <a:xfrm>
              <a:off x="11044227" y="2963606"/>
              <a:ext cx="7484" cy="4859"/>
            </a:xfrm>
            <a:custGeom>
              <a:avLst/>
              <a:pathLst>
                <a:path w="7484" h="4859">
                  <a:moveTo>
                    <a:pt x="5859" y="0"/>
                  </a:moveTo>
                  <a:lnTo>
                    <a:pt x="7484" y="2954"/>
                  </a:lnTo>
                  <a:lnTo>
                    <a:pt x="3637" y="4859"/>
                  </a:lnTo>
                  <a:lnTo>
                    <a:pt x="8" y="4468"/>
                  </a:lnTo>
                  <a:lnTo>
                    <a:pt x="0" y="3976"/>
                  </a:lnTo>
                  <a:lnTo>
                    <a:pt x="1487" y="4186"/>
                  </a:lnTo>
                  <a:lnTo>
                    <a:pt x="3043" y="3289"/>
                  </a:lnTo>
                  <a:lnTo>
                    <a:pt x="4351" y="1386"/>
                  </a:lnTo>
                  <a:lnTo>
                    <a:pt x="4076" y="7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8" name="ph8878"/>
            <p:cNvSpPr/>
            <p:nvPr/>
          </p:nvSpPr>
          <p:spPr>
            <a:xfrm>
              <a:off x="11199786" y="2965439"/>
              <a:ext cx="18255" cy="9953"/>
            </a:xfrm>
            <a:custGeom>
              <a:avLst/>
              <a:pathLst>
                <a:path w="18255" h="9953">
                  <a:moveTo>
                    <a:pt x="10403" y="0"/>
                  </a:moveTo>
                  <a:lnTo>
                    <a:pt x="16377" y="1174"/>
                  </a:lnTo>
                  <a:lnTo>
                    <a:pt x="18255" y="2847"/>
                  </a:lnTo>
                  <a:lnTo>
                    <a:pt x="15494" y="3464"/>
                  </a:lnTo>
                  <a:lnTo>
                    <a:pt x="10248" y="6311"/>
                  </a:lnTo>
                  <a:lnTo>
                    <a:pt x="4140" y="9953"/>
                  </a:lnTo>
                  <a:lnTo>
                    <a:pt x="0" y="8760"/>
                  </a:lnTo>
                  <a:lnTo>
                    <a:pt x="6945" y="145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9" name="ph8879"/>
            <p:cNvSpPr/>
            <p:nvPr/>
          </p:nvSpPr>
          <p:spPr>
            <a:xfrm>
              <a:off x="11329263" y="3072388"/>
              <a:ext cx="29202" cy="52427"/>
            </a:xfrm>
            <a:custGeom>
              <a:avLst/>
              <a:pathLst>
                <a:path w="29202" h="52427">
                  <a:moveTo>
                    <a:pt x="24786" y="0"/>
                  </a:moveTo>
                  <a:lnTo>
                    <a:pt x="24635" y="5219"/>
                  </a:lnTo>
                  <a:lnTo>
                    <a:pt x="26888" y="7489"/>
                  </a:lnTo>
                  <a:lnTo>
                    <a:pt x="28755" y="8259"/>
                  </a:lnTo>
                  <a:lnTo>
                    <a:pt x="29202" y="9567"/>
                  </a:lnTo>
                  <a:lnTo>
                    <a:pt x="23798" y="15895"/>
                  </a:lnTo>
                  <a:lnTo>
                    <a:pt x="21065" y="16259"/>
                  </a:lnTo>
                  <a:lnTo>
                    <a:pt x="19631" y="19371"/>
                  </a:lnTo>
                  <a:lnTo>
                    <a:pt x="19743" y="27031"/>
                  </a:lnTo>
                  <a:lnTo>
                    <a:pt x="18942" y="28216"/>
                  </a:lnTo>
                  <a:lnTo>
                    <a:pt x="20715" y="31572"/>
                  </a:lnTo>
                  <a:lnTo>
                    <a:pt x="22642" y="32206"/>
                  </a:lnTo>
                  <a:lnTo>
                    <a:pt x="19170" y="43496"/>
                  </a:lnTo>
                  <a:lnTo>
                    <a:pt x="16400" y="43153"/>
                  </a:lnTo>
                  <a:lnTo>
                    <a:pt x="15480" y="43665"/>
                  </a:lnTo>
                  <a:lnTo>
                    <a:pt x="11705" y="52427"/>
                  </a:lnTo>
                  <a:lnTo>
                    <a:pt x="4068" y="51917"/>
                  </a:lnTo>
                  <a:lnTo>
                    <a:pt x="3438" y="49260"/>
                  </a:lnTo>
                  <a:lnTo>
                    <a:pt x="0" y="33739"/>
                  </a:lnTo>
                  <a:lnTo>
                    <a:pt x="4880" y="32094"/>
                  </a:lnTo>
                  <a:lnTo>
                    <a:pt x="5463" y="30921"/>
                  </a:lnTo>
                  <a:lnTo>
                    <a:pt x="5162" y="27916"/>
                  </a:lnTo>
                  <a:lnTo>
                    <a:pt x="6344" y="25146"/>
                  </a:lnTo>
                  <a:lnTo>
                    <a:pt x="10471" y="23370"/>
                  </a:lnTo>
                  <a:lnTo>
                    <a:pt x="11645" y="18480"/>
                  </a:lnTo>
                  <a:lnTo>
                    <a:pt x="11375" y="17267"/>
                  </a:lnTo>
                  <a:lnTo>
                    <a:pt x="18460" y="11315"/>
                  </a:lnTo>
                  <a:lnTo>
                    <a:pt x="19423" y="9130"/>
                  </a:lnTo>
                  <a:lnTo>
                    <a:pt x="19558" y="6198"/>
                  </a:lnTo>
                  <a:lnTo>
                    <a:pt x="17356" y="5819"/>
                  </a:lnTo>
                  <a:lnTo>
                    <a:pt x="17088" y="4955"/>
                  </a:lnTo>
                  <a:lnTo>
                    <a:pt x="17984" y="699"/>
                  </a:lnTo>
                  <a:lnTo>
                    <a:pt x="19584" y="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0" name="ph8880"/>
            <p:cNvSpPr/>
            <p:nvPr/>
          </p:nvSpPr>
          <p:spPr>
            <a:xfrm>
              <a:off x="11179632" y="3024571"/>
              <a:ext cx="7922" cy="4050"/>
            </a:xfrm>
            <a:custGeom>
              <a:avLst/>
              <a:pathLst>
                <a:path w="7922" h="4050">
                  <a:moveTo>
                    <a:pt x="4030" y="342"/>
                  </a:moveTo>
                  <a:lnTo>
                    <a:pt x="5335" y="2766"/>
                  </a:lnTo>
                  <a:lnTo>
                    <a:pt x="7279" y="1437"/>
                  </a:lnTo>
                  <a:lnTo>
                    <a:pt x="7922" y="2464"/>
                  </a:lnTo>
                  <a:lnTo>
                    <a:pt x="4647" y="4050"/>
                  </a:lnTo>
                  <a:lnTo>
                    <a:pt x="0" y="2619"/>
                  </a:lnTo>
                  <a:lnTo>
                    <a:pt x="60" y="1409"/>
                  </a:lnTo>
                  <a:lnTo>
                    <a:pt x="166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1" name="ph8881"/>
            <p:cNvSpPr/>
            <p:nvPr/>
          </p:nvSpPr>
          <p:spPr>
            <a:xfrm>
              <a:off x="11192042" y="2908748"/>
              <a:ext cx="10278" cy="13777"/>
            </a:xfrm>
            <a:custGeom>
              <a:avLst/>
              <a:pathLst>
                <a:path w="10278" h="13777">
                  <a:moveTo>
                    <a:pt x="10051" y="853"/>
                  </a:moveTo>
                  <a:lnTo>
                    <a:pt x="9382" y="702"/>
                  </a:lnTo>
                  <a:lnTo>
                    <a:pt x="5854" y="6940"/>
                  </a:lnTo>
                  <a:lnTo>
                    <a:pt x="6002" y="9231"/>
                  </a:lnTo>
                  <a:lnTo>
                    <a:pt x="6574" y="8466"/>
                  </a:lnTo>
                  <a:lnTo>
                    <a:pt x="8668" y="13181"/>
                  </a:lnTo>
                  <a:lnTo>
                    <a:pt x="6249" y="13777"/>
                  </a:lnTo>
                  <a:lnTo>
                    <a:pt x="2834" y="8303"/>
                  </a:lnTo>
                  <a:lnTo>
                    <a:pt x="867" y="6915"/>
                  </a:lnTo>
                  <a:lnTo>
                    <a:pt x="0" y="5843"/>
                  </a:lnTo>
                  <a:lnTo>
                    <a:pt x="205" y="4117"/>
                  </a:lnTo>
                  <a:lnTo>
                    <a:pt x="1991" y="4360"/>
                  </a:lnTo>
                  <a:lnTo>
                    <a:pt x="3809" y="2910"/>
                  </a:lnTo>
                  <a:lnTo>
                    <a:pt x="7889" y="1286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2" name="ph8882"/>
            <p:cNvSpPr/>
            <p:nvPr/>
          </p:nvSpPr>
          <p:spPr>
            <a:xfrm>
              <a:off x="11193635" y="2966879"/>
              <a:ext cx="18605" cy="13481"/>
            </a:xfrm>
            <a:custGeom>
              <a:avLst/>
              <a:pathLst>
                <a:path w="18605" h="13481">
                  <a:moveTo>
                    <a:pt x="13095" y="17"/>
                  </a:moveTo>
                  <a:lnTo>
                    <a:pt x="6150" y="7321"/>
                  </a:lnTo>
                  <a:lnTo>
                    <a:pt x="10291" y="8514"/>
                  </a:lnTo>
                  <a:lnTo>
                    <a:pt x="16399" y="4871"/>
                  </a:lnTo>
                  <a:lnTo>
                    <a:pt x="15894" y="6064"/>
                  </a:lnTo>
                  <a:lnTo>
                    <a:pt x="18605" y="8027"/>
                  </a:lnTo>
                  <a:lnTo>
                    <a:pt x="17364" y="10076"/>
                  </a:lnTo>
                  <a:lnTo>
                    <a:pt x="14185" y="10354"/>
                  </a:lnTo>
                  <a:lnTo>
                    <a:pt x="12417" y="11239"/>
                  </a:lnTo>
                  <a:lnTo>
                    <a:pt x="12784" y="13481"/>
                  </a:lnTo>
                  <a:lnTo>
                    <a:pt x="10767" y="13095"/>
                  </a:lnTo>
                  <a:lnTo>
                    <a:pt x="6663" y="10829"/>
                  </a:lnTo>
                  <a:lnTo>
                    <a:pt x="5547" y="11616"/>
                  </a:lnTo>
                  <a:lnTo>
                    <a:pt x="1565" y="12719"/>
                  </a:lnTo>
                  <a:lnTo>
                    <a:pt x="664" y="11514"/>
                  </a:lnTo>
                  <a:lnTo>
                    <a:pt x="0" y="8286"/>
                  </a:lnTo>
                  <a:lnTo>
                    <a:pt x="6326" y="1585"/>
                  </a:lnTo>
                  <a:lnTo>
                    <a:pt x="1079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3" name="ph8883"/>
            <p:cNvSpPr/>
            <p:nvPr/>
          </p:nvSpPr>
          <p:spPr>
            <a:xfrm>
              <a:off x="11116112" y="2749029"/>
              <a:ext cx="43408" cy="48705"/>
            </a:xfrm>
            <a:custGeom>
              <a:avLst/>
              <a:pathLst>
                <a:path w="43408" h="48705">
                  <a:moveTo>
                    <a:pt x="16060" y="280"/>
                  </a:moveTo>
                  <a:lnTo>
                    <a:pt x="18208" y="2675"/>
                  </a:lnTo>
                  <a:lnTo>
                    <a:pt x="20802" y="2922"/>
                  </a:lnTo>
                  <a:lnTo>
                    <a:pt x="21570" y="1720"/>
                  </a:lnTo>
                  <a:lnTo>
                    <a:pt x="23764" y="2400"/>
                  </a:lnTo>
                  <a:lnTo>
                    <a:pt x="25819" y="4601"/>
                  </a:lnTo>
                  <a:lnTo>
                    <a:pt x="35930" y="26138"/>
                  </a:lnTo>
                  <a:lnTo>
                    <a:pt x="42121" y="35886"/>
                  </a:lnTo>
                  <a:lnTo>
                    <a:pt x="43408" y="39933"/>
                  </a:lnTo>
                  <a:lnTo>
                    <a:pt x="41509" y="41930"/>
                  </a:lnTo>
                  <a:lnTo>
                    <a:pt x="39218" y="42207"/>
                  </a:lnTo>
                  <a:lnTo>
                    <a:pt x="37589" y="39769"/>
                  </a:lnTo>
                  <a:lnTo>
                    <a:pt x="33704" y="39629"/>
                  </a:lnTo>
                  <a:lnTo>
                    <a:pt x="32331" y="40769"/>
                  </a:lnTo>
                  <a:lnTo>
                    <a:pt x="31745" y="43019"/>
                  </a:lnTo>
                  <a:lnTo>
                    <a:pt x="29367" y="46740"/>
                  </a:lnTo>
                  <a:lnTo>
                    <a:pt x="27172" y="47780"/>
                  </a:lnTo>
                  <a:lnTo>
                    <a:pt x="24365" y="47484"/>
                  </a:lnTo>
                  <a:lnTo>
                    <a:pt x="22665" y="48705"/>
                  </a:lnTo>
                  <a:lnTo>
                    <a:pt x="22320" y="47370"/>
                  </a:lnTo>
                  <a:lnTo>
                    <a:pt x="18515" y="46777"/>
                  </a:lnTo>
                  <a:lnTo>
                    <a:pt x="16621" y="45094"/>
                  </a:lnTo>
                  <a:lnTo>
                    <a:pt x="12065" y="38127"/>
                  </a:lnTo>
                  <a:lnTo>
                    <a:pt x="12301" y="36661"/>
                  </a:lnTo>
                  <a:lnTo>
                    <a:pt x="14095" y="35538"/>
                  </a:lnTo>
                  <a:lnTo>
                    <a:pt x="16116" y="36862"/>
                  </a:lnTo>
                  <a:lnTo>
                    <a:pt x="16399" y="34443"/>
                  </a:lnTo>
                  <a:lnTo>
                    <a:pt x="14995" y="32912"/>
                  </a:lnTo>
                  <a:lnTo>
                    <a:pt x="12793" y="32403"/>
                  </a:lnTo>
                  <a:lnTo>
                    <a:pt x="12376" y="35525"/>
                  </a:lnTo>
                  <a:lnTo>
                    <a:pt x="10834" y="34365"/>
                  </a:lnTo>
                  <a:lnTo>
                    <a:pt x="11399" y="24652"/>
                  </a:lnTo>
                  <a:lnTo>
                    <a:pt x="8087" y="22197"/>
                  </a:lnTo>
                  <a:lnTo>
                    <a:pt x="3308" y="22868"/>
                  </a:lnTo>
                  <a:lnTo>
                    <a:pt x="883" y="20369"/>
                  </a:lnTo>
                  <a:lnTo>
                    <a:pt x="0" y="17586"/>
                  </a:lnTo>
                  <a:lnTo>
                    <a:pt x="5967" y="10588"/>
                  </a:lnTo>
                  <a:lnTo>
                    <a:pt x="6565" y="8496"/>
                  </a:lnTo>
                  <a:lnTo>
                    <a:pt x="10056" y="7907"/>
                  </a:lnTo>
                  <a:lnTo>
                    <a:pt x="9232" y="4562"/>
                  </a:lnTo>
                  <a:lnTo>
                    <a:pt x="8305" y="3847"/>
                  </a:lnTo>
                  <a:lnTo>
                    <a:pt x="7181" y="4506"/>
                  </a:lnTo>
                  <a:lnTo>
                    <a:pt x="4415" y="4356"/>
                  </a:lnTo>
                  <a:lnTo>
                    <a:pt x="4603" y="3423"/>
                  </a:lnTo>
                  <a:lnTo>
                    <a:pt x="6350" y="2175"/>
                  </a:lnTo>
                  <a:lnTo>
                    <a:pt x="1418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4" name="ph8884"/>
            <p:cNvSpPr/>
            <p:nvPr/>
          </p:nvSpPr>
          <p:spPr>
            <a:xfrm>
              <a:off x="11317535" y="3086219"/>
              <a:ext cx="9251" cy="14107"/>
            </a:xfrm>
            <a:custGeom>
              <a:avLst/>
              <a:pathLst>
                <a:path w="9251" h="14107">
                  <a:moveTo>
                    <a:pt x="3545" y="0"/>
                  </a:moveTo>
                  <a:lnTo>
                    <a:pt x="8782" y="5217"/>
                  </a:lnTo>
                  <a:lnTo>
                    <a:pt x="9251" y="7807"/>
                  </a:lnTo>
                  <a:lnTo>
                    <a:pt x="6944" y="8604"/>
                  </a:lnTo>
                  <a:lnTo>
                    <a:pt x="8502" y="12863"/>
                  </a:lnTo>
                  <a:lnTo>
                    <a:pt x="8360" y="14107"/>
                  </a:lnTo>
                  <a:lnTo>
                    <a:pt x="2499" y="13772"/>
                  </a:lnTo>
                  <a:lnTo>
                    <a:pt x="1074" y="9610"/>
                  </a:lnTo>
                  <a:lnTo>
                    <a:pt x="1329" y="7939"/>
                  </a:lnTo>
                  <a:lnTo>
                    <a:pt x="3684" y="7432"/>
                  </a:lnTo>
                  <a:lnTo>
                    <a:pt x="4903" y="6256"/>
                  </a:lnTo>
                  <a:lnTo>
                    <a:pt x="3068" y="3245"/>
                  </a:lnTo>
                  <a:lnTo>
                    <a:pt x="0" y="612"/>
                  </a:lnTo>
                  <a:lnTo>
                    <a:pt x="861" y="120"/>
                  </a:lnTo>
                  <a:lnTo>
                    <a:pt x="2109" y="137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5" name="ph8885"/>
            <p:cNvSpPr/>
            <p:nvPr/>
          </p:nvSpPr>
          <p:spPr>
            <a:xfrm>
              <a:off x="11057618" y="2726053"/>
              <a:ext cx="20994" cy="23636"/>
            </a:xfrm>
            <a:custGeom>
              <a:avLst/>
              <a:pathLst>
                <a:path w="20994" h="23636">
                  <a:moveTo>
                    <a:pt x="5543" y="0"/>
                  </a:moveTo>
                  <a:lnTo>
                    <a:pt x="7456" y="1098"/>
                  </a:lnTo>
                  <a:lnTo>
                    <a:pt x="8158" y="2708"/>
                  </a:lnTo>
                  <a:lnTo>
                    <a:pt x="10090" y="2188"/>
                  </a:lnTo>
                  <a:lnTo>
                    <a:pt x="11670" y="3601"/>
                  </a:lnTo>
                  <a:lnTo>
                    <a:pt x="13037" y="11756"/>
                  </a:lnTo>
                  <a:lnTo>
                    <a:pt x="16054" y="11888"/>
                  </a:lnTo>
                  <a:lnTo>
                    <a:pt x="20013" y="13379"/>
                  </a:lnTo>
                  <a:lnTo>
                    <a:pt x="20994" y="15321"/>
                  </a:lnTo>
                  <a:lnTo>
                    <a:pt x="20798" y="16417"/>
                  </a:lnTo>
                  <a:lnTo>
                    <a:pt x="19878" y="16888"/>
                  </a:lnTo>
                  <a:lnTo>
                    <a:pt x="17414" y="16110"/>
                  </a:lnTo>
                  <a:lnTo>
                    <a:pt x="17498" y="19031"/>
                  </a:lnTo>
                  <a:lnTo>
                    <a:pt x="17219" y="19700"/>
                  </a:lnTo>
                  <a:lnTo>
                    <a:pt x="17074" y="20905"/>
                  </a:lnTo>
                  <a:lnTo>
                    <a:pt x="11945" y="23636"/>
                  </a:lnTo>
                  <a:lnTo>
                    <a:pt x="8428" y="22720"/>
                  </a:lnTo>
                  <a:lnTo>
                    <a:pt x="9270" y="21041"/>
                  </a:lnTo>
                  <a:lnTo>
                    <a:pt x="9099" y="19837"/>
                  </a:lnTo>
                  <a:lnTo>
                    <a:pt x="4157" y="13131"/>
                  </a:lnTo>
                  <a:lnTo>
                    <a:pt x="0" y="12491"/>
                  </a:lnTo>
                  <a:lnTo>
                    <a:pt x="2734" y="9027"/>
                  </a:lnTo>
                  <a:lnTo>
                    <a:pt x="5424" y="8852"/>
                  </a:lnTo>
                  <a:lnTo>
                    <a:pt x="5757" y="6978"/>
                  </a:lnTo>
                  <a:lnTo>
                    <a:pt x="4769" y="133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6" name="ph8886"/>
            <p:cNvSpPr/>
            <p:nvPr/>
          </p:nvSpPr>
          <p:spPr>
            <a:xfrm>
              <a:off x="11248171" y="2939773"/>
              <a:ext cx="19317" cy="12635"/>
            </a:xfrm>
            <a:custGeom>
              <a:avLst/>
              <a:pathLst>
                <a:path w="19317" h="12635">
                  <a:moveTo>
                    <a:pt x="18702" y="1904"/>
                  </a:moveTo>
                  <a:lnTo>
                    <a:pt x="19317" y="4041"/>
                  </a:lnTo>
                  <a:lnTo>
                    <a:pt x="18157" y="5278"/>
                  </a:lnTo>
                  <a:lnTo>
                    <a:pt x="18069" y="9865"/>
                  </a:lnTo>
                  <a:lnTo>
                    <a:pt x="16948" y="11799"/>
                  </a:lnTo>
                  <a:lnTo>
                    <a:pt x="14588" y="12250"/>
                  </a:lnTo>
                  <a:lnTo>
                    <a:pt x="11881" y="11734"/>
                  </a:lnTo>
                  <a:lnTo>
                    <a:pt x="2065" y="12635"/>
                  </a:lnTo>
                  <a:lnTo>
                    <a:pt x="0" y="7718"/>
                  </a:lnTo>
                  <a:lnTo>
                    <a:pt x="2197" y="5327"/>
                  </a:lnTo>
                  <a:lnTo>
                    <a:pt x="10817" y="3645"/>
                  </a:lnTo>
                  <a:lnTo>
                    <a:pt x="1673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7" name="ph8887"/>
            <p:cNvSpPr/>
            <p:nvPr/>
          </p:nvSpPr>
          <p:spPr>
            <a:xfrm>
              <a:off x="11169841" y="2947047"/>
              <a:ext cx="23540" cy="21376"/>
            </a:xfrm>
            <a:custGeom>
              <a:avLst/>
              <a:pathLst>
                <a:path w="23540" h="21376">
                  <a:moveTo>
                    <a:pt x="2962" y="2028"/>
                  </a:moveTo>
                  <a:lnTo>
                    <a:pt x="4612" y="5007"/>
                  </a:lnTo>
                  <a:lnTo>
                    <a:pt x="9149" y="4790"/>
                  </a:lnTo>
                  <a:lnTo>
                    <a:pt x="13398" y="7982"/>
                  </a:lnTo>
                  <a:lnTo>
                    <a:pt x="16434" y="8271"/>
                  </a:lnTo>
                  <a:lnTo>
                    <a:pt x="16776" y="8959"/>
                  </a:lnTo>
                  <a:lnTo>
                    <a:pt x="16045" y="12912"/>
                  </a:lnTo>
                  <a:lnTo>
                    <a:pt x="16220" y="14892"/>
                  </a:lnTo>
                  <a:lnTo>
                    <a:pt x="17457" y="16906"/>
                  </a:lnTo>
                  <a:lnTo>
                    <a:pt x="23540" y="20157"/>
                  </a:lnTo>
                  <a:lnTo>
                    <a:pt x="21969" y="21376"/>
                  </a:lnTo>
                  <a:lnTo>
                    <a:pt x="21301" y="20715"/>
                  </a:lnTo>
                  <a:lnTo>
                    <a:pt x="18510" y="19915"/>
                  </a:lnTo>
                  <a:lnTo>
                    <a:pt x="15038" y="16701"/>
                  </a:lnTo>
                  <a:lnTo>
                    <a:pt x="11996" y="17191"/>
                  </a:lnTo>
                  <a:lnTo>
                    <a:pt x="8586" y="18954"/>
                  </a:lnTo>
                  <a:lnTo>
                    <a:pt x="5611" y="18501"/>
                  </a:lnTo>
                  <a:lnTo>
                    <a:pt x="4719" y="16885"/>
                  </a:lnTo>
                  <a:lnTo>
                    <a:pt x="3406" y="17222"/>
                  </a:lnTo>
                  <a:lnTo>
                    <a:pt x="5678" y="10548"/>
                  </a:lnTo>
                  <a:lnTo>
                    <a:pt x="2910" y="7646"/>
                  </a:lnTo>
                  <a:lnTo>
                    <a:pt x="923" y="7288"/>
                  </a:lnTo>
                  <a:lnTo>
                    <a:pt x="0" y="5041"/>
                  </a:lnTo>
                  <a:lnTo>
                    <a:pt x="973" y="845"/>
                  </a:lnTo>
                  <a:lnTo>
                    <a:pt x="2156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8" name="ph8888"/>
            <p:cNvSpPr/>
            <p:nvPr/>
          </p:nvSpPr>
          <p:spPr>
            <a:xfrm>
              <a:off x="11212471" y="2862933"/>
              <a:ext cx="28350" cy="38458"/>
            </a:xfrm>
            <a:custGeom>
              <a:avLst/>
              <a:pathLst>
                <a:path w="28350" h="38458">
                  <a:moveTo>
                    <a:pt x="22622" y="17648"/>
                  </a:moveTo>
                  <a:lnTo>
                    <a:pt x="23882" y="21457"/>
                  </a:lnTo>
                  <a:lnTo>
                    <a:pt x="28350" y="26862"/>
                  </a:lnTo>
                  <a:lnTo>
                    <a:pt x="27460" y="33881"/>
                  </a:lnTo>
                  <a:lnTo>
                    <a:pt x="25241" y="38458"/>
                  </a:lnTo>
                  <a:lnTo>
                    <a:pt x="17665" y="34498"/>
                  </a:lnTo>
                  <a:lnTo>
                    <a:pt x="14584" y="31242"/>
                  </a:lnTo>
                  <a:lnTo>
                    <a:pt x="14491" y="30016"/>
                  </a:lnTo>
                  <a:lnTo>
                    <a:pt x="15748" y="25296"/>
                  </a:lnTo>
                  <a:lnTo>
                    <a:pt x="14690" y="19515"/>
                  </a:lnTo>
                  <a:lnTo>
                    <a:pt x="12768" y="18699"/>
                  </a:lnTo>
                  <a:lnTo>
                    <a:pt x="8422" y="22212"/>
                  </a:lnTo>
                  <a:lnTo>
                    <a:pt x="5773" y="21692"/>
                  </a:lnTo>
                  <a:lnTo>
                    <a:pt x="5263" y="21029"/>
                  </a:lnTo>
                  <a:lnTo>
                    <a:pt x="2952" y="22822"/>
                  </a:lnTo>
                  <a:lnTo>
                    <a:pt x="0" y="20891"/>
                  </a:lnTo>
                  <a:lnTo>
                    <a:pt x="1466" y="18972"/>
                  </a:lnTo>
                  <a:lnTo>
                    <a:pt x="1724" y="17454"/>
                  </a:lnTo>
                  <a:lnTo>
                    <a:pt x="1193" y="16682"/>
                  </a:lnTo>
                  <a:lnTo>
                    <a:pt x="4210" y="15918"/>
                  </a:lnTo>
                  <a:lnTo>
                    <a:pt x="10277" y="8769"/>
                  </a:lnTo>
                  <a:lnTo>
                    <a:pt x="6061" y="1025"/>
                  </a:lnTo>
                  <a:lnTo>
                    <a:pt x="7163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9" name="ph8889"/>
            <p:cNvSpPr/>
            <p:nvPr/>
          </p:nvSpPr>
          <p:spPr>
            <a:xfrm>
              <a:off x="11159320" y="2920887"/>
              <a:ext cx="12329" cy="8255"/>
            </a:xfrm>
            <a:custGeom>
              <a:avLst/>
              <a:pathLst>
                <a:path w="12329" h="8255">
                  <a:moveTo>
                    <a:pt x="7153" y="940"/>
                  </a:moveTo>
                  <a:lnTo>
                    <a:pt x="12329" y="4575"/>
                  </a:lnTo>
                  <a:lnTo>
                    <a:pt x="10637" y="8255"/>
                  </a:lnTo>
                  <a:lnTo>
                    <a:pt x="10210" y="6328"/>
                  </a:lnTo>
                  <a:lnTo>
                    <a:pt x="8942" y="6717"/>
                  </a:lnTo>
                  <a:lnTo>
                    <a:pt x="2549" y="6039"/>
                  </a:lnTo>
                  <a:lnTo>
                    <a:pt x="2658" y="3626"/>
                  </a:lnTo>
                  <a:lnTo>
                    <a:pt x="1371" y="3005"/>
                  </a:lnTo>
                  <a:lnTo>
                    <a:pt x="0" y="961"/>
                  </a:lnTo>
                  <a:lnTo>
                    <a:pt x="29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0" name="ph8890"/>
            <p:cNvSpPr/>
            <p:nvPr/>
          </p:nvSpPr>
          <p:spPr>
            <a:xfrm>
              <a:off x="11227238" y="3013665"/>
              <a:ext cx="25749" cy="15408"/>
            </a:xfrm>
            <a:custGeom>
              <a:avLst/>
              <a:pathLst>
                <a:path w="25749" h="15408">
                  <a:moveTo>
                    <a:pt x="15264" y="424"/>
                  </a:moveTo>
                  <a:lnTo>
                    <a:pt x="18194" y="2340"/>
                  </a:lnTo>
                  <a:lnTo>
                    <a:pt x="22922" y="5441"/>
                  </a:lnTo>
                  <a:lnTo>
                    <a:pt x="24685" y="7751"/>
                  </a:lnTo>
                  <a:lnTo>
                    <a:pt x="25749" y="10827"/>
                  </a:lnTo>
                  <a:lnTo>
                    <a:pt x="24754" y="12521"/>
                  </a:lnTo>
                  <a:lnTo>
                    <a:pt x="21975" y="12908"/>
                  </a:lnTo>
                  <a:lnTo>
                    <a:pt x="21255" y="14233"/>
                  </a:lnTo>
                  <a:lnTo>
                    <a:pt x="19058" y="15408"/>
                  </a:lnTo>
                  <a:lnTo>
                    <a:pt x="3996" y="14361"/>
                  </a:lnTo>
                  <a:lnTo>
                    <a:pt x="978" y="13352"/>
                  </a:lnTo>
                  <a:lnTo>
                    <a:pt x="0" y="4360"/>
                  </a:lnTo>
                  <a:lnTo>
                    <a:pt x="5318" y="4729"/>
                  </a:lnTo>
                  <a:lnTo>
                    <a:pt x="5575" y="2672"/>
                  </a:lnTo>
                  <a:lnTo>
                    <a:pt x="4938" y="1732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1" name="ph8891"/>
            <p:cNvSpPr/>
            <p:nvPr/>
          </p:nvSpPr>
          <p:spPr>
            <a:xfrm>
              <a:off x="11167120" y="3042450"/>
              <a:ext cx="11362" cy="8383"/>
            </a:xfrm>
            <a:custGeom>
              <a:avLst/>
              <a:pathLst>
                <a:path w="11362" h="8383">
                  <a:moveTo>
                    <a:pt x="10457" y="1827"/>
                  </a:moveTo>
                  <a:lnTo>
                    <a:pt x="11362" y="3475"/>
                  </a:lnTo>
                  <a:lnTo>
                    <a:pt x="9746" y="8383"/>
                  </a:lnTo>
                  <a:lnTo>
                    <a:pt x="6002" y="6133"/>
                  </a:lnTo>
                  <a:lnTo>
                    <a:pt x="1340" y="4823"/>
                  </a:lnTo>
                  <a:lnTo>
                    <a:pt x="0" y="3283"/>
                  </a:lnTo>
                  <a:lnTo>
                    <a:pt x="2046" y="3812"/>
                  </a:lnTo>
                  <a:lnTo>
                    <a:pt x="6981" y="1261"/>
                  </a:lnTo>
                  <a:lnTo>
                    <a:pt x="7947" y="333"/>
                  </a:lnTo>
                  <a:lnTo>
                    <a:pt x="758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2" name="ph8892"/>
            <p:cNvSpPr/>
            <p:nvPr/>
          </p:nvSpPr>
          <p:spPr>
            <a:xfrm>
              <a:off x="11460851" y="3112865"/>
              <a:ext cx="8028" cy="5573"/>
            </a:xfrm>
            <a:custGeom>
              <a:avLst/>
              <a:pathLst>
                <a:path w="8028" h="5573">
                  <a:moveTo>
                    <a:pt x="6413" y="506"/>
                  </a:moveTo>
                  <a:lnTo>
                    <a:pt x="6559" y="526"/>
                  </a:lnTo>
                  <a:lnTo>
                    <a:pt x="6702" y="545"/>
                  </a:lnTo>
                  <a:lnTo>
                    <a:pt x="7276" y="2784"/>
                  </a:lnTo>
                  <a:lnTo>
                    <a:pt x="8028" y="3748"/>
                  </a:lnTo>
                  <a:lnTo>
                    <a:pt x="6419" y="5573"/>
                  </a:lnTo>
                  <a:lnTo>
                    <a:pt x="598" y="2010"/>
                  </a:lnTo>
                  <a:lnTo>
                    <a:pt x="0" y="1250"/>
                  </a:lnTo>
                  <a:lnTo>
                    <a:pt x="245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3" name="ph8893"/>
            <p:cNvSpPr/>
            <p:nvPr/>
          </p:nvSpPr>
          <p:spPr>
            <a:xfrm>
              <a:off x="11488769" y="3096440"/>
              <a:ext cx="9301" cy="7606"/>
            </a:xfrm>
            <a:custGeom>
              <a:avLst/>
              <a:pathLst>
                <a:path w="9301" h="7606">
                  <a:moveTo>
                    <a:pt x="6746" y="1527"/>
                  </a:moveTo>
                  <a:lnTo>
                    <a:pt x="9301" y="3934"/>
                  </a:lnTo>
                  <a:lnTo>
                    <a:pt x="2066" y="7606"/>
                  </a:lnTo>
                  <a:lnTo>
                    <a:pt x="508" y="5421"/>
                  </a:lnTo>
                  <a:lnTo>
                    <a:pt x="1302" y="37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4" name="ph8894"/>
            <p:cNvSpPr/>
            <p:nvPr/>
          </p:nvSpPr>
          <p:spPr>
            <a:xfrm>
              <a:off x="11456157" y="3171803"/>
              <a:ext cx="94899" cy="35671"/>
            </a:xfrm>
            <a:custGeom>
              <a:avLst/>
              <a:pathLst>
                <a:path w="94899" h="35671">
                  <a:moveTo>
                    <a:pt x="22089" y="984"/>
                  </a:moveTo>
                  <a:lnTo>
                    <a:pt x="35784" y="1712"/>
                  </a:lnTo>
                  <a:lnTo>
                    <a:pt x="35702" y="4762"/>
                  </a:lnTo>
                  <a:lnTo>
                    <a:pt x="44426" y="1329"/>
                  </a:lnTo>
                  <a:lnTo>
                    <a:pt x="45172" y="3064"/>
                  </a:lnTo>
                  <a:lnTo>
                    <a:pt x="42690" y="4450"/>
                  </a:lnTo>
                  <a:lnTo>
                    <a:pt x="44332" y="7081"/>
                  </a:lnTo>
                  <a:lnTo>
                    <a:pt x="45576" y="7727"/>
                  </a:lnTo>
                  <a:lnTo>
                    <a:pt x="56293" y="6687"/>
                  </a:lnTo>
                  <a:lnTo>
                    <a:pt x="61351" y="16508"/>
                  </a:lnTo>
                  <a:lnTo>
                    <a:pt x="62228" y="15618"/>
                  </a:lnTo>
                  <a:lnTo>
                    <a:pt x="65556" y="13559"/>
                  </a:lnTo>
                  <a:lnTo>
                    <a:pt x="71288" y="12482"/>
                  </a:lnTo>
                  <a:lnTo>
                    <a:pt x="80883" y="12570"/>
                  </a:lnTo>
                  <a:lnTo>
                    <a:pt x="82159" y="14386"/>
                  </a:lnTo>
                  <a:lnTo>
                    <a:pt x="88626" y="14049"/>
                  </a:lnTo>
                  <a:lnTo>
                    <a:pt x="94899" y="16583"/>
                  </a:lnTo>
                  <a:lnTo>
                    <a:pt x="94278" y="18907"/>
                  </a:lnTo>
                  <a:lnTo>
                    <a:pt x="94741" y="28626"/>
                  </a:lnTo>
                  <a:lnTo>
                    <a:pt x="86699" y="29135"/>
                  </a:lnTo>
                  <a:lnTo>
                    <a:pt x="86832" y="30984"/>
                  </a:lnTo>
                  <a:lnTo>
                    <a:pt x="76684" y="31495"/>
                  </a:lnTo>
                  <a:lnTo>
                    <a:pt x="77234" y="32133"/>
                  </a:lnTo>
                  <a:lnTo>
                    <a:pt x="77211" y="35671"/>
                  </a:lnTo>
                  <a:lnTo>
                    <a:pt x="1717" y="35451"/>
                  </a:lnTo>
                  <a:lnTo>
                    <a:pt x="179" y="32571"/>
                  </a:lnTo>
                  <a:lnTo>
                    <a:pt x="0" y="24104"/>
                  </a:lnTo>
                  <a:lnTo>
                    <a:pt x="2938" y="22464"/>
                  </a:lnTo>
                  <a:lnTo>
                    <a:pt x="6077" y="22045"/>
                  </a:lnTo>
                  <a:lnTo>
                    <a:pt x="6207" y="17100"/>
                  </a:lnTo>
                  <a:lnTo>
                    <a:pt x="11076" y="17386"/>
                  </a:lnTo>
                  <a:lnTo>
                    <a:pt x="12866" y="18690"/>
                  </a:lnTo>
                  <a:lnTo>
                    <a:pt x="12795" y="11715"/>
                  </a:lnTo>
                  <a:lnTo>
                    <a:pt x="16122" y="12507"/>
                  </a:lnTo>
                  <a:lnTo>
                    <a:pt x="18250" y="3093"/>
                  </a:lnTo>
                  <a:lnTo>
                    <a:pt x="1987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5" name="ph8895"/>
            <p:cNvSpPr/>
            <p:nvPr/>
          </p:nvSpPr>
          <p:spPr>
            <a:xfrm>
              <a:off x="11184129" y="2847749"/>
              <a:ext cx="27273" cy="19214"/>
            </a:xfrm>
            <a:custGeom>
              <a:avLst/>
              <a:pathLst>
                <a:path w="27273" h="19214">
                  <a:moveTo>
                    <a:pt x="12491" y="327"/>
                  </a:moveTo>
                  <a:lnTo>
                    <a:pt x="16198" y="1230"/>
                  </a:lnTo>
                  <a:lnTo>
                    <a:pt x="23131" y="5337"/>
                  </a:lnTo>
                  <a:lnTo>
                    <a:pt x="26169" y="5418"/>
                  </a:lnTo>
                  <a:lnTo>
                    <a:pt x="27273" y="7657"/>
                  </a:lnTo>
                  <a:lnTo>
                    <a:pt x="26540" y="9526"/>
                  </a:lnTo>
                  <a:lnTo>
                    <a:pt x="19192" y="13456"/>
                  </a:lnTo>
                  <a:lnTo>
                    <a:pt x="15569" y="18460"/>
                  </a:lnTo>
                  <a:lnTo>
                    <a:pt x="15576" y="17761"/>
                  </a:lnTo>
                  <a:lnTo>
                    <a:pt x="14071" y="16605"/>
                  </a:lnTo>
                  <a:lnTo>
                    <a:pt x="11469" y="17373"/>
                  </a:lnTo>
                  <a:lnTo>
                    <a:pt x="10076" y="19214"/>
                  </a:lnTo>
                  <a:lnTo>
                    <a:pt x="8910" y="18770"/>
                  </a:lnTo>
                  <a:lnTo>
                    <a:pt x="8489" y="17592"/>
                  </a:lnTo>
                  <a:lnTo>
                    <a:pt x="7369" y="17143"/>
                  </a:lnTo>
                  <a:lnTo>
                    <a:pt x="4072" y="17597"/>
                  </a:lnTo>
                  <a:lnTo>
                    <a:pt x="662" y="12859"/>
                  </a:lnTo>
                  <a:lnTo>
                    <a:pt x="0" y="9469"/>
                  </a:lnTo>
                  <a:lnTo>
                    <a:pt x="1940" y="5232"/>
                  </a:lnTo>
                  <a:lnTo>
                    <a:pt x="817" y="2318"/>
                  </a:lnTo>
                  <a:lnTo>
                    <a:pt x="919" y="627"/>
                  </a:lnTo>
                  <a:lnTo>
                    <a:pt x="2063" y="0"/>
                  </a:lnTo>
                  <a:lnTo>
                    <a:pt x="4500" y="114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6" name="ph8896"/>
            <p:cNvSpPr/>
            <p:nvPr/>
          </p:nvSpPr>
          <p:spPr>
            <a:xfrm>
              <a:off x="11336580" y="3144839"/>
              <a:ext cx="30819" cy="26844"/>
            </a:xfrm>
            <a:custGeom>
              <a:avLst/>
              <a:pathLst>
                <a:path w="30819" h="26844">
                  <a:moveTo>
                    <a:pt x="17344" y="7662"/>
                  </a:moveTo>
                  <a:lnTo>
                    <a:pt x="23372" y="11483"/>
                  </a:lnTo>
                  <a:lnTo>
                    <a:pt x="26704" y="12151"/>
                  </a:lnTo>
                  <a:lnTo>
                    <a:pt x="29321" y="11408"/>
                  </a:lnTo>
                  <a:lnTo>
                    <a:pt x="30819" y="13693"/>
                  </a:lnTo>
                  <a:lnTo>
                    <a:pt x="24637" y="17666"/>
                  </a:lnTo>
                  <a:lnTo>
                    <a:pt x="26264" y="21212"/>
                  </a:lnTo>
                  <a:lnTo>
                    <a:pt x="28967" y="20631"/>
                  </a:lnTo>
                  <a:lnTo>
                    <a:pt x="24216" y="23517"/>
                  </a:lnTo>
                  <a:lnTo>
                    <a:pt x="22680" y="25229"/>
                  </a:lnTo>
                  <a:lnTo>
                    <a:pt x="16831" y="23823"/>
                  </a:lnTo>
                  <a:lnTo>
                    <a:pt x="15583" y="24948"/>
                  </a:lnTo>
                  <a:lnTo>
                    <a:pt x="9018" y="26844"/>
                  </a:lnTo>
                  <a:lnTo>
                    <a:pt x="7196" y="25347"/>
                  </a:lnTo>
                  <a:lnTo>
                    <a:pt x="6712" y="22596"/>
                  </a:lnTo>
                  <a:lnTo>
                    <a:pt x="5174" y="20557"/>
                  </a:lnTo>
                  <a:lnTo>
                    <a:pt x="0" y="18083"/>
                  </a:lnTo>
                  <a:lnTo>
                    <a:pt x="851" y="15560"/>
                  </a:lnTo>
                  <a:lnTo>
                    <a:pt x="1391" y="9655"/>
                  </a:lnTo>
                  <a:lnTo>
                    <a:pt x="2898" y="6732"/>
                  </a:lnTo>
                  <a:lnTo>
                    <a:pt x="4716" y="4228"/>
                  </a:lnTo>
                  <a:lnTo>
                    <a:pt x="1011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7" name="ph8897"/>
            <p:cNvSpPr/>
            <p:nvPr/>
          </p:nvSpPr>
          <p:spPr>
            <a:xfrm>
              <a:off x="11107619" y="2856270"/>
              <a:ext cx="11068" cy="8058"/>
            </a:xfrm>
            <a:custGeom>
              <a:avLst/>
              <a:pathLst>
                <a:path w="11068" h="8058">
                  <a:moveTo>
                    <a:pt x="7366" y="3990"/>
                  </a:moveTo>
                  <a:lnTo>
                    <a:pt x="8647" y="3950"/>
                  </a:lnTo>
                  <a:lnTo>
                    <a:pt x="10008" y="2560"/>
                  </a:lnTo>
                  <a:lnTo>
                    <a:pt x="11068" y="5573"/>
                  </a:lnTo>
                  <a:lnTo>
                    <a:pt x="8999" y="8058"/>
                  </a:lnTo>
                  <a:lnTo>
                    <a:pt x="7457" y="7137"/>
                  </a:lnTo>
                  <a:lnTo>
                    <a:pt x="3822" y="7347"/>
                  </a:lnTo>
                  <a:lnTo>
                    <a:pt x="1984" y="6242"/>
                  </a:lnTo>
                  <a:lnTo>
                    <a:pt x="521" y="4061"/>
                  </a:lnTo>
                  <a:lnTo>
                    <a:pt x="0" y="2794"/>
                  </a:lnTo>
                  <a:lnTo>
                    <a:pt x="3232" y="492"/>
                  </a:lnTo>
                  <a:lnTo>
                    <a:pt x="3086" y="0"/>
                  </a:lnTo>
                  <a:lnTo>
                    <a:pt x="5088" y="20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8" name="ph8898"/>
            <p:cNvSpPr/>
            <p:nvPr/>
          </p:nvSpPr>
          <p:spPr>
            <a:xfrm>
              <a:off x="11371649" y="3027809"/>
              <a:ext cx="42946" cy="59907"/>
            </a:xfrm>
            <a:custGeom>
              <a:avLst/>
              <a:pathLst>
                <a:path w="42946" h="59907">
                  <a:moveTo>
                    <a:pt x="19608" y="1156"/>
                  </a:moveTo>
                  <a:lnTo>
                    <a:pt x="27143" y="972"/>
                  </a:lnTo>
                  <a:lnTo>
                    <a:pt x="31477" y="3346"/>
                  </a:lnTo>
                  <a:lnTo>
                    <a:pt x="42946" y="12468"/>
                  </a:lnTo>
                  <a:lnTo>
                    <a:pt x="33848" y="19863"/>
                  </a:lnTo>
                  <a:lnTo>
                    <a:pt x="34047" y="20955"/>
                  </a:lnTo>
                  <a:lnTo>
                    <a:pt x="37044" y="20599"/>
                  </a:lnTo>
                  <a:lnTo>
                    <a:pt x="38981" y="21218"/>
                  </a:lnTo>
                  <a:lnTo>
                    <a:pt x="40606" y="23617"/>
                  </a:lnTo>
                  <a:lnTo>
                    <a:pt x="40089" y="25017"/>
                  </a:lnTo>
                  <a:lnTo>
                    <a:pt x="37586" y="25956"/>
                  </a:lnTo>
                  <a:lnTo>
                    <a:pt x="35420" y="25247"/>
                  </a:lnTo>
                  <a:lnTo>
                    <a:pt x="31987" y="25871"/>
                  </a:lnTo>
                  <a:lnTo>
                    <a:pt x="32321" y="27353"/>
                  </a:lnTo>
                  <a:lnTo>
                    <a:pt x="33725" y="28301"/>
                  </a:lnTo>
                  <a:lnTo>
                    <a:pt x="34679" y="31197"/>
                  </a:lnTo>
                  <a:lnTo>
                    <a:pt x="32279" y="38220"/>
                  </a:lnTo>
                  <a:lnTo>
                    <a:pt x="33269" y="46506"/>
                  </a:lnTo>
                  <a:lnTo>
                    <a:pt x="31916" y="48329"/>
                  </a:lnTo>
                  <a:lnTo>
                    <a:pt x="25174" y="54053"/>
                  </a:lnTo>
                  <a:lnTo>
                    <a:pt x="26985" y="54793"/>
                  </a:lnTo>
                  <a:lnTo>
                    <a:pt x="26149" y="56445"/>
                  </a:lnTo>
                  <a:lnTo>
                    <a:pt x="24365" y="57560"/>
                  </a:lnTo>
                  <a:lnTo>
                    <a:pt x="20695" y="56174"/>
                  </a:lnTo>
                  <a:lnTo>
                    <a:pt x="17523" y="56067"/>
                  </a:lnTo>
                  <a:lnTo>
                    <a:pt x="18462" y="59330"/>
                  </a:lnTo>
                  <a:lnTo>
                    <a:pt x="17902" y="59907"/>
                  </a:lnTo>
                  <a:lnTo>
                    <a:pt x="14365" y="59271"/>
                  </a:lnTo>
                  <a:lnTo>
                    <a:pt x="14901" y="57912"/>
                  </a:lnTo>
                  <a:lnTo>
                    <a:pt x="13020" y="57007"/>
                  </a:lnTo>
                  <a:lnTo>
                    <a:pt x="10777" y="56877"/>
                  </a:lnTo>
                  <a:lnTo>
                    <a:pt x="9701" y="58141"/>
                  </a:lnTo>
                  <a:lnTo>
                    <a:pt x="7267" y="58733"/>
                  </a:lnTo>
                  <a:lnTo>
                    <a:pt x="308" y="59762"/>
                  </a:lnTo>
                  <a:lnTo>
                    <a:pt x="0" y="57262"/>
                  </a:lnTo>
                  <a:lnTo>
                    <a:pt x="1181" y="56808"/>
                  </a:lnTo>
                  <a:lnTo>
                    <a:pt x="1708" y="55263"/>
                  </a:lnTo>
                  <a:lnTo>
                    <a:pt x="5551" y="55255"/>
                  </a:lnTo>
                  <a:lnTo>
                    <a:pt x="9924" y="52462"/>
                  </a:lnTo>
                  <a:lnTo>
                    <a:pt x="11408" y="49614"/>
                  </a:lnTo>
                  <a:lnTo>
                    <a:pt x="11946" y="39571"/>
                  </a:lnTo>
                  <a:lnTo>
                    <a:pt x="17709" y="36698"/>
                  </a:lnTo>
                  <a:lnTo>
                    <a:pt x="18450" y="35732"/>
                  </a:lnTo>
                  <a:lnTo>
                    <a:pt x="19122" y="26953"/>
                  </a:lnTo>
                  <a:lnTo>
                    <a:pt x="22669" y="24629"/>
                  </a:lnTo>
                  <a:lnTo>
                    <a:pt x="22407" y="23268"/>
                  </a:lnTo>
                  <a:lnTo>
                    <a:pt x="17494" y="20892"/>
                  </a:lnTo>
                  <a:lnTo>
                    <a:pt x="14466" y="17631"/>
                  </a:lnTo>
                  <a:lnTo>
                    <a:pt x="11883" y="17142"/>
                  </a:lnTo>
                  <a:lnTo>
                    <a:pt x="12077" y="15847"/>
                  </a:lnTo>
                  <a:lnTo>
                    <a:pt x="13716" y="14248"/>
                  </a:lnTo>
                  <a:lnTo>
                    <a:pt x="16047" y="13130"/>
                  </a:lnTo>
                  <a:lnTo>
                    <a:pt x="14836" y="5346"/>
                  </a:lnTo>
                  <a:lnTo>
                    <a:pt x="13710" y="2884"/>
                  </a:lnTo>
                  <a:lnTo>
                    <a:pt x="15291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9" name="ph8899"/>
            <p:cNvSpPr/>
            <p:nvPr/>
          </p:nvSpPr>
          <p:spPr>
            <a:xfrm>
              <a:off x="11179632" y="3027190"/>
              <a:ext cx="5157" cy="4032"/>
            </a:xfrm>
            <a:custGeom>
              <a:avLst/>
              <a:pathLst>
                <a:path w="5157" h="4032">
                  <a:moveTo>
                    <a:pt x="4647" y="1431"/>
                  </a:moveTo>
                  <a:lnTo>
                    <a:pt x="5157" y="3594"/>
                  </a:lnTo>
                  <a:lnTo>
                    <a:pt x="66" y="40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0" name="ph8900"/>
            <p:cNvSpPr/>
            <p:nvPr/>
          </p:nvSpPr>
          <p:spPr>
            <a:xfrm>
              <a:off x="11171477" y="3018452"/>
              <a:ext cx="8080" cy="4759"/>
            </a:xfrm>
            <a:custGeom>
              <a:avLst/>
              <a:pathLst>
                <a:path w="8080" h="4759">
                  <a:moveTo>
                    <a:pt x="3470" y="1193"/>
                  </a:moveTo>
                  <a:lnTo>
                    <a:pt x="5537" y="1323"/>
                  </a:lnTo>
                  <a:lnTo>
                    <a:pt x="8080" y="3818"/>
                  </a:lnTo>
                  <a:lnTo>
                    <a:pt x="3271" y="4759"/>
                  </a:lnTo>
                  <a:lnTo>
                    <a:pt x="0" y="1125"/>
                  </a:lnTo>
                  <a:lnTo>
                    <a:pt x="256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1" name="ph8901"/>
            <p:cNvSpPr/>
            <p:nvPr/>
          </p:nvSpPr>
          <p:spPr>
            <a:xfrm>
              <a:off x="11188509" y="2927882"/>
              <a:ext cx="3934" cy="5075"/>
            </a:xfrm>
            <a:custGeom>
              <a:avLst/>
              <a:pathLst>
                <a:path w="3934" h="5075">
                  <a:moveTo>
                    <a:pt x="3934" y="2780"/>
                  </a:moveTo>
                  <a:lnTo>
                    <a:pt x="1710" y="4957"/>
                  </a:lnTo>
                  <a:lnTo>
                    <a:pt x="898" y="5075"/>
                  </a:lnTo>
                  <a:lnTo>
                    <a:pt x="0" y="494"/>
                  </a:lnTo>
                  <a:lnTo>
                    <a:pt x="167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2" name="ph8902"/>
            <p:cNvSpPr/>
            <p:nvPr/>
          </p:nvSpPr>
          <p:spPr>
            <a:xfrm>
              <a:off x="11130406" y="2814244"/>
              <a:ext cx="9899" cy="12056"/>
            </a:xfrm>
            <a:custGeom>
              <a:avLst/>
              <a:pathLst>
                <a:path w="9899" h="12056">
                  <a:moveTo>
                    <a:pt x="6812" y="717"/>
                  </a:moveTo>
                  <a:lnTo>
                    <a:pt x="8148" y="2648"/>
                  </a:lnTo>
                  <a:lnTo>
                    <a:pt x="9899" y="10061"/>
                  </a:lnTo>
                  <a:lnTo>
                    <a:pt x="9498" y="12056"/>
                  </a:lnTo>
                  <a:lnTo>
                    <a:pt x="4516" y="11793"/>
                  </a:lnTo>
                  <a:lnTo>
                    <a:pt x="0" y="9992"/>
                  </a:lnTo>
                  <a:lnTo>
                    <a:pt x="551" y="6361"/>
                  </a:lnTo>
                  <a:lnTo>
                    <a:pt x="4212" y="3595"/>
                  </a:lnTo>
                  <a:lnTo>
                    <a:pt x="5216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3" name="ph8903"/>
            <p:cNvSpPr/>
            <p:nvPr/>
          </p:nvSpPr>
          <p:spPr>
            <a:xfrm>
              <a:off x="11430064" y="3115999"/>
              <a:ext cx="11599" cy="14312"/>
            </a:xfrm>
            <a:custGeom>
              <a:avLst/>
              <a:pathLst>
                <a:path w="11599" h="14312">
                  <a:moveTo>
                    <a:pt x="11599" y="3604"/>
                  </a:moveTo>
                  <a:lnTo>
                    <a:pt x="11146" y="9225"/>
                  </a:lnTo>
                  <a:lnTo>
                    <a:pt x="9776" y="10650"/>
                  </a:lnTo>
                  <a:lnTo>
                    <a:pt x="6557" y="11770"/>
                  </a:lnTo>
                  <a:lnTo>
                    <a:pt x="6778" y="14312"/>
                  </a:lnTo>
                  <a:lnTo>
                    <a:pt x="6455" y="13063"/>
                  </a:lnTo>
                  <a:lnTo>
                    <a:pt x="2420" y="10550"/>
                  </a:lnTo>
                  <a:lnTo>
                    <a:pt x="0" y="7526"/>
                  </a:lnTo>
                  <a:lnTo>
                    <a:pt x="2051" y="4438"/>
                  </a:lnTo>
                  <a:lnTo>
                    <a:pt x="6406" y="514"/>
                  </a:lnTo>
                  <a:lnTo>
                    <a:pt x="1026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4" name="ph8904"/>
            <p:cNvSpPr/>
            <p:nvPr/>
          </p:nvSpPr>
          <p:spPr>
            <a:xfrm>
              <a:off x="11188226" y="2864355"/>
              <a:ext cx="27197" cy="45680"/>
            </a:xfrm>
            <a:custGeom>
              <a:avLst/>
              <a:pathLst>
                <a:path w="27197" h="45680">
                  <a:moveTo>
                    <a:pt x="11479" y="1155"/>
                  </a:moveTo>
                  <a:lnTo>
                    <a:pt x="11472" y="1855"/>
                  </a:lnTo>
                  <a:lnTo>
                    <a:pt x="9046" y="3823"/>
                  </a:lnTo>
                  <a:lnTo>
                    <a:pt x="8307" y="6170"/>
                  </a:lnTo>
                  <a:lnTo>
                    <a:pt x="11946" y="8712"/>
                  </a:lnTo>
                  <a:lnTo>
                    <a:pt x="14076" y="14382"/>
                  </a:lnTo>
                  <a:lnTo>
                    <a:pt x="19342" y="17439"/>
                  </a:lnTo>
                  <a:lnTo>
                    <a:pt x="25117" y="16146"/>
                  </a:lnTo>
                  <a:lnTo>
                    <a:pt x="25439" y="15261"/>
                  </a:lnTo>
                  <a:lnTo>
                    <a:pt x="25969" y="16033"/>
                  </a:lnTo>
                  <a:lnTo>
                    <a:pt x="25711" y="17551"/>
                  </a:lnTo>
                  <a:lnTo>
                    <a:pt x="24245" y="19469"/>
                  </a:lnTo>
                  <a:lnTo>
                    <a:pt x="27197" y="21400"/>
                  </a:lnTo>
                  <a:lnTo>
                    <a:pt x="24548" y="24850"/>
                  </a:lnTo>
                  <a:lnTo>
                    <a:pt x="22439" y="24545"/>
                  </a:lnTo>
                  <a:lnTo>
                    <a:pt x="22450" y="25777"/>
                  </a:lnTo>
                  <a:lnTo>
                    <a:pt x="25153" y="28846"/>
                  </a:lnTo>
                  <a:lnTo>
                    <a:pt x="22118" y="30303"/>
                  </a:lnTo>
                  <a:lnTo>
                    <a:pt x="18140" y="37620"/>
                  </a:lnTo>
                  <a:lnTo>
                    <a:pt x="18203" y="39463"/>
                  </a:lnTo>
                  <a:lnTo>
                    <a:pt x="16733" y="39537"/>
                  </a:lnTo>
                  <a:lnTo>
                    <a:pt x="18157" y="43010"/>
                  </a:lnTo>
                  <a:lnTo>
                    <a:pt x="17937" y="44266"/>
                  </a:lnTo>
                  <a:lnTo>
                    <a:pt x="15562" y="44421"/>
                  </a:lnTo>
                  <a:lnTo>
                    <a:pt x="14319" y="45365"/>
                  </a:lnTo>
                  <a:lnTo>
                    <a:pt x="13868" y="45246"/>
                  </a:lnTo>
                  <a:lnTo>
                    <a:pt x="14095" y="44393"/>
                  </a:lnTo>
                  <a:lnTo>
                    <a:pt x="11706" y="45680"/>
                  </a:lnTo>
                  <a:lnTo>
                    <a:pt x="11024" y="44032"/>
                  </a:lnTo>
                  <a:lnTo>
                    <a:pt x="11567" y="41686"/>
                  </a:lnTo>
                  <a:lnTo>
                    <a:pt x="9511" y="36178"/>
                  </a:lnTo>
                  <a:lnTo>
                    <a:pt x="7297" y="32863"/>
                  </a:lnTo>
                  <a:lnTo>
                    <a:pt x="5118" y="30725"/>
                  </a:lnTo>
                  <a:lnTo>
                    <a:pt x="4333" y="30733"/>
                  </a:lnTo>
                  <a:lnTo>
                    <a:pt x="3744" y="23431"/>
                  </a:lnTo>
                  <a:lnTo>
                    <a:pt x="2991" y="21801"/>
                  </a:lnTo>
                  <a:lnTo>
                    <a:pt x="414" y="20621"/>
                  </a:lnTo>
                  <a:lnTo>
                    <a:pt x="1198" y="19407"/>
                  </a:lnTo>
                  <a:lnTo>
                    <a:pt x="0" y="8155"/>
                  </a:lnTo>
                  <a:lnTo>
                    <a:pt x="1278" y="3494"/>
                  </a:lnTo>
                  <a:lnTo>
                    <a:pt x="4813" y="2164"/>
                  </a:lnTo>
                  <a:lnTo>
                    <a:pt x="5979" y="2608"/>
                  </a:lnTo>
                  <a:lnTo>
                    <a:pt x="7372" y="768"/>
                  </a:lnTo>
                  <a:lnTo>
                    <a:pt x="997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5" name="ph8905"/>
            <p:cNvSpPr/>
            <p:nvPr/>
          </p:nvSpPr>
          <p:spPr>
            <a:xfrm>
              <a:off x="11166474" y="2911813"/>
              <a:ext cx="10283" cy="13649"/>
            </a:xfrm>
            <a:custGeom>
              <a:avLst/>
              <a:pathLst>
                <a:path w="10283" h="13649">
                  <a:moveTo>
                    <a:pt x="9269" y="2338"/>
                  </a:moveTo>
                  <a:lnTo>
                    <a:pt x="10283" y="3968"/>
                  </a:lnTo>
                  <a:lnTo>
                    <a:pt x="7145" y="6734"/>
                  </a:lnTo>
                  <a:lnTo>
                    <a:pt x="5176" y="13649"/>
                  </a:lnTo>
                  <a:lnTo>
                    <a:pt x="0" y="10014"/>
                  </a:lnTo>
                  <a:lnTo>
                    <a:pt x="685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6" name="ph8906"/>
            <p:cNvSpPr/>
            <p:nvPr/>
          </p:nvSpPr>
          <p:spPr>
            <a:xfrm>
              <a:off x="11118589" y="2864476"/>
              <a:ext cx="12420" cy="11041"/>
            </a:xfrm>
            <a:custGeom>
              <a:avLst/>
              <a:pathLst>
                <a:path w="12420" h="11041">
                  <a:moveTo>
                    <a:pt x="10106" y="0"/>
                  </a:moveTo>
                  <a:lnTo>
                    <a:pt x="11433" y="2507"/>
                  </a:lnTo>
                  <a:lnTo>
                    <a:pt x="12420" y="2767"/>
                  </a:lnTo>
                  <a:lnTo>
                    <a:pt x="12071" y="4290"/>
                  </a:lnTo>
                  <a:lnTo>
                    <a:pt x="7951" y="6408"/>
                  </a:lnTo>
                  <a:lnTo>
                    <a:pt x="5169" y="10159"/>
                  </a:lnTo>
                  <a:lnTo>
                    <a:pt x="2414" y="11041"/>
                  </a:lnTo>
                  <a:lnTo>
                    <a:pt x="1261" y="8985"/>
                  </a:lnTo>
                  <a:lnTo>
                    <a:pt x="2559" y="9199"/>
                  </a:lnTo>
                  <a:lnTo>
                    <a:pt x="3158" y="8256"/>
                  </a:lnTo>
                  <a:lnTo>
                    <a:pt x="390" y="6341"/>
                  </a:lnTo>
                  <a:lnTo>
                    <a:pt x="0" y="1769"/>
                  </a:lnTo>
                  <a:lnTo>
                    <a:pt x="2210" y="87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7" name="ph8907"/>
            <p:cNvSpPr/>
            <p:nvPr/>
          </p:nvSpPr>
          <p:spPr>
            <a:xfrm>
              <a:off x="11006999" y="2662767"/>
              <a:ext cx="27783" cy="29562"/>
            </a:xfrm>
            <a:custGeom>
              <a:avLst/>
              <a:pathLst>
                <a:path w="27783" h="29562">
                  <a:moveTo>
                    <a:pt x="16116" y="1589"/>
                  </a:moveTo>
                  <a:lnTo>
                    <a:pt x="16595" y="5797"/>
                  </a:lnTo>
                  <a:lnTo>
                    <a:pt x="18329" y="8335"/>
                  </a:lnTo>
                  <a:lnTo>
                    <a:pt x="27783" y="7431"/>
                  </a:lnTo>
                  <a:lnTo>
                    <a:pt x="26326" y="21368"/>
                  </a:lnTo>
                  <a:lnTo>
                    <a:pt x="27570" y="21558"/>
                  </a:lnTo>
                  <a:lnTo>
                    <a:pt x="27354" y="23579"/>
                  </a:lnTo>
                  <a:lnTo>
                    <a:pt x="25990" y="25695"/>
                  </a:lnTo>
                  <a:lnTo>
                    <a:pt x="15232" y="27827"/>
                  </a:lnTo>
                  <a:lnTo>
                    <a:pt x="15299" y="26918"/>
                  </a:lnTo>
                  <a:lnTo>
                    <a:pt x="12168" y="25396"/>
                  </a:lnTo>
                  <a:lnTo>
                    <a:pt x="8745" y="26356"/>
                  </a:lnTo>
                  <a:lnTo>
                    <a:pt x="7848" y="27729"/>
                  </a:lnTo>
                  <a:lnTo>
                    <a:pt x="4914" y="29562"/>
                  </a:lnTo>
                  <a:lnTo>
                    <a:pt x="2647" y="29319"/>
                  </a:lnTo>
                  <a:lnTo>
                    <a:pt x="976" y="24037"/>
                  </a:lnTo>
                  <a:lnTo>
                    <a:pt x="109" y="24463"/>
                  </a:lnTo>
                  <a:lnTo>
                    <a:pt x="0" y="22578"/>
                  </a:lnTo>
                  <a:lnTo>
                    <a:pt x="4184" y="20999"/>
                  </a:lnTo>
                  <a:lnTo>
                    <a:pt x="8977" y="17402"/>
                  </a:lnTo>
                  <a:lnTo>
                    <a:pt x="11187" y="14395"/>
                  </a:lnTo>
                  <a:lnTo>
                    <a:pt x="10203" y="11566"/>
                  </a:lnTo>
                  <a:lnTo>
                    <a:pt x="6979" y="9278"/>
                  </a:lnTo>
                  <a:lnTo>
                    <a:pt x="7455" y="6456"/>
                  </a:lnTo>
                  <a:lnTo>
                    <a:pt x="8397" y="4146"/>
                  </a:lnTo>
                  <a:lnTo>
                    <a:pt x="1363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8" name="ph8908"/>
            <p:cNvSpPr/>
            <p:nvPr/>
          </p:nvSpPr>
          <p:spPr>
            <a:xfrm>
              <a:off x="11184184" y="2975982"/>
              <a:ext cx="42582" cy="15957"/>
            </a:xfrm>
            <a:custGeom>
              <a:avLst/>
              <a:pathLst>
                <a:path w="42582" h="15957">
                  <a:moveTo>
                    <a:pt x="2924" y="0"/>
                  </a:moveTo>
                  <a:lnTo>
                    <a:pt x="3326" y="1403"/>
                  </a:lnTo>
                  <a:lnTo>
                    <a:pt x="10115" y="2411"/>
                  </a:lnTo>
                  <a:lnTo>
                    <a:pt x="11016" y="3616"/>
                  </a:lnTo>
                  <a:lnTo>
                    <a:pt x="12493" y="3688"/>
                  </a:lnTo>
                  <a:lnTo>
                    <a:pt x="14903" y="6572"/>
                  </a:lnTo>
                  <a:lnTo>
                    <a:pt x="19399" y="8754"/>
                  </a:lnTo>
                  <a:lnTo>
                    <a:pt x="19415" y="6554"/>
                  </a:lnTo>
                  <a:lnTo>
                    <a:pt x="26607" y="8423"/>
                  </a:lnTo>
                  <a:lnTo>
                    <a:pt x="29072" y="11240"/>
                  </a:lnTo>
                  <a:lnTo>
                    <a:pt x="33225" y="13250"/>
                  </a:lnTo>
                  <a:lnTo>
                    <a:pt x="42298" y="14497"/>
                  </a:lnTo>
                  <a:lnTo>
                    <a:pt x="42582" y="15278"/>
                  </a:lnTo>
                  <a:lnTo>
                    <a:pt x="41758" y="15957"/>
                  </a:lnTo>
                  <a:lnTo>
                    <a:pt x="38208" y="15819"/>
                  </a:lnTo>
                  <a:lnTo>
                    <a:pt x="33837" y="14925"/>
                  </a:lnTo>
                  <a:lnTo>
                    <a:pt x="25259" y="10229"/>
                  </a:lnTo>
                  <a:lnTo>
                    <a:pt x="21773" y="9207"/>
                  </a:lnTo>
                  <a:lnTo>
                    <a:pt x="19758" y="10494"/>
                  </a:lnTo>
                  <a:lnTo>
                    <a:pt x="21343" y="13591"/>
                  </a:lnTo>
                  <a:lnTo>
                    <a:pt x="24332" y="15848"/>
                  </a:lnTo>
                  <a:lnTo>
                    <a:pt x="19282" y="14560"/>
                  </a:lnTo>
                  <a:lnTo>
                    <a:pt x="18026" y="14052"/>
                  </a:lnTo>
                  <a:lnTo>
                    <a:pt x="15817" y="15179"/>
                  </a:lnTo>
                  <a:lnTo>
                    <a:pt x="10807" y="15666"/>
                  </a:lnTo>
                  <a:lnTo>
                    <a:pt x="8771" y="14348"/>
                  </a:lnTo>
                  <a:lnTo>
                    <a:pt x="6847" y="15594"/>
                  </a:lnTo>
                  <a:lnTo>
                    <a:pt x="2300" y="10007"/>
                  </a:lnTo>
                  <a:lnTo>
                    <a:pt x="2702" y="9587"/>
                  </a:lnTo>
                  <a:lnTo>
                    <a:pt x="1766" y="5238"/>
                  </a:lnTo>
                  <a:lnTo>
                    <a:pt x="0" y="2527"/>
                  </a:lnTo>
                  <a:lnTo>
                    <a:pt x="482" y="142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9" name="ph8909"/>
            <p:cNvSpPr/>
            <p:nvPr/>
          </p:nvSpPr>
          <p:spPr>
            <a:xfrm>
              <a:off x="11163894" y="2820072"/>
              <a:ext cx="19838" cy="18523"/>
            </a:xfrm>
            <a:custGeom>
              <a:avLst/>
              <a:pathLst>
                <a:path w="19838" h="18523">
                  <a:moveTo>
                    <a:pt x="14101" y="4294"/>
                  </a:moveTo>
                  <a:lnTo>
                    <a:pt x="12190" y="5604"/>
                  </a:lnTo>
                  <a:lnTo>
                    <a:pt x="15460" y="7333"/>
                  </a:lnTo>
                  <a:lnTo>
                    <a:pt x="19838" y="6604"/>
                  </a:lnTo>
                  <a:lnTo>
                    <a:pt x="18132" y="8134"/>
                  </a:lnTo>
                  <a:lnTo>
                    <a:pt x="18024" y="9329"/>
                  </a:lnTo>
                  <a:lnTo>
                    <a:pt x="18955" y="10347"/>
                  </a:lnTo>
                  <a:lnTo>
                    <a:pt x="17552" y="13780"/>
                  </a:lnTo>
                  <a:lnTo>
                    <a:pt x="9941" y="17816"/>
                  </a:lnTo>
                  <a:lnTo>
                    <a:pt x="5856" y="18523"/>
                  </a:lnTo>
                  <a:lnTo>
                    <a:pt x="684" y="14104"/>
                  </a:lnTo>
                  <a:lnTo>
                    <a:pt x="0" y="10477"/>
                  </a:lnTo>
                  <a:lnTo>
                    <a:pt x="3491" y="7789"/>
                  </a:lnTo>
                  <a:lnTo>
                    <a:pt x="4936" y="4222"/>
                  </a:lnTo>
                  <a:lnTo>
                    <a:pt x="4252" y="3000"/>
                  </a:lnTo>
                  <a:lnTo>
                    <a:pt x="6143" y="2386"/>
                  </a:lnTo>
                  <a:lnTo>
                    <a:pt x="7328" y="667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0" name="ph8910"/>
            <p:cNvSpPr/>
            <p:nvPr/>
          </p:nvSpPr>
          <p:spPr>
            <a:xfrm>
              <a:off x="11184279" y="3027035"/>
              <a:ext cx="5557" cy="3749"/>
            </a:xfrm>
            <a:custGeom>
              <a:avLst/>
              <a:pathLst>
                <a:path w="5557" h="3749">
                  <a:moveTo>
                    <a:pt x="5557" y="3158"/>
                  </a:moveTo>
                  <a:lnTo>
                    <a:pt x="509" y="3749"/>
                  </a:lnTo>
                  <a:lnTo>
                    <a:pt x="0" y="1586"/>
                  </a:lnTo>
                  <a:lnTo>
                    <a:pt x="327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1" name="ph8911"/>
            <p:cNvSpPr/>
            <p:nvPr/>
          </p:nvSpPr>
          <p:spPr>
            <a:xfrm>
              <a:off x="11300828" y="3021665"/>
              <a:ext cx="18711" cy="33160"/>
            </a:xfrm>
            <a:custGeom>
              <a:avLst/>
              <a:pathLst>
                <a:path w="18711" h="33160">
                  <a:moveTo>
                    <a:pt x="11960" y="0"/>
                  </a:moveTo>
                  <a:lnTo>
                    <a:pt x="18711" y="4039"/>
                  </a:lnTo>
                  <a:lnTo>
                    <a:pt x="17832" y="20283"/>
                  </a:lnTo>
                  <a:lnTo>
                    <a:pt x="17049" y="23747"/>
                  </a:lnTo>
                  <a:lnTo>
                    <a:pt x="17549" y="25705"/>
                  </a:lnTo>
                  <a:lnTo>
                    <a:pt x="8850" y="33160"/>
                  </a:lnTo>
                  <a:lnTo>
                    <a:pt x="1626" y="26002"/>
                  </a:lnTo>
                  <a:lnTo>
                    <a:pt x="1740" y="24184"/>
                  </a:lnTo>
                  <a:lnTo>
                    <a:pt x="2379" y="21688"/>
                  </a:lnTo>
                  <a:lnTo>
                    <a:pt x="767" y="19002"/>
                  </a:lnTo>
                  <a:lnTo>
                    <a:pt x="0" y="15033"/>
                  </a:lnTo>
                  <a:lnTo>
                    <a:pt x="945" y="7141"/>
                  </a:lnTo>
                  <a:lnTo>
                    <a:pt x="1848" y="5328"/>
                  </a:lnTo>
                  <a:lnTo>
                    <a:pt x="7481" y="34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2" name="ph8912"/>
            <p:cNvSpPr/>
            <p:nvPr/>
          </p:nvSpPr>
          <p:spPr>
            <a:xfrm>
              <a:off x="11173241" y="3022102"/>
              <a:ext cx="7822" cy="4492"/>
            </a:xfrm>
            <a:custGeom>
              <a:avLst/>
              <a:pathLst>
                <a:path w="7822" h="4492">
                  <a:moveTo>
                    <a:pt x="6316" y="168"/>
                  </a:moveTo>
                  <a:lnTo>
                    <a:pt x="7640" y="0"/>
                  </a:lnTo>
                  <a:lnTo>
                    <a:pt x="7822" y="1218"/>
                  </a:lnTo>
                  <a:lnTo>
                    <a:pt x="4011" y="4492"/>
                  </a:lnTo>
                  <a:lnTo>
                    <a:pt x="0" y="3052"/>
                  </a:lnTo>
                  <a:lnTo>
                    <a:pt x="1506" y="111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3" name="ph8913"/>
            <p:cNvSpPr/>
            <p:nvPr/>
          </p:nvSpPr>
          <p:spPr>
            <a:xfrm>
              <a:off x="11375570" y="3072509"/>
              <a:ext cx="51574" cy="31471"/>
            </a:xfrm>
            <a:custGeom>
              <a:avLst/>
              <a:pathLst>
                <a:path w="51574" h="31471">
                  <a:moveTo>
                    <a:pt x="47774" y="1753"/>
                  </a:moveTo>
                  <a:lnTo>
                    <a:pt x="46670" y="3886"/>
                  </a:lnTo>
                  <a:lnTo>
                    <a:pt x="47212" y="6319"/>
                  </a:lnTo>
                  <a:lnTo>
                    <a:pt x="48848" y="11204"/>
                  </a:lnTo>
                  <a:lnTo>
                    <a:pt x="49516" y="11919"/>
                  </a:lnTo>
                  <a:lnTo>
                    <a:pt x="51064" y="11730"/>
                  </a:lnTo>
                  <a:lnTo>
                    <a:pt x="51574" y="19740"/>
                  </a:lnTo>
                  <a:lnTo>
                    <a:pt x="48316" y="23724"/>
                  </a:lnTo>
                  <a:lnTo>
                    <a:pt x="44909" y="23950"/>
                  </a:lnTo>
                  <a:lnTo>
                    <a:pt x="40218" y="22217"/>
                  </a:lnTo>
                  <a:lnTo>
                    <a:pt x="33631" y="23721"/>
                  </a:lnTo>
                  <a:lnTo>
                    <a:pt x="29204" y="30437"/>
                  </a:lnTo>
                  <a:lnTo>
                    <a:pt x="25717" y="31471"/>
                  </a:lnTo>
                  <a:lnTo>
                    <a:pt x="20940" y="26779"/>
                  </a:lnTo>
                  <a:lnTo>
                    <a:pt x="17793" y="25656"/>
                  </a:lnTo>
                  <a:lnTo>
                    <a:pt x="15099" y="26535"/>
                  </a:lnTo>
                  <a:lnTo>
                    <a:pt x="12040" y="25600"/>
                  </a:lnTo>
                  <a:lnTo>
                    <a:pt x="6415" y="20621"/>
                  </a:lnTo>
                  <a:lnTo>
                    <a:pt x="2813" y="19858"/>
                  </a:lnTo>
                  <a:lnTo>
                    <a:pt x="1181" y="19349"/>
                  </a:lnTo>
                  <a:lnTo>
                    <a:pt x="0" y="17514"/>
                  </a:lnTo>
                  <a:lnTo>
                    <a:pt x="662" y="15852"/>
                  </a:lnTo>
                  <a:lnTo>
                    <a:pt x="2692" y="15610"/>
                  </a:lnTo>
                  <a:lnTo>
                    <a:pt x="3346" y="14033"/>
                  </a:lnTo>
                  <a:lnTo>
                    <a:pt x="5780" y="13441"/>
                  </a:lnTo>
                  <a:lnTo>
                    <a:pt x="6855" y="12177"/>
                  </a:lnTo>
                  <a:lnTo>
                    <a:pt x="9099" y="12307"/>
                  </a:lnTo>
                  <a:lnTo>
                    <a:pt x="10979" y="13212"/>
                  </a:lnTo>
                  <a:lnTo>
                    <a:pt x="10444" y="14571"/>
                  </a:lnTo>
                  <a:lnTo>
                    <a:pt x="13980" y="15207"/>
                  </a:lnTo>
                  <a:lnTo>
                    <a:pt x="14541" y="14630"/>
                  </a:lnTo>
                  <a:lnTo>
                    <a:pt x="13601" y="11367"/>
                  </a:lnTo>
                  <a:lnTo>
                    <a:pt x="16774" y="11474"/>
                  </a:lnTo>
                  <a:lnTo>
                    <a:pt x="20443" y="12860"/>
                  </a:lnTo>
                  <a:lnTo>
                    <a:pt x="22228" y="11744"/>
                  </a:lnTo>
                  <a:lnTo>
                    <a:pt x="23064" y="10092"/>
                  </a:lnTo>
                  <a:lnTo>
                    <a:pt x="21253" y="9353"/>
                  </a:lnTo>
                  <a:lnTo>
                    <a:pt x="27995" y="3629"/>
                  </a:lnTo>
                  <a:lnTo>
                    <a:pt x="29586" y="4546"/>
                  </a:lnTo>
                  <a:lnTo>
                    <a:pt x="37378" y="2515"/>
                  </a:lnTo>
                  <a:lnTo>
                    <a:pt x="39328" y="6295"/>
                  </a:lnTo>
                  <a:lnTo>
                    <a:pt x="41868" y="6869"/>
                  </a:lnTo>
                  <a:lnTo>
                    <a:pt x="44083" y="5179"/>
                  </a:lnTo>
                  <a:lnTo>
                    <a:pt x="42845" y="2521"/>
                  </a:lnTo>
                  <a:lnTo>
                    <a:pt x="44237" y="923"/>
                  </a:lnTo>
                  <a:lnTo>
                    <a:pt x="4649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4" name="ph8914"/>
            <p:cNvSpPr/>
            <p:nvPr/>
          </p:nvSpPr>
          <p:spPr>
            <a:xfrm>
              <a:off x="11006136" y="2802364"/>
              <a:ext cx="28717" cy="45613"/>
            </a:xfrm>
            <a:custGeom>
              <a:avLst/>
              <a:pathLst>
                <a:path w="28717" h="45613">
                  <a:moveTo>
                    <a:pt x="25192" y="3369"/>
                  </a:moveTo>
                  <a:lnTo>
                    <a:pt x="28717" y="3473"/>
                  </a:lnTo>
                  <a:lnTo>
                    <a:pt x="26646" y="5556"/>
                  </a:lnTo>
                  <a:lnTo>
                    <a:pt x="27030" y="8156"/>
                  </a:lnTo>
                  <a:lnTo>
                    <a:pt x="22673" y="12997"/>
                  </a:lnTo>
                  <a:lnTo>
                    <a:pt x="21037" y="18574"/>
                  </a:lnTo>
                  <a:lnTo>
                    <a:pt x="21384" y="20385"/>
                  </a:lnTo>
                  <a:lnTo>
                    <a:pt x="22127" y="20693"/>
                  </a:lnTo>
                  <a:lnTo>
                    <a:pt x="19292" y="21460"/>
                  </a:lnTo>
                  <a:lnTo>
                    <a:pt x="18683" y="22927"/>
                  </a:lnTo>
                  <a:lnTo>
                    <a:pt x="18642" y="24179"/>
                  </a:lnTo>
                  <a:lnTo>
                    <a:pt x="21728" y="27783"/>
                  </a:lnTo>
                  <a:lnTo>
                    <a:pt x="20911" y="30217"/>
                  </a:lnTo>
                  <a:lnTo>
                    <a:pt x="17632" y="34173"/>
                  </a:lnTo>
                  <a:lnTo>
                    <a:pt x="17400" y="37701"/>
                  </a:lnTo>
                  <a:lnTo>
                    <a:pt x="18608" y="37899"/>
                  </a:lnTo>
                  <a:lnTo>
                    <a:pt x="22462" y="36321"/>
                  </a:lnTo>
                  <a:lnTo>
                    <a:pt x="23937" y="37199"/>
                  </a:lnTo>
                  <a:lnTo>
                    <a:pt x="20406" y="39981"/>
                  </a:lnTo>
                  <a:lnTo>
                    <a:pt x="16027" y="45613"/>
                  </a:lnTo>
                  <a:lnTo>
                    <a:pt x="14783" y="45475"/>
                  </a:lnTo>
                  <a:lnTo>
                    <a:pt x="7466" y="44230"/>
                  </a:lnTo>
                  <a:lnTo>
                    <a:pt x="5566" y="38481"/>
                  </a:lnTo>
                  <a:lnTo>
                    <a:pt x="5431" y="34101"/>
                  </a:lnTo>
                  <a:lnTo>
                    <a:pt x="4954" y="32385"/>
                  </a:lnTo>
                  <a:lnTo>
                    <a:pt x="0" y="26703"/>
                  </a:lnTo>
                  <a:lnTo>
                    <a:pt x="4174" y="24973"/>
                  </a:lnTo>
                  <a:lnTo>
                    <a:pt x="6706" y="22657"/>
                  </a:lnTo>
                  <a:lnTo>
                    <a:pt x="7979" y="20209"/>
                  </a:lnTo>
                  <a:lnTo>
                    <a:pt x="8090" y="16243"/>
                  </a:lnTo>
                  <a:lnTo>
                    <a:pt x="9956" y="14505"/>
                  </a:lnTo>
                  <a:lnTo>
                    <a:pt x="12854" y="15296"/>
                  </a:lnTo>
                  <a:lnTo>
                    <a:pt x="11050" y="8753"/>
                  </a:lnTo>
                  <a:lnTo>
                    <a:pt x="1818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5" name="ph8915"/>
            <p:cNvSpPr/>
            <p:nvPr/>
          </p:nvSpPr>
          <p:spPr>
            <a:xfrm>
              <a:off x="11418199" y="3062471"/>
              <a:ext cx="27990" cy="41940"/>
            </a:xfrm>
            <a:custGeom>
              <a:avLst/>
              <a:pathLst>
                <a:path w="27990" h="41940">
                  <a:moveTo>
                    <a:pt x="22704" y="1462"/>
                  </a:moveTo>
                  <a:lnTo>
                    <a:pt x="23565" y="4254"/>
                  </a:lnTo>
                  <a:lnTo>
                    <a:pt x="22371" y="6416"/>
                  </a:lnTo>
                  <a:lnTo>
                    <a:pt x="22383" y="9430"/>
                  </a:lnTo>
                  <a:lnTo>
                    <a:pt x="22509" y="11468"/>
                  </a:lnTo>
                  <a:lnTo>
                    <a:pt x="24736" y="15519"/>
                  </a:lnTo>
                  <a:lnTo>
                    <a:pt x="24521" y="16401"/>
                  </a:lnTo>
                  <a:lnTo>
                    <a:pt x="21776" y="16829"/>
                  </a:lnTo>
                  <a:lnTo>
                    <a:pt x="20644" y="17737"/>
                  </a:lnTo>
                  <a:lnTo>
                    <a:pt x="20610" y="22870"/>
                  </a:lnTo>
                  <a:lnTo>
                    <a:pt x="22429" y="29100"/>
                  </a:lnTo>
                  <a:lnTo>
                    <a:pt x="27200" y="29443"/>
                  </a:lnTo>
                  <a:lnTo>
                    <a:pt x="27840" y="30164"/>
                  </a:lnTo>
                  <a:lnTo>
                    <a:pt x="27990" y="32746"/>
                  </a:lnTo>
                  <a:lnTo>
                    <a:pt x="25792" y="32551"/>
                  </a:lnTo>
                  <a:lnTo>
                    <a:pt x="23788" y="33278"/>
                  </a:lnTo>
                  <a:lnTo>
                    <a:pt x="21445" y="37091"/>
                  </a:lnTo>
                  <a:lnTo>
                    <a:pt x="22370" y="37958"/>
                  </a:lnTo>
                  <a:lnTo>
                    <a:pt x="27320" y="37576"/>
                  </a:lnTo>
                  <a:lnTo>
                    <a:pt x="27797" y="38085"/>
                  </a:lnTo>
                  <a:lnTo>
                    <a:pt x="26618" y="41868"/>
                  </a:lnTo>
                  <a:lnTo>
                    <a:pt x="21178" y="41940"/>
                  </a:lnTo>
                  <a:lnTo>
                    <a:pt x="19450" y="40485"/>
                  </a:lnTo>
                  <a:lnTo>
                    <a:pt x="16379" y="34822"/>
                  </a:lnTo>
                  <a:lnTo>
                    <a:pt x="13494" y="32512"/>
                  </a:lnTo>
                  <a:lnTo>
                    <a:pt x="11793" y="31826"/>
                  </a:lnTo>
                  <a:lnTo>
                    <a:pt x="6076" y="36252"/>
                  </a:lnTo>
                  <a:lnTo>
                    <a:pt x="5687" y="33761"/>
                  </a:lnTo>
                  <a:lnTo>
                    <a:pt x="8945" y="29778"/>
                  </a:lnTo>
                  <a:lnTo>
                    <a:pt x="8435" y="21768"/>
                  </a:lnTo>
                  <a:lnTo>
                    <a:pt x="6887" y="21957"/>
                  </a:lnTo>
                  <a:lnTo>
                    <a:pt x="6219" y="21241"/>
                  </a:lnTo>
                  <a:lnTo>
                    <a:pt x="4583" y="16357"/>
                  </a:lnTo>
                  <a:lnTo>
                    <a:pt x="4041" y="13924"/>
                  </a:lnTo>
                  <a:lnTo>
                    <a:pt x="5145" y="11790"/>
                  </a:lnTo>
                  <a:lnTo>
                    <a:pt x="3868" y="10037"/>
                  </a:lnTo>
                  <a:lnTo>
                    <a:pt x="1608" y="10961"/>
                  </a:lnTo>
                  <a:lnTo>
                    <a:pt x="0" y="10252"/>
                  </a:lnTo>
                  <a:lnTo>
                    <a:pt x="587" y="8914"/>
                  </a:lnTo>
                  <a:lnTo>
                    <a:pt x="6457" y="5479"/>
                  </a:lnTo>
                  <a:lnTo>
                    <a:pt x="12956" y="6336"/>
                  </a:lnTo>
                  <a:lnTo>
                    <a:pt x="15008" y="5401"/>
                  </a:lnTo>
                  <a:lnTo>
                    <a:pt x="18125" y="1819"/>
                  </a:lnTo>
                  <a:lnTo>
                    <a:pt x="2135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6" name="ph8916"/>
            <p:cNvSpPr/>
            <p:nvPr/>
          </p:nvSpPr>
          <p:spPr>
            <a:xfrm>
              <a:off x="11090207" y="2723096"/>
              <a:ext cx="5093" cy="5562"/>
            </a:xfrm>
            <a:custGeom>
              <a:avLst/>
              <a:pathLst>
                <a:path w="5093" h="5562">
                  <a:moveTo>
                    <a:pt x="1474" y="5562"/>
                  </a:moveTo>
                  <a:lnTo>
                    <a:pt x="26" y="5003"/>
                  </a:lnTo>
                  <a:lnTo>
                    <a:pt x="0" y="2290"/>
                  </a:lnTo>
                  <a:lnTo>
                    <a:pt x="2708" y="0"/>
                  </a:lnTo>
                  <a:lnTo>
                    <a:pt x="5093" y="493"/>
                  </a:lnTo>
                  <a:lnTo>
                    <a:pt x="3489" y="410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7" name="ph8917"/>
            <p:cNvSpPr/>
            <p:nvPr/>
          </p:nvSpPr>
          <p:spPr>
            <a:xfrm>
              <a:off x="11092047" y="2714370"/>
              <a:ext cx="5588" cy="3917"/>
            </a:xfrm>
            <a:custGeom>
              <a:avLst/>
              <a:pathLst>
                <a:path w="5588" h="3917">
                  <a:moveTo>
                    <a:pt x="4494" y="3917"/>
                  </a:moveTo>
                  <a:lnTo>
                    <a:pt x="0" y="2599"/>
                  </a:lnTo>
                  <a:lnTo>
                    <a:pt x="906" y="1302"/>
                  </a:lnTo>
                  <a:lnTo>
                    <a:pt x="3248" y="0"/>
                  </a:lnTo>
                  <a:lnTo>
                    <a:pt x="5149" y="188"/>
                  </a:lnTo>
                  <a:lnTo>
                    <a:pt x="5588" y="2897"/>
                  </a:lnTo>
                  <a:lnTo>
                    <a:pt x="5308" y="325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8" name="ph8918"/>
            <p:cNvSpPr/>
            <p:nvPr/>
          </p:nvSpPr>
          <p:spPr>
            <a:xfrm>
              <a:off x="11096707" y="2691608"/>
              <a:ext cx="27193" cy="28692"/>
            </a:xfrm>
            <a:custGeom>
              <a:avLst/>
              <a:pathLst>
                <a:path w="27193" h="28692">
                  <a:moveTo>
                    <a:pt x="25713" y="24336"/>
                  </a:moveTo>
                  <a:lnTo>
                    <a:pt x="23301" y="26791"/>
                  </a:lnTo>
                  <a:lnTo>
                    <a:pt x="22409" y="28692"/>
                  </a:lnTo>
                  <a:lnTo>
                    <a:pt x="18289" y="25327"/>
                  </a:lnTo>
                  <a:lnTo>
                    <a:pt x="20001" y="26296"/>
                  </a:lnTo>
                  <a:lnTo>
                    <a:pt x="22076" y="25241"/>
                  </a:lnTo>
                  <a:lnTo>
                    <a:pt x="21727" y="21701"/>
                  </a:lnTo>
                  <a:lnTo>
                    <a:pt x="19321" y="16974"/>
                  </a:lnTo>
                  <a:lnTo>
                    <a:pt x="16831" y="15129"/>
                  </a:lnTo>
                  <a:lnTo>
                    <a:pt x="11852" y="17754"/>
                  </a:lnTo>
                  <a:lnTo>
                    <a:pt x="2038" y="21512"/>
                  </a:lnTo>
                  <a:lnTo>
                    <a:pt x="0" y="21636"/>
                  </a:lnTo>
                  <a:lnTo>
                    <a:pt x="338" y="15496"/>
                  </a:lnTo>
                  <a:lnTo>
                    <a:pt x="1335" y="14648"/>
                  </a:lnTo>
                  <a:lnTo>
                    <a:pt x="722" y="12090"/>
                  </a:lnTo>
                  <a:lnTo>
                    <a:pt x="1022" y="11000"/>
                  </a:lnTo>
                  <a:lnTo>
                    <a:pt x="3361" y="9684"/>
                  </a:lnTo>
                  <a:lnTo>
                    <a:pt x="4721" y="7620"/>
                  </a:lnTo>
                  <a:lnTo>
                    <a:pt x="3252" y="6233"/>
                  </a:lnTo>
                  <a:lnTo>
                    <a:pt x="3763" y="2926"/>
                  </a:lnTo>
                  <a:lnTo>
                    <a:pt x="6755" y="1365"/>
                  </a:lnTo>
                  <a:lnTo>
                    <a:pt x="12047" y="0"/>
                  </a:lnTo>
                  <a:lnTo>
                    <a:pt x="24969" y="5167"/>
                  </a:lnTo>
                  <a:lnTo>
                    <a:pt x="27193" y="1904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9" name="ph8919"/>
            <p:cNvSpPr/>
            <p:nvPr/>
          </p:nvSpPr>
          <p:spPr>
            <a:xfrm>
              <a:off x="11238135" y="2977332"/>
              <a:ext cx="30994" cy="29968"/>
            </a:xfrm>
            <a:custGeom>
              <a:avLst/>
              <a:pathLst>
                <a:path w="30994" h="29968">
                  <a:moveTo>
                    <a:pt x="15292" y="0"/>
                  </a:moveTo>
                  <a:lnTo>
                    <a:pt x="14938" y="1737"/>
                  </a:lnTo>
                  <a:lnTo>
                    <a:pt x="17409" y="2062"/>
                  </a:lnTo>
                  <a:lnTo>
                    <a:pt x="18954" y="3399"/>
                  </a:lnTo>
                  <a:lnTo>
                    <a:pt x="23123" y="11059"/>
                  </a:lnTo>
                  <a:lnTo>
                    <a:pt x="23441" y="13409"/>
                  </a:lnTo>
                  <a:lnTo>
                    <a:pt x="22032" y="16258"/>
                  </a:lnTo>
                  <a:lnTo>
                    <a:pt x="19758" y="17300"/>
                  </a:lnTo>
                  <a:lnTo>
                    <a:pt x="22227" y="18953"/>
                  </a:lnTo>
                  <a:lnTo>
                    <a:pt x="27721" y="19739"/>
                  </a:lnTo>
                  <a:lnTo>
                    <a:pt x="30272" y="21698"/>
                  </a:lnTo>
                  <a:lnTo>
                    <a:pt x="29841" y="24265"/>
                  </a:lnTo>
                  <a:lnTo>
                    <a:pt x="30994" y="24199"/>
                  </a:lnTo>
                  <a:lnTo>
                    <a:pt x="29738" y="25765"/>
                  </a:lnTo>
                  <a:lnTo>
                    <a:pt x="21941" y="29623"/>
                  </a:lnTo>
                  <a:lnTo>
                    <a:pt x="17354" y="29194"/>
                  </a:lnTo>
                  <a:lnTo>
                    <a:pt x="15762" y="28244"/>
                  </a:lnTo>
                  <a:lnTo>
                    <a:pt x="13926" y="29478"/>
                  </a:lnTo>
                  <a:lnTo>
                    <a:pt x="10788" y="29968"/>
                  </a:lnTo>
                  <a:lnTo>
                    <a:pt x="5535" y="27617"/>
                  </a:lnTo>
                  <a:lnTo>
                    <a:pt x="3435" y="26625"/>
                  </a:lnTo>
                  <a:lnTo>
                    <a:pt x="3292" y="25491"/>
                  </a:lnTo>
                  <a:lnTo>
                    <a:pt x="9100" y="22863"/>
                  </a:lnTo>
                  <a:lnTo>
                    <a:pt x="11097" y="23722"/>
                  </a:lnTo>
                  <a:lnTo>
                    <a:pt x="11711" y="18804"/>
                  </a:lnTo>
                  <a:lnTo>
                    <a:pt x="11096" y="16639"/>
                  </a:lnTo>
                  <a:lnTo>
                    <a:pt x="6341" y="17333"/>
                  </a:lnTo>
                  <a:lnTo>
                    <a:pt x="0" y="14262"/>
                  </a:lnTo>
                  <a:lnTo>
                    <a:pt x="1574" y="14463"/>
                  </a:lnTo>
                  <a:lnTo>
                    <a:pt x="2360" y="13908"/>
                  </a:lnTo>
                  <a:lnTo>
                    <a:pt x="2982" y="13366"/>
                  </a:lnTo>
                  <a:lnTo>
                    <a:pt x="2077" y="12650"/>
                  </a:lnTo>
                  <a:lnTo>
                    <a:pt x="1369" y="8565"/>
                  </a:lnTo>
                  <a:lnTo>
                    <a:pt x="4237" y="7069"/>
                  </a:lnTo>
                  <a:lnTo>
                    <a:pt x="9872" y="6125"/>
                  </a:lnTo>
                  <a:lnTo>
                    <a:pt x="9942" y="5116"/>
                  </a:lnTo>
                  <a:lnTo>
                    <a:pt x="9147" y="4481"/>
                  </a:lnTo>
                  <a:lnTo>
                    <a:pt x="10295" y="110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0" name="ph8920"/>
            <p:cNvSpPr/>
            <p:nvPr/>
          </p:nvSpPr>
          <p:spPr>
            <a:xfrm>
              <a:off x="11165218" y="3028784"/>
              <a:ext cx="12274" cy="17477"/>
            </a:xfrm>
            <a:custGeom>
              <a:avLst/>
              <a:pathLst>
                <a:path w="12274" h="17477">
                  <a:moveTo>
                    <a:pt x="5009" y="1067"/>
                  </a:moveTo>
                  <a:lnTo>
                    <a:pt x="4939" y="2559"/>
                  </a:lnTo>
                  <a:lnTo>
                    <a:pt x="8765" y="1823"/>
                  </a:lnTo>
                  <a:lnTo>
                    <a:pt x="11162" y="1313"/>
                  </a:lnTo>
                  <a:lnTo>
                    <a:pt x="12274" y="1400"/>
                  </a:lnTo>
                  <a:lnTo>
                    <a:pt x="12249" y="5687"/>
                  </a:lnTo>
                  <a:lnTo>
                    <a:pt x="11740" y="9417"/>
                  </a:lnTo>
                  <a:lnTo>
                    <a:pt x="6421" y="12864"/>
                  </a:lnTo>
                  <a:lnTo>
                    <a:pt x="7288" y="14262"/>
                  </a:lnTo>
                  <a:lnTo>
                    <a:pt x="9490" y="13665"/>
                  </a:lnTo>
                  <a:lnTo>
                    <a:pt x="9849" y="13998"/>
                  </a:lnTo>
                  <a:lnTo>
                    <a:pt x="8883" y="14927"/>
                  </a:lnTo>
                  <a:lnTo>
                    <a:pt x="3948" y="17477"/>
                  </a:lnTo>
                  <a:lnTo>
                    <a:pt x="1901" y="16948"/>
                  </a:lnTo>
                  <a:lnTo>
                    <a:pt x="877" y="16418"/>
                  </a:lnTo>
                  <a:lnTo>
                    <a:pt x="0" y="15791"/>
                  </a:lnTo>
                  <a:lnTo>
                    <a:pt x="235" y="13732"/>
                  </a:lnTo>
                  <a:lnTo>
                    <a:pt x="2805" y="7197"/>
                  </a:lnTo>
                  <a:lnTo>
                    <a:pt x="2383" y="3507"/>
                  </a:lnTo>
                  <a:lnTo>
                    <a:pt x="1567" y="2710"/>
                  </a:lnTo>
                  <a:lnTo>
                    <a:pt x="361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1" name="ph8921"/>
            <p:cNvSpPr/>
            <p:nvPr/>
          </p:nvSpPr>
          <p:spPr>
            <a:xfrm>
              <a:off x="11195200" y="2978496"/>
              <a:ext cx="8399" cy="6240"/>
            </a:xfrm>
            <a:custGeom>
              <a:avLst/>
              <a:pathLst>
                <a:path w="8399" h="6240">
                  <a:moveTo>
                    <a:pt x="3982" y="0"/>
                  </a:moveTo>
                  <a:lnTo>
                    <a:pt x="8399" y="4040"/>
                  </a:lnTo>
                  <a:lnTo>
                    <a:pt x="8383" y="6240"/>
                  </a:lnTo>
                  <a:lnTo>
                    <a:pt x="3887" y="4058"/>
                  </a:lnTo>
                  <a:lnTo>
                    <a:pt x="1477" y="1174"/>
                  </a:lnTo>
                  <a:lnTo>
                    <a:pt x="0" y="110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2" name="ph8922"/>
            <p:cNvSpPr/>
            <p:nvPr/>
          </p:nvSpPr>
          <p:spPr>
            <a:xfrm>
              <a:off x="11433925" y="3104340"/>
              <a:ext cx="16884" cy="12174"/>
            </a:xfrm>
            <a:custGeom>
              <a:avLst/>
              <a:pathLst>
                <a:path w="16884" h="12174">
                  <a:moveTo>
                    <a:pt x="10893" y="0"/>
                  </a:moveTo>
                  <a:lnTo>
                    <a:pt x="15905" y="2664"/>
                  </a:lnTo>
                  <a:lnTo>
                    <a:pt x="16884" y="5922"/>
                  </a:lnTo>
                  <a:lnTo>
                    <a:pt x="13696" y="8317"/>
                  </a:lnTo>
                  <a:lnTo>
                    <a:pt x="10331" y="9301"/>
                  </a:lnTo>
                  <a:lnTo>
                    <a:pt x="6407" y="11659"/>
                  </a:lnTo>
                  <a:lnTo>
                    <a:pt x="2545" y="12174"/>
                  </a:lnTo>
                  <a:lnTo>
                    <a:pt x="671" y="11440"/>
                  </a:lnTo>
                  <a:lnTo>
                    <a:pt x="0" y="10052"/>
                  </a:lnTo>
                  <a:lnTo>
                    <a:pt x="1794" y="7184"/>
                  </a:lnTo>
                  <a:lnTo>
                    <a:pt x="6934" y="7027"/>
                  </a:lnTo>
                  <a:lnTo>
                    <a:pt x="4167" y="2232"/>
                  </a:lnTo>
                  <a:lnTo>
                    <a:pt x="5452" y="7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3" name="ph8923"/>
            <p:cNvSpPr/>
            <p:nvPr/>
          </p:nvSpPr>
          <p:spPr>
            <a:xfrm>
              <a:off x="11212337" y="2912970"/>
              <a:ext cx="52572" cy="39627"/>
            </a:xfrm>
            <a:custGeom>
              <a:avLst/>
              <a:pathLst>
                <a:path w="52572" h="39627">
                  <a:moveTo>
                    <a:pt x="42933" y="2437"/>
                  </a:moveTo>
                  <a:lnTo>
                    <a:pt x="47108" y="18805"/>
                  </a:lnTo>
                  <a:lnTo>
                    <a:pt x="48939" y="22257"/>
                  </a:lnTo>
                  <a:lnTo>
                    <a:pt x="52572" y="26802"/>
                  </a:lnTo>
                  <a:lnTo>
                    <a:pt x="46652" y="30447"/>
                  </a:lnTo>
                  <a:lnTo>
                    <a:pt x="38031" y="32129"/>
                  </a:lnTo>
                  <a:lnTo>
                    <a:pt x="35834" y="34521"/>
                  </a:lnTo>
                  <a:lnTo>
                    <a:pt x="34275" y="36918"/>
                  </a:lnTo>
                  <a:lnTo>
                    <a:pt x="29255" y="39627"/>
                  </a:lnTo>
                  <a:lnTo>
                    <a:pt x="26257" y="37580"/>
                  </a:lnTo>
                  <a:lnTo>
                    <a:pt x="21348" y="37066"/>
                  </a:lnTo>
                  <a:lnTo>
                    <a:pt x="17055" y="35227"/>
                  </a:lnTo>
                  <a:lnTo>
                    <a:pt x="9818" y="30636"/>
                  </a:lnTo>
                  <a:lnTo>
                    <a:pt x="7422" y="26248"/>
                  </a:lnTo>
                  <a:lnTo>
                    <a:pt x="4785" y="25781"/>
                  </a:lnTo>
                  <a:lnTo>
                    <a:pt x="0" y="23086"/>
                  </a:lnTo>
                  <a:lnTo>
                    <a:pt x="383" y="22070"/>
                  </a:lnTo>
                  <a:lnTo>
                    <a:pt x="2870" y="20616"/>
                  </a:lnTo>
                  <a:lnTo>
                    <a:pt x="3956" y="19383"/>
                  </a:lnTo>
                  <a:lnTo>
                    <a:pt x="9795" y="20441"/>
                  </a:lnTo>
                  <a:lnTo>
                    <a:pt x="11152" y="22452"/>
                  </a:lnTo>
                  <a:lnTo>
                    <a:pt x="13339" y="24070"/>
                  </a:lnTo>
                  <a:lnTo>
                    <a:pt x="14558" y="23371"/>
                  </a:lnTo>
                  <a:lnTo>
                    <a:pt x="12269" y="20946"/>
                  </a:lnTo>
                  <a:lnTo>
                    <a:pt x="12643" y="18503"/>
                  </a:lnTo>
                  <a:lnTo>
                    <a:pt x="14953" y="17278"/>
                  </a:lnTo>
                  <a:lnTo>
                    <a:pt x="16782" y="17914"/>
                  </a:lnTo>
                  <a:lnTo>
                    <a:pt x="19090" y="15795"/>
                  </a:lnTo>
                  <a:lnTo>
                    <a:pt x="19409" y="13587"/>
                  </a:lnTo>
                  <a:lnTo>
                    <a:pt x="26120" y="13328"/>
                  </a:lnTo>
                  <a:lnTo>
                    <a:pt x="29619" y="8087"/>
                  </a:lnTo>
                  <a:lnTo>
                    <a:pt x="32023" y="2786"/>
                  </a:lnTo>
                  <a:lnTo>
                    <a:pt x="3795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4" name="ph8924"/>
            <p:cNvSpPr/>
            <p:nvPr/>
          </p:nvSpPr>
          <p:spPr>
            <a:xfrm>
              <a:off x="11443716" y="3127969"/>
              <a:ext cx="48225" cy="62524"/>
            </a:xfrm>
            <a:custGeom>
              <a:avLst/>
              <a:pathLst>
                <a:path w="48225" h="62524">
                  <a:moveTo>
                    <a:pt x="29547" y="4421"/>
                  </a:moveTo>
                  <a:lnTo>
                    <a:pt x="26109" y="10547"/>
                  </a:lnTo>
                  <a:lnTo>
                    <a:pt x="28484" y="15581"/>
                  </a:lnTo>
                  <a:lnTo>
                    <a:pt x="30349" y="23106"/>
                  </a:lnTo>
                  <a:lnTo>
                    <a:pt x="40660" y="21855"/>
                  </a:lnTo>
                  <a:lnTo>
                    <a:pt x="45763" y="25054"/>
                  </a:lnTo>
                  <a:lnTo>
                    <a:pt x="46926" y="28956"/>
                  </a:lnTo>
                  <a:lnTo>
                    <a:pt x="43953" y="31990"/>
                  </a:lnTo>
                  <a:lnTo>
                    <a:pt x="42439" y="34644"/>
                  </a:lnTo>
                  <a:lnTo>
                    <a:pt x="42614" y="36901"/>
                  </a:lnTo>
                  <a:lnTo>
                    <a:pt x="44351" y="41231"/>
                  </a:lnTo>
                  <a:lnTo>
                    <a:pt x="44980" y="42169"/>
                  </a:lnTo>
                  <a:lnTo>
                    <a:pt x="46741" y="42711"/>
                  </a:lnTo>
                  <a:lnTo>
                    <a:pt x="48225" y="45546"/>
                  </a:lnTo>
                  <a:lnTo>
                    <a:pt x="34530" y="44818"/>
                  </a:lnTo>
                  <a:lnTo>
                    <a:pt x="32317" y="43833"/>
                  </a:lnTo>
                  <a:lnTo>
                    <a:pt x="30691" y="46927"/>
                  </a:lnTo>
                  <a:lnTo>
                    <a:pt x="28563" y="56341"/>
                  </a:lnTo>
                  <a:lnTo>
                    <a:pt x="25236" y="55549"/>
                  </a:lnTo>
                  <a:lnTo>
                    <a:pt x="25307" y="62524"/>
                  </a:lnTo>
                  <a:lnTo>
                    <a:pt x="23516" y="61220"/>
                  </a:lnTo>
                  <a:lnTo>
                    <a:pt x="21578" y="57248"/>
                  </a:lnTo>
                  <a:lnTo>
                    <a:pt x="23145" y="57271"/>
                  </a:lnTo>
                  <a:lnTo>
                    <a:pt x="24089" y="58155"/>
                  </a:lnTo>
                  <a:lnTo>
                    <a:pt x="23472" y="55459"/>
                  </a:lnTo>
                  <a:lnTo>
                    <a:pt x="19173" y="55097"/>
                  </a:lnTo>
                  <a:lnTo>
                    <a:pt x="15365" y="57296"/>
                  </a:lnTo>
                  <a:lnTo>
                    <a:pt x="14019" y="56291"/>
                  </a:lnTo>
                  <a:lnTo>
                    <a:pt x="14416" y="50150"/>
                  </a:lnTo>
                  <a:lnTo>
                    <a:pt x="12491" y="47389"/>
                  </a:lnTo>
                  <a:lnTo>
                    <a:pt x="8014" y="47745"/>
                  </a:lnTo>
                  <a:lnTo>
                    <a:pt x="5077" y="50406"/>
                  </a:lnTo>
                  <a:lnTo>
                    <a:pt x="0" y="46514"/>
                  </a:lnTo>
                  <a:lnTo>
                    <a:pt x="71" y="43611"/>
                  </a:lnTo>
                  <a:lnTo>
                    <a:pt x="1751" y="41895"/>
                  </a:lnTo>
                  <a:lnTo>
                    <a:pt x="2848" y="41849"/>
                  </a:lnTo>
                  <a:lnTo>
                    <a:pt x="4445" y="43700"/>
                  </a:lnTo>
                  <a:lnTo>
                    <a:pt x="6537" y="44483"/>
                  </a:lnTo>
                  <a:lnTo>
                    <a:pt x="11308" y="43640"/>
                  </a:lnTo>
                  <a:lnTo>
                    <a:pt x="14278" y="41217"/>
                  </a:lnTo>
                  <a:lnTo>
                    <a:pt x="15824" y="36884"/>
                  </a:lnTo>
                  <a:lnTo>
                    <a:pt x="14531" y="35417"/>
                  </a:lnTo>
                  <a:lnTo>
                    <a:pt x="10848" y="33407"/>
                  </a:lnTo>
                  <a:lnTo>
                    <a:pt x="9749" y="31700"/>
                  </a:lnTo>
                  <a:lnTo>
                    <a:pt x="10230" y="30186"/>
                  </a:lnTo>
                  <a:lnTo>
                    <a:pt x="13486" y="28726"/>
                  </a:lnTo>
                  <a:lnTo>
                    <a:pt x="10588" y="25512"/>
                  </a:lnTo>
                  <a:lnTo>
                    <a:pt x="16116" y="16886"/>
                  </a:lnTo>
                  <a:lnTo>
                    <a:pt x="15505" y="15709"/>
                  </a:lnTo>
                  <a:lnTo>
                    <a:pt x="15137" y="14661"/>
                  </a:lnTo>
                  <a:lnTo>
                    <a:pt x="15885" y="14188"/>
                  </a:lnTo>
                  <a:lnTo>
                    <a:pt x="17717" y="15842"/>
                  </a:lnTo>
                  <a:lnTo>
                    <a:pt x="17119" y="17594"/>
                  </a:lnTo>
                  <a:lnTo>
                    <a:pt x="18495" y="17316"/>
                  </a:lnTo>
                  <a:lnTo>
                    <a:pt x="18310" y="9944"/>
                  </a:lnTo>
                  <a:lnTo>
                    <a:pt x="23729" y="2817"/>
                  </a:lnTo>
                  <a:lnTo>
                    <a:pt x="2271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5" name="ph8925"/>
            <p:cNvSpPr/>
            <p:nvPr/>
          </p:nvSpPr>
          <p:spPr>
            <a:xfrm>
              <a:off x="11187775" y="3004288"/>
              <a:ext cx="12756" cy="20807"/>
            </a:xfrm>
            <a:custGeom>
              <a:avLst/>
              <a:pathLst>
                <a:path w="12756" h="20807">
                  <a:moveTo>
                    <a:pt x="4660" y="0"/>
                  </a:moveTo>
                  <a:lnTo>
                    <a:pt x="4337" y="1659"/>
                  </a:lnTo>
                  <a:lnTo>
                    <a:pt x="6805" y="6164"/>
                  </a:lnTo>
                  <a:lnTo>
                    <a:pt x="5868" y="9056"/>
                  </a:lnTo>
                  <a:lnTo>
                    <a:pt x="6145" y="11411"/>
                  </a:lnTo>
                  <a:lnTo>
                    <a:pt x="7662" y="16203"/>
                  </a:lnTo>
                  <a:lnTo>
                    <a:pt x="9174" y="16628"/>
                  </a:lnTo>
                  <a:lnTo>
                    <a:pt x="9201" y="18206"/>
                  </a:lnTo>
                  <a:lnTo>
                    <a:pt x="11813" y="19134"/>
                  </a:lnTo>
                  <a:lnTo>
                    <a:pt x="12756" y="20807"/>
                  </a:lnTo>
                  <a:lnTo>
                    <a:pt x="7524" y="18223"/>
                  </a:lnTo>
                  <a:lnTo>
                    <a:pt x="4618" y="13840"/>
                  </a:lnTo>
                  <a:lnTo>
                    <a:pt x="1382" y="5717"/>
                  </a:lnTo>
                  <a:lnTo>
                    <a:pt x="0" y="198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6" name="ph8926"/>
            <p:cNvSpPr/>
            <p:nvPr/>
          </p:nvSpPr>
          <p:spPr>
            <a:xfrm>
              <a:off x="11103504" y="2853995"/>
              <a:ext cx="11573" cy="11146"/>
            </a:xfrm>
            <a:custGeom>
              <a:avLst/>
              <a:pathLst>
                <a:path w="11573" h="11146">
                  <a:moveTo>
                    <a:pt x="7201" y="2275"/>
                  </a:moveTo>
                  <a:lnTo>
                    <a:pt x="7348" y="2768"/>
                  </a:lnTo>
                  <a:lnTo>
                    <a:pt x="4115" y="5070"/>
                  </a:lnTo>
                  <a:lnTo>
                    <a:pt x="4636" y="6337"/>
                  </a:lnTo>
                  <a:lnTo>
                    <a:pt x="6100" y="8518"/>
                  </a:lnTo>
                  <a:lnTo>
                    <a:pt x="7937" y="9622"/>
                  </a:lnTo>
                  <a:lnTo>
                    <a:pt x="11573" y="9413"/>
                  </a:lnTo>
                  <a:lnTo>
                    <a:pt x="9004" y="11146"/>
                  </a:lnTo>
                  <a:lnTo>
                    <a:pt x="5045" y="10598"/>
                  </a:lnTo>
                  <a:lnTo>
                    <a:pt x="1502" y="8945"/>
                  </a:lnTo>
                  <a:lnTo>
                    <a:pt x="0" y="2433"/>
                  </a:lnTo>
                  <a:lnTo>
                    <a:pt x="4355" y="2422"/>
                  </a:lnTo>
                  <a:lnTo>
                    <a:pt x="630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7" name="ph8927"/>
            <p:cNvSpPr/>
            <p:nvPr/>
          </p:nvSpPr>
          <p:spPr>
            <a:xfrm>
              <a:off x="11117722" y="2841043"/>
              <a:ext cx="25868" cy="25939"/>
            </a:xfrm>
            <a:custGeom>
              <a:avLst/>
              <a:pathLst>
                <a:path w="25868" h="25939">
                  <a:moveTo>
                    <a:pt x="9730" y="0"/>
                  </a:moveTo>
                  <a:lnTo>
                    <a:pt x="10198" y="3280"/>
                  </a:lnTo>
                  <a:lnTo>
                    <a:pt x="14112" y="4334"/>
                  </a:lnTo>
                  <a:lnTo>
                    <a:pt x="18139" y="4439"/>
                  </a:lnTo>
                  <a:lnTo>
                    <a:pt x="21723" y="6555"/>
                  </a:lnTo>
                  <a:lnTo>
                    <a:pt x="24112" y="11463"/>
                  </a:lnTo>
                  <a:lnTo>
                    <a:pt x="25868" y="13488"/>
                  </a:lnTo>
                  <a:lnTo>
                    <a:pt x="18145" y="14703"/>
                  </a:lnTo>
                  <a:lnTo>
                    <a:pt x="16917" y="15735"/>
                  </a:lnTo>
                  <a:lnTo>
                    <a:pt x="16365" y="17438"/>
                  </a:lnTo>
                  <a:lnTo>
                    <a:pt x="16735" y="21602"/>
                  </a:lnTo>
                  <a:lnTo>
                    <a:pt x="14051" y="23882"/>
                  </a:lnTo>
                  <a:lnTo>
                    <a:pt x="12300" y="25939"/>
                  </a:lnTo>
                  <a:lnTo>
                    <a:pt x="10973" y="23432"/>
                  </a:lnTo>
                  <a:lnTo>
                    <a:pt x="11973" y="22328"/>
                  </a:lnTo>
                  <a:lnTo>
                    <a:pt x="11391" y="19057"/>
                  </a:lnTo>
                  <a:lnTo>
                    <a:pt x="10402" y="18809"/>
                  </a:lnTo>
                  <a:lnTo>
                    <a:pt x="8950" y="20270"/>
                  </a:lnTo>
                  <a:lnTo>
                    <a:pt x="7068" y="20655"/>
                  </a:lnTo>
                  <a:lnTo>
                    <a:pt x="6662" y="19361"/>
                  </a:lnTo>
                  <a:lnTo>
                    <a:pt x="10350" y="15514"/>
                  </a:lnTo>
                  <a:lnTo>
                    <a:pt x="13477" y="14344"/>
                  </a:lnTo>
                  <a:lnTo>
                    <a:pt x="14209" y="12717"/>
                  </a:lnTo>
                  <a:lnTo>
                    <a:pt x="7431" y="11222"/>
                  </a:lnTo>
                  <a:lnTo>
                    <a:pt x="3057" y="12144"/>
                  </a:lnTo>
                  <a:lnTo>
                    <a:pt x="2373" y="12718"/>
                  </a:lnTo>
                  <a:lnTo>
                    <a:pt x="886" y="12472"/>
                  </a:lnTo>
                  <a:lnTo>
                    <a:pt x="0" y="11319"/>
                  </a:lnTo>
                  <a:lnTo>
                    <a:pt x="656" y="7481"/>
                  </a:lnTo>
                  <a:lnTo>
                    <a:pt x="3625" y="220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8" name="ph8928"/>
            <p:cNvSpPr/>
            <p:nvPr/>
          </p:nvSpPr>
          <p:spPr>
            <a:xfrm>
              <a:off x="11200344" y="2932507"/>
              <a:ext cx="41248" cy="26806"/>
            </a:xfrm>
            <a:custGeom>
              <a:avLst/>
              <a:pathLst>
                <a:path w="41248" h="26806">
                  <a:moveTo>
                    <a:pt x="14863" y="1079"/>
                  </a:moveTo>
                  <a:lnTo>
                    <a:pt x="12376" y="2532"/>
                  </a:lnTo>
                  <a:lnTo>
                    <a:pt x="11993" y="3549"/>
                  </a:lnTo>
                  <a:lnTo>
                    <a:pt x="16778" y="6244"/>
                  </a:lnTo>
                  <a:lnTo>
                    <a:pt x="19415" y="6710"/>
                  </a:lnTo>
                  <a:lnTo>
                    <a:pt x="21811" y="11098"/>
                  </a:lnTo>
                  <a:lnTo>
                    <a:pt x="29048" y="15690"/>
                  </a:lnTo>
                  <a:lnTo>
                    <a:pt x="33341" y="17529"/>
                  </a:lnTo>
                  <a:lnTo>
                    <a:pt x="38250" y="18042"/>
                  </a:lnTo>
                  <a:lnTo>
                    <a:pt x="41248" y="20089"/>
                  </a:lnTo>
                  <a:lnTo>
                    <a:pt x="39039" y="26806"/>
                  </a:lnTo>
                  <a:lnTo>
                    <a:pt x="30102" y="26747"/>
                  </a:lnTo>
                  <a:lnTo>
                    <a:pt x="28103" y="26140"/>
                  </a:lnTo>
                  <a:lnTo>
                    <a:pt x="25467" y="23183"/>
                  </a:lnTo>
                  <a:lnTo>
                    <a:pt x="23131" y="24502"/>
                  </a:lnTo>
                  <a:lnTo>
                    <a:pt x="22607" y="25543"/>
                  </a:lnTo>
                  <a:lnTo>
                    <a:pt x="19167" y="23916"/>
                  </a:lnTo>
                  <a:lnTo>
                    <a:pt x="16743" y="21264"/>
                  </a:lnTo>
                  <a:lnTo>
                    <a:pt x="14043" y="21666"/>
                  </a:lnTo>
                  <a:lnTo>
                    <a:pt x="14395" y="24116"/>
                  </a:lnTo>
                  <a:lnTo>
                    <a:pt x="10100" y="21510"/>
                  </a:lnTo>
                  <a:lnTo>
                    <a:pt x="11995" y="19042"/>
                  </a:lnTo>
                  <a:lnTo>
                    <a:pt x="9532" y="17548"/>
                  </a:lnTo>
                  <a:lnTo>
                    <a:pt x="1960" y="15785"/>
                  </a:lnTo>
                  <a:lnTo>
                    <a:pt x="0" y="13783"/>
                  </a:lnTo>
                  <a:lnTo>
                    <a:pt x="292" y="11115"/>
                  </a:lnTo>
                  <a:lnTo>
                    <a:pt x="4945" y="7957"/>
                  </a:lnTo>
                  <a:lnTo>
                    <a:pt x="8735" y="7573"/>
                  </a:lnTo>
                  <a:lnTo>
                    <a:pt x="6593" y="2659"/>
                  </a:lnTo>
                  <a:lnTo>
                    <a:pt x="7776" y="1569"/>
                  </a:lnTo>
                  <a:lnTo>
                    <a:pt x="10128" y="1963"/>
                  </a:lnTo>
                  <a:lnTo>
                    <a:pt x="11332" y="938"/>
                  </a:lnTo>
                  <a:lnTo>
                    <a:pt x="1098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9" name="ph8929"/>
            <p:cNvSpPr/>
            <p:nvPr/>
          </p:nvSpPr>
          <p:spPr>
            <a:xfrm>
              <a:off x="11117627" y="2855961"/>
              <a:ext cx="5993" cy="5883"/>
            </a:xfrm>
            <a:custGeom>
              <a:avLst/>
              <a:pathLst>
                <a:path w="5993" h="5883">
                  <a:moveTo>
                    <a:pt x="5993" y="673"/>
                  </a:moveTo>
                  <a:lnTo>
                    <a:pt x="4940" y="4279"/>
                  </a:lnTo>
                  <a:lnTo>
                    <a:pt x="3688" y="5438"/>
                  </a:lnTo>
                  <a:lnTo>
                    <a:pt x="1060" y="5883"/>
                  </a:lnTo>
                  <a:lnTo>
                    <a:pt x="0" y="2869"/>
                  </a:lnTo>
                  <a:lnTo>
                    <a:pt x="399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0" name="ph8930"/>
            <p:cNvSpPr/>
            <p:nvPr/>
          </p:nvSpPr>
          <p:spPr>
            <a:xfrm>
              <a:off x="11205482" y="3030817"/>
              <a:ext cx="24841" cy="45450"/>
            </a:xfrm>
            <a:custGeom>
              <a:avLst/>
              <a:pathLst>
                <a:path w="24841" h="45450">
                  <a:moveTo>
                    <a:pt x="5398" y="226"/>
                  </a:moveTo>
                  <a:lnTo>
                    <a:pt x="8352" y="1300"/>
                  </a:lnTo>
                  <a:lnTo>
                    <a:pt x="13003" y="6550"/>
                  </a:lnTo>
                  <a:lnTo>
                    <a:pt x="15023" y="6260"/>
                  </a:lnTo>
                  <a:lnTo>
                    <a:pt x="17302" y="7103"/>
                  </a:lnTo>
                  <a:lnTo>
                    <a:pt x="20584" y="10644"/>
                  </a:lnTo>
                  <a:lnTo>
                    <a:pt x="23230" y="12101"/>
                  </a:lnTo>
                  <a:lnTo>
                    <a:pt x="22737" y="12772"/>
                  </a:lnTo>
                  <a:lnTo>
                    <a:pt x="23974" y="16426"/>
                  </a:lnTo>
                  <a:lnTo>
                    <a:pt x="22795" y="21220"/>
                  </a:lnTo>
                  <a:lnTo>
                    <a:pt x="21872" y="23000"/>
                  </a:lnTo>
                  <a:lnTo>
                    <a:pt x="19969" y="20696"/>
                  </a:lnTo>
                  <a:lnTo>
                    <a:pt x="19052" y="22430"/>
                  </a:lnTo>
                  <a:lnTo>
                    <a:pt x="20335" y="26134"/>
                  </a:lnTo>
                  <a:lnTo>
                    <a:pt x="24072" y="29324"/>
                  </a:lnTo>
                  <a:lnTo>
                    <a:pt x="23988" y="31106"/>
                  </a:lnTo>
                  <a:lnTo>
                    <a:pt x="21861" y="34694"/>
                  </a:lnTo>
                  <a:lnTo>
                    <a:pt x="21269" y="37747"/>
                  </a:lnTo>
                  <a:lnTo>
                    <a:pt x="21732" y="38573"/>
                  </a:lnTo>
                  <a:lnTo>
                    <a:pt x="24609" y="39742"/>
                  </a:lnTo>
                  <a:lnTo>
                    <a:pt x="24841" y="43217"/>
                  </a:lnTo>
                  <a:lnTo>
                    <a:pt x="23080" y="45450"/>
                  </a:lnTo>
                  <a:lnTo>
                    <a:pt x="22560" y="43312"/>
                  </a:lnTo>
                  <a:lnTo>
                    <a:pt x="18857" y="44500"/>
                  </a:lnTo>
                  <a:lnTo>
                    <a:pt x="17854" y="43375"/>
                  </a:lnTo>
                  <a:lnTo>
                    <a:pt x="19264" y="41905"/>
                  </a:lnTo>
                  <a:lnTo>
                    <a:pt x="19634" y="40407"/>
                  </a:lnTo>
                  <a:lnTo>
                    <a:pt x="15664" y="40362"/>
                  </a:lnTo>
                  <a:lnTo>
                    <a:pt x="13123" y="37976"/>
                  </a:lnTo>
                  <a:lnTo>
                    <a:pt x="11459" y="30506"/>
                  </a:lnTo>
                  <a:lnTo>
                    <a:pt x="7849" y="30103"/>
                  </a:lnTo>
                  <a:lnTo>
                    <a:pt x="5907" y="30737"/>
                  </a:lnTo>
                  <a:lnTo>
                    <a:pt x="5404" y="29324"/>
                  </a:lnTo>
                  <a:lnTo>
                    <a:pt x="2980" y="28311"/>
                  </a:lnTo>
                  <a:lnTo>
                    <a:pt x="3047" y="26964"/>
                  </a:lnTo>
                  <a:lnTo>
                    <a:pt x="5878" y="22840"/>
                  </a:lnTo>
                  <a:lnTo>
                    <a:pt x="6480" y="19427"/>
                  </a:lnTo>
                  <a:lnTo>
                    <a:pt x="1034" y="15186"/>
                  </a:lnTo>
                  <a:lnTo>
                    <a:pt x="836" y="13379"/>
                  </a:lnTo>
                  <a:lnTo>
                    <a:pt x="1942" y="12020"/>
                  </a:lnTo>
                  <a:lnTo>
                    <a:pt x="0" y="934"/>
                  </a:lnTo>
                  <a:lnTo>
                    <a:pt x="145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1" name="ph8931"/>
            <p:cNvSpPr/>
            <p:nvPr/>
          </p:nvSpPr>
          <p:spPr>
            <a:xfrm>
              <a:off x="11433455" y="3049774"/>
              <a:ext cx="24242" cy="37816"/>
            </a:xfrm>
            <a:custGeom>
              <a:avLst/>
              <a:pathLst>
                <a:path w="24242" h="37816">
                  <a:moveTo>
                    <a:pt x="11258" y="0"/>
                  </a:moveTo>
                  <a:lnTo>
                    <a:pt x="13360" y="6883"/>
                  </a:lnTo>
                  <a:lnTo>
                    <a:pt x="17800" y="13112"/>
                  </a:lnTo>
                  <a:lnTo>
                    <a:pt x="24242" y="18047"/>
                  </a:lnTo>
                  <a:lnTo>
                    <a:pt x="18726" y="24230"/>
                  </a:lnTo>
                  <a:lnTo>
                    <a:pt x="18451" y="27913"/>
                  </a:lnTo>
                  <a:lnTo>
                    <a:pt x="20007" y="31313"/>
                  </a:lnTo>
                  <a:lnTo>
                    <a:pt x="16097" y="32469"/>
                  </a:lnTo>
                  <a:lnTo>
                    <a:pt x="15454" y="34321"/>
                  </a:lnTo>
                  <a:lnTo>
                    <a:pt x="15573" y="37688"/>
                  </a:lnTo>
                  <a:lnTo>
                    <a:pt x="13762" y="37816"/>
                  </a:lnTo>
                  <a:lnTo>
                    <a:pt x="13669" y="31642"/>
                  </a:lnTo>
                  <a:lnTo>
                    <a:pt x="14587" y="30446"/>
                  </a:lnTo>
                  <a:lnTo>
                    <a:pt x="10605" y="25158"/>
                  </a:lnTo>
                  <a:lnTo>
                    <a:pt x="8152" y="23668"/>
                  </a:lnTo>
                  <a:lnTo>
                    <a:pt x="7126" y="22127"/>
                  </a:lnTo>
                  <a:lnTo>
                    <a:pt x="7114" y="19113"/>
                  </a:lnTo>
                  <a:lnTo>
                    <a:pt x="8308" y="16951"/>
                  </a:lnTo>
                  <a:lnTo>
                    <a:pt x="7447" y="14158"/>
                  </a:lnTo>
                  <a:lnTo>
                    <a:pt x="6099" y="12696"/>
                  </a:lnTo>
                  <a:lnTo>
                    <a:pt x="2868" y="14515"/>
                  </a:lnTo>
                  <a:lnTo>
                    <a:pt x="255" y="12493"/>
                  </a:lnTo>
                  <a:lnTo>
                    <a:pt x="0" y="11551"/>
                  </a:lnTo>
                  <a:lnTo>
                    <a:pt x="1042" y="8127"/>
                  </a:lnTo>
                  <a:lnTo>
                    <a:pt x="3062" y="701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2" name="ph8932"/>
            <p:cNvSpPr/>
            <p:nvPr/>
          </p:nvSpPr>
          <p:spPr>
            <a:xfrm>
              <a:off x="11403565" y="3040277"/>
              <a:ext cx="32952" cy="39101"/>
            </a:xfrm>
            <a:custGeom>
              <a:avLst/>
              <a:pathLst>
                <a:path w="32952" h="39101">
                  <a:moveTo>
                    <a:pt x="11141" y="2098"/>
                  </a:moveTo>
                  <a:lnTo>
                    <a:pt x="15583" y="4096"/>
                  </a:lnTo>
                  <a:lnTo>
                    <a:pt x="22486" y="5315"/>
                  </a:lnTo>
                  <a:lnTo>
                    <a:pt x="28461" y="5227"/>
                  </a:lnTo>
                  <a:lnTo>
                    <a:pt x="27234" y="13862"/>
                  </a:lnTo>
                  <a:lnTo>
                    <a:pt x="28096" y="16807"/>
                  </a:lnTo>
                  <a:lnTo>
                    <a:pt x="28447" y="17372"/>
                  </a:lnTo>
                  <a:lnTo>
                    <a:pt x="32952" y="16517"/>
                  </a:lnTo>
                  <a:lnTo>
                    <a:pt x="30932" y="17625"/>
                  </a:lnTo>
                  <a:lnTo>
                    <a:pt x="29890" y="21049"/>
                  </a:lnTo>
                  <a:lnTo>
                    <a:pt x="30146" y="21991"/>
                  </a:lnTo>
                  <a:lnTo>
                    <a:pt x="32758" y="24013"/>
                  </a:lnTo>
                  <a:lnTo>
                    <a:pt x="29641" y="27596"/>
                  </a:lnTo>
                  <a:lnTo>
                    <a:pt x="27589" y="28530"/>
                  </a:lnTo>
                  <a:lnTo>
                    <a:pt x="21091" y="27674"/>
                  </a:lnTo>
                  <a:lnTo>
                    <a:pt x="15220" y="31109"/>
                  </a:lnTo>
                  <a:lnTo>
                    <a:pt x="14633" y="32447"/>
                  </a:lnTo>
                  <a:lnTo>
                    <a:pt x="16242" y="33155"/>
                  </a:lnTo>
                  <a:lnTo>
                    <a:pt x="14850" y="34753"/>
                  </a:lnTo>
                  <a:lnTo>
                    <a:pt x="16088" y="37411"/>
                  </a:lnTo>
                  <a:lnTo>
                    <a:pt x="13873" y="39101"/>
                  </a:lnTo>
                  <a:lnTo>
                    <a:pt x="11333" y="38528"/>
                  </a:lnTo>
                  <a:lnTo>
                    <a:pt x="9383" y="34747"/>
                  </a:lnTo>
                  <a:lnTo>
                    <a:pt x="1590" y="36778"/>
                  </a:lnTo>
                  <a:lnTo>
                    <a:pt x="0" y="35861"/>
                  </a:lnTo>
                  <a:lnTo>
                    <a:pt x="1352" y="34038"/>
                  </a:lnTo>
                  <a:lnTo>
                    <a:pt x="363" y="25752"/>
                  </a:lnTo>
                  <a:lnTo>
                    <a:pt x="2762" y="18729"/>
                  </a:lnTo>
                  <a:lnTo>
                    <a:pt x="1808" y="15833"/>
                  </a:lnTo>
                  <a:lnTo>
                    <a:pt x="404" y="14885"/>
                  </a:lnTo>
                  <a:lnTo>
                    <a:pt x="70" y="13403"/>
                  </a:lnTo>
                  <a:lnTo>
                    <a:pt x="3503" y="12779"/>
                  </a:lnTo>
                  <a:lnTo>
                    <a:pt x="5669" y="13488"/>
                  </a:lnTo>
                  <a:lnTo>
                    <a:pt x="8172" y="12549"/>
                  </a:lnTo>
                  <a:lnTo>
                    <a:pt x="8690" y="11149"/>
                  </a:lnTo>
                  <a:lnTo>
                    <a:pt x="7064" y="8750"/>
                  </a:lnTo>
                  <a:lnTo>
                    <a:pt x="5127" y="8131"/>
                  </a:lnTo>
                  <a:lnTo>
                    <a:pt x="2130" y="8487"/>
                  </a:lnTo>
                  <a:lnTo>
                    <a:pt x="1931" y="7395"/>
                  </a:lnTo>
                  <a:lnTo>
                    <a:pt x="1103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3" name="ph8933"/>
            <p:cNvSpPr/>
            <p:nvPr/>
          </p:nvSpPr>
          <p:spPr>
            <a:xfrm>
              <a:off x="11112143" y="2824236"/>
              <a:ext cx="28650" cy="19446"/>
            </a:xfrm>
            <a:custGeom>
              <a:avLst/>
              <a:pathLst>
                <a:path w="28650" h="19446">
                  <a:moveTo>
                    <a:pt x="22780" y="1800"/>
                  </a:moveTo>
                  <a:lnTo>
                    <a:pt x="27761" y="2063"/>
                  </a:lnTo>
                  <a:lnTo>
                    <a:pt x="28650" y="2967"/>
                  </a:lnTo>
                  <a:lnTo>
                    <a:pt x="28366" y="4191"/>
                  </a:lnTo>
                  <a:lnTo>
                    <a:pt x="22598" y="8206"/>
                  </a:lnTo>
                  <a:lnTo>
                    <a:pt x="20682" y="12181"/>
                  </a:lnTo>
                  <a:lnTo>
                    <a:pt x="20571" y="18136"/>
                  </a:lnTo>
                  <a:lnTo>
                    <a:pt x="17388" y="16339"/>
                  </a:lnTo>
                  <a:lnTo>
                    <a:pt x="15310" y="16807"/>
                  </a:lnTo>
                  <a:lnTo>
                    <a:pt x="9204" y="19007"/>
                  </a:lnTo>
                  <a:lnTo>
                    <a:pt x="6901" y="18639"/>
                  </a:lnTo>
                  <a:lnTo>
                    <a:pt x="5127" y="19446"/>
                  </a:lnTo>
                  <a:lnTo>
                    <a:pt x="3443" y="18658"/>
                  </a:lnTo>
                  <a:lnTo>
                    <a:pt x="0" y="14790"/>
                  </a:lnTo>
                  <a:lnTo>
                    <a:pt x="862" y="12306"/>
                  </a:lnTo>
                  <a:lnTo>
                    <a:pt x="2024" y="9453"/>
                  </a:lnTo>
                  <a:lnTo>
                    <a:pt x="7393" y="4508"/>
                  </a:lnTo>
                  <a:lnTo>
                    <a:pt x="8471" y="2285"/>
                  </a:lnTo>
                  <a:lnTo>
                    <a:pt x="12318" y="2450"/>
                  </a:lnTo>
                  <a:lnTo>
                    <a:pt x="1826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4" name="ph8934"/>
            <p:cNvSpPr/>
            <p:nvPr/>
          </p:nvSpPr>
          <p:spPr>
            <a:xfrm>
              <a:off x="11463813" y="3084118"/>
              <a:ext cx="47572" cy="16255"/>
            </a:xfrm>
            <a:custGeom>
              <a:avLst/>
              <a:pathLst>
                <a:path w="47572" h="16255">
                  <a:moveTo>
                    <a:pt x="2480" y="0"/>
                  </a:moveTo>
                  <a:lnTo>
                    <a:pt x="4636" y="1981"/>
                  </a:lnTo>
                  <a:lnTo>
                    <a:pt x="11431" y="5495"/>
                  </a:lnTo>
                  <a:lnTo>
                    <a:pt x="18887" y="6346"/>
                  </a:lnTo>
                  <a:lnTo>
                    <a:pt x="32405" y="4047"/>
                  </a:lnTo>
                  <a:lnTo>
                    <a:pt x="45340" y="481"/>
                  </a:lnTo>
                  <a:lnTo>
                    <a:pt x="45346" y="1939"/>
                  </a:lnTo>
                  <a:lnTo>
                    <a:pt x="47572" y="6598"/>
                  </a:lnTo>
                  <a:lnTo>
                    <a:pt x="45983" y="12530"/>
                  </a:lnTo>
                  <a:lnTo>
                    <a:pt x="44136" y="14674"/>
                  </a:lnTo>
                  <a:lnTo>
                    <a:pt x="37868" y="11726"/>
                  </a:lnTo>
                  <a:lnTo>
                    <a:pt x="36762" y="14153"/>
                  </a:lnTo>
                  <a:lnTo>
                    <a:pt x="35043" y="15735"/>
                  </a:lnTo>
                  <a:lnTo>
                    <a:pt x="34257" y="16255"/>
                  </a:lnTo>
                  <a:lnTo>
                    <a:pt x="31702" y="13848"/>
                  </a:lnTo>
                  <a:lnTo>
                    <a:pt x="24955" y="12321"/>
                  </a:lnTo>
                  <a:lnTo>
                    <a:pt x="23739" y="13003"/>
                  </a:lnTo>
                  <a:lnTo>
                    <a:pt x="22649" y="11295"/>
                  </a:lnTo>
                  <a:lnTo>
                    <a:pt x="19625" y="10946"/>
                  </a:lnTo>
                  <a:lnTo>
                    <a:pt x="16820" y="11621"/>
                  </a:lnTo>
                  <a:lnTo>
                    <a:pt x="14408" y="11145"/>
                  </a:lnTo>
                  <a:lnTo>
                    <a:pt x="14224" y="9161"/>
                  </a:lnTo>
                  <a:lnTo>
                    <a:pt x="12559" y="8582"/>
                  </a:lnTo>
                  <a:lnTo>
                    <a:pt x="6485" y="10473"/>
                  </a:lnTo>
                  <a:lnTo>
                    <a:pt x="820" y="6289"/>
                  </a:lnTo>
                  <a:lnTo>
                    <a:pt x="0" y="4649"/>
                  </a:lnTo>
                  <a:lnTo>
                    <a:pt x="1229" y="25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5" name="ph8935"/>
            <p:cNvSpPr/>
            <p:nvPr/>
          </p:nvSpPr>
          <p:spPr>
            <a:xfrm>
              <a:off x="11177243" y="2938857"/>
              <a:ext cx="35531" cy="19627"/>
            </a:xfrm>
            <a:custGeom>
              <a:avLst/>
              <a:pathLst>
                <a:path w="35531" h="19627">
                  <a:moveTo>
                    <a:pt x="1468" y="0"/>
                  </a:moveTo>
                  <a:lnTo>
                    <a:pt x="4302" y="1812"/>
                  </a:lnTo>
                  <a:lnTo>
                    <a:pt x="8380" y="2620"/>
                  </a:lnTo>
                  <a:lnTo>
                    <a:pt x="10345" y="893"/>
                  </a:lnTo>
                  <a:lnTo>
                    <a:pt x="12396" y="2175"/>
                  </a:lnTo>
                  <a:lnTo>
                    <a:pt x="15963" y="2542"/>
                  </a:lnTo>
                  <a:lnTo>
                    <a:pt x="17885" y="1542"/>
                  </a:lnTo>
                  <a:lnTo>
                    <a:pt x="23393" y="4765"/>
                  </a:lnTo>
                  <a:lnTo>
                    <a:pt x="23100" y="7433"/>
                  </a:lnTo>
                  <a:lnTo>
                    <a:pt x="25061" y="9434"/>
                  </a:lnTo>
                  <a:lnTo>
                    <a:pt x="32633" y="11198"/>
                  </a:lnTo>
                  <a:lnTo>
                    <a:pt x="35096" y="12691"/>
                  </a:lnTo>
                  <a:lnTo>
                    <a:pt x="33201" y="15160"/>
                  </a:lnTo>
                  <a:lnTo>
                    <a:pt x="32997" y="16501"/>
                  </a:lnTo>
                  <a:lnTo>
                    <a:pt x="35531" y="18694"/>
                  </a:lnTo>
                  <a:lnTo>
                    <a:pt x="35143" y="19627"/>
                  </a:lnTo>
                  <a:lnTo>
                    <a:pt x="34716" y="19422"/>
                  </a:lnTo>
                  <a:lnTo>
                    <a:pt x="30257" y="18117"/>
                  </a:lnTo>
                  <a:lnTo>
                    <a:pt x="24368" y="17825"/>
                  </a:lnTo>
                  <a:lnTo>
                    <a:pt x="22956" y="17513"/>
                  </a:lnTo>
                  <a:lnTo>
                    <a:pt x="18008" y="12468"/>
                  </a:lnTo>
                  <a:lnTo>
                    <a:pt x="12438" y="9417"/>
                  </a:lnTo>
                  <a:lnTo>
                    <a:pt x="5585" y="4030"/>
                  </a:lnTo>
                  <a:lnTo>
                    <a:pt x="2462" y="1933"/>
                  </a:lnTo>
                  <a:lnTo>
                    <a:pt x="0" y="1293"/>
                  </a:lnTo>
                  <a:lnTo>
                    <a:pt x="124" y="23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6" name="ph8936"/>
            <p:cNvSpPr/>
            <p:nvPr/>
          </p:nvSpPr>
          <p:spPr>
            <a:xfrm>
              <a:off x="11101057" y="2848756"/>
              <a:ext cx="8923" cy="7672"/>
            </a:xfrm>
            <a:custGeom>
              <a:avLst/>
              <a:pathLst>
                <a:path w="8923" h="7672">
                  <a:moveTo>
                    <a:pt x="8755" y="5238"/>
                  </a:moveTo>
                  <a:lnTo>
                    <a:pt x="6802" y="7661"/>
                  </a:lnTo>
                  <a:lnTo>
                    <a:pt x="2446" y="7672"/>
                  </a:lnTo>
                  <a:lnTo>
                    <a:pt x="0" y="3558"/>
                  </a:lnTo>
                  <a:lnTo>
                    <a:pt x="5456" y="2674"/>
                  </a:lnTo>
                  <a:lnTo>
                    <a:pt x="892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7" name="ph8937"/>
            <p:cNvSpPr/>
            <p:nvPr/>
          </p:nvSpPr>
          <p:spPr>
            <a:xfrm>
              <a:off x="11190193" y="2915663"/>
              <a:ext cx="8099" cy="10218"/>
            </a:xfrm>
            <a:custGeom>
              <a:avLst/>
              <a:pathLst>
                <a:path w="8099" h="10218">
                  <a:moveTo>
                    <a:pt x="2717" y="0"/>
                  </a:moveTo>
                  <a:lnTo>
                    <a:pt x="4684" y="1388"/>
                  </a:lnTo>
                  <a:lnTo>
                    <a:pt x="8099" y="6862"/>
                  </a:lnTo>
                  <a:lnTo>
                    <a:pt x="7874" y="10218"/>
                  </a:lnTo>
                  <a:lnTo>
                    <a:pt x="2039" y="9407"/>
                  </a:lnTo>
                  <a:lnTo>
                    <a:pt x="0" y="62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8" name="ph8938"/>
            <p:cNvSpPr/>
            <p:nvPr/>
          </p:nvSpPr>
          <p:spPr>
            <a:xfrm>
              <a:off x="11075239" y="2716322"/>
              <a:ext cx="12578" cy="21381"/>
            </a:xfrm>
            <a:custGeom>
              <a:avLst/>
              <a:pathLst>
                <a:path w="12578" h="21381">
                  <a:moveTo>
                    <a:pt x="2659" y="1414"/>
                  </a:moveTo>
                  <a:lnTo>
                    <a:pt x="6211" y="5903"/>
                  </a:lnTo>
                  <a:lnTo>
                    <a:pt x="7231" y="4908"/>
                  </a:lnTo>
                  <a:lnTo>
                    <a:pt x="7045" y="2214"/>
                  </a:lnTo>
                  <a:lnTo>
                    <a:pt x="11413" y="5692"/>
                  </a:lnTo>
                  <a:lnTo>
                    <a:pt x="10139" y="9213"/>
                  </a:lnTo>
                  <a:lnTo>
                    <a:pt x="10936" y="12771"/>
                  </a:lnTo>
                  <a:lnTo>
                    <a:pt x="12578" y="13849"/>
                  </a:lnTo>
                  <a:lnTo>
                    <a:pt x="12531" y="15184"/>
                  </a:lnTo>
                  <a:lnTo>
                    <a:pt x="9620" y="21381"/>
                  </a:lnTo>
                  <a:lnTo>
                    <a:pt x="8813" y="20947"/>
                  </a:lnTo>
                  <a:lnTo>
                    <a:pt x="5561" y="13924"/>
                  </a:lnTo>
                  <a:lnTo>
                    <a:pt x="5631" y="6528"/>
                  </a:lnTo>
                  <a:lnTo>
                    <a:pt x="2080" y="5135"/>
                  </a:lnTo>
                  <a:lnTo>
                    <a:pt x="0" y="3106"/>
                  </a:lnTo>
                  <a:lnTo>
                    <a:pt x="230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9" name="ph8939"/>
            <p:cNvSpPr/>
            <p:nvPr/>
          </p:nvSpPr>
          <p:spPr>
            <a:xfrm>
              <a:off x="11088198" y="2738219"/>
              <a:ext cx="15420" cy="12726"/>
            </a:xfrm>
            <a:custGeom>
              <a:avLst/>
              <a:pathLst>
                <a:path w="15420" h="12726">
                  <a:moveTo>
                    <a:pt x="10679" y="3485"/>
                  </a:moveTo>
                  <a:lnTo>
                    <a:pt x="14295" y="4552"/>
                  </a:lnTo>
                  <a:lnTo>
                    <a:pt x="14535" y="3984"/>
                  </a:lnTo>
                  <a:lnTo>
                    <a:pt x="15420" y="5438"/>
                  </a:lnTo>
                  <a:lnTo>
                    <a:pt x="15185" y="8693"/>
                  </a:lnTo>
                  <a:lnTo>
                    <a:pt x="13204" y="12726"/>
                  </a:lnTo>
                  <a:lnTo>
                    <a:pt x="10912" y="12649"/>
                  </a:lnTo>
                  <a:lnTo>
                    <a:pt x="10050" y="11788"/>
                  </a:lnTo>
                  <a:lnTo>
                    <a:pt x="7728" y="11380"/>
                  </a:lnTo>
                  <a:lnTo>
                    <a:pt x="7284" y="8922"/>
                  </a:lnTo>
                  <a:lnTo>
                    <a:pt x="4131" y="6532"/>
                  </a:lnTo>
                  <a:lnTo>
                    <a:pt x="1272" y="7196"/>
                  </a:lnTo>
                  <a:lnTo>
                    <a:pt x="0" y="6701"/>
                  </a:lnTo>
                  <a:lnTo>
                    <a:pt x="1510" y="2063"/>
                  </a:lnTo>
                  <a:lnTo>
                    <a:pt x="2515" y="2332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0" name="ph8940"/>
            <p:cNvSpPr/>
            <p:nvPr/>
          </p:nvSpPr>
          <p:spPr>
            <a:xfrm>
              <a:off x="11138777" y="2788659"/>
              <a:ext cx="25428" cy="20085"/>
            </a:xfrm>
            <a:custGeom>
              <a:avLst/>
              <a:pathLst>
                <a:path w="25428" h="20085">
                  <a:moveTo>
                    <a:pt x="14923" y="139"/>
                  </a:moveTo>
                  <a:lnTo>
                    <a:pt x="16552" y="2578"/>
                  </a:lnTo>
                  <a:lnTo>
                    <a:pt x="18844" y="2301"/>
                  </a:lnTo>
                  <a:lnTo>
                    <a:pt x="20742" y="303"/>
                  </a:lnTo>
                  <a:lnTo>
                    <a:pt x="22265" y="2608"/>
                  </a:lnTo>
                  <a:lnTo>
                    <a:pt x="23550" y="7409"/>
                  </a:lnTo>
                  <a:lnTo>
                    <a:pt x="23785" y="11538"/>
                  </a:lnTo>
                  <a:lnTo>
                    <a:pt x="25428" y="15051"/>
                  </a:lnTo>
                  <a:lnTo>
                    <a:pt x="23185" y="14837"/>
                  </a:lnTo>
                  <a:lnTo>
                    <a:pt x="14515" y="20085"/>
                  </a:lnTo>
                  <a:lnTo>
                    <a:pt x="9392" y="17615"/>
                  </a:lnTo>
                  <a:lnTo>
                    <a:pt x="6445" y="18237"/>
                  </a:lnTo>
                  <a:lnTo>
                    <a:pt x="3223" y="17671"/>
                  </a:lnTo>
                  <a:lnTo>
                    <a:pt x="4619" y="14364"/>
                  </a:lnTo>
                  <a:lnTo>
                    <a:pt x="2897" y="12379"/>
                  </a:lnTo>
                  <a:lnTo>
                    <a:pt x="2510" y="13532"/>
                  </a:lnTo>
                  <a:lnTo>
                    <a:pt x="30" y="11154"/>
                  </a:lnTo>
                  <a:lnTo>
                    <a:pt x="0" y="9075"/>
                  </a:lnTo>
                  <a:lnTo>
                    <a:pt x="1700" y="7854"/>
                  </a:lnTo>
                  <a:lnTo>
                    <a:pt x="4507" y="8150"/>
                  </a:lnTo>
                  <a:lnTo>
                    <a:pt x="6702" y="7110"/>
                  </a:lnTo>
                  <a:lnTo>
                    <a:pt x="9080" y="3389"/>
                  </a:lnTo>
                  <a:lnTo>
                    <a:pt x="9666" y="1139"/>
                  </a:lnTo>
                  <a:lnTo>
                    <a:pt x="11038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1" name="ph8941"/>
            <p:cNvSpPr/>
            <p:nvPr/>
          </p:nvSpPr>
          <p:spPr>
            <a:xfrm>
              <a:off x="11169441" y="3024585"/>
              <a:ext cx="7812" cy="6022"/>
            </a:xfrm>
            <a:custGeom>
              <a:avLst/>
              <a:pathLst>
                <a:path w="7812" h="6022">
                  <a:moveTo>
                    <a:pt x="1594" y="0"/>
                  </a:moveTo>
                  <a:lnTo>
                    <a:pt x="3800" y="570"/>
                  </a:lnTo>
                  <a:lnTo>
                    <a:pt x="7812" y="2009"/>
                  </a:lnTo>
                  <a:lnTo>
                    <a:pt x="6939" y="5513"/>
                  </a:lnTo>
                  <a:lnTo>
                    <a:pt x="4542" y="6022"/>
                  </a:lnTo>
                  <a:lnTo>
                    <a:pt x="4638" y="4271"/>
                  </a:lnTo>
                  <a:lnTo>
                    <a:pt x="334" y="2581"/>
                  </a:lnTo>
                  <a:lnTo>
                    <a:pt x="0" y="118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2" name="ph8942"/>
            <p:cNvSpPr/>
            <p:nvPr/>
          </p:nvSpPr>
          <p:spPr>
            <a:xfrm>
              <a:off x="11160559" y="2982121"/>
              <a:ext cx="24264" cy="17123"/>
            </a:xfrm>
            <a:custGeom>
              <a:avLst/>
              <a:pathLst>
                <a:path w="24264" h="17123">
                  <a:moveTo>
                    <a:pt x="9258" y="1031"/>
                  </a:moveTo>
                  <a:lnTo>
                    <a:pt x="13801" y="748"/>
                  </a:lnTo>
                  <a:lnTo>
                    <a:pt x="17773" y="159"/>
                  </a:lnTo>
                  <a:lnTo>
                    <a:pt x="21644" y="1200"/>
                  </a:lnTo>
                  <a:lnTo>
                    <a:pt x="24264" y="4161"/>
                  </a:lnTo>
                  <a:lnTo>
                    <a:pt x="22806" y="6524"/>
                  </a:lnTo>
                  <a:lnTo>
                    <a:pt x="16882" y="3901"/>
                  </a:lnTo>
                  <a:lnTo>
                    <a:pt x="14186" y="5008"/>
                  </a:lnTo>
                  <a:lnTo>
                    <a:pt x="7569" y="8625"/>
                  </a:lnTo>
                  <a:lnTo>
                    <a:pt x="8164" y="11304"/>
                  </a:lnTo>
                  <a:lnTo>
                    <a:pt x="10767" y="12544"/>
                  </a:lnTo>
                  <a:lnTo>
                    <a:pt x="8513" y="14045"/>
                  </a:lnTo>
                  <a:lnTo>
                    <a:pt x="6341" y="15066"/>
                  </a:lnTo>
                  <a:lnTo>
                    <a:pt x="3320" y="15253"/>
                  </a:lnTo>
                  <a:lnTo>
                    <a:pt x="471" y="17123"/>
                  </a:lnTo>
                  <a:lnTo>
                    <a:pt x="0" y="13233"/>
                  </a:lnTo>
                  <a:lnTo>
                    <a:pt x="821" y="9177"/>
                  </a:lnTo>
                  <a:lnTo>
                    <a:pt x="3865" y="7167"/>
                  </a:lnTo>
                  <a:lnTo>
                    <a:pt x="7402" y="3565"/>
                  </a:lnTo>
                  <a:lnTo>
                    <a:pt x="7128" y="1264"/>
                  </a:lnTo>
                  <a:lnTo>
                    <a:pt x="806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3" name="ph8943"/>
            <p:cNvSpPr/>
            <p:nvPr/>
          </p:nvSpPr>
          <p:spPr>
            <a:xfrm>
              <a:off x="11287155" y="2977594"/>
              <a:ext cx="6238" cy="13806"/>
            </a:xfrm>
            <a:custGeom>
              <a:avLst/>
              <a:pathLst>
                <a:path w="6238" h="13806">
                  <a:moveTo>
                    <a:pt x="6238" y="2283"/>
                  </a:moveTo>
                  <a:lnTo>
                    <a:pt x="4945" y="5176"/>
                  </a:lnTo>
                  <a:lnTo>
                    <a:pt x="5829" y="8171"/>
                  </a:lnTo>
                  <a:lnTo>
                    <a:pt x="3935" y="13806"/>
                  </a:lnTo>
                  <a:lnTo>
                    <a:pt x="1036" y="13679"/>
                  </a:lnTo>
                  <a:lnTo>
                    <a:pt x="707" y="10694"/>
                  </a:lnTo>
                  <a:lnTo>
                    <a:pt x="1123" y="9267"/>
                  </a:lnTo>
                  <a:lnTo>
                    <a:pt x="3695" y="9474"/>
                  </a:lnTo>
                  <a:lnTo>
                    <a:pt x="4452" y="8613"/>
                  </a:lnTo>
                  <a:lnTo>
                    <a:pt x="4131" y="7634"/>
                  </a:lnTo>
                  <a:lnTo>
                    <a:pt x="1799" y="6471"/>
                  </a:lnTo>
                  <a:lnTo>
                    <a:pt x="0" y="7550"/>
                  </a:lnTo>
                  <a:lnTo>
                    <a:pt x="1781" y="839"/>
                  </a:lnTo>
                  <a:lnTo>
                    <a:pt x="3243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4" name="ph8944"/>
            <p:cNvSpPr/>
            <p:nvPr/>
          </p:nvSpPr>
          <p:spPr>
            <a:xfrm>
              <a:off x="11042743" y="2779157"/>
              <a:ext cx="19692" cy="20866"/>
            </a:xfrm>
            <a:custGeom>
              <a:avLst/>
              <a:pathLst>
                <a:path w="19692" h="20866">
                  <a:moveTo>
                    <a:pt x="6861" y="2420"/>
                  </a:moveTo>
                  <a:lnTo>
                    <a:pt x="7346" y="1750"/>
                  </a:lnTo>
                  <a:lnTo>
                    <a:pt x="10396" y="1260"/>
                  </a:lnTo>
                  <a:lnTo>
                    <a:pt x="14163" y="1407"/>
                  </a:lnTo>
                  <a:lnTo>
                    <a:pt x="15816" y="2750"/>
                  </a:lnTo>
                  <a:lnTo>
                    <a:pt x="16859" y="4822"/>
                  </a:lnTo>
                  <a:lnTo>
                    <a:pt x="15549" y="8854"/>
                  </a:lnTo>
                  <a:lnTo>
                    <a:pt x="19692" y="15619"/>
                  </a:lnTo>
                  <a:lnTo>
                    <a:pt x="17662" y="20656"/>
                  </a:lnTo>
                  <a:lnTo>
                    <a:pt x="15058" y="20866"/>
                  </a:lnTo>
                  <a:lnTo>
                    <a:pt x="8854" y="19788"/>
                  </a:lnTo>
                  <a:lnTo>
                    <a:pt x="7084" y="19585"/>
                  </a:lnTo>
                  <a:lnTo>
                    <a:pt x="4909" y="17983"/>
                  </a:lnTo>
                  <a:lnTo>
                    <a:pt x="3515" y="16598"/>
                  </a:lnTo>
                  <a:lnTo>
                    <a:pt x="3315" y="14671"/>
                  </a:lnTo>
                  <a:lnTo>
                    <a:pt x="2246" y="13651"/>
                  </a:lnTo>
                  <a:lnTo>
                    <a:pt x="1632" y="14008"/>
                  </a:lnTo>
                  <a:lnTo>
                    <a:pt x="3208" y="12996"/>
                  </a:lnTo>
                  <a:lnTo>
                    <a:pt x="3970" y="10560"/>
                  </a:lnTo>
                  <a:lnTo>
                    <a:pt x="884" y="10208"/>
                  </a:lnTo>
                  <a:lnTo>
                    <a:pt x="0" y="7587"/>
                  </a:lnTo>
                  <a:lnTo>
                    <a:pt x="135" y="3869"/>
                  </a:lnTo>
                  <a:lnTo>
                    <a:pt x="962" y="1184"/>
                  </a:lnTo>
                  <a:lnTo>
                    <a:pt x="384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5" name="ph8945"/>
            <p:cNvSpPr/>
            <p:nvPr/>
          </p:nvSpPr>
          <p:spPr>
            <a:xfrm>
              <a:off x="11190219" y="2930662"/>
              <a:ext cx="10323" cy="3445"/>
            </a:xfrm>
            <a:custGeom>
              <a:avLst/>
              <a:pathLst>
                <a:path w="10323" h="3445">
                  <a:moveTo>
                    <a:pt x="7546" y="208"/>
                  </a:moveTo>
                  <a:lnTo>
                    <a:pt x="10323" y="1585"/>
                  </a:lnTo>
                  <a:lnTo>
                    <a:pt x="3885" y="3445"/>
                  </a:lnTo>
                  <a:lnTo>
                    <a:pt x="0" y="2177"/>
                  </a:lnTo>
                  <a:lnTo>
                    <a:pt x="2223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6" name="ph8946"/>
            <p:cNvSpPr/>
            <p:nvPr/>
          </p:nvSpPr>
          <p:spPr>
            <a:xfrm>
              <a:off x="11185887" y="2956007"/>
              <a:ext cx="2259" cy="3953"/>
            </a:xfrm>
            <a:custGeom>
              <a:avLst/>
              <a:pathLst>
                <a:path w="2259" h="3953">
                  <a:moveTo>
                    <a:pt x="0" y="3953"/>
                  </a:moveTo>
                  <a:lnTo>
                    <a:pt x="730" y="0"/>
                  </a:lnTo>
                  <a:lnTo>
                    <a:pt x="2259" y="3143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7" name="ph8947"/>
            <p:cNvSpPr/>
            <p:nvPr/>
          </p:nvSpPr>
          <p:spPr>
            <a:xfrm>
              <a:off x="11158474" y="2944309"/>
              <a:ext cx="17045" cy="21478"/>
            </a:xfrm>
            <a:custGeom>
              <a:avLst/>
              <a:pathLst>
                <a:path w="17045" h="21478">
                  <a:moveTo>
                    <a:pt x="14697" y="3374"/>
                  </a:moveTo>
                  <a:lnTo>
                    <a:pt x="14328" y="4767"/>
                  </a:lnTo>
                  <a:lnTo>
                    <a:pt x="13522" y="2738"/>
                  </a:lnTo>
                  <a:lnTo>
                    <a:pt x="12340" y="3583"/>
                  </a:lnTo>
                  <a:lnTo>
                    <a:pt x="11366" y="7779"/>
                  </a:lnTo>
                  <a:lnTo>
                    <a:pt x="12289" y="10026"/>
                  </a:lnTo>
                  <a:lnTo>
                    <a:pt x="14277" y="10385"/>
                  </a:lnTo>
                  <a:lnTo>
                    <a:pt x="17045" y="13286"/>
                  </a:lnTo>
                  <a:lnTo>
                    <a:pt x="14773" y="19960"/>
                  </a:lnTo>
                  <a:lnTo>
                    <a:pt x="11693" y="19149"/>
                  </a:lnTo>
                  <a:lnTo>
                    <a:pt x="9104" y="21478"/>
                  </a:lnTo>
                  <a:lnTo>
                    <a:pt x="7175" y="19870"/>
                  </a:lnTo>
                  <a:lnTo>
                    <a:pt x="7955" y="19280"/>
                  </a:lnTo>
                  <a:lnTo>
                    <a:pt x="7645" y="15660"/>
                  </a:lnTo>
                  <a:lnTo>
                    <a:pt x="3288" y="13380"/>
                  </a:lnTo>
                  <a:lnTo>
                    <a:pt x="1161" y="12997"/>
                  </a:lnTo>
                  <a:lnTo>
                    <a:pt x="5554" y="12664"/>
                  </a:lnTo>
                  <a:lnTo>
                    <a:pt x="2945" y="7450"/>
                  </a:lnTo>
                  <a:lnTo>
                    <a:pt x="0" y="4671"/>
                  </a:lnTo>
                  <a:lnTo>
                    <a:pt x="1623" y="2422"/>
                  </a:lnTo>
                  <a:lnTo>
                    <a:pt x="8609" y="1491"/>
                  </a:lnTo>
                  <a:lnTo>
                    <a:pt x="13943" y="0"/>
                  </a:lnTo>
                  <a:lnTo>
                    <a:pt x="13779" y="1291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8" name="ph8948"/>
            <p:cNvSpPr/>
            <p:nvPr/>
          </p:nvSpPr>
          <p:spPr>
            <a:xfrm>
              <a:off x="11187108" y="2956975"/>
              <a:ext cx="48396" cy="21418"/>
            </a:xfrm>
            <a:custGeom>
              <a:avLst/>
              <a:pathLst>
                <a:path w="48396" h="21418">
                  <a:moveTo>
                    <a:pt x="20392" y="0"/>
                  </a:moveTo>
                  <a:lnTo>
                    <a:pt x="24852" y="1304"/>
                  </a:lnTo>
                  <a:lnTo>
                    <a:pt x="25819" y="4160"/>
                  </a:lnTo>
                  <a:lnTo>
                    <a:pt x="30088" y="6760"/>
                  </a:lnTo>
                  <a:lnTo>
                    <a:pt x="31792" y="6484"/>
                  </a:lnTo>
                  <a:lnTo>
                    <a:pt x="34320" y="11823"/>
                  </a:lnTo>
                  <a:lnTo>
                    <a:pt x="37250" y="11255"/>
                  </a:lnTo>
                  <a:lnTo>
                    <a:pt x="36534" y="6522"/>
                  </a:lnTo>
                  <a:lnTo>
                    <a:pt x="39607" y="7375"/>
                  </a:lnTo>
                  <a:lnTo>
                    <a:pt x="44895" y="5165"/>
                  </a:lnTo>
                  <a:lnTo>
                    <a:pt x="46733" y="3186"/>
                  </a:lnTo>
                  <a:lnTo>
                    <a:pt x="47794" y="3582"/>
                  </a:lnTo>
                  <a:lnTo>
                    <a:pt x="48396" y="4971"/>
                  </a:lnTo>
                  <a:lnTo>
                    <a:pt x="46609" y="8439"/>
                  </a:lnTo>
                  <a:lnTo>
                    <a:pt x="44334" y="10300"/>
                  </a:lnTo>
                  <a:lnTo>
                    <a:pt x="25131" y="17931"/>
                  </a:lnTo>
                  <a:lnTo>
                    <a:pt x="22420" y="15968"/>
                  </a:lnTo>
                  <a:lnTo>
                    <a:pt x="22926" y="14775"/>
                  </a:lnTo>
                  <a:lnTo>
                    <a:pt x="28172" y="11929"/>
                  </a:lnTo>
                  <a:lnTo>
                    <a:pt x="30932" y="11312"/>
                  </a:lnTo>
                  <a:lnTo>
                    <a:pt x="29054" y="9639"/>
                  </a:lnTo>
                  <a:lnTo>
                    <a:pt x="23081" y="8464"/>
                  </a:lnTo>
                  <a:lnTo>
                    <a:pt x="19622" y="9921"/>
                  </a:lnTo>
                  <a:lnTo>
                    <a:pt x="17325" y="9903"/>
                  </a:lnTo>
                  <a:lnTo>
                    <a:pt x="12853" y="11489"/>
                  </a:lnTo>
                  <a:lnTo>
                    <a:pt x="6526" y="18190"/>
                  </a:lnTo>
                  <a:lnTo>
                    <a:pt x="7191" y="21418"/>
                  </a:lnTo>
                  <a:lnTo>
                    <a:pt x="402" y="20410"/>
                  </a:lnTo>
                  <a:lnTo>
                    <a:pt x="0" y="19006"/>
                  </a:lnTo>
                  <a:lnTo>
                    <a:pt x="3127" y="16689"/>
                  </a:lnTo>
                  <a:lnTo>
                    <a:pt x="2710" y="14405"/>
                  </a:lnTo>
                  <a:lnTo>
                    <a:pt x="4701" y="11448"/>
                  </a:lnTo>
                  <a:lnTo>
                    <a:pt x="6272" y="10230"/>
                  </a:lnTo>
                  <a:lnTo>
                    <a:pt x="9059" y="9179"/>
                  </a:lnTo>
                  <a:lnTo>
                    <a:pt x="14640" y="4428"/>
                  </a:lnTo>
                  <a:lnTo>
                    <a:pt x="14694" y="345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9" name="ph8949"/>
            <p:cNvSpPr/>
            <p:nvPr/>
          </p:nvSpPr>
          <p:spPr>
            <a:xfrm>
              <a:off x="11158754" y="2876971"/>
              <a:ext cx="33814" cy="33516"/>
            </a:xfrm>
            <a:custGeom>
              <a:avLst/>
              <a:pathLst>
                <a:path w="33814" h="33516">
                  <a:moveTo>
                    <a:pt x="23610" y="254"/>
                  </a:moveTo>
                  <a:lnTo>
                    <a:pt x="23779" y="1968"/>
                  </a:lnTo>
                  <a:lnTo>
                    <a:pt x="22679" y="2336"/>
                  </a:lnTo>
                  <a:lnTo>
                    <a:pt x="22032" y="860"/>
                  </a:lnTo>
                  <a:lnTo>
                    <a:pt x="21365" y="2072"/>
                  </a:lnTo>
                  <a:lnTo>
                    <a:pt x="22542" y="7100"/>
                  </a:lnTo>
                  <a:lnTo>
                    <a:pt x="28472" y="10728"/>
                  </a:lnTo>
                  <a:lnTo>
                    <a:pt x="29345" y="10399"/>
                  </a:lnTo>
                  <a:lnTo>
                    <a:pt x="29886" y="8004"/>
                  </a:lnTo>
                  <a:lnTo>
                    <a:pt x="32462" y="9185"/>
                  </a:lnTo>
                  <a:lnTo>
                    <a:pt x="33215" y="10815"/>
                  </a:lnTo>
                  <a:lnTo>
                    <a:pt x="33805" y="18117"/>
                  </a:lnTo>
                  <a:lnTo>
                    <a:pt x="33814" y="18380"/>
                  </a:lnTo>
                  <a:lnTo>
                    <a:pt x="27891" y="21641"/>
                  </a:lnTo>
                  <a:lnTo>
                    <a:pt x="16141" y="24698"/>
                  </a:lnTo>
                  <a:lnTo>
                    <a:pt x="13661" y="28423"/>
                  </a:lnTo>
                  <a:lnTo>
                    <a:pt x="8889" y="32796"/>
                  </a:lnTo>
                  <a:lnTo>
                    <a:pt x="6305" y="33516"/>
                  </a:lnTo>
                  <a:lnTo>
                    <a:pt x="1173" y="33111"/>
                  </a:lnTo>
                  <a:lnTo>
                    <a:pt x="0" y="31908"/>
                  </a:lnTo>
                  <a:lnTo>
                    <a:pt x="2371" y="27998"/>
                  </a:lnTo>
                  <a:lnTo>
                    <a:pt x="1079" y="24679"/>
                  </a:lnTo>
                  <a:lnTo>
                    <a:pt x="561" y="20557"/>
                  </a:lnTo>
                  <a:lnTo>
                    <a:pt x="3702" y="15882"/>
                  </a:lnTo>
                  <a:lnTo>
                    <a:pt x="5388" y="14277"/>
                  </a:lnTo>
                  <a:lnTo>
                    <a:pt x="9204" y="8162"/>
                  </a:lnTo>
                  <a:lnTo>
                    <a:pt x="13071" y="4161"/>
                  </a:lnTo>
                  <a:lnTo>
                    <a:pt x="1890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0" name="ph8950"/>
            <p:cNvSpPr/>
            <p:nvPr/>
          </p:nvSpPr>
          <p:spPr>
            <a:xfrm>
              <a:off x="11177008" y="3003029"/>
              <a:ext cx="12149" cy="13363"/>
            </a:xfrm>
            <a:custGeom>
              <a:avLst/>
              <a:pathLst>
                <a:path w="12149" h="13363">
                  <a:moveTo>
                    <a:pt x="9145" y="0"/>
                  </a:moveTo>
                  <a:lnTo>
                    <a:pt x="10766" y="3247"/>
                  </a:lnTo>
                  <a:lnTo>
                    <a:pt x="12149" y="6976"/>
                  </a:lnTo>
                  <a:lnTo>
                    <a:pt x="9500" y="5494"/>
                  </a:lnTo>
                  <a:lnTo>
                    <a:pt x="7802" y="5504"/>
                  </a:lnTo>
                  <a:lnTo>
                    <a:pt x="5272" y="13363"/>
                  </a:lnTo>
                  <a:lnTo>
                    <a:pt x="2832" y="12773"/>
                  </a:lnTo>
                  <a:lnTo>
                    <a:pt x="2669" y="9843"/>
                  </a:lnTo>
                  <a:lnTo>
                    <a:pt x="4740" y="8784"/>
                  </a:lnTo>
                  <a:lnTo>
                    <a:pt x="4686" y="8249"/>
                  </a:lnTo>
                  <a:lnTo>
                    <a:pt x="3927" y="6675"/>
                  </a:lnTo>
                  <a:lnTo>
                    <a:pt x="818" y="5349"/>
                  </a:lnTo>
                  <a:lnTo>
                    <a:pt x="0" y="2770"/>
                  </a:lnTo>
                  <a:lnTo>
                    <a:pt x="2626" y="414"/>
                  </a:lnTo>
                  <a:lnTo>
                    <a:pt x="3994" y="1085"/>
                  </a:lnTo>
                  <a:lnTo>
                    <a:pt x="4891" y="2068"/>
                  </a:lnTo>
                  <a:lnTo>
                    <a:pt x="6283" y="204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1" name="ph8951"/>
            <p:cNvSpPr/>
            <p:nvPr/>
          </p:nvSpPr>
          <p:spPr>
            <a:xfrm>
              <a:off x="11177468" y="3025697"/>
              <a:ext cx="20256" cy="11762"/>
            </a:xfrm>
            <a:custGeom>
              <a:avLst/>
              <a:pathLst>
                <a:path w="20256" h="11762">
                  <a:moveTo>
                    <a:pt x="19063" y="3301"/>
                  </a:moveTo>
                  <a:lnTo>
                    <a:pt x="20256" y="5414"/>
                  </a:lnTo>
                  <a:lnTo>
                    <a:pt x="15901" y="11377"/>
                  </a:lnTo>
                  <a:lnTo>
                    <a:pt x="13542" y="11542"/>
                  </a:lnTo>
                  <a:lnTo>
                    <a:pt x="7214" y="11762"/>
                  </a:lnTo>
                  <a:lnTo>
                    <a:pt x="6556" y="11136"/>
                  </a:lnTo>
                  <a:lnTo>
                    <a:pt x="1103" y="11250"/>
                  </a:lnTo>
                  <a:lnTo>
                    <a:pt x="0" y="8775"/>
                  </a:lnTo>
                  <a:lnTo>
                    <a:pt x="24" y="4487"/>
                  </a:lnTo>
                  <a:lnTo>
                    <a:pt x="2230" y="5525"/>
                  </a:lnTo>
                  <a:lnTo>
                    <a:pt x="7321" y="5087"/>
                  </a:lnTo>
                  <a:lnTo>
                    <a:pt x="12368" y="4496"/>
                  </a:lnTo>
                  <a:lnTo>
                    <a:pt x="13468" y="5198"/>
                  </a:lnTo>
                  <a:lnTo>
                    <a:pt x="16617" y="2431"/>
                  </a:lnTo>
                  <a:lnTo>
                    <a:pt x="16156" y="613"/>
                  </a:lnTo>
                  <a:lnTo>
                    <a:pt x="1759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2" name="ph8952"/>
            <p:cNvSpPr/>
            <p:nvPr/>
          </p:nvSpPr>
          <p:spPr>
            <a:xfrm>
              <a:off x="11207618" y="2915067"/>
              <a:ext cx="12918" cy="14167"/>
            </a:xfrm>
            <a:custGeom>
              <a:avLst/>
              <a:pathLst>
                <a:path w="12918" h="14167">
                  <a:moveTo>
                    <a:pt x="8967" y="621"/>
                  </a:moveTo>
                  <a:lnTo>
                    <a:pt x="11184" y="70"/>
                  </a:lnTo>
                  <a:lnTo>
                    <a:pt x="12918" y="2870"/>
                  </a:lnTo>
                  <a:lnTo>
                    <a:pt x="10602" y="6748"/>
                  </a:lnTo>
                  <a:lnTo>
                    <a:pt x="8295" y="12980"/>
                  </a:lnTo>
                  <a:lnTo>
                    <a:pt x="6690" y="14167"/>
                  </a:lnTo>
                  <a:lnTo>
                    <a:pt x="4078" y="12045"/>
                  </a:lnTo>
                  <a:lnTo>
                    <a:pt x="3848" y="9172"/>
                  </a:lnTo>
                  <a:lnTo>
                    <a:pt x="0" y="5969"/>
                  </a:lnTo>
                  <a:lnTo>
                    <a:pt x="1852" y="2808"/>
                  </a:lnTo>
                  <a:lnTo>
                    <a:pt x="3934" y="2623"/>
                  </a:lnTo>
                  <a:lnTo>
                    <a:pt x="541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3" name="ph8953"/>
            <p:cNvSpPr/>
            <p:nvPr/>
          </p:nvSpPr>
          <p:spPr>
            <a:xfrm>
              <a:off x="11202702" y="2990542"/>
              <a:ext cx="10703" cy="9536"/>
            </a:xfrm>
            <a:custGeom>
              <a:avLst/>
              <a:pathLst>
                <a:path w="10703" h="9536">
                  <a:moveTo>
                    <a:pt x="5813" y="1287"/>
                  </a:moveTo>
                  <a:lnTo>
                    <a:pt x="10703" y="7241"/>
                  </a:lnTo>
                  <a:lnTo>
                    <a:pt x="9588" y="9483"/>
                  </a:lnTo>
                  <a:lnTo>
                    <a:pt x="4696" y="9432"/>
                  </a:lnTo>
                  <a:lnTo>
                    <a:pt x="3073" y="9536"/>
                  </a:lnTo>
                  <a:lnTo>
                    <a:pt x="2224" y="8829"/>
                  </a:lnTo>
                  <a:lnTo>
                    <a:pt x="215" y="2644"/>
                  </a:lnTo>
                  <a:lnTo>
                    <a:pt x="0" y="549"/>
                  </a:lnTo>
                  <a:lnTo>
                    <a:pt x="76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4" name="ph8954"/>
            <p:cNvSpPr/>
            <p:nvPr/>
          </p:nvSpPr>
          <p:spPr>
            <a:xfrm>
              <a:off x="11186275" y="2953810"/>
              <a:ext cx="21226" cy="6616"/>
            </a:xfrm>
            <a:custGeom>
              <a:avLst/>
              <a:pathLst>
                <a:path w="21226" h="6616">
                  <a:moveTo>
                    <a:pt x="4874" y="0"/>
                  </a:moveTo>
                  <a:lnTo>
                    <a:pt x="11443" y="1432"/>
                  </a:lnTo>
                  <a:lnTo>
                    <a:pt x="14107" y="3073"/>
                  </a:lnTo>
                  <a:lnTo>
                    <a:pt x="15337" y="2872"/>
                  </a:lnTo>
                  <a:lnTo>
                    <a:pt x="21226" y="3164"/>
                  </a:lnTo>
                  <a:lnTo>
                    <a:pt x="15527" y="6616"/>
                  </a:lnTo>
                  <a:lnTo>
                    <a:pt x="12928" y="6007"/>
                  </a:lnTo>
                  <a:lnTo>
                    <a:pt x="11275" y="3701"/>
                  </a:lnTo>
                  <a:lnTo>
                    <a:pt x="6830" y="5521"/>
                  </a:lnTo>
                  <a:lnTo>
                    <a:pt x="2319" y="5820"/>
                  </a:lnTo>
                  <a:lnTo>
                    <a:pt x="1871" y="5340"/>
                  </a:lnTo>
                  <a:lnTo>
                    <a:pt x="342" y="2196"/>
                  </a:lnTo>
                  <a:lnTo>
                    <a:pt x="0" y="150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5" name="ph8955"/>
            <p:cNvSpPr/>
            <p:nvPr/>
          </p:nvSpPr>
          <p:spPr>
            <a:xfrm>
              <a:off x="11233025" y="2955729"/>
              <a:ext cx="33401" cy="26084"/>
            </a:xfrm>
            <a:custGeom>
              <a:avLst/>
              <a:pathLst>
                <a:path w="33401" h="26084">
                  <a:moveTo>
                    <a:pt x="27828" y="355"/>
                  </a:moveTo>
                  <a:lnTo>
                    <a:pt x="33401" y="7970"/>
                  </a:lnTo>
                  <a:lnTo>
                    <a:pt x="32033" y="14521"/>
                  </a:lnTo>
                  <a:lnTo>
                    <a:pt x="33035" y="19617"/>
                  </a:lnTo>
                  <a:lnTo>
                    <a:pt x="30001" y="20920"/>
                  </a:lnTo>
                  <a:lnTo>
                    <a:pt x="20402" y="21603"/>
                  </a:lnTo>
                  <a:lnTo>
                    <a:pt x="15405" y="22704"/>
                  </a:lnTo>
                  <a:lnTo>
                    <a:pt x="14257" y="26084"/>
                  </a:lnTo>
                  <a:lnTo>
                    <a:pt x="8885" y="25110"/>
                  </a:lnTo>
                  <a:lnTo>
                    <a:pt x="3475" y="22738"/>
                  </a:lnTo>
                  <a:lnTo>
                    <a:pt x="0" y="20282"/>
                  </a:lnTo>
                  <a:lnTo>
                    <a:pt x="14531" y="9613"/>
                  </a:lnTo>
                  <a:lnTo>
                    <a:pt x="19000" y="5883"/>
                  </a:lnTo>
                  <a:lnTo>
                    <a:pt x="21834" y="2401"/>
                  </a:lnTo>
                  <a:lnTo>
                    <a:pt x="26345" y="589"/>
                  </a:lnTo>
                  <a:lnTo>
                    <a:pt x="2709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6" name="ph8956"/>
            <p:cNvSpPr/>
            <p:nvPr/>
          </p:nvSpPr>
          <p:spPr>
            <a:xfrm>
              <a:off x="11116619" y="2852266"/>
              <a:ext cx="15312" cy="13979"/>
            </a:xfrm>
            <a:custGeom>
              <a:avLst/>
              <a:pathLst>
                <a:path w="15312" h="13979">
                  <a:moveTo>
                    <a:pt x="15312" y="1495"/>
                  </a:moveTo>
                  <a:lnTo>
                    <a:pt x="14580" y="3122"/>
                  </a:lnTo>
                  <a:lnTo>
                    <a:pt x="11454" y="4292"/>
                  </a:lnTo>
                  <a:lnTo>
                    <a:pt x="7765" y="8139"/>
                  </a:lnTo>
                  <a:lnTo>
                    <a:pt x="8172" y="9433"/>
                  </a:lnTo>
                  <a:lnTo>
                    <a:pt x="10053" y="9048"/>
                  </a:lnTo>
                  <a:lnTo>
                    <a:pt x="11505" y="7587"/>
                  </a:lnTo>
                  <a:lnTo>
                    <a:pt x="12494" y="7835"/>
                  </a:lnTo>
                  <a:lnTo>
                    <a:pt x="13077" y="11106"/>
                  </a:lnTo>
                  <a:lnTo>
                    <a:pt x="12076" y="12210"/>
                  </a:lnTo>
                  <a:lnTo>
                    <a:pt x="4180" y="13082"/>
                  </a:lnTo>
                  <a:lnTo>
                    <a:pt x="1970" y="13979"/>
                  </a:lnTo>
                  <a:lnTo>
                    <a:pt x="85" y="12331"/>
                  </a:lnTo>
                  <a:lnTo>
                    <a:pt x="0" y="12063"/>
                  </a:lnTo>
                  <a:lnTo>
                    <a:pt x="2068" y="9578"/>
                  </a:lnTo>
                  <a:lnTo>
                    <a:pt x="4696" y="9133"/>
                  </a:lnTo>
                  <a:lnTo>
                    <a:pt x="5948" y="7975"/>
                  </a:lnTo>
                  <a:lnTo>
                    <a:pt x="7001" y="4369"/>
                  </a:lnTo>
                  <a:lnTo>
                    <a:pt x="5008" y="3695"/>
                  </a:lnTo>
                  <a:lnTo>
                    <a:pt x="4161" y="922"/>
                  </a:lnTo>
                  <a:lnTo>
                    <a:pt x="853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7" name="ph8957"/>
            <p:cNvSpPr/>
            <p:nvPr/>
          </p:nvSpPr>
          <p:spPr>
            <a:xfrm>
              <a:off x="11185887" y="2957511"/>
              <a:ext cx="15915" cy="9693"/>
            </a:xfrm>
            <a:custGeom>
              <a:avLst/>
              <a:pathLst>
                <a:path w="15915" h="9693">
                  <a:moveTo>
                    <a:pt x="13316" y="2306"/>
                  </a:moveTo>
                  <a:lnTo>
                    <a:pt x="15915" y="2915"/>
                  </a:lnTo>
                  <a:lnTo>
                    <a:pt x="15862" y="3892"/>
                  </a:lnTo>
                  <a:lnTo>
                    <a:pt x="10281" y="8642"/>
                  </a:lnTo>
                  <a:lnTo>
                    <a:pt x="7494" y="9693"/>
                  </a:lnTo>
                  <a:lnTo>
                    <a:pt x="1411" y="6442"/>
                  </a:lnTo>
                  <a:lnTo>
                    <a:pt x="174" y="4429"/>
                  </a:lnTo>
                  <a:lnTo>
                    <a:pt x="0" y="2448"/>
                  </a:lnTo>
                  <a:lnTo>
                    <a:pt x="2259" y="1638"/>
                  </a:lnTo>
                  <a:lnTo>
                    <a:pt x="2707" y="2118"/>
                  </a:lnTo>
                  <a:lnTo>
                    <a:pt x="7218" y="1819"/>
                  </a:lnTo>
                  <a:lnTo>
                    <a:pt x="1166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8" name="ph8958"/>
            <p:cNvSpPr/>
            <p:nvPr/>
          </p:nvSpPr>
          <p:spPr>
            <a:xfrm>
              <a:off x="11207399" y="2999974"/>
              <a:ext cx="17290" cy="19216"/>
            </a:xfrm>
            <a:custGeom>
              <a:avLst/>
              <a:pathLst>
                <a:path w="17290" h="19216">
                  <a:moveTo>
                    <a:pt x="4891" y="51"/>
                  </a:moveTo>
                  <a:lnTo>
                    <a:pt x="8808" y="5541"/>
                  </a:lnTo>
                  <a:lnTo>
                    <a:pt x="14483" y="16054"/>
                  </a:lnTo>
                  <a:lnTo>
                    <a:pt x="17290" y="18731"/>
                  </a:lnTo>
                  <a:lnTo>
                    <a:pt x="13216" y="19216"/>
                  </a:lnTo>
                  <a:lnTo>
                    <a:pt x="9332" y="15995"/>
                  </a:lnTo>
                  <a:lnTo>
                    <a:pt x="4318" y="15179"/>
                  </a:lnTo>
                  <a:lnTo>
                    <a:pt x="3497" y="8023"/>
                  </a:lnTo>
                  <a:lnTo>
                    <a:pt x="701" y="59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9" name="ph8959"/>
            <p:cNvSpPr/>
            <p:nvPr/>
          </p:nvSpPr>
          <p:spPr>
            <a:xfrm>
              <a:off x="11140052" y="2926893"/>
              <a:ext cx="37699" cy="31529"/>
            </a:xfrm>
            <a:custGeom>
              <a:avLst/>
              <a:pathLst>
                <a:path w="37699" h="31529">
                  <a:moveTo>
                    <a:pt x="21817" y="32"/>
                  </a:moveTo>
                  <a:lnTo>
                    <a:pt x="28210" y="711"/>
                  </a:lnTo>
                  <a:lnTo>
                    <a:pt x="29479" y="321"/>
                  </a:lnTo>
                  <a:lnTo>
                    <a:pt x="29906" y="2249"/>
                  </a:lnTo>
                  <a:lnTo>
                    <a:pt x="32457" y="4094"/>
                  </a:lnTo>
                  <a:lnTo>
                    <a:pt x="37699" y="10093"/>
                  </a:lnTo>
                  <a:lnTo>
                    <a:pt x="37315" y="12200"/>
                  </a:lnTo>
                  <a:lnTo>
                    <a:pt x="37191" y="13257"/>
                  </a:lnTo>
                  <a:lnTo>
                    <a:pt x="32365" y="17415"/>
                  </a:lnTo>
                  <a:lnTo>
                    <a:pt x="27031" y="18907"/>
                  </a:lnTo>
                  <a:lnTo>
                    <a:pt x="20045" y="19837"/>
                  </a:lnTo>
                  <a:lnTo>
                    <a:pt x="18422" y="22087"/>
                  </a:lnTo>
                  <a:lnTo>
                    <a:pt x="21367" y="24866"/>
                  </a:lnTo>
                  <a:lnTo>
                    <a:pt x="23976" y="30080"/>
                  </a:lnTo>
                  <a:lnTo>
                    <a:pt x="19584" y="30413"/>
                  </a:lnTo>
                  <a:lnTo>
                    <a:pt x="17862" y="29891"/>
                  </a:lnTo>
                  <a:lnTo>
                    <a:pt x="11518" y="29480"/>
                  </a:lnTo>
                  <a:lnTo>
                    <a:pt x="10344" y="31191"/>
                  </a:lnTo>
                  <a:lnTo>
                    <a:pt x="9028" y="31529"/>
                  </a:lnTo>
                  <a:lnTo>
                    <a:pt x="7642" y="28351"/>
                  </a:lnTo>
                  <a:lnTo>
                    <a:pt x="5095" y="27928"/>
                  </a:lnTo>
                  <a:lnTo>
                    <a:pt x="4951" y="26903"/>
                  </a:lnTo>
                  <a:lnTo>
                    <a:pt x="5483" y="25338"/>
                  </a:lnTo>
                  <a:lnTo>
                    <a:pt x="9159" y="24808"/>
                  </a:lnTo>
                  <a:lnTo>
                    <a:pt x="10259" y="22553"/>
                  </a:lnTo>
                  <a:lnTo>
                    <a:pt x="9975" y="18554"/>
                  </a:lnTo>
                  <a:lnTo>
                    <a:pt x="9100" y="17596"/>
                  </a:lnTo>
                  <a:lnTo>
                    <a:pt x="3411" y="16837"/>
                  </a:lnTo>
                  <a:lnTo>
                    <a:pt x="908" y="12048"/>
                  </a:lnTo>
                  <a:lnTo>
                    <a:pt x="0" y="6126"/>
                  </a:lnTo>
                  <a:lnTo>
                    <a:pt x="1353" y="2217"/>
                  </a:lnTo>
                  <a:lnTo>
                    <a:pt x="5771" y="892"/>
                  </a:lnTo>
                  <a:lnTo>
                    <a:pt x="9462" y="3323"/>
                  </a:lnTo>
                  <a:lnTo>
                    <a:pt x="13626" y="739"/>
                  </a:lnTo>
                  <a:lnTo>
                    <a:pt x="14295" y="1844"/>
                  </a:lnTo>
                  <a:lnTo>
                    <a:pt x="13858" y="3536"/>
                  </a:lnTo>
                  <a:lnTo>
                    <a:pt x="16587" y="2610"/>
                  </a:lnTo>
                  <a:lnTo>
                    <a:pt x="1845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0" name="ph8960"/>
            <p:cNvSpPr/>
            <p:nvPr/>
          </p:nvSpPr>
          <p:spPr>
            <a:xfrm>
              <a:off x="11171640" y="3034472"/>
              <a:ext cx="14731" cy="10432"/>
            </a:xfrm>
            <a:custGeom>
              <a:avLst/>
              <a:pathLst>
                <a:path w="14731" h="10432">
                  <a:moveTo>
                    <a:pt x="6931" y="2475"/>
                  </a:moveTo>
                  <a:lnTo>
                    <a:pt x="12384" y="2361"/>
                  </a:lnTo>
                  <a:lnTo>
                    <a:pt x="13043" y="2987"/>
                  </a:lnTo>
                  <a:lnTo>
                    <a:pt x="14731" y="5055"/>
                  </a:lnTo>
                  <a:lnTo>
                    <a:pt x="14654" y="7493"/>
                  </a:lnTo>
                  <a:lnTo>
                    <a:pt x="12293" y="10390"/>
                  </a:lnTo>
                  <a:lnTo>
                    <a:pt x="11586" y="10432"/>
                  </a:lnTo>
                  <a:lnTo>
                    <a:pt x="5938" y="9805"/>
                  </a:lnTo>
                  <a:lnTo>
                    <a:pt x="3068" y="7977"/>
                  </a:lnTo>
                  <a:lnTo>
                    <a:pt x="867" y="8574"/>
                  </a:lnTo>
                  <a:lnTo>
                    <a:pt x="0" y="7176"/>
                  </a:lnTo>
                  <a:lnTo>
                    <a:pt x="5318" y="3729"/>
                  </a:lnTo>
                  <a:lnTo>
                    <a:pt x="582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1" name="ph8961"/>
            <p:cNvSpPr/>
            <p:nvPr/>
          </p:nvSpPr>
          <p:spPr>
            <a:xfrm>
              <a:off x="11162693" y="3006569"/>
              <a:ext cx="17147" cy="11018"/>
            </a:xfrm>
            <a:custGeom>
              <a:avLst/>
              <a:pathLst>
                <a:path w="17147" h="11018">
                  <a:moveTo>
                    <a:pt x="5130" y="0"/>
                  </a:moveTo>
                  <a:lnTo>
                    <a:pt x="9421" y="1118"/>
                  </a:lnTo>
                  <a:lnTo>
                    <a:pt x="15960" y="4024"/>
                  </a:lnTo>
                  <a:lnTo>
                    <a:pt x="16984" y="6303"/>
                  </a:lnTo>
                  <a:lnTo>
                    <a:pt x="17147" y="9233"/>
                  </a:lnTo>
                  <a:lnTo>
                    <a:pt x="16638" y="11018"/>
                  </a:lnTo>
                  <a:lnTo>
                    <a:pt x="14133" y="7005"/>
                  </a:lnTo>
                  <a:lnTo>
                    <a:pt x="9080" y="5090"/>
                  </a:lnTo>
                  <a:lnTo>
                    <a:pt x="4282" y="6702"/>
                  </a:lnTo>
                  <a:lnTo>
                    <a:pt x="975" y="5870"/>
                  </a:lnTo>
                  <a:lnTo>
                    <a:pt x="0" y="293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2" name="ph8962"/>
            <p:cNvSpPr/>
            <p:nvPr/>
          </p:nvSpPr>
          <p:spPr>
            <a:xfrm>
              <a:off x="11152709" y="3025353"/>
              <a:ext cx="6378" cy="5865"/>
            </a:xfrm>
            <a:custGeom>
              <a:avLst/>
              <a:pathLst>
                <a:path w="6378" h="5865">
                  <a:moveTo>
                    <a:pt x="4039" y="224"/>
                  </a:moveTo>
                  <a:lnTo>
                    <a:pt x="6378" y="3043"/>
                  </a:lnTo>
                  <a:lnTo>
                    <a:pt x="5533" y="4307"/>
                  </a:lnTo>
                  <a:lnTo>
                    <a:pt x="2690" y="5535"/>
                  </a:lnTo>
                  <a:lnTo>
                    <a:pt x="2086" y="5865"/>
                  </a:lnTo>
                  <a:lnTo>
                    <a:pt x="0" y="4295"/>
                  </a:lnTo>
                  <a:lnTo>
                    <a:pt x="2406" y="172"/>
                  </a:lnTo>
                  <a:lnTo>
                    <a:pt x="246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3" name="ph8963"/>
            <p:cNvSpPr/>
            <p:nvPr/>
          </p:nvSpPr>
          <p:spPr>
            <a:xfrm>
              <a:off x="11215913" y="2889796"/>
              <a:ext cx="39523" cy="47244"/>
            </a:xfrm>
            <a:custGeom>
              <a:avLst/>
              <a:pathLst>
                <a:path w="39523" h="47244">
                  <a:moveTo>
                    <a:pt x="34259" y="10906"/>
                  </a:moveTo>
                  <a:lnTo>
                    <a:pt x="38757" y="20394"/>
                  </a:lnTo>
                  <a:lnTo>
                    <a:pt x="39523" y="22857"/>
                  </a:lnTo>
                  <a:lnTo>
                    <a:pt x="39357" y="25611"/>
                  </a:lnTo>
                  <a:lnTo>
                    <a:pt x="34379" y="23174"/>
                  </a:lnTo>
                  <a:lnTo>
                    <a:pt x="28447" y="25960"/>
                  </a:lnTo>
                  <a:lnTo>
                    <a:pt x="26043" y="31262"/>
                  </a:lnTo>
                  <a:lnTo>
                    <a:pt x="22544" y="36502"/>
                  </a:lnTo>
                  <a:lnTo>
                    <a:pt x="15833" y="36761"/>
                  </a:lnTo>
                  <a:lnTo>
                    <a:pt x="15514" y="38969"/>
                  </a:lnTo>
                  <a:lnTo>
                    <a:pt x="13206" y="41088"/>
                  </a:lnTo>
                  <a:lnTo>
                    <a:pt x="11377" y="40452"/>
                  </a:lnTo>
                  <a:lnTo>
                    <a:pt x="9067" y="41677"/>
                  </a:lnTo>
                  <a:lnTo>
                    <a:pt x="8693" y="44120"/>
                  </a:lnTo>
                  <a:lnTo>
                    <a:pt x="10982" y="46545"/>
                  </a:lnTo>
                  <a:lnTo>
                    <a:pt x="9763" y="47244"/>
                  </a:lnTo>
                  <a:lnTo>
                    <a:pt x="7576" y="45626"/>
                  </a:lnTo>
                  <a:lnTo>
                    <a:pt x="6219" y="43615"/>
                  </a:lnTo>
                  <a:lnTo>
                    <a:pt x="380" y="42557"/>
                  </a:lnTo>
                  <a:lnTo>
                    <a:pt x="0" y="38251"/>
                  </a:lnTo>
                  <a:lnTo>
                    <a:pt x="2307" y="32019"/>
                  </a:lnTo>
                  <a:lnTo>
                    <a:pt x="4623" y="28141"/>
                  </a:lnTo>
                  <a:lnTo>
                    <a:pt x="2888" y="25341"/>
                  </a:lnTo>
                  <a:lnTo>
                    <a:pt x="4361" y="25372"/>
                  </a:lnTo>
                  <a:lnTo>
                    <a:pt x="9427" y="23185"/>
                  </a:lnTo>
                  <a:lnTo>
                    <a:pt x="9671" y="22593"/>
                  </a:lnTo>
                  <a:lnTo>
                    <a:pt x="8886" y="21748"/>
                  </a:lnTo>
                  <a:lnTo>
                    <a:pt x="11650" y="20879"/>
                  </a:lnTo>
                  <a:lnTo>
                    <a:pt x="15532" y="17455"/>
                  </a:lnTo>
                  <a:lnTo>
                    <a:pt x="19209" y="16043"/>
                  </a:lnTo>
                  <a:lnTo>
                    <a:pt x="21799" y="11596"/>
                  </a:lnTo>
                  <a:lnTo>
                    <a:pt x="24018" y="7019"/>
                  </a:lnTo>
                  <a:lnTo>
                    <a:pt x="2490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4" name="ph8964"/>
            <p:cNvSpPr/>
            <p:nvPr/>
          </p:nvSpPr>
          <p:spPr>
            <a:xfrm>
              <a:off x="11198067" y="2917214"/>
              <a:ext cx="18226" cy="16372"/>
            </a:xfrm>
            <a:custGeom>
              <a:avLst/>
              <a:pathLst>
                <a:path w="18226" h="16372">
                  <a:moveTo>
                    <a:pt x="5709" y="1922"/>
                  </a:moveTo>
                  <a:lnTo>
                    <a:pt x="9550" y="3821"/>
                  </a:lnTo>
                  <a:lnTo>
                    <a:pt x="13399" y="7025"/>
                  </a:lnTo>
                  <a:lnTo>
                    <a:pt x="13628" y="9898"/>
                  </a:lnTo>
                  <a:lnTo>
                    <a:pt x="16241" y="12019"/>
                  </a:lnTo>
                  <a:lnTo>
                    <a:pt x="17846" y="10832"/>
                  </a:lnTo>
                  <a:lnTo>
                    <a:pt x="18226" y="15138"/>
                  </a:lnTo>
                  <a:lnTo>
                    <a:pt x="17140" y="16372"/>
                  </a:lnTo>
                  <a:lnTo>
                    <a:pt x="13258" y="15292"/>
                  </a:lnTo>
                  <a:lnTo>
                    <a:pt x="8526" y="12613"/>
                  </a:lnTo>
                  <a:lnTo>
                    <a:pt x="8313" y="11807"/>
                  </a:lnTo>
                  <a:lnTo>
                    <a:pt x="0" y="8667"/>
                  </a:lnTo>
                  <a:lnTo>
                    <a:pt x="224" y="5311"/>
                  </a:lnTo>
                  <a:lnTo>
                    <a:pt x="2643" y="4714"/>
                  </a:lnTo>
                  <a:lnTo>
                    <a:pt x="54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5" name="ph8965"/>
            <p:cNvSpPr/>
            <p:nvPr/>
          </p:nvSpPr>
          <p:spPr>
            <a:xfrm>
              <a:off x="11168128" y="2986023"/>
              <a:ext cx="15237" cy="8642"/>
            </a:xfrm>
            <a:custGeom>
              <a:avLst/>
              <a:pathLst>
                <a:path w="15237" h="8642">
                  <a:moveTo>
                    <a:pt x="9313" y="0"/>
                  </a:moveTo>
                  <a:lnTo>
                    <a:pt x="15237" y="2622"/>
                  </a:lnTo>
                  <a:lnTo>
                    <a:pt x="14079" y="4793"/>
                  </a:lnTo>
                  <a:lnTo>
                    <a:pt x="9978" y="7167"/>
                  </a:lnTo>
                  <a:lnTo>
                    <a:pt x="9917" y="8150"/>
                  </a:lnTo>
                  <a:lnTo>
                    <a:pt x="3198" y="8642"/>
                  </a:lnTo>
                  <a:lnTo>
                    <a:pt x="595" y="7402"/>
                  </a:lnTo>
                  <a:lnTo>
                    <a:pt x="0" y="4723"/>
                  </a:lnTo>
                  <a:lnTo>
                    <a:pt x="6617" y="110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6" name="ph8966"/>
            <p:cNvSpPr/>
            <p:nvPr/>
          </p:nvSpPr>
          <p:spPr>
            <a:xfrm>
              <a:off x="11231291" y="2993727"/>
              <a:ext cx="18555" cy="12429"/>
            </a:xfrm>
            <a:custGeom>
              <a:avLst/>
              <a:pathLst>
                <a:path w="18555" h="12429">
                  <a:moveTo>
                    <a:pt x="10371" y="163"/>
                  </a:moveTo>
                  <a:lnTo>
                    <a:pt x="11737" y="1557"/>
                  </a:lnTo>
                  <a:lnTo>
                    <a:pt x="13186" y="938"/>
                  </a:lnTo>
                  <a:lnTo>
                    <a:pt x="17940" y="243"/>
                  </a:lnTo>
                  <a:lnTo>
                    <a:pt x="18555" y="2408"/>
                  </a:lnTo>
                  <a:lnTo>
                    <a:pt x="17941" y="7327"/>
                  </a:lnTo>
                  <a:lnTo>
                    <a:pt x="15944" y="6468"/>
                  </a:lnTo>
                  <a:lnTo>
                    <a:pt x="10136" y="9095"/>
                  </a:lnTo>
                  <a:lnTo>
                    <a:pt x="10279" y="10230"/>
                  </a:lnTo>
                  <a:lnTo>
                    <a:pt x="12379" y="11222"/>
                  </a:lnTo>
                  <a:lnTo>
                    <a:pt x="4094" y="12429"/>
                  </a:lnTo>
                  <a:lnTo>
                    <a:pt x="3579" y="9132"/>
                  </a:lnTo>
                  <a:lnTo>
                    <a:pt x="4261" y="7979"/>
                  </a:lnTo>
                  <a:lnTo>
                    <a:pt x="3947" y="4572"/>
                  </a:lnTo>
                  <a:lnTo>
                    <a:pt x="3033" y="3933"/>
                  </a:lnTo>
                  <a:lnTo>
                    <a:pt x="1257" y="4357"/>
                  </a:lnTo>
                  <a:lnTo>
                    <a:pt x="0" y="2220"/>
                  </a:lnTo>
                  <a:lnTo>
                    <a:pt x="298" y="931"/>
                  </a:lnTo>
                  <a:lnTo>
                    <a:pt x="852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7" name="ph8967"/>
            <p:cNvSpPr/>
            <p:nvPr/>
          </p:nvSpPr>
          <p:spPr>
            <a:xfrm>
              <a:off x="11152912" y="3027515"/>
              <a:ext cx="15922" cy="19078"/>
            </a:xfrm>
            <a:custGeom>
              <a:avLst/>
              <a:pathLst>
                <a:path w="15922" h="19078">
                  <a:moveTo>
                    <a:pt x="15922" y="1269"/>
                  </a:moveTo>
                  <a:lnTo>
                    <a:pt x="13873" y="3980"/>
                  </a:lnTo>
                  <a:lnTo>
                    <a:pt x="14689" y="4776"/>
                  </a:lnTo>
                  <a:lnTo>
                    <a:pt x="15111" y="8466"/>
                  </a:lnTo>
                  <a:lnTo>
                    <a:pt x="12541" y="15001"/>
                  </a:lnTo>
                  <a:lnTo>
                    <a:pt x="12306" y="17060"/>
                  </a:lnTo>
                  <a:lnTo>
                    <a:pt x="13183" y="17687"/>
                  </a:lnTo>
                  <a:lnTo>
                    <a:pt x="8883" y="19078"/>
                  </a:lnTo>
                  <a:lnTo>
                    <a:pt x="7849" y="16829"/>
                  </a:lnTo>
                  <a:lnTo>
                    <a:pt x="5364" y="14281"/>
                  </a:lnTo>
                  <a:lnTo>
                    <a:pt x="2279" y="14518"/>
                  </a:lnTo>
                  <a:lnTo>
                    <a:pt x="689" y="13065"/>
                  </a:lnTo>
                  <a:lnTo>
                    <a:pt x="0" y="9464"/>
                  </a:lnTo>
                  <a:lnTo>
                    <a:pt x="1883" y="3703"/>
                  </a:lnTo>
                  <a:lnTo>
                    <a:pt x="2487" y="3373"/>
                  </a:lnTo>
                  <a:lnTo>
                    <a:pt x="8304" y="2280"/>
                  </a:lnTo>
                  <a:lnTo>
                    <a:pt x="1383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8" name="ph8968"/>
            <p:cNvSpPr/>
            <p:nvPr/>
          </p:nvSpPr>
          <p:spPr>
            <a:xfrm>
              <a:off x="11495296" y="3095845"/>
              <a:ext cx="20015" cy="24693"/>
            </a:xfrm>
            <a:custGeom>
              <a:avLst/>
              <a:pathLst>
                <a:path w="20015" h="24693">
                  <a:moveTo>
                    <a:pt x="12653" y="2947"/>
                  </a:moveTo>
                  <a:lnTo>
                    <a:pt x="9845" y="4030"/>
                  </a:lnTo>
                  <a:lnTo>
                    <a:pt x="11109" y="5467"/>
                  </a:lnTo>
                  <a:lnTo>
                    <a:pt x="14507" y="4979"/>
                  </a:lnTo>
                  <a:lnTo>
                    <a:pt x="17339" y="6202"/>
                  </a:lnTo>
                  <a:lnTo>
                    <a:pt x="17306" y="10626"/>
                  </a:lnTo>
                  <a:lnTo>
                    <a:pt x="20015" y="12119"/>
                  </a:lnTo>
                  <a:lnTo>
                    <a:pt x="17825" y="17883"/>
                  </a:lnTo>
                  <a:lnTo>
                    <a:pt x="14517" y="23440"/>
                  </a:lnTo>
                  <a:lnTo>
                    <a:pt x="12697" y="24693"/>
                  </a:lnTo>
                  <a:lnTo>
                    <a:pt x="2791" y="22173"/>
                  </a:lnTo>
                  <a:lnTo>
                    <a:pt x="2961" y="20523"/>
                  </a:lnTo>
                  <a:lnTo>
                    <a:pt x="0" y="13634"/>
                  </a:lnTo>
                  <a:lnTo>
                    <a:pt x="3567" y="10638"/>
                  </a:lnTo>
                  <a:lnTo>
                    <a:pt x="5742" y="5617"/>
                  </a:lnTo>
                  <a:lnTo>
                    <a:pt x="5768" y="4776"/>
                  </a:lnTo>
                  <a:lnTo>
                    <a:pt x="3560" y="4009"/>
                  </a:lnTo>
                  <a:lnTo>
                    <a:pt x="5279" y="2427"/>
                  </a:lnTo>
                  <a:lnTo>
                    <a:pt x="638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9" name="ph8969"/>
            <p:cNvSpPr/>
            <p:nvPr/>
          </p:nvSpPr>
          <p:spPr>
            <a:xfrm>
              <a:off x="11188361" y="3043374"/>
              <a:ext cx="12453" cy="11555"/>
            </a:xfrm>
            <a:custGeom>
              <a:avLst/>
              <a:pathLst>
                <a:path w="12453" h="11555">
                  <a:moveTo>
                    <a:pt x="10228" y="368"/>
                  </a:moveTo>
                  <a:lnTo>
                    <a:pt x="11793" y="4353"/>
                  </a:lnTo>
                  <a:lnTo>
                    <a:pt x="12453" y="8938"/>
                  </a:lnTo>
                  <a:lnTo>
                    <a:pt x="11754" y="10361"/>
                  </a:lnTo>
                  <a:lnTo>
                    <a:pt x="7758" y="11555"/>
                  </a:lnTo>
                  <a:lnTo>
                    <a:pt x="2113" y="9983"/>
                  </a:lnTo>
                  <a:lnTo>
                    <a:pt x="0" y="7999"/>
                  </a:lnTo>
                  <a:lnTo>
                    <a:pt x="5755" y="4493"/>
                  </a:lnTo>
                  <a:lnTo>
                    <a:pt x="7517" y="2523"/>
                  </a:lnTo>
                  <a:lnTo>
                    <a:pt x="9529" y="2068"/>
                  </a:lnTo>
                  <a:lnTo>
                    <a:pt x="7099" y="668"/>
                  </a:lnTo>
                  <a:lnTo>
                    <a:pt x="915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0" name="ph8970"/>
            <p:cNvSpPr/>
            <p:nvPr/>
          </p:nvSpPr>
          <p:spPr>
            <a:xfrm>
              <a:off x="11319210" y="3037357"/>
              <a:ext cx="21537" cy="22565"/>
            </a:xfrm>
            <a:custGeom>
              <a:avLst/>
              <a:pathLst>
                <a:path w="21537" h="22565">
                  <a:moveTo>
                    <a:pt x="6478" y="0"/>
                  </a:moveTo>
                  <a:lnTo>
                    <a:pt x="7136" y="281"/>
                  </a:lnTo>
                  <a:lnTo>
                    <a:pt x="9649" y="2094"/>
                  </a:lnTo>
                  <a:lnTo>
                    <a:pt x="11805" y="8903"/>
                  </a:lnTo>
                  <a:lnTo>
                    <a:pt x="15115" y="11951"/>
                  </a:lnTo>
                  <a:lnTo>
                    <a:pt x="14331" y="13034"/>
                  </a:lnTo>
                  <a:lnTo>
                    <a:pt x="15199" y="14110"/>
                  </a:lnTo>
                  <a:lnTo>
                    <a:pt x="19034" y="14258"/>
                  </a:lnTo>
                  <a:lnTo>
                    <a:pt x="20008" y="15488"/>
                  </a:lnTo>
                  <a:lnTo>
                    <a:pt x="21537" y="18082"/>
                  </a:lnTo>
                  <a:lnTo>
                    <a:pt x="20949" y="19518"/>
                  </a:lnTo>
                  <a:lnTo>
                    <a:pt x="19764" y="20543"/>
                  </a:lnTo>
                  <a:lnTo>
                    <a:pt x="16851" y="20048"/>
                  </a:lnTo>
                  <a:lnTo>
                    <a:pt x="13305" y="22565"/>
                  </a:lnTo>
                  <a:lnTo>
                    <a:pt x="10876" y="22521"/>
                  </a:lnTo>
                  <a:lnTo>
                    <a:pt x="7672" y="20751"/>
                  </a:lnTo>
                  <a:lnTo>
                    <a:pt x="6841" y="18432"/>
                  </a:lnTo>
                  <a:lnTo>
                    <a:pt x="7479" y="14341"/>
                  </a:lnTo>
                  <a:lnTo>
                    <a:pt x="0" y="6842"/>
                  </a:lnTo>
                  <a:lnTo>
                    <a:pt x="1053" y="3670"/>
                  </a:lnTo>
                  <a:lnTo>
                    <a:pt x="2469" y="179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1" name="ph8971"/>
            <p:cNvSpPr/>
            <p:nvPr/>
          </p:nvSpPr>
          <p:spPr>
            <a:xfrm>
              <a:off x="11099778" y="2830917"/>
              <a:ext cx="21849" cy="29343"/>
            </a:xfrm>
            <a:custGeom>
              <a:avLst/>
              <a:pathLst>
                <a:path w="21849" h="29343">
                  <a:moveTo>
                    <a:pt x="6190" y="530"/>
                  </a:moveTo>
                  <a:lnTo>
                    <a:pt x="7408" y="2964"/>
                  </a:lnTo>
                  <a:lnTo>
                    <a:pt x="13227" y="5625"/>
                  </a:lnTo>
                  <a:lnTo>
                    <a:pt x="12364" y="8109"/>
                  </a:lnTo>
                  <a:lnTo>
                    <a:pt x="15808" y="11977"/>
                  </a:lnTo>
                  <a:lnTo>
                    <a:pt x="17492" y="12765"/>
                  </a:lnTo>
                  <a:lnTo>
                    <a:pt x="19266" y="11958"/>
                  </a:lnTo>
                  <a:lnTo>
                    <a:pt x="21569" y="12326"/>
                  </a:lnTo>
                  <a:lnTo>
                    <a:pt x="18600" y="17607"/>
                  </a:lnTo>
                  <a:lnTo>
                    <a:pt x="17944" y="21445"/>
                  </a:lnTo>
                  <a:lnTo>
                    <a:pt x="18830" y="22598"/>
                  </a:lnTo>
                  <a:lnTo>
                    <a:pt x="20317" y="22844"/>
                  </a:lnTo>
                  <a:lnTo>
                    <a:pt x="21002" y="22270"/>
                  </a:lnTo>
                  <a:lnTo>
                    <a:pt x="21849" y="25043"/>
                  </a:lnTo>
                  <a:lnTo>
                    <a:pt x="17849" y="27913"/>
                  </a:lnTo>
                  <a:lnTo>
                    <a:pt x="16488" y="29303"/>
                  </a:lnTo>
                  <a:lnTo>
                    <a:pt x="15207" y="29343"/>
                  </a:lnTo>
                  <a:lnTo>
                    <a:pt x="12929" y="25559"/>
                  </a:lnTo>
                  <a:lnTo>
                    <a:pt x="10927" y="25352"/>
                  </a:lnTo>
                  <a:lnTo>
                    <a:pt x="10034" y="23077"/>
                  </a:lnTo>
                  <a:lnTo>
                    <a:pt x="10202" y="17838"/>
                  </a:lnTo>
                  <a:lnTo>
                    <a:pt x="9369" y="15872"/>
                  </a:lnTo>
                  <a:lnTo>
                    <a:pt x="6092" y="15333"/>
                  </a:lnTo>
                  <a:lnTo>
                    <a:pt x="2589" y="12004"/>
                  </a:lnTo>
                  <a:lnTo>
                    <a:pt x="2187" y="9510"/>
                  </a:lnTo>
                  <a:lnTo>
                    <a:pt x="0" y="9310"/>
                  </a:lnTo>
                  <a:lnTo>
                    <a:pt x="1753" y="4421"/>
                  </a:lnTo>
                  <a:lnTo>
                    <a:pt x="3298" y="756"/>
                  </a:lnTo>
                  <a:lnTo>
                    <a:pt x="416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2" name="ph8972"/>
            <p:cNvSpPr/>
            <p:nvPr/>
          </p:nvSpPr>
          <p:spPr>
            <a:xfrm>
              <a:off x="11287412" y="3064850"/>
              <a:ext cx="47224" cy="36728"/>
            </a:xfrm>
            <a:custGeom>
              <a:avLst/>
              <a:pathLst>
                <a:path w="47224" h="36728">
                  <a:moveTo>
                    <a:pt x="30737" y="358"/>
                  </a:moveTo>
                  <a:lnTo>
                    <a:pt x="32853" y="2731"/>
                  </a:lnTo>
                  <a:lnTo>
                    <a:pt x="31745" y="6333"/>
                  </a:lnTo>
                  <a:lnTo>
                    <a:pt x="33609" y="6696"/>
                  </a:lnTo>
                  <a:lnTo>
                    <a:pt x="36783" y="6896"/>
                  </a:lnTo>
                  <a:lnTo>
                    <a:pt x="44338" y="5033"/>
                  </a:lnTo>
                  <a:lnTo>
                    <a:pt x="45410" y="3045"/>
                  </a:lnTo>
                  <a:lnTo>
                    <a:pt x="45613" y="9974"/>
                  </a:lnTo>
                  <a:lnTo>
                    <a:pt x="47224" y="13131"/>
                  </a:lnTo>
                  <a:lnTo>
                    <a:pt x="44943" y="11579"/>
                  </a:lnTo>
                  <a:lnTo>
                    <a:pt x="38807" y="11291"/>
                  </a:lnTo>
                  <a:lnTo>
                    <a:pt x="37641" y="12968"/>
                  </a:lnTo>
                  <a:lnTo>
                    <a:pt x="38340" y="15401"/>
                  </a:lnTo>
                  <a:lnTo>
                    <a:pt x="37943" y="16803"/>
                  </a:lnTo>
                  <a:lnTo>
                    <a:pt x="34386" y="18423"/>
                  </a:lnTo>
                  <a:lnTo>
                    <a:pt x="31928" y="18264"/>
                  </a:lnTo>
                  <a:lnTo>
                    <a:pt x="30718" y="18889"/>
                  </a:lnTo>
                  <a:lnTo>
                    <a:pt x="30270" y="19645"/>
                  </a:lnTo>
                  <a:lnTo>
                    <a:pt x="30984" y="21489"/>
                  </a:lnTo>
                  <a:lnTo>
                    <a:pt x="30123" y="21981"/>
                  </a:lnTo>
                  <a:lnTo>
                    <a:pt x="26923" y="21548"/>
                  </a:lnTo>
                  <a:lnTo>
                    <a:pt x="25855" y="22659"/>
                  </a:lnTo>
                  <a:lnTo>
                    <a:pt x="22133" y="21731"/>
                  </a:lnTo>
                  <a:lnTo>
                    <a:pt x="21803" y="23254"/>
                  </a:lnTo>
                  <a:lnTo>
                    <a:pt x="23492" y="28096"/>
                  </a:lnTo>
                  <a:lnTo>
                    <a:pt x="23260" y="29131"/>
                  </a:lnTo>
                  <a:lnTo>
                    <a:pt x="20499" y="29793"/>
                  </a:lnTo>
                  <a:lnTo>
                    <a:pt x="19874" y="26818"/>
                  </a:lnTo>
                  <a:lnTo>
                    <a:pt x="18515" y="26008"/>
                  </a:lnTo>
                  <a:lnTo>
                    <a:pt x="17148" y="26165"/>
                  </a:lnTo>
                  <a:lnTo>
                    <a:pt x="16202" y="27482"/>
                  </a:lnTo>
                  <a:lnTo>
                    <a:pt x="16085" y="30931"/>
                  </a:lnTo>
                  <a:lnTo>
                    <a:pt x="11843" y="32897"/>
                  </a:lnTo>
                  <a:lnTo>
                    <a:pt x="8616" y="32552"/>
                  </a:lnTo>
                  <a:lnTo>
                    <a:pt x="7573" y="33888"/>
                  </a:lnTo>
                  <a:lnTo>
                    <a:pt x="7365" y="35636"/>
                  </a:lnTo>
                  <a:lnTo>
                    <a:pt x="3583" y="36728"/>
                  </a:lnTo>
                  <a:lnTo>
                    <a:pt x="1033" y="35872"/>
                  </a:lnTo>
                  <a:lnTo>
                    <a:pt x="0" y="34632"/>
                  </a:lnTo>
                  <a:lnTo>
                    <a:pt x="49" y="32785"/>
                  </a:lnTo>
                  <a:lnTo>
                    <a:pt x="1967" y="32343"/>
                  </a:lnTo>
                  <a:lnTo>
                    <a:pt x="1754" y="30368"/>
                  </a:lnTo>
                  <a:lnTo>
                    <a:pt x="1513" y="29899"/>
                  </a:lnTo>
                  <a:lnTo>
                    <a:pt x="3768" y="29437"/>
                  </a:lnTo>
                  <a:lnTo>
                    <a:pt x="5524" y="30411"/>
                  </a:lnTo>
                  <a:lnTo>
                    <a:pt x="11019" y="28969"/>
                  </a:lnTo>
                  <a:lnTo>
                    <a:pt x="13278" y="26584"/>
                  </a:lnTo>
                  <a:lnTo>
                    <a:pt x="14608" y="21685"/>
                  </a:lnTo>
                  <a:lnTo>
                    <a:pt x="10331" y="13258"/>
                  </a:lnTo>
                  <a:lnTo>
                    <a:pt x="16144" y="7345"/>
                  </a:lnTo>
                  <a:lnTo>
                    <a:pt x="18452" y="7114"/>
                  </a:lnTo>
                  <a:lnTo>
                    <a:pt x="18470" y="5619"/>
                  </a:lnTo>
                  <a:lnTo>
                    <a:pt x="21779" y="831"/>
                  </a:lnTo>
                  <a:lnTo>
                    <a:pt x="27470" y="570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3" name="ph8973"/>
            <p:cNvSpPr/>
            <p:nvPr/>
          </p:nvSpPr>
          <p:spPr>
            <a:xfrm>
              <a:off x="11093697" y="2723306"/>
              <a:ext cx="22842" cy="13056"/>
            </a:xfrm>
            <a:custGeom>
              <a:avLst/>
              <a:pathLst>
                <a:path w="22842" h="13056">
                  <a:moveTo>
                    <a:pt x="20820" y="3880"/>
                  </a:moveTo>
                  <a:lnTo>
                    <a:pt x="22704" y="895"/>
                  </a:lnTo>
                  <a:lnTo>
                    <a:pt x="22842" y="7590"/>
                  </a:lnTo>
                  <a:lnTo>
                    <a:pt x="19556" y="9159"/>
                  </a:lnTo>
                  <a:lnTo>
                    <a:pt x="16307" y="8870"/>
                  </a:lnTo>
                  <a:lnTo>
                    <a:pt x="14714" y="9667"/>
                  </a:lnTo>
                  <a:lnTo>
                    <a:pt x="13369" y="6619"/>
                  </a:lnTo>
                  <a:lnTo>
                    <a:pt x="11850" y="8325"/>
                  </a:lnTo>
                  <a:lnTo>
                    <a:pt x="13254" y="9219"/>
                  </a:lnTo>
                  <a:lnTo>
                    <a:pt x="12804" y="11161"/>
                  </a:lnTo>
                  <a:lnTo>
                    <a:pt x="8543" y="13056"/>
                  </a:lnTo>
                  <a:lnTo>
                    <a:pt x="5068" y="9879"/>
                  </a:lnTo>
                  <a:lnTo>
                    <a:pt x="1738" y="3989"/>
                  </a:lnTo>
                  <a:lnTo>
                    <a:pt x="0" y="3894"/>
                  </a:lnTo>
                  <a:lnTo>
                    <a:pt x="1604" y="283"/>
                  </a:lnTo>
                  <a:lnTo>
                    <a:pt x="2412" y="2044"/>
                  </a:lnTo>
                  <a:lnTo>
                    <a:pt x="6643" y="3266"/>
                  </a:lnTo>
                  <a:lnTo>
                    <a:pt x="10180" y="2235"/>
                  </a:lnTo>
                  <a:lnTo>
                    <a:pt x="10226" y="591"/>
                  </a:lnTo>
                  <a:lnTo>
                    <a:pt x="1160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4" name="ph8974"/>
            <p:cNvSpPr/>
            <p:nvPr/>
          </p:nvSpPr>
          <p:spPr>
            <a:xfrm>
              <a:off x="11196949" y="3005940"/>
              <a:ext cx="15532" cy="20988"/>
            </a:xfrm>
            <a:custGeom>
              <a:avLst/>
              <a:pathLst>
                <a:path w="15532" h="20988">
                  <a:moveTo>
                    <a:pt x="11150" y="0"/>
                  </a:moveTo>
                  <a:lnTo>
                    <a:pt x="13947" y="2057"/>
                  </a:lnTo>
                  <a:lnTo>
                    <a:pt x="14768" y="9213"/>
                  </a:lnTo>
                  <a:lnTo>
                    <a:pt x="11648" y="11227"/>
                  </a:lnTo>
                  <a:lnTo>
                    <a:pt x="15259" y="13950"/>
                  </a:lnTo>
                  <a:lnTo>
                    <a:pt x="15532" y="16882"/>
                  </a:lnTo>
                  <a:lnTo>
                    <a:pt x="14224" y="16131"/>
                  </a:lnTo>
                  <a:lnTo>
                    <a:pt x="12362" y="18192"/>
                  </a:lnTo>
                  <a:lnTo>
                    <a:pt x="13715" y="20741"/>
                  </a:lnTo>
                  <a:lnTo>
                    <a:pt x="11091" y="20760"/>
                  </a:lnTo>
                  <a:lnTo>
                    <a:pt x="7869" y="19176"/>
                  </a:lnTo>
                  <a:lnTo>
                    <a:pt x="6153" y="20988"/>
                  </a:lnTo>
                  <a:lnTo>
                    <a:pt x="3864" y="20020"/>
                  </a:lnTo>
                  <a:lnTo>
                    <a:pt x="3582" y="19155"/>
                  </a:lnTo>
                  <a:lnTo>
                    <a:pt x="2639" y="17482"/>
                  </a:lnTo>
                  <a:lnTo>
                    <a:pt x="26" y="16554"/>
                  </a:lnTo>
                  <a:lnTo>
                    <a:pt x="0" y="14976"/>
                  </a:lnTo>
                  <a:lnTo>
                    <a:pt x="1221" y="12978"/>
                  </a:lnTo>
                  <a:lnTo>
                    <a:pt x="7924" y="10302"/>
                  </a:lnTo>
                  <a:lnTo>
                    <a:pt x="8319" y="9029"/>
                  </a:lnTo>
                  <a:lnTo>
                    <a:pt x="5860" y="6141"/>
                  </a:lnTo>
                  <a:lnTo>
                    <a:pt x="8938" y="46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5" name="ph8975"/>
            <p:cNvSpPr/>
            <p:nvPr/>
          </p:nvSpPr>
          <p:spPr>
            <a:xfrm>
              <a:off x="11203777" y="2916094"/>
              <a:ext cx="5692" cy="4941"/>
            </a:xfrm>
            <a:custGeom>
              <a:avLst/>
              <a:pathLst>
                <a:path w="5692" h="4941">
                  <a:moveTo>
                    <a:pt x="3266" y="0"/>
                  </a:moveTo>
                  <a:lnTo>
                    <a:pt x="5692" y="1781"/>
                  </a:lnTo>
                  <a:lnTo>
                    <a:pt x="3840" y="4941"/>
                  </a:lnTo>
                  <a:lnTo>
                    <a:pt x="0" y="3041"/>
                  </a:lnTo>
                  <a:lnTo>
                    <a:pt x="892" y="77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6" name="ph8976"/>
            <p:cNvSpPr/>
            <p:nvPr/>
          </p:nvSpPr>
          <p:spPr>
            <a:xfrm>
              <a:off x="11177367" y="2927485"/>
              <a:ext cx="12039" cy="13992"/>
            </a:xfrm>
            <a:custGeom>
              <a:avLst/>
              <a:pathLst>
                <a:path w="12039" h="13992">
                  <a:moveTo>
                    <a:pt x="7529" y="0"/>
                  </a:moveTo>
                  <a:lnTo>
                    <a:pt x="11141" y="891"/>
                  </a:lnTo>
                  <a:lnTo>
                    <a:pt x="12039" y="5472"/>
                  </a:lnTo>
                  <a:lnTo>
                    <a:pt x="10221" y="12265"/>
                  </a:lnTo>
                  <a:lnTo>
                    <a:pt x="8256" y="13992"/>
                  </a:lnTo>
                  <a:lnTo>
                    <a:pt x="4178" y="13184"/>
                  </a:lnTo>
                  <a:lnTo>
                    <a:pt x="1344" y="11372"/>
                  </a:lnTo>
                  <a:lnTo>
                    <a:pt x="0" y="11609"/>
                  </a:lnTo>
                  <a:lnTo>
                    <a:pt x="384" y="9501"/>
                  </a:lnTo>
                  <a:lnTo>
                    <a:pt x="1405" y="9004"/>
                  </a:lnTo>
                  <a:lnTo>
                    <a:pt x="1299" y="504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7" name="ph8977"/>
            <p:cNvSpPr/>
            <p:nvPr/>
          </p:nvSpPr>
          <p:spPr>
            <a:xfrm>
              <a:off x="11393364" y="3094297"/>
              <a:ext cx="47495" cy="26139"/>
            </a:xfrm>
            <a:custGeom>
              <a:avLst/>
              <a:pathLst>
                <a:path w="47495" h="26139">
                  <a:moveTo>
                    <a:pt x="30522" y="1935"/>
                  </a:moveTo>
                  <a:lnTo>
                    <a:pt x="30911" y="4425"/>
                  </a:lnTo>
                  <a:lnTo>
                    <a:pt x="36628" y="0"/>
                  </a:lnTo>
                  <a:lnTo>
                    <a:pt x="38329" y="686"/>
                  </a:lnTo>
                  <a:lnTo>
                    <a:pt x="41214" y="2996"/>
                  </a:lnTo>
                  <a:lnTo>
                    <a:pt x="44285" y="8658"/>
                  </a:lnTo>
                  <a:lnTo>
                    <a:pt x="46013" y="10113"/>
                  </a:lnTo>
                  <a:lnTo>
                    <a:pt x="44728" y="12274"/>
                  </a:lnTo>
                  <a:lnTo>
                    <a:pt x="47495" y="17069"/>
                  </a:lnTo>
                  <a:lnTo>
                    <a:pt x="42355" y="17226"/>
                  </a:lnTo>
                  <a:lnTo>
                    <a:pt x="40560" y="20095"/>
                  </a:lnTo>
                  <a:lnTo>
                    <a:pt x="41232" y="21483"/>
                  </a:lnTo>
                  <a:lnTo>
                    <a:pt x="43106" y="22216"/>
                  </a:lnTo>
                  <a:lnTo>
                    <a:pt x="38751" y="26139"/>
                  </a:lnTo>
                  <a:lnTo>
                    <a:pt x="29891" y="25562"/>
                  </a:lnTo>
                  <a:lnTo>
                    <a:pt x="29492" y="23855"/>
                  </a:lnTo>
                  <a:lnTo>
                    <a:pt x="23842" y="20550"/>
                  </a:lnTo>
                  <a:lnTo>
                    <a:pt x="19436" y="20950"/>
                  </a:lnTo>
                  <a:lnTo>
                    <a:pt x="17525" y="22822"/>
                  </a:lnTo>
                  <a:lnTo>
                    <a:pt x="14079" y="24697"/>
                  </a:lnTo>
                  <a:lnTo>
                    <a:pt x="11366" y="23079"/>
                  </a:lnTo>
                  <a:lnTo>
                    <a:pt x="11242" y="20324"/>
                  </a:lnTo>
                  <a:lnTo>
                    <a:pt x="8077" y="19985"/>
                  </a:lnTo>
                  <a:lnTo>
                    <a:pt x="0" y="3867"/>
                  </a:lnTo>
                  <a:lnTo>
                    <a:pt x="3146" y="4991"/>
                  </a:lnTo>
                  <a:lnTo>
                    <a:pt x="7924" y="9683"/>
                  </a:lnTo>
                  <a:lnTo>
                    <a:pt x="11410" y="8648"/>
                  </a:lnTo>
                  <a:lnTo>
                    <a:pt x="15837" y="1932"/>
                  </a:lnTo>
                  <a:lnTo>
                    <a:pt x="22425" y="429"/>
                  </a:lnTo>
                  <a:lnTo>
                    <a:pt x="27115" y="216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8" name="ph8978"/>
            <p:cNvSpPr/>
            <p:nvPr/>
          </p:nvSpPr>
          <p:spPr>
            <a:xfrm>
              <a:off x="11458699" y="3107384"/>
              <a:ext cx="4704" cy="6731"/>
            </a:xfrm>
            <a:custGeom>
              <a:avLst/>
              <a:pathLst>
                <a:path w="4704" h="6731">
                  <a:moveTo>
                    <a:pt x="4605" y="5480"/>
                  </a:moveTo>
                  <a:lnTo>
                    <a:pt x="2151" y="6731"/>
                  </a:lnTo>
                  <a:lnTo>
                    <a:pt x="246" y="4376"/>
                  </a:lnTo>
                  <a:lnTo>
                    <a:pt x="0" y="2008"/>
                  </a:lnTo>
                  <a:lnTo>
                    <a:pt x="54" y="1732"/>
                  </a:lnTo>
                  <a:lnTo>
                    <a:pt x="66" y="1547"/>
                  </a:lnTo>
                  <a:lnTo>
                    <a:pt x="470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9" name="ph8979"/>
            <p:cNvSpPr/>
            <p:nvPr/>
          </p:nvSpPr>
          <p:spPr>
            <a:xfrm>
              <a:off x="11159769" y="2996167"/>
              <a:ext cx="21979" cy="16706"/>
            </a:xfrm>
            <a:custGeom>
              <a:avLst/>
              <a:pathLst>
                <a:path w="21979" h="16706">
                  <a:moveTo>
                    <a:pt x="13049" y="4947"/>
                  </a:moveTo>
                  <a:lnTo>
                    <a:pt x="19865" y="7276"/>
                  </a:lnTo>
                  <a:lnTo>
                    <a:pt x="17239" y="9633"/>
                  </a:lnTo>
                  <a:lnTo>
                    <a:pt x="18057" y="12211"/>
                  </a:lnTo>
                  <a:lnTo>
                    <a:pt x="21167" y="13538"/>
                  </a:lnTo>
                  <a:lnTo>
                    <a:pt x="21925" y="15111"/>
                  </a:lnTo>
                  <a:lnTo>
                    <a:pt x="21979" y="15646"/>
                  </a:lnTo>
                  <a:lnTo>
                    <a:pt x="19908" y="16706"/>
                  </a:lnTo>
                  <a:lnTo>
                    <a:pt x="18884" y="14427"/>
                  </a:lnTo>
                  <a:lnTo>
                    <a:pt x="12345" y="11520"/>
                  </a:lnTo>
                  <a:lnTo>
                    <a:pt x="8053" y="10402"/>
                  </a:lnTo>
                  <a:lnTo>
                    <a:pt x="2923" y="13338"/>
                  </a:lnTo>
                  <a:lnTo>
                    <a:pt x="0" y="7121"/>
                  </a:lnTo>
                  <a:lnTo>
                    <a:pt x="1012" y="3329"/>
                  </a:lnTo>
                  <a:lnTo>
                    <a:pt x="1199" y="3139"/>
                  </a:lnTo>
                  <a:lnTo>
                    <a:pt x="4110" y="1207"/>
                  </a:lnTo>
                  <a:lnTo>
                    <a:pt x="7131" y="1021"/>
                  </a:lnTo>
                  <a:lnTo>
                    <a:pt x="930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0" name="ph8980"/>
            <p:cNvSpPr/>
            <p:nvPr/>
          </p:nvSpPr>
          <p:spPr>
            <a:xfrm>
              <a:off x="11459577" y="3092812"/>
              <a:ext cx="30410" cy="32138"/>
            </a:xfrm>
            <a:custGeom>
              <a:avLst/>
              <a:pathLst>
                <a:path w="30410" h="32138">
                  <a:moveTo>
                    <a:pt x="17025" y="0"/>
                  </a:moveTo>
                  <a:lnTo>
                    <a:pt x="18461" y="467"/>
                  </a:lnTo>
                  <a:lnTo>
                    <a:pt x="18644" y="2451"/>
                  </a:lnTo>
                  <a:lnTo>
                    <a:pt x="21056" y="2927"/>
                  </a:lnTo>
                  <a:lnTo>
                    <a:pt x="23862" y="2252"/>
                  </a:lnTo>
                  <a:lnTo>
                    <a:pt x="26886" y="2601"/>
                  </a:lnTo>
                  <a:lnTo>
                    <a:pt x="27976" y="4309"/>
                  </a:lnTo>
                  <a:lnTo>
                    <a:pt x="29192" y="3627"/>
                  </a:lnTo>
                  <a:lnTo>
                    <a:pt x="30410" y="7460"/>
                  </a:lnTo>
                  <a:lnTo>
                    <a:pt x="29701" y="9048"/>
                  </a:lnTo>
                  <a:lnTo>
                    <a:pt x="25523" y="12134"/>
                  </a:lnTo>
                  <a:lnTo>
                    <a:pt x="22605" y="13280"/>
                  </a:lnTo>
                  <a:lnTo>
                    <a:pt x="21256" y="12678"/>
                  </a:lnTo>
                  <a:lnTo>
                    <a:pt x="20557" y="10837"/>
                  </a:lnTo>
                  <a:lnTo>
                    <a:pt x="21345" y="9414"/>
                  </a:lnTo>
                  <a:lnTo>
                    <a:pt x="18899" y="7670"/>
                  </a:lnTo>
                  <a:lnTo>
                    <a:pt x="14895" y="7637"/>
                  </a:lnTo>
                  <a:lnTo>
                    <a:pt x="12633" y="4959"/>
                  </a:lnTo>
                  <a:lnTo>
                    <a:pt x="11537" y="6590"/>
                  </a:lnTo>
                  <a:lnTo>
                    <a:pt x="12671" y="9839"/>
                  </a:lnTo>
                  <a:lnTo>
                    <a:pt x="12432" y="10042"/>
                  </a:lnTo>
                  <a:lnTo>
                    <a:pt x="12906" y="12108"/>
                  </a:lnTo>
                  <a:lnTo>
                    <a:pt x="15583" y="12937"/>
                  </a:lnTo>
                  <a:lnTo>
                    <a:pt x="11448" y="15370"/>
                  </a:lnTo>
                  <a:lnTo>
                    <a:pt x="10159" y="18383"/>
                  </a:lnTo>
                  <a:lnTo>
                    <a:pt x="12307" y="20269"/>
                  </a:lnTo>
                  <a:lnTo>
                    <a:pt x="14058" y="20804"/>
                  </a:lnTo>
                  <a:lnTo>
                    <a:pt x="14035" y="23155"/>
                  </a:lnTo>
                  <a:lnTo>
                    <a:pt x="12002" y="28414"/>
                  </a:lnTo>
                  <a:lnTo>
                    <a:pt x="7814" y="29656"/>
                  </a:lnTo>
                  <a:lnTo>
                    <a:pt x="5224" y="32138"/>
                  </a:lnTo>
                  <a:lnTo>
                    <a:pt x="2495" y="31891"/>
                  </a:lnTo>
                  <a:lnTo>
                    <a:pt x="194" y="30362"/>
                  </a:lnTo>
                  <a:lnTo>
                    <a:pt x="0" y="26642"/>
                  </a:lnTo>
                  <a:lnTo>
                    <a:pt x="1872" y="22063"/>
                  </a:lnTo>
                  <a:lnTo>
                    <a:pt x="7693" y="25626"/>
                  </a:lnTo>
                  <a:lnTo>
                    <a:pt x="9302" y="23801"/>
                  </a:lnTo>
                  <a:lnTo>
                    <a:pt x="8464" y="22674"/>
                  </a:lnTo>
                  <a:lnTo>
                    <a:pt x="7968" y="20597"/>
                  </a:lnTo>
                  <a:lnTo>
                    <a:pt x="7833" y="20579"/>
                  </a:lnTo>
                  <a:lnTo>
                    <a:pt x="7674" y="20557"/>
                  </a:lnTo>
                  <a:lnTo>
                    <a:pt x="3727" y="20052"/>
                  </a:lnTo>
                  <a:lnTo>
                    <a:pt x="3827" y="14572"/>
                  </a:lnTo>
                  <a:lnTo>
                    <a:pt x="7350" y="11861"/>
                  </a:lnTo>
                  <a:lnTo>
                    <a:pt x="10323" y="6342"/>
                  </a:lnTo>
                  <a:lnTo>
                    <a:pt x="10572" y="5476"/>
                  </a:lnTo>
                  <a:lnTo>
                    <a:pt x="9820" y="4843"/>
                  </a:lnTo>
                  <a:lnTo>
                    <a:pt x="10721" y="1779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1" name="ph8981"/>
            <p:cNvSpPr/>
            <p:nvPr/>
          </p:nvSpPr>
          <p:spPr>
            <a:xfrm>
              <a:off x="11444818" y="3095858"/>
              <a:ext cx="25331" cy="13073"/>
            </a:xfrm>
            <a:custGeom>
              <a:avLst/>
              <a:pathLst>
                <a:path w="25331" h="13073">
                  <a:moveTo>
                    <a:pt x="15234" y="2585"/>
                  </a:moveTo>
                  <a:lnTo>
                    <a:pt x="19840" y="2428"/>
                  </a:lnTo>
                  <a:lnTo>
                    <a:pt x="22740" y="803"/>
                  </a:lnTo>
                  <a:lnTo>
                    <a:pt x="24579" y="1796"/>
                  </a:lnTo>
                  <a:lnTo>
                    <a:pt x="25331" y="2430"/>
                  </a:lnTo>
                  <a:lnTo>
                    <a:pt x="25082" y="3296"/>
                  </a:lnTo>
                  <a:lnTo>
                    <a:pt x="22109" y="8814"/>
                  </a:lnTo>
                  <a:lnTo>
                    <a:pt x="18586" y="11525"/>
                  </a:lnTo>
                  <a:lnTo>
                    <a:pt x="13948" y="13073"/>
                  </a:lnTo>
                  <a:lnTo>
                    <a:pt x="12394" y="11905"/>
                  </a:lnTo>
                  <a:lnTo>
                    <a:pt x="5012" y="11146"/>
                  </a:lnTo>
                  <a:lnTo>
                    <a:pt x="0" y="8481"/>
                  </a:lnTo>
                  <a:lnTo>
                    <a:pt x="1178" y="4698"/>
                  </a:lnTo>
                  <a:lnTo>
                    <a:pt x="1153" y="4157"/>
                  </a:lnTo>
                  <a:lnTo>
                    <a:pt x="2674" y="3890"/>
                  </a:lnTo>
                  <a:lnTo>
                    <a:pt x="7472" y="4303"/>
                  </a:lnTo>
                  <a:lnTo>
                    <a:pt x="8038" y="2728"/>
                  </a:lnTo>
                  <a:lnTo>
                    <a:pt x="782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2" name="ph8982"/>
            <p:cNvSpPr/>
            <p:nvPr/>
          </p:nvSpPr>
          <p:spPr>
            <a:xfrm>
              <a:off x="11253073" y="2975297"/>
              <a:ext cx="21313" cy="26680"/>
            </a:xfrm>
            <a:custGeom>
              <a:avLst/>
              <a:pathLst>
                <a:path w="21313" h="26680">
                  <a:moveTo>
                    <a:pt x="16405" y="1390"/>
                  </a:moveTo>
                  <a:lnTo>
                    <a:pt x="17122" y="4617"/>
                  </a:lnTo>
                  <a:lnTo>
                    <a:pt x="21077" y="7538"/>
                  </a:lnTo>
                  <a:lnTo>
                    <a:pt x="21313" y="15772"/>
                  </a:lnTo>
                  <a:lnTo>
                    <a:pt x="19246" y="16258"/>
                  </a:lnTo>
                  <a:lnTo>
                    <a:pt x="17035" y="20154"/>
                  </a:lnTo>
                  <a:lnTo>
                    <a:pt x="17119" y="26680"/>
                  </a:lnTo>
                  <a:lnTo>
                    <a:pt x="16056" y="26233"/>
                  </a:lnTo>
                  <a:lnTo>
                    <a:pt x="14903" y="26300"/>
                  </a:lnTo>
                  <a:lnTo>
                    <a:pt x="15334" y="23733"/>
                  </a:lnTo>
                  <a:lnTo>
                    <a:pt x="12782" y="21774"/>
                  </a:lnTo>
                  <a:lnTo>
                    <a:pt x="7288" y="20988"/>
                  </a:lnTo>
                  <a:lnTo>
                    <a:pt x="4820" y="19335"/>
                  </a:lnTo>
                  <a:lnTo>
                    <a:pt x="7094" y="18293"/>
                  </a:lnTo>
                  <a:lnTo>
                    <a:pt x="8503" y="15443"/>
                  </a:lnTo>
                  <a:lnTo>
                    <a:pt x="8185" y="13093"/>
                  </a:lnTo>
                  <a:lnTo>
                    <a:pt x="4016" y="5434"/>
                  </a:lnTo>
                  <a:lnTo>
                    <a:pt x="2470" y="4097"/>
                  </a:lnTo>
                  <a:lnTo>
                    <a:pt x="0" y="3772"/>
                  </a:lnTo>
                  <a:lnTo>
                    <a:pt x="354" y="2034"/>
                  </a:lnTo>
                  <a:lnTo>
                    <a:pt x="9952" y="1352"/>
                  </a:lnTo>
                  <a:lnTo>
                    <a:pt x="12987" y="48"/>
                  </a:lnTo>
                  <a:lnTo>
                    <a:pt x="1441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3" name="ph8983"/>
            <p:cNvSpPr/>
            <p:nvPr/>
          </p:nvSpPr>
          <p:spPr>
            <a:xfrm>
              <a:off x="11193913" y="2929827"/>
              <a:ext cx="17763" cy="13795"/>
            </a:xfrm>
            <a:custGeom>
              <a:avLst/>
              <a:pathLst>
                <a:path w="17763" h="13795">
                  <a:moveTo>
                    <a:pt x="17412" y="2679"/>
                  </a:moveTo>
                  <a:lnTo>
                    <a:pt x="17763" y="3618"/>
                  </a:lnTo>
                  <a:lnTo>
                    <a:pt x="16559" y="4643"/>
                  </a:lnTo>
                  <a:lnTo>
                    <a:pt x="14208" y="4249"/>
                  </a:lnTo>
                  <a:lnTo>
                    <a:pt x="13024" y="5339"/>
                  </a:lnTo>
                  <a:lnTo>
                    <a:pt x="15166" y="10253"/>
                  </a:lnTo>
                  <a:lnTo>
                    <a:pt x="11376" y="10636"/>
                  </a:lnTo>
                  <a:lnTo>
                    <a:pt x="6724" y="13795"/>
                  </a:lnTo>
                  <a:lnTo>
                    <a:pt x="1216" y="10572"/>
                  </a:lnTo>
                  <a:lnTo>
                    <a:pt x="0" y="8317"/>
                  </a:lnTo>
                  <a:lnTo>
                    <a:pt x="191" y="4281"/>
                  </a:lnTo>
                  <a:lnTo>
                    <a:pt x="6629" y="2420"/>
                  </a:lnTo>
                  <a:lnTo>
                    <a:pt x="12680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4" name="ph8984"/>
            <p:cNvSpPr/>
            <p:nvPr/>
          </p:nvSpPr>
          <p:spPr>
            <a:xfrm>
              <a:off x="11357393" y="3029102"/>
              <a:ext cx="12577" cy="12920"/>
            </a:xfrm>
            <a:custGeom>
              <a:avLst/>
              <a:pathLst>
                <a:path w="12577" h="12920">
                  <a:moveTo>
                    <a:pt x="12577" y="14"/>
                  </a:moveTo>
                  <a:lnTo>
                    <a:pt x="8392" y="3458"/>
                  </a:lnTo>
                  <a:lnTo>
                    <a:pt x="9635" y="12920"/>
                  </a:lnTo>
                  <a:lnTo>
                    <a:pt x="6784" y="12162"/>
                  </a:lnTo>
                  <a:lnTo>
                    <a:pt x="907" y="12772"/>
                  </a:lnTo>
                  <a:lnTo>
                    <a:pt x="108" y="11257"/>
                  </a:lnTo>
                  <a:lnTo>
                    <a:pt x="0" y="7496"/>
                  </a:lnTo>
                  <a:lnTo>
                    <a:pt x="4334" y="5881"/>
                  </a:lnTo>
                  <a:lnTo>
                    <a:pt x="4425" y="3000"/>
                  </a:lnTo>
                  <a:lnTo>
                    <a:pt x="254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5" name="ph8985"/>
            <p:cNvSpPr/>
            <p:nvPr/>
          </p:nvSpPr>
          <p:spPr>
            <a:xfrm>
              <a:off x="11156450" y="2895351"/>
              <a:ext cx="36958" cy="31574"/>
            </a:xfrm>
            <a:custGeom>
              <a:avLst/>
              <a:pathLst>
                <a:path w="36958" h="31574">
                  <a:moveTo>
                    <a:pt x="36958" y="3263"/>
                  </a:moveTo>
                  <a:lnTo>
                    <a:pt x="32312" y="13000"/>
                  </a:lnTo>
                  <a:lnTo>
                    <a:pt x="28746" y="13721"/>
                  </a:lnTo>
                  <a:lnTo>
                    <a:pt x="27545" y="13616"/>
                  </a:lnTo>
                  <a:lnTo>
                    <a:pt x="23713" y="15544"/>
                  </a:lnTo>
                  <a:lnTo>
                    <a:pt x="22826" y="16778"/>
                  </a:lnTo>
                  <a:lnTo>
                    <a:pt x="23036" y="17940"/>
                  </a:lnTo>
                  <a:lnTo>
                    <a:pt x="19293" y="18799"/>
                  </a:lnTo>
                  <a:lnTo>
                    <a:pt x="16882" y="16461"/>
                  </a:lnTo>
                  <a:lnTo>
                    <a:pt x="10024" y="26476"/>
                  </a:lnTo>
                  <a:lnTo>
                    <a:pt x="3170" y="25535"/>
                  </a:lnTo>
                  <a:lnTo>
                    <a:pt x="2870" y="26497"/>
                  </a:lnTo>
                  <a:lnTo>
                    <a:pt x="4242" y="28540"/>
                  </a:lnTo>
                  <a:lnTo>
                    <a:pt x="5528" y="29161"/>
                  </a:lnTo>
                  <a:lnTo>
                    <a:pt x="5419" y="31574"/>
                  </a:lnTo>
                  <a:lnTo>
                    <a:pt x="2052" y="31541"/>
                  </a:lnTo>
                  <a:lnTo>
                    <a:pt x="387" y="25866"/>
                  </a:lnTo>
                  <a:lnTo>
                    <a:pt x="0" y="19604"/>
                  </a:lnTo>
                  <a:lnTo>
                    <a:pt x="186" y="17869"/>
                  </a:lnTo>
                  <a:lnTo>
                    <a:pt x="2304" y="13527"/>
                  </a:lnTo>
                  <a:lnTo>
                    <a:pt x="3477" y="14730"/>
                  </a:lnTo>
                  <a:lnTo>
                    <a:pt x="8609" y="15136"/>
                  </a:lnTo>
                  <a:lnTo>
                    <a:pt x="11193" y="14416"/>
                  </a:lnTo>
                  <a:lnTo>
                    <a:pt x="15966" y="10043"/>
                  </a:lnTo>
                  <a:lnTo>
                    <a:pt x="18445" y="6318"/>
                  </a:lnTo>
                  <a:lnTo>
                    <a:pt x="30196" y="3260"/>
                  </a:lnTo>
                  <a:lnTo>
                    <a:pt x="3611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6" name="ph8986"/>
            <p:cNvSpPr/>
            <p:nvPr/>
          </p:nvSpPr>
          <p:spPr>
            <a:xfrm>
              <a:off x="11464801" y="3097771"/>
              <a:ext cx="61636" cy="90539"/>
            </a:xfrm>
            <a:custGeom>
              <a:avLst/>
              <a:pathLst>
                <a:path w="61636" h="90539">
                  <a:moveTo>
                    <a:pt x="9671" y="2678"/>
                  </a:moveTo>
                  <a:lnTo>
                    <a:pt x="13675" y="2711"/>
                  </a:lnTo>
                  <a:lnTo>
                    <a:pt x="16121" y="4455"/>
                  </a:lnTo>
                  <a:lnTo>
                    <a:pt x="15333" y="5877"/>
                  </a:lnTo>
                  <a:lnTo>
                    <a:pt x="16032" y="7719"/>
                  </a:lnTo>
                  <a:lnTo>
                    <a:pt x="17381" y="8320"/>
                  </a:lnTo>
                  <a:lnTo>
                    <a:pt x="20299" y="7175"/>
                  </a:lnTo>
                  <a:lnTo>
                    <a:pt x="24340" y="12294"/>
                  </a:lnTo>
                  <a:lnTo>
                    <a:pt x="21955" y="16316"/>
                  </a:lnTo>
                  <a:lnTo>
                    <a:pt x="23667" y="21099"/>
                  </a:lnTo>
                  <a:lnTo>
                    <a:pt x="31843" y="21398"/>
                  </a:lnTo>
                  <a:lnTo>
                    <a:pt x="33287" y="20247"/>
                  </a:lnTo>
                  <a:lnTo>
                    <a:pt x="43192" y="22766"/>
                  </a:lnTo>
                  <a:lnTo>
                    <a:pt x="42725" y="25819"/>
                  </a:lnTo>
                  <a:lnTo>
                    <a:pt x="40767" y="26715"/>
                  </a:lnTo>
                  <a:lnTo>
                    <a:pt x="40206" y="25793"/>
                  </a:lnTo>
                  <a:lnTo>
                    <a:pt x="41441" y="25395"/>
                  </a:lnTo>
                  <a:lnTo>
                    <a:pt x="40415" y="24908"/>
                  </a:lnTo>
                  <a:lnTo>
                    <a:pt x="38023" y="28789"/>
                  </a:lnTo>
                  <a:lnTo>
                    <a:pt x="46204" y="28232"/>
                  </a:lnTo>
                  <a:lnTo>
                    <a:pt x="49560" y="25904"/>
                  </a:lnTo>
                  <a:lnTo>
                    <a:pt x="50881" y="26258"/>
                  </a:lnTo>
                  <a:lnTo>
                    <a:pt x="51191" y="27819"/>
                  </a:lnTo>
                  <a:lnTo>
                    <a:pt x="48775" y="37548"/>
                  </a:lnTo>
                  <a:lnTo>
                    <a:pt x="49536" y="40080"/>
                  </a:lnTo>
                  <a:lnTo>
                    <a:pt x="54123" y="43306"/>
                  </a:lnTo>
                  <a:lnTo>
                    <a:pt x="53787" y="47911"/>
                  </a:lnTo>
                  <a:lnTo>
                    <a:pt x="57513" y="53019"/>
                  </a:lnTo>
                  <a:lnTo>
                    <a:pt x="58339" y="55547"/>
                  </a:lnTo>
                  <a:lnTo>
                    <a:pt x="61636" y="57288"/>
                  </a:lnTo>
                  <a:lnTo>
                    <a:pt x="59346" y="59315"/>
                  </a:lnTo>
                  <a:lnTo>
                    <a:pt x="55187" y="59985"/>
                  </a:lnTo>
                  <a:lnTo>
                    <a:pt x="53175" y="58293"/>
                  </a:lnTo>
                  <a:lnTo>
                    <a:pt x="50692" y="58913"/>
                  </a:lnTo>
                  <a:lnTo>
                    <a:pt x="50110" y="62040"/>
                  </a:lnTo>
                  <a:lnTo>
                    <a:pt x="48710" y="64349"/>
                  </a:lnTo>
                  <a:lnTo>
                    <a:pt x="50178" y="67696"/>
                  </a:lnTo>
                  <a:lnTo>
                    <a:pt x="51398" y="67628"/>
                  </a:lnTo>
                  <a:lnTo>
                    <a:pt x="51428" y="68891"/>
                  </a:lnTo>
                  <a:lnTo>
                    <a:pt x="50226" y="69844"/>
                  </a:lnTo>
                  <a:lnTo>
                    <a:pt x="49993" y="72318"/>
                  </a:lnTo>
                  <a:lnTo>
                    <a:pt x="50806" y="74917"/>
                  </a:lnTo>
                  <a:lnTo>
                    <a:pt x="54158" y="79330"/>
                  </a:lnTo>
                  <a:lnTo>
                    <a:pt x="54400" y="82803"/>
                  </a:lnTo>
                  <a:lnTo>
                    <a:pt x="52455" y="85837"/>
                  </a:lnTo>
                  <a:lnTo>
                    <a:pt x="53584" y="89650"/>
                  </a:lnTo>
                  <a:lnTo>
                    <a:pt x="52707" y="90539"/>
                  </a:lnTo>
                  <a:lnTo>
                    <a:pt x="47649" y="80719"/>
                  </a:lnTo>
                  <a:lnTo>
                    <a:pt x="36932" y="81759"/>
                  </a:lnTo>
                  <a:lnTo>
                    <a:pt x="35688" y="81113"/>
                  </a:lnTo>
                  <a:lnTo>
                    <a:pt x="34046" y="78482"/>
                  </a:lnTo>
                  <a:lnTo>
                    <a:pt x="36528" y="77096"/>
                  </a:lnTo>
                  <a:lnTo>
                    <a:pt x="35782" y="75361"/>
                  </a:lnTo>
                  <a:lnTo>
                    <a:pt x="27057" y="78793"/>
                  </a:lnTo>
                  <a:lnTo>
                    <a:pt x="27140" y="75744"/>
                  </a:lnTo>
                  <a:lnTo>
                    <a:pt x="25657" y="72909"/>
                  </a:lnTo>
                  <a:lnTo>
                    <a:pt x="23896" y="72367"/>
                  </a:lnTo>
                  <a:lnTo>
                    <a:pt x="23266" y="71429"/>
                  </a:lnTo>
                  <a:lnTo>
                    <a:pt x="21530" y="67098"/>
                  </a:lnTo>
                  <a:lnTo>
                    <a:pt x="21354" y="64841"/>
                  </a:lnTo>
                  <a:lnTo>
                    <a:pt x="22868" y="62188"/>
                  </a:lnTo>
                  <a:lnTo>
                    <a:pt x="25841" y="59153"/>
                  </a:lnTo>
                  <a:lnTo>
                    <a:pt x="24678" y="55252"/>
                  </a:lnTo>
                  <a:lnTo>
                    <a:pt x="19575" y="52053"/>
                  </a:lnTo>
                  <a:lnTo>
                    <a:pt x="9265" y="53304"/>
                  </a:lnTo>
                  <a:lnTo>
                    <a:pt x="7399" y="45779"/>
                  </a:lnTo>
                  <a:lnTo>
                    <a:pt x="5024" y="40744"/>
                  </a:lnTo>
                  <a:lnTo>
                    <a:pt x="8462" y="34619"/>
                  </a:lnTo>
                  <a:lnTo>
                    <a:pt x="1634" y="30197"/>
                  </a:lnTo>
                  <a:lnTo>
                    <a:pt x="0" y="27179"/>
                  </a:lnTo>
                  <a:lnTo>
                    <a:pt x="2589" y="24696"/>
                  </a:lnTo>
                  <a:lnTo>
                    <a:pt x="6778" y="23455"/>
                  </a:lnTo>
                  <a:lnTo>
                    <a:pt x="8811" y="18196"/>
                  </a:lnTo>
                  <a:lnTo>
                    <a:pt x="8834" y="15844"/>
                  </a:lnTo>
                  <a:lnTo>
                    <a:pt x="7083" y="15310"/>
                  </a:lnTo>
                  <a:lnTo>
                    <a:pt x="4935" y="13424"/>
                  </a:lnTo>
                  <a:lnTo>
                    <a:pt x="6224" y="10411"/>
                  </a:lnTo>
                  <a:lnTo>
                    <a:pt x="10359" y="7978"/>
                  </a:lnTo>
                  <a:lnTo>
                    <a:pt x="7682" y="7149"/>
                  </a:lnTo>
                  <a:lnTo>
                    <a:pt x="7208" y="5083"/>
                  </a:lnTo>
                  <a:lnTo>
                    <a:pt x="7447" y="4880"/>
                  </a:lnTo>
                  <a:lnTo>
                    <a:pt x="6313" y="1631"/>
                  </a:lnTo>
                  <a:lnTo>
                    <a:pt x="740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7" name="ph8987"/>
            <p:cNvSpPr/>
            <p:nvPr/>
          </p:nvSpPr>
          <p:spPr>
            <a:xfrm>
              <a:off x="11291090" y="2985765"/>
              <a:ext cx="70728" cy="63544"/>
            </a:xfrm>
            <a:custGeom>
              <a:avLst/>
              <a:pathLst>
                <a:path w="70728" h="63544">
                  <a:moveTo>
                    <a:pt x="3142" y="2269"/>
                  </a:moveTo>
                  <a:lnTo>
                    <a:pt x="6978" y="4530"/>
                  </a:lnTo>
                  <a:lnTo>
                    <a:pt x="11338" y="5114"/>
                  </a:lnTo>
                  <a:lnTo>
                    <a:pt x="15201" y="4017"/>
                  </a:lnTo>
                  <a:lnTo>
                    <a:pt x="16444" y="4953"/>
                  </a:lnTo>
                  <a:lnTo>
                    <a:pt x="18275" y="15954"/>
                  </a:lnTo>
                  <a:lnTo>
                    <a:pt x="20734" y="22736"/>
                  </a:lnTo>
                  <a:lnTo>
                    <a:pt x="24314" y="26884"/>
                  </a:lnTo>
                  <a:lnTo>
                    <a:pt x="28799" y="30290"/>
                  </a:lnTo>
                  <a:lnTo>
                    <a:pt x="36553" y="33641"/>
                  </a:lnTo>
                  <a:lnTo>
                    <a:pt x="43796" y="35634"/>
                  </a:lnTo>
                  <a:lnTo>
                    <a:pt x="46438" y="37888"/>
                  </a:lnTo>
                  <a:lnTo>
                    <a:pt x="52523" y="40629"/>
                  </a:lnTo>
                  <a:lnTo>
                    <a:pt x="60036" y="42529"/>
                  </a:lnTo>
                  <a:lnTo>
                    <a:pt x="68844" y="43337"/>
                  </a:lnTo>
                  <a:lnTo>
                    <a:pt x="70728" y="46337"/>
                  </a:lnTo>
                  <a:lnTo>
                    <a:pt x="70637" y="49218"/>
                  </a:lnTo>
                  <a:lnTo>
                    <a:pt x="66302" y="50833"/>
                  </a:lnTo>
                  <a:lnTo>
                    <a:pt x="61133" y="46401"/>
                  </a:lnTo>
                  <a:lnTo>
                    <a:pt x="59240" y="46026"/>
                  </a:lnTo>
                  <a:lnTo>
                    <a:pt x="55146" y="46208"/>
                  </a:lnTo>
                  <a:lnTo>
                    <a:pt x="54137" y="47324"/>
                  </a:lnTo>
                  <a:lnTo>
                    <a:pt x="49683" y="49055"/>
                  </a:lnTo>
                  <a:lnTo>
                    <a:pt x="47507" y="48945"/>
                  </a:lnTo>
                  <a:lnTo>
                    <a:pt x="46301" y="50224"/>
                  </a:lnTo>
                  <a:lnTo>
                    <a:pt x="46560" y="53623"/>
                  </a:lnTo>
                  <a:lnTo>
                    <a:pt x="44158" y="59365"/>
                  </a:lnTo>
                  <a:lnTo>
                    <a:pt x="43235" y="63544"/>
                  </a:lnTo>
                  <a:lnTo>
                    <a:pt x="39925" y="60495"/>
                  </a:lnTo>
                  <a:lnTo>
                    <a:pt x="37769" y="53686"/>
                  </a:lnTo>
                  <a:lnTo>
                    <a:pt x="35255" y="51873"/>
                  </a:lnTo>
                  <a:lnTo>
                    <a:pt x="34598" y="51592"/>
                  </a:lnTo>
                  <a:lnTo>
                    <a:pt x="30588" y="53384"/>
                  </a:lnTo>
                  <a:lnTo>
                    <a:pt x="29172" y="55263"/>
                  </a:lnTo>
                  <a:lnTo>
                    <a:pt x="27570" y="56182"/>
                  </a:lnTo>
                  <a:lnTo>
                    <a:pt x="28450" y="39938"/>
                  </a:lnTo>
                  <a:lnTo>
                    <a:pt x="21698" y="35899"/>
                  </a:lnTo>
                  <a:lnTo>
                    <a:pt x="17219" y="36248"/>
                  </a:lnTo>
                  <a:lnTo>
                    <a:pt x="17272" y="35285"/>
                  </a:lnTo>
                  <a:lnTo>
                    <a:pt x="14982" y="35238"/>
                  </a:lnTo>
                  <a:lnTo>
                    <a:pt x="14584" y="32330"/>
                  </a:lnTo>
                  <a:lnTo>
                    <a:pt x="16062" y="31122"/>
                  </a:lnTo>
                  <a:lnTo>
                    <a:pt x="16340" y="28691"/>
                  </a:lnTo>
                  <a:lnTo>
                    <a:pt x="15676" y="25336"/>
                  </a:lnTo>
                  <a:lnTo>
                    <a:pt x="11560" y="25448"/>
                  </a:lnTo>
                  <a:lnTo>
                    <a:pt x="10315" y="23779"/>
                  </a:lnTo>
                  <a:lnTo>
                    <a:pt x="11353" y="18899"/>
                  </a:lnTo>
                  <a:lnTo>
                    <a:pt x="8642" y="13518"/>
                  </a:lnTo>
                  <a:lnTo>
                    <a:pt x="3683" y="12190"/>
                  </a:lnTo>
                  <a:lnTo>
                    <a:pt x="1988" y="8698"/>
                  </a:lnTo>
                  <a:lnTo>
                    <a:pt x="2543" y="7868"/>
                  </a:lnTo>
                  <a:lnTo>
                    <a:pt x="2158" y="6672"/>
                  </a:lnTo>
                  <a:lnTo>
                    <a:pt x="826" y="5327"/>
                  </a:lnTo>
                  <a:lnTo>
                    <a:pt x="0" y="5635"/>
                  </a:lnTo>
                  <a:lnTo>
                    <a:pt x="189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8" name="ph8988"/>
            <p:cNvSpPr/>
            <p:nvPr/>
          </p:nvSpPr>
          <p:spPr>
            <a:xfrm>
              <a:off x="11332515" y="3052846"/>
              <a:ext cx="21539" cy="19544"/>
            </a:xfrm>
            <a:custGeom>
              <a:avLst/>
              <a:pathLst>
                <a:path w="21539" h="19544">
                  <a:moveTo>
                    <a:pt x="10668" y="3212"/>
                  </a:moveTo>
                  <a:lnTo>
                    <a:pt x="15919" y="9818"/>
                  </a:lnTo>
                  <a:lnTo>
                    <a:pt x="17524" y="13322"/>
                  </a:lnTo>
                  <a:lnTo>
                    <a:pt x="17018" y="16326"/>
                  </a:lnTo>
                  <a:lnTo>
                    <a:pt x="21539" y="19479"/>
                  </a:lnTo>
                  <a:lnTo>
                    <a:pt x="16332" y="19544"/>
                  </a:lnTo>
                  <a:lnTo>
                    <a:pt x="13905" y="17168"/>
                  </a:lnTo>
                  <a:lnTo>
                    <a:pt x="4524" y="12547"/>
                  </a:lnTo>
                  <a:lnTo>
                    <a:pt x="4223" y="11553"/>
                  </a:lnTo>
                  <a:lnTo>
                    <a:pt x="2536" y="10310"/>
                  </a:lnTo>
                  <a:lnTo>
                    <a:pt x="1162" y="10352"/>
                  </a:lnTo>
                  <a:lnTo>
                    <a:pt x="0" y="7077"/>
                  </a:lnTo>
                  <a:lnTo>
                    <a:pt x="3546" y="4559"/>
                  </a:lnTo>
                  <a:lnTo>
                    <a:pt x="6459" y="5054"/>
                  </a:lnTo>
                  <a:lnTo>
                    <a:pt x="7644" y="4029"/>
                  </a:lnTo>
                  <a:lnTo>
                    <a:pt x="8232" y="2593"/>
                  </a:lnTo>
                  <a:lnTo>
                    <a:pt x="670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9" name="ph8989"/>
            <p:cNvSpPr/>
            <p:nvPr/>
          </p:nvSpPr>
          <p:spPr>
            <a:xfrm>
              <a:off x="11363737" y="3027809"/>
              <a:ext cx="23958" cy="30287"/>
            </a:xfrm>
            <a:custGeom>
              <a:avLst/>
              <a:pathLst>
                <a:path w="23958" h="30287">
                  <a:moveTo>
                    <a:pt x="23203" y="0"/>
                  </a:moveTo>
                  <a:lnTo>
                    <a:pt x="21621" y="2884"/>
                  </a:lnTo>
                  <a:lnTo>
                    <a:pt x="22748" y="5346"/>
                  </a:lnTo>
                  <a:lnTo>
                    <a:pt x="23958" y="13130"/>
                  </a:lnTo>
                  <a:lnTo>
                    <a:pt x="21627" y="14248"/>
                  </a:lnTo>
                  <a:lnTo>
                    <a:pt x="19988" y="15847"/>
                  </a:lnTo>
                  <a:lnTo>
                    <a:pt x="19794" y="17142"/>
                  </a:lnTo>
                  <a:lnTo>
                    <a:pt x="21105" y="19324"/>
                  </a:lnTo>
                  <a:lnTo>
                    <a:pt x="19478" y="22843"/>
                  </a:lnTo>
                  <a:lnTo>
                    <a:pt x="12916" y="27348"/>
                  </a:lnTo>
                  <a:lnTo>
                    <a:pt x="6471" y="27645"/>
                  </a:lnTo>
                  <a:lnTo>
                    <a:pt x="3215" y="30287"/>
                  </a:lnTo>
                  <a:lnTo>
                    <a:pt x="0" y="29579"/>
                  </a:lnTo>
                  <a:lnTo>
                    <a:pt x="463" y="22145"/>
                  </a:lnTo>
                  <a:lnTo>
                    <a:pt x="1427" y="20407"/>
                  </a:lnTo>
                  <a:lnTo>
                    <a:pt x="3380" y="20219"/>
                  </a:lnTo>
                  <a:lnTo>
                    <a:pt x="4150" y="17473"/>
                  </a:lnTo>
                  <a:lnTo>
                    <a:pt x="3291" y="14214"/>
                  </a:lnTo>
                  <a:lnTo>
                    <a:pt x="2048" y="4752"/>
                  </a:lnTo>
                  <a:lnTo>
                    <a:pt x="6233" y="130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0" name="ph8990"/>
            <p:cNvSpPr/>
            <p:nvPr/>
          </p:nvSpPr>
          <p:spPr>
            <a:xfrm>
              <a:off x="11259371" y="2949638"/>
              <a:ext cx="18898" cy="22606"/>
            </a:xfrm>
            <a:custGeom>
              <a:avLst/>
              <a:pathLst>
                <a:path w="18898" h="22606">
                  <a:moveTo>
                    <a:pt x="8772" y="4838"/>
                  </a:moveTo>
                  <a:lnTo>
                    <a:pt x="8381" y="6804"/>
                  </a:lnTo>
                  <a:lnTo>
                    <a:pt x="9677" y="9838"/>
                  </a:lnTo>
                  <a:lnTo>
                    <a:pt x="13986" y="14394"/>
                  </a:lnTo>
                  <a:lnTo>
                    <a:pt x="18898" y="17279"/>
                  </a:lnTo>
                  <a:lnTo>
                    <a:pt x="18560" y="22606"/>
                  </a:lnTo>
                  <a:lnTo>
                    <a:pt x="16843" y="22117"/>
                  </a:lnTo>
                  <a:lnTo>
                    <a:pt x="13086" y="17581"/>
                  </a:lnTo>
                  <a:lnTo>
                    <a:pt x="11545" y="18228"/>
                  </a:lnTo>
                  <a:lnTo>
                    <a:pt x="11138" y="20199"/>
                  </a:lnTo>
                  <a:lnTo>
                    <a:pt x="9100" y="21570"/>
                  </a:lnTo>
                  <a:lnTo>
                    <a:pt x="5687" y="20612"/>
                  </a:lnTo>
                  <a:lnTo>
                    <a:pt x="7055" y="14061"/>
                  </a:lnTo>
                  <a:lnTo>
                    <a:pt x="1482" y="6446"/>
                  </a:lnTo>
                  <a:lnTo>
                    <a:pt x="751" y="6090"/>
                  </a:lnTo>
                  <a:lnTo>
                    <a:pt x="0" y="6679"/>
                  </a:lnTo>
                  <a:lnTo>
                    <a:pt x="682" y="1868"/>
                  </a:lnTo>
                  <a:lnTo>
                    <a:pt x="3389" y="2385"/>
                  </a:lnTo>
                  <a:lnTo>
                    <a:pt x="5749" y="1934"/>
                  </a:lnTo>
                  <a:lnTo>
                    <a:pt x="687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1" name="ph8991"/>
            <p:cNvSpPr/>
            <p:nvPr/>
          </p:nvSpPr>
          <p:spPr>
            <a:xfrm>
              <a:off x="11219511" y="2955691"/>
              <a:ext cx="19872" cy="8659"/>
            </a:xfrm>
            <a:custGeom>
              <a:avLst/>
              <a:pathLst>
                <a:path w="19872" h="8659">
                  <a:moveTo>
                    <a:pt x="8936" y="2956"/>
                  </a:moveTo>
                  <a:lnTo>
                    <a:pt x="10935" y="3563"/>
                  </a:lnTo>
                  <a:lnTo>
                    <a:pt x="19872" y="3622"/>
                  </a:lnTo>
                  <a:lnTo>
                    <a:pt x="15993" y="6255"/>
                  </a:lnTo>
                  <a:lnTo>
                    <a:pt x="15391" y="4866"/>
                  </a:lnTo>
                  <a:lnTo>
                    <a:pt x="14330" y="4470"/>
                  </a:lnTo>
                  <a:lnTo>
                    <a:pt x="12491" y="6449"/>
                  </a:lnTo>
                  <a:lnTo>
                    <a:pt x="7204" y="8659"/>
                  </a:lnTo>
                  <a:lnTo>
                    <a:pt x="4131" y="7806"/>
                  </a:lnTo>
                  <a:lnTo>
                    <a:pt x="2577" y="7421"/>
                  </a:lnTo>
                  <a:lnTo>
                    <a:pt x="1349" y="6071"/>
                  </a:lnTo>
                  <a:lnTo>
                    <a:pt x="0" y="732"/>
                  </a:lnTo>
                  <a:lnTo>
                    <a:pt x="3440" y="2360"/>
                  </a:lnTo>
                  <a:lnTo>
                    <a:pt x="3964" y="1319"/>
                  </a:lnTo>
                  <a:lnTo>
                    <a:pt x="630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2" name="ph8992"/>
            <p:cNvSpPr/>
            <p:nvPr/>
          </p:nvSpPr>
          <p:spPr>
            <a:xfrm>
              <a:off x="11201959" y="3026928"/>
              <a:ext cx="38519" cy="17222"/>
            </a:xfrm>
            <a:custGeom>
              <a:avLst/>
              <a:pathLst>
                <a:path w="38519" h="17222">
                  <a:moveTo>
                    <a:pt x="13198" y="3804"/>
                  </a:moveTo>
                  <a:lnTo>
                    <a:pt x="20744" y="4844"/>
                  </a:lnTo>
                  <a:lnTo>
                    <a:pt x="21530" y="4255"/>
                  </a:lnTo>
                  <a:lnTo>
                    <a:pt x="28429" y="3387"/>
                  </a:lnTo>
                  <a:lnTo>
                    <a:pt x="38519" y="4267"/>
                  </a:lnTo>
                  <a:lnTo>
                    <a:pt x="37404" y="4516"/>
                  </a:lnTo>
                  <a:lnTo>
                    <a:pt x="38081" y="8485"/>
                  </a:lnTo>
                  <a:lnTo>
                    <a:pt x="36607" y="10111"/>
                  </a:lnTo>
                  <a:lnTo>
                    <a:pt x="33162" y="17222"/>
                  </a:lnTo>
                  <a:lnTo>
                    <a:pt x="26769" y="12956"/>
                  </a:lnTo>
                  <a:lnTo>
                    <a:pt x="26754" y="15990"/>
                  </a:lnTo>
                  <a:lnTo>
                    <a:pt x="24107" y="14533"/>
                  </a:lnTo>
                  <a:lnTo>
                    <a:pt x="20825" y="10992"/>
                  </a:lnTo>
                  <a:lnTo>
                    <a:pt x="18546" y="10149"/>
                  </a:lnTo>
                  <a:lnTo>
                    <a:pt x="16527" y="10439"/>
                  </a:lnTo>
                  <a:lnTo>
                    <a:pt x="11875" y="5189"/>
                  </a:lnTo>
                  <a:lnTo>
                    <a:pt x="8921" y="4115"/>
                  </a:lnTo>
                  <a:lnTo>
                    <a:pt x="4977" y="3888"/>
                  </a:lnTo>
                  <a:lnTo>
                    <a:pt x="3523" y="4823"/>
                  </a:lnTo>
                  <a:lnTo>
                    <a:pt x="0" y="3037"/>
                  </a:lnTo>
                  <a:lnTo>
                    <a:pt x="11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3" name="ph8993"/>
            <p:cNvSpPr/>
            <p:nvPr/>
          </p:nvSpPr>
          <p:spPr>
            <a:xfrm>
              <a:off x="11195058" y="3022512"/>
              <a:ext cx="5755" cy="6486"/>
            </a:xfrm>
            <a:custGeom>
              <a:avLst/>
              <a:pathLst>
                <a:path w="5755" h="6486">
                  <a:moveTo>
                    <a:pt x="5473" y="2584"/>
                  </a:moveTo>
                  <a:lnTo>
                    <a:pt x="5755" y="3449"/>
                  </a:lnTo>
                  <a:lnTo>
                    <a:pt x="4354" y="5084"/>
                  </a:lnTo>
                  <a:lnTo>
                    <a:pt x="1473" y="6486"/>
                  </a:lnTo>
                  <a:lnTo>
                    <a:pt x="0" y="3184"/>
                  </a:lnTo>
                  <a:lnTo>
                    <a:pt x="24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4" name="ph8994"/>
            <p:cNvSpPr/>
            <p:nvPr/>
          </p:nvSpPr>
          <p:spPr>
            <a:xfrm>
              <a:off x="11196533" y="2852963"/>
              <a:ext cx="26215" cy="28830"/>
            </a:xfrm>
            <a:custGeom>
              <a:avLst/>
              <a:pathLst>
                <a:path w="26215" h="28830">
                  <a:moveTo>
                    <a:pt x="23101" y="9970"/>
                  </a:moveTo>
                  <a:lnTo>
                    <a:pt x="21999" y="10995"/>
                  </a:lnTo>
                  <a:lnTo>
                    <a:pt x="26215" y="18740"/>
                  </a:lnTo>
                  <a:lnTo>
                    <a:pt x="20148" y="25889"/>
                  </a:lnTo>
                  <a:lnTo>
                    <a:pt x="17131" y="26653"/>
                  </a:lnTo>
                  <a:lnTo>
                    <a:pt x="16810" y="27538"/>
                  </a:lnTo>
                  <a:lnTo>
                    <a:pt x="11035" y="28830"/>
                  </a:lnTo>
                  <a:lnTo>
                    <a:pt x="5769" y="25774"/>
                  </a:lnTo>
                  <a:lnTo>
                    <a:pt x="3639" y="20104"/>
                  </a:lnTo>
                  <a:lnTo>
                    <a:pt x="0" y="17562"/>
                  </a:lnTo>
                  <a:lnTo>
                    <a:pt x="739" y="15214"/>
                  </a:lnTo>
                  <a:lnTo>
                    <a:pt x="3165" y="13247"/>
                  </a:lnTo>
                  <a:lnTo>
                    <a:pt x="6788" y="8242"/>
                  </a:lnTo>
                  <a:lnTo>
                    <a:pt x="14136" y="4312"/>
                  </a:lnTo>
                  <a:lnTo>
                    <a:pt x="14870" y="2443"/>
                  </a:lnTo>
                  <a:lnTo>
                    <a:pt x="13765" y="204"/>
                  </a:lnTo>
                  <a:lnTo>
                    <a:pt x="1385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5" name="ph8995"/>
            <p:cNvSpPr/>
            <p:nvPr/>
          </p:nvSpPr>
          <p:spPr>
            <a:xfrm>
              <a:off x="11165250" y="3013266"/>
              <a:ext cx="9498" cy="18078"/>
            </a:xfrm>
            <a:custGeom>
              <a:avLst/>
              <a:pathLst>
                <a:path w="9498" h="18078">
                  <a:moveTo>
                    <a:pt x="1768" y="0"/>
                  </a:moveTo>
                  <a:lnTo>
                    <a:pt x="3614" y="4041"/>
                  </a:lnTo>
                  <a:lnTo>
                    <a:pt x="6226" y="6312"/>
                  </a:lnTo>
                  <a:lnTo>
                    <a:pt x="9498" y="9946"/>
                  </a:lnTo>
                  <a:lnTo>
                    <a:pt x="7991" y="11889"/>
                  </a:lnTo>
                  <a:lnTo>
                    <a:pt x="5785" y="11319"/>
                  </a:lnTo>
                  <a:lnTo>
                    <a:pt x="4190" y="12503"/>
                  </a:lnTo>
                  <a:lnTo>
                    <a:pt x="4525" y="13900"/>
                  </a:lnTo>
                  <a:lnTo>
                    <a:pt x="8829" y="15591"/>
                  </a:lnTo>
                  <a:lnTo>
                    <a:pt x="8733" y="17342"/>
                  </a:lnTo>
                  <a:lnTo>
                    <a:pt x="4907" y="18078"/>
                  </a:lnTo>
                  <a:lnTo>
                    <a:pt x="4977" y="16586"/>
                  </a:lnTo>
                  <a:lnTo>
                    <a:pt x="3584" y="15518"/>
                  </a:lnTo>
                  <a:lnTo>
                    <a:pt x="1501" y="14249"/>
                  </a:lnTo>
                  <a:lnTo>
                    <a:pt x="0" y="10904"/>
                  </a:lnTo>
                  <a:lnTo>
                    <a:pt x="1248" y="2726"/>
                  </a:lnTo>
                  <a:lnTo>
                    <a:pt x="188" y="94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6" name="ph8996"/>
            <p:cNvSpPr/>
            <p:nvPr/>
          </p:nvSpPr>
          <p:spPr>
            <a:xfrm>
              <a:off x="11188762" y="2895080"/>
              <a:ext cx="11169" cy="16577"/>
            </a:xfrm>
            <a:custGeom>
              <a:avLst/>
              <a:pathLst>
                <a:path w="11169" h="16577">
                  <a:moveTo>
                    <a:pt x="6760" y="2137"/>
                  </a:moveTo>
                  <a:lnTo>
                    <a:pt x="8974" y="5453"/>
                  </a:lnTo>
                  <a:lnTo>
                    <a:pt x="11030" y="10960"/>
                  </a:lnTo>
                  <a:lnTo>
                    <a:pt x="10487" y="13306"/>
                  </a:lnTo>
                  <a:lnTo>
                    <a:pt x="11169" y="14954"/>
                  </a:lnTo>
                  <a:lnTo>
                    <a:pt x="7088" y="16577"/>
                  </a:lnTo>
                  <a:lnTo>
                    <a:pt x="0" y="13271"/>
                  </a:lnTo>
                  <a:lnTo>
                    <a:pt x="4646" y="3534"/>
                  </a:lnTo>
                  <a:lnTo>
                    <a:pt x="3806" y="270"/>
                  </a:lnTo>
                  <a:lnTo>
                    <a:pt x="3796" y="7"/>
                  </a:lnTo>
                  <a:lnTo>
                    <a:pt x="458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7" name="ph8997"/>
            <p:cNvSpPr/>
            <p:nvPr/>
          </p:nvSpPr>
          <p:spPr>
            <a:xfrm>
              <a:off x="11176711" y="3051060"/>
              <a:ext cx="10923" cy="8243"/>
            </a:xfrm>
            <a:custGeom>
              <a:avLst/>
              <a:pathLst>
                <a:path w="10923" h="8243">
                  <a:moveTo>
                    <a:pt x="10923" y="825"/>
                  </a:moveTo>
                  <a:lnTo>
                    <a:pt x="7603" y="3626"/>
                  </a:lnTo>
                  <a:lnTo>
                    <a:pt x="3823" y="8243"/>
                  </a:lnTo>
                  <a:lnTo>
                    <a:pt x="0" y="2453"/>
                  </a:lnTo>
                  <a:lnTo>
                    <a:pt x="1080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8" name="ph8998"/>
            <p:cNvSpPr/>
            <p:nvPr/>
          </p:nvSpPr>
          <p:spPr>
            <a:xfrm>
              <a:off x="11210665" y="2881633"/>
              <a:ext cx="17554" cy="15072"/>
            </a:xfrm>
            <a:custGeom>
              <a:avLst/>
              <a:pathLst>
                <a:path w="17554" h="15072">
                  <a:moveTo>
                    <a:pt x="14573" y="0"/>
                  </a:moveTo>
                  <a:lnTo>
                    <a:pt x="16496" y="815"/>
                  </a:lnTo>
                  <a:lnTo>
                    <a:pt x="17554" y="6596"/>
                  </a:lnTo>
                  <a:lnTo>
                    <a:pt x="16296" y="11316"/>
                  </a:lnTo>
                  <a:lnTo>
                    <a:pt x="13736" y="15058"/>
                  </a:lnTo>
                  <a:lnTo>
                    <a:pt x="11442" y="15072"/>
                  </a:lnTo>
                  <a:lnTo>
                    <a:pt x="10560" y="13747"/>
                  </a:lnTo>
                  <a:lnTo>
                    <a:pt x="9085" y="14528"/>
                  </a:lnTo>
                  <a:lnTo>
                    <a:pt x="8725" y="13533"/>
                  </a:lnTo>
                  <a:lnTo>
                    <a:pt x="9716" y="12837"/>
                  </a:lnTo>
                  <a:lnTo>
                    <a:pt x="8279" y="11292"/>
                  </a:lnTo>
                  <a:lnTo>
                    <a:pt x="6236" y="11006"/>
                  </a:lnTo>
                  <a:lnTo>
                    <a:pt x="4500" y="13391"/>
                  </a:lnTo>
                  <a:lnTo>
                    <a:pt x="2713" y="11568"/>
                  </a:lnTo>
                  <a:lnTo>
                    <a:pt x="11" y="8498"/>
                  </a:lnTo>
                  <a:lnTo>
                    <a:pt x="0" y="7267"/>
                  </a:lnTo>
                  <a:lnTo>
                    <a:pt x="2108" y="7572"/>
                  </a:lnTo>
                  <a:lnTo>
                    <a:pt x="4758" y="4122"/>
                  </a:lnTo>
                  <a:lnTo>
                    <a:pt x="7069" y="2329"/>
                  </a:lnTo>
                  <a:lnTo>
                    <a:pt x="7578" y="2992"/>
                  </a:lnTo>
                  <a:lnTo>
                    <a:pt x="10228" y="351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9" name="ph8999"/>
            <p:cNvSpPr/>
            <p:nvPr/>
          </p:nvSpPr>
          <p:spPr>
            <a:xfrm>
              <a:off x="11199182" y="2975699"/>
              <a:ext cx="48894" cy="15867"/>
            </a:xfrm>
            <a:custGeom>
              <a:avLst/>
              <a:pathLst>
                <a:path w="48894" h="15867">
                  <a:moveTo>
                    <a:pt x="30916" y="1096"/>
                  </a:moveTo>
                  <a:lnTo>
                    <a:pt x="33842" y="312"/>
                  </a:lnTo>
                  <a:lnTo>
                    <a:pt x="37318" y="2767"/>
                  </a:lnTo>
                  <a:lnTo>
                    <a:pt x="42728" y="5140"/>
                  </a:lnTo>
                  <a:lnTo>
                    <a:pt x="48099" y="6114"/>
                  </a:lnTo>
                  <a:lnTo>
                    <a:pt x="48894" y="6748"/>
                  </a:lnTo>
                  <a:lnTo>
                    <a:pt x="48824" y="7758"/>
                  </a:lnTo>
                  <a:lnTo>
                    <a:pt x="43190" y="8702"/>
                  </a:lnTo>
                  <a:lnTo>
                    <a:pt x="40321" y="10198"/>
                  </a:lnTo>
                  <a:lnTo>
                    <a:pt x="41029" y="14283"/>
                  </a:lnTo>
                  <a:lnTo>
                    <a:pt x="33921" y="14665"/>
                  </a:lnTo>
                  <a:lnTo>
                    <a:pt x="31628" y="15867"/>
                  </a:lnTo>
                  <a:lnTo>
                    <a:pt x="27584" y="15560"/>
                  </a:lnTo>
                  <a:lnTo>
                    <a:pt x="27299" y="14779"/>
                  </a:lnTo>
                  <a:lnTo>
                    <a:pt x="18226" y="13532"/>
                  </a:lnTo>
                  <a:lnTo>
                    <a:pt x="14073" y="11522"/>
                  </a:lnTo>
                  <a:lnTo>
                    <a:pt x="11609" y="8705"/>
                  </a:lnTo>
                  <a:lnTo>
                    <a:pt x="4416" y="6836"/>
                  </a:lnTo>
                  <a:lnTo>
                    <a:pt x="0" y="2796"/>
                  </a:lnTo>
                  <a:lnTo>
                    <a:pt x="1116" y="2009"/>
                  </a:lnTo>
                  <a:lnTo>
                    <a:pt x="5220" y="4275"/>
                  </a:lnTo>
                  <a:lnTo>
                    <a:pt x="7237" y="4661"/>
                  </a:lnTo>
                  <a:lnTo>
                    <a:pt x="7662" y="5336"/>
                  </a:lnTo>
                  <a:lnTo>
                    <a:pt x="11987" y="6304"/>
                  </a:lnTo>
                  <a:lnTo>
                    <a:pt x="22047" y="5449"/>
                  </a:lnTo>
                  <a:lnTo>
                    <a:pt x="23942" y="4710"/>
                  </a:lnTo>
                  <a:lnTo>
                    <a:pt x="26998" y="1836"/>
                  </a:lnTo>
                  <a:lnTo>
                    <a:pt x="3031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0" name="ph9000"/>
            <p:cNvSpPr/>
            <p:nvPr/>
          </p:nvSpPr>
          <p:spPr>
            <a:xfrm>
              <a:off x="11192112" y="3000651"/>
              <a:ext cx="13775" cy="20265"/>
            </a:xfrm>
            <a:custGeom>
              <a:avLst/>
              <a:pathLst>
                <a:path w="13775" h="20265">
                  <a:moveTo>
                    <a:pt x="8991" y="46"/>
                  </a:moveTo>
                  <a:lnTo>
                    <a:pt x="10785" y="1722"/>
                  </a:lnTo>
                  <a:lnTo>
                    <a:pt x="10226" y="5111"/>
                  </a:lnTo>
                  <a:lnTo>
                    <a:pt x="13775" y="5752"/>
                  </a:lnTo>
                  <a:lnTo>
                    <a:pt x="10697" y="11430"/>
                  </a:lnTo>
                  <a:lnTo>
                    <a:pt x="13156" y="14319"/>
                  </a:lnTo>
                  <a:lnTo>
                    <a:pt x="12761" y="15591"/>
                  </a:lnTo>
                  <a:lnTo>
                    <a:pt x="6058" y="18268"/>
                  </a:lnTo>
                  <a:lnTo>
                    <a:pt x="4836" y="20265"/>
                  </a:lnTo>
                  <a:lnTo>
                    <a:pt x="3324" y="19840"/>
                  </a:lnTo>
                  <a:lnTo>
                    <a:pt x="1808" y="15048"/>
                  </a:lnTo>
                  <a:lnTo>
                    <a:pt x="1531" y="12693"/>
                  </a:lnTo>
                  <a:lnTo>
                    <a:pt x="2468" y="9801"/>
                  </a:lnTo>
                  <a:lnTo>
                    <a:pt x="0" y="5296"/>
                  </a:lnTo>
                  <a:lnTo>
                    <a:pt x="323" y="3637"/>
                  </a:lnTo>
                  <a:lnTo>
                    <a:pt x="485" y="2265"/>
                  </a:lnTo>
                  <a:lnTo>
                    <a:pt x="3258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1" name="ph9001"/>
            <p:cNvSpPr/>
            <p:nvPr/>
          </p:nvSpPr>
          <p:spPr>
            <a:xfrm>
              <a:off x="11169072" y="2985989"/>
              <a:ext cx="21958" cy="18125"/>
            </a:xfrm>
            <a:custGeom>
              <a:avLst/>
              <a:pathLst>
                <a:path w="21958" h="18125">
                  <a:moveTo>
                    <a:pt x="21958" y="5586"/>
                  </a:moveTo>
                  <a:lnTo>
                    <a:pt x="21395" y="9755"/>
                  </a:lnTo>
                  <a:lnTo>
                    <a:pt x="19006" y="11960"/>
                  </a:lnTo>
                  <a:lnTo>
                    <a:pt x="18507" y="11554"/>
                  </a:lnTo>
                  <a:lnTo>
                    <a:pt x="14640" y="12801"/>
                  </a:lnTo>
                  <a:lnTo>
                    <a:pt x="11930" y="18125"/>
                  </a:lnTo>
                  <a:lnTo>
                    <a:pt x="10562" y="17454"/>
                  </a:lnTo>
                  <a:lnTo>
                    <a:pt x="3746" y="15124"/>
                  </a:lnTo>
                  <a:lnTo>
                    <a:pt x="0" y="10177"/>
                  </a:lnTo>
                  <a:lnTo>
                    <a:pt x="2253" y="8675"/>
                  </a:lnTo>
                  <a:lnTo>
                    <a:pt x="8973" y="8184"/>
                  </a:lnTo>
                  <a:lnTo>
                    <a:pt x="9033" y="7201"/>
                  </a:lnTo>
                  <a:lnTo>
                    <a:pt x="13134" y="4827"/>
                  </a:lnTo>
                  <a:lnTo>
                    <a:pt x="14292" y="2655"/>
                  </a:lnTo>
                  <a:lnTo>
                    <a:pt x="15750" y="292"/>
                  </a:lnTo>
                  <a:lnTo>
                    <a:pt x="1741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2" name="ph9002"/>
            <p:cNvSpPr/>
            <p:nvPr/>
          </p:nvSpPr>
          <p:spPr>
            <a:xfrm>
              <a:off x="11245370" y="3001531"/>
              <a:ext cx="39197" cy="29511"/>
            </a:xfrm>
            <a:custGeom>
              <a:avLst/>
              <a:pathLst>
                <a:path w="39197" h="29511">
                  <a:moveTo>
                    <a:pt x="24821" y="447"/>
                  </a:moveTo>
                  <a:lnTo>
                    <a:pt x="27132" y="3909"/>
                  </a:lnTo>
                  <a:lnTo>
                    <a:pt x="28013" y="6866"/>
                  </a:lnTo>
                  <a:lnTo>
                    <a:pt x="29817" y="7021"/>
                  </a:lnTo>
                  <a:lnTo>
                    <a:pt x="30681" y="8754"/>
                  </a:lnTo>
                  <a:lnTo>
                    <a:pt x="35536" y="7020"/>
                  </a:lnTo>
                  <a:lnTo>
                    <a:pt x="37830" y="8483"/>
                  </a:lnTo>
                  <a:lnTo>
                    <a:pt x="39197" y="15570"/>
                  </a:lnTo>
                  <a:lnTo>
                    <a:pt x="32508" y="17641"/>
                  </a:lnTo>
                  <a:lnTo>
                    <a:pt x="29633" y="19851"/>
                  </a:lnTo>
                  <a:lnTo>
                    <a:pt x="29932" y="21439"/>
                  </a:lnTo>
                  <a:lnTo>
                    <a:pt x="28694" y="23154"/>
                  </a:lnTo>
                  <a:lnTo>
                    <a:pt x="21831" y="21807"/>
                  </a:lnTo>
                  <a:lnTo>
                    <a:pt x="15257" y="23711"/>
                  </a:lnTo>
                  <a:lnTo>
                    <a:pt x="12548" y="25181"/>
                  </a:lnTo>
                  <a:lnTo>
                    <a:pt x="14488" y="28058"/>
                  </a:lnTo>
                  <a:lnTo>
                    <a:pt x="12893" y="29263"/>
                  </a:lnTo>
                  <a:lnTo>
                    <a:pt x="11236" y="29294"/>
                  </a:lnTo>
                  <a:lnTo>
                    <a:pt x="6620" y="29511"/>
                  </a:lnTo>
                  <a:lnTo>
                    <a:pt x="6622" y="24656"/>
                  </a:lnTo>
                  <a:lnTo>
                    <a:pt x="7617" y="22961"/>
                  </a:lnTo>
                  <a:lnTo>
                    <a:pt x="6554" y="19886"/>
                  </a:lnTo>
                  <a:lnTo>
                    <a:pt x="4790" y="17575"/>
                  </a:lnTo>
                  <a:lnTo>
                    <a:pt x="63" y="14475"/>
                  </a:lnTo>
                  <a:lnTo>
                    <a:pt x="1628" y="13036"/>
                  </a:lnTo>
                  <a:lnTo>
                    <a:pt x="0" y="9372"/>
                  </a:lnTo>
                  <a:lnTo>
                    <a:pt x="6609" y="6423"/>
                  </a:lnTo>
                  <a:lnTo>
                    <a:pt x="6690" y="5279"/>
                  </a:lnTo>
                  <a:lnTo>
                    <a:pt x="8527" y="4045"/>
                  </a:lnTo>
                  <a:lnTo>
                    <a:pt x="10119" y="4995"/>
                  </a:lnTo>
                  <a:lnTo>
                    <a:pt x="14705" y="5424"/>
                  </a:lnTo>
                  <a:lnTo>
                    <a:pt x="22502" y="1566"/>
                  </a:lnTo>
                  <a:lnTo>
                    <a:pt x="2375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3" name="ph9003"/>
            <p:cNvSpPr/>
            <p:nvPr/>
          </p:nvSpPr>
          <p:spPr>
            <a:xfrm>
              <a:off x="11203103" y="3025117"/>
              <a:ext cx="20386" cy="6656"/>
            </a:xfrm>
            <a:custGeom>
              <a:avLst/>
              <a:pathLst>
                <a:path w="20386" h="6656">
                  <a:moveTo>
                    <a:pt x="4937" y="1584"/>
                  </a:moveTo>
                  <a:lnTo>
                    <a:pt x="7562" y="1565"/>
                  </a:lnTo>
                  <a:lnTo>
                    <a:pt x="14477" y="3371"/>
                  </a:lnTo>
                  <a:lnTo>
                    <a:pt x="20386" y="6066"/>
                  </a:lnTo>
                  <a:lnTo>
                    <a:pt x="19600" y="6656"/>
                  </a:lnTo>
                  <a:lnTo>
                    <a:pt x="12054" y="5616"/>
                  </a:lnTo>
                  <a:lnTo>
                    <a:pt x="0" y="1811"/>
                  </a:lnTo>
                  <a:lnTo>
                    <a:pt x="171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4" name="ph9004"/>
            <p:cNvSpPr/>
            <p:nvPr/>
          </p:nvSpPr>
          <p:spPr>
            <a:xfrm>
              <a:off x="11155175" y="3012440"/>
              <a:ext cx="11800" cy="18448"/>
            </a:xfrm>
            <a:custGeom>
              <a:avLst/>
              <a:pathLst>
                <a:path w="11800" h="18448">
                  <a:moveTo>
                    <a:pt x="11800" y="832"/>
                  </a:moveTo>
                  <a:lnTo>
                    <a:pt x="10263" y="1769"/>
                  </a:lnTo>
                  <a:lnTo>
                    <a:pt x="11323" y="3552"/>
                  </a:lnTo>
                  <a:lnTo>
                    <a:pt x="10075" y="11730"/>
                  </a:lnTo>
                  <a:lnTo>
                    <a:pt x="11576" y="15075"/>
                  </a:lnTo>
                  <a:lnTo>
                    <a:pt x="6042" y="17355"/>
                  </a:lnTo>
                  <a:lnTo>
                    <a:pt x="224" y="18448"/>
                  </a:lnTo>
                  <a:lnTo>
                    <a:pt x="3068" y="17221"/>
                  </a:lnTo>
                  <a:lnTo>
                    <a:pt x="3913" y="15957"/>
                  </a:lnTo>
                  <a:lnTo>
                    <a:pt x="1573" y="13137"/>
                  </a:lnTo>
                  <a:lnTo>
                    <a:pt x="0" y="12913"/>
                  </a:lnTo>
                  <a:lnTo>
                    <a:pt x="266" y="10271"/>
                  </a:lnTo>
                  <a:lnTo>
                    <a:pt x="2010" y="9035"/>
                  </a:lnTo>
                  <a:lnTo>
                    <a:pt x="2920" y="7153"/>
                  </a:lnTo>
                  <a:lnTo>
                    <a:pt x="3016" y="6336"/>
                  </a:lnTo>
                  <a:lnTo>
                    <a:pt x="5865" y="3439"/>
                  </a:lnTo>
                  <a:lnTo>
                    <a:pt x="8831" y="2954"/>
                  </a:lnTo>
                  <a:lnTo>
                    <a:pt x="9065" y="1085"/>
                  </a:lnTo>
                  <a:lnTo>
                    <a:pt x="849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5" name="ph9005"/>
            <p:cNvSpPr/>
            <p:nvPr/>
          </p:nvSpPr>
          <p:spPr>
            <a:xfrm>
              <a:off x="11274150" y="2981362"/>
              <a:ext cx="28294" cy="35953"/>
            </a:xfrm>
            <a:custGeom>
              <a:avLst/>
              <a:pathLst>
                <a:path w="28294" h="35953">
                  <a:moveTo>
                    <a:pt x="6649" y="4284"/>
                  </a:moveTo>
                  <a:lnTo>
                    <a:pt x="8480" y="4672"/>
                  </a:lnTo>
                  <a:lnTo>
                    <a:pt x="13004" y="3782"/>
                  </a:lnTo>
                  <a:lnTo>
                    <a:pt x="14804" y="2703"/>
                  </a:lnTo>
                  <a:lnTo>
                    <a:pt x="17136" y="3865"/>
                  </a:lnTo>
                  <a:lnTo>
                    <a:pt x="17457" y="4845"/>
                  </a:lnTo>
                  <a:lnTo>
                    <a:pt x="16699" y="5705"/>
                  </a:lnTo>
                  <a:lnTo>
                    <a:pt x="14127" y="5499"/>
                  </a:lnTo>
                  <a:lnTo>
                    <a:pt x="13711" y="6925"/>
                  </a:lnTo>
                  <a:lnTo>
                    <a:pt x="14040" y="9911"/>
                  </a:lnTo>
                  <a:lnTo>
                    <a:pt x="16940" y="10038"/>
                  </a:lnTo>
                  <a:lnTo>
                    <a:pt x="17766" y="9730"/>
                  </a:lnTo>
                  <a:lnTo>
                    <a:pt x="19098" y="11075"/>
                  </a:lnTo>
                  <a:lnTo>
                    <a:pt x="19483" y="12271"/>
                  </a:lnTo>
                  <a:lnTo>
                    <a:pt x="18928" y="13101"/>
                  </a:lnTo>
                  <a:lnTo>
                    <a:pt x="20623" y="16593"/>
                  </a:lnTo>
                  <a:lnTo>
                    <a:pt x="25582" y="17921"/>
                  </a:lnTo>
                  <a:lnTo>
                    <a:pt x="28294" y="23302"/>
                  </a:lnTo>
                  <a:lnTo>
                    <a:pt x="24650" y="23567"/>
                  </a:lnTo>
                  <a:lnTo>
                    <a:pt x="21066" y="24826"/>
                  </a:lnTo>
                  <a:lnTo>
                    <a:pt x="17358" y="28952"/>
                  </a:lnTo>
                  <a:lnTo>
                    <a:pt x="16180" y="33468"/>
                  </a:lnTo>
                  <a:lnTo>
                    <a:pt x="14696" y="35641"/>
                  </a:lnTo>
                  <a:lnTo>
                    <a:pt x="13513" y="35953"/>
                  </a:lnTo>
                  <a:lnTo>
                    <a:pt x="11785" y="35119"/>
                  </a:lnTo>
                  <a:lnTo>
                    <a:pt x="10417" y="35739"/>
                  </a:lnTo>
                  <a:lnTo>
                    <a:pt x="9050" y="28652"/>
                  </a:lnTo>
                  <a:lnTo>
                    <a:pt x="6756" y="27190"/>
                  </a:lnTo>
                  <a:lnTo>
                    <a:pt x="1901" y="28923"/>
                  </a:lnTo>
                  <a:lnTo>
                    <a:pt x="1037" y="27190"/>
                  </a:lnTo>
                  <a:lnTo>
                    <a:pt x="2842" y="23660"/>
                  </a:lnTo>
                  <a:lnTo>
                    <a:pt x="9227" y="16587"/>
                  </a:lnTo>
                  <a:lnTo>
                    <a:pt x="10608" y="11907"/>
                  </a:lnTo>
                  <a:lnTo>
                    <a:pt x="9473" y="10844"/>
                  </a:lnTo>
                  <a:lnTo>
                    <a:pt x="6569" y="11331"/>
                  </a:lnTo>
                  <a:lnTo>
                    <a:pt x="5671" y="12277"/>
                  </a:lnTo>
                  <a:lnTo>
                    <a:pt x="2008" y="11751"/>
                  </a:lnTo>
                  <a:lnTo>
                    <a:pt x="236" y="9707"/>
                  </a:lnTo>
                  <a:lnTo>
                    <a:pt x="0" y="1474"/>
                  </a:lnTo>
                  <a:lnTo>
                    <a:pt x="21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6" name="ph9006"/>
            <p:cNvSpPr/>
            <p:nvPr/>
          </p:nvSpPr>
          <p:spPr>
            <a:xfrm>
              <a:off x="11176711" y="3044277"/>
              <a:ext cx="10804" cy="9236"/>
            </a:xfrm>
            <a:custGeom>
              <a:avLst/>
              <a:pathLst>
                <a:path w="10804" h="9236">
                  <a:moveTo>
                    <a:pt x="6515" y="627"/>
                  </a:moveTo>
                  <a:lnTo>
                    <a:pt x="7285" y="2014"/>
                  </a:lnTo>
                  <a:lnTo>
                    <a:pt x="10804" y="6782"/>
                  </a:lnTo>
                  <a:lnTo>
                    <a:pt x="0" y="9236"/>
                  </a:lnTo>
                  <a:lnTo>
                    <a:pt x="155" y="6556"/>
                  </a:lnTo>
                  <a:lnTo>
                    <a:pt x="1771" y="1648"/>
                  </a:lnTo>
                  <a:lnTo>
                    <a:pt x="8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7" name="ph9007"/>
            <p:cNvSpPr/>
            <p:nvPr/>
          </p:nvSpPr>
          <p:spPr>
            <a:xfrm>
              <a:off x="11104711" y="2781432"/>
              <a:ext cx="38686" cy="45255"/>
            </a:xfrm>
            <a:custGeom>
              <a:avLst/>
              <a:pathLst>
                <a:path w="38686" h="45255">
                  <a:moveTo>
                    <a:pt x="26396" y="509"/>
                  </a:moveTo>
                  <a:lnTo>
                    <a:pt x="27800" y="2040"/>
                  </a:lnTo>
                  <a:lnTo>
                    <a:pt x="27518" y="4458"/>
                  </a:lnTo>
                  <a:lnTo>
                    <a:pt x="25496" y="3135"/>
                  </a:lnTo>
                  <a:lnTo>
                    <a:pt x="23702" y="4257"/>
                  </a:lnTo>
                  <a:lnTo>
                    <a:pt x="23466" y="5724"/>
                  </a:lnTo>
                  <a:lnTo>
                    <a:pt x="28022" y="12691"/>
                  </a:lnTo>
                  <a:lnTo>
                    <a:pt x="29916" y="14373"/>
                  </a:lnTo>
                  <a:lnTo>
                    <a:pt x="33722" y="14967"/>
                  </a:lnTo>
                  <a:lnTo>
                    <a:pt x="34066" y="16302"/>
                  </a:lnTo>
                  <a:lnTo>
                    <a:pt x="34097" y="18381"/>
                  </a:lnTo>
                  <a:lnTo>
                    <a:pt x="36577" y="20759"/>
                  </a:lnTo>
                  <a:lnTo>
                    <a:pt x="36963" y="19606"/>
                  </a:lnTo>
                  <a:lnTo>
                    <a:pt x="38686" y="21590"/>
                  </a:lnTo>
                  <a:lnTo>
                    <a:pt x="37290" y="24897"/>
                  </a:lnTo>
                  <a:lnTo>
                    <a:pt x="30990" y="31543"/>
                  </a:lnTo>
                  <a:lnTo>
                    <a:pt x="30912" y="32811"/>
                  </a:lnTo>
                  <a:lnTo>
                    <a:pt x="29907" y="36407"/>
                  </a:lnTo>
                  <a:lnTo>
                    <a:pt x="26246" y="39173"/>
                  </a:lnTo>
                  <a:lnTo>
                    <a:pt x="25695" y="42804"/>
                  </a:lnTo>
                  <a:lnTo>
                    <a:pt x="19750" y="45255"/>
                  </a:lnTo>
                  <a:lnTo>
                    <a:pt x="14106" y="37377"/>
                  </a:lnTo>
                  <a:lnTo>
                    <a:pt x="11824" y="36524"/>
                  </a:lnTo>
                  <a:lnTo>
                    <a:pt x="7812" y="36646"/>
                  </a:lnTo>
                  <a:lnTo>
                    <a:pt x="6415" y="38925"/>
                  </a:lnTo>
                  <a:lnTo>
                    <a:pt x="1579" y="35606"/>
                  </a:lnTo>
                  <a:lnTo>
                    <a:pt x="1963" y="32932"/>
                  </a:lnTo>
                  <a:lnTo>
                    <a:pt x="0" y="31160"/>
                  </a:lnTo>
                  <a:lnTo>
                    <a:pt x="976" y="29035"/>
                  </a:lnTo>
                  <a:lnTo>
                    <a:pt x="1218" y="27654"/>
                  </a:lnTo>
                  <a:lnTo>
                    <a:pt x="5361" y="27501"/>
                  </a:lnTo>
                  <a:lnTo>
                    <a:pt x="10734" y="24283"/>
                  </a:lnTo>
                  <a:lnTo>
                    <a:pt x="12177" y="19173"/>
                  </a:lnTo>
                  <a:lnTo>
                    <a:pt x="12266" y="16013"/>
                  </a:lnTo>
                  <a:lnTo>
                    <a:pt x="14406" y="9654"/>
                  </a:lnTo>
                  <a:lnTo>
                    <a:pt x="13423" y="6946"/>
                  </a:lnTo>
                  <a:lnTo>
                    <a:pt x="17022" y="5830"/>
                  </a:lnTo>
                  <a:lnTo>
                    <a:pt x="19800" y="2632"/>
                  </a:lnTo>
                  <a:lnTo>
                    <a:pt x="19883" y="1309"/>
                  </a:lnTo>
                  <a:lnTo>
                    <a:pt x="21508" y="1056"/>
                  </a:lnTo>
                  <a:lnTo>
                    <a:pt x="22236" y="1961"/>
                  </a:lnTo>
                  <a:lnTo>
                    <a:pt x="23777" y="3122"/>
                  </a:lnTo>
                  <a:lnTo>
                    <a:pt x="241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8" name="ph9008"/>
            <p:cNvSpPr/>
            <p:nvPr/>
          </p:nvSpPr>
          <p:spPr>
            <a:xfrm>
              <a:off x="11333542" y="3031791"/>
              <a:ext cx="29654" cy="42453"/>
            </a:xfrm>
            <a:custGeom>
              <a:avLst/>
              <a:pathLst>
                <a:path w="29654" h="42453">
                  <a:moveTo>
                    <a:pt x="16789" y="0"/>
                  </a:moveTo>
                  <a:lnTo>
                    <a:pt x="18682" y="375"/>
                  </a:lnTo>
                  <a:lnTo>
                    <a:pt x="23851" y="4807"/>
                  </a:lnTo>
                  <a:lnTo>
                    <a:pt x="23959" y="8568"/>
                  </a:lnTo>
                  <a:lnTo>
                    <a:pt x="20571" y="10674"/>
                  </a:lnTo>
                  <a:lnTo>
                    <a:pt x="20796" y="12314"/>
                  </a:lnTo>
                  <a:lnTo>
                    <a:pt x="22998" y="17011"/>
                  </a:lnTo>
                  <a:lnTo>
                    <a:pt x="25232" y="18958"/>
                  </a:lnTo>
                  <a:lnTo>
                    <a:pt x="26621" y="21490"/>
                  </a:lnTo>
                  <a:lnTo>
                    <a:pt x="26603" y="24466"/>
                  </a:lnTo>
                  <a:lnTo>
                    <a:pt x="25956" y="25048"/>
                  </a:lnTo>
                  <a:lnTo>
                    <a:pt x="28615" y="27826"/>
                  </a:lnTo>
                  <a:lnTo>
                    <a:pt x="29654" y="37822"/>
                  </a:lnTo>
                  <a:lnTo>
                    <a:pt x="28527" y="42397"/>
                  </a:lnTo>
                  <a:lnTo>
                    <a:pt x="26659" y="42453"/>
                  </a:lnTo>
                  <a:lnTo>
                    <a:pt x="25212" y="39235"/>
                  </a:lnTo>
                  <a:lnTo>
                    <a:pt x="22370" y="39464"/>
                  </a:lnTo>
                  <a:lnTo>
                    <a:pt x="20512" y="40534"/>
                  </a:lnTo>
                  <a:lnTo>
                    <a:pt x="15991" y="37381"/>
                  </a:lnTo>
                  <a:lnTo>
                    <a:pt x="16497" y="34377"/>
                  </a:lnTo>
                  <a:lnTo>
                    <a:pt x="14893" y="30872"/>
                  </a:lnTo>
                  <a:lnTo>
                    <a:pt x="9641" y="24267"/>
                  </a:lnTo>
                  <a:lnTo>
                    <a:pt x="5677" y="21054"/>
                  </a:lnTo>
                  <a:lnTo>
                    <a:pt x="4702" y="19825"/>
                  </a:lnTo>
                  <a:lnTo>
                    <a:pt x="867" y="19676"/>
                  </a:lnTo>
                  <a:lnTo>
                    <a:pt x="0" y="18600"/>
                  </a:lnTo>
                  <a:lnTo>
                    <a:pt x="783" y="17517"/>
                  </a:lnTo>
                  <a:lnTo>
                    <a:pt x="1706" y="13339"/>
                  </a:lnTo>
                  <a:lnTo>
                    <a:pt x="4108" y="7597"/>
                  </a:lnTo>
                  <a:lnTo>
                    <a:pt x="3849" y="4198"/>
                  </a:lnTo>
                  <a:lnTo>
                    <a:pt x="5056" y="2919"/>
                  </a:lnTo>
                  <a:lnTo>
                    <a:pt x="7231" y="3029"/>
                  </a:lnTo>
                  <a:lnTo>
                    <a:pt x="11685" y="1298"/>
                  </a:lnTo>
                  <a:lnTo>
                    <a:pt x="12695" y="18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9" name="ph9009"/>
            <p:cNvSpPr/>
            <p:nvPr/>
          </p:nvSpPr>
          <p:spPr>
            <a:xfrm>
              <a:off x="11040780" y="2798946"/>
              <a:ext cx="19819" cy="29713"/>
            </a:xfrm>
            <a:custGeom>
              <a:avLst/>
              <a:pathLst>
                <a:path w="19819" h="29713">
                  <a:moveTo>
                    <a:pt x="17021" y="1077"/>
                  </a:moveTo>
                  <a:lnTo>
                    <a:pt x="16043" y="1654"/>
                  </a:lnTo>
                  <a:lnTo>
                    <a:pt x="15040" y="4719"/>
                  </a:lnTo>
                  <a:lnTo>
                    <a:pt x="18430" y="6189"/>
                  </a:lnTo>
                  <a:lnTo>
                    <a:pt x="18768" y="7176"/>
                  </a:lnTo>
                  <a:lnTo>
                    <a:pt x="17185" y="11224"/>
                  </a:lnTo>
                  <a:lnTo>
                    <a:pt x="18491" y="13960"/>
                  </a:lnTo>
                  <a:lnTo>
                    <a:pt x="19447" y="14414"/>
                  </a:lnTo>
                  <a:lnTo>
                    <a:pt x="19819" y="14973"/>
                  </a:lnTo>
                  <a:lnTo>
                    <a:pt x="18602" y="17201"/>
                  </a:lnTo>
                  <a:lnTo>
                    <a:pt x="12817" y="24883"/>
                  </a:lnTo>
                  <a:lnTo>
                    <a:pt x="10700" y="25474"/>
                  </a:lnTo>
                  <a:lnTo>
                    <a:pt x="8453" y="25128"/>
                  </a:lnTo>
                  <a:lnTo>
                    <a:pt x="2766" y="29713"/>
                  </a:lnTo>
                  <a:lnTo>
                    <a:pt x="1088" y="29226"/>
                  </a:lnTo>
                  <a:lnTo>
                    <a:pt x="24" y="27800"/>
                  </a:lnTo>
                  <a:lnTo>
                    <a:pt x="0" y="26562"/>
                  </a:lnTo>
                  <a:lnTo>
                    <a:pt x="3666" y="24421"/>
                  </a:lnTo>
                  <a:lnTo>
                    <a:pt x="5074" y="21188"/>
                  </a:lnTo>
                  <a:lnTo>
                    <a:pt x="5999" y="15292"/>
                  </a:lnTo>
                  <a:lnTo>
                    <a:pt x="9827" y="8177"/>
                  </a:lnTo>
                  <a:lnTo>
                    <a:pt x="9186" y="6901"/>
                  </a:lnTo>
                  <a:lnTo>
                    <a:pt x="8184" y="6810"/>
                  </a:lnTo>
                  <a:lnTo>
                    <a:pt x="11309" y="2695"/>
                  </a:lnTo>
                  <a:lnTo>
                    <a:pt x="1081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0" name="ph9010"/>
            <p:cNvSpPr/>
            <p:nvPr/>
          </p:nvSpPr>
          <p:spPr>
            <a:xfrm>
              <a:off x="11183226" y="3037239"/>
              <a:ext cx="8528" cy="9052"/>
            </a:xfrm>
            <a:custGeom>
              <a:avLst/>
              <a:pathLst>
                <a:path w="8528" h="9052">
                  <a:moveTo>
                    <a:pt x="7784" y="0"/>
                  </a:moveTo>
                  <a:lnTo>
                    <a:pt x="8528" y="1991"/>
                  </a:lnTo>
                  <a:lnTo>
                    <a:pt x="6357" y="3885"/>
                  </a:lnTo>
                  <a:lnTo>
                    <a:pt x="7287" y="6262"/>
                  </a:lnTo>
                  <a:lnTo>
                    <a:pt x="770" y="9052"/>
                  </a:lnTo>
                  <a:lnTo>
                    <a:pt x="0" y="7665"/>
                  </a:lnTo>
                  <a:lnTo>
                    <a:pt x="707" y="7623"/>
                  </a:lnTo>
                  <a:lnTo>
                    <a:pt x="3068" y="4726"/>
                  </a:lnTo>
                  <a:lnTo>
                    <a:pt x="3144" y="2288"/>
                  </a:lnTo>
                  <a:lnTo>
                    <a:pt x="1457" y="22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1" name="ph9011"/>
            <p:cNvSpPr/>
            <p:nvPr/>
          </p:nvSpPr>
          <p:spPr>
            <a:xfrm>
              <a:off x="11208598" y="3015154"/>
              <a:ext cx="12017" cy="13333"/>
            </a:xfrm>
            <a:custGeom>
              <a:avLst/>
              <a:pathLst>
                <a:path w="12017" h="13333">
                  <a:moveTo>
                    <a:pt x="8133" y="816"/>
                  </a:moveTo>
                  <a:lnTo>
                    <a:pt x="12017" y="4036"/>
                  </a:lnTo>
                  <a:lnTo>
                    <a:pt x="9792" y="10427"/>
                  </a:lnTo>
                  <a:lnTo>
                    <a:pt x="8602" y="12127"/>
                  </a:lnTo>
                  <a:lnTo>
                    <a:pt x="8981" y="13333"/>
                  </a:lnTo>
                  <a:lnTo>
                    <a:pt x="2066" y="11528"/>
                  </a:lnTo>
                  <a:lnTo>
                    <a:pt x="714" y="8978"/>
                  </a:lnTo>
                  <a:lnTo>
                    <a:pt x="2575" y="6917"/>
                  </a:lnTo>
                  <a:lnTo>
                    <a:pt x="3883" y="7668"/>
                  </a:lnTo>
                  <a:lnTo>
                    <a:pt x="3611" y="4736"/>
                  </a:lnTo>
                  <a:lnTo>
                    <a:pt x="0" y="2013"/>
                  </a:lnTo>
                  <a:lnTo>
                    <a:pt x="3119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2" name="ph9012"/>
            <p:cNvSpPr/>
            <p:nvPr/>
          </p:nvSpPr>
          <p:spPr>
            <a:xfrm>
              <a:off x="11206366" y="2892639"/>
              <a:ext cx="14859" cy="14431"/>
            </a:xfrm>
            <a:custGeom>
              <a:avLst/>
              <a:pathLst>
                <a:path w="14859" h="14431">
                  <a:moveTo>
                    <a:pt x="12578" y="286"/>
                  </a:moveTo>
                  <a:lnTo>
                    <a:pt x="14015" y="1831"/>
                  </a:lnTo>
                  <a:lnTo>
                    <a:pt x="13024" y="2527"/>
                  </a:lnTo>
                  <a:lnTo>
                    <a:pt x="13384" y="3522"/>
                  </a:lnTo>
                  <a:lnTo>
                    <a:pt x="14859" y="2741"/>
                  </a:lnTo>
                  <a:lnTo>
                    <a:pt x="10742" y="9653"/>
                  </a:lnTo>
                  <a:lnTo>
                    <a:pt x="10761" y="10920"/>
                  </a:lnTo>
                  <a:lnTo>
                    <a:pt x="9298" y="13994"/>
                  </a:lnTo>
                  <a:lnTo>
                    <a:pt x="7923" y="14431"/>
                  </a:lnTo>
                  <a:lnTo>
                    <a:pt x="1664" y="13860"/>
                  </a:lnTo>
                  <a:lnTo>
                    <a:pt x="62" y="11178"/>
                  </a:lnTo>
                  <a:lnTo>
                    <a:pt x="0" y="9336"/>
                  </a:lnTo>
                  <a:lnTo>
                    <a:pt x="3977" y="2019"/>
                  </a:lnTo>
                  <a:lnTo>
                    <a:pt x="7012" y="562"/>
                  </a:lnTo>
                  <a:lnTo>
                    <a:pt x="8799" y="2385"/>
                  </a:lnTo>
                  <a:lnTo>
                    <a:pt x="1053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3" name="ph9013"/>
            <p:cNvSpPr/>
            <p:nvPr/>
          </p:nvSpPr>
          <p:spPr>
            <a:xfrm>
              <a:off x="11023537" y="2814238"/>
              <a:ext cx="23242" cy="26025"/>
            </a:xfrm>
            <a:custGeom>
              <a:avLst/>
              <a:pathLst>
                <a:path w="23242" h="26025">
                  <a:moveTo>
                    <a:pt x="23242" y="0"/>
                  </a:moveTo>
                  <a:lnTo>
                    <a:pt x="22317" y="5895"/>
                  </a:lnTo>
                  <a:lnTo>
                    <a:pt x="20908" y="9129"/>
                  </a:lnTo>
                  <a:lnTo>
                    <a:pt x="17242" y="11269"/>
                  </a:lnTo>
                  <a:lnTo>
                    <a:pt x="17267" y="12507"/>
                  </a:lnTo>
                  <a:lnTo>
                    <a:pt x="18331" y="13934"/>
                  </a:lnTo>
                  <a:lnTo>
                    <a:pt x="20008" y="14421"/>
                  </a:lnTo>
                  <a:lnTo>
                    <a:pt x="14313" y="20006"/>
                  </a:lnTo>
                  <a:lnTo>
                    <a:pt x="14189" y="22022"/>
                  </a:lnTo>
                  <a:lnTo>
                    <a:pt x="13472" y="23237"/>
                  </a:lnTo>
                  <a:lnTo>
                    <a:pt x="9505" y="25590"/>
                  </a:lnTo>
                  <a:lnTo>
                    <a:pt x="6537" y="25325"/>
                  </a:lnTo>
                  <a:lnTo>
                    <a:pt x="5061" y="24447"/>
                  </a:lnTo>
                  <a:lnTo>
                    <a:pt x="1207" y="26025"/>
                  </a:lnTo>
                  <a:lnTo>
                    <a:pt x="0" y="25827"/>
                  </a:lnTo>
                  <a:lnTo>
                    <a:pt x="231" y="22299"/>
                  </a:lnTo>
                  <a:lnTo>
                    <a:pt x="3510" y="18342"/>
                  </a:lnTo>
                  <a:lnTo>
                    <a:pt x="4327" y="15908"/>
                  </a:lnTo>
                  <a:lnTo>
                    <a:pt x="1241" y="12305"/>
                  </a:lnTo>
                  <a:lnTo>
                    <a:pt x="1282" y="11053"/>
                  </a:lnTo>
                  <a:lnTo>
                    <a:pt x="1891" y="9586"/>
                  </a:lnTo>
                  <a:lnTo>
                    <a:pt x="4727" y="8818"/>
                  </a:lnTo>
                  <a:lnTo>
                    <a:pt x="11545" y="746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4" name="ph9014"/>
            <p:cNvSpPr/>
            <p:nvPr/>
          </p:nvSpPr>
          <p:spPr>
            <a:xfrm>
              <a:off x="11354114" y="3040360"/>
              <a:ext cx="13774" cy="17028"/>
            </a:xfrm>
            <a:custGeom>
              <a:avLst/>
              <a:pathLst>
                <a:path w="13774" h="17028">
                  <a:moveTo>
                    <a:pt x="4187" y="1514"/>
                  </a:moveTo>
                  <a:lnTo>
                    <a:pt x="10063" y="905"/>
                  </a:lnTo>
                  <a:lnTo>
                    <a:pt x="12915" y="1663"/>
                  </a:lnTo>
                  <a:lnTo>
                    <a:pt x="13774" y="4922"/>
                  </a:lnTo>
                  <a:lnTo>
                    <a:pt x="13004" y="7667"/>
                  </a:lnTo>
                  <a:lnTo>
                    <a:pt x="11050" y="7856"/>
                  </a:lnTo>
                  <a:lnTo>
                    <a:pt x="10087" y="9594"/>
                  </a:lnTo>
                  <a:lnTo>
                    <a:pt x="9623" y="17028"/>
                  </a:lnTo>
                  <a:lnTo>
                    <a:pt x="6031" y="15897"/>
                  </a:lnTo>
                  <a:lnTo>
                    <a:pt x="6049" y="12922"/>
                  </a:lnTo>
                  <a:lnTo>
                    <a:pt x="4661" y="10389"/>
                  </a:lnTo>
                  <a:lnTo>
                    <a:pt x="2427" y="8443"/>
                  </a:lnTo>
                  <a:lnTo>
                    <a:pt x="224" y="3745"/>
                  </a:lnTo>
                  <a:lnTo>
                    <a:pt x="0" y="2105"/>
                  </a:lnTo>
                  <a:lnTo>
                    <a:pt x="338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5" name="ph9015"/>
            <p:cNvSpPr/>
            <p:nvPr/>
          </p:nvSpPr>
          <p:spPr>
            <a:xfrm>
              <a:off x="11188079" y="2995745"/>
              <a:ext cx="7291" cy="7171"/>
            </a:xfrm>
            <a:custGeom>
              <a:avLst/>
              <a:pathLst>
                <a:path w="7291" h="7171">
                  <a:moveTo>
                    <a:pt x="3362" y="2956"/>
                  </a:moveTo>
                  <a:lnTo>
                    <a:pt x="5925" y="2129"/>
                  </a:lnTo>
                  <a:lnTo>
                    <a:pt x="7291" y="4905"/>
                  </a:lnTo>
                  <a:lnTo>
                    <a:pt x="4518" y="7171"/>
                  </a:lnTo>
                  <a:lnTo>
                    <a:pt x="2965" y="4601"/>
                  </a:lnTo>
                  <a:lnTo>
                    <a:pt x="419" y="3102"/>
                  </a:lnTo>
                  <a:lnTo>
                    <a:pt x="0" y="2204"/>
                  </a:lnTo>
                  <a:lnTo>
                    <a:pt x="23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6" name="ph9016"/>
            <p:cNvSpPr/>
            <p:nvPr/>
          </p:nvSpPr>
          <p:spPr>
            <a:xfrm>
              <a:off x="11203943" y="2985190"/>
              <a:ext cx="40533" cy="13196"/>
            </a:xfrm>
            <a:custGeom>
              <a:avLst/>
              <a:pathLst>
                <a:path w="40533" h="13196">
                  <a:moveTo>
                    <a:pt x="5501" y="1021"/>
                  </a:moveTo>
                  <a:lnTo>
                    <a:pt x="14079" y="5717"/>
                  </a:lnTo>
                  <a:lnTo>
                    <a:pt x="18450" y="6611"/>
                  </a:lnTo>
                  <a:lnTo>
                    <a:pt x="21999" y="6749"/>
                  </a:lnTo>
                  <a:lnTo>
                    <a:pt x="22824" y="6070"/>
                  </a:lnTo>
                  <a:lnTo>
                    <a:pt x="26868" y="6377"/>
                  </a:lnTo>
                  <a:lnTo>
                    <a:pt x="29161" y="5174"/>
                  </a:lnTo>
                  <a:lnTo>
                    <a:pt x="36269" y="4793"/>
                  </a:lnTo>
                  <a:lnTo>
                    <a:pt x="37174" y="5509"/>
                  </a:lnTo>
                  <a:lnTo>
                    <a:pt x="36553" y="6051"/>
                  </a:lnTo>
                  <a:lnTo>
                    <a:pt x="35766" y="6605"/>
                  </a:lnTo>
                  <a:lnTo>
                    <a:pt x="34192" y="6405"/>
                  </a:lnTo>
                  <a:lnTo>
                    <a:pt x="40533" y="9476"/>
                  </a:lnTo>
                  <a:lnTo>
                    <a:pt x="39085" y="10095"/>
                  </a:lnTo>
                  <a:lnTo>
                    <a:pt x="37719" y="8701"/>
                  </a:lnTo>
                  <a:lnTo>
                    <a:pt x="35873" y="8537"/>
                  </a:lnTo>
                  <a:lnTo>
                    <a:pt x="27646" y="9469"/>
                  </a:lnTo>
                  <a:lnTo>
                    <a:pt x="20432" y="12928"/>
                  </a:lnTo>
                  <a:lnTo>
                    <a:pt x="13406" y="13196"/>
                  </a:lnTo>
                  <a:lnTo>
                    <a:pt x="9463" y="12593"/>
                  </a:lnTo>
                  <a:lnTo>
                    <a:pt x="4573" y="6640"/>
                  </a:lnTo>
                  <a:lnTo>
                    <a:pt x="1585" y="4383"/>
                  </a:lnTo>
                  <a:lnTo>
                    <a:pt x="0" y="1286"/>
                  </a:lnTo>
                  <a:lnTo>
                    <a:pt x="201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7" name="ph9017"/>
            <p:cNvSpPr/>
            <p:nvPr/>
          </p:nvSpPr>
          <p:spPr>
            <a:xfrm>
              <a:off x="11024323" y="2792426"/>
              <a:ext cx="27766" cy="14891"/>
            </a:xfrm>
            <a:custGeom>
              <a:avLst/>
              <a:pathLst>
                <a:path w="27766" h="14891">
                  <a:moveTo>
                    <a:pt x="19030" y="358"/>
                  </a:moveTo>
                  <a:lnTo>
                    <a:pt x="20053" y="739"/>
                  </a:lnTo>
                  <a:lnTo>
                    <a:pt x="20667" y="383"/>
                  </a:lnTo>
                  <a:lnTo>
                    <a:pt x="21735" y="1402"/>
                  </a:lnTo>
                  <a:lnTo>
                    <a:pt x="21936" y="3329"/>
                  </a:lnTo>
                  <a:lnTo>
                    <a:pt x="23329" y="4714"/>
                  </a:lnTo>
                  <a:lnTo>
                    <a:pt x="25504" y="6316"/>
                  </a:lnTo>
                  <a:lnTo>
                    <a:pt x="27274" y="6519"/>
                  </a:lnTo>
                  <a:lnTo>
                    <a:pt x="27766" y="9215"/>
                  </a:lnTo>
                  <a:lnTo>
                    <a:pt x="24641" y="13330"/>
                  </a:lnTo>
                  <a:lnTo>
                    <a:pt x="16265" y="14891"/>
                  </a:lnTo>
                  <a:lnTo>
                    <a:pt x="14097" y="13017"/>
                  </a:lnTo>
                  <a:lnTo>
                    <a:pt x="15101" y="12050"/>
                  </a:lnTo>
                  <a:lnTo>
                    <a:pt x="14798" y="11213"/>
                  </a:lnTo>
                  <a:lnTo>
                    <a:pt x="12625" y="11806"/>
                  </a:lnTo>
                  <a:lnTo>
                    <a:pt x="10531" y="13411"/>
                  </a:lnTo>
                  <a:lnTo>
                    <a:pt x="7005" y="13307"/>
                  </a:lnTo>
                  <a:lnTo>
                    <a:pt x="0" y="9937"/>
                  </a:lnTo>
                  <a:lnTo>
                    <a:pt x="316" y="6059"/>
                  </a:lnTo>
                  <a:lnTo>
                    <a:pt x="9339" y="0"/>
                  </a:lnTo>
                  <a:lnTo>
                    <a:pt x="11102" y="161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8" name="ph9018"/>
            <p:cNvSpPr/>
            <p:nvPr/>
          </p:nvSpPr>
          <p:spPr>
            <a:xfrm>
              <a:off x="11505142" y="3080955"/>
              <a:ext cx="25678" cy="29137"/>
            </a:xfrm>
            <a:custGeom>
              <a:avLst/>
              <a:pathLst>
                <a:path w="25678" h="29137">
                  <a:moveTo>
                    <a:pt x="16382" y="0"/>
                  </a:moveTo>
                  <a:lnTo>
                    <a:pt x="16505" y="1679"/>
                  </a:lnTo>
                  <a:lnTo>
                    <a:pt x="17184" y="5471"/>
                  </a:lnTo>
                  <a:lnTo>
                    <a:pt x="19523" y="4475"/>
                  </a:lnTo>
                  <a:lnTo>
                    <a:pt x="20749" y="5994"/>
                  </a:lnTo>
                  <a:lnTo>
                    <a:pt x="20851" y="11742"/>
                  </a:lnTo>
                  <a:lnTo>
                    <a:pt x="24241" y="23791"/>
                  </a:lnTo>
                  <a:lnTo>
                    <a:pt x="24954" y="23841"/>
                  </a:lnTo>
                  <a:lnTo>
                    <a:pt x="25678" y="26343"/>
                  </a:lnTo>
                  <a:lnTo>
                    <a:pt x="22530" y="28892"/>
                  </a:lnTo>
                  <a:lnTo>
                    <a:pt x="20974" y="29137"/>
                  </a:lnTo>
                  <a:lnTo>
                    <a:pt x="15059" y="27430"/>
                  </a:lnTo>
                  <a:lnTo>
                    <a:pt x="10169" y="27008"/>
                  </a:lnTo>
                  <a:lnTo>
                    <a:pt x="7461" y="25515"/>
                  </a:lnTo>
                  <a:lnTo>
                    <a:pt x="7493" y="21091"/>
                  </a:lnTo>
                  <a:lnTo>
                    <a:pt x="4661" y="19868"/>
                  </a:lnTo>
                  <a:lnTo>
                    <a:pt x="1263" y="20357"/>
                  </a:lnTo>
                  <a:lnTo>
                    <a:pt x="0" y="18920"/>
                  </a:lnTo>
                  <a:lnTo>
                    <a:pt x="2808" y="17837"/>
                  </a:lnTo>
                  <a:lnTo>
                    <a:pt x="4655" y="15693"/>
                  </a:lnTo>
                  <a:lnTo>
                    <a:pt x="6243" y="9761"/>
                  </a:lnTo>
                  <a:lnTo>
                    <a:pt x="4018" y="5102"/>
                  </a:lnTo>
                  <a:lnTo>
                    <a:pt x="4011" y="364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9" name="ph9019"/>
            <p:cNvSpPr/>
            <p:nvPr/>
          </p:nvSpPr>
          <p:spPr>
            <a:xfrm>
              <a:off x="11273739" y="3066786"/>
              <a:ext cx="32143" cy="29954"/>
            </a:xfrm>
            <a:custGeom>
              <a:avLst/>
              <a:pathLst>
                <a:path w="32143" h="29954">
                  <a:moveTo>
                    <a:pt x="28161" y="1523"/>
                  </a:moveTo>
                  <a:lnTo>
                    <a:pt x="32143" y="3683"/>
                  </a:lnTo>
                  <a:lnTo>
                    <a:pt x="32125" y="5178"/>
                  </a:lnTo>
                  <a:lnTo>
                    <a:pt x="29816" y="5409"/>
                  </a:lnTo>
                  <a:lnTo>
                    <a:pt x="24003" y="11322"/>
                  </a:lnTo>
                  <a:lnTo>
                    <a:pt x="28281" y="19749"/>
                  </a:lnTo>
                  <a:lnTo>
                    <a:pt x="26951" y="24648"/>
                  </a:lnTo>
                  <a:lnTo>
                    <a:pt x="24692" y="27033"/>
                  </a:lnTo>
                  <a:lnTo>
                    <a:pt x="19197" y="28475"/>
                  </a:lnTo>
                  <a:lnTo>
                    <a:pt x="17441" y="27501"/>
                  </a:lnTo>
                  <a:lnTo>
                    <a:pt x="15186" y="27963"/>
                  </a:lnTo>
                  <a:lnTo>
                    <a:pt x="15427" y="28431"/>
                  </a:lnTo>
                  <a:lnTo>
                    <a:pt x="11866" y="29954"/>
                  </a:lnTo>
                  <a:lnTo>
                    <a:pt x="8619" y="28312"/>
                  </a:lnTo>
                  <a:lnTo>
                    <a:pt x="4238" y="24341"/>
                  </a:lnTo>
                  <a:lnTo>
                    <a:pt x="2943" y="15946"/>
                  </a:lnTo>
                  <a:lnTo>
                    <a:pt x="1695" y="14114"/>
                  </a:lnTo>
                  <a:lnTo>
                    <a:pt x="807" y="13974"/>
                  </a:lnTo>
                  <a:lnTo>
                    <a:pt x="0" y="7768"/>
                  </a:lnTo>
                  <a:lnTo>
                    <a:pt x="4129" y="2404"/>
                  </a:lnTo>
                  <a:lnTo>
                    <a:pt x="14006" y="4586"/>
                  </a:lnTo>
                  <a:lnTo>
                    <a:pt x="15418" y="4160"/>
                  </a:lnTo>
                  <a:lnTo>
                    <a:pt x="16702" y="1586"/>
                  </a:lnTo>
                  <a:lnTo>
                    <a:pt x="2008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0" name="ph9020"/>
            <p:cNvSpPr/>
            <p:nvPr/>
          </p:nvSpPr>
          <p:spPr>
            <a:xfrm>
              <a:off x="11332199" y="3063156"/>
              <a:ext cx="16648" cy="26499"/>
            </a:xfrm>
            <a:custGeom>
              <a:avLst/>
              <a:pathLst>
                <a:path w="16648" h="26499">
                  <a:moveTo>
                    <a:pt x="2853" y="0"/>
                  </a:moveTo>
                  <a:lnTo>
                    <a:pt x="4539" y="1243"/>
                  </a:lnTo>
                  <a:lnTo>
                    <a:pt x="4841" y="2236"/>
                  </a:lnTo>
                  <a:lnTo>
                    <a:pt x="14222" y="6858"/>
                  </a:lnTo>
                  <a:lnTo>
                    <a:pt x="16648" y="9234"/>
                  </a:lnTo>
                  <a:lnTo>
                    <a:pt x="15048" y="9931"/>
                  </a:lnTo>
                  <a:lnTo>
                    <a:pt x="14152" y="14187"/>
                  </a:lnTo>
                  <a:lnTo>
                    <a:pt x="14420" y="15051"/>
                  </a:lnTo>
                  <a:lnTo>
                    <a:pt x="16622" y="15430"/>
                  </a:lnTo>
                  <a:lnTo>
                    <a:pt x="16487" y="18362"/>
                  </a:lnTo>
                  <a:lnTo>
                    <a:pt x="15524" y="20548"/>
                  </a:lnTo>
                  <a:lnTo>
                    <a:pt x="8439" y="26499"/>
                  </a:lnTo>
                  <a:lnTo>
                    <a:pt x="5541" y="24719"/>
                  </a:lnTo>
                  <a:lnTo>
                    <a:pt x="3659" y="20800"/>
                  </a:lnTo>
                  <a:lnTo>
                    <a:pt x="1256" y="20366"/>
                  </a:lnTo>
                  <a:lnTo>
                    <a:pt x="0" y="18602"/>
                  </a:lnTo>
                  <a:lnTo>
                    <a:pt x="2437" y="14825"/>
                  </a:lnTo>
                  <a:lnTo>
                    <a:pt x="826" y="11668"/>
                  </a:lnTo>
                  <a:lnTo>
                    <a:pt x="623" y="4739"/>
                  </a:lnTo>
                  <a:lnTo>
                    <a:pt x="1479" y="4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1" name="ph9021"/>
            <p:cNvSpPr/>
            <p:nvPr/>
          </p:nvSpPr>
          <p:spPr>
            <a:xfrm>
              <a:off x="11189584" y="3027596"/>
              <a:ext cx="22378" cy="30528"/>
            </a:xfrm>
            <a:custGeom>
              <a:avLst/>
              <a:pathLst>
                <a:path w="22378" h="30528">
                  <a:moveTo>
                    <a:pt x="9829" y="0"/>
                  </a:moveTo>
                  <a:lnTo>
                    <a:pt x="10847" y="66"/>
                  </a:lnTo>
                  <a:lnTo>
                    <a:pt x="10908" y="881"/>
                  </a:lnTo>
                  <a:lnTo>
                    <a:pt x="10554" y="1836"/>
                  </a:lnTo>
                  <a:lnTo>
                    <a:pt x="9851" y="1769"/>
                  </a:lnTo>
                  <a:lnTo>
                    <a:pt x="9882" y="3156"/>
                  </a:lnTo>
                  <a:lnTo>
                    <a:pt x="12375" y="2369"/>
                  </a:lnTo>
                  <a:lnTo>
                    <a:pt x="15898" y="4155"/>
                  </a:lnTo>
                  <a:lnTo>
                    <a:pt x="17840" y="15240"/>
                  </a:lnTo>
                  <a:lnTo>
                    <a:pt x="16734" y="16599"/>
                  </a:lnTo>
                  <a:lnTo>
                    <a:pt x="16933" y="18407"/>
                  </a:lnTo>
                  <a:lnTo>
                    <a:pt x="22378" y="22648"/>
                  </a:lnTo>
                  <a:lnTo>
                    <a:pt x="21777" y="26061"/>
                  </a:lnTo>
                  <a:lnTo>
                    <a:pt x="18945" y="30185"/>
                  </a:lnTo>
                  <a:lnTo>
                    <a:pt x="18135" y="30528"/>
                  </a:lnTo>
                  <a:lnTo>
                    <a:pt x="8974" y="27194"/>
                  </a:lnTo>
                  <a:lnTo>
                    <a:pt x="4160" y="30392"/>
                  </a:lnTo>
                  <a:lnTo>
                    <a:pt x="3842" y="29997"/>
                  </a:lnTo>
                  <a:lnTo>
                    <a:pt x="6536" y="27333"/>
                  </a:lnTo>
                  <a:lnTo>
                    <a:pt x="10531" y="26139"/>
                  </a:lnTo>
                  <a:lnTo>
                    <a:pt x="11231" y="24716"/>
                  </a:lnTo>
                  <a:lnTo>
                    <a:pt x="10571" y="20131"/>
                  </a:lnTo>
                  <a:lnTo>
                    <a:pt x="9005" y="16146"/>
                  </a:lnTo>
                  <a:lnTo>
                    <a:pt x="7931" y="15777"/>
                  </a:lnTo>
                  <a:lnTo>
                    <a:pt x="5876" y="16446"/>
                  </a:lnTo>
                  <a:lnTo>
                    <a:pt x="8307" y="17846"/>
                  </a:lnTo>
                  <a:lnTo>
                    <a:pt x="6295" y="18301"/>
                  </a:lnTo>
                  <a:lnTo>
                    <a:pt x="5531" y="17430"/>
                  </a:lnTo>
                  <a:lnTo>
                    <a:pt x="3725" y="18753"/>
                  </a:lnTo>
                  <a:lnTo>
                    <a:pt x="2126" y="17937"/>
                  </a:lnTo>
                  <a:lnTo>
                    <a:pt x="929" y="15904"/>
                  </a:lnTo>
                  <a:lnTo>
                    <a:pt x="0" y="13528"/>
                  </a:lnTo>
                  <a:lnTo>
                    <a:pt x="2170" y="11634"/>
                  </a:lnTo>
                  <a:lnTo>
                    <a:pt x="1427" y="9642"/>
                  </a:lnTo>
                  <a:lnTo>
                    <a:pt x="3785" y="9478"/>
                  </a:lnTo>
                  <a:lnTo>
                    <a:pt x="8140" y="3514"/>
                  </a:lnTo>
                  <a:lnTo>
                    <a:pt x="6948" y="140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2" name="ph9022"/>
            <p:cNvSpPr/>
            <p:nvPr/>
          </p:nvSpPr>
          <p:spPr>
            <a:xfrm>
              <a:off x="11256607" y="3004664"/>
              <a:ext cx="51756" cy="41185"/>
            </a:xfrm>
            <a:custGeom>
              <a:avLst/>
              <a:pathLst>
                <a:path w="51756" h="41185">
                  <a:moveTo>
                    <a:pt x="42194" y="265"/>
                  </a:moveTo>
                  <a:lnTo>
                    <a:pt x="45837" y="0"/>
                  </a:lnTo>
                  <a:lnTo>
                    <a:pt x="44799" y="4880"/>
                  </a:lnTo>
                  <a:lnTo>
                    <a:pt x="46044" y="6549"/>
                  </a:lnTo>
                  <a:lnTo>
                    <a:pt x="50160" y="6437"/>
                  </a:lnTo>
                  <a:lnTo>
                    <a:pt x="50824" y="9792"/>
                  </a:lnTo>
                  <a:lnTo>
                    <a:pt x="50546" y="12223"/>
                  </a:lnTo>
                  <a:lnTo>
                    <a:pt x="49068" y="13431"/>
                  </a:lnTo>
                  <a:lnTo>
                    <a:pt x="49466" y="16339"/>
                  </a:lnTo>
                  <a:lnTo>
                    <a:pt x="51756" y="16386"/>
                  </a:lnTo>
                  <a:lnTo>
                    <a:pt x="51703" y="17349"/>
                  </a:lnTo>
                  <a:lnTo>
                    <a:pt x="46070" y="22328"/>
                  </a:lnTo>
                  <a:lnTo>
                    <a:pt x="45167" y="24142"/>
                  </a:lnTo>
                  <a:lnTo>
                    <a:pt x="44221" y="32033"/>
                  </a:lnTo>
                  <a:lnTo>
                    <a:pt x="44989" y="36002"/>
                  </a:lnTo>
                  <a:lnTo>
                    <a:pt x="46601" y="38688"/>
                  </a:lnTo>
                  <a:lnTo>
                    <a:pt x="45961" y="41185"/>
                  </a:lnTo>
                  <a:lnTo>
                    <a:pt x="34757" y="39497"/>
                  </a:lnTo>
                  <a:lnTo>
                    <a:pt x="31633" y="35954"/>
                  </a:lnTo>
                  <a:lnTo>
                    <a:pt x="29607" y="34973"/>
                  </a:lnTo>
                  <a:lnTo>
                    <a:pt x="23772" y="35920"/>
                  </a:lnTo>
                  <a:lnTo>
                    <a:pt x="18027" y="33645"/>
                  </a:lnTo>
                  <a:lnTo>
                    <a:pt x="12373" y="33971"/>
                  </a:lnTo>
                  <a:lnTo>
                    <a:pt x="8524" y="30782"/>
                  </a:lnTo>
                  <a:lnTo>
                    <a:pt x="730" y="32127"/>
                  </a:lnTo>
                  <a:lnTo>
                    <a:pt x="48" y="31162"/>
                  </a:lnTo>
                  <a:lnTo>
                    <a:pt x="0" y="26161"/>
                  </a:lnTo>
                  <a:lnTo>
                    <a:pt x="1656" y="26131"/>
                  </a:lnTo>
                  <a:lnTo>
                    <a:pt x="3252" y="24925"/>
                  </a:lnTo>
                  <a:lnTo>
                    <a:pt x="1312" y="22049"/>
                  </a:lnTo>
                  <a:lnTo>
                    <a:pt x="4021" y="20578"/>
                  </a:lnTo>
                  <a:lnTo>
                    <a:pt x="10594" y="18674"/>
                  </a:lnTo>
                  <a:lnTo>
                    <a:pt x="17457" y="20021"/>
                  </a:lnTo>
                  <a:lnTo>
                    <a:pt x="18695" y="18306"/>
                  </a:lnTo>
                  <a:lnTo>
                    <a:pt x="18396" y="16718"/>
                  </a:lnTo>
                  <a:lnTo>
                    <a:pt x="21271" y="14508"/>
                  </a:lnTo>
                  <a:lnTo>
                    <a:pt x="27960" y="12437"/>
                  </a:lnTo>
                  <a:lnTo>
                    <a:pt x="29328" y="11817"/>
                  </a:lnTo>
                  <a:lnTo>
                    <a:pt x="31056" y="12651"/>
                  </a:lnTo>
                  <a:lnTo>
                    <a:pt x="32240" y="12339"/>
                  </a:lnTo>
                  <a:lnTo>
                    <a:pt x="33723" y="10166"/>
                  </a:lnTo>
                  <a:lnTo>
                    <a:pt x="34902" y="5650"/>
                  </a:lnTo>
                  <a:lnTo>
                    <a:pt x="38610" y="152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3" name="ph9023"/>
            <p:cNvSpPr/>
            <p:nvPr/>
          </p:nvSpPr>
          <p:spPr>
            <a:xfrm>
              <a:off x="11187589" y="2932840"/>
              <a:ext cx="7540" cy="8560"/>
            </a:xfrm>
            <a:custGeom>
              <a:avLst/>
              <a:pathLst>
                <a:path w="7540" h="8560">
                  <a:moveTo>
                    <a:pt x="6515" y="1268"/>
                  </a:moveTo>
                  <a:lnTo>
                    <a:pt x="6324" y="5304"/>
                  </a:lnTo>
                  <a:lnTo>
                    <a:pt x="7540" y="7560"/>
                  </a:lnTo>
                  <a:lnTo>
                    <a:pt x="5618" y="8560"/>
                  </a:lnTo>
                  <a:lnTo>
                    <a:pt x="2051" y="8192"/>
                  </a:lnTo>
                  <a:lnTo>
                    <a:pt x="0" y="6910"/>
                  </a:lnTo>
                  <a:lnTo>
                    <a:pt x="1818" y="117"/>
                  </a:lnTo>
                  <a:lnTo>
                    <a:pt x="262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4" name="ph9024"/>
            <p:cNvSpPr/>
            <p:nvPr/>
          </p:nvSpPr>
          <p:spPr>
            <a:xfrm>
              <a:off x="11157142" y="2868824"/>
              <a:ext cx="20517" cy="24029"/>
            </a:xfrm>
            <a:custGeom>
              <a:avLst/>
              <a:pathLst>
                <a:path w="20517" h="24029">
                  <a:moveTo>
                    <a:pt x="16508" y="0"/>
                  </a:moveTo>
                  <a:lnTo>
                    <a:pt x="16929" y="1890"/>
                  </a:lnTo>
                  <a:lnTo>
                    <a:pt x="20517" y="8146"/>
                  </a:lnTo>
                  <a:lnTo>
                    <a:pt x="14684" y="12307"/>
                  </a:lnTo>
                  <a:lnTo>
                    <a:pt x="10816" y="16309"/>
                  </a:lnTo>
                  <a:lnTo>
                    <a:pt x="7000" y="22424"/>
                  </a:lnTo>
                  <a:lnTo>
                    <a:pt x="5314" y="24029"/>
                  </a:lnTo>
                  <a:lnTo>
                    <a:pt x="1559" y="22982"/>
                  </a:lnTo>
                  <a:lnTo>
                    <a:pt x="63" y="21099"/>
                  </a:lnTo>
                  <a:lnTo>
                    <a:pt x="0" y="19848"/>
                  </a:lnTo>
                  <a:lnTo>
                    <a:pt x="836" y="17670"/>
                  </a:lnTo>
                  <a:lnTo>
                    <a:pt x="6732" y="13017"/>
                  </a:lnTo>
                  <a:lnTo>
                    <a:pt x="7066" y="11738"/>
                  </a:lnTo>
                  <a:lnTo>
                    <a:pt x="6205" y="9877"/>
                  </a:lnTo>
                  <a:lnTo>
                    <a:pt x="9299" y="4797"/>
                  </a:lnTo>
                  <a:lnTo>
                    <a:pt x="13772" y="25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5" name="ph9025"/>
            <p:cNvSpPr/>
            <p:nvPr/>
          </p:nvSpPr>
          <p:spPr>
            <a:xfrm>
              <a:off x="11011991" y="2784473"/>
              <a:ext cx="24844" cy="22266"/>
            </a:xfrm>
            <a:custGeom>
              <a:avLst/>
              <a:pathLst>
                <a:path w="24844" h="22266">
                  <a:moveTo>
                    <a:pt x="21288" y="0"/>
                  </a:moveTo>
                  <a:lnTo>
                    <a:pt x="20512" y="3452"/>
                  </a:lnTo>
                  <a:lnTo>
                    <a:pt x="23402" y="4160"/>
                  </a:lnTo>
                  <a:lnTo>
                    <a:pt x="24844" y="6458"/>
                  </a:lnTo>
                  <a:lnTo>
                    <a:pt x="21671" y="7953"/>
                  </a:lnTo>
                  <a:lnTo>
                    <a:pt x="12648" y="14013"/>
                  </a:lnTo>
                  <a:lnTo>
                    <a:pt x="8180" y="18725"/>
                  </a:lnTo>
                  <a:lnTo>
                    <a:pt x="1705" y="22266"/>
                  </a:lnTo>
                  <a:lnTo>
                    <a:pt x="0" y="20919"/>
                  </a:lnTo>
                  <a:lnTo>
                    <a:pt x="838" y="18545"/>
                  </a:lnTo>
                  <a:lnTo>
                    <a:pt x="3531" y="15532"/>
                  </a:lnTo>
                  <a:lnTo>
                    <a:pt x="3959" y="16215"/>
                  </a:lnTo>
                  <a:lnTo>
                    <a:pt x="9932" y="13793"/>
                  </a:lnTo>
                  <a:lnTo>
                    <a:pt x="8236" y="11385"/>
                  </a:lnTo>
                  <a:lnTo>
                    <a:pt x="8322" y="9806"/>
                  </a:lnTo>
                  <a:lnTo>
                    <a:pt x="10364" y="3907"/>
                  </a:lnTo>
                  <a:lnTo>
                    <a:pt x="12392" y="2038"/>
                  </a:lnTo>
                  <a:lnTo>
                    <a:pt x="15573" y="1046"/>
                  </a:lnTo>
                  <a:lnTo>
                    <a:pt x="19727" y="99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6" name="ph9026"/>
            <p:cNvSpPr/>
            <p:nvPr/>
          </p:nvSpPr>
          <p:spPr>
            <a:xfrm>
              <a:off x="11340968" y="3071027"/>
              <a:ext cx="37948" cy="58259"/>
            </a:xfrm>
            <a:custGeom>
              <a:avLst/>
              <a:pathLst>
                <a:path w="37948" h="58259">
                  <a:moveTo>
                    <a:pt x="17786" y="0"/>
                  </a:moveTo>
                  <a:lnTo>
                    <a:pt x="19234" y="3217"/>
                  </a:lnTo>
                  <a:lnTo>
                    <a:pt x="19109" y="3750"/>
                  </a:lnTo>
                  <a:lnTo>
                    <a:pt x="22186" y="5408"/>
                  </a:lnTo>
                  <a:lnTo>
                    <a:pt x="24431" y="9927"/>
                  </a:lnTo>
                  <a:lnTo>
                    <a:pt x="22638" y="12218"/>
                  </a:lnTo>
                  <a:lnTo>
                    <a:pt x="22787" y="13308"/>
                  </a:lnTo>
                  <a:lnTo>
                    <a:pt x="24445" y="14326"/>
                  </a:lnTo>
                  <a:lnTo>
                    <a:pt x="29077" y="12899"/>
                  </a:lnTo>
                  <a:lnTo>
                    <a:pt x="31862" y="13590"/>
                  </a:lnTo>
                  <a:lnTo>
                    <a:pt x="30680" y="14044"/>
                  </a:lnTo>
                  <a:lnTo>
                    <a:pt x="30988" y="16544"/>
                  </a:lnTo>
                  <a:lnTo>
                    <a:pt x="37948" y="15515"/>
                  </a:lnTo>
                  <a:lnTo>
                    <a:pt x="37294" y="17093"/>
                  </a:lnTo>
                  <a:lnTo>
                    <a:pt x="35264" y="17335"/>
                  </a:lnTo>
                  <a:lnTo>
                    <a:pt x="34602" y="18996"/>
                  </a:lnTo>
                  <a:lnTo>
                    <a:pt x="35783" y="20831"/>
                  </a:lnTo>
                  <a:lnTo>
                    <a:pt x="37416" y="21341"/>
                  </a:lnTo>
                  <a:lnTo>
                    <a:pt x="30384" y="23461"/>
                  </a:lnTo>
                  <a:lnTo>
                    <a:pt x="26930" y="19976"/>
                  </a:lnTo>
                  <a:lnTo>
                    <a:pt x="23653" y="25227"/>
                  </a:lnTo>
                  <a:lnTo>
                    <a:pt x="22992" y="29124"/>
                  </a:lnTo>
                  <a:lnTo>
                    <a:pt x="32998" y="41171"/>
                  </a:lnTo>
                  <a:lnTo>
                    <a:pt x="33498" y="47571"/>
                  </a:lnTo>
                  <a:lnTo>
                    <a:pt x="30794" y="52269"/>
                  </a:lnTo>
                  <a:lnTo>
                    <a:pt x="23636" y="55355"/>
                  </a:lnTo>
                  <a:lnTo>
                    <a:pt x="22353" y="54500"/>
                  </a:lnTo>
                  <a:lnTo>
                    <a:pt x="19788" y="55181"/>
                  </a:lnTo>
                  <a:lnTo>
                    <a:pt x="19194" y="56387"/>
                  </a:lnTo>
                  <a:lnTo>
                    <a:pt x="19584" y="56943"/>
                  </a:lnTo>
                  <a:lnTo>
                    <a:pt x="18446" y="57341"/>
                  </a:lnTo>
                  <a:lnTo>
                    <a:pt x="8344" y="56784"/>
                  </a:lnTo>
                  <a:lnTo>
                    <a:pt x="3873" y="58259"/>
                  </a:lnTo>
                  <a:lnTo>
                    <a:pt x="3257" y="55014"/>
                  </a:lnTo>
                  <a:lnTo>
                    <a:pt x="0" y="53789"/>
                  </a:lnTo>
                  <a:lnTo>
                    <a:pt x="3775" y="45027"/>
                  </a:lnTo>
                  <a:lnTo>
                    <a:pt x="4695" y="44515"/>
                  </a:lnTo>
                  <a:lnTo>
                    <a:pt x="7465" y="44858"/>
                  </a:lnTo>
                  <a:lnTo>
                    <a:pt x="10937" y="33568"/>
                  </a:lnTo>
                  <a:lnTo>
                    <a:pt x="9010" y="32934"/>
                  </a:lnTo>
                  <a:lnTo>
                    <a:pt x="7237" y="29578"/>
                  </a:lnTo>
                  <a:lnTo>
                    <a:pt x="8038" y="28393"/>
                  </a:lnTo>
                  <a:lnTo>
                    <a:pt x="7926" y="20733"/>
                  </a:lnTo>
                  <a:lnTo>
                    <a:pt x="9360" y="17621"/>
                  </a:lnTo>
                  <a:lnTo>
                    <a:pt x="12092" y="17257"/>
                  </a:lnTo>
                  <a:lnTo>
                    <a:pt x="17497" y="10929"/>
                  </a:lnTo>
                  <a:lnTo>
                    <a:pt x="17049" y="9621"/>
                  </a:lnTo>
                  <a:lnTo>
                    <a:pt x="15182" y="8851"/>
                  </a:lnTo>
                  <a:lnTo>
                    <a:pt x="12929" y="6581"/>
                  </a:lnTo>
                  <a:lnTo>
                    <a:pt x="13081" y="1361"/>
                  </a:lnTo>
                  <a:lnTo>
                    <a:pt x="14944" y="22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7" name="ph9027"/>
            <p:cNvSpPr/>
            <p:nvPr/>
          </p:nvSpPr>
          <p:spPr>
            <a:xfrm>
              <a:off x="11190468" y="2990034"/>
              <a:ext cx="17632" cy="16369"/>
            </a:xfrm>
            <a:custGeom>
              <a:avLst/>
              <a:pathLst>
                <a:path w="17632" h="16369">
                  <a:moveTo>
                    <a:pt x="12998" y="507"/>
                  </a:moveTo>
                  <a:lnTo>
                    <a:pt x="12234" y="1057"/>
                  </a:lnTo>
                  <a:lnTo>
                    <a:pt x="12450" y="3152"/>
                  </a:lnTo>
                  <a:lnTo>
                    <a:pt x="14458" y="9337"/>
                  </a:lnTo>
                  <a:lnTo>
                    <a:pt x="15307" y="10044"/>
                  </a:lnTo>
                  <a:lnTo>
                    <a:pt x="16931" y="9940"/>
                  </a:lnTo>
                  <a:lnTo>
                    <a:pt x="17632" y="15906"/>
                  </a:lnTo>
                  <a:lnTo>
                    <a:pt x="15420" y="16369"/>
                  </a:lnTo>
                  <a:lnTo>
                    <a:pt x="11870" y="15728"/>
                  </a:lnTo>
                  <a:lnTo>
                    <a:pt x="12430" y="12339"/>
                  </a:lnTo>
                  <a:lnTo>
                    <a:pt x="10635" y="10663"/>
                  </a:lnTo>
                  <a:lnTo>
                    <a:pt x="4902" y="10617"/>
                  </a:lnTo>
                  <a:lnTo>
                    <a:pt x="3536" y="7840"/>
                  </a:lnTo>
                  <a:lnTo>
                    <a:pt x="974" y="8667"/>
                  </a:lnTo>
                  <a:lnTo>
                    <a:pt x="0" y="5711"/>
                  </a:lnTo>
                  <a:lnTo>
                    <a:pt x="563" y="1541"/>
                  </a:lnTo>
                  <a:lnTo>
                    <a:pt x="2487" y="296"/>
                  </a:lnTo>
                  <a:lnTo>
                    <a:pt x="4523" y="1614"/>
                  </a:lnTo>
                  <a:lnTo>
                    <a:pt x="9533" y="1127"/>
                  </a:lnTo>
                  <a:lnTo>
                    <a:pt x="1174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8" name="ph9028"/>
            <p:cNvSpPr/>
            <p:nvPr/>
          </p:nvSpPr>
          <p:spPr>
            <a:xfrm>
              <a:off x="11167018" y="3011660"/>
              <a:ext cx="12312" cy="7918"/>
            </a:xfrm>
            <a:custGeom>
              <a:avLst/>
              <a:pathLst>
                <a:path w="12312" h="7918">
                  <a:moveTo>
                    <a:pt x="4755" y="0"/>
                  </a:moveTo>
                  <a:lnTo>
                    <a:pt x="9807" y="1914"/>
                  </a:lnTo>
                  <a:lnTo>
                    <a:pt x="12312" y="5927"/>
                  </a:lnTo>
                  <a:lnTo>
                    <a:pt x="7024" y="6792"/>
                  </a:lnTo>
                  <a:lnTo>
                    <a:pt x="4458" y="7918"/>
                  </a:lnTo>
                  <a:lnTo>
                    <a:pt x="1846" y="5647"/>
                  </a:lnTo>
                  <a:lnTo>
                    <a:pt x="0" y="1605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9" name="ph9029"/>
            <p:cNvSpPr/>
            <p:nvPr/>
          </p:nvSpPr>
          <p:spPr>
            <a:xfrm>
              <a:off x="11485100" y="3099854"/>
              <a:ext cx="15964" cy="19315"/>
            </a:xfrm>
            <a:custGeom>
              <a:avLst/>
              <a:pathLst>
                <a:path w="15964" h="19315">
                  <a:moveTo>
                    <a:pt x="13756" y="0"/>
                  </a:moveTo>
                  <a:lnTo>
                    <a:pt x="15964" y="766"/>
                  </a:lnTo>
                  <a:lnTo>
                    <a:pt x="15938" y="1607"/>
                  </a:lnTo>
                  <a:lnTo>
                    <a:pt x="13763" y="6628"/>
                  </a:lnTo>
                  <a:lnTo>
                    <a:pt x="10195" y="9625"/>
                  </a:lnTo>
                  <a:lnTo>
                    <a:pt x="13157" y="16514"/>
                  </a:lnTo>
                  <a:lnTo>
                    <a:pt x="12987" y="18164"/>
                  </a:lnTo>
                  <a:lnTo>
                    <a:pt x="11543" y="19315"/>
                  </a:lnTo>
                  <a:lnTo>
                    <a:pt x="3367" y="19016"/>
                  </a:lnTo>
                  <a:lnTo>
                    <a:pt x="1656" y="14233"/>
                  </a:lnTo>
                  <a:lnTo>
                    <a:pt x="4040" y="10211"/>
                  </a:lnTo>
                  <a:lnTo>
                    <a:pt x="0" y="5092"/>
                  </a:lnTo>
                  <a:lnTo>
                    <a:pt x="4177" y="2006"/>
                  </a:lnTo>
                  <a:lnTo>
                    <a:pt x="5735" y="4192"/>
                  </a:lnTo>
                  <a:lnTo>
                    <a:pt x="12970" y="51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0" name="ph9030"/>
            <p:cNvSpPr/>
            <p:nvPr/>
          </p:nvSpPr>
          <p:spPr>
            <a:xfrm>
              <a:off x="11055820" y="2779943"/>
              <a:ext cx="28597" cy="44818"/>
            </a:xfrm>
            <a:custGeom>
              <a:avLst/>
              <a:pathLst>
                <a:path w="28597" h="44818">
                  <a:moveTo>
                    <a:pt x="17023" y="1956"/>
                  </a:moveTo>
                  <a:lnTo>
                    <a:pt x="20389" y="5076"/>
                  </a:lnTo>
                  <a:lnTo>
                    <a:pt x="20297" y="6335"/>
                  </a:lnTo>
                  <a:lnTo>
                    <a:pt x="21232" y="7282"/>
                  </a:lnTo>
                  <a:lnTo>
                    <a:pt x="24809" y="4660"/>
                  </a:lnTo>
                  <a:lnTo>
                    <a:pt x="25402" y="2045"/>
                  </a:lnTo>
                  <a:lnTo>
                    <a:pt x="26797" y="2471"/>
                  </a:lnTo>
                  <a:lnTo>
                    <a:pt x="27838" y="4986"/>
                  </a:lnTo>
                  <a:lnTo>
                    <a:pt x="25059" y="6889"/>
                  </a:lnTo>
                  <a:lnTo>
                    <a:pt x="24285" y="12268"/>
                  </a:lnTo>
                  <a:lnTo>
                    <a:pt x="25960" y="12852"/>
                  </a:lnTo>
                  <a:lnTo>
                    <a:pt x="28024" y="11144"/>
                  </a:lnTo>
                  <a:lnTo>
                    <a:pt x="25207" y="20895"/>
                  </a:lnTo>
                  <a:lnTo>
                    <a:pt x="26378" y="26164"/>
                  </a:lnTo>
                  <a:lnTo>
                    <a:pt x="28597" y="31822"/>
                  </a:lnTo>
                  <a:lnTo>
                    <a:pt x="27266" y="35339"/>
                  </a:lnTo>
                  <a:lnTo>
                    <a:pt x="24482" y="38529"/>
                  </a:lnTo>
                  <a:lnTo>
                    <a:pt x="19262" y="41989"/>
                  </a:lnTo>
                  <a:lnTo>
                    <a:pt x="18868" y="44818"/>
                  </a:lnTo>
                  <a:lnTo>
                    <a:pt x="16209" y="43029"/>
                  </a:lnTo>
                  <a:lnTo>
                    <a:pt x="13733" y="36310"/>
                  </a:lnTo>
                  <a:lnTo>
                    <a:pt x="14927" y="34850"/>
                  </a:lnTo>
                  <a:lnTo>
                    <a:pt x="14475" y="31877"/>
                  </a:lnTo>
                  <a:lnTo>
                    <a:pt x="8829" y="27177"/>
                  </a:lnTo>
                  <a:lnTo>
                    <a:pt x="5613" y="33639"/>
                  </a:lnTo>
                  <a:lnTo>
                    <a:pt x="4406" y="33417"/>
                  </a:lnTo>
                  <a:lnTo>
                    <a:pt x="3451" y="32962"/>
                  </a:lnTo>
                  <a:lnTo>
                    <a:pt x="2145" y="30227"/>
                  </a:lnTo>
                  <a:lnTo>
                    <a:pt x="3728" y="26178"/>
                  </a:lnTo>
                  <a:lnTo>
                    <a:pt x="3389" y="25191"/>
                  </a:lnTo>
                  <a:lnTo>
                    <a:pt x="0" y="23722"/>
                  </a:lnTo>
                  <a:lnTo>
                    <a:pt x="1003" y="20657"/>
                  </a:lnTo>
                  <a:lnTo>
                    <a:pt x="1981" y="20079"/>
                  </a:lnTo>
                  <a:lnTo>
                    <a:pt x="4585" y="19869"/>
                  </a:lnTo>
                  <a:lnTo>
                    <a:pt x="6616" y="14833"/>
                  </a:lnTo>
                  <a:lnTo>
                    <a:pt x="2473" y="8068"/>
                  </a:lnTo>
                  <a:lnTo>
                    <a:pt x="3782" y="4035"/>
                  </a:lnTo>
                  <a:lnTo>
                    <a:pt x="4843" y="2846"/>
                  </a:lnTo>
                  <a:lnTo>
                    <a:pt x="7340" y="3832"/>
                  </a:lnTo>
                  <a:lnTo>
                    <a:pt x="1128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1" name="ph9031"/>
            <p:cNvSpPr/>
            <p:nvPr/>
          </p:nvSpPr>
          <p:spPr>
            <a:xfrm>
              <a:off x="11305634" y="3041028"/>
              <a:ext cx="28044" cy="30718"/>
            </a:xfrm>
            <a:custGeom>
              <a:avLst/>
              <a:pathLst>
                <a:path w="28044" h="30718">
                  <a:moveTo>
                    <a:pt x="13576" y="3171"/>
                  </a:moveTo>
                  <a:lnTo>
                    <a:pt x="21056" y="10671"/>
                  </a:lnTo>
                  <a:lnTo>
                    <a:pt x="20417" y="14761"/>
                  </a:lnTo>
                  <a:lnTo>
                    <a:pt x="21248" y="17081"/>
                  </a:lnTo>
                  <a:lnTo>
                    <a:pt x="24452" y="18850"/>
                  </a:lnTo>
                  <a:lnTo>
                    <a:pt x="26881" y="18894"/>
                  </a:lnTo>
                  <a:lnTo>
                    <a:pt x="28044" y="22169"/>
                  </a:lnTo>
                  <a:lnTo>
                    <a:pt x="27188" y="26867"/>
                  </a:lnTo>
                  <a:lnTo>
                    <a:pt x="26116" y="28855"/>
                  </a:lnTo>
                  <a:lnTo>
                    <a:pt x="18561" y="30718"/>
                  </a:lnTo>
                  <a:lnTo>
                    <a:pt x="15387" y="30518"/>
                  </a:lnTo>
                  <a:lnTo>
                    <a:pt x="13523" y="30154"/>
                  </a:lnTo>
                  <a:lnTo>
                    <a:pt x="14631" y="26553"/>
                  </a:lnTo>
                  <a:lnTo>
                    <a:pt x="12515" y="24179"/>
                  </a:lnTo>
                  <a:lnTo>
                    <a:pt x="9490" y="23821"/>
                  </a:lnTo>
                  <a:lnTo>
                    <a:pt x="9248" y="24392"/>
                  </a:lnTo>
                  <a:lnTo>
                    <a:pt x="3557" y="24653"/>
                  </a:lnTo>
                  <a:lnTo>
                    <a:pt x="1643" y="23645"/>
                  </a:lnTo>
                  <a:lnTo>
                    <a:pt x="1810" y="21023"/>
                  </a:lnTo>
                  <a:lnTo>
                    <a:pt x="1100" y="18574"/>
                  </a:lnTo>
                  <a:lnTo>
                    <a:pt x="0" y="17660"/>
                  </a:lnTo>
                  <a:lnTo>
                    <a:pt x="4045" y="13796"/>
                  </a:lnTo>
                  <a:lnTo>
                    <a:pt x="12744" y="6342"/>
                  </a:lnTo>
                  <a:lnTo>
                    <a:pt x="12244" y="4383"/>
                  </a:lnTo>
                  <a:lnTo>
                    <a:pt x="13027" y="919"/>
                  </a:lnTo>
                  <a:lnTo>
                    <a:pt x="1462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2" name="ph9032"/>
            <p:cNvSpPr/>
            <p:nvPr/>
          </p:nvSpPr>
          <p:spPr>
            <a:xfrm>
              <a:off x="11182169" y="3008524"/>
              <a:ext cx="13131" cy="22371"/>
            </a:xfrm>
            <a:custGeom>
              <a:avLst/>
              <a:pathLst>
                <a:path w="13131" h="22371">
                  <a:moveTo>
                    <a:pt x="4339" y="0"/>
                  </a:moveTo>
                  <a:lnTo>
                    <a:pt x="6988" y="1481"/>
                  </a:lnTo>
                  <a:lnTo>
                    <a:pt x="10224" y="9604"/>
                  </a:lnTo>
                  <a:lnTo>
                    <a:pt x="13131" y="13988"/>
                  </a:lnTo>
                  <a:lnTo>
                    <a:pt x="12889" y="17173"/>
                  </a:lnTo>
                  <a:lnTo>
                    <a:pt x="11455" y="17786"/>
                  </a:lnTo>
                  <a:lnTo>
                    <a:pt x="11916" y="19604"/>
                  </a:lnTo>
                  <a:lnTo>
                    <a:pt x="8767" y="22371"/>
                  </a:lnTo>
                  <a:lnTo>
                    <a:pt x="7667" y="21669"/>
                  </a:lnTo>
                  <a:lnTo>
                    <a:pt x="5385" y="18511"/>
                  </a:lnTo>
                  <a:lnTo>
                    <a:pt x="4741" y="17484"/>
                  </a:lnTo>
                  <a:lnTo>
                    <a:pt x="0" y="13554"/>
                  </a:lnTo>
                  <a:lnTo>
                    <a:pt x="1852" y="11368"/>
                  </a:lnTo>
                  <a:lnTo>
                    <a:pt x="1954" y="10191"/>
                  </a:lnTo>
                  <a:lnTo>
                    <a:pt x="112" y="7868"/>
                  </a:lnTo>
                  <a:lnTo>
                    <a:pt x="2641" y="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3" name="ph9033"/>
            <p:cNvSpPr/>
            <p:nvPr/>
          </p:nvSpPr>
          <p:spPr>
            <a:xfrm>
              <a:off x="11145824" y="2891806"/>
              <a:ext cx="16633" cy="38623"/>
            </a:xfrm>
            <a:custGeom>
              <a:avLst/>
              <a:pathLst>
                <a:path w="16633" h="38623">
                  <a:moveTo>
                    <a:pt x="16633" y="1047"/>
                  </a:moveTo>
                  <a:lnTo>
                    <a:pt x="13491" y="5722"/>
                  </a:lnTo>
                  <a:lnTo>
                    <a:pt x="14009" y="9843"/>
                  </a:lnTo>
                  <a:lnTo>
                    <a:pt x="15302" y="13162"/>
                  </a:lnTo>
                  <a:lnTo>
                    <a:pt x="12930" y="17072"/>
                  </a:lnTo>
                  <a:lnTo>
                    <a:pt x="10812" y="21414"/>
                  </a:lnTo>
                  <a:lnTo>
                    <a:pt x="10626" y="23149"/>
                  </a:lnTo>
                  <a:lnTo>
                    <a:pt x="11014" y="29411"/>
                  </a:lnTo>
                  <a:lnTo>
                    <a:pt x="12679" y="35086"/>
                  </a:lnTo>
                  <a:lnTo>
                    <a:pt x="10815" y="37697"/>
                  </a:lnTo>
                  <a:lnTo>
                    <a:pt x="8086" y="38623"/>
                  </a:lnTo>
                  <a:lnTo>
                    <a:pt x="8523" y="36931"/>
                  </a:lnTo>
                  <a:lnTo>
                    <a:pt x="7854" y="35826"/>
                  </a:lnTo>
                  <a:lnTo>
                    <a:pt x="3691" y="38410"/>
                  </a:lnTo>
                  <a:lnTo>
                    <a:pt x="0" y="35979"/>
                  </a:lnTo>
                  <a:lnTo>
                    <a:pt x="3614" y="32360"/>
                  </a:lnTo>
                  <a:lnTo>
                    <a:pt x="8481" y="31275"/>
                  </a:lnTo>
                  <a:lnTo>
                    <a:pt x="8035" y="29695"/>
                  </a:lnTo>
                  <a:lnTo>
                    <a:pt x="5011" y="25952"/>
                  </a:lnTo>
                  <a:lnTo>
                    <a:pt x="6249" y="22212"/>
                  </a:lnTo>
                  <a:lnTo>
                    <a:pt x="6525" y="15169"/>
                  </a:lnTo>
                  <a:lnTo>
                    <a:pt x="7910" y="6807"/>
                  </a:lnTo>
                  <a:lnTo>
                    <a:pt x="10125" y="2486"/>
                  </a:lnTo>
                  <a:lnTo>
                    <a:pt x="1287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4" name="ph9034"/>
            <p:cNvSpPr/>
            <p:nvPr/>
          </p:nvSpPr>
          <p:spPr>
            <a:xfrm>
              <a:off x="11210241" y="2953771"/>
              <a:ext cx="14117" cy="15027"/>
            </a:xfrm>
            <a:custGeom>
              <a:avLst/>
              <a:pathLst>
                <a:path w="14117" h="15027">
                  <a:moveTo>
                    <a:pt x="6846" y="0"/>
                  </a:moveTo>
                  <a:lnTo>
                    <a:pt x="9270" y="2651"/>
                  </a:lnTo>
                  <a:lnTo>
                    <a:pt x="10619" y="7991"/>
                  </a:lnTo>
                  <a:lnTo>
                    <a:pt x="11847" y="9341"/>
                  </a:lnTo>
                  <a:lnTo>
                    <a:pt x="13401" y="9725"/>
                  </a:lnTo>
                  <a:lnTo>
                    <a:pt x="14117" y="14458"/>
                  </a:lnTo>
                  <a:lnTo>
                    <a:pt x="11187" y="15027"/>
                  </a:lnTo>
                  <a:lnTo>
                    <a:pt x="8659" y="9687"/>
                  </a:lnTo>
                  <a:lnTo>
                    <a:pt x="6956" y="9963"/>
                  </a:lnTo>
                  <a:lnTo>
                    <a:pt x="2686" y="7363"/>
                  </a:lnTo>
                  <a:lnTo>
                    <a:pt x="1719" y="4508"/>
                  </a:lnTo>
                  <a:lnTo>
                    <a:pt x="2145" y="4713"/>
                  </a:lnTo>
                  <a:lnTo>
                    <a:pt x="2533" y="3780"/>
                  </a:lnTo>
                  <a:lnTo>
                    <a:pt x="0" y="1587"/>
                  </a:lnTo>
                  <a:lnTo>
                    <a:pt x="203" y="246"/>
                  </a:lnTo>
                  <a:lnTo>
                    <a:pt x="4499" y="2852"/>
                  </a:lnTo>
                  <a:lnTo>
                    <a:pt x="4146" y="40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5" name="ph9035"/>
            <p:cNvSpPr/>
            <p:nvPr/>
          </p:nvSpPr>
          <p:spPr>
            <a:xfrm>
              <a:off x="11447621" y="3107004"/>
              <a:ext cx="19824" cy="38559"/>
            </a:xfrm>
            <a:custGeom>
              <a:avLst/>
              <a:pathLst>
                <a:path w="19824" h="38559">
                  <a:moveTo>
                    <a:pt x="9591" y="759"/>
                  </a:moveTo>
                  <a:lnTo>
                    <a:pt x="11144" y="1927"/>
                  </a:lnTo>
                  <a:lnTo>
                    <a:pt x="11088" y="2186"/>
                  </a:lnTo>
                  <a:lnTo>
                    <a:pt x="11088" y="2443"/>
                  </a:lnTo>
                  <a:lnTo>
                    <a:pt x="11334" y="4812"/>
                  </a:lnTo>
                  <a:lnTo>
                    <a:pt x="13229" y="7111"/>
                  </a:lnTo>
                  <a:lnTo>
                    <a:pt x="13828" y="7870"/>
                  </a:lnTo>
                  <a:lnTo>
                    <a:pt x="11955" y="12450"/>
                  </a:lnTo>
                  <a:lnTo>
                    <a:pt x="12150" y="16170"/>
                  </a:lnTo>
                  <a:lnTo>
                    <a:pt x="14451" y="17699"/>
                  </a:lnTo>
                  <a:lnTo>
                    <a:pt x="17179" y="17945"/>
                  </a:lnTo>
                  <a:lnTo>
                    <a:pt x="18813" y="20964"/>
                  </a:lnTo>
                  <a:lnTo>
                    <a:pt x="19824" y="23782"/>
                  </a:lnTo>
                  <a:lnTo>
                    <a:pt x="14405" y="30909"/>
                  </a:lnTo>
                  <a:lnTo>
                    <a:pt x="14590" y="38281"/>
                  </a:lnTo>
                  <a:lnTo>
                    <a:pt x="13214" y="38559"/>
                  </a:lnTo>
                  <a:lnTo>
                    <a:pt x="13812" y="36806"/>
                  </a:lnTo>
                  <a:lnTo>
                    <a:pt x="11980" y="35153"/>
                  </a:lnTo>
                  <a:lnTo>
                    <a:pt x="11232" y="35625"/>
                  </a:lnTo>
                  <a:lnTo>
                    <a:pt x="11600" y="36674"/>
                  </a:lnTo>
                  <a:lnTo>
                    <a:pt x="10133" y="36347"/>
                  </a:lnTo>
                  <a:lnTo>
                    <a:pt x="2613" y="29306"/>
                  </a:lnTo>
                  <a:lnTo>
                    <a:pt x="3093" y="24794"/>
                  </a:lnTo>
                  <a:lnTo>
                    <a:pt x="5699" y="22674"/>
                  </a:lnTo>
                  <a:lnTo>
                    <a:pt x="7057" y="22557"/>
                  </a:lnTo>
                  <a:lnTo>
                    <a:pt x="9615" y="19225"/>
                  </a:lnTo>
                  <a:lnTo>
                    <a:pt x="9079" y="17506"/>
                  </a:lnTo>
                  <a:lnTo>
                    <a:pt x="3421" y="16834"/>
                  </a:lnTo>
                  <a:lnTo>
                    <a:pt x="804" y="10169"/>
                  </a:lnTo>
                  <a:lnTo>
                    <a:pt x="0" y="5652"/>
                  </a:lnTo>
                  <a:lnTo>
                    <a:pt x="3187" y="3257"/>
                  </a:lnTo>
                  <a:lnTo>
                    <a:pt x="220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6" name="ph9036"/>
            <p:cNvSpPr/>
            <p:nvPr/>
          </p:nvSpPr>
          <p:spPr>
            <a:xfrm>
              <a:off x="11270108" y="2991070"/>
              <a:ext cx="14650" cy="17482"/>
            </a:xfrm>
            <a:custGeom>
              <a:avLst/>
              <a:pathLst>
                <a:path w="14650" h="17482">
                  <a:moveTo>
                    <a:pt x="4278" y="0"/>
                  </a:moveTo>
                  <a:lnTo>
                    <a:pt x="6050" y="2043"/>
                  </a:lnTo>
                  <a:lnTo>
                    <a:pt x="9713" y="2570"/>
                  </a:lnTo>
                  <a:lnTo>
                    <a:pt x="10611" y="1624"/>
                  </a:lnTo>
                  <a:lnTo>
                    <a:pt x="13514" y="1136"/>
                  </a:lnTo>
                  <a:lnTo>
                    <a:pt x="14650" y="2199"/>
                  </a:lnTo>
                  <a:lnTo>
                    <a:pt x="13269" y="6879"/>
                  </a:lnTo>
                  <a:lnTo>
                    <a:pt x="6884" y="13952"/>
                  </a:lnTo>
                  <a:lnTo>
                    <a:pt x="5079" y="17482"/>
                  </a:lnTo>
                  <a:lnTo>
                    <a:pt x="3275" y="17327"/>
                  </a:lnTo>
                  <a:lnTo>
                    <a:pt x="2394" y="14370"/>
                  </a:lnTo>
                  <a:lnTo>
                    <a:pt x="83" y="10908"/>
                  </a:lnTo>
                  <a:lnTo>
                    <a:pt x="0" y="4381"/>
                  </a:lnTo>
                  <a:lnTo>
                    <a:pt x="2210" y="48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7" name="ph9037"/>
            <p:cNvSpPr/>
            <p:nvPr/>
          </p:nvSpPr>
          <p:spPr>
            <a:xfrm>
              <a:off x="11402975" y="3159400"/>
              <a:ext cx="64830" cy="47854"/>
            </a:xfrm>
            <a:custGeom>
              <a:avLst/>
              <a:pathLst>
                <a:path w="64830" h="47854">
                  <a:moveTo>
                    <a:pt x="44687" y="41"/>
                  </a:moveTo>
                  <a:lnTo>
                    <a:pt x="45471" y="634"/>
                  </a:lnTo>
                  <a:lnTo>
                    <a:pt x="50489" y="269"/>
                  </a:lnTo>
                  <a:lnTo>
                    <a:pt x="51589" y="1976"/>
                  </a:lnTo>
                  <a:lnTo>
                    <a:pt x="55271" y="3986"/>
                  </a:lnTo>
                  <a:lnTo>
                    <a:pt x="56564" y="5453"/>
                  </a:lnTo>
                  <a:lnTo>
                    <a:pt x="55018" y="9786"/>
                  </a:lnTo>
                  <a:lnTo>
                    <a:pt x="52048" y="12209"/>
                  </a:lnTo>
                  <a:lnTo>
                    <a:pt x="47278" y="13052"/>
                  </a:lnTo>
                  <a:lnTo>
                    <a:pt x="45186" y="12269"/>
                  </a:lnTo>
                  <a:lnTo>
                    <a:pt x="43588" y="10418"/>
                  </a:lnTo>
                  <a:lnTo>
                    <a:pt x="42492" y="10464"/>
                  </a:lnTo>
                  <a:lnTo>
                    <a:pt x="40811" y="12179"/>
                  </a:lnTo>
                  <a:lnTo>
                    <a:pt x="40740" y="15083"/>
                  </a:lnTo>
                  <a:lnTo>
                    <a:pt x="45818" y="18975"/>
                  </a:lnTo>
                  <a:lnTo>
                    <a:pt x="48754" y="16314"/>
                  </a:lnTo>
                  <a:lnTo>
                    <a:pt x="53231" y="15958"/>
                  </a:lnTo>
                  <a:lnTo>
                    <a:pt x="55156" y="18719"/>
                  </a:lnTo>
                  <a:lnTo>
                    <a:pt x="54759" y="24860"/>
                  </a:lnTo>
                  <a:lnTo>
                    <a:pt x="56105" y="25865"/>
                  </a:lnTo>
                  <a:lnTo>
                    <a:pt x="59914" y="23666"/>
                  </a:lnTo>
                  <a:lnTo>
                    <a:pt x="64212" y="24028"/>
                  </a:lnTo>
                  <a:lnTo>
                    <a:pt x="64830" y="26724"/>
                  </a:lnTo>
                  <a:lnTo>
                    <a:pt x="63885" y="25840"/>
                  </a:lnTo>
                  <a:lnTo>
                    <a:pt x="62319" y="25817"/>
                  </a:lnTo>
                  <a:lnTo>
                    <a:pt x="64257" y="29789"/>
                  </a:lnTo>
                  <a:lnTo>
                    <a:pt x="59388" y="29503"/>
                  </a:lnTo>
                  <a:lnTo>
                    <a:pt x="59258" y="34448"/>
                  </a:lnTo>
                  <a:lnTo>
                    <a:pt x="56119" y="34867"/>
                  </a:lnTo>
                  <a:lnTo>
                    <a:pt x="53181" y="36507"/>
                  </a:lnTo>
                  <a:lnTo>
                    <a:pt x="53361" y="44974"/>
                  </a:lnTo>
                  <a:lnTo>
                    <a:pt x="54899" y="47854"/>
                  </a:lnTo>
                  <a:lnTo>
                    <a:pt x="45695" y="47827"/>
                  </a:lnTo>
                  <a:lnTo>
                    <a:pt x="34281" y="47793"/>
                  </a:lnTo>
                  <a:lnTo>
                    <a:pt x="34196" y="46560"/>
                  </a:lnTo>
                  <a:lnTo>
                    <a:pt x="35494" y="45350"/>
                  </a:lnTo>
                  <a:lnTo>
                    <a:pt x="36781" y="40732"/>
                  </a:lnTo>
                  <a:lnTo>
                    <a:pt x="35617" y="37478"/>
                  </a:lnTo>
                  <a:lnTo>
                    <a:pt x="37530" y="34916"/>
                  </a:lnTo>
                  <a:lnTo>
                    <a:pt x="37261" y="33616"/>
                  </a:lnTo>
                  <a:lnTo>
                    <a:pt x="27927" y="31694"/>
                  </a:lnTo>
                  <a:lnTo>
                    <a:pt x="15608" y="27275"/>
                  </a:lnTo>
                  <a:lnTo>
                    <a:pt x="10047" y="20480"/>
                  </a:lnTo>
                  <a:lnTo>
                    <a:pt x="0" y="8201"/>
                  </a:lnTo>
                  <a:lnTo>
                    <a:pt x="738" y="7297"/>
                  </a:lnTo>
                  <a:lnTo>
                    <a:pt x="5901" y="5045"/>
                  </a:lnTo>
                  <a:lnTo>
                    <a:pt x="16314" y="3470"/>
                  </a:lnTo>
                  <a:lnTo>
                    <a:pt x="18353" y="3756"/>
                  </a:lnTo>
                  <a:lnTo>
                    <a:pt x="4121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8" name="ph9038"/>
            <p:cNvSpPr/>
            <p:nvPr/>
          </p:nvSpPr>
          <p:spPr>
            <a:xfrm>
              <a:off x="11172253" y="2940151"/>
              <a:ext cx="29358" cy="16732"/>
            </a:xfrm>
            <a:custGeom>
              <a:avLst/>
              <a:pathLst>
                <a:path w="29358" h="16732">
                  <a:moveTo>
                    <a:pt x="4989" y="0"/>
                  </a:moveTo>
                  <a:lnTo>
                    <a:pt x="7452" y="639"/>
                  </a:lnTo>
                  <a:lnTo>
                    <a:pt x="10575" y="2737"/>
                  </a:lnTo>
                  <a:lnTo>
                    <a:pt x="17428" y="8124"/>
                  </a:lnTo>
                  <a:lnTo>
                    <a:pt x="22998" y="11174"/>
                  </a:lnTo>
                  <a:lnTo>
                    <a:pt x="27946" y="16219"/>
                  </a:lnTo>
                  <a:lnTo>
                    <a:pt x="29358" y="16531"/>
                  </a:lnTo>
                  <a:lnTo>
                    <a:pt x="28129" y="16732"/>
                  </a:lnTo>
                  <a:lnTo>
                    <a:pt x="25464" y="15091"/>
                  </a:lnTo>
                  <a:lnTo>
                    <a:pt x="18896" y="13659"/>
                  </a:lnTo>
                  <a:lnTo>
                    <a:pt x="14021" y="15167"/>
                  </a:lnTo>
                  <a:lnTo>
                    <a:pt x="10985" y="14879"/>
                  </a:lnTo>
                  <a:lnTo>
                    <a:pt x="6736" y="11687"/>
                  </a:lnTo>
                  <a:lnTo>
                    <a:pt x="2199" y="11903"/>
                  </a:lnTo>
                  <a:lnTo>
                    <a:pt x="549" y="8925"/>
                  </a:lnTo>
                  <a:lnTo>
                    <a:pt x="918" y="7533"/>
                  </a:lnTo>
                  <a:lnTo>
                    <a:pt x="0" y="5449"/>
                  </a:lnTo>
                  <a:lnTo>
                    <a:pt x="164" y="415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9" name="ph9039"/>
            <p:cNvSpPr/>
            <p:nvPr/>
          </p:nvSpPr>
          <p:spPr>
            <a:xfrm>
              <a:off x="11199413" y="3025961"/>
              <a:ext cx="3689" cy="4791"/>
            </a:xfrm>
            <a:custGeom>
              <a:avLst/>
              <a:pathLst>
                <a:path w="3689" h="4791">
                  <a:moveTo>
                    <a:pt x="3689" y="967"/>
                  </a:moveTo>
                  <a:lnTo>
                    <a:pt x="2545" y="4004"/>
                  </a:lnTo>
                  <a:lnTo>
                    <a:pt x="52" y="4791"/>
                  </a:lnTo>
                  <a:lnTo>
                    <a:pt x="21" y="3404"/>
                  </a:lnTo>
                  <a:lnTo>
                    <a:pt x="725" y="3471"/>
                  </a:lnTo>
                  <a:lnTo>
                    <a:pt x="1078" y="2516"/>
                  </a:lnTo>
                  <a:lnTo>
                    <a:pt x="1018" y="1702"/>
                  </a:lnTo>
                  <a:lnTo>
                    <a:pt x="0" y="1635"/>
                  </a:lnTo>
                  <a:lnTo>
                    <a:pt x="140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0" name="ph9040"/>
            <p:cNvSpPr/>
            <p:nvPr/>
          </p:nvSpPr>
          <p:spPr>
            <a:xfrm>
              <a:off x="11217200" y="3018026"/>
              <a:ext cx="34792" cy="14443"/>
            </a:xfrm>
            <a:custGeom>
              <a:avLst/>
              <a:pathLst>
                <a:path w="34792" h="14443">
                  <a:moveTo>
                    <a:pt x="10038" y="0"/>
                  </a:moveTo>
                  <a:lnTo>
                    <a:pt x="11016" y="8992"/>
                  </a:lnTo>
                  <a:lnTo>
                    <a:pt x="14034" y="10000"/>
                  </a:lnTo>
                  <a:lnTo>
                    <a:pt x="29096" y="11047"/>
                  </a:lnTo>
                  <a:lnTo>
                    <a:pt x="31293" y="9872"/>
                  </a:lnTo>
                  <a:lnTo>
                    <a:pt x="32013" y="8547"/>
                  </a:lnTo>
                  <a:lnTo>
                    <a:pt x="34792" y="8161"/>
                  </a:lnTo>
                  <a:lnTo>
                    <a:pt x="34790" y="13017"/>
                  </a:lnTo>
                  <a:lnTo>
                    <a:pt x="33737" y="12580"/>
                  </a:lnTo>
                  <a:lnTo>
                    <a:pt x="29885" y="14443"/>
                  </a:lnTo>
                  <a:lnTo>
                    <a:pt x="23278" y="13170"/>
                  </a:lnTo>
                  <a:lnTo>
                    <a:pt x="13188" y="12289"/>
                  </a:lnTo>
                  <a:lnTo>
                    <a:pt x="6289" y="13157"/>
                  </a:lnTo>
                  <a:lnTo>
                    <a:pt x="379" y="10462"/>
                  </a:lnTo>
                  <a:lnTo>
                    <a:pt x="0" y="9255"/>
                  </a:lnTo>
                  <a:lnTo>
                    <a:pt x="1190" y="7556"/>
                  </a:lnTo>
                  <a:lnTo>
                    <a:pt x="3415" y="1164"/>
                  </a:lnTo>
                  <a:lnTo>
                    <a:pt x="7489" y="67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1" name="ph9041"/>
            <p:cNvSpPr/>
            <p:nvPr/>
          </p:nvSpPr>
          <p:spPr>
            <a:xfrm>
              <a:off x="11317682" y="3076142"/>
              <a:ext cx="23226" cy="29986"/>
            </a:xfrm>
            <a:custGeom>
              <a:avLst/>
              <a:pathLst>
                <a:path w="23226" h="29986">
                  <a:moveTo>
                    <a:pt x="14673" y="288"/>
                  </a:moveTo>
                  <a:lnTo>
                    <a:pt x="16954" y="1839"/>
                  </a:lnTo>
                  <a:lnTo>
                    <a:pt x="14516" y="5616"/>
                  </a:lnTo>
                  <a:lnTo>
                    <a:pt x="15773" y="7381"/>
                  </a:lnTo>
                  <a:lnTo>
                    <a:pt x="18176" y="7815"/>
                  </a:lnTo>
                  <a:lnTo>
                    <a:pt x="20058" y="11734"/>
                  </a:lnTo>
                  <a:lnTo>
                    <a:pt x="22956" y="13514"/>
                  </a:lnTo>
                  <a:lnTo>
                    <a:pt x="23226" y="14727"/>
                  </a:lnTo>
                  <a:lnTo>
                    <a:pt x="22052" y="19617"/>
                  </a:lnTo>
                  <a:lnTo>
                    <a:pt x="17925" y="21393"/>
                  </a:lnTo>
                  <a:lnTo>
                    <a:pt x="16742" y="24163"/>
                  </a:lnTo>
                  <a:lnTo>
                    <a:pt x="17044" y="27168"/>
                  </a:lnTo>
                  <a:lnTo>
                    <a:pt x="16461" y="28341"/>
                  </a:lnTo>
                  <a:lnTo>
                    <a:pt x="11580" y="29986"/>
                  </a:lnTo>
                  <a:lnTo>
                    <a:pt x="10316" y="24304"/>
                  </a:lnTo>
                  <a:lnTo>
                    <a:pt x="8214" y="24184"/>
                  </a:lnTo>
                  <a:lnTo>
                    <a:pt x="8356" y="22940"/>
                  </a:lnTo>
                  <a:lnTo>
                    <a:pt x="6797" y="18681"/>
                  </a:lnTo>
                  <a:lnTo>
                    <a:pt x="9104" y="17884"/>
                  </a:lnTo>
                  <a:lnTo>
                    <a:pt x="8636" y="15294"/>
                  </a:lnTo>
                  <a:lnTo>
                    <a:pt x="3398" y="10077"/>
                  </a:lnTo>
                  <a:lnTo>
                    <a:pt x="1962" y="11453"/>
                  </a:lnTo>
                  <a:lnTo>
                    <a:pt x="714" y="10197"/>
                  </a:lnTo>
                  <a:lnTo>
                    <a:pt x="0" y="8353"/>
                  </a:lnTo>
                  <a:lnTo>
                    <a:pt x="448" y="7597"/>
                  </a:lnTo>
                  <a:lnTo>
                    <a:pt x="1658" y="6972"/>
                  </a:lnTo>
                  <a:lnTo>
                    <a:pt x="4116" y="7131"/>
                  </a:lnTo>
                  <a:lnTo>
                    <a:pt x="7673" y="5511"/>
                  </a:lnTo>
                  <a:lnTo>
                    <a:pt x="8070" y="4109"/>
                  </a:lnTo>
                  <a:lnTo>
                    <a:pt x="7371" y="1677"/>
                  </a:lnTo>
                  <a:lnTo>
                    <a:pt x="853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2" name="ph9042"/>
            <p:cNvSpPr/>
            <p:nvPr/>
          </p:nvSpPr>
          <p:spPr>
            <a:xfrm>
              <a:off x="11037763" y="2740672"/>
              <a:ext cx="8574" cy="12064"/>
            </a:xfrm>
            <a:custGeom>
              <a:avLst/>
              <a:pathLst>
                <a:path w="8574" h="12064">
                  <a:moveTo>
                    <a:pt x="8574" y="8576"/>
                  </a:moveTo>
                  <a:lnTo>
                    <a:pt x="7796" y="9504"/>
                  </a:lnTo>
                  <a:lnTo>
                    <a:pt x="5427" y="12064"/>
                  </a:lnTo>
                  <a:lnTo>
                    <a:pt x="3236" y="10912"/>
                  </a:lnTo>
                  <a:lnTo>
                    <a:pt x="1717" y="11326"/>
                  </a:lnTo>
                  <a:lnTo>
                    <a:pt x="1169" y="8369"/>
                  </a:lnTo>
                  <a:lnTo>
                    <a:pt x="2285" y="5074"/>
                  </a:lnTo>
                  <a:lnTo>
                    <a:pt x="1092" y="4524"/>
                  </a:lnTo>
                  <a:lnTo>
                    <a:pt x="0" y="5238"/>
                  </a:lnTo>
                  <a:lnTo>
                    <a:pt x="4414" y="0"/>
                  </a:lnTo>
                  <a:lnTo>
                    <a:pt x="8112" y="524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3" name="ph9043"/>
            <p:cNvSpPr/>
            <p:nvPr/>
          </p:nvSpPr>
          <p:spPr>
            <a:xfrm>
              <a:off x="11020204" y="2736986"/>
              <a:ext cx="16086" cy="13345"/>
            </a:xfrm>
            <a:custGeom>
              <a:avLst/>
              <a:pathLst>
                <a:path w="16086" h="13345">
                  <a:moveTo>
                    <a:pt x="15583" y="8049"/>
                  </a:moveTo>
                  <a:lnTo>
                    <a:pt x="16086" y="9315"/>
                  </a:lnTo>
                  <a:lnTo>
                    <a:pt x="12642" y="11212"/>
                  </a:lnTo>
                  <a:lnTo>
                    <a:pt x="9133" y="9625"/>
                  </a:lnTo>
                  <a:lnTo>
                    <a:pt x="9964" y="12239"/>
                  </a:lnTo>
                  <a:lnTo>
                    <a:pt x="5544" y="13345"/>
                  </a:lnTo>
                  <a:lnTo>
                    <a:pt x="4361" y="13191"/>
                  </a:lnTo>
                  <a:lnTo>
                    <a:pt x="3362" y="11748"/>
                  </a:lnTo>
                  <a:lnTo>
                    <a:pt x="2641" y="6120"/>
                  </a:lnTo>
                  <a:lnTo>
                    <a:pt x="0" y="3261"/>
                  </a:lnTo>
                  <a:lnTo>
                    <a:pt x="2135" y="1215"/>
                  </a:lnTo>
                  <a:lnTo>
                    <a:pt x="4765" y="0"/>
                  </a:lnTo>
                  <a:lnTo>
                    <a:pt x="6084" y="18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4" name="ph9044"/>
            <p:cNvSpPr/>
            <p:nvPr/>
          </p:nvSpPr>
          <p:spPr>
            <a:xfrm>
              <a:off x="11029338" y="2746611"/>
              <a:ext cx="3509" cy="3120"/>
            </a:xfrm>
            <a:custGeom>
              <a:avLst/>
              <a:pathLst>
                <a:path w="3509" h="3120">
                  <a:moveTo>
                    <a:pt x="2429" y="3120"/>
                  </a:moveTo>
                  <a:lnTo>
                    <a:pt x="830" y="2614"/>
                  </a:lnTo>
                  <a:lnTo>
                    <a:pt x="0" y="0"/>
                  </a:lnTo>
                  <a:lnTo>
                    <a:pt x="3509" y="158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5" name="ph9045"/>
            <p:cNvSpPr/>
            <p:nvPr/>
          </p:nvSpPr>
          <p:spPr>
            <a:xfrm>
              <a:off x="11009916" y="2729839"/>
              <a:ext cx="13650" cy="18895"/>
            </a:xfrm>
            <a:custGeom>
              <a:avLst/>
              <a:pathLst>
                <a:path w="13650" h="18895">
                  <a:moveTo>
                    <a:pt x="12423" y="8361"/>
                  </a:moveTo>
                  <a:lnTo>
                    <a:pt x="10288" y="10407"/>
                  </a:lnTo>
                  <a:lnTo>
                    <a:pt x="12929" y="13266"/>
                  </a:lnTo>
                  <a:lnTo>
                    <a:pt x="13650" y="18895"/>
                  </a:lnTo>
                  <a:lnTo>
                    <a:pt x="11118" y="17477"/>
                  </a:lnTo>
                  <a:lnTo>
                    <a:pt x="8853" y="12791"/>
                  </a:lnTo>
                  <a:lnTo>
                    <a:pt x="8366" y="9241"/>
                  </a:lnTo>
                  <a:lnTo>
                    <a:pt x="5415" y="9103"/>
                  </a:lnTo>
                  <a:lnTo>
                    <a:pt x="3107" y="9992"/>
                  </a:lnTo>
                  <a:lnTo>
                    <a:pt x="0" y="7575"/>
                  </a:lnTo>
                  <a:lnTo>
                    <a:pt x="4949" y="0"/>
                  </a:lnTo>
                  <a:lnTo>
                    <a:pt x="11055" y="497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6" name="ph9046"/>
            <p:cNvSpPr/>
            <p:nvPr/>
          </p:nvSpPr>
          <p:spPr>
            <a:xfrm>
              <a:off x="11203788" y="2903559"/>
              <a:ext cx="21796" cy="14316"/>
            </a:xfrm>
            <a:custGeom>
              <a:avLst/>
              <a:pathLst>
                <a:path w="21796" h="14316">
                  <a:moveTo>
                    <a:pt x="13339" y="0"/>
                  </a:moveTo>
                  <a:lnTo>
                    <a:pt x="13406" y="1945"/>
                  </a:lnTo>
                  <a:lnTo>
                    <a:pt x="17405" y="7131"/>
                  </a:lnTo>
                  <a:lnTo>
                    <a:pt x="19985" y="8217"/>
                  </a:lnTo>
                  <a:lnTo>
                    <a:pt x="21011" y="7984"/>
                  </a:lnTo>
                  <a:lnTo>
                    <a:pt x="21796" y="8829"/>
                  </a:lnTo>
                  <a:lnTo>
                    <a:pt x="21552" y="9421"/>
                  </a:lnTo>
                  <a:lnTo>
                    <a:pt x="16486" y="11609"/>
                  </a:lnTo>
                  <a:lnTo>
                    <a:pt x="15013" y="11577"/>
                  </a:lnTo>
                  <a:lnTo>
                    <a:pt x="12796" y="12129"/>
                  </a:lnTo>
                  <a:lnTo>
                    <a:pt x="9241" y="11507"/>
                  </a:lnTo>
                  <a:lnTo>
                    <a:pt x="7763" y="14130"/>
                  </a:lnTo>
                  <a:lnTo>
                    <a:pt x="5681" y="14316"/>
                  </a:lnTo>
                  <a:lnTo>
                    <a:pt x="3255" y="12535"/>
                  </a:lnTo>
                  <a:lnTo>
                    <a:pt x="0" y="5216"/>
                  </a:lnTo>
                  <a:lnTo>
                    <a:pt x="2375" y="5062"/>
                  </a:lnTo>
                  <a:lnTo>
                    <a:pt x="2594" y="3806"/>
                  </a:lnTo>
                  <a:lnTo>
                    <a:pt x="1170" y="332"/>
                  </a:lnTo>
                  <a:lnTo>
                    <a:pt x="2640" y="258"/>
                  </a:lnTo>
                  <a:lnTo>
                    <a:pt x="4242" y="2940"/>
                  </a:lnTo>
                  <a:lnTo>
                    <a:pt x="10501" y="3511"/>
                  </a:lnTo>
                  <a:lnTo>
                    <a:pt x="11876" y="307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7" name="ph9047"/>
            <p:cNvSpPr/>
            <p:nvPr/>
          </p:nvSpPr>
          <p:spPr>
            <a:xfrm>
              <a:off x="11045128" y="2745753"/>
              <a:ext cx="41190" cy="41473"/>
            </a:xfrm>
            <a:custGeom>
              <a:avLst/>
              <a:pathLst>
                <a:path w="41190" h="41473">
                  <a:moveTo>
                    <a:pt x="32029" y="1570"/>
                  </a:moveTo>
                  <a:lnTo>
                    <a:pt x="32358" y="3549"/>
                  </a:lnTo>
                  <a:lnTo>
                    <a:pt x="31319" y="5753"/>
                  </a:lnTo>
                  <a:lnTo>
                    <a:pt x="32280" y="8954"/>
                  </a:lnTo>
                  <a:lnTo>
                    <a:pt x="34874" y="8739"/>
                  </a:lnTo>
                  <a:lnTo>
                    <a:pt x="40052" y="13520"/>
                  </a:lnTo>
                  <a:lnTo>
                    <a:pt x="39295" y="15623"/>
                  </a:lnTo>
                  <a:lnTo>
                    <a:pt x="36718" y="14959"/>
                  </a:lnTo>
                  <a:lnTo>
                    <a:pt x="35877" y="15319"/>
                  </a:lnTo>
                  <a:lnTo>
                    <a:pt x="34534" y="20045"/>
                  </a:lnTo>
                  <a:lnTo>
                    <a:pt x="34600" y="21623"/>
                  </a:lnTo>
                  <a:lnTo>
                    <a:pt x="38890" y="23400"/>
                  </a:lnTo>
                  <a:lnTo>
                    <a:pt x="40107" y="23310"/>
                  </a:lnTo>
                  <a:lnTo>
                    <a:pt x="41190" y="26853"/>
                  </a:lnTo>
                  <a:lnTo>
                    <a:pt x="40231" y="31423"/>
                  </a:lnTo>
                  <a:lnTo>
                    <a:pt x="34517" y="35745"/>
                  </a:lnTo>
                  <a:lnTo>
                    <a:pt x="36094" y="36235"/>
                  </a:lnTo>
                  <a:lnTo>
                    <a:pt x="35501" y="38851"/>
                  </a:lnTo>
                  <a:lnTo>
                    <a:pt x="31924" y="41473"/>
                  </a:lnTo>
                  <a:lnTo>
                    <a:pt x="30989" y="40526"/>
                  </a:lnTo>
                  <a:lnTo>
                    <a:pt x="31081" y="39267"/>
                  </a:lnTo>
                  <a:lnTo>
                    <a:pt x="27715" y="36147"/>
                  </a:lnTo>
                  <a:lnTo>
                    <a:pt x="21974" y="34190"/>
                  </a:lnTo>
                  <a:lnTo>
                    <a:pt x="18032" y="38023"/>
                  </a:lnTo>
                  <a:lnTo>
                    <a:pt x="15535" y="37037"/>
                  </a:lnTo>
                  <a:lnTo>
                    <a:pt x="14474" y="38226"/>
                  </a:lnTo>
                  <a:lnTo>
                    <a:pt x="13431" y="36154"/>
                  </a:lnTo>
                  <a:lnTo>
                    <a:pt x="11779" y="34811"/>
                  </a:lnTo>
                  <a:lnTo>
                    <a:pt x="8012" y="34664"/>
                  </a:lnTo>
                  <a:lnTo>
                    <a:pt x="4961" y="35155"/>
                  </a:lnTo>
                  <a:lnTo>
                    <a:pt x="4476" y="35824"/>
                  </a:lnTo>
                  <a:lnTo>
                    <a:pt x="1464" y="33404"/>
                  </a:lnTo>
                  <a:lnTo>
                    <a:pt x="0" y="30546"/>
                  </a:lnTo>
                  <a:lnTo>
                    <a:pt x="4232" y="20245"/>
                  </a:lnTo>
                  <a:lnTo>
                    <a:pt x="7826" y="19950"/>
                  </a:lnTo>
                  <a:lnTo>
                    <a:pt x="9295" y="16465"/>
                  </a:lnTo>
                  <a:lnTo>
                    <a:pt x="9395" y="13589"/>
                  </a:lnTo>
                  <a:lnTo>
                    <a:pt x="8259" y="11321"/>
                  </a:lnTo>
                  <a:lnTo>
                    <a:pt x="4987" y="9013"/>
                  </a:lnTo>
                  <a:lnTo>
                    <a:pt x="6265" y="8970"/>
                  </a:lnTo>
                  <a:lnTo>
                    <a:pt x="8249" y="6124"/>
                  </a:lnTo>
                  <a:lnTo>
                    <a:pt x="15734" y="2842"/>
                  </a:lnTo>
                  <a:lnTo>
                    <a:pt x="20090" y="2104"/>
                  </a:lnTo>
                  <a:lnTo>
                    <a:pt x="20917" y="3019"/>
                  </a:lnTo>
                  <a:lnTo>
                    <a:pt x="24435" y="3936"/>
                  </a:lnTo>
                  <a:lnTo>
                    <a:pt x="29564" y="1205"/>
                  </a:lnTo>
                  <a:lnTo>
                    <a:pt x="2970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8" name="ph9048"/>
            <p:cNvSpPr/>
            <p:nvPr/>
          </p:nvSpPr>
          <p:spPr>
            <a:xfrm>
              <a:off x="11095301" y="2716058"/>
              <a:ext cx="23815" cy="11128"/>
            </a:xfrm>
            <a:custGeom>
              <a:avLst/>
              <a:pathLst>
                <a:path w="23815" h="11128">
                  <a:moveTo>
                    <a:pt x="15799" y="0"/>
                  </a:moveTo>
                  <a:lnTo>
                    <a:pt x="19695" y="877"/>
                  </a:lnTo>
                  <a:lnTo>
                    <a:pt x="23815" y="4242"/>
                  </a:lnTo>
                  <a:lnTo>
                    <a:pt x="21100" y="8142"/>
                  </a:lnTo>
                  <a:lnTo>
                    <a:pt x="19216" y="11128"/>
                  </a:lnTo>
                  <a:lnTo>
                    <a:pt x="9999" y="7247"/>
                  </a:lnTo>
                  <a:lnTo>
                    <a:pt x="8621" y="7839"/>
                  </a:lnTo>
                  <a:lnTo>
                    <a:pt x="8576" y="9483"/>
                  </a:lnTo>
                  <a:lnTo>
                    <a:pt x="5039" y="10514"/>
                  </a:lnTo>
                  <a:lnTo>
                    <a:pt x="807" y="9292"/>
                  </a:lnTo>
                  <a:lnTo>
                    <a:pt x="0" y="7531"/>
                  </a:lnTo>
                  <a:lnTo>
                    <a:pt x="1240" y="2229"/>
                  </a:lnTo>
                  <a:lnTo>
                    <a:pt x="2054" y="1563"/>
                  </a:lnTo>
                  <a:lnTo>
                    <a:pt x="2334" y="1209"/>
                  </a:lnTo>
                  <a:lnTo>
                    <a:pt x="4677" y="1215"/>
                  </a:lnTo>
                  <a:lnTo>
                    <a:pt x="8507" y="3965"/>
                  </a:lnTo>
                  <a:lnTo>
                    <a:pt x="9723" y="3825"/>
                  </a:lnTo>
                  <a:lnTo>
                    <a:pt x="10604" y="229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9" name="ph9049"/>
            <p:cNvSpPr/>
            <p:nvPr/>
          </p:nvSpPr>
          <p:spPr>
            <a:xfrm>
              <a:off x="11502824" y="3107964"/>
              <a:ext cx="84401" cy="99585"/>
            </a:xfrm>
            <a:custGeom>
              <a:avLst/>
              <a:pathLst>
                <a:path w="84401" h="99585">
                  <a:moveTo>
                    <a:pt x="17377" y="422"/>
                  </a:moveTo>
                  <a:lnTo>
                    <a:pt x="23291" y="2129"/>
                  </a:lnTo>
                  <a:lnTo>
                    <a:pt x="24848" y="1884"/>
                  </a:lnTo>
                  <a:lnTo>
                    <a:pt x="26263" y="13567"/>
                  </a:lnTo>
                  <a:lnTo>
                    <a:pt x="31682" y="14202"/>
                  </a:lnTo>
                  <a:lnTo>
                    <a:pt x="33841" y="16754"/>
                  </a:lnTo>
                  <a:lnTo>
                    <a:pt x="38659" y="15208"/>
                  </a:lnTo>
                  <a:lnTo>
                    <a:pt x="40383" y="16922"/>
                  </a:lnTo>
                  <a:lnTo>
                    <a:pt x="41714" y="21238"/>
                  </a:lnTo>
                  <a:lnTo>
                    <a:pt x="41384" y="23264"/>
                  </a:lnTo>
                  <a:lnTo>
                    <a:pt x="43402" y="26565"/>
                  </a:lnTo>
                  <a:lnTo>
                    <a:pt x="48687" y="26556"/>
                  </a:lnTo>
                  <a:lnTo>
                    <a:pt x="50163" y="28473"/>
                  </a:lnTo>
                  <a:lnTo>
                    <a:pt x="53891" y="30249"/>
                  </a:lnTo>
                  <a:lnTo>
                    <a:pt x="65113" y="33823"/>
                  </a:lnTo>
                  <a:lnTo>
                    <a:pt x="66459" y="34717"/>
                  </a:lnTo>
                  <a:lnTo>
                    <a:pt x="67248" y="37342"/>
                  </a:lnTo>
                  <a:lnTo>
                    <a:pt x="71904" y="43603"/>
                  </a:lnTo>
                  <a:lnTo>
                    <a:pt x="76806" y="47868"/>
                  </a:lnTo>
                  <a:lnTo>
                    <a:pt x="81408" y="48171"/>
                  </a:lnTo>
                  <a:lnTo>
                    <a:pt x="79616" y="62020"/>
                  </a:lnTo>
                  <a:lnTo>
                    <a:pt x="78005" y="64808"/>
                  </a:lnTo>
                  <a:lnTo>
                    <a:pt x="76219" y="64551"/>
                  </a:lnTo>
                  <a:lnTo>
                    <a:pt x="74306" y="68817"/>
                  </a:lnTo>
                  <a:lnTo>
                    <a:pt x="75089" y="70307"/>
                  </a:lnTo>
                  <a:lnTo>
                    <a:pt x="82464" y="75847"/>
                  </a:lnTo>
                  <a:lnTo>
                    <a:pt x="84401" y="76638"/>
                  </a:lnTo>
                  <a:lnTo>
                    <a:pt x="81109" y="79701"/>
                  </a:lnTo>
                  <a:lnTo>
                    <a:pt x="78535" y="84001"/>
                  </a:lnTo>
                  <a:lnTo>
                    <a:pt x="63923" y="87098"/>
                  </a:lnTo>
                  <a:lnTo>
                    <a:pt x="62381" y="88511"/>
                  </a:lnTo>
                  <a:lnTo>
                    <a:pt x="61051" y="91329"/>
                  </a:lnTo>
                  <a:lnTo>
                    <a:pt x="60256" y="95081"/>
                  </a:lnTo>
                  <a:lnTo>
                    <a:pt x="56441" y="96347"/>
                  </a:lnTo>
                  <a:lnTo>
                    <a:pt x="55500" y="98447"/>
                  </a:lnTo>
                  <a:lnTo>
                    <a:pt x="55875" y="99585"/>
                  </a:lnTo>
                  <a:lnTo>
                    <a:pt x="30543" y="99511"/>
                  </a:lnTo>
                  <a:lnTo>
                    <a:pt x="30567" y="95972"/>
                  </a:lnTo>
                  <a:lnTo>
                    <a:pt x="30016" y="95335"/>
                  </a:lnTo>
                  <a:lnTo>
                    <a:pt x="40164" y="94824"/>
                  </a:lnTo>
                  <a:lnTo>
                    <a:pt x="40032" y="92974"/>
                  </a:lnTo>
                  <a:lnTo>
                    <a:pt x="48073" y="92466"/>
                  </a:lnTo>
                  <a:lnTo>
                    <a:pt x="47611" y="82747"/>
                  </a:lnTo>
                  <a:lnTo>
                    <a:pt x="48231" y="80423"/>
                  </a:lnTo>
                  <a:lnTo>
                    <a:pt x="41958" y="77889"/>
                  </a:lnTo>
                  <a:lnTo>
                    <a:pt x="35491" y="78225"/>
                  </a:lnTo>
                  <a:lnTo>
                    <a:pt x="34216" y="76410"/>
                  </a:lnTo>
                  <a:lnTo>
                    <a:pt x="24621" y="76322"/>
                  </a:lnTo>
                  <a:lnTo>
                    <a:pt x="18888" y="77399"/>
                  </a:lnTo>
                  <a:lnTo>
                    <a:pt x="15561" y="79457"/>
                  </a:lnTo>
                  <a:lnTo>
                    <a:pt x="14432" y="75644"/>
                  </a:lnTo>
                  <a:lnTo>
                    <a:pt x="16377" y="72611"/>
                  </a:lnTo>
                  <a:lnTo>
                    <a:pt x="16135" y="69137"/>
                  </a:lnTo>
                  <a:lnTo>
                    <a:pt x="12783" y="64725"/>
                  </a:lnTo>
                  <a:lnTo>
                    <a:pt x="11969" y="62125"/>
                  </a:lnTo>
                  <a:lnTo>
                    <a:pt x="12202" y="59651"/>
                  </a:lnTo>
                  <a:lnTo>
                    <a:pt x="13404" y="58698"/>
                  </a:lnTo>
                  <a:lnTo>
                    <a:pt x="13374" y="57436"/>
                  </a:lnTo>
                  <a:lnTo>
                    <a:pt x="12154" y="57503"/>
                  </a:lnTo>
                  <a:lnTo>
                    <a:pt x="10686" y="54157"/>
                  </a:lnTo>
                  <a:lnTo>
                    <a:pt x="12087" y="51848"/>
                  </a:lnTo>
                  <a:lnTo>
                    <a:pt x="12669" y="48721"/>
                  </a:lnTo>
                  <a:lnTo>
                    <a:pt x="15152" y="48100"/>
                  </a:lnTo>
                  <a:lnTo>
                    <a:pt x="17163" y="49792"/>
                  </a:lnTo>
                  <a:lnTo>
                    <a:pt x="21322" y="49123"/>
                  </a:lnTo>
                  <a:lnTo>
                    <a:pt x="23612" y="47096"/>
                  </a:lnTo>
                  <a:lnTo>
                    <a:pt x="20315" y="45355"/>
                  </a:lnTo>
                  <a:lnTo>
                    <a:pt x="19490" y="42826"/>
                  </a:lnTo>
                  <a:lnTo>
                    <a:pt x="15764" y="37719"/>
                  </a:lnTo>
                  <a:lnTo>
                    <a:pt x="16100" y="33114"/>
                  </a:lnTo>
                  <a:lnTo>
                    <a:pt x="11513" y="29888"/>
                  </a:lnTo>
                  <a:lnTo>
                    <a:pt x="10752" y="27356"/>
                  </a:lnTo>
                  <a:lnTo>
                    <a:pt x="13167" y="17627"/>
                  </a:lnTo>
                  <a:lnTo>
                    <a:pt x="12858" y="16065"/>
                  </a:lnTo>
                  <a:lnTo>
                    <a:pt x="11537" y="15711"/>
                  </a:lnTo>
                  <a:lnTo>
                    <a:pt x="8181" y="18039"/>
                  </a:lnTo>
                  <a:lnTo>
                    <a:pt x="0" y="18597"/>
                  </a:lnTo>
                  <a:lnTo>
                    <a:pt x="2391" y="14716"/>
                  </a:lnTo>
                  <a:lnTo>
                    <a:pt x="3418" y="15202"/>
                  </a:lnTo>
                  <a:lnTo>
                    <a:pt x="2182" y="15600"/>
                  </a:lnTo>
                  <a:lnTo>
                    <a:pt x="2743" y="16523"/>
                  </a:lnTo>
                  <a:lnTo>
                    <a:pt x="4702" y="15626"/>
                  </a:lnTo>
                  <a:lnTo>
                    <a:pt x="5168" y="12574"/>
                  </a:lnTo>
                  <a:lnTo>
                    <a:pt x="6989" y="11321"/>
                  </a:lnTo>
                  <a:lnTo>
                    <a:pt x="10296" y="5764"/>
                  </a:lnTo>
                  <a:lnTo>
                    <a:pt x="1248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0" name="ph9050"/>
            <p:cNvSpPr/>
            <p:nvPr/>
          </p:nvSpPr>
          <p:spPr>
            <a:xfrm>
              <a:off x="11181003" y="2997544"/>
              <a:ext cx="11595" cy="8732"/>
            </a:xfrm>
            <a:custGeom>
              <a:avLst/>
              <a:pathLst>
                <a:path w="11595" h="8732">
                  <a:moveTo>
                    <a:pt x="7076" y="405"/>
                  </a:moveTo>
                  <a:lnTo>
                    <a:pt x="7495" y="1303"/>
                  </a:lnTo>
                  <a:lnTo>
                    <a:pt x="10041" y="2802"/>
                  </a:lnTo>
                  <a:lnTo>
                    <a:pt x="11595" y="5372"/>
                  </a:lnTo>
                  <a:lnTo>
                    <a:pt x="11433" y="6744"/>
                  </a:lnTo>
                  <a:lnTo>
                    <a:pt x="6772" y="8732"/>
                  </a:lnTo>
                  <a:lnTo>
                    <a:pt x="5150" y="5485"/>
                  </a:lnTo>
                  <a:lnTo>
                    <a:pt x="2289" y="7534"/>
                  </a:lnTo>
                  <a:lnTo>
                    <a:pt x="896" y="7553"/>
                  </a:lnTo>
                  <a:lnTo>
                    <a:pt x="0" y="6571"/>
                  </a:lnTo>
                  <a:lnTo>
                    <a:pt x="2709" y="1247"/>
                  </a:lnTo>
                  <a:lnTo>
                    <a:pt x="657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1" name="ph9051"/>
            <p:cNvSpPr/>
            <p:nvPr/>
          </p:nvSpPr>
          <p:spPr>
            <a:xfrm>
              <a:off x="11062493" y="2687958"/>
              <a:ext cx="22517" cy="57125"/>
            </a:xfrm>
            <a:custGeom>
              <a:avLst/>
              <a:pathLst>
                <a:path w="22517" h="57125">
                  <a:moveTo>
                    <a:pt x="7174" y="229"/>
                  </a:moveTo>
                  <a:lnTo>
                    <a:pt x="10404" y="8550"/>
                  </a:lnTo>
                  <a:lnTo>
                    <a:pt x="8361" y="22319"/>
                  </a:lnTo>
                  <a:lnTo>
                    <a:pt x="12745" y="31470"/>
                  </a:lnTo>
                  <a:lnTo>
                    <a:pt x="14826" y="33498"/>
                  </a:lnTo>
                  <a:lnTo>
                    <a:pt x="18376" y="34892"/>
                  </a:lnTo>
                  <a:lnTo>
                    <a:pt x="18306" y="42288"/>
                  </a:lnTo>
                  <a:lnTo>
                    <a:pt x="21559" y="49311"/>
                  </a:lnTo>
                  <a:lnTo>
                    <a:pt x="22366" y="49745"/>
                  </a:lnTo>
                  <a:lnTo>
                    <a:pt x="22517" y="50692"/>
                  </a:lnTo>
                  <a:lnTo>
                    <a:pt x="20679" y="51499"/>
                  </a:lnTo>
                  <a:lnTo>
                    <a:pt x="17702" y="55616"/>
                  </a:lnTo>
                  <a:lnTo>
                    <a:pt x="12622" y="57125"/>
                  </a:lnTo>
                  <a:lnTo>
                    <a:pt x="12538" y="54204"/>
                  </a:lnTo>
                  <a:lnTo>
                    <a:pt x="15002" y="54982"/>
                  </a:lnTo>
                  <a:lnTo>
                    <a:pt x="15922" y="54512"/>
                  </a:lnTo>
                  <a:lnTo>
                    <a:pt x="16119" y="53415"/>
                  </a:lnTo>
                  <a:lnTo>
                    <a:pt x="15137" y="51473"/>
                  </a:lnTo>
                  <a:lnTo>
                    <a:pt x="11178" y="49982"/>
                  </a:lnTo>
                  <a:lnTo>
                    <a:pt x="8161" y="49850"/>
                  </a:lnTo>
                  <a:lnTo>
                    <a:pt x="6794" y="41696"/>
                  </a:lnTo>
                  <a:lnTo>
                    <a:pt x="5214" y="40282"/>
                  </a:lnTo>
                  <a:lnTo>
                    <a:pt x="3282" y="40803"/>
                  </a:lnTo>
                  <a:lnTo>
                    <a:pt x="2580" y="39192"/>
                  </a:lnTo>
                  <a:lnTo>
                    <a:pt x="3640" y="37634"/>
                  </a:lnTo>
                  <a:lnTo>
                    <a:pt x="3172" y="33048"/>
                  </a:lnTo>
                  <a:lnTo>
                    <a:pt x="358" y="28003"/>
                  </a:lnTo>
                  <a:lnTo>
                    <a:pt x="0" y="25653"/>
                  </a:lnTo>
                  <a:lnTo>
                    <a:pt x="1915" y="22103"/>
                  </a:lnTo>
                  <a:lnTo>
                    <a:pt x="4442" y="20716"/>
                  </a:lnTo>
                  <a:lnTo>
                    <a:pt x="4661" y="15605"/>
                  </a:lnTo>
                  <a:lnTo>
                    <a:pt x="5941" y="10979"/>
                  </a:lnTo>
                  <a:lnTo>
                    <a:pt x="8373" y="6857"/>
                  </a:lnTo>
                  <a:lnTo>
                    <a:pt x="8248" y="6028"/>
                  </a:lnTo>
                  <a:lnTo>
                    <a:pt x="1795" y="1139"/>
                  </a:lnTo>
                  <a:lnTo>
                    <a:pt x="1725" y="488"/>
                  </a:lnTo>
                  <a:lnTo>
                    <a:pt x="196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2" name="ph9052"/>
            <p:cNvSpPr/>
            <p:nvPr/>
          </p:nvSpPr>
          <p:spPr>
            <a:xfrm>
              <a:off x="11190188" y="2925070"/>
              <a:ext cx="16405" cy="7177"/>
            </a:xfrm>
            <a:custGeom>
              <a:avLst/>
              <a:pathLst>
                <a:path w="16405" h="7177">
                  <a:moveTo>
                    <a:pt x="7879" y="810"/>
                  </a:moveTo>
                  <a:lnTo>
                    <a:pt x="16193" y="3951"/>
                  </a:lnTo>
                  <a:lnTo>
                    <a:pt x="16405" y="4756"/>
                  </a:lnTo>
                  <a:lnTo>
                    <a:pt x="10354" y="7177"/>
                  </a:lnTo>
                  <a:lnTo>
                    <a:pt x="7577" y="5800"/>
                  </a:lnTo>
                  <a:lnTo>
                    <a:pt x="2255" y="5592"/>
                  </a:lnTo>
                  <a:lnTo>
                    <a:pt x="0" y="2811"/>
                  </a:lnTo>
                  <a:lnTo>
                    <a:pt x="204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3" name="ph9053"/>
            <p:cNvSpPr/>
            <p:nvPr/>
          </p:nvSpPr>
          <p:spPr>
            <a:xfrm>
              <a:off x="11363960" y="3091004"/>
              <a:ext cx="37480" cy="52244"/>
            </a:xfrm>
            <a:custGeom>
              <a:avLst/>
              <a:pathLst>
                <a:path w="37480" h="52244">
                  <a:moveTo>
                    <a:pt x="7391" y="3484"/>
                  </a:moveTo>
                  <a:lnTo>
                    <a:pt x="14423" y="1364"/>
                  </a:lnTo>
                  <a:lnTo>
                    <a:pt x="18024" y="2126"/>
                  </a:lnTo>
                  <a:lnTo>
                    <a:pt x="23650" y="7106"/>
                  </a:lnTo>
                  <a:lnTo>
                    <a:pt x="26708" y="8040"/>
                  </a:lnTo>
                  <a:lnTo>
                    <a:pt x="29403" y="7161"/>
                  </a:lnTo>
                  <a:lnTo>
                    <a:pt x="37480" y="23279"/>
                  </a:lnTo>
                  <a:lnTo>
                    <a:pt x="32600" y="25518"/>
                  </a:lnTo>
                  <a:lnTo>
                    <a:pt x="32229" y="33567"/>
                  </a:lnTo>
                  <a:lnTo>
                    <a:pt x="32820" y="34339"/>
                  </a:lnTo>
                  <a:lnTo>
                    <a:pt x="31251" y="36511"/>
                  </a:lnTo>
                  <a:lnTo>
                    <a:pt x="28336" y="38005"/>
                  </a:lnTo>
                  <a:lnTo>
                    <a:pt x="29067" y="44957"/>
                  </a:lnTo>
                  <a:lnTo>
                    <a:pt x="26476" y="46383"/>
                  </a:lnTo>
                  <a:lnTo>
                    <a:pt x="26327" y="45386"/>
                  </a:lnTo>
                  <a:lnTo>
                    <a:pt x="23278" y="44042"/>
                  </a:lnTo>
                  <a:lnTo>
                    <a:pt x="21091" y="44171"/>
                  </a:lnTo>
                  <a:lnTo>
                    <a:pt x="13023" y="49173"/>
                  </a:lnTo>
                  <a:lnTo>
                    <a:pt x="11539" y="52244"/>
                  </a:lnTo>
                  <a:lnTo>
                    <a:pt x="7523" y="49977"/>
                  </a:lnTo>
                  <a:lnTo>
                    <a:pt x="5841" y="39857"/>
                  </a:lnTo>
                  <a:lnTo>
                    <a:pt x="4270" y="38107"/>
                  </a:lnTo>
                  <a:lnTo>
                    <a:pt x="1803" y="37784"/>
                  </a:lnTo>
                  <a:lnTo>
                    <a:pt x="643" y="35378"/>
                  </a:lnTo>
                  <a:lnTo>
                    <a:pt x="7801" y="32292"/>
                  </a:lnTo>
                  <a:lnTo>
                    <a:pt x="10505" y="27594"/>
                  </a:lnTo>
                  <a:lnTo>
                    <a:pt x="10005" y="21194"/>
                  </a:lnTo>
                  <a:lnTo>
                    <a:pt x="0" y="9147"/>
                  </a:lnTo>
                  <a:lnTo>
                    <a:pt x="660" y="5250"/>
                  </a:lnTo>
                  <a:lnTo>
                    <a:pt x="393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4" name="ph9054"/>
            <p:cNvSpPr/>
            <p:nvPr/>
          </p:nvSpPr>
          <p:spPr>
            <a:xfrm>
              <a:off x="11217108" y="2892950"/>
              <a:ext cx="20604" cy="18827"/>
            </a:xfrm>
            <a:custGeom>
              <a:avLst/>
              <a:pathLst>
                <a:path w="20604" h="18827">
                  <a:moveTo>
                    <a:pt x="9947" y="1225"/>
                  </a:moveTo>
                  <a:lnTo>
                    <a:pt x="13028" y="4481"/>
                  </a:lnTo>
                  <a:lnTo>
                    <a:pt x="20604" y="8441"/>
                  </a:lnTo>
                  <a:lnTo>
                    <a:pt x="18015" y="12889"/>
                  </a:lnTo>
                  <a:lnTo>
                    <a:pt x="14337" y="14301"/>
                  </a:lnTo>
                  <a:lnTo>
                    <a:pt x="10455" y="17725"/>
                  </a:lnTo>
                  <a:lnTo>
                    <a:pt x="7692" y="18593"/>
                  </a:lnTo>
                  <a:lnTo>
                    <a:pt x="6665" y="18827"/>
                  </a:lnTo>
                  <a:lnTo>
                    <a:pt x="4085" y="17740"/>
                  </a:lnTo>
                  <a:lnTo>
                    <a:pt x="86" y="12554"/>
                  </a:lnTo>
                  <a:lnTo>
                    <a:pt x="19" y="10609"/>
                  </a:lnTo>
                  <a:lnTo>
                    <a:pt x="0" y="9342"/>
                  </a:lnTo>
                  <a:lnTo>
                    <a:pt x="4117" y="2430"/>
                  </a:lnTo>
                  <a:lnTo>
                    <a:pt x="4999" y="3755"/>
                  </a:lnTo>
                  <a:lnTo>
                    <a:pt x="7293" y="3741"/>
                  </a:lnTo>
                  <a:lnTo>
                    <a:pt x="985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5" name="ph9055"/>
            <p:cNvSpPr/>
            <p:nvPr/>
          </p:nvSpPr>
          <p:spPr>
            <a:xfrm>
              <a:off x="11202502" y="2908776"/>
              <a:ext cx="4542" cy="8095"/>
            </a:xfrm>
            <a:custGeom>
              <a:avLst/>
              <a:pathLst>
                <a:path w="4542" h="8095">
                  <a:moveTo>
                    <a:pt x="4542" y="7318"/>
                  </a:moveTo>
                  <a:lnTo>
                    <a:pt x="2168" y="8095"/>
                  </a:lnTo>
                  <a:lnTo>
                    <a:pt x="0" y="3547"/>
                  </a:lnTo>
                  <a:lnTo>
                    <a:pt x="43" y="944"/>
                  </a:lnTo>
                  <a:lnTo>
                    <a:pt x="128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6" name="ph9056"/>
            <p:cNvSpPr/>
            <p:nvPr/>
          </p:nvSpPr>
          <p:spPr>
            <a:xfrm>
              <a:off x="11438810" y="3071902"/>
              <a:ext cx="16068" cy="28655"/>
            </a:xfrm>
            <a:custGeom>
              <a:avLst/>
              <a:pathLst>
                <a:path w="16068" h="28655">
                  <a:moveTo>
                    <a:pt x="9233" y="8318"/>
                  </a:moveTo>
                  <a:lnTo>
                    <a:pt x="8315" y="9514"/>
                  </a:lnTo>
                  <a:lnTo>
                    <a:pt x="8407" y="15688"/>
                  </a:lnTo>
                  <a:lnTo>
                    <a:pt x="10218" y="15560"/>
                  </a:lnTo>
                  <a:lnTo>
                    <a:pt x="10100" y="12194"/>
                  </a:lnTo>
                  <a:lnTo>
                    <a:pt x="10743" y="10341"/>
                  </a:lnTo>
                  <a:lnTo>
                    <a:pt x="14653" y="9185"/>
                  </a:lnTo>
                  <a:lnTo>
                    <a:pt x="16068" y="11797"/>
                  </a:lnTo>
                  <a:lnTo>
                    <a:pt x="15863" y="13814"/>
                  </a:lnTo>
                  <a:lnTo>
                    <a:pt x="14320" y="15034"/>
                  </a:lnTo>
                  <a:lnTo>
                    <a:pt x="12236" y="15348"/>
                  </a:lnTo>
                  <a:lnTo>
                    <a:pt x="10781" y="20897"/>
                  </a:lnTo>
                  <a:lnTo>
                    <a:pt x="10784" y="21747"/>
                  </a:lnTo>
                  <a:lnTo>
                    <a:pt x="13837" y="23956"/>
                  </a:lnTo>
                  <a:lnTo>
                    <a:pt x="14046" y="26684"/>
                  </a:lnTo>
                  <a:lnTo>
                    <a:pt x="13480" y="28259"/>
                  </a:lnTo>
                  <a:lnTo>
                    <a:pt x="8683" y="27846"/>
                  </a:lnTo>
                  <a:lnTo>
                    <a:pt x="7161" y="28114"/>
                  </a:lnTo>
                  <a:lnTo>
                    <a:pt x="7186" y="28655"/>
                  </a:lnTo>
                  <a:lnTo>
                    <a:pt x="6710" y="28146"/>
                  </a:lnTo>
                  <a:lnTo>
                    <a:pt x="1759" y="28527"/>
                  </a:lnTo>
                  <a:lnTo>
                    <a:pt x="835" y="27660"/>
                  </a:lnTo>
                  <a:lnTo>
                    <a:pt x="3178" y="23847"/>
                  </a:lnTo>
                  <a:lnTo>
                    <a:pt x="5181" y="23121"/>
                  </a:lnTo>
                  <a:lnTo>
                    <a:pt x="7380" y="23315"/>
                  </a:lnTo>
                  <a:lnTo>
                    <a:pt x="7229" y="20733"/>
                  </a:lnTo>
                  <a:lnTo>
                    <a:pt x="6590" y="20012"/>
                  </a:lnTo>
                  <a:lnTo>
                    <a:pt x="1818" y="19669"/>
                  </a:lnTo>
                  <a:lnTo>
                    <a:pt x="0" y="13439"/>
                  </a:lnTo>
                  <a:lnTo>
                    <a:pt x="33" y="8306"/>
                  </a:lnTo>
                  <a:lnTo>
                    <a:pt x="1165" y="7398"/>
                  </a:lnTo>
                  <a:lnTo>
                    <a:pt x="3910" y="6970"/>
                  </a:lnTo>
                  <a:lnTo>
                    <a:pt x="4126" y="6088"/>
                  </a:lnTo>
                  <a:lnTo>
                    <a:pt x="1899" y="2037"/>
                  </a:lnTo>
                  <a:lnTo>
                    <a:pt x="1772" y="0"/>
                  </a:lnTo>
                  <a:lnTo>
                    <a:pt x="2797" y="1541"/>
                  </a:lnTo>
                  <a:lnTo>
                    <a:pt x="5251" y="303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7" name="ph9057"/>
            <p:cNvSpPr/>
            <p:nvPr/>
          </p:nvSpPr>
          <p:spPr>
            <a:xfrm>
              <a:off x="11430799" y="3045504"/>
              <a:ext cx="13913" cy="12145"/>
            </a:xfrm>
            <a:custGeom>
              <a:avLst/>
              <a:pathLst>
                <a:path w="13913" h="12145">
                  <a:moveTo>
                    <a:pt x="13913" y="4270"/>
                  </a:moveTo>
                  <a:lnTo>
                    <a:pt x="5718" y="11290"/>
                  </a:lnTo>
                  <a:lnTo>
                    <a:pt x="1213" y="12145"/>
                  </a:lnTo>
                  <a:lnTo>
                    <a:pt x="861" y="11579"/>
                  </a:lnTo>
                  <a:lnTo>
                    <a:pt x="0" y="8635"/>
                  </a:lnTo>
                  <a:lnTo>
                    <a:pt x="1227" y="0"/>
                  </a:lnTo>
                  <a:lnTo>
                    <a:pt x="10608" y="75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8" name="ph9058"/>
            <p:cNvSpPr/>
            <p:nvPr/>
          </p:nvSpPr>
          <p:spPr>
            <a:xfrm>
              <a:off x="11174043" y="3015803"/>
              <a:ext cx="10080" cy="6468"/>
            </a:xfrm>
            <a:custGeom>
              <a:avLst/>
              <a:pathLst>
                <a:path w="10080" h="6468">
                  <a:moveTo>
                    <a:pt x="8238" y="590"/>
                  </a:moveTo>
                  <a:lnTo>
                    <a:pt x="10080" y="2912"/>
                  </a:lnTo>
                  <a:lnTo>
                    <a:pt x="9978" y="4089"/>
                  </a:lnTo>
                  <a:lnTo>
                    <a:pt x="8125" y="6275"/>
                  </a:lnTo>
                  <a:lnTo>
                    <a:pt x="6838" y="6299"/>
                  </a:lnTo>
                  <a:lnTo>
                    <a:pt x="5514" y="6468"/>
                  </a:lnTo>
                  <a:lnTo>
                    <a:pt x="2970" y="3973"/>
                  </a:lnTo>
                  <a:lnTo>
                    <a:pt x="904" y="3843"/>
                  </a:lnTo>
                  <a:lnTo>
                    <a:pt x="0" y="2649"/>
                  </a:lnTo>
                  <a:lnTo>
                    <a:pt x="5288" y="1784"/>
                  </a:lnTo>
                  <a:lnTo>
                    <a:pt x="5797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9" name="ph9059"/>
            <p:cNvSpPr/>
            <p:nvPr/>
          </p:nvSpPr>
          <p:spPr>
            <a:xfrm>
              <a:off x="11299255" y="3090858"/>
              <a:ext cx="10689" cy="10792"/>
            </a:xfrm>
            <a:custGeom>
              <a:avLst/>
              <a:pathLst>
                <a:path w="10689" h="10792">
                  <a:moveTo>
                    <a:pt x="6671" y="0"/>
                  </a:moveTo>
                  <a:lnTo>
                    <a:pt x="8030" y="810"/>
                  </a:lnTo>
                  <a:lnTo>
                    <a:pt x="8656" y="3784"/>
                  </a:lnTo>
                  <a:lnTo>
                    <a:pt x="10689" y="7709"/>
                  </a:lnTo>
                  <a:lnTo>
                    <a:pt x="6776" y="9988"/>
                  </a:lnTo>
                  <a:lnTo>
                    <a:pt x="3680" y="10792"/>
                  </a:lnTo>
                  <a:lnTo>
                    <a:pt x="563" y="8296"/>
                  </a:lnTo>
                  <a:lnTo>
                    <a:pt x="0" y="6889"/>
                  </a:lnTo>
                  <a:lnTo>
                    <a:pt x="4241" y="4923"/>
                  </a:lnTo>
                  <a:lnTo>
                    <a:pt x="4358" y="1474"/>
                  </a:lnTo>
                  <a:lnTo>
                    <a:pt x="5304" y="15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0" name="ph9060"/>
            <p:cNvSpPr/>
            <p:nvPr/>
          </p:nvSpPr>
          <p:spPr>
            <a:xfrm>
              <a:off x="11051332" y="2649278"/>
              <a:ext cx="86423" cy="70150"/>
            </a:xfrm>
            <a:custGeom>
              <a:avLst/>
              <a:pathLst>
                <a:path w="86423" h="70150">
                  <a:moveTo>
                    <a:pt x="11876" y="2926"/>
                  </a:moveTo>
                  <a:lnTo>
                    <a:pt x="11799" y="4232"/>
                  </a:lnTo>
                  <a:lnTo>
                    <a:pt x="13098" y="5397"/>
                  </a:lnTo>
                  <a:lnTo>
                    <a:pt x="25116" y="6256"/>
                  </a:lnTo>
                  <a:lnTo>
                    <a:pt x="25869" y="6648"/>
                  </a:lnTo>
                  <a:lnTo>
                    <a:pt x="25180" y="8099"/>
                  </a:lnTo>
                  <a:lnTo>
                    <a:pt x="26176" y="9149"/>
                  </a:lnTo>
                  <a:lnTo>
                    <a:pt x="30678" y="9731"/>
                  </a:lnTo>
                  <a:lnTo>
                    <a:pt x="32701" y="7149"/>
                  </a:lnTo>
                  <a:lnTo>
                    <a:pt x="35772" y="6279"/>
                  </a:lnTo>
                  <a:lnTo>
                    <a:pt x="48089" y="8345"/>
                  </a:lnTo>
                  <a:lnTo>
                    <a:pt x="52741" y="7515"/>
                  </a:lnTo>
                  <a:lnTo>
                    <a:pt x="59679" y="23643"/>
                  </a:lnTo>
                  <a:lnTo>
                    <a:pt x="68863" y="33897"/>
                  </a:lnTo>
                  <a:lnTo>
                    <a:pt x="72880" y="37320"/>
                  </a:lnTo>
                  <a:lnTo>
                    <a:pt x="74251" y="40482"/>
                  </a:lnTo>
                  <a:lnTo>
                    <a:pt x="78078" y="45299"/>
                  </a:lnTo>
                  <a:lnTo>
                    <a:pt x="86423" y="52260"/>
                  </a:lnTo>
                  <a:lnTo>
                    <a:pt x="70344" y="47497"/>
                  </a:lnTo>
                  <a:lnTo>
                    <a:pt x="57421" y="42329"/>
                  </a:lnTo>
                  <a:lnTo>
                    <a:pt x="52130" y="43694"/>
                  </a:lnTo>
                  <a:lnTo>
                    <a:pt x="49138" y="45256"/>
                  </a:lnTo>
                  <a:lnTo>
                    <a:pt x="48626" y="48563"/>
                  </a:lnTo>
                  <a:lnTo>
                    <a:pt x="50096" y="49949"/>
                  </a:lnTo>
                  <a:lnTo>
                    <a:pt x="48736" y="52014"/>
                  </a:lnTo>
                  <a:lnTo>
                    <a:pt x="46396" y="53329"/>
                  </a:lnTo>
                  <a:lnTo>
                    <a:pt x="46097" y="54420"/>
                  </a:lnTo>
                  <a:lnTo>
                    <a:pt x="44031" y="54228"/>
                  </a:lnTo>
                  <a:lnTo>
                    <a:pt x="41038" y="55333"/>
                  </a:lnTo>
                  <a:lnTo>
                    <a:pt x="35942" y="66238"/>
                  </a:lnTo>
                  <a:lnTo>
                    <a:pt x="28798" y="65202"/>
                  </a:lnTo>
                  <a:lnTo>
                    <a:pt x="26214" y="67044"/>
                  </a:lnTo>
                  <a:lnTo>
                    <a:pt x="23906" y="70150"/>
                  </a:lnTo>
                  <a:lnTo>
                    <a:pt x="19522" y="61000"/>
                  </a:lnTo>
                  <a:lnTo>
                    <a:pt x="21565" y="47230"/>
                  </a:lnTo>
                  <a:lnTo>
                    <a:pt x="18335" y="38910"/>
                  </a:lnTo>
                  <a:lnTo>
                    <a:pt x="13124" y="38680"/>
                  </a:lnTo>
                  <a:lnTo>
                    <a:pt x="12886" y="39168"/>
                  </a:lnTo>
                  <a:lnTo>
                    <a:pt x="10057" y="38245"/>
                  </a:lnTo>
                  <a:lnTo>
                    <a:pt x="7626" y="39181"/>
                  </a:lnTo>
                  <a:lnTo>
                    <a:pt x="6876" y="41537"/>
                  </a:lnTo>
                  <a:lnTo>
                    <a:pt x="2720" y="39204"/>
                  </a:lnTo>
                  <a:lnTo>
                    <a:pt x="35" y="35486"/>
                  </a:lnTo>
                  <a:lnTo>
                    <a:pt x="0" y="33996"/>
                  </a:lnTo>
                  <a:lnTo>
                    <a:pt x="788" y="33980"/>
                  </a:lnTo>
                  <a:lnTo>
                    <a:pt x="1438" y="29343"/>
                  </a:lnTo>
                  <a:lnTo>
                    <a:pt x="3385" y="25315"/>
                  </a:lnTo>
                  <a:lnTo>
                    <a:pt x="2855" y="19995"/>
                  </a:lnTo>
                  <a:lnTo>
                    <a:pt x="3348" y="18506"/>
                  </a:lnTo>
                  <a:lnTo>
                    <a:pt x="7660" y="16482"/>
                  </a:lnTo>
                  <a:lnTo>
                    <a:pt x="6296" y="12225"/>
                  </a:lnTo>
                  <a:lnTo>
                    <a:pt x="4753" y="10084"/>
                  </a:lnTo>
                  <a:lnTo>
                    <a:pt x="4674" y="6374"/>
                  </a:lnTo>
                  <a:lnTo>
                    <a:pt x="7305" y="1371"/>
                  </a:lnTo>
                  <a:lnTo>
                    <a:pt x="877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1" name="ph9061"/>
            <p:cNvSpPr/>
            <p:nvPr/>
          </p:nvSpPr>
          <p:spPr>
            <a:xfrm>
              <a:off x="10991530" y="2593283"/>
              <a:ext cx="87448" cy="93062"/>
            </a:xfrm>
            <a:custGeom>
              <a:avLst/>
              <a:pathLst>
                <a:path w="87448" h="93062">
                  <a:moveTo>
                    <a:pt x="53470" y="0"/>
                  </a:moveTo>
                  <a:lnTo>
                    <a:pt x="52995" y="2453"/>
                  </a:lnTo>
                  <a:lnTo>
                    <a:pt x="54273" y="5237"/>
                  </a:lnTo>
                  <a:lnTo>
                    <a:pt x="57162" y="6986"/>
                  </a:lnTo>
                  <a:lnTo>
                    <a:pt x="58448" y="6599"/>
                  </a:lnTo>
                  <a:lnTo>
                    <a:pt x="62706" y="8582"/>
                  </a:lnTo>
                  <a:lnTo>
                    <a:pt x="67367" y="14181"/>
                  </a:lnTo>
                  <a:lnTo>
                    <a:pt x="68843" y="14233"/>
                  </a:lnTo>
                  <a:lnTo>
                    <a:pt x="69420" y="13128"/>
                  </a:lnTo>
                  <a:lnTo>
                    <a:pt x="72659" y="12884"/>
                  </a:lnTo>
                  <a:lnTo>
                    <a:pt x="78731" y="15562"/>
                  </a:lnTo>
                  <a:lnTo>
                    <a:pt x="77472" y="19199"/>
                  </a:lnTo>
                  <a:lnTo>
                    <a:pt x="79956" y="20157"/>
                  </a:lnTo>
                  <a:lnTo>
                    <a:pt x="83223" y="22791"/>
                  </a:lnTo>
                  <a:lnTo>
                    <a:pt x="87448" y="28459"/>
                  </a:lnTo>
                  <a:lnTo>
                    <a:pt x="85455" y="28711"/>
                  </a:lnTo>
                  <a:lnTo>
                    <a:pt x="81998" y="30537"/>
                  </a:lnTo>
                  <a:lnTo>
                    <a:pt x="77824" y="29861"/>
                  </a:lnTo>
                  <a:lnTo>
                    <a:pt x="75457" y="31413"/>
                  </a:lnTo>
                  <a:lnTo>
                    <a:pt x="74194" y="33582"/>
                  </a:lnTo>
                  <a:lnTo>
                    <a:pt x="76102" y="37169"/>
                  </a:lnTo>
                  <a:lnTo>
                    <a:pt x="71800" y="39973"/>
                  </a:lnTo>
                  <a:lnTo>
                    <a:pt x="70476" y="43346"/>
                  </a:lnTo>
                  <a:lnTo>
                    <a:pt x="68937" y="44540"/>
                  </a:lnTo>
                  <a:lnTo>
                    <a:pt x="72909" y="47282"/>
                  </a:lnTo>
                  <a:lnTo>
                    <a:pt x="75606" y="46937"/>
                  </a:lnTo>
                  <a:lnTo>
                    <a:pt x="73475" y="52046"/>
                  </a:lnTo>
                  <a:lnTo>
                    <a:pt x="70659" y="53354"/>
                  </a:lnTo>
                  <a:lnTo>
                    <a:pt x="69140" y="52640"/>
                  </a:lnTo>
                  <a:lnTo>
                    <a:pt x="67893" y="53596"/>
                  </a:lnTo>
                  <a:lnTo>
                    <a:pt x="67576" y="54616"/>
                  </a:lnTo>
                  <a:lnTo>
                    <a:pt x="68577" y="55994"/>
                  </a:lnTo>
                  <a:lnTo>
                    <a:pt x="67107" y="57366"/>
                  </a:lnTo>
                  <a:lnTo>
                    <a:pt x="64476" y="62369"/>
                  </a:lnTo>
                  <a:lnTo>
                    <a:pt x="64555" y="66079"/>
                  </a:lnTo>
                  <a:lnTo>
                    <a:pt x="66098" y="68220"/>
                  </a:lnTo>
                  <a:lnTo>
                    <a:pt x="67462" y="72477"/>
                  </a:lnTo>
                  <a:lnTo>
                    <a:pt x="63150" y="74501"/>
                  </a:lnTo>
                  <a:lnTo>
                    <a:pt x="62657" y="75990"/>
                  </a:lnTo>
                  <a:lnTo>
                    <a:pt x="63187" y="81310"/>
                  </a:lnTo>
                  <a:lnTo>
                    <a:pt x="61240" y="85338"/>
                  </a:lnTo>
                  <a:lnTo>
                    <a:pt x="60590" y="89975"/>
                  </a:lnTo>
                  <a:lnTo>
                    <a:pt x="59802" y="89991"/>
                  </a:lnTo>
                  <a:lnTo>
                    <a:pt x="54171" y="89423"/>
                  </a:lnTo>
                  <a:lnTo>
                    <a:pt x="42824" y="93062"/>
                  </a:lnTo>
                  <a:lnTo>
                    <a:pt x="43039" y="91041"/>
                  </a:lnTo>
                  <a:lnTo>
                    <a:pt x="41795" y="90852"/>
                  </a:lnTo>
                  <a:lnTo>
                    <a:pt x="43252" y="76915"/>
                  </a:lnTo>
                  <a:lnTo>
                    <a:pt x="33798" y="77818"/>
                  </a:lnTo>
                  <a:lnTo>
                    <a:pt x="32065" y="75280"/>
                  </a:lnTo>
                  <a:lnTo>
                    <a:pt x="31585" y="71073"/>
                  </a:lnTo>
                  <a:lnTo>
                    <a:pt x="29100" y="69483"/>
                  </a:lnTo>
                  <a:lnTo>
                    <a:pt x="23866" y="73629"/>
                  </a:lnTo>
                  <a:lnTo>
                    <a:pt x="22924" y="75939"/>
                  </a:lnTo>
                  <a:lnTo>
                    <a:pt x="20048" y="77636"/>
                  </a:lnTo>
                  <a:lnTo>
                    <a:pt x="16446" y="70094"/>
                  </a:lnTo>
                  <a:lnTo>
                    <a:pt x="17181" y="67963"/>
                  </a:lnTo>
                  <a:lnTo>
                    <a:pt x="16297" y="66612"/>
                  </a:lnTo>
                  <a:lnTo>
                    <a:pt x="16449" y="64915"/>
                  </a:lnTo>
                  <a:lnTo>
                    <a:pt x="17889" y="64542"/>
                  </a:lnTo>
                  <a:lnTo>
                    <a:pt x="21318" y="65800"/>
                  </a:lnTo>
                  <a:lnTo>
                    <a:pt x="20238" y="63093"/>
                  </a:lnTo>
                  <a:lnTo>
                    <a:pt x="19557" y="62499"/>
                  </a:lnTo>
                  <a:lnTo>
                    <a:pt x="17895" y="62652"/>
                  </a:lnTo>
                  <a:lnTo>
                    <a:pt x="16820" y="64143"/>
                  </a:lnTo>
                  <a:lnTo>
                    <a:pt x="15348" y="64716"/>
                  </a:lnTo>
                  <a:lnTo>
                    <a:pt x="13153" y="63632"/>
                  </a:lnTo>
                  <a:lnTo>
                    <a:pt x="12499" y="61642"/>
                  </a:lnTo>
                  <a:lnTo>
                    <a:pt x="14346" y="60688"/>
                  </a:lnTo>
                  <a:lnTo>
                    <a:pt x="15641" y="61466"/>
                  </a:lnTo>
                  <a:lnTo>
                    <a:pt x="18765" y="59169"/>
                  </a:lnTo>
                  <a:lnTo>
                    <a:pt x="22013" y="61352"/>
                  </a:lnTo>
                  <a:lnTo>
                    <a:pt x="24706" y="60787"/>
                  </a:lnTo>
                  <a:lnTo>
                    <a:pt x="27329" y="52097"/>
                  </a:lnTo>
                  <a:lnTo>
                    <a:pt x="28396" y="41566"/>
                  </a:lnTo>
                  <a:lnTo>
                    <a:pt x="36641" y="34837"/>
                  </a:lnTo>
                  <a:lnTo>
                    <a:pt x="38692" y="33904"/>
                  </a:lnTo>
                  <a:lnTo>
                    <a:pt x="38771" y="31248"/>
                  </a:lnTo>
                  <a:lnTo>
                    <a:pt x="37695" y="29839"/>
                  </a:lnTo>
                  <a:lnTo>
                    <a:pt x="39694" y="27295"/>
                  </a:lnTo>
                  <a:lnTo>
                    <a:pt x="34340" y="28261"/>
                  </a:lnTo>
                  <a:lnTo>
                    <a:pt x="24045" y="20919"/>
                  </a:lnTo>
                  <a:lnTo>
                    <a:pt x="11368" y="15441"/>
                  </a:lnTo>
                  <a:lnTo>
                    <a:pt x="10904" y="12548"/>
                  </a:lnTo>
                  <a:lnTo>
                    <a:pt x="0" y="12980"/>
                  </a:lnTo>
                  <a:lnTo>
                    <a:pt x="1084" y="8900"/>
                  </a:lnTo>
                  <a:lnTo>
                    <a:pt x="11308" y="9957"/>
                  </a:lnTo>
                  <a:lnTo>
                    <a:pt x="17333" y="8245"/>
                  </a:lnTo>
                  <a:lnTo>
                    <a:pt x="20939" y="5834"/>
                  </a:lnTo>
                  <a:lnTo>
                    <a:pt x="27526" y="5943"/>
                  </a:lnTo>
                  <a:lnTo>
                    <a:pt x="33876" y="10014"/>
                  </a:lnTo>
                  <a:lnTo>
                    <a:pt x="40171" y="9692"/>
                  </a:lnTo>
                  <a:lnTo>
                    <a:pt x="40638" y="6909"/>
                  </a:lnTo>
                  <a:lnTo>
                    <a:pt x="38982" y="5501"/>
                  </a:lnTo>
                  <a:lnTo>
                    <a:pt x="40410" y="1931"/>
                  </a:lnTo>
                  <a:lnTo>
                    <a:pt x="42799" y="488"/>
                  </a:lnTo>
                  <a:lnTo>
                    <a:pt x="44931" y="2872"/>
                  </a:lnTo>
                  <a:lnTo>
                    <a:pt x="46712" y="2098"/>
                  </a:lnTo>
                  <a:lnTo>
                    <a:pt x="48465" y="1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2" name="ph9062"/>
            <p:cNvSpPr/>
            <p:nvPr/>
          </p:nvSpPr>
          <p:spPr>
            <a:xfrm>
              <a:off x="11127453" y="2803496"/>
              <a:ext cx="47050" cy="61867"/>
            </a:xfrm>
            <a:custGeom>
              <a:avLst/>
              <a:pathLst>
                <a:path w="47050" h="61867">
                  <a:moveTo>
                    <a:pt x="36753" y="214"/>
                  </a:moveTo>
                  <a:lnTo>
                    <a:pt x="38614" y="3635"/>
                  </a:lnTo>
                  <a:lnTo>
                    <a:pt x="42534" y="8458"/>
                  </a:lnTo>
                  <a:lnTo>
                    <a:pt x="36353" y="11937"/>
                  </a:lnTo>
                  <a:lnTo>
                    <a:pt x="34788" y="16019"/>
                  </a:lnTo>
                  <a:lnTo>
                    <a:pt x="38060" y="19784"/>
                  </a:lnTo>
                  <a:lnTo>
                    <a:pt x="40692" y="19577"/>
                  </a:lnTo>
                  <a:lnTo>
                    <a:pt x="41377" y="20799"/>
                  </a:lnTo>
                  <a:lnTo>
                    <a:pt x="39932" y="24366"/>
                  </a:lnTo>
                  <a:lnTo>
                    <a:pt x="36440" y="27054"/>
                  </a:lnTo>
                  <a:lnTo>
                    <a:pt x="37125" y="30681"/>
                  </a:lnTo>
                  <a:lnTo>
                    <a:pt x="42297" y="35099"/>
                  </a:lnTo>
                  <a:lnTo>
                    <a:pt x="40827" y="41260"/>
                  </a:lnTo>
                  <a:lnTo>
                    <a:pt x="44176" y="43717"/>
                  </a:lnTo>
                  <a:lnTo>
                    <a:pt x="46215" y="43864"/>
                  </a:lnTo>
                  <a:lnTo>
                    <a:pt x="47050" y="45577"/>
                  </a:lnTo>
                  <a:lnTo>
                    <a:pt x="47041" y="49217"/>
                  </a:lnTo>
                  <a:lnTo>
                    <a:pt x="44682" y="50438"/>
                  </a:lnTo>
                  <a:lnTo>
                    <a:pt x="42237" y="60767"/>
                  </a:lnTo>
                  <a:lnTo>
                    <a:pt x="40652" y="61867"/>
                  </a:lnTo>
                  <a:lnTo>
                    <a:pt x="27971" y="58584"/>
                  </a:lnTo>
                  <a:lnTo>
                    <a:pt x="26753" y="57641"/>
                  </a:lnTo>
                  <a:lnTo>
                    <a:pt x="23488" y="56632"/>
                  </a:lnTo>
                  <a:lnTo>
                    <a:pt x="16415" y="54203"/>
                  </a:lnTo>
                  <a:lnTo>
                    <a:pt x="16138" y="51036"/>
                  </a:lnTo>
                  <a:lnTo>
                    <a:pt x="14381" y="49010"/>
                  </a:lnTo>
                  <a:lnTo>
                    <a:pt x="11993" y="44103"/>
                  </a:lnTo>
                  <a:lnTo>
                    <a:pt x="8409" y="41987"/>
                  </a:lnTo>
                  <a:lnTo>
                    <a:pt x="4381" y="41882"/>
                  </a:lnTo>
                  <a:lnTo>
                    <a:pt x="468" y="40828"/>
                  </a:lnTo>
                  <a:lnTo>
                    <a:pt x="0" y="37547"/>
                  </a:lnTo>
                  <a:lnTo>
                    <a:pt x="2078" y="37079"/>
                  </a:lnTo>
                  <a:lnTo>
                    <a:pt x="5261" y="38877"/>
                  </a:lnTo>
                  <a:lnTo>
                    <a:pt x="5371" y="32921"/>
                  </a:lnTo>
                  <a:lnTo>
                    <a:pt x="7287" y="28947"/>
                  </a:lnTo>
                  <a:lnTo>
                    <a:pt x="13056" y="24932"/>
                  </a:lnTo>
                  <a:lnTo>
                    <a:pt x="13340" y="23708"/>
                  </a:lnTo>
                  <a:lnTo>
                    <a:pt x="12451" y="22804"/>
                  </a:lnTo>
                  <a:lnTo>
                    <a:pt x="12852" y="20808"/>
                  </a:lnTo>
                  <a:lnTo>
                    <a:pt x="11101" y="13396"/>
                  </a:lnTo>
                  <a:lnTo>
                    <a:pt x="9765" y="11465"/>
                  </a:lnTo>
                  <a:lnTo>
                    <a:pt x="8170" y="10747"/>
                  </a:lnTo>
                  <a:lnTo>
                    <a:pt x="8247" y="9480"/>
                  </a:lnTo>
                  <a:lnTo>
                    <a:pt x="14548" y="2834"/>
                  </a:lnTo>
                  <a:lnTo>
                    <a:pt x="17770" y="3400"/>
                  </a:lnTo>
                  <a:lnTo>
                    <a:pt x="20716" y="2778"/>
                  </a:lnTo>
                  <a:lnTo>
                    <a:pt x="25840" y="5247"/>
                  </a:lnTo>
                  <a:lnTo>
                    <a:pt x="3451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3" name="ph9063"/>
            <p:cNvSpPr/>
            <p:nvPr/>
          </p:nvSpPr>
          <p:spPr>
            <a:xfrm>
              <a:off x="11212291" y="2994659"/>
              <a:ext cx="39770" cy="24047"/>
            </a:xfrm>
            <a:custGeom>
              <a:avLst/>
              <a:pathLst>
                <a:path w="39770" h="24047">
                  <a:moveTo>
                    <a:pt x="18999" y="1288"/>
                  </a:moveTo>
                  <a:lnTo>
                    <a:pt x="20257" y="3426"/>
                  </a:lnTo>
                  <a:lnTo>
                    <a:pt x="22033" y="3001"/>
                  </a:lnTo>
                  <a:lnTo>
                    <a:pt x="22947" y="3641"/>
                  </a:lnTo>
                  <a:lnTo>
                    <a:pt x="23261" y="7047"/>
                  </a:lnTo>
                  <a:lnTo>
                    <a:pt x="22578" y="8201"/>
                  </a:lnTo>
                  <a:lnTo>
                    <a:pt x="23093" y="11497"/>
                  </a:lnTo>
                  <a:lnTo>
                    <a:pt x="31379" y="10291"/>
                  </a:lnTo>
                  <a:lnTo>
                    <a:pt x="36632" y="12642"/>
                  </a:lnTo>
                  <a:lnTo>
                    <a:pt x="39770" y="12151"/>
                  </a:lnTo>
                  <a:lnTo>
                    <a:pt x="39688" y="13295"/>
                  </a:lnTo>
                  <a:lnTo>
                    <a:pt x="33079" y="16244"/>
                  </a:lnTo>
                  <a:lnTo>
                    <a:pt x="34707" y="19909"/>
                  </a:lnTo>
                  <a:lnTo>
                    <a:pt x="33142" y="21347"/>
                  </a:lnTo>
                  <a:lnTo>
                    <a:pt x="30211" y="19431"/>
                  </a:lnTo>
                  <a:lnTo>
                    <a:pt x="22917" y="19006"/>
                  </a:lnTo>
                  <a:lnTo>
                    <a:pt x="19886" y="20738"/>
                  </a:lnTo>
                  <a:lnTo>
                    <a:pt x="20522" y="21679"/>
                  </a:lnTo>
                  <a:lnTo>
                    <a:pt x="20265" y="23735"/>
                  </a:lnTo>
                  <a:lnTo>
                    <a:pt x="14947" y="23367"/>
                  </a:lnTo>
                  <a:lnTo>
                    <a:pt x="12398" y="24047"/>
                  </a:lnTo>
                  <a:lnTo>
                    <a:pt x="9592" y="21370"/>
                  </a:lnTo>
                  <a:lnTo>
                    <a:pt x="3917" y="10857"/>
                  </a:lnTo>
                  <a:lnTo>
                    <a:pt x="0" y="5367"/>
                  </a:lnTo>
                  <a:lnTo>
                    <a:pt x="1115" y="3124"/>
                  </a:lnTo>
                  <a:lnTo>
                    <a:pt x="5057" y="3726"/>
                  </a:lnTo>
                  <a:lnTo>
                    <a:pt x="12084" y="3458"/>
                  </a:lnTo>
                  <a:lnTo>
                    <a:pt x="1929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4" name="ph9064"/>
            <p:cNvSpPr/>
            <p:nvPr/>
          </p:nvSpPr>
          <p:spPr>
            <a:xfrm>
              <a:off x="11014866" y="2719125"/>
              <a:ext cx="27989" cy="27176"/>
            </a:xfrm>
            <a:custGeom>
              <a:avLst/>
              <a:pathLst>
                <a:path w="27989" h="27176">
                  <a:moveTo>
                    <a:pt x="13258" y="765"/>
                  </a:moveTo>
                  <a:lnTo>
                    <a:pt x="10896" y="4018"/>
                  </a:lnTo>
                  <a:lnTo>
                    <a:pt x="14940" y="7043"/>
                  </a:lnTo>
                  <a:lnTo>
                    <a:pt x="14803" y="9489"/>
                  </a:lnTo>
                  <a:lnTo>
                    <a:pt x="12897" y="14067"/>
                  </a:lnTo>
                  <a:lnTo>
                    <a:pt x="13241" y="15438"/>
                  </a:lnTo>
                  <a:lnTo>
                    <a:pt x="23362" y="14910"/>
                  </a:lnTo>
                  <a:lnTo>
                    <a:pt x="25251" y="15539"/>
                  </a:lnTo>
                  <a:lnTo>
                    <a:pt x="26586" y="16185"/>
                  </a:lnTo>
                  <a:lnTo>
                    <a:pt x="27748" y="17922"/>
                  </a:lnTo>
                  <a:lnTo>
                    <a:pt x="27989" y="19973"/>
                  </a:lnTo>
                  <a:lnTo>
                    <a:pt x="27312" y="21547"/>
                  </a:lnTo>
                  <a:lnTo>
                    <a:pt x="22897" y="26785"/>
                  </a:lnTo>
                  <a:lnTo>
                    <a:pt x="21424" y="27176"/>
                  </a:lnTo>
                  <a:lnTo>
                    <a:pt x="20922" y="25909"/>
                  </a:lnTo>
                  <a:lnTo>
                    <a:pt x="11422" y="18048"/>
                  </a:lnTo>
                  <a:lnTo>
                    <a:pt x="10104" y="17860"/>
                  </a:lnTo>
                  <a:lnTo>
                    <a:pt x="7474" y="19075"/>
                  </a:lnTo>
                  <a:lnTo>
                    <a:pt x="6105" y="15688"/>
                  </a:lnTo>
                  <a:lnTo>
                    <a:pt x="0" y="10713"/>
                  </a:lnTo>
                  <a:lnTo>
                    <a:pt x="211" y="9217"/>
                  </a:lnTo>
                  <a:lnTo>
                    <a:pt x="1345" y="8032"/>
                  </a:lnTo>
                  <a:lnTo>
                    <a:pt x="2123" y="8338"/>
                  </a:lnTo>
                  <a:lnTo>
                    <a:pt x="3247" y="4599"/>
                  </a:lnTo>
                  <a:lnTo>
                    <a:pt x="4667" y="2077"/>
                  </a:lnTo>
                  <a:lnTo>
                    <a:pt x="9962" y="2120"/>
                  </a:lnTo>
                  <a:lnTo>
                    <a:pt x="1116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5" name="ph9065"/>
            <p:cNvSpPr/>
            <p:nvPr/>
          </p:nvSpPr>
          <p:spPr>
            <a:xfrm>
              <a:off x="11322193" y="3121649"/>
              <a:ext cx="63230" cy="44402"/>
            </a:xfrm>
            <a:custGeom>
              <a:avLst/>
              <a:pathLst>
                <a:path w="63230" h="44402">
                  <a:moveTo>
                    <a:pt x="11137" y="2657"/>
                  </a:moveTo>
                  <a:lnTo>
                    <a:pt x="18774" y="3167"/>
                  </a:lnTo>
                  <a:lnTo>
                    <a:pt x="22032" y="4391"/>
                  </a:lnTo>
                  <a:lnTo>
                    <a:pt x="22648" y="7637"/>
                  </a:lnTo>
                  <a:lnTo>
                    <a:pt x="27119" y="6162"/>
                  </a:lnTo>
                  <a:lnTo>
                    <a:pt x="37221" y="6718"/>
                  </a:lnTo>
                  <a:lnTo>
                    <a:pt x="38358" y="6321"/>
                  </a:lnTo>
                  <a:lnTo>
                    <a:pt x="37969" y="5764"/>
                  </a:lnTo>
                  <a:lnTo>
                    <a:pt x="38563" y="4558"/>
                  </a:lnTo>
                  <a:lnTo>
                    <a:pt x="41128" y="3877"/>
                  </a:lnTo>
                  <a:lnTo>
                    <a:pt x="42411" y="4733"/>
                  </a:lnTo>
                  <a:lnTo>
                    <a:pt x="43571" y="7138"/>
                  </a:lnTo>
                  <a:lnTo>
                    <a:pt x="46038" y="7461"/>
                  </a:lnTo>
                  <a:lnTo>
                    <a:pt x="47609" y="9211"/>
                  </a:lnTo>
                  <a:lnTo>
                    <a:pt x="49291" y="19332"/>
                  </a:lnTo>
                  <a:lnTo>
                    <a:pt x="53307" y="21598"/>
                  </a:lnTo>
                  <a:lnTo>
                    <a:pt x="55893" y="28199"/>
                  </a:lnTo>
                  <a:lnTo>
                    <a:pt x="61978" y="30552"/>
                  </a:lnTo>
                  <a:lnTo>
                    <a:pt x="63230" y="30100"/>
                  </a:lnTo>
                  <a:lnTo>
                    <a:pt x="63204" y="30857"/>
                  </a:lnTo>
                  <a:lnTo>
                    <a:pt x="59238" y="31994"/>
                  </a:lnTo>
                  <a:lnTo>
                    <a:pt x="55235" y="34163"/>
                  </a:lnTo>
                  <a:lnTo>
                    <a:pt x="50874" y="38976"/>
                  </a:lnTo>
                  <a:lnTo>
                    <a:pt x="43354" y="43821"/>
                  </a:lnTo>
                  <a:lnTo>
                    <a:pt x="40652" y="44402"/>
                  </a:lnTo>
                  <a:lnTo>
                    <a:pt x="39024" y="40856"/>
                  </a:lnTo>
                  <a:lnTo>
                    <a:pt x="45206" y="36883"/>
                  </a:lnTo>
                  <a:lnTo>
                    <a:pt x="43709" y="34598"/>
                  </a:lnTo>
                  <a:lnTo>
                    <a:pt x="41092" y="35341"/>
                  </a:lnTo>
                  <a:lnTo>
                    <a:pt x="37760" y="34673"/>
                  </a:lnTo>
                  <a:lnTo>
                    <a:pt x="31731" y="30852"/>
                  </a:lnTo>
                  <a:lnTo>
                    <a:pt x="24503" y="23190"/>
                  </a:lnTo>
                  <a:lnTo>
                    <a:pt x="19103" y="27418"/>
                  </a:lnTo>
                  <a:lnTo>
                    <a:pt x="17286" y="29922"/>
                  </a:lnTo>
                  <a:lnTo>
                    <a:pt x="15778" y="32845"/>
                  </a:lnTo>
                  <a:lnTo>
                    <a:pt x="15238" y="38750"/>
                  </a:lnTo>
                  <a:lnTo>
                    <a:pt x="11151" y="37145"/>
                  </a:lnTo>
                  <a:lnTo>
                    <a:pt x="4157" y="31936"/>
                  </a:lnTo>
                  <a:lnTo>
                    <a:pt x="3667" y="29886"/>
                  </a:lnTo>
                  <a:lnTo>
                    <a:pt x="881" y="29725"/>
                  </a:lnTo>
                  <a:lnTo>
                    <a:pt x="2239" y="28172"/>
                  </a:lnTo>
                  <a:lnTo>
                    <a:pt x="0" y="26769"/>
                  </a:lnTo>
                  <a:lnTo>
                    <a:pt x="178" y="23882"/>
                  </a:lnTo>
                  <a:lnTo>
                    <a:pt x="1041" y="22273"/>
                  </a:lnTo>
                  <a:lnTo>
                    <a:pt x="3858" y="20291"/>
                  </a:lnTo>
                  <a:lnTo>
                    <a:pt x="4880" y="17479"/>
                  </a:lnTo>
                  <a:lnTo>
                    <a:pt x="5513" y="15027"/>
                  </a:lnTo>
                  <a:lnTo>
                    <a:pt x="4326" y="12846"/>
                  </a:lnTo>
                  <a:lnTo>
                    <a:pt x="5495" y="12366"/>
                  </a:lnTo>
                  <a:lnTo>
                    <a:pt x="1050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6" name="ph9066"/>
            <p:cNvSpPr/>
            <p:nvPr/>
          </p:nvSpPr>
          <p:spPr>
            <a:xfrm>
              <a:off x="11449591" y="3067822"/>
              <a:ext cx="20707" cy="30622"/>
            </a:xfrm>
            <a:custGeom>
              <a:avLst/>
              <a:pathLst>
                <a:path w="20707" h="30622">
                  <a:moveTo>
                    <a:pt x="14965" y="8805"/>
                  </a:moveTo>
                  <a:lnTo>
                    <a:pt x="17605" y="16971"/>
                  </a:lnTo>
                  <a:lnTo>
                    <a:pt x="18858" y="18277"/>
                  </a:lnTo>
                  <a:lnTo>
                    <a:pt x="16703" y="16296"/>
                  </a:lnTo>
                  <a:lnTo>
                    <a:pt x="15452" y="16321"/>
                  </a:lnTo>
                  <a:lnTo>
                    <a:pt x="14222" y="20945"/>
                  </a:lnTo>
                  <a:lnTo>
                    <a:pt x="15043" y="22585"/>
                  </a:lnTo>
                  <a:lnTo>
                    <a:pt x="20707" y="26769"/>
                  </a:lnTo>
                  <a:lnTo>
                    <a:pt x="19806" y="29833"/>
                  </a:lnTo>
                  <a:lnTo>
                    <a:pt x="17967" y="28839"/>
                  </a:lnTo>
                  <a:lnTo>
                    <a:pt x="15067" y="30465"/>
                  </a:lnTo>
                  <a:lnTo>
                    <a:pt x="10460" y="30622"/>
                  </a:lnTo>
                  <a:lnTo>
                    <a:pt x="3056" y="28036"/>
                  </a:lnTo>
                  <a:lnTo>
                    <a:pt x="3" y="25827"/>
                  </a:lnTo>
                  <a:lnTo>
                    <a:pt x="0" y="24977"/>
                  </a:lnTo>
                  <a:lnTo>
                    <a:pt x="1455" y="19428"/>
                  </a:lnTo>
                  <a:lnTo>
                    <a:pt x="3538" y="19114"/>
                  </a:lnTo>
                  <a:lnTo>
                    <a:pt x="5081" y="17894"/>
                  </a:lnTo>
                  <a:lnTo>
                    <a:pt x="5286" y="15877"/>
                  </a:lnTo>
                  <a:lnTo>
                    <a:pt x="3872" y="13265"/>
                  </a:lnTo>
                  <a:lnTo>
                    <a:pt x="2315" y="9865"/>
                  </a:lnTo>
                  <a:lnTo>
                    <a:pt x="2591" y="6182"/>
                  </a:lnTo>
                  <a:lnTo>
                    <a:pt x="810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7" name="ph9067"/>
            <p:cNvSpPr/>
            <p:nvPr/>
          </p:nvSpPr>
          <p:spPr>
            <a:xfrm>
              <a:off x="11169958" y="2920538"/>
              <a:ext cx="14939" cy="16448"/>
            </a:xfrm>
            <a:custGeom>
              <a:avLst/>
              <a:pathLst>
                <a:path w="14939" h="16448">
                  <a:moveTo>
                    <a:pt x="10852" y="0"/>
                  </a:moveTo>
                  <a:lnTo>
                    <a:pt x="13238" y="3089"/>
                  </a:lnTo>
                  <a:lnTo>
                    <a:pt x="14939" y="6946"/>
                  </a:lnTo>
                  <a:lnTo>
                    <a:pt x="8708" y="11995"/>
                  </a:lnTo>
                  <a:lnTo>
                    <a:pt x="8815" y="15951"/>
                  </a:lnTo>
                  <a:lnTo>
                    <a:pt x="7793" y="16448"/>
                  </a:lnTo>
                  <a:lnTo>
                    <a:pt x="2551" y="10449"/>
                  </a:lnTo>
                  <a:lnTo>
                    <a:pt x="0" y="8604"/>
                  </a:lnTo>
                  <a:lnTo>
                    <a:pt x="1692" y="4924"/>
                  </a:lnTo>
                  <a:lnTo>
                    <a:pt x="8404" y="345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8" name="ph9068"/>
            <p:cNvSpPr/>
            <p:nvPr/>
          </p:nvSpPr>
          <p:spPr>
            <a:xfrm>
              <a:off x="11060468" y="2616637"/>
              <a:ext cx="30846" cy="23928"/>
            </a:xfrm>
            <a:custGeom>
              <a:avLst/>
              <a:pathLst>
                <a:path w="30846" h="23928">
                  <a:moveTo>
                    <a:pt x="29618" y="1533"/>
                  </a:moveTo>
                  <a:lnTo>
                    <a:pt x="30846" y="11419"/>
                  </a:lnTo>
                  <a:lnTo>
                    <a:pt x="28446" y="13029"/>
                  </a:lnTo>
                  <a:lnTo>
                    <a:pt x="22631" y="13832"/>
                  </a:lnTo>
                  <a:lnTo>
                    <a:pt x="20261" y="15172"/>
                  </a:lnTo>
                  <a:lnTo>
                    <a:pt x="18667" y="16712"/>
                  </a:lnTo>
                  <a:lnTo>
                    <a:pt x="18963" y="19720"/>
                  </a:lnTo>
                  <a:lnTo>
                    <a:pt x="16106" y="23180"/>
                  </a:lnTo>
                  <a:lnTo>
                    <a:pt x="12584" y="22534"/>
                  </a:lnTo>
                  <a:lnTo>
                    <a:pt x="14489" y="19069"/>
                  </a:lnTo>
                  <a:lnTo>
                    <a:pt x="14209" y="17245"/>
                  </a:lnTo>
                  <a:lnTo>
                    <a:pt x="10177" y="17049"/>
                  </a:lnTo>
                  <a:lnTo>
                    <a:pt x="9178" y="20123"/>
                  </a:lnTo>
                  <a:lnTo>
                    <a:pt x="9785" y="22343"/>
                  </a:lnTo>
                  <a:lnTo>
                    <a:pt x="6668" y="23583"/>
                  </a:lnTo>
                  <a:lnTo>
                    <a:pt x="3972" y="23928"/>
                  </a:lnTo>
                  <a:lnTo>
                    <a:pt x="0" y="21186"/>
                  </a:lnTo>
                  <a:lnTo>
                    <a:pt x="1538" y="19992"/>
                  </a:lnTo>
                  <a:lnTo>
                    <a:pt x="2862" y="16620"/>
                  </a:lnTo>
                  <a:lnTo>
                    <a:pt x="7164" y="13815"/>
                  </a:lnTo>
                  <a:lnTo>
                    <a:pt x="5256" y="10228"/>
                  </a:lnTo>
                  <a:lnTo>
                    <a:pt x="6520" y="8059"/>
                  </a:lnTo>
                  <a:lnTo>
                    <a:pt x="8887" y="6507"/>
                  </a:lnTo>
                  <a:lnTo>
                    <a:pt x="13060" y="7183"/>
                  </a:lnTo>
                  <a:lnTo>
                    <a:pt x="16517" y="5357"/>
                  </a:lnTo>
                  <a:lnTo>
                    <a:pt x="18510" y="5105"/>
                  </a:lnTo>
                  <a:lnTo>
                    <a:pt x="24103" y="6777"/>
                  </a:lnTo>
                  <a:lnTo>
                    <a:pt x="24881" y="6104"/>
                  </a:lnTo>
                  <a:lnTo>
                    <a:pt x="24965" y="3995"/>
                  </a:lnTo>
                  <a:lnTo>
                    <a:pt x="26196" y="2294"/>
                  </a:lnTo>
                  <a:lnTo>
                    <a:pt x="3058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9" name="ph9069"/>
            <p:cNvSpPr/>
            <p:nvPr/>
          </p:nvSpPr>
          <p:spPr>
            <a:xfrm>
              <a:off x="11210999" y="2947491"/>
              <a:ext cx="49053" cy="30718"/>
            </a:xfrm>
            <a:custGeom>
              <a:avLst/>
              <a:pathLst>
                <a:path w="49053" h="30718">
                  <a:moveTo>
                    <a:pt x="39238" y="4917"/>
                  </a:moveTo>
                  <a:lnTo>
                    <a:pt x="49053" y="4015"/>
                  </a:lnTo>
                  <a:lnTo>
                    <a:pt x="48371" y="8827"/>
                  </a:lnTo>
                  <a:lnTo>
                    <a:pt x="43860" y="10639"/>
                  </a:lnTo>
                  <a:lnTo>
                    <a:pt x="41026" y="14121"/>
                  </a:lnTo>
                  <a:lnTo>
                    <a:pt x="36557" y="17851"/>
                  </a:lnTo>
                  <a:lnTo>
                    <a:pt x="22025" y="28520"/>
                  </a:lnTo>
                  <a:lnTo>
                    <a:pt x="19100" y="29304"/>
                  </a:lnTo>
                  <a:lnTo>
                    <a:pt x="18502" y="28208"/>
                  </a:lnTo>
                  <a:lnTo>
                    <a:pt x="15182" y="30045"/>
                  </a:lnTo>
                  <a:lnTo>
                    <a:pt x="11201" y="30718"/>
                  </a:lnTo>
                  <a:lnTo>
                    <a:pt x="11608" y="30054"/>
                  </a:lnTo>
                  <a:lnTo>
                    <a:pt x="0" y="29464"/>
                  </a:lnTo>
                  <a:lnTo>
                    <a:pt x="1240" y="27415"/>
                  </a:lnTo>
                  <a:lnTo>
                    <a:pt x="20443" y="19784"/>
                  </a:lnTo>
                  <a:lnTo>
                    <a:pt x="22718" y="17923"/>
                  </a:lnTo>
                  <a:lnTo>
                    <a:pt x="24505" y="14455"/>
                  </a:lnTo>
                  <a:lnTo>
                    <a:pt x="28384" y="11822"/>
                  </a:lnTo>
                  <a:lnTo>
                    <a:pt x="30593" y="5106"/>
                  </a:lnTo>
                  <a:lnTo>
                    <a:pt x="35613" y="2397"/>
                  </a:lnTo>
                  <a:lnTo>
                    <a:pt x="37172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0" name="ph9070"/>
            <p:cNvSpPr/>
            <p:nvPr/>
          </p:nvSpPr>
          <p:spPr>
            <a:xfrm>
              <a:off x="11176380" y="3022078"/>
              <a:ext cx="10530" cy="9144"/>
            </a:xfrm>
            <a:custGeom>
              <a:avLst/>
              <a:pathLst>
                <a:path w="10530" h="9144">
                  <a:moveTo>
                    <a:pt x="5788" y="0"/>
                  </a:moveTo>
                  <a:lnTo>
                    <a:pt x="10530" y="3929"/>
                  </a:lnTo>
                  <a:lnTo>
                    <a:pt x="8587" y="5258"/>
                  </a:lnTo>
                  <a:lnTo>
                    <a:pt x="7282" y="2835"/>
                  </a:lnTo>
                  <a:lnTo>
                    <a:pt x="4915" y="2492"/>
                  </a:lnTo>
                  <a:lnTo>
                    <a:pt x="3311" y="3902"/>
                  </a:lnTo>
                  <a:lnTo>
                    <a:pt x="3251" y="5111"/>
                  </a:lnTo>
                  <a:lnTo>
                    <a:pt x="3318" y="9144"/>
                  </a:lnTo>
                  <a:lnTo>
                    <a:pt x="1111" y="8106"/>
                  </a:lnTo>
                  <a:lnTo>
                    <a:pt x="0" y="8019"/>
                  </a:lnTo>
                  <a:lnTo>
                    <a:pt x="872" y="4516"/>
                  </a:lnTo>
                  <a:lnTo>
                    <a:pt x="4683" y="1242"/>
                  </a:lnTo>
                  <a:lnTo>
                    <a:pt x="4501" y="2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1" name="ph9071"/>
            <p:cNvSpPr/>
            <p:nvPr/>
          </p:nvSpPr>
          <p:spPr>
            <a:xfrm>
              <a:off x="11197897" y="2909450"/>
              <a:ext cx="6772" cy="9686"/>
            </a:xfrm>
            <a:custGeom>
              <a:avLst/>
              <a:pathLst>
                <a:path w="6772" h="9686">
                  <a:moveTo>
                    <a:pt x="4196" y="150"/>
                  </a:moveTo>
                  <a:lnTo>
                    <a:pt x="4648" y="270"/>
                  </a:lnTo>
                  <a:lnTo>
                    <a:pt x="4604" y="2873"/>
                  </a:lnTo>
                  <a:lnTo>
                    <a:pt x="6772" y="7421"/>
                  </a:lnTo>
                  <a:lnTo>
                    <a:pt x="5879" y="9686"/>
                  </a:lnTo>
                  <a:lnTo>
                    <a:pt x="719" y="7764"/>
                  </a:lnTo>
                  <a:lnTo>
                    <a:pt x="147" y="8529"/>
                  </a:lnTo>
                  <a:lnTo>
                    <a:pt x="0" y="6238"/>
                  </a:lnTo>
                  <a:lnTo>
                    <a:pt x="352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2" name="ph9072"/>
            <p:cNvSpPr/>
            <p:nvPr/>
          </p:nvSpPr>
          <p:spPr>
            <a:xfrm>
              <a:off x="11168888" y="2849967"/>
              <a:ext cx="24151" cy="37731"/>
            </a:xfrm>
            <a:custGeom>
              <a:avLst/>
              <a:pathLst>
                <a:path w="24151" h="37731">
                  <a:moveTo>
                    <a:pt x="16058" y="99"/>
                  </a:moveTo>
                  <a:lnTo>
                    <a:pt x="17181" y="3014"/>
                  </a:lnTo>
                  <a:lnTo>
                    <a:pt x="15240" y="7250"/>
                  </a:lnTo>
                  <a:lnTo>
                    <a:pt x="15903" y="10641"/>
                  </a:lnTo>
                  <a:lnTo>
                    <a:pt x="19313" y="15378"/>
                  </a:lnTo>
                  <a:lnTo>
                    <a:pt x="22610" y="14925"/>
                  </a:lnTo>
                  <a:lnTo>
                    <a:pt x="23730" y="15374"/>
                  </a:lnTo>
                  <a:lnTo>
                    <a:pt x="24151" y="16551"/>
                  </a:lnTo>
                  <a:lnTo>
                    <a:pt x="20615" y="17882"/>
                  </a:lnTo>
                  <a:lnTo>
                    <a:pt x="19337" y="22543"/>
                  </a:lnTo>
                  <a:lnTo>
                    <a:pt x="20535" y="33794"/>
                  </a:lnTo>
                  <a:lnTo>
                    <a:pt x="19752" y="35008"/>
                  </a:lnTo>
                  <a:lnTo>
                    <a:pt x="19212" y="37403"/>
                  </a:lnTo>
                  <a:lnTo>
                    <a:pt x="18338" y="37731"/>
                  </a:lnTo>
                  <a:lnTo>
                    <a:pt x="12408" y="34103"/>
                  </a:lnTo>
                  <a:lnTo>
                    <a:pt x="11232" y="29076"/>
                  </a:lnTo>
                  <a:lnTo>
                    <a:pt x="11898" y="27863"/>
                  </a:lnTo>
                  <a:lnTo>
                    <a:pt x="12545" y="29340"/>
                  </a:lnTo>
                  <a:lnTo>
                    <a:pt x="13645" y="28971"/>
                  </a:lnTo>
                  <a:lnTo>
                    <a:pt x="13477" y="27258"/>
                  </a:lnTo>
                  <a:lnTo>
                    <a:pt x="8771" y="27003"/>
                  </a:lnTo>
                  <a:lnTo>
                    <a:pt x="5182" y="20747"/>
                  </a:lnTo>
                  <a:lnTo>
                    <a:pt x="4762" y="18856"/>
                  </a:lnTo>
                  <a:lnTo>
                    <a:pt x="2026" y="19111"/>
                  </a:lnTo>
                  <a:lnTo>
                    <a:pt x="3997" y="17033"/>
                  </a:lnTo>
                  <a:lnTo>
                    <a:pt x="741" y="17046"/>
                  </a:lnTo>
                  <a:lnTo>
                    <a:pt x="0" y="15638"/>
                  </a:lnTo>
                  <a:lnTo>
                    <a:pt x="802" y="14296"/>
                  </a:lnTo>
                  <a:lnTo>
                    <a:pt x="3246" y="3967"/>
                  </a:lnTo>
                  <a:lnTo>
                    <a:pt x="5606" y="2746"/>
                  </a:lnTo>
                  <a:lnTo>
                    <a:pt x="7207" y="533"/>
                  </a:lnTo>
                  <a:lnTo>
                    <a:pt x="8953" y="1102"/>
                  </a:lnTo>
                  <a:lnTo>
                    <a:pt x="11817" y="842"/>
                  </a:lnTo>
                  <a:lnTo>
                    <a:pt x="12338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3" name="ph9073"/>
            <p:cNvSpPr/>
            <p:nvPr/>
          </p:nvSpPr>
          <p:spPr>
            <a:xfrm>
              <a:off x="11027174" y="2803640"/>
              <a:ext cx="23433" cy="19416"/>
            </a:xfrm>
            <a:custGeom>
              <a:avLst/>
              <a:pathLst>
                <a:path w="23433" h="19416">
                  <a:moveTo>
                    <a:pt x="12250" y="836"/>
                  </a:moveTo>
                  <a:lnTo>
                    <a:pt x="11246" y="1803"/>
                  </a:lnTo>
                  <a:lnTo>
                    <a:pt x="13413" y="3677"/>
                  </a:lnTo>
                  <a:lnTo>
                    <a:pt x="21790" y="2116"/>
                  </a:lnTo>
                  <a:lnTo>
                    <a:pt x="22792" y="2207"/>
                  </a:lnTo>
                  <a:lnTo>
                    <a:pt x="23433" y="3483"/>
                  </a:lnTo>
                  <a:lnTo>
                    <a:pt x="19605" y="10598"/>
                  </a:lnTo>
                  <a:lnTo>
                    <a:pt x="7908" y="18066"/>
                  </a:lnTo>
                  <a:lnTo>
                    <a:pt x="1090" y="19416"/>
                  </a:lnTo>
                  <a:lnTo>
                    <a:pt x="346" y="19109"/>
                  </a:lnTo>
                  <a:lnTo>
                    <a:pt x="0" y="17298"/>
                  </a:lnTo>
                  <a:lnTo>
                    <a:pt x="1635" y="11721"/>
                  </a:lnTo>
                  <a:lnTo>
                    <a:pt x="5992" y="6880"/>
                  </a:lnTo>
                  <a:lnTo>
                    <a:pt x="5608" y="4280"/>
                  </a:lnTo>
                  <a:lnTo>
                    <a:pt x="7679" y="2197"/>
                  </a:lnTo>
                  <a:lnTo>
                    <a:pt x="9773" y="592"/>
                  </a:lnTo>
                  <a:lnTo>
                    <a:pt x="1194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4" name="ph9074"/>
            <p:cNvSpPr/>
            <p:nvPr/>
          </p:nvSpPr>
          <p:spPr>
            <a:xfrm>
              <a:off x="11183996" y="3043501"/>
              <a:ext cx="11882" cy="8384"/>
            </a:xfrm>
            <a:custGeom>
              <a:avLst/>
              <a:pathLst>
                <a:path w="11882" h="8384">
                  <a:moveTo>
                    <a:pt x="6516" y="0"/>
                  </a:moveTo>
                  <a:lnTo>
                    <a:pt x="7713" y="2032"/>
                  </a:lnTo>
                  <a:lnTo>
                    <a:pt x="9312" y="2848"/>
                  </a:lnTo>
                  <a:lnTo>
                    <a:pt x="11118" y="1525"/>
                  </a:lnTo>
                  <a:lnTo>
                    <a:pt x="11882" y="2396"/>
                  </a:lnTo>
                  <a:lnTo>
                    <a:pt x="10119" y="4366"/>
                  </a:lnTo>
                  <a:lnTo>
                    <a:pt x="4364" y="7872"/>
                  </a:lnTo>
                  <a:lnTo>
                    <a:pt x="3637" y="8384"/>
                  </a:lnTo>
                  <a:lnTo>
                    <a:pt x="3519" y="7558"/>
                  </a:lnTo>
                  <a:lnTo>
                    <a:pt x="0" y="279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5" name="ph9075"/>
            <p:cNvSpPr/>
            <p:nvPr/>
          </p:nvSpPr>
          <p:spPr>
            <a:xfrm>
              <a:off x="11436621" y="3112657"/>
              <a:ext cx="23210" cy="47377"/>
            </a:xfrm>
            <a:custGeom>
              <a:avLst/>
              <a:pathLst>
                <a:path w="23210" h="47377">
                  <a:moveTo>
                    <a:pt x="11803" y="4516"/>
                  </a:moveTo>
                  <a:lnTo>
                    <a:pt x="14421" y="11181"/>
                  </a:lnTo>
                  <a:lnTo>
                    <a:pt x="20079" y="11853"/>
                  </a:lnTo>
                  <a:lnTo>
                    <a:pt x="20615" y="13572"/>
                  </a:lnTo>
                  <a:lnTo>
                    <a:pt x="18057" y="16904"/>
                  </a:lnTo>
                  <a:lnTo>
                    <a:pt x="16698" y="17021"/>
                  </a:lnTo>
                  <a:lnTo>
                    <a:pt x="14093" y="19142"/>
                  </a:lnTo>
                  <a:lnTo>
                    <a:pt x="13612" y="23653"/>
                  </a:lnTo>
                  <a:lnTo>
                    <a:pt x="21133" y="30694"/>
                  </a:lnTo>
                  <a:lnTo>
                    <a:pt x="22600" y="31021"/>
                  </a:lnTo>
                  <a:lnTo>
                    <a:pt x="23210" y="32198"/>
                  </a:lnTo>
                  <a:lnTo>
                    <a:pt x="17682" y="40824"/>
                  </a:lnTo>
                  <a:lnTo>
                    <a:pt x="20581" y="44037"/>
                  </a:lnTo>
                  <a:lnTo>
                    <a:pt x="17324" y="45497"/>
                  </a:lnTo>
                  <a:lnTo>
                    <a:pt x="16844" y="47012"/>
                  </a:lnTo>
                  <a:lnTo>
                    <a:pt x="11826" y="47377"/>
                  </a:lnTo>
                  <a:lnTo>
                    <a:pt x="12131" y="43221"/>
                  </a:lnTo>
                  <a:lnTo>
                    <a:pt x="10649" y="35229"/>
                  </a:lnTo>
                  <a:lnTo>
                    <a:pt x="8572" y="30783"/>
                  </a:lnTo>
                  <a:lnTo>
                    <a:pt x="703" y="22274"/>
                  </a:lnTo>
                  <a:lnTo>
                    <a:pt x="428" y="20129"/>
                  </a:lnTo>
                  <a:lnTo>
                    <a:pt x="1311" y="18336"/>
                  </a:lnTo>
                  <a:lnTo>
                    <a:pt x="221" y="17654"/>
                  </a:lnTo>
                  <a:lnTo>
                    <a:pt x="0" y="15112"/>
                  </a:lnTo>
                  <a:lnTo>
                    <a:pt x="3218" y="13992"/>
                  </a:lnTo>
                  <a:lnTo>
                    <a:pt x="4588" y="12567"/>
                  </a:lnTo>
                  <a:lnTo>
                    <a:pt x="5042" y="6945"/>
                  </a:lnTo>
                  <a:lnTo>
                    <a:pt x="3711" y="3341"/>
                  </a:lnTo>
                  <a:lnTo>
                    <a:pt x="7634" y="983"/>
                  </a:lnTo>
                  <a:lnTo>
                    <a:pt x="1099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6" name="ph9076"/>
            <p:cNvSpPr/>
            <p:nvPr/>
          </p:nvSpPr>
          <p:spPr>
            <a:xfrm>
              <a:off x="11235121" y="3030606"/>
              <a:ext cx="74557" cy="50154"/>
            </a:xfrm>
            <a:custGeom>
              <a:avLst/>
              <a:pathLst>
                <a:path w="74557" h="50154">
                  <a:moveTo>
                    <a:pt x="21485" y="219"/>
                  </a:moveTo>
                  <a:lnTo>
                    <a:pt x="21534" y="5219"/>
                  </a:lnTo>
                  <a:lnTo>
                    <a:pt x="22216" y="6185"/>
                  </a:lnTo>
                  <a:lnTo>
                    <a:pt x="30010" y="4840"/>
                  </a:lnTo>
                  <a:lnTo>
                    <a:pt x="33859" y="8028"/>
                  </a:lnTo>
                  <a:lnTo>
                    <a:pt x="39513" y="7703"/>
                  </a:lnTo>
                  <a:lnTo>
                    <a:pt x="45258" y="9978"/>
                  </a:lnTo>
                  <a:lnTo>
                    <a:pt x="51092" y="9030"/>
                  </a:lnTo>
                  <a:lnTo>
                    <a:pt x="53119" y="10012"/>
                  </a:lnTo>
                  <a:lnTo>
                    <a:pt x="56243" y="13554"/>
                  </a:lnTo>
                  <a:lnTo>
                    <a:pt x="67447" y="15242"/>
                  </a:lnTo>
                  <a:lnTo>
                    <a:pt x="67334" y="17060"/>
                  </a:lnTo>
                  <a:lnTo>
                    <a:pt x="74557" y="24218"/>
                  </a:lnTo>
                  <a:lnTo>
                    <a:pt x="70512" y="28082"/>
                  </a:lnTo>
                  <a:lnTo>
                    <a:pt x="71613" y="28996"/>
                  </a:lnTo>
                  <a:lnTo>
                    <a:pt x="72323" y="31445"/>
                  </a:lnTo>
                  <a:lnTo>
                    <a:pt x="72156" y="34067"/>
                  </a:lnTo>
                  <a:lnTo>
                    <a:pt x="74070" y="35075"/>
                  </a:lnTo>
                  <a:lnTo>
                    <a:pt x="70761" y="39862"/>
                  </a:lnTo>
                  <a:lnTo>
                    <a:pt x="66779" y="37702"/>
                  </a:lnTo>
                  <a:lnTo>
                    <a:pt x="58707" y="36179"/>
                  </a:lnTo>
                  <a:lnTo>
                    <a:pt x="55320" y="37765"/>
                  </a:lnTo>
                  <a:lnTo>
                    <a:pt x="54036" y="40340"/>
                  </a:lnTo>
                  <a:lnTo>
                    <a:pt x="52624" y="40765"/>
                  </a:lnTo>
                  <a:lnTo>
                    <a:pt x="42747" y="38584"/>
                  </a:lnTo>
                  <a:lnTo>
                    <a:pt x="38617" y="43947"/>
                  </a:lnTo>
                  <a:lnTo>
                    <a:pt x="39425" y="50154"/>
                  </a:lnTo>
                  <a:lnTo>
                    <a:pt x="38564" y="49520"/>
                  </a:lnTo>
                  <a:lnTo>
                    <a:pt x="36351" y="44805"/>
                  </a:lnTo>
                  <a:lnTo>
                    <a:pt x="36526" y="44173"/>
                  </a:lnTo>
                  <a:lnTo>
                    <a:pt x="31913" y="38604"/>
                  </a:lnTo>
                  <a:lnTo>
                    <a:pt x="28727" y="37245"/>
                  </a:lnTo>
                  <a:lnTo>
                    <a:pt x="27028" y="35409"/>
                  </a:lnTo>
                  <a:lnTo>
                    <a:pt x="24126" y="27118"/>
                  </a:lnTo>
                  <a:lnTo>
                    <a:pt x="19695" y="20132"/>
                  </a:lnTo>
                  <a:lnTo>
                    <a:pt x="15729" y="18830"/>
                  </a:lnTo>
                  <a:lnTo>
                    <a:pt x="7840" y="18527"/>
                  </a:lnTo>
                  <a:lnTo>
                    <a:pt x="5136" y="16916"/>
                  </a:lnTo>
                  <a:lnTo>
                    <a:pt x="0" y="13544"/>
                  </a:lnTo>
                  <a:lnTo>
                    <a:pt x="3445" y="6433"/>
                  </a:lnTo>
                  <a:lnTo>
                    <a:pt x="4919" y="4807"/>
                  </a:lnTo>
                  <a:lnTo>
                    <a:pt x="4242" y="838"/>
                  </a:lnTo>
                  <a:lnTo>
                    <a:pt x="5357" y="589"/>
                  </a:lnTo>
                  <a:lnTo>
                    <a:pt x="11964" y="1863"/>
                  </a:lnTo>
                  <a:lnTo>
                    <a:pt x="15816" y="0"/>
                  </a:lnTo>
                  <a:lnTo>
                    <a:pt x="16869" y="43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7" name="ph9077"/>
            <p:cNvSpPr/>
            <p:nvPr/>
          </p:nvSpPr>
          <p:spPr>
            <a:xfrm>
              <a:off x="11307912" y="3086398"/>
              <a:ext cx="14527" cy="13592"/>
            </a:xfrm>
            <a:custGeom>
              <a:avLst/>
              <a:pathLst>
                <a:path w="14527" h="13592">
                  <a:moveTo>
                    <a:pt x="9623" y="432"/>
                  </a:moveTo>
                  <a:lnTo>
                    <a:pt x="12691" y="3066"/>
                  </a:lnTo>
                  <a:lnTo>
                    <a:pt x="14527" y="6077"/>
                  </a:lnTo>
                  <a:lnTo>
                    <a:pt x="13307" y="7253"/>
                  </a:lnTo>
                  <a:lnTo>
                    <a:pt x="10953" y="7760"/>
                  </a:lnTo>
                  <a:lnTo>
                    <a:pt x="10698" y="9430"/>
                  </a:lnTo>
                  <a:lnTo>
                    <a:pt x="12122" y="13592"/>
                  </a:lnTo>
                  <a:lnTo>
                    <a:pt x="9878" y="13047"/>
                  </a:lnTo>
                  <a:lnTo>
                    <a:pt x="7705" y="11085"/>
                  </a:lnTo>
                  <a:lnTo>
                    <a:pt x="6106" y="10980"/>
                  </a:lnTo>
                  <a:lnTo>
                    <a:pt x="3345" y="12645"/>
                  </a:lnTo>
                  <a:lnTo>
                    <a:pt x="2033" y="12170"/>
                  </a:lnTo>
                  <a:lnTo>
                    <a:pt x="0" y="8244"/>
                  </a:lnTo>
                  <a:lnTo>
                    <a:pt x="2760" y="7583"/>
                  </a:lnTo>
                  <a:lnTo>
                    <a:pt x="2992" y="6547"/>
                  </a:lnTo>
                  <a:lnTo>
                    <a:pt x="1303" y="1706"/>
                  </a:lnTo>
                  <a:lnTo>
                    <a:pt x="1634" y="182"/>
                  </a:lnTo>
                  <a:lnTo>
                    <a:pt x="5355" y="1110"/>
                  </a:lnTo>
                  <a:lnTo>
                    <a:pt x="642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8" name="ph9078"/>
            <p:cNvSpPr/>
            <p:nvPr/>
          </p:nvSpPr>
          <p:spPr>
            <a:xfrm>
              <a:off x="11206052" y="2976955"/>
              <a:ext cx="20129" cy="5048"/>
            </a:xfrm>
            <a:custGeom>
              <a:avLst/>
              <a:pathLst>
                <a:path w="20129" h="5048">
                  <a:moveTo>
                    <a:pt x="16555" y="590"/>
                  </a:moveTo>
                  <a:lnTo>
                    <a:pt x="16148" y="1253"/>
                  </a:lnTo>
                  <a:lnTo>
                    <a:pt x="20129" y="580"/>
                  </a:lnTo>
                  <a:lnTo>
                    <a:pt x="17072" y="3454"/>
                  </a:lnTo>
                  <a:lnTo>
                    <a:pt x="15177" y="4194"/>
                  </a:lnTo>
                  <a:lnTo>
                    <a:pt x="5118" y="5048"/>
                  </a:lnTo>
                  <a:lnTo>
                    <a:pt x="793" y="4080"/>
                  </a:lnTo>
                  <a:lnTo>
                    <a:pt x="367" y="3405"/>
                  </a:lnTo>
                  <a:lnTo>
                    <a:pt x="0" y="1162"/>
                  </a:lnTo>
                  <a:lnTo>
                    <a:pt x="1767" y="278"/>
                  </a:lnTo>
                  <a:lnTo>
                    <a:pt x="494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9" name="ph9079"/>
            <p:cNvSpPr/>
            <p:nvPr/>
          </p:nvSpPr>
          <p:spPr>
            <a:xfrm>
              <a:off x="11180810" y="2908352"/>
              <a:ext cx="15041" cy="20024"/>
            </a:xfrm>
            <a:custGeom>
              <a:avLst/>
              <a:pathLst>
                <a:path w="15041" h="20024">
                  <a:moveTo>
                    <a:pt x="7952" y="0"/>
                  </a:moveTo>
                  <a:lnTo>
                    <a:pt x="15041" y="3306"/>
                  </a:lnTo>
                  <a:lnTo>
                    <a:pt x="13223" y="4756"/>
                  </a:lnTo>
                  <a:lnTo>
                    <a:pt x="11437" y="4513"/>
                  </a:lnTo>
                  <a:lnTo>
                    <a:pt x="11232" y="6239"/>
                  </a:lnTo>
                  <a:lnTo>
                    <a:pt x="12099" y="7311"/>
                  </a:lnTo>
                  <a:lnTo>
                    <a:pt x="9382" y="7933"/>
                  </a:lnTo>
                  <a:lnTo>
                    <a:pt x="11421" y="16718"/>
                  </a:lnTo>
                  <a:lnTo>
                    <a:pt x="9377" y="19530"/>
                  </a:lnTo>
                  <a:lnTo>
                    <a:pt x="7698" y="20024"/>
                  </a:lnTo>
                  <a:lnTo>
                    <a:pt x="4087" y="19133"/>
                  </a:lnTo>
                  <a:lnTo>
                    <a:pt x="2386" y="15276"/>
                  </a:lnTo>
                  <a:lnTo>
                    <a:pt x="0" y="12186"/>
                  </a:lnTo>
                  <a:lnTo>
                    <a:pt x="4150" y="7816"/>
                  </a:lnTo>
                  <a:lnTo>
                    <a:pt x="4386" y="72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0" name="ph9080"/>
            <p:cNvSpPr/>
            <p:nvPr/>
          </p:nvSpPr>
          <p:spPr>
            <a:xfrm>
              <a:off x="11293332" y="2976813"/>
              <a:ext cx="139" cy="416"/>
            </a:xfrm>
            <a:custGeom>
              <a:avLst/>
              <a:pathLst>
                <a:path w="139" h="416">
                  <a:moveTo>
                    <a:pt x="1" y="0"/>
                  </a:moveTo>
                  <a:lnTo>
                    <a:pt x="139" y="207"/>
                  </a:lnTo>
                  <a:lnTo>
                    <a:pt x="0" y="416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1" name="ph9081"/>
            <p:cNvSpPr/>
            <p:nvPr/>
          </p:nvSpPr>
          <p:spPr>
            <a:xfrm>
              <a:off x="11265058" y="2966918"/>
              <a:ext cx="25340" cy="19117"/>
            </a:xfrm>
            <a:custGeom>
              <a:avLst/>
              <a:pathLst>
                <a:path w="25340" h="19117">
                  <a:moveTo>
                    <a:pt x="23731" y="6387"/>
                  </a:moveTo>
                  <a:lnTo>
                    <a:pt x="23255" y="7200"/>
                  </a:lnTo>
                  <a:lnTo>
                    <a:pt x="25340" y="10676"/>
                  </a:lnTo>
                  <a:lnTo>
                    <a:pt x="23878" y="11515"/>
                  </a:lnTo>
                  <a:lnTo>
                    <a:pt x="22096" y="18226"/>
                  </a:lnTo>
                  <a:lnTo>
                    <a:pt x="17572" y="19117"/>
                  </a:lnTo>
                  <a:lnTo>
                    <a:pt x="15742" y="18729"/>
                  </a:lnTo>
                  <a:lnTo>
                    <a:pt x="11250" y="14444"/>
                  </a:lnTo>
                  <a:lnTo>
                    <a:pt x="9092" y="15918"/>
                  </a:lnTo>
                  <a:lnTo>
                    <a:pt x="5138" y="12996"/>
                  </a:lnTo>
                  <a:lnTo>
                    <a:pt x="4420" y="9770"/>
                  </a:lnTo>
                  <a:lnTo>
                    <a:pt x="2431" y="8379"/>
                  </a:lnTo>
                  <a:lnTo>
                    <a:pt x="1002" y="8428"/>
                  </a:lnTo>
                  <a:lnTo>
                    <a:pt x="0" y="3332"/>
                  </a:lnTo>
                  <a:lnTo>
                    <a:pt x="3413" y="4290"/>
                  </a:lnTo>
                  <a:lnTo>
                    <a:pt x="5451" y="2920"/>
                  </a:lnTo>
                  <a:lnTo>
                    <a:pt x="5858" y="948"/>
                  </a:lnTo>
                  <a:lnTo>
                    <a:pt x="7399" y="302"/>
                  </a:lnTo>
                  <a:lnTo>
                    <a:pt x="11156" y="4838"/>
                  </a:lnTo>
                  <a:lnTo>
                    <a:pt x="12873" y="5327"/>
                  </a:lnTo>
                  <a:lnTo>
                    <a:pt x="13210" y="0"/>
                  </a:lnTo>
                  <a:lnTo>
                    <a:pt x="17025" y="1564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2" name="ph9082"/>
            <p:cNvSpPr/>
            <p:nvPr/>
          </p:nvSpPr>
          <p:spPr>
            <a:xfrm>
              <a:off x="11359498" y="3044951"/>
              <a:ext cx="34819" cy="40402"/>
            </a:xfrm>
            <a:custGeom>
              <a:avLst/>
              <a:pathLst>
                <a:path w="34819" h="40402">
                  <a:moveTo>
                    <a:pt x="24033" y="0"/>
                  </a:moveTo>
                  <a:lnTo>
                    <a:pt x="26616" y="489"/>
                  </a:lnTo>
                  <a:lnTo>
                    <a:pt x="29644" y="3749"/>
                  </a:lnTo>
                  <a:lnTo>
                    <a:pt x="34557" y="6126"/>
                  </a:lnTo>
                  <a:lnTo>
                    <a:pt x="34819" y="7486"/>
                  </a:lnTo>
                  <a:lnTo>
                    <a:pt x="31272" y="9811"/>
                  </a:lnTo>
                  <a:lnTo>
                    <a:pt x="30600" y="18589"/>
                  </a:lnTo>
                  <a:lnTo>
                    <a:pt x="29859" y="19556"/>
                  </a:lnTo>
                  <a:lnTo>
                    <a:pt x="24097" y="22429"/>
                  </a:lnTo>
                  <a:lnTo>
                    <a:pt x="23559" y="32471"/>
                  </a:lnTo>
                  <a:lnTo>
                    <a:pt x="22074" y="35320"/>
                  </a:lnTo>
                  <a:lnTo>
                    <a:pt x="17701" y="38113"/>
                  </a:lnTo>
                  <a:lnTo>
                    <a:pt x="13858" y="38121"/>
                  </a:lnTo>
                  <a:lnTo>
                    <a:pt x="13332" y="39666"/>
                  </a:lnTo>
                  <a:lnTo>
                    <a:pt x="10547" y="38974"/>
                  </a:lnTo>
                  <a:lnTo>
                    <a:pt x="5915" y="40402"/>
                  </a:lnTo>
                  <a:lnTo>
                    <a:pt x="4256" y="39384"/>
                  </a:lnTo>
                  <a:lnTo>
                    <a:pt x="4108" y="38293"/>
                  </a:lnTo>
                  <a:lnTo>
                    <a:pt x="5900" y="36002"/>
                  </a:lnTo>
                  <a:lnTo>
                    <a:pt x="3655" y="31484"/>
                  </a:lnTo>
                  <a:lnTo>
                    <a:pt x="579" y="29826"/>
                  </a:lnTo>
                  <a:lnTo>
                    <a:pt x="703" y="29293"/>
                  </a:lnTo>
                  <a:lnTo>
                    <a:pt x="2571" y="29237"/>
                  </a:lnTo>
                  <a:lnTo>
                    <a:pt x="3698" y="24662"/>
                  </a:lnTo>
                  <a:lnTo>
                    <a:pt x="2659" y="14666"/>
                  </a:lnTo>
                  <a:lnTo>
                    <a:pt x="0" y="11888"/>
                  </a:lnTo>
                  <a:lnTo>
                    <a:pt x="646" y="11306"/>
                  </a:lnTo>
                  <a:lnTo>
                    <a:pt x="4239" y="12437"/>
                  </a:lnTo>
                  <a:lnTo>
                    <a:pt x="7454" y="13145"/>
                  </a:lnTo>
                  <a:lnTo>
                    <a:pt x="10710" y="10502"/>
                  </a:lnTo>
                  <a:lnTo>
                    <a:pt x="17155" y="10206"/>
                  </a:lnTo>
                  <a:lnTo>
                    <a:pt x="23717" y="5700"/>
                  </a:lnTo>
                  <a:lnTo>
                    <a:pt x="25344" y="218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3" name="ph9083"/>
            <p:cNvSpPr/>
            <p:nvPr/>
          </p:nvSpPr>
          <p:spPr>
            <a:xfrm>
              <a:off x="11417455" y="3119860"/>
              <a:ext cx="31297" cy="43296"/>
            </a:xfrm>
            <a:custGeom>
              <a:avLst/>
              <a:pathLst>
                <a:path w="31297" h="43296">
                  <a:moveTo>
                    <a:pt x="14660" y="576"/>
                  </a:moveTo>
                  <a:lnTo>
                    <a:pt x="12609" y="3665"/>
                  </a:lnTo>
                  <a:lnTo>
                    <a:pt x="15029" y="6689"/>
                  </a:lnTo>
                  <a:lnTo>
                    <a:pt x="19064" y="9202"/>
                  </a:lnTo>
                  <a:lnTo>
                    <a:pt x="19387" y="10451"/>
                  </a:lnTo>
                  <a:lnTo>
                    <a:pt x="20478" y="11133"/>
                  </a:lnTo>
                  <a:lnTo>
                    <a:pt x="19595" y="12926"/>
                  </a:lnTo>
                  <a:lnTo>
                    <a:pt x="19870" y="15071"/>
                  </a:lnTo>
                  <a:lnTo>
                    <a:pt x="27738" y="23580"/>
                  </a:lnTo>
                  <a:lnTo>
                    <a:pt x="29816" y="28026"/>
                  </a:lnTo>
                  <a:lnTo>
                    <a:pt x="31297" y="36018"/>
                  </a:lnTo>
                  <a:lnTo>
                    <a:pt x="30992" y="40174"/>
                  </a:lnTo>
                  <a:lnTo>
                    <a:pt x="30208" y="39581"/>
                  </a:lnTo>
                  <a:lnTo>
                    <a:pt x="26737" y="39539"/>
                  </a:lnTo>
                  <a:lnTo>
                    <a:pt x="3874" y="43296"/>
                  </a:lnTo>
                  <a:lnTo>
                    <a:pt x="1835" y="43010"/>
                  </a:lnTo>
                  <a:lnTo>
                    <a:pt x="0" y="42289"/>
                  </a:lnTo>
                  <a:lnTo>
                    <a:pt x="657" y="34183"/>
                  </a:lnTo>
                  <a:lnTo>
                    <a:pt x="3553" y="33463"/>
                  </a:lnTo>
                  <a:lnTo>
                    <a:pt x="7376" y="35439"/>
                  </a:lnTo>
                  <a:lnTo>
                    <a:pt x="7686" y="34865"/>
                  </a:lnTo>
                  <a:lnTo>
                    <a:pt x="7520" y="33158"/>
                  </a:lnTo>
                  <a:lnTo>
                    <a:pt x="3997" y="31976"/>
                  </a:lnTo>
                  <a:lnTo>
                    <a:pt x="596" y="27580"/>
                  </a:lnTo>
                  <a:lnTo>
                    <a:pt x="1209" y="25331"/>
                  </a:lnTo>
                  <a:lnTo>
                    <a:pt x="4606" y="25647"/>
                  </a:lnTo>
                  <a:lnTo>
                    <a:pt x="6481" y="30274"/>
                  </a:lnTo>
                  <a:lnTo>
                    <a:pt x="8476" y="32342"/>
                  </a:lnTo>
                  <a:lnTo>
                    <a:pt x="15883" y="35211"/>
                  </a:lnTo>
                  <a:lnTo>
                    <a:pt x="19123" y="38112"/>
                  </a:lnTo>
                  <a:lnTo>
                    <a:pt x="20351" y="35919"/>
                  </a:lnTo>
                  <a:lnTo>
                    <a:pt x="18794" y="33073"/>
                  </a:lnTo>
                  <a:lnTo>
                    <a:pt x="17651" y="28150"/>
                  </a:lnTo>
                  <a:lnTo>
                    <a:pt x="3320" y="21439"/>
                  </a:lnTo>
                  <a:lnTo>
                    <a:pt x="1203" y="16309"/>
                  </a:lnTo>
                  <a:lnTo>
                    <a:pt x="3822" y="9237"/>
                  </a:lnTo>
                  <a:lnTo>
                    <a:pt x="580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4" name="ph9084"/>
            <p:cNvSpPr/>
            <p:nvPr/>
          </p:nvSpPr>
          <p:spPr>
            <a:xfrm>
              <a:off x="11375500" y="3114283"/>
              <a:ext cx="62305" cy="53319"/>
            </a:xfrm>
            <a:custGeom>
              <a:avLst/>
              <a:pathLst>
                <a:path w="62305" h="53319">
                  <a:moveTo>
                    <a:pt x="29106" y="338"/>
                  </a:moveTo>
                  <a:lnTo>
                    <a:pt x="29230" y="3094"/>
                  </a:lnTo>
                  <a:lnTo>
                    <a:pt x="31942" y="4711"/>
                  </a:lnTo>
                  <a:lnTo>
                    <a:pt x="35388" y="2837"/>
                  </a:lnTo>
                  <a:lnTo>
                    <a:pt x="37300" y="965"/>
                  </a:lnTo>
                  <a:lnTo>
                    <a:pt x="41706" y="565"/>
                  </a:lnTo>
                  <a:lnTo>
                    <a:pt x="47356" y="3870"/>
                  </a:lnTo>
                  <a:lnTo>
                    <a:pt x="47755" y="5577"/>
                  </a:lnTo>
                  <a:lnTo>
                    <a:pt x="45777" y="14814"/>
                  </a:lnTo>
                  <a:lnTo>
                    <a:pt x="43157" y="21886"/>
                  </a:lnTo>
                  <a:lnTo>
                    <a:pt x="45275" y="27017"/>
                  </a:lnTo>
                  <a:lnTo>
                    <a:pt x="59606" y="33728"/>
                  </a:lnTo>
                  <a:lnTo>
                    <a:pt x="60749" y="38651"/>
                  </a:lnTo>
                  <a:lnTo>
                    <a:pt x="62305" y="41497"/>
                  </a:lnTo>
                  <a:lnTo>
                    <a:pt x="61077" y="43689"/>
                  </a:lnTo>
                  <a:lnTo>
                    <a:pt x="57837" y="40789"/>
                  </a:lnTo>
                  <a:lnTo>
                    <a:pt x="50431" y="37919"/>
                  </a:lnTo>
                  <a:lnTo>
                    <a:pt x="48436" y="35852"/>
                  </a:lnTo>
                  <a:lnTo>
                    <a:pt x="46561" y="31225"/>
                  </a:lnTo>
                  <a:lnTo>
                    <a:pt x="43164" y="30908"/>
                  </a:lnTo>
                  <a:lnTo>
                    <a:pt x="42551" y="33157"/>
                  </a:lnTo>
                  <a:lnTo>
                    <a:pt x="45951" y="37553"/>
                  </a:lnTo>
                  <a:lnTo>
                    <a:pt x="49475" y="38735"/>
                  </a:lnTo>
                  <a:lnTo>
                    <a:pt x="49641" y="40442"/>
                  </a:lnTo>
                  <a:lnTo>
                    <a:pt x="49330" y="41016"/>
                  </a:lnTo>
                  <a:lnTo>
                    <a:pt x="45508" y="39041"/>
                  </a:lnTo>
                  <a:lnTo>
                    <a:pt x="42611" y="39761"/>
                  </a:lnTo>
                  <a:lnTo>
                    <a:pt x="41954" y="47867"/>
                  </a:lnTo>
                  <a:lnTo>
                    <a:pt x="43790" y="48587"/>
                  </a:lnTo>
                  <a:lnTo>
                    <a:pt x="33377" y="50162"/>
                  </a:lnTo>
                  <a:lnTo>
                    <a:pt x="28213" y="52415"/>
                  </a:lnTo>
                  <a:lnTo>
                    <a:pt x="27475" y="53319"/>
                  </a:lnTo>
                  <a:lnTo>
                    <a:pt x="21554" y="46082"/>
                  </a:lnTo>
                  <a:lnTo>
                    <a:pt x="19099" y="45272"/>
                  </a:lnTo>
                  <a:lnTo>
                    <a:pt x="19363" y="43412"/>
                  </a:lnTo>
                  <a:lnTo>
                    <a:pt x="28660" y="39997"/>
                  </a:lnTo>
                  <a:lnTo>
                    <a:pt x="28804" y="39271"/>
                  </a:lnTo>
                  <a:lnTo>
                    <a:pt x="28874" y="35806"/>
                  </a:lnTo>
                  <a:lnTo>
                    <a:pt x="22418" y="29578"/>
                  </a:lnTo>
                  <a:lnTo>
                    <a:pt x="16597" y="32667"/>
                  </a:lnTo>
                  <a:lnTo>
                    <a:pt x="13295" y="36415"/>
                  </a:lnTo>
                  <a:lnTo>
                    <a:pt x="9923" y="37467"/>
                  </a:lnTo>
                  <a:lnTo>
                    <a:pt x="8671" y="37918"/>
                  </a:lnTo>
                  <a:lnTo>
                    <a:pt x="2586" y="35565"/>
                  </a:lnTo>
                  <a:lnTo>
                    <a:pt x="0" y="28964"/>
                  </a:lnTo>
                  <a:lnTo>
                    <a:pt x="1484" y="25894"/>
                  </a:lnTo>
                  <a:lnTo>
                    <a:pt x="9552" y="20892"/>
                  </a:lnTo>
                  <a:lnTo>
                    <a:pt x="11738" y="20763"/>
                  </a:lnTo>
                  <a:lnTo>
                    <a:pt x="14787" y="22106"/>
                  </a:lnTo>
                  <a:lnTo>
                    <a:pt x="14936" y="23104"/>
                  </a:lnTo>
                  <a:lnTo>
                    <a:pt x="17527" y="21678"/>
                  </a:lnTo>
                  <a:lnTo>
                    <a:pt x="16797" y="14725"/>
                  </a:lnTo>
                  <a:lnTo>
                    <a:pt x="19711" y="13232"/>
                  </a:lnTo>
                  <a:lnTo>
                    <a:pt x="21280" y="11060"/>
                  </a:lnTo>
                  <a:lnTo>
                    <a:pt x="20689" y="10288"/>
                  </a:lnTo>
                  <a:lnTo>
                    <a:pt x="21060" y="2238"/>
                  </a:lnTo>
                  <a:lnTo>
                    <a:pt x="2594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5" name="ph9085"/>
            <p:cNvSpPr/>
            <p:nvPr/>
          </p:nvSpPr>
          <p:spPr>
            <a:xfrm>
              <a:off x="11102734" y="2696776"/>
              <a:ext cx="41304" cy="56854"/>
            </a:xfrm>
            <a:custGeom>
              <a:avLst/>
              <a:pathLst>
                <a:path w="41304" h="56854">
                  <a:moveTo>
                    <a:pt x="41297" y="1954"/>
                  </a:moveTo>
                  <a:lnTo>
                    <a:pt x="41304" y="7703"/>
                  </a:lnTo>
                  <a:lnTo>
                    <a:pt x="36896" y="21041"/>
                  </a:lnTo>
                  <a:lnTo>
                    <a:pt x="33199" y="28463"/>
                  </a:lnTo>
                  <a:lnTo>
                    <a:pt x="32275" y="33716"/>
                  </a:lnTo>
                  <a:lnTo>
                    <a:pt x="32245" y="39371"/>
                  </a:lnTo>
                  <a:lnTo>
                    <a:pt x="33298" y="44042"/>
                  </a:lnTo>
                  <a:lnTo>
                    <a:pt x="39198" y="56854"/>
                  </a:lnTo>
                  <a:lnTo>
                    <a:pt x="37142" y="54653"/>
                  </a:lnTo>
                  <a:lnTo>
                    <a:pt x="34948" y="53973"/>
                  </a:lnTo>
                  <a:lnTo>
                    <a:pt x="34181" y="55175"/>
                  </a:lnTo>
                  <a:lnTo>
                    <a:pt x="31586" y="54928"/>
                  </a:lnTo>
                  <a:lnTo>
                    <a:pt x="29438" y="52533"/>
                  </a:lnTo>
                  <a:lnTo>
                    <a:pt x="27562" y="52253"/>
                  </a:lnTo>
                  <a:lnTo>
                    <a:pt x="19728" y="54429"/>
                  </a:lnTo>
                  <a:lnTo>
                    <a:pt x="17981" y="55676"/>
                  </a:lnTo>
                  <a:lnTo>
                    <a:pt x="17793" y="56609"/>
                  </a:lnTo>
                  <a:lnTo>
                    <a:pt x="15997" y="56383"/>
                  </a:lnTo>
                  <a:lnTo>
                    <a:pt x="11505" y="52610"/>
                  </a:lnTo>
                  <a:lnTo>
                    <a:pt x="8537" y="47574"/>
                  </a:lnTo>
                  <a:lnTo>
                    <a:pt x="3061" y="45951"/>
                  </a:lnTo>
                  <a:lnTo>
                    <a:pt x="884" y="46881"/>
                  </a:lnTo>
                  <a:lnTo>
                    <a:pt x="0" y="45427"/>
                  </a:lnTo>
                  <a:lnTo>
                    <a:pt x="1911" y="43354"/>
                  </a:lnTo>
                  <a:lnTo>
                    <a:pt x="789" y="42033"/>
                  </a:lnTo>
                  <a:lnTo>
                    <a:pt x="884" y="40750"/>
                  </a:lnTo>
                  <a:lnTo>
                    <a:pt x="1934" y="39477"/>
                  </a:lnTo>
                  <a:lnTo>
                    <a:pt x="5090" y="38728"/>
                  </a:lnTo>
                  <a:lnTo>
                    <a:pt x="5677" y="36197"/>
                  </a:lnTo>
                  <a:lnTo>
                    <a:pt x="7270" y="35400"/>
                  </a:lnTo>
                  <a:lnTo>
                    <a:pt x="10519" y="35689"/>
                  </a:lnTo>
                  <a:lnTo>
                    <a:pt x="13806" y="34120"/>
                  </a:lnTo>
                  <a:lnTo>
                    <a:pt x="13667" y="27425"/>
                  </a:lnTo>
                  <a:lnTo>
                    <a:pt x="16383" y="23524"/>
                  </a:lnTo>
                  <a:lnTo>
                    <a:pt x="17274" y="21624"/>
                  </a:lnTo>
                  <a:lnTo>
                    <a:pt x="19687" y="19168"/>
                  </a:lnTo>
                  <a:lnTo>
                    <a:pt x="21166" y="13872"/>
                  </a:lnTo>
                  <a:lnTo>
                    <a:pt x="18942" y="0"/>
                  </a:lnTo>
                  <a:lnTo>
                    <a:pt x="35021" y="4762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6" name="ph9086"/>
            <p:cNvSpPr/>
            <p:nvPr/>
          </p:nvSpPr>
          <p:spPr>
            <a:xfrm>
              <a:off x="11155501" y="2708057"/>
              <a:ext cx="961" cy="972"/>
            </a:xfrm>
            <a:custGeom>
              <a:avLst/>
              <a:pathLst>
                <a:path w="961" h="972">
                  <a:moveTo>
                    <a:pt x="578" y="949"/>
                  </a:moveTo>
                  <a:lnTo>
                    <a:pt x="0" y="972"/>
                  </a:lnTo>
                  <a:lnTo>
                    <a:pt x="961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7" name="ph9087"/>
            <p:cNvSpPr/>
            <p:nvPr/>
          </p:nvSpPr>
          <p:spPr>
            <a:xfrm>
              <a:off x="11059107" y="2628057"/>
              <a:ext cx="85147" cy="73481"/>
            </a:xfrm>
            <a:custGeom>
              <a:avLst/>
              <a:pathLst>
                <a:path w="85147" h="73481">
                  <a:moveTo>
                    <a:pt x="35400" y="10132"/>
                  </a:moveTo>
                  <a:lnTo>
                    <a:pt x="38757" y="17760"/>
                  </a:lnTo>
                  <a:lnTo>
                    <a:pt x="42604" y="24644"/>
                  </a:lnTo>
                  <a:lnTo>
                    <a:pt x="52465" y="39287"/>
                  </a:lnTo>
                  <a:lnTo>
                    <a:pt x="60421" y="48650"/>
                  </a:lnTo>
                  <a:lnTo>
                    <a:pt x="73228" y="60049"/>
                  </a:lnTo>
                  <a:lnTo>
                    <a:pt x="82773" y="67012"/>
                  </a:lnTo>
                  <a:lnTo>
                    <a:pt x="85147" y="69627"/>
                  </a:lnTo>
                  <a:lnTo>
                    <a:pt x="84923" y="70672"/>
                  </a:lnTo>
                  <a:lnTo>
                    <a:pt x="78648" y="73481"/>
                  </a:lnTo>
                  <a:lnTo>
                    <a:pt x="70303" y="66520"/>
                  </a:lnTo>
                  <a:lnTo>
                    <a:pt x="66476" y="61703"/>
                  </a:lnTo>
                  <a:lnTo>
                    <a:pt x="65105" y="58541"/>
                  </a:lnTo>
                  <a:lnTo>
                    <a:pt x="61088" y="55118"/>
                  </a:lnTo>
                  <a:lnTo>
                    <a:pt x="51905" y="44864"/>
                  </a:lnTo>
                  <a:lnTo>
                    <a:pt x="44967" y="28736"/>
                  </a:lnTo>
                  <a:lnTo>
                    <a:pt x="40314" y="29566"/>
                  </a:lnTo>
                  <a:lnTo>
                    <a:pt x="27997" y="27500"/>
                  </a:lnTo>
                  <a:lnTo>
                    <a:pt x="24926" y="28371"/>
                  </a:lnTo>
                  <a:lnTo>
                    <a:pt x="22903" y="30953"/>
                  </a:lnTo>
                  <a:lnTo>
                    <a:pt x="18402" y="30370"/>
                  </a:lnTo>
                  <a:lnTo>
                    <a:pt x="17405" y="29320"/>
                  </a:lnTo>
                  <a:lnTo>
                    <a:pt x="18094" y="27869"/>
                  </a:lnTo>
                  <a:lnTo>
                    <a:pt x="17341" y="27478"/>
                  </a:lnTo>
                  <a:lnTo>
                    <a:pt x="5324" y="26618"/>
                  </a:lnTo>
                  <a:lnTo>
                    <a:pt x="4025" y="25453"/>
                  </a:lnTo>
                  <a:lnTo>
                    <a:pt x="4101" y="24147"/>
                  </a:lnTo>
                  <a:lnTo>
                    <a:pt x="1000" y="21221"/>
                  </a:lnTo>
                  <a:lnTo>
                    <a:pt x="0" y="19842"/>
                  </a:lnTo>
                  <a:lnTo>
                    <a:pt x="317" y="18822"/>
                  </a:lnTo>
                  <a:lnTo>
                    <a:pt x="1563" y="17867"/>
                  </a:lnTo>
                  <a:lnTo>
                    <a:pt x="3082" y="18580"/>
                  </a:lnTo>
                  <a:lnTo>
                    <a:pt x="5898" y="17272"/>
                  </a:lnTo>
                  <a:lnTo>
                    <a:pt x="8029" y="12163"/>
                  </a:lnTo>
                  <a:lnTo>
                    <a:pt x="11146" y="10923"/>
                  </a:lnTo>
                  <a:lnTo>
                    <a:pt x="10539" y="8703"/>
                  </a:lnTo>
                  <a:lnTo>
                    <a:pt x="11538" y="5629"/>
                  </a:lnTo>
                  <a:lnTo>
                    <a:pt x="15570" y="5825"/>
                  </a:lnTo>
                  <a:lnTo>
                    <a:pt x="15850" y="7649"/>
                  </a:lnTo>
                  <a:lnTo>
                    <a:pt x="13945" y="11114"/>
                  </a:lnTo>
                  <a:lnTo>
                    <a:pt x="17467" y="11760"/>
                  </a:lnTo>
                  <a:lnTo>
                    <a:pt x="20324" y="8300"/>
                  </a:lnTo>
                  <a:lnTo>
                    <a:pt x="20028" y="5292"/>
                  </a:lnTo>
                  <a:lnTo>
                    <a:pt x="21622" y="3753"/>
                  </a:lnTo>
                  <a:lnTo>
                    <a:pt x="23992" y="2412"/>
                  </a:lnTo>
                  <a:lnTo>
                    <a:pt x="29807" y="1610"/>
                  </a:lnTo>
                  <a:lnTo>
                    <a:pt x="3220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8" name="ph9088"/>
            <p:cNvSpPr/>
            <p:nvPr/>
          </p:nvSpPr>
          <p:spPr>
            <a:xfrm>
              <a:off x="11084860" y="2727200"/>
              <a:ext cx="23551" cy="15571"/>
            </a:xfrm>
            <a:custGeom>
              <a:avLst/>
              <a:pathLst>
                <a:path w="23551" h="15571">
                  <a:moveTo>
                    <a:pt x="10575" y="94"/>
                  </a:moveTo>
                  <a:lnTo>
                    <a:pt x="13905" y="5984"/>
                  </a:lnTo>
                  <a:lnTo>
                    <a:pt x="17380" y="9161"/>
                  </a:lnTo>
                  <a:lnTo>
                    <a:pt x="21641" y="7266"/>
                  </a:lnTo>
                  <a:lnTo>
                    <a:pt x="22092" y="5325"/>
                  </a:lnTo>
                  <a:lnTo>
                    <a:pt x="20687" y="4430"/>
                  </a:lnTo>
                  <a:lnTo>
                    <a:pt x="22207" y="2725"/>
                  </a:lnTo>
                  <a:lnTo>
                    <a:pt x="23551" y="5773"/>
                  </a:lnTo>
                  <a:lnTo>
                    <a:pt x="22964" y="8304"/>
                  </a:lnTo>
                  <a:lnTo>
                    <a:pt x="19808" y="9052"/>
                  </a:lnTo>
                  <a:lnTo>
                    <a:pt x="18758" y="10325"/>
                  </a:lnTo>
                  <a:lnTo>
                    <a:pt x="18663" y="11608"/>
                  </a:lnTo>
                  <a:lnTo>
                    <a:pt x="19785" y="12929"/>
                  </a:lnTo>
                  <a:lnTo>
                    <a:pt x="17873" y="15003"/>
                  </a:lnTo>
                  <a:lnTo>
                    <a:pt x="17633" y="15571"/>
                  </a:lnTo>
                  <a:lnTo>
                    <a:pt x="14017" y="14504"/>
                  </a:lnTo>
                  <a:lnTo>
                    <a:pt x="8825" y="11018"/>
                  </a:lnTo>
                  <a:lnTo>
                    <a:pt x="5853" y="13351"/>
                  </a:lnTo>
                  <a:lnTo>
                    <a:pt x="4848" y="13082"/>
                  </a:lnTo>
                  <a:lnTo>
                    <a:pt x="4374" y="12190"/>
                  </a:lnTo>
                  <a:lnTo>
                    <a:pt x="1921" y="13186"/>
                  </a:lnTo>
                  <a:lnTo>
                    <a:pt x="151" y="11450"/>
                  </a:lnTo>
                  <a:lnTo>
                    <a:pt x="0" y="10503"/>
                  </a:lnTo>
                  <a:lnTo>
                    <a:pt x="2910" y="4306"/>
                  </a:lnTo>
                  <a:lnTo>
                    <a:pt x="6822" y="1458"/>
                  </a:lnTo>
                  <a:lnTo>
                    <a:pt x="883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9" name="ph9089"/>
            <p:cNvSpPr/>
            <p:nvPr/>
          </p:nvSpPr>
          <p:spPr>
            <a:xfrm>
              <a:off x="11077546" y="2703506"/>
              <a:ext cx="41237" cy="28000"/>
            </a:xfrm>
            <a:custGeom>
              <a:avLst/>
              <a:pathLst>
                <a:path w="41237" h="28000">
                  <a:moveTo>
                    <a:pt x="19883" y="192"/>
                  </a:moveTo>
                  <a:lnTo>
                    <a:pt x="20496" y="2749"/>
                  </a:lnTo>
                  <a:lnTo>
                    <a:pt x="19498" y="3597"/>
                  </a:lnTo>
                  <a:lnTo>
                    <a:pt x="19160" y="9737"/>
                  </a:lnTo>
                  <a:lnTo>
                    <a:pt x="21199" y="9614"/>
                  </a:lnTo>
                  <a:lnTo>
                    <a:pt x="31012" y="5855"/>
                  </a:lnTo>
                  <a:lnTo>
                    <a:pt x="35992" y="3230"/>
                  </a:lnTo>
                  <a:lnTo>
                    <a:pt x="38482" y="5076"/>
                  </a:lnTo>
                  <a:lnTo>
                    <a:pt x="40888" y="9802"/>
                  </a:lnTo>
                  <a:lnTo>
                    <a:pt x="41237" y="13343"/>
                  </a:lnTo>
                  <a:lnTo>
                    <a:pt x="39161" y="14397"/>
                  </a:lnTo>
                  <a:lnTo>
                    <a:pt x="37449" y="13428"/>
                  </a:lnTo>
                  <a:lnTo>
                    <a:pt x="33554" y="12551"/>
                  </a:lnTo>
                  <a:lnTo>
                    <a:pt x="28358" y="14849"/>
                  </a:lnTo>
                  <a:lnTo>
                    <a:pt x="27477" y="16376"/>
                  </a:lnTo>
                  <a:lnTo>
                    <a:pt x="26261" y="16516"/>
                  </a:lnTo>
                  <a:lnTo>
                    <a:pt x="22431" y="13766"/>
                  </a:lnTo>
                  <a:lnTo>
                    <a:pt x="20089" y="13761"/>
                  </a:lnTo>
                  <a:lnTo>
                    <a:pt x="19650" y="11052"/>
                  </a:lnTo>
                  <a:lnTo>
                    <a:pt x="17749" y="10863"/>
                  </a:lnTo>
                  <a:lnTo>
                    <a:pt x="15407" y="12166"/>
                  </a:lnTo>
                  <a:lnTo>
                    <a:pt x="14500" y="13462"/>
                  </a:lnTo>
                  <a:lnTo>
                    <a:pt x="18995" y="14780"/>
                  </a:lnTo>
                  <a:lnTo>
                    <a:pt x="17754" y="20082"/>
                  </a:lnTo>
                  <a:lnTo>
                    <a:pt x="15369" y="19589"/>
                  </a:lnTo>
                  <a:lnTo>
                    <a:pt x="12661" y="21880"/>
                  </a:lnTo>
                  <a:lnTo>
                    <a:pt x="12687" y="24593"/>
                  </a:lnTo>
                  <a:lnTo>
                    <a:pt x="14135" y="25152"/>
                  </a:lnTo>
                  <a:lnTo>
                    <a:pt x="10224" y="28000"/>
                  </a:lnTo>
                  <a:lnTo>
                    <a:pt x="10270" y="26665"/>
                  </a:lnTo>
                  <a:lnTo>
                    <a:pt x="8628" y="25587"/>
                  </a:lnTo>
                  <a:lnTo>
                    <a:pt x="7831" y="22029"/>
                  </a:lnTo>
                  <a:lnTo>
                    <a:pt x="9106" y="18508"/>
                  </a:lnTo>
                  <a:lnTo>
                    <a:pt x="4738" y="15030"/>
                  </a:lnTo>
                  <a:lnTo>
                    <a:pt x="4924" y="17723"/>
                  </a:lnTo>
                  <a:lnTo>
                    <a:pt x="3903" y="18719"/>
                  </a:lnTo>
                  <a:lnTo>
                    <a:pt x="351" y="14230"/>
                  </a:lnTo>
                  <a:lnTo>
                    <a:pt x="0" y="12815"/>
                  </a:lnTo>
                  <a:lnTo>
                    <a:pt x="2584" y="10974"/>
                  </a:lnTo>
                  <a:lnTo>
                    <a:pt x="9728" y="12010"/>
                  </a:lnTo>
                  <a:lnTo>
                    <a:pt x="14823" y="1105"/>
                  </a:lnTo>
                  <a:lnTo>
                    <a:pt x="1781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0" name="ph9090"/>
            <p:cNvSpPr/>
            <p:nvPr/>
          </p:nvSpPr>
          <p:spPr>
            <a:xfrm>
              <a:off x="11025763" y="2687524"/>
              <a:ext cx="45104" cy="67242"/>
            </a:xfrm>
            <a:custGeom>
              <a:avLst/>
              <a:pathLst>
                <a:path w="45104" h="67242">
                  <a:moveTo>
                    <a:pt x="38456" y="923"/>
                  </a:moveTo>
                  <a:lnTo>
                    <a:pt x="38525" y="1574"/>
                  </a:lnTo>
                  <a:lnTo>
                    <a:pt x="44979" y="6463"/>
                  </a:lnTo>
                  <a:lnTo>
                    <a:pt x="45104" y="7291"/>
                  </a:lnTo>
                  <a:lnTo>
                    <a:pt x="42671" y="11414"/>
                  </a:lnTo>
                  <a:lnTo>
                    <a:pt x="41391" y="16040"/>
                  </a:lnTo>
                  <a:lnTo>
                    <a:pt x="41173" y="21151"/>
                  </a:lnTo>
                  <a:lnTo>
                    <a:pt x="38646" y="22538"/>
                  </a:lnTo>
                  <a:lnTo>
                    <a:pt x="36730" y="26088"/>
                  </a:lnTo>
                  <a:lnTo>
                    <a:pt x="37089" y="28437"/>
                  </a:lnTo>
                  <a:lnTo>
                    <a:pt x="39902" y="33483"/>
                  </a:lnTo>
                  <a:lnTo>
                    <a:pt x="40371" y="38069"/>
                  </a:lnTo>
                  <a:lnTo>
                    <a:pt x="39311" y="39627"/>
                  </a:lnTo>
                  <a:lnTo>
                    <a:pt x="37398" y="38529"/>
                  </a:lnTo>
                  <a:lnTo>
                    <a:pt x="36624" y="39865"/>
                  </a:lnTo>
                  <a:lnTo>
                    <a:pt x="37612" y="45507"/>
                  </a:lnTo>
                  <a:lnTo>
                    <a:pt x="37279" y="47381"/>
                  </a:lnTo>
                  <a:lnTo>
                    <a:pt x="34589" y="47556"/>
                  </a:lnTo>
                  <a:lnTo>
                    <a:pt x="31854" y="51020"/>
                  </a:lnTo>
                  <a:lnTo>
                    <a:pt x="36012" y="51660"/>
                  </a:lnTo>
                  <a:lnTo>
                    <a:pt x="40954" y="58366"/>
                  </a:lnTo>
                  <a:lnTo>
                    <a:pt x="41125" y="59570"/>
                  </a:lnTo>
                  <a:lnTo>
                    <a:pt x="40283" y="61249"/>
                  </a:lnTo>
                  <a:lnTo>
                    <a:pt x="39456" y="60333"/>
                  </a:lnTo>
                  <a:lnTo>
                    <a:pt x="35100" y="61071"/>
                  </a:lnTo>
                  <a:lnTo>
                    <a:pt x="27615" y="64354"/>
                  </a:lnTo>
                  <a:lnTo>
                    <a:pt x="25630" y="67199"/>
                  </a:lnTo>
                  <a:lnTo>
                    <a:pt x="24353" y="67242"/>
                  </a:lnTo>
                  <a:lnTo>
                    <a:pt x="23120" y="66563"/>
                  </a:lnTo>
                  <a:lnTo>
                    <a:pt x="22315" y="64051"/>
                  </a:lnTo>
                  <a:lnTo>
                    <a:pt x="21070" y="62741"/>
                  </a:lnTo>
                  <a:lnTo>
                    <a:pt x="19797" y="62653"/>
                  </a:lnTo>
                  <a:lnTo>
                    <a:pt x="20575" y="61725"/>
                  </a:lnTo>
                  <a:lnTo>
                    <a:pt x="20113" y="58394"/>
                  </a:lnTo>
                  <a:lnTo>
                    <a:pt x="16415" y="53148"/>
                  </a:lnTo>
                  <a:lnTo>
                    <a:pt x="17092" y="51575"/>
                  </a:lnTo>
                  <a:lnTo>
                    <a:pt x="16851" y="49524"/>
                  </a:lnTo>
                  <a:lnTo>
                    <a:pt x="15689" y="47787"/>
                  </a:lnTo>
                  <a:lnTo>
                    <a:pt x="14354" y="47141"/>
                  </a:lnTo>
                  <a:lnTo>
                    <a:pt x="12465" y="46512"/>
                  </a:lnTo>
                  <a:lnTo>
                    <a:pt x="2344" y="47039"/>
                  </a:lnTo>
                  <a:lnTo>
                    <a:pt x="2000" y="45669"/>
                  </a:lnTo>
                  <a:lnTo>
                    <a:pt x="3906" y="41091"/>
                  </a:lnTo>
                  <a:lnTo>
                    <a:pt x="4044" y="38645"/>
                  </a:lnTo>
                  <a:lnTo>
                    <a:pt x="0" y="35619"/>
                  </a:lnTo>
                  <a:lnTo>
                    <a:pt x="2361" y="32366"/>
                  </a:lnTo>
                  <a:lnTo>
                    <a:pt x="4328" y="34504"/>
                  </a:lnTo>
                  <a:lnTo>
                    <a:pt x="5232" y="34218"/>
                  </a:lnTo>
                  <a:lnTo>
                    <a:pt x="7540" y="30127"/>
                  </a:lnTo>
                  <a:lnTo>
                    <a:pt x="6726" y="28171"/>
                  </a:lnTo>
                  <a:lnTo>
                    <a:pt x="8631" y="25348"/>
                  </a:lnTo>
                  <a:lnTo>
                    <a:pt x="13391" y="21018"/>
                  </a:lnTo>
                  <a:lnTo>
                    <a:pt x="14366" y="20951"/>
                  </a:lnTo>
                  <a:lnTo>
                    <a:pt x="15161" y="22665"/>
                  </a:lnTo>
                  <a:lnTo>
                    <a:pt x="14397" y="23789"/>
                  </a:lnTo>
                  <a:lnTo>
                    <a:pt x="14380" y="26332"/>
                  </a:lnTo>
                  <a:lnTo>
                    <a:pt x="16903" y="26114"/>
                  </a:lnTo>
                  <a:lnTo>
                    <a:pt x="17604" y="23208"/>
                  </a:lnTo>
                  <a:lnTo>
                    <a:pt x="15813" y="17311"/>
                  </a:lnTo>
                  <a:lnTo>
                    <a:pt x="17970" y="13521"/>
                  </a:lnTo>
                  <a:lnTo>
                    <a:pt x="22712" y="11221"/>
                  </a:lnTo>
                  <a:lnTo>
                    <a:pt x="23847" y="12546"/>
                  </a:lnTo>
                  <a:lnTo>
                    <a:pt x="26073" y="12668"/>
                  </a:lnTo>
                  <a:lnTo>
                    <a:pt x="31521" y="9555"/>
                  </a:lnTo>
                  <a:lnTo>
                    <a:pt x="34542" y="4690"/>
                  </a:lnTo>
                  <a:lnTo>
                    <a:pt x="32445" y="3292"/>
                  </a:lnTo>
                  <a:lnTo>
                    <a:pt x="33195" y="935"/>
                  </a:lnTo>
                  <a:lnTo>
                    <a:pt x="356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1" name="ph9091"/>
            <p:cNvSpPr/>
            <p:nvPr/>
          </p:nvSpPr>
          <p:spPr>
            <a:xfrm>
              <a:off x="11171650" y="2908968"/>
              <a:ext cx="13546" cy="16494"/>
            </a:xfrm>
            <a:custGeom>
              <a:avLst/>
              <a:pathLst>
                <a:path w="13546" h="16494">
                  <a:moveTo>
                    <a:pt x="13546" y="104"/>
                  </a:moveTo>
                  <a:lnTo>
                    <a:pt x="13310" y="7200"/>
                  </a:lnTo>
                  <a:lnTo>
                    <a:pt x="9159" y="11570"/>
                  </a:lnTo>
                  <a:lnTo>
                    <a:pt x="6712" y="15021"/>
                  </a:lnTo>
                  <a:lnTo>
                    <a:pt x="0" y="16494"/>
                  </a:lnTo>
                  <a:lnTo>
                    <a:pt x="1969" y="9579"/>
                  </a:lnTo>
                  <a:lnTo>
                    <a:pt x="5107" y="6813"/>
                  </a:lnTo>
                  <a:lnTo>
                    <a:pt x="4093" y="5183"/>
                  </a:lnTo>
                  <a:lnTo>
                    <a:pt x="7836" y="4324"/>
                  </a:lnTo>
                  <a:lnTo>
                    <a:pt x="7625" y="3161"/>
                  </a:lnTo>
                  <a:lnTo>
                    <a:pt x="8513" y="1927"/>
                  </a:lnTo>
                  <a:lnTo>
                    <a:pt x="1234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2" name="ph9092"/>
            <p:cNvSpPr/>
            <p:nvPr/>
          </p:nvSpPr>
          <p:spPr>
            <a:xfrm>
              <a:off x="11099938" y="2787917"/>
              <a:ext cx="19178" cy="22551"/>
            </a:xfrm>
            <a:custGeom>
              <a:avLst/>
              <a:pathLst>
                <a:path w="19178" h="22551">
                  <a:moveTo>
                    <a:pt x="18196" y="462"/>
                  </a:moveTo>
                  <a:lnTo>
                    <a:pt x="19178" y="3170"/>
                  </a:lnTo>
                  <a:lnTo>
                    <a:pt x="17038" y="9529"/>
                  </a:lnTo>
                  <a:lnTo>
                    <a:pt x="16949" y="12688"/>
                  </a:lnTo>
                  <a:lnTo>
                    <a:pt x="15506" y="17799"/>
                  </a:lnTo>
                  <a:lnTo>
                    <a:pt x="10133" y="21017"/>
                  </a:lnTo>
                  <a:lnTo>
                    <a:pt x="5991" y="21170"/>
                  </a:lnTo>
                  <a:lnTo>
                    <a:pt x="5748" y="22551"/>
                  </a:lnTo>
                  <a:lnTo>
                    <a:pt x="1046" y="19430"/>
                  </a:lnTo>
                  <a:lnTo>
                    <a:pt x="339" y="11463"/>
                  </a:lnTo>
                  <a:lnTo>
                    <a:pt x="2872" y="9093"/>
                  </a:lnTo>
                  <a:lnTo>
                    <a:pt x="4257" y="2342"/>
                  </a:lnTo>
                  <a:lnTo>
                    <a:pt x="1325" y="2214"/>
                  </a:lnTo>
                  <a:lnTo>
                    <a:pt x="0" y="676"/>
                  </a:lnTo>
                  <a:lnTo>
                    <a:pt x="6789" y="1562"/>
                  </a:lnTo>
                  <a:lnTo>
                    <a:pt x="11658" y="854"/>
                  </a:lnTo>
                  <a:lnTo>
                    <a:pt x="1288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3" name="ph9093"/>
            <p:cNvSpPr/>
            <p:nvPr/>
          </p:nvSpPr>
          <p:spPr>
            <a:xfrm>
              <a:off x="11162241" y="2811954"/>
              <a:ext cx="48148" cy="41213"/>
            </a:xfrm>
            <a:custGeom>
              <a:avLst/>
              <a:pathLst>
                <a:path w="48148" h="41213">
                  <a:moveTo>
                    <a:pt x="16352" y="8764"/>
                  </a:moveTo>
                  <a:lnTo>
                    <a:pt x="24640" y="15611"/>
                  </a:lnTo>
                  <a:lnTo>
                    <a:pt x="31891" y="25100"/>
                  </a:lnTo>
                  <a:lnTo>
                    <a:pt x="48148" y="41008"/>
                  </a:lnTo>
                  <a:lnTo>
                    <a:pt x="48057" y="41213"/>
                  </a:lnTo>
                  <a:lnTo>
                    <a:pt x="45019" y="41132"/>
                  </a:lnTo>
                  <a:lnTo>
                    <a:pt x="38086" y="37024"/>
                  </a:lnTo>
                  <a:lnTo>
                    <a:pt x="34379" y="36122"/>
                  </a:lnTo>
                  <a:lnTo>
                    <a:pt x="26388" y="36941"/>
                  </a:lnTo>
                  <a:lnTo>
                    <a:pt x="23951" y="35794"/>
                  </a:lnTo>
                  <a:lnTo>
                    <a:pt x="22807" y="36421"/>
                  </a:lnTo>
                  <a:lnTo>
                    <a:pt x="22705" y="38113"/>
                  </a:lnTo>
                  <a:lnTo>
                    <a:pt x="18986" y="38013"/>
                  </a:lnTo>
                  <a:lnTo>
                    <a:pt x="18464" y="38856"/>
                  </a:lnTo>
                  <a:lnTo>
                    <a:pt x="15600" y="39115"/>
                  </a:lnTo>
                  <a:lnTo>
                    <a:pt x="13854" y="38546"/>
                  </a:lnTo>
                  <a:lnTo>
                    <a:pt x="12253" y="40759"/>
                  </a:lnTo>
                  <a:lnTo>
                    <a:pt x="12262" y="37119"/>
                  </a:lnTo>
                  <a:lnTo>
                    <a:pt x="11426" y="35406"/>
                  </a:lnTo>
                  <a:lnTo>
                    <a:pt x="9388" y="35259"/>
                  </a:lnTo>
                  <a:lnTo>
                    <a:pt x="6039" y="32802"/>
                  </a:lnTo>
                  <a:lnTo>
                    <a:pt x="7509" y="26641"/>
                  </a:lnTo>
                  <a:lnTo>
                    <a:pt x="11594" y="25935"/>
                  </a:lnTo>
                  <a:lnTo>
                    <a:pt x="19205" y="21898"/>
                  </a:lnTo>
                  <a:lnTo>
                    <a:pt x="20608" y="18465"/>
                  </a:lnTo>
                  <a:lnTo>
                    <a:pt x="19677" y="17448"/>
                  </a:lnTo>
                  <a:lnTo>
                    <a:pt x="19784" y="16252"/>
                  </a:lnTo>
                  <a:lnTo>
                    <a:pt x="21491" y="14722"/>
                  </a:lnTo>
                  <a:lnTo>
                    <a:pt x="17113" y="15451"/>
                  </a:lnTo>
                  <a:lnTo>
                    <a:pt x="13843" y="13722"/>
                  </a:lnTo>
                  <a:lnTo>
                    <a:pt x="15754" y="12412"/>
                  </a:lnTo>
                  <a:lnTo>
                    <a:pt x="11094" y="8118"/>
                  </a:lnTo>
                  <a:lnTo>
                    <a:pt x="8981" y="8785"/>
                  </a:lnTo>
                  <a:lnTo>
                    <a:pt x="7796" y="10504"/>
                  </a:lnTo>
                  <a:lnTo>
                    <a:pt x="5904" y="11118"/>
                  </a:lnTo>
                  <a:lnTo>
                    <a:pt x="3272" y="11326"/>
                  </a:lnTo>
                  <a:lnTo>
                    <a:pt x="0" y="7561"/>
                  </a:lnTo>
                  <a:lnTo>
                    <a:pt x="1565" y="3479"/>
                  </a:lnTo>
                  <a:lnTo>
                    <a:pt x="774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4" name="ph9094"/>
            <p:cNvSpPr/>
            <p:nvPr/>
          </p:nvSpPr>
          <p:spPr>
            <a:xfrm>
              <a:off x="11180534" y="3051373"/>
              <a:ext cx="15586" cy="15765"/>
            </a:xfrm>
            <a:custGeom>
              <a:avLst/>
              <a:pathLst>
                <a:path w="15586" h="15765">
                  <a:moveTo>
                    <a:pt x="9940" y="1984"/>
                  </a:moveTo>
                  <a:lnTo>
                    <a:pt x="15586" y="3556"/>
                  </a:lnTo>
                  <a:lnTo>
                    <a:pt x="12892" y="6220"/>
                  </a:lnTo>
                  <a:lnTo>
                    <a:pt x="3994" y="15765"/>
                  </a:lnTo>
                  <a:lnTo>
                    <a:pt x="3831" y="14665"/>
                  </a:lnTo>
                  <a:lnTo>
                    <a:pt x="0" y="7929"/>
                  </a:lnTo>
                  <a:lnTo>
                    <a:pt x="3780" y="3312"/>
                  </a:lnTo>
                  <a:lnTo>
                    <a:pt x="7099" y="512"/>
                  </a:lnTo>
                  <a:lnTo>
                    <a:pt x="7827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5" name="ph9095"/>
            <p:cNvSpPr/>
            <p:nvPr/>
          </p:nvSpPr>
          <p:spPr>
            <a:xfrm>
              <a:off x="11079646" y="2742727"/>
              <a:ext cx="47865" cy="50069"/>
            </a:xfrm>
            <a:custGeom>
              <a:avLst/>
              <a:pathLst>
                <a:path w="47865" h="50069">
                  <a:moveTo>
                    <a:pt x="31625" y="1623"/>
                  </a:moveTo>
                  <a:lnTo>
                    <a:pt x="34593" y="6659"/>
                  </a:lnTo>
                  <a:lnTo>
                    <a:pt x="39085" y="10432"/>
                  </a:lnTo>
                  <a:lnTo>
                    <a:pt x="40881" y="10658"/>
                  </a:lnTo>
                  <a:lnTo>
                    <a:pt x="43646" y="10808"/>
                  </a:lnTo>
                  <a:lnTo>
                    <a:pt x="44771" y="10149"/>
                  </a:lnTo>
                  <a:lnTo>
                    <a:pt x="45698" y="10864"/>
                  </a:lnTo>
                  <a:lnTo>
                    <a:pt x="46522" y="14209"/>
                  </a:lnTo>
                  <a:lnTo>
                    <a:pt x="43031" y="14798"/>
                  </a:lnTo>
                  <a:lnTo>
                    <a:pt x="42433" y="16890"/>
                  </a:lnTo>
                  <a:lnTo>
                    <a:pt x="36465" y="23888"/>
                  </a:lnTo>
                  <a:lnTo>
                    <a:pt x="37349" y="26671"/>
                  </a:lnTo>
                  <a:lnTo>
                    <a:pt x="39774" y="29170"/>
                  </a:lnTo>
                  <a:lnTo>
                    <a:pt x="44552" y="28499"/>
                  </a:lnTo>
                  <a:lnTo>
                    <a:pt x="47865" y="30954"/>
                  </a:lnTo>
                  <a:lnTo>
                    <a:pt x="47300" y="40667"/>
                  </a:lnTo>
                  <a:lnTo>
                    <a:pt x="46572" y="39761"/>
                  </a:lnTo>
                  <a:lnTo>
                    <a:pt x="44948" y="40014"/>
                  </a:lnTo>
                  <a:lnTo>
                    <a:pt x="44864" y="41337"/>
                  </a:lnTo>
                  <a:lnTo>
                    <a:pt x="42087" y="44535"/>
                  </a:lnTo>
                  <a:lnTo>
                    <a:pt x="38488" y="45651"/>
                  </a:lnTo>
                  <a:lnTo>
                    <a:pt x="33176" y="45189"/>
                  </a:lnTo>
                  <a:lnTo>
                    <a:pt x="31950" y="46043"/>
                  </a:lnTo>
                  <a:lnTo>
                    <a:pt x="27081" y="46752"/>
                  </a:lnTo>
                  <a:lnTo>
                    <a:pt x="20292" y="45866"/>
                  </a:lnTo>
                  <a:lnTo>
                    <a:pt x="17274" y="44820"/>
                  </a:lnTo>
                  <a:lnTo>
                    <a:pt x="11331" y="46937"/>
                  </a:lnTo>
                  <a:lnTo>
                    <a:pt x="9129" y="45939"/>
                  </a:lnTo>
                  <a:lnTo>
                    <a:pt x="10314" y="43575"/>
                  </a:lnTo>
                  <a:lnTo>
                    <a:pt x="9584" y="43207"/>
                  </a:lnTo>
                  <a:lnTo>
                    <a:pt x="5827" y="43969"/>
                  </a:lnTo>
                  <a:lnTo>
                    <a:pt x="4198" y="48361"/>
                  </a:lnTo>
                  <a:lnTo>
                    <a:pt x="2134" y="50069"/>
                  </a:lnTo>
                  <a:lnTo>
                    <a:pt x="459" y="49484"/>
                  </a:lnTo>
                  <a:lnTo>
                    <a:pt x="1234" y="44106"/>
                  </a:lnTo>
                  <a:lnTo>
                    <a:pt x="4012" y="42203"/>
                  </a:lnTo>
                  <a:lnTo>
                    <a:pt x="2972" y="39688"/>
                  </a:lnTo>
                  <a:lnTo>
                    <a:pt x="1576" y="39261"/>
                  </a:lnTo>
                  <a:lnTo>
                    <a:pt x="0" y="38771"/>
                  </a:lnTo>
                  <a:lnTo>
                    <a:pt x="5713" y="34449"/>
                  </a:lnTo>
                  <a:lnTo>
                    <a:pt x="6672" y="29879"/>
                  </a:lnTo>
                  <a:lnTo>
                    <a:pt x="5589" y="26335"/>
                  </a:lnTo>
                  <a:lnTo>
                    <a:pt x="4372" y="26426"/>
                  </a:lnTo>
                  <a:lnTo>
                    <a:pt x="82" y="24649"/>
                  </a:lnTo>
                  <a:lnTo>
                    <a:pt x="16" y="23071"/>
                  </a:lnTo>
                  <a:lnTo>
                    <a:pt x="1359" y="18345"/>
                  </a:lnTo>
                  <a:lnTo>
                    <a:pt x="2200" y="17985"/>
                  </a:lnTo>
                  <a:lnTo>
                    <a:pt x="4777" y="18649"/>
                  </a:lnTo>
                  <a:lnTo>
                    <a:pt x="5534" y="16546"/>
                  </a:lnTo>
                  <a:lnTo>
                    <a:pt x="7398" y="15814"/>
                  </a:lnTo>
                  <a:lnTo>
                    <a:pt x="7757" y="13866"/>
                  </a:lnTo>
                  <a:lnTo>
                    <a:pt x="11530" y="11428"/>
                  </a:lnTo>
                  <a:lnTo>
                    <a:pt x="13856" y="11601"/>
                  </a:lnTo>
                  <a:lnTo>
                    <a:pt x="18066" y="13437"/>
                  </a:lnTo>
                  <a:lnTo>
                    <a:pt x="19307" y="12606"/>
                  </a:lnTo>
                  <a:lnTo>
                    <a:pt x="19604" y="11826"/>
                  </a:lnTo>
                  <a:lnTo>
                    <a:pt x="18380" y="9017"/>
                  </a:lnTo>
                  <a:lnTo>
                    <a:pt x="18602" y="7281"/>
                  </a:lnTo>
                  <a:lnTo>
                    <a:pt x="19463" y="8142"/>
                  </a:lnTo>
                  <a:lnTo>
                    <a:pt x="21755" y="8218"/>
                  </a:lnTo>
                  <a:lnTo>
                    <a:pt x="23737" y="4185"/>
                  </a:lnTo>
                  <a:lnTo>
                    <a:pt x="23972" y="930"/>
                  </a:lnTo>
                  <a:lnTo>
                    <a:pt x="2614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6" name="ph9096"/>
            <p:cNvSpPr/>
            <p:nvPr/>
          </p:nvSpPr>
          <p:spPr>
            <a:xfrm>
              <a:off x="10999627" y="2682706"/>
              <a:ext cx="60677" cy="41018"/>
            </a:xfrm>
            <a:custGeom>
              <a:avLst/>
              <a:pathLst>
                <a:path w="60677" h="41018">
                  <a:moveTo>
                    <a:pt x="51704" y="568"/>
                  </a:moveTo>
                  <a:lnTo>
                    <a:pt x="51740" y="2058"/>
                  </a:lnTo>
                  <a:lnTo>
                    <a:pt x="54425" y="5776"/>
                  </a:lnTo>
                  <a:lnTo>
                    <a:pt x="58581" y="8109"/>
                  </a:lnTo>
                  <a:lnTo>
                    <a:pt x="60677" y="9507"/>
                  </a:lnTo>
                  <a:lnTo>
                    <a:pt x="57656" y="14372"/>
                  </a:lnTo>
                  <a:lnTo>
                    <a:pt x="52209" y="17485"/>
                  </a:lnTo>
                  <a:lnTo>
                    <a:pt x="49983" y="17364"/>
                  </a:lnTo>
                  <a:lnTo>
                    <a:pt x="48847" y="16038"/>
                  </a:lnTo>
                  <a:lnTo>
                    <a:pt x="44105" y="18338"/>
                  </a:lnTo>
                  <a:lnTo>
                    <a:pt x="41948" y="22128"/>
                  </a:lnTo>
                  <a:lnTo>
                    <a:pt x="43740" y="28025"/>
                  </a:lnTo>
                  <a:lnTo>
                    <a:pt x="43038" y="30931"/>
                  </a:lnTo>
                  <a:lnTo>
                    <a:pt x="40515" y="31150"/>
                  </a:lnTo>
                  <a:lnTo>
                    <a:pt x="40533" y="28606"/>
                  </a:lnTo>
                  <a:lnTo>
                    <a:pt x="41297" y="27482"/>
                  </a:lnTo>
                  <a:lnTo>
                    <a:pt x="40501" y="25768"/>
                  </a:lnTo>
                  <a:lnTo>
                    <a:pt x="39527" y="25835"/>
                  </a:lnTo>
                  <a:lnTo>
                    <a:pt x="34766" y="30165"/>
                  </a:lnTo>
                  <a:lnTo>
                    <a:pt x="32862" y="32988"/>
                  </a:lnTo>
                  <a:lnTo>
                    <a:pt x="33676" y="34944"/>
                  </a:lnTo>
                  <a:lnTo>
                    <a:pt x="31368" y="39035"/>
                  </a:lnTo>
                  <a:lnTo>
                    <a:pt x="30464" y="39321"/>
                  </a:lnTo>
                  <a:lnTo>
                    <a:pt x="28497" y="37184"/>
                  </a:lnTo>
                  <a:lnTo>
                    <a:pt x="26407" y="36418"/>
                  </a:lnTo>
                  <a:lnTo>
                    <a:pt x="25201" y="38539"/>
                  </a:lnTo>
                  <a:lnTo>
                    <a:pt x="19906" y="38496"/>
                  </a:lnTo>
                  <a:lnTo>
                    <a:pt x="18485" y="41018"/>
                  </a:lnTo>
                  <a:lnTo>
                    <a:pt x="14335" y="39841"/>
                  </a:lnTo>
                  <a:lnTo>
                    <a:pt x="12366" y="38059"/>
                  </a:lnTo>
                  <a:lnTo>
                    <a:pt x="12042" y="33772"/>
                  </a:lnTo>
                  <a:lnTo>
                    <a:pt x="12730" y="31394"/>
                  </a:lnTo>
                  <a:lnTo>
                    <a:pt x="10370" y="26078"/>
                  </a:lnTo>
                  <a:lnTo>
                    <a:pt x="9672" y="25148"/>
                  </a:lnTo>
                  <a:lnTo>
                    <a:pt x="6685" y="24237"/>
                  </a:lnTo>
                  <a:lnTo>
                    <a:pt x="3033" y="21786"/>
                  </a:lnTo>
                  <a:lnTo>
                    <a:pt x="3362" y="20945"/>
                  </a:lnTo>
                  <a:lnTo>
                    <a:pt x="932" y="14814"/>
                  </a:lnTo>
                  <a:lnTo>
                    <a:pt x="656" y="8800"/>
                  </a:lnTo>
                  <a:lnTo>
                    <a:pt x="1849" y="7088"/>
                  </a:lnTo>
                  <a:lnTo>
                    <a:pt x="755" y="6625"/>
                  </a:lnTo>
                  <a:lnTo>
                    <a:pt x="0" y="6179"/>
                  </a:lnTo>
                  <a:lnTo>
                    <a:pt x="738" y="5135"/>
                  </a:lnTo>
                  <a:lnTo>
                    <a:pt x="3056" y="6829"/>
                  </a:lnTo>
                  <a:lnTo>
                    <a:pt x="3992" y="6819"/>
                  </a:lnTo>
                  <a:lnTo>
                    <a:pt x="7482" y="4523"/>
                  </a:lnTo>
                  <a:lnTo>
                    <a:pt x="8348" y="4097"/>
                  </a:lnTo>
                  <a:lnTo>
                    <a:pt x="10019" y="9379"/>
                  </a:lnTo>
                  <a:lnTo>
                    <a:pt x="12286" y="9623"/>
                  </a:lnTo>
                  <a:lnTo>
                    <a:pt x="15220" y="7789"/>
                  </a:lnTo>
                  <a:lnTo>
                    <a:pt x="16118" y="6417"/>
                  </a:lnTo>
                  <a:lnTo>
                    <a:pt x="19540" y="5456"/>
                  </a:lnTo>
                  <a:lnTo>
                    <a:pt x="22671" y="6978"/>
                  </a:lnTo>
                  <a:lnTo>
                    <a:pt x="22604" y="7887"/>
                  </a:lnTo>
                  <a:lnTo>
                    <a:pt x="33362" y="5755"/>
                  </a:lnTo>
                  <a:lnTo>
                    <a:pt x="34727" y="3639"/>
                  </a:lnTo>
                  <a:lnTo>
                    <a:pt x="4607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7" name="ph9097"/>
            <p:cNvSpPr/>
            <p:nvPr/>
          </p:nvSpPr>
          <p:spPr>
            <a:xfrm>
              <a:off x="11074837" y="2738651"/>
              <a:ext cx="24412" cy="20622"/>
            </a:xfrm>
            <a:custGeom>
              <a:avLst/>
              <a:pathLst>
                <a:path w="24412" h="20622">
                  <a:moveTo>
                    <a:pt x="11943" y="1735"/>
                  </a:moveTo>
                  <a:lnTo>
                    <a:pt x="14396" y="739"/>
                  </a:lnTo>
                  <a:lnTo>
                    <a:pt x="14871" y="1632"/>
                  </a:lnTo>
                  <a:lnTo>
                    <a:pt x="13360" y="6270"/>
                  </a:lnTo>
                  <a:lnTo>
                    <a:pt x="14632" y="6765"/>
                  </a:lnTo>
                  <a:lnTo>
                    <a:pt x="17492" y="6100"/>
                  </a:lnTo>
                  <a:lnTo>
                    <a:pt x="20645" y="8491"/>
                  </a:lnTo>
                  <a:lnTo>
                    <a:pt x="21089" y="10949"/>
                  </a:lnTo>
                  <a:lnTo>
                    <a:pt x="23410" y="11357"/>
                  </a:lnTo>
                  <a:lnTo>
                    <a:pt x="23189" y="13093"/>
                  </a:lnTo>
                  <a:lnTo>
                    <a:pt x="24412" y="15902"/>
                  </a:lnTo>
                  <a:lnTo>
                    <a:pt x="24115" y="16682"/>
                  </a:lnTo>
                  <a:lnTo>
                    <a:pt x="22875" y="17514"/>
                  </a:lnTo>
                  <a:lnTo>
                    <a:pt x="18665" y="15677"/>
                  </a:lnTo>
                  <a:lnTo>
                    <a:pt x="16339" y="15504"/>
                  </a:lnTo>
                  <a:lnTo>
                    <a:pt x="12566" y="17942"/>
                  </a:lnTo>
                  <a:lnTo>
                    <a:pt x="12207" y="19890"/>
                  </a:lnTo>
                  <a:lnTo>
                    <a:pt x="10343" y="20622"/>
                  </a:lnTo>
                  <a:lnTo>
                    <a:pt x="5164" y="15841"/>
                  </a:lnTo>
                  <a:lnTo>
                    <a:pt x="2571" y="16056"/>
                  </a:lnTo>
                  <a:lnTo>
                    <a:pt x="1610" y="12855"/>
                  </a:lnTo>
                  <a:lnTo>
                    <a:pt x="2649" y="10651"/>
                  </a:lnTo>
                  <a:lnTo>
                    <a:pt x="2320" y="8672"/>
                  </a:lnTo>
                  <a:lnTo>
                    <a:pt x="0" y="7101"/>
                  </a:lnTo>
                  <a:lnTo>
                    <a:pt x="278" y="6433"/>
                  </a:lnTo>
                  <a:lnTo>
                    <a:pt x="5358" y="4924"/>
                  </a:lnTo>
                  <a:lnTo>
                    <a:pt x="8335" y="807"/>
                  </a:lnTo>
                  <a:lnTo>
                    <a:pt x="10173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8" name="ph9098"/>
            <p:cNvSpPr/>
            <p:nvPr/>
          </p:nvSpPr>
          <p:spPr>
            <a:xfrm>
              <a:off x="12056736" y="2682859"/>
              <a:ext cx="17285" cy="12458"/>
            </a:xfrm>
            <a:custGeom>
              <a:avLst/>
              <a:pathLst>
                <a:path w="17285" h="12458">
                  <a:moveTo>
                    <a:pt x="6818" y="0"/>
                  </a:moveTo>
                  <a:lnTo>
                    <a:pt x="12090" y="2209"/>
                  </a:lnTo>
                  <a:lnTo>
                    <a:pt x="15916" y="1384"/>
                  </a:lnTo>
                  <a:lnTo>
                    <a:pt x="17285" y="8257"/>
                  </a:lnTo>
                  <a:lnTo>
                    <a:pt x="14681" y="9029"/>
                  </a:lnTo>
                  <a:lnTo>
                    <a:pt x="15347" y="10659"/>
                  </a:lnTo>
                  <a:lnTo>
                    <a:pt x="14845" y="12458"/>
                  </a:lnTo>
                  <a:lnTo>
                    <a:pt x="13075" y="12446"/>
                  </a:lnTo>
                  <a:lnTo>
                    <a:pt x="13059" y="10964"/>
                  </a:lnTo>
                  <a:lnTo>
                    <a:pt x="11946" y="10351"/>
                  </a:lnTo>
                  <a:lnTo>
                    <a:pt x="8293" y="10803"/>
                  </a:lnTo>
                  <a:lnTo>
                    <a:pt x="8286" y="11345"/>
                  </a:lnTo>
                  <a:lnTo>
                    <a:pt x="6325" y="11916"/>
                  </a:lnTo>
                  <a:lnTo>
                    <a:pt x="4254" y="11050"/>
                  </a:lnTo>
                  <a:lnTo>
                    <a:pt x="1837" y="8957"/>
                  </a:lnTo>
                  <a:lnTo>
                    <a:pt x="3205" y="8044"/>
                  </a:lnTo>
                  <a:lnTo>
                    <a:pt x="3157" y="7151"/>
                  </a:lnTo>
                  <a:lnTo>
                    <a:pt x="1707" y="5783"/>
                  </a:lnTo>
                  <a:lnTo>
                    <a:pt x="0" y="196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9" name="ph9099"/>
            <p:cNvSpPr/>
            <p:nvPr/>
          </p:nvSpPr>
          <p:spPr>
            <a:xfrm>
              <a:off x="12038575" y="2705167"/>
              <a:ext cx="16293" cy="14418"/>
            </a:xfrm>
            <a:custGeom>
              <a:avLst/>
              <a:pathLst>
                <a:path w="16293" h="14418">
                  <a:moveTo>
                    <a:pt x="12661" y="562"/>
                  </a:moveTo>
                  <a:lnTo>
                    <a:pt x="11666" y="1700"/>
                  </a:lnTo>
                  <a:lnTo>
                    <a:pt x="11626" y="3974"/>
                  </a:lnTo>
                  <a:lnTo>
                    <a:pt x="16293" y="8179"/>
                  </a:lnTo>
                  <a:lnTo>
                    <a:pt x="16165" y="9016"/>
                  </a:lnTo>
                  <a:lnTo>
                    <a:pt x="14161" y="10567"/>
                  </a:lnTo>
                  <a:lnTo>
                    <a:pt x="9918" y="13057"/>
                  </a:lnTo>
                  <a:lnTo>
                    <a:pt x="7677" y="12343"/>
                  </a:lnTo>
                  <a:lnTo>
                    <a:pt x="5695" y="12749"/>
                  </a:lnTo>
                  <a:lnTo>
                    <a:pt x="3691" y="14418"/>
                  </a:lnTo>
                  <a:lnTo>
                    <a:pt x="3120" y="12488"/>
                  </a:lnTo>
                  <a:lnTo>
                    <a:pt x="4859" y="9884"/>
                  </a:lnTo>
                  <a:lnTo>
                    <a:pt x="2719" y="6661"/>
                  </a:lnTo>
                  <a:lnTo>
                    <a:pt x="0" y="5179"/>
                  </a:lnTo>
                  <a:lnTo>
                    <a:pt x="1185" y="5486"/>
                  </a:lnTo>
                  <a:lnTo>
                    <a:pt x="2682" y="4742"/>
                  </a:lnTo>
                  <a:lnTo>
                    <a:pt x="4652" y="3103"/>
                  </a:lnTo>
                  <a:lnTo>
                    <a:pt x="4694" y="1276"/>
                  </a:lnTo>
                  <a:lnTo>
                    <a:pt x="7581" y="1563"/>
                  </a:lnTo>
                  <a:lnTo>
                    <a:pt x="9000" y="2383"/>
                  </a:lnTo>
                  <a:lnTo>
                    <a:pt x="1191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0" name="ph9100"/>
            <p:cNvSpPr/>
            <p:nvPr/>
          </p:nvSpPr>
          <p:spPr>
            <a:xfrm>
              <a:off x="12184279" y="2694256"/>
              <a:ext cx="49500" cy="65132"/>
            </a:xfrm>
            <a:custGeom>
              <a:avLst/>
              <a:pathLst>
                <a:path w="49500" h="65132">
                  <a:moveTo>
                    <a:pt x="48422" y="1360"/>
                  </a:moveTo>
                  <a:lnTo>
                    <a:pt x="49500" y="7208"/>
                  </a:lnTo>
                  <a:lnTo>
                    <a:pt x="34315" y="41128"/>
                  </a:lnTo>
                  <a:lnTo>
                    <a:pt x="14806" y="65132"/>
                  </a:lnTo>
                  <a:lnTo>
                    <a:pt x="13542" y="65108"/>
                  </a:lnTo>
                  <a:lnTo>
                    <a:pt x="13590" y="59933"/>
                  </a:lnTo>
                  <a:lnTo>
                    <a:pt x="5825" y="59856"/>
                  </a:lnTo>
                  <a:lnTo>
                    <a:pt x="5288" y="59034"/>
                  </a:lnTo>
                  <a:lnTo>
                    <a:pt x="5529" y="58435"/>
                  </a:lnTo>
                  <a:lnTo>
                    <a:pt x="9695" y="58640"/>
                  </a:lnTo>
                  <a:lnTo>
                    <a:pt x="8875" y="51455"/>
                  </a:lnTo>
                  <a:lnTo>
                    <a:pt x="5522" y="48019"/>
                  </a:lnTo>
                  <a:lnTo>
                    <a:pt x="3224" y="43810"/>
                  </a:lnTo>
                  <a:lnTo>
                    <a:pt x="2564" y="38192"/>
                  </a:lnTo>
                  <a:lnTo>
                    <a:pt x="192" y="37366"/>
                  </a:lnTo>
                  <a:lnTo>
                    <a:pt x="0" y="36747"/>
                  </a:lnTo>
                  <a:lnTo>
                    <a:pt x="1374" y="35016"/>
                  </a:lnTo>
                  <a:lnTo>
                    <a:pt x="6581" y="34643"/>
                  </a:lnTo>
                  <a:lnTo>
                    <a:pt x="4834" y="33180"/>
                  </a:lnTo>
                  <a:lnTo>
                    <a:pt x="2133" y="32735"/>
                  </a:lnTo>
                  <a:lnTo>
                    <a:pt x="4514" y="27539"/>
                  </a:lnTo>
                  <a:lnTo>
                    <a:pt x="9357" y="24837"/>
                  </a:lnTo>
                  <a:lnTo>
                    <a:pt x="9618" y="23877"/>
                  </a:lnTo>
                  <a:lnTo>
                    <a:pt x="8269" y="20651"/>
                  </a:lnTo>
                  <a:lnTo>
                    <a:pt x="10919" y="21248"/>
                  </a:lnTo>
                  <a:lnTo>
                    <a:pt x="11380" y="17274"/>
                  </a:lnTo>
                  <a:lnTo>
                    <a:pt x="14995" y="16042"/>
                  </a:lnTo>
                  <a:lnTo>
                    <a:pt x="16900" y="13490"/>
                  </a:lnTo>
                  <a:lnTo>
                    <a:pt x="21518" y="12731"/>
                  </a:lnTo>
                  <a:lnTo>
                    <a:pt x="22023" y="6293"/>
                  </a:lnTo>
                  <a:lnTo>
                    <a:pt x="21291" y="3340"/>
                  </a:lnTo>
                  <a:lnTo>
                    <a:pt x="26938" y="5325"/>
                  </a:lnTo>
                  <a:lnTo>
                    <a:pt x="29891" y="5026"/>
                  </a:lnTo>
                  <a:lnTo>
                    <a:pt x="29394" y="3235"/>
                  </a:lnTo>
                  <a:lnTo>
                    <a:pt x="36651" y="3106"/>
                  </a:lnTo>
                  <a:lnTo>
                    <a:pt x="37059" y="4389"/>
                  </a:lnTo>
                  <a:lnTo>
                    <a:pt x="39336" y="4338"/>
                  </a:lnTo>
                  <a:lnTo>
                    <a:pt x="39250" y="93"/>
                  </a:lnTo>
                  <a:lnTo>
                    <a:pt x="4352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1" name="ph9101"/>
            <p:cNvSpPr/>
            <p:nvPr/>
          </p:nvSpPr>
          <p:spPr>
            <a:xfrm>
              <a:off x="11977838" y="2718405"/>
              <a:ext cx="25517" cy="29827"/>
            </a:xfrm>
            <a:custGeom>
              <a:avLst/>
              <a:pathLst>
                <a:path w="25517" h="29827">
                  <a:moveTo>
                    <a:pt x="13932" y="236"/>
                  </a:moveTo>
                  <a:lnTo>
                    <a:pt x="14082" y="2348"/>
                  </a:lnTo>
                  <a:lnTo>
                    <a:pt x="18097" y="5142"/>
                  </a:lnTo>
                  <a:lnTo>
                    <a:pt x="20569" y="5517"/>
                  </a:lnTo>
                  <a:lnTo>
                    <a:pt x="25296" y="12548"/>
                  </a:lnTo>
                  <a:lnTo>
                    <a:pt x="25517" y="13458"/>
                  </a:lnTo>
                  <a:lnTo>
                    <a:pt x="22048" y="18639"/>
                  </a:lnTo>
                  <a:lnTo>
                    <a:pt x="22425" y="26084"/>
                  </a:lnTo>
                  <a:lnTo>
                    <a:pt x="20353" y="29827"/>
                  </a:lnTo>
                  <a:lnTo>
                    <a:pt x="18339" y="29770"/>
                  </a:lnTo>
                  <a:lnTo>
                    <a:pt x="16462" y="26490"/>
                  </a:lnTo>
                  <a:lnTo>
                    <a:pt x="17035" y="23845"/>
                  </a:lnTo>
                  <a:lnTo>
                    <a:pt x="18082" y="24004"/>
                  </a:lnTo>
                  <a:lnTo>
                    <a:pt x="18142" y="23226"/>
                  </a:lnTo>
                  <a:lnTo>
                    <a:pt x="15629" y="22600"/>
                  </a:lnTo>
                  <a:lnTo>
                    <a:pt x="10565" y="23680"/>
                  </a:lnTo>
                  <a:lnTo>
                    <a:pt x="4465" y="21588"/>
                  </a:lnTo>
                  <a:lnTo>
                    <a:pt x="4088" y="18522"/>
                  </a:lnTo>
                  <a:lnTo>
                    <a:pt x="1682" y="18815"/>
                  </a:lnTo>
                  <a:lnTo>
                    <a:pt x="0" y="17889"/>
                  </a:lnTo>
                  <a:lnTo>
                    <a:pt x="87" y="11862"/>
                  </a:lnTo>
                  <a:lnTo>
                    <a:pt x="6728" y="11542"/>
                  </a:lnTo>
                  <a:lnTo>
                    <a:pt x="7845" y="7972"/>
                  </a:lnTo>
                  <a:lnTo>
                    <a:pt x="6895" y="6939"/>
                  </a:lnTo>
                  <a:lnTo>
                    <a:pt x="7655" y="4227"/>
                  </a:lnTo>
                  <a:lnTo>
                    <a:pt x="6708" y="2990"/>
                  </a:lnTo>
                  <a:lnTo>
                    <a:pt x="8459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2" name="ph9102"/>
            <p:cNvSpPr/>
            <p:nvPr/>
          </p:nvSpPr>
          <p:spPr>
            <a:xfrm>
              <a:off x="12053163" y="2664983"/>
              <a:ext cx="10391" cy="19835"/>
            </a:xfrm>
            <a:custGeom>
              <a:avLst/>
              <a:pathLst>
                <a:path w="10391" h="19835">
                  <a:moveTo>
                    <a:pt x="9854" y="2814"/>
                  </a:moveTo>
                  <a:lnTo>
                    <a:pt x="8463" y="2981"/>
                  </a:lnTo>
                  <a:lnTo>
                    <a:pt x="7370" y="6714"/>
                  </a:lnTo>
                  <a:lnTo>
                    <a:pt x="9441" y="6757"/>
                  </a:lnTo>
                  <a:lnTo>
                    <a:pt x="10391" y="17875"/>
                  </a:lnTo>
                  <a:lnTo>
                    <a:pt x="3573" y="19835"/>
                  </a:lnTo>
                  <a:lnTo>
                    <a:pt x="2565" y="15780"/>
                  </a:lnTo>
                  <a:lnTo>
                    <a:pt x="0" y="9203"/>
                  </a:lnTo>
                  <a:lnTo>
                    <a:pt x="294" y="2390"/>
                  </a:lnTo>
                  <a:lnTo>
                    <a:pt x="6034" y="1443"/>
                  </a:lnTo>
                  <a:lnTo>
                    <a:pt x="1010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3" name="ph9103"/>
            <p:cNvSpPr/>
            <p:nvPr/>
          </p:nvSpPr>
          <p:spPr>
            <a:xfrm>
              <a:off x="12019005" y="2701494"/>
              <a:ext cx="12034" cy="8278"/>
            </a:xfrm>
            <a:custGeom>
              <a:avLst/>
              <a:pathLst>
                <a:path w="12034" h="8278">
                  <a:moveTo>
                    <a:pt x="6865" y="0"/>
                  </a:moveTo>
                  <a:lnTo>
                    <a:pt x="8382" y="124"/>
                  </a:lnTo>
                  <a:lnTo>
                    <a:pt x="12034" y="2144"/>
                  </a:lnTo>
                  <a:lnTo>
                    <a:pt x="12005" y="4421"/>
                  </a:lnTo>
                  <a:lnTo>
                    <a:pt x="10979" y="6292"/>
                  </a:lnTo>
                  <a:lnTo>
                    <a:pt x="5919" y="6060"/>
                  </a:lnTo>
                  <a:lnTo>
                    <a:pt x="3670" y="8278"/>
                  </a:lnTo>
                  <a:lnTo>
                    <a:pt x="0" y="6700"/>
                  </a:lnTo>
                  <a:lnTo>
                    <a:pt x="651" y="5178"/>
                  </a:lnTo>
                  <a:lnTo>
                    <a:pt x="6160" y="64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4" name="ph9104"/>
            <p:cNvSpPr/>
            <p:nvPr/>
          </p:nvSpPr>
          <p:spPr>
            <a:xfrm>
              <a:off x="12052355" y="2726366"/>
              <a:ext cx="20728" cy="12876"/>
            </a:xfrm>
            <a:custGeom>
              <a:avLst/>
              <a:pathLst>
                <a:path w="20728" h="12876">
                  <a:moveTo>
                    <a:pt x="15879" y="1567"/>
                  </a:moveTo>
                  <a:lnTo>
                    <a:pt x="15909" y="3163"/>
                  </a:lnTo>
                  <a:lnTo>
                    <a:pt x="15171" y="5609"/>
                  </a:lnTo>
                  <a:lnTo>
                    <a:pt x="16953" y="6099"/>
                  </a:lnTo>
                  <a:lnTo>
                    <a:pt x="20728" y="12263"/>
                  </a:lnTo>
                  <a:lnTo>
                    <a:pt x="20504" y="12876"/>
                  </a:lnTo>
                  <a:lnTo>
                    <a:pt x="17209" y="12721"/>
                  </a:lnTo>
                  <a:lnTo>
                    <a:pt x="15930" y="10731"/>
                  </a:lnTo>
                  <a:lnTo>
                    <a:pt x="8493" y="9811"/>
                  </a:lnTo>
                  <a:lnTo>
                    <a:pt x="8356" y="7985"/>
                  </a:lnTo>
                  <a:lnTo>
                    <a:pt x="7518" y="7259"/>
                  </a:lnTo>
                  <a:lnTo>
                    <a:pt x="6288" y="7646"/>
                  </a:lnTo>
                  <a:lnTo>
                    <a:pt x="4070" y="6814"/>
                  </a:lnTo>
                  <a:lnTo>
                    <a:pt x="1840" y="3926"/>
                  </a:lnTo>
                  <a:lnTo>
                    <a:pt x="0" y="3116"/>
                  </a:lnTo>
                  <a:lnTo>
                    <a:pt x="1496" y="1529"/>
                  </a:lnTo>
                  <a:lnTo>
                    <a:pt x="3922" y="744"/>
                  </a:lnTo>
                  <a:lnTo>
                    <a:pt x="8858" y="877"/>
                  </a:lnTo>
                  <a:lnTo>
                    <a:pt x="1408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5" name="ph9105"/>
            <p:cNvSpPr/>
            <p:nvPr/>
          </p:nvSpPr>
          <p:spPr>
            <a:xfrm>
              <a:off x="12092017" y="2700209"/>
              <a:ext cx="22174" cy="33832"/>
            </a:xfrm>
            <a:custGeom>
              <a:avLst/>
              <a:pathLst>
                <a:path w="22174" h="33832">
                  <a:moveTo>
                    <a:pt x="15587" y="1684"/>
                  </a:moveTo>
                  <a:lnTo>
                    <a:pt x="15943" y="6048"/>
                  </a:lnTo>
                  <a:lnTo>
                    <a:pt x="20761" y="6144"/>
                  </a:lnTo>
                  <a:lnTo>
                    <a:pt x="21517" y="14374"/>
                  </a:lnTo>
                  <a:lnTo>
                    <a:pt x="22174" y="24535"/>
                  </a:lnTo>
                  <a:lnTo>
                    <a:pt x="20430" y="29249"/>
                  </a:lnTo>
                  <a:lnTo>
                    <a:pt x="20078" y="32434"/>
                  </a:lnTo>
                  <a:lnTo>
                    <a:pt x="19667" y="33824"/>
                  </a:lnTo>
                  <a:lnTo>
                    <a:pt x="17730" y="33832"/>
                  </a:lnTo>
                  <a:lnTo>
                    <a:pt x="15002" y="32032"/>
                  </a:lnTo>
                  <a:lnTo>
                    <a:pt x="12921" y="33586"/>
                  </a:lnTo>
                  <a:lnTo>
                    <a:pt x="12757" y="31263"/>
                  </a:lnTo>
                  <a:lnTo>
                    <a:pt x="8469" y="30955"/>
                  </a:lnTo>
                  <a:lnTo>
                    <a:pt x="8095" y="27924"/>
                  </a:lnTo>
                  <a:lnTo>
                    <a:pt x="4174" y="27892"/>
                  </a:lnTo>
                  <a:lnTo>
                    <a:pt x="4001" y="30396"/>
                  </a:lnTo>
                  <a:lnTo>
                    <a:pt x="1128" y="30068"/>
                  </a:lnTo>
                  <a:lnTo>
                    <a:pt x="1035" y="25990"/>
                  </a:lnTo>
                  <a:lnTo>
                    <a:pt x="1926" y="24437"/>
                  </a:lnTo>
                  <a:lnTo>
                    <a:pt x="3337" y="23255"/>
                  </a:lnTo>
                  <a:lnTo>
                    <a:pt x="3949" y="20732"/>
                  </a:lnTo>
                  <a:lnTo>
                    <a:pt x="2747" y="17802"/>
                  </a:lnTo>
                  <a:lnTo>
                    <a:pt x="0" y="17253"/>
                  </a:lnTo>
                  <a:lnTo>
                    <a:pt x="626" y="12374"/>
                  </a:lnTo>
                  <a:lnTo>
                    <a:pt x="2912" y="12445"/>
                  </a:lnTo>
                  <a:lnTo>
                    <a:pt x="4580" y="10405"/>
                  </a:lnTo>
                  <a:lnTo>
                    <a:pt x="4751" y="9053"/>
                  </a:lnTo>
                  <a:lnTo>
                    <a:pt x="8154" y="9101"/>
                  </a:lnTo>
                  <a:lnTo>
                    <a:pt x="9495" y="8153"/>
                  </a:lnTo>
                  <a:lnTo>
                    <a:pt x="11049" y="5800"/>
                  </a:lnTo>
                  <a:lnTo>
                    <a:pt x="11105" y="4623"/>
                  </a:lnTo>
                  <a:lnTo>
                    <a:pt x="14093" y="2042"/>
                  </a:lnTo>
                  <a:lnTo>
                    <a:pt x="1426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6" name="ph9106"/>
            <p:cNvSpPr/>
            <p:nvPr/>
          </p:nvSpPr>
          <p:spPr>
            <a:xfrm>
              <a:off x="12015118" y="2711319"/>
              <a:ext cx="14734" cy="11364"/>
            </a:xfrm>
            <a:custGeom>
              <a:avLst/>
              <a:pathLst>
                <a:path w="14734" h="11364">
                  <a:moveTo>
                    <a:pt x="6933" y="1234"/>
                  </a:moveTo>
                  <a:lnTo>
                    <a:pt x="10688" y="509"/>
                  </a:lnTo>
                  <a:lnTo>
                    <a:pt x="12505" y="887"/>
                  </a:lnTo>
                  <a:lnTo>
                    <a:pt x="12764" y="5135"/>
                  </a:lnTo>
                  <a:lnTo>
                    <a:pt x="14359" y="6748"/>
                  </a:lnTo>
                  <a:lnTo>
                    <a:pt x="14734" y="8610"/>
                  </a:lnTo>
                  <a:lnTo>
                    <a:pt x="12040" y="8593"/>
                  </a:lnTo>
                  <a:lnTo>
                    <a:pt x="12107" y="9210"/>
                  </a:lnTo>
                  <a:lnTo>
                    <a:pt x="9894" y="11323"/>
                  </a:lnTo>
                  <a:lnTo>
                    <a:pt x="6928" y="11364"/>
                  </a:lnTo>
                  <a:lnTo>
                    <a:pt x="3685" y="5587"/>
                  </a:lnTo>
                  <a:lnTo>
                    <a:pt x="0" y="6544"/>
                  </a:lnTo>
                  <a:lnTo>
                    <a:pt x="406" y="4068"/>
                  </a:lnTo>
                  <a:lnTo>
                    <a:pt x="3809" y="3656"/>
                  </a:lnTo>
                  <a:lnTo>
                    <a:pt x="4380" y="4854"/>
                  </a:lnTo>
                  <a:lnTo>
                    <a:pt x="6079" y="6050"/>
                  </a:lnTo>
                  <a:lnTo>
                    <a:pt x="6353" y="6040"/>
                  </a:lnTo>
                  <a:lnTo>
                    <a:pt x="6351" y="6269"/>
                  </a:lnTo>
                  <a:lnTo>
                    <a:pt x="6868" y="7216"/>
                  </a:lnTo>
                  <a:lnTo>
                    <a:pt x="9234" y="6789"/>
                  </a:lnTo>
                  <a:lnTo>
                    <a:pt x="9880" y="5522"/>
                  </a:lnTo>
                  <a:lnTo>
                    <a:pt x="4411" y="4586"/>
                  </a:lnTo>
                  <a:lnTo>
                    <a:pt x="492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7" name="ph9107"/>
            <p:cNvSpPr/>
            <p:nvPr/>
          </p:nvSpPr>
          <p:spPr>
            <a:xfrm>
              <a:off x="12133887" y="2744143"/>
              <a:ext cx="30001" cy="31645"/>
            </a:xfrm>
            <a:custGeom>
              <a:avLst/>
              <a:pathLst>
                <a:path w="30001" h="31645">
                  <a:moveTo>
                    <a:pt x="30001" y="5848"/>
                  </a:moveTo>
                  <a:lnTo>
                    <a:pt x="28996" y="7877"/>
                  </a:lnTo>
                  <a:lnTo>
                    <a:pt x="26172" y="7565"/>
                  </a:lnTo>
                  <a:lnTo>
                    <a:pt x="20486" y="8430"/>
                  </a:lnTo>
                  <a:lnTo>
                    <a:pt x="20848" y="10467"/>
                  </a:lnTo>
                  <a:lnTo>
                    <a:pt x="22001" y="10603"/>
                  </a:lnTo>
                  <a:lnTo>
                    <a:pt x="20748" y="15748"/>
                  </a:lnTo>
                  <a:lnTo>
                    <a:pt x="18803" y="17731"/>
                  </a:lnTo>
                  <a:lnTo>
                    <a:pt x="16880" y="17737"/>
                  </a:lnTo>
                  <a:lnTo>
                    <a:pt x="16370" y="18357"/>
                  </a:lnTo>
                  <a:lnTo>
                    <a:pt x="16279" y="27346"/>
                  </a:lnTo>
                  <a:lnTo>
                    <a:pt x="14384" y="31645"/>
                  </a:lnTo>
                  <a:lnTo>
                    <a:pt x="11141" y="29287"/>
                  </a:lnTo>
                  <a:lnTo>
                    <a:pt x="8840" y="28607"/>
                  </a:lnTo>
                  <a:lnTo>
                    <a:pt x="1073" y="27872"/>
                  </a:lnTo>
                  <a:lnTo>
                    <a:pt x="0" y="29329"/>
                  </a:lnTo>
                  <a:lnTo>
                    <a:pt x="502" y="21550"/>
                  </a:lnTo>
                  <a:lnTo>
                    <a:pt x="5372" y="18186"/>
                  </a:lnTo>
                  <a:lnTo>
                    <a:pt x="6818" y="14642"/>
                  </a:lnTo>
                  <a:lnTo>
                    <a:pt x="8237" y="13069"/>
                  </a:lnTo>
                  <a:lnTo>
                    <a:pt x="10299" y="13155"/>
                  </a:lnTo>
                  <a:lnTo>
                    <a:pt x="13143" y="12855"/>
                  </a:lnTo>
                  <a:lnTo>
                    <a:pt x="16956" y="10782"/>
                  </a:lnTo>
                  <a:lnTo>
                    <a:pt x="16827" y="8469"/>
                  </a:lnTo>
                  <a:lnTo>
                    <a:pt x="18670" y="5669"/>
                  </a:lnTo>
                  <a:lnTo>
                    <a:pt x="20317" y="4292"/>
                  </a:lnTo>
                  <a:lnTo>
                    <a:pt x="24420" y="3911"/>
                  </a:lnTo>
                  <a:lnTo>
                    <a:pt x="26413" y="370"/>
                  </a:lnTo>
                  <a:lnTo>
                    <a:pt x="2922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8" name="ph9108"/>
            <p:cNvSpPr/>
            <p:nvPr/>
          </p:nvSpPr>
          <p:spPr>
            <a:xfrm>
              <a:off x="12011380" y="2726810"/>
              <a:ext cx="12115" cy="33419"/>
            </a:xfrm>
            <a:custGeom>
              <a:avLst/>
              <a:pathLst>
                <a:path w="12115" h="33419">
                  <a:moveTo>
                    <a:pt x="8395" y="473"/>
                  </a:moveTo>
                  <a:lnTo>
                    <a:pt x="10268" y="2680"/>
                  </a:lnTo>
                  <a:lnTo>
                    <a:pt x="9896" y="6713"/>
                  </a:lnTo>
                  <a:lnTo>
                    <a:pt x="12115" y="11107"/>
                  </a:lnTo>
                  <a:lnTo>
                    <a:pt x="12068" y="11784"/>
                  </a:lnTo>
                  <a:lnTo>
                    <a:pt x="10142" y="12363"/>
                  </a:lnTo>
                  <a:lnTo>
                    <a:pt x="9332" y="13120"/>
                  </a:lnTo>
                  <a:lnTo>
                    <a:pt x="9828" y="15575"/>
                  </a:lnTo>
                  <a:lnTo>
                    <a:pt x="4078" y="14735"/>
                  </a:lnTo>
                  <a:lnTo>
                    <a:pt x="3902" y="13278"/>
                  </a:lnTo>
                  <a:lnTo>
                    <a:pt x="2938" y="13092"/>
                  </a:lnTo>
                  <a:lnTo>
                    <a:pt x="1865" y="14664"/>
                  </a:lnTo>
                  <a:lnTo>
                    <a:pt x="2615" y="16872"/>
                  </a:lnTo>
                  <a:lnTo>
                    <a:pt x="4597" y="19469"/>
                  </a:lnTo>
                  <a:lnTo>
                    <a:pt x="8641" y="22167"/>
                  </a:lnTo>
                  <a:lnTo>
                    <a:pt x="9109" y="24309"/>
                  </a:lnTo>
                  <a:lnTo>
                    <a:pt x="8485" y="30147"/>
                  </a:lnTo>
                  <a:lnTo>
                    <a:pt x="9231" y="33419"/>
                  </a:lnTo>
                  <a:lnTo>
                    <a:pt x="8363" y="31673"/>
                  </a:lnTo>
                  <a:lnTo>
                    <a:pt x="901" y="19041"/>
                  </a:lnTo>
                  <a:lnTo>
                    <a:pt x="1988" y="17423"/>
                  </a:lnTo>
                  <a:lnTo>
                    <a:pt x="1734" y="17187"/>
                  </a:lnTo>
                  <a:lnTo>
                    <a:pt x="1536" y="17219"/>
                  </a:lnTo>
                  <a:lnTo>
                    <a:pt x="873" y="17023"/>
                  </a:lnTo>
                  <a:lnTo>
                    <a:pt x="2787" y="11838"/>
                  </a:lnTo>
                  <a:lnTo>
                    <a:pt x="29" y="8277"/>
                  </a:lnTo>
                  <a:lnTo>
                    <a:pt x="0" y="5922"/>
                  </a:lnTo>
                  <a:lnTo>
                    <a:pt x="5242" y="5613"/>
                  </a:lnTo>
                  <a:lnTo>
                    <a:pt x="4480" y="4076"/>
                  </a:lnTo>
                  <a:lnTo>
                    <a:pt x="64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9" name="ph9109"/>
            <p:cNvSpPr/>
            <p:nvPr/>
          </p:nvSpPr>
          <p:spPr>
            <a:xfrm>
              <a:off x="12060713" y="2693210"/>
              <a:ext cx="14702" cy="16185"/>
            </a:xfrm>
            <a:custGeom>
              <a:avLst/>
              <a:pathLst>
                <a:path w="14702" h="16185">
                  <a:moveTo>
                    <a:pt x="9082" y="613"/>
                  </a:moveTo>
                  <a:lnTo>
                    <a:pt x="9098" y="2095"/>
                  </a:lnTo>
                  <a:lnTo>
                    <a:pt x="9725" y="2106"/>
                  </a:lnTo>
                  <a:lnTo>
                    <a:pt x="9783" y="2829"/>
                  </a:lnTo>
                  <a:lnTo>
                    <a:pt x="7301" y="7287"/>
                  </a:lnTo>
                  <a:lnTo>
                    <a:pt x="7416" y="10421"/>
                  </a:lnTo>
                  <a:lnTo>
                    <a:pt x="9125" y="13432"/>
                  </a:lnTo>
                  <a:lnTo>
                    <a:pt x="11402" y="13354"/>
                  </a:lnTo>
                  <a:lnTo>
                    <a:pt x="14351" y="14445"/>
                  </a:lnTo>
                  <a:lnTo>
                    <a:pt x="14702" y="16185"/>
                  </a:lnTo>
                  <a:lnTo>
                    <a:pt x="10884" y="15501"/>
                  </a:lnTo>
                  <a:lnTo>
                    <a:pt x="9435" y="16042"/>
                  </a:lnTo>
                  <a:lnTo>
                    <a:pt x="8249" y="15663"/>
                  </a:lnTo>
                  <a:lnTo>
                    <a:pt x="5298" y="11796"/>
                  </a:lnTo>
                  <a:lnTo>
                    <a:pt x="2191" y="10768"/>
                  </a:lnTo>
                  <a:lnTo>
                    <a:pt x="2020" y="9179"/>
                  </a:lnTo>
                  <a:lnTo>
                    <a:pt x="1403" y="3261"/>
                  </a:lnTo>
                  <a:lnTo>
                    <a:pt x="0" y="2380"/>
                  </a:lnTo>
                  <a:lnTo>
                    <a:pt x="277" y="698"/>
                  </a:lnTo>
                  <a:lnTo>
                    <a:pt x="2348" y="1565"/>
                  </a:lnTo>
                  <a:lnTo>
                    <a:pt x="4310" y="994"/>
                  </a:lnTo>
                  <a:lnTo>
                    <a:pt x="4317" y="451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0" name="ph9110"/>
            <p:cNvSpPr/>
            <p:nvPr/>
          </p:nvSpPr>
          <p:spPr>
            <a:xfrm>
              <a:off x="11937735" y="2714000"/>
              <a:ext cx="39969" cy="17669"/>
            </a:xfrm>
            <a:custGeom>
              <a:avLst/>
              <a:pathLst>
                <a:path w="39969" h="17669">
                  <a:moveTo>
                    <a:pt x="33503" y="2249"/>
                  </a:moveTo>
                  <a:lnTo>
                    <a:pt x="33288" y="4510"/>
                  </a:lnTo>
                  <a:lnTo>
                    <a:pt x="35964" y="4623"/>
                  </a:lnTo>
                  <a:lnTo>
                    <a:pt x="37662" y="2823"/>
                  </a:lnTo>
                  <a:lnTo>
                    <a:pt x="38477" y="3083"/>
                  </a:lnTo>
                  <a:lnTo>
                    <a:pt x="39792" y="4072"/>
                  </a:lnTo>
                  <a:lnTo>
                    <a:pt x="39969" y="6637"/>
                  </a:lnTo>
                  <a:lnTo>
                    <a:pt x="38262" y="9132"/>
                  </a:lnTo>
                  <a:lnTo>
                    <a:pt x="36869" y="11720"/>
                  </a:lnTo>
                  <a:lnTo>
                    <a:pt x="37399" y="10429"/>
                  </a:lnTo>
                  <a:lnTo>
                    <a:pt x="29663" y="9186"/>
                  </a:lnTo>
                  <a:lnTo>
                    <a:pt x="27269" y="10478"/>
                  </a:lnTo>
                  <a:lnTo>
                    <a:pt x="26932" y="11322"/>
                  </a:lnTo>
                  <a:lnTo>
                    <a:pt x="29022" y="11787"/>
                  </a:lnTo>
                  <a:lnTo>
                    <a:pt x="29384" y="14225"/>
                  </a:lnTo>
                  <a:lnTo>
                    <a:pt x="24462" y="17669"/>
                  </a:lnTo>
                  <a:lnTo>
                    <a:pt x="23633" y="17621"/>
                  </a:lnTo>
                  <a:lnTo>
                    <a:pt x="24056" y="13208"/>
                  </a:lnTo>
                  <a:lnTo>
                    <a:pt x="16688" y="14875"/>
                  </a:lnTo>
                  <a:lnTo>
                    <a:pt x="16712" y="17065"/>
                  </a:lnTo>
                  <a:lnTo>
                    <a:pt x="3439" y="16778"/>
                  </a:lnTo>
                  <a:lnTo>
                    <a:pt x="1340" y="16643"/>
                  </a:lnTo>
                  <a:lnTo>
                    <a:pt x="2531" y="14123"/>
                  </a:lnTo>
                  <a:lnTo>
                    <a:pt x="0" y="13964"/>
                  </a:lnTo>
                  <a:lnTo>
                    <a:pt x="2454" y="9279"/>
                  </a:lnTo>
                  <a:lnTo>
                    <a:pt x="6209" y="6521"/>
                  </a:lnTo>
                  <a:lnTo>
                    <a:pt x="13192" y="6284"/>
                  </a:lnTo>
                  <a:lnTo>
                    <a:pt x="14034" y="3335"/>
                  </a:lnTo>
                  <a:lnTo>
                    <a:pt x="17044" y="3193"/>
                  </a:lnTo>
                  <a:lnTo>
                    <a:pt x="17406" y="4839"/>
                  </a:lnTo>
                  <a:lnTo>
                    <a:pt x="20779" y="4112"/>
                  </a:lnTo>
                  <a:lnTo>
                    <a:pt x="21652" y="3566"/>
                  </a:lnTo>
                  <a:lnTo>
                    <a:pt x="22246" y="565"/>
                  </a:lnTo>
                  <a:lnTo>
                    <a:pt x="2558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1" name="ph9111"/>
            <p:cNvSpPr/>
            <p:nvPr/>
          </p:nvSpPr>
          <p:spPr>
            <a:xfrm>
              <a:off x="11980751" y="2788835"/>
              <a:ext cx="37824" cy="29197"/>
            </a:xfrm>
            <a:custGeom>
              <a:avLst/>
              <a:pathLst>
                <a:path w="37824" h="29197">
                  <a:moveTo>
                    <a:pt x="33959" y="4925"/>
                  </a:moveTo>
                  <a:lnTo>
                    <a:pt x="34867" y="9367"/>
                  </a:lnTo>
                  <a:lnTo>
                    <a:pt x="34604" y="11104"/>
                  </a:lnTo>
                  <a:lnTo>
                    <a:pt x="35583" y="13882"/>
                  </a:lnTo>
                  <a:lnTo>
                    <a:pt x="36589" y="15113"/>
                  </a:lnTo>
                  <a:lnTo>
                    <a:pt x="37824" y="15048"/>
                  </a:lnTo>
                  <a:lnTo>
                    <a:pt x="37739" y="16282"/>
                  </a:lnTo>
                  <a:lnTo>
                    <a:pt x="33039" y="25600"/>
                  </a:lnTo>
                  <a:lnTo>
                    <a:pt x="29091" y="24306"/>
                  </a:lnTo>
                  <a:lnTo>
                    <a:pt x="31039" y="20749"/>
                  </a:lnTo>
                  <a:lnTo>
                    <a:pt x="28328" y="19480"/>
                  </a:lnTo>
                  <a:lnTo>
                    <a:pt x="19111" y="23650"/>
                  </a:lnTo>
                  <a:lnTo>
                    <a:pt x="14452" y="29197"/>
                  </a:lnTo>
                  <a:lnTo>
                    <a:pt x="13165" y="25874"/>
                  </a:lnTo>
                  <a:lnTo>
                    <a:pt x="12835" y="21518"/>
                  </a:lnTo>
                  <a:lnTo>
                    <a:pt x="8173" y="20999"/>
                  </a:lnTo>
                  <a:lnTo>
                    <a:pt x="8063" y="16021"/>
                  </a:lnTo>
                  <a:lnTo>
                    <a:pt x="4127" y="16107"/>
                  </a:lnTo>
                  <a:lnTo>
                    <a:pt x="4132" y="15014"/>
                  </a:lnTo>
                  <a:lnTo>
                    <a:pt x="4147" y="11982"/>
                  </a:lnTo>
                  <a:lnTo>
                    <a:pt x="8003" y="11708"/>
                  </a:lnTo>
                  <a:lnTo>
                    <a:pt x="5" y="3111"/>
                  </a:lnTo>
                  <a:lnTo>
                    <a:pt x="0" y="2467"/>
                  </a:lnTo>
                  <a:lnTo>
                    <a:pt x="1795" y="2175"/>
                  </a:lnTo>
                  <a:lnTo>
                    <a:pt x="1114" y="4260"/>
                  </a:lnTo>
                  <a:lnTo>
                    <a:pt x="3686" y="4321"/>
                  </a:lnTo>
                  <a:lnTo>
                    <a:pt x="9312" y="5069"/>
                  </a:lnTo>
                  <a:lnTo>
                    <a:pt x="12909" y="2996"/>
                  </a:lnTo>
                  <a:lnTo>
                    <a:pt x="19635" y="3363"/>
                  </a:lnTo>
                  <a:lnTo>
                    <a:pt x="27404" y="0"/>
                  </a:lnTo>
                  <a:lnTo>
                    <a:pt x="3136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2" name="ph9112"/>
            <p:cNvSpPr/>
            <p:nvPr/>
          </p:nvSpPr>
          <p:spPr>
            <a:xfrm>
              <a:off x="12068014" y="2690687"/>
              <a:ext cx="12456" cy="18707"/>
            </a:xfrm>
            <a:custGeom>
              <a:avLst/>
              <a:pathLst>
                <a:path w="12456" h="18707">
                  <a:moveTo>
                    <a:pt x="12456" y="4708"/>
                  </a:moveTo>
                  <a:lnTo>
                    <a:pt x="8151" y="7531"/>
                  </a:lnTo>
                  <a:lnTo>
                    <a:pt x="8890" y="10229"/>
                  </a:lnTo>
                  <a:lnTo>
                    <a:pt x="10688" y="10665"/>
                  </a:lnTo>
                  <a:lnTo>
                    <a:pt x="9175" y="15093"/>
                  </a:lnTo>
                  <a:lnTo>
                    <a:pt x="9064" y="18571"/>
                  </a:lnTo>
                  <a:lnTo>
                    <a:pt x="7401" y="18707"/>
                  </a:lnTo>
                  <a:lnTo>
                    <a:pt x="7049" y="16968"/>
                  </a:lnTo>
                  <a:lnTo>
                    <a:pt x="4101" y="15877"/>
                  </a:lnTo>
                  <a:lnTo>
                    <a:pt x="1824" y="15955"/>
                  </a:lnTo>
                  <a:lnTo>
                    <a:pt x="115" y="12944"/>
                  </a:lnTo>
                  <a:lnTo>
                    <a:pt x="0" y="9809"/>
                  </a:lnTo>
                  <a:lnTo>
                    <a:pt x="2482" y="5351"/>
                  </a:lnTo>
                  <a:lnTo>
                    <a:pt x="2424" y="4629"/>
                  </a:lnTo>
                  <a:lnTo>
                    <a:pt x="1797" y="4617"/>
                  </a:lnTo>
                  <a:lnTo>
                    <a:pt x="3567" y="4629"/>
                  </a:lnTo>
                  <a:lnTo>
                    <a:pt x="4069" y="2830"/>
                  </a:lnTo>
                  <a:lnTo>
                    <a:pt x="3403" y="1201"/>
                  </a:lnTo>
                  <a:lnTo>
                    <a:pt x="6007" y="428"/>
                  </a:lnTo>
                  <a:lnTo>
                    <a:pt x="6310" y="1890"/>
                  </a:lnTo>
                  <a:lnTo>
                    <a:pt x="7035" y="45"/>
                  </a:lnTo>
                  <a:lnTo>
                    <a:pt x="82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3" name="ph9113"/>
            <p:cNvSpPr/>
            <p:nvPr/>
          </p:nvSpPr>
          <p:spPr>
            <a:xfrm>
              <a:off x="12034834" y="2668848"/>
              <a:ext cx="11164" cy="9131"/>
            </a:xfrm>
            <a:custGeom>
              <a:avLst/>
              <a:pathLst>
                <a:path w="11164" h="9131">
                  <a:moveTo>
                    <a:pt x="11080" y="4262"/>
                  </a:moveTo>
                  <a:lnTo>
                    <a:pt x="7442" y="6065"/>
                  </a:lnTo>
                  <a:lnTo>
                    <a:pt x="7466" y="8098"/>
                  </a:lnTo>
                  <a:lnTo>
                    <a:pt x="9558" y="8762"/>
                  </a:lnTo>
                  <a:lnTo>
                    <a:pt x="7471" y="9128"/>
                  </a:lnTo>
                  <a:lnTo>
                    <a:pt x="1359" y="9131"/>
                  </a:lnTo>
                  <a:lnTo>
                    <a:pt x="0" y="2213"/>
                  </a:lnTo>
                  <a:lnTo>
                    <a:pt x="513" y="2091"/>
                  </a:lnTo>
                  <a:lnTo>
                    <a:pt x="111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4" name="ph9114"/>
            <p:cNvSpPr/>
            <p:nvPr/>
          </p:nvSpPr>
          <p:spPr>
            <a:xfrm>
              <a:off x="12040098" y="2677611"/>
              <a:ext cx="8591" cy="13225"/>
            </a:xfrm>
            <a:custGeom>
              <a:avLst/>
              <a:pathLst>
                <a:path w="8591" h="13225">
                  <a:moveTo>
                    <a:pt x="4294" y="0"/>
                  </a:moveTo>
                  <a:lnTo>
                    <a:pt x="6507" y="480"/>
                  </a:lnTo>
                  <a:lnTo>
                    <a:pt x="4758" y="3870"/>
                  </a:lnTo>
                  <a:lnTo>
                    <a:pt x="4926" y="5572"/>
                  </a:lnTo>
                  <a:lnTo>
                    <a:pt x="6979" y="9823"/>
                  </a:lnTo>
                  <a:lnTo>
                    <a:pt x="8382" y="10565"/>
                  </a:lnTo>
                  <a:lnTo>
                    <a:pt x="8591" y="13225"/>
                  </a:lnTo>
                  <a:lnTo>
                    <a:pt x="393" y="12769"/>
                  </a:lnTo>
                  <a:lnTo>
                    <a:pt x="0" y="11868"/>
                  </a:lnTo>
                  <a:lnTo>
                    <a:pt x="2208" y="36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5" name="ph9115"/>
            <p:cNvSpPr/>
            <p:nvPr/>
          </p:nvSpPr>
          <p:spPr>
            <a:xfrm>
              <a:off x="12035111" y="2752134"/>
              <a:ext cx="28151" cy="19707"/>
            </a:xfrm>
            <a:custGeom>
              <a:avLst/>
              <a:pathLst>
                <a:path w="28151" h="19707">
                  <a:moveTo>
                    <a:pt x="20126" y="659"/>
                  </a:moveTo>
                  <a:lnTo>
                    <a:pt x="22521" y="4299"/>
                  </a:lnTo>
                  <a:lnTo>
                    <a:pt x="26389" y="3999"/>
                  </a:lnTo>
                  <a:lnTo>
                    <a:pt x="28151" y="7280"/>
                  </a:lnTo>
                  <a:lnTo>
                    <a:pt x="27148" y="8307"/>
                  </a:lnTo>
                  <a:lnTo>
                    <a:pt x="27977" y="9817"/>
                  </a:lnTo>
                  <a:lnTo>
                    <a:pt x="25278" y="9577"/>
                  </a:lnTo>
                  <a:lnTo>
                    <a:pt x="24199" y="11571"/>
                  </a:lnTo>
                  <a:lnTo>
                    <a:pt x="24759" y="13616"/>
                  </a:lnTo>
                  <a:lnTo>
                    <a:pt x="24181" y="14980"/>
                  </a:lnTo>
                  <a:lnTo>
                    <a:pt x="19262" y="16629"/>
                  </a:lnTo>
                  <a:lnTo>
                    <a:pt x="19758" y="15133"/>
                  </a:lnTo>
                  <a:lnTo>
                    <a:pt x="12529" y="14299"/>
                  </a:lnTo>
                  <a:lnTo>
                    <a:pt x="11206" y="16567"/>
                  </a:lnTo>
                  <a:lnTo>
                    <a:pt x="10850" y="19707"/>
                  </a:lnTo>
                  <a:lnTo>
                    <a:pt x="8237" y="19672"/>
                  </a:lnTo>
                  <a:lnTo>
                    <a:pt x="6943" y="16256"/>
                  </a:lnTo>
                  <a:lnTo>
                    <a:pt x="2672" y="16281"/>
                  </a:lnTo>
                  <a:lnTo>
                    <a:pt x="778" y="13213"/>
                  </a:lnTo>
                  <a:lnTo>
                    <a:pt x="0" y="10359"/>
                  </a:lnTo>
                  <a:lnTo>
                    <a:pt x="322" y="9006"/>
                  </a:lnTo>
                  <a:lnTo>
                    <a:pt x="2312" y="7914"/>
                  </a:lnTo>
                  <a:lnTo>
                    <a:pt x="4379" y="4971"/>
                  </a:lnTo>
                  <a:lnTo>
                    <a:pt x="7886" y="5347"/>
                  </a:lnTo>
                  <a:lnTo>
                    <a:pt x="11148" y="1972"/>
                  </a:lnTo>
                  <a:lnTo>
                    <a:pt x="1085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6" name="ph9116"/>
            <p:cNvSpPr/>
            <p:nvPr/>
          </p:nvSpPr>
          <p:spPr>
            <a:xfrm>
              <a:off x="12151687" y="2711285"/>
              <a:ext cx="47397" cy="63782"/>
            </a:xfrm>
            <a:custGeom>
              <a:avLst/>
              <a:pathLst>
                <a:path w="47397" h="63782">
                  <a:moveTo>
                    <a:pt x="41706" y="2043"/>
                  </a:moveTo>
                  <a:lnTo>
                    <a:pt x="40861" y="3622"/>
                  </a:lnTo>
                  <a:lnTo>
                    <a:pt x="42210" y="6848"/>
                  </a:lnTo>
                  <a:lnTo>
                    <a:pt x="41949" y="7809"/>
                  </a:lnTo>
                  <a:lnTo>
                    <a:pt x="37106" y="10511"/>
                  </a:lnTo>
                  <a:lnTo>
                    <a:pt x="34725" y="15706"/>
                  </a:lnTo>
                  <a:lnTo>
                    <a:pt x="37426" y="16151"/>
                  </a:lnTo>
                  <a:lnTo>
                    <a:pt x="39173" y="17614"/>
                  </a:lnTo>
                  <a:lnTo>
                    <a:pt x="33966" y="17987"/>
                  </a:lnTo>
                  <a:lnTo>
                    <a:pt x="32591" y="19718"/>
                  </a:lnTo>
                  <a:lnTo>
                    <a:pt x="32784" y="20337"/>
                  </a:lnTo>
                  <a:lnTo>
                    <a:pt x="35156" y="21164"/>
                  </a:lnTo>
                  <a:lnTo>
                    <a:pt x="35816" y="26781"/>
                  </a:lnTo>
                  <a:lnTo>
                    <a:pt x="38114" y="30990"/>
                  </a:lnTo>
                  <a:lnTo>
                    <a:pt x="41467" y="34426"/>
                  </a:lnTo>
                  <a:lnTo>
                    <a:pt x="42287" y="41612"/>
                  </a:lnTo>
                  <a:lnTo>
                    <a:pt x="38121" y="41407"/>
                  </a:lnTo>
                  <a:lnTo>
                    <a:pt x="37880" y="42005"/>
                  </a:lnTo>
                  <a:lnTo>
                    <a:pt x="38417" y="42828"/>
                  </a:lnTo>
                  <a:lnTo>
                    <a:pt x="46182" y="42905"/>
                  </a:lnTo>
                  <a:lnTo>
                    <a:pt x="46133" y="48080"/>
                  </a:lnTo>
                  <a:lnTo>
                    <a:pt x="47397" y="48104"/>
                  </a:lnTo>
                  <a:lnTo>
                    <a:pt x="44910" y="51157"/>
                  </a:lnTo>
                  <a:lnTo>
                    <a:pt x="41800" y="54169"/>
                  </a:lnTo>
                  <a:lnTo>
                    <a:pt x="41870" y="54888"/>
                  </a:lnTo>
                  <a:lnTo>
                    <a:pt x="34625" y="63782"/>
                  </a:lnTo>
                  <a:lnTo>
                    <a:pt x="33247" y="60761"/>
                  </a:lnTo>
                  <a:lnTo>
                    <a:pt x="33122" y="58589"/>
                  </a:lnTo>
                  <a:lnTo>
                    <a:pt x="28163" y="58357"/>
                  </a:lnTo>
                  <a:lnTo>
                    <a:pt x="25823" y="54540"/>
                  </a:lnTo>
                  <a:lnTo>
                    <a:pt x="25394" y="52164"/>
                  </a:lnTo>
                  <a:lnTo>
                    <a:pt x="25648" y="50585"/>
                  </a:lnTo>
                  <a:lnTo>
                    <a:pt x="26429" y="50694"/>
                  </a:lnTo>
                  <a:lnTo>
                    <a:pt x="26847" y="45811"/>
                  </a:lnTo>
                  <a:lnTo>
                    <a:pt x="22008" y="45726"/>
                  </a:lnTo>
                  <a:lnTo>
                    <a:pt x="20390" y="42413"/>
                  </a:lnTo>
                  <a:lnTo>
                    <a:pt x="21460" y="40308"/>
                  </a:lnTo>
                  <a:lnTo>
                    <a:pt x="17916" y="29304"/>
                  </a:lnTo>
                  <a:lnTo>
                    <a:pt x="12511" y="30219"/>
                  </a:lnTo>
                  <a:lnTo>
                    <a:pt x="11423" y="32858"/>
                  </a:lnTo>
                  <a:lnTo>
                    <a:pt x="8613" y="33228"/>
                  </a:lnTo>
                  <a:lnTo>
                    <a:pt x="5551" y="27404"/>
                  </a:lnTo>
                  <a:lnTo>
                    <a:pt x="4309" y="27045"/>
                  </a:lnTo>
                  <a:lnTo>
                    <a:pt x="4028" y="24583"/>
                  </a:lnTo>
                  <a:lnTo>
                    <a:pt x="5215" y="22454"/>
                  </a:lnTo>
                  <a:lnTo>
                    <a:pt x="1251" y="9475"/>
                  </a:lnTo>
                  <a:lnTo>
                    <a:pt x="9" y="8379"/>
                  </a:lnTo>
                  <a:lnTo>
                    <a:pt x="0" y="6788"/>
                  </a:lnTo>
                  <a:lnTo>
                    <a:pt x="5148" y="7645"/>
                  </a:lnTo>
                  <a:lnTo>
                    <a:pt x="6106" y="7692"/>
                  </a:lnTo>
                  <a:lnTo>
                    <a:pt x="8182" y="12760"/>
                  </a:lnTo>
                  <a:lnTo>
                    <a:pt x="9968" y="14467"/>
                  </a:lnTo>
                  <a:lnTo>
                    <a:pt x="11549" y="14607"/>
                  </a:lnTo>
                  <a:lnTo>
                    <a:pt x="22738" y="13011"/>
                  </a:lnTo>
                  <a:lnTo>
                    <a:pt x="25425" y="10608"/>
                  </a:lnTo>
                  <a:lnTo>
                    <a:pt x="27407" y="6062"/>
                  </a:lnTo>
                  <a:lnTo>
                    <a:pt x="30008" y="8266"/>
                  </a:lnTo>
                  <a:lnTo>
                    <a:pt x="33947" y="6306"/>
                  </a:lnTo>
                  <a:lnTo>
                    <a:pt x="34012" y="1830"/>
                  </a:lnTo>
                  <a:lnTo>
                    <a:pt x="34809" y="374"/>
                  </a:lnTo>
                  <a:lnTo>
                    <a:pt x="3876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7" name="ph9117"/>
            <p:cNvSpPr/>
            <p:nvPr/>
          </p:nvSpPr>
          <p:spPr>
            <a:xfrm>
              <a:off x="12070619" y="2719090"/>
              <a:ext cx="34319" cy="25524"/>
            </a:xfrm>
            <a:custGeom>
              <a:avLst/>
              <a:pathLst>
                <a:path w="34319" h="25524">
                  <a:moveTo>
                    <a:pt x="18038" y="3786"/>
                  </a:moveTo>
                  <a:lnTo>
                    <a:pt x="18365" y="8170"/>
                  </a:lnTo>
                  <a:lnTo>
                    <a:pt x="23323" y="5556"/>
                  </a:lnTo>
                  <a:lnTo>
                    <a:pt x="22432" y="7109"/>
                  </a:lnTo>
                  <a:lnTo>
                    <a:pt x="22526" y="11187"/>
                  </a:lnTo>
                  <a:lnTo>
                    <a:pt x="25398" y="11515"/>
                  </a:lnTo>
                  <a:lnTo>
                    <a:pt x="25571" y="9011"/>
                  </a:lnTo>
                  <a:lnTo>
                    <a:pt x="29492" y="9043"/>
                  </a:lnTo>
                  <a:lnTo>
                    <a:pt x="29866" y="12074"/>
                  </a:lnTo>
                  <a:lnTo>
                    <a:pt x="34154" y="12382"/>
                  </a:lnTo>
                  <a:lnTo>
                    <a:pt x="34319" y="14705"/>
                  </a:lnTo>
                  <a:lnTo>
                    <a:pt x="31280" y="13885"/>
                  </a:lnTo>
                  <a:lnTo>
                    <a:pt x="31265" y="16260"/>
                  </a:lnTo>
                  <a:lnTo>
                    <a:pt x="26211" y="17729"/>
                  </a:lnTo>
                  <a:lnTo>
                    <a:pt x="24470" y="25524"/>
                  </a:lnTo>
                  <a:lnTo>
                    <a:pt x="23593" y="24034"/>
                  </a:lnTo>
                  <a:lnTo>
                    <a:pt x="21947" y="23621"/>
                  </a:lnTo>
                  <a:lnTo>
                    <a:pt x="20044" y="20335"/>
                  </a:lnTo>
                  <a:lnTo>
                    <a:pt x="20125" y="13571"/>
                  </a:lnTo>
                  <a:lnTo>
                    <a:pt x="12224" y="8011"/>
                  </a:lnTo>
                  <a:lnTo>
                    <a:pt x="11297" y="9341"/>
                  </a:lnTo>
                  <a:lnTo>
                    <a:pt x="7388" y="6086"/>
                  </a:lnTo>
                  <a:lnTo>
                    <a:pt x="0" y="5226"/>
                  </a:lnTo>
                  <a:lnTo>
                    <a:pt x="213" y="2363"/>
                  </a:lnTo>
                  <a:lnTo>
                    <a:pt x="3936" y="1075"/>
                  </a:lnTo>
                  <a:lnTo>
                    <a:pt x="1195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8" name="ph9118"/>
            <p:cNvSpPr/>
            <p:nvPr/>
          </p:nvSpPr>
          <p:spPr>
            <a:xfrm>
              <a:off x="12057854" y="2737210"/>
              <a:ext cx="40895" cy="31191"/>
            </a:xfrm>
            <a:custGeom>
              <a:avLst/>
              <a:pathLst>
                <a:path w="40895" h="31191">
                  <a:moveTo>
                    <a:pt x="31865" y="1058"/>
                  </a:moveTo>
                  <a:lnTo>
                    <a:pt x="32809" y="2216"/>
                  </a:lnTo>
                  <a:lnTo>
                    <a:pt x="34712" y="5502"/>
                  </a:lnTo>
                  <a:lnTo>
                    <a:pt x="32444" y="10324"/>
                  </a:lnTo>
                  <a:lnTo>
                    <a:pt x="33910" y="10336"/>
                  </a:lnTo>
                  <a:lnTo>
                    <a:pt x="34390" y="9495"/>
                  </a:lnTo>
                  <a:lnTo>
                    <a:pt x="38591" y="9968"/>
                  </a:lnTo>
                  <a:lnTo>
                    <a:pt x="40895" y="14682"/>
                  </a:lnTo>
                  <a:lnTo>
                    <a:pt x="40652" y="16119"/>
                  </a:lnTo>
                  <a:lnTo>
                    <a:pt x="37908" y="16608"/>
                  </a:lnTo>
                  <a:lnTo>
                    <a:pt x="34686" y="20272"/>
                  </a:lnTo>
                  <a:lnTo>
                    <a:pt x="34800" y="25457"/>
                  </a:lnTo>
                  <a:lnTo>
                    <a:pt x="32263" y="23054"/>
                  </a:lnTo>
                  <a:lnTo>
                    <a:pt x="30002" y="22807"/>
                  </a:lnTo>
                  <a:lnTo>
                    <a:pt x="28642" y="25564"/>
                  </a:lnTo>
                  <a:lnTo>
                    <a:pt x="28499" y="29585"/>
                  </a:lnTo>
                  <a:lnTo>
                    <a:pt x="25946" y="29638"/>
                  </a:lnTo>
                  <a:lnTo>
                    <a:pt x="25530" y="27632"/>
                  </a:lnTo>
                  <a:lnTo>
                    <a:pt x="24962" y="30357"/>
                  </a:lnTo>
                  <a:lnTo>
                    <a:pt x="16909" y="31191"/>
                  </a:lnTo>
                  <a:lnTo>
                    <a:pt x="16992" y="28843"/>
                  </a:lnTo>
                  <a:lnTo>
                    <a:pt x="14974" y="29443"/>
                  </a:lnTo>
                  <a:lnTo>
                    <a:pt x="14243" y="30431"/>
                  </a:lnTo>
                  <a:lnTo>
                    <a:pt x="9861" y="29058"/>
                  </a:lnTo>
                  <a:lnTo>
                    <a:pt x="8241" y="27213"/>
                  </a:lnTo>
                  <a:lnTo>
                    <a:pt x="5742" y="24963"/>
                  </a:lnTo>
                  <a:lnTo>
                    <a:pt x="6472" y="21056"/>
                  </a:lnTo>
                  <a:lnTo>
                    <a:pt x="0" y="15056"/>
                  </a:lnTo>
                  <a:lnTo>
                    <a:pt x="3201" y="16548"/>
                  </a:lnTo>
                  <a:lnTo>
                    <a:pt x="4651" y="18135"/>
                  </a:lnTo>
                  <a:lnTo>
                    <a:pt x="9947" y="17286"/>
                  </a:lnTo>
                  <a:lnTo>
                    <a:pt x="13884" y="11357"/>
                  </a:lnTo>
                  <a:lnTo>
                    <a:pt x="12885" y="8733"/>
                  </a:lnTo>
                  <a:lnTo>
                    <a:pt x="13416" y="6308"/>
                  </a:lnTo>
                  <a:lnTo>
                    <a:pt x="18398" y="7789"/>
                  </a:lnTo>
                  <a:lnTo>
                    <a:pt x="19044" y="8136"/>
                  </a:lnTo>
                  <a:lnTo>
                    <a:pt x="19262" y="9765"/>
                  </a:lnTo>
                  <a:lnTo>
                    <a:pt x="20397" y="9660"/>
                  </a:lnTo>
                  <a:lnTo>
                    <a:pt x="20230" y="6979"/>
                  </a:lnTo>
                  <a:lnTo>
                    <a:pt x="16373" y="5778"/>
                  </a:lnTo>
                  <a:lnTo>
                    <a:pt x="16348" y="4773"/>
                  </a:lnTo>
                  <a:lnTo>
                    <a:pt x="17913" y="3688"/>
                  </a:lnTo>
                  <a:lnTo>
                    <a:pt x="21115" y="3651"/>
                  </a:lnTo>
                  <a:lnTo>
                    <a:pt x="21059" y="6838"/>
                  </a:lnTo>
                  <a:lnTo>
                    <a:pt x="28464" y="4050"/>
                  </a:lnTo>
                  <a:lnTo>
                    <a:pt x="27418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9" name="ph9119"/>
            <p:cNvSpPr/>
            <p:nvPr/>
          </p:nvSpPr>
          <p:spPr>
            <a:xfrm>
              <a:off x="12056578" y="2702389"/>
              <a:ext cx="15514" cy="10787"/>
            </a:xfrm>
            <a:custGeom>
              <a:avLst/>
              <a:pathLst>
                <a:path w="15514" h="10787">
                  <a:moveTo>
                    <a:pt x="6325" y="1589"/>
                  </a:moveTo>
                  <a:lnTo>
                    <a:pt x="9433" y="2617"/>
                  </a:lnTo>
                  <a:lnTo>
                    <a:pt x="12383" y="6484"/>
                  </a:lnTo>
                  <a:lnTo>
                    <a:pt x="13569" y="6863"/>
                  </a:lnTo>
                  <a:lnTo>
                    <a:pt x="15018" y="6321"/>
                  </a:lnTo>
                  <a:lnTo>
                    <a:pt x="15514" y="9341"/>
                  </a:lnTo>
                  <a:lnTo>
                    <a:pt x="4737" y="9960"/>
                  </a:lnTo>
                  <a:lnTo>
                    <a:pt x="2378" y="10787"/>
                  </a:lnTo>
                  <a:lnTo>
                    <a:pt x="1472" y="10712"/>
                  </a:lnTo>
                  <a:lnTo>
                    <a:pt x="1431" y="6930"/>
                  </a:lnTo>
                  <a:lnTo>
                    <a:pt x="2892" y="6775"/>
                  </a:lnTo>
                  <a:lnTo>
                    <a:pt x="3241" y="3595"/>
                  </a:lnTo>
                  <a:lnTo>
                    <a:pt x="600" y="2693"/>
                  </a:lnTo>
                  <a:lnTo>
                    <a:pt x="0" y="628"/>
                  </a:lnTo>
                  <a:lnTo>
                    <a:pt x="615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0" name="ph9120"/>
            <p:cNvSpPr/>
            <p:nvPr/>
          </p:nvSpPr>
          <p:spPr>
            <a:xfrm>
              <a:off x="12053436" y="2736177"/>
              <a:ext cx="18303" cy="19167"/>
            </a:xfrm>
            <a:custGeom>
              <a:avLst/>
              <a:pathLst>
                <a:path w="18303" h="19167">
                  <a:moveTo>
                    <a:pt x="14850" y="920"/>
                  </a:moveTo>
                  <a:lnTo>
                    <a:pt x="16128" y="2909"/>
                  </a:lnTo>
                  <a:lnTo>
                    <a:pt x="17835" y="7340"/>
                  </a:lnTo>
                  <a:lnTo>
                    <a:pt x="17303" y="9765"/>
                  </a:lnTo>
                  <a:lnTo>
                    <a:pt x="18303" y="12389"/>
                  </a:lnTo>
                  <a:lnTo>
                    <a:pt x="14366" y="18318"/>
                  </a:lnTo>
                  <a:lnTo>
                    <a:pt x="9069" y="19167"/>
                  </a:lnTo>
                  <a:lnTo>
                    <a:pt x="7619" y="17580"/>
                  </a:lnTo>
                  <a:lnTo>
                    <a:pt x="7820" y="15185"/>
                  </a:lnTo>
                  <a:lnTo>
                    <a:pt x="6742" y="12985"/>
                  </a:lnTo>
                  <a:lnTo>
                    <a:pt x="2229" y="9979"/>
                  </a:lnTo>
                  <a:lnTo>
                    <a:pt x="0" y="6770"/>
                  </a:lnTo>
                  <a:lnTo>
                    <a:pt x="1122" y="5548"/>
                  </a:lnTo>
                  <a:lnTo>
                    <a:pt x="2868" y="3098"/>
                  </a:lnTo>
                  <a:lnTo>
                    <a:pt x="5342" y="1167"/>
                  </a:lnTo>
                  <a:lnTo>
                    <a:pt x="741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1" name="ph9121"/>
            <p:cNvSpPr/>
            <p:nvPr/>
          </p:nvSpPr>
          <p:spPr>
            <a:xfrm>
              <a:off x="12060533" y="2662311"/>
              <a:ext cx="16662" cy="22756"/>
            </a:xfrm>
            <a:custGeom>
              <a:avLst/>
              <a:pathLst>
                <a:path w="16662" h="22756">
                  <a:moveTo>
                    <a:pt x="16278" y="2453"/>
                  </a:moveTo>
                  <a:lnTo>
                    <a:pt x="15595" y="2367"/>
                  </a:lnTo>
                  <a:lnTo>
                    <a:pt x="13630" y="5449"/>
                  </a:lnTo>
                  <a:lnTo>
                    <a:pt x="11312" y="10623"/>
                  </a:lnTo>
                  <a:lnTo>
                    <a:pt x="11516" y="14572"/>
                  </a:lnTo>
                  <a:lnTo>
                    <a:pt x="14249" y="19632"/>
                  </a:lnTo>
                  <a:lnTo>
                    <a:pt x="16662" y="19190"/>
                  </a:lnTo>
                  <a:lnTo>
                    <a:pt x="16549" y="21760"/>
                  </a:lnTo>
                  <a:lnTo>
                    <a:pt x="12119" y="21932"/>
                  </a:lnTo>
                  <a:lnTo>
                    <a:pt x="8293" y="22756"/>
                  </a:lnTo>
                  <a:lnTo>
                    <a:pt x="3021" y="20547"/>
                  </a:lnTo>
                  <a:lnTo>
                    <a:pt x="2071" y="9430"/>
                  </a:lnTo>
                  <a:lnTo>
                    <a:pt x="0" y="9386"/>
                  </a:lnTo>
                  <a:lnTo>
                    <a:pt x="1092" y="5654"/>
                  </a:lnTo>
                  <a:lnTo>
                    <a:pt x="2484" y="5486"/>
                  </a:lnTo>
                  <a:lnTo>
                    <a:pt x="2738" y="2672"/>
                  </a:lnTo>
                  <a:lnTo>
                    <a:pt x="1333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2" name="ph9122"/>
            <p:cNvSpPr/>
            <p:nvPr/>
          </p:nvSpPr>
          <p:spPr>
            <a:xfrm>
              <a:off x="12084134" y="2786982"/>
              <a:ext cx="42669" cy="63471"/>
            </a:xfrm>
            <a:custGeom>
              <a:avLst/>
              <a:pathLst>
                <a:path w="42669" h="63471">
                  <a:moveTo>
                    <a:pt x="28145" y="2947"/>
                  </a:moveTo>
                  <a:lnTo>
                    <a:pt x="36091" y="6387"/>
                  </a:lnTo>
                  <a:lnTo>
                    <a:pt x="36127" y="10958"/>
                  </a:lnTo>
                  <a:lnTo>
                    <a:pt x="42669" y="12006"/>
                  </a:lnTo>
                  <a:lnTo>
                    <a:pt x="42631" y="14065"/>
                  </a:lnTo>
                  <a:lnTo>
                    <a:pt x="39667" y="13855"/>
                  </a:lnTo>
                  <a:lnTo>
                    <a:pt x="39810" y="21351"/>
                  </a:lnTo>
                  <a:lnTo>
                    <a:pt x="36517" y="20963"/>
                  </a:lnTo>
                  <a:lnTo>
                    <a:pt x="35022" y="23728"/>
                  </a:lnTo>
                  <a:lnTo>
                    <a:pt x="35130" y="25520"/>
                  </a:lnTo>
                  <a:lnTo>
                    <a:pt x="35907" y="26935"/>
                  </a:lnTo>
                  <a:lnTo>
                    <a:pt x="35666" y="32720"/>
                  </a:lnTo>
                  <a:lnTo>
                    <a:pt x="34935" y="35043"/>
                  </a:lnTo>
                  <a:lnTo>
                    <a:pt x="30144" y="34922"/>
                  </a:lnTo>
                  <a:lnTo>
                    <a:pt x="25622" y="36166"/>
                  </a:lnTo>
                  <a:lnTo>
                    <a:pt x="22269" y="51810"/>
                  </a:lnTo>
                  <a:lnTo>
                    <a:pt x="16203" y="52583"/>
                  </a:lnTo>
                  <a:lnTo>
                    <a:pt x="14111" y="54808"/>
                  </a:lnTo>
                  <a:lnTo>
                    <a:pt x="14700" y="57654"/>
                  </a:lnTo>
                  <a:lnTo>
                    <a:pt x="13573" y="62053"/>
                  </a:lnTo>
                  <a:lnTo>
                    <a:pt x="11615" y="63426"/>
                  </a:lnTo>
                  <a:lnTo>
                    <a:pt x="9817" y="63471"/>
                  </a:lnTo>
                  <a:lnTo>
                    <a:pt x="8198" y="61404"/>
                  </a:lnTo>
                  <a:lnTo>
                    <a:pt x="8319" y="60633"/>
                  </a:lnTo>
                  <a:lnTo>
                    <a:pt x="8464" y="59894"/>
                  </a:lnTo>
                  <a:lnTo>
                    <a:pt x="3733" y="60633"/>
                  </a:lnTo>
                  <a:lnTo>
                    <a:pt x="4292" y="51844"/>
                  </a:lnTo>
                  <a:lnTo>
                    <a:pt x="7268" y="51949"/>
                  </a:lnTo>
                  <a:lnTo>
                    <a:pt x="6865" y="55253"/>
                  </a:lnTo>
                  <a:lnTo>
                    <a:pt x="10304" y="55544"/>
                  </a:lnTo>
                  <a:lnTo>
                    <a:pt x="11915" y="54320"/>
                  </a:lnTo>
                  <a:lnTo>
                    <a:pt x="12555" y="52446"/>
                  </a:lnTo>
                  <a:lnTo>
                    <a:pt x="12240" y="45328"/>
                  </a:lnTo>
                  <a:lnTo>
                    <a:pt x="11148" y="43236"/>
                  </a:lnTo>
                  <a:lnTo>
                    <a:pt x="9278" y="43320"/>
                  </a:lnTo>
                  <a:lnTo>
                    <a:pt x="7918" y="42480"/>
                  </a:lnTo>
                  <a:lnTo>
                    <a:pt x="1131" y="35475"/>
                  </a:lnTo>
                  <a:lnTo>
                    <a:pt x="1426" y="34483"/>
                  </a:lnTo>
                  <a:lnTo>
                    <a:pt x="3648" y="34635"/>
                  </a:lnTo>
                  <a:lnTo>
                    <a:pt x="4510" y="32672"/>
                  </a:lnTo>
                  <a:lnTo>
                    <a:pt x="4350" y="31012"/>
                  </a:lnTo>
                  <a:lnTo>
                    <a:pt x="1796" y="28038"/>
                  </a:lnTo>
                  <a:lnTo>
                    <a:pt x="1831" y="24531"/>
                  </a:lnTo>
                  <a:lnTo>
                    <a:pt x="892" y="24503"/>
                  </a:lnTo>
                  <a:lnTo>
                    <a:pt x="794" y="21949"/>
                  </a:lnTo>
                  <a:lnTo>
                    <a:pt x="0" y="21956"/>
                  </a:lnTo>
                  <a:lnTo>
                    <a:pt x="37" y="19143"/>
                  </a:lnTo>
                  <a:lnTo>
                    <a:pt x="3181" y="19252"/>
                  </a:lnTo>
                  <a:lnTo>
                    <a:pt x="10240" y="19073"/>
                  </a:lnTo>
                  <a:lnTo>
                    <a:pt x="10482" y="14492"/>
                  </a:lnTo>
                  <a:lnTo>
                    <a:pt x="18190" y="14680"/>
                  </a:lnTo>
                  <a:lnTo>
                    <a:pt x="19281" y="12061"/>
                  </a:lnTo>
                  <a:lnTo>
                    <a:pt x="21880" y="9465"/>
                  </a:lnTo>
                  <a:lnTo>
                    <a:pt x="21243" y="5588"/>
                  </a:lnTo>
                  <a:lnTo>
                    <a:pt x="21283" y="3179"/>
                  </a:lnTo>
                  <a:lnTo>
                    <a:pt x="23738" y="174"/>
                  </a:lnTo>
                  <a:lnTo>
                    <a:pt x="2544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3" name="ph9123"/>
            <p:cNvSpPr/>
            <p:nvPr/>
          </p:nvSpPr>
          <p:spPr>
            <a:xfrm>
              <a:off x="11972040" y="2759049"/>
              <a:ext cx="23627" cy="20399"/>
            </a:xfrm>
            <a:custGeom>
              <a:avLst/>
              <a:pathLst>
                <a:path w="23627" h="20399">
                  <a:moveTo>
                    <a:pt x="18261" y="34"/>
                  </a:moveTo>
                  <a:lnTo>
                    <a:pt x="23627" y="237"/>
                  </a:lnTo>
                  <a:lnTo>
                    <a:pt x="22779" y="2765"/>
                  </a:lnTo>
                  <a:lnTo>
                    <a:pt x="22838" y="4619"/>
                  </a:lnTo>
                  <a:lnTo>
                    <a:pt x="23202" y="10483"/>
                  </a:lnTo>
                  <a:lnTo>
                    <a:pt x="22601" y="11447"/>
                  </a:lnTo>
                  <a:lnTo>
                    <a:pt x="20162" y="11634"/>
                  </a:lnTo>
                  <a:lnTo>
                    <a:pt x="19885" y="19166"/>
                  </a:lnTo>
                  <a:lnTo>
                    <a:pt x="16508" y="19031"/>
                  </a:lnTo>
                  <a:lnTo>
                    <a:pt x="16355" y="20399"/>
                  </a:lnTo>
                  <a:lnTo>
                    <a:pt x="9440" y="20348"/>
                  </a:lnTo>
                  <a:lnTo>
                    <a:pt x="6421" y="15508"/>
                  </a:lnTo>
                  <a:lnTo>
                    <a:pt x="2155" y="14700"/>
                  </a:lnTo>
                  <a:lnTo>
                    <a:pt x="4160" y="10274"/>
                  </a:lnTo>
                  <a:lnTo>
                    <a:pt x="0" y="9076"/>
                  </a:lnTo>
                  <a:lnTo>
                    <a:pt x="108" y="5894"/>
                  </a:lnTo>
                  <a:lnTo>
                    <a:pt x="3187" y="5851"/>
                  </a:lnTo>
                  <a:lnTo>
                    <a:pt x="3150" y="2183"/>
                  </a:lnTo>
                  <a:lnTo>
                    <a:pt x="7138" y="5625"/>
                  </a:lnTo>
                  <a:lnTo>
                    <a:pt x="11738" y="5195"/>
                  </a:lnTo>
                  <a:lnTo>
                    <a:pt x="16699" y="2038"/>
                  </a:lnTo>
                  <a:lnTo>
                    <a:pt x="1606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4" name="ph9124"/>
            <p:cNvSpPr/>
            <p:nvPr/>
          </p:nvSpPr>
          <p:spPr>
            <a:xfrm>
              <a:off x="12039490" y="2737313"/>
              <a:ext cx="24837" cy="24860"/>
            </a:xfrm>
            <a:custGeom>
              <a:avLst/>
              <a:pathLst>
                <a:path w="24837" h="24860">
                  <a:moveTo>
                    <a:pt x="12225" y="4330"/>
                  </a:moveTo>
                  <a:lnTo>
                    <a:pt x="15727" y="3355"/>
                  </a:lnTo>
                  <a:lnTo>
                    <a:pt x="16813" y="1962"/>
                  </a:lnTo>
                  <a:lnTo>
                    <a:pt x="15067" y="4412"/>
                  </a:lnTo>
                  <a:lnTo>
                    <a:pt x="13945" y="5634"/>
                  </a:lnTo>
                  <a:lnTo>
                    <a:pt x="16174" y="8844"/>
                  </a:lnTo>
                  <a:lnTo>
                    <a:pt x="20687" y="11850"/>
                  </a:lnTo>
                  <a:lnTo>
                    <a:pt x="21765" y="14050"/>
                  </a:lnTo>
                  <a:lnTo>
                    <a:pt x="21565" y="16444"/>
                  </a:lnTo>
                  <a:lnTo>
                    <a:pt x="18364" y="14953"/>
                  </a:lnTo>
                  <a:lnTo>
                    <a:pt x="24837" y="20952"/>
                  </a:lnTo>
                  <a:lnTo>
                    <a:pt x="24107" y="24860"/>
                  </a:lnTo>
                  <a:lnTo>
                    <a:pt x="23598" y="24639"/>
                  </a:lnTo>
                  <a:lnTo>
                    <a:pt x="22769" y="23128"/>
                  </a:lnTo>
                  <a:lnTo>
                    <a:pt x="23772" y="22101"/>
                  </a:lnTo>
                  <a:lnTo>
                    <a:pt x="22010" y="18820"/>
                  </a:lnTo>
                  <a:lnTo>
                    <a:pt x="18142" y="19120"/>
                  </a:lnTo>
                  <a:lnTo>
                    <a:pt x="15746" y="15481"/>
                  </a:lnTo>
                  <a:lnTo>
                    <a:pt x="6477" y="14821"/>
                  </a:lnTo>
                  <a:lnTo>
                    <a:pt x="6769" y="16794"/>
                  </a:lnTo>
                  <a:lnTo>
                    <a:pt x="3506" y="20168"/>
                  </a:lnTo>
                  <a:lnTo>
                    <a:pt x="0" y="19793"/>
                  </a:lnTo>
                  <a:lnTo>
                    <a:pt x="1205" y="14008"/>
                  </a:lnTo>
                  <a:lnTo>
                    <a:pt x="3459" y="12447"/>
                  </a:lnTo>
                  <a:lnTo>
                    <a:pt x="4837" y="4977"/>
                  </a:lnTo>
                  <a:lnTo>
                    <a:pt x="4198" y="1396"/>
                  </a:lnTo>
                  <a:lnTo>
                    <a:pt x="5281" y="1584"/>
                  </a:lnTo>
                  <a:lnTo>
                    <a:pt x="9036" y="0"/>
                  </a:lnTo>
                  <a:lnTo>
                    <a:pt x="11564" y="36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5" name="ph9125"/>
            <p:cNvSpPr/>
            <p:nvPr/>
          </p:nvSpPr>
          <p:spPr>
            <a:xfrm>
              <a:off x="12127248" y="2680319"/>
              <a:ext cx="39207" cy="38611"/>
            </a:xfrm>
            <a:custGeom>
              <a:avLst/>
              <a:pathLst>
                <a:path w="39207" h="38611">
                  <a:moveTo>
                    <a:pt x="5878" y="7"/>
                  </a:moveTo>
                  <a:lnTo>
                    <a:pt x="6485" y="3869"/>
                  </a:lnTo>
                  <a:lnTo>
                    <a:pt x="10608" y="4809"/>
                  </a:lnTo>
                  <a:lnTo>
                    <a:pt x="13438" y="3913"/>
                  </a:lnTo>
                  <a:lnTo>
                    <a:pt x="12927" y="3100"/>
                  </a:lnTo>
                  <a:lnTo>
                    <a:pt x="19024" y="4214"/>
                  </a:lnTo>
                  <a:lnTo>
                    <a:pt x="20940" y="5701"/>
                  </a:lnTo>
                  <a:lnTo>
                    <a:pt x="26025" y="5898"/>
                  </a:lnTo>
                  <a:lnTo>
                    <a:pt x="27528" y="2855"/>
                  </a:lnTo>
                  <a:lnTo>
                    <a:pt x="29314" y="2880"/>
                  </a:lnTo>
                  <a:lnTo>
                    <a:pt x="31889" y="5002"/>
                  </a:lnTo>
                  <a:lnTo>
                    <a:pt x="32107" y="6673"/>
                  </a:lnTo>
                  <a:lnTo>
                    <a:pt x="31088" y="9575"/>
                  </a:lnTo>
                  <a:lnTo>
                    <a:pt x="32976" y="11014"/>
                  </a:lnTo>
                  <a:lnTo>
                    <a:pt x="33983" y="10051"/>
                  </a:lnTo>
                  <a:lnTo>
                    <a:pt x="31128" y="16364"/>
                  </a:lnTo>
                  <a:lnTo>
                    <a:pt x="31307" y="17319"/>
                  </a:lnTo>
                  <a:lnTo>
                    <a:pt x="33261" y="22735"/>
                  </a:lnTo>
                  <a:lnTo>
                    <a:pt x="36912" y="22067"/>
                  </a:lnTo>
                  <a:lnTo>
                    <a:pt x="37042" y="23389"/>
                  </a:lnTo>
                  <a:lnTo>
                    <a:pt x="39207" y="27192"/>
                  </a:lnTo>
                  <a:lnTo>
                    <a:pt x="35379" y="28560"/>
                  </a:lnTo>
                  <a:lnTo>
                    <a:pt x="33534" y="25509"/>
                  </a:lnTo>
                  <a:lnTo>
                    <a:pt x="32823" y="24881"/>
                  </a:lnTo>
                  <a:lnTo>
                    <a:pt x="32457" y="25266"/>
                  </a:lnTo>
                  <a:lnTo>
                    <a:pt x="30612" y="28816"/>
                  </a:lnTo>
                  <a:lnTo>
                    <a:pt x="30445" y="34469"/>
                  </a:lnTo>
                  <a:lnTo>
                    <a:pt x="26827" y="36474"/>
                  </a:lnTo>
                  <a:lnTo>
                    <a:pt x="27226" y="37805"/>
                  </a:lnTo>
                  <a:lnTo>
                    <a:pt x="29587" y="38611"/>
                  </a:lnTo>
                  <a:lnTo>
                    <a:pt x="24439" y="37755"/>
                  </a:lnTo>
                  <a:lnTo>
                    <a:pt x="22637" y="37692"/>
                  </a:lnTo>
                  <a:lnTo>
                    <a:pt x="20609" y="32371"/>
                  </a:lnTo>
                  <a:lnTo>
                    <a:pt x="18011" y="30181"/>
                  </a:lnTo>
                  <a:lnTo>
                    <a:pt x="13973" y="34521"/>
                  </a:lnTo>
                  <a:lnTo>
                    <a:pt x="12198" y="33125"/>
                  </a:lnTo>
                  <a:lnTo>
                    <a:pt x="10676" y="30220"/>
                  </a:lnTo>
                  <a:lnTo>
                    <a:pt x="5293" y="30066"/>
                  </a:lnTo>
                  <a:lnTo>
                    <a:pt x="8023" y="26652"/>
                  </a:lnTo>
                  <a:lnTo>
                    <a:pt x="7048" y="22719"/>
                  </a:lnTo>
                  <a:lnTo>
                    <a:pt x="5335" y="22894"/>
                  </a:lnTo>
                  <a:lnTo>
                    <a:pt x="4361" y="19435"/>
                  </a:lnTo>
                  <a:lnTo>
                    <a:pt x="4627" y="13963"/>
                  </a:lnTo>
                  <a:lnTo>
                    <a:pt x="0" y="4655"/>
                  </a:lnTo>
                  <a:lnTo>
                    <a:pt x="251" y="2100"/>
                  </a:lnTo>
                  <a:lnTo>
                    <a:pt x="352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6" name="ph9126"/>
            <p:cNvSpPr/>
            <p:nvPr/>
          </p:nvSpPr>
          <p:spPr>
            <a:xfrm>
              <a:off x="12077079" y="2696349"/>
              <a:ext cx="29209" cy="14265"/>
            </a:xfrm>
            <a:custGeom>
              <a:avLst/>
              <a:pathLst>
                <a:path w="29209" h="14265">
                  <a:moveTo>
                    <a:pt x="29209" y="0"/>
                  </a:moveTo>
                  <a:lnTo>
                    <a:pt x="29200" y="3859"/>
                  </a:lnTo>
                  <a:lnTo>
                    <a:pt x="29031" y="5902"/>
                  </a:lnTo>
                  <a:lnTo>
                    <a:pt x="26043" y="8482"/>
                  </a:lnTo>
                  <a:lnTo>
                    <a:pt x="25986" y="9660"/>
                  </a:lnTo>
                  <a:lnTo>
                    <a:pt x="24433" y="12013"/>
                  </a:lnTo>
                  <a:lnTo>
                    <a:pt x="23092" y="12960"/>
                  </a:lnTo>
                  <a:lnTo>
                    <a:pt x="19689" y="12913"/>
                  </a:lnTo>
                  <a:lnTo>
                    <a:pt x="19518" y="14265"/>
                  </a:lnTo>
                  <a:lnTo>
                    <a:pt x="11320" y="11897"/>
                  </a:lnTo>
                  <a:lnTo>
                    <a:pt x="10093" y="10200"/>
                  </a:lnTo>
                  <a:lnTo>
                    <a:pt x="5823" y="10176"/>
                  </a:lnTo>
                  <a:lnTo>
                    <a:pt x="0" y="12909"/>
                  </a:lnTo>
                  <a:lnTo>
                    <a:pt x="110" y="9431"/>
                  </a:lnTo>
                  <a:lnTo>
                    <a:pt x="1623" y="5003"/>
                  </a:lnTo>
                  <a:lnTo>
                    <a:pt x="1620" y="1691"/>
                  </a:lnTo>
                  <a:lnTo>
                    <a:pt x="8918" y="1120"/>
                  </a:lnTo>
                  <a:lnTo>
                    <a:pt x="13113" y="955"/>
                  </a:lnTo>
                  <a:lnTo>
                    <a:pt x="12941" y="4605"/>
                  </a:lnTo>
                  <a:lnTo>
                    <a:pt x="10806" y="2677"/>
                  </a:lnTo>
                  <a:lnTo>
                    <a:pt x="8016" y="3087"/>
                  </a:lnTo>
                  <a:lnTo>
                    <a:pt x="6925" y="6733"/>
                  </a:lnTo>
                  <a:lnTo>
                    <a:pt x="19034" y="5820"/>
                  </a:lnTo>
                  <a:lnTo>
                    <a:pt x="19066" y="3697"/>
                  </a:lnTo>
                  <a:lnTo>
                    <a:pt x="21809" y="2651"/>
                  </a:lnTo>
                  <a:lnTo>
                    <a:pt x="24966" y="2488"/>
                  </a:lnTo>
                  <a:lnTo>
                    <a:pt x="25526" y="8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7" name="ph9127"/>
            <p:cNvSpPr/>
            <p:nvPr/>
          </p:nvSpPr>
          <p:spPr>
            <a:xfrm>
              <a:off x="12037442" y="2716121"/>
              <a:ext cx="14535" cy="13428"/>
            </a:xfrm>
            <a:custGeom>
              <a:avLst/>
              <a:pathLst>
                <a:path w="14535" h="13428">
                  <a:moveTo>
                    <a:pt x="1782" y="0"/>
                  </a:moveTo>
                  <a:lnTo>
                    <a:pt x="4253" y="1534"/>
                  </a:lnTo>
                  <a:lnTo>
                    <a:pt x="4823" y="3464"/>
                  </a:lnTo>
                  <a:lnTo>
                    <a:pt x="6828" y="1795"/>
                  </a:lnTo>
                  <a:lnTo>
                    <a:pt x="8809" y="1389"/>
                  </a:lnTo>
                  <a:lnTo>
                    <a:pt x="11051" y="2103"/>
                  </a:lnTo>
                  <a:lnTo>
                    <a:pt x="14535" y="5891"/>
                  </a:lnTo>
                  <a:lnTo>
                    <a:pt x="14204" y="7434"/>
                  </a:lnTo>
                  <a:lnTo>
                    <a:pt x="12085" y="9251"/>
                  </a:lnTo>
                  <a:lnTo>
                    <a:pt x="12292" y="11040"/>
                  </a:lnTo>
                  <a:lnTo>
                    <a:pt x="9127" y="11282"/>
                  </a:lnTo>
                  <a:lnTo>
                    <a:pt x="7631" y="13428"/>
                  </a:lnTo>
                  <a:lnTo>
                    <a:pt x="0" y="9926"/>
                  </a:lnTo>
                  <a:lnTo>
                    <a:pt x="71" y="7313"/>
                  </a:lnTo>
                  <a:lnTo>
                    <a:pt x="2092" y="743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8" name="ph9128"/>
            <p:cNvSpPr/>
            <p:nvPr/>
          </p:nvSpPr>
          <p:spPr>
            <a:xfrm>
              <a:off x="12021028" y="2670940"/>
              <a:ext cx="21278" cy="20375"/>
            </a:xfrm>
            <a:custGeom>
              <a:avLst/>
              <a:pathLst>
                <a:path w="21278" h="20375">
                  <a:moveTo>
                    <a:pt x="13806" y="122"/>
                  </a:moveTo>
                  <a:lnTo>
                    <a:pt x="15165" y="7040"/>
                  </a:lnTo>
                  <a:lnTo>
                    <a:pt x="21278" y="7036"/>
                  </a:lnTo>
                  <a:lnTo>
                    <a:pt x="19070" y="18539"/>
                  </a:lnTo>
                  <a:lnTo>
                    <a:pt x="19463" y="19440"/>
                  </a:lnTo>
                  <a:lnTo>
                    <a:pt x="18987" y="20375"/>
                  </a:lnTo>
                  <a:lnTo>
                    <a:pt x="15637" y="20265"/>
                  </a:lnTo>
                  <a:lnTo>
                    <a:pt x="12024" y="16399"/>
                  </a:lnTo>
                  <a:lnTo>
                    <a:pt x="6970" y="17523"/>
                  </a:lnTo>
                  <a:lnTo>
                    <a:pt x="7135" y="13380"/>
                  </a:lnTo>
                  <a:lnTo>
                    <a:pt x="10219" y="10585"/>
                  </a:lnTo>
                  <a:lnTo>
                    <a:pt x="9781" y="9666"/>
                  </a:lnTo>
                  <a:lnTo>
                    <a:pt x="6898" y="9623"/>
                  </a:lnTo>
                  <a:lnTo>
                    <a:pt x="5619" y="7998"/>
                  </a:lnTo>
                  <a:lnTo>
                    <a:pt x="5776" y="4251"/>
                  </a:lnTo>
                  <a:lnTo>
                    <a:pt x="4407" y="4242"/>
                  </a:lnTo>
                  <a:lnTo>
                    <a:pt x="4381" y="2706"/>
                  </a:lnTo>
                  <a:lnTo>
                    <a:pt x="0" y="3220"/>
                  </a:lnTo>
                  <a:lnTo>
                    <a:pt x="1432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9" name="ph9129"/>
            <p:cNvSpPr/>
            <p:nvPr/>
          </p:nvSpPr>
          <p:spPr>
            <a:xfrm>
              <a:off x="12024338" y="2776370"/>
              <a:ext cx="15015" cy="13145"/>
            </a:xfrm>
            <a:custGeom>
              <a:avLst/>
              <a:pathLst>
                <a:path w="15015" h="13145">
                  <a:moveTo>
                    <a:pt x="13902" y="790"/>
                  </a:moveTo>
                  <a:lnTo>
                    <a:pt x="15015" y="2201"/>
                  </a:lnTo>
                  <a:lnTo>
                    <a:pt x="13736" y="5772"/>
                  </a:lnTo>
                  <a:lnTo>
                    <a:pt x="11752" y="6244"/>
                  </a:lnTo>
                  <a:lnTo>
                    <a:pt x="8655" y="5782"/>
                  </a:lnTo>
                  <a:lnTo>
                    <a:pt x="7728" y="7377"/>
                  </a:lnTo>
                  <a:lnTo>
                    <a:pt x="9489" y="12351"/>
                  </a:lnTo>
                  <a:lnTo>
                    <a:pt x="8306" y="13145"/>
                  </a:lnTo>
                  <a:lnTo>
                    <a:pt x="6368" y="12067"/>
                  </a:lnTo>
                  <a:lnTo>
                    <a:pt x="2487" y="11507"/>
                  </a:lnTo>
                  <a:lnTo>
                    <a:pt x="0" y="7829"/>
                  </a:lnTo>
                  <a:lnTo>
                    <a:pt x="322" y="4731"/>
                  </a:lnTo>
                  <a:lnTo>
                    <a:pt x="1405" y="3755"/>
                  </a:lnTo>
                  <a:lnTo>
                    <a:pt x="4272" y="4286"/>
                  </a:lnTo>
                  <a:lnTo>
                    <a:pt x="9013" y="3305"/>
                  </a:lnTo>
                  <a:lnTo>
                    <a:pt x="10092" y="1927"/>
                  </a:lnTo>
                  <a:lnTo>
                    <a:pt x="1022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0" name="ph9130"/>
            <p:cNvSpPr/>
            <p:nvPr/>
          </p:nvSpPr>
          <p:spPr>
            <a:xfrm>
              <a:off x="11991565" y="2744490"/>
              <a:ext cx="28292" cy="20456"/>
            </a:xfrm>
            <a:custGeom>
              <a:avLst/>
              <a:pathLst>
                <a:path w="28292" h="20456">
                  <a:moveTo>
                    <a:pt x="13246" y="3998"/>
                  </a:moveTo>
                  <a:lnTo>
                    <a:pt x="18406" y="3138"/>
                  </a:lnTo>
                  <a:lnTo>
                    <a:pt x="20716" y="1361"/>
                  </a:lnTo>
                  <a:lnTo>
                    <a:pt x="28177" y="13993"/>
                  </a:lnTo>
                  <a:lnTo>
                    <a:pt x="27167" y="15075"/>
                  </a:lnTo>
                  <a:lnTo>
                    <a:pt x="28292" y="16543"/>
                  </a:lnTo>
                  <a:lnTo>
                    <a:pt x="27023" y="18324"/>
                  </a:lnTo>
                  <a:lnTo>
                    <a:pt x="17397" y="17073"/>
                  </a:lnTo>
                  <a:lnTo>
                    <a:pt x="18990" y="19843"/>
                  </a:lnTo>
                  <a:lnTo>
                    <a:pt x="15273" y="20456"/>
                  </a:lnTo>
                  <a:lnTo>
                    <a:pt x="13414" y="19391"/>
                  </a:lnTo>
                  <a:lnTo>
                    <a:pt x="13012" y="18198"/>
                  </a:lnTo>
                  <a:lnTo>
                    <a:pt x="10462" y="17473"/>
                  </a:lnTo>
                  <a:lnTo>
                    <a:pt x="6936" y="16832"/>
                  </a:lnTo>
                  <a:lnTo>
                    <a:pt x="3254" y="17325"/>
                  </a:lnTo>
                  <a:lnTo>
                    <a:pt x="4102" y="14797"/>
                  </a:lnTo>
                  <a:lnTo>
                    <a:pt x="2430" y="14255"/>
                  </a:lnTo>
                  <a:lnTo>
                    <a:pt x="2332" y="11731"/>
                  </a:lnTo>
                  <a:lnTo>
                    <a:pt x="961" y="8293"/>
                  </a:lnTo>
                  <a:lnTo>
                    <a:pt x="1043" y="9315"/>
                  </a:lnTo>
                  <a:lnTo>
                    <a:pt x="0" y="9402"/>
                  </a:lnTo>
                  <a:lnTo>
                    <a:pt x="239" y="4204"/>
                  </a:lnTo>
                  <a:lnTo>
                    <a:pt x="4511" y="6100"/>
                  </a:lnTo>
                  <a:lnTo>
                    <a:pt x="5908" y="5750"/>
                  </a:lnTo>
                  <a:lnTo>
                    <a:pt x="6626" y="3742"/>
                  </a:lnTo>
                  <a:lnTo>
                    <a:pt x="869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1" name="ph9131"/>
            <p:cNvSpPr/>
            <p:nvPr/>
          </p:nvSpPr>
          <p:spPr>
            <a:xfrm>
              <a:off x="11984155" y="2693083"/>
              <a:ext cx="40843" cy="55404"/>
            </a:xfrm>
            <a:custGeom>
              <a:avLst/>
              <a:pathLst>
                <a:path w="40843" h="55404">
                  <a:moveTo>
                    <a:pt x="27162" y="5112"/>
                  </a:moveTo>
                  <a:lnTo>
                    <a:pt x="29715" y="5854"/>
                  </a:lnTo>
                  <a:lnTo>
                    <a:pt x="28217" y="8770"/>
                  </a:lnTo>
                  <a:lnTo>
                    <a:pt x="28208" y="9078"/>
                  </a:lnTo>
                  <a:lnTo>
                    <a:pt x="28201" y="9375"/>
                  </a:lnTo>
                  <a:lnTo>
                    <a:pt x="28196" y="9916"/>
                  </a:lnTo>
                  <a:lnTo>
                    <a:pt x="27006" y="10055"/>
                  </a:lnTo>
                  <a:lnTo>
                    <a:pt x="27566" y="12713"/>
                  </a:lnTo>
                  <a:lnTo>
                    <a:pt x="33471" y="14576"/>
                  </a:lnTo>
                  <a:lnTo>
                    <a:pt x="33552" y="15707"/>
                  </a:lnTo>
                  <a:lnTo>
                    <a:pt x="33577" y="16060"/>
                  </a:lnTo>
                  <a:lnTo>
                    <a:pt x="34166" y="16694"/>
                  </a:lnTo>
                  <a:lnTo>
                    <a:pt x="34338" y="16674"/>
                  </a:lnTo>
                  <a:lnTo>
                    <a:pt x="34671" y="15544"/>
                  </a:lnTo>
                  <a:lnTo>
                    <a:pt x="34850" y="15110"/>
                  </a:lnTo>
                  <a:lnTo>
                    <a:pt x="38520" y="16688"/>
                  </a:lnTo>
                  <a:lnTo>
                    <a:pt x="35885" y="18235"/>
                  </a:lnTo>
                  <a:lnTo>
                    <a:pt x="35374" y="22822"/>
                  </a:lnTo>
                  <a:lnTo>
                    <a:pt x="40843" y="23758"/>
                  </a:lnTo>
                  <a:lnTo>
                    <a:pt x="40197" y="25025"/>
                  </a:lnTo>
                  <a:lnTo>
                    <a:pt x="37831" y="25452"/>
                  </a:lnTo>
                  <a:lnTo>
                    <a:pt x="37314" y="24505"/>
                  </a:lnTo>
                  <a:lnTo>
                    <a:pt x="36972" y="24289"/>
                  </a:lnTo>
                  <a:lnTo>
                    <a:pt x="35343" y="23090"/>
                  </a:lnTo>
                  <a:lnTo>
                    <a:pt x="34772" y="21892"/>
                  </a:lnTo>
                  <a:lnTo>
                    <a:pt x="31370" y="22304"/>
                  </a:lnTo>
                  <a:lnTo>
                    <a:pt x="28145" y="22484"/>
                  </a:lnTo>
                  <a:lnTo>
                    <a:pt x="27767" y="26496"/>
                  </a:lnTo>
                  <a:lnTo>
                    <a:pt x="24071" y="29968"/>
                  </a:lnTo>
                  <a:lnTo>
                    <a:pt x="25085" y="32980"/>
                  </a:lnTo>
                  <a:lnTo>
                    <a:pt x="29801" y="35558"/>
                  </a:lnTo>
                  <a:lnTo>
                    <a:pt x="31705" y="37802"/>
                  </a:lnTo>
                  <a:lnTo>
                    <a:pt x="32467" y="39339"/>
                  </a:lnTo>
                  <a:lnTo>
                    <a:pt x="27224" y="39648"/>
                  </a:lnTo>
                  <a:lnTo>
                    <a:pt x="27254" y="42003"/>
                  </a:lnTo>
                  <a:lnTo>
                    <a:pt x="30012" y="45564"/>
                  </a:lnTo>
                  <a:lnTo>
                    <a:pt x="28097" y="50749"/>
                  </a:lnTo>
                  <a:lnTo>
                    <a:pt x="28812" y="50937"/>
                  </a:lnTo>
                  <a:lnTo>
                    <a:pt x="29217" y="50932"/>
                  </a:lnTo>
                  <a:lnTo>
                    <a:pt x="29210" y="51291"/>
                  </a:lnTo>
                  <a:lnTo>
                    <a:pt x="28126" y="52767"/>
                  </a:lnTo>
                  <a:lnTo>
                    <a:pt x="25816" y="54545"/>
                  </a:lnTo>
                  <a:lnTo>
                    <a:pt x="20656" y="55404"/>
                  </a:lnTo>
                  <a:lnTo>
                    <a:pt x="16108" y="51406"/>
                  </a:lnTo>
                  <a:lnTo>
                    <a:pt x="15731" y="43961"/>
                  </a:lnTo>
                  <a:lnTo>
                    <a:pt x="19200" y="38780"/>
                  </a:lnTo>
                  <a:lnTo>
                    <a:pt x="18979" y="37870"/>
                  </a:lnTo>
                  <a:lnTo>
                    <a:pt x="14252" y="30839"/>
                  </a:lnTo>
                  <a:lnTo>
                    <a:pt x="11780" y="30464"/>
                  </a:lnTo>
                  <a:lnTo>
                    <a:pt x="7765" y="27670"/>
                  </a:lnTo>
                  <a:lnTo>
                    <a:pt x="7615" y="25558"/>
                  </a:lnTo>
                  <a:lnTo>
                    <a:pt x="9749" y="17369"/>
                  </a:lnTo>
                  <a:lnTo>
                    <a:pt x="7862" y="13710"/>
                  </a:lnTo>
                  <a:lnTo>
                    <a:pt x="4220" y="11503"/>
                  </a:lnTo>
                  <a:lnTo>
                    <a:pt x="1710" y="6038"/>
                  </a:lnTo>
                  <a:lnTo>
                    <a:pt x="0" y="4926"/>
                  </a:lnTo>
                  <a:lnTo>
                    <a:pt x="1645" y="1835"/>
                  </a:lnTo>
                  <a:lnTo>
                    <a:pt x="4483" y="154"/>
                  </a:lnTo>
                  <a:lnTo>
                    <a:pt x="7761" y="194"/>
                  </a:lnTo>
                  <a:lnTo>
                    <a:pt x="13229" y="3611"/>
                  </a:lnTo>
                  <a:lnTo>
                    <a:pt x="20197" y="1382"/>
                  </a:lnTo>
                  <a:lnTo>
                    <a:pt x="22481" y="1854"/>
                  </a:lnTo>
                  <a:lnTo>
                    <a:pt x="25574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2" name="ph9132"/>
            <p:cNvSpPr/>
            <p:nvPr/>
          </p:nvSpPr>
          <p:spPr>
            <a:xfrm>
              <a:off x="11964092" y="2736928"/>
              <a:ext cx="34099" cy="22358"/>
            </a:xfrm>
            <a:custGeom>
              <a:avLst/>
              <a:pathLst>
                <a:path w="34099" h="22358">
                  <a:moveTo>
                    <a:pt x="17834" y="0"/>
                  </a:moveTo>
                  <a:lnTo>
                    <a:pt x="18211" y="3065"/>
                  </a:lnTo>
                  <a:lnTo>
                    <a:pt x="24311" y="5157"/>
                  </a:lnTo>
                  <a:lnTo>
                    <a:pt x="29375" y="4077"/>
                  </a:lnTo>
                  <a:lnTo>
                    <a:pt x="31888" y="4704"/>
                  </a:lnTo>
                  <a:lnTo>
                    <a:pt x="31828" y="5481"/>
                  </a:lnTo>
                  <a:lnTo>
                    <a:pt x="30782" y="5322"/>
                  </a:lnTo>
                  <a:lnTo>
                    <a:pt x="30208" y="7967"/>
                  </a:lnTo>
                  <a:lnTo>
                    <a:pt x="32085" y="11248"/>
                  </a:lnTo>
                  <a:lnTo>
                    <a:pt x="34099" y="11304"/>
                  </a:lnTo>
                  <a:lnTo>
                    <a:pt x="33382" y="13311"/>
                  </a:lnTo>
                  <a:lnTo>
                    <a:pt x="31984" y="13662"/>
                  </a:lnTo>
                  <a:lnTo>
                    <a:pt x="27712" y="11765"/>
                  </a:lnTo>
                  <a:lnTo>
                    <a:pt x="27473" y="16963"/>
                  </a:lnTo>
                  <a:lnTo>
                    <a:pt x="28516" y="16877"/>
                  </a:lnTo>
                  <a:lnTo>
                    <a:pt x="28434" y="15854"/>
                  </a:lnTo>
                  <a:lnTo>
                    <a:pt x="29806" y="19293"/>
                  </a:lnTo>
                  <a:lnTo>
                    <a:pt x="29904" y="21816"/>
                  </a:lnTo>
                  <a:lnTo>
                    <a:pt x="31575" y="22358"/>
                  </a:lnTo>
                  <a:lnTo>
                    <a:pt x="26210" y="22156"/>
                  </a:lnTo>
                  <a:lnTo>
                    <a:pt x="22661" y="18168"/>
                  </a:lnTo>
                  <a:lnTo>
                    <a:pt x="20271" y="17177"/>
                  </a:lnTo>
                  <a:lnTo>
                    <a:pt x="16805" y="15955"/>
                  </a:lnTo>
                  <a:lnTo>
                    <a:pt x="11224" y="15726"/>
                  </a:lnTo>
                  <a:lnTo>
                    <a:pt x="11216" y="16543"/>
                  </a:lnTo>
                  <a:lnTo>
                    <a:pt x="7962" y="16367"/>
                  </a:lnTo>
                  <a:lnTo>
                    <a:pt x="9054" y="13182"/>
                  </a:lnTo>
                  <a:lnTo>
                    <a:pt x="0" y="12093"/>
                  </a:lnTo>
                  <a:lnTo>
                    <a:pt x="2221" y="8349"/>
                  </a:lnTo>
                  <a:lnTo>
                    <a:pt x="4651" y="8789"/>
                  </a:lnTo>
                  <a:lnTo>
                    <a:pt x="8008" y="8355"/>
                  </a:lnTo>
                  <a:lnTo>
                    <a:pt x="9472" y="4692"/>
                  </a:lnTo>
                  <a:lnTo>
                    <a:pt x="11408" y="4235"/>
                  </a:lnTo>
                  <a:lnTo>
                    <a:pt x="11439" y="8880"/>
                  </a:lnTo>
                  <a:lnTo>
                    <a:pt x="13615" y="9114"/>
                  </a:lnTo>
                  <a:lnTo>
                    <a:pt x="15428" y="292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3" name="ph9133"/>
            <p:cNvSpPr/>
            <p:nvPr/>
          </p:nvSpPr>
          <p:spPr>
            <a:xfrm>
              <a:off x="12048494" y="2715735"/>
              <a:ext cx="22998" cy="13794"/>
            </a:xfrm>
            <a:custGeom>
              <a:avLst/>
              <a:pathLst>
                <a:path w="22998" h="13794">
                  <a:moveTo>
                    <a:pt x="5302" y="434"/>
                  </a:moveTo>
                  <a:lnTo>
                    <a:pt x="8108" y="5393"/>
                  </a:lnTo>
                  <a:lnTo>
                    <a:pt x="20619" y="7751"/>
                  </a:lnTo>
                  <a:lnTo>
                    <a:pt x="22415" y="9252"/>
                  </a:lnTo>
                  <a:lnTo>
                    <a:pt x="22998" y="11330"/>
                  </a:lnTo>
                  <a:lnTo>
                    <a:pt x="22275" y="13563"/>
                  </a:lnTo>
                  <a:lnTo>
                    <a:pt x="19770" y="13794"/>
                  </a:lnTo>
                  <a:lnTo>
                    <a:pt x="19740" y="12198"/>
                  </a:lnTo>
                  <a:lnTo>
                    <a:pt x="17948" y="10630"/>
                  </a:lnTo>
                  <a:lnTo>
                    <a:pt x="12720" y="11508"/>
                  </a:lnTo>
                  <a:lnTo>
                    <a:pt x="7783" y="11375"/>
                  </a:lnTo>
                  <a:lnTo>
                    <a:pt x="5357" y="12160"/>
                  </a:lnTo>
                  <a:lnTo>
                    <a:pt x="3861" y="13747"/>
                  </a:lnTo>
                  <a:lnTo>
                    <a:pt x="1241" y="11426"/>
                  </a:lnTo>
                  <a:lnTo>
                    <a:pt x="1034" y="9637"/>
                  </a:lnTo>
                  <a:lnTo>
                    <a:pt x="3153" y="7821"/>
                  </a:lnTo>
                  <a:lnTo>
                    <a:pt x="3483" y="6277"/>
                  </a:lnTo>
                  <a:lnTo>
                    <a:pt x="0" y="2489"/>
                  </a:lnTo>
                  <a:lnTo>
                    <a:pt x="424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4" name="ph9134"/>
            <p:cNvSpPr/>
            <p:nvPr/>
          </p:nvSpPr>
          <p:spPr>
            <a:xfrm>
              <a:off x="12040713" y="2727162"/>
              <a:ext cx="20135" cy="11735"/>
            </a:xfrm>
            <a:custGeom>
              <a:avLst/>
              <a:pathLst>
                <a:path w="20135" h="11735">
                  <a:moveTo>
                    <a:pt x="9022" y="0"/>
                  </a:moveTo>
                  <a:lnTo>
                    <a:pt x="11642" y="2320"/>
                  </a:lnTo>
                  <a:lnTo>
                    <a:pt x="13482" y="3130"/>
                  </a:lnTo>
                  <a:lnTo>
                    <a:pt x="15712" y="6018"/>
                  </a:lnTo>
                  <a:lnTo>
                    <a:pt x="17930" y="6850"/>
                  </a:lnTo>
                  <a:lnTo>
                    <a:pt x="19160" y="6463"/>
                  </a:lnTo>
                  <a:lnTo>
                    <a:pt x="19998" y="7189"/>
                  </a:lnTo>
                  <a:lnTo>
                    <a:pt x="20135" y="9015"/>
                  </a:lnTo>
                  <a:lnTo>
                    <a:pt x="18065" y="10182"/>
                  </a:lnTo>
                  <a:lnTo>
                    <a:pt x="14930" y="7954"/>
                  </a:lnTo>
                  <a:lnTo>
                    <a:pt x="12223" y="7914"/>
                  </a:lnTo>
                  <a:lnTo>
                    <a:pt x="8031" y="9176"/>
                  </a:lnTo>
                  <a:lnTo>
                    <a:pt x="7813" y="10151"/>
                  </a:lnTo>
                  <a:lnTo>
                    <a:pt x="4059" y="11735"/>
                  </a:lnTo>
                  <a:lnTo>
                    <a:pt x="4598" y="9035"/>
                  </a:lnTo>
                  <a:lnTo>
                    <a:pt x="2215" y="6734"/>
                  </a:lnTo>
                  <a:lnTo>
                    <a:pt x="0" y="6397"/>
                  </a:lnTo>
                  <a:lnTo>
                    <a:pt x="4361" y="2388"/>
                  </a:lnTo>
                  <a:lnTo>
                    <a:pt x="5857" y="24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5" name="ph9135"/>
            <p:cNvSpPr/>
            <p:nvPr/>
          </p:nvSpPr>
          <p:spPr>
            <a:xfrm>
              <a:off x="12074122" y="2791851"/>
              <a:ext cx="13193" cy="19634"/>
            </a:xfrm>
            <a:custGeom>
              <a:avLst/>
              <a:pathLst>
                <a:path w="13193" h="19634">
                  <a:moveTo>
                    <a:pt x="10324" y="38"/>
                  </a:moveTo>
                  <a:lnTo>
                    <a:pt x="9865" y="3022"/>
                  </a:lnTo>
                  <a:lnTo>
                    <a:pt x="11631" y="9840"/>
                  </a:lnTo>
                  <a:lnTo>
                    <a:pt x="12944" y="10922"/>
                  </a:lnTo>
                  <a:lnTo>
                    <a:pt x="13193" y="14383"/>
                  </a:lnTo>
                  <a:lnTo>
                    <a:pt x="10050" y="14274"/>
                  </a:lnTo>
                  <a:lnTo>
                    <a:pt x="10012" y="17087"/>
                  </a:lnTo>
                  <a:lnTo>
                    <a:pt x="10806" y="17081"/>
                  </a:lnTo>
                  <a:lnTo>
                    <a:pt x="10904" y="19634"/>
                  </a:lnTo>
                  <a:lnTo>
                    <a:pt x="1785" y="18371"/>
                  </a:lnTo>
                  <a:lnTo>
                    <a:pt x="0" y="17632"/>
                  </a:lnTo>
                  <a:lnTo>
                    <a:pt x="47" y="16642"/>
                  </a:lnTo>
                  <a:lnTo>
                    <a:pt x="1064" y="16670"/>
                  </a:lnTo>
                  <a:lnTo>
                    <a:pt x="4861" y="6750"/>
                  </a:lnTo>
                  <a:lnTo>
                    <a:pt x="7244" y="5111"/>
                  </a:lnTo>
                  <a:lnTo>
                    <a:pt x="796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6" name="ph9136"/>
            <p:cNvSpPr/>
            <p:nvPr/>
          </p:nvSpPr>
          <p:spPr>
            <a:xfrm>
              <a:off x="12032426" y="2737329"/>
              <a:ext cx="11901" cy="13992"/>
            </a:xfrm>
            <a:custGeom>
              <a:avLst/>
              <a:pathLst>
                <a:path w="11901" h="13992">
                  <a:moveTo>
                    <a:pt x="9173" y="152"/>
                  </a:moveTo>
                  <a:lnTo>
                    <a:pt x="11262" y="1380"/>
                  </a:lnTo>
                  <a:lnTo>
                    <a:pt x="11901" y="4960"/>
                  </a:lnTo>
                  <a:lnTo>
                    <a:pt x="10522" y="12431"/>
                  </a:lnTo>
                  <a:lnTo>
                    <a:pt x="8269" y="13992"/>
                  </a:lnTo>
                  <a:lnTo>
                    <a:pt x="0" y="10359"/>
                  </a:lnTo>
                  <a:lnTo>
                    <a:pt x="2454" y="7252"/>
                  </a:lnTo>
                  <a:lnTo>
                    <a:pt x="4623" y="7249"/>
                  </a:lnTo>
                  <a:lnTo>
                    <a:pt x="2546" y="4825"/>
                  </a:lnTo>
                  <a:lnTo>
                    <a:pt x="3227" y="1590"/>
                  </a:lnTo>
                  <a:lnTo>
                    <a:pt x="5321" y="1722"/>
                  </a:lnTo>
                  <a:lnTo>
                    <a:pt x="580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7" name="ph9137"/>
            <p:cNvSpPr/>
            <p:nvPr/>
          </p:nvSpPr>
          <p:spPr>
            <a:xfrm>
              <a:off x="12011161" y="2698245"/>
              <a:ext cx="14004" cy="11533"/>
            </a:xfrm>
            <a:custGeom>
              <a:avLst/>
              <a:pathLst>
                <a:path w="14004" h="11533">
                  <a:moveTo>
                    <a:pt x="7156" y="0"/>
                  </a:moveTo>
                  <a:lnTo>
                    <a:pt x="8270" y="3195"/>
                  </a:lnTo>
                  <a:lnTo>
                    <a:pt x="13212" y="2867"/>
                  </a:lnTo>
                  <a:lnTo>
                    <a:pt x="14004" y="3893"/>
                  </a:lnTo>
                  <a:lnTo>
                    <a:pt x="8495" y="8427"/>
                  </a:lnTo>
                  <a:lnTo>
                    <a:pt x="7844" y="9949"/>
                  </a:lnTo>
                  <a:lnTo>
                    <a:pt x="7664" y="10391"/>
                  </a:lnTo>
                  <a:lnTo>
                    <a:pt x="7332" y="11513"/>
                  </a:lnTo>
                  <a:lnTo>
                    <a:pt x="7160" y="11533"/>
                  </a:lnTo>
                  <a:lnTo>
                    <a:pt x="6571" y="10899"/>
                  </a:lnTo>
                  <a:lnTo>
                    <a:pt x="6546" y="10546"/>
                  </a:lnTo>
                  <a:lnTo>
                    <a:pt x="6465" y="9414"/>
                  </a:lnTo>
                  <a:lnTo>
                    <a:pt x="560" y="7552"/>
                  </a:lnTo>
                  <a:lnTo>
                    <a:pt x="0" y="4894"/>
                  </a:lnTo>
                  <a:lnTo>
                    <a:pt x="1190" y="4742"/>
                  </a:lnTo>
                  <a:lnTo>
                    <a:pt x="1194" y="4214"/>
                  </a:lnTo>
                  <a:lnTo>
                    <a:pt x="1210" y="3609"/>
                  </a:lnTo>
                  <a:lnTo>
                    <a:pt x="2709" y="69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8" name="ph9138"/>
            <p:cNvSpPr/>
            <p:nvPr/>
          </p:nvSpPr>
          <p:spPr>
            <a:xfrm>
              <a:off x="12053386" y="2761712"/>
              <a:ext cx="12710" cy="16293"/>
            </a:xfrm>
            <a:custGeom>
              <a:avLst/>
              <a:pathLst>
                <a:path w="12710" h="16293">
                  <a:moveTo>
                    <a:pt x="9702" y="239"/>
                  </a:moveTo>
                  <a:lnTo>
                    <a:pt x="10211" y="461"/>
                  </a:lnTo>
                  <a:lnTo>
                    <a:pt x="12710" y="2710"/>
                  </a:lnTo>
                  <a:lnTo>
                    <a:pt x="11005" y="2062"/>
                  </a:lnTo>
                  <a:lnTo>
                    <a:pt x="10421" y="8305"/>
                  </a:lnTo>
                  <a:lnTo>
                    <a:pt x="12020" y="7397"/>
                  </a:lnTo>
                  <a:lnTo>
                    <a:pt x="11801" y="10053"/>
                  </a:lnTo>
                  <a:lnTo>
                    <a:pt x="7374" y="10803"/>
                  </a:lnTo>
                  <a:lnTo>
                    <a:pt x="7017" y="12545"/>
                  </a:lnTo>
                  <a:lnTo>
                    <a:pt x="6056" y="15936"/>
                  </a:lnTo>
                  <a:lnTo>
                    <a:pt x="5262" y="16293"/>
                  </a:lnTo>
                  <a:lnTo>
                    <a:pt x="1061" y="14672"/>
                  </a:lnTo>
                  <a:lnTo>
                    <a:pt x="0" y="13573"/>
                  </a:lnTo>
                  <a:lnTo>
                    <a:pt x="988" y="7051"/>
                  </a:lnTo>
                  <a:lnTo>
                    <a:pt x="5907" y="5402"/>
                  </a:lnTo>
                  <a:lnTo>
                    <a:pt x="6485" y="4038"/>
                  </a:lnTo>
                  <a:lnTo>
                    <a:pt x="5924" y="1993"/>
                  </a:lnTo>
                  <a:lnTo>
                    <a:pt x="700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9" name="ph9139"/>
            <p:cNvSpPr/>
            <p:nvPr/>
          </p:nvSpPr>
          <p:spPr>
            <a:xfrm>
              <a:off x="12124313" y="2627905"/>
              <a:ext cx="38332" cy="26088"/>
            </a:xfrm>
            <a:custGeom>
              <a:avLst/>
              <a:pathLst>
                <a:path w="38332" h="26088">
                  <a:moveTo>
                    <a:pt x="35641" y="9041"/>
                  </a:moveTo>
                  <a:lnTo>
                    <a:pt x="35673" y="12991"/>
                  </a:lnTo>
                  <a:lnTo>
                    <a:pt x="35585" y="14585"/>
                  </a:lnTo>
                  <a:lnTo>
                    <a:pt x="33204" y="14571"/>
                  </a:lnTo>
                  <a:lnTo>
                    <a:pt x="33272" y="17682"/>
                  </a:lnTo>
                  <a:lnTo>
                    <a:pt x="37989" y="17642"/>
                  </a:lnTo>
                  <a:lnTo>
                    <a:pt x="38332" y="19802"/>
                  </a:lnTo>
                  <a:lnTo>
                    <a:pt x="34467" y="23454"/>
                  </a:lnTo>
                  <a:lnTo>
                    <a:pt x="33762" y="26088"/>
                  </a:lnTo>
                  <a:lnTo>
                    <a:pt x="28599" y="26012"/>
                  </a:lnTo>
                  <a:lnTo>
                    <a:pt x="25975" y="21929"/>
                  </a:lnTo>
                  <a:lnTo>
                    <a:pt x="22152" y="21455"/>
                  </a:lnTo>
                  <a:lnTo>
                    <a:pt x="11731" y="21267"/>
                  </a:lnTo>
                  <a:lnTo>
                    <a:pt x="11654" y="22821"/>
                  </a:lnTo>
                  <a:lnTo>
                    <a:pt x="4827" y="23214"/>
                  </a:lnTo>
                  <a:lnTo>
                    <a:pt x="3893" y="18550"/>
                  </a:lnTo>
                  <a:lnTo>
                    <a:pt x="3675" y="17132"/>
                  </a:lnTo>
                  <a:lnTo>
                    <a:pt x="10276" y="15958"/>
                  </a:lnTo>
                  <a:lnTo>
                    <a:pt x="10135" y="12512"/>
                  </a:lnTo>
                  <a:lnTo>
                    <a:pt x="6056" y="12445"/>
                  </a:lnTo>
                  <a:lnTo>
                    <a:pt x="3933" y="13928"/>
                  </a:lnTo>
                  <a:lnTo>
                    <a:pt x="3938" y="15748"/>
                  </a:lnTo>
                  <a:lnTo>
                    <a:pt x="330" y="14120"/>
                  </a:lnTo>
                  <a:lnTo>
                    <a:pt x="0" y="10578"/>
                  </a:lnTo>
                  <a:lnTo>
                    <a:pt x="11425" y="6705"/>
                  </a:lnTo>
                  <a:lnTo>
                    <a:pt x="15466" y="6513"/>
                  </a:lnTo>
                  <a:lnTo>
                    <a:pt x="20157" y="7619"/>
                  </a:lnTo>
                  <a:lnTo>
                    <a:pt x="25335" y="6502"/>
                  </a:lnTo>
                  <a:lnTo>
                    <a:pt x="28081" y="5414"/>
                  </a:lnTo>
                  <a:lnTo>
                    <a:pt x="28686" y="4013"/>
                  </a:lnTo>
                  <a:lnTo>
                    <a:pt x="33810" y="0"/>
                  </a:lnTo>
                  <a:lnTo>
                    <a:pt x="34332" y="508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0" name="ph9140"/>
            <p:cNvSpPr/>
            <p:nvPr/>
          </p:nvSpPr>
          <p:spPr>
            <a:xfrm>
              <a:off x="12147914" y="2633564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1" name="ph9141"/>
            <p:cNvSpPr/>
            <p:nvPr/>
          </p:nvSpPr>
          <p:spPr>
            <a:xfrm>
              <a:off x="12048526" y="2735076"/>
              <a:ext cx="10251" cy="6566"/>
            </a:xfrm>
            <a:custGeom>
              <a:avLst/>
              <a:pathLst>
                <a:path w="10251" h="6566">
                  <a:moveTo>
                    <a:pt x="7117" y="40"/>
                  </a:moveTo>
                  <a:lnTo>
                    <a:pt x="10251" y="2268"/>
                  </a:lnTo>
                  <a:lnTo>
                    <a:pt x="7777" y="4199"/>
                  </a:lnTo>
                  <a:lnTo>
                    <a:pt x="6691" y="5592"/>
                  </a:lnTo>
                  <a:lnTo>
                    <a:pt x="3189" y="6566"/>
                  </a:lnTo>
                  <a:lnTo>
                    <a:pt x="2528" y="2598"/>
                  </a:lnTo>
                  <a:lnTo>
                    <a:pt x="0" y="2236"/>
                  </a:lnTo>
                  <a:lnTo>
                    <a:pt x="218" y="1262"/>
                  </a:lnTo>
                  <a:lnTo>
                    <a:pt x="44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2" name="ph9142"/>
            <p:cNvSpPr/>
            <p:nvPr/>
          </p:nvSpPr>
          <p:spPr>
            <a:xfrm>
              <a:off x="12083987" y="2786948"/>
              <a:ext cx="22027" cy="19285"/>
            </a:xfrm>
            <a:custGeom>
              <a:avLst/>
              <a:pathLst>
                <a:path w="22027" h="19285">
                  <a:moveTo>
                    <a:pt x="9675" y="228"/>
                  </a:moveTo>
                  <a:lnTo>
                    <a:pt x="16127" y="2663"/>
                  </a:lnTo>
                  <a:lnTo>
                    <a:pt x="18348" y="4737"/>
                  </a:lnTo>
                  <a:lnTo>
                    <a:pt x="18284" y="5653"/>
                  </a:lnTo>
                  <a:lnTo>
                    <a:pt x="21390" y="5621"/>
                  </a:lnTo>
                  <a:lnTo>
                    <a:pt x="22027" y="9498"/>
                  </a:lnTo>
                  <a:lnTo>
                    <a:pt x="19428" y="12094"/>
                  </a:lnTo>
                  <a:lnTo>
                    <a:pt x="18337" y="14713"/>
                  </a:lnTo>
                  <a:lnTo>
                    <a:pt x="10629" y="14526"/>
                  </a:lnTo>
                  <a:lnTo>
                    <a:pt x="10386" y="19107"/>
                  </a:lnTo>
                  <a:lnTo>
                    <a:pt x="3328" y="19285"/>
                  </a:lnTo>
                  <a:lnTo>
                    <a:pt x="3079" y="15824"/>
                  </a:lnTo>
                  <a:lnTo>
                    <a:pt x="1766" y="14742"/>
                  </a:lnTo>
                  <a:lnTo>
                    <a:pt x="0" y="7925"/>
                  </a:lnTo>
                  <a:lnTo>
                    <a:pt x="459" y="4940"/>
                  </a:lnTo>
                  <a:lnTo>
                    <a:pt x="1001" y="4950"/>
                  </a:lnTo>
                  <a:lnTo>
                    <a:pt x="786" y="1121"/>
                  </a:lnTo>
                  <a:lnTo>
                    <a:pt x="4553" y="1202"/>
                  </a:lnTo>
                  <a:lnTo>
                    <a:pt x="452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3" name="ph9143"/>
            <p:cNvSpPr/>
            <p:nvPr/>
          </p:nvSpPr>
          <p:spPr>
            <a:xfrm>
              <a:off x="12049487" y="2689746"/>
              <a:ext cx="13246" cy="13272"/>
            </a:xfrm>
            <a:custGeom>
              <a:avLst/>
              <a:pathLst>
                <a:path w="13246" h="13272">
                  <a:moveTo>
                    <a:pt x="7672" y="0"/>
                  </a:moveTo>
                  <a:lnTo>
                    <a:pt x="9086" y="2069"/>
                  </a:lnTo>
                  <a:lnTo>
                    <a:pt x="11503" y="4162"/>
                  </a:lnTo>
                  <a:lnTo>
                    <a:pt x="11225" y="5844"/>
                  </a:lnTo>
                  <a:lnTo>
                    <a:pt x="12629" y="6725"/>
                  </a:lnTo>
                  <a:lnTo>
                    <a:pt x="13246" y="12643"/>
                  </a:lnTo>
                  <a:lnTo>
                    <a:pt x="7091" y="13272"/>
                  </a:lnTo>
                  <a:lnTo>
                    <a:pt x="4867" y="13103"/>
                  </a:lnTo>
                  <a:lnTo>
                    <a:pt x="5236" y="9165"/>
                  </a:lnTo>
                  <a:lnTo>
                    <a:pt x="4130" y="8232"/>
                  </a:lnTo>
                  <a:lnTo>
                    <a:pt x="0" y="7805"/>
                  </a:lnTo>
                  <a:lnTo>
                    <a:pt x="28" y="6755"/>
                  </a:lnTo>
                  <a:lnTo>
                    <a:pt x="5762" y="7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4" name="ph9144"/>
            <p:cNvSpPr/>
            <p:nvPr/>
          </p:nvSpPr>
          <p:spPr>
            <a:xfrm>
              <a:off x="12020040" y="2704511"/>
              <a:ext cx="23394" cy="19048"/>
            </a:xfrm>
            <a:custGeom>
              <a:avLst/>
              <a:pathLst>
                <a:path w="23394" h="19048">
                  <a:moveTo>
                    <a:pt x="14798" y="192"/>
                  </a:moveTo>
                  <a:lnTo>
                    <a:pt x="15621" y="7056"/>
                  </a:lnTo>
                  <a:lnTo>
                    <a:pt x="18534" y="5835"/>
                  </a:lnTo>
                  <a:lnTo>
                    <a:pt x="21253" y="7316"/>
                  </a:lnTo>
                  <a:lnTo>
                    <a:pt x="23394" y="10540"/>
                  </a:lnTo>
                  <a:lnTo>
                    <a:pt x="21655" y="13144"/>
                  </a:lnTo>
                  <a:lnTo>
                    <a:pt x="19184" y="11610"/>
                  </a:lnTo>
                  <a:lnTo>
                    <a:pt x="19494" y="19048"/>
                  </a:lnTo>
                  <a:lnTo>
                    <a:pt x="17474" y="18923"/>
                  </a:lnTo>
                  <a:lnTo>
                    <a:pt x="15312" y="18778"/>
                  </a:lnTo>
                  <a:lnTo>
                    <a:pt x="13177" y="17158"/>
                  </a:lnTo>
                  <a:lnTo>
                    <a:pt x="7185" y="16018"/>
                  </a:lnTo>
                  <a:lnTo>
                    <a:pt x="7118" y="15400"/>
                  </a:lnTo>
                  <a:lnTo>
                    <a:pt x="9812" y="15417"/>
                  </a:lnTo>
                  <a:lnTo>
                    <a:pt x="9437" y="13556"/>
                  </a:lnTo>
                  <a:lnTo>
                    <a:pt x="7842" y="11943"/>
                  </a:lnTo>
                  <a:lnTo>
                    <a:pt x="7583" y="7695"/>
                  </a:lnTo>
                  <a:lnTo>
                    <a:pt x="5766" y="7317"/>
                  </a:lnTo>
                  <a:lnTo>
                    <a:pt x="2011" y="8041"/>
                  </a:lnTo>
                  <a:lnTo>
                    <a:pt x="0" y="6807"/>
                  </a:lnTo>
                  <a:lnTo>
                    <a:pt x="2635" y="5260"/>
                  </a:lnTo>
                  <a:lnTo>
                    <a:pt x="4884" y="3043"/>
                  </a:lnTo>
                  <a:lnTo>
                    <a:pt x="9945" y="3274"/>
                  </a:lnTo>
                  <a:lnTo>
                    <a:pt x="1359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5" name="ph9145"/>
            <p:cNvSpPr/>
            <p:nvPr/>
          </p:nvSpPr>
          <p:spPr>
            <a:xfrm>
              <a:off x="12157518" y="2624747"/>
              <a:ext cx="37198" cy="24931"/>
            </a:xfrm>
            <a:custGeom>
              <a:avLst/>
              <a:pathLst>
                <a:path w="37198" h="24931">
                  <a:moveTo>
                    <a:pt x="25529" y="0"/>
                  </a:moveTo>
                  <a:lnTo>
                    <a:pt x="37198" y="3385"/>
                  </a:lnTo>
                  <a:lnTo>
                    <a:pt x="35370" y="4251"/>
                  </a:lnTo>
                  <a:lnTo>
                    <a:pt x="24826" y="5374"/>
                  </a:lnTo>
                  <a:lnTo>
                    <a:pt x="22378" y="9512"/>
                  </a:lnTo>
                  <a:lnTo>
                    <a:pt x="11348" y="10648"/>
                  </a:lnTo>
                  <a:lnTo>
                    <a:pt x="11706" y="11636"/>
                  </a:lnTo>
                  <a:lnTo>
                    <a:pt x="13252" y="11327"/>
                  </a:lnTo>
                  <a:lnTo>
                    <a:pt x="15489" y="22869"/>
                  </a:lnTo>
                  <a:lnTo>
                    <a:pt x="15487" y="24881"/>
                  </a:lnTo>
                  <a:lnTo>
                    <a:pt x="12819" y="24931"/>
                  </a:lnTo>
                  <a:lnTo>
                    <a:pt x="12837" y="23200"/>
                  </a:lnTo>
                  <a:lnTo>
                    <a:pt x="8688" y="21235"/>
                  </a:lnTo>
                  <a:lnTo>
                    <a:pt x="8496" y="17758"/>
                  </a:lnTo>
                  <a:lnTo>
                    <a:pt x="4838" y="17769"/>
                  </a:lnTo>
                  <a:lnTo>
                    <a:pt x="4785" y="20800"/>
                  </a:lnTo>
                  <a:lnTo>
                    <a:pt x="67" y="20840"/>
                  </a:lnTo>
                  <a:lnTo>
                    <a:pt x="0" y="17729"/>
                  </a:lnTo>
                  <a:lnTo>
                    <a:pt x="2380" y="17744"/>
                  </a:lnTo>
                  <a:lnTo>
                    <a:pt x="2469" y="16150"/>
                  </a:lnTo>
                  <a:lnTo>
                    <a:pt x="2437" y="12200"/>
                  </a:lnTo>
                  <a:lnTo>
                    <a:pt x="1127" y="8246"/>
                  </a:lnTo>
                  <a:lnTo>
                    <a:pt x="605" y="3158"/>
                  </a:lnTo>
                  <a:lnTo>
                    <a:pt x="3569" y="968"/>
                  </a:lnTo>
                  <a:lnTo>
                    <a:pt x="6451" y="63"/>
                  </a:lnTo>
                  <a:lnTo>
                    <a:pt x="16402" y="74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6" name="ph9146"/>
            <p:cNvSpPr/>
            <p:nvPr/>
          </p:nvSpPr>
          <p:spPr>
            <a:xfrm>
              <a:off x="12143060" y="2736446"/>
              <a:ext cx="17240" cy="20852"/>
            </a:xfrm>
            <a:custGeom>
              <a:avLst/>
              <a:pathLst>
                <a:path w="17240" h="20852">
                  <a:moveTo>
                    <a:pt x="6104" y="0"/>
                  </a:moveTo>
                  <a:lnTo>
                    <a:pt x="12005" y="2096"/>
                  </a:lnTo>
                  <a:lnTo>
                    <a:pt x="12936" y="1884"/>
                  </a:lnTo>
                  <a:lnTo>
                    <a:pt x="14178" y="2243"/>
                  </a:lnTo>
                  <a:lnTo>
                    <a:pt x="17240" y="8067"/>
                  </a:lnTo>
                  <a:lnTo>
                    <a:pt x="15247" y="11608"/>
                  </a:lnTo>
                  <a:lnTo>
                    <a:pt x="11144" y="11989"/>
                  </a:lnTo>
                  <a:lnTo>
                    <a:pt x="9497" y="13366"/>
                  </a:lnTo>
                  <a:lnTo>
                    <a:pt x="7654" y="16166"/>
                  </a:lnTo>
                  <a:lnTo>
                    <a:pt x="7783" y="18479"/>
                  </a:lnTo>
                  <a:lnTo>
                    <a:pt x="3971" y="20552"/>
                  </a:lnTo>
                  <a:lnTo>
                    <a:pt x="1126" y="20852"/>
                  </a:lnTo>
                  <a:lnTo>
                    <a:pt x="0" y="20087"/>
                  </a:lnTo>
                  <a:lnTo>
                    <a:pt x="2150" y="15328"/>
                  </a:lnTo>
                  <a:lnTo>
                    <a:pt x="8317" y="12259"/>
                  </a:lnTo>
                  <a:lnTo>
                    <a:pt x="8996" y="11130"/>
                  </a:lnTo>
                  <a:lnTo>
                    <a:pt x="8700" y="9913"/>
                  </a:lnTo>
                  <a:lnTo>
                    <a:pt x="4393" y="9675"/>
                  </a:lnTo>
                  <a:lnTo>
                    <a:pt x="2645" y="6264"/>
                  </a:lnTo>
                  <a:lnTo>
                    <a:pt x="4400" y="3750"/>
                  </a:lnTo>
                  <a:lnTo>
                    <a:pt x="4728" y="198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7" name="ph9147"/>
            <p:cNvSpPr/>
            <p:nvPr/>
          </p:nvSpPr>
          <p:spPr>
            <a:xfrm>
              <a:off x="12000386" y="2774289"/>
              <a:ext cx="32258" cy="27888"/>
            </a:xfrm>
            <a:custGeom>
              <a:avLst/>
              <a:pathLst>
                <a:path w="32258" h="27888">
                  <a:moveTo>
                    <a:pt x="24475" y="1663"/>
                  </a:moveTo>
                  <a:lnTo>
                    <a:pt x="25357" y="5836"/>
                  </a:lnTo>
                  <a:lnTo>
                    <a:pt x="24274" y="6813"/>
                  </a:lnTo>
                  <a:lnTo>
                    <a:pt x="23951" y="9911"/>
                  </a:lnTo>
                  <a:lnTo>
                    <a:pt x="26439" y="13589"/>
                  </a:lnTo>
                  <a:lnTo>
                    <a:pt x="30320" y="14148"/>
                  </a:lnTo>
                  <a:lnTo>
                    <a:pt x="32258" y="15227"/>
                  </a:lnTo>
                  <a:lnTo>
                    <a:pt x="32257" y="18893"/>
                  </a:lnTo>
                  <a:lnTo>
                    <a:pt x="29533" y="20869"/>
                  </a:lnTo>
                  <a:lnTo>
                    <a:pt x="27577" y="20429"/>
                  </a:lnTo>
                  <a:lnTo>
                    <a:pt x="27813" y="19127"/>
                  </a:lnTo>
                  <a:lnTo>
                    <a:pt x="22859" y="16645"/>
                  </a:lnTo>
                  <a:lnTo>
                    <a:pt x="23720" y="20235"/>
                  </a:lnTo>
                  <a:lnTo>
                    <a:pt x="29222" y="22346"/>
                  </a:lnTo>
                  <a:lnTo>
                    <a:pt x="28759" y="26355"/>
                  </a:lnTo>
                  <a:lnTo>
                    <a:pt x="25790" y="27888"/>
                  </a:lnTo>
                  <a:lnTo>
                    <a:pt x="21906" y="27847"/>
                  </a:lnTo>
                  <a:lnTo>
                    <a:pt x="14968" y="25650"/>
                  </a:lnTo>
                  <a:lnTo>
                    <a:pt x="15231" y="23914"/>
                  </a:lnTo>
                  <a:lnTo>
                    <a:pt x="14324" y="19472"/>
                  </a:lnTo>
                  <a:lnTo>
                    <a:pt x="11732" y="14546"/>
                  </a:lnTo>
                  <a:lnTo>
                    <a:pt x="7768" y="14546"/>
                  </a:lnTo>
                  <a:lnTo>
                    <a:pt x="0" y="17910"/>
                  </a:lnTo>
                  <a:lnTo>
                    <a:pt x="430" y="12533"/>
                  </a:lnTo>
                  <a:lnTo>
                    <a:pt x="4996" y="9692"/>
                  </a:lnTo>
                  <a:lnTo>
                    <a:pt x="9876" y="9383"/>
                  </a:lnTo>
                  <a:lnTo>
                    <a:pt x="10308" y="7915"/>
                  </a:lnTo>
                  <a:lnTo>
                    <a:pt x="11976" y="7216"/>
                  </a:lnTo>
                  <a:lnTo>
                    <a:pt x="13708" y="8006"/>
                  </a:lnTo>
                  <a:lnTo>
                    <a:pt x="15255" y="6606"/>
                  </a:lnTo>
                  <a:lnTo>
                    <a:pt x="14791" y="5137"/>
                  </a:lnTo>
                  <a:lnTo>
                    <a:pt x="15564" y="3246"/>
                  </a:lnTo>
                  <a:lnTo>
                    <a:pt x="21212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8" name="ph9148"/>
            <p:cNvSpPr/>
            <p:nvPr/>
          </p:nvSpPr>
          <p:spPr>
            <a:xfrm>
              <a:off x="12130095" y="2665622"/>
              <a:ext cx="26568" cy="20595"/>
            </a:xfrm>
            <a:custGeom>
              <a:avLst/>
              <a:pathLst>
                <a:path w="26568" h="20595">
                  <a:moveTo>
                    <a:pt x="18098" y="758"/>
                  </a:moveTo>
                  <a:lnTo>
                    <a:pt x="18151" y="1843"/>
                  </a:lnTo>
                  <a:lnTo>
                    <a:pt x="15146" y="2307"/>
                  </a:lnTo>
                  <a:lnTo>
                    <a:pt x="15641" y="4975"/>
                  </a:lnTo>
                  <a:lnTo>
                    <a:pt x="18183" y="8243"/>
                  </a:lnTo>
                  <a:lnTo>
                    <a:pt x="22083" y="10843"/>
                  </a:lnTo>
                  <a:lnTo>
                    <a:pt x="23648" y="13107"/>
                  </a:lnTo>
                  <a:lnTo>
                    <a:pt x="26462" y="12497"/>
                  </a:lnTo>
                  <a:lnTo>
                    <a:pt x="26568" y="15656"/>
                  </a:lnTo>
                  <a:lnTo>
                    <a:pt x="24569" y="16255"/>
                  </a:lnTo>
                  <a:lnTo>
                    <a:pt x="24681" y="17552"/>
                  </a:lnTo>
                  <a:lnTo>
                    <a:pt x="23178" y="20595"/>
                  </a:lnTo>
                  <a:lnTo>
                    <a:pt x="18093" y="20397"/>
                  </a:lnTo>
                  <a:lnTo>
                    <a:pt x="16176" y="18910"/>
                  </a:lnTo>
                  <a:lnTo>
                    <a:pt x="10080" y="17796"/>
                  </a:lnTo>
                  <a:lnTo>
                    <a:pt x="10590" y="18609"/>
                  </a:lnTo>
                  <a:lnTo>
                    <a:pt x="7761" y="19505"/>
                  </a:lnTo>
                  <a:lnTo>
                    <a:pt x="3638" y="18565"/>
                  </a:lnTo>
                  <a:lnTo>
                    <a:pt x="3031" y="14703"/>
                  </a:lnTo>
                  <a:lnTo>
                    <a:pt x="675" y="14696"/>
                  </a:lnTo>
                  <a:lnTo>
                    <a:pt x="0" y="13618"/>
                  </a:lnTo>
                  <a:lnTo>
                    <a:pt x="219" y="11994"/>
                  </a:lnTo>
                  <a:lnTo>
                    <a:pt x="895" y="12062"/>
                  </a:lnTo>
                  <a:lnTo>
                    <a:pt x="973" y="7264"/>
                  </a:lnTo>
                  <a:lnTo>
                    <a:pt x="1213" y="4449"/>
                  </a:lnTo>
                  <a:lnTo>
                    <a:pt x="4911" y="880"/>
                  </a:lnTo>
                  <a:lnTo>
                    <a:pt x="150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9" name="ph9149"/>
            <p:cNvSpPr/>
            <p:nvPr/>
          </p:nvSpPr>
          <p:spPr>
            <a:xfrm>
              <a:off x="12042277" y="2667374"/>
              <a:ext cx="13450" cy="20802"/>
            </a:xfrm>
            <a:custGeom>
              <a:avLst/>
              <a:pathLst>
                <a:path w="13450" h="20802">
                  <a:moveTo>
                    <a:pt x="10885" y="6813"/>
                  </a:moveTo>
                  <a:lnTo>
                    <a:pt x="13450" y="13390"/>
                  </a:lnTo>
                  <a:lnTo>
                    <a:pt x="12524" y="14951"/>
                  </a:lnTo>
                  <a:lnTo>
                    <a:pt x="12927" y="17796"/>
                  </a:lnTo>
                  <a:lnTo>
                    <a:pt x="10937" y="20478"/>
                  </a:lnTo>
                  <a:lnTo>
                    <a:pt x="10242" y="20505"/>
                  </a:lnTo>
                  <a:lnTo>
                    <a:pt x="8081" y="18302"/>
                  </a:lnTo>
                  <a:lnTo>
                    <a:pt x="6317" y="18239"/>
                  </a:lnTo>
                  <a:lnTo>
                    <a:pt x="6203" y="20802"/>
                  </a:lnTo>
                  <a:lnTo>
                    <a:pt x="4799" y="20060"/>
                  </a:lnTo>
                  <a:lnTo>
                    <a:pt x="2747" y="15809"/>
                  </a:lnTo>
                  <a:lnTo>
                    <a:pt x="2579" y="14107"/>
                  </a:lnTo>
                  <a:lnTo>
                    <a:pt x="4327" y="10717"/>
                  </a:lnTo>
                  <a:lnTo>
                    <a:pt x="2115" y="10237"/>
                  </a:lnTo>
                  <a:lnTo>
                    <a:pt x="23" y="9573"/>
                  </a:lnTo>
                  <a:lnTo>
                    <a:pt x="0" y="7540"/>
                  </a:lnTo>
                  <a:lnTo>
                    <a:pt x="3637" y="5736"/>
                  </a:lnTo>
                  <a:lnTo>
                    <a:pt x="3721" y="1474"/>
                  </a:lnTo>
                  <a:lnTo>
                    <a:pt x="11179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0" name="ph9150"/>
            <p:cNvSpPr/>
            <p:nvPr/>
          </p:nvSpPr>
          <p:spPr>
            <a:xfrm>
              <a:off x="12106279" y="2681627"/>
              <a:ext cx="28992" cy="36553"/>
            </a:xfrm>
            <a:custGeom>
              <a:avLst/>
              <a:pathLst>
                <a:path w="28992" h="36553">
                  <a:moveTo>
                    <a:pt x="19683" y="0"/>
                  </a:moveTo>
                  <a:lnTo>
                    <a:pt x="21220" y="791"/>
                  </a:lnTo>
                  <a:lnTo>
                    <a:pt x="20969" y="3347"/>
                  </a:lnTo>
                  <a:lnTo>
                    <a:pt x="25596" y="12654"/>
                  </a:lnTo>
                  <a:lnTo>
                    <a:pt x="25330" y="18127"/>
                  </a:lnTo>
                  <a:lnTo>
                    <a:pt x="26304" y="21585"/>
                  </a:lnTo>
                  <a:lnTo>
                    <a:pt x="28017" y="21410"/>
                  </a:lnTo>
                  <a:lnTo>
                    <a:pt x="28992" y="25344"/>
                  </a:lnTo>
                  <a:lnTo>
                    <a:pt x="26262" y="28757"/>
                  </a:lnTo>
                  <a:lnTo>
                    <a:pt x="22662" y="28653"/>
                  </a:lnTo>
                  <a:lnTo>
                    <a:pt x="21631" y="32894"/>
                  </a:lnTo>
                  <a:lnTo>
                    <a:pt x="18757" y="33152"/>
                  </a:lnTo>
                  <a:lnTo>
                    <a:pt x="17912" y="32776"/>
                  </a:lnTo>
                  <a:lnTo>
                    <a:pt x="17960" y="31996"/>
                  </a:lnTo>
                  <a:lnTo>
                    <a:pt x="15908" y="31582"/>
                  </a:lnTo>
                  <a:lnTo>
                    <a:pt x="14034" y="33295"/>
                  </a:lnTo>
                  <a:lnTo>
                    <a:pt x="14305" y="36553"/>
                  </a:lnTo>
                  <a:lnTo>
                    <a:pt x="12179" y="34874"/>
                  </a:lnTo>
                  <a:lnTo>
                    <a:pt x="12255" y="32859"/>
                  </a:lnTo>
                  <a:lnTo>
                    <a:pt x="9749" y="32333"/>
                  </a:lnTo>
                  <a:lnTo>
                    <a:pt x="7255" y="32956"/>
                  </a:lnTo>
                  <a:lnTo>
                    <a:pt x="6499" y="24725"/>
                  </a:lnTo>
                  <a:lnTo>
                    <a:pt x="1681" y="24630"/>
                  </a:lnTo>
                  <a:lnTo>
                    <a:pt x="1325" y="20266"/>
                  </a:lnTo>
                  <a:lnTo>
                    <a:pt x="0" y="18581"/>
                  </a:lnTo>
                  <a:lnTo>
                    <a:pt x="9" y="14722"/>
                  </a:lnTo>
                  <a:lnTo>
                    <a:pt x="335" y="13610"/>
                  </a:lnTo>
                  <a:lnTo>
                    <a:pt x="5622" y="12699"/>
                  </a:lnTo>
                  <a:lnTo>
                    <a:pt x="9049" y="7838"/>
                  </a:lnTo>
                  <a:lnTo>
                    <a:pt x="9349" y="4107"/>
                  </a:lnTo>
                  <a:lnTo>
                    <a:pt x="15550" y="70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1" name="ph9151"/>
            <p:cNvSpPr/>
            <p:nvPr/>
          </p:nvSpPr>
          <p:spPr>
            <a:xfrm>
              <a:off x="12060403" y="2763774"/>
              <a:ext cx="28137" cy="28124"/>
            </a:xfrm>
            <a:custGeom>
              <a:avLst/>
              <a:pathLst>
                <a:path w="28137" h="28124">
                  <a:moveTo>
                    <a:pt x="5692" y="648"/>
                  </a:moveTo>
                  <a:lnTo>
                    <a:pt x="7312" y="2493"/>
                  </a:lnTo>
                  <a:lnTo>
                    <a:pt x="11694" y="3866"/>
                  </a:lnTo>
                  <a:lnTo>
                    <a:pt x="12425" y="2878"/>
                  </a:lnTo>
                  <a:lnTo>
                    <a:pt x="14443" y="2278"/>
                  </a:lnTo>
                  <a:lnTo>
                    <a:pt x="14360" y="4626"/>
                  </a:lnTo>
                  <a:lnTo>
                    <a:pt x="22413" y="3792"/>
                  </a:lnTo>
                  <a:lnTo>
                    <a:pt x="23992" y="3888"/>
                  </a:lnTo>
                  <a:lnTo>
                    <a:pt x="24893" y="6930"/>
                  </a:lnTo>
                  <a:lnTo>
                    <a:pt x="22231" y="10946"/>
                  </a:lnTo>
                  <a:lnTo>
                    <a:pt x="26116" y="12061"/>
                  </a:lnTo>
                  <a:lnTo>
                    <a:pt x="26204" y="22125"/>
                  </a:lnTo>
                  <a:lnTo>
                    <a:pt x="28105" y="23173"/>
                  </a:lnTo>
                  <a:lnTo>
                    <a:pt x="28137" y="24376"/>
                  </a:lnTo>
                  <a:lnTo>
                    <a:pt x="24370" y="24295"/>
                  </a:lnTo>
                  <a:lnTo>
                    <a:pt x="24585" y="28124"/>
                  </a:lnTo>
                  <a:lnTo>
                    <a:pt x="24043" y="28114"/>
                  </a:lnTo>
                  <a:lnTo>
                    <a:pt x="21687" y="28076"/>
                  </a:lnTo>
                  <a:lnTo>
                    <a:pt x="21393" y="22854"/>
                  </a:lnTo>
                  <a:lnTo>
                    <a:pt x="17753" y="23353"/>
                  </a:lnTo>
                  <a:lnTo>
                    <a:pt x="12831" y="21089"/>
                  </a:lnTo>
                  <a:lnTo>
                    <a:pt x="10827" y="19791"/>
                  </a:lnTo>
                  <a:lnTo>
                    <a:pt x="10566" y="17421"/>
                  </a:lnTo>
                  <a:lnTo>
                    <a:pt x="8814" y="15759"/>
                  </a:lnTo>
                  <a:lnTo>
                    <a:pt x="2346" y="16192"/>
                  </a:lnTo>
                  <a:lnTo>
                    <a:pt x="0" y="10482"/>
                  </a:lnTo>
                  <a:lnTo>
                    <a:pt x="356" y="8741"/>
                  </a:lnTo>
                  <a:lnTo>
                    <a:pt x="4783" y="7991"/>
                  </a:lnTo>
                  <a:lnTo>
                    <a:pt x="5002" y="5335"/>
                  </a:lnTo>
                  <a:lnTo>
                    <a:pt x="3403" y="6243"/>
                  </a:lnTo>
                  <a:lnTo>
                    <a:pt x="398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2" name="ph9152"/>
            <p:cNvSpPr/>
            <p:nvPr/>
          </p:nvSpPr>
          <p:spPr>
            <a:xfrm>
              <a:off x="12019776" y="2722643"/>
              <a:ext cx="17273" cy="21938"/>
            </a:xfrm>
            <a:custGeom>
              <a:avLst/>
              <a:pathLst>
                <a:path w="17273" h="21938">
                  <a:moveTo>
                    <a:pt x="7824" y="2636"/>
                  </a:moveTo>
                  <a:lnTo>
                    <a:pt x="10327" y="1760"/>
                  </a:lnTo>
                  <a:lnTo>
                    <a:pt x="10794" y="16801"/>
                  </a:lnTo>
                  <a:lnTo>
                    <a:pt x="15878" y="16276"/>
                  </a:lnTo>
                  <a:lnTo>
                    <a:pt x="15197" y="19511"/>
                  </a:lnTo>
                  <a:lnTo>
                    <a:pt x="17273" y="21935"/>
                  </a:lnTo>
                  <a:lnTo>
                    <a:pt x="15104" y="21938"/>
                  </a:lnTo>
                  <a:lnTo>
                    <a:pt x="12693" y="21916"/>
                  </a:lnTo>
                  <a:lnTo>
                    <a:pt x="12454" y="19362"/>
                  </a:lnTo>
                  <a:lnTo>
                    <a:pt x="7163" y="16996"/>
                  </a:lnTo>
                  <a:lnTo>
                    <a:pt x="1746" y="16530"/>
                  </a:lnTo>
                  <a:lnTo>
                    <a:pt x="3673" y="15951"/>
                  </a:lnTo>
                  <a:lnTo>
                    <a:pt x="3719" y="15274"/>
                  </a:lnTo>
                  <a:lnTo>
                    <a:pt x="1500" y="10880"/>
                  </a:lnTo>
                  <a:lnTo>
                    <a:pt x="1872" y="6848"/>
                  </a:lnTo>
                  <a:lnTo>
                    <a:pt x="0" y="4640"/>
                  </a:lnTo>
                  <a:lnTo>
                    <a:pt x="2271" y="40"/>
                  </a:lnTo>
                  <a:lnTo>
                    <a:pt x="523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3" name="ph9153"/>
            <p:cNvSpPr/>
            <p:nvPr/>
          </p:nvSpPr>
          <p:spPr>
            <a:xfrm>
              <a:off x="11964464" y="2723133"/>
              <a:ext cx="21219" cy="22910"/>
            </a:xfrm>
            <a:custGeom>
              <a:avLst/>
              <a:pathLst>
                <a:path w="21219" h="22910">
                  <a:moveTo>
                    <a:pt x="13806" y="17"/>
                  </a:moveTo>
                  <a:lnTo>
                    <a:pt x="15305" y="4563"/>
                  </a:lnTo>
                  <a:lnTo>
                    <a:pt x="20270" y="2211"/>
                  </a:lnTo>
                  <a:lnTo>
                    <a:pt x="21219" y="3244"/>
                  </a:lnTo>
                  <a:lnTo>
                    <a:pt x="20102" y="6814"/>
                  </a:lnTo>
                  <a:lnTo>
                    <a:pt x="13461" y="7135"/>
                  </a:lnTo>
                  <a:lnTo>
                    <a:pt x="13374" y="13161"/>
                  </a:lnTo>
                  <a:lnTo>
                    <a:pt x="15056" y="14087"/>
                  </a:lnTo>
                  <a:lnTo>
                    <a:pt x="13243" y="22910"/>
                  </a:lnTo>
                  <a:lnTo>
                    <a:pt x="11067" y="22676"/>
                  </a:lnTo>
                  <a:lnTo>
                    <a:pt x="11036" y="18031"/>
                  </a:lnTo>
                  <a:lnTo>
                    <a:pt x="9100" y="18487"/>
                  </a:lnTo>
                  <a:lnTo>
                    <a:pt x="7636" y="22150"/>
                  </a:lnTo>
                  <a:lnTo>
                    <a:pt x="4279" y="22584"/>
                  </a:lnTo>
                  <a:lnTo>
                    <a:pt x="1849" y="22144"/>
                  </a:lnTo>
                  <a:lnTo>
                    <a:pt x="3255" y="18290"/>
                  </a:lnTo>
                  <a:lnTo>
                    <a:pt x="3360" y="14646"/>
                  </a:lnTo>
                  <a:lnTo>
                    <a:pt x="2959" y="13225"/>
                  </a:lnTo>
                  <a:lnTo>
                    <a:pt x="440" y="12874"/>
                  </a:lnTo>
                  <a:lnTo>
                    <a:pt x="0" y="9596"/>
                  </a:lnTo>
                  <a:lnTo>
                    <a:pt x="896" y="8920"/>
                  </a:lnTo>
                  <a:lnTo>
                    <a:pt x="6066" y="10577"/>
                  </a:lnTo>
                  <a:lnTo>
                    <a:pt x="8531" y="12199"/>
                  </a:lnTo>
                  <a:lnTo>
                    <a:pt x="10140" y="2587"/>
                  </a:lnTo>
                  <a:lnTo>
                    <a:pt x="1153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4" name="ph9154"/>
            <p:cNvSpPr/>
            <p:nvPr/>
          </p:nvSpPr>
          <p:spPr>
            <a:xfrm>
              <a:off x="12112095" y="2713960"/>
              <a:ext cx="12623" cy="18683"/>
            </a:xfrm>
            <a:custGeom>
              <a:avLst/>
              <a:pathLst>
                <a:path w="12623" h="18683">
                  <a:moveTo>
                    <a:pt x="6439" y="526"/>
                  </a:moveTo>
                  <a:lnTo>
                    <a:pt x="6363" y="2540"/>
                  </a:lnTo>
                  <a:lnTo>
                    <a:pt x="8488" y="4219"/>
                  </a:lnTo>
                  <a:lnTo>
                    <a:pt x="10117" y="6193"/>
                  </a:lnTo>
                  <a:lnTo>
                    <a:pt x="12623" y="6376"/>
                  </a:lnTo>
                  <a:lnTo>
                    <a:pt x="12266" y="8820"/>
                  </a:lnTo>
                  <a:lnTo>
                    <a:pt x="10185" y="12055"/>
                  </a:lnTo>
                  <a:lnTo>
                    <a:pt x="6870" y="10958"/>
                  </a:lnTo>
                  <a:lnTo>
                    <a:pt x="5002" y="12964"/>
                  </a:lnTo>
                  <a:lnTo>
                    <a:pt x="4585" y="16997"/>
                  </a:lnTo>
                  <a:lnTo>
                    <a:pt x="2825" y="18579"/>
                  </a:lnTo>
                  <a:lnTo>
                    <a:pt x="0" y="18683"/>
                  </a:lnTo>
                  <a:lnTo>
                    <a:pt x="352" y="15497"/>
                  </a:lnTo>
                  <a:lnTo>
                    <a:pt x="2096" y="10783"/>
                  </a:lnTo>
                  <a:lnTo>
                    <a:pt x="1438" y="623"/>
                  </a:lnTo>
                  <a:lnTo>
                    <a:pt x="393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5" name="ph9155"/>
            <p:cNvSpPr/>
            <p:nvPr/>
          </p:nvSpPr>
          <p:spPr>
            <a:xfrm>
              <a:off x="12032277" y="2697721"/>
              <a:ext cx="13879" cy="13846"/>
            </a:xfrm>
            <a:custGeom>
              <a:avLst/>
              <a:pathLst>
                <a:path w="13879" h="13846">
                  <a:moveTo>
                    <a:pt x="4684" y="376"/>
                  </a:moveTo>
                  <a:lnTo>
                    <a:pt x="9377" y="7935"/>
                  </a:lnTo>
                  <a:lnTo>
                    <a:pt x="13321" y="8294"/>
                  </a:lnTo>
                  <a:lnTo>
                    <a:pt x="13879" y="9009"/>
                  </a:lnTo>
                  <a:lnTo>
                    <a:pt x="10992" y="8723"/>
                  </a:lnTo>
                  <a:lnTo>
                    <a:pt x="10950" y="10549"/>
                  </a:lnTo>
                  <a:lnTo>
                    <a:pt x="8980" y="12188"/>
                  </a:lnTo>
                  <a:lnTo>
                    <a:pt x="7483" y="12932"/>
                  </a:lnTo>
                  <a:lnTo>
                    <a:pt x="6297" y="12625"/>
                  </a:lnTo>
                  <a:lnTo>
                    <a:pt x="3384" y="13846"/>
                  </a:lnTo>
                  <a:lnTo>
                    <a:pt x="2561" y="6982"/>
                  </a:lnTo>
                  <a:lnTo>
                    <a:pt x="1357" y="6790"/>
                  </a:lnTo>
                  <a:lnTo>
                    <a:pt x="0" y="4668"/>
                  </a:lnTo>
                  <a:lnTo>
                    <a:pt x="350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6" name="ph9156"/>
            <p:cNvSpPr/>
            <p:nvPr/>
          </p:nvSpPr>
          <p:spPr>
            <a:xfrm>
              <a:off x="11984257" y="2763073"/>
              <a:ext cx="28105" cy="30831"/>
            </a:xfrm>
            <a:custGeom>
              <a:avLst/>
              <a:pathLst>
                <a:path w="28105" h="30831">
                  <a:moveTo>
                    <a:pt x="11761" y="322"/>
                  </a:moveTo>
                  <a:lnTo>
                    <a:pt x="16101" y="3684"/>
                  </a:lnTo>
                  <a:lnTo>
                    <a:pt x="16640" y="6302"/>
                  </a:lnTo>
                  <a:lnTo>
                    <a:pt x="18440" y="8044"/>
                  </a:lnTo>
                  <a:lnTo>
                    <a:pt x="19339" y="7903"/>
                  </a:lnTo>
                  <a:lnTo>
                    <a:pt x="19130" y="3754"/>
                  </a:lnTo>
                  <a:lnTo>
                    <a:pt x="24543" y="3189"/>
                  </a:lnTo>
                  <a:lnTo>
                    <a:pt x="25143" y="8945"/>
                  </a:lnTo>
                  <a:lnTo>
                    <a:pt x="24330" y="11729"/>
                  </a:lnTo>
                  <a:lnTo>
                    <a:pt x="25221" y="17128"/>
                  </a:lnTo>
                  <a:lnTo>
                    <a:pt x="28105" y="18431"/>
                  </a:lnTo>
                  <a:lnTo>
                    <a:pt x="26437" y="19130"/>
                  </a:lnTo>
                  <a:lnTo>
                    <a:pt x="26005" y="20598"/>
                  </a:lnTo>
                  <a:lnTo>
                    <a:pt x="21125" y="20908"/>
                  </a:lnTo>
                  <a:lnTo>
                    <a:pt x="16559" y="23748"/>
                  </a:lnTo>
                  <a:lnTo>
                    <a:pt x="16129" y="29125"/>
                  </a:lnTo>
                  <a:lnTo>
                    <a:pt x="9402" y="28758"/>
                  </a:lnTo>
                  <a:lnTo>
                    <a:pt x="5806" y="30831"/>
                  </a:lnTo>
                  <a:lnTo>
                    <a:pt x="179" y="30083"/>
                  </a:lnTo>
                  <a:lnTo>
                    <a:pt x="0" y="26863"/>
                  </a:lnTo>
                  <a:lnTo>
                    <a:pt x="2144" y="26238"/>
                  </a:lnTo>
                  <a:lnTo>
                    <a:pt x="3691" y="21573"/>
                  </a:lnTo>
                  <a:lnTo>
                    <a:pt x="4138" y="16375"/>
                  </a:lnTo>
                  <a:lnTo>
                    <a:pt x="4291" y="15007"/>
                  </a:lnTo>
                  <a:lnTo>
                    <a:pt x="7668" y="15142"/>
                  </a:lnTo>
                  <a:lnTo>
                    <a:pt x="7945" y="7610"/>
                  </a:lnTo>
                  <a:lnTo>
                    <a:pt x="10384" y="7423"/>
                  </a:lnTo>
                  <a:lnTo>
                    <a:pt x="10985" y="6459"/>
                  </a:lnTo>
                  <a:lnTo>
                    <a:pt x="10621" y="595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7" name="ph9157"/>
            <p:cNvSpPr/>
            <p:nvPr/>
          </p:nvSpPr>
          <p:spPr>
            <a:xfrm>
              <a:off x="12013245" y="2739173"/>
              <a:ext cx="27450" cy="26621"/>
            </a:xfrm>
            <a:custGeom>
              <a:avLst/>
              <a:pathLst>
                <a:path w="27450" h="26621">
                  <a:moveTo>
                    <a:pt x="8276" y="0"/>
                  </a:moveTo>
                  <a:lnTo>
                    <a:pt x="13693" y="465"/>
                  </a:lnTo>
                  <a:lnTo>
                    <a:pt x="18984" y="2832"/>
                  </a:lnTo>
                  <a:lnTo>
                    <a:pt x="19223" y="5386"/>
                  </a:lnTo>
                  <a:lnTo>
                    <a:pt x="21635" y="5408"/>
                  </a:lnTo>
                  <a:lnTo>
                    <a:pt x="19180" y="8515"/>
                  </a:lnTo>
                  <a:lnTo>
                    <a:pt x="27450" y="12148"/>
                  </a:lnTo>
                  <a:lnTo>
                    <a:pt x="26244" y="17932"/>
                  </a:lnTo>
                  <a:lnTo>
                    <a:pt x="24177" y="20875"/>
                  </a:lnTo>
                  <a:lnTo>
                    <a:pt x="22187" y="21967"/>
                  </a:lnTo>
                  <a:lnTo>
                    <a:pt x="21865" y="23320"/>
                  </a:lnTo>
                  <a:lnTo>
                    <a:pt x="20043" y="23212"/>
                  </a:lnTo>
                  <a:lnTo>
                    <a:pt x="20744" y="25596"/>
                  </a:lnTo>
                  <a:lnTo>
                    <a:pt x="15767" y="25792"/>
                  </a:lnTo>
                  <a:lnTo>
                    <a:pt x="15659" y="26465"/>
                  </a:lnTo>
                  <a:lnTo>
                    <a:pt x="14791" y="26621"/>
                  </a:lnTo>
                  <a:lnTo>
                    <a:pt x="5441" y="24193"/>
                  </a:lnTo>
                  <a:lnTo>
                    <a:pt x="5343" y="23641"/>
                  </a:lnTo>
                  <a:lnTo>
                    <a:pt x="6612" y="21860"/>
                  </a:lnTo>
                  <a:lnTo>
                    <a:pt x="5487" y="20391"/>
                  </a:lnTo>
                  <a:lnTo>
                    <a:pt x="6497" y="19310"/>
                  </a:lnTo>
                  <a:lnTo>
                    <a:pt x="7365" y="21056"/>
                  </a:lnTo>
                  <a:lnTo>
                    <a:pt x="6619" y="17784"/>
                  </a:lnTo>
                  <a:lnTo>
                    <a:pt x="7243" y="11946"/>
                  </a:lnTo>
                  <a:lnTo>
                    <a:pt x="6775" y="9804"/>
                  </a:lnTo>
                  <a:lnTo>
                    <a:pt x="2732" y="7106"/>
                  </a:lnTo>
                  <a:lnTo>
                    <a:pt x="749" y="4508"/>
                  </a:lnTo>
                  <a:lnTo>
                    <a:pt x="0" y="2301"/>
                  </a:lnTo>
                  <a:lnTo>
                    <a:pt x="1072" y="729"/>
                  </a:lnTo>
                  <a:lnTo>
                    <a:pt x="2036" y="915"/>
                  </a:lnTo>
                  <a:lnTo>
                    <a:pt x="2212" y="2372"/>
                  </a:lnTo>
                  <a:lnTo>
                    <a:pt x="7962" y="3212"/>
                  </a:lnTo>
                  <a:lnTo>
                    <a:pt x="7466" y="75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8" name="ph9158"/>
            <p:cNvSpPr/>
            <p:nvPr/>
          </p:nvSpPr>
          <p:spPr>
            <a:xfrm>
              <a:off x="12066539" y="2807866"/>
              <a:ext cx="30151" cy="57022"/>
            </a:xfrm>
            <a:custGeom>
              <a:avLst/>
              <a:pathLst>
                <a:path w="30151" h="57022">
                  <a:moveTo>
                    <a:pt x="7631" y="627"/>
                  </a:moveTo>
                  <a:lnTo>
                    <a:pt x="7583" y="1616"/>
                  </a:lnTo>
                  <a:lnTo>
                    <a:pt x="9369" y="2356"/>
                  </a:lnTo>
                  <a:lnTo>
                    <a:pt x="18487" y="3619"/>
                  </a:lnTo>
                  <a:lnTo>
                    <a:pt x="19427" y="3647"/>
                  </a:lnTo>
                  <a:lnTo>
                    <a:pt x="19392" y="7154"/>
                  </a:lnTo>
                  <a:lnTo>
                    <a:pt x="21946" y="10128"/>
                  </a:lnTo>
                  <a:lnTo>
                    <a:pt x="22105" y="11788"/>
                  </a:lnTo>
                  <a:lnTo>
                    <a:pt x="21243" y="13751"/>
                  </a:lnTo>
                  <a:lnTo>
                    <a:pt x="19021" y="13599"/>
                  </a:lnTo>
                  <a:lnTo>
                    <a:pt x="18726" y="14591"/>
                  </a:lnTo>
                  <a:lnTo>
                    <a:pt x="25513" y="21596"/>
                  </a:lnTo>
                  <a:lnTo>
                    <a:pt x="26874" y="22436"/>
                  </a:lnTo>
                  <a:lnTo>
                    <a:pt x="28743" y="22352"/>
                  </a:lnTo>
                  <a:lnTo>
                    <a:pt x="29836" y="24444"/>
                  </a:lnTo>
                  <a:lnTo>
                    <a:pt x="30151" y="31562"/>
                  </a:lnTo>
                  <a:lnTo>
                    <a:pt x="29510" y="33436"/>
                  </a:lnTo>
                  <a:lnTo>
                    <a:pt x="27899" y="34660"/>
                  </a:lnTo>
                  <a:lnTo>
                    <a:pt x="24460" y="34369"/>
                  </a:lnTo>
                  <a:lnTo>
                    <a:pt x="24863" y="31065"/>
                  </a:lnTo>
                  <a:lnTo>
                    <a:pt x="21887" y="30960"/>
                  </a:lnTo>
                  <a:lnTo>
                    <a:pt x="21329" y="39749"/>
                  </a:lnTo>
                  <a:lnTo>
                    <a:pt x="26059" y="39010"/>
                  </a:lnTo>
                  <a:lnTo>
                    <a:pt x="25914" y="39749"/>
                  </a:lnTo>
                  <a:lnTo>
                    <a:pt x="23873" y="39782"/>
                  </a:lnTo>
                  <a:lnTo>
                    <a:pt x="18628" y="45208"/>
                  </a:lnTo>
                  <a:lnTo>
                    <a:pt x="16564" y="51997"/>
                  </a:lnTo>
                  <a:lnTo>
                    <a:pt x="22574" y="50740"/>
                  </a:lnTo>
                  <a:lnTo>
                    <a:pt x="22504" y="53444"/>
                  </a:lnTo>
                  <a:lnTo>
                    <a:pt x="18756" y="53312"/>
                  </a:lnTo>
                  <a:lnTo>
                    <a:pt x="18449" y="57022"/>
                  </a:lnTo>
                  <a:lnTo>
                    <a:pt x="13895" y="56550"/>
                  </a:lnTo>
                  <a:lnTo>
                    <a:pt x="14006" y="55492"/>
                  </a:lnTo>
                  <a:lnTo>
                    <a:pt x="12948" y="51185"/>
                  </a:lnTo>
                  <a:lnTo>
                    <a:pt x="4991" y="45870"/>
                  </a:lnTo>
                  <a:lnTo>
                    <a:pt x="4389" y="37645"/>
                  </a:lnTo>
                  <a:lnTo>
                    <a:pt x="6996" y="37786"/>
                  </a:lnTo>
                  <a:lnTo>
                    <a:pt x="8059" y="26818"/>
                  </a:lnTo>
                  <a:lnTo>
                    <a:pt x="4785" y="19919"/>
                  </a:lnTo>
                  <a:lnTo>
                    <a:pt x="1985" y="8816"/>
                  </a:lnTo>
                  <a:lnTo>
                    <a:pt x="0" y="6814"/>
                  </a:lnTo>
                  <a:lnTo>
                    <a:pt x="1632" y="2940"/>
                  </a:lnTo>
                  <a:lnTo>
                    <a:pt x="5634" y="3066"/>
                  </a:lnTo>
                  <a:lnTo>
                    <a:pt x="5780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9" name="ph9159"/>
            <p:cNvSpPr/>
            <p:nvPr/>
          </p:nvSpPr>
          <p:spPr>
            <a:xfrm>
              <a:off x="12067526" y="2727102"/>
              <a:ext cx="23218" cy="19873"/>
            </a:xfrm>
            <a:custGeom>
              <a:avLst/>
              <a:pathLst>
                <a:path w="23218" h="19873">
                  <a:moveTo>
                    <a:pt x="23218" y="5560"/>
                  </a:moveTo>
                  <a:lnTo>
                    <a:pt x="23137" y="12324"/>
                  </a:lnTo>
                  <a:lnTo>
                    <a:pt x="22193" y="11166"/>
                  </a:lnTo>
                  <a:lnTo>
                    <a:pt x="17746" y="10108"/>
                  </a:lnTo>
                  <a:lnTo>
                    <a:pt x="18792" y="14158"/>
                  </a:lnTo>
                  <a:lnTo>
                    <a:pt x="11387" y="16946"/>
                  </a:lnTo>
                  <a:lnTo>
                    <a:pt x="11444" y="13759"/>
                  </a:lnTo>
                  <a:lnTo>
                    <a:pt x="8241" y="13796"/>
                  </a:lnTo>
                  <a:lnTo>
                    <a:pt x="6676" y="14881"/>
                  </a:lnTo>
                  <a:lnTo>
                    <a:pt x="6701" y="15886"/>
                  </a:lnTo>
                  <a:lnTo>
                    <a:pt x="10558" y="17087"/>
                  </a:lnTo>
                  <a:lnTo>
                    <a:pt x="10726" y="19768"/>
                  </a:lnTo>
                  <a:lnTo>
                    <a:pt x="9591" y="19873"/>
                  </a:lnTo>
                  <a:lnTo>
                    <a:pt x="9372" y="18244"/>
                  </a:lnTo>
                  <a:lnTo>
                    <a:pt x="8726" y="17897"/>
                  </a:lnTo>
                  <a:lnTo>
                    <a:pt x="3744" y="16416"/>
                  </a:lnTo>
                  <a:lnTo>
                    <a:pt x="2038" y="11985"/>
                  </a:lnTo>
                  <a:lnTo>
                    <a:pt x="5333" y="12140"/>
                  </a:lnTo>
                  <a:lnTo>
                    <a:pt x="5557" y="11528"/>
                  </a:lnTo>
                  <a:lnTo>
                    <a:pt x="1782" y="5363"/>
                  </a:lnTo>
                  <a:lnTo>
                    <a:pt x="0" y="4873"/>
                  </a:lnTo>
                  <a:lnTo>
                    <a:pt x="738" y="2427"/>
                  </a:lnTo>
                  <a:lnTo>
                    <a:pt x="3242" y="2197"/>
                  </a:lnTo>
                  <a:lnTo>
                    <a:pt x="4796" y="2253"/>
                  </a:lnTo>
                  <a:lnTo>
                    <a:pt x="11000" y="4862"/>
                  </a:lnTo>
                  <a:lnTo>
                    <a:pt x="11930" y="5556"/>
                  </a:lnTo>
                  <a:lnTo>
                    <a:pt x="12527" y="8362"/>
                  </a:lnTo>
                  <a:lnTo>
                    <a:pt x="15168" y="8461"/>
                  </a:lnTo>
                  <a:lnTo>
                    <a:pt x="15378" y="5914"/>
                  </a:lnTo>
                  <a:lnTo>
                    <a:pt x="14390" y="1329"/>
                  </a:lnTo>
                  <a:lnTo>
                    <a:pt x="1531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0" name="ph9160"/>
            <p:cNvSpPr/>
            <p:nvPr/>
          </p:nvSpPr>
          <p:spPr>
            <a:xfrm>
              <a:off x="12023143" y="2675114"/>
              <a:ext cx="36798" cy="32436"/>
            </a:xfrm>
            <a:custGeom>
              <a:avLst/>
              <a:pathLst>
                <a:path w="36798" h="32436">
                  <a:moveTo>
                    <a:pt x="2292" y="68"/>
                  </a:moveTo>
                  <a:lnTo>
                    <a:pt x="3661" y="77"/>
                  </a:lnTo>
                  <a:lnTo>
                    <a:pt x="3504" y="3824"/>
                  </a:lnTo>
                  <a:lnTo>
                    <a:pt x="4783" y="5449"/>
                  </a:lnTo>
                  <a:lnTo>
                    <a:pt x="7666" y="5492"/>
                  </a:lnTo>
                  <a:lnTo>
                    <a:pt x="8104" y="6411"/>
                  </a:lnTo>
                  <a:lnTo>
                    <a:pt x="5020" y="9205"/>
                  </a:lnTo>
                  <a:lnTo>
                    <a:pt x="4855" y="13349"/>
                  </a:lnTo>
                  <a:lnTo>
                    <a:pt x="9909" y="12225"/>
                  </a:lnTo>
                  <a:lnTo>
                    <a:pt x="13522" y="16091"/>
                  </a:lnTo>
                  <a:lnTo>
                    <a:pt x="16872" y="16201"/>
                  </a:lnTo>
                  <a:lnTo>
                    <a:pt x="17348" y="15266"/>
                  </a:lnTo>
                  <a:lnTo>
                    <a:pt x="25546" y="15722"/>
                  </a:lnTo>
                  <a:lnTo>
                    <a:pt x="25337" y="13062"/>
                  </a:lnTo>
                  <a:lnTo>
                    <a:pt x="25451" y="10499"/>
                  </a:lnTo>
                  <a:lnTo>
                    <a:pt x="27216" y="10562"/>
                  </a:lnTo>
                  <a:lnTo>
                    <a:pt x="29377" y="12764"/>
                  </a:lnTo>
                  <a:lnTo>
                    <a:pt x="30072" y="12738"/>
                  </a:lnTo>
                  <a:lnTo>
                    <a:pt x="32062" y="10055"/>
                  </a:lnTo>
                  <a:lnTo>
                    <a:pt x="31659" y="7211"/>
                  </a:lnTo>
                  <a:lnTo>
                    <a:pt x="32585" y="5649"/>
                  </a:lnTo>
                  <a:lnTo>
                    <a:pt x="33593" y="9705"/>
                  </a:lnTo>
                  <a:lnTo>
                    <a:pt x="35301" y="13528"/>
                  </a:lnTo>
                  <a:lnTo>
                    <a:pt x="36750" y="14895"/>
                  </a:lnTo>
                  <a:lnTo>
                    <a:pt x="36798" y="15789"/>
                  </a:lnTo>
                  <a:lnTo>
                    <a:pt x="35430" y="16702"/>
                  </a:lnTo>
                  <a:lnTo>
                    <a:pt x="34016" y="14632"/>
                  </a:lnTo>
                  <a:lnTo>
                    <a:pt x="32106" y="14707"/>
                  </a:lnTo>
                  <a:lnTo>
                    <a:pt x="26372" y="21387"/>
                  </a:lnTo>
                  <a:lnTo>
                    <a:pt x="26343" y="22437"/>
                  </a:lnTo>
                  <a:lnTo>
                    <a:pt x="30474" y="22864"/>
                  </a:lnTo>
                  <a:lnTo>
                    <a:pt x="31580" y="23797"/>
                  </a:lnTo>
                  <a:lnTo>
                    <a:pt x="31211" y="27735"/>
                  </a:lnTo>
                  <a:lnTo>
                    <a:pt x="28093" y="30616"/>
                  </a:lnTo>
                  <a:lnTo>
                    <a:pt x="27351" y="30053"/>
                  </a:lnTo>
                  <a:lnTo>
                    <a:pt x="24432" y="32436"/>
                  </a:lnTo>
                  <a:lnTo>
                    <a:pt x="23013" y="31616"/>
                  </a:lnTo>
                  <a:lnTo>
                    <a:pt x="22455" y="30901"/>
                  </a:lnTo>
                  <a:lnTo>
                    <a:pt x="18511" y="30543"/>
                  </a:lnTo>
                  <a:lnTo>
                    <a:pt x="13818" y="22984"/>
                  </a:lnTo>
                  <a:lnTo>
                    <a:pt x="12637" y="22607"/>
                  </a:lnTo>
                  <a:lnTo>
                    <a:pt x="10231" y="22096"/>
                  </a:lnTo>
                  <a:lnTo>
                    <a:pt x="10361" y="18974"/>
                  </a:lnTo>
                  <a:lnTo>
                    <a:pt x="9685" y="17210"/>
                  </a:lnTo>
                  <a:lnTo>
                    <a:pt x="7990" y="16051"/>
                  </a:lnTo>
                  <a:lnTo>
                    <a:pt x="4273" y="15282"/>
                  </a:lnTo>
                  <a:lnTo>
                    <a:pt x="3876" y="10058"/>
                  </a:lnTo>
                  <a:lnTo>
                    <a:pt x="578" y="9267"/>
                  </a:lnTo>
                  <a:lnTo>
                    <a:pt x="1141" y="3802"/>
                  </a:lnTo>
                  <a:lnTo>
                    <a:pt x="0" y="3791"/>
                  </a:lnTo>
                  <a:lnTo>
                    <a:pt x="58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1" name="ph9161"/>
            <p:cNvSpPr/>
            <p:nvPr/>
          </p:nvSpPr>
          <p:spPr>
            <a:xfrm>
              <a:off x="12088757" y="2663263"/>
              <a:ext cx="42311" cy="31973"/>
            </a:xfrm>
            <a:custGeom>
              <a:avLst/>
              <a:pathLst>
                <a:path w="42311" h="31973">
                  <a:moveTo>
                    <a:pt x="28738" y="1968"/>
                  </a:moveTo>
                  <a:lnTo>
                    <a:pt x="40818" y="2207"/>
                  </a:lnTo>
                  <a:lnTo>
                    <a:pt x="40729" y="9434"/>
                  </a:lnTo>
                  <a:lnTo>
                    <a:pt x="42311" y="9623"/>
                  </a:lnTo>
                  <a:lnTo>
                    <a:pt x="42234" y="14421"/>
                  </a:lnTo>
                  <a:lnTo>
                    <a:pt x="41557" y="14353"/>
                  </a:lnTo>
                  <a:lnTo>
                    <a:pt x="41338" y="15977"/>
                  </a:lnTo>
                  <a:lnTo>
                    <a:pt x="42013" y="17055"/>
                  </a:lnTo>
                  <a:lnTo>
                    <a:pt x="38742" y="19155"/>
                  </a:lnTo>
                  <a:lnTo>
                    <a:pt x="37205" y="18363"/>
                  </a:lnTo>
                  <a:lnTo>
                    <a:pt x="33072" y="19068"/>
                  </a:lnTo>
                  <a:lnTo>
                    <a:pt x="26871" y="22471"/>
                  </a:lnTo>
                  <a:lnTo>
                    <a:pt x="26570" y="26201"/>
                  </a:lnTo>
                  <a:lnTo>
                    <a:pt x="23144" y="31063"/>
                  </a:lnTo>
                  <a:lnTo>
                    <a:pt x="17856" y="31973"/>
                  </a:lnTo>
                  <a:lnTo>
                    <a:pt x="18454" y="28221"/>
                  </a:lnTo>
                  <a:lnTo>
                    <a:pt x="11695" y="27764"/>
                  </a:lnTo>
                  <a:lnTo>
                    <a:pt x="11773" y="25045"/>
                  </a:lnTo>
                  <a:lnTo>
                    <a:pt x="7014" y="25967"/>
                  </a:lnTo>
                  <a:lnTo>
                    <a:pt x="6856" y="23508"/>
                  </a:lnTo>
                  <a:lnTo>
                    <a:pt x="8813" y="23188"/>
                  </a:lnTo>
                  <a:lnTo>
                    <a:pt x="8884" y="20705"/>
                  </a:lnTo>
                  <a:lnTo>
                    <a:pt x="4454" y="20833"/>
                  </a:lnTo>
                  <a:lnTo>
                    <a:pt x="3771" y="17146"/>
                  </a:lnTo>
                  <a:lnTo>
                    <a:pt x="2205" y="15519"/>
                  </a:lnTo>
                  <a:lnTo>
                    <a:pt x="0" y="14585"/>
                  </a:lnTo>
                  <a:lnTo>
                    <a:pt x="129" y="13471"/>
                  </a:lnTo>
                  <a:lnTo>
                    <a:pt x="5018" y="13053"/>
                  </a:lnTo>
                  <a:lnTo>
                    <a:pt x="4879" y="8091"/>
                  </a:lnTo>
                  <a:lnTo>
                    <a:pt x="23170" y="4753"/>
                  </a:lnTo>
                  <a:lnTo>
                    <a:pt x="24638" y="2866"/>
                  </a:lnTo>
                  <a:lnTo>
                    <a:pt x="24718" y="1675"/>
                  </a:lnTo>
                  <a:lnTo>
                    <a:pt x="20256" y="1426"/>
                  </a:lnTo>
                  <a:lnTo>
                    <a:pt x="20379" y="554"/>
                  </a:lnTo>
                  <a:lnTo>
                    <a:pt x="21857" y="18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2" name="ph9162"/>
            <p:cNvSpPr/>
            <p:nvPr/>
          </p:nvSpPr>
          <p:spPr>
            <a:xfrm>
              <a:off x="11999862" y="2787875"/>
              <a:ext cx="43834" cy="53769"/>
            </a:xfrm>
            <a:custGeom>
              <a:avLst/>
              <a:pathLst>
                <a:path w="43834" h="53769">
                  <a:moveTo>
                    <a:pt x="36210" y="2334"/>
                  </a:moveTo>
                  <a:lnTo>
                    <a:pt x="37162" y="4673"/>
                  </a:lnTo>
                  <a:lnTo>
                    <a:pt x="39874" y="2827"/>
                  </a:lnTo>
                  <a:lnTo>
                    <a:pt x="41931" y="2913"/>
                  </a:lnTo>
                  <a:lnTo>
                    <a:pt x="41898" y="3643"/>
                  </a:lnTo>
                  <a:lnTo>
                    <a:pt x="40107" y="12850"/>
                  </a:lnTo>
                  <a:lnTo>
                    <a:pt x="39735" y="18717"/>
                  </a:lnTo>
                  <a:lnTo>
                    <a:pt x="42050" y="18845"/>
                  </a:lnTo>
                  <a:lnTo>
                    <a:pt x="41977" y="20805"/>
                  </a:lnTo>
                  <a:lnTo>
                    <a:pt x="38806" y="20775"/>
                  </a:lnTo>
                  <a:lnTo>
                    <a:pt x="37361" y="21965"/>
                  </a:lnTo>
                  <a:lnTo>
                    <a:pt x="36782" y="23745"/>
                  </a:lnTo>
                  <a:lnTo>
                    <a:pt x="38968" y="25425"/>
                  </a:lnTo>
                  <a:lnTo>
                    <a:pt x="43151" y="26143"/>
                  </a:lnTo>
                  <a:lnTo>
                    <a:pt x="43629" y="29070"/>
                  </a:lnTo>
                  <a:lnTo>
                    <a:pt x="42402" y="29908"/>
                  </a:lnTo>
                  <a:lnTo>
                    <a:pt x="40009" y="29657"/>
                  </a:lnTo>
                  <a:lnTo>
                    <a:pt x="38585" y="26359"/>
                  </a:lnTo>
                  <a:lnTo>
                    <a:pt x="37428" y="26244"/>
                  </a:lnTo>
                  <a:lnTo>
                    <a:pt x="36938" y="27575"/>
                  </a:lnTo>
                  <a:lnTo>
                    <a:pt x="37194" y="32532"/>
                  </a:lnTo>
                  <a:lnTo>
                    <a:pt x="40677" y="33298"/>
                  </a:lnTo>
                  <a:lnTo>
                    <a:pt x="43728" y="35365"/>
                  </a:lnTo>
                  <a:lnTo>
                    <a:pt x="43834" y="38733"/>
                  </a:lnTo>
                  <a:lnTo>
                    <a:pt x="42228" y="39473"/>
                  </a:lnTo>
                  <a:lnTo>
                    <a:pt x="28809" y="38932"/>
                  </a:lnTo>
                  <a:lnTo>
                    <a:pt x="25515" y="43768"/>
                  </a:lnTo>
                  <a:lnTo>
                    <a:pt x="20764" y="53744"/>
                  </a:lnTo>
                  <a:lnTo>
                    <a:pt x="19564" y="53769"/>
                  </a:lnTo>
                  <a:lnTo>
                    <a:pt x="18577" y="51804"/>
                  </a:lnTo>
                  <a:lnTo>
                    <a:pt x="18631" y="44640"/>
                  </a:lnTo>
                  <a:lnTo>
                    <a:pt x="0" y="24611"/>
                  </a:lnTo>
                  <a:lnTo>
                    <a:pt x="9216" y="20440"/>
                  </a:lnTo>
                  <a:lnTo>
                    <a:pt x="11927" y="21709"/>
                  </a:lnTo>
                  <a:lnTo>
                    <a:pt x="9979" y="25267"/>
                  </a:lnTo>
                  <a:lnTo>
                    <a:pt x="13927" y="26560"/>
                  </a:lnTo>
                  <a:lnTo>
                    <a:pt x="18628" y="17243"/>
                  </a:lnTo>
                  <a:lnTo>
                    <a:pt x="18712" y="16008"/>
                  </a:lnTo>
                  <a:lnTo>
                    <a:pt x="17477" y="16074"/>
                  </a:lnTo>
                  <a:lnTo>
                    <a:pt x="16471" y="14842"/>
                  </a:lnTo>
                  <a:lnTo>
                    <a:pt x="15492" y="12064"/>
                  </a:lnTo>
                  <a:lnTo>
                    <a:pt x="22430" y="14261"/>
                  </a:lnTo>
                  <a:lnTo>
                    <a:pt x="26313" y="14302"/>
                  </a:lnTo>
                  <a:lnTo>
                    <a:pt x="29283" y="12769"/>
                  </a:lnTo>
                  <a:lnTo>
                    <a:pt x="29745" y="8760"/>
                  </a:lnTo>
                  <a:lnTo>
                    <a:pt x="24243" y="6649"/>
                  </a:lnTo>
                  <a:lnTo>
                    <a:pt x="23383" y="3059"/>
                  </a:lnTo>
                  <a:lnTo>
                    <a:pt x="28336" y="5541"/>
                  </a:lnTo>
                  <a:lnTo>
                    <a:pt x="28101" y="6843"/>
                  </a:lnTo>
                  <a:lnTo>
                    <a:pt x="30056" y="7283"/>
                  </a:lnTo>
                  <a:lnTo>
                    <a:pt x="32781" y="5307"/>
                  </a:lnTo>
                  <a:lnTo>
                    <a:pt x="32781" y="1641"/>
                  </a:lnTo>
                  <a:lnTo>
                    <a:pt x="33964" y="846"/>
                  </a:lnTo>
                  <a:lnTo>
                    <a:pt x="36307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3" name="ph9163"/>
            <p:cNvSpPr/>
            <p:nvPr/>
          </p:nvSpPr>
          <p:spPr>
            <a:xfrm>
              <a:off x="12121570" y="2642506"/>
              <a:ext cx="48785" cy="33960"/>
            </a:xfrm>
            <a:custGeom>
              <a:avLst/>
              <a:pathLst>
                <a:path w="48785" h="33960">
                  <a:moveTo>
                    <a:pt x="44635" y="3476"/>
                  </a:moveTo>
                  <a:lnTo>
                    <a:pt x="48785" y="5441"/>
                  </a:lnTo>
                  <a:lnTo>
                    <a:pt x="48767" y="7172"/>
                  </a:lnTo>
                  <a:lnTo>
                    <a:pt x="48609" y="8048"/>
                  </a:lnTo>
                  <a:lnTo>
                    <a:pt x="45878" y="8012"/>
                  </a:lnTo>
                  <a:lnTo>
                    <a:pt x="45860" y="11999"/>
                  </a:lnTo>
                  <a:lnTo>
                    <a:pt x="47237" y="10891"/>
                  </a:lnTo>
                  <a:lnTo>
                    <a:pt x="48186" y="11429"/>
                  </a:lnTo>
                  <a:lnTo>
                    <a:pt x="45861" y="16294"/>
                  </a:lnTo>
                  <a:lnTo>
                    <a:pt x="40700" y="20135"/>
                  </a:lnTo>
                  <a:lnTo>
                    <a:pt x="37854" y="23829"/>
                  </a:lnTo>
                  <a:lnTo>
                    <a:pt x="35764" y="28376"/>
                  </a:lnTo>
                  <a:lnTo>
                    <a:pt x="30608" y="33960"/>
                  </a:lnTo>
                  <a:lnTo>
                    <a:pt x="26708" y="31359"/>
                  </a:lnTo>
                  <a:lnTo>
                    <a:pt x="24166" y="28091"/>
                  </a:lnTo>
                  <a:lnTo>
                    <a:pt x="23671" y="25423"/>
                  </a:lnTo>
                  <a:lnTo>
                    <a:pt x="26676" y="24959"/>
                  </a:lnTo>
                  <a:lnTo>
                    <a:pt x="26623" y="23874"/>
                  </a:lnTo>
                  <a:lnTo>
                    <a:pt x="23588" y="23116"/>
                  </a:lnTo>
                  <a:lnTo>
                    <a:pt x="13436" y="23996"/>
                  </a:lnTo>
                  <a:lnTo>
                    <a:pt x="9738" y="27565"/>
                  </a:lnTo>
                  <a:lnTo>
                    <a:pt x="9498" y="30380"/>
                  </a:lnTo>
                  <a:lnTo>
                    <a:pt x="7916" y="30192"/>
                  </a:lnTo>
                  <a:lnTo>
                    <a:pt x="8005" y="22965"/>
                  </a:lnTo>
                  <a:lnTo>
                    <a:pt x="7300" y="17531"/>
                  </a:lnTo>
                  <a:lnTo>
                    <a:pt x="7603" y="13822"/>
                  </a:lnTo>
                  <a:lnTo>
                    <a:pt x="6168" y="11455"/>
                  </a:lnTo>
                  <a:lnTo>
                    <a:pt x="832" y="10159"/>
                  </a:lnTo>
                  <a:lnTo>
                    <a:pt x="0" y="8140"/>
                  </a:lnTo>
                  <a:lnTo>
                    <a:pt x="2527" y="7400"/>
                  </a:lnTo>
                  <a:lnTo>
                    <a:pt x="1936" y="10049"/>
                  </a:lnTo>
                  <a:lnTo>
                    <a:pt x="4060" y="9933"/>
                  </a:lnTo>
                  <a:lnTo>
                    <a:pt x="5379" y="8195"/>
                  </a:lnTo>
                  <a:lnTo>
                    <a:pt x="5255" y="3981"/>
                  </a:lnTo>
                  <a:lnTo>
                    <a:pt x="6636" y="3949"/>
                  </a:lnTo>
                  <a:lnTo>
                    <a:pt x="7570" y="8614"/>
                  </a:lnTo>
                  <a:lnTo>
                    <a:pt x="14397" y="8220"/>
                  </a:lnTo>
                  <a:lnTo>
                    <a:pt x="14474" y="6667"/>
                  </a:lnTo>
                  <a:lnTo>
                    <a:pt x="24895" y="6854"/>
                  </a:lnTo>
                  <a:lnTo>
                    <a:pt x="28718" y="7329"/>
                  </a:lnTo>
                  <a:lnTo>
                    <a:pt x="31342" y="11412"/>
                  </a:lnTo>
                  <a:lnTo>
                    <a:pt x="36505" y="11487"/>
                  </a:lnTo>
                  <a:lnTo>
                    <a:pt x="37210" y="8854"/>
                  </a:lnTo>
                  <a:lnTo>
                    <a:pt x="41074" y="5202"/>
                  </a:lnTo>
                  <a:lnTo>
                    <a:pt x="40732" y="3041"/>
                  </a:lnTo>
                  <a:lnTo>
                    <a:pt x="40786" y="10"/>
                  </a:lnTo>
                  <a:lnTo>
                    <a:pt x="444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4" name="ph9164"/>
            <p:cNvSpPr/>
            <p:nvPr/>
          </p:nvSpPr>
          <p:spPr>
            <a:xfrm>
              <a:off x="12073870" y="2638484"/>
              <a:ext cx="60720" cy="28420"/>
            </a:xfrm>
            <a:custGeom>
              <a:avLst/>
              <a:pathLst>
                <a:path w="60720" h="28420">
                  <a:moveTo>
                    <a:pt x="50773" y="3542"/>
                  </a:moveTo>
                  <a:lnTo>
                    <a:pt x="54382" y="5170"/>
                  </a:lnTo>
                  <a:lnTo>
                    <a:pt x="54377" y="3349"/>
                  </a:lnTo>
                  <a:lnTo>
                    <a:pt x="56499" y="1866"/>
                  </a:lnTo>
                  <a:lnTo>
                    <a:pt x="60578" y="1933"/>
                  </a:lnTo>
                  <a:lnTo>
                    <a:pt x="60720" y="5379"/>
                  </a:lnTo>
                  <a:lnTo>
                    <a:pt x="54118" y="6554"/>
                  </a:lnTo>
                  <a:lnTo>
                    <a:pt x="54336" y="7972"/>
                  </a:lnTo>
                  <a:lnTo>
                    <a:pt x="52956" y="8003"/>
                  </a:lnTo>
                  <a:lnTo>
                    <a:pt x="53080" y="12217"/>
                  </a:lnTo>
                  <a:lnTo>
                    <a:pt x="51760" y="13956"/>
                  </a:lnTo>
                  <a:lnTo>
                    <a:pt x="49636" y="14072"/>
                  </a:lnTo>
                  <a:lnTo>
                    <a:pt x="50228" y="11422"/>
                  </a:lnTo>
                  <a:lnTo>
                    <a:pt x="47700" y="12163"/>
                  </a:lnTo>
                  <a:lnTo>
                    <a:pt x="48532" y="14181"/>
                  </a:lnTo>
                  <a:lnTo>
                    <a:pt x="48722" y="14641"/>
                  </a:lnTo>
                  <a:lnTo>
                    <a:pt x="45243" y="15415"/>
                  </a:lnTo>
                  <a:lnTo>
                    <a:pt x="38751" y="15215"/>
                  </a:lnTo>
                  <a:lnTo>
                    <a:pt x="34903" y="17572"/>
                  </a:lnTo>
                  <a:lnTo>
                    <a:pt x="34736" y="20334"/>
                  </a:lnTo>
                  <a:lnTo>
                    <a:pt x="35763" y="23355"/>
                  </a:lnTo>
                  <a:lnTo>
                    <a:pt x="31864" y="26024"/>
                  </a:lnTo>
                  <a:lnTo>
                    <a:pt x="31666" y="24558"/>
                  </a:lnTo>
                  <a:lnTo>
                    <a:pt x="32622" y="24148"/>
                  </a:lnTo>
                  <a:lnTo>
                    <a:pt x="32719" y="23253"/>
                  </a:lnTo>
                  <a:lnTo>
                    <a:pt x="31871" y="18837"/>
                  </a:lnTo>
                  <a:lnTo>
                    <a:pt x="24419" y="19299"/>
                  </a:lnTo>
                  <a:lnTo>
                    <a:pt x="23208" y="22381"/>
                  </a:lnTo>
                  <a:lnTo>
                    <a:pt x="23239" y="24533"/>
                  </a:lnTo>
                  <a:lnTo>
                    <a:pt x="28554" y="24151"/>
                  </a:lnTo>
                  <a:lnTo>
                    <a:pt x="28502" y="25951"/>
                  </a:lnTo>
                  <a:lnTo>
                    <a:pt x="20540" y="25816"/>
                  </a:lnTo>
                  <a:lnTo>
                    <a:pt x="8252" y="28095"/>
                  </a:lnTo>
                  <a:lnTo>
                    <a:pt x="2838" y="28420"/>
                  </a:lnTo>
                  <a:lnTo>
                    <a:pt x="2942" y="26281"/>
                  </a:lnTo>
                  <a:lnTo>
                    <a:pt x="0" y="23827"/>
                  </a:lnTo>
                  <a:lnTo>
                    <a:pt x="14469" y="20467"/>
                  </a:lnTo>
                  <a:lnTo>
                    <a:pt x="18985" y="17535"/>
                  </a:lnTo>
                  <a:lnTo>
                    <a:pt x="25410" y="15610"/>
                  </a:lnTo>
                  <a:lnTo>
                    <a:pt x="29562" y="12892"/>
                  </a:lnTo>
                  <a:lnTo>
                    <a:pt x="37677" y="3689"/>
                  </a:lnTo>
                  <a:lnTo>
                    <a:pt x="45593" y="1299"/>
                  </a:lnTo>
                  <a:lnTo>
                    <a:pt x="47173" y="1399"/>
                  </a:lnTo>
                  <a:lnTo>
                    <a:pt x="5044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5" name="ph9165"/>
            <p:cNvSpPr/>
            <p:nvPr/>
          </p:nvSpPr>
          <p:spPr>
            <a:xfrm>
              <a:off x="11994819" y="2761322"/>
              <a:ext cx="26779" cy="20972"/>
            </a:xfrm>
            <a:custGeom>
              <a:avLst/>
              <a:pathLst>
                <a:path w="26779" h="20972">
                  <a:moveTo>
                    <a:pt x="14143" y="240"/>
                  </a:moveTo>
                  <a:lnTo>
                    <a:pt x="23769" y="1492"/>
                  </a:lnTo>
                  <a:lnTo>
                    <a:pt x="23867" y="2044"/>
                  </a:lnTo>
                  <a:lnTo>
                    <a:pt x="24818" y="6026"/>
                  </a:lnTo>
                  <a:lnTo>
                    <a:pt x="20569" y="8941"/>
                  </a:lnTo>
                  <a:lnTo>
                    <a:pt x="20014" y="10720"/>
                  </a:lnTo>
                  <a:lnTo>
                    <a:pt x="20525" y="11976"/>
                  </a:lnTo>
                  <a:lnTo>
                    <a:pt x="22630" y="12781"/>
                  </a:lnTo>
                  <a:lnTo>
                    <a:pt x="24041" y="12299"/>
                  </a:lnTo>
                  <a:lnTo>
                    <a:pt x="26779" y="12966"/>
                  </a:lnTo>
                  <a:lnTo>
                    <a:pt x="21131" y="16213"/>
                  </a:lnTo>
                  <a:lnTo>
                    <a:pt x="20358" y="18104"/>
                  </a:lnTo>
                  <a:lnTo>
                    <a:pt x="20822" y="19573"/>
                  </a:lnTo>
                  <a:lnTo>
                    <a:pt x="19275" y="20972"/>
                  </a:lnTo>
                  <a:lnTo>
                    <a:pt x="17543" y="20182"/>
                  </a:lnTo>
                  <a:lnTo>
                    <a:pt x="14659" y="18879"/>
                  </a:lnTo>
                  <a:lnTo>
                    <a:pt x="13768" y="13480"/>
                  </a:lnTo>
                  <a:lnTo>
                    <a:pt x="14581" y="10697"/>
                  </a:lnTo>
                  <a:lnTo>
                    <a:pt x="13981" y="4940"/>
                  </a:lnTo>
                  <a:lnTo>
                    <a:pt x="8568" y="5505"/>
                  </a:lnTo>
                  <a:lnTo>
                    <a:pt x="8777" y="9655"/>
                  </a:lnTo>
                  <a:lnTo>
                    <a:pt x="7878" y="9796"/>
                  </a:lnTo>
                  <a:lnTo>
                    <a:pt x="6078" y="8053"/>
                  </a:lnTo>
                  <a:lnTo>
                    <a:pt x="5539" y="5435"/>
                  </a:lnTo>
                  <a:lnTo>
                    <a:pt x="1199" y="2074"/>
                  </a:lnTo>
                  <a:lnTo>
                    <a:pt x="553" y="1751"/>
                  </a:lnTo>
                  <a:lnTo>
                    <a:pt x="59" y="2346"/>
                  </a:lnTo>
                  <a:lnTo>
                    <a:pt x="0" y="492"/>
                  </a:lnTo>
                  <a:lnTo>
                    <a:pt x="3682" y="0"/>
                  </a:lnTo>
                  <a:lnTo>
                    <a:pt x="7208" y="641"/>
                  </a:lnTo>
                  <a:lnTo>
                    <a:pt x="9758" y="1366"/>
                  </a:lnTo>
                  <a:lnTo>
                    <a:pt x="10160" y="2559"/>
                  </a:lnTo>
                  <a:lnTo>
                    <a:pt x="12019" y="3624"/>
                  </a:lnTo>
                  <a:lnTo>
                    <a:pt x="15736" y="301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6" name="ph9166"/>
            <p:cNvSpPr/>
            <p:nvPr/>
          </p:nvSpPr>
          <p:spPr>
            <a:xfrm>
              <a:off x="12018318" y="2688069"/>
              <a:ext cx="7552" cy="14069"/>
            </a:xfrm>
            <a:custGeom>
              <a:avLst/>
              <a:pathLst>
                <a:path w="7552" h="14069">
                  <a:moveTo>
                    <a:pt x="6732" y="3735"/>
                  </a:moveTo>
                  <a:lnTo>
                    <a:pt x="7552" y="13424"/>
                  </a:lnTo>
                  <a:lnTo>
                    <a:pt x="6847" y="14069"/>
                  </a:lnTo>
                  <a:lnTo>
                    <a:pt x="6055" y="13043"/>
                  </a:lnTo>
                  <a:lnTo>
                    <a:pt x="1113" y="13371"/>
                  </a:lnTo>
                  <a:lnTo>
                    <a:pt x="0" y="10175"/>
                  </a:lnTo>
                  <a:lnTo>
                    <a:pt x="2344" y="8193"/>
                  </a:lnTo>
                  <a:lnTo>
                    <a:pt x="4686" y="6299"/>
                  </a:lnTo>
                  <a:lnTo>
                    <a:pt x="3241" y="5090"/>
                  </a:lnTo>
                  <a:lnTo>
                    <a:pt x="4017" y="608"/>
                  </a:lnTo>
                  <a:lnTo>
                    <a:pt x="517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7" name="ph9167"/>
            <p:cNvSpPr/>
            <p:nvPr/>
          </p:nvSpPr>
          <p:spPr>
            <a:xfrm>
              <a:off x="12053796" y="2706526"/>
              <a:ext cx="42800" cy="29037"/>
            </a:xfrm>
            <a:custGeom>
              <a:avLst/>
              <a:pathLst>
                <a:path w="42800" h="29037">
                  <a:moveTo>
                    <a:pt x="33375" y="24"/>
                  </a:moveTo>
                  <a:lnTo>
                    <a:pt x="34602" y="1720"/>
                  </a:lnTo>
                  <a:lnTo>
                    <a:pt x="42800" y="4088"/>
                  </a:lnTo>
                  <a:lnTo>
                    <a:pt x="41132" y="6128"/>
                  </a:lnTo>
                  <a:lnTo>
                    <a:pt x="38846" y="6058"/>
                  </a:lnTo>
                  <a:lnTo>
                    <a:pt x="38220" y="10937"/>
                  </a:lnTo>
                  <a:lnTo>
                    <a:pt x="40968" y="11485"/>
                  </a:lnTo>
                  <a:lnTo>
                    <a:pt x="42170" y="14416"/>
                  </a:lnTo>
                  <a:lnTo>
                    <a:pt x="41558" y="16938"/>
                  </a:lnTo>
                  <a:lnTo>
                    <a:pt x="40146" y="18120"/>
                  </a:lnTo>
                  <a:lnTo>
                    <a:pt x="35187" y="20734"/>
                  </a:lnTo>
                  <a:lnTo>
                    <a:pt x="34860" y="16350"/>
                  </a:lnTo>
                  <a:lnTo>
                    <a:pt x="28775" y="12564"/>
                  </a:lnTo>
                  <a:lnTo>
                    <a:pt x="20759" y="13639"/>
                  </a:lnTo>
                  <a:lnTo>
                    <a:pt x="17036" y="14928"/>
                  </a:lnTo>
                  <a:lnTo>
                    <a:pt x="16822" y="17790"/>
                  </a:lnTo>
                  <a:lnTo>
                    <a:pt x="24210" y="18650"/>
                  </a:lnTo>
                  <a:lnTo>
                    <a:pt x="28119" y="21905"/>
                  </a:lnTo>
                  <a:lnTo>
                    <a:pt x="29107" y="26490"/>
                  </a:lnTo>
                  <a:lnTo>
                    <a:pt x="28898" y="29037"/>
                  </a:lnTo>
                  <a:lnTo>
                    <a:pt x="26256" y="28938"/>
                  </a:lnTo>
                  <a:lnTo>
                    <a:pt x="25660" y="26132"/>
                  </a:lnTo>
                  <a:lnTo>
                    <a:pt x="24729" y="25438"/>
                  </a:lnTo>
                  <a:lnTo>
                    <a:pt x="18525" y="22829"/>
                  </a:lnTo>
                  <a:lnTo>
                    <a:pt x="16972" y="22773"/>
                  </a:lnTo>
                  <a:lnTo>
                    <a:pt x="17696" y="20540"/>
                  </a:lnTo>
                  <a:lnTo>
                    <a:pt x="17112" y="18461"/>
                  </a:lnTo>
                  <a:lnTo>
                    <a:pt x="15316" y="16961"/>
                  </a:lnTo>
                  <a:lnTo>
                    <a:pt x="2805" y="14602"/>
                  </a:lnTo>
                  <a:lnTo>
                    <a:pt x="0" y="9644"/>
                  </a:lnTo>
                  <a:lnTo>
                    <a:pt x="487" y="10312"/>
                  </a:lnTo>
                  <a:lnTo>
                    <a:pt x="3157" y="10821"/>
                  </a:lnTo>
                  <a:lnTo>
                    <a:pt x="4881" y="8990"/>
                  </a:lnTo>
                  <a:lnTo>
                    <a:pt x="5160" y="6651"/>
                  </a:lnTo>
                  <a:lnTo>
                    <a:pt x="7518" y="5824"/>
                  </a:lnTo>
                  <a:lnTo>
                    <a:pt x="18296" y="5204"/>
                  </a:lnTo>
                  <a:lnTo>
                    <a:pt x="17800" y="2185"/>
                  </a:lnTo>
                  <a:lnTo>
                    <a:pt x="21618" y="2869"/>
                  </a:lnTo>
                  <a:lnTo>
                    <a:pt x="23282" y="2732"/>
                  </a:lnTo>
                  <a:lnTo>
                    <a:pt x="29105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8" name="ph9168"/>
            <p:cNvSpPr/>
            <p:nvPr/>
          </p:nvSpPr>
          <p:spPr>
            <a:xfrm>
              <a:off x="12154075" y="2695894"/>
              <a:ext cx="52227" cy="29997"/>
            </a:xfrm>
            <a:custGeom>
              <a:avLst/>
              <a:pathLst>
                <a:path w="52227" h="29997">
                  <a:moveTo>
                    <a:pt x="44797" y="273"/>
                  </a:moveTo>
                  <a:lnTo>
                    <a:pt x="51495" y="1702"/>
                  </a:lnTo>
                  <a:lnTo>
                    <a:pt x="52227" y="4655"/>
                  </a:lnTo>
                  <a:lnTo>
                    <a:pt x="51722" y="11093"/>
                  </a:lnTo>
                  <a:lnTo>
                    <a:pt x="47104" y="11851"/>
                  </a:lnTo>
                  <a:lnTo>
                    <a:pt x="45199" y="14404"/>
                  </a:lnTo>
                  <a:lnTo>
                    <a:pt x="41584" y="15636"/>
                  </a:lnTo>
                  <a:lnTo>
                    <a:pt x="41123" y="19610"/>
                  </a:lnTo>
                  <a:lnTo>
                    <a:pt x="38473" y="19013"/>
                  </a:lnTo>
                  <a:lnTo>
                    <a:pt x="39318" y="17433"/>
                  </a:lnTo>
                  <a:lnTo>
                    <a:pt x="36372" y="15390"/>
                  </a:lnTo>
                  <a:lnTo>
                    <a:pt x="32421" y="15764"/>
                  </a:lnTo>
                  <a:lnTo>
                    <a:pt x="31624" y="17221"/>
                  </a:lnTo>
                  <a:lnTo>
                    <a:pt x="31559" y="21697"/>
                  </a:lnTo>
                  <a:lnTo>
                    <a:pt x="27620" y="23656"/>
                  </a:lnTo>
                  <a:lnTo>
                    <a:pt x="25020" y="21453"/>
                  </a:lnTo>
                  <a:lnTo>
                    <a:pt x="23037" y="25998"/>
                  </a:lnTo>
                  <a:lnTo>
                    <a:pt x="20350" y="28401"/>
                  </a:lnTo>
                  <a:lnTo>
                    <a:pt x="9161" y="29997"/>
                  </a:lnTo>
                  <a:lnTo>
                    <a:pt x="7580" y="29857"/>
                  </a:lnTo>
                  <a:lnTo>
                    <a:pt x="5794" y="28150"/>
                  </a:lnTo>
                  <a:lnTo>
                    <a:pt x="3718" y="23083"/>
                  </a:lnTo>
                  <a:lnTo>
                    <a:pt x="2760" y="23035"/>
                  </a:lnTo>
                  <a:lnTo>
                    <a:pt x="399" y="22229"/>
                  </a:lnTo>
                  <a:lnTo>
                    <a:pt x="0" y="20898"/>
                  </a:lnTo>
                  <a:lnTo>
                    <a:pt x="3617" y="18893"/>
                  </a:lnTo>
                  <a:lnTo>
                    <a:pt x="3785" y="13240"/>
                  </a:lnTo>
                  <a:lnTo>
                    <a:pt x="5630" y="9690"/>
                  </a:lnTo>
                  <a:lnTo>
                    <a:pt x="5996" y="9305"/>
                  </a:lnTo>
                  <a:lnTo>
                    <a:pt x="6707" y="9933"/>
                  </a:lnTo>
                  <a:lnTo>
                    <a:pt x="8551" y="12984"/>
                  </a:lnTo>
                  <a:lnTo>
                    <a:pt x="12380" y="11616"/>
                  </a:lnTo>
                  <a:lnTo>
                    <a:pt x="10215" y="7813"/>
                  </a:lnTo>
                  <a:lnTo>
                    <a:pt x="18519" y="8630"/>
                  </a:lnTo>
                  <a:lnTo>
                    <a:pt x="22947" y="10836"/>
                  </a:lnTo>
                  <a:lnTo>
                    <a:pt x="25914" y="11009"/>
                  </a:lnTo>
                  <a:lnTo>
                    <a:pt x="27102" y="7444"/>
                  </a:lnTo>
                  <a:lnTo>
                    <a:pt x="27202" y="4156"/>
                  </a:lnTo>
                  <a:lnTo>
                    <a:pt x="30059" y="2742"/>
                  </a:lnTo>
                  <a:lnTo>
                    <a:pt x="32219" y="3226"/>
                  </a:lnTo>
                  <a:lnTo>
                    <a:pt x="30729" y="352"/>
                  </a:lnTo>
                  <a:lnTo>
                    <a:pt x="31617" y="0"/>
                  </a:lnTo>
                  <a:lnTo>
                    <a:pt x="39747" y="138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9" name="ph9169"/>
            <p:cNvSpPr/>
            <p:nvPr/>
          </p:nvSpPr>
          <p:spPr>
            <a:xfrm>
              <a:off x="12082634" y="2732241"/>
              <a:ext cx="47351" cy="66747"/>
            </a:xfrm>
            <a:custGeom>
              <a:avLst/>
              <a:pathLst>
                <a:path w="47351" h="66747">
                  <a:moveTo>
                    <a:pt x="27113" y="1799"/>
                  </a:moveTo>
                  <a:lnTo>
                    <a:pt x="29050" y="1791"/>
                  </a:lnTo>
                  <a:lnTo>
                    <a:pt x="31827" y="2330"/>
                  </a:lnTo>
                  <a:lnTo>
                    <a:pt x="30209" y="7544"/>
                  </a:lnTo>
                  <a:lnTo>
                    <a:pt x="32158" y="8485"/>
                  </a:lnTo>
                  <a:lnTo>
                    <a:pt x="32546" y="13779"/>
                  </a:lnTo>
                  <a:lnTo>
                    <a:pt x="34772" y="14355"/>
                  </a:lnTo>
                  <a:lnTo>
                    <a:pt x="34642" y="16385"/>
                  </a:lnTo>
                  <a:lnTo>
                    <a:pt x="37268" y="18968"/>
                  </a:lnTo>
                  <a:lnTo>
                    <a:pt x="40157" y="24358"/>
                  </a:lnTo>
                  <a:lnTo>
                    <a:pt x="41212" y="32840"/>
                  </a:lnTo>
                  <a:lnTo>
                    <a:pt x="36283" y="36991"/>
                  </a:lnTo>
                  <a:lnTo>
                    <a:pt x="37618" y="42334"/>
                  </a:lnTo>
                  <a:lnTo>
                    <a:pt x="38328" y="55852"/>
                  </a:lnTo>
                  <a:lnTo>
                    <a:pt x="39548" y="56844"/>
                  </a:lnTo>
                  <a:lnTo>
                    <a:pt x="42747" y="57000"/>
                  </a:lnTo>
                  <a:lnTo>
                    <a:pt x="42989" y="52659"/>
                  </a:lnTo>
                  <a:lnTo>
                    <a:pt x="44531" y="52458"/>
                  </a:lnTo>
                  <a:lnTo>
                    <a:pt x="47351" y="52897"/>
                  </a:lnTo>
                  <a:lnTo>
                    <a:pt x="47320" y="55830"/>
                  </a:lnTo>
                  <a:lnTo>
                    <a:pt x="47077" y="60178"/>
                  </a:lnTo>
                  <a:lnTo>
                    <a:pt x="44669" y="60489"/>
                  </a:lnTo>
                  <a:lnTo>
                    <a:pt x="45330" y="65759"/>
                  </a:lnTo>
                  <a:lnTo>
                    <a:pt x="44169" y="66747"/>
                  </a:lnTo>
                  <a:lnTo>
                    <a:pt x="37626" y="65698"/>
                  </a:lnTo>
                  <a:lnTo>
                    <a:pt x="37590" y="61128"/>
                  </a:lnTo>
                  <a:lnTo>
                    <a:pt x="29645" y="57687"/>
                  </a:lnTo>
                  <a:lnTo>
                    <a:pt x="26943" y="54740"/>
                  </a:lnTo>
                  <a:lnTo>
                    <a:pt x="25237" y="54914"/>
                  </a:lnTo>
                  <a:lnTo>
                    <a:pt x="22783" y="57920"/>
                  </a:lnTo>
                  <a:lnTo>
                    <a:pt x="22743" y="60328"/>
                  </a:lnTo>
                  <a:lnTo>
                    <a:pt x="19637" y="60360"/>
                  </a:lnTo>
                  <a:lnTo>
                    <a:pt x="19701" y="59444"/>
                  </a:lnTo>
                  <a:lnTo>
                    <a:pt x="17480" y="57370"/>
                  </a:lnTo>
                  <a:lnTo>
                    <a:pt x="11028" y="54935"/>
                  </a:lnTo>
                  <a:lnTo>
                    <a:pt x="5874" y="54706"/>
                  </a:lnTo>
                  <a:lnTo>
                    <a:pt x="3973" y="53658"/>
                  </a:lnTo>
                  <a:lnTo>
                    <a:pt x="3884" y="43594"/>
                  </a:lnTo>
                  <a:lnTo>
                    <a:pt x="0" y="42479"/>
                  </a:lnTo>
                  <a:lnTo>
                    <a:pt x="2662" y="38463"/>
                  </a:lnTo>
                  <a:lnTo>
                    <a:pt x="1761" y="35421"/>
                  </a:lnTo>
                  <a:lnTo>
                    <a:pt x="182" y="35325"/>
                  </a:lnTo>
                  <a:lnTo>
                    <a:pt x="750" y="32600"/>
                  </a:lnTo>
                  <a:lnTo>
                    <a:pt x="1166" y="34606"/>
                  </a:lnTo>
                  <a:lnTo>
                    <a:pt x="3719" y="34553"/>
                  </a:lnTo>
                  <a:lnTo>
                    <a:pt x="3862" y="30533"/>
                  </a:lnTo>
                  <a:lnTo>
                    <a:pt x="5222" y="27775"/>
                  </a:lnTo>
                  <a:lnTo>
                    <a:pt x="7483" y="28022"/>
                  </a:lnTo>
                  <a:lnTo>
                    <a:pt x="10020" y="30425"/>
                  </a:lnTo>
                  <a:lnTo>
                    <a:pt x="9906" y="25240"/>
                  </a:lnTo>
                  <a:lnTo>
                    <a:pt x="13128" y="21576"/>
                  </a:lnTo>
                  <a:lnTo>
                    <a:pt x="15872" y="21087"/>
                  </a:lnTo>
                  <a:lnTo>
                    <a:pt x="16115" y="19650"/>
                  </a:lnTo>
                  <a:lnTo>
                    <a:pt x="13811" y="14936"/>
                  </a:lnTo>
                  <a:lnTo>
                    <a:pt x="9610" y="14463"/>
                  </a:lnTo>
                  <a:lnTo>
                    <a:pt x="9130" y="15305"/>
                  </a:lnTo>
                  <a:lnTo>
                    <a:pt x="7664" y="15292"/>
                  </a:lnTo>
                  <a:lnTo>
                    <a:pt x="9932" y="10470"/>
                  </a:lnTo>
                  <a:lnTo>
                    <a:pt x="11578" y="10883"/>
                  </a:lnTo>
                  <a:lnTo>
                    <a:pt x="12455" y="12373"/>
                  </a:lnTo>
                  <a:lnTo>
                    <a:pt x="14195" y="4578"/>
                  </a:lnTo>
                  <a:lnTo>
                    <a:pt x="19250" y="3109"/>
                  </a:lnTo>
                  <a:lnTo>
                    <a:pt x="19264" y="733"/>
                  </a:lnTo>
                  <a:lnTo>
                    <a:pt x="22304" y="1553"/>
                  </a:lnTo>
                  <a:lnTo>
                    <a:pt x="24384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0" name="ph9170"/>
            <p:cNvSpPr/>
            <p:nvPr/>
          </p:nvSpPr>
          <p:spPr>
            <a:xfrm>
              <a:off x="12112843" y="2718313"/>
              <a:ext cx="40477" cy="30314"/>
            </a:xfrm>
            <a:custGeom>
              <a:avLst/>
              <a:pathLst>
                <a:path w="40477" h="30314">
                  <a:moveTo>
                    <a:pt x="27648" y="989"/>
                  </a:moveTo>
                  <a:lnTo>
                    <a:pt x="29123" y="0"/>
                  </a:lnTo>
                  <a:lnTo>
                    <a:pt x="32127" y="8364"/>
                  </a:lnTo>
                  <a:lnTo>
                    <a:pt x="34873" y="7537"/>
                  </a:lnTo>
                  <a:lnTo>
                    <a:pt x="33917" y="6470"/>
                  </a:lnTo>
                  <a:lnTo>
                    <a:pt x="34093" y="2678"/>
                  </a:lnTo>
                  <a:lnTo>
                    <a:pt x="35301" y="2040"/>
                  </a:lnTo>
                  <a:lnTo>
                    <a:pt x="36503" y="2140"/>
                  </a:lnTo>
                  <a:lnTo>
                    <a:pt x="40477" y="4648"/>
                  </a:lnTo>
                  <a:lnTo>
                    <a:pt x="38818" y="9247"/>
                  </a:lnTo>
                  <a:lnTo>
                    <a:pt x="37253" y="11292"/>
                  </a:lnTo>
                  <a:lnTo>
                    <a:pt x="33278" y="11502"/>
                  </a:lnTo>
                  <a:lnTo>
                    <a:pt x="33544" y="14757"/>
                  </a:lnTo>
                  <a:lnTo>
                    <a:pt x="32734" y="18452"/>
                  </a:lnTo>
                  <a:lnTo>
                    <a:pt x="28037" y="17037"/>
                  </a:lnTo>
                  <a:lnTo>
                    <a:pt x="27200" y="19260"/>
                  </a:lnTo>
                  <a:lnTo>
                    <a:pt x="27911" y="24568"/>
                  </a:lnTo>
                  <a:lnTo>
                    <a:pt x="29384" y="24628"/>
                  </a:lnTo>
                  <a:lnTo>
                    <a:pt x="29582" y="26115"/>
                  </a:lnTo>
                  <a:lnTo>
                    <a:pt x="23816" y="24515"/>
                  </a:lnTo>
                  <a:lnTo>
                    <a:pt x="22411" y="25003"/>
                  </a:lnTo>
                  <a:lnTo>
                    <a:pt x="22187" y="29107"/>
                  </a:lnTo>
                  <a:lnTo>
                    <a:pt x="12224" y="27633"/>
                  </a:lnTo>
                  <a:lnTo>
                    <a:pt x="7796" y="29964"/>
                  </a:lnTo>
                  <a:lnTo>
                    <a:pt x="4433" y="30314"/>
                  </a:lnTo>
                  <a:lnTo>
                    <a:pt x="4563" y="28284"/>
                  </a:lnTo>
                  <a:lnTo>
                    <a:pt x="2337" y="27707"/>
                  </a:lnTo>
                  <a:lnTo>
                    <a:pt x="1949" y="22414"/>
                  </a:lnTo>
                  <a:lnTo>
                    <a:pt x="0" y="21472"/>
                  </a:lnTo>
                  <a:lnTo>
                    <a:pt x="1618" y="16259"/>
                  </a:lnTo>
                  <a:lnTo>
                    <a:pt x="4857" y="11930"/>
                  </a:lnTo>
                  <a:lnTo>
                    <a:pt x="6485" y="12017"/>
                  </a:lnTo>
                  <a:lnTo>
                    <a:pt x="6371" y="15927"/>
                  </a:lnTo>
                  <a:lnTo>
                    <a:pt x="10245" y="15409"/>
                  </a:lnTo>
                  <a:lnTo>
                    <a:pt x="12510" y="17324"/>
                  </a:lnTo>
                  <a:lnTo>
                    <a:pt x="17293" y="14918"/>
                  </a:lnTo>
                  <a:lnTo>
                    <a:pt x="21437" y="9376"/>
                  </a:lnTo>
                  <a:lnTo>
                    <a:pt x="20549" y="7315"/>
                  </a:lnTo>
                  <a:lnTo>
                    <a:pt x="21682" y="1038"/>
                  </a:lnTo>
                  <a:lnTo>
                    <a:pt x="23297" y="1056"/>
                  </a:lnTo>
                  <a:lnTo>
                    <a:pt x="24699" y="3745"/>
                  </a:lnTo>
                  <a:lnTo>
                    <a:pt x="27603" y="508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1" name="ph9171"/>
            <p:cNvSpPr/>
            <p:nvPr/>
          </p:nvSpPr>
          <p:spPr>
            <a:xfrm>
              <a:off x="11923439" y="2737832"/>
              <a:ext cx="64956" cy="55324"/>
            </a:xfrm>
            <a:custGeom>
              <a:avLst/>
              <a:pathLst>
                <a:path w="64956" h="55324">
                  <a:moveTo>
                    <a:pt x="25699" y="112"/>
                  </a:moveTo>
                  <a:lnTo>
                    <a:pt x="32901" y="7185"/>
                  </a:lnTo>
                  <a:lnTo>
                    <a:pt x="33843" y="10582"/>
                  </a:lnTo>
                  <a:lnTo>
                    <a:pt x="40652" y="11189"/>
                  </a:lnTo>
                  <a:lnTo>
                    <a:pt x="49707" y="12278"/>
                  </a:lnTo>
                  <a:lnTo>
                    <a:pt x="48614" y="15463"/>
                  </a:lnTo>
                  <a:lnTo>
                    <a:pt x="51868" y="15639"/>
                  </a:lnTo>
                  <a:lnTo>
                    <a:pt x="51750" y="18841"/>
                  </a:lnTo>
                  <a:lnTo>
                    <a:pt x="46151" y="20935"/>
                  </a:lnTo>
                  <a:lnTo>
                    <a:pt x="45009" y="19886"/>
                  </a:lnTo>
                  <a:lnTo>
                    <a:pt x="45026" y="18724"/>
                  </a:lnTo>
                  <a:lnTo>
                    <a:pt x="40891" y="18332"/>
                  </a:lnTo>
                  <a:lnTo>
                    <a:pt x="40665" y="20857"/>
                  </a:lnTo>
                  <a:lnTo>
                    <a:pt x="43546" y="22383"/>
                  </a:lnTo>
                  <a:lnTo>
                    <a:pt x="47515" y="27216"/>
                  </a:lnTo>
                  <a:lnTo>
                    <a:pt x="48709" y="27112"/>
                  </a:lnTo>
                  <a:lnTo>
                    <a:pt x="48600" y="30294"/>
                  </a:lnTo>
                  <a:lnTo>
                    <a:pt x="52761" y="31492"/>
                  </a:lnTo>
                  <a:lnTo>
                    <a:pt x="50756" y="35917"/>
                  </a:lnTo>
                  <a:lnTo>
                    <a:pt x="55022" y="36726"/>
                  </a:lnTo>
                  <a:lnTo>
                    <a:pt x="58041" y="41565"/>
                  </a:lnTo>
                  <a:lnTo>
                    <a:pt x="64956" y="41617"/>
                  </a:lnTo>
                  <a:lnTo>
                    <a:pt x="64509" y="46814"/>
                  </a:lnTo>
                  <a:lnTo>
                    <a:pt x="62962" y="51480"/>
                  </a:lnTo>
                  <a:lnTo>
                    <a:pt x="60817" y="52104"/>
                  </a:lnTo>
                  <a:lnTo>
                    <a:pt x="60997" y="55324"/>
                  </a:lnTo>
                  <a:lnTo>
                    <a:pt x="58426" y="55263"/>
                  </a:lnTo>
                  <a:lnTo>
                    <a:pt x="59106" y="53178"/>
                  </a:lnTo>
                  <a:lnTo>
                    <a:pt x="57311" y="53470"/>
                  </a:lnTo>
                  <a:lnTo>
                    <a:pt x="57317" y="54114"/>
                  </a:lnTo>
                  <a:lnTo>
                    <a:pt x="44729" y="40582"/>
                  </a:lnTo>
                  <a:lnTo>
                    <a:pt x="45328" y="37708"/>
                  </a:lnTo>
                  <a:lnTo>
                    <a:pt x="42260" y="35206"/>
                  </a:lnTo>
                  <a:lnTo>
                    <a:pt x="40964" y="35050"/>
                  </a:lnTo>
                  <a:lnTo>
                    <a:pt x="40863" y="39395"/>
                  </a:lnTo>
                  <a:lnTo>
                    <a:pt x="37313" y="37680"/>
                  </a:lnTo>
                  <a:lnTo>
                    <a:pt x="38483" y="33023"/>
                  </a:lnTo>
                  <a:lnTo>
                    <a:pt x="32055" y="33000"/>
                  </a:lnTo>
                  <a:lnTo>
                    <a:pt x="32064" y="30130"/>
                  </a:lnTo>
                  <a:lnTo>
                    <a:pt x="30839" y="29213"/>
                  </a:lnTo>
                  <a:lnTo>
                    <a:pt x="26949" y="29564"/>
                  </a:lnTo>
                  <a:lnTo>
                    <a:pt x="25744" y="30875"/>
                  </a:lnTo>
                  <a:lnTo>
                    <a:pt x="22645" y="30079"/>
                  </a:lnTo>
                  <a:lnTo>
                    <a:pt x="21927" y="27788"/>
                  </a:lnTo>
                  <a:lnTo>
                    <a:pt x="18410" y="23312"/>
                  </a:lnTo>
                  <a:lnTo>
                    <a:pt x="6772" y="17065"/>
                  </a:lnTo>
                  <a:lnTo>
                    <a:pt x="7241" y="24288"/>
                  </a:lnTo>
                  <a:lnTo>
                    <a:pt x="8235" y="24440"/>
                  </a:lnTo>
                  <a:lnTo>
                    <a:pt x="7886" y="26976"/>
                  </a:lnTo>
                  <a:lnTo>
                    <a:pt x="6190" y="27206"/>
                  </a:lnTo>
                  <a:lnTo>
                    <a:pt x="5121" y="12782"/>
                  </a:lnTo>
                  <a:lnTo>
                    <a:pt x="15" y="13196"/>
                  </a:lnTo>
                  <a:lnTo>
                    <a:pt x="0" y="12933"/>
                  </a:lnTo>
                  <a:lnTo>
                    <a:pt x="11510" y="11867"/>
                  </a:lnTo>
                  <a:lnTo>
                    <a:pt x="13808" y="13633"/>
                  </a:lnTo>
                  <a:lnTo>
                    <a:pt x="16712" y="9818"/>
                  </a:lnTo>
                  <a:lnTo>
                    <a:pt x="20916" y="10099"/>
                  </a:lnTo>
                  <a:lnTo>
                    <a:pt x="23535" y="6824"/>
                  </a:lnTo>
                  <a:lnTo>
                    <a:pt x="28493" y="7194"/>
                  </a:lnTo>
                  <a:lnTo>
                    <a:pt x="23856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2" name="ph9172"/>
            <p:cNvSpPr/>
            <p:nvPr/>
          </p:nvSpPr>
          <p:spPr>
            <a:xfrm>
              <a:off x="12152178" y="2628133"/>
              <a:ext cx="85742" cy="73332"/>
            </a:xfrm>
            <a:custGeom>
              <a:avLst/>
              <a:pathLst>
                <a:path w="85742" h="73332">
                  <a:moveTo>
                    <a:pt x="57864" y="3769"/>
                  </a:moveTo>
                  <a:lnTo>
                    <a:pt x="79670" y="6047"/>
                  </a:lnTo>
                  <a:lnTo>
                    <a:pt x="85742" y="64082"/>
                  </a:lnTo>
                  <a:lnTo>
                    <a:pt x="81601" y="73332"/>
                  </a:lnTo>
                  <a:lnTo>
                    <a:pt x="80523" y="67484"/>
                  </a:lnTo>
                  <a:lnTo>
                    <a:pt x="75628" y="66123"/>
                  </a:lnTo>
                  <a:lnTo>
                    <a:pt x="71351" y="66217"/>
                  </a:lnTo>
                  <a:lnTo>
                    <a:pt x="71436" y="70461"/>
                  </a:lnTo>
                  <a:lnTo>
                    <a:pt x="69160" y="70513"/>
                  </a:lnTo>
                  <a:lnTo>
                    <a:pt x="68751" y="69229"/>
                  </a:lnTo>
                  <a:lnTo>
                    <a:pt x="61494" y="69359"/>
                  </a:lnTo>
                  <a:lnTo>
                    <a:pt x="61992" y="71150"/>
                  </a:lnTo>
                  <a:lnTo>
                    <a:pt x="59039" y="71448"/>
                  </a:lnTo>
                  <a:lnTo>
                    <a:pt x="53391" y="69464"/>
                  </a:lnTo>
                  <a:lnTo>
                    <a:pt x="46693" y="68035"/>
                  </a:lnTo>
                  <a:lnTo>
                    <a:pt x="41644" y="69145"/>
                  </a:lnTo>
                  <a:lnTo>
                    <a:pt x="33513" y="67761"/>
                  </a:lnTo>
                  <a:lnTo>
                    <a:pt x="32625" y="68114"/>
                  </a:lnTo>
                  <a:lnTo>
                    <a:pt x="32584" y="66092"/>
                  </a:lnTo>
                  <a:lnTo>
                    <a:pt x="34872" y="62948"/>
                  </a:lnTo>
                  <a:lnTo>
                    <a:pt x="34958" y="60172"/>
                  </a:lnTo>
                  <a:lnTo>
                    <a:pt x="32569" y="60443"/>
                  </a:lnTo>
                  <a:lnTo>
                    <a:pt x="31530" y="64368"/>
                  </a:lnTo>
                  <a:lnTo>
                    <a:pt x="27607" y="64888"/>
                  </a:lnTo>
                  <a:lnTo>
                    <a:pt x="25064" y="62584"/>
                  </a:lnTo>
                  <a:lnTo>
                    <a:pt x="20496" y="61107"/>
                  </a:lnTo>
                  <a:lnTo>
                    <a:pt x="12489" y="60892"/>
                  </a:lnTo>
                  <a:lnTo>
                    <a:pt x="9052" y="62237"/>
                  </a:lnTo>
                  <a:lnTo>
                    <a:pt x="8045" y="63200"/>
                  </a:lnTo>
                  <a:lnTo>
                    <a:pt x="6158" y="61761"/>
                  </a:lnTo>
                  <a:lnTo>
                    <a:pt x="7176" y="58859"/>
                  </a:lnTo>
                  <a:lnTo>
                    <a:pt x="6958" y="57188"/>
                  </a:lnTo>
                  <a:lnTo>
                    <a:pt x="4383" y="55066"/>
                  </a:lnTo>
                  <a:lnTo>
                    <a:pt x="2597" y="55041"/>
                  </a:lnTo>
                  <a:lnTo>
                    <a:pt x="2486" y="53744"/>
                  </a:lnTo>
                  <a:lnTo>
                    <a:pt x="4485" y="53146"/>
                  </a:lnTo>
                  <a:lnTo>
                    <a:pt x="4379" y="49986"/>
                  </a:lnTo>
                  <a:lnTo>
                    <a:pt x="1565" y="50597"/>
                  </a:lnTo>
                  <a:lnTo>
                    <a:pt x="0" y="48333"/>
                  </a:lnTo>
                  <a:lnTo>
                    <a:pt x="5156" y="42749"/>
                  </a:lnTo>
                  <a:lnTo>
                    <a:pt x="7246" y="38202"/>
                  </a:lnTo>
                  <a:lnTo>
                    <a:pt x="10092" y="34508"/>
                  </a:lnTo>
                  <a:lnTo>
                    <a:pt x="15253" y="30668"/>
                  </a:lnTo>
                  <a:lnTo>
                    <a:pt x="17577" y="25802"/>
                  </a:lnTo>
                  <a:lnTo>
                    <a:pt x="16629" y="25264"/>
                  </a:lnTo>
                  <a:lnTo>
                    <a:pt x="15252" y="26372"/>
                  </a:lnTo>
                  <a:lnTo>
                    <a:pt x="15270" y="22385"/>
                  </a:lnTo>
                  <a:lnTo>
                    <a:pt x="18001" y="22421"/>
                  </a:lnTo>
                  <a:lnTo>
                    <a:pt x="18158" y="21546"/>
                  </a:lnTo>
                  <a:lnTo>
                    <a:pt x="20826" y="21496"/>
                  </a:lnTo>
                  <a:lnTo>
                    <a:pt x="20829" y="19483"/>
                  </a:lnTo>
                  <a:lnTo>
                    <a:pt x="18591" y="7942"/>
                  </a:lnTo>
                  <a:lnTo>
                    <a:pt x="17046" y="8250"/>
                  </a:lnTo>
                  <a:lnTo>
                    <a:pt x="16688" y="7262"/>
                  </a:lnTo>
                  <a:lnTo>
                    <a:pt x="27717" y="6126"/>
                  </a:lnTo>
                  <a:lnTo>
                    <a:pt x="30165" y="1988"/>
                  </a:lnTo>
                  <a:lnTo>
                    <a:pt x="40709" y="865"/>
                  </a:lnTo>
                  <a:lnTo>
                    <a:pt x="4253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3" name="ph9173"/>
            <p:cNvSpPr/>
            <p:nvPr/>
          </p:nvSpPr>
          <p:spPr>
            <a:xfrm>
              <a:off x="12140044" y="2710500"/>
              <a:ext cx="16858" cy="32440"/>
            </a:xfrm>
            <a:custGeom>
              <a:avLst/>
              <a:pathLst>
                <a:path w="16858" h="32440">
                  <a:moveTo>
                    <a:pt x="7812" y="2189"/>
                  </a:moveTo>
                  <a:lnTo>
                    <a:pt x="9840" y="7510"/>
                  </a:lnTo>
                  <a:lnTo>
                    <a:pt x="11642" y="7573"/>
                  </a:lnTo>
                  <a:lnTo>
                    <a:pt x="11652" y="9164"/>
                  </a:lnTo>
                  <a:lnTo>
                    <a:pt x="12893" y="10260"/>
                  </a:lnTo>
                  <a:lnTo>
                    <a:pt x="16858" y="23239"/>
                  </a:lnTo>
                  <a:lnTo>
                    <a:pt x="15671" y="25367"/>
                  </a:lnTo>
                  <a:lnTo>
                    <a:pt x="15952" y="27829"/>
                  </a:lnTo>
                  <a:lnTo>
                    <a:pt x="15020" y="28042"/>
                  </a:lnTo>
                  <a:lnTo>
                    <a:pt x="9119" y="25945"/>
                  </a:lnTo>
                  <a:lnTo>
                    <a:pt x="7744" y="27928"/>
                  </a:lnTo>
                  <a:lnTo>
                    <a:pt x="7416" y="29696"/>
                  </a:lnTo>
                  <a:lnTo>
                    <a:pt x="4450" y="29552"/>
                  </a:lnTo>
                  <a:lnTo>
                    <a:pt x="1852" y="31521"/>
                  </a:lnTo>
                  <a:lnTo>
                    <a:pt x="2184" y="32440"/>
                  </a:lnTo>
                  <a:lnTo>
                    <a:pt x="711" y="32381"/>
                  </a:lnTo>
                  <a:lnTo>
                    <a:pt x="0" y="27072"/>
                  </a:lnTo>
                  <a:lnTo>
                    <a:pt x="836" y="24849"/>
                  </a:lnTo>
                  <a:lnTo>
                    <a:pt x="5533" y="26264"/>
                  </a:lnTo>
                  <a:lnTo>
                    <a:pt x="6343" y="22569"/>
                  </a:lnTo>
                  <a:lnTo>
                    <a:pt x="6077" y="19314"/>
                  </a:lnTo>
                  <a:lnTo>
                    <a:pt x="10052" y="19105"/>
                  </a:lnTo>
                  <a:lnTo>
                    <a:pt x="11617" y="17059"/>
                  </a:lnTo>
                  <a:lnTo>
                    <a:pt x="13277" y="12460"/>
                  </a:lnTo>
                  <a:lnTo>
                    <a:pt x="9302" y="9953"/>
                  </a:lnTo>
                  <a:lnTo>
                    <a:pt x="8100" y="9852"/>
                  </a:lnTo>
                  <a:lnTo>
                    <a:pt x="6893" y="10490"/>
                  </a:lnTo>
                  <a:lnTo>
                    <a:pt x="6717" y="14283"/>
                  </a:lnTo>
                  <a:lnTo>
                    <a:pt x="7672" y="15350"/>
                  </a:lnTo>
                  <a:lnTo>
                    <a:pt x="4926" y="16176"/>
                  </a:lnTo>
                  <a:lnTo>
                    <a:pt x="1922" y="7812"/>
                  </a:lnTo>
                  <a:lnTo>
                    <a:pt x="1177" y="4339"/>
                  </a:lnTo>
                  <a:lnTo>
                    <a:pt x="521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4" name="ph9174"/>
            <p:cNvSpPr/>
            <p:nvPr/>
          </p:nvSpPr>
          <p:spPr>
            <a:xfrm>
              <a:off x="12050202" y="2702849"/>
              <a:ext cx="9618" cy="14497"/>
            </a:xfrm>
            <a:custGeom>
              <a:avLst/>
              <a:pathLst>
                <a:path w="9618" h="14497">
                  <a:moveTo>
                    <a:pt x="6376" y="169"/>
                  </a:moveTo>
                  <a:lnTo>
                    <a:pt x="6977" y="2234"/>
                  </a:lnTo>
                  <a:lnTo>
                    <a:pt x="9618" y="3135"/>
                  </a:lnTo>
                  <a:lnTo>
                    <a:pt x="9268" y="6315"/>
                  </a:lnTo>
                  <a:lnTo>
                    <a:pt x="7807" y="6470"/>
                  </a:lnTo>
                  <a:lnTo>
                    <a:pt x="7848" y="10253"/>
                  </a:lnTo>
                  <a:lnTo>
                    <a:pt x="8755" y="10328"/>
                  </a:lnTo>
                  <a:lnTo>
                    <a:pt x="8476" y="12667"/>
                  </a:lnTo>
                  <a:lnTo>
                    <a:pt x="6752" y="14497"/>
                  </a:lnTo>
                  <a:lnTo>
                    <a:pt x="4082" y="13989"/>
                  </a:lnTo>
                  <a:lnTo>
                    <a:pt x="3594" y="13321"/>
                  </a:lnTo>
                  <a:lnTo>
                    <a:pt x="2534" y="12886"/>
                  </a:lnTo>
                  <a:lnTo>
                    <a:pt x="4539" y="11334"/>
                  </a:lnTo>
                  <a:lnTo>
                    <a:pt x="4666" y="10497"/>
                  </a:lnTo>
                  <a:lnTo>
                    <a:pt x="0" y="6292"/>
                  </a:lnTo>
                  <a:lnTo>
                    <a:pt x="39" y="4018"/>
                  </a:lnTo>
                  <a:lnTo>
                    <a:pt x="1034" y="2881"/>
                  </a:lnTo>
                  <a:lnTo>
                    <a:pt x="415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5" name="ph9175"/>
            <p:cNvSpPr/>
            <p:nvPr/>
          </p:nvSpPr>
          <p:spPr>
            <a:xfrm>
              <a:off x="12032066" y="2775938"/>
              <a:ext cx="14063" cy="16609"/>
            </a:xfrm>
            <a:custGeom>
              <a:avLst/>
              <a:pathLst>
                <a:path w="14063" h="16609">
                  <a:moveTo>
                    <a:pt x="11084" y="779"/>
                  </a:moveTo>
                  <a:lnTo>
                    <a:pt x="13755" y="4080"/>
                  </a:lnTo>
                  <a:lnTo>
                    <a:pt x="14063" y="10850"/>
                  </a:lnTo>
                  <a:lnTo>
                    <a:pt x="12917" y="12770"/>
                  </a:lnTo>
                  <a:lnTo>
                    <a:pt x="13406" y="14008"/>
                  </a:lnTo>
                  <a:lnTo>
                    <a:pt x="10540" y="15531"/>
                  </a:lnTo>
                  <a:lnTo>
                    <a:pt x="9695" y="15580"/>
                  </a:lnTo>
                  <a:lnTo>
                    <a:pt x="9727" y="14849"/>
                  </a:lnTo>
                  <a:lnTo>
                    <a:pt x="7670" y="14763"/>
                  </a:lnTo>
                  <a:lnTo>
                    <a:pt x="4958" y="16609"/>
                  </a:lnTo>
                  <a:lnTo>
                    <a:pt x="4006" y="14271"/>
                  </a:lnTo>
                  <a:lnTo>
                    <a:pt x="4103" y="11936"/>
                  </a:lnTo>
                  <a:lnTo>
                    <a:pt x="1761" y="12782"/>
                  </a:lnTo>
                  <a:lnTo>
                    <a:pt x="0" y="7809"/>
                  </a:lnTo>
                  <a:lnTo>
                    <a:pt x="927" y="6214"/>
                  </a:lnTo>
                  <a:lnTo>
                    <a:pt x="4024" y="6676"/>
                  </a:lnTo>
                  <a:lnTo>
                    <a:pt x="6008" y="6204"/>
                  </a:lnTo>
                  <a:lnTo>
                    <a:pt x="7287" y="2633"/>
                  </a:lnTo>
                  <a:lnTo>
                    <a:pt x="6174" y="1222"/>
                  </a:lnTo>
                  <a:lnTo>
                    <a:pt x="983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6" name="ph9176"/>
            <p:cNvSpPr/>
            <p:nvPr/>
          </p:nvSpPr>
          <p:spPr>
            <a:xfrm>
              <a:off x="12029013" y="2762386"/>
              <a:ext cx="16948" cy="14775"/>
            </a:xfrm>
            <a:custGeom>
              <a:avLst/>
              <a:pathLst>
                <a:path w="16948" h="14775">
                  <a:moveTo>
                    <a:pt x="6098" y="108"/>
                  </a:moveTo>
                  <a:lnTo>
                    <a:pt x="6877" y="2962"/>
                  </a:lnTo>
                  <a:lnTo>
                    <a:pt x="8770" y="6030"/>
                  </a:lnTo>
                  <a:lnTo>
                    <a:pt x="13041" y="6005"/>
                  </a:lnTo>
                  <a:lnTo>
                    <a:pt x="14335" y="9421"/>
                  </a:lnTo>
                  <a:lnTo>
                    <a:pt x="16948" y="9456"/>
                  </a:lnTo>
                  <a:lnTo>
                    <a:pt x="14137" y="14331"/>
                  </a:lnTo>
                  <a:lnTo>
                    <a:pt x="12887" y="13552"/>
                  </a:lnTo>
                  <a:lnTo>
                    <a:pt x="9227" y="14775"/>
                  </a:lnTo>
                  <a:lnTo>
                    <a:pt x="5554" y="13984"/>
                  </a:lnTo>
                  <a:lnTo>
                    <a:pt x="5771" y="10193"/>
                  </a:lnTo>
                  <a:lnTo>
                    <a:pt x="2841" y="7869"/>
                  </a:lnTo>
                  <a:lnTo>
                    <a:pt x="0" y="2580"/>
                  </a:lnTo>
                  <a:lnTo>
                    <a:pt x="4977" y="2384"/>
                  </a:lnTo>
                  <a:lnTo>
                    <a:pt x="427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7" name="ph9177"/>
            <p:cNvSpPr/>
            <p:nvPr/>
          </p:nvSpPr>
          <p:spPr>
            <a:xfrm>
              <a:off x="11964105" y="2752654"/>
              <a:ext cx="26197" cy="12393"/>
            </a:xfrm>
            <a:custGeom>
              <a:avLst/>
              <a:pathLst>
                <a:path w="26197" h="12393">
                  <a:moveTo>
                    <a:pt x="16793" y="229"/>
                  </a:moveTo>
                  <a:lnTo>
                    <a:pt x="20258" y="1450"/>
                  </a:lnTo>
                  <a:lnTo>
                    <a:pt x="22648" y="2442"/>
                  </a:lnTo>
                  <a:lnTo>
                    <a:pt x="26197" y="6429"/>
                  </a:lnTo>
                  <a:lnTo>
                    <a:pt x="24005" y="6394"/>
                  </a:lnTo>
                  <a:lnTo>
                    <a:pt x="24634" y="8433"/>
                  </a:lnTo>
                  <a:lnTo>
                    <a:pt x="19673" y="11590"/>
                  </a:lnTo>
                  <a:lnTo>
                    <a:pt x="15073" y="12020"/>
                  </a:lnTo>
                  <a:lnTo>
                    <a:pt x="11086" y="8578"/>
                  </a:lnTo>
                  <a:lnTo>
                    <a:pt x="11122" y="12246"/>
                  </a:lnTo>
                  <a:lnTo>
                    <a:pt x="8043" y="12289"/>
                  </a:lnTo>
                  <a:lnTo>
                    <a:pt x="6850" y="12393"/>
                  </a:lnTo>
                  <a:lnTo>
                    <a:pt x="2880" y="7560"/>
                  </a:lnTo>
                  <a:lnTo>
                    <a:pt x="0" y="6034"/>
                  </a:lnTo>
                  <a:lnTo>
                    <a:pt x="226" y="3509"/>
                  </a:lnTo>
                  <a:lnTo>
                    <a:pt x="4360" y="3902"/>
                  </a:lnTo>
                  <a:lnTo>
                    <a:pt x="4344" y="5064"/>
                  </a:lnTo>
                  <a:lnTo>
                    <a:pt x="5485" y="6113"/>
                  </a:lnTo>
                  <a:lnTo>
                    <a:pt x="11084" y="4018"/>
                  </a:lnTo>
                  <a:lnTo>
                    <a:pt x="11203" y="817"/>
                  </a:lnTo>
                  <a:lnTo>
                    <a:pt x="1121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8" name="ph9178"/>
            <p:cNvSpPr/>
            <p:nvPr/>
          </p:nvSpPr>
          <p:spPr>
            <a:xfrm>
              <a:off x="11940986" y="2723187"/>
              <a:ext cx="34148" cy="25834"/>
            </a:xfrm>
            <a:custGeom>
              <a:avLst/>
              <a:pathLst>
                <a:path w="34148" h="25834">
                  <a:moveTo>
                    <a:pt x="34148" y="1242"/>
                  </a:moveTo>
                  <a:lnTo>
                    <a:pt x="33618" y="2533"/>
                  </a:lnTo>
                  <a:lnTo>
                    <a:pt x="32009" y="12145"/>
                  </a:lnTo>
                  <a:lnTo>
                    <a:pt x="29544" y="10523"/>
                  </a:lnTo>
                  <a:lnTo>
                    <a:pt x="24374" y="8866"/>
                  </a:lnTo>
                  <a:lnTo>
                    <a:pt x="23477" y="9542"/>
                  </a:lnTo>
                  <a:lnTo>
                    <a:pt x="23918" y="12820"/>
                  </a:lnTo>
                  <a:lnTo>
                    <a:pt x="26437" y="13171"/>
                  </a:lnTo>
                  <a:lnTo>
                    <a:pt x="26838" y="14592"/>
                  </a:lnTo>
                  <a:lnTo>
                    <a:pt x="26732" y="18236"/>
                  </a:lnTo>
                  <a:lnTo>
                    <a:pt x="25327" y="22090"/>
                  </a:lnTo>
                  <a:lnTo>
                    <a:pt x="23106" y="25834"/>
                  </a:lnTo>
                  <a:lnTo>
                    <a:pt x="16296" y="25227"/>
                  </a:lnTo>
                  <a:lnTo>
                    <a:pt x="15354" y="21830"/>
                  </a:lnTo>
                  <a:lnTo>
                    <a:pt x="8152" y="14757"/>
                  </a:lnTo>
                  <a:lnTo>
                    <a:pt x="6309" y="14644"/>
                  </a:lnTo>
                  <a:lnTo>
                    <a:pt x="4647" y="15374"/>
                  </a:lnTo>
                  <a:lnTo>
                    <a:pt x="0" y="15186"/>
                  </a:lnTo>
                  <a:lnTo>
                    <a:pt x="188" y="7592"/>
                  </a:lnTo>
                  <a:lnTo>
                    <a:pt x="13461" y="7878"/>
                  </a:lnTo>
                  <a:lnTo>
                    <a:pt x="13437" y="5688"/>
                  </a:lnTo>
                  <a:lnTo>
                    <a:pt x="20805" y="4022"/>
                  </a:lnTo>
                  <a:lnTo>
                    <a:pt x="20382" y="8434"/>
                  </a:lnTo>
                  <a:lnTo>
                    <a:pt x="21211" y="8482"/>
                  </a:lnTo>
                  <a:lnTo>
                    <a:pt x="26133" y="5039"/>
                  </a:lnTo>
                  <a:lnTo>
                    <a:pt x="25771" y="2600"/>
                  </a:lnTo>
                  <a:lnTo>
                    <a:pt x="23681" y="2136"/>
                  </a:lnTo>
                  <a:lnTo>
                    <a:pt x="24018" y="1291"/>
                  </a:lnTo>
                  <a:lnTo>
                    <a:pt x="2641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9" name="ph9179"/>
            <p:cNvSpPr/>
            <p:nvPr/>
          </p:nvSpPr>
          <p:spPr>
            <a:xfrm>
              <a:off x="11980127" y="2692115"/>
              <a:ext cx="13777" cy="26527"/>
            </a:xfrm>
            <a:custGeom>
              <a:avLst/>
              <a:pathLst>
                <a:path w="13777" h="26527">
                  <a:moveTo>
                    <a:pt x="1048" y="0"/>
                  </a:moveTo>
                  <a:lnTo>
                    <a:pt x="4027" y="5895"/>
                  </a:lnTo>
                  <a:lnTo>
                    <a:pt x="5738" y="7007"/>
                  </a:lnTo>
                  <a:lnTo>
                    <a:pt x="8248" y="12472"/>
                  </a:lnTo>
                  <a:lnTo>
                    <a:pt x="11890" y="14678"/>
                  </a:lnTo>
                  <a:lnTo>
                    <a:pt x="13777" y="18338"/>
                  </a:lnTo>
                  <a:lnTo>
                    <a:pt x="11643" y="26527"/>
                  </a:lnTo>
                  <a:lnTo>
                    <a:pt x="6170" y="26290"/>
                  </a:lnTo>
                  <a:lnTo>
                    <a:pt x="5247" y="25081"/>
                  </a:lnTo>
                  <a:lnTo>
                    <a:pt x="3514" y="10622"/>
                  </a:lnTo>
                  <a:lnTo>
                    <a:pt x="1771" y="9689"/>
                  </a:lnTo>
                  <a:lnTo>
                    <a:pt x="0" y="464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0" name="ph9180"/>
            <p:cNvSpPr/>
            <p:nvPr/>
          </p:nvSpPr>
          <p:spPr>
            <a:xfrm>
              <a:off x="12130345" y="2740053"/>
              <a:ext cx="21711" cy="19668"/>
            </a:xfrm>
            <a:custGeom>
              <a:avLst/>
              <a:pathLst>
                <a:path w="21711" h="19668">
                  <a:moveTo>
                    <a:pt x="17115" y="144"/>
                  </a:moveTo>
                  <a:lnTo>
                    <a:pt x="15360" y="2657"/>
                  </a:lnTo>
                  <a:lnTo>
                    <a:pt x="17108" y="6069"/>
                  </a:lnTo>
                  <a:lnTo>
                    <a:pt x="21416" y="6307"/>
                  </a:lnTo>
                  <a:lnTo>
                    <a:pt x="21711" y="7523"/>
                  </a:lnTo>
                  <a:lnTo>
                    <a:pt x="21032" y="8653"/>
                  </a:lnTo>
                  <a:lnTo>
                    <a:pt x="14865" y="11722"/>
                  </a:lnTo>
                  <a:lnTo>
                    <a:pt x="12715" y="16481"/>
                  </a:lnTo>
                  <a:lnTo>
                    <a:pt x="2341" y="19668"/>
                  </a:lnTo>
                  <a:lnTo>
                    <a:pt x="0" y="19215"/>
                  </a:lnTo>
                  <a:lnTo>
                    <a:pt x="64" y="18035"/>
                  </a:lnTo>
                  <a:lnTo>
                    <a:pt x="9735" y="13213"/>
                  </a:lnTo>
                  <a:lnTo>
                    <a:pt x="10396" y="8506"/>
                  </a:lnTo>
                  <a:lnTo>
                    <a:pt x="5174" y="9503"/>
                  </a:lnTo>
                  <a:lnTo>
                    <a:pt x="4686" y="7367"/>
                  </a:lnTo>
                  <a:lnTo>
                    <a:pt x="4909" y="3263"/>
                  </a:lnTo>
                  <a:lnTo>
                    <a:pt x="6315" y="2775"/>
                  </a:lnTo>
                  <a:lnTo>
                    <a:pt x="12080" y="4375"/>
                  </a:lnTo>
                  <a:lnTo>
                    <a:pt x="11883" y="2888"/>
                  </a:lnTo>
                  <a:lnTo>
                    <a:pt x="11551" y="1969"/>
                  </a:lnTo>
                  <a:lnTo>
                    <a:pt x="1414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1" name="ph9181"/>
            <p:cNvSpPr/>
            <p:nvPr/>
          </p:nvSpPr>
          <p:spPr>
            <a:xfrm>
              <a:off x="12009730" y="2691349"/>
              <a:ext cx="10932" cy="7588"/>
            </a:xfrm>
            <a:custGeom>
              <a:avLst/>
              <a:pathLst>
                <a:path w="10932" h="7588">
                  <a:moveTo>
                    <a:pt x="6221" y="1136"/>
                  </a:moveTo>
                  <a:lnTo>
                    <a:pt x="7793" y="1170"/>
                  </a:lnTo>
                  <a:lnTo>
                    <a:pt x="8225" y="3471"/>
                  </a:lnTo>
                  <a:lnTo>
                    <a:pt x="9868" y="5148"/>
                  </a:lnTo>
                  <a:lnTo>
                    <a:pt x="10932" y="4913"/>
                  </a:lnTo>
                  <a:lnTo>
                    <a:pt x="8588" y="6895"/>
                  </a:lnTo>
                  <a:lnTo>
                    <a:pt x="4140" y="7588"/>
                  </a:lnTo>
                  <a:lnTo>
                    <a:pt x="1588" y="6846"/>
                  </a:lnTo>
                  <a:lnTo>
                    <a:pt x="0" y="1733"/>
                  </a:lnTo>
                  <a:lnTo>
                    <a:pt x="83" y="0"/>
                  </a:lnTo>
                  <a:lnTo>
                    <a:pt x="5037" y="43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2" name="ph9182"/>
            <p:cNvSpPr/>
            <p:nvPr/>
          </p:nvSpPr>
          <p:spPr>
            <a:xfrm>
              <a:off x="12025013" y="2720530"/>
              <a:ext cx="20298" cy="18913"/>
            </a:xfrm>
            <a:custGeom>
              <a:avLst/>
              <a:pathLst>
                <a:path w="20298" h="18913">
                  <a:moveTo>
                    <a:pt x="10339" y="2759"/>
                  </a:moveTo>
                  <a:lnTo>
                    <a:pt x="12501" y="2904"/>
                  </a:lnTo>
                  <a:lnTo>
                    <a:pt x="12429" y="5517"/>
                  </a:lnTo>
                  <a:lnTo>
                    <a:pt x="20061" y="9020"/>
                  </a:lnTo>
                  <a:lnTo>
                    <a:pt x="15699" y="13029"/>
                  </a:lnTo>
                  <a:lnTo>
                    <a:pt x="17915" y="13365"/>
                  </a:lnTo>
                  <a:lnTo>
                    <a:pt x="20298" y="15667"/>
                  </a:lnTo>
                  <a:lnTo>
                    <a:pt x="19759" y="18367"/>
                  </a:lnTo>
                  <a:lnTo>
                    <a:pt x="18675" y="18179"/>
                  </a:lnTo>
                  <a:lnTo>
                    <a:pt x="16586" y="16951"/>
                  </a:lnTo>
                  <a:lnTo>
                    <a:pt x="13221" y="16798"/>
                  </a:lnTo>
                  <a:lnTo>
                    <a:pt x="12734" y="18521"/>
                  </a:lnTo>
                  <a:lnTo>
                    <a:pt x="10641" y="18389"/>
                  </a:lnTo>
                  <a:lnTo>
                    <a:pt x="5557" y="18913"/>
                  </a:lnTo>
                  <a:lnTo>
                    <a:pt x="5090" y="3873"/>
                  </a:lnTo>
                  <a:lnTo>
                    <a:pt x="2587" y="4749"/>
                  </a:lnTo>
                  <a:lnTo>
                    <a:pt x="0" y="2112"/>
                  </a:lnTo>
                  <a:lnTo>
                    <a:pt x="2212" y="0"/>
                  </a:lnTo>
                  <a:lnTo>
                    <a:pt x="8204" y="114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3" name="ph9183"/>
            <p:cNvSpPr/>
            <p:nvPr/>
          </p:nvSpPr>
          <p:spPr>
            <a:xfrm>
              <a:off x="12044983" y="2774257"/>
              <a:ext cx="24234" cy="16851"/>
            </a:xfrm>
            <a:custGeom>
              <a:avLst/>
              <a:pathLst>
                <a:path w="24234" h="16851">
                  <a:moveTo>
                    <a:pt x="17766" y="5709"/>
                  </a:moveTo>
                  <a:lnTo>
                    <a:pt x="24234" y="5276"/>
                  </a:lnTo>
                  <a:lnTo>
                    <a:pt x="20477" y="16300"/>
                  </a:lnTo>
                  <a:lnTo>
                    <a:pt x="14471" y="16851"/>
                  </a:lnTo>
                  <a:lnTo>
                    <a:pt x="11488" y="16154"/>
                  </a:lnTo>
                  <a:lnTo>
                    <a:pt x="489" y="15689"/>
                  </a:lnTo>
                  <a:lnTo>
                    <a:pt x="0" y="14450"/>
                  </a:lnTo>
                  <a:lnTo>
                    <a:pt x="1145" y="12531"/>
                  </a:lnTo>
                  <a:lnTo>
                    <a:pt x="837" y="5761"/>
                  </a:lnTo>
                  <a:lnTo>
                    <a:pt x="3739" y="5844"/>
                  </a:lnTo>
                  <a:lnTo>
                    <a:pt x="7832" y="3108"/>
                  </a:lnTo>
                  <a:lnTo>
                    <a:pt x="8402" y="1027"/>
                  </a:lnTo>
                  <a:lnTo>
                    <a:pt x="9463" y="2127"/>
                  </a:lnTo>
                  <a:lnTo>
                    <a:pt x="13664" y="3748"/>
                  </a:lnTo>
                  <a:lnTo>
                    <a:pt x="14458" y="3390"/>
                  </a:lnTo>
                  <a:lnTo>
                    <a:pt x="1542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4" name="ph9184"/>
            <p:cNvSpPr/>
            <p:nvPr/>
          </p:nvSpPr>
          <p:spPr>
            <a:xfrm>
              <a:off x="12023491" y="2684381"/>
              <a:ext cx="12289" cy="23404"/>
            </a:xfrm>
            <a:custGeom>
              <a:avLst/>
              <a:pathLst>
                <a:path w="12289" h="23404">
                  <a:moveTo>
                    <a:pt x="3527" y="790"/>
                  </a:moveTo>
                  <a:lnTo>
                    <a:pt x="3925" y="6015"/>
                  </a:lnTo>
                  <a:lnTo>
                    <a:pt x="7642" y="6784"/>
                  </a:lnTo>
                  <a:lnTo>
                    <a:pt x="9336" y="7942"/>
                  </a:lnTo>
                  <a:lnTo>
                    <a:pt x="10013" y="9707"/>
                  </a:lnTo>
                  <a:lnTo>
                    <a:pt x="9883" y="12828"/>
                  </a:lnTo>
                  <a:lnTo>
                    <a:pt x="12289" y="13339"/>
                  </a:lnTo>
                  <a:lnTo>
                    <a:pt x="8785" y="18008"/>
                  </a:lnTo>
                  <a:lnTo>
                    <a:pt x="10143" y="20130"/>
                  </a:lnTo>
                  <a:lnTo>
                    <a:pt x="6494" y="23404"/>
                  </a:lnTo>
                  <a:lnTo>
                    <a:pt x="7519" y="21534"/>
                  </a:lnTo>
                  <a:lnTo>
                    <a:pt x="7548" y="19256"/>
                  </a:lnTo>
                  <a:lnTo>
                    <a:pt x="3896" y="17237"/>
                  </a:lnTo>
                  <a:lnTo>
                    <a:pt x="2379" y="17112"/>
                  </a:lnTo>
                  <a:lnTo>
                    <a:pt x="1559" y="7423"/>
                  </a:lnTo>
                  <a:lnTo>
                    <a:pt x="0" y="368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5" name="ph9185"/>
            <p:cNvSpPr/>
            <p:nvPr/>
          </p:nvSpPr>
          <p:spPr>
            <a:xfrm>
              <a:off x="12039598" y="2791469"/>
              <a:ext cx="9725" cy="15344"/>
            </a:xfrm>
            <a:custGeom>
              <a:avLst/>
              <a:pathLst>
                <a:path w="9725" h="15344">
                  <a:moveTo>
                    <a:pt x="3008" y="0"/>
                  </a:moveTo>
                  <a:lnTo>
                    <a:pt x="4733" y="1659"/>
                  </a:lnTo>
                  <a:lnTo>
                    <a:pt x="5978" y="1692"/>
                  </a:lnTo>
                  <a:lnTo>
                    <a:pt x="8128" y="3033"/>
                  </a:lnTo>
                  <a:lnTo>
                    <a:pt x="9612" y="4772"/>
                  </a:lnTo>
                  <a:lnTo>
                    <a:pt x="9725" y="7059"/>
                  </a:lnTo>
                  <a:lnTo>
                    <a:pt x="2896" y="15344"/>
                  </a:lnTo>
                  <a:lnTo>
                    <a:pt x="2314" y="15251"/>
                  </a:lnTo>
                  <a:lnTo>
                    <a:pt x="0" y="15123"/>
                  </a:lnTo>
                  <a:lnTo>
                    <a:pt x="372" y="9256"/>
                  </a:lnTo>
                  <a:lnTo>
                    <a:pt x="2163" y="4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6" name="ph9186"/>
            <p:cNvSpPr/>
            <p:nvPr/>
          </p:nvSpPr>
          <p:spPr>
            <a:xfrm>
              <a:off x="12119156" y="2772016"/>
              <a:ext cx="30636" cy="40486"/>
            </a:xfrm>
            <a:custGeom>
              <a:avLst/>
              <a:pathLst>
                <a:path w="30636" h="40486">
                  <a:moveTo>
                    <a:pt x="23570" y="735"/>
                  </a:moveTo>
                  <a:lnTo>
                    <a:pt x="23172" y="8151"/>
                  </a:lnTo>
                  <a:lnTo>
                    <a:pt x="26430" y="7903"/>
                  </a:lnTo>
                  <a:lnTo>
                    <a:pt x="28278" y="8470"/>
                  </a:lnTo>
                  <a:lnTo>
                    <a:pt x="29496" y="11785"/>
                  </a:lnTo>
                  <a:lnTo>
                    <a:pt x="29796" y="18297"/>
                  </a:lnTo>
                  <a:lnTo>
                    <a:pt x="30636" y="19725"/>
                  </a:lnTo>
                  <a:lnTo>
                    <a:pt x="29342" y="20627"/>
                  </a:lnTo>
                  <a:lnTo>
                    <a:pt x="26118" y="20314"/>
                  </a:lnTo>
                  <a:lnTo>
                    <a:pt x="18074" y="26552"/>
                  </a:lnTo>
                  <a:lnTo>
                    <a:pt x="20066" y="26633"/>
                  </a:lnTo>
                  <a:lnTo>
                    <a:pt x="19998" y="32222"/>
                  </a:lnTo>
                  <a:lnTo>
                    <a:pt x="12216" y="32394"/>
                  </a:lnTo>
                  <a:lnTo>
                    <a:pt x="5452" y="36341"/>
                  </a:lnTo>
                  <a:lnTo>
                    <a:pt x="108" y="40486"/>
                  </a:lnTo>
                  <a:lnTo>
                    <a:pt x="0" y="38693"/>
                  </a:lnTo>
                  <a:lnTo>
                    <a:pt x="1495" y="35929"/>
                  </a:lnTo>
                  <a:lnTo>
                    <a:pt x="4788" y="36316"/>
                  </a:lnTo>
                  <a:lnTo>
                    <a:pt x="4645" y="28821"/>
                  </a:lnTo>
                  <a:lnTo>
                    <a:pt x="7609" y="29031"/>
                  </a:lnTo>
                  <a:lnTo>
                    <a:pt x="7647" y="26972"/>
                  </a:lnTo>
                  <a:lnTo>
                    <a:pt x="8808" y="25984"/>
                  </a:lnTo>
                  <a:lnTo>
                    <a:pt x="8147" y="20714"/>
                  </a:lnTo>
                  <a:lnTo>
                    <a:pt x="10555" y="20403"/>
                  </a:lnTo>
                  <a:lnTo>
                    <a:pt x="10798" y="16055"/>
                  </a:lnTo>
                  <a:lnTo>
                    <a:pt x="10829" y="13122"/>
                  </a:lnTo>
                  <a:lnTo>
                    <a:pt x="8009" y="12684"/>
                  </a:lnTo>
                  <a:lnTo>
                    <a:pt x="8030" y="1271"/>
                  </a:lnTo>
                  <a:lnTo>
                    <a:pt x="14730" y="1456"/>
                  </a:lnTo>
                  <a:lnTo>
                    <a:pt x="1580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7" name="ph9187"/>
            <p:cNvSpPr/>
            <p:nvPr/>
          </p:nvSpPr>
          <p:spPr>
            <a:xfrm>
              <a:off x="11923454" y="2750614"/>
              <a:ext cx="45313" cy="36028"/>
            </a:xfrm>
            <a:custGeom>
              <a:avLst/>
              <a:pathLst>
                <a:path w="45313" h="36028">
                  <a:moveTo>
                    <a:pt x="6175" y="14424"/>
                  </a:moveTo>
                  <a:lnTo>
                    <a:pt x="7871" y="14194"/>
                  </a:lnTo>
                  <a:lnTo>
                    <a:pt x="8220" y="11657"/>
                  </a:lnTo>
                  <a:lnTo>
                    <a:pt x="7226" y="11506"/>
                  </a:lnTo>
                  <a:lnTo>
                    <a:pt x="6757" y="4282"/>
                  </a:lnTo>
                  <a:lnTo>
                    <a:pt x="18395" y="10530"/>
                  </a:lnTo>
                  <a:lnTo>
                    <a:pt x="21912" y="15006"/>
                  </a:lnTo>
                  <a:lnTo>
                    <a:pt x="22630" y="17297"/>
                  </a:lnTo>
                  <a:lnTo>
                    <a:pt x="25729" y="18093"/>
                  </a:lnTo>
                  <a:lnTo>
                    <a:pt x="26934" y="16782"/>
                  </a:lnTo>
                  <a:lnTo>
                    <a:pt x="30824" y="16431"/>
                  </a:lnTo>
                  <a:lnTo>
                    <a:pt x="32048" y="17348"/>
                  </a:lnTo>
                  <a:lnTo>
                    <a:pt x="32040" y="20218"/>
                  </a:lnTo>
                  <a:lnTo>
                    <a:pt x="38468" y="20240"/>
                  </a:lnTo>
                  <a:lnTo>
                    <a:pt x="37298" y="24898"/>
                  </a:lnTo>
                  <a:lnTo>
                    <a:pt x="40848" y="26613"/>
                  </a:lnTo>
                  <a:lnTo>
                    <a:pt x="40949" y="22268"/>
                  </a:lnTo>
                  <a:lnTo>
                    <a:pt x="42245" y="22424"/>
                  </a:lnTo>
                  <a:lnTo>
                    <a:pt x="45313" y="24926"/>
                  </a:lnTo>
                  <a:lnTo>
                    <a:pt x="44714" y="27799"/>
                  </a:lnTo>
                  <a:lnTo>
                    <a:pt x="43006" y="29129"/>
                  </a:lnTo>
                  <a:lnTo>
                    <a:pt x="38281" y="35717"/>
                  </a:lnTo>
                  <a:lnTo>
                    <a:pt x="34506" y="36028"/>
                  </a:lnTo>
                  <a:lnTo>
                    <a:pt x="19170" y="31897"/>
                  </a:lnTo>
                  <a:lnTo>
                    <a:pt x="19862" y="26026"/>
                  </a:lnTo>
                  <a:lnTo>
                    <a:pt x="19012" y="23183"/>
                  </a:lnTo>
                  <a:lnTo>
                    <a:pt x="7193" y="24419"/>
                  </a:lnTo>
                  <a:lnTo>
                    <a:pt x="6414" y="23004"/>
                  </a:lnTo>
                  <a:lnTo>
                    <a:pt x="1312" y="23193"/>
                  </a:lnTo>
                  <a:lnTo>
                    <a:pt x="0" y="414"/>
                  </a:lnTo>
                  <a:lnTo>
                    <a:pt x="510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8" name="ph9188"/>
            <p:cNvSpPr/>
            <p:nvPr/>
          </p:nvSpPr>
          <p:spPr>
            <a:xfrm>
              <a:off x="12020627" y="2779534"/>
              <a:ext cx="59917" cy="103029"/>
            </a:xfrm>
            <a:custGeom>
              <a:avLst/>
              <a:pathLst>
                <a:path w="59917" h="103029">
                  <a:moveTo>
                    <a:pt x="50342" y="1662"/>
                  </a:moveTo>
                  <a:lnTo>
                    <a:pt x="50603" y="4032"/>
                  </a:lnTo>
                  <a:lnTo>
                    <a:pt x="52607" y="5330"/>
                  </a:lnTo>
                  <a:lnTo>
                    <a:pt x="51955" y="11459"/>
                  </a:lnTo>
                  <a:lnTo>
                    <a:pt x="52761" y="17552"/>
                  </a:lnTo>
                  <a:lnTo>
                    <a:pt x="51436" y="17582"/>
                  </a:lnTo>
                  <a:lnTo>
                    <a:pt x="51555" y="14209"/>
                  </a:lnTo>
                  <a:lnTo>
                    <a:pt x="47227" y="13930"/>
                  </a:lnTo>
                  <a:lnTo>
                    <a:pt x="45403" y="15707"/>
                  </a:lnTo>
                  <a:lnTo>
                    <a:pt x="43871" y="21968"/>
                  </a:lnTo>
                  <a:lnTo>
                    <a:pt x="41686" y="22991"/>
                  </a:lnTo>
                  <a:lnTo>
                    <a:pt x="41641" y="25001"/>
                  </a:lnTo>
                  <a:lnTo>
                    <a:pt x="44403" y="26518"/>
                  </a:lnTo>
                  <a:lnTo>
                    <a:pt x="45241" y="24048"/>
                  </a:lnTo>
                  <a:lnTo>
                    <a:pt x="46114" y="24129"/>
                  </a:lnTo>
                  <a:lnTo>
                    <a:pt x="47568" y="27229"/>
                  </a:lnTo>
                  <a:lnTo>
                    <a:pt x="47543" y="31273"/>
                  </a:lnTo>
                  <a:lnTo>
                    <a:pt x="45911" y="35147"/>
                  </a:lnTo>
                  <a:lnTo>
                    <a:pt x="47897" y="37149"/>
                  </a:lnTo>
                  <a:lnTo>
                    <a:pt x="50697" y="48252"/>
                  </a:lnTo>
                  <a:lnTo>
                    <a:pt x="53971" y="55150"/>
                  </a:lnTo>
                  <a:lnTo>
                    <a:pt x="52908" y="66119"/>
                  </a:lnTo>
                  <a:lnTo>
                    <a:pt x="50301" y="65978"/>
                  </a:lnTo>
                  <a:lnTo>
                    <a:pt x="50903" y="74202"/>
                  </a:lnTo>
                  <a:lnTo>
                    <a:pt x="58860" y="79518"/>
                  </a:lnTo>
                  <a:lnTo>
                    <a:pt x="59917" y="83825"/>
                  </a:lnTo>
                  <a:lnTo>
                    <a:pt x="54294" y="83229"/>
                  </a:lnTo>
                  <a:lnTo>
                    <a:pt x="54091" y="93864"/>
                  </a:lnTo>
                  <a:lnTo>
                    <a:pt x="56953" y="93880"/>
                  </a:lnTo>
                  <a:lnTo>
                    <a:pt x="57203" y="97444"/>
                  </a:lnTo>
                  <a:lnTo>
                    <a:pt x="52662" y="97984"/>
                  </a:lnTo>
                  <a:lnTo>
                    <a:pt x="52587" y="91277"/>
                  </a:lnTo>
                  <a:lnTo>
                    <a:pt x="47533" y="90940"/>
                  </a:lnTo>
                  <a:lnTo>
                    <a:pt x="43828" y="92150"/>
                  </a:lnTo>
                  <a:lnTo>
                    <a:pt x="44504" y="95514"/>
                  </a:lnTo>
                  <a:lnTo>
                    <a:pt x="36446" y="103029"/>
                  </a:lnTo>
                  <a:lnTo>
                    <a:pt x="22384" y="92531"/>
                  </a:lnTo>
                  <a:lnTo>
                    <a:pt x="17869" y="87072"/>
                  </a:lnTo>
                  <a:lnTo>
                    <a:pt x="15583" y="87057"/>
                  </a:lnTo>
                  <a:lnTo>
                    <a:pt x="14467" y="85852"/>
                  </a:lnTo>
                  <a:lnTo>
                    <a:pt x="12521" y="82296"/>
                  </a:lnTo>
                  <a:lnTo>
                    <a:pt x="13943" y="82361"/>
                  </a:lnTo>
                  <a:lnTo>
                    <a:pt x="13989" y="78702"/>
                  </a:lnTo>
                  <a:lnTo>
                    <a:pt x="8356" y="78677"/>
                  </a:lnTo>
                  <a:lnTo>
                    <a:pt x="396" y="67553"/>
                  </a:lnTo>
                  <a:lnTo>
                    <a:pt x="0" y="62085"/>
                  </a:lnTo>
                  <a:lnTo>
                    <a:pt x="4751" y="52109"/>
                  </a:lnTo>
                  <a:lnTo>
                    <a:pt x="8044" y="47273"/>
                  </a:lnTo>
                  <a:lnTo>
                    <a:pt x="21464" y="47814"/>
                  </a:lnTo>
                  <a:lnTo>
                    <a:pt x="23069" y="47074"/>
                  </a:lnTo>
                  <a:lnTo>
                    <a:pt x="22963" y="43706"/>
                  </a:lnTo>
                  <a:lnTo>
                    <a:pt x="19912" y="41639"/>
                  </a:lnTo>
                  <a:lnTo>
                    <a:pt x="16429" y="40873"/>
                  </a:lnTo>
                  <a:lnTo>
                    <a:pt x="16174" y="35916"/>
                  </a:lnTo>
                  <a:lnTo>
                    <a:pt x="16663" y="34585"/>
                  </a:lnTo>
                  <a:lnTo>
                    <a:pt x="17820" y="34700"/>
                  </a:lnTo>
                  <a:lnTo>
                    <a:pt x="19244" y="37998"/>
                  </a:lnTo>
                  <a:lnTo>
                    <a:pt x="21637" y="38249"/>
                  </a:lnTo>
                  <a:lnTo>
                    <a:pt x="22865" y="37411"/>
                  </a:lnTo>
                  <a:lnTo>
                    <a:pt x="22386" y="34484"/>
                  </a:lnTo>
                  <a:lnTo>
                    <a:pt x="18204" y="33766"/>
                  </a:lnTo>
                  <a:lnTo>
                    <a:pt x="16017" y="32086"/>
                  </a:lnTo>
                  <a:lnTo>
                    <a:pt x="16596" y="30306"/>
                  </a:lnTo>
                  <a:lnTo>
                    <a:pt x="18042" y="29116"/>
                  </a:lnTo>
                  <a:lnTo>
                    <a:pt x="21212" y="29146"/>
                  </a:lnTo>
                  <a:lnTo>
                    <a:pt x="21285" y="27186"/>
                  </a:lnTo>
                  <a:lnTo>
                    <a:pt x="21867" y="27280"/>
                  </a:lnTo>
                  <a:lnTo>
                    <a:pt x="28695" y="18994"/>
                  </a:lnTo>
                  <a:lnTo>
                    <a:pt x="28583" y="16708"/>
                  </a:lnTo>
                  <a:lnTo>
                    <a:pt x="27099" y="14968"/>
                  </a:lnTo>
                  <a:lnTo>
                    <a:pt x="24949" y="13628"/>
                  </a:lnTo>
                  <a:lnTo>
                    <a:pt x="23703" y="13594"/>
                  </a:lnTo>
                  <a:lnTo>
                    <a:pt x="21978" y="11935"/>
                  </a:lnTo>
                  <a:lnTo>
                    <a:pt x="24845" y="10413"/>
                  </a:lnTo>
                  <a:lnTo>
                    <a:pt x="35844" y="10878"/>
                  </a:lnTo>
                  <a:lnTo>
                    <a:pt x="38827" y="11575"/>
                  </a:lnTo>
                  <a:lnTo>
                    <a:pt x="44834" y="11024"/>
                  </a:lnTo>
                  <a:lnTo>
                    <a:pt x="4859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9" name="ph9189"/>
            <p:cNvSpPr/>
            <p:nvPr/>
          </p:nvSpPr>
          <p:spPr>
            <a:xfrm>
              <a:off x="11724802" y="2635607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0" name="ph9190"/>
            <p:cNvSpPr/>
            <p:nvPr/>
          </p:nvSpPr>
          <p:spPr>
            <a:xfrm>
              <a:off x="11799255" y="2597842"/>
              <a:ext cx="159" cy="95"/>
            </a:xfrm>
            <a:custGeom>
              <a:avLst/>
              <a:pathLst>
                <a:path w="159" h="95">
                  <a:moveTo>
                    <a:pt x="0" y="95"/>
                  </a:moveTo>
                  <a:lnTo>
                    <a:pt x="15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1" name="ph9191"/>
            <p:cNvSpPr/>
            <p:nvPr/>
          </p:nvSpPr>
          <p:spPr>
            <a:xfrm>
              <a:off x="11799638" y="2597207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2" name="ph9192"/>
            <p:cNvSpPr/>
            <p:nvPr/>
          </p:nvSpPr>
          <p:spPr>
            <a:xfrm>
              <a:off x="11796792" y="2597225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3" name="ph9193"/>
            <p:cNvSpPr/>
            <p:nvPr/>
          </p:nvSpPr>
          <p:spPr>
            <a:xfrm>
              <a:off x="11797199" y="2597183"/>
              <a:ext cx="1" cy="166"/>
            </a:xfrm>
            <a:custGeom>
              <a:avLst/>
              <a:pathLst>
                <a:path w="1" h="166">
                  <a:moveTo>
                    <a:pt x="0" y="0"/>
                  </a:moveTo>
                  <a:lnTo>
                    <a:pt x="1" y="16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4" name="ph9194"/>
            <p:cNvSpPr/>
            <p:nvPr/>
          </p:nvSpPr>
          <p:spPr>
            <a:xfrm>
              <a:off x="11798917" y="2596531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5" name="ph9195"/>
            <p:cNvSpPr/>
            <p:nvPr/>
          </p:nvSpPr>
          <p:spPr>
            <a:xfrm>
              <a:off x="11972293" y="2536282"/>
              <a:ext cx="2812" cy="2875"/>
            </a:xfrm>
            <a:custGeom>
              <a:avLst/>
              <a:pathLst>
                <a:path w="2812" h="2875">
                  <a:moveTo>
                    <a:pt x="2812" y="2875"/>
                  </a:moveTo>
                  <a:lnTo>
                    <a:pt x="0" y="883"/>
                  </a:lnTo>
                  <a:lnTo>
                    <a:pt x="1081" y="0"/>
                  </a:lnTo>
                  <a:lnTo>
                    <a:pt x="1533" y="130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6" name="ph9196"/>
            <p:cNvSpPr/>
            <p:nvPr/>
          </p:nvSpPr>
          <p:spPr>
            <a:xfrm>
              <a:off x="11974881" y="2536435"/>
              <a:ext cx="342" cy="471"/>
            </a:xfrm>
            <a:custGeom>
              <a:avLst/>
              <a:pathLst>
                <a:path w="342" h="471">
                  <a:moveTo>
                    <a:pt x="342" y="471"/>
                  </a:moveTo>
                  <a:lnTo>
                    <a:pt x="0" y="442"/>
                  </a:lnTo>
                  <a:lnTo>
                    <a:pt x="9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7" name="ph9197"/>
            <p:cNvSpPr/>
            <p:nvPr/>
          </p:nvSpPr>
          <p:spPr>
            <a:xfrm>
              <a:off x="11975490" y="2534822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8" name="ph9198"/>
            <p:cNvSpPr/>
            <p:nvPr/>
          </p:nvSpPr>
          <p:spPr>
            <a:xfrm>
              <a:off x="11972423" y="2530188"/>
              <a:ext cx="1525" cy="356"/>
            </a:xfrm>
            <a:custGeom>
              <a:avLst/>
              <a:pathLst>
                <a:path w="1525" h="356">
                  <a:moveTo>
                    <a:pt x="0" y="146"/>
                  </a:moveTo>
                  <a:lnTo>
                    <a:pt x="1525" y="0"/>
                  </a:lnTo>
                  <a:lnTo>
                    <a:pt x="215" y="35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9" name="ph9199"/>
            <p:cNvSpPr/>
            <p:nvPr/>
          </p:nvSpPr>
          <p:spPr>
            <a:xfrm>
              <a:off x="11972137" y="2529877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0" name="ph9200"/>
            <p:cNvSpPr/>
            <p:nvPr/>
          </p:nvSpPr>
          <p:spPr>
            <a:xfrm>
              <a:off x="11974042" y="2530158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1" name="ph9201"/>
            <p:cNvSpPr/>
            <p:nvPr/>
          </p:nvSpPr>
          <p:spPr>
            <a:xfrm>
              <a:off x="11972449" y="2529595"/>
              <a:ext cx="209" cy="445"/>
            </a:xfrm>
            <a:custGeom>
              <a:avLst/>
              <a:pathLst>
                <a:path w="209" h="445">
                  <a:moveTo>
                    <a:pt x="69" y="0"/>
                  </a:moveTo>
                  <a:lnTo>
                    <a:pt x="209" y="445"/>
                  </a:lnTo>
                  <a:lnTo>
                    <a:pt x="0" y="21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2" name="ph9202"/>
            <p:cNvSpPr/>
            <p:nvPr/>
          </p:nvSpPr>
          <p:spPr>
            <a:xfrm>
              <a:off x="11972793" y="2529160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3" name="ph9203"/>
            <p:cNvSpPr/>
            <p:nvPr/>
          </p:nvSpPr>
          <p:spPr>
            <a:xfrm>
              <a:off x="11974605" y="2527746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4" name="ph9204"/>
            <p:cNvSpPr/>
            <p:nvPr/>
          </p:nvSpPr>
          <p:spPr>
            <a:xfrm>
              <a:off x="11973734" y="2527996"/>
              <a:ext cx="205" cy="505"/>
            </a:xfrm>
            <a:custGeom>
              <a:avLst/>
              <a:pathLst>
                <a:path w="205" h="505">
                  <a:moveTo>
                    <a:pt x="205" y="0"/>
                  </a:moveTo>
                  <a:lnTo>
                    <a:pt x="124" y="286"/>
                  </a:lnTo>
                  <a:lnTo>
                    <a:pt x="0" y="50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5" name="ph9205"/>
            <p:cNvSpPr/>
            <p:nvPr/>
          </p:nvSpPr>
          <p:spPr>
            <a:xfrm>
              <a:off x="11974167" y="2527829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6" name="ph9206"/>
            <p:cNvSpPr/>
            <p:nvPr/>
          </p:nvSpPr>
          <p:spPr>
            <a:xfrm>
              <a:off x="11978102" y="2545122"/>
              <a:ext cx="868" cy="1112"/>
            </a:xfrm>
            <a:custGeom>
              <a:avLst/>
              <a:pathLst>
                <a:path w="868" h="1112">
                  <a:moveTo>
                    <a:pt x="868" y="11"/>
                  </a:moveTo>
                  <a:lnTo>
                    <a:pt x="821" y="11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7" name="ph9207"/>
            <p:cNvSpPr/>
            <p:nvPr/>
          </p:nvSpPr>
          <p:spPr>
            <a:xfrm>
              <a:off x="11977485" y="2544739"/>
              <a:ext cx="885" cy="585"/>
            </a:xfrm>
            <a:custGeom>
              <a:avLst/>
              <a:pathLst>
                <a:path w="885" h="585">
                  <a:moveTo>
                    <a:pt x="485" y="585"/>
                  </a:moveTo>
                  <a:lnTo>
                    <a:pt x="0" y="385"/>
                  </a:lnTo>
                  <a:lnTo>
                    <a:pt x="885" y="0"/>
                  </a:lnTo>
                  <a:lnTo>
                    <a:pt x="513" y="18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8" name="ph9208"/>
            <p:cNvSpPr/>
            <p:nvPr/>
          </p:nvSpPr>
          <p:spPr>
            <a:xfrm>
              <a:off x="11978572" y="2544321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9" name="ph9209"/>
            <p:cNvSpPr/>
            <p:nvPr/>
          </p:nvSpPr>
          <p:spPr>
            <a:xfrm>
              <a:off x="11975428" y="2539416"/>
              <a:ext cx="1666" cy="3464"/>
            </a:xfrm>
            <a:custGeom>
              <a:avLst/>
              <a:pathLst>
                <a:path w="1666" h="3464">
                  <a:moveTo>
                    <a:pt x="1165" y="2204"/>
                  </a:moveTo>
                  <a:lnTo>
                    <a:pt x="1666" y="3464"/>
                  </a:lnTo>
                  <a:lnTo>
                    <a:pt x="0" y="1690"/>
                  </a:lnTo>
                  <a:lnTo>
                    <a:pt x="266" y="0"/>
                  </a:lnTo>
                  <a:lnTo>
                    <a:pt x="1194" y="96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0" name="ph9210"/>
            <p:cNvSpPr/>
            <p:nvPr/>
          </p:nvSpPr>
          <p:spPr>
            <a:xfrm>
              <a:off x="11977050" y="2540288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1" name="ph9211"/>
            <p:cNvSpPr/>
            <p:nvPr/>
          </p:nvSpPr>
          <p:spPr>
            <a:xfrm>
              <a:off x="11976104" y="2539041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2" name="ph9212"/>
            <p:cNvSpPr/>
            <p:nvPr/>
          </p:nvSpPr>
          <p:spPr>
            <a:xfrm>
              <a:off x="11975762" y="2538142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3" name="ph9213"/>
            <p:cNvSpPr/>
            <p:nvPr/>
          </p:nvSpPr>
          <p:spPr>
            <a:xfrm>
              <a:off x="11977676" y="2537191"/>
              <a:ext cx="1260" cy="1215"/>
            </a:xfrm>
            <a:custGeom>
              <a:avLst/>
              <a:pathLst>
                <a:path w="1260" h="1215">
                  <a:moveTo>
                    <a:pt x="1260" y="44"/>
                  </a:moveTo>
                  <a:lnTo>
                    <a:pt x="927" y="1215"/>
                  </a:ln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4" name="ph9214"/>
            <p:cNvSpPr/>
            <p:nvPr/>
          </p:nvSpPr>
          <p:spPr>
            <a:xfrm>
              <a:off x="11977233" y="2535956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5" name="ph9215"/>
            <p:cNvSpPr/>
            <p:nvPr/>
          </p:nvSpPr>
          <p:spPr>
            <a:xfrm>
              <a:off x="11976026" y="2535289"/>
              <a:ext cx="778" cy="1477"/>
            </a:xfrm>
            <a:custGeom>
              <a:avLst/>
              <a:pathLst>
                <a:path w="778" h="1477">
                  <a:moveTo>
                    <a:pt x="0" y="1477"/>
                  </a:moveTo>
                  <a:lnTo>
                    <a:pt x="685" y="0"/>
                  </a:lnTo>
                  <a:lnTo>
                    <a:pt x="778" y="53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6" name="ph9216"/>
            <p:cNvSpPr/>
            <p:nvPr/>
          </p:nvSpPr>
          <p:spPr>
            <a:xfrm>
              <a:off x="11977542" y="2535266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7" name="ph9217"/>
            <p:cNvSpPr/>
            <p:nvPr/>
          </p:nvSpPr>
          <p:spPr>
            <a:xfrm>
              <a:off x="11976886" y="2534057"/>
              <a:ext cx="468" cy="743"/>
            </a:xfrm>
            <a:custGeom>
              <a:avLst/>
              <a:pathLst>
                <a:path w="468" h="743">
                  <a:moveTo>
                    <a:pt x="0" y="0"/>
                  </a:moveTo>
                  <a:lnTo>
                    <a:pt x="468" y="743"/>
                  </a:lnTo>
                  <a:lnTo>
                    <a:pt x="101" y="67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8" name="ph9218"/>
            <p:cNvSpPr/>
            <p:nvPr/>
          </p:nvSpPr>
          <p:spPr>
            <a:xfrm>
              <a:off x="11975638" y="2534138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9" name="ph9219"/>
            <p:cNvSpPr/>
            <p:nvPr/>
          </p:nvSpPr>
          <p:spPr>
            <a:xfrm>
              <a:off x="11976886" y="2533620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0" name="ph9220"/>
            <p:cNvSpPr/>
            <p:nvPr/>
          </p:nvSpPr>
          <p:spPr>
            <a:xfrm>
              <a:off x="11976517" y="2532809"/>
              <a:ext cx="324" cy="464"/>
            </a:xfrm>
            <a:custGeom>
              <a:avLst/>
              <a:pathLst>
                <a:path w="324" h="464">
                  <a:moveTo>
                    <a:pt x="324" y="224"/>
                  </a:moveTo>
                  <a:lnTo>
                    <a:pt x="99" y="4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1" name="ph9221"/>
            <p:cNvSpPr/>
            <p:nvPr/>
          </p:nvSpPr>
          <p:spPr>
            <a:xfrm>
              <a:off x="11976706" y="2532548"/>
              <a:ext cx="531" cy="501"/>
            </a:xfrm>
            <a:custGeom>
              <a:avLst/>
              <a:pathLst>
                <a:path w="531" h="501">
                  <a:moveTo>
                    <a:pt x="0" y="0"/>
                  </a:moveTo>
                  <a:lnTo>
                    <a:pt x="531" y="175"/>
                  </a:lnTo>
                  <a:lnTo>
                    <a:pt x="454" y="50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2" name="ph9222"/>
            <p:cNvSpPr/>
            <p:nvPr/>
          </p:nvSpPr>
          <p:spPr>
            <a:xfrm>
              <a:off x="11976189" y="2675041"/>
              <a:ext cx="41080" cy="22969"/>
            </a:xfrm>
            <a:custGeom>
              <a:avLst/>
              <a:pathLst>
                <a:path w="41080" h="22969">
                  <a:moveTo>
                    <a:pt x="33540" y="18042"/>
                  </a:moveTo>
                  <a:lnTo>
                    <a:pt x="30447" y="19897"/>
                  </a:lnTo>
                  <a:lnTo>
                    <a:pt x="28163" y="19425"/>
                  </a:lnTo>
                  <a:lnTo>
                    <a:pt x="21195" y="21654"/>
                  </a:lnTo>
                  <a:lnTo>
                    <a:pt x="15727" y="18237"/>
                  </a:lnTo>
                  <a:lnTo>
                    <a:pt x="12449" y="18197"/>
                  </a:lnTo>
                  <a:lnTo>
                    <a:pt x="9611" y="19878"/>
                  </a:lnTo>
                  <a:lnTo>
                    <a:pt x="7966" y="22969"/>
                  </a:lnTo>
                  <a:lnTo>
                    <a:pt x="4986" y="17074"/>
                  </a:lnTo>
                  <a:lnTo>
                    <a:pt x="3938" y="21716"/>
                  </a:lnTo>
                  <a:lnTo>
                    <a:pt x="562" y="20628"/>
                  </a:lnTo>
                  <a:lnTo>
                    <a:pt x="0" y="12542"/>
                  </a:lnTo>
                  <a:lnTo>
                    <a:pt x="21688" y="5151"/>
                  </a:lnTo>
                  <a:lnTo>
                    <a:pt x="41080" y="0"/>
                  </a:lnTo>
                  <a:lnTo>
                    <a:pt x="39554" y="563"/>
                  </a:lnTo>
                  <a:lnTo>
                    <a:pt x="38781" y="9508"/>
                  </a:lnTo>
                  <a:lnTo>
                    <a:pt x="39762" y="17445"/>
                  </a:lnTo>
                  <a:lnTo>
                    <a:pt x="38577" y="16744"/>
                  </a:lnTo>
                  <a:lnTo>
                    <a:pt x="33624" y="1630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3" name="ph9223"/>
            <p:cNvSpPr/>
            <p:nvPr/>
          </p:nvSpPr>
          <p:spPr>
            <a:xfrm>
              <a:off x="11985856" y="2551762"/>
              <a:ext cx="866" cy="646"/>
            </a:xfrm>
            <a:custGeom>
              <a:avLst/>
              <a:pathLst>
                <a:path w="866" h="646">
                  <a:moveTo>
                    <a:pt x="654" y="462"/>
                  </a:moveTo>
                  <a:lnTo>
                    <a:pt x="0" y="646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4" name="ph9224"/>
            <p:cNvSpPr/>
            <p:nvPr/>
          </p:nvSpPr>
          <p:spPr>
            <a:xfrm>
              <a:off x="11986895" y="2551877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5" name="ph9225"/>
            <p:cNvSpPr/>
            <p:nvPr/>
          </p:nvSpPr>
          <p:spPr>
            <a:xfrm>
              <a:off x="11985052" y="2550903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6" name="ph9226"/>
            <p:cNvSpPr/>
            <p:nvPr/>
          </p:nvSpPr>
          <p:spPr>
            <a:xfrm>
              <a:off x="11986468" y="2550869"/>
              <a:ext cx="39" cy="137"/>
            </a:xfrm>
            <a:custGeom>
              <a:avLst/>
              <a:pathLst>
                <a:path w="39" h="137">
                  <a:moveTo>
                    <a:pt x="0" y="137"/>
                  </a:moveTo>
                  <a:lnTo>
                    <a:pt x="3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7" name="ph9227"/>
            <p:cNvSpPr/>
            <p:nvPr/>
          </p:nvSpPr>
          <p:spPr>
            <a:xfrm>
              <a:off x="11984963" y="2550600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8" name="ph9228"/>
            <p:cNvSpPr/>
            <p:nvPr/>
          </p:nvSpPr>
          <p:spPr>
            <a:xfrm>
              <a:off x="11985009" y="2549837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9" name="ph9229"/>
            <p:cNvSpPr/>
            <p:nvPr/>
          </p:nvSpPr>
          <p:spPr>
            <a:xfrm>
              <a:off x="11985434" y="2549767"/>
              <a:ext cx="152" cy="241"/>
            </a:xfrm>
            <a:custGeom>
              <a:avLst/>
              <a:pathLst>
                <a:path w="152" h="241">
                  <a:moveTo>
                    <a:pt x="152" y="241"/>
                  </a:moveTo>
                  <a:lnTo>
                    <a:pt x="0" y="198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0" name="ph9230"/>
            <p:cNvSpPr/>
            <p:nvPr/>
          </p:nvSpPr>
          <p:spPr>
            <a:xfrm>
              <a:off x="11979191" y="2545755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1" name="ph9231"/>
            <p:cNvSpPr/>
            <p:nvPr/>
          </p:nvSpPr>
          <p:spPr>
            <a:xfrm>
              <a:off x="11980212" y="254579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2" name="ph9232"/>
            <p:cNvSpPr/>
            <p:nvPr/>
          </p:nvSpPr>
          <p:spPr>
            <a:xfrm>
              <a:off x="11980127" y="2545245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3" name="ph9233"/>
            <p:cNvSpPr/>
            <p:nvPr/>
          </p:nvSpPr>
          <p:spPr>
            <a:xfrm>
              <a:off x="11979182" y="2544044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4" name="ph9234"/>
            <p:cNvSpPr/>
            <p:nvPr/>
          </p:nvSpPr>
          <p:spPr>
            <a:xfrm>
              <a:off x="11979386" y="2543691"/>
              <a:ext cx="267" cy="253"/>
            </a:xfrm>
            <a:custGeom>
              <a:avLst/>
              <a:pathLst>
                <a:path w="267" h="253">
                  <a:moveTo>
                    <a:pt x="239" y="253"/>
                  </a:moveTo>
                  <a:lnTo>
                    <a:pt x="0" y="0"/>
                  </a:lnTo>
                  <a:lnTo>
                    <a:pt x="267" y="2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5" name="ph9235"/>
            <p:cNvSpPr/>
            <p:nvPr/>
          </p:nvSpPr>
          <p:spPr>
            <a:xfrm>
              <a:off x="11970937" y="2527890"/>
              <a:ext cx="21191" cy="24684"/>
            </a:xfrm>
            <a:custGeom>
              <a:avLst/>
              <a:pathLst>
                <a:path w="21191" h="24684">
                  <a:moveTo>
                    <a:pt x="16463" y="24684"/>
                  </a:move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lnTo>
                    <a:pt x="3537" y="7382"/>
                  </a:ln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6" name="ph9236"/>
            <p:cNvSpPr/>
            <p:nvPr/>
          </p:nvSpPr>
          <p:spPr>
            <a:xfrm>
              <a:off x="11979313" y="2535940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7" name="ph9237"/>
            <p:cNvSpPr/>
            <p:nvPr/>
          </p:nvSpPr>
          <p:spPr>
            <a:xfrm>
              <a:off x="12062269" y="2784864"/>
              <a:ext cx="19821" cy="26068"/>
            </a:xfrm>
            <a:custGeom>
              <a:avLst/>
              <a:pathLst>
                <a:path w="19821" h="26068">
                  <a:moveTo>
                    <a:pt x="15887" y="2264"/>
                  </a:moveTo>
                  <a:lnTo>
                    <a:pt x="19527" y="1765"/>
                  </a:lnTo>
                  <a:lnTo>
                    <a:pt x="19821" y="6987"/>
                  </a:lnTo>
                  <a:lnTo>
                    <a:pt x="19097" y="12098"/>
                  </a:lnTo>
                  <a:lnTo>
                    <a:pt x="16714" y="13737"/>
                  </a:lnTo>
                  <a:lnTo>
                    <a:pt x="12917" y="23657"/>
                  </a:lnTo>
                  <a:lnTo>
                    <a:pt x="11900" y="23629"/>
                  </a:lnTo>
                  <a:lnTo>
                    <a:pt x="10050" y="23002"/>
                  </a:lnTo>
                  <a:lnTo>
                    <a:pt x="9904" y="26068"/>
                  </a:lnTo>
                  <a:lnTo>
                    <a:pt x="5901" y="25942"/>
                  </a:lnTo>
                  <a:lnTo>
                    <a:pt x="5926" y="21899"/>
                  </a:lnTo>
                  <a:lnTo>
                    <a:pt x="4472" y="18799"/>
                  </a:lnTo>
                  <a:lnTo>
                    <a:pt x="3599" y="18717"/>
                  </a:lnTo>
                  <a:lnTo>
                    <a:pt x="2761" y="21188"/>
                  </a:lnTo>
                  <a:lnTo>
                    <a:pt x="0" y="19671"/>
                  </a:lnTo>
                  <a:lnTo>
                    <a:pt x="45" y="17661"/>
                  </a:lnTo>
                  <a:lnTo>
                    <a:pt x="2230" y="16638"/>
                  </a:lnTo>
                  <a:lnTo>
                    <a:pt x="3761" y="10376"/>
                  </a:lnTo>
                  <a:lnTo>
                    <a:pt x="5585" y="8600"/>
                  </a:lnTo>
                  <a:lnTo>
                    <a:pt x="9913" y="8879"/>
                  </a:lnTo>
                  <a:lnTo>
                    <a:pt x="9794" y="12252"/>
                  </a:lnTo>
                  <a:lnTo>
                    <a:pt x="11120" y="12221"/>
                  </a:lnTo>
                  <a:lnTo>
                    <a:pt x="10313" y="6129"/>
                  </a:lnTo>
                  <a:lnTo>
                    <a:pt x="1096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8" name="ph9238"/>
            <p:cNvSpPr/>
            <p:nvPr/>
          </p:nvSpPr>
          <p:spPr>
            <a:xfrm>
              <a:off x="12072653" y="2671354"/>
              <a:ext cx="34559" cy="29998"/>
            </a:xfrm>
            <a:custGeom>
              <a:avLst/>
              <a:pathLst>
                <a:path w="34559" h="29998">
                  <a:moveTo>
                    <a:pt x="20984" y="0"/>
                  </a:moveTo>
                  <a:lnTo>
                    <a:pt x="21122" y="4962"/>
                  </a:lnTo>
                  <a:lnTo>
                    <a:pt x="16233" y="5380"/>
                  </a:lnTo>
                  <a:lnTo>
                    <a:pt x="16104" y="6494"/>
                  </a:lnTo>
                  <a:lnTo>
                    <a:pt x="18310" y="7428"/>
                  </a:lnTo>
                  <a:lnTo>
                    <a:pt x="19875" y="9055"/>
                  </a:lnTo>
                  <a:lnTo>
                    <a:pt x="20558" y="12742"/>
                  </a:lnTo>
                  <a:lnTo>
                    <a:pt x="24988" y="12614"/>
                  </a:lnTo>
                  <a:lnTo>
                    <a:pt x="24918" y="15097"/>
                  </a:lnTo>
                  <a:lnTo>
                    <a:pt x="22960" y="15417"/>
                  </a:lnTo>
                  <a:lnTo>
                    <a:pt x="23118" y="17876"/>
                  </a:lnTo>
                  <a:lnTo>
                    <a:pt x="27878" y="16954"/>
                  </a:lnTo>
                  <a:lnTo>
                    <a:pt x="27799" y="19673"/>
                  </a:lnTo>
                  <a:lnTo>
                    <a:pt x="34559" y="20130"/>
                  </a:lnTo>
                  <a:lnTo>
                    <a:pt x="33961" y="23882"/>
                  </a:lnTo>
                  <a:lnTo>
                    <a:pt x="33635" y="24994"/>
                  </a:lnTo>
                  <a:lnTo>
                    <a:pt x="29952" y="25079"/>
                  </a:lnTo>
                  <a:lnTo>
                    <a:pt x="25504" y="21706"/>
                  </a:lnTo>
                  <a:lnTo>
                    <a:pt x="19338" y="20911"/>
                  </a:lnTo>
                  <a:lnTo>
                    <a:pt x="16355" y="16115"/>
                  </a:lnTo>
                  <a:lnTo>
                    <a:pt x="15720" y="16116"/>
                  </a:lnTo>
                  <a:lnTo>
                    <a:pt x="15705" y="18228"/>
                  </a:lnTo>
                  <a:lnTo>
                    <a:pt x="11747" y="18194"/>
                  </a:lnTo>
                  <a:lnTo>
                    <a:pt x="9820" y="20433"/>
                  </a:lnTo>
                  <a:lnTo>
                    <a:pt x="9494" y="22030"/>
                  </a:lnTo>
                  <a:lnTo>
                    <a:pt x="13108" y="23837"/>
                  </a:lnTo>
                  <a:lnTo>
                    <a:pt x="13344" y="26115"/>
                  </a:lnTo>
                  <a:lnTo>
                    <a:pt x="6045" y="26686"/>
                  </a:lnTo>
                  <a:lnTo>
                    <a:pt x="6049" y="29998"/>
                  </a:lnTo>
                  <a:lnTo>
                    <a:pt x="4251" y="29562"/>
                  </a:lnTo>
                  <a:lnTo>
                    <a:pt x="3513" y="26864"/>
                  </a:lnTo>
                  <a:lnTo>
                    <a:pt x="7817" y="24041"/>
                  </a:lnTo>
                  <a:lnTo>
                    <a:pt x="3616" y="19332"/>
                  </a:lnTo>
                  <a:lnTo>
                    <a:pt x="2397" y="19378"/>
                  </a:lnTo>
                  <a:lnTo>
                    <a:pt x="1672" y="21223"/>
                  </a:lnTo>
                  <a:lnTo>
                    <a:pt x="1368" y="19761"/>
                  </a:lnTo>
                  <a:lnTo>
                    <a:pt x="0" y="12889"/>
                  </a:lnTo>
                  <a:lnTo>
                    <a:pt x="4429" y="12717"/>
                  </a:lnTo>
                  <a:lnTo>
                    <a:pt x="4542" y="10147"/>
                  </a:lnTo>
                  <a:lnTo>
                    <a:pt x="10461" y="8485"/>
                  </a:lnTo>
                  <a:lnTo>
                    <a:pt x="12669" y="8908"/>
                  </a:lnTo>
                  <a:lnTo>
                    <a:pt x="13337" y="23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9" name="ph9239"/>
            <p:cNvSpPr/>
            <p:nvPr/>
          </p:nvSpPr>
          <p:spPr>
            <a:xfrm>
              <a:off x="12071846" y="2652665"/>
              <a:ext cx="57729" cy="29278"/>
            </a:xfrm>
            <a:custGeom>
              <a:avLst/>
              <a:pathLst>
                <a:path w="57729" h="29278">
                  <a:moveTo>
                    <a:pt x="47267" y="1233"/>
                  </a:moveTo>
                  <a:lnTo>
                    <a:pt x="50745" y="460"/>
                  </a:lnTo>
                  <a:lnTo>
                    <a:pt x="50556" y="0"/>
                  </a:lnTo>
                  <a:lnTo>
                    <a:pt x="55892" y="1296"/>
                  </a:lnTo>
                  <a:lnTo>
                    <a:pt x="57327" y="3662"/>
                  </a:lnTo>
                  <a:lnTo>
                    <a:pt x="57024" y="7372"/>
                  </a:lnTo>
                  <a:lnTo>
                    <a:pt x="57729" y="12806"/>
                  </a:lnTo>
                  <a:lnTo>
                    <a:pt x="45649" y="12566"/>
                  </a:lnTo>
                  <a:lnTo>
                    <a:pt x="41670" y="10598"/>
                  </a:lnTo>
                  <a:lnTo>
                    <a:pt x="38768" y="10787"/>
                  </a:lnTo>
                  <a:lnTo>
                    <a:pt x="37290" y="11152"/>
                  </a:lnTo>
                  <a:lnTo>
                    <a:pt x="37167" y="12024"/>
                  </a:lnTo>
                  <a:lnTo>
                    <a:pt x="41629" y="12273"/>
                  </a:lnTo>
                  <a:lnTo>
                    <a:pt x="41549" y="13464"/>
                  </a:lnTo>
                  <a:lnTo>
                    <a:pt x="40081" y="15351"/>
                  </a:lnTo>
                  <a:lnTo>
                    <a:pt x="21790" y="18689"/>
                  </a:lnTo>
                  <a:lnTo>
                    <a:pt x="14144" y="18928"/>
                  </a:lnTo>
                  <a:lnTo>
                    <a:pt x="13475" y="27597"/>
                  </a:lnTo>
                  <a:lnTo>
                    <a:pt x="11268" y="27174"/>
                  </a:lnTo>
                  <a:lnTo>
                    <a:pt x="5349" y="28836"/>
                  </a:lnTo>
                  <a:lnTo>
                    <a:pt x="2937" y="29278"/>
                  </a:lnTo>
                  <a:lnTo>
                    <a:pt x="203" y="24218"/>
                  </a:lnTo>
                  <a:lnTo>
                    <a:pt x="0" y="20269"/>
                  </a:lnTo>
                  <a:lnTo>
                    <a:pt x="2317" y="15095"/>
                  </a:lnTo>
                  <a:lnTo>
                    <a:pt x="4283" y="12013"/>
                  </a:lnTo>
                  <a:lnTo>
                    <a:pt x="4965" y="12099"/>
                  </a:lnTo>
                  <a:lnTo>
                    <a:pt x="4862" y="14239"/>
                  </a:lnTo>
                  <a:lnTo>
                    <a:pt x="10276" y="13913"/>
                  </a:lnTo>
                  <a:lnTo>
                    <a:pt x="22564" y="11635"/>
                  </a:lnTo>
                  <a:lnTo>
                    <a:pt x="30525" y="11769"/>
                  </a:lnTo>
                  <a:lnTo>
                    <a:pt x="30578" y="9969"/>
                  </a:lnTo>
                  <a:lnTo>
                    <a:pt x="25263" y="10351"/>
                  </a:lnTo>
                  <a:lnTo>
                    <a:pt x="25232" y="8199"/>
                  </a:lnTo>
                  <a:lnTo>
                    <a:pt x="26443" y="5117"/>
                  </a:lnTo>
                  <a:lnTo>
                    <a:pt x="33895" y="4655"/>
                  </a:lnTo>
                  <a:lnTo>
                    <a:pt x="34743" y="9071"/>
                  </a:lnTo>
                  <a:lnTo>
                    <a:pt x="34646" y="9967"/>
                  </a:lnTo>
                  <a:lnTo>
                    <a:pt x="33690" y="10376"/>
                  </a:lnTo>
                  <a:lnTo>
                    <a:pt x="33888" y="11842"/>
                  </a:lnTo>
                  <a:lnTo>
                    <a:pt x="37787" y="9173"/>
                  </a:lnTo>
                  <a:lnTo>
                    <a:pt x="36760" y="6152"/>
                  </a:lnTo>
                  <a:lnTo>
                    <a:pt x="36927" y="3390"/>
                  </a:lnTo>
                  <a:lnTo>
                    <a:pt x="40775" y="1033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0" name="ph9240"/>
            <p:cNvSpPr/>
            <p:nvPr/>
          </p:nvSpPr>
          <p:spPr>
            <a:xfrm>
              <a:off x="12008227" y="2715388"/>
              <a:ext cx="13820" cy="15498"/>
            </a:xfrm>
            <a:custGeom>
              <a:avLst/>
              <a:pathLst>
                <a:path w="13820" h="15498">
                  <a:moveTo>
                    <a:pt x="7298" y="0"/>
                  </a:moveTo>
                  <a:lnTo>
                    <a:pt x="6891" y="2475"/>
                  </a:lnTo>
                  <a:lnTo>
                    <a:pt x="10576" y="1519"/>
                  </a:lnTo>
                  <a:lnTo>
                    <a:pt x="13820" y="7296"/>
                  </a:lnTo>
                  <a:lnTo>
                    <a:pt x="11548" y="11895"/>
                  </a:lnTo>
                  <a:lnTo>
                    <a:pt x="9563" y="11422"/>
                  </a:lnTo>
                  <a:lnTo>
                    <a:pt x="7633" y="15498"/>
                  </a:lnTo>
                  <a:lnTo>
                    <a:pt x="5729" y="13254"/>
                  </a:lnTo>
                  <a:lnTo>
                    <a:pt x="1013" y="10675"/>
                  </a:lnTo>
                  <a:lnTo>
                    <a:pt x="0" y="7664"/>
                  </a:lnTo>
                  <a:lnTo>
                    <a:pt x="3695" y="4191"/>
                  </a:lnTo>
                  <a:lnTo>
                    <a:pt x="4073" y="179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1" name="ph9241"/>
            <p:cNvSpPr/>
            <p:nvPr/>
          </p:nvSpPr>
          <p:spPr>
            <a:xfrm>
              <a:off x="11933858" y="2687583"/>
              <a:ext cx="52439" cy="40382"/>
            </a:xfrm>
            <a:custGeom>
              <a:avLst/>
              <a:pathLst>
                <a:path w="52439" h="40382">
                  <a:moveTo>
                    <a:pt x="42893" y="8085"/>
                  </a:moveTo>
                  <a:lnTo>
                    <a:pt x="46269" y="9174"/>
                  </a:lnTo>
                  <a:lnTo>
                    <a:pt x="48040" y="14222"/>
                  </a:lnTo>
                  <a:lnTo>
                    <a:pt x="49784" y="15154"/>
                  </a:lnTo>
                  <a:lnTo>
                    <a:pt x="51516" y="29614"/>
                  </a:lnTo>
                  <a:lnTo>
                    <a:pt x="52439" y="30822"/>
                  </a:lnTo>
                  <a:lnTo>
                    <a:pt x="50689" y="33812"/>
                  </a:lnTo>
                  <a:lnTo>
                    <a:pt x="51635" y="35050"/>
                  </a:lnTo>
                  <a:lnTo>
                    <a:pt x="50876" y="37762"/>
                  </a:lnTo>
                  <a:lnTo>
                    <a:pt x="45911" y="40114"/>
                  </a:lnTo>
                  <a:lnTo>
                    <a:pt x="44412" y="35567"/>
                  </a:lnTo>
                  <a:lnTo>
                    <a:pt x="42139" y="35550"/>
                  </a:lnTo>
                  <a:lnTo>
                    <a:pt x="43846" y="33054"/>
                  </a:lnTo>
                  <a:lnTo>
                    <a:pt x="43669" y="30489"/>
                  </a:lnTo>
                  <a:lnTo>
                    <a:pt x="42354" y="29501"/>
                  </a:lnTo>
                  <a:lnTo>
                    <a:pt x="41539" y="29241"/>
                  </a:lnTo>
                  <a:lnTo>
                    <a:pt x="39841" y="31041"/>
                  </a:lnTo>
                  <a:lnTo>
                    <a:pt x="37165" y="30928"/>
                  </a:lnTo>
                  <a:lnTo>
                    <a:pt x="37380" y="28666"/>
                  </a:lnTo>
                  <a:lnTo>
                    <a:pt x="29465" y="26417"/>
                  </a:lnTo>
                  <a:lnTo>
                    <a:pt x="26123" y="26983"/>
                  </a:lnTo>
                  <a:lnTo>
                    <a:pt x="25528" y="29984"/>
                  </a:lnTo>
                  <a:lnTo>
                    <a:pt x="24655" y="30530"/>
                  </a:lnTo>
                  <a:lnTo>
                    <a:pt x="21283" y="31256"/>
                  </a:lnTo>
                  <a:lnTo>
                    <a:pt x="20921" y="29610"/>
                  </a:lnTo>
                  <a:lnTo>
                    <a:pt x="17911" y="29753"/>
                  </a:lnTo>
                  <a:lnTo>
                    <a:pt x="17069" y="32702"/>
                  </a:lnTo>
                  <a:lnTo>
                    <a:pt x="10086" y="32939"/>
                  </a:lnTo>
                  <a:lnTo>
                    <a:pt x="6331" y="35697"/>
                  </a:lnTo>
                  <a:lnTo>
                    <a:pt x="3876" y="40382"/>
                  </a:lnTo>
                  <a:lnTo>
                    <a:pt x="0" y="40200"/>
                  </a:lnTo>
                  <a:lnTo>
                    <a:pt x="3131" y="32431"/>
                  </a:lnTo>
                  <a:lnTo>
                    <a:pt x="10533" y="25735"/>
                  </a:lnTo>
                  <a:lnTo>
                    <a:pt x="9932" y="18586"/>
                  </a:lnTo>
                  <a:lnTo>
                    <a:pt x="6846" y="21222"/>
                  </a:lnTo>
                  <a:lnTo>
                    <a:pt x="6541" y="20852"/>
                  </a:lnTo>
                  <a:lnTo>
                    <a:pt x="17610" y="12416"/>
                  </a:lnTo>
                  <a:lnTo>
                    <a:pt x="28299" y="9053"/>
                  </a:lnTo>
                  <a:lnTo>
                    <a:pt x="38734" y="1497"/>
                  </a:lnTo>
                  <a:lnTo>
                    <a:pt x="42331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2" name="ph9242"/>
            <p:cNvSpPr/>
            <p:nvPr/>
          </p:nvSpPr>
          <p:spPr>
            <a:xfrm>
              <a:off x="12111685" y="2710281"/>
              <a:ext cx="30282" cy="25356"/>
            </a:xfrm>
            <a:custGeom>
              <a:avLst/>
              <a:pathLst>
                <a:path w="30282" h="25356">
                  <a:moveTo>
                    <a:pt x="26239" y="258"/>
                  </a:moveTo>
                  <a:lnTo>
                    <a:pt x="27761" y="3163"/>
                  </a:lnTo>
                  <a:lnTo>
                    <a:pt x="29537" y="4559"/>
                  </a:lnTo>
                  <a:lnTo>
                    <a:pt x="30282" y="8032"/>
                  </a:lnTo>
                  <a:lnTo>
                    <a:pt x="28806" y="9021"/>
                  </a:lnTo>
                  <a:lnTo>
                    <a:pt x="28762" y="13118"/>
                  </a:lnTo>
                  <a:lnTo>
                    <a:pt x="25858" y="11777"/>
                  </a:lnTo>
                  <a:lnTo>
                    <a:pt x="24455" y="9088"/>
                  </a:lnTo>
                  <a:lnTo>
                    <a:pt x="22841" y="9070"/>
                  </a:lnTo>
                  <a:lnTo>
                    <a:pt x="21708" y="15347"/>
                  </a:lnTo>
                  <a:lnTo>
                    <a:pt x="22596" y="17408"/>
                  </a:lnTo>
                  <a:lnTo>
                    <a:pt x="18451" y="22950"/>
                  </a:lnTo>
                  <a:lnTo>
                    <a:pt x="13669" y="25356"/>
                  </a:lnTo>
                  <a:lnTo>
                    <a:pt x="11403" y="23441"/>
                  </a:lnTo>
                  <a:lnTo>
                    <a:pt x="7530" y="23959"/>
                  </a:lnTo>
                  <a:lnTo>
                    <a:pt x="7644" y="20049"/>
                  </a:lnTo>
                  <a:lnTo>
                    <a:pt x="6016" y="19962"/>
                  </a:lnTo>
                  <a:lnTo>
                    <a:pt x="2777" y="24291"/>
                  </a:lnTo>
                  <a:lnTo>
                    <a:pt x="0" y="23752"/>
                  </a:lnTo>
                  <a:lnTo>
                    <a:pt x="410" y="22362"/>
                  </a:lnTo>
                  <a:lnTo>
                    <a:pt x="3235" y="22259"/>
                  </a:lnTo>
                  <a:lnTo>
                    <a:pt x="4996" y="20676"/>
                  </a:lnTo>
                  <a:lnTo>
                    <a:pt x="5412" y="16644"/>
                  </a:lnTo>
                  <a:lnTo>
                    <a:pt x="7280" y="14638"/>
                  </a:lnTo>
                  <a:lnTo>
                    <a:pt x="10596" y="15734"/>
                  </a:lnTo>
                  <a:lnTo>
                    <a:pt x="12676" y="12499"/>
                  </a:lnTo>
                  <a:lnTo>
                    <a:pt x="13033" y="10056"/>
                  </a:lnTo>
                  <a:lnTo>
                    <a:pt x="10527" y="9872"/>
                  </a:lnTo>
                  <a:lnTo>
                    <a:pt x="8899" y="7899"/>
                  </a:lnTo>
                  <a:lnTo>
                    <a:pt x="8628" y="4642"/>
                  </a:lnTo>
                  <a:lnTo>
                    <a:pt x="10502" y="2928"/>
                  </a:lnTo>
                  <a:lnTo>
                    <a:pt x="12554" y="3342"/>
                  </a:lnTo>
                  <a:lnTo>
                    <a:pt x="12506" y="4122"/>
                  </a:lnTo>
                  <a:lnTo>
                    <a:pt x="13351" y="4498"/>
                  </a:lnTo>
                  <a:lnTo>
                    <a:pt x="16225" y="4240"/>
                  </a:lnTo>
                  <a:lnTo>
                    <a:pt x="17256" y="0"/>
                  </a:lnTo>
                  <a:lnTo>
                    <a:pt x="20856" y="10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3" name="ph9243"/>
            <p:cNvSpPr/>
            <p:nvPr/>
          </p:nvSpPr>
          <p:spPr>
            <a:xfrm>
              <a:off x="12161928" y="2740589"/>
              <a:ext cx="24383" cy="43330"/>
            </a:xfrm>
            <a:custGeom>
              <a:avLst/>
              <a:pathLst>
                <a:path w="24383" h="43330">
                  <a:moveTo>
                    <a:pt x="11219" y="11004"/>
                  </a:moveTo>
                  <a:lnTo>
                    <a:pt x="10148" y="13109"/>
                  </a:lnTo>
                  <a:lnTo>
                    <a:pt x="11767" y="16422"/>
                  </a:lnTo>
                  <a:lnTo>
                    <a:pt x="16606" y="16507"/>
                  </a:lnTo>
                  <a:lnTo>
                    <a:pt x="16188" y="21390"/>
                  </a:lnTo>
                  <a:lnTo>
                    <a:pt x="15406" y="21281"/>
                  </a:lnTo>
                  <a:lnTo>
                    <a:pt x="15153" y="22860"/>
                  </a:lnTo>
                  <a:lnTo>
                    <a:pt x="15582" y="25236"/>
                  </a:lnTo>
                  <a:lnTo>
                    <a:pt x="17921" y="29053"/>
                  </a:lnTo>
                  <a:lnTo>
                    <a:pt x="22881" y="29285"/>
                  </a:lnTo>
                  <a:lnTo>
                    <a:pt x="23005" y="31457"/>
                  </a:lnTo>
                  <a:lnTo>
                    <a:pt x="24383" y="34478"/>
                  </a:lnTo>
                  <a:lnTo>
                    <a:pt x="17172" y="43330"/>
                  </a:lnTo>
                  <a:lnTo>
                    <a:pt x="6320" y="43325"/>
                  </a:lnTo>
                  <a:lnTo>
                    <a:pt x="5337" y="36600"/>
                  </a:lnTo>
                  <a:lnTo>
                    <a:pt x="4129" y="35472"/>
                  </a:lnTo>
                  <a:lnTo>
                    <a:pt x="1137" y="28393"/>
                  </a:lnTo>
                  <a:lnTo>
                    <a:pt x="0" y="23537"/>
                  </a:lnTo>
                  <a:lnTo>
                    <a:pt x="2129" y="22014"/>
                  </a:lnTo>
                  <a:lnTo>
                    <a:pt x="5273" y="23353"/>
                  </a:lnTo>
                  <a:lnTo>
                    <a:pt x="5037" y="16292"/>
                  </a:lnTo>
                  <a:lnTo>
                    <a:pt x="4740" y="15608"/>
                  </a:lnTo>
                  <a:lnTo>
                    <a:pt x="1966" y="15199"/>
                  </a:lnTo>
                  <a:lnTo>
                    <a:pt x="955" y="11431"/>
                  </a:lnTo>
                  <a:lnTo>
                    <a:pt x="1960" y="9402"/>
                  </a:lnTo>
                  <a:lnTo>
                    <a:pt x="1182" y="3554"/>
                  </a:lnTo>
                  <a:lnTo>
                    <a:pt x="2270" y="915"/>
                  </a:lnTo>
                  <a:lnTo>
                    <a:pt x="767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4" name="ph9244"/>
            <p:cNvSpPr/>
            <p:nvPr/>
          </p:nvSpPr>
          <p:spPr>
            <a:xfrm>
              <a:off x="12014970" y="2673646"/>
              <a:ext cx="10465" cy="22852"/>
            </a:xfrm>
            <a:custGeom>
              <a:avLst/>
              <a:pathLst>
                <a:path w="10465" h="22852">
                  <a:moveTo>
                    <a:pt x="10465" y="1536"/>
                  </a:moveTo>
                  <a:lnTo>
                    <a:pt x="8230" y="1467"/>
                  </a:lnTo>
                  <a:lnTo>
                    <a:pt x="8172" y="5259"/>
                  </a:lnTo>
                  <a:lnTo>
                    <a:pt x="9313" y="5270"/>
                  </a:lnTo>
                  <a:lnTo>
                    <a:pt x="8750" y="10735"/>
                  </a:lnTo>
                  <a:lnTo>
                    <a:pt x="8520" y="14422"/>
                  </a:lnTo>
                  <a:lnTo>
                    <a:pt x="7364" y="15031"/>
                  </a:lnTo>
                  <a:lnTo>
                    <a:pt x="6589" y="19512"/>
                  </a:lnTo>
                  <a:lnTo>
                    <a:pt x="8034" y="20722"/>
                  </a:lnTo>
                  <a:lnTo>
                    <a:pt x="5692" y="22616"/>
                  </a:lnTo>
                  <a:lnTo>
                    <a:pt x="4628" y="22852"/>
                  </a:lnTo>
                  <a:lnTo>
                    <a:pt x="2984" y="21174"/>
                  </a:lnTo>
                  <a:lnTo>
                    <a:pt x="2552" y="18874"/>
                  </a:lnTo>
                  <a:lnTo>
                    <a:pt x="981" y="18839"/>
                  </a:lnTo>
                  <a:lnTo>
                    <a:pt x="0" y="10903"/>
                  </a:lnTo>
                  <a:lnTo>
                    <a:pt x="773" y="1958"/>
                  </a:lnTo>
                  <a:lnTo>
                    <a:pt x="2299" y="1394"/>
                  </a:lnTo>
                  <a:lnTo>
                    <a:pt x="6057" y="514"/>
                  </a:lnTo>
                  <a:lnTo>
                    <a:pt x="1043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5" name="ph9245"/>
            <p:cNvSpPr/>
            <p:nvPr/>
          </p:nvSpPr>
          <p:spPr>
            <a:xfrm>
              <a:off x="12142329" y="2751708"/>
              <a:ext cx="25920" cy="38605"/>
            </a:xfrm>
            <a:custGeom>
              <a:avLst/>
              <a:pathLst>
                <a:path w="25920" h="38605">
                  <a:moveTo>
                    <a:pt x="17730" y="0"/>
                  </a:moveTo>
                  <a:lnTo>
                    <a:pt x="20554" y="311"/>
                  </a:lnTo>
                  <a:lnTo>
                    <a:pt x="21565" y="4080"/>
                  </a:lnTo>
                  <a:lnTo>
                    <a:pt x="24339" y="4488"/>
                  </a:lnTo>
                  <a:lnTo>
                    <a:pt x="24636" y="5173"/>
                  </a:lnTo>
                  <a:lnTo>
                    <a:pt x="24872" y="12234"/>
                  </a:lnTo>
                  <a:lnTo>
                    <a:pt x="21729" y="10894"/>
                  </a:lnTo>
                  <a:lnTo>
                    <a:pt x="19599" y="12417"/>
                  </a:lnTo>
                  <a:lnTo>
                    <a:pt x="20737" y="17273"/>
                  </a:lnTo>
                  <a:lnTo>
                    <a:pt x="23728" y="24352"/>
                  </a:lnTo>
                  <a:lnTo>
                    <a:pt x="24937" y="25480"/>
                  </a:lnTo>
                  <a:lnTo>
                    <a:pt x="25920" y="32206"/>
                  </a:lnTo>
                  <a:lnTo>
                    <a:pt x="22345" y="32530"/>
                  </a:lnTo>
                  <a:lnTo>
                    <a:pt x="21646" y="35038"/>
                  </a:lnTo>
                  <a:lnTo>
                    <a:pt x="17827" y="37367"/>
                  </a:lnTo>
                  <a:lnTo>
                    <a:pt x="12944" y="37175"/>
                  </a:lnTo>
                  <a:lnTo>
                    <a:pt x="6624" y="38605"/>
                  </a:lnTo>
                  <a:lnTo>
                    <a:pt x="6324" y="32092"/>
                  </a:lnTo>
                  <a:lnTo>
                    <a:pt x="5105" y="28778"/>
                  </a:lnTo>
                  <a:lnTo>
                    <a:pt x="3257" y="28211"/>
                  </a:lnTo>
                  <a:lnTo>
                    <a:pt x="0" y="28459"/>
                  </a:lnTo>
                  <a:lnTo>
                    <a:pt x="398" y="21042"/>
                  </a:lnTo>
                  <a:lnTo>
                    <a:pt x="2699" y="21722"/>
                  </a:lnTo>
                  <a:lnTo>
                    <a:pt x="5942" y="24080"/>
                  </a:lnTo>
                  <a:lnTo>
                    <a:pt x="7837" y="19781"/>
                  </a:lnTo>
                  <a:lnTo>
                    <a:pt x="7928" y="10792"/>
                  </a:lnTo>
                  <a:lnTo>
                    <a:pt x="8438" y="10172"/>
                  </a:lnTo>
                  <a:lnTo>
                    <a:pt x="10361" y="10166"/>
                  </a:lnTo>
                  <a:lnTo>
                    <a:pt x="12306" y="8182"/>
                  </a:lnTo>
                  <a:lnTo>
                    <a:pt x="13559" y="3038"/>
                  </a:lnTo>
                  <a:lnTo>
                    <a:pt x="12406" y="2902"/>
                  </a:lnTo>
                  <a:lnTo>
                    <a:pt x="12044" y="86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6" name="ph9246"/>
            <p:cNvSpPr/>
            <p:nvPr/>
          </p:nvSpPr>
          <p:spPr>
            <a:xfrm>
              <a:off x="12014834" y="2763367"/>
              <a:ext cx="19950" cy="17289"/>
            </a:xfrm>
            <a:custGeom>
              <a:avLst/>
              <a:pathLst>
                <a:path w="19950" h="17289">
                  <a:moveTo>
                    <a:pt x="13202" y="2427"/>
                  </a:moveTo>
                  <a:lnTo>
                    <a:pt x="14071" y="2271"/>
                  </a:lnTo>
                  <a:lnTo>
                    <a:pt x="14179" y="1599"/>
                  </a:lnTo>
                  <a:lnTo>
                    <a:pt x="17020" y="6888"/>
                  </a:lnTo>
                  <a:lnTo>
                    <a:pt x="19950" y="9212"/>
                  </a:lnTo>
                  <a:lnTo>
                    <a:pt x="19734" y="13003"/>
                  </a:lnTo>
                  <a:lnTo>
                    <a:pt x="19597" y="14930"/>
                  </a:lnTo>
                  <a:lnTo>
                    <a:pt x="18517" y="16308"/>
                  </a:lnTo>
                  <a:lnTo>
                    <a:pt x="13776" y="17289"/>
                  </a:lnTo>
                  <a:lnTo>
                    <a:pt x="10909" y="16758"/>
                  </a:lnTo>
                  <a:lnTo>
                    <a:pt x="10028" y="12585"/>
                  </a:lnTo>
                  <a:lnTo>
                    <a:pt x="6765" y="10922"/>
                  </a:lnTo>
                  <a:lnTo>
                    <a:pt x="4026" y="10254"/>
                  </a:lnTo>
                  <a:lnTo>
                    <a:pt x="2616" y="10736"/>
                  </a:lnTo>
                  <a:lnTo>
                    <a:pt x="510" y="9931"/>
                  </a:lnTo>
                  <a:lnTo>
                    <a:pt x="0" y="8675"/>
                  </a:lnTo>
                  <a:lnTo>
                    <a:pt x="554" y="6897"/>
                  </a:lnTo>
                  <a:lnTo>
                    <a:pt x="4804" y="3981"/>
                  </a:lnTo>
                  <a:lnTo>
                    <a:pt x="385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7" name="ph9247"/>
            <p:cNvSpPr/>
            <p:nvPr/>
          </p:nvSpPr>
          <p:spPr>
            <a:xfrm>
              <a:off x="12117277" y="2745946"/>
              <a:ext cx="26909" cy="43295"/>
            </a:xfrm>
            <a:custGeom>
              <a:avLst/>
              <a:pathLst>
                <a:path w="26909" h="43295">
                  <a:moveTo>
                    <a:pt x="7791" y="0"/>
                  </a:moveTo>
                  <a:lnTo>
                    <a:pt x="17754" y="1474"/>
                  </a:lnTo>
                  <a:lnTo>
                    <a:pt x="18242" y="3609"/>
                  </a:lnTo>
                  <a:lnTo>
                    <a:pt x="23464" y="2613"/>
                  </a:lnTo>
                  <a:lnTo>
                    <a:pt x="22803" y="7319"/>
                  </a:lnTo>
                  <a:lnTo>
                    <a:pt x="13131" y="12141"/>
                  </a:lnTo>
                  <a:lnTo>
                    <a:pt x="13067" y="13322"/>
                  </a:lnTo>
                  <a:lnTo>
                    <a:pt x="15409" y="13774"/>
                  </a:lnTo>
                  <a:lnTo>
                    <a:pt x="25783" y="10587"/>
                  </a:lnTo>
                  <a:lnTo>
                    <a:pt x="26909" y="11352"/>
                  </a:lnTo>
                  <a:lnTo>
                    <a:pt x="24847" y="11266"/>
                  </a:lnTo>
                  <a:lnTo>
                    <a:pt x="23428" y="12839"/>
                  </a:lnTo>
                  <a:lnTo>
                    <a:pt x="21982" y="16383"/>
                  </a:lnTo>
                  <a:lnTo>
                    <a:pt x="17112" y="19747"/>
                  </a:lnTo>
                  <a:lnTo>
                    <a:pt x="16610" y="27526"/>
                  </a:lnTo>
                  <a:lnTo>
                    <a:pt x="9910" y="27341"/>
                  </a:lnTo>
                  <a:lnTo>
                    <a:pt x="9888" y="38754"/>
                  </a:lnTo>
                  <a:lnTo>
                    <a:pt x="8347" y="38954"/>
                  </a:lnTo>
                  <a:lnTo>
                    <a:pt x="8104" y="43295"/>
                  </a:lnTo>
                  <a:lnTo>
                    <a:pt x="4905" y="43139"/>
                  </a:lnTo>
                  <a:lnTo>
                    <a:pt x="3686" y="42147"/>
                  </a:lnTo>
                  <a:lnTo>
                    <a:pt x="2976" y="28629"/>
                  </a:lnTo>
                  <a:lnTo>
                    <a:pt x="1640" y="23287"/>
                  </a:lnTo>
                  <a:lnTo>
                    <a:pt x="6569" y="19135"/>
                  </a:lnTo>
                  <a:lnTo>
                    <a:pt x="5515" y="10653"/>
                  </a:lnTo>
                  <a:lnTo>
                    <a:pt x="2625" y="5263"/>
                  </a:lnTo>
                  <a:lnTo>
                    <a:pt x="0" y="2681"/>
                  </a:lnTo>
                  <a:lnTo>
                    <a:pt x="3363" y="233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8" name="ph9248"/>
            <p:cNvSpPr/>
            <p:nvPr/>
          </p:nvSpPr>
          <p:spPr>
            <a:xfrm>
              <a:off x="12043150" y="2766434"/>
              <a:ext cx="11719" cy="13667"/>
            </a:xfrm>
            <a:custGeom>
              <a:avLst/>
              <a:pathLst>
                <a:path w="11719" h="13667">
                  <a:moveTo>
                    <a:pt x="11719" y="833"/>
                  </a:moveTo>
                  <a:lnTo>
                    <a:pt x="11223" y="2329"/>
                  </a:lnTo>
                  <a:lnTo>
                    <a:pt x="10235" y="8851"/>
                  </a:lnTo>
                  <a:lnTo>
                    <a:pt x="9665" y="10931"/>
                  </a:lnTo>
                  <a:lnTo>
                    <a:pt x="5572" y="13667"/>
                  </a:lnTo>
                  <a:lnTo>
                    <a:pt x="2670" y="13584"/>
                  </a:lnTo>
                  <a:lnTo>
                    <a:pt x="0" y="10283"/>
                  </a:lnTo>
                  <a:lnTo>
                    <a:pt x="2810" y="5408"/>
                  </a:lnTo>
                  <a:lnTo>
                    <a:pt x="3166" y="2268"/>
                  </a:lnTo>
                  <a:lnTo>
                    <a:pt x="448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9" name="ph9249"/>
            <p:cNvSpPr/>
            <p:nvPr/>
          </p:nvSpPr>
          <p:spPr>
            <a:xfrm>
              <a:off x="12082148" y="2687470"/>
              <a:ext cx="20457" cy="15612"/>
            </a:xfrm>
            <a:custGeom>
              <a:avLst/>
              <a:pathLst>
                <a:path w="20457" h="15612">
                  <a:moveTo>
                    <a:pt x="9843" y="4795"/>
                  </a:moveTo>
                  <a:lnTo>
                    <a:pt x="16009" y="5590"/>
                  </a:lnTo>
                  <a:lnTo>
                    <a:pt x="20457" y="8963"/>
                  </a:lnTo>
                  <a:lnTo>
                    <a:pt x="19897" y="11366"/>
                  </a:lnTo>
                  <a:lnTo>
                    <a:pt x="16740" y="11530"/>
                  </a:lnTo>
                  <a:lnTo>
                    <a:pt x="13997" y="12575"/>
                  </a:lnTo>
                  <a:lnTo>
                    <a:pt x="13965" y="14699"/>
                  </a:lnTo>
                  <a:lnTo>
                    <a:pt x="1856" y="15612"/>
                  </a:lnTo>
                  <a:lnTo>
                    <a:pt x="2947" y="11966"/>
                  </a:lnTo>
                  <a:lnTo>
                    <a:pt x="5737" y="11556"/>
                  </a:lnTo>
                  <a:lnTo>
                    <a:pt x="7872" y="13484"/>
                  </a:lnTo>
                  <a:lnTo>
                    <a:pt x="8044" y="9834"/>
                  </a:lnTo>
                  <a:lnTo>
                    <a:pt x="3849" y="9999"/>
                  </a:lnTo>
                  <a:lnTo>
                    <a:pt x="3613" y="7721"/>
                  </a:lnTo>
                  <a:lnTo>
                    <a:pt x="0" y="5914"/>
                  </a:lnTo>
                  <a:lnTo>
                    <a:pt x="325" y="4317"/>
                  </a:lnTo>
                  <a:lnTo>
                    <a:pt x="2252" y="2078"/>
                  </a:lnTo>
                  <a:lnTo>
                    <a:pt x="6210" y="2112"/>
                  </a:lnTo>
                  <a:lnTo>
                    <a:pt x="6225" y="0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0" name="ph9250"/>
            <p:cNvSpPr/>
            <p:nvPr/>
          </p:nvSpPr>
          <p:spPr>
            <a:xfrm>
              <a:off x="11714243" y="2746647"/>
              <a:ext cx="2314" cy="1912"/>
            </a:xfrm>
            <a:custGeom>
              <a:avLst/>
              <a:pathLst>
                <a:path w="2314" h="1912">
                  <a:moveTo>
                    <a:pt x="0" y="1568"/>
                  </a:moveTo>
                  <a:lnTo>
                    <a:pt x="2201" y="0"/>
                  </a:lnTo>
                  <a:lnTo>
                    <a:pt x="2314" y="671"/>
                  </a:lnTo>
                  <a:lnTo>
                    <a:pt x="740" y="191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1" name="ph9251"/>
            <p:cNvSpPr/>
            <p:nvPr/>
          </p:nvSpPr>
          <p:spPr>
            <a:xfrm>
              <a:off x="11717246" y="2743983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2" name="ph9252"/>
            <p:cNvSpPr/>
            <p:nvPr/>
          </p:nvSpPr>
          <p:spPr>
            <a:xfrm>
              <a:off x="11719142" y="2744646"/>
              <a:ext cx="235" cy="362"/>
            </a:xfrm>
            <a:custGeom>
              <a:avLst/>
              <a:pathLst>
                <a:path w="235" h="362">
                  <a:moveTo>
                    <a:pt x="235" y="0"/>
                  </a:moveTo>
                  <a:lnTo>
                    <a:pt x="159" y="362"/>
                  </a:lnTo>
                  <a:lnTo>
                    <a:pt x="0" y="32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3" name="ph9253"/>
            <p:cNvSpPr/>
            <p:nvPr/>
          </p:nvSpPr>
          <p:spPr>
            <a:xfrm>
              <a:off x="11704707" y="2738252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4" name="ph9254"/>
            <p:cNvSpPr/>
            <p:nvPr/>
          </p:nvSpPr>
          <p:spPr>
            <a:xfrm>
              <a:off x="11919972" y="2706169"/>
              <a:ext cx="31959" cy="45297"/>
            </a:xfrm>
            <a:custGeom>
              <a:avLst/>
              <a:pathLst>
                <a:path w="31959" h="45297">
                  <a:moveTo>
                    <a:pt x="13885" y="21614"/>
                  </a:moveTo>
                  <a:lnTo>
                    <a:pt x="17762" y="21795"/>
                  </a:lnTo>
                  <a:lnTo>
                    <a:pt x="20293" y="21955"/>
                  </a:lnTo>
                  <a:lnTo>
                    <a:pt x="19102" y="24474"/>
                  </a:lnTo>
                  <a:lnTo>
                    <a:pt x="21201" y="24610"/>
                  </a:lnTo>
                  <a:lnTo>
                    <a:pt x="21013" y="32204"/>
                  </a:lnTo>
                  <a:lnTo>
                    <a:pt x="25660" y="32392"/>
                  </a:lnTo>
                  <a:lnTo>
                    <a:pt x="27322" y="31663"/>
                  </a:lnTo>
                  <a:lnTo>
                    <a:pt x="31959" y="38857"/>
                  </a:lnTo>
                  <a:lnTo>
                    <a:pt x="27002" y="38487"/>
                  </a:lnTo>
                  <a:lnTo>
                    <a:pt x="24383" y="41762"/>
                  </a:lnTo>
                  <a:lnTo>
                    <a:pt x="20179" y="41481"/>
                  </a:lnTo>
                  <a:lnTo>
                    <a:pt x="17274" y="45297"/>
                  </a:lnTo>
                  <a:lnTo>
                    <a:pt x="14976" y="43530"/>
                  </a:lnTo>
                  <a:lnTo>
                    <a:pt x="3466" y="44596"/>
                  </a:lnTo>
                  <a:lnTo>
                    <a:pt x="2790" y="32857"/>
                  </a:lnTo>
                  <a:lnTo>
                    <a:pt x="0" y="33270"/>
                  </a:lnTo>
                  <a:lnTo>
                    <a:pt x="2902" y="20228"/>
                  </a:lnTo>
                  <a:lnTo>
                    <a:pt x="5764" y="13965"/>
                  </a:lnTo>
                  <a:lnTo>
                    <a:pt x="8621" y="10928"/>
                  </a:lnTo>
                  <a:lnTo>
                    <a:pt x="20427" y="2265"/>
                  </a:lnTo>
                  <a:lnTo>
                    <a:pt x="20732" y="2636"/>
                  </a:lnTo>
                  <a:lnTo>
                    <a:pt x="23817" y="0"/>
                  </a:lnTo>
                  <a:lnTo>
                    <a:pt x="24418" y="7149"/>
                  </a:lnTo>
                  <a:lnTo>
                    <a:pt x="17016" y="1384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5" name="ph9255"/>
            <p:cNvSpPr/>
            <p:nvPr/>
          </p:nvSpPr>
          <p:spPr>
            <a:xfrm>
              <a:off x="12158376" y="2688305"/>
              <a:ext cx="28760" cy="18599"/>
            </a:xfrm>
            <a:custGeom>
              <a:avLst/>
              <a:pathLst>
                <a:path w="28760" h="18599">
                  <a:moveTo>
                    <a:pt x="28673" y="2776"/>
                  </a:moveTo>
                  <a:lnTo>
                    <a:pt x="26386" y="5919"/>
                  </a:lnTo>
                  <a:lnTo>
                    <a:pt x="26427" y="7942"/>
                  </a:lnTo>
                  <a:lnTo>
                    <a:pt x="27917" y="10816"/>
                  </a:lnTo>
                  <a:lnTo>
                    <a:pt x="25757" y="10332"/>
                  </a:lnTo>
                  <a:lnTo>
                    <a:pt x="22900" y="11745"/>
                  </a:lnTo>
                  <a:lnTo>
                    <a:pt x="22800" y="15034"/>
                  </a:lnTo>
                  <a:lnTo>
                    <a:pt x="21613" y="18599"/>
                  </a:lnTo>
                  <a:lnTo>
                    <a:pt x="18645" y="18426"/>
                  </a:lnTo>
                  <a:lnTo>
                    <a:pt x="14217" y="16220"/>
                  </a:lnTo>
                  <a:lnTo>
                    <a:pt x="5914" y="15403"/>
                  </a:lnTo>
                  <a:lnTo>
                    <a:pt x="5783" y="14081"/>
                  </a:lnTo>
                  <a:lnTo>
                    <a:pt x="2132" y="14749"/>
                  </a:lnTo>
                  <a:lnTo>
                    <a:pt x="178" y="9333"/>
                  </a:lnTo>
                  <a:lnTo>
                    <a:pt x="0" y="8378"/>
                  </a:lnTo>
                  <a:lnTo>
                    <a:pt x="2854" y="2065"/>
                  </a:lnTo>
                  <a:lnTo>
                    <a:pt x="6291" y="720"/>
                  </a:lnTo>
                  <a:lnTo>
                    <a:pt x="14298" y="935"/>
                  </a:lnTo>
                  <a:lnTo>
                    <a:pt x="18866" y="2412"/>
                  </a:lnTo>
                  <a:lnTo>
                    <a:pt x="21409" y="4716"/>
                  </a:lnTo>
                  <a:lnTo>
                    <a:pt x="25332" y="4196"/>
                  </a:lnTo>
                  <a:lnTo>
                    <a:pt x="26371" y="271"/>
                  </a:lnTo>
                  <a:lnTo>
                    <a:pt x="2876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6" name="ph9256"/>
            <p:cNvSpPr/>
            <p:nvPr/>
          </p:nvSpPr>
          <p:spPr>
            <a:xfrm>
              <a:off x="10574479" y="2283096"/>
              <a:ext cx="94362" cy="53540"/>
            </a:xfrm>
            <a:custGeom>
              <a:avLst/>
              <a:pathLst>
                <a:path w="94362" h="53540">
                  <a:moveTo>
                    <a:pt x="24442" y="817"/>
                  </a:moveTo>
                  <a:lnTo>
                    <a:pt x="41312" y="6516"/>
                  </a:lnTo>
                  <a:lnTo>
                    <a:pt x="66559" y="12823"/>
                  </a:lnTo>
                  <a:lnTo>
                    <a:pt x="68398" y="18227"/>
                  </a:lnTo>
                  <a:lnTo>
                    <a:pt x="74751" y="29711"/>
                  </a:lnTo>
                  <a:lnTo>
                    <a:pt x="84341" y="33917"/>
                  </a:lnTo>
                  <a:lnTo>
                    <a:pt x="87463" y="31439"/>
                  </a:lnTo>
                  <a:lnTo>
                    <a:pt x="93446" y="34424"/>
                  </a:lnTo>
                  <a:lnTo>
                    <a:pt x="92620" y="39885"/>
                  </a:lnTo>
                  <a:lnTo>
                    <a:pt x="89169" y="38581"/>
                  </a:lnTo>
                  <a:lnTo>
                    <a:pt x="91190" y="43537"/>
                  </a:lnTo>
                  <a:lnTo>
                    <a:pt x="93566" y="44076"/>
                  </a:lnTo>
                  <a:lnTo>
                    <a:pt x="93854" y="44122"/>
                  </a:lnTo>
                  <a:lnTo>
                    <a:pt x="94362" y="48852"/>
                  </a:lnTo>
                  <a:lnTo>
                    <a:pt x="91700" y="52220"/>
                  </a:lnTo>
                  <a:lnTo>
                    <a:pt x="89318" y="53540"/>
                  </a:lnTo>
                  <a:lnTo>
                    <a:pt x="85855" y="53017"/>
                  </a:lnTo>
                  <a:lnTo>
                    <a:pt x="85120" y="52118"/>
                  </a:lnTo>
                  <a:lnTo>
                    <a:pt x="85448" y="50954"/>
                  </a:lnTo>
                  <a:lnTo>
                    <a:pt x="84816" y="49316"/>
                  </a:lnTo>
                  <a:lnTo>
                    <a:pt x="80086" y="48435"/>
                  </a:lnTo>
                  <a:lnTo>
                    <a:pt x="72209" y="50890"/>
                  </a:lnTo>
                  <a:lnTo>
                    <a:pt x="64126" y="48194"/>
                  </a:lnTo>
                  <a:lnTo>
                    <a:pt x="53280" y="42162"/>
                  </a:lnTo>
                  <a:lnTo>
                    <a:pt x="39225" y="36408"/>
                  </a:lnTo>
                  <a:lnTo>
                    <a:pt x="36788" y="31518"/>
                  </a:lnTo>
                  <a:lnTo>
                    <a:pt x="30863" y="25052"/>
                  </a:lnTo>
                  <a:lnTo>
                    <a:pt x="27355" y="22291"/>
                  </a:lnTo>
                  <a:lnTo>
                    <a:pt x="23014" y="20720"/>
                  </a:lnTo>
                  <a:lnTo>
                    <a:pt x="19540" y="21864"/>
                  </a:lnTo>
                  <a:lnTo>
                    <a:pt x="16799" y="21597"/>
                  </a:lnTo>
                  <a:lnTo>
                    <a:pt x="16281" y="18170"/>
                  </a:lnTo>
                  <a:lnTo>
                    <a:pt x="9343" y="10522"/>
                  </a:lnTo>
                  <a:lnTo>
                    <a:pt x="2449" y="10269"/>
                  </a:lnTo>
                  <a:lnTo>
                    <a:pt x="1019" y="9125"/>
                  </a:lnTo>
                  <a:lnTo>
                    <a:pt x="0" y="1060"/>
                  </a:lnTo>
                  <a:lnTo>
                    <a:pt x="1817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7" name="ph9257"/>
            <p:cNvSpPr/>
            <p:nvPr/>
          </p:nvSpPr>
          <p:spPr>
            <a:xfrm>
              <a:off x="10490968" y="2680704"/>
              <a:ext cx="44451" cy="35004"/>
            </a:xfrm>
            <a:custGeom>
              <a:avLst/>
              <a:pathLst>
                <a:path w="44451" h="35004">
                  <a:moveTo>
                    <a:pt x="16083" y="81"/>
                  </a:moveTo>
                  <a:lnTo>
                    <a:pt x="17241" y="845"/>
                  </a:lnTo>
                  <a:lnTo>
                    <a:pt x="22562" y="7413"/>
                  </a:lnTo>
                  <a:lnTo>
                    <a:pt x="31699" y="7970"/>
                  </a:lnTo>
                  <a:lnTo>
                    <a:pt x="34538" y="7110"/>
                  </a:lnTo>
                  <a:lnTo>
                    <a:pt x="37138" y="4710"/>
                  </a:lnTo>
                  <a:lnTo>
                    <a:pt x="39845" y="7071"/>
                  </a:lnTo>
                  <a:lnTo>
                    <a:pt x="39509" y="8180"/>
                  </a:lnTo>
                  <a:lnTo>
                    <a:pt x="44180" y="12845"/>
                  </a:lnTo>
                  <a:lnTo>
                    <a:pt x="44451" y="13258"/>
                  </a:lnTo>
                  <a:lnTo>
                    <a:pt x="43288" y="14166"/>
                  </a:lnTo>
                  <a:lnTo>
                    <a:pt x="42899" y="18827"/>
                  </a:lnTo>
                  <a:lnTo>
                    <a:pt x="38781" y="17637"/>
                  </a:lnTo>
                  <a:lnTo>
                    <a:pt x="36429" y="24535"/>
                  </a:lnTo>
                  <a:lnTo>
                    <a:pt x="29069" y="33277"/>
                  </a:lnTo>
                  <a:lnTo>
                    <a:pt x="28354" y="35004"/>
                  </a:lnTo>
                  <a:lnTo>
                    <a:pt x="25622" y="34534"/>
                  </a:lnTo>
                  <a:lnTo>
                    <a:pt x="24835" y="33467"/>
                  </a:lnTo>
                  <a:lnTo>
                    <a:pt x="21364" y="32234"/>
                  </a:lnTo>
                  <a:lnTo>
                    <a:pt x="8092" y="28836"/>
                  </a:lnTo>
                  <a:lnTo>
                    <a:pt x="2737" y="25383"/>
                  </a:lnTo>
                  <a:lnTo>
                    <a:pt x="475" y="22728"/>
                  </a:lnTo>
                  <a:lnTo>
                    <a:pt x="0" y="20752"/>
                  </a:lnTo>
                  <a:lnTo>
                    <a:pt x="4874" y="17082"/>
                  </a:lnTo>
                  <a:lnTo>
                    <a:pt x="7758" y="17059"/>
                  </a:lnTo>
                  <a:lnTo>
                    <a:pt x="8927" y="14027"/>
                  </a:lnTo>
                  <a:lnTo>
                    <a:pt x="13904" y="6705"/>
                  </a:lnTo>
                  <a:lnTo>
                    <a:pt x="14628" y="3761"/>
                  </a:lnTo>
                  <a:lnTo>
                    <a:pt x="14105" y="2340"/>
                  </a:lnTo>
                  <a:lnTo>
                    <a:pt x="12611" y="1252"/>
                  </a:lnTo>
                  <a:lnTo>
                    <a:pt x="1340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8" name="ph9258"/>
            <p:cNvSpPr/>
            <p:nvPr/>
          </p:nvSpPr>
          <p:spPr>
            <a:xfrm>
              <a:off x="10450036" y="2666251"/>
              <a:ext cx="29342" cy="29128"/>
            </a:xfrm>
            <a:custGeom>
              <a:avLst/>
              <a:pathLst>
                <a:path w="29342" h="29128">
                  <a:moveTo>
                    <a:pt x="17168" y="0"/>
                  </a:moveTo>
                  <a:lnTo>
                    <a:pt x="19088" y="2887"/>
                  </a:lnTo>
                  <a:lnTo>
                    <a:pt x="28618" y="4746"/>
                  </a:lnTo>
                  <a:lnTo>
                    <a:pt x="29342" y="7482"/>
                  </a:lnTo>
                  <a:lnTo>
                    <a:pt x="29128" y="8392"/>
                  </a:lnTo>
                  <a:lnTo>
                    <a:pt x="26416" y="10347"/>
                  </a:lnTo>
                  <a:lnTo>
                    <a:pt x="20332" y="12134"/>
                  </a:lnTo>
                  <a:lnTo>
                    <a:pt x="16364" y="18130"/>
                  </a:lnTo>
                  <a:lnTo>
                    <a:pt x="16076" y="19952"/>
                  </a:lnTo>
                  <a:lnTo>
                    <a:pt x="9470" y="24767"/>
                  </a:lnTo>
                  <a:lnTo>
                    <a:pt x="6210" y="28524"/>
                  </a:lnTo>
                  <a:lnTo>
                    <a:pt x="2458" y="29128"/>
                  </a:lnTo>
                  <a:lnTo>
                    <a:pt x="6660" y="21509"/>
                  </a:lnTo>
                  <a:lnTo>
                    <a:pt x="7043" y="18496"/>
                  </a:lnTo>
                  <a:lnTo>
                    <a:pt x="5129" y="14958"/>
                  </a:lnTo>
                  <a:lnTo>
                    <a:pt x="3219" y="14723"/>
                  </a:lnTo>
                  <a:lnTo>
                    <a:pt x="720" y="13067"/>
                  </a:lnTo>
                  <a:lnTo>
                    <a:pt x="0" y="10839"/>
                  </a:lnTo>
                  <a:lnTo>
                    <a:pt x="5172" y="10708"/>
                  </a:lnTo>
                  <a:lnTo>
                    <a:pt x="4592" y="9183"/>
                  </a:lnTo>
                  <a:lnTo>
                    <a:pt x="7017" y="8061"/>
                  </a:lnTo>
                  <a:lnTo>
                    <a:pt x="8073" y="7981"/>
                  </a:lnTo>
                  <a:lnTo>
                    <a:pt x="10185" y="9774"/>
                  </a:lnTo>
                  <a:lnTo>
                    <a:pt x="11348" y="976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9" name="ph9259"/>
            <p:cNvSpPr/>
            <p:nvPr/>
          </p:nvSpPr>
          <p:spPr>
            <a:xfrm>
              <a:off x="10456532" y="2702264"/>
              <a:ext cx="37173" cy="19451"/>
            </a:xfrm>
            <a:custGeom>
              <a:avLst/>
              <a:pathLst>
                <a:path w="37173" h="19451">
                  <a:moveTo>
                    <a:pt x="14258" y="2460"/>
                  </a:moveTo>
                  <a:lnTo>
                    <a:pt x="29642" y="11156"/>
                  </a:lnTo>
                  <a:lnTo>
                    <a:pt x="30859" y="4862"/>
                  </a:lnTo>
                  <a:lnTo>
                    <a:pt x="34911" y="1167"/>
                  </a:lnTo>
                  <a:lnTo>
                    <a:pt x="37173" y="3823"/>
                  </a:lnTo>
                  <a:lnTo>
                    <a:pt x="32332" y="16668"/>
                  </a:lnTo>
                  <a:lnTo>
                    <a:pt x="30930" y="19451"/>
                  </a:lnTo>
                  <a:lnTo>
                    <a:pt x="25706" y="14675"/>
                  </a:lnTo>
                  <a:lnTo>
                    <a:pt x="21302" y="13536"/>
                  </a:lnTo>
                  <a:lnTo>
                    <a:pt x="9420" y="12787"/>
                  </a:lnTo>
                  <a:lnTo>
                    <a:pt x="2716" y="9897"/>
                  </a:lnTo>
                  <a:lnTo>
                    <a:pt x="1155" y="43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0" name="ph9260"/>
            <p:cNvSpPr/>
            <p:nvPr/>
          </p:nvSpPr>
          <p:spPr>
            <a:xfrm>
              <a:off x="10576807" y="2566053"/>
              <a:ext cx="43335" cy="42747"/>
            </a:xfrm>
            <a:custGeom>
              <a:avLst/>
              <a:pathLst>
                <a:path w="43335" h="42747">
                  <a:moveTo>
                    <a:pt x="26090" y="0"/>
                  </a:moveTo>
                  <a:lnTo>
                    <a:pt x="30159" y="3224"/>
                  </a:lnTo>
                  <a:lnTo>
                    <a:pt x="30462" y="3922"/>
                  </a:lnTo>
                  <a:lnTo>
                    <a:pt x="27428" y="10035"/>
                  </a:lnTo>
                  <a:lnTo>
                    <a:pt x="27099" y="12361"/>
                  </a:lnTo>
                  <a:lnTo>
                    <a:pt x="30117" y="18872"/>
                  </a:lnTo>
                  <a:lnTo>
                    <a:pt x="32667" y="20772"/>
                  </a:lnTo>
                  <a:lnTo>
                    <a:pt x="33525" y="25598"/>
                  </a:lnTo>
                  <a:lnTo>
                    <a:pt x="38841" y="26324"/>
                  </a:lnTo>
                  <a:lnTo>
                    <a:pt x="38247" y="22614"/>
                  </a:lnTo>
                  <a:lnTo>
                    <a:pt x="41743" y="23992"/>
                  </a:lnTo>
                  <a:lnTo>
                    <a:pt x="43335" y="25371"/>
                  </a:lnTo>
                  <a:lnTo>
                    <a:pt x="42966" y="29038"/>
                  </a:lnTo>
                  <a:lnTo>
                    <a:pt x="40904" y="29666"/>
                  </a:lnTo>
                  <a:lnTo>
                    <a:pt x="39543" y="31041"/>
                  </a:lnTo>
                  <a:lnTo>
                    <a:pt x="42177" y="34796"/>
                  </a:lnTo>
                  <a:lnTo>
                    <a:pt x="42865" y="37760"/>
                  </a:lnTo>
                  <a:lnTo>
                    <a:pt x="37235" y="42688"/>
                  </a:lnTo>
                  <a:lnTo>
                    <a:pt x="35556" y="42747"/>
                  </a:lnTo>
                  <a:lnTo>
                    <a:pt x="35398" y="40881"/>
                  </a:lnTo>
                  <a:lnTo>
                    <a:pt x="23846" y="39222"/>
                  </a:lnTo>
                  <a:lnTo>
                    <a:pt x="24309" y="35934"/>
                  </a:lnTo>
                  <a:lnTo>
                    <a:pt x="26318" y="31865"/>
                  </a:lnTo>
                  <a:lnTo>
                    <a:pt x="26094" y="29605"/>
                  </a:lnTo>
                  <a:lnTo>
                    <a:pt x="22561" y="27099"/>
                  </a:lnTo>
                  <a:lnTo>
                    <a:pt x="20223" y="26882"/>
                  </a:lnTo>
                  <a:lnTo>
                    <a:pt x="20258" y="28196"/>
                  </a:lnTo>
                  <a:lnTo>
                    <a:pt x="17398" y="27693"/>
                  </a:lnTo>
                  <a:lnTo>
                    <a:pt x="18096" y="21647"/>
                  </a:lnTo>
                  <a:lnTo>
                    <a:pt x="12773" y="22667"/>
                  </a:lnTo>
                  <a:lnTo>
                    <a:pt x="7563" y="18896"/>
                  </a:lnTo>
                  <a:lnTo>
                    <a:pt x="5359" y="17425"/>
                  </a:lnTo>
                  <a:lnTo>
                    <a:pt x="558" y="17169"/>
                  </a:lnTo>
                  <a:lnTo>
                    <a:pt x="0" y="14481"/>
                  </a:lnTo>
                  <a:lnTo>
                    <a:pt x="590" y="13647"/>
                  </a:lnTo>
                  <a:lnTo>
                    <a:pt x="3709" y="9946"/>
                  </a:lnTo>
                  <a:lnTo>
                    <a:pt x="6847" y="7997"/>
                  </a:lnTo>
                  <a:lnTo>
                    <a:pt x="7996" y="8194"/>
                  </a:lnTo>
                  <a:lnTo>
                    <a:pt x="13326" y="6513"/>
                  </a:lnTo>
                  <a:lnTo>
                    <a:pt x="19670" y="6630"/>
                  </a:lnTo>
                  <a:lnTo>
                    <a:pt x="20618" y="4657"/>
                  </a:lnTo>
                  <a:lnTo>
                    <a:pt x="20710" y="1286"/>
                  </a:lnTo>
                  <a:lnTo>
                    <a:pt x="22645" y="1753"/>
                  </a:lnTo>
                  <a:lnTo>
                    <a:pt x="22779" y="36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1" name="ph9261"/>
            <p:cNvSpPr/>
            <p:nvPr/>
          </p:nvSpPr>
          <p:spPr>
            <a:xfrm>
              <a:off x="10612234" y="2595021"/>
              <a:ext cx="39046" cy="24432"/>
            </a:xfrm>
            <a:custGeom>
              <a:avLst/>
              <a:pathLst>
                <a:path w="39046" h="24432">
                  <a:moveTo>
                    <a:pt x="32606" y="3198"/>
                  </a:moveTo>
                  <a:lnTo>
                    <a:pt x="34595" y="3703"/>
                  </a:lnTo>
                  <a:lnTo>
                    <a:pt x="34759" y="3759"/>
                  </a:lnTo>
                  <a:lnTo>
                    <a:pt x="32680" y="11225"/>
                  </a:lnTo>
                  <a:lnTo>
                    <a:pt x="34775" y="13188"/>
                  </a:lnTo>
                  <a:lnTo>
                    <a:pt x="34170" y="15400"/>
                  </a:lnTo>
                  <a:lnTo>
                    <a:pt x="30698" y="14999"/>
                  </a:lnTo>
                  <a:lnTo>
                    <a:pt x="29342" y="17593"/>
                  </a:lnTo>
                  <a:lnTo>
                    <a:pt x="39046" y="17694"/>
                  </a:lnTo>
                  <a:lnTo>
                    <a:pt x="36981" y="23938"/>
                  </a:lnTo>
                  <a:lnTo>
                    <a:pt x="35401" y="24051"/>
                  </a:lnTo>
                  <a:lnTo>
                    <a:pt x="29891" y="24432"/>
                  </a:lnTo>
                  <a:lnTo>
                    <a:pt x="28061" y="22461"/>
                  </a:lnTo>
                  <a:lnTo>
                    <a:pt x="19924" y="18399"/>
                  </a:lnTo>
                  <a:lnTo>
                    <a:pt x="17942" y="17752"/>
                  </a:lnTo>
                  <a:lnTo>
                    <a:pt x="3120" y="16755"/>
                  </a:lnTo>
                  <a:lnTo>
                    <a:pt x="0" y="14452"/>
                  </a:lnTo>
                  <a:lnTo>
                    <a:pt x="129" y="13779"/>
                  </a:lnTo>
                  <a:lnTo>
                    <a:pt x="1807" y="13720"/>
                  </a:lnTo>
                  <a:lnTo>
                    <a:pt x="7437" y="8792"/>
                  </a:lnTo>
                  <a:lnTo>
                    <a:pt x="10012" y="7596"/>
                  </a:lnTo>
                  <a:lnTo>
                    <a:pt x="11577" y="4888"/>
                  </a:lnTo>
                  <a:lnTo>
                    <a:pt x="14393" y="3174"/>
                  </a:lnTo>
                  <a:lnTo>
                    <a:pt x="22898" y="3944"/>
                  </a:lnTo>
                  <a:lnTo>
                    <a:pt x="25089" y="4828"/>
                  </a:lnTo>
                  <a:lnTo>
                    <a:pt x="27035" y="3355"/>
                  </a:lnTo>
                  <a:lnTo>
                    <a:pt x="2954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2" name="ph9262"/>
            <p:cNvSpPr/>
            <p:nvPr/>
          </p:nvSpPr>
          <p:spPr>
            <a:xfrm>
              <a:off x="10552316" y="2522705"/>
              <a:ext cx="46643" cy="30575"/>
            </a:xfrm>
            <a:custGeom>
              <a:avLst/>
              <a:pathLst>
                <a:path w="46643" h="30575">
                  <a:moveTo>
                    <a:pt x="38672" y="1705"/>
                  </a:moveTo>
                  <a:lnTo>
                    <a:pt x="37370" y="2828"/>
                  </a:lnTo>
                  <a:lnTo>
                    <a:pt x="36772" y="2315"/>
                  </a:lnTo>
                  <a:lnTo>
                    <a:pt x="34040" y="4764"/>
                  </a:lnTo>
                  <a:lnTo>
                    <a:pt x="32809" y="8118"/>
                  </a:lnTo>
                  <a:lnTo>
                    <a:pt x="43729" y="7614"/>
                  </a:lnTo>
                  <a:lnTo>
                    <a:pt x="46643" y="10113"/>
                  </a:lnTo>
                  <a:lnTo>
                    <a:pt x="43549" y="12239"/>
                  </a:lnTo>
                  <a:lnTo>
                    <a:pt x="43558" y="14388"/>
                  </a:lnTo>
                  <a:lnTo>
                    <a:pt x="36999" y="14929"/>
                  </a:lnTo>
                  <a:lnTo>
                    <a:pt x="34691" y="16350"/>
                  </a:lnTo>
                  <a:lnTo>
                    <a:pt x="34609" y="18297"/>
                  </a:lnTo>
                  <a:lnTo>
                    <a:pt x="27189" y="18433"/>
                  </a:lnTo>
                  <a:lnTo>
                    <a:pt x="27177" y="16781"/>
                  </a:lnTo>
                  <a:lnTo>
                    <a:pt x="25090" y="17652"/>
                  </a:lnTo>
                  <a:lnTo>
                    <a:pt x="24465" y="23177"/>
                  </a:lnTo>
                  <a:lnTo>
                    <a:pt x="25283" y="25712"/>
                  </a:lnTo>
                  <a:lnTo>
                    <a:pt x="20765" y="28085"/>
                  </a:lnTo>
                  <a:lnTo>
                    <a:pt x="14515" y="28832"/>
                  </a:lnTo>
                  <a:lnTo>
                    <a:pt x="9472" y="30575"/>
                  </a:lnTo>
                  <a:lnTo>
                    <a:pt x="6022" y="25640"/>
                  </a:lnTo>
                  <a:lnTo>
                    <a:pt x="4707" y="27583"/>
                  </a:lnTo>
                  <a:lnTo>
                    <a:pt x="0" y="23996"/>
                  </a:lnTo>
                  <a:lnTo>
                    <a:pt x="407" y="20788"/>
                  </a:lnTo>
                  <a:lnTo>
                    <a:pt x="3584" y="21041"/>
                  </a:lnTo>
                  <a:lnTo>
                    <a:pt x="3553" y="10502"/>
                  </a:lnTo>
                  <a:lnTo>
                    <a:pt x="5470" y="8534"/>
                  </a:lnTo>
                  <a:lnTo>
                    <a:pt x="6034" y="6956"/>
                  </a:lnTo>
                  <a:lnTo>
                    <a:pt x="5259" y="4591"/>
                  </a:lnTo>
                  <a:lnTo>
                    <a:pt x="9037" y="3517"/>
                  </a:lnTo>
                  <a:lnTo>
                    <a:pt x="14613" y="4933"/>
                  </a:lnTo>
                  <a:lnTo>
                    <a:pt x="14665" y="1795"/>
                  </a:lnTo>
                  <a:lnTo>
                    <a:pt x="29398" y="1766"/>
                  </a:lnTo>
                  <a:lnTo>
                    <a:pt x="2939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3" name="ph9263"/>
            <p:cNvSpPr/>
            <p:nvPr/>
          </p:nvSpPr>
          <p:spPr>
            <a:xfrm>
              <a:off x="10461110" y="2442303"/>
              <a:ext cx="58435" cy="44626"/>
            </a:xfrm>
            <a:custGeom>
              <a:avLst/>
              <a:pathLst>
                <a:path w="58435" h="44626">
                  <a:moveTo>
                    <a:pt x="30448" y="11794"/>
                  </a:moveTo>
                  <a:lnTo>
                    <a:pt x="33628" y="12505"/>
                  </a:lnTo>
                  <a:lnTo>
                    <a:pt x="35406" y="10293"/>
                  </a:lnTo>
                  <a:lnTo>
                    <a:pt x="43193" y="10872"/>
                  </a:lnTo>
                  <a:lnTo>
                    <a:pt x="41334" y="17748"/>
                  </a:lnTo>
                  <a:lnTo>
                    <a:pt x="42660" y="18444"/>
                  </a:lnTo>
                  <a:lnTo>
                    <a:pt x="47199" y="18405"/>
                  </a:lnTo>
                  <a:lnTo>
                    <a:pt x="51006" y="20174"/>
                  </a:lnTo>
                  <a:lnTo>
                    <a:pt x="52266" y="22889"/>
                  </a:lnTo>
                  <a:lnTo>
                    <a:pt x="58435" y="22430"/>
                  </a:lnTo>
                  <a:lnTo>
                    <a:pt x="58326" y="37674"/>
                  </a:lnTo>
                  <a:lnTo>
                    <a:pt x="52348" y="36568"/>
                  </a:lnTo>
                  <a:lnTo>
                    <a:pt x="48905" y="39110"/>
                  </a:lnTo>
                  <a:lnTo>
                    <a:pt x="42671" y="40800"/>
                  </a:lnTo>
                  <a:lnTo>
                    <a:pt x="33109" y="44626"/>
                  </a:lnTo>
                  <a:lnTo>
                    <a:pt x="28184" y="43759"/>
                  </a:lnTo>
                  <a:lnTo>
                    <a:pt x="28739" y="42052"/>
                  </a:lnTo>
                  <a:lnTo>
                    <a:pt x="28330" y="41187"/>
                  </a:lnTo>
                  <a:lnTo>
                    <a:pt x="26184" y="39873"/>
                  </a:lnTo>
                  <a:lnTo>
                    <a:pt x="21330" y="39683"/>
                  </a:lnTo>
                  <a:lnTo>
                    <a:pt x="19904" y="39682"/>
                  </a:lnTo>
                  <a:lnTo>
                    <a:pt x="18306" y="42641"/>
                  </a:lnTo>
                  <a:lnTo>
                    <a:pt x="15972" y="44498"/>
                  </a:lnTo>
                  <a:lnTo>
                    <a:pt x="10367" y="44369"/>
                  </a:lnTo>
                  <a:lnTo>
                    <a:pt x="9530" y="43340"/>
                  </a:lnTo>
                  <a:lnTo>
                    <a:pt x="563" y="43829"/>
                  </a:lnTo>
                  <a:lnTo>
                    <a:pt x="1306" y="39288"/>
                  </a:lnTo>
                  <a:lnTo>
                    <a:pt x="2329" y="37460"/>
                  </a:lnTo>
                  <a:lnTo>
                    <a:pt x="4815" y="35742"/>
                  </a:lnTo>
                  <a:lnTo>
                    <a:pt x="2343" y="29221"/>
                  </a:lnTo>
                  <a:lnTo>
                    <a:pt x="0" y="27063"/>
                  </a:lnTo>
                  <a:lnTo>
                    <a:pt x="1386" y="20547"/>
                  </a:lnTo>
                  <a:lnTo>
                    <a:pt x="8450" y="20739"/>
                  </a:lnTo>
                  <a:lnTo>
                    <a:pt x="12044" y="18837"/>
                  </a:lnTo>
                  <a:lnTo>
                    <a:pt x="12632" y="17614"/>
                  </a:lnTo>
                  <a:lnTo>
                    <a:pt x="10079" y="11137"/>
                  </a:lnTo>
                  <a:lnTo>
                    <a:pt x="10485" y="9255"/>
                  </a:lnTo>
                  <a:lnTo>
                    <a:pt x="14727" y="4104"/>
                  </a:lnTo>
                  <a:lnTo>
                    <a:pt x="22039" y="1363"/>
                  </a:lnTo>
                  <a:lnTo>
                    <a:pt x="30045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4" name="ph9264"/>
            <p:cNvSpPr/>
            <p:nvPr/>
          </p:nvSpPr>
          <p:spPr>
            <a:xfrm>
              <a:off x="10480496" y="2732680"/>
              <a:ext cx="28997" cy="33904"/>
            </a:xfrm>
            <a:custGeom>
              <a:avLst/>
              <a:pathLst>
                <a:path w="28997" h="33904">
                  <a:moveTo>
                    <a:pt x="9034" y="0"/>
                  </a:moveTo>
                  <a:lnTo>
                    <a:pt x="20187" y="3237"/>
                  </a:lnTo>
                  <a:lnTo>
                    <a:pt x="21418" y="4187"/>
                  </a:lnTo>
                  <a:lnTo>
                    <a:pt x="28997" y="5262"/>
                  </a:lnTo>
                  <a:lnTo>
                    <a:pt x="27146" y="9170"/>
                  </a:lnTo>
                  <a:lnTo>
                    <a:pt x="25363" y="10054"/>
                  </a:lnTo>
                  <a:lnTo>
                    <a:pt x="23832" y="16407"/>
                  </a:lnTo>
                  <a:lnTo>
                    <a:pt x="24617" y="22284"/>
                  </a:lnTo>
                  <a:lnTo>
                    <a:pt x="23852" y="23816"/>
                  </a:lnTo>
                  <a:lnTo>
                    <a:pt x="21558" y="24850"/>
                  </a:lnTo>
                  <a:lnTo>
                    <a:pt x="22552" y="26572"/>
                  </a:lnTo>
                  <a:lnTo>
                    <a:pt x="26025" y="28773"/>
                  </a:lnTo>
                  <a:lnTo>
                    <a:pt x="22636" y="32641"/>
                  </a:lnTo>
                  <a:lnTo>
                    <a:pt x="18941" y="33009"/>
                  </a:lnTo>
                  <a:lnTo>
                    <a:pt x="18433" y="33904"/>
                  </a:lnTo>
                  <a:lnTo>
                    <a:pt x="9321" y="29294"/>
                  </a:lnTo>
                  <a:lnTo>
                    <a:pt x="6790" y="30749"/>
                  </a:lnTo>
                  <a:lnTo>
                    <a:pt x="3695" y="30425"/>
                  </a:lnTo>
                  <a:lnTo>
                    <a:pt x="5209" y="26366"/>
                  </a:lnTo>
                  <a:lnTo>
                    <a:pt x="673" y="24226"/>
                  </a:lnTo>
                  <a:lnTo>
                    <a:pt x="0" y="17221"/>
                  </a:lnTo>
                  <a:lnTo>
                    <a:pt x="5179" y="16057"/>
                  </a:lnTo>
                  <a:lnTo>
                    <a:pt x="6220" y="14962"/>
                  </a:lnTo>
                  <a:lnTo>
                    <a:pt x="6701" y="11068"/>
                  </a:lnTo>
                  <a:lnTo>
                    <a:pt x="4232" y="9344"/>
                  </a:lnTo>
                  <a:lnTo>
                    <a:pt x="3566" y="7531"/>
                  </a:lnTo>
                  <a:lnTo>
                    <a:pt x="4009" y="5350"/>
                  </a:lnTo>
                  <a:lnTo>
                    <a:pt x="6259" y="4305"/>
                  </a:lnTo>
                  <a:lnTo>
                    <a:pt x="6360" y="1510"/>
                  </a:lnTo>
                  <a:lnTo>
                    <a:pt x="7564" y="30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5" name="ph9265"/>
            <p:cNvSpPr/>
            <p:nvPr/>
          </p:nvSpPr>
          <p:spPr>
            <a:xfrm>
              <a:off x="10487555" y="2544516"/>
              <a:ext cx="53556" cy="50828"/>
            </a:xfrm>
            <a:custGeom>
              <a:avLst/>
              <a:pathLst>
                <a:path w="53556" h="50828">
                  <a:moveTo>
                    <a:pt x="28959" y="3040"/>
                  </a:moveTo>
                  <a:lnTo>
                    <a:pt x="35791" y="1890"/>
                  </a:lnTo>
                  <a:lnTo>
                    <a:pt x="38293" y="2328"/>
                  </a:lnTo>
                  <a:lnTo>
                    <a:pt x="42554" y="4070"/>
                  </a:lnTo>
                  <a:lnTo>
                    <a:pt x="44396" y="8742"/>
                  </a:lnTo>
                  <a:lnTo>
                    <a:pt x="44190" y="10268"/>
                  </a:lnTo>
                  <a:lnTo>
                    <a:pt x="44473" y="12280"/>
                  </a:lnTo>
                  <a:lnTo>
                    <a:pt x="43455" y="13496"/>
                  </a:lnTo>
                  <a:lnTo>
                    <a:pt x="49701" y="15455"/>
                  </a:lnTo>
                  <a:lnTo>
                    <a:pt x="53556" y="17797"/>
                  </a:lnTo>
                  <a:lnTo>
                    <a:pt x="53324" y="18807"/>
                  </a:lnTo>
                  <a:lnTo>
                    <a:pt x="51179" y="18907"/>
                  </a:lnTo>
                  <a:lnTo>
                    <a:pt x="50624" y="19658"/>
                  </a:lnTo>
                  <a:lnTo>
                    <a:pt x="51268" y="23124"/>
                  </a:lnTo>
                  <a:lnTo>
                    <a:pt x="53073" y="24095"/>
                  </a:lnTo>
                  <a:lnTo>
                    <a:pt x="50238" y="29685"/>
                  </a:lnTo>
                  <a:lnTo>
                    <a:pt x="51092" y="37642"/>
                  </a:lnTo>
                  <a:lnTo>
                    <a:pt x="46490" y="42633"/>
                  </a:lnTo>
                  <a:lnTo>
                    <a:pt x="45483" y="44562"/>
                  </a:lnTo>
                  <a:lnTo>
                    <a:pt x="36374" y="43698"/>
                  </a:lnTo>
                  <a:lnTo>
                    <a:pt x="34462" y="45541"/>
                  </a:lnTo>
                  <a:lnTo>
                    <a:pt x="33159" y="49402"/>
                  </a:lnTo>
                  <a:lnTo>
                    <a:pt x="31538" y="50828"/>
                  </a:lnTo>
                  <a:lnTo>
                    <a:pt x="26120" y="46983"/>
                  </a:lnTo>
                  <a:lnTo>
                    <a:pt x="22213" y="48119"/>
                  </a:lnTo>
                  <a:lnTo>
                    <a:pt x="20557" y="45666"/>
                  </a:lnTo>
                  <a:lnTo>
                    <a:pt x="14630" y="41681"/>
                  </a:lnTo>
                  <a:lnTo>
                    <a:pt x="17776" y="37826"/>
                  </a:lnTo>
                  <a:lnTo>
                    <a:pt x="17083" y="33600"/>
                  </a:lnTo>
                  <a:lnTo>
                    <a:pt x="14251" y="32150"/>
                  </a:lnTo>
                  <a:lnTo>
                    <a:pt x="13574" y="34058"/>
                  </a:lnTo>
                  <a:lnTo>
                    <a:pt x="9470" y="29865"/>
                  </a:lnTo>
                  <a:lnTo>
                    <a:pt x="9755" y="29290"/>
                  </a:lnTo>
                  <a:lnTo>
                    <a:pt x="5968" y="28556"/>
                  </a:lnTo>
                  <a:lnTo>
                    <a:pt x="2959" y="26939"/>
                  </a:lnTo>
                  <a:lnTo>
                    <a:pt x="1228" y="26053"/>
                  </a:lnTo>
                  <a:lnTo>
                    <a:pt x="326" y="23979"/>
                  </a:lnTo>
                  <a:lnTo>
                    <a:pt x="0" y="19241"/>
                  </a:lnTo>
                  <a:lnTo>
                    <a:pt x="1192" y="13104"/>
                  </a:lnTo>
                  <a:lnTo>
                    <a:pt x="3716" y="10338"/>
                  </a:lnTo>
                  <a:lnTo>
                    <a:pt x="4583" y="4168"/>
                  </a:lnTo>
                  <a:lnTo>
                    <a:pt x="8387" y="5344"/>
                  </a:lnTo>
                  <a:lnTo>
                    <a:pt x="8638" y="7356"/>
                  </a:lnTo>
                  <a:lnTo>
                    <a:pt x="9572" y="8248"/>
                  </a:lnTo>
                  <a:lnTo>
                    <a:pt x="13007" y="6413"/>
                  </a:lnTo>
                  <a:lnTo>
                    <a:pt x="15109" y="1775"/>
                  </a:lnTo>
                  <a:lnTo>
                    <a:pt x="16897" y="599"/>
                  </a:lnTo>
                  <a:lnTo>
                    <a:pt x="21652" y="2482"/>
                  </a:lnTo>
                  <a:lnTo>
                    <a:pt x="22884" y="0"/>
                  </a:lnTo>
                  <a:lnTo>
                    <a:pt x="25983" y="16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6" name="ph9266"/>
            <p:cNvSpPr/>
            <p:nvPr/>
          </p:nvSpPr>
          <p:spPr>
            <a:xfrm>
              <a:off x="10457856" y="2464733"/>
              <a:ext cx="113488" cy="88031"/>
            </a:xfrm>
            <a:custGeom>
              <a:avLst/>
              <a:pathLst>
                <a:path w="113488" h="88031">
                  <a:moveTo>
                    <a:pt x="64607" y="397"/>
                  </a:moveTo>
                  <a:lnTo>
                    <a:pt x="68503" y="3887"/>
                  </a:lnTo>
                  <a:lnTo>
                    <a:pt x="70676" y="4277"/>
                  </a:lnTo>
                  <a:lnTo>
                    <a:pt x="71932" y="6742"/>
                  </a:lnTo>
                  <a:lnTo>
                    <a:pt x="70501" y="12876"/>
                  </a:lnTo>
                  <a:lnTo>
                    <a:pt x="71394" y="14275"/>
                  </a:lnTo>
                  <a:lnTo>
                    <a:pt x="74611" y="15540"/>
                  </a:lnTo>
                  <a:lnTo>
                    <a:pt x="81281" y="13780"/>
                  </a:lnTo>
                  <a:lnTo>
                    <a:pt x="82891" y="8016"/>
                  </a:lnTo>
                  <a:lnTo>
                    <a:pt x="84934" y="6848"/>
                  </a:lnTo>
                  <a:lnTo>
                    <a:pt x="91967" y="9588"/>
                  </a:lnTo>
                  <a:lnTo>
                    <a:pt x="104571" y="9509"/>
                  </a:lnTo>
                  <a:lnTo>
                    <a:pt x="108202" y="11136"/>
                  </a:lnTo>
                  <a:lnTo>
                    <a:pt x="107382" y="14306"/>
                  </a:lnTo>
                  <a:lnTo>
                    <a:pt x="113488" y="16244"/>
                  </a:lnTo>
                  <a:lnTo>
                    <a:pt x="113250" y="18503"/>
                  </a:lnTo>
                  <a:lnTo>
                    <a:pt x="112104" y="20589"/>
                  </a:lnTo>
                  <a:lnTo>
                    <a:pt x="109403" y="24418"/>
                  </a:lnTo>
                  <a:lnTo>
                    <a:pt x="105483" y="27757"/>
                  </a:lnTo>
                  <a:lnTo>
                    <a:pt x="105202" y="30884"/>
                  </a:lnTo>
                  <a:lnTo>
                    <a:pt x="111391" y="34510"/>
                  </a:lnTo>
                  <a:lnTo>
                    <a:pt x="111691" y="36748"/>
                  </a:lnTo>
                  <a:lnTo>
                    <a:pt x="109937" y="41583"/>
                  </a:lnTo>
                  <a:lnTo>
                    <a:pt x="106933" y="45007"/>
                  </a:lnTo>
                  <a:lnTo>
                    <a:pt x="113347" y="49704"/>
                  </a:lnTo>
                  <a:lnTo>
                    <a:pt x="109835" y="50850"/>
                  </a:lnTo>
                  <a:lnTo>
                    <a:pt x="106326" y="58248"/>
                  </a:lnTo>
                  <a:lnTo>
                    <a:pt x="103497" y="61489"/>
                  </a:lnTo>
                  <a:lnTo>
                    <a:pt x="99720" y="62563"/>
                  </a:lnTo>
                  <a:lnTo>
                    <a:pt x="98900" y="60420"/>
                  </a:lnTo>
                  <a:lnTo>
                    <a:pt x="94594" y="56633"/>
                  </a:lnTo>
                  <a:lnTo>
                    <a:pt x="93556" y="56641"/>
                  </a:lnTo>
                  <a:lnTo>
                    <a:pt x="90999" y="61371"/>
                  </a:lnTo>
                  <a:lnTo>
                    <a:pt x="88551" y="64028"/>
                  </a:lnTo>
                  <a:lnTo>
                    <a:pt x="85522" y="64322"/>
                  </a:lnTo>
                  <a:lnTo>
                    <a:pt x="82457" y="62361"/>
                  </a:lnTo>
                  <a:lnTo>
                    <a:pt x="76830" y="62335"/>
                  </a:lnTo>
                  <a:lnTo>
                    <a:pt x="73331" y="63137"/>
                  </a:lnTo>
                  <a:lnTo>
                    <a:pt x="74497" y="64928"/>
                  </a:lnTo>
                  <a:lnTo>
                    <a:pt x="67597" y="68061"/>
                  </a:lnTo>
                  <a:lnTo>
                    <a:pt x="67264" y="73173"/>
                  </a:lnTo>
                  <a:lnTo>
                    <a:pt x="68329" y="73247"/>
                  </a:lnTo>
                  <a:lnTo>
                    <a:pt x="67614" y="80264"/>
                  </a:lnTo>
                  <a:lnTo>
                    <a:pt x="67992" y="82111"/>
                  </a:lnTo>
                  <a:lnTo>
                    <a:pt x="65491" y="81673"/>
                  </a:lnTo>
                  <a:lnTo>
                    <a:pt x="58659" y="82823"/>
                  </a:lnTo>
                  <a:lnTo>
                    <a:pt x="55683" y="79948"/>
                  </a:lnTo>
                  <a:lnTo>
                    <a:pt x="52583" y="79782"/>
                  </a:lnTo>
                  <a:lnTo>
                    <a:pt x="51352" y="82265"/>
                  </a:lnTo>
                  <a:lnTo>
                    <a:pt x="46597" y="80381"/>
                  </a:lnTo>
                  <a:lnTo>
                    <a:pt x="44809" y="81558"/>
                  </a:lnTo>
                  <a:lnTo>
                    <a:pt x="42707" y="86196"/>
                  </a:lnTo>
                  <a:lnTo>
                    <a:pt x="39271" y="88031"/>
                  </a:lnTo>
                  <a:lnTo>
                    <a:pt x="38337" y="87139"/>
                  </a:lnTo>
                  <a:lnTo>
                    <a:pt x="38087" y="85127"/>
                  </a:lnTo>
                  <a:lnTo>
                    <a:pt x="34283" y="83950"/>
                  </a:lnTo>
                  <a:lnTo>
                    <a:pt x="29792" y="81968"/>
                  </a:lnTo>
                  <a:lnTo>
                    <a:pt x="32404" y="76789"/>
                  </a:lnTo>
                  <a:lnTo>
                    <a:pt x="32038" y="75828"/>
                  </a:lnTo>
                  <a:lnTo>
                    <a:pt x="29406" y="74307"/>
                  </a:lnTo>
                  <a:lnTo>
                    <a:pt x="30204" y="69331"/>
                  </a:lnTo>
                  <a:lnTo>
                    <a:pt x="19623" y="65132"/>
                  </a:lnTo>
                  <a:lnTo>
                    <a:pt x="13217" y="63695"/>
                  </a:lnTo>
                  <a:lnTo>
                    <a:pt x="10974" y="60464"/>
                  </a:lnTo>
                  <a:lnTo>
                    <a:pt x="9330" y="55953"/>
                  </a:lnTo>
                  <a:lnTo>
                    <a:pt x="3972" y="55661"/>
                  </a:lnTo>
                  <a:lnTo>
                    <a:pt x="0" y="50857"/>
                  </a:lnTo>
                  <a:lnTo>
                    <a:pt x="5329" y="33949"/>
                  </a:lnTo>
                  <a:lnTo>
                    <a:pt x="2708" y="31018"/>
                  </a:lnTo>
                  <a:lnTo>
                    <a:pt x="1357" y="30926"/>
                  </a:lnTo>
                  <a:lnTo>
                    <a:pt x="27" y="29072"/>
                  </a:lnTo>
                  <a:lnTo>
                    <a:pt x="160" y="24868"/>
                  </a:lnTo>
                  <a:lnTo>
                    <a:pt x="1774" y="24713"/>
                  </a:lnTo>
                  <a:lnTo>
                    <a:pt x="3817" y="21399"/>
                  </a:lnTo>
                  <a:lnTo>
                    <a:pt x="12784" y="20910"/>
                  </a:lnTo>
                  <a:lnTo>
                    <a:pt x="13621" y="21939"/>
                  </a:lnTo>
                  <a:lnTo>
                    <a:pt x="19226" y="22068"/>
                  </a:lnTo>
                  <a:lnTo>
                    <a:pt x="21560" y="20210"/>
                  </a:lnTo>
                  <a:lnTo>
                    <a:pt x="23158" y="17252"/>
                  </a:lnTo>
                  <a:lnTo>
                    <a:pt x="24584" y="17253"/>
                  </a:lnTo>
                  <a:lnTo>
                    <a:pt x="29438" y="17443"/>
                  </a:lnTo>
                  <a:lnTo>
                    <a:pt x="31584" y="18757"/>
                  </a:lnTo>
                  <a:lnTo>
                    <a:pt x="31993" y="19621"/>
                  </a:lnTo>
                  <a:lnTo>
                    <a:pt x="31438" y="21328"/>
                  </a:lnTo>
                  <a:lnTo>
                    <a:pt x="36363" y="22195"/>
                  </a:lnTo>
                  <a:lnTo>
                    <a:pt x="45925" y="18369"/>
                  </a:lnTo>
                  <a:lnTo>
                    <a:pt x="52159" y="16680"/>
                  </a:lnTo>
                  <a:lnTo>
                    <a:pt x="55602" y="14137"/>
                  </a:lnTo>
                  <a:lnTo>
                    <a:pt x="61580" y="15244"/>
                  </a:lnTo>
                  <a:lnTo>
                    <a:pt x="6168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7" name="ph9267"/>
            <p:cNvSpPr/>
            <p:nvPr/>
          </p:nvSpPr>
          <p:spPr>
            <a:xfrm>
              <a:off x="10507642" y="2693962"/>
              <a:ext cx="39970" cy="54333"/>
            </a:xfrm>
            <a:custGeom>
              <a:avLst/>
              <a:pathLst>
                <a:path w="39970" h="54333">
                  <a:moveTo>
                    <a:pt x="31040" y="1116"/>
                  </a:moveTo>
                  <a:lnTo>
                    <a:pt x="30800" y="5484"/>
                  </a:lnTo>
                  <a:lnTo>
                    <a:pt x="31964" y="8523"/>
                  </a:lnTo>
                  <a:lnTo>
                    <a:pt x="36554" y="10138"/>
                  </a:lnTo>
                  <a:lnTo>
                    <a:pt x="37204" y="11472"/>
                  </a:lnTo>
                  <a:lnTo>
                    <a:pt x="35640" y="11326"/>
                  </a:lnTo>
                  <a:lnTo>
                    <a:pt x="34011" y="13546"/>
                  </a:lnTo>
                  <a:lnTo>
                    <a:pt x="33583" y="14783"/>
                  </a:lnTo>
                  <a:lnTo>
                    <a:pt x="34034" y="16045"/>
                  </a:lnTo>
                  <a:lnTo>
                    <a:pt x="32166" y="20102"/>
                  </a:lnTo>
                  <a:lnTo>
                    <a:pt x="33456" y="24915"/>
                  </a:lnTo>
                  <a:lnTo>
                    <a:pt x="34220" y="25544"/>
                  </a:lnTo>
                  <a:lnTo>
                    <a:pt x="37231" y="24878"/>
                  </a:lnTo>
                  <a:lnTo>
                    <a:pt x="39970" y="30066"/>
                  </a:lnTo>
                  <a:lnTo>
                    <a:pt x="39102" y="30970"/>
                  </a:lnTo>
                  <a:lnTo>
                    <a:pt x="35036" y="31903"/>
                  </a:lnTo>
                  <a:lnTo>
                    <a:pt x="35798" y="33362"/>
                  </a:lnTo>
                  <a:lnTo>
                    <a:pt x="35910" y="36963"/>
                  </a:lnTo>
                  <a:lnTo>
                    <a:pt x="32845" y="40982"/>
                  </a:lnTo>
                  <a:lnTo>
                    <a:pt x="30998" y="41823"/>
                  </a:lnTo>
                  <a:lnTo>
                    <a:pt x="25897" y="41493"/>
                  </a:lnTo>
                  <a:lnTo>
                    <a:pt x="22405" y="44489"/>
                  </a:lnTo>
                  <a:lnTo>
                    <a:pt x="20729" y="49265"/>
                  </a:lnTo>
                  <a:lnTo>
                    <a:pt x="14240" y="54333"/>
                  </a:lnTo>
                  <a:lnTo>
                    <a:pt x="11305" y="53765"/>
                  </a:lnTo>
                  <a:lnTo>
                    <a:pt x="10857" y="51546"/>
                  </a:lnTo>
                  <a:lnTo>
                    <a:pt x="6690" y="48730"/>
                  </a:lnTo>
                  <a:lnTo>
                    <a:pt x="4405" y="48774"/>
                  </a:lnTo>
                  <a:lnTo>
                    <a:pt x="3837" y="50374"/>
                  </a:lnTo>
                  <a:lnTo>
                    <a:pt x="2623" y="50461"/>
                  </a:lnTo>
                  <a:lnTo>
                    <a:pt x="0" y="47888"/>
                  </a:lnTo>
                  <a:lnTo>
                    <a:pt x="1851" y="43980"/>
                  </a:lnTo>
                  <a:lnTo>
                    <a:pt x="1836" y="42372"/>
                  </a:lnTo>
                  <a:lnTo>
                    <a:pt x="3419" y="39533"/>
                  </a:lnTo>
                  <a:lnTo>
                    <a:pt x="8962" y="36735"/>
                  </a:lnTo>
                  <a:lnTo>
                    <a:pt x="7790" y="36236"/>
                  </a:lnTo>
                  <a:lnTo>
                    <a:pt x="11095" y="30259"/>
                  </a:lnTo>
                  <a:lnTo>
                    <a:pt x="11743" y="25462"/>
                  </a:lnTo>
                  <a:lnTo>
                    <a:pt x="11051" y="23460"/>
                  </a:lnTo>
                  <a:lnTo>
                    <a:pt x="11680" y="21746"/>
                  </a:lnTo>
                  <a:lnTo>
                    <a:pt x="12395" y="20018"/>
                  </a:lnTo>
                  <a:lnTo>
                    <a:pt x="19755" y="11276"/>
                  </a:lnTo>
                  <a:lnTo>
                    <a:pt x="22107" y="4378"/>
                  </a:lnTo>
                  <a:lnTo>
                    <a:pt x="26225" y="5569"/>
                  </a:lnTo>
                  <a:lnTo>
                    <a:pt x="26614" y="908"/>
                  </a:lnTo>
                  <a:lnTo>
                    <a:pt x="2777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8" name="ph9268"/>
            <p:cNvSpPr/>
            <p:nvPr/>
          </p:nvSpPr>
          <p:spPr>
            <a:xfrm>
              <a:off x="10525470" y="2521366"/>
              <a:ext cx="32880" cy="33738"/>
            </a:xfrm>
            <a:custGeom>
              <a:avLst/>
              <a:pathLst>
                <a:path w="32880" h="33738">
                  <a:moveTo>
                    <a:pt x="26980" y="0"/>
                  </a:moveTo>
                  <a:lnTo>
                    <a:pt x="31286" y="3787"/>
                  </a:lnTo>
                  <a:lnTo>
                    <a:pt x="32106" y="5930"/>
                  </a:lnTo>
                  <a:lnTo>
                    <a:pt x="32880" y="8295"/>
                  </a:lnTo>
                  <a:lnTo>
                    <a:pt x="32317" y="9873"/>
                  </a:lnTo>
                  <a:lnTo>
                    <a:pt x="30399" y="11842"/>
                  </a:lnTo>
                  <a:lnTo>
                    <a:pt x="30430" y="22380"/>
                  </a:lnTo>
                  <a:lnTo>
                    <a:pt x="27254" y="22127"/>
                  </a:lnTo>
                  <a:lnTo>
                    <a:pt x="24812" y="23914"/>
                  </a:lnTo>
                  <a:lnTo>
                    <a:pt x="23422" y="26468"/>
                  </a:lnTo>
                  <a:lnTo>
                    <a:pt x="20762" y="28807"/>
                  </a:lnTo>
                  <a:lnTo>
                    <a:pt x="13341" y="28532"/>
                  </a:lnTo>
                  <a:lnTo>
                    <a:pt x="11594" y="33738"/>
                  </a:lnTo>
                  <a:lnTo>
                    <a:pt x="6276" y="33418"/>
                  </a:lnTo>
                  <a:lnTo>
                    <a:pt x="6481" y="31891"/>
                  </a:lnTo>
                  <a:lnTo>
                    <a:pt x="4640" y="27220"/>
                  </a:lnTo>
                  <a:lnTo>
                    <a:pt x="378" y="25478"/>
                  </a:lnTo>
                  <a:lnTo>
                    <a:pt x="0" y="23631"/>
                  </a:lnTo>
                  <a:lnTo>
                    <a:pt x="715" y="16614"/>
                  </a:lnTo>
                  <a:lnTo>
                    <a:pt x="9196" y="16380"/>
                  </a:lnTo>
                  <a:lnTo>
                    <a:pt x="9160" y="17778"/>
                  </a:lnTo>
                  <a:lnTo>
                    <a:pt x="14448" y="19358"/>
                  </a:lnTo>
                  <a:lnTo>
                    <a:pt x="22759" y="16417"/>
                  </a:lnTo>
                  <a:lnTo>
                    <a:pt x="24209" y="12233"/>
                  </a:lnTo>
                  <a:lnTo>
                    <a:pt x="22269" y="8542"/>
                  </a:lnTo>
                  <a:lnTo>
                    <a:pt x="20937" y="7395"/>
                  </a:lnTo>
                  <a:lnTo>
                    <a:pt x="23385" y="4738"/>
                  </a:lnTo>
                  <a:lnTo>
                    <a:pt x="25942" y="8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9" name="ph9269"/>
            <p:cNvSpPr/>
            <p:nvPr/>
          </p:nvSpPr>
          <p:spPr>
            <a:xfrm>
              <a:off x="10451720" y="2686204"/>
              <a:ext cx="44122" cy="27217"/>
            </a:xfrm>
            <a:custGeom>
              <a:avLst/>
              <a:pathLst>
                <a:path w="44122" h="27217">
                  <a:moveTo>
                    <a:pt x="21735" y="1940"/>
                  </a:moveTo>
                  <a:lnTo>
                    <a:pt x="23107" y="2938"/>
                  </a:lnTo>
                  <a:lnTo>
                    <a:pt x="27930" y="2420"/>
                  </a:lnTo>
                  <a:lnTo>
                    <a:pt x="29767" y="3515"/>
                  </a:lnTo>
                  <a:lnTo>
                    <a:pt x="31019" y="5593"/>
                  </a:lnTo>
                  <a:lnTo>
                    <a:pt x="34152" y="7626"/>
                  </a:lnTo>
                  <a:lnTo>
                    <a:pt x="39585" y="8375"/>
                  </a:lnTo>
                  <a:lnTo>
                    <a:pt x="43420" y="9900"/>
                  </a:lnTo>
                  <a:lnTo>
                    <a:pt x="44122" y="11582"/>
                  </a:lnTo>
                  <a:lnTo>
                    <a:pt x="39248" y="15252"/>
                  </a:lnTo>
                  <a:lnTo>
                    <a:pt x="39723" y="17228"/>
                  </a:lnTo>
                  <a:lnTo>
                    <a:pt x="35672" y="20923"/>
                  </a:lnTo>
                  <a:lnTo>
                    <a:pt x="34454" y="27217"/>
                  </a:lnTo>
                  <a:lnTo>
                    <a:pt x="19070" y="18520"/>
                  </a:lnTo>
                  <a:lnTo>
                    <a:pt x="4812" y="16060"/>
                  </a:lnTo>
                  <a:lnTo>
                    <a:pt x="5967" y="20454"/>
                  </a:lnTo>
                  <a:lnTo>
                    <a:pt x="17" y="17881"/>
                  </a:lnTo>
                  <a:lnTo>
                    <a:pt x="599" y="14468"/>
                  </a:lnTo>
                  <a:lnTo>
                    <a:pt x="0" y="11049"/>
                  </a:lnTo>
                  <a:lnTo>
                    <a:pt x="774" y="9175"/>
                  </a:lnTo>
                  <a:lnTo>
                    <a:pt x="4526" y="8571"/>
                  </a:lnTo>
                  <a:lnTo>
                    <a:pt x="7786" y="4814"/>
                  </a:lnTo>
                  <a:lnTo>
                    <a:pt x="1439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0" name="ph9270"/>
            <p:cNvSpPr/>
            <p:nvPr/>
          </p:nvSpPr>
          <p:spPr>
            <a:xfrm>
              <a:off x="10644282" y="2565664"/>
              <a:ext cx="59264" cy="112817"/>
            </a:xfrm>
            <a:custGeom>
              <a:avLst/>
              <a:pathLst>
                <a:path w="59264" h="112817">
                  <a:moveTo>
                    <a:pt x="52139" y="4238"/>
                  </a:moveTo>
                  <a:lnTo>
                    <a:pt x="50332" y="6595"/>
                  </a:lnTo>
                  <a:lnTo>
                    <a:pt x="48763" y="8526"/>
                  </a:lnTo>
                  <a:lnTo>
                    <a:pt x="51052" y="11167"/>
                  </a:lnTo>
                  <a:lnTo>
                    <a:pt x="53525" y="10534"/>
                  </a:lnTo>
                  <a:lnTo>
                    <a:pt x="58351" y="19337"/>
                  </a:lnTo>
                  <a:lnTo>
                    <a:pt x="59264" y="28446"/>
                  </a:lnTo>
                  <a:lnTo>
                    <a:pt x="56202" y="34923"/>
                  </a:lnTo>
                  <a:lnTo>
                    <a:pt x="49454" y="34601"/>
                  </a:lnTo>
                  <a:lnTo>
                    <a:pt x="48717" y="46371"/>
                  </a:lnTo>
                  <a:lnTo>
                    <a:pt x="43068" y="45705"/>
                  </a:lnTo>
                  <a:lnTo>
                    <a:pt x="42873" y="48635"/>
                  </a:lnTo>
                  <a:lnTo>
                    <a:pt x="48384" y="57356"/>
                  </a:lnTo>
                  <a:lnTo>
                    <a:pt x="50087" y="58753"/>
                  </a:lnTo>
                  <a:lnTo>
                    <a:pt x="51999" y="61607"/>
                  </a:lnTo>
                  <a:lnTo>
                    <a:pt x="55175" y="63888"/>
                  </a:lnTo>
                  <a:lnTo>
                    <a:pt x="52199" y="67841"/>
                  </a:lnTo>
                  <a:lnTo>
                    <a:pt x="53325" y="70763"/>
                  </a:lnTo>
                  <a:lnTo>
                    <a:pt x="54826" y="71710"/>
                  </a:lnTo>
                  <a:lnTo>
                    <a:pt x="52307" y="78421"/>
                  </a:lnTo>
                  <a:lnTo>
                    <a:pt x="51047" y="84877"/>
                  </a:lnTo>
                  <a:lnTo>
                    <a:pt x="52229" y="83649"/>
                  </a:lnTo>
                  <a:lnTo>
                    <a:pt x="54536" y="84646"/>
                  </a:lnTo>
                  <a:lnTo>
                    <a:pt x="54875" y="86886"/>
                  </a:lnTo>
                  <a:lnTo>
                    <a:pt x="47069" y="93021"/>
                  </a:lnTo>
                  <a:lnTo>
                    <a:pt x="43691" y="96696"/>
                  </a:lnTo>
                  <a:lnTo>
                    <a:pt x="45605" y="98556"/>
                  </a:lnTo>
                  <a:lnTo>
                    <a:pt x="45805" y="99739"/>
                  </a:lnTo>
                  <a:lnTo>
                    <a:pt x="37727" y="104647"/>
                  </a:lnTo>
                  <a:lnTo>
                    <a:pt x="35488" y="109120"/>
                  </a:lnTo>
                  <a:lnTo>
                    <a:pt x="36294" y="111518"/>
                  </a:lnTo>
                  <a:lnTo>
                    <a:pt x="34720" y="112817"/>
                  </a:lnTo>
                  <a:lnTo>
                    <a:pt x="33906" y="110953"/>
                  </a:lnTo>
                  <a:lnTo>
                    <a:pt x="33435" y="110566"/>
                  </a:lnTo>
                  <a:lnTo>
                    <a:pt x="32580" y="111153"/>
                  </a:lnTo>
                  <a:lnTo>
                    <a:pt x="28902" y="106138"/>
                  </a:lnTo>
                  <a:lnTo>
                    <a:pt x="28097" y="98805"/>
                  </a:lnTo>
                  <a:lnTo>
                    <a:pt x="19246" y="98447"/>
                  </a:lnTo>
                  <a:lnTo>
                    <a:pt x="18406" y="96195"/>
                  </a:lnTo>
                  <a:lnTo>
                    <a:pt x="15537" y="93392"/>
                  </a:lnTo>
                  <a:lnTo>
                    <a:pt x="10050" y="89577"/>
                  </a:lnTo>
                  <a:lnTo>
                    <a:pt x="2331" y="85696"/>
                  </a:lnTo>
                  <a:lnTo>
                    <a:pt x="4623" y="85067"/>
                  </a:lnTo>
                  <a:lnTo>
                    <a:pt x="5526" y="83277"/>
                  </a:lnTo>
                  <a:lnTo>
                    <a:pt x="5701" y="81297"/>
                  </a:lnTo>
                  <a:lnTo>
                    <a:pt x="2579" y="76863"/>
                  </a:lnTo>
                  <a:lnTo>
                    <a:pt x="4304" y="69260"/>
                  </a:lnTo>
                  <a:lnTo>
                    <a:pt x="4588" y="67821"/>
                  </a:lnTo>
                  <a:lnTo>
                    <a:pt x="2770" y="66818"/>
                  </a:lnTo>
                  <a:lnTo>
                    <a:pt x="1099" y="67019"/>
                  </a:lnTo>
                  <a:lnTo>
                    <a:pt x="458" y="66315"/>
                  </a:lnTo>
                  <a:lnTo>
                    <a:pt x="0" y="62164"/>
                  </a:lnTo>
                  <a:lnTo>
                    <a:pt x="2736" y="57555"/>
                  </a:lnTo>
                  <a:lnTo>
                    <a:pt x="3353" y="53408"/>
                  </a:lnTo>
                  <a:lnTo>
                    <a:pt x="4933" y="53295"/>
                  </a:lnTo>
                  <a:lnTo>
                    <a:pt x="9777" y="54163"/>
                  </a:lnTo>
                  <a:lnTo>
                    <a:pt x="12627" y="53331"/>
                  </a:lnTo>
                  <a:lnTo>
                    <a:pt x="15080" y="51048"/>
                  </a:lnTo>
                  <a:lnTo>
                    <a:pt x="19303" y="49942"/>
                  </a:lnTo>
                  <a:lnTo>
                    <a:pt x="21025" y="48243"/>
                  </a:lnTo>
                  <a:lnTo>
                    <a:pt x="19963" y="45922"/>
                  </a:lnTo>
                  <a:lnTo>
                    <a:pt x="20249" y="43627"/>
                  </a:lnTo>
                  <a:lnTo>
                    <a:pt x="26061" y="37965"/>
                  </a:lnTo>
                  <a:lnTo>
                    <a:pt x="22470" y="35759"/>
                  </a:lnTo>
                  <a:lnTo>
                    <a:pt x="18195" y="30599"/>
                  </a:lnTo>
                  <a:lnTo>
                    <a:pt x="18365" y="27888"/>
                  </a:lnTo>
                  <a:lnTo>
                    <a:pt x="25619" y="18927"/>
                  </a:lnTo>
                  <a:lnTo>
                    <a:pt x="25866" y="14459"/>
                  </a:lnTo>
                  <a:lnTo>
                    <a:pt x="28099" y="10867"/>
                  </a:lnTo>
                  <a:lnTo>
                    <a:pt x="35847" y="5520"/>
                  </a:lnTo>
                  <a:lnTo>
                    <a:pt x="36473" y="718"/>
                  </a:lnTo>
                  <a:lnTo>
                    <a:pt x="4530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1" name="ph9271"/>
            <p:cNvSpPr/>
            <p:nvPr/>
          </p:nvSpPr>
          <p:spPr>
            <a:xfrm>
              <a:off x="10544770" y="2414993"/>
              <a:ext cx="138262" cy="115831"/>
            </a:xfrm>
            <a:custGeom>
              <a:avLst/>
              <a:pathLst>
                <a:path w="138262" h="115831">
                  <a:moveTo>
                    <a:pt x="26606" y="4926"/>
                  </a:moveTo>
                  <a:lnTo>
                    <a:pt x="27688" y="2181"/>
                  </a:lnTo>
                  <a:lnTo>
                    <a:pt x="26476" y="1790"/>
                  </a:lnTo>
                  <a:lnTo>
                    <a:pt x="28294" y="646"/>
                  </a:lnTo>
                  <a:lnTo>
                    <a:pt x="44365" y="4361"/>
                  </a:lnTo>
                  <a:lnTo>
                    <a:pt x="46615" y="4307"/>
                  </a:lnTo>
                  <a:lnTo>
                    <a:pt x="49336" y="871"/>
                  </a:lnTo>
                  <a:lnTo>
                    <a:pt x="50388" y="2790"/>
                  </a:lnTo>
                  <a:lnTo>
                    <a:pt x="62326" y="9308"/>
                  </a:lnTo>
                  <a:lnTo>
                    <a:pt x="64677" y="13496"/>
                  </a:lnTo>
                  <a:lnTo>
                    <a:pt x="69211" y="11825"/>
                  </a:lnTo>
                  <a:lnTo>
                    <a:pt x="70526" y="18429"/>
                  </a:lnTo>
                  <a:lnTo>
                    <a:pt x="75211" y="18107"/>
                  </a:lnTo>
                  <a:lnTo>
                    <a:pt x="77900" y="21677"/>
                  </a:lnTo>
                  <a:lnTo>
                    <a:pt x="78799" y="24174"/>
                  </a:lnTo>
                  <a:lnTo>
                    <a:pt x="87542" y="21522"/>
                  </a:lnTo>
                  <a:lnTo>
                    <a:pt x="98954" y="21808"/>
                  </a:lnTo>
                  <a:lnTo>
                    <a:pt x="104744" y="23450"/>
                  </a:lnTo>
                  <a:lnTo>
                    <a:pt x="109122" y="23483"/>
                  </a:lnTo>
                  <a:lnTo>
                    <a:pt x="112506" y="21773"/>
                  </a:lnTo>
                  <a:lnTo>
                    <a:pt x="115352" y="21236"/>
                  </a:lnTo>
                  <a:lnTo>
                    <a:pt x="121047" y="22012"/>
                  </a:lnTo>
                  <a:lnTo>
                    <a:pt x="125856" y="24566"/>
                  </a:lnTo>
                  <a:lnTo>
                    <a:pt x="132761" y="22890"/>
                  </a:lnTo>
                  <a:lnTo>
                    <a:pt x="132760" y="32890"/>
                  </a:lnTo>
                  <a:lnTo>
                    <a:pt x="138262" y="38246"/>
                  </a:lnTo>
                  <a:lnTo>
                    <a:pt x="104546" y="67582"/>
                  </a:lnTo>
                  <a:lnTo>
                    <a:pt x="78572" y="76502"/>
                  </a:lnTo>
                  <a:lnTo>
                    <a:pt x="66435" y="78742"/>
                  </a:lnTo>
                  <a:lnTo>
                    <a:pt x="61358" y="77885"/>
                  </a:lnTo>
                  <a:lnTo>
                    <a:pt x="58890" y="73084"/>
                  </a:lnTo>
                  <a:lnTo>
                    <a:pt x="58648" y="67590"/>
                  </a:lnTo>
                  <a:lnTo>
                    <a:pt x="53764" y="67666"/>
                  </a:lnTo>
                  <a:lnTo>
                    <a:pt x="52051" y="77404"/>
                  </a:lnTo>
                  <a:lnTo>
                    <a:pt x="50438" y="80097"/>
                  </a:lnTo>
                  <a:lnTo>
                    <a:pt x="47384" y="82680"/>
                  </a:lnTo>
                  <a:lnTo>
                    <a:pt x="50284" y="87510"/>
                  </a:lnTo>
                  <a:lnTo>
                    <a:pt x="51914" y="87404"/>
                  </a:lnTo>
                  <a:lnTo>
                    <a:pt x="53417" y="83347"/>
                  </a:lnTo>
                  <a:lnTo>
                    <a:pt x="54457" y="83333"/>
                  </a:lnTo>
                  <a:lnTo>
                    <a:pt x="53014" y="87889"/>
                  </a:lnTo>
                  <a:lnTo>
                    <a:pt x="52121" y="88545"/>
                  </a:lnTo>
                  <a:lnTo>
                    <a:pt x="48494" y="88290"/>
                  </a:lnTo>
                  <a:lnTo>
                    <a:pt x="48095" y="93238"/>
                  </a:lnTo>
                  <a:lnTo>
                    <a:pt x="53573" y="95887"/>
                  </a:lnTo>
                  <a:lnTo>
                    <a:pt x="53398" y="100655"/>
                  </a:lnTo>
                  <a:lnTo>
                    <a:pt x="56339" y="105184"/>
                  </a:lnTo>
                  <a:lnTo>
                    <a:pt x="52417" y="111818"/>
                  </a:lnTo>
                  <a:lnTo>
                    <a:pt x="51275" y="115327"/>
                  </a:lnTo>
                  <a:lnTo>
                    <a:pt x="40356" y="115831"/>
                  </a:lnTo>
                  <a:lnTo>
                    <a:pt x="41586" y="112477"/>
                  </a:lnTo>
                  <a:lnTo>
                    <a:pt x="44319" y="110028"/>
                  </a:lnTo>
                  <a:lnTo>
                    <a:pt x="44917" y="110541"/>
                  </a:lnTo>
                  <a:lnTo>
                    <a:pt x="46219" y="109418"/>
                  </a:lnTo>
                  <a:lnTo>
                    <a:pt x="36939" y="107712"/>
                  </a:lnTo>
                  <a:lnTo>
                    <a:pt x="36945" y="109479"/>
                  </a:lnTo>
                  <a:lnTo>
                    <a:pt x="22211" y="109508"/>
                  </a:lnTo>
                  <a:lnTo>
                    <a:pt x="22160" y="112646"/>
                  </a:lnTo>
                  <a:lnTo>
                    <a:pt x="16583" y="111229"/>
                  </a:lnTo>
                  <a:lnTo>
                    <a:pt x="19412" y="107989"/>
                  </a:lnTo>
                  <a:lnTo>
                    <a:pt x="22921" y="100591"/>
                  </a:lnTo>
                  <a:lnTo>
                    <a:pt x="26433" y="99445"/>
                  </a:lnTo>
                  <a:lnTo>
                    <a:pt x="20020" y="94747"/>
                  </a:lnTo>
                  <a:lnTo>
                    <a:pt x="23024" y="91323"/>
                  </a:lnTo>
                  <a:lnTo>
                    <a:pt x="24778" y="86488"/>
                  </a:lnTo>
                  <a:lnTo>
                    <a:pt x="24477" y="84250"/>
                  </a:lnTo>
                  <a:lnTo>
                    <a:pt x="18289" y="80624"/>
                  </a:lnTo>
                  <a:lnTo>
                    <a:pt x="18570" y="77497"/>
                  </a:lnTo>
                  <a:lnTo>
                    <a:pt x="22489" y="74159"/>
                  </a:lnTo>
                  <a:lnTo>
                    <a:pt x="25190" y="70329"/>
                  </a:lnTo>
                  <a:lnTo>
                    <a:pt x="26336" y="68244"/>
                  </a:lnTo>
                  <a:lnTo>
                    <a:pt x="26575" y="65984"/>
                  </a:lnTo>
                  <a:lnTo>
                    <a:pt x="20468" y="64047"/>
                  </a:lnTo>
                  <a:lnTo>
                    <a:pt x="21288" y="60876"/>
                  </a:lnTo>
                  <a:lnTo>
                    <a:pt x="17658" y="59250"/>
                  </a:lnTo>
                  <a:lnTo>
                    <a:pt x="19095" y="56231"/>
                  </a:lnTo>
                  <a:lnTo>
                    <a:pt x="17515" y="53949"/>
                  </a:lnTo>
                  <a:lnTo>
                    <a:pt x="13156" y="50296"/>
                  </a:lnTo>
                  <a:lnTo>
                    <a:pt x="9282" y="41151"/>
                  </a:lnTo>
                  <a:lnTo>
                    <a:pt x="3072" y="40620"/>
                  </a:lnTo>
                  <a:lnTo>
                    <a:pt x="4744" y="40044"/>
                  </a:lnTo>
                  <a:lnTo>
                    <a:pt x="5213" y="38219"/>
                  </a:lnTo>
                  <a:lnTo>
                    <a:pt x="3692" y="33360"/>
                  </a:lnTo>
                  <a:lnTo>
                    <a:pt x="562" y="31358"/>
                  </a:lnTo>
                  <a:lnTo>
                    <a:pt x="0" y="25730"/>
                  </a:lnTo>
                  <a:lnTo>
                    <a:pt x="6714" y="26011"/>
                  </a:lnTo>
                  <a:lnTo>
                    <a:pt x="6871" y="26733"/>
                  </a:lnTo>
                  <a:lnTo>
                    <a:pt x="12153" y="25634"/>
                  </a:lnTo>
                  <a:lnTo>
                    <a:pt x="20479" y="19142"/>
                  </a:lnTo>
                  <a:lnTo>
                    <a:pt x="21377" y="17749"/>
                  </a:lnTo>
                  <a:lnTo>
                    <a:pt x="22127" y="13561"/>
                  </a:lnTo>
                  <a:lnTo>
                    <a:pt x="20793" y="8246"/>
                  </a:lnTo>
                  <a:lnTo>
                    <a:pt x="16172" y="8165"/>
                  </a:lnTo>
                  <a:lnTo>
                    <a:pt x="13432" y="5820"/>
                  </a:lnTo>
                  <a:lnTo>
                    <a:pt x="13902" y="5110"/>
                  </a:lnTo>
                  <a:lnTo>
                    <a:pt x="15398" y="5001"/>
                  </a:lnTo>
                  <a:lnTo>
                    <a:pt x="15870" y="5610"/>
                  </a:lnTo>
                  <a:lnTo>
                    <a:pt x="16974" y="5093"/>
                  </a:lnTo>
                  <a:lnTo>
                    <a:pt x="18281" y="3396"/>
                  </a:lnTo>
                  <a:lnTo>
                    <a:pt x="190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2" name="ph9272"/>
            <p:cNvSpPr/>
            <p:nvPr/>
          </p:nvSpPr>
          <p:spPr>
            <a:xfrm>
              <a:off x="10560139" y="2539487"/>
              <a:ext cx="21461" cy="23084"/>
            </a:xfrm>
            <a:custGeom>
              <a:avLst/>
              <a:pathLst>
                <a:path w="21461" h="23084">
                  <a:moveTo>
                    <a:pt x="19367" y="1652"/>
                  </a:moveTo>
                  <a:lnTo>
                    <a:pt x="18718" y="7647"/>
                  </a:lnTo>
                  <a:lnTo>
                    <a:pt x="19252" y="8308"/>
                  </a:lnTo>
                  <a:lnTo>
                    <a:pt x="21461" y="8129"/>
                  </a:lnTo>
                  <a:lnTo>
                    <a:pt x="19927" y="14351"/>
                  </a:lnTo>
                  <a:lnTo>
                    <a:pt x="14526" y="19702"/>
                  </a:lnTo>
                  <a:lnTo>
                    <a:pt x="11098" y="19865"/>
                  </a:lnTo>
                  <a:lnTo>
                    <a:pt x="6084" y="23084"/>
                  </a:lnTo>
                  <a:lnTo>
                    <a:pt x="5064" y="22783"/>
                  </a:lnTo>
                  <a:lnTo>
                    <a:pt x="0" y="18594"/>
                  </a:lnTo>
                  <a:lnTo>
                    <a:pt x="1650" y="13793"/>
                  </a:lnTo>
                  <a:lnTo>
                    <a:pt x="6692" y="12051"/>
                  </a:lnTo>
                  <a:lnTo>
                    <a:pt x="12942" y="11304"/>
                  </a:lnTo>
                  <a:lnTo>
                    <a:pt x="17461" y="8931"/>
                  </a:lnTo>
                  <a:lnTo>
                    <a:pt x="16643" y="6395"/>
                  </a:lnTo>
                  <a:lnTo>
                    <a:pt x="17267" y="871"/>
                  </a:lnTo>
                  <a:lnTo>
                    <a:pt x="1935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3" name="ph9273"/>
            <p:cNvSpPr/>
            <p:nvPr/>
          </p:nvSpPr>
          <p:spPr>
            <a:xfrm>
              <a:off x="10364500" y="2515590"/>
              <a:ext cx="127638" cy="117912"/>
            </a:xfrm>
            <a:custGeom>
              <a:avLst/>
              <a:pathLst>
                <a:path w="127638" h="117912">
                  <a:moveTo>
                    <a:pt x="88795" y="1500"/>
                  </a:moveTo>
                  <a:lnTo>
                    <a:pt x="93355" y="0"/>
                  </a:lnTo>
                  <a:lnTo>
                    <a:pt x="97327" y="4803"/>
                  </a:lnTo>
                  <a:lnTo>
                    <a:pt x="102686" y="5096"/>
                  </a:lnTo>
                  <a:lnTo>
                    <a:pt x="104330" y="9607"/>
                  </a:lnTo>
                  <a:lnTo>
                    <a:pt x="106572" y="12838"/>
                  </a:lnTo>
                  <a:lnTo>
                    <a:pt x="112978" y="14275"/>
                  </a:lnTo>
                  <a:lnTo>
                    <a:pt x="123560" y="18474"/>
                  </a:lnTo>
                  <a:lnTo>
                    <a:pt x="122761" y="23450"/>
                  </a:lnTo>
                  <a:lnTo>
                    <a:pt x="125393" y="24971"/>
                  </a:lnTo>
                  <a:lnTo>
                    <a:pt x="125759" y="25932"/>
                  </a:lnTo>
                  <a:lnTo>
                    <a:pt x="123148" y="31111"/>
                  </a:lnTo>
                  <a:lnTo>
                    <a:pt x="127638" y="33093"/>
                  </a:lnTo>
                  <a:lnTo>
                    <a:pt x="126770" y="39264"/>
                  </a:lnTo>
                  <a:lnTo>
                    <a:pt x="124247" y="42030"/>
                  </a:lnTo>
                  <a:lnTo>
                    <a:pt x="123054" y="48166"/>
                  </a:lnTo>
                  <a:lnTo>
                    <a:pt x="123381" y="52904"/>
                  </a:lnTo>
                  <a:lnTo>
                    <a:pt x="124283" y="54979"/>
                  </a:lnTo>
                  <a:lnTo>
                    <a:pt x="126013" y="55865"/>
                  </a:lnTo>
                  <a:lnTo>
                    <a:pt x="123660" y="57727"/>
                  </a:lnTo>
                  <a:lnTo>
                    <a:pt x="118563" y="58167"/>
                  </a:lnTo>
                  <a:lnTo>
                    <a:pt x="116532" y="62437"/>
                  </a:lnTo>
                  <a:lnTo>
                    <a:pt x="106524" y="59557"/>
                  </a:lnTo>
                  <a:lnTo>
                    <a:pt x="100922" y="63494"/>
                  </a:lnTo>
                  <a:lnTo>
                    <a:pt x="98684" y="66260"/>
                  </a:lnTo>
                  <a:lnTo>
                    <a:pt x="98056" y="70857"/>
                  </a:lnTo>
                  <a:lnTo>
                    <a:pt x="94980" y="72596"/>
                  </a:lnTo>
                  <a:lnTo>
                    <a:pt x="91771" y="72141"/>
                  </a:lnTo>
                  <a:lnTo>
                    <a:pt x="88746" y="70798"/>
                  </a:lnTo>
                  <a:lnTo>
                    <a:pt x="82368" y="71577"/>
                  </a:lnTo>
                  <a:lnTo>
                    <a:pt x="81033" y="71080"/>
                  </a:lnTo>
                  <a:lnTo>
                    <a:pt x="76307" y="72298"/>
                  </a:lnTo>
                  <a:lnTo>
                    <a:pt x="69547" y="69689"/>
                  </a:lnTo>
                  <a:lnTo>
                    <a:pt x="64823" y="71813"/>
                  </a:lnTo>
                  <a:lnTo>
                    <a:pt x="63058" y="77224"/>
                  </a:lnTo>
                  <a:lnTo>
                    <a:pt x="62734" y="81063"/>
                  </a:lnTo>
                  <a:lnTo>
                    <a:pt x="60551" y="85308"/>
                  </a:lnTo>
                  <a:lnTo>
                    <a:pt x="59912" y="93038"/>
                  </a:lnTo>
                  <a:lnTo>
                    <a:pt x="58029" y="95689"/>
                  </a:lnTo>
                  <a:lnTo>
                    <a:pt x="56070" y="97030"/>
                  </a:lnTo>
                  <a:lnTo>
                    <a:pt x="55993" y="98504"/>
                  </a:lnTo>
                  <a:lnTo>
                    <a:pt x="57844" y="103728"/>
                  </a:lnTo>
                  <a:lnTo>
                    <a:pt x="53863" y="117912"/>
                  </a:lnTo>
                  <a:lnTo>
                    <a:pt x="49686" y="109511"/>
                  </a:lnTo>
                  <a:lnTo>
                    <a:pt x="47141" y="98237"/>
                  </a:lnTo>
                  <a:lnTo>
                    <a:pt x="53796" y="89080"/>
                  </a:lnTo>
                  <a:lnTo>
                    <a:pt x="53911" y="88386"/>
                  </a:lnTo>
                  <a:lnTo>
                    <a:pt x="51270" y="85192"/>
                  </a:lnTo>
                  <a:lnTo>
                    <a:pt x="53186" y="81654"/>
                  </a:lnTo>
                  <a:lnTo>
                    <a:pt x="53058" y="75731"/>
                  </a:lnTo>
                  <a:lnTo>
                    <a:pt x="55332" y="69415"/>
                  </a:lnTo>
                  <a:lnTo>
                    <a:pt x="59308" y="67014"/>
                  </a:lnTo>
                  <a:lnTo>
                    <a:pt x="64425" y="65186"/>
                  </a:lnTo>
                  <a:lnTo>
                    <a:pt x="65698" y="63562"/>
                  </a:lnTo>
                  <a:lnTo>
                    <a:pt x="65190" y="60758"/>
                  </a:lnTo>
                  <a:lnTo>
                    <a:pt x="66939" y="53311"/>
                  </a:lnTo>
                  <a:lnTo>
                    <a:pt x="64793" y="50711"/>
                  </a:lnTo>
                  <a:lnTo>
                    <a:pt x="50480" y="50331"/>
                  </a:lnTo>
                  <a:lnTo>
                    <a:pt x="49648" y="48515"/>
                  </a:lnTo>
                  <a:lnTo>
                    <a:pt x="38600" y="48686"/>
                  </a:lnTo>
                  <a:lnTo>
                    <a:pt x="36810" y="49153"/>
                  </a:lnTo>
                  <a:lnTo>
                    <a:pt x="33488" y="51857"/>
                  </a:lnTo>
                  <a:lnTo>
                    <a:pt x="32575" y="55563"/>
                  </a:lnTo>
                  <a:lnTo>
                    <a:pt x="37808" y="58008"/>
                  </a:lnTo>
                  <a:lnTo>
                    <a:pt x="35794" y="62340"/>
                  </a:lnTo>
                  <a:lnTo>
                    <a:pt x="36977" y="65972"/>
                  </a:lnTo>
                  <a:lnTo>
                    <a:pt x="39283" y="67168"/>
                  </a:lnTo>
                  <a:lnTo>
                    <a:pt x="39746" y="69833"/>
                  </a:lnTo>
                  <a:lnTo>
                    <a:pt x="39435" y="72929"/>
                  </a:lnTo>
                  <a:lnTo>
                    <a:pt x="38684" y="73751"/>
                  </a:lnTo>
                  <a:lnTo>
                    <a:pt x="45678" y="77938"/>
                  </a:lnTo>
                  <a:lnTo>
                    <a:pt x="46749" y="80939"/>
                  </a:lnTo>
                  <a:lnTo>
                    <a:pt x="46032" y="82631"/>
                  </a:lnTo>
                  <a:lnTo>
                    <a:pt x="40762" y="87630"/>
                  </a:lnTo>
                  <a:lnTo>
                    <a:pt x="37341" y="94156"/>
                  </a:lnTo>
                  <a:lnTo>
                    <a:pt x="36451" y="94181"/>
                  </a:lnTo>
                  <a:lnTo>
                    <a:pt x="33644" y="92720"/>
                  </a:lnTo>
                  <a:lnTo>
                    <a:pt x="31097" y="94425"/>
                  </a:lnTo>
                  <a:lnTo>
                    <a:pt x="28240" y="94856"/>
                  </a:lnTo>
                  <a:lnTo>
                    <a:pt x="28263" y="93311"/>
                  </a:lnTo>
                  <a:lnTo>
                    <a:pt x="30101" y="91084"/>
                  </a:lnTo>
                  <a:lnTo>
                    <a:pt x="33493" y="81906"/>
                  </a:lnTo>
                  <a:lnTo>
                    <a:pt x="31678" y="75387"/>
                  </a:lnTo>
                  <a:lnTo>
                    <a:pt x="30711" y="74148"/>
                  </a:lnTo>
                  <a:lnTo>
                    <a:pt x="29575" y="74005"/>
                  </a:lnTo>
                  <a:lnTo>
                    <a:pt x="27860" y="74250"/>
                  </a:lnTo>
                  <a:lnTo>
                    <a:pt x="25927" y="75892"/>
                  </a:lnTo>
                  <a:lnTo>
                    <a:pt x="26822" y="76834"/>
                  </a:lnTo>
                  <a:lnTo>
                    <a:pt x="26696" y="78333"/>
                  </a:lnTo>
                  <a:lnTo>
                    <a:pt x="23443" y="77329"/>
                  </a:lnTo>
                  <a:lnTo>
                    <a:pt x="21968" y="76051"/>
                  </a:lnTo>
                  <a:lnTo>
                    <a:pt x="18242" y="76898"/>
                  </a:lnTo>
                  <a:lnTo>
                    <a:pt x="16771" y="79419"/>
                  </a:lnTo>
                  <a:lnTo>
                    <a:pt x="17083" y="82980"/>
                  </a:lnTo>
                  <a:lnTo>
                    <a:pt x="19353" y="86448"/>
                  </a:lnTo>
                  <a:lnTo>
                    <a:pt x="20768" y="90000"/>
                  </a:lnTo>
                  <a:lnTo>
                    <a:pt x="20582" y="91199"/>
                  </a:lnTo>
                  <a:lnTo>
                    <a:pt x="17650" y="89566"/>
                  </a:lnTo>
                  <a:lnTo>
                    <a:pt x="16138" y="87020"/>
                  </a:lnTo>
                  <a:lnTo>
                    <a:pt x="14636" y="87157"/>
                  </a:lnTo>
                  <a:lnTo>
                    <a:pt x="12461" y="88084"/>
                  </a:lnTo>
                  <a:lnTo>
                    <a:pt x="10490" y="91396"/>
                  </a:lnTo>
                  <a:lnTo>
                    <a:pt x="10820" y="95666"/>
                  </a:lnTo>
                  <a:lnTo>
                    <a:pt x="9499" y="96304"/>
                  </a:lnTo>
                  <a:lnTo>
                    <a:pt x="6630" y="96131"/>
                  </a:lnTo>
                  <a:lnTo>
                    <a:pt x="7407" y="94711"/>
                  </a:lnTo>
                  <a:lnTo>
                    <a:pt x="6607" y="93656"/>
                  </a:lnTo>
                  <a:lnTo>
                    <a:pt x="356" y="91026"/>
                  </a:lnTo>
                  <a:lnTo>
                    <a:pt x="0" y="89247"/>
                  </a:lnTo>
                  <a:lnTo>
                    <a:pt x="534" y="88257"/>
                  </a:lnTo>
                  <a:lnTo>
                    <a:pt x="3837" y="85208"/>
                  </a:lnTo>
                  <a:lnTo>
                    <a:pt x="6481" y="80830"/>
                  </a:lnTo>
                  <a:lnTo>
                    <a:pt x="3985" y="75479"/>
                  </a:lnTo>
                  <a:lnTo>
                    <a:pt x="3846" y="73354"/>
                  </a:lnTo>
                  <a:lnTo>
                    <a:pt x="9520" y="67091"/>
                  </a:lnTo>
                  <a:lnTo>
                    <a:pt x="7860" y="57685"/>
                  </a:lnTo>
                  <a:lnTo>
                    <a:pt x="10266" y="49557"/>
                  </a:lnTo>
                  <a:lnTo>
                    <a:pt x="15340" y="44539"/>
                  </a:lnTo>
                  <a:lnTo>
                    <a:pt x="17653" y="44900"/>
                  </a:lnTo>
                  <a:lnTo>
                    <a:pt x="19682" y="47050"/>
                  </a:lnTo>
                  <a:lnTo>
                    <a:pt x="27179" y="46537"/>
                  </a:lnTo>
                  <a:lnTo>
                    <a:pt x="29356" y="44685"/>
                  </a:lnTo>
                  <a:lnTo>
                    <a:pt x="27657" y="39868"/>
                  </a:lnTo>
                  <a:lnTo>
                    <a:pt x="28037" y="32202"/>
                  </a:lnTo>
                  <a:lnTo>
                    <a:pt x="27118" y="30069"/>
                  </a:lnTo>
                  <a:lnTo>
                    <a:pt x="23427" y="27756"/>
                  </a:lnTo>
                  <a:lnTo>
                    <a:pt x="21775" y="25338"/>
                  </a:lnTo>
                  <a:lnTo>
                    <a:pt x="21492" y="22663"/>
                  </a:lnTo>
                  <a:lnTo>
                    <a:pt x="22109" y="21397"/>
                  </a:lnTo>
                  <a:lnTo>
                    <a:pt x="23080" y="21786"/>
                  </a:lnTo>
                  <a:lnTo>
                    <a:pt x="25695" y="21026"/>
                  </a:lnTo>
                  <a:lnTo>
                    <a:pt x="27108" y="19499"/>
                  </a:lnTo>
                  <a:lnTo>
                    <a:pt x="26179" y="15273"/>
                  </a:lnTo>
                  <a:lnTo>
                    <a:pt x="27029" y="14836"/>
                  </a:lnTo>
                  <a:lnTo>
                    <a:pt x="33829" y="14511"/>
                  </a:lnTo>
                  <a:lnTo>
                    <a:pt x="36299" y="12470"/>
                  </a:lnTo>
                  <a:lnTo>
                    <a:pt x="40061" y="11077"/>
                  </a:lnTo>
                  <a:lnTo>
                    <a:pt x="44298" y="10877"/>
                  </a:lnTo>
                  <a:lnTo>
                    <a:pt x="50353" y="11147"/>
                  </a:lnTo>
                  <a:lnTo>
                    <a:pt x="50356" y="13400"/>
                  </a:lnTo>
                  <a:lnTo>
                    <a:pt x="49252" y="14219"/>
                  </a:lnTo>
                  <a:lnTo>
                    <a:pt x="49542" y="14932"/>
                  </a:lnTo>
                  <a:lnTo>
                    <a:pt x="51602" y="14751"/>
                  </a:lnTo>
                  <a:lnTo>
                    <a:pt x="53526" y="11583"/>
                  </a:lnTo>
                  <a:lnTo>
                    <a:pt x="63859" y="9389"/>
                  </a:lnTo>
                  <a:lnTo>
                    <a:pt x="66753" y="7081"/>
                  </a:lnTo>
                  <a:lnTo>
                    <a:pt x="71900" y="5994"/>
                  </a:lnTo>
                  <a:lnTo>
                    <a:pt x="75868" y="5769"/>
                  </a:lnTo>
                  <a:lnTo>
                    <a:pt x="76220" y="6977"/>
                  </a:lnTo>
                  <a:lnTo>
                    <a:pt x="77455" y="7536"/>
                  </a:lnTo>
                  <a:lnTo>
                    <a:pt x="80628" y="5855"/>
                  </a:lnTo>
                  <a:lnTo>
                    <a:pt x="82988" y="1976"/>
                  </a:lnTo>
                  <a:lnTo>
                    <a:pt x="85528" y="1155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4" name="ph9274"/>
            <p:cNvSpPr/>
            <p:nvPr/>
          </p:nvSpPr>
          <p:spPr>
            <a:xfrm>
              <a:off x="10466113" y="2663942"/>
              <a:ext cx="39484" cy="33843"/>
            </a:xfrm>
            <a:custGeom>
              <a:avLst/>
              <a:pathLst>
                <a:path w="39484" h="33843">
                  <a:moveTo>
                    <a:pt x="30899" y="95"/>
                  </a:moveTo>
                  <a:lnTo>
                    <a:pt x="32543" y="3082"/>
                  </a:lnTo>
                  <a:lnTo>
                    <a:pt x="35304" y="5343"/>
                  </a:lnTo>
                  <a:lnTo>
                    <a:pt x="37858" y="6379"/>
                  </a:lnTo>
                  <a:lnTo>
                    <a:pt x="38669" y="9187"/>
                  </a:lnTo>
                  <a:lnTo>
                    <a:pt x="38064" y="11941"/>
                  </a:lnTo>
                  <a:lnTo>
                    <a:pt x="38263" y="16761"/>
                  </a:lnTo>
                  <a:lnTo>
                    <a:pt x="37466" y="18013"/>
                  </a:lnTo>
                  <a:lnTo>
                    <a:pt x="38961" y="19101"/>
                  </a:lnTo>
                  <a:lnTo>
                    <a:pt x="39484" y="20523"/>
                  </a:lnTo>
                  <a:lnTo>
                    <a:pt x="38759" y="23466"/>
                  </a:lnTo>
                  <a:lnTo>
                    <a:pt x="33783" y="30788"/>
                  </a:lnTo>
                  <a:lnTo>
                    <a:pt x="32613" y="33820"/>
                  </a:lnTo>
                  <a:lnTo>
                    <a:pt x="29729" y="33843"/>
                  </a:lnTo>
                  <a:lnTo>
                    <a:pt x="29027" y="32161"/>
                  </a:lnTo>
                  <a:lnTo>
                    <a:pt x="25192" y="30636"/>
                  </a:lnTo>
                  <a:lnTo>
                    <a:pt x="19759" y="29887"/>
                  </a:lnTo>
                  <a:lnTo>
                    <a:pt x="16626" y="27855"/>
                  </a:lnTo>
                  <a:lnTo>
                    <a:pt x="15374" y="25776"/>
                  </a:lnTo>
                  <a:lnTo>
                    <a:pt x="13537" y="24681"/>
                  </a:lnTo>
                  <a:lnTo>
                    <a:pt x="8714" y="25199"/>
                  </a:lnTo>
                  <a:lnTo>
                    <a:pt x="7342" y="24202"/>
                  </a:lnTo>
                  <a:lnTo>
                    <a:pt x="0" y="22261"/>
                  </a:lnTo>
                  <a:lnTo>
                    <a:pt x="287" y="20439"/>
                  </a:lnTo>
                  <a:lnTo>
                    <a:pt x="4255" y="14443"/>
                  </a:lnTo>
                  <a:lnTo>
                    <a:pt x="10339" y="12655"/>
                  </a:lnTo>
                  <a:lnTo>
                    <a:pt x="13051" y="10701"/>
                  </a:lnTo>
                  <a:lnTo>
                    <a:pt x="13265" y="9791"/>
                  </a:lnTo>
                  <a:lnTo>
                    <a:pt x="12541" y="7055"/>
                  </a:lnTo>
                  <a:lnTo>
                    <a:pt x="3011" y="5195"/>
                  </a:lnTo>
                  <a:lnTo>
                    <a:pt x="1091" y="2308"/>
                  </a:lnTo>
                  <a:lnTo>
                    <a:pt x="4404" y="2036"/>
                  </a:lnTo>
                  <a:lnTo>
                    <a:pt x="14292" y="2942"/>
                  </a:lnTo>
                  <a:lnTo>
                    <a:pt x="19324" y="0"/>
                  </a:lnTo>
                  <a:lnTo>
                    <a:pt x="26596" y="83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5" name="ph9275"/>
            <p:cNvSpPr/>
            <p:nvPr/>
          </p:nvSpPr>
          <p:spPr>
            <a:xfrm>
              <a:off x="10480346" y="2581905"/>
              <a:ext cx="39691" cy="44067"/>
            </a:xfrm>
            <a:custGeom>
              <a:avLst/>
              <a:pathLst>
                <a:path w="39691" h="44067">
                  <a:moveTo>
                    <a:pt x="19195" y="2067"/>
                  </a:moveTo>
                  <a:lnTo>
                    <a:pt x="20086" y="3862"/>
                  </a:lnTo>
                  <a:lnTo>
                    <a:pt x="21839" y="4292"/>
                  </a:lnTo>
                  <a:lnTo>
                    <a:pt x="27766" y="8277"/>
                  </a:lnTo>
                  <a:lnTo>
                    <a:pt x="29422" y="10730"/>
                  </a:lnTo>
                  <a:lnTo>
                    <a:pt x="33329" y="9594"/>
                  </a:lnTo>
                  <a:lnTo>
                    <a:pt x="38747" y="13439"/>
                  </a:lnTo>
                  <a:lnTo>
                    <a:pt x="39691" y="14374"/>
                  </a:lnTo>
                  <a:lnTo>
                    <a:pt x="39187" y="18017"/>
                  </a:lnTo>
                  <a:lnTo>
                    <a:pt x="36807" y="19104"/>
                  </a:lnTo>
                  <a:lnTo>
                    <a:pt x="32155" y="18291"/>
                  </a:lnTo>
                  <a:lnTo>
                    <a:pt x="31133" y="23839"/>
                  </a:lnTo>
                  <a:lnTo>
                    <a:pt x="28509" y="27177"/>
                  </a:lnTo>
                  <a:lnTo>
                    <a:pt x="26068" y="27337"/>
                  </a:lnTo>
                  <a:lnTo>
                    <a:pt x="25403" y="28513"/>
                  </a:lnTo>
                  <a:lnTo>
                    <a:pt x="27397" y="34986"/>
                  </a:lnTo>
                  <a:lnTo>
                    <a:pt x="30058" y="39430"/>
                  </a:lnTo>
                  <a:lnTo>
                    <a:pt x="31017" y="39907"/>
                  </a:lnTo>
                  <a:lnTo>
                    <a:pt x="29535" y="42341"/>
                  </a:lnTo>
                  <a:lnTo>
                    <a:pt x="27255" y="44067"/>
                  </a:lnTo>
                  <a:lnTo>
                    <a:pt x="24939" y="41634"/>
                  </a:lnTo>
                  <a:lnTo>
                    <a:pt x="24483" y="39384"/>
                  </a:lnTo>
                  <a:lnTo>
                    <a:pt x="22504" y="37361"/>
                  </a:lnTo>
                  <a:lnTo>
                    <a:pt x="15417" y="37207"/>
                  </a:lnTo>
                  <a:lnTo>
                    <a:pt x="9938" y="39216"/>
                  </a:lnTo>
                  <a:lnTo>
                    <a:pt x="9084" y="38625"/>
                  </a:lnTo>
                  <a:lnTo>
                    <a:pt x="10505" y="34815"/>
                  </a:lnTo>
                  <a:lnTo>
                    <a:pt x="15084" y="30092"/>
                  </a:lnTo>
                  <a:lnTo>
                    <a:pt x="15115" y="26479"/>
                  </a:lnTo>
                  <a:lnTo>
                    <a:pt x="9353" y="23509"/>
                  </a:lnTo>
                  <a:lnTo>
                    <a:pt x="5009" y="23202"/>
                  </a:lnTo>
                  <a:lnTo>
                    <a:pt x="2219" y="23881"/>
                  </a:lnTo>
                  <a:lnTo>
                    <a:pt x="0" y="25708"/>
                  </a:lnTo>
                  <a:lnTo>
                    <a:pt x="1010" y="22138"/>
                  </a:lnTo>
                  <a:lnTo>
                    <a:pt x="897" y="16475"/>
                  </a:lnTo>
                  <a:lnTo>
                    <a:pt x="7089" y="4571"/>
                  </a:lnTo>
                  <a:lnTo>
                    <a:pt x="12276" y="4583"/>
                  </a:lnTo>
                  <a:lnTo>
                    <a:pt x="11616" y="2597"/>
                  </a:lnTo>
                  <a:lnTo>
                    <a:pt x="1330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6" name="ph9276"/>
            <p:cNvSpPr/>
            <p:nvPr/>
          </p:nvSpPr>
          <p:spPr>
            <a:xfrm>
              <a:off x="10590748" y="2592936"/>
              <a:ext cx="21615" cy="20303"/>
            </a:xfrm>
            <a:custGeom>
              <a:avLst/>
              <a:pathLst>
                <a:path w="21615" h="20303">
                  <a:moveTo>
                    <a:pt x="8619" y="216"/>
                  </a:moveTo>
                  <a:lnTo>
                    <a:pt x="12153" y="2722"/>
                  </a:lnTo>
                  <a:lnTo>
                    <a:pt x="12377" y="4982"/>
                  </a:lnTo>
                  <a:lnTo>
                    <a:pt x="10368" y="9051"/>
                  </a:lnTo>
                  <a:lnTo>
                    <a:pt x="9905" y="12339"/>
                  </a:lnTo>
                  <a:lnTo>
                    <a:pt x="21456" y="13998"/>
                  </a:lnTo>
                  <a:lnTo>
                    <a:pt x="21615" y="15864"/>
                  </a:lnTo>
                  <a:lnTo>
                    <a:pt x="21486" y="16537"/>
                  </a:lnTo>
                  <a:lnTo>
                    <a:pt x="19216" y="16722"/>
                  </a:lnTo>
                  <a:lnTo>
                    <a:pt x="15975" y="20303"/>
                  </a:lnTo>
                  <a:lnTo>
                    <a:pt x="13004" y="18644"/>
                  </a:lnTo>
                  <a:lnTo>
                    <a:pt x="10465" y="18637"/>
                  </a:lnTo>
                  <a:lnTo>
                    <a:pt x="10466" y="17421"/>
                  </a:lnTo>
                  <a:lnTo>
                    <a:pt x="5909" y="17200"/>
                  </a:lnTo>
                  <a:lnTo>
                    <a:pt x="6233" y="15687"/>
                  </a:lnTo>
                  <a:lnTo>
                    <a:pt x="4347" y="13384"/>
                  </a:lnTo>
                  <a:lnTo>
                    <a:pt x="1859" y="11784"/>
                  </a:lnTo>
                  <a:lnTo>
                    <a:pt x="943" y="7074"/>
                  </a:lnTo>
                  <a:lnTo>
                    <a:pt x="0" y="2068"/>
                  </a:lnTo>
                  <a:lnTo>
                    <a:pt x="1658" y="536"/>
                  </a:lnTo>
                  <a:lnTo>
                    <a:pt x="3457" y="810"/>
                  </a:lnTo>
                  <a:lnTo>
                    <a:pt x="6317" y="1314"/>
                  </a:lnTo>
                  <a:lnTo>
                    <a:pt x="628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7" name="ph9277"/>
            <p:cNvSpPr/>
            <p:nvPr/>
          </p:nvSpPr>
          <p:spPr>
            <a:xfrm>
              <a:off x="10503971" y="2646973"/>
              <a:ext cx="31374" cy="28990"/>
            </a:xfrm>
            <a:custGeom>
              <a:avLst/>
              <a:pathLst>
                <a:path w="31374" h="28990">
                  <a:moveTo>
                    <a:pt x="13243" y="1102"/>
                  </a:moveTo>
                  <a:lnTo>
                    <a:pt x="16156" y="0"/>
                  </a:lnTo>
                  <a:lnTo>
                    <a:pt x="18243" y="479"/>
                  </a:lnTo>
                  <a:lnTo>
                    <a:pt x="19139" y="3280"/>
                  </a:lnTo>
                  <a:lnTo>
                    <a:pt x="26816" y="7165"/>
                  </a:lnTo>
                  <a:lnTo>
                    <a:pt x="31374" y="7899"/>
                  </a:lnTo>
                  <a:lnTo>
                    <a:pt x="27699" y="14655"/>
                  </a:lnTo>
                  <a:lnTo>
                    <a:pt x="24293" y="23999"/>
                  </a:lnTo>
                  <a:lnTo>
                    <a:pt x="22788" y="24939"/>
                  </a:lnTo>
                  <a:lnTo>
                    <a:pt x="22388" y="27470"/>
                  </a:lnTo>
                  <a:lnTo>
                    <a:pt x="17052" y="28990"/>
                  </a:lnTo>
                  <a:lnTo>
                    <a:pt x="13625" y="28337"/>
                  </a:lnTo>
                  <a:lnTo>
                    <a:pt x="12812" y="26222"/>
                  </a:lnTo>
                  <a:lnTo>
                    <a:pt x="0" y="23348"/>
                  </a:lnTo>
                  <a:lnTo>
                    <a:pt x="710" y="22164"/>
                  </a:lnTo>
                  <a:lnTo>
                    <a:pt x="2115" y="21707"/>
                  </a:lnTo>
                  <a:lnTo>
                    <a:pt x="7544" y="21273"/>
                  </a:lnTo>
                  <a:lnTo>
                    <a:pt x="8232" y="19699"/>
                  </a:lnTo>
                  <a:lnTo>
                    <a:pt x="7315" y="15775"/>
                  </a:lnTo>
                  <a:lnTo>
                    <a:pt x="7980" y="1117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8" name="ph9278"/>
            <p:cNvSpPr/>
            <p:nvPr/>
          </p:nvSpPr>
          <p:spPr>
            <a:xfrm>
              <a:off x="10480913" y="2571456"/>
              <a:ext cx="24419" cy="15032"/>
            </a:xfrm>
            <a:custGeom>
              <a:avLst/>
              <a:pathLst>
                <a:path w="24419" h="15032">
                  <a:moveTo>
                    <a:pt x="16398" y="2350"/>
                  </a:moveTo>
                  <a:lnTo>
                    <a:pt x="16112" y="2925"/>
                  </a:lnTo>
                  <a:lnTo>
                    <a:pt x="20217" y="7118"/>
                  </a:lnTo>
                  <a:lnTo>
                    <a:pt x="20893" y="5210"/>
                  </a:lnTo>
                  <a:lnTo>
                    <a:pt x="23726" y="6660"/>
                  </a:lnTo>
                  <a:lnTo>
                    <a:pt x="24419" y="10886"/>
                  </a:lnTo>
                  <a:lnTo>
                    <a:pt x="21272" y="14741"/>
                  </a:lnTo>
                  <a:lnTo>
                    <a:pt x="19519" y="14311"/>
                  </a:lnTo>
                  <a:lnTo>
                    <a:pt x="18628" y="12516"/>
                  </a:lnTo>
                  <a:lnTo>
                    <a:pt x="12740" y="10448"/>
                  </a:lnTo>
                  <a:lnTo>
                    <a:pt x="11050" y="13046"/>
                  </a:lnTo>
                  <a:lnTo>
                    <a:pt x="11709" y="15032"/>
                  </a:lnTo>
                  <a:lnTo>
                    <a:pt x="6523" y="15020"/>
                  </a:lnTo>
                  <a:lnTo>
                    <a:pt x="6726" y="11604"/>
                  </a:lnTo>
                  <a:lnTo>
                    <a:pt x="0" y="8386"/>
                  </a:lnTo>
                  <a:lnTo>
                    <a:pt x="120" y="6572"/>
                  </a:lnTo>
                  <a:lnTo>
                    <a:pt x="2150" y="2301"/>
                  </a:lnTo>
                  <a:lnTo>
                    <a:pt x="7248" y="1862"/>
                  </a:lnTo>
                  <a:lnTo>
                    <a:pt x="9601" y="0"/>
                  </a:lnTo>
                  <a:lnTo>
                    <a:pt x="12611" y="161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9" name="ph9279"/>
            <p:cNvSpPr/>
            <p:nvPr/>
          </p:nvSpPr>
          <p:spPr>
            <a:xfrm>
              <a:off x="10641576" y="2592777"/>
              <a:ext cx="28767" cy="27050"/>
            </a:xfrm>
            <a:custGeom>
              <a:avLst/>
              <a:pathLst>
                <a:path w="28767" h="27050">
                  <a:moveTo>
                    <a:pt x="19039" y="1653"/>
                  </a:moveTo>
                  <a:lnTo>
                    <a:pt x="20641" y="1786"/>
                  </a:lnTo>
                  <a:lnTo>
                    <a:pt x="21071" y="775"/>
                  </a:lnTo>
                  <a:lnTo>
                    <a:pt x="20901" y="3486"/>
                  </a:lnTo>
                  <a:lnTo>
                    <a:pt x="25176" y="8646"/>
                  </a:lnTo>
                  <a:lnTo>
                    <a:pt x="28767" y="10852"/>
                  </a:lnTo>
                  <a:lnTo>
                    <a:pt x="22955" y="16514"/>
                  </a:lnTo>
                  <a:lnTo>
                    <a:pt x="22668" y="18808"/>
                  </a:lnTo>
                  <a:lnTo>
                    <a:pt x="23731" y="21130"/>
                  </a:lnTo>
                  <a:lnTo>
                    <a:pt x="22009" y="22829"/>
                  </a:lnTo>
                  <a:lnTo>
                    <a:pt x="17786" y="23935"/>
                  </a:lnTo>
                  <a:lnTo>
                    <a:pt x="15333" y="26218"/>
                  </a:lnTo>
                  <a:lnTo>
                    <a:pt x="12483" y="27050"/>
                  </a:lnTo>
                  <a:lnTo>
                    <a:pt x="7639" y="26182"/>
                  </a:lnTo>
                  <a:lnTo>
                    <a:pt x="9704" y="19937"/>
                  </a:lnTo>
                  <a:lnTo>
                    <a:pt x="0" y="19837"/>
                  </a:lnTo>
                  <a:lnTo>
                    <a:pt x="1356" y="17243"/>
                  </a:lnTo>
                  <a:lnTo>
                    <a:pt x="4827" y="17644"/>
                  </a:lnTo>
                  <a:lnTo>
                    <a:pt x="5433" y="15432"/>
                  </a:lnTo>
                  <a:lnTo>
                    <a:pt x="3337" y="13468"/>
                  </a:lnTo>
                  <a:lnTo>
                    <a:pt x="5417" y="6003"/>
                  </a:lnTo>
                  <a:lnTo>
                    <a:pt x="7012" y="6601"/>
                  </a:lnTo>
                  <a:lnTo>
                    <a:pt x="8315" y="3850"/>
                  </a:lnTo>
                  <a:lnTo>
                    <a:pt x="11112" y="1405"/>
                  </a:lnTo>
                  <a:lnTo>
                    <a:pt x="1664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0" name="ph9280"/>
            <p:cNvSpPr/>
            <p:nvPr/>
          </p:nvSpPr>
          <p:spPr>
            <a:xfrm>
              <a:off x="10418027" y="2405194"/>
              <a:ext cx="65111" cy="121979"/>
            </a:xfrm>
            <a:custGeom>
              <a:avLst/>
              <a:pathLst>
                <a:path w="65111" h="121979">
                  <a:moveTo>
                    <a:pt x="14724" y="1972"/>
                  </a:moveTo>
                  <a:lnTo>
                    <a:pt x="15810" y="4882"/>
                  </a:lnTo>
                  <a:lnTo>
                    <a:pt x="20717" y="9443"/>
                  </a:lnTo>
                  <a:lnTo>
                    <a:pt x="25574" y="12003"/>
                  </a:lnTo>
                  <a:lnTo>
                    <a:pt x="35454" y="12367"/>
                  </a:lnTo>
                  <a:lnTo>
                    <a:pt x="35042" y="9817"/>
                  </a:lnTo>
                  <a:lnTo>
                    <a:pt x="38769" y="9086"/>
                  </a:lnTo>
                  <a:lnTo>
                    <a:pt x="45538" y="11510"/>
                  </a:lnTo>
                  <a:lnTo>
                    <a:pt x="49389" y="10778"/>
                  </a:lnTo>
                  <a:lnTo>
                    <a:pt x="51808" y="12272"/>
                  </a:lnTo>
                  <a:lnTo>
                    <a:pt x="52240" y="14685"/>
                  </a:lnTo>
                  <a:lnTo>
                    <a:pt x="56147" y="14427"/>
                  </a:lnTo>
                  <a:lnTo>
                    <a:pt x="60377" y="9968"/>
                  </a:lnTo>
                  <a:lnTo>
                    <a:pt x="63563" y="12858"/>
                  </a:lnTo>
                  <a:lnTo>
                    <a:pt x="61560" y="16073"/>
                  </a:lnTo>
                  <a:lnTo>
                    <a:pt x="64723" y="17291"/>
                  </a:lnTo>
                  <a:lnTo>
                    <a:pt x="65111" y="19651"/>
                  </a:lnTo>
                  <a:lnTo>
                    <a:pt x="60899" y="20361"/>
                  </a:lnTo>
                  <a:lnTo>
                    <a:pt x="59332" y="26109"/>
                  </a:lnTo>
                  <a:lnTo>
                    <a:pt x="55160" y="30387"/>
                  </a:lnTo>
                  <a:lnTo>
                    <a:pt x="58003" y="34920"/>
                  </a:lnTo>
                  <a:lnTo>
                    <a:pt x="58561" y="38380"/>
                  </a:lnTo>
                  <a:lnTo>
                    <a:pt x="57810" y="41213"/>
                  </a:lnTo>
                  <a:lnTo>
                    <a:pt x="53567" y="46363"/>
                  </a:lnTo>
                  <a:lnTo>
                    <a:pt x="53161" y="48246"/>
                  </a:lnTo>
                  <a:lnTo>
                    <a:pt x="55714" y="54722"/>
                  </a:lnTo>
                  <a:lnTo>
                    <a:pt x="55126" y="55945"/>
                  </a:lnTo>
                  <a:lnTo>
                    <a:pt x="51533" y="57848"/>
                  </a:lnTo>
                  <a:lnTo>
                    <a:pt x="44469" y="57655"/>
                  </a:lnTo>
                  <a:lnTo>
                    <a:pt x="43082" y="64172"/>
                  </a:lnTo>
                  <a:lnTo>
                    <a:pt x="45426" y="66329"/>
                  </a:lnTo>
                  <a:lnTo>
                    <a:pt x="47898" y="72850"/>
                  </a:lnTo>
                  <a:lnTo>
                    <a:pt x="45411" y="74569"/>
                  </a:lnTo>
                  <a:lnTo>
                    <a:pt x="44388" y="76397"/>
                  </a:lnTo>
                  <a:lnTo>
                    <a:pt x="43645" y="80938"/>
                  </a:lnTo>
                  <a:lnTo>
                    <a:pt x="41602" y="84252"/>
                  </a:lnTo>
                  <a:lnTo>
                    <a:pt x="39989" y="84408"/>
                  </a:lnTo>
                  <a:lnTo>
                    <a:pt x="39855" y="88611"/>
                  </a:lnTo>
                  <a:lnTo>
                    <a:pt x="41185" y="90465"/>
                  </a:lnTo>
                  <a:lnTo>
                    <a:pt x="42537" y="90557"/>
                  </a:lnTo>
                  <a:lnTo>
                    <a:pt x="45158" y="93488"/>
                  </a:lnTo>
                  <a:lnTo>
                    <a:pt x="39828" y="110396"/>
                  </a:lnTo>
                  <a:lnTo>
                    <a:pt x="35268" y="111896"/>
                  </a:lnTo>
                  <a:lnTo>
                    <a:pt x="32002" y="111551"/>
                  </a:lnTo>
                  <a:lnTo>
                    <a:pt x="29461" y="112372"/>
                  </a:lnTo>
                  <a:lnTo>
                    <a:pt x="27101" y="116251"/>
                  </a:lnTo>
                  <a:lnTo>
                    <a:pt x="23928" y="117932"/>
                  </a:lnTo>
                  <a:lnTo>
                    <a:pt x="22694" y="117373"/>
                  </a:lnTo>
                  <a:lnTo>
                    <a:pt x="22341" y="116165"/>
                  </a:lnTo>
                  <a:lnTo>
                    <a:pt x="18373" y="116391"/>
                  </a:lnTo>
                  <a:lnTo>
                    <a:pt x="13226" y="117478"/>
                  </a:lnTo>
                  <a:lnTo>
                    <a:pt x="10332" y="119785"/>
                  </a:lnTo>
                  <a:lnTo>
                    <a:pt x="0" y="121979"/>
                  </a:lnTo>
                  <a:lnTo>
                    <a:pt x="3424" y="118866"/>
                  </a:lnTo>
                  <a:lnTo>
                    <a:pt x="10239" y="116619"/>
                  </a:lnTo>
                  <a:lnTo>
                    <a:pt x="10797" y="115737"/>
                  </a:lnTo>
                  <a:lnTo>
                    <a:pt x="10493" y="113536"/>
                  </a:lnTo>
                  <a:lnTo>
                    <a:pt x="12129" y="110531"/>
                  </a:lnTo>
                  <a:lnTo>
                    <a:pt x="13583" y="110105"/>
                  </a:lnTo>
                  <a:lnTo>
                    <a:pt x="15314" y="110736"/>
                  </a:lnTo>
                  <a:lnTo>
                    <a:pt x="19519" y="106929"/>
                  </a:lnTo>
                  <a:lnTo>
                    <a:pt x="21229" y="106157"/>
                  </a:lnTo>
                  <a:lnTo>
                    <a:pt x="24385" y="106854"/>
                  </a:lnTo>
                  <a:lnTo>
                    <a:pt x="25124" y="101898"/>
                  </a:lnTo>
                  <a:lnTo>
                    <a:pt x="18681" y="99667"/>
                  </a:lnTo>
                  <a:lnTo>
                    <a:pt x="16589" y="97341"/>
                  </a:lnTo>
                  <a:lnTo>
                    <a:pt x="17018" y="93980"/>
                  </a:lnTo>
                  <a:lnTo>
                    <a:pt x="17369" y="90585"/>
                  </a:lnTo>
                  <a:lnTo>
                    <a:pt x="15294" y="77266"/>
                  </a:lnTo>
                  <a:lnTo>
                    <a:pt x="11755" y="78662"/>
                  </a:lnTo>
                  <a:lnTo>
                    <a:pt x="9190" y="78960"/>
                  </a:lnTo>
                  <a:lnTo>
                    <a:pt x="8721" y="78443"/>
                  </a:lnTo>
                  <a:lnTo>
                    <a:pt x="8918" y="74507"/>
                  </a:lnTo>
                  <a:lnTo>
                    <a:pt x="11350" y="64596"/>
                  </a:lnTo>
                  <a:lnTo>
                    <a:pt x="4709" y="57644"/>
                  </a:lnTo>
                  <a:lnTo>
                    <a:pt x="799" y="56564"/>
                  </a:lnTo>
                  <a:lnTo>
                    <a:pt x="1007" y="54497"/>
                  </a:lnTo>
                  <a:lnTo>
                    <a:pt x="4118" y="53217"/>
                  </a:lnTo>
                  <a:lnTo>
                    <a:pt x="8226" y="56412"/>
                  </a:lnTo>
                  <a:lnTo>
                    <a:pt x="10197" y="54391"/>
                  </a:lnTo>
                  <a:lnTo>
                    <a:pt x="11188" y="48969"/>
                  </a:lnTo>
                  <a:lnTo>
                    <a:pt x="3970" y="48517"/>
                  </a:lnTo>
                  <a:lnTo>
                    <a:pt x="5104" y="45955"/>
                  </a:lnTo>
                  <a:lnTo>
                    <a:pt x="2848" y="39819"/>
                  </a:lnTo>
                  <a:lnTo>
                    <a:pt x="7483" y="34762"/>
                  </a:lnTo>
                  <a:lnTo>
                    <a:pt x="7996" y="33345"/>
                  </a:lnTo>
                  <a:lnTo>
                    <a:pt x="6248" y="28415"/>
                  </a:lnTo>
                  <a:lnTo>
                    <a:pt x="4612" y="26962"/>
                  </a:lnTo>
                  <a:lnTo>
                    <a:pt x="4047" y="25333"/>
                  </a:lnTo>
                  <a:lnTo>
                    <a:pt x="6537" y="21420"/>
                  </a:lnTo>
                  <a:lnTo>
                    <a:pt x="7425" y="16254"/>
                  </a:lnTo>
                  <a:lnTo>
                    <a:pt x="6287" y="14064"/>
                  </a:lnTo>
                  <a:lnTo>
                    <a:pt x="2146" y="9566"/>
                  </a:lnTo>
                  <a:lnTo>
                    <a:pt x="5371" y="7236"/>
                  </a:lnTo>
                  <a:lnTo>
                    <a:pt x="8623" y="7872"/>
                  </a:lnTo>
                  <a:lnTo>
                    <a:pt x="8977" y="5722"/>
                  </a:lnTo>
                  <a:lnTo>
                    <a:pt x="1610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1" name="ph9281"/>
            <p:cNvSpPr/>
            <p:nvPr/>
          </p:nvSpPr>
          <p:spPr>
            <a:xfrm>
              <a:off x="10724627" y="2346320"/>
              <a:ext cx="36903" cy="36756"/>
            </a:xfrm>
            <a:custGeom>
              <a:avLst/>
              <a:pathLst>
                <a:path w="36903" h="36756">
                  <a:moveTo>
                    <a:pt x="13273" y="5676"/>
                  </a:moveTo>
                  <a:lnTo>
                    <a:pt x="19387" y="727"/>
                  </a:lnTo>
                  <a:lnTo>
                    <a:pt x="25332" y="4046"/>
                  </a:lnTo>
                  <a:lnTo>
                    <a:pt x="29403" y="4491"/>
                  </a:lnTo>
                  <a:lnTo>
                    <a:pt x="30538" y="3936"/>
                  </a:lnTo>
                  <a:lnTo>
                    <a:pt x="36903" y="15267"/>
                  </a:lnTo>
                  <a:lnTo>
                    <a:pt x="25254" y="29264"/>
                  </a:lnTo>
                  <a:lnTo>
                    <a:pt x="14971" y="36756"/>
                  </a:lnTo>
                  <a:lnTo>
                    <a:pt x="8236" y="30307"/>
                  </a:lnTo>
                  <a:lnTo>
                    <a:pt x="7848" y="24450"/>
                  </a:lnTo>
                  <a:lnTo>
                    <a:pt x="10210" y="20548"/>
                  </a:lnTo>
                  <a:lnTo>
                    <a:pt x="10262" y="187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2" name="ph9282"/>
            <p:cNvSpPr/>
            <p:nvPr/>
          </p:nvSpPr>
          <p:spPr>
            <a:xfrm>
              <a:off x="10597517" y="2549740"/>
              <a:ext cx="32849" cy="42638"/>
            </a:xfrm>
            <a:custGeom>
              <a:avLst/>
              <a:pathLst>
                <a:path w="32849" h="42638">
                  <a:moveTo>
                    <a:pt x="5971" y="2109"/>
                  </a:moveTo>
                  <a:lnTo>
                    <a:pt x="13369" y="11859"/>
                  </a:lnTo>
                  <a:lnTo>
                    <a:pt x="32849" y="27430"/>
                  </a:lnTo>
                  <a:lnTo>
                    <a:pt x="27075" y="26369"/>
                  </a:lnTo>
                  <a:lnTo>
                    <a:pt x="23374" y="31987"/>
                  </a:lnTo>
                  <a:lnTo>
                    <a:pt x="17537" y="38927"/>
                  </a:lnTo>
                  <a:lnTo>
                    <a:pt x="18131" y="42638"/>
                  </a:lnTo>
                  <a:lnTo>
                    <a:pt x="12815" y="41912"/>
                  </a:lnTo>
                  <a:lnTo>
                    <a:pt x="11956" y="37085"/>
                  </a:lnTo>
                  <a:lnTo>
                    <a:pt x="9407" y="35185"/>
                  </a:lnTo>
                  <a:lnTo>
                    <a:pt x="6389" y="28675"/>
                  </a:lnTo>
                  <a:lnTo>
                    <a:pt x="6718" y="26349"/>
                  </a:lnTo>
                  <a:lnTo>
                    <a:pt x="9752" y="20235"/>
                  </a:lnTo>
                  <a:lnTo>
                    <a:pt x="9449" y="19537"/>
                  </a:lnTo>
                  <a:lnTo>
                    <a:pt x="5380" y="16313"/>
                  </a:lnTo>
                  <a:lnTo>
                    <a:pt x="2069" y="16681"/>
                  </a:lnTo>
                  <a:lnTo>
                    <a:pt x="1935" y="18066"/>
                  </a:lnTo>
                  <a:lnTo>
                    <a:pt x="0" y="17599"/>
                  </a:lnTo>
                  <a:lnTo>
                    <a:pt x="3191" y="5716"/>
                  </a:lnTo>
                  <a:lnTo>
                    <a:pt x="4273" y="5466"/>
                  </a:lnTo>
                  <a:lnTo>
                    <a:pt x="3721" y="3386"/>
                  </a:lnTo>
                  <a:lnTo>
                    <a:pt x="543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3" name="ph9283"/>
            <p:cNvSpPr/>
            <p:nvPr/>
          </p:nvSpPr>
          <p:spPr>
            <a:xfrm>
              <a:off x="10487288" y="2361054"/>
              <a:ext cx="106817" cy="80672"/>
            </a:xfrm>
            <a:custGeom>
              <a:avLst/>
              <a:pathLst>
                <a:path w="106817" h="80672">
                  <a:moveTo>
                    <a:pt x="30296" y="3998"/>
                  </a:moveTo>
                  <a:lnTo>
                    <a:pt x="32072" y="1103"/>
                  </a:lnTo>
                  <a:lnTo>
                    <a:pt x="39378" y="4623"/>
                  </a:lnTo>
                  <a:lnTo>
                    <a:pt x="40341" y="783"/>
                  </a:lnTo>
                  <a:lnTo>
                    <a:pt x="43304" y="3704"/>
                  </a:lnTo>
                  <a:lnTo>
                    <a:pt x="45258" y="8276"/>
                  </a:lnTo>
                  <a:lnTo>
                    <a:pt x="46897" y="9812"/>
                  </a:lnTo>
                  <a:lnTo>
                    <a:pt x="52502" y="8588"/>
                  </a:lnTo>
                  <a:lnTo>
                    <a:pt x="55512" y="10979"/>
                  </a:lnTo>
                  <a:lnTo>
                    <a:pt x="63398" y="10527"/>
                  </a:lnTo>
                  <a:lnTo>
                    <a:pt x="70782" y="8136"/>
                  </a:lnTo>
                  <a:lnTo>
                    <a:pt x="74968" y="9463"/>
                  </a:lnTo>
                  <a:lnTo>
                    <a:pt x="75446" y="13669"/>
                  </a:lnTo>
                  <a:lnTo>
                    <a:pt x="78025" y="16333"/>
                  </a:lnTo>
                  <a:lnTo>
                    <a:pt x="81053" y="14746"/>
                  </a:lnTo>
                  <a:lnTo>
                    <a:pt x="82797" y="15971"/>
                  </a:lnTo>
                  <a:lnTo>
                    <a:pt x="85048" y="20143"/>
                  </a:lnTo>
                  <a:lnTo>
                    <a:pt x="88625" y="22861"/>
                  </a:lnTo>
                  <a:lnTo>
                    <a:pt x="91381" y="27183"/>
                  </a:lnTo>
                  <a:lnTo>
                    <a:pt x="95993" y="29613"/>
                  </a:lnTo>
                  <a:lnTo>
                    <a:pt x="98059" y="33409"/>
                  </a:lnTo>
                  <a:lnTo>
                    <a:pt x="98048" y="35910"/>
                  </a:lnTo>
                  <a:lnTo>
                    <a:pt x="98944" y="38047"/>
                  </a:lnTo>
                  <a:lnTo>
                    <a:pt x="101519" y="37939"/>
                  </a:lnTo>
                  <a:lnTo>
                    <a:pt x="106534" y="40053"/>
                  </a:lnTo>
                  <a:lnTo>
                    <a:pt x="106817" y="54810"/>
                  </a:lnTo>
                  <a:lnTo>
                    <a:pt x="104097" y="58246"/>
                  </a:lnTo>
                  <a:lnTo>
                    <a:pt x="101847" y="58300"/>
                  </a:lnTo>
                  <a:lnTo>
                    <a:pt x="85776" y="54585"/>
                  </a:lnTo>
                  <a:lnTo>
                    <a:pt x="83958" y="55729"/>
                  </a:lnTo>
                  <a:lnTo>
                    <a:pt x="85170" y="56120"/>
                  </a:lnTo>
                  <a:lnTo>
                    <a:pt x="84088" y="58865"/>
                  </a:lnTo>
                  <a:lnTo>
                    <a:pt x="76506" y="53938"/>
                  </a:lnTo>
                  <a:lnTo>
                    <a:pt x="75763" y="57335"/>
                  </a:lnTo>
                  <a:lnTo>
                    <a:pt x="74456" y="59032"/>
                  </a:lnTo>
                  <a:lnTo>
                    <a:pt x="73352" y="59549"/>
                  </a:lnTo>
                  <a:lnTo>
                    <a:pt x="72880" y="58940"/>
                  </a:lnTo>
                  <a:lnTo>
                    <a:pt x="71384" y="59049"/>
                  </a:lnTo>
                  <a:lnTo>
                    <a:pt x="70914" y="59759"/>
                  </a:lnTo>
                  <a:lnTo>
                    <a:pt x="73654" y="62104"/>
                  </a:lnTo>
                  <a:lnTo>
                    <a:pt x="78275" y="62185"/>
                  </a:lnTo>
                  <a:lnTo>
                    <a:pt x="79608" y="67500"/>
                  </a:lnTo>
                  <a:lnTo>
                    <a:pt x="78859" y="71688"/>
                  </a:lnTo>
                  <a:lnTo>
                    <a:pt x="77961" y="73081"/>
                  </a:lnTo>
                  <a:lnTo>
                    <a:pt x="69635" y="79573"/>
                  </a:lnTo>
                  <a:lnTo>
                    <a:pt x="64353" y="80672"/>
                  </a:lnTo>
                  <a:lnTo>
                    <a:pt x="64195" y="79950"/>
                  </a:lnTo>
                  <a:lnTo>
                    <a:pt x="57481" y="79669"/>
                  </a:lnTo>
                  <a:lnTo>
                    <a:pt x="56854" y="73068"/>
                  </a:lnTo>
                  <a:lnTo>
                    <a:pt x="54649" y="71304"/>
                  </a:lnTo>
                  <a:lnTo>
                    <a:pt x="51572" y="70139"/>
                  </a:lnTo>
                  <a:lnTo>
                    <a:pt x="48658" y="69528"/>
                  </a:lnTo>
                  <a:lnTo>
                    <a:pt x="31108" y="69081"/>
                  </a:lnTo>
                  <a:lnTo>
                    <a:pt x="30144" y="71362"/>
                  </a:lnTo>
                  <a:lnTo>
                    <a:pt x="29090" y="71598"/>
                  </a:lnTo>
                  <a:lnTo>
                    <a:pt x="26168" y="69498"/>
                  </a:lnTo>
                  <a:lnTo>
                    <a:pt x="24197" y="66945"/>
                  </a:lnTo>
                  <a:lnTo>
                    <a:pt x="17350" y="68244"/>
                  </a:lnTo>
                  <a:lnTo>
                    <a:pt x="12694" y="66496"/>
                  </a:lnTo>
                  <a:lnTo>
                    <a:pt x="11042" y="65115"/>
                  </a:lnTo>
                  <a:lnTo>
                    <a:pt x="0" y="47696"/>
                  </a:lnTo>
                  <a:lnTo>
                    <a:pt x="2116" y="47743"/>
                  </a:lnTo>
                  <a:lnTo>
                    <a:pt x="1836" y="31639"/>
                  </a:lnTo>
                  <a:lnTo>
                    <a:pt x="6242" y="29312"/>
                  </a:lnTo>
                  <a:lnTo>
                    <a:pt x="3405" y="22795"/>
                  </a:lnTo>
                  <a:lnTo>
                    <a:pt x="2190" y="17011"/>
                  </a:lnTo>
                  <a:lnTo>
                    <a:pt x="8217" y="17993"/>
                  </a:lnTo>
                  <a:lnTo>
                    <a:pt x="10632" y="16975"/>
                  </a:lnTo>
                  <a:lnTo>
                    <a:pt x="12574" y="14686"/>
                  </a:lnTo>
                  <a:lnTo>
                    <a:pt x="4504" y="12547"/>
                  </a:lnTo>
                  <a:lnTo>
                    <a:pt x="6064" y="9104"/>
                  </a:lnTo>
                  <a:lnTo>
                    <a:pt x="6463" y="5229"/>
                  </a:lnTo>
                  <a:lnTo>
                    <a:pt x="8111" y="5015"/>
                  </a:lnTo>
                  <a:lnTo>
                    <a:pt x="10593" y="3634"/>
                  </a:lnTo>
                  <a:lnTo>
                    <a:pt x="14163" y="4899"/>
                  </a:lnTo>
                  <a:lnTo>
                    <a:pt x="17754" y="7668"/>
                  </a:lnTo>
                  <a:lnTo>
                    <a:pt x="20325" y="5191"/>
                  </a:lnTo>
                  <a:lnTo>
                    <a:pt x="2384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4" name="ph9284"/>
            <p:cNvSpPr/>
            <p:nvPr/>
          </p:nvSpPr>
          <p:spPr>
            <a:xfrm>
              <a:off x="10525120" y="2527069"/>
              <a:ext cx="24559" cy="13656"/>
            </a:xfrm>
            <a:custGeom>
              <a:avLst/>
              <a:pathLst>
                <a:path w="24559" h="13656">
                  <a:moveTo>
                    <a:pt x="15193" y="25"/>
                  </a:moveTo>
                  <a:lnTo>
                    <a:pt x="18258" y="1987"/>
                  </a:lnTo>
                  <a:lnTo>
                    <a:pt x="21287" y="1693"/>
                  </a:lnTo>
                  <a:lnTo>
                    <a:pt x="22618" y="2839"/>
                  </a:lnTo>
                  <a:lnTo>
                    <a:pt x="24559" y="6530"/>
                  </a:lnTo>
                  <a:lnTo>
                    <a:pt x="23109" y="10714"/>
                  </a:lnTo>
                  <a:lnTo>
                    <a:pt x="14798" y="13656"/>
                  </a:lnTo>
                  <a:lnTo>
                    <a:pt x="9509" y="12075"/>
                  </a:lnTo>
                  <a:lnTo>
                    <a:pt x="9546" y="10678"/>
                  </a:lnTo>
                  <a:lnTo>
                    <a:pt x="1064" y="10912"/>
                  </a:lnTo>
                  <a:lnTo>
                    <a:pt x="0" y="10837"/>
                  </a:lnTo>
                  <a:lnTo>
                    <a:pt x="333" y="5725"/>
                  </a:lnTo>
                  <a:lnTo>
                    <a:pt x="7232" y="2593"/>
                  </a:lnTo>
                  <a:lnTo>
                    <a:pt x="6067" y="801"/>
                  </a:lnTo>
                  <a:lnTo>
                    <a:pt x="956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5" name="ph9285"/>
            <p:cNvSpPr/>
            <p:nvPr/>
          </p:nvSpPr>
          <p:spPr>
            <a:xfrm>
              <a:off x="10392537" y="2461758"/>
              <a:ext cx="42859" cy="39717"/>
            </a:xfrm>
            <a:custGeom>
              <a:avLst/>
              <a:pathLst>
                <a:path w="42859" h="39717">
                  <a:moveTo>
                    <a:pt x="30199" y="1080"/>
                  </a:moveTo>
                  <a:lnTo>
                    <a:pt x="36840" y="8031"/>
                  </a:lnTo>
                  <a:lnTo>
                    <a:pt x="34408" y="17943"/>
                  </a:lnTo>
                  <a:lnTo>
                    <a:pt x="34211" y="21879"/>
                  </a:lnTo>
                  <a:lnTo>
                    <a:pt x="34680" y="22396"/>
                  </a:lnTo>
                  <a:lnTo>
                    <a:pt x="37245" y="22097"/>
                  </a:lnTo>
                  <a:lnTo>
                    <a:pt x="40784" y="20702"/>
                  </a:lnTo>
                  <a:lnTo>
                    <a:pt x="42859" y="34021"/>
                  </a:lnTo>
                  <a:lnTo>
                    <a:pt x="42508" y="37416"/>
                  </a:lnTo>
                  <a:lnTo>
                    <a:pt x="39561" y="36802"/>
                  </a:lnTo>
                  <a:lnTo>
                    <a:pt x="36877" y="37692"/>
                  </a:lnTo>
                  <a:lnTo>
                    <a:pt x="36540" y="39452"/>
                  </a:lnTo>
                  <a:lnTo>
                    <a:pt x="34923" y="39265"/>
                  </a:lnTo>
                  <a:lnTo>
                    <a:pt x="33889" y="36226"/>
                  </a:lnTo>
                  <a:lnTo>
                    <a:pt x="34473" y="34375"/>
                  </a:lnTo>
                  <a:lnTo>
                    <a:pt x="26624" y="35639"/>
                  </a:lnTo>
                  <a:lnTo>
                    <a:pt x="23355" y="39717"/>
                  </a:lnTo>
                  <a:lnTo>
                    <a:pt x="18230" y="39673"/>
                  </a:lnTo>
                  <a:lnTo>
                    <a:pt x="16196" y="37905"/>
                  </a:lnTo>
                  <a:lnTo>
                    <a:pt x="15471" y="36123"/>
                  </a:lnTo>
                  <a:lnTo>
                    <a:pt x="13620" y="35153"/>
                  </a:lnTo>
                  <a:lnTo>
                    <a:pt x="4447" y="35521"/>
                  </a:lnTo>
                  <a:lnTo>
                    <a:pt x="0" y="34630"/>
                  </a:lnTo>
                  <a:lnTo>
                    <a:pt x="408" y="30592"/>
                  </a:lnTo>
                  <a:lnTo>
                    <a:pt x="5658" y="17314"/>
                  </a:lnTo>
                  <a:lnTo>
                    <a:pt x="25067" y="3150"/>
                  </a:lnTo>
                  <a:lnTo>
                    <a:pt x="25882" y="2288"/>
                  </a:lnTo>
                  <a:lnTo>
                    <a:pt x="2628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6" name="ph9286"/>
            <p:cNvSpPr/>
            <p:nvPr/>
          </p:nvSpPr>
          <p:spPr>
            <a:xfrm>
              <a:off x="10552123" y="2532819"/>
              <a:ext cx="50834" cy="57585"/>
            </a:xfrm>
            <a:custGeom>
              <a:avLst/>
              <a:pathLst>
                <a:path w="50834" h="57585">
                  <a:moveTo>
                    <a:pt x="50834" y="16920"/>
                  </a:moveTo>
                  <a:lnTo>
                    <a:pt x="49115" y="20307"/>
                  </a:lnTo>
                  <a:lnTo>
                    <a:pt x="49667" y="22387"/>
                  </a:lnTo>
                  <a:lnTo>
                    <a:pt x="48585" y="22637"/>
                  </a:lnTo>
                  <a:lnTo>
                    <a:pt x="30259" y="27207"/>
                  </a:lnTo>
                  <a:lnTo>
                    <a:pt x="28111" y="31024"/>
                  </a:lnTo>
                  <a:lnTo>
                    <a:pt x="29247" y="35729"/>
                  </a:lnTo>
                  <a:lnTo>
                    <a:pt x="30558" y="38541"/>
                  </a:lnTo>
                  <a:lnTo>
                    <a:pt x="31736" y="38637"/>
                  </a:lnTo>
                  <a:lnTo>
                    <a:pt x="32680" y="41428"/>
                  </a:lnTo>
                  <a:lnTo>
                    <a:pt x="31531" y="41231"/>
                  </a:lnTo>
                  <a:lnTo>
                    <a:pt x="28393" y="43180"/>
                  </a:lnTo>
                  <a:lnTo>
                    <a:pt x="25274" y="46881"/>
                  </a:lnTo>
                  <a:lnTo>
                    <a:pt x="24684" y="47715"/>
                  </a:lnTo>
                  <a:lnTo>
                    <a:pt x="25242" y="50403"/>
                  </a:lnTo>
                  <a:lnTo>
                    <a:pt x="20374" y="47649"/>
                  </a:lnTo>
                  <a:lnTo>
                    <a:pt x="20984" y="50898"/>
                  </a:lnTo>
                  <a:lnTo>
                    <a:pt x="20178" y="53097"/>
                  </a:lnTo>
                  <a:lnTo>
                    <a:pt x="17458" y="55398"/>
                  </a:lnTo>
                  <a:lnTo>
                    <a:pt x="17537" y="57373"/>
                  </a:lnTo>
                  <a:lnTo>
                    <a:pt x="16089" y="57585"/>
                  </a:lnTo>
                  <a:lnTo>
                    <a:pt x="10422" y="55218"/>
                  </a:lnTo>
                  <a:lnTo>
                    <a:pt x="10477" y="52600"/>
                  </a:lnTo>
                  <a:lnTo>
                    <a:pt x="11882" y="49511"/>
                  </a:lnTo>
                  <a:lnTo>
                    <a:pt x="5178" y="49491"/>
                  </a:lnTo>
                  <a:lnTo>
                    <a:pt x="1057" y="50334"/>
                  </a:lnTo>
                  <a:lnTo>
                    <a:pt x="0" y="48317"/>
                  </a:lnTo>
                  <a:lnTo>
                    <a:pt x="1067" y="46853"/>
                  </a:lnTo>
                  <a:lnTo>
                    <a:pt x="4512" y="46606"/>
                  </a:lnTo>
                  <a:lnTo>
                    <a:pt x="6762" y="42182"/>
                  </a:lnTo>
                  <a:lnTo>
                    <a:pt x="9326" y="41868"/>
                  </a:lnTo>
                  <a:lnTo>
                    <a:pt x="13080" y="29451"/>
                  </a:lnTo>
                  <a:lnTo>
                    <a:pt x="14100" y="29751"/>
                  </a:lnTo>
                  <a:lnTo>
                    <a:pt x="19114" y="26532"/>
                  </a:lnTo>
                  <a:lnTo>
                    <a:pt x="22542" y="26369"/>
                  </a:lnTo>
                  <a:lnTo>
                    <a:pt x="27944" y="21019"/>
                  </a:lnTo>
                  <a:lnTo>
                    <a:pt x="29478" y="14797"/>
                  </a:lnTo>
                  <a:lnTo>
                    <a:pt x="27268" y="14976"/>
                  </a:lnTo>
                  <a:lnTo>
                    <a:pt x="26735" y="14315"/>
                  </a:lnTo>
                  <a:lnTo>
                    <a:pt x="27383" y="8319"/>
                  </a:lnTo>
                  <a:lnTo>
                    <a:pt x="34803" y="8183"/>
                  </a:lnTo>
                  <a:lnTo>
                    <a:pt x="34884" y="6236"/>
                  </a:lnTo>
                  <a:lnTo>
                    <a:pt x="37193" y="4815"/>
                  </a:lnTo>
                  <a:lnTo>
                    <a:pt x="43752" y="4275"/>
                  </a:lnTo>
                  <a:lnTo>
                    <a:pt x="43743" y="2125"/>
                  </a:lnTo>
                  <a:lnTo>
                    <a:pt x="4683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7" name="ph9287"/>
            <p:cNvSpPr/>
            <p:nvPr/>
          </p:nvSpPr>
          <p:spPr>
            <a:xfrm>
              <a:off x="10580234" y="2555456"/>
              <a:ext cx="20473" cy="18791"/>
            </a:xfrm>
            <a:custGeom>
              <a:avLst/>
              <a:pathLst>
                <a:path w="20473" h="18791">
                  <a:moveTo>
                    <a:pt x="17282" y="11883"/>
                  </a:moveTo>
                  <a:lnTo>
                    <a:pt x="17190" y="15253"/>
                  </a:lnTo>
                  <a:lnTo>
                    <a:pt x="16243" y="17227"/>
                  </a:lnTo>
                  <a:lnTo>
                    <a:pt x="9898" y="17110"/>
                  </a:lnTo>
                  <a:lnTo>
                    <a:pt x="4568" y="18791"/>
                  </a:lnTo>
                  <a:lnTo>
                    <a:pt x="3624" y="16000"/>
                  </a:lnTo>
                  <a:lnTo>
                    <a:pt x="2447" y="15903"/>
                  </a:lnTo>
                  <a:lnTo>
                    <a:pt x="1135" y="13092"/>
                  </a:lnTo>
                  <a:lnTo>
                    <a:pt x="0" y="8387"/>
                  </a:lnTo>
                  <a:lnTo>
                    <a:pt x="2147" y="4570"/>
                  </a:lnTo>
                  <a:lnTo>
                    <a:pt x="2047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8" name="ph9288"/>
            <p:cNvSpPr/>
            <p:nvPr/>
          </p:nvSpPr>
          <p:spPr>
            <a:xfrm>
              <a:off x="10470453" y="2654348"/>
              <a:ext cx="27795" cy="12537"/>
            </a:xfrm>
            <a:custGeom>
              <a:avLst/>
              <a:pathLst>
                <a:path w="27795" h="12537">
                  <a:moveTo>
                    <a:pt x="24193" y="205"/>
                  </a:moveTo>
                  <a:lnTo>
                    <a:pt x="26919" y="2910"/>
                  </a:lnTo>
                  <a:lnTo>
                    <a:pt x="27795" y="4903"/>
                  </a:lnTo>
                  <a:lnTo>
                    <a:pt x="26559" y="9689"/>
                  </a:lnTo>
                  <a:lnTo>
                    <a:pt x="22256" y="10425"/>
                  </a:lnTo>
                  <a:lnTo>
                    <a:pt x="14984" y="9594"/>
                  </a:lnTo>
                  <a:lnTo>
                    <a:pt x="9951" y="12537"/>
                  </a:lnTo>
                  <a:lnTo>
                    <a:pt x="63" y="11630"/>
                  </a:lnTo>
                  <a:lnTo>
                    <a:pt x="0" y="10827"/>
                  </a:lnTo>
                  <a:lnTo>
                    <a:pt x="5144" y="7876"/>
                  </a:lnTo>
                  <a:lnTo>
                    <a:pt x="5705" y="6502"/>
                  </a:lnTo>
                  <a:lnTo>
                    <a:pt x="12997" y="2195"/>
                  </a:lnTo>
                  <a:lnTo>
                    <a:pt x="16155" y="3706"/>
                  </a:lnTo>
                  <a:lnTo>
                    <a:pt x="21946" y="3364"/>
                  </a:lnTo>
                  <a:lnTo>
                    <a:pt x="2091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9" name="ph9289"/>
            <p:cNvSpPr/>
            <p:nvPr/>
          </p:nvSpPr>
          <p:spPr>
            <a:xfrm>
              <a:off x="10537064" y="2543494"/>
              <a:ext cx="24725" cy="17326"/>
            </a:xfrm>
            <a:custGeom>
              <a:avLst/>
              <a:pathLst>
                <a:path w="24725" h="17326">
                  <a:moveTo>
                    <a:pt x="15660" y="0"/>
                  </a:moveTo>
                  <a:lnTo>
                    <a:pt x="15252" y="3207"/>
                  </a:lnTo>
                  <a:lnTo>
                    <a:pt x="19959" y="6794"/>
                  </a:lnTo>
                  <a:lnTo>
                    <a:pt x="21275" y="4851"/>
                  </a:lnTo>
                  <a:lnTo>
                    <a:pt x="24725" y="9786"/>
                  </a:lnTo>
                  <a:lnTo>
                    <a:pt x="23075" y="14587"/>
                  </a:lnTo>
                  <a:lnTo>
                    <a:pt x="20840" y="17186"/>
                  </a:lnTo>
                  <a:lnTo>
                    <a:pt x="19948" y="17326"/>
                  </a:lnTo>
                  <a:lnTo>
                    <a:pt x="18877" y="16880"/>
                  </a:lnTo>
                  <a:lnTo>
                    <a:pt x="18318" y="14115"/>
                  </a:lnTo>
                  <a:lnTo>
                    <a:pt x="17284" y="13729"/>
                  </a:lnTo>
                  <a:lnTo>
                    <a:pt x="12121" y="13872"/>
                  </a:lnTo>
                  <a:lnTo>
                    <a:pt x="5671" y="15211"/>
                  </a:lnTo>
                  <a:lnTo>
                    <a:pt x="5341" y="11694"/>
                  </a:lnTo>
                  <a:lnTo>
                    <a:pt x="3095" y="10928"/>
                  </a:lnTo>
                  <a:lnTo>
                    <a:pt x="0" y="11610"/>
                  </a:lnTo>
                  <a:lnTo>
                    <a:pt x="1747" y="6404"/>
                  </a:lnTo>
                  <a:lnTo>
                    <a:pt x="9168" y="6679"/>
                  </a:lnTo>
                  <a:lnTo>
                    <a:pt x="11828" y="4340"/>
                  </a:lnTo>
                  <a:lnTo>
                    <a:pt x="13218" y="178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0" name="ph9290"/>
            <p:cNvSpPr/>
            <p:nvPr/>
          </p:nvSpPr>
          <p:spPr>
            <a:xfrm>
              <a:off x="10531011" y="2554423"/>
              <a:ext cx="34192" cy="26713"/>
            </a:xfrm>
            <a:custGeom>
              <a:avLst/>
              <a:pathLst>
                <a:path w="34192" h="26713">
                  <a:moveTo>
                    <a:pt x="11394" y="765"/>
                  </a:moveTo>
                  <a:lnTo>
                    <a:pt x="11724" y="4283"/>
                  </a:lnTo>
                  <a:lnTo>
                    <a:pt x="18174" y="2943"/>
                  </a:lnTo>
                  <a:lnTo>
                    <a:pt x="23337" y="2800"/>
                  </a:lnTo>
                  <a:lnTo>
                    <a:pt x="24371" y="3187"/>
                  </a:lnTo>
                  <a:lnTo>
                    <a:pt x="24930" y="5951"/>
                  </a:lnTo>
                  <a:lnTo>
                    <a:pt x="26001" y="6397"/>
                  </a:lnTo>
                  <a:lnTo>
                    <a:pt x="26893" y="6258"/>
                  </a:lnTo>
                  <a:lnTo>
                    <a:pt x="29128" y="3658"/>
                  </a:lnTo>
                  <a:lnTo>
                    <a:pt x="34192" y="7847"/>
                  </a:lnTo>
                  <a:lnTo>
                    <a:pt x="30437" y="20264"/>
                  </a:lnTo>
                  <a:lnTo>
                    <a:pt x="27873" y="20578"/>
                  </a:lnTo>
                  <a:lnTo>
                    <a:pt x="25624" y="25002"/>
                  </a:lnTo>
                  <a:lnTo>
                    <a:pt x="22179" y="25249"/>
                  </a:lnTo>
                  <a:lnTo>
                    <a:pt x="21111" y="26713"/>
                  </a:lnTo>
                  <a:lnTo>
                    <a:pt x="17022" y="26094"/>
                  </a:lnTo>
                  <a:lnTo>
                    <a:pt x="12616" y="21180"/>
                  </a:lnTo>
                  <a:lnTo>
                    <a:pt x="10546" y="20032"/>
                  </a:lnTo>
                  <a:lnTo>
                    <a:pt x="9331" y="20828"/>
                  </a:lnTo>
                  <a:lnTo>
                    <a:pt x="6783" y="19778"/>
                  </a:lnTo>
                  <a:lnTo>
                    <a:pt x="9617" y="14188"/>
                  </a:lnTo>
                  <a:lnTo>
                    <a:pt x="7812" y="13217"/>
                  </a:lnTo>
                  <a:lnTo>
                    <a:pt x="7169" y="9751"/>
                  </a:lnTo>
                  <a:lnTo>
                    <a:pt x="7724" y="9000"/>
                  </a:lnTo>
                  <a:lnTo>
                    <a:pt x="9868" y="8900"/>
                  </a:lnTo>
                  <a:lnTo>
                    <a:pt x="10100" y="7890"/>
                  </a:lnTo>
                  <a:lnTo>
                    <a:pt x="6245" y="5548"/>
                  </a:lnTo>
                  <a:lnTo>
                    <a:pt x="0" y="3589"/>
                  </a:lnTo>
                  <a:lnTo>
                    <a:pt x="1018" y="2373"/>
                  </a:lnTo>
                  <a:lnTo>
                    <a:pt x="735" y="361"/>
                  </a:lnTo>
                  <a:lnTo>
                    <a:pt x="6052" y="681"/>
                  </a:lnTo>
                  <a:lnTo>
                    <a:pt x="914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1" name="ph9291"/>
            <p:cNvSpPr/>
            <p:nvPr/>
          </p:nvSpPr>
          <p:spPr>
            <a:xfrm>
              <a:off x="10503971" y="2670321"/>
              <a:ext cx="37874" cy="23227"/>
            </a:xfrm>
            <a:custGeom>
              <a:avLst/>
              <a:pathLst>
                <a:path w="37874" h="23227">
                  <a:moveTo>
                    <a:pt x="12812" y="2873"/>
                  </a:moveTo>
                  <a:lnTo>
                    <a:pt x="13625" y="4989"/>
                  </a:lnTo>
                  <a:lnTo>
                    <a:pt x="17052" y="5642"/>
                  </a:lnTo>
                  <a:lnTo>
                    <a:pt x="22388" y="4121"/>
                  </a:lnTo>
                  <a:lnTo>
                    <a:pt x="22788" y="1590"/>
                  </a:lnTo>
                  <a:lnTo>
                    <a:pt x="24293" y="651"/>
                  </a:lnTo>
                  <a:lnTo>
                    <a:pt x="23651" y="1570"/>
                  </a:lnTo>
                  <a:lnTo>
                    <a:pt x="24008" y="2360"/>
                  </a:lnTo>
                  <a:lnTo>
                    <a:pt x="26584" y="5611"/>
                  </a:lnTo>
                  <a:lnTo>
                    <a:pt x="29948" y="11868"/>
                  </a:lnTo>
                  <a:lnTo>
                    <a:pt x="32674" y="13249"/>
                  </a:lnTo>
                  <a:lnTo>
                    <a:pt x="37874" y="17432"/>
                  </a:lnTo>
                  <a:lnTo>
                    <a:pt x="37608" y="17914"/>
                  </a:lnTo>
                  <a:lnTo>
                    <a:pt x="35731" y="21019"/>
                  </a:lnTo>
                  <a:lnTo>
                    <a:pt x="33378" y="22712"/>
                  </a:lnTo>
                  <a:lnTo>
                    <a:pt x="31177" y="23227"/>
                  </a:lnTo>
                  <a:lnTo>
                    <a:pt x="26506" y="18562"/>
                  </a:lnTo>
                  <a:lnTo>
                    <a:pt x="26843" y="17453"/>
                  </a:lnTo>
                  <a:lnTo>
                    <a:pt x="24135" y="15092"/>
                  </a:lnTo>
                  <a:lnTo>
                    <a:pt x="21535" y="17492"/>
                  </a:lnTo>
                  <a:lnTo>
                    <a:pt x="18696" y="18352"/>
                  </a:lnTo>
                  <a:lnTo>
                    <a:pt x="9560" y="17795"/>
                  </a:lnTo>
                  <a:lnTo>
                    <a:pt x="4238" y="11227"/>
                  </a:lnTo>
                  <a:lnTo>
                    <a:pt x="3080" y="10463"/>
                  </a:lnTo>
                  <a:lnTo>
                    <a:pt x="405" y="10382"/>
                  </a:lnTo>
                  <a:lnTo>
                    <a:pt x="205" y="5562"/>
                  </a:lnTo>
                  <a:lnTo>
                    <a:pt x="811" y="28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2" name="ph9292"/>
            <p:cNvSpPr/>
            <p:nvPr/>
          </p:nvSpPr>
          <p:spPr>
            <a:xfrm>
              <a:off x="10468558" y="2363159"/>
              <a:ext cx="31304" cy="45637"/>
            </a:xfrm>
            <a:custGeom>
              <a:avLst/>
              <a:pathLst>
                <a:path w="31304" h="45637">
                  <a:moveTo>
                    <a:pt x="20550" y="277"/>
                  </a:moveTo>
                  <a:lnTo>
                    <a:pt x="21780" y="2842"/>
                  </a:lnTo>
                  <a:lnTo>
                    <a:pt x="25193" y="3124"/>
                  </a:lnTo>
                  <a:lnTo>
                    <a:pt x="24794" y="6998"/>
                  </a:lnTo>
                  <a:lnTo>
                    <a:pt x="23234" y="10442"/>
                  </a:lnTo>
                  <a:lnTo>
                    <a:pt x="31304" y="12581"/>
                  </a:lnTo>
                  <a:lnTo>
                    <a:pt x="29362" y="14870"/>
                  </a:lnTo>
                  <a:lnTo>
                    <a:pt x="26946" y="15887"/>
                  </a:lnTo>
                  <a:lnTo>
                    <a:pt x="20920" y="14906"/>
                  </a:lnTo>
                  <a:lnTo>
                    <a:pt x="22135" y="20690"/>
                  </a:lnTo>
                  <a:lnTo>
                    <a:pt x="24972" y="27207"/>
                  </a:lnTo>
                  <a:lnTo>
                    <a:pt x="20566" y="29534"/>
                  </a:lnTo>
                  <a:lnTo>
                    <a:pt x="20846" y="45637"/>
                  </a:lnTo>
                  <a:lnTo>
                    <a:pt x="18729" y="45590"/>
                  </a:lnTo>
                  <a:lnTo>
                    <a:pt x="18497" y="45379"/>
                  </a:lnTo>
                  <a:lnTo>
                    <a:pt x="4803" y="24227"/>
                  </a:lnTo>
                  <a:lnTo>
                    <a:pt x="0" y="10378"/>
                  </a:lnTo>
                  <a:lnTo>
                    <a:pt x="800" y="7495"/>
                  </a:lnTo>
                  <a:lnTo>
                    <a:pt x="376" y="4379"/>
                  </a:lnTo>
                  <a:lnTo>
                    <a:pt x="1589" y="1825"/>
                  </a:lnTo>
                  <a:lnTo>
                    <a:pt x="4342" y="1660"/>
                  </a:lnTo>
                  <a:lnTo>
                    <a:pt x="5186" y="2754"/>
                  </a:lnTo>
                  <a:lnTo>
                    <a:pt x="14756" y="1986"/>
                  </a:lnTo>
                  <a:lnTo>
                    <a:pt x="1965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3" name="ph9293"/>
            <p:cNvSpPr/>
            <p:nvPr/>
          </p:nvSpPr>
          <p:spPr>
            <a:xfrm>
              <a:off x="10539809" y="2705278"/>
              <a:ext cx="15307" cy="27805"/>
            </a:xfrm>
            <a:custGeom>
              <a:avLst/>
              <a:pathLst>
                <a:path w="15307" h="27805">
                  <a:moveTo>
                    <a:pt x="5038" y="156"/>
                  </a:moveTo>
                  <a:lnTo>
                    <a:pt x="7529" y="0"/>
                  </a:lnTo>
                  <a:lnTo>
                    <a:pt x="8914" y="3454"/>
                  </a:lnTo>
                  <a:lnTo>
                    <a:pt x="14611" y="5380"/>
                  </a:lnTo>
                  <a:lnTo>
                    <a:pt x="15307" y="8538"/>
                  </a:lnTo>
                  <a:lnTo>
                    <a:pt x="13818" y="10755"/>
                  </a:lnTo>
                  <a:lnTo>
                    <a:pt x="12283" y="15676"/>
                  </a:lnTo>
                  <a:lnTo>
                    <a:pt x="12296" y="24916"/>
                  </a:lnTo>
                  <a:lnTo>
                    <a:pt x="8871" y="27805"/>
                  </a:lnTo>
                  <a:lnTo>
                    <a:pt x="3632" y="22047"/>
                  </a:lnTo>
                  <a:lnTo>
                    <a:pt x="2870" y="20588"/>
                  </a:lnTo>
                  <a:lnTo>
                    <a:pt x="6936" y="19654"/>
                  </a:lnTo>
                  <a:lnTo>
                    <a:pt x="7804" y="18750"/>
                  </a:lnTo>
                  <a:lnTo>
                    <a:pt x="5064" y="13563"/>
                  </a:lnTo>
                  <a:lnTo>
                    <a:pt x="2054" y="14229"/>
                  </a:lnTo>
                  <a:lnTo>
                    <a:pt x="1290" y="13600"/>
                  </a:lnTo>
                  <a:lnTo>
                    <a:pt x="0" y="8786"/>
                  </a:lnTo>
                  <a:lnTo>
                    <a:pt x="1868" y="4730"/>
                  </a:lnTo>
                  <a:lnTo>
                    <a:pt x="1417" y="3467"/>
                  </a:lnTo>
                  <a:lnTo>
                    <a:pt x="1845" y="2230"/>
                  </a:lnTo>
                  <a:lnTo>
                    <a:pt x="3473" y="1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4" name="ph9294"/>
            <p:cNvSpPr/>
            <p:nvPr/>
          </p:nvSpPr>
          <p:spPr>
            <a:xfrm>
              <a:off x="10488865" y="2706087"/>
              <a:ext cx="30520" cy="24111"/>
            </a:xfrm>
            <a:custGeom>
              <a:avLst/>
              <a:pathLst>
                <a:path w="30520" h="24111">
                  <a:moveTo>
                    <a:pt x="10195" y="3452"/>
                  </a:moveTo>
                  <a:lnTo>
                    <a:pt x="23468" y="6850"/>
                  </a:lnTo>
                  <a:lnTo>
                    <a:pt x="26938" y="8083"/>
                  </a:lnTo>
                  <a:lnTo>
                    <a:pt x="27725" y="9150"/>
                  </a:lnTo>
                  <a:lnTo>
                    <a:pt x="30458" y="9621"/>
                  </a:lnTo>
                  <a:lnTo>
                    <a:pt x="29828" y="11335"/>
                  </a:lnTo>
                  <a:lnTo>
                    <a:pt x="30520" y="13337"/>
                  </a:lnTo>
                  <a:lnTo>
                    <a:pt x="29872" y="18135"/>
                  </a:lnTo>
                  <a:lnTo>
                    <a:pt x="26568" y="24111"/>
                  </a:lnTo>
                  <a:lnTo>
                    <a:pt x="24927" y="22671"/>
                  </a:lnTo>
                  <a:lnTo>
                    <a:pt x="25325" y="20098"/>
                  </a:lnTo>
                  <a:lnTo>
                    <a:pt x="24398" y="18632"/>
                  </a:lnTo>
                  <a:lnTo>
                    <a:pt x="20093" y="16415"/>
                  </a:lnTo>
                  <a:lnTo>
                    <a:pt x="15140" y="16345"/>
                  </a:lnTo>
                  <a:lnTo>
                    <a:pt x="8354" y="13607"/>
                  </a:lnTo>
                  <a:lnTo>
                    <a:pt x="2930" y="14909"/>
                  </a:lnTo>
                  <a:lnTo>
                    <a:pt x="270" y="13613"/>
                  </a:lnTo>
                  <a:lnTo>
                    <a:pt x="0" y="12845"/>
                  </a:lnTo>
                  <a:lnTo>
                    <a:pt x="484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5" name="ph9295"/>
            <p:cNvSpPr/>
            <p:nvPr/>
          </p:nvSpPr>
          <p:spPr>
            <a:xfrm>
              <a:off x="10494647" y="2637707"/>
              <a:ext cx="28637" cy="32614"/>
            </a:xfrm>
            <a:custGeom>
              <a:avLst/>
              <a:pathLst>
                <a:path w="28637" h="32614">
                  <a:moveTo>
                    <a:pt x="23594" y="1136"/>
                  </a:moveTo>
                  <a:lnTo>
                    <a:pt x="28043" y="6336"/>
                  </a:lnTo>
                  <a:lnTo>
                    <a:pt x="28637" y="7608"/>
                  </a:lnTo>
                  <a:lnTo>
                    <a:pt x="27567" y="9744"/>
                  </a:lnTo>
                  <a:lnTo>
                    <a:pt x="25481" y="9265"/>
                  </a:lnTo>
                  <a:lnTo>
                    <a:pt x="22568" y="10367"/>
                  </a:lnTo>
                  <a:lnTo>
                    <a:pt x="17305" y="20436"/>
                  </a:lnTo>
                  <a:lnTo>
                    <a:pt x="16640" y="25040"/>
                  </a:lnTo>
                  <a:lnTo>
                    <a:pt x="17556" y="28965"/>
                  </a:lnTo>
                  <a:lnTo>
                    <a:pt x="16868" y="30539"/>
                  </a:lnTo>
                  <a:lnTo>
                    <a:pt x="11439" y="30973"/>
                  </a:lnTo>
                  <a:lnTo>
                    <a:pt x="10034" y="31430"/>
                  </a:lnTo>
                  <a:lnTo>
                    <a:pt x="9324" y="32614"/>
                  </a:lnTo>
                  <a:lnTo>
                    <a:pt x="6770" y="31578"/>
                  </a:lnTo>
                  <a:lnTo>
                    <a:pt x="4009" y="29317"/>
                  </a:lnTo>
                  <a:lnTo>
                    <a:pt x="2366" y="26330"/>
                  </a:lnTo>
                  <a:lnTo>
                    <a:pt x="3601" y="21543"/>
                  </a:lnTo>
                  <a:lnTo>
                    <a:pt x="2725" y="19551"/>
                  </a:lnTo>
                  <a:lnTo>
                    <a:pt x="0" y="16846"/>
                  </a:lnTo>
                  <a:lnTo>
                    <a:pt x="4429" y="16044"/>
                  </a:lnTo>
                  <a:lnTo>
                    <a:pt x="6785" y="14802"/>
                  </a:lnTo>
                  <a:lnTo>
                    <a:pt x="7404" y="10913"/>
                  </a:lnTo>
                  <a:lnTo>
                    <a:pt x="13588" y="11594"/>
                  </a:lnTo>
                  <a:lnTo>
                    <a:pt x="13063" y="9936"/>
                  </a:lnTo>
                  <a:lnTo>
                    <a:pt x="14251" y="3340"/>
                  </a:lnTo>
                  <a:lnTo>
                    <a:pt x="18488" y="371"/>
                  </a:lnTo>
                  <a:lnTo>
                    <a:pt x="2073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6" name="ph9296"/>
            <p:cNvSpPr/>
            <p:nvPr/>
          </p:nvSpPr>
          <p:spPr>
            <a:xfrm>
              <a:off x="10460174" y="2731801"/>
              <a:ext cx="27023" cy="35832"/>
            </a:xfrm>
            <a:custGeom>
              <a:avLst/>
              <a:pathLst>
                <a:path w="27023" h="35832">
                  <a:moveTo>
                    <a:pt x="24239" y="636"/>
                  </a:moveTo>
                  <a:lnTo>
                    <a:pt x="26682" y="2389"/>
                  </a:lnTo>
                  <a:lnTo>
                    <a:pt x="26581" y="5184"/>
                  </a:lnTo>
                  <a:lnTo>
                    <a:pt x="24330" y="6229"/>
                  </a:lnTo>
                  <a:lnTo>
                    <a:pt x="23888" y="8410"/>
                  </a:lnTo>
                  <a:lnTo>
                    <a:pt x="24554" y="10223"/>
                  </a:lnTo>
                  <a:lnTo>
                    <a:pt x="27023" y="11947"/>
                  </a:lnTo>
                  <a:lnTo>
                    <a:pt x="26542" y="15841"/>
                  </a:lnTo>
                  <a:lnTo>
                    <a:pt x="25501" y="16936"/>
                  </a:lnTo>
                  <a:lnTo>
                    <a:pt x="20321" y="18100"/>
                  </a:lnTo>
                  <a:lnTo>
                    <a:pt x="20995" y="25105"/>
                  </a:lnTo>
                  <a:lnTo>
                    <a:pt x="25531" y="27245"/>
                  </a:lnTo>
                  <a:lnTo>
                    <a:pt x="24017" y="31304"/>
                  </a:lnTo>
                  <a:lnTo>
                    <a:pt x="23632" y="33636"/>
                  </a:lnTo>
                  <a:lnTo>
                    <a:pt x="22030" y="35048"/>
                  </a:lnTo>
                  <a:lnTo>
                    <a:pt x="19719" y="33434"/>
                  </a:lnTo>
                  <a:lnTo>
                    <a:pt x="14065" y="35832"/>
                  </a:lnTo>
                  <a:lnTo>
                    <a:pt x="11686" y="34331"/>
                  </a:lnTo>
                  <a:lnTo>
                    <a:pt x="8587" y="30840"/>
                  </a:lnTo>
                  <a:lnTo>
                    <a:pt x="5649" y="26253"/>
                  </a:lnTo>
                  <a:lnTo>
                    <a:pt x="6440" y="24692"/>
                  </a:lnTo>
                  <a:lnTo>
                    <a:pt x="580" y="23897"/>
                  </a:lnTo>
                  <a:lnTo>
                    <a:pt x="0" y="23282"/>
                  </a:lnTo>
                  <a:lnTo>
                    <a:pt x="1342" y="21524"/>
                  </a:lnTo>
                  <a:lnTo>
                    <a:pt x="4169" y="19871"/>
                  </a:lnTo>
                  <a:lnTo>
                    <a:pt x="6457" y="16549"/>
                  </a:lnTo>
                  <a:lnTo>
                    <a:pt x="7925" y="10935"/>
                  </a:lnTo>
                  <a:lnTo>
                    <a:pt x="6865" y="7894"/>
                  </a:lnTo>
                  <a:lnTo>
                    <a:pt x="7901" y="5240"/>
                  </a:lnTo>
                  <a:lnTo>
                    <a:pt x="8628" y="5312"/>
                  </a:lnTo>
                  <a:lnTo>
                    <a:pt x="8355" y="6659"/>
                  </a:lnTo>
                  <a:lnTo>
                    <a:pt x="9724" y="8185"/>
                  </a:lnTo>
                  <a:lnTo>
                    <a:pt x="14127" y="4520"/>
                  </a:lnTo>
                  <a:lnTo>
                    <a:pt x="14924" y="753"/>
                  </a:lnTo>
                  <a:lnTo>
                    <a:pt x="15641" y="156"/>
                  </a:lnTo>
                  <a:lnTo>
                    <a:pt x="2099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7" name="ph9297"/>
            <p:cNvSpPr/>
            <p:nvPr/>
          </p:nvSpPr>
          <p:spPr>
            <a:xfrm>
              <a:off x="10551670" y="2289929"/>
              <a:ext cx="161222" cy="163309"/>
            </a:xfrm>
            <a:custGeom>
              <a:avLst/>
              <a:pathLst>
                <a:path w="161222" h="163309">
                  <a:moveTo>
                    <a:pt x="24559" y="8077"/>
                  </a:moveTo>
                  <a:lnTo>
                    <a:pt x="23828" y="2291"/>
                  </a:lnTo>
                  <a:lnTo>
                    <a:pt x="25258" y="3436"/>
                  </a:lnTo>
                  <a:lnTo>
                    <a:pt x="32152" y="3689"/>
                  </a:lnTo>
                  <a:lnTo>
                    <a:pt x="39090" y="11336"/>
                  </a:lnTo>
                  <a:lnTo>
                    <a:pt x="39608" y="14764"/>
                  </a:lnTo>
                  <a:lnTo>
                    <a:pt x="42349" y="15031"/>
                  </a:lnTo>
                  <a:lnTo>
                    <a:pt x="45823" y="13887"/>
                  </a:lnTo>
                  <a:lnTo>
                    <a:pt x="50164" y="15458"/>
                  </a:lnTo>
                  <a:lnTo>
                    <a:pt x="53672" y="18219"/>
                  </a:lnTo>
                  <a:lnTo>
                    <a:pt x="59597" y="24685"/>
                  </a:lnTo>
                  <a:lnTo>
                    <a:pt x="62034" y="29574"/>
                  </a:lnTo>
                  <a:lnTo>
                    <a:pt x="76089" y="35328"/>
                  </a:lnTo>
                  <a:lnTo>
                    <a:pt x="86935" y="41361"/>
                  </a:lnTo>
                  <a:lnTo>
                    <a:pt x="95018" y="44057"/>
                  </a:lnTo>
                  <a:lnTo>
                    <a:pt x="102896" y="41602"/>
                  </a:lnTo>
                  <a:lnTo>
                    <a:pt x="107625" y="42483"/>
                  </a:lnTo>
                  <a:lnTo>
                    <a:pt x="108257" y="44120"/>
                  </a:lnTo>
                  <a:lnTo>
                    <a:pt x="107929" y="45285"/>
                  </a:lnTo>
                  <a:lnTo>
                    <a:pt x="108664" y="46184"/>
                  </a:lnTo>
                  <a:lnTo>
                    <a:pt x="112127" y="46706"/>
                  </a:lnTo>
                  <a:lnTo>
                    <a:pt x="114509" y="45387"/>
                  </a:lnTo>
                  <a:lnTo>
                    <a:pt x="117171" y="42019"/>
                  </a:lnTo>
                  <a:lnTo>
                    <a:pt x="116663" y="37288"/>
                  </a:lnTo>
                  <a:lnTo>
                    <a:pt x="131452" y="39291"/>
                  </a:lnTo>
                  <a:lnTo>
                    <a:pt x="132868" y="38164"/>
                  </a:lnTo>
                  <a:lnTo>
                    <a:pt x="135899" y="42187"/>
                  </a:lnTo>
                  <a:lnTo>
                    <a:pt x="135187" y="48056"/>
                  </a:lnTo>
                  <a:lnTo>
                    <a:pt x="132239" y="52171"/>
                  </a:lnTo>
                  <a:lnTo>
                    <a:pt x="130203" y="52616"/>
                  </a:lnTo>
                  <a:lnTo>
                    <a:pt x="130826" y="55801"/>
                  </a:lnTo>
                  <a:lnTo>
                    <a:pt x="133572" y="56505"/>
                  </a:lnTo>
                  <a:lnTo>
                    <a:pt x="136269" y="58911"/>
                  </a:lnTo>
                  <a:lnTo>
                    <a:pt x="134901" y="62074"/>
                  </a:lnTo>
                  <a:lnTo>
                    <a:pt x="135021" y="64075"/>
                  </a:lnTo>
                  <a:lnTo>
                    <a:pt x="137553" y="65721"/>
                  </a:lnTo>
                  <a:lnTo>
                    <a:pt x="139824" y="65153"/>
                  </a:lnTo>
                  <a:lnTo>
                    <a:pt x="141487" y="65881"/>
                  </a:lnTo>
                  <a:lnTo>
                    <a:pt x="139793" y="82407"/>
                  </a:lnTo>
                  <a:lnTo>
                    <a:pt x="134740" y="96973"/>
                  </a:lnTo>
                  <a:lnTo>
                    <a:pt x="138127" y="101683"/>
                  </a:lnTo>
                  <a:lnTo>
                    <a:pt x="146776" y="111276"/>
                  </a:lnTo>
                  <a:lnTo>
                    <a:pt x="159269" y="116436"/>
                  </a:lnTo>
                  <a:lnTo>
                    <a:pt x="161222" y="136433"/>
                  </a:lnTo>
                  <a:lnTo>
                    <a:pt x="145138" y="150949"/>
                  </a:lnTo>
                  <a:lnTo>
                    <a:pt x="131362" y="163309"/>
                  </a:lnTo>
                  <a:lnTo>
                    <a:pt x="125860" y="157953"/>
                  </a:lnTo>
                  <a:lnTo>
                    <a:pt x="125861" y="147953"/>
                  </a:lnTo>
                  <a:lnTo>
                    <a:pt x="118956" y="149630"/>
                  </a:lnTo>
                  <a:lnTo>
                    <a:pt x="114147" y="147075"/>
                  </a:lnTo>
                  <a:lnTo>
                    <a:pt x="108452" y="146299"/>
                  </a:lnTo>
                  <a:lnTo>
                    <a:pt x="105606" y="146836"/>
                  </a:lnTo>
                  <a:lnTo>
                    <a:pt x="102222" y="148546"/>
                  </a:lnTo>
                  <a:lnTo>
                    <a:pt x="97844" y="148513"/>
                  </a:lnTo>
                  <a:lnTo>
                    <a:pt x="92054" y="146871"/>
                  </a:lnTo>
                  <a:lnTo>
                    <a:pt x="80642" y="146585"/>
                  </a:lnTo>
                  <a:lnTo>
                    <a:pt x="71899" y="149238"/>
                  </a:lnTo>
                  <a:lnTo>
                    <a:pt x="71000" y="146741"/>
                  </a:lnTo>
                  <a:lnTo>
                    <a:pt x="68311" y="143171"/>
                  </a:lnTo>
                  <a:lnTo>
                    <a:pt x="63626" y="143493"/>
                  </a:lnTo>
                  <a:lnTo>
                    <a:pt x="62311" y="136889"/>
                  </a:lnTo>
                  <a:lnTo>
                    <a:pt x="57777" y="138559"/>
                  </a:lnTo>
                  <a:lnTo>
                    <a:pt x="55426" y="134371"/>
                  </a:lnTo>
                  <a:lnTo>
                    <a:pt x="43488" y="127854"/>
                  </a:lnTo>
                  <a:lnTo>
                    <a:pt x="42436" y="125934"/>
                  </a:lnTo>
                  <a:lnTo>
                    <a:pt x="42152" y="111178"/>
                  </a:lnTo>
                  <a:lnTo>
                    <a:pt x="37137" y="109063"/>
                  </a:lnTo>
                  <a:lnTo>
                    <a:pt x="34562" y="109171"/>
                  </a:lnTo>
                  <a:lnTo>
                    <a:pt x="33666" y="107034"/>
                  </a:lnTo>
                  <a:lnTo>
                    <a:pt x="33678" y="104533"/>
                  </a:lnTo>
                  <a:lnTo>
                    <a:pt x="31611" y="100738"/>
                  </a:lnTo>
                  <a:lnTo>
                    <a:pt x="27000" y="98308"/>
                  </a:lnTo>
                  <a:lnTo>
                    <a:pt x="24243" y="93985"/>
                  </a:lnTo>
                  <a:lnTo>
                    <a:pt x="20666" y="91267"/>
                  </a:lnTo>
                  <a:lnTo>
                    <a:pt x="18415" y="87096"/>
                  </a:lnTo>
                  <a:lnTo>
                    <a:pt x="16671" y="85871"/>
                  </a:lnTo>
                  <a:lnTo>
                    <a:pt x="13644" y="87458"/>
                  </a:lnTo>
                  <a:lnTo>
                    <a:pt x="11064" y="84793"/>
                  </a:lnTo>
                  <a:lnTo>
                    <a:pt x="10586" y="80588"/>
                  </a:lnTo>
                  <a:lnTo>
                    <a:pt x="6400" y="79260"/>
                  </a:lnTo>
                  <a:lnTo>
                    <a:pt x="6940" y="77976"/>
                  </a:lnTo>
                  <a:lnTo>
                    <a:pt x="14849" y="78418"/>
                  </a:lnTo>
                  <a:lnTo>
                    <a:pt x="20700" y="76026"/>
                  </a:lnTo>
                  <a:lnTo>
                    <a:pt x="21484" y="73983"/>
                  </a:lnTo>
                  <a:lnTo>
                    <a:pt x="17345" y="42516"/>
                  </a:lnTo>
                  <a:lnTo>
                    <a:pt x="11641" y="23868"/>
                  </a:lnTo>
                  <a:lnTo>
                    <a:pt x="11564" y="19602"/>
                  </a:lnTo>
                  <a:lnTo>
                    <a:pt x="0" y="14732"/>
                  </a:lnTo>
                  <a:lnTo>
                    <a:pt x="28" y="10442"/>
                  </a:lnTo>
                  <a:lnTo>
                    <a:pt x="3283" y="10478"/>
                  </a:lnTo>
                  <a:lnTo>
                    <a:pt x="4824" y="6955"/>
                  </a:lnTo>
                  <a:lnTo>
                    <a:pt x="43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8" name="ph9298"/>
            <p:cNvSpPr/>
            <p:nvPr/>
          </p:nvSpPr>
          <p:spPr>
            <a:xfrm>
              <a:off x="10619645" y="2628568"/>
              <a:ext cx="30339" cy="22792"/>
            </a:xfrm>
            <a:custGeom>
              <a:avLst/>
              <a:pathLst>
                <a:path w="30339" h="22792">
                  <a:moveTo>
                    <a:pt x="16591" y="0"/>
                  </a:moveTo>
                  <a:lnTo>
                    <a:pt x="17392" y="2984"/>
                  </a:lnTo>
                  <a:lnTo>
                    <a:pt x="19266" y="5595"/>
                  </a:lnTo>
                  <a:lnTo>
                    <a:pt x="25647" y="5512"/>
                  </a:lnTo>
                  <a:lnTo>
                    <a:pt x="28942" y="6357"/>
                  </a:lnTo>
                  <a:lnTo>
                    <a:pt x="27217" y="13960"/>
                  </a:lnTo>
                  <a:lnTo>
                    <a:pt x="30339" y="18394"/>
                  </a:lnTo>
                  <a:lnTo>
                    <a:pt x="30164" y="20374"/>
                  </a:lnTo>
                  <a:lnTo>
                    <a:pt x="29260" y="22164"/>
                  </a:lnTo>
                  <a:lnTo>
                    <a:pt x="26969" y="22792"/>
                  </a:lnTo>
                  <a:lnTo>
                    <a:pt x="20342" y="22673"/>
                  </a:lnTo>
                  <a:lnTo>
                    <a:pt x="20984" y="20692"/>
                  </a:lnTo>
                  <a:lnTo>
                    <a:pt x="17959" y="19513"/>
                  </a:lnTo>
                  <a:lnTo>
                    <a:pt x="6555" y="11750"/>
                  </a:lnTo>
                  <a:lnTo>
                    <a:pt x="2137" y="10686"/>
                  </a:lnTo>
                  <a:lnTo>
                    <a:pt x="0" y="7837"/>
                  </a:lnTo>
                  <a:lnTo>
                    <a:pt x="1745" y="6062"/>
                  </a:lnTo>
                  <a:lnTo>
                    <a:pt x="4898" y="6128"/>
                  </a:lnTo>
                  <a:lnTo>
                    <a:pt x="5073" y="18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9" name="ph9299"/>
            <p:cNvSpPr/>
            <p:nvPr/>
          </p:nvSpPr>
          <p:spPr>
            <a:xfrm>
              <a:off x="10606723" y="2609474"/>
              <a:ext cx="42147" cy="25451"/>
            </a:xfrm>
            <a:custGeom>
              <a:avLst/>
              <a:pathLst>
                <a:path w="42147" h="25451">
                  <a:moveTo>
                    <a:pt x="5510" y="0"/>
                  </a:moveTo>
                  <a:lnTo>
                    <a:pt x="8631" y="2302"/>
                  </a:lnTo>
                  <a:lnTo>
                    <a:pt x="23453" y="3300"/>
                  </a:lnTo>
                  <a:lnTo>
                    <a:pt x="25435" y="3946"/>
                  </a:lnTo>
                  <a:lnTo>
                    <a:pt x="33572" y="8009"/>
                  </a:lnTo>
                  <a:lnTo>
                    <a:pt x="35402" y="9980"/>
                  </a:lnTo>
                  <a:lnTo>
                    <a:pt x="40912" y="9599"/>
                  </a:lnTo>
                  <a:lnTo>
                    <a:pt x="40296" y="13746"/>
                  </a:lnTo>
                  <a:lnTo>
                    <a:pt x="37559" y="18355"/>
                  </a:lnTo>
                  <a:lnTo>
                    <a:pt x="38017" y="22506"/>
                  </a:lnTo>
                  <a:lnTo>
                    <a:pt x="38658" y="23210"/>
                  </a:lnTo>
                  <a:lnTo>
                    <a:pt x="40329" y="23009"/>
                  </a:lnTo>
                  <a:lnTo>
                    <a:pt x="42147" y="24011"/>
                  </a:lnTo>
                  <a:lnTo>
                    <a:pt x="41863" y="25451"/>
                  </a:lnTo>
                  <a:lnTo>
                    <a:pt x="38568" y="24606"/>
                  </a:lnTo>
                  <a:lnTo>
                    <a:pt x="32188" y="24689"/>
                  </a:lnTo>
                  <a:lnTo>
                    <a:pt x="30313" y="22078"/>
                  </a:lnTo>
                  <a:lnTo>
                    <a:pt x="29512" y="19094"/>
                  </a:lnTo>
                  <a:lnTo>
                    <a:pt x="17994" y="19112"/>
                  </a:lnTo>
                  <a:lnTo>
                    <a:pt x="17655" y="16504"/>
                  </a:lnTo>
                  <a:lnTo>
                    <a:pt x="13806" y="9664"/>
                  </a:lnTo>
                  <a:lnTo>
                    <a:pt x="9563" y="8818"/>
                  </a:lnTo>
                  <a:lnTo>
                    <a:pt x="6137" y="11278"/>
                  </a:lnTo>
                  <a:lnTo>
                    <a:pt x="4198" y="11087"/>
                  </a:lnTo>
                  <a:lnTo>
                    <a:pt x="977" y="10674"/>
                  </a:lnTo>
                  <a:lnTo>
                    <a:pt x="1358" y="3926"/>
                  </a:lnTo>
                  <a:lnTo>
                    <a:pt x="0" y="3765"/>
                  </a:lnTo>
                  <a:lnTo>
                    <a:pt x="3240" y="18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0" name="ph9300"/>
            <p:cNvSpPr/>
            <p:nvPr/>
          </p:nvSpPr>
          <p:spPr>
            <a:xfrm>
              <a:off x="10436365" y="2703096"/>
              <a:ext cx="23959" cy="22862"/>
            </a:xfrm>
            <a:custGeom>
              <a:avLst/>
              <a:pathLst>
                <a:path w="23959" h="22862">
                  <a:moveTo>
                    <a:pt x="12850" y="0"/>
                  </a:moveTo>
                  <a:lnTo>
                    <a:pt x="15372" y="989"/>
                  </a:lnTo>
                  <a:lnTo>
                    <a:pt x="21322" y="3562"/>
                  </a:lnTo>
                  <a:lnTo>
                    <a:pt x="22883" y="9065"/>
                  </a:lnTo>
                  <a:lnTo>
                    <a:pt x="23959" y="14956"/>
                  </a:lnTo>
                  <a:lnTo>
                    <a:pt x="20895" y="21707"/>
                  </a:lnTo>
                  <a:lnTo>
                    <a:pt x="19588" y="22468"/>
                  </a:lnTo>
                  <a:lnTo>
                    <a:pt x="17518" y="19567"/>
                  </a:lnTo>
                  <a:lnTo>
                    <a:pt x="16747" y="16846"/>
                  </a:lnTo>
                  <a:lnTo>
                    <a:pt x="12829" y="17713"/>
                  </a:lnTo>
                  <a:lnTo>
                    <a:pt x="11601" y="22862"/>
                  </a:lnTo>
                  <a:lnTo>
                    <a:pt x="10569" y="22822"/>
                  </a:lnTo>
                  <a:lnTo>
                    <a:pt x="7412" y="19707"/>
                  </a:lnTo>
                  <a:lnTo>
                    <a:pt x="7188" y="17804"/>
                  </a:lnTo>
                  <a:lnTo>
                    <a:pt x="725" y="14270"/>
                  </a:lnTo>
                  <a:lnTo>
                    <a:pt x="0" y="10545"/>
                  </a:lnTo>
                  <a:lnTo>
                    <a:pt x="696" y="3220"/>
                  </a:lnTo>
                  <a:lnTo>
                    <a:pt x="3637" y="2266"/>
                  </a:lnTo>
                  <a:lnTo>
                    <a:pt x="8466" y="3259"/>
                  </a:lnTo>
                  <a:lnTo>
                    <a:pt x="10919" y="300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1" name="ph9301"/>
            <p:cNvSpPr/>
            <p:nvPr/>
          </p:nvSpPr>
          <p:spPr>
            <a:xfrm>
              <a:off x="10432752" y="2373537"/>
              <a:ext cx="54303" cy="46342"/>
            </a:xfrm>
            <a:custGeom>
              <a:avLst/>
              <a:pathLst>
                <a:path w="54303" h="46342">
                  <a:moveTo>
                    <a:pt x="40609" y="13848"/>
                  </a:moveTo>
                  <a:lnTo>
                    <a:pt x="54303" y="35000"/>
                  </a:lnTo>
                  <a:lnTo>
                    <a:pt x="49843" y="45428"/>
                  </a:lnTo>
                  <a:lnTo>
                    <a:pt x="48839" y="44515"/>
                  </a:lnTo>
                  <a:lnTo>
                    <a:pt x="45653" y="41624"/>
                  </a:lnTo>
                  <a:lnTo>
                    <a:pt x="41423" y="46083"/>
                  </a:lnTo>
                  <a:lnTo>
                    <a:pt x="37516" y="46342"/>
                  </a:lnTo>
                  <a:lnTo>
                    <a:pt x="37084" y="43928"/>
                  </a:lnTo>
                  <a:lnTo>
                    <a:pt x="34665" y="42434"/>
                  </a:lnTo>
                  <a:lnTo>
                    <a:pt x="30813" y="43167"/>
                  </a:lnTo>
                  <a:lnTo>
                    <a:pt x="24045" y="40743"/>
                  </a:lnTo>
                  <a:lnTo>
                    <a:pt x="20318" y="41474"/>
                  </a:lnTo>
                  <a:lnTo>
                    <a:pt x="20730" y="44023"/>
                  </a:lnTo>
                  <a:lnTo>
                    <a:pt x="10849" y="43659"/>
                  </a:lnTo>
                  <a:lnTo>
                    <a:pt x="5992" y="41100"/>
                  </a:lnTo>
                  <a:lnTo>
                    <a:pt x="1086" y="36539"/>
                  </a:lnTo>
                  <a:lnTo>
                    <a:pt x="0" y="33629"/>
                  </a:lnTo>
                  <a:lnTo>
                    <a:pt x="1381" y="31656"/>
                  </a:lnTo>
                  <a:lnTo>
                    <a:pt x="6940" y="26809"/>
                  </a:lnTo>
                  <a:lnTo>
                    <a:pt x="10771" y="24591"/>
                  </a:lnTo>
                  <a:lnTo>
                    <a:pt x="13379" y="29262"/>
                  </a:lnTo>
                  <a:lnTo>
                    <a:pt x="14912" y="28426"/>
                  </a:lnTo>
                  <a:lnTo>
                    <a:pt x="19623" y="21227"/>
                  </a:lnTo>
                  <a:lnTo>
                    <a:pt x="21220" y="17423"/>
                  </a:lnTo>
                  <a:lnTo>
                    <a:pt x="22069" y="13845"/>
                  </a:lnTo>
                  <a:lnTo>
                    <a:pt x="21515" y="11890"/>
                  </a:lnTo>
                  <a:lnTo>
                    <a:pt x="20986" y="8411"/>
                  </a:lnTo>
                  <a:lnTo>
                    <a:pt x="27700" y="8294"/>
                  </a:lnTo>
                  <a:lnTo>
                    <a:pt x="32541" y="4479"/>
                  </a:lnTo>
                  <a:lnTo>
                    <a:pt x="358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2" name="ph9302"/>
            <p:cNvSpPr/>
            <p:nvPr/>
          </p:nvSpPr>
          <p:spPr>
            <a:xfrm>
              <a:off x="10615054" y="2576109"/>
              <a:ext cx="31776" cy="27704"/>
            </a:xfrm>
            <a:custGeom>
              <a:avLst/>
              <a:pathLst>
                <a:path w="31776" h="27704">
                  <a:moveTo>
                    <a:pt x="15312" y="1061"/>
                  </a:moveTo>
                  <a:lnTo>
                    <a:pt x="15550" y="1250"/>
                  </a:lnTo>
                  <a:lnTo>
                    <a:pt x="16246" y="1807"/>
                  </a:lnTo>
                  <a:lnTo>
                    <a:pt x="25786" y="575"/>
                  </a:lnTo>
                  <a:lnTo>
                    <a:pt x="23625" y="11627"/>
                  </a:lnTo>
                  <a:lnTo>
                    <a:pt x="29486" y="13021"/>
                  </a:lnTo>
                  <a:lnTo>
                    <a:pt x="27588" y="19158"/>
                  </a:lnTo>
                  <a:lnTo>
                    <a:pt x="31776" y="22616"/>
                  </a:lnTo>
                  <a:lnTo>
                    <a:pt x="29786" y="22110"/>
                  </a:lnTo>
                  <a:lnTo>
                    <a:pt x="26720" y="18912"/>
                  </a:lnTo>
                  <a:lnTo>
                    <a:pt x="24215" y="22268"/>
                  </a:lnTo>
                  <a:lnTo>
                    <a:pt x="22270" y="23740"/>
                  </a:lnTo>
                  <a:lnTo>
                    <a:pt x="20078" y="22856"/>
                  </a:lnTo>
                  <a:lnTo>
                    <a:pt x="11573" y="22086"/>
                  </a:lnTo>
                  <a:lnTo>
                    <a:pt x="8757" y="23800"/>
                  </a:lnTo>
                  <a:lnTo>
                    <a:pt x="7193" y="26508"/>
                  </a:lnTo>
                  <a:lnTo>
                    <a:pt x="4618" y="27704"/>
                  </a:lnTo>
                  <a:lnTo>
                    <a:pt x="3930" y="24740"/>
                  </a:lnTo>
                  <a:lnTo>
                    <a:pt x="1296" y="20985"/>
                  </a:lnTo>
                  <a:lnTo>
                    <a:pt x="2657" y="19611"/>
                  </a:lnTo>
                  <a:lnTo>
                    <a:pt x="4719" y="18982"/>
                  </a:lnTo>
                  <a:lnTo>
                    <a:pt x="5088" y="15315"/>
                  </a:lnTo>
                  <a:lnTo>
                    <a:pt x="3496" y="13936"/>
                  </a:lnTo>
                  <a:lnTo>
                    <a:pt x="0" y="12558"/>
                  </a:lnTo>
                  <a:lnTo>
                    <a:pt x="5837" y="5618"/>
                  </a:lnTo>
                  <a:lnTo>
                    <a:pt x="953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3" name="ph9303"/>
            <p:cNvSpPr/>
            <p:nvPr/>
          </p:nvSpPr>
          <p:spPr>
            <a:xfrm>
              <a:off x="10483944" y="2718933"/>
              <a:ext cx="32661" cy="19010"/>
            </a:xfrm>
            <a:custGeom>
              <a:avLst/>
              <a:pathLst>
                <a:path w="32661" h="19010">
                  <a:moveTo>
                    <a:pt x="13275" y="761"/>
                  </a:moveTo>
                  <a:lnTo>
                    <a:pt x="20061" y="3499"/>
                  </a:lnTo>
                  <a:lnTo>
                    <a:pt x="25013" y="3569"/>
                  </a:lnTo>
                  <a:lnTo>
                    <a:pt x="29319" y="5786"/>
                  </a:lnTo>
                  <a:lnTo>
                    <a:pt x="30246" y="7252"/>
                  </a:lnTo>
                  <a:lnTo>
                    <a:pt x="29848" y="9825"/>
                  </a:lnTo>
                  <a:lnTo>
                    <a:pt x="31488" y="11266"/>
                  </a:lnTo>
                  <a:lnTo>
                    <a:pt x="32661" y="11764"/>
                  </a:lnTo>
                  <a:lnTo>
                    <a:pt x="27117" y="14562"/>
                  </a:lnTo>
                  <a:lnTo>
                    <a:pt x="25534" y="17401"/>
                  </a:lnTo>
                  <a:lnTo>
                    <a:pt x="25549" y="19010"/>
                  </a:lnTo>
                  <a:lnTo>
                    <a:pt x="17970" y="17935"/>
                  </a:lnTo>
                  <a:lnTo>
                    <a:pt x="16738" y="16984"/>
                  </a:lnTo>
                  <a:lnTo>
                    <a:pt x="5586" y="13747"/>
                  </a:lnTo>
                  <a:lnTo>
                    <a:pt x="4116" y="14056"/>
                  </a:lnTo>
                  <a:lnTo>
                    <a:pt x="2912" y="15258"/>
                  </a:lnTo>
                  <a:lnTo>
                    <a:pt x="469" y="13504"/>
                  </a:lnTo>
                  <a:lnTo>
                    <a:pt x="0" y="12444"/>
                  </a:lnTo>
                  <a:lnTo>
                    <a:pt x="484" y="6913"/>
                  </a:lnTo>
                  <a:lnTo>
                    <a:pt x="4596" y="4331"/>
                  </a:lnTo>
                  <a:lnTo>
                    <a:pt x="4721" y="3249"/>
                  </a:lnTo>
                  <a:lnTo>
                    <a:pt x="3518" y="2782"/>
                  </a:lnTo>
                  <a:lnTo>
                    <a:pt x="4920" y="0"/>
                  </a:lnTo>
                  <a:lnTo>
                    <a:pt x="5191" y="767"/>
                  </a:lnTo>
                  <a:lnTo>
                    <a:pt x="7851" y="20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4" name="ph9304"/>
            <p:cNvSpPr/>
            <p:nvPr/>
          </p:nvSpPr>
          <p:spPr>
            <a:xfrm>
              <a:off x="10473187" y="2408538"/>
              <a:ext cx="76796" cy="60472"/>
            </a:xfrm>
            <a:custGeom>
              <a:avLst/>
              <a:pathLst>
                <a:path w="76796" h="60472">
                  <a:moveTo>
                    <a:pt x="14100" y="211"/>
                  </a:moveTo>
                  <a:lnTo>
                    <a:pt x="25142" y="17630"/>
                  </a:lnTo>
                  <a:lnTo>
                    <a:pt x="26794" y="19011"/>
                  </a:lnTo>
                  <a:lnTo>
                    <a:pt x="31450" y="20759"/>
                  </a:lnTo>
                  <a:lnTo>
                    <a:pt x="38298" y="19460"/>
                  </a:lnTo>
                  <a:lnTo>
                    <a:pt x="40268" y="22013"/>
                  </a:lnTo>
                  <a:lnTo>
                    <a:pt x="43191" y="24113"/>
                  </a:lnTo>
                  <a:lnTo>
                    <a:pt x="44244" y="23877"/>
                  </a:lnTo>
                  <a:lnTo>
                    <a:pt x="45209" y="21596"/>
                  </a:lnTo>
                  <a:lnTo>
                    <a:pt x="62758" y="22043"/>
                  </a:lnTo>
                  <a:lnTo>
                    <a:pt x="65672" y="22654"/>
                  </a:lnTo>
                  <a:lnTo>
                    <a:pt x="68749" y="23820"/>
                  </a:lnTo>
                  <a:lnTo>
                    <a:pt x="70954" y="25583"/>
                  </a:lnTo>
                  <a:lnTo>
                    <a:pt x="71582" y="32185"/>
                  </a:lnTo>
                  <a:lnTo>
                    <a:pt x="72144" y="37812"/>
                  </a:lnTo>
                  <a:lnTo>
                    <a:pt x="75274" y="39814"/>
                  </a:lnTo>
                  <a:lnTo>
                    <a:pt x="76796" y="44674"/>
                  </a:lnTo>
                  <a:lnTo>
                    <a:pt x="76326" y="46498"/>
                  </a:lnTo>
                  <a:lnTo>
                    <a:pt x="74654" y="47074"/>
                  </a:lnTo>
                  <a:lnTo>
                    <a:pt x="66004" y="45844"/>
                  </a:lnTo>
                  <a:lnTo>
                    <a:pt x="62620" y="49849"/>
                  </a:lnTo>
                  <a:lnTo>
                    <a:pt x="58966" y="58665"/>
                  </a:lnTo>
                  <a:lnTo>
                    <a:pt x="55344" y="60472"/>
                  </a:lnTo>
                  <a:lnTo>
                    <a:pt x="53172" y="60081"/>
                  </a:lnTo>
                  <a:lnTo>
                    <a:pt x="49275" y="56591"/>
                  </a:lnTo>
                  <a:lnTo>
                    <a:pt x="46357" y="56194"/>
                  </a:lnTo>
                  <a:lnTo>
                    <a:pt x="40188" y="56653"/>
                  </a:lnTo>
                  <a:lnTo>
                    <a:pt x="38928" y="53938"/>
                  </a:lnTo>
                  <a:lnTo>
                    <a:pt x="35121" y="52169"/>
                  </a:lnTo>
                  <a:lnTo>
                    <a:pt x="30582" y="52208"/>
                  </a:lnTo>
                  <a:lnTo>
                    <a:pt x="29257" y="51512"/>
                  </a:lnTo>
                  <a:lnTo>
                    <a:pt x="31116" y="44636"/>
                  </a:lnTo>
                  <a:lnTo>
                    <a:pt x="23328" y="44057"/>
                  </a:lnTo>
                  <a:lnTo>
                    <a:pt x="21551" y="46269"/>
                  </a:lnTo>
                  <a:lnTo>
                    <a:pt x="18370" y="45558"/>
                  </a:lnTo>
                  <a:lnTo>
                    <a:pt x="17967" y="33764"/>
                  </a:lnTo>
                  <a:lnTo>
                    <a:pt x="9961" y="35127"/>
                  </a:lnTo>
                  <a:lnTo>
                    <a:pt x="2650" y="37869"/>
                  </a:lnTo>
                  <a:lnTo>
                    <a:pt x="3400" y="35036"/>
                  </a:lnTo>
                  <a:lnTo>
                    <a:pt x="2843" y="31575"/>
                  </a:lnTo>
                  <a:lnTo>
                    <a:pt x="0" y="27042"/>
                  </a:lnTo>
                  <a:lnTo>
                    <a:pt x="4172" y="22765"/>
                  </a:lnTo>
                  <a:lnTo>
                    <a:pt x="5739" y="17016"/>
                  </a:lnTo>
                  <a:lnTo>
                    <a:pt x="9951" y="16306"/>
                  </a:lnTo>
                  <a:lnTo>
                    <a:pt x="9563" y="13946"/>
                  </a:lnTo>
                  <a:lnTo>
                    <a:pt x="6399" y="12729"/>
                  </a:lnTo>
                  <a:lnTo>
                    <a:pt x="8403" y="9514"/>
                  </a:lnTo>
                  <a:lnTo>
                    <a:pt x="9407" y="10427"/>
                  </a:lnTo>
                  <a:lnTo>
                    <a:pt x="1386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5" name="ph9305"/>
            <p:cNvSpPr/>
            <p:nvPr/>
          </p:nvSpPr>
          <p:spPr>
            <a:xfrm>
              <a:off x="10496690" y="2574202"/>
              <a:ext cx="61472" cy="80670"/>
            </a:xfrm>
            <a:custGeom>
              <a:avLst/>
              <a:pathLst>
                <a:path w="61472" h="80670">
                  <a:moveTo>
                    <a:pt x="43652" y="1049"/>
                  </a:moveTo>
                  <a:lnTo>
                    <a:pt x="44867" y="253"/>
                  </a:lnTo>
                  <a:lnTo>
                    <a:pt x="46937" y="1401"/>
                  </a:lnTo>
                  <a:lnTo>
                    <a:pt x="51343" y="6315"/>
                  </a:lnTo>
                  <a:lnTo>
                    <a:pt x="49762" y="6458"/>
                  </a:lnTo>
                  <a:lnTo>
                    <a:pt x="48447" y="7545"/>
                  </a:lnTo>
                  <a:lnTo>
                    <a:pt x="46033" y="14939"/>
                  </a:lnTo>
                  <a:lnTo>
                    <a:pt x="49106" y="17457"/>
                  </a:lnTo>
                  <a:lnTo>
                    <a:pt x="54182" y="19590"/>
                  </a:lnTo>
                  <a:lnTo>
                    <a:pt x="54546" y="22338"/>
                  </a:lnTo>
                  <a:lnTo>
                    <a:pt x="53542" y="24821"/>
                  </a:lnTo>
                  <a:lnTo>
                    <a:pt x="52125" y="25668"/>
                  </a:lnTo>
                  <a:lnTo>
                    <a:pt x="50646" y="29477"/>
                  </a:lnTo>
                  <a:lnTo>
                    <a:pt x="55552" y="34045"/>
                  </a:lnTo>
                  <a:lnTo>
                    <a:pt x="56809" y="38572"/>
                  </a:lnTo>
                  <a:lnTo>
                    <a:pt x="60752" y="40892"/>
                  </a:lnTo>
                  <a:lnTo>
                    <a:pt x="61472" y="42978"/>
                  </a:lnTo>
                  <a:lnTo>
                    <a:pt x="60249" y="45680"/>
                  </a:lnTo>
                  <a:lnTo>
                    <a:pt x="53978" y="45608"/>
                  </a:lnTo>
                  <a:lnTo>
                    <a:pt x="53811" y="51096"/>
                  </a:lnTo>
                  <a:lnTo>
                    <a:pt x="57200" y="53450"/>
                  </a:lnTo>
                  <a:lnTo>
                    <a:pt x="55821" y="57355"/>
                  </a:lnTo>
                  <a:lnTo>
                    <a:pt x="54770" y="57616"/>
                  </a:lnTo>
                  <a:lnTo>
                    <a:pt x="53121" y="59431"/>
                  </a:lnTo>
                  <a:lnTo>
                    <a:pt x="51133" y="67844"/>
                  </a:lnTo>
                  <a:lnTo>
                    <a:pt x="44209" y="71502"/>
                  </a:lnTo>
                  <a:lnTo>
                    <a:pt x="42646" y="75442"/>
                  </a:lnTo>
                  <a:lnTo>
                    <a:pt x="38655" y="80670"/>
                  </a:lnTo>
                  <a:lnTo>
                    <a:pt x="34096" y="79936"/>
                  </a:lnTo>
                  <a:lnTo>
                    <a:pt x="26420" y="76051"/>
                  </a:lnTo>
                  <a:lnTo>
                    <a:pt x="25523" y="73250"/>
                  </a:lnTo>
                  <a:lnTo>
                    <a:pt x="26593" y="71113"/>
                  </a:lnTo>
                  <a:lnTo>
                    <a:pt x="26000" y="69842"/>
                  </a:lnTo>
                  <a:lnTo>
                    <a:pt x="21550" y="64641"/>
                  </a:lnTo>
                  <a:lnTo>
                    <a:pt x="18687" y="63505"/>
                  </a:lnTo>
                  <a:lnTo>
                    <a:pt x="16445" y="63876"/>
                  </a:lnTo>
                  <a:lnTo>
                    <a:pt x="12207" y="66845"/>
                  </a:lnTo>
                  <a:lnTo>
                    <a:pt x="11019" y="73441"/>
                  </a:lnTo>
                  <a:lnTo>
                    <a:pt x="11544" y="75099"/>
                  </a:lnTo>
                  <a:lnTo>
                    <a:pt x="5361" y="74419"/>
                  </a:lnTo>
                  <a:lnTo>
                    <a:pt x="5183" y="72469"/>
                  </a:lnTo>
                  <a:lnTo>
                    <a:pt x="0" y="71329"/>
                  </a:lnTo>
                  <a:lnTo>
                    <a:pt x="233" y="69550"/>
                  </a:lnTo>
                  <a:lnTo>
                    <a:pt x="3150" y="67622"/>
                  </a:lnTo>
                  <a:lnTo>
                    <a:pt x="5906" y="67909"/>
                  </a:lnTo>
                  <a:lnTo>
                    <a:pt x="8661" y="64871"/>
                  </a:lnTo>
                  <a:lnTo>
                    <a:pt x="8480" y="63737"/>
                  </a:lnTo>
                  <a:lnTo>
                    <a:pt x="7163" y="62960"/>
                  </a:lnTo>
                  <a:lnTo>
                    <a:pt x="5159" y="62845"/>
                  </a:lnTo>
                  <a:lnTo>
                    <a:pt x="5505" y="57258"/>
                  </a:lnTo>
                  <a:lnTo>
                    <a:pt x="10648" y="54222"/>
                  </a:lnTo>
                  <a:lnTo>
                    <a:pt x="10911" y="51770"/>
                  </a:lnTo>
                  <a:lnTo>
                    <a:pt x="13191" y="50044"/>
                  </a:lnTo>
                  <a:lnTo>
                    <a:pt x="14673" y="47610"/>
                  </a:lnTo>
                  <a:lnTo>
                    <a:pt x="13715" y="47133"/>
                  </a:lnTo>
                  <a:lnTo>
                    <a:pt x="11053" y="42689"/>
                  </a:lnTo>
                  <a:lnTo>
                    <a:pt x="9059" y="36216"/>
                  </a:lnTo>
                  <a:lnTo>
                    <a:pt x="9724" y="35040"/>
                  </a:lnTo>
                  <a:lnTo>
                    <a:pt x="12165" y="34880"/>
                  </a:lnTo>
                  <a:lnTo>
                    <a:pt x="14789" y="31542"/>
                  </a:lnTo>
                  <a:lnTo>
                    <a:pt x="15811" y="25994"/>
                  </a:lnTo>
                  <a:lnTo>
                    <a:pt x="20463" y="26806"/>
                  </a:lnTo>
                  <a:lnTo>
                    <a:pt x="22843" y="25719"/>
                  </a:lnTo>
                  <a:lnTo>
                    <a:pt x="23347" y="22077"/>
                  </a:lnTo>
                  <a:lnTo>
                    <a:pt x="22403" y="21142"/>
                  </a:lnTo>
                  <a:lnTo>
                    <a:pt x="24024" y="19716"/>
                  </a:lnTo>
                  <a:lnTo>
                    <a:pt x="25327" y="15855"/>
                  </a:lnTo>
                  <a:lnTo>
                    <a:pt x="27239" y="14012"/>
                  </a:lnTo>
                  <a:lnTo>
                    <a:pt x="36348" y="14876"/>
                  </a:lnTo>
                  <a:lnTo>
                    <a:pt x="37355" y="12947"/>
                  </a:lnTo>
                  <a:lnTo>
                    <a:pt x="41957" y="7956"/>
                  </a:lnTo>
                  <a:lnTo>
                    <a:pt x="4110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6" name="ph9306"/>
            <p:cNvSpPr/>
            <p:nvPr/>
          </p:nvSpPr>
          <p:spPr>
            <a:xfrm>
              <a:off x="10437370" y="2575147"/>
              <a:ext cx="50269" cy="66988"/>
            </a:xfrm>
            <a:custGeom>
              <a:avLst/>
              <a:pathLst>
                <a:path w="50269" h="66988">
                  <a:moveTo>
                    <a:pt x="43662" y="2880"/>
                  </a:moveTo>
                  <a:lnTo>
                    <a:pt x="43542" y="4695"/>
                  </a:lnTo>
                  <a:lnTo>
                    <a:pt x="50269" y="7912"/>
                  </a:lnTo>
                  <a:lnTo>
                    <a:pt x="50065" y="11328"/>
                  </a:lnTo>
                  <a:lnTo>
                    <a:pt x="43873" y="23232"/>
                  </a:lnTo>
                  <a:lnTo>
                    <a:pt x="43986" y="28895"/>
                  </a:lnTo>
                  <a:lnTo>
                    <a:pt x="42975" y="32465"/>
                  </a:lnTo>
                  <a:lnTo>
                    <a:pt x="41903" y="30760"/>
                  </a:lnTo>
                  <a:lnTo>
                    <a:pt x="36390" y="34884"/>
                  </a:lnTo>
                  <a:lnTo>
                    <a:pt x="36151" y="37081"/>
                  </a:lnTo>
                  <a:lnTo>
                    <a:pt x="37937" y="42279"/>
                  </a:lnTo>
                  <a:lnTo>
                    <a:pt x="42716" y="42463"/>
                  </a:lnTo>
                  <a:lnTo>
                    <a:pt x="43713" y="43417"/>
                  </a:lnTo>
                  <a:lnTo>
                    <a:pt x="42583" y="45383"/>
                  </a:lnTo>
                  <a:lnTo>
                    <a:pt x="42683" y="48097"/>
                  </a:lnTo>
                  <a:lnTo>
                    <a:pt x="43519" y="49268"/>
                  </a:lnTo>
                  <a:lnTo>
                    <a:pt x="42077" y="51139"/>
                  </a:lnTo>
                  <a:lnTo>
                    <a:pt x="39239" y="49698"/>
                  </a:lnTo>
                  <a:lnTo>
                    <a:pt x="36562" y="50386"/>
                  </a:lnTo>
                  <a:lnTo>
                    <a:pt x="31318" y="53164"/>
                  </a:lnTo>
                  <a:lnTo>
                    <a:pt x="29462" y="57771"/>
                  </a:lnTo>
                  <a:lnTo>
                    <a:pt x="29238" y="62170"/>
                  </a:lnTo>
                  <a:lnTo>
                    <a:pt x="27909" y="64670"/>
                  </a:lnTo>
                  <a:lnTo>
                    <a:pt x="26704" y="65124"/>
                  </a:lnTo>
                  <a:lnTo>
                    <a:pt x="22796" y="65461"/>
                  </a:lnTo>
                  <a:lnTo>
                    <a:pt x="19522" y="63299"/>
                  </a:lnTo>
                  <a:lnTo>
                    <a:pt x="16894" y="64182"/>
                  </a:lnTo>
                  <a:lnTo>
                    <a:pt x="15391" y="62449"/>
                  </a:lnTo>
                  <a:lnTo>
                    <a:pt x="13736" y="62408"/>
                  </a:lnTo>
                  <a:lnTo>
                    <a:pt x="12275" y="63493"/>
                  </a:lnTo>
                  <a:lnTo>
                    <a:pt x="11664" y="65559"/>
                  </a:lnTo>
                  <a:lnTo>
                    <a:pt x="8810" y="66988"/>
                  </a:lnTo>
                  <a:lnTo>
                    <a:pt x="743" y="65457"/>
                  </a:lnTo>
                  <a:lnTo>
                    <a:pt x="0" y="63180"/>
                  </a:lnTo>
                  <a:lnTo>
                    <a:pt x="3353" y="58621"/>
                  </a:lnTo>
                  <a:lnTo>
                    <a:pt x="6784" y="50104"/>
                  </a:lnTo>
                  <a:lnTo>
                    <a:pt x="9934" y="46449"/>
                  </a:lnTo>
                  <a:lnTo>
                    <a:pt x="6098" y="43401"/>
                  </a:lnTo>
                  <a:lnTo>
                    <a:pt x="5355" y="41045"/>
                  </a:lnTo>
                  <a:lnTo>
                    <a:pt x="5681" y="37970"/>
                  </a:lnTo>
                  <a:lnTo>
                    <a:pt x="10050" y="35638"/>
                  </a:lnTo>
                  <a:lnTo>
                    <a:pt x="14336" y="26861"/>
                  </a:lnTo>
                  <a:lnTo>
                    <a:pt x="10384" y="12933"/>
                  </a:lnTo>
                  <a:lnTo>
                    <a:pt x="9498" y="12020"/>
                  </a:lnTo>
                  <a:lnTo>
                    <a:pt x="15876" y="11240"/>
                  </a:lnTo>
                  <a:lnTo>
                    <a:pt x="18901" y="12583"/>
                  </a:lnTo>
                  <a:lnTo>
                    <a:pt x="22110" y="13039"/>
                  </a:lnTo>
                  <a:lnTo>
                    <a:pt x="25187" y="11300"/>
                  </a:lnTo>
                  <a:lnTo>
                    <a:pt x="25814" y="6702"/>
                  </a:lnTo>
                  <a:lnTo>
                    <a:pt x="28052" y="3936"/>
                  </a:lnTo>
                  <a:lnTo>
                    <a:pt x="3365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7" name="ph9307"/>
            <p:cNvSpPr/>
            <p:nvPr/>
          </p:nvSpPr>
          <p:spPr>
            <a:xfrm>
              <a:off x="10385433" y="2496134"/>
              <a:ext cx="57718" cy="41243"/>
            </a:xfrm>
            <a:custGeom>
              <a:avLst/>
              <a:pathLst>
                <a:path w="57718" h="41243">
                  <a:moveTo>
                    <a:pt x="41577" y="0"/>
                  </a:moveTo>
                  <a:lnTo>
                    <a:pt x="40993" y="1850"/>
                  </a:lnTo>
                  <a:lnTo>
                    <a:pt x="42027" y="4890"/>
                  </a:lnTo>
                  <a:lnTo>
                    <a:pt x="43644" y="5076"/>
                  </a:lnTo>
                  <a:lnTo>
                    <a:pt x="43981" y="3316"/>
                  </a:lnTo>
                  <a:lnTo>
                    <a:pt x="46665" y="2427"/>
                  </a:lnTo>
                  <a:lnTo>
                    <a:pt x="49611" y="3040"/>
                  </a:lnTo>
                  <a:lnTo>
                    <a:pt x="49182" y="6401"/>
                  </a:lnTo>
                  <a:lnTo>
                    <a:pt x="51275" y="8727"/>
                  </a:lnTo>
                  <a:lnTo>
                    <a:pt x="57718" y="10958"/>
                  </a:lnTo>
                  <a:lnTo>
                    <a:pt x="56979" y="15913"/>
                  </a:lnTo>
                  <a:lnTo>
                    <a:pt x="53822" y="15217"/>
                  </a:lnTo>
                  <a:lnTo>
                    <a:pt x="52112" y="15989"/>
                  </a:lnTo>
                  <a:lnTo>
                    <a:pt x="47908" y="19796"/>
                  </a:lnTo>
                  <a:lnTo>
                    <a:pt x="46176" y="19165"/>
                  </a:lnTo>
                  <a:lnTo>
                    <a:pt x="44723" y="19591"/>
                  </a:lnTo>
                  <a:lnTo>
                    <a:pt x="43086" y="22596"/>
                  </a:lnTo>
                  <a:lnTo>
                    <a:pt x="43391" y="24797"/>
                  </a:lnTo>
                  <a:lnTo>
                    <a:pt x="42832" y="25679"/>
                  </a:lnTo>
                  <a:lnTo>
                    <a:pt x="36018" y="27926"/>
                  </a:lnTo>
                  <a:lnTo>
                    <a:pt x="32593" y="31039"/>
                  </a:lnTo>
                  <a:lnTo>
                    <a:pt x="30669" y="34208"/>
                  </a:lnTo>
                  <a:lnTo>
                    <a:pt x="28609" y="34388"/>
                  </a:lnTo>
                  <a:lnTo>
                    <a:pt x="28319" y="33675"/>
                  </a:lnTo>
                  <a:lnTo>
                    <a:pt x="29423" y="32856"/>
                  </a:lnTo>
                  <a:lnTo>
                    <a:pt x="29420" y="30604"/>
                  </a:lnTo>
                  <a:lnTo>
                    <a:pt x="23365" y="30333"/>
                  </a:lnTo>
                  <a:lnTo>
                    <a:pt x="19128" y="30533"/>
                  </a:lnTo>
                  <a:lnTo>
                    <a:pt x="15366" y="31926"/>
                  </a:lnTo>
                  <a:lnTo>
                    <a:pt x="12896" y="33967"/>
                  </a:lnTo>
                  <a:lnTo>
                    <a:pt x="6096" y="34292"/>
                  </a:lnTo>
                  <a:lnTo>
                    <a:pt x="5246" y="34730"/>
                  </a:lnTo>
                  <a:lnTo>
                    <a:pt x="6175" y="38955"/>
                  </a:lnTo>
                  <a:lnTo>
                    <a:pt x="4762" y="40483"/>
                  </a:lnTo>
                  <a:lnTo>
                    <a:pt x="2147" y="41243"/>
                  </a:lnTo>
                  <a:lnTo>
                    <a:pt x="1176" y="40853"/>
                  </a:lnTo>
                  <a:lnTo>
                    <a:pt x="0" y="39944"/>
                  </a:lnTo>
                  <a:lnTo>
                    <a:pt x="425" y="22598"/>
                  </a:lnTo>
                  <a:lnTo>
                    <a:pt x="5259" y="16273"/>
                  </a:lnTo>
                  <a:lnTo>
                    <a:pt x="7103" y="254"/>
                  </a:lnTo>
                  <a:lnTo>
                    <a:pt x="11550" y="1145"/>
                  </a:lnTo>
                  <a:lnTo>
                    <a:pt x="20724" y="778"/>
                  </a:lnTo>
                  <a:lnTo>
                    <a:pt x="22575" y="1748"/>
                  </a:lnTo>
                  <a:lnTo>
                    <a:pt x="23300" y="3530"/>
                  </a:lnTo>
                  <a:lnTo>
                    <a:pt x="25334" y="5297"/>
                  </a:lnTo>
                  <a:lnTo>
                    <a:pt x="30458" y="5341"/>
                  </a:lnTo>
                  <a:lnTo>
                    <a:pt x="33728" y="126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8" name="ph9308"/>
            <p:cNvSpPr/>
            <p:nvPr/>
          </p:nvSpPr>
          <p:spPr>
            <a:xfrm>
              <a:off x="10564968" y="2584949"/>
              <a:ext cx="29935" cy="29671"/>
            </a:xfrm>
            <a:custGeom>
              <a:avLst/>
              <a:pathLst>
                <a:path w="29935" h="29671">
                  <a:moveTo>
                    <a:pt x="24611" y="3770"/>
                  </a:moveTo>
                  <a:lnTo>
                    <a:pt x="29935" y="2751"/>
                  </a:lnTo>
                  <a:lnTo>
                    <a:pt x="29237" y="8797"/>
                  </a:lnTo>
                  <a:lnTo>
                    <a:pt x="27438" y="8523"/>
                  </a:lnTo>
                  <a:lnTo>
                    <a:pt x="25780" y="10054"/>
                  </a:lnTo>
                  <a:lnTo>
                    <a:pt x="26723" y="15061"/>
                  </a:lnTo>
                  <a:lnTo>
                    <a:pt x="25231" y="15375"/>
                  </a:lnTo>
                  <a:lnTo>
                    <a:pt x="24157" y="23502"/>
                  </a:lnTo>
                  <a:lnTo>
                    <a:pt x="19967" y="23918"/>
                  </a:lnTo>
                  <a:lnTo>
                    <a:pt x="17838" y="26774"/>
                  </a:lnTo>
                  <a:lnTo>
                    <a:pt x="16796" y="26384"/>
                  </a:lnTo>
                  <a:lnTo>
                    <a:pt x="8191" y="28016"/>
                  </a:lnTo>
                  <a:lnTo>
                    <a:pt x="7573" y="29671"/>
                  </a:lnTo>
                  <a:lnTo>
                    <a:pt x="3508" y="25702"/>
                  </a:lnTo>
                  <a:lnTo>
                    <a:pt x="0" y="25130"/>
                  </a:lnTo>
                  <a:lnTo>
                    <a:pt x="5031" y="17967"/>
                  </a:lnTo>
                  <a:lnTo>
                    <a:pt x="7027" y="13833"/>
                  </a:lnTo>
                  <a:lnTo>
                    <a:pt x="8137" y="14031"/>
                  </a:lnTo>
                  <a:lnTo>
                    <a:pt x="10773" y="16256"/>
                  </a:lnTo>
                  <a:lnTo>
                    <a:pt x="10712" y="17870"/>
                  </a:lnTo>
                  <a:lnTo>
                    <a:pt x="16266" y="16683"/>
                  </a:lnTo>
                  <a:lnTo>
                    <a:pt x="14184" y="13875"/>
                  </a:lnTo>
                  <a:lnTo>
                    <a:pt x="17238" y="12387"/>
                  </a:lnTo>
                  <a:lnTo>
                    <a:pt x="15588" y="7449"/>
                  </a:lnTo>
                  <a:lnTo>
                    <a:pt x="19703" y="4707"/>
                  </a:lnTo>
                  <a:lnTo>
                    <a:pt x="19664" y="3401"/>
                  </a:lnTo>
                  <a:lnTo>
                    <a:pt x="17843" y="1394"/>
                  </a:lnTo>
                  <a:lnTo>
                    <a:pt x="19401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9" name="ph9309"/>
            <p:cNvSpPr/>
            <p:nvPr/>
          </p:nvSpPr>
          <p:spPr>
            <a:xfrm>
              <a:off x="10681873" y="2320058"/>
              <a:ext cx="53016" cy="86307"/>
            </a:xfrm>
            <a:custGeom>
              <a:avLst/>
              <a:pathLst>
                <a:path w="53016" h="86307">
                  <a:moveTo>
                    <a:pt x="28005" y="4471"/>
                  </a:moveTo>
                  <a:lnTo>
                    <a:pt x="31638" y="8750"/>
                  </a:lnTo>
                  <a:lnTo>
                    <a:pt x="33542" y="15572"/>
                  </a:lnTo>
                  <a:lnTo>
                    <a:pt x="37607" y="22468"/>
                  </a:lnTo>
                  <a:lnTo>
                    <a:pt x="42753" y="26262"/>
                  </a:lnTo>
                  <a:lnTo>
                    <a:pt x="53016" y="45059"/>
                  </a:lnTo>
                  <a:lnTo>
                    <a:pt x="50290" y="50037"/>
                  </a:lnTo>
                  <a:lnTo>
                    <a:pt x="44692" y="71927"/>
                  </a:lnTo>
                  <a:lnTo>
                    <a:pt x="32963" y="77098"/>
                  </a:lnTo>
                  <a:lnTo>
                    <a:pt x="28220" y="77648"/>
                  </a:lnTo>
                  <a:lnTo>
                    <a:pt x="29066" y="86307"/>
                  </a:lnTo>
                  <a:lnTo>
                    <a:pt x="16573" y="81148"/>
                  </a:lnTo>
                  <a:lnTo>
                    <a:pt x="7923" y="71554"/>
                  </a:lnTo>
                  <a:lnTo>
                    <a:pt x="4536" y="66844"/>
                  </a:lnTo>
                  <a:lnTo>
                    <a:pt x="9590" y="52279"/>
                  </a:lnTo>
                  <a:lnTo>
                    <a:pt x="11283" y="35752"/>
                  </a:lnTo>
                  <a:lnTo>
                    <a:pt x="9620" y="35025"/>
                  </a:lnTo>
                  <a:lnTo>
                    <a:pt x="7350" y="35592"/>
                  </a:lnTo>
                  <a:lnTo>
                    <a:pt x="4818" y="33947"/>
                  </a:lnTo>
                  <a:lnTo>
                    <a:pt x="4698" y="31946"/>
                  </a:lnTo>
                  <a:lnTo>
                    <a:pt x="6065" y="28782"/>
                  </a:lnTo>
                  <a:lnTo>
                    <a:pt x="3369" y="26376"/>
                  </a:lnTo>
                  <a:lnTo>
                    <a:pt x="622" y="25673"/>
                  </a:lnTo>
                  <a:lnTo>
                    <a:pt x="0" y="22487"/>
                  </a:lnTo>
                  <a:lnTo>
                    <a:pt x="2036" y="22042"/>
                  </a:lnTo>
                  <a:lnTo>
                    <a:pt x="4984" y="17928"/>
                  </a:lnTo>
                  <a:lnTo>
                    <a:pt x="5695" y="12058"/>
                  </a:lnTo>
                  <a:lnTo>
                    <a:pt x="2665" y="8035"/>
                  </a:lnTo>
                  <a:lnTo>
                    <a:pt x="6551" y="4944"/>
                  </a:lnTo>
                  <a:lnTo>
                    <a:pt x="7683" y="3016"/>
                  </a:lnTo>
                  <a:lnTo>
                    <a:pt x="1418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0" name="ph9310"/>
            <p:cNvSpPr/>
            <p:nvPr/>
          </p:nvSpPr>
          <p:spPr>
            <a:xfrm>
              <a:off x="10432762" y="2712161"/>
              <a:ext cx="55903" cy="37441"/>
            </a:xfrm>
            <a:custGeom>
              <a:avLst/>
              <a:pathLst>
                <a:path w="55903" h="37441">
                  <a:moveTo>
                    <a:pt x="33191" y="2889"/>
                  </a:moveTo>
                  <a:lnTo>
                    <a:pt x="45073" y="3638"/>
                  </a:lnTo>
                  <a:lnTo>
                    <a:pt x="49477" y="4777"/>
                  </a:lnTo>
                  <a:lnTo>
                    <a:pt x="54701" y="9554"/>
                  </a:lnTo>
                  <a:lnTo>
                    <a:pt x="55903" y="10020"/>
                  </a:lnTo>
                  <a:lnTo>
                    <a:pt x="55778" y="11103"/>
                  </a:lnTo>
                  <a:lnTo>
                    <a:pt x="51666" y="13684"/>
                  </a:lnTo>
                  <a:lnTo>
                    <a:pt x="51182" y="19215"/>
                  </a:lnTo>
                  <a:lnTo>
                    <a:pt x="51651" y="20276"/>
                  </a:lnTo>
                  <a:lnTo>
                    <a:pt x="48405" y="19640"/>
                  </a:lnTo>
                  <a:lnTo>
                    <a:pt x="43054" y="19796"/>
                  </a:lnTo>
                  <a:lnTo>
                    <a:pt x="42337" y="20393"/>
                  </a:lnTo>
                  <a:lnTo>
                    <a:pt x="41539" y="24160"/>
                  </a:lnTo>
                  <a:lnTo>
                    <a:pt x="37137" y="27825"/>
                  </a:lnTo>
                  <a:lnTo>
                    <a:pt x="35768" y="26299"/>
                  </a:lnTo>
                  <a:lnTo>
                    <a:pt x="36041" y="24952"/>
                  </a:lnTo>
                  <a:lnTo>
                    <a:pt x="35314" y="24880"/>
                  </a:lnTo>
                  <a:lnTo>
                    <a:pt x="34277" y="27534"/>
                  </a:lnTo>
                  <a:lnTo>
                    <a:pt x="33655" y="26304"/>
                  </a:lnTo>
                  <a:lnTo>
                    <a:pt x="33852" y="22886"/>
                  </a:lnTo>
                  <a:lnTo>
                    <a:pt x="33122" y="21865"/>
                  </a:lnTo>
                  <a:lnTo>
                    <a:pt x="31861" y="21475"/>
                  </a:lnTo>
                  <a:lnTo>
                    <a:pt x="27796" y="22764"/>
                  </a:lnTo>
                  <a:lnTo>
                    <a:pt x="16509" y="30534"/>
                  </a:lnTo>
                  <a:lnTo>
                    <a:pt x="15646" y="37114"/>
                  </a:lnTo>
                  <a:lnTo>
                    <a:pt x="10688" y="37441"/>
                  </a:lnTo>
                  <a:lnTo>
                    <a:pt x="9766" y="37402"/>
                  </a:lnTo>
                  <a:lnTo>
                    <a:pt x="6318" y="34414"/>
                  </a:lnTo>
                  <a:lnTo>
                    <a:pt x="6401" y="33703"/>
                  </a:lnTo>
                  <a:lnTo>
                    <a:pt x="8981" y="33981"/>
                  </a:lnTo>
                  <a:lnTo>
                    <a:pt x="9754" y="26827"/>
                  </a:lnTo>
                  <a:lnTo>
                    <a:pt x="6122" y="25813"/>
                  </a:lnTo>
                  <a:lnTo>
                    <a:pt x="2580" y="26803"/>
                  </a:lnTo>
                  <a:lnTo>
                    <a:pt x="853" y="28579"/>
                  </a:lnTo>
                  <a:lnTo>
                    <a:pt x="0" y="26131"/>
                  </a:lnTo>
                  <a:lnTo>
                    <a:pt x="111" y="23661"/>
                  </a:lnTo>
                  <a:lnTo>
                    <a:pt x="1891" y="21597"/>
                  </a:lnTo>
                  <a:lnTo>
                    <a:pt x="12041" y="18790"/>
                  </a:lnTo>
                  <a:lnTo>
                    <a:pt x="15007" y="19907"/>
                  </a:lnTo>
                  <a:lnTo>
                    <a:pt x="23670" y="18345"/>
                  </a:lnTo>
                  <a:lnTo>
                    <a:pt x="23918" y="14241"/>
                  </a:lnTo>
                  <a:lnTo>
                    <a:pt x="23192" y="13403"/>
                  </a:lnTo>
                  <a:lnTo>
                    <a:pt x="24498" y="12641"/>
                  </a:lnTo>
                  <a:lnTo>
                    <a:pt x="27563" y="5891"/>
                  </a:lnTo>
                  <a:lnTo>
                    <a:pt x="2648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1" name="ph9311"/>
            <p:cNvSpPr/>
            <p:nvPr/>
          </p:nvSpPr>
          <p:spPr>
            <a:xfrm>
              <a:off x="10542724" y="2580468"/>
              <a:ext cx="41947" cy="39413"/>
            </a:xfrm>
            <a:custGeom>
              <a:avLst/>
              <a:pathLst>
                <a:path w="41947" h="39413">
                  <a:moveTo>
                    <a:pt x="5309" y="48"/>
                  </a:moveTo>
                  <a:lnTo>
                    <a:pt x="9398" y="667"/>
                  </a:lnTo>
                  <a:lnTo>
                    <a:pt x="10455" y="2685"/>
                  </a:lnTo>
                  <a:lnTo>
                    <a:pt x="14577" y="1841"/>
                  </a:lnTo>
                  <a:lnTo>
                    <a:pt x="21280" y="1862"/>
                  </a:lnTo>
                  <a:lnTo>
                    <a:pt x="19876" y="4950"/>
                  </a:lnTo>
                  <a:lnTo>
                    <a:pt x="19820" y="7569"/>
                  </a:lnTo>
                  <a:lnTo>
                    <a:pt x="25487" y="9935"/>
                  </a:lnTo>
                  <a:lnTo>
                    <a:pt x="26936" y="9724"/>
                  </a:lnTo>
                  <a:lnTo>
                    <a:pt x="26857" y="7749"/>
                  </a:lnTo>
                  <a:lnTo>
                    <a:pt x="29577" y="5447"/>
                  </a:lnTo>
                  <a:lnTo>
                    <a:pt x="30383" y="3249"/>
                  </a:lnTo>
                  <a:lnTo>
                    <a:pt x="29773" y="0"/>
                  </a:lnTo>
                  <a:lnTo>
                    <a:pt x="34641" y="2754"/>
                  </a:lnTo>
                  <a:lnTo>
                    <a:pt x="39442" y="3010"/>
                  </a:lnTo>
                  <a:lnTo>
                    <a:pt x="41645" y="4480"/>
                  </a:lnTo>
                  <a:lnTo>
                    <a:pt x="40087" y="5875"/>
                  </a:lnTo>
                  <a:lnTo>
                    <a:pt x="41908" y="7882"/>
                  </a:lnTo>
                  <a:lnTo>
                    <a:pt x="41947" y="9188"/>
                  </a:lnTo>
                  <a:lnTo>
                    <a:pt x="37832" y="11930"/>
                  </a:lnTo>
                  <a:lnTo>
                    <a:pt x="39482" y="16868"/>
                  </a:lnTo>
                  <a:lnTo>
                    <a:pt x="36428" y="18356"/>
                  </a:lnTo>
                  <a:lnTo>
                    <a:pt x="38510" y="21164"/>
                  </a:lnTo>
                  <a:lnTo>
                    <a:pt x="32956" y="22351"/>
                  </a:lnTo>
                  <a:lnTo>
                    <a:pt x="33017" y="20737"/>
                  </a:lnTo>
                  <a:lnTo>
                    <a:pt x="30381" y="18512"/>
                  </a:lnTo>
                  <a:lnTo>
                    <a:pt x="29271" y="18314"/>
                  </a:lnTo>
                  <a:lnTo>
                    <a:pt x="27275" y="22448"/>
                  </a:lnTo>
                  <a:lnTo>
                    <a:pt x="22244" y="29611"/>
                  </a:lnTo>
                  <a:lnTo>
                    <a:pt x="25752" y="30183"/>
                  </a:lnTo>
                  <a:lnTo>
                    <a:pt x="29817" y="34152"/>
                  </a:lnTo>
                  <a:lnTo>
                    <a:pt x="30809" y="35750"/>
                  </a:lnTo>
                  <a:lnTo>
                    <a:pt x="29916" y="37368"/>
                  </a:lnTo>
                  <a:lnTo>
                    <a:pt x="25220" y="39356"/>
                  </a:lnTo>
                  <a:lnTo>
                    <a:pt x="14216" y="39413"/>
                  </a:lnTo>
                  <a:lnTo>
                    <a:pt x="15438" y="36711"/>
                  </a:lnTo>
                  <a:lnTo>
                    <a:pt x="14718" y="34625"/>
                  </a:lnTo>
                  <a:lnTo>
                    <a:pt x="10775" y="32305"/>
                  </a:lnTo>
                  <a:lnTo>
                    <a:pt x="9518" y="27779"/>
                  </a:lnTo>
                  <a:lnTo>
                    <a:pt x="4612" y="23211"/>
                  </a:lnTo>
                  <a:lnTo>
                    <a:pt x="6091" y="19402"/>
                  </a:lnTo>
                  <a:lnTo>
                    <a:pt x="7508" y="18554"/>
                  </a:lnTo>
                  <a:lnTo>
                    <a:pt x="8512" y="16072"/>
                  </a:lnTo>
                  <a:lnTo>
                    <a:pt x="8148" y="13324"/>
                  </a:lnTo>
                  <a:lnTo>
                    <a:pt x="3072" y="11190"/>
                  </a:lnTo>
                  <a:lnTo>
                    <a:pt x="0" y="8672"/>
                  </a:lnTo>
                  <a:lnTo>
                    <a:pt x="2413" y="1278"/>
                  </a:lnTo>
                  <a:lnTo>
                    <a:pt x="3728" y="192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2" name="ph9312"/>
            <p:cNvSpPr/>
            <p:nvPr/>
          </p:nvSpPr>
          <p:spPr>
            <a:xfrm>
              <a:off x="10528357" y="2454383"/>
              <a:ext cx="35507" cy="25889"/>
            </a:xfrm>
            <a:custGeom>
              <a:avLst/>
              <a:pathLst>
                <a:path w="35507" h="25889">
                  <a:moveTo>
                    <a:pt x="10834" y="0"/>
                  </a:moveTo>
                  <a:lnTo>
                    <a:pt x="19484" y="1229"/>
                  </a:lnTo>
                  <a:lnTo>
                    <a:pt x="25694" y="1760"/>
                  </a:lnTo>
                  <a:lnTo>
                    <a:pt x="29568" y="10905"/>
                  </a:lnTo>
                  <a:lnTo>
                    <a:pt x="33927" y="14558"/>
                  </a:lnTo>
                  <a:lnTo>
                    <a:pt x="35507" y="16841"/>
                  </a:lnTo>
                  <a:lnTo>
                    <a:pt x="34070" y="19859"/>
                  </a:lnTo>
                  <a:lnTo>
                    <a:pt x="21465" y="19938"/>
                  </a:lnTo>
                  <a:lnTo>
                    <a:pt x="14432" y="17197"/>
                  </a:lnTo>
                  <a:lnTo>
                    <a:pt x="12389" y="18366"/>
                  </a:lnTo>
                  <a:lnTo>
                    <a:pt x="10780" y="24130"/>
                  </a:lnTo>
                  <a:lnTo>
                    <a:pt x="4109" y="25889"/>
                  </a:lnTo>
                  <a:lnTo>
                    <a:pt x="892" y="24625"/>
                  </a:lnTo>
                  <a:lnTo>
                    <a:pt x="0" y="23225"/>
                  </a:lnTo>
                  <a:lnTo>
                    <a:pt x="1431" y="17091"/>
                  </a:lnTo>
                  <a:lnTo>
                    <a:pt x="174" y="14627"/>
                  </a:lnTo>
                  <a:lnTo>
                    <a:pt x="3796" y="12820"/>
                  </a:lnTo>
                  <a:lnTo>
                    <a:pt x="7450" y="400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3" name="ph9313"/>
            <p:cNvSpPr/>
            <p:nvPr/>
          </p:nvSpPr>
          <p:spPr>
            <a:xfrm>
              <a:off x="10443450" y="2733637"/>
              <a:ext cx="24649" cy="25124"/>
            </a:xfrm>
            <a:custGeom>
              <a:avLst/>
              <a:pathLst>
                <a:path w="24649" h="25124">
                  <a:moveTo>
                    <a:pt x="22434" y="389"/>
                  </a:moveTo>
                  <a:lnTo>
                    <a:pt x="23163" y="1410"/>
                  </a:lnTo>
                  <a:lnTo>
                    <a:pt x="22966" y="4828"/>
                  </a:lnTo>
                  <a:lnTo>
                    <a:pt x="23589" y="6058"/>
                  </a:lnTo>
                  <a:lnTo>
                    <a:pt x="24649" y="9099"/>
                  </a:lnTo>
                  <a:lnTo>
                    <a:pt x="23181" y="14713"/>
                  </a:lnTo>
                  <a:lnTo>
                    <a:pt x="20894" y="18035"/>
                  </a:lnTo>
                  <a:lnTo>
                    <a:pt x="18066" y="19688"/>
                  </a:lnTo>
                  <a:lnTo>
                    <a:pt x="16724" y="21447"/>
                  </a:lnTo>
                  <a:lnTo>
                    <a:pt x="17304" y="22062"/>
                  </a:lnTo>
                  <a:lnTo>
                    <a:pt x="13357" y="23891"/>
                  </a:lnTo>
                  <a:lnTo>
                    <a:pt x="9225" y="24020"/>
                  </a:lnTo>
                  <a:lnTo>
                    <a:pt x="6099" y="25124"/>
                  </a:lnTo>
                  <a:lnTo>
                    <a:pt x="3579" y="23681"/>
                  </a:lnTo>
                  <a:lnTo>
                    <a:pt x="2460" y="20926"/>
                  </a:lnTo>
                  <a:lnTo>
                    <a:pt x="1066" y="20131"/>
                  </a:lnTo>
                  <a:lnTo>
                    <a:pt x="0" y="15965"/>
                  </a:lnTo>
                  <a:lnTo>
                    <a:pt x="4958" y="15639"/>
                  </a:lnTo>
                  <a:lnTo>
                    <a:pt x="5821" y="9058"/>
                  </a:lnTo>
                  <a:lnTo>
                    <a:pt x="17108" y="1288"/>
                  </a:lnTo>
                  <a:lnTo>
                    <a:pt x="2117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4" name="ph9314"/>
            <p:cNvSpPr/>
            <p:nvPr/>
          </p:nvSpPr>
          <p:spPr>
            <a:xfrm>
              <a:off x="9173175" y="3022203"/>
              <a:ext cx="9114" cy="3794"/>
            </a:xfrm>
            <a:custGeom>
              <a:avLst/>
              <a:pathLst>
                <a:path w="9114" h="3794">
                  <a:moveTo>
                    <a:pt x="7285" y="3255"/>
                  </a:move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lnTo>
                    <a:pt x="4398" y="873"/>
                  </a:lnTo>
                  <a:lnTo>
                    <a:pt x="8185" y="591"/>
                  </a:lnTo>
                  <a:lnTo>
                    <a:pt x="9114" y="1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5" name="ph9315"/>
            <p:cNvSpPr/>
            <p:nvPr/>
          </p:nvSpPr>
          <p:spPr>
            <a:xfrm>
              <a:off x="9598207" y="2996322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6" name="ph9316"/>
            <p:cNvSpPr/>
            <p:nvPr/>
          </p:nvSpPr>
          <p:spPr>
            <a:xfrm>
              <a:off x="9484385" y="2972467"/>
              <a:ext cx="203" cy="228"/>
            </a:xfrm>
            <a:custGeom>
              <a:avLst/>
              <a:pathLst>
                <a:path w="203" h="228">
                  <a:moveTo>
                    <a:pt x="2" y="145"/>
                  </a:moveTo>
                  <a:lnTo>
                    <a:pt x="0" y="0"/>
                  </a:lnTo>
                  <a:lnTo>
                    <a:pt x="203" y="2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7" name="ph9317"/>
            <p:cNvSpPr/>
            <p:nvPr/>
          </p:nvSpPr>
          <p:spPr>
            <a:xfrm>
              <a:off x="9627969" y="2941279"/>
              <a:ext cx="2976" cy="4197"/>
            </a:xfrm>
            <a:custGeom>
              <a:avLst/>
              <a:pathLst>
                <a:path w="2976" h="4197">
                  <a:moveTo>
                    <a:pt x="2038" y="0"/>
                  </a:moveTo>
                  <a:lnTo>
                    <a:pt x="2762" y="214"/>
                  </a:lnTo>
                  <a:lnTo>
                    <a:pt x="2976" y="1399"/>
                  </a:ln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8" name="ph9318"/>
            <p:cNvSpPr/>
            <p:nvPr/>
          </p:nvSpPr>
          <p:spPr>
            <a:xfrm>
              <a:off x="9572218" y="2336918"/>
              <a:ext cx="24941" cy="7494"/>
            </a:xfrm>
            <a:custGeom>
              <a:avLst/>
              <a:pathLst>
                <a:path w="24941" h="7494">
                  <a:moveTo>
                    <a:pt x="9985" y="1483"/>
                  </a:move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lnTo>
                    <a:pt x="15852" y="32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9" name="ph9319"/>
            <p:cNvSpPr/>
            <p:nvPr/>
          </p:nvSpPr>
          <p:spPr>
            <a:xfrm>
              <a:off x="9536954" y="2316602"/>
              <a:ext cx="32538" cy="26550"/>
            </a:xfrm>
            <a:custGeom>
              <a:avLst/>
              <a:pathLst>
                <a:path w="32538" h="26550">
                  <a:moveTo>
                    <a:pt x="11751" y="1840"/>
                  </a:moveTo>
                  <a:lnTo>
                    <a:pt x="14997" y="1434"/>
                  </a:lnTo>
                  <a:lnTo>
                    <a:pt x="17483" y="3138"/>
                  </a:ln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0" name="ph9320"/>
            <p:cNvSpPr/>
            <p:nvPr/>
          </p:nvSpPr>
          <p:spPr>
            <a:xfrm>
              <a:off x="9508498" y="2227873"/>
              <a:ext cx="23184" cy="86383"/>
            </a:xfrm>
            <a:custGeom>
              <a:avLst/>
              <a:pathLst>
                <a:path w="23184" h="86383">
                  <a:moveTo>
                    <a:pt x="15049" y="74654"/>
                  </a:move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lnTo>
                    <a:pt x="12725" y="35400"/>
                  </a:ln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1" name="ph9321"/>
            <p:cNvSpPr/>
            <p:nvPr/>
          </p:nvSpPr>
          <p:spPr>
            <a:xfrm>
              <a:off x="9665757" y="2253001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2" name="ph9322"/>
            <p:cNvSpPr/>
            <p:nvPr/>
          </p:nvSpPr>
          <p:spPr>
            <a:xfrm>
              <a:off x="9660320" y="2243038"/>
              <a:ext cx="182" cy="26"/>
            </a:xfrm>
            <a:custGeom>
              <a:avLst/>
              <a:pathLst>
                <a:path w="182" h="26">
                  <a:moveTo>
                    <a:pt x="182" y="0"/>
                  </a:moveTo>
                  <a:lnTo>
                    <a:pt x="0" y="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3" name="ph9323"/>
            <p:cNvSpPr/>
            <p:nvPr/>
          </p:nvSpPr>
          <p:spPr>
            <a:xfrm>
              <a:off x="9660055" y="2238551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4" name="ph9324"/>
            <p:cNvSpPr/>
            <p:nvPr/>
          </p:nvSpPr>
          <p:spPr>
            <a:xfrm>
              <a:off x="9657337" y="22287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5" name="ph9325"/>
            <p:cNvSpPr/>
            <p:nvPr/>
          </p:nvSpPr>
          <p:spPr>
            <a:xfrm>
              <a:off x="9529060" y="2201440"/>
              <a:ext cx="5805" cy="24064"/>
            </a:xfrm>
            <a:custGeom>
              <a:avLst/>
              <a:pathLst>
                <a:path w="5805" h="24064">
                  <a:moveTo>
                    <a:pt x="0" y="22526"/>
                  </a:move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lnTo>
                    <a:pt x="1800" y="24064"/>
                  </a:lnTo>
                  <a:lnTo>
                    <a:pt x="478" y="237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6" name="ph9326"/>
            <p:cNvSpPr/>
            <p:nvPr/>
          </p:nvSpPr>
          <p:spPr>
            <a:xfrm>
              <a:off x="9639996" y="2196728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7" name="ph9327"/>
            <p:cNvSpPr/>
            <p:nvPr/>
          </p:nvSpPr>
          <p:spPr>
            <a:xfrm>
              <a:off x="9637673" y="2196529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8" name="ph9328"/>
            <p:cNvSpPr/>
            <p:nvPr/>
          </p:nvSpPr>
          <p:spPr>
            <a:xfrm>
              <a:off x="9082694" y="1315942"/>
              <a:ext cx="3240481" cy="2191285"/>
            </a:xfrm>
            <a:custGeom>
              <a:avLst/>
              <a:pathLst>
                <a:path w="3240481" h="2191285">
                  <a:moveTo>
                    <a:pt x="477597" y="999771"/>
                  </a:moveTo>
                  <a:lnTo>
                    <a:pt x="479026" y="1002643"/>
                  </a:lnTo>
                  <a:lnTo>
                    <a:pt x="474780" y="1004225"/>
                  </a:lnTo>
                  <a:lnTo>
                    <a:pt x="474253" y="1002673"/>
                  </a:lnTo>
                  <a:lnTo>
                    <a:pt x="475296" y="995951"/>
                  </a:lnTo>
                  <a:lnTo>
                    <a:pt x="473219" y="988616"/>
                  </a:lnTo>
                  <a:lnTo>
                    <a:pt x="465173" y="976633"/>
                  </a:lnTo>
                  <a:lnTo>
                    <a:pt x="466276" y="977708"/>
                  </a:lnTo>
                  <a:lnTo>
                    <a:pt x="464810" y="974655"/>
                  </a:lnTo>
                  <a:lnTo>
                    <a:pt x="460787" y="970606"/>
                  </a:lnTo>
                  <a:lnTo>
                    <a:pt x="459798" y="970542"/>
                  </a:lnTo>
                  <a:lnTo>
                    <a:pt x="459861" y="973556"/>
                  </a:lnTo>
                  <a:lnTo>
                    <a:pt x="460909" y="974551"/>
                  </a:lnTo>
                  <a:lnTo>
                    <a:pt x="460530" y="975730"/>
                  </a:lnTo>
                  <a:lnTo>
                    <a:pt x="453470" y="975397"/>
                  </a:lnTo>
                  <a:lnTo>
                    <a:pt x="453146" y="969860"/>
                  </a:lnTo>
                  <a:lnTo>
                    <a:pt x="454193" y="965738"/>
                  </a:lnTo>
                  <a:lnTo>
                    <a:pt x="454839" y="966077"/>
                  </a:lnTo>
                  <a:lnTo>
                    <a:pt x="454837" y="963410"/>
                  </a:lnTo>
                  <a:lnTo>
                    <a:pt x="454108" y="962871"/>
                  </a:lnTo>
                  <a:lnTo>
                    <a:pt x="451379" y="964110"/>
                  </a:lnTo>
                  <a:lnTo>
                    <a:pt x="452298" y="973008"/>
                  </a:lnTo>
                  <a:lnTo>
                    <a:pt x="449687" y="973952"/>
                  </a:lnTo>
                  <a:lnTo>
                    <a:pt x="446536" y="968279"/>
                  </a:lnTo>
                  <a:lnTo>
                    <a:pt x="444508" y="958595"/>
                  </a:lnTo>
                  <a:lnTo>
                    <a:pt x="447906" y="951850"/>
                  </a:lnTo>
                  <a:lnTo>
                    <a:pt x="448143" y="942421"/>
                  </a:lnTo>
                  <a:lnTo>
                    <a:pt x="444963" y="947142"/>
                  </a:lnTo>
                  <a:lnTo>
                    <a:pt x="443528" y="951018"/>
                  </a:lnTo>
                  <a:lnTo>
                    <a:pt x="443160" y="959655"/>
                  </a:lnTo>
                  <a:lnTo>
                    <a:pt x="441736" y="966351"/>
                  </a:lnTo>
                  <a:lnTo>
                    <a:pt x="440766" y="963377"/>
                  </a:lnTo>
                  <a:lnTo>
                    <a:pt x="439345" y="965329"/>
                  </a:lnTo>
                  <a:lnTo>
                    <a:pt x="438347" y="964613"/>
                  </a:lnTo>
                  <a:lnTo>
                    <a:pt x="437285" y="961629"/>
                  </a:lnTo>
                  <a:lnTo>
                    <a:pt x="437605" y="959545"/>
                  </a:lnTo>
                  <a:lnTo>
                    <a:pt x="439348" y="958531"/>
                  </a:lnTo>
                  <a:lnTo>
                    <a:pt x="441101" y="953727"/>
                  </a:lnTo>
                  <a:lnTo>
                    <a:pt x="441178" y="951124"/>
                  </a:lnTo>
                  <a:lnTo>
                    <a:pt x="438946" y="950235"/>
                  </a:lnTo>
                  <a:lnTo>
                    <a:pt x="438776" y="947675"/>
                  </a:lnTo>
                  <a:lnTo>
                    <a:pt x="443028" y="946278"/>
                  </a:lnTo>
                  <a:lnTo>
                    <a:pt x="444828" y="942153"/>
                  </a:lnTo>
                  <a:lnTo>
                    <a:pt x="446572" y="934804"/>
                  </a:lnTo>
                  <a:lnTo>
                    <a:pt x="444042" y="934346"/>
                  </a:lnTo>
                  <a:lnTo>
                    <a:pt x="442814" y="935426"/>
                  </a:lnTo>
                  <a:lnTo>
                    <a:pt x="442779" y="931927"/>
                  </a:lnTo>
                  <a:lnTo>
                    <a:pt x="443970" y="926888"/>
                  </a:lnTo>
                  <a:lnTo>
                    <a:pt x="449177" y="915853"/>
                  </a:lnTo>
                  <a:lnTo>
                    <a:pt x="451644" y="915680"/>
                  </a:lnTo>
                  <a:lnTo>
                    <a:pt x="452480" y="913175"/>
                  </a:lnTo>
                  <a:lnTo>
                    <a:pt x="454137" y="900153"/>
                  </a:lnTo>
                  <a:lnTo>
                    <a:pt x="453956" y="899139"/>
                  </a:lnTo>
                  <a:lnTo>
                    <a:pt x="451963" y="899514"/>
                  </a:lnTo>
                  <a:lnTo>
                    <a:pt x="452162" y="896182"/>
                  </a:lnTo>
                  <a:lnTo>
                    <a:pt x="454835" y="884708"/>
                  </a:lnTo>
                  <a:lnTo>
                    <a:pt x="455458" y="885688"/>
                  </a:lnTo>
                  <a:lnTo>
                    <a:pt x="456172" y="885334"/>
                  </a:lnTo>
                  <a:lnTo>
                    <a:pt x="456545" y="881561"/>
                  </a:lnTo>
                  <a:lnTo>
                    <a:pt x="456951" y="861976"/>
                  </a:lnTo>
                  <a:lnTo>
                    <a:pt x="454731" y="858728"/>
                  </a:lnTo>
                  <a:lnTo>
                    <a:pt x="454284" y="854707"/>
                  </a:lnTo>
                  <a:lnTo>
                    <a:pt x="446432" y="825648"/>
                  </a:lnTo>
                  <a:lnTo>
                    <a:pt x="442412" y="819660"/>
                  </a:lnTo>
                  <a:lnTo>
                    <a:pt x="438003" y="816214"/>
                  </a:lnTo>
                  <a:lnTo>
                    <a:pt x="436636" y="816870"/>
                  </a:lnTo>
                  <a:lnTo>
                    <a:pt x="436038" y="816516"/>
                  </a:lnTo>
                  <a:lnTo>
                    <a:pt x="434749" y="814760"/>
                  </a:lnTo>
                  <a:lnTo>
                    <a:pt x="434118" y="808820"/>
                  </a:lnTo>
                  <a:lnTo>
                    <a:pt x="432281" y="803132"/>
                  </a:lnTo>
                  <a:lnTo>
                    <a:pt x="428905" y="797314"/>
                  </a:lnTo>
                  <a:lnTo>
                    <a:pt x="425339" y="793366"/>
                  </a:lnTo>
                  <a:lnTo>
                    <a:pt x="421462" y="791263"/>
                  </a:lnTo>
                  <a:lnTo>
                    <a:pt x="419435" y="791026"/>
                  </a:lnTo>
                  <a:lnTo>
                    <a:pt x="418225" y="791776"/>
                  </a:lnTo>
                  <a:lnTo>
                    <a:pt x="417755" y="793905"/>
                  </a:lnTo>
                  <a:lnTo>
                    <a:pt x="415854" y="794310"/>
                  </a:lnTo>
                  <a:lnTo>
                    <a:pt x="401959" y="782651"/>
                  </a:lnTo>
                  <a:lnTo>
                    <a:pt x="400068" y="781965"/>
                  </a:lnTo>
                  <a:lnTo>
                    <a:pt x="399136" y="782580"/>
                  </a:lnTo>
                  <a:lnTo>
                    <a:pt x="396975" y="782358"/>
                  </a:lnTo>
                  <a:lnTo>
                    <a:pt x="392698" y="776275"/>
                  </a:lnTo>
                  <a:lnTo>
                    <a:pt x="385941" y="771131"/>
                  </a:lnTo>
                  <a:lnTo>
                    <a:pt x="375857" y="760934"/>
                  </a:lnTo>
                  <a:lnTo>
                    <a:pt x="368080" y="755011"/>
                  </a:lnTo>
                  <a:lnTo>
                    <a:pt x="366779" y="754932"/>
                  </a:lnTo>
                  <a:lnTo>
                    <a:pt x="356565" y="743626"/>
                  </a:lnTo>
                  <a:lnTo>
                    <a:pt x="351391" y="741135"/>
                  </a:lnTo>
                  <a:lnTo>
                    <a:pt x="354044" y="738565"/>
                  </a:lnTo>
                  <a:lnTo>
                    <a:pt x="355213" y="739022"/>
                  </a:lnTo>
                  <a:lnTo>
                    <a:pt x="357455" y="742545"/>
                  </a:lnTo>
                  <a:lnTo>
                    <a:pt x="360044" y="741561"/>
                  </a:lnTo>
                  <a:lnTo>
                    <a:pt x="351630" y="728044"/>
                  </a:lnTo>
                  <a:lnTo>
                    <a:pt x="351273" y="722379"/>
                  </a:lnTo>
                  <a:lnTo>
                    <a:pt x="352091" y="722059"/>
                  </a:lnTo>
                  <a:lnTo>
                    <a:pt x="353456" y="722701"/>
                  </a:lnTo>
                  <a:lnTo>
                    <a:pt x="353863" y="722219"/>
                  </a:lnTo>
                  <a:lnTo>
                    <a:pt x="352134" y="721496"/>
                  </a:lnTo>
                  <a:lnTo>
                    <a:pt x="349145" y="721906"/>
                  </a:lnTo>
                  <a:lnTo>
                    <a:pt x="348112" y="725363"/>
                  </a:lnTo>
                  <a:lnTo>
                    <a:pt x="347251" y="725820"/>
                  </a:lnTo>
                  <a:lnTo>
                    <a:pt x="344528" y="725476"/>
                  </a:lnTo>
                  <a:lnTo>
                    <a:pt x="341064" y="722233"/>
                  </a:lnTo>
                  <a:lnTo>
                    <a:pt x="343078" y="721364"/>
                  </a:lnTo>
                  <a:lnTo>
                    <a:pt x="346409" y="721544"/>
                  </a:lnTo>
                  <a:lnTo>
                    <a:pt x="353074" y="714759"/>
                  </a:lnTo>
                  <a:lnTo>
                    <a:pt x="354108" y="710711"/>
                  </a:lnTo>
                  <a:lnTo>
                    <a:pt x="353778" y="705312"/>
                  </a:lnTo>
                  <a:lnTo>
                    <a:pt x="352859" y="701302"/>
                  </a:lnTo>
                  <a:lnTo>
                    <a:pt x="351410" y="698519"/>
                  </a:lnTo>
                  <a:lnTo>
                    <a:pt x="350351" y="698508"/>
                  </a:lnTo>
                  <a:lnTo>
                    <a:pt x="348802" y="701259"/>
                  </a:lnTo>
                  <a:lnTo>
                    <a:pt x="346895" y="706861"/>
                  </a:lnTo>
                  <a:lnTo>
                    <a:pt x="347224" y="709822"/>
                  </a:lnTo>
                  <a:lnTo>
                    <a:pt x="346030" y="715099"/>
                  </a:lnTo>
                  <a:lnTo>
                    <a:pt x="342960" y="716685"/>
                  </a:lnTo>
                  <a:lnTo>
                    <a:pt x="341876" y="716558"/>
                  </a:lnTo>
                  <a:lnTo>
                    <a:pt x="340744" y="715306"/>
                  </a:lnTo>
                  <a:lnTo>
                    <a:pt x="339859" y="716189"/>
                  </a:lnTo>
                  <a:lnTo>
                    <a:pt x="338568" y="721045"/>
                  </a:lnTo>
                  <a:lnTo>
                    <a:pt x="338180" y="726257"/>
                  </a:lnTo>
                  <a:lnTo>
                    <a:pt x="336430" y="726085"/>
                  </a:lnTo>
                  <a:lnTo>
                    <a:pt x="332223" y="722428"/>
                  </a:lnTo>
                  <a:lnTo>
                    <a:pt x="327963" y="720011"/>
                  </a:lnTo>
                  <a:lnTo>
                    <a:pt x="322350" y="718466"/>
                  </a:lnTo>
                  <a:lnTo>
                    <a:pt x="321441" y="717158"/>
                  </a:lnTo>
                  <a:lnTo>
                    <a:pt x="322654" y="716216"/>
                  </a:lnTo>
                  <a:lnTo>
                    <a:pt x="324751" y="718053"/>
                  </a:lnTo>
                  <a:lnTo>
                    <a:pt x="325739" y="717786"/>
                  </a:lnTo>
                  <a:lnTo>
                    <a:pt x="325301" y="716411"/>
                  </a:lnTo>
                  <a:lnTo>
                    <a:pt x="319196" y="715259"/>
                  </a:lnTo>
                  <a:lnTo>
                    <a:pt x="315748" y="716425"/>
                  </a:lnTo>
                  <a:lnTo>
                    <a:pt x="308212" y="727826"/>
                  </a:lnTo>
                  <a:lnTo>
                    <a:pt x="304527" y="729038"/>
                  </a:lnTo>
                  <a:lnTo>
                    <a:pt x="300184" y="727067"/>
                  </a:lnTo>
                  <a:lnTo>
                    <a:pt x="298257" y="725518"/>
                  </a:lnTo>
                  <a:lnTo>
                    <a:pt x="293201" y="718699"/>
                  </a:lnTo>
                  <a:lnTo>
                    <a:pt x="296083" y="720106"/>
                  </a:lnTo>
                  <a:lnTo>
                    <a:pt x="298119" y="724676"/>
                  </a:lnTo>
                  <a:lnTo>
                    <a:pt x="303631" y="728024"/>
                  </a:lnTo>
                  <a:lnTo>
                    <a:pt x="295238" y="718535"/>
                  </a:lnTo>
                  <a:lnTo>
                    <a:pt x="293478" y="717504"/>
                  </a:lnTo>
                  <a:lnTo>
                    <a:pt x="291479" y="718055"/>
                  </a:lnTo>
                  <a:lnTo>
                    <a:pt x="289339" y="716543"/>
                  </a:lnTo>
                  <a:lnTo>
                    <a:pt x="284548" y="702092"/>
                  </a:lnTo>
                  <a:lnTo>
                    <a:pt x="281205" y="698041"/>
                  </a:lnTo>
                  <a:lnTo>
                    <a:pt x="277822" y="695228"/>
                  </a:lnTo>
                  <a:lnTo>
                    <a:pt x="272507" y="692323"/>
                  </a:lnTo>
                  <a:lnTo>
                    <a:pt x="267786" y="691023"/>
                  </a:lnTo>
                  <a:lnTo>
                    <a:pt x="265216" y="691505"/>
                  </a:lnTo>
                  <a:lnTo>
                    <a:pt x="264249" y="693929"/>
                  </a:lnTo>
                  <a:lnTo>
                    <a:pt x="261971" y="693816"/>
                  </a:lnTo>
                  <a:lnTo>
                    <a:pt x="258282" y="688404"/>
                  </a:lnTo>
                  <a:lnTo>
                    <a:pt x="256804" y="683981"/>
                  </a:lnTo>
                  <a:lnTo>
                    <a:pt x="253948" y="679399"/>
                  </a:lnTo>
                  <a:lnTo>
                    <a:pt x="247269" y="673780"/>
                  </a:lnTo>
                  <a:lnTo>
                    <a:pt x="238846" y="670469"/>
                  </a:lnTo>
                  <a:lnTo>
                    <a:pt x="235123" y="670206"/>
                  </a:lnTo>
                  <a:lnTo>
                    <a:pt x="233337" y="670823"/>
                  </a:lnTo>
                  <a:lnTo>
                    <a:pt x="219242" y="664135"/>
                  </a:lnTo>
                  <a:lnTo>
                    <a:pt x="218679" y="661692"/>
                  </a:lnTo>
                  <a:lnTo>
                    <a:pt x="216942" y="660327"/>
                  </a:lnTo>
                  <a:lnTo>
                    <a:pt x="214182" y="660438"/>
                  </a:lnTo>
                  <a:lnTo>
                    <a:pt x="213212" y="658937"/>
                  </a:lnTo>
                  <a:lnTo>
                    <a:pt x="214382" y="644981"/>
                  </a:lnTo>
                  <a:lnTo>
                    <a:pt x="213651" y="639417"/>
                  </a:lnTo>
                  <a:lnTo>
                    <a:pt x="212380" y="636302"/>
                  </a:lnTo>
                  <a:lnTo>
                    <a:pt x="204229" y="628490"/>
                  </a:lnTo>
                  <a:lnTo>
                    <a:pt x="189759" y="621270"/>
                  </a:lnTo>
                  <a:lnTo>
                    <a:pt x="186146" y="611822"/>
                  </a:lnTo>
                  <a:lnTo>
                    <a:pt x="182185" y="608142"/>
                  </a:lnTo>
                  <a:lnTo>
                    <a:pt x="179865" y="608061"/>
                  </a:lnTo>
                  <a:lnTo>
                    <a:pt x="178954" y="606670"/>
                  </a:lnTo>
                  <a:lnTo>
                    <a:pt x="179971" y="603052"/>
                  </a:lnTo>
                  <a:lnTo>
                    <a:pt x="179594" y="601544"/>
                  </a:lnTo>
                  <a:lnTo>
                    <a:pt x="178070" y="599929"/>
                  </a:lnTo>
                  <a:lnTo>
                    <a:pt x="176811" y="599352"/>
                  </a:lnTo>
                  <a:lnTo>
                    <a:pt x="175187" y="600220"/>
                  </a:lnTo>
                  <a:lnTo>
                    <a:pt x="173960" y="602043"/>
                  </a:lnTo>
                  <a:lnTo>
                    <a:pt x="173969" y="603275"/>
                  </a:lnTo>
                  <a:lnTo>
                    <a:pt x="170724" y="601284"/>
                  </a:lnTo>
                  <a:lnTo>
                    <a:pt x="170623" y="598897"/>
                  </a:lnTo>
                  <a:lnTo>
                    <a:pt x="168999" y="596593"/>
                  </a:lnTo>
                  <a:lnTo>
                    <a:pt x="166107" y="594999"/>
                  </a:lnTo>
                  <a:lnTo>
                    <a:pt x="163280" y="594795"/>
                  </a:lnTo>
                  <a:lnTo>
                    <a:pt x="161936" y="592621"/>
                  </a:lnTo>
                  <a:lnTo>
                    <a:pt x="160127" y="586341"/>
                  </a:lnTo>
                  <a:lnTo>
                    <a:pt x="156848" y="579813"/>
                  </a:lnTo>
                  <a:lnTo>
                    <a:pt x="159900" y="578480"/>
                  </a:lnTo>
                  <a:lnTo>
                    <a:pt x="162667" y="580397"/>
                  </a:lnTo>
                  <a:lnTo>
                    <a:pt x="164376" y="582710"/>
                  </a:lnTo>
                  <a:lnTo>
                    <a:pt x="167819" y="583444"/>
                  </a:lnTo>
                  <a:lnTo>
                    <a:pt x="174431" y="582916"/>
                  </a:lnTo>
                  <a:lnTo>
                    <a:pt x="179498" y="583930"/>
                  </a:lnTo>
                  <a:lnTo>
                    <a:pt x="180920" y="584864"/>
                  </a:lnTo>
                  <a:lnTo>
                    <a:pt x="192215" y="587983"/>
                  </a:lnTo>
                  <a:lnTo>
                    <a:pt x="196324" y="590435"/>
                  </a:lnTo>
                  <a:lnTo>
                    <a:pt x="202953" y="592375"/>
                  </a:lnTo>
                  <a:lnTo>
                    <a:pt x="206439" y="593039"/>
                  </a:lnTo>
                  <a:lnTo>
                    <a:pt x="214205" y="592254"/>
                  </a:lnTo>
                  <a:lnTo>
                    <a:pt x="217466" y="594223"/>
                  </a:lnTo>
                  <a:lnTo>
                    <a:pt x="227872" y="590086"/>
                  </a:lnTo>
                  <a:lnTo>
                    <a:pt x="228981" y="591268"/>
                  </a:lnTo>
                  <a:lnTo>
                    <a:pt x="235669" y="590485"/>
                  </a:lnTo>
                  <a:lnTo>
                    <a:pt x="236785" y="587498"/>
                  </a:lnTo>
                  <a:lnTo>
                    <a:pt x="235957" y="585287"/>
                  </a:lnTo>
                  <a:lnTo>
                    <a:pt x="232340" y="587252"/>
                  </a:lnTo>
                  <a:lnTo>
                    <a:pt x="230411" y="589543"/>
                  </a:lnTo>
                  <a:lnTo>
                    <a:pt x="229667" y="589898"/>
                  </a:lnTo>
                  <a:lnTo>
                    <a:pt x="229582" y="589247"/>
                  </a:lnTo>
                  <a:lnTo>
                    <a:pt x="235216" y="584823"/>
                  </a:lnTo>
                  <a:lnTo>
                    <a:pt x="237543" y="583925"/>
                  </a:lnTo>
                  <a:lnTo>
                    <a:pt x="238965" y="584098"/>
                  </a:lnTo>
                  <a:lnTo>
                    <a:pt x="240302" y="585873"/>
                  </a:lnTo>
                  <a:lnTo>
                    <a:pt x="239970" y="587297"/>
                  </a:lnTo>
                  <a:lnTo>
                    <a:pt x="238586" y="588248"/>
                  </a:lnTo>
                  <a:lnTo>
                    <a:pt x="237125" y="590882"/>
                  </a:lnTo>
                  <a:lnTo>
                    <a:pt x="236928" y="594676"/>
                  </a:lnTo>
                  <a:lnTo>
                    <a:pt x="238583" y="598955"/>
                  </a:lnTo>
                  <a:lnTo>
                    <a:pt x="244236" y="605692"/>
                  </a:lnTo>
                  <a:lnTo>
                    <a:pt x="245965" y="606661"/>
                  </a:lnTo>
                  <a:lnTo>
                    <a:pt x="248466" y="606605"/>
                  </a:lnTo>
                  <a:lnTo>
                    <a:pt x="252946" y="610096"/>
                  </a:lnTo>
                  <a:lnTo>
                    <a:pt x="253654" y="611122"/>
                  </a:lnTo>
                  <a:lnTo>
                    <a:pt x="254989" y="619509"/>
                  </a:lnTo>
                  <a:lnTo>
                    <a:pt x="258987" y="619701"/>
                  </a:lnTo>
                  <a:lnTo>
                    <a:pt x="260419" y="618448"/>
                  </a:lnTo>
                  <a:lnTo>
                    <a:pt x="259161" y="617216"/>
                  </a:lnTo>
                  <a:lnTo>
                    <a:pt x="259975" y="616253"/>
                  </a:lnTo>
                  <a:lnTo>
                    <a:pt x="267199" y="611822"/>
                  </a:lnTo>
                  <a:lnTo>
                    <a:pt x="273273" y="612945"/>
                  </a:lnTo>
                  <a:lnTo>
                    <a:pt x="277291" y="610554"/>
                  </a:lnTo>
                  <a:lnTo>
                    <a:pt x="278556" y="606656"/>
                  </a:lnTo>
                  <a:lnTo>
                    <a:pt x="277664" y="604835"/>
                  </a:lnTo>
                  <a:lnTo>
                    <a:pt x="272200" y="600441"/>
                  </a:lnTo>
                  <a:lnTo>
                    <a:pt x="270555" y="600209"/>
                  </a:lnTo>
                  <a:lnTo>
                    <a:pt x="269838" y="601158"/>
                  </a:lnTo>
                  <a:lnTo>
                    <a:pt x="266900" y="601897"/>
                  </a:lnTo>
                  <a:lnTo>
                    <a:pt x="265615" y="596382"/>
                  </a:lnTo>
                  <a:lnTo>
                    <a:pt x="263287" y="593361"/>
                  </a:lnTo>
                  <a:lnTo>
                    <a:pt x="261653" y="594606"/>
                  </a:lnTo>
                  <a:lnTo>
                    <a:pt x="263629" y="596561"/>
                  </a:lnTo>
                  <a:lnTo>
                    <a:pt x="264915" y="599347"/>
                  </a:lnTo>
                  <a:lnTo>
                    <a:pt x="265378" y="602492"/>
                  </a:lnTo>
                  <a:lnTo>
                    <a:pt x="258377" y="605245"/>
                  </a:lnTo>
                  <a:lnTo>
                    <a:pt x="256761" y="604874"/>
                  </a:lnTo>
                  <a:lnTo>
                    <a:pt x="254467" y="602912"/>
                  </a:lnTo>
                  <a:lnTo>
                    <a:pt x="252046" y="591123"/>
                  </a:lnTo>
                  <a:lnTo>
                    <a:pt x="257894" y="584523"/>
                  </a:lnTo>
                  <a:lnTo>
                    <a:pt x="257767" y="582933"/>
                  </a:lnTo>
                  <a:lnTo>
                    <a:pt x="254936" y="581952"/>
                  </a:lnTo>
                  <a:lnTo>
                    <a:pt x="252982" y="580260"/>
                  </a:lnTo>
                  <a:lnTo>
                    <a:pt x="254241" y="580088"/>
                  </a:lnTo>
                  <a:lnTo>
                    <a:pt x="256373" y="581361"/>
                  </a:lnTo>
                  <a:lnTo>
                    <a:pt x="255945" y="579813"/>
                  </a:lnTo>
                  <a:lnTo>
                    <a:pt x="253644" y="577307"/>
                  </a:lnTo>
                  <a:lnTo>
                    <a:pt x="251216" y="578653"/>
                  </a:lnTo>
                  <a:lnTo>
                    <a:pt x="247141" y="579142"/>
                  </a:lnTo>
                  <a:lnTo>
                    <a:pt x="243698" y="582688"/>
                  </a:lnTo>
                  <a:lnTo>
                    <a:pt x="242727" y="580853"/>
                  </a:lnTo>
                  <a:lnTo>
                    <a:pt x="243059" y="577572"/>
                  </a:lnTo>
                  <a:lnTo>
                    <a:pt x="251004" y="569837"/>
                  </a:lnTo>
                  <a:lnTo>
                    <a:pt x="259162" y="560340"/>
                  </a:lnTo>
                  <a:lnTo>
                    <a:pt x="260870" y="560921"/>
                  </a:lnTo>
                  <a:lnTo>
                    <a:pt x="261126" y="563535"/>
                  </a:lnTo>
                  <a:lnTo>
                    <a:pt x="261024" y="564904"/>
                  </a:lnTo>
                  <a:lnTo>
                    <a:pt x="258690" y="566956"/>
                  </a:lnTo>
                  <a:lnTo>
                    <a:pt x="259361" y="569012"/>
                  </a:lnTo>
                  <a:lnTo>
                    <a:pt x="262158" y="568685"/>
                  </a:lnTo>
                  <a:lnTo>
                    <a:pt x="265486" y="565500"/>
                  </a:lnTo>
                  <a:lnTo>
                    <a:pt x="265664" y="564550"/>
                  </a:lnTo>
                  <a:lnTo>
                    <a:pt x="262809" y="563757"/>
                  </a:lnTo>
                  <a:lnTo>
                    <a:pt x="262288" y="556492"/>
                  </a:lnTo>
                  <a:lnTo>
                    <a:pt x="267851" y="546471"/>
                  </a:lnTo>
                  <a:lnTo>
                    <a:pt x="268517" y="546325"/>
                  </a:lnTo>
                  <a:lnTo>
                    <a:pt x="267958" y="550744"/>
                  </a:lnTo>
                  <a:lnTo>
                    <a:pt x="266015" y="553663"/>
                  </a:lnTo>
                  <a:lnTo>
                    <a:pt x="265801" y="557321"/>
                  </a:lnTo>
                  <a:lnTo>
                    <a:pt x="267081" y="561357"/>
                  </a:lnTo>
                  <a:lnTo>
                    <a:pt x="268402" y="561738"/>
                  </a:lnTo>
                  <a:lnTo>
                    <a:pt x="269325" y="560525"/>
                  </a:lnTo>
                  <a:lnTo>
                    <a:pt x="268216" y="556529"/>
                  </a:lnTo>
                  <a:lnTo>
                    <a:pt x="269706" y="550352"/>
                  </a:lnTo>
                  <a:lnTo>
                    <a:pt x="268875" y="541688"/>
                  </a:lnTo>
                  <a:lnTo>
                    <a:pt x="267043" y="539514"/>
                  </a:lnTo>
                  <a:lnTo>
                    <a:pt x="265192" y="542058"/>
                  </a:lnTo>
                  <a:lnTo>
                    <a:pt x="264203" y="542359"/>
                  </a:lnTo>
                  <a:lnTo>
                    <a:pt x="262955" y="541754"/>
                  </a:lnTo>
                  <a:lnTo>
                    <a:pt x="262095" y="540087"/>
                  </a:lnTo>
                  <a:lnTo>
                    <a:pt x="267570" y="530001"/>
                  </a:lnTo>
                  <a:lnTo>
                    <a:pt x="272117" y="518609"/>
                  </a:lnTo>
                  <a:lnTo>
                    <a:pt x="272499" y="515963"/>
                  </a:lnTo>
                  <a:lnTo>
                    <a:pt x="270522" y="509872"/>
                  </a:lnTo>
                  <a:lnTo>
                    <a:pt x="268021" y="505881"/>
                  </a:lnTo>
                  <a:lnTo>
                    <a:pt x="264293" y="503491"/>
                  </a:lnTo>
                  <a:lnTo>
                    <a:pt x="262095" y="500606"/>
                  </a:lnTo>
                  <a:lnTo>
                    <a:pt x="262448" y="496599"/>
                  </a:lnTo>
                  <a:lnTo>
                    <a:pt x="261859" y="494022"/>
                  </a:lnTo>
                  <a:lnTo>
                    <a:pt x="260684" y="492491"/>
                  </a:lnTo>
                  <a:lnTo>
                    <a:pt x="254843" y="490268"/>
                  </a:lnTo>
                  <a:lnTo>
                    <a:pt x="253258" y="491121"/>
                  </a:lnTo>
                  <a:lnTo>
                    <a:pt x="251005" y="490760"/>
                  </a:lnTo>
                  <a:lnTo>
                    <a:pt x="251078" y="486879"/>
                  </a:lnTo>
                  <a:lnTo>
                    <a:pt x="246786" y="482380"/>
                  </a:lnTo>
                  <a:lnTo>
                    <a:pt x="244165" y="478468"/>
                  </a:lnTo>
                  <a:lnTo>
                    <a:pt x="241659" y="471811"/>
                  </a:lnTo>
                  <a:lnTo>
                    <a:pt x="241062" y="471542"/>
                  </a:lnTo>
                  <a:lnTo>
                    <a:pt x="240237" y="472264"/>
                  </a:lnTo>
                  <a:lnTo>
                    <a:pt x="239219" y="471021"/>
                  </a:lnTo>
                  <a:lnTo>
                    <a:pt x="238712" y="465417"/>
                  </a:lnTo>
                  <a:lnTo>
                    <a:pt x="237716" y="463297"/>
                  </a:lnTo>
                  <a:lnTo>
                    <a:pt x="230787" y="456394"/>
                  </a:lnTo>
                  <a:lnTo>
                    <a:pt x="227721" y="456033"/>
                  </a:lnTo>
                  <a:lnTo>
                    <a:pt x="221113" y="451089"/>
                  </a:lnTo>
                  <a:lnTo>
                    <a:pt x="219883" y="445941"/>
                  </a:lnTo>
                  <a:lnTo>
                    <a:pt x="219554" y="440372"/>
                  </a:lnTo>
                  <a:lnTo>
                    <a:pt x="217947" y="436289"/>
                  </a:lnTo>
                  <a:lnTo>
                    <a:pt x="213111" y="433104"/>
                  </a:lnTo>
                  <a:lnTo>
                    <a:pt x="209949" y="433770"/>
                  </a:lnTo>
                  <a:lnTo>
                    <a:pt x="209125" y="432970"/>
                  </a:lnTo>
                  <a:lnTo>
                    <a:pt x="206676" y="424228"/>
                  </a:lnTo>
                  <a:lnTo>
                    <a:pt x="199750" y="419008"/>
                  </a:lnTo>
                  <a:lnTo>
                    <a:pt x="185462" y="399182"/>
                  </a:lnTo>
                  <a:lnTo>
                    <a:pt x="174868" y="393256"/>
                  </a:lnTo>
                  <a:lnTo>
                    <a:pt x="166506" y="391984"/>
                  </a:lnTo>
                  <a:lnTo>
                    <a:pt x="163980" y="390451"/>
                  </a:lnTo>
                  <a:lnTo>
                    <a:pt x="162551" y="389269"/>
                  </a:lnTo>
                  <a:lnTo>
                    <a:pt x="161084" y="385275"/>
                  </a:lnTo>
                  <a:lnTo>
                    <a:pt x="157194" y="379643"/>
                  </a:lnTo>
                  <a:lnTo>
                    <a:pt x="148478" y="374059"/>
                  </a:lnTo>
                  <a:lnTo>
                    <a:pt x="144607" y="373438"/>
                  </a:lnTo>
                  <a:lnTo>
                    <a:pt x="137090" y="364682"/>
                  </a:lnTo>
                  <a:lnTo>
                    <a:pt x="134983" y="364279"/>
                  </a:lnTo>
                  <a:lnTo>
                    <a:pt x="133274" y="365288"/>
                  </a:lnTo>
                  <a:lnTo>
                    <a:pt x="131990" y="365169"/>
                  </a:lnTo>
                  <a:lnTo>
                    <a:pt x="124516" y="355335"/>
                  </a:lnTo>
                  <a:lnTo>
                    <a:pt x="120546" y="353948"/>
                  </a:lnTo>
                  <a:lnTo>
                    <a:pt x="113607" y="346900"/>
                  </a:lnTo>
                  <a:lnTo>
                    <a:pt x="115864" y="337583"/>
                  </a:lnTo>
                  <a:lnTo>
                    <a:pt x="114841" y="329522"/>
                  </a:lnTo>
                  <a:lnTo>
                    <a:pt x="111133" y="323403"/>
                  </a:lnTo>
                  <a:lnTo>
                    <a:pt x="106546" y="321576"/>
                  </a:lnTo>
                  <a:lnTo>
                    <a:pt x="104934" y="321560"/>
                  </a:lnTo>
                  <a:lnTo>
                    <a:pt x="108787" y="305979"/>
                  </a:lnTo>
                  <a:lnTo>
                    <a:pt x="107249" y="298912"/>
                  </a:lnTo>
                  <a:lnTo>
                    <a:pt x="109040" y="288212"/>
                  </a:lnTo>
                  <a:lnTo>
                    <a:pt x="108045" y="280693"/>
                  </a:lnTo>
                  <a:lnTo>
                    <a:pt x="104850" y="273627"/>
                  </a:lnTo>
                  <a:lnTo>
                    <a:pt x="99352" y="268343"/>
                  </a:lnTo>
                  <a:lnTo>
                    <a:pt x="95602" y="267037"/>
                  </a:lnTo>
                  <a:lnTo>
                    <a:pt x="92860" y="267455"/>
                  </a:lnTo>
                  <a:lnTo>
                    <a:pt x="95818" y="265143"/>
                  </a:lnTo>
                  <a:lnTo>
                    <a:pt x="96696" y="261062"/>
                  </a:lnTo>
                  <a:lnTo>
                    <a:pt x="92037" y="253858"/>
                  </a:lnTo>
                  <a:lnTo>
                    <a:pt x="90908" y="255288"/>
                  </a:lnTo>
                  <a:lnTo>
                    <a:pt x="94285" y="259745"/>
                  </a:lnTo>
                  <a:lnTo>
                    <a:pt x="94751" y="261865"/>
                  </a:lnTo>
                  <a:lnTo>
                    <a:pt x="93456" y="263749"/>
                  </a:lnTo>
                  <a:lnTo>
                    <a:pt x="92294" y="263882"/>
                  </a:lnTo>
                  <a:lnTo>
                    <a:pt x="90909" y="262118"/>
                  </a:lnTo>
                  <a:lnTo>
                    <a:pt x="90810" y="260840"/>
                  </a:lnTo>
                  <a:lnTo>
                    <a:pt x="87971" y="260684"/>
                  </a:lnTo>
                  <a:lnTo>
                    <a:pt x="91377" y="271213"/>
                  </a:lnTo>
                  <a:lnTo>
                    <a:pt x="90766" y="272163"/>
                  </a:lnTo>
                  <a:lnTo>
                    <a:pt x="88645" y="270984"/>
                  </a:lnTo>
                  <a:lnTo>
                    <a:pt x="88687" y="264772"/>
                  </a:lnTo>
                  <a:lnTo>
                    <a:pt x="88183" y="263070"/>
                  </a:lnTo>
                  <a:lnTo>
                    <a:pt x="86896" y="262261"/>
                  </a:lnTo>
                  <a:lnTo>
                    <a:pt x="85808" y="255365"/>
                  </a:lnTo>
                  <a:lnTo>
                    <a:pt x="88438" y="245789"/>
                  </a:lnTo>
                  <a:lnTo>
                    <a:pt x="89920" y="235038"/>
                  </a:lnTo>
                  <a:lnTo>
                    <a:pt x="88700" y="220337"/>
                  </a:lnTo>
                  <a:lnTo>
                    <a:pt x="86896" y="216410"/>
                  </a:lnTo>
                  <a:lnTo>
                    <a:pt x="83695" y="215280"/>
                  </a:lnTo>
                  <a:lnTo>
                    <a:pt x="79546" y="210403"/>
                  </a:lnTo>
                  <a:lnTo>
                    <a:pt x="76962" y="209878"/>
                  </a:lnTo>
                  <a:lnTo>
                    <a:pt x="74315" y="206682"/>
                  </a:lnTo>
                  <a:lnTo>
                    <a:pt x="72971" y="202856"/>
                  </a:lnTo>
                  <a:lnTo>
                    <a:pt x="68426" y="196374"/>
                  </a:lnTo>
                  <a:lnTo>
                    <a:pt x="67090" y="196038"/>
                  </a:lnTo>
                  <a:lnTo>
                    <a:pt x="63155" y="197312"/>
                  </a:lnTo>
                  <a:lnTo>
                    <a:pt x="61577" y="195149"/>
                  </a:lnTo>
                  <a:lnTo>
                    <a:pt x="65856" y="179823"/>
                  </a:lnTo>
                  <a:lnTo>
                    <a:pt x="66717" y="173935"/>
                  </a:lnTo>
                  <a:lnTo>
                    <a:pt x="62198" y="161821"/>
                  </a:lnTo>
                  <a:lnTo>
                    <a:pt x="57457" y="154851"/>
                  </a:lnTo>
                  <a:lnTo>
                    <a:pt x="54136" y="151256"/>
                  </a:lnTo>
                  <a:lnTo>
                    <a:pt x="50230" y="141421"/>
                  </a:lnTo>
                  <a:lnTo>
                    <a:pt x="48490" y="138781"/>
                  </a:lnTo>
                  <a:lnTo>
                    <a:pt x="43659" y="133877"/>
                  </a:lnTo>
                  <a:lnTo>
                    <a:pt x="42197" y="133611"/>
                  </a:lnTo>
                  <a:lnTo>
                    <a:pt x="40193" y="129615"/>
                  </a:lnTo>
                  <a:lnTo>
                    <a:pt x="33023" y="122452"/>
                  </a:lnTo>
                  <a:lnTo>
                    <a:pt x="35791" y="116736"/>
                  </a:lnTo>
                  <a:lnTo>
                    <a:pt x="38016" y="109174"/>
                  </a:lnTo>
                  <a:lnTo>
                    <a:pt x="34295" y="103410"/>
                  </a:lnTo>
                  <a:lnTo>
                    <a:pt x="31504" y="101377"/>
                  </a:lnTo>
                  <a:lnTo>
                    <a:pt x="29372" y="98693"/>
                  </a:lnTo>
                  <a:lnTo>
                    <a:pt x="29691" y="98002"/>
                  </a:lnTo>
                  <a:lnTo>
                    <a:pt x="31434" y="98398"/>
                  </a:lnTo>
                  <a:lnTo>
                    <a:pt x="36407" y="102432"/>
                  </a:lnTo>
                  <a:lnTo>
                    <a:pt x="37460" y="102518"/>
                  </a:lnTo>
                  <a:lnTo>
                    <a:pt x="39544" y="100897"/>
                  </a:lnTo>
                  <a:lnTo>
                    <a:pt x="41827" y="96536"/>
                  </a:lnTo>
                  <a:lnTo>
                    <a:pt x="42540" y="96224"/>
                  </a:lnTo>
                  <a:lnTo>
                    <a:pt x="38882" y="103014"/>
                  </a:lnTo>
                  <a:lnTo>
                    <a:pt x="40764" y="101137"/>
                  </a:lnTo>
                  <a:lnTo>
                    <a:pt x="42943" y="96251"/>
                  </a:lnTo>
                  <a:lnTo>
                    <a:pt x="44052" y="90957"/>
                  </a:lnTo>
                  <a:lnTo>
                    <a:pt x="43323" y="86540"/>
                  </a:lnTo>
                  <a:lnTo>
                    <a:pt x="39005" y="85424"/>
                  </a:lnTo>
                  <a:lnTo>
                    <a:pt x="35792" y="81109"/>
                  </a:lnTo>
                  <a:lnTo>
                    <a:pt x="31087" y="79740"/>
                  </a:lnTo>
                  <a:lnTo>
                    <a:pt x="30214" y="78251"/>
                  </a:lnTo>
                  <a:lnTo>
                    <a:pt x="30333" y="72905"/>
                  </a:lnTo>
                  <a:lnTo>
                    <a:pt x="28830" y="70539"/>
                  </a:lnTo>
                  <a:lnTo>
                    <a:pt x="26590" y="69595"/>
                  </a:lnTo>
                  <a:lnTo>
                    <a:pt x="23333" y="69749"/>
                  </a:lnTo>
                  <a:lnTo>
                    <a:pt x="20669" y="67437"/>
                  </a:lnTo>
                  <a:lnTo>
                    <a:pt x="18797" y="64360"/>
                  </a:lnTo>
                  <a:lnTo>
                    <a:pt x="18416" y="62369"/>
                  </a:lnTo>
                  <a:lnTo>
                    <a:pt x="18539" y="60706"/>
                  </a:lnTo>
                  <a:lnTo>
                    <a:pt x="19399" y="59786"/>
                  </a:lnTo>
                  <a:lnTo>
                    <a:pt x="19304" y="55986"/>
                  </a:lnTo>
                  <a:lnTo>
                    <a:pt x="19454" y="50659"/>
                  </a:lnTo>
                  <a:lnTo>
                    <a:pt x="17089" y="38884"/>
                  </a:lnTo>
                  <a:lnTo>
                    <a:pt x="15301" y="36488"/>
                  </a:lnTo>
                  <a:lnTo>
                    <a:pt x="9293" y="33671"/>
                  </a:lnTo>
                  <a:lnTo>
                    <a:pt x="6340" y="31233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128177" y="616"/>
                  </a:lnTo>
                  <a:lnTo>
                    <a:pt x="246853" y="1652"/>
                  </a:lnTo>
                  <a:lnTo>
                    <a:pt x="241481" y="10312"/>
                  </a:lnTo>
                  <a:lnTo>
                    <a:pt x="236839" y="12659"/>
                  </a:lnTo>
                  <a:lnTo>
                    <a:pt x="236388" y="21820"/>
                  </a:lnTo>
                  <a:lnTo>
                    <a:pt x="234904" y="27789"/>
                  </a:lnTo>
                  <a:lnTo>
                    <a:pt x="357123" y="83978"/>
                  </a:lnTo>
                  <a:lnTo>
                    <a:pt x="370961" y="90383"/>
                  </a:lnTo>
                  <a:lnTo>
                    <a:pt x="479572" y="139250"/>
                  </a:lnTo>
                  <a:lnTo>
                    <a:pt x="502143" y="149338"/>
                  </a:lnTo>
                  <a:lnTo>
                    <a:pt x="548456" y="170143"/>
                  </a:lnTo>
                  <a:lnTo>
                    <a:pt x="592861" y="190099"/>
                  </a:lnTo>
                  <a:lnTo>
                    <a:pt x="606809" y="196354"/>
                  </a:lnTo>
                  <a:lnTo>
                    <a:pt x="645332" y="198661"/>
                  </a:lnTo>
                  <a:lnTo>
                    <a:pt x="682539" y="200861"/>
                  </a:lnTo>
                  <a:lnTo>
                    <a:pt x="743570" y="204196"/>
                  </a:lnTo>
                  <a:lnTo>
                    <a:pt x="845575" y="209564"/>
                  </a:lnTo>
                  <a:lnTo>
                    <a:pt x="901970" y="212001"/>
                  </a:lnTo>
                  <a:lnTo>
                    <a:pt x="904325" y="157914"/>
                  </a:lnTo>
                  <a:lnTo>
                    <a:pt x="1041962" y="163220"/>
                  </a:lnTo>
                  <a:lnTo>
                    <a:pt x="1076787" y="164365"/>
                  </a:lnTo>
                  <a:lnTo>
                    <a:pt x="1080859" y="168837"/>
                  </a:lnTo>
                  <a:lnTo>
                    <a:pt x="1084568" y="166918"/>
                  </a:lnTo>
                  <a:lnTo>
                    <a:pt x="1088140" y="168601"/>
                  </a:lnTo>
                  <a:lnTo>
                    <a:pt x="1091719" y="171023"/>
                  </a:lnTo>
                  <a:lnTo>
                    <a:pt x="1094783" y="175308"/>
                  </a:lnTo>
                  <a:lnTo>
                    <a:pt x="1100726" y="188750"/>
                  </a:lnTo>
                  <a:lnTo>
                    <a:pt x="1107442" y="201658"/>
                  </a:lnTo>
                  <a:lnTo>
                    <a:pt x="1109253" y="203949"/>
                  </a:lnTo>
                  <a:lnTo>
                    <a:pt x="1111097" y="204574"/>
                  </a:lnTo>
                  <a:lnTo>
                    <a:pt x="1121509" y="212036"/>
                  </a:lnTo>
                  <a:lnTo>
                    <a:pt x="1127659" y="212788"/>
                  </a:lnTo>
                  <a:lnTo>
                    <a:pt x="1129397" y="213033"/>
                  </a:lnTo>
                  <a:lnTo>
                    <a:pt x="1132605" y="216193"/>
                  </a:lnTo>
                  <a:lnTo>
                    <a:pt x="1134446" y="216546"/>
                  </a:lnTo>
                  <a:lnTo>
                    <a:pt x="1136357" y="222651"/>
                  </a:lnTo>
                  <a:lnTo>
                    <a:pt x="1142185" y="225450"/>
                  </a:lnTo>
                  <a:lnTo>
                    <a:pt x="1148927" y="234391"/>
                  </a:lnTo>
                  <a:lnTo>
                    <a:pt x="1151717" y="238773"/>
                  </a:lnTo>
                  <a:lnTo>
                    <a:pt x="1158903" y="244570"/>
                  </a:lnTo>
                  <a:lnTo>
                    <a:pt x="1165141" y="247240"/>
                  </a:lnTo>
                  <a:lnTo>
                    <a:pt x="1169456" y="251047"/>
                  </a:lnTo>
                  <a:lnTo>
                    <a:pt x="1171442" y="254381"/>
                  </a:lnTo>
                  <a:lnTo>
                    <a:pt x="1172020" y="258719"/>
                  </a:lnTo>
                  <a:lnTo>
                    <a:pt x="1174133" y="262517"/>
                  </a:lnTo>
                  <a:lnTo>
                    <a:pt x="1177755" y="264270"/>
                  </a:lnTo>
                  <a:lnTo>
                    <a:pt x="1180286" y="266925"/>
                  </a:lnTo>
                  <a:lnTo>
                    <a:pt x="1180044" y="267376"/>
                  </a:lnTo>
                  <a:lnTo>
                    <a:pt x="1188740" y="273851"/>
                  </a:lnTo>
                  <a:lnTo>
                    <a:pt x="1190181" y="275596"/>
                  </a:lnTo>
                  <a:lnTo>
                    <a:pt x="1190568" y="278672"/>
                  </a:lnTo>
                  <a:lnTo>
                    <a:pt x="1204739" y="286725"/>
                  </a:lnTo>
                  <a:lnTo>
                    <a:pt x="1209477" y="286328"/>
                  </a:lnTo>
                  <a:lnTo>
                    <a:pt x="1214819" y="291054"/>
                  </a:lnTo>
                  <a:lnTo>
                    <a:pt x="1219342" y="292883"/>
                  </a:lnTo>
                  <a:lnTo>
                    <a:pt x="1221284" y="296398"/>
                  </a:lnTo>
                  <a:lnTo>
                    <a:pt x="1224592" y="300193"/>
                  </a:lnTo>
                  <a:lnTo>
                    <a:pt x="1226135" y="300940"/>
                  </a:lnTo>
                  <a:lnTo>
                    <a:pt x="1230295" y="300319"/>
                  </a:lnTo>
                  <a:lnTo>
                    <a:pt x="1232464" y="303245"/>
                  </a:lnTo>
                  <a:lnTo>
                    <a:pt x="1232524" y="306437"/>
                  </a:lnTo>
                  <a:lnTo>
                    <a:pt x="1233607" y="309303"/>
                  </a:lnTo>
                  <a:lnTo>
                    <a:pt x="1238227" y="310466"/>
                  </a:lnTo>
                  <a:lnTo>
                    <a:pt x="1241182" y="314369"/>
                  </a:lnTo>
                  <a:lnTo>
                    <a:pt x="1244388" y="323604"/>
                  </a:lnTo>
                  <a:lnTo>
                    <a:pt x="1244114" y="326163"/>
                  </a:lnTo>
                  <a:lnTo>
                    <a:pt x="1244344" y="329516"/>
                  </a:lnTo>
                  <a:lnTo>
                    <a:pt x="1247134" y="338065"/>
                  </a:lnTo>
                  <a:lnTo>
                    <a:pt x="1259659" y="354532"/>
                  </a:lnTo>
                  <a:lnTo>
                    <a:pt x="1262329" y="361703"/>
                  </a:lnTo>
                  <a:lnTo>
                    <a:pt x="1260984" y="375334"/>
                  </a:lnTo>
                  <a:lnTo>
                    <a:pt x="1262471" y="392576"/>
                  </a:lnTo>
                  <a:lnTo>
                    <a:pt x="1274095" y="410894"/>
                  </a:lnTo>
                  <a:lnTo>
                    <a:pt x="1277199" y="423024"/>
                  </a:lnTo>
                  <a:lnTo>
                    <a:pt x="1279379" y="425772"/>
                  </a:lnTo>
                  <a:lnTo>
                    <a:pt x="1291070" y="434781"/>
                  </a:lnTo>
                  <a:lnTo>
                    <a:pt x="1291634" y="437123"/>
                  </a:lnTo>
                  <a:lnTo>
                    <a:pt x="1292991" y="438544"/>
                  </a:lnTo>
                  <a:lnTo>
                    <a:pt x="1299045" y="440982"/>
                  </a:lnTo>
                  <a:lnTo>
                    <a:pt x="1305111" y="442051"/>
                  </a:lnTo>
                  <a:lnTo>
                    <a:pt x="1310368" y="445611"/>
                  </a:lnTo>
                  <a:lnTo>
                    <a:pt x="1310786" y="446145"/>
                  </a:lnTo>
                  <a:lnTo>
                    <a:pt x="1310278" y="448424"/>
                  </a:lnTo>
                  <a:lnTo>
                    <a:pt x="1315144" y="456625"/>
                  </a:lnTo>
                  <a:lnTo>
                    <a:pt x="1321168" y="459113"/>
                  </a:lnTo>
                  <a:lnTo>
                    <a:pt x="1323711" y="462378"/>
                  </a:lnTo>
                  <a:lnTo>
                    <a:pt x="1328400" y="465636"/>
                  </a:lnTo>
                  <a:lnTo>
                    <a:pt x="1335428" y="468492"/>
                  </a:lnTo>
                  <a:lnTo>
                    <a:pt x="1347416" y="470433"/>
                  </a:lnTo>
                  <a:lnTo>
                    <a:pt x="1354995" y="472494"/>
                  </a:lnTo>
                  <a:lnTo>
                    <a:pt x="1355786" y="474412"/>
                  </a:lnTo>
                  <a:lnTo>
                    <a:pt x="1362220" y="482201"/>
                  </a:lnTo>
                  <a:lnTo>
                    <a:pt x="1374742" y="486502"/>
                  </a:lnTo>
                  <a:lnTo>
                    <a:pt x="1379268" y="486055"/>
                  </a:lnTo>
                  <a:lnTo>
                    <a:pt x="1388494" y="496460"/>
                  </a:lnTo>
                  <a:lnTo>
                    <a:pt x="1393088" y="500005"/>
                  </a:lnTo>
                  <a:lnTo>
                    <a:pt x="1399303" y="502452"/>
                  </a:lnTo>
                  <a:lnTo>
                    <a:pt x="1400035" y="501375"/>
                  </a:lnTo>
                  <a:lnTo>
                    <a:pt x="1401961" y="501313"/>
                  </a:lnTo>
                  <a:lnTo>
                    <a:pt x="1402521" y="502831"/>
                  </a:lnTo>
                  <a:lnTo>
                    <a:pt x="1404650" y="504302"/>
                  </a:lnTo>
                  <a:lnTo>
                    <a:pt x="1405316" y="503811"/>
                  </a:lnTo>
                  <a:lnTo>
                    <a:pt x="1410555" y="507183"/>
                  </a:lnTo>
                  <a:lnTo>
                    <a:pt x="1413184" y="506060"/>
                  </a:lnTo>
                  <a:lnTo>
                    <a:pt x="1418743" y="507220"/>
                  </a:lnTo>
                  <a:lnTo>
                    <a:pt x="1419652" y="508241"/>
                  </a:lnTo>
                  <a:lnTo>
                    <a:pt x="1423726" y="507018"/>
                  </a:lnTo>
                  <a:lnTo>
                    <a:pt x="1425499" y="503361"/>
                  </a:lnTo>
                  <a:lnTo>
                    <a:pt x="1426385" y="497841"/>
                  </a:lnTo>
                  <a:lnTo>
                    <a:pt x="1428534" y="494557"/>
                  </a:lnTo>
                  <a:lnTo>
                    <a:pt x="1433432" y="492909"/>
                  </a:lnTo>
                  <a:lnTo>
                    <a:pt x="1437436" y="485835"/>
                  </a:lnTo>
                  <a:lnTo>
                    <a:pt x="1448922" y="479986"/>
                  </a:lnTo>
                  <a:lnTo>
                    <a:pt x="1450923" y="478481"/>
                  </a:lnTo>
                  <a:lnTo>
                    <a:pt x="1450610" y="476373"/>
                  </a:lnTo>
                  <a:lnTo>
                    <a:pt x="1446935" y="474098"/>
                  </a:lnTo>
                  <a:lnTo>
                    <a:pt x="1449729" y="464323"/>
                  </a:lnTo>
                  <a:lnTo>
                    <a:pt x="1453450" y="460387"/>
                  </a:lnTo>
                  <a:lnTo>
                    <a:pt x="1455557" y="450396"/>
                  </a:lnTo>
                  <a:lnTo>
                    <a:pt x="1457553" y="444520"/>
                  </a:lnTo>
                  <a:lnTo>
                    <a:pt x="1466429" y="427341"/>
                  </a:lnTo>
                  <a:lnTo>
                    <a:pt x="1468760" y="424794"/>
                  </a:lnTo>
                  <a:lnTo>
                    <a:pt x="1469779" y="419026"/>
                  </a:lnTo>
                  <a:lnTo>
                    <a:pt x="1471376" y="416370"/>
                  </a:lnTo>
                  <a:lnTo>
                    <a:pt x="1472115" y="416008"/>
                  </a:lnTo>
                  <a:lnTo>
                    <a:pt x="1472686" y="417175"/>
                  </a:lnTo>
                  <a:lnTo>
                    <a:pt x="1476125" y="417465"/>
                  </a:lnTo>
                  <a:lnTo>
                    <a:pt x="1482010" y="414979"/>
                  </a:lnTo>
                  <a:lnTo>
                    <a:pt x="1484719" y="416236"/>
                  </a:lnTo>
                  <a:lnTo>
                    <a:pt x="1488318" y="413720"/>
                  </a:lnTo>
                  <a:lnTo>
                    <a:pt x="1488623" y="412782"/>
                  </a:lnTo>
                  <a:lnTo>
                    <a:pt x="1487731" y="411864"/>
                  </a:lnTo>
                  <a:lnTo>
                    <a:pt x="1488154" y="411466"/>
                  </a:lnTo>
                  <a:lnTo>
                    <a:pt x="1496620" y="412383"/>
                  </a:lnTo>
                  <a:lnTo>
                    <a:pt x="1501253" y="414191"/>
                  </a:lnTo>
                  <a:lnTo>
                    <a:pt x="1504397" y="403665"/>
                  </a:lnTo>
                  <a:lnTo>
                    <a:pt x="1506326" y="401366"/>
                  </a:lnTo>
                  <a:lnTo>
                    <a:pt x="1508954" y="400101"/>
                  </a:lnTo>
                  <a:lnTo>
                    <a:pt x="1510580" y="400383"/>
                  </a:lnTo>
                  <a:lnTo>
                    <a:pt x="1518167" y="404464"/>
                  </a:lnTo>
                  <a:lnTo>
                    <a:pt x="1523364" y="405321"/>
                  </a:lnTo>
                  <a:lnTo>
                    <a:pt x="1526970" y="409279"/>
                  </a:lnTo>
                  <a:lnTo>
                    <a:pt x="1534934" y="411249"/>
                  </a:lnTo>
                  <a:lnTo>
                    <a:pt x="1537669" y="410913"/>
                  </a:lnTo>
                  <a:lnTo>
                    <a:pt x="1539697" y="409384"/>
                  </a:lnTo>
                  <a:lnTo>
                    <a:pt x="1545648" y="408582"/>
                  </a:lnTo>
                  <a:lnTo>
                    <a:pt x="1550760" y="410252"/>
                  </a:lnTo>
                  <a:lnTo>
                    <a:pt x="1555879" y="409954"/>
                  </a:lnTo>
                  <a:lnTo>
                    <a:pt x="1565419" y="410993"/>
                  </a:lnTo>
                  <a:lnTo>
                    <a:pt x="1571933" y="413996"/>
                  </a:lnTo>
                  <a:lnTo>
                    <a:pt x="1582911" y="412803"/>
                  </a:lnTo>
                  <a:lnTo>
                    <a:pt x="1586367" y="411029"/>
                  </a:lnTo>
                  <a:lnTo>
                    <a:pt x="1589491" y="408181"/>
                  </a:lnTo>
                  <a:lnTo>
                    <a:pt x="1590505" y="409924"/>
                  </a:lnTo>
                  <a:lnTo>
                    <a:pt x="1590347" y="414650"/>
                  </a:lnTo>
                  <a:lnTo>
                    <a:pt x="1593940" y="413915"/>
                  </a:lnTo>
                  <a:lnTo>
                    <a:pt x="1595585" y="412682"/>
                  </a:lnTo>
                  <a:lnTo>
                    <a:pt x="1598819" y="413118"/>
                  </a:lnTo>
                  <a:lnTo>
                    <a:pt x="1603064" y="415265"/>
                  </a:lnTo>
                  <a:lnTo>
                    <a:pt x="1607428" y="424236"/>
                  </a:lnTo>
                  <a:lnTo>
                    <a:pt x="1610324" y="425984"/>
                  </a:lnTo>
                  <a:lnTo>
                    <a:pt x="1613130" y="426225"/>
                  </a:lnTo>
                  <a:lnTo>
                    <a:pt x="1614940" y="427375"/>
                  </a:lnTo>
                  <a:lnTo>
                    <a:pt x="1615078" y="428932"/>
                  </a:lnTo>
                  <a:lnTo>
                    <a:pt x="1613824" y="432771"/>
                  </a:lnTo>
                  <a:lnTo>
                    <a:pt x="1614114" y="435227"/>
                  </a:lnTo>
                  <a:lnTo>
                    <a:pt x="1615142" y="436546"/>
                  </a:lnTo>
                  <a:lnTo>
                    <a:pt x="1616172" y="436724"/>
                  </a:lnTo>
                  <a:lnTo>
                    <a:pt x="1617365" y="434936"/>
                  </a:lnTo>
                  <a:lnTo>
                    <a:pt x="1617154" y="431409"/>
                  </a:lnTo>
                  <a:lnTo>
                    <a:pt x="1618149" y="430182"/>
                  </a:lnTo>
                  <a:lnTo>
                    <a:pt x="1618962" y="429795"/>
                  </a:lnTo>
                  <a:lnTo>
                    <a:pt x="1620455" y="430710"/>
                  </a:lnTo>
                  <a:lnTo>
                    <a:pt x="1621133" y="437488"/>
                  </a:lnTo>
                  <a:lnTo>
                    <a:pt x="1619545" y="440297"/>
                  </a:lnTo>
                  <a:lnTo>
                    <a:pt x="1619378" y="442570"/>
                  </a:lnTo>
                  <a:lnTo>
                    <a:pt x="1627176" y="443218"/>
                  </a:lnTo>
                  <a:lnTo>
                    <a:pt x="1631174" y="448403"/>
                  </a:lnTo>
                  <a:lnTo>
                    <a:pt x="1637446" y="448576"/>
                  </a:lnTo>
                  <a:lnTo>
                    <a:pt x="1640165" y="449569"/>
                  </a:lnTo>
                  <a:lnTo>
                    <a:pt x="1640686" y="452376"/>
                  </a:lnTo>
                  <a:lnTo>
                    <a:pt x="1645661" y="460980"/>
                  </a:lnTo>
                  <a:lnTo>
                    <a:pt x="1651945" y="463398"/>
                  </a:lnTo>
                  <a:lnTo>
                    <a:pt x="1654302" y="465920"/>
                  </a:lnTo>
                  <a:lnTo>
                    <a:pt x="1658667" y="468151"/>
                  </a:lnTo>
                  <a:lnTo>
                    <a:pt x="1659446" y="471286"/>
                  </a:lnTo>
                  <a:lnTo>
                    <a:pt x="1667869" y="475164"/>
                  </a:lnTo>
                  <a:lnTo>
                    <a:pt x="1671298" y="481448"/>
                  </a:lnTo>
                  <a:lnTo>
                    <a:pt x="1671390" y="482739"/>
                  </a:lnTo>
                  <a:lnTo>
                    <a:pt x="1670371" y="484206"/>
                  </a:lnTo>
                  <a:lnTo>
                    <a:pt x="1670721" y="484718"/>
                  </a:lnTo>
                  <a:lnTo>
                    <a:pt x="1675834" y="489588"/>
                  </a:lnTo>
                  <a:lnTo>
                    <a:pt x="1680056" y="491449"/>
                  </a:lnTo>
                  <a:lnTo>
                    <a:pt x="1681202" y="492803"/>
                  </a:lnTo>
                  <a:lnTo>
                    <a:pt x="1684262" y="506171"/>
                  </a:lnTo>
                  <a:lnTo>
                    <a:pt x="1684078" y="511807"/>
                  </a:lnTo>
                  <a:lnTo>
                    <a:pt x="1692062" y="522721"/>
                  </a:lnTo>
                  <a:lnTo>
                    <a:pt x="1694860" y="525478"/>
                  </a:lnTo>
                  <a:lnTo>
                    <a:pt x="1697638" y="533555"/>
                  </a:lnTo>
                  <a:lnTo>
                    <a:pt x="1699944" y="544966"/>
                  </a:lnTo>
                  <a:lnTo>
                    <a:pt x="1704060" y="547436"/>
                  </a:lnTo>
                  <a:lnTo>
                    <a:pt x="1705670" y="547317"/>
                  </a:lnTo>
                  <a:lnTo>
                    <a:pt x="1705564" y="551101"/>
                  </a:lnTo>
                  <a:lnTo>
                    <a:pt x="1710748" y="553987"/>
                  </a:lnTo>
                  <a:lnTo>
                    <a:pt x="1710900" y="555244"/>
                  </a:lnTo>
                  <a:lnTo>
                    <a:pt x="1709677" y="557464"/>
                  </a:lnTo>
                  <a:lnTo>
                    <a:pt x="1709882" y="559355"/>
                  </a:lnTo>
                  <a:lnTo>
                    <a:pt x="1711966" y="562384"/>
                  </a:lnTo>
                  <a:lnTo>
                    <a:pt x="1717699" y="564189"/>
                  </a:lnTo>
                  <a:lnTo>
                    <a:pt x="1716611" y="565769"/>
                  </a:lnTo>
                  <a:lnTo>
                    <a:pt x="1714089" y="566931"/>
                  </a:lnTo>
                  <a:lnTo>
                    <a:pt x="1717398" y="570911"/>
                  </a:lnTo>
                  <a:lnTo>
                    <a:pt x="1717580" y="572447"/>
                  </a:lnTo>
                  <a:lnTo>
                    <a:pt x="1716185" y="575655"/>
                  </a:lnTo>
                  <a:lnTo>
                    <a:pt x="1716899" y="577586"/>
                  </a:lnTo>
                  <a:lnTo>
                    <a:pt x="1722934" y="586340"/>
                  </a:lnTo>
                  <a:lnTo>
                    <a:pt x="1722349" y="590616"/>
                  </a:lnTo>
                  <a:lnTo>
                    <a:pt x="1726449" y="595294"/>
                  </a:lnTo>
                  <a:lnTo>
                    <a:pt x="1730038" y="595860"/>
                  </a:lnTo>
                  <a:lnTo>
                    <a:pt x="1731312" y="600802"/>
                  </a:lnTo>
                  <a:lnTo>
                    <a:pt x="1744555" y="606144"/>
                  </a:lnTo>
                  <a:lnTo>
                    <a:pt x="1747596" y="610910"/>
                  </a:lnTo>
                  <a:lnTo>
                    <a:pt x="1747701" y="612609"/>
                  </a:lnTo>
                  <a:lnTo>
                    <a:pt x="1748624" y="613874"/>
                  </a:lnTo>
                  <a:lnTo>
                    <a:pt x="1751758" y="615581"/>
                  </a:lnTo>
                  <a:lnTo>
                    <a:pt x="1752900" y="620776"/>
                  </a:lnTo>
                  <a:lnTo>
                    <a:pt x="1754762" y="624073"/>
                  </a:lnTo>
                  <a:lnTo>
                    <a:pt x="1757690" y="625203"/>
                  </a:lnTo>
                  <a:lnTo>
                    <a:pt x="1760303" y="628940"/>
                  </a:lnTo>
                  <a:lnTo>
                    <a:pt x="1766549" y="641083"/>
                  </a:lnTo>
                  <a:lnTo>
                    <a:pt x="1767426" y="645449"/>
                  </a:lnTo>
                  <a:lnTo>
                    <a:pt x="1769916" y="647679"/>
                  </a:lnTo>
                  <a:lnTo>
                    <a:pt x="1770758" y="650534"/>
                  </a:lnTo>
                  <a:lnTo>
                    <a:pt x="1772963" y="650898"/>
                  </a:lnTo>
                  <a:lnTo>
                    <a:pt x="1778665" y="655062"/>
                  </a:lnTo>
                  <a:lnTo>
                    <a:pt x="1783136" y="661166"/>
                  </a:lnTo>
                  <a:lnTo>
                    <a:pt x="1783748" y="662556"/>
                  </a:lnTo>
                  <a:lnTo>
                    <a:pt x="1785586" y="663974"/>
                  </a:lnTo>
                  <a:lnTo>
                    <a:pt x="1793912" y="665740"/>
                  </a:lnTo>
                  <a:lnTo>
                    <a:pt x="1801665" y="668579"/>
                  </a:lnTo>
                  <a:lnTo>
                    <a:pt x="1803234" y="669752"/>
                  </a:lnTo>
                  <a:lnTo>
                    <a:pt x="1805629" y="675820"/>
                  </a:lnTo>
                  <a:lnTo>
                    <a:pt x="1804734" y="682390"/>
                  </a:lnTo>
                  <a:lnTo>
                    <a:pt x="1808430" y="682389"/>
                  </a:lnTo>
                  <a:lnTo>
                    <a:pt x="1809732" y="683383"/>
                  </a:lnTo>
                  <a:lnTo>
                    <a:pt x="1810026" y="684521"/>
                  </a:lnTo>
                  <a:lnTo>
                    <a:pt x="1808333" y="688477"/>
                  </a:lnTo>
                  <a:lnTo>
                    <a:pt x="1809228" y="692698"/>
                  </a:lnTo>
                  <a:lnTo>
                    <a:pt x="1808834" y="695956"/>
                  </a:lnTo>
                  <a:lnTo>
                    <a:pt x="1807582" y="701342"/>
                  </a:lnTo>
                  <a:lnTo>
                    <a:pt x="1805785" y="703059"/>
                  </a:lnTo>
                  <a:lnTo>
                    <a:pt x="1808708" y="705497"/>
                  </a:lnTo>
                  <a:lnTo>
                    <a:pt x="1809496" y="707030"/>
                  </a:lnTo>
                  <a:lnTo>
                    <a:pt x="1808578" y="709366"/>
                  </a:lnTo>
                  <a:lnTo>
                    <a:pt x="1809855" y="710764"/>
                  </a:lnTo>
                  <a:lnTo>
                    <a:pt x="1811987" y="709671"/>
                  </a:lnTo>
                  <a:lnTo>
                    <a:pt x="1813221" y="710102"/>
                  </a:lnTo>
                  <a:lnTo>
                    <a:pt x="1814467" y="711806"/>
                  </a:lnTo>
                  <a:lnTo>
                    <a:pt x="1815508" y="716563"/>
                  </a:lnTo>
                  <a:lnTo>
                    <a:pt x="1816262" y="720578"/>
                  </a:lnTo>
                  <a:lnTo>
                    <a:pt x="1816186" y="730579"/>
                  </a:lnTo>
                  <a:lnTo>
                    <a:pt x="1813676" y="733980"/>
                  </a:lnTo>
                  <a:lnTo>
                    <a:pt x="1814581" y="739183"/>
                  </a:lnTo>
                  <a:lnTo>
                    <a:pt x="1816228" y="740315"/>
                  </a:lnTo>
                  <a:lnTo>
                    <a:pt x="1817754" y="739471"/>
                  </a:lnTo>
                  <a:lnTo>
                    <a:pt x="1820847" y="743624"/>
                  </a:lnTo>
                  <a:lnTo>
                    <a:pt x="1820188" y="746237"/>
                  </a:lnTo>
                  <a:lnTo>
                    <a:pt x="1821166" y="748677"/>
                  </a:lnTo>
                  <a:lnTo>
                    <a:pt x="1827709" y="751375"/>
                  </a:lnTo>
                  <a:lnTo>
                    <a:pt x="1827391" y="755928"/>
                  </a:lnTo>
                  <a:lnTo>
                    <a:pt x="1828578" y="757374"/>
                  </a:lnTo>
                  <a:lnTo>
                    <a:pt x="1830990" y="757386"/>
                  </a:lnTo>
                  <a:lnTo>
                    <a:pt x="1832508" y="758178"/>
                  </a:lnTo>
                  <a:lnTo>
                    <a:pt x="1833877" y="759994"/>
                  </a:lnTo>
                  <a:lnTo>
                    <a:pt x="1836730" y="766530"/>
                  </a:lnTo>
                  <a:lnTo>
                    <a:pt x="1837134" y="771532"/>
                  </a:lnTo>
                  <a:lnTo>
                    <a:pt x="1840498" y="773946"/>
                  </a:lnTo>
                  <a:lnTo>
                    <a:pt x="1840460" y="777623"/>
                  </a:lnTo>
                  <a:lnTo>
                    <a:pt x="1841581" y="782104"/>
                  </a:lnTo>
                  <a:lnTo>
                    <a:pt x="1843996" y="786214"/>
                  </a:lnTo>
                  <a:lnTo>
                    <a:pt x="1845291" y="793479"/>
                  </a:lnTo>
                  <a:lnTo>
                    <a:pt x="1844855" y="795189"/>
                  </a:lnTo>
                  <a:lnTo>
                    <a:pt x="1845293" y="796186"/>
                  </a:lnTo>
                  <a:lnTo>
                    <a:pt x="1849619" y="797483"/>
                  </a:lnTo>
                  <a:lnTo>
                    <a:pt x="1853570" y="803130"/>
                  </a:lnTo>
                  <a:lnTo>
                    <a:pt x="1852479" y="807400"/>
                  </a:lnTo>
                  <a:lnTo>
                    <a:pt x="1851341" y="808299"/>
                  </a:lnTo>
                  <a:lnTo>
                    <a:pt x="1853245" y="810880"/>
                  </a:lnTo>
                  <a:lnTo>
                    <a:pt x="1854882" y="812715"/>
                  </a:lnTo>
                  <a:lnTo>
                    <a:pt x="1856992" y="812540"/>
                  </a:lnTo>
                  <a:lnTo>
                    <a:pt x="1859583" y="810593"/>
                  </a:lnTo>
                  <a:lnTo>
                    <a:pt x="1869274" y="815491"/>
                  </a:lnTo>
                  <a:lnTo>
                    <a:pt x="1872005" y="814470"/>
                  </a:lnTo>
                  <a:lnTo>
                    <a:pt x="1875589" y="816986"/>
                  </a:lnTo>
                  <a:lnTo>
                    <a:pt x="1882535" y="815186"/>
                  </a:lnTo>
                  <a:lnTo>
                    <a:pt x="1884646" y="815526"/>
                  </a:lnTo>
                  <a:lnTo>
                    <a:pt x="1888621" y="820512"/>
                  </a:lnTo>
                  <a:lnTo>
                    <a:pt x="1894978" y="825840"/>
                  </a:lnTo>
                  <a:lnTo>
                    <a:pt x="1898175" y="827686"/>
                  </a:lnTo>
                  <a:lnTo>
                    <a:pt x="1898380" y="829414"/>
                  </a:lnTo>
                  <a:lnTo>
                    <a:pt x="1899210" y="830649"/>
                  </a:lnTo>
                  <a:lnTo>
                    <a:pt x="1900897" y="830866"/>
                  </a:lnTo>
                  <a:lnTo>
                    <a:pt x="1903295" y="829968"/>
                  </a:lnTo>
                  <a:lnTo>
                    <a:pt x="1904269" y="827924"/>
                  </a:lnTo>
                  <a:lnTo>
                    <a:pt x="1907140" y="828056"/>
                  </a:lnTo>
                  <a:lnTo>
                    <a:pt x="1913001" y="829661"/>
                  </a:lnTo>
                  <a:lnTo>
                    <a:pt x="1915258" y="832339"/>
                  </a:lnTo>
                  <a:lnTo>
                    <a:pt x="1917668" y="832058"/>
                  </a:lnTo>
                  <a:lnTo>
                    <a:pt x="1924355" y="833130"/>
                  </a:lnTo>
                  <a:lnTo>
                    <a:pt x="1927834" y="836468"/>
                  </a:lnTo>
                  <a:lnTo>
                    <a:pt x="1943407" y="847703"/>
                  </a:lnTo>
                  <a:lnTo>
                    <a:pt x="1946048" y="848871"/>
                  </a:lnTo>
                  <a:lnTo>
                    <a:pt x="1955213" y="850877"/>
                  </a:lnTo>
                  <a:lnTo>
                    <a:pt x="1958829" y="849874"/>
                  </a:lnTo>
                  <a:lnTo>
                    <a:pt x="1961418" y="850226"/>
                  </a:lnTo>
                  <a:lnTo>
                    <a:pt x="1964971" y="851963"/>
                  </a:lnTo>
                  <a:lnTo>
                    <a:pt x="1967056" y="851974"/>
                  </a:lnTo>
                  <a:lnTo>
                    <a:pt x="1968912" y="849221"/>
                  </a:lnTo>
                  <a:lnTo>
                    <a:pt x="1974103" y="849575"/>
                  </a:lnTo>
                  <a:lnTo>
                    <a:pt x="1975566" y="850857"/>
                  </a:lnTo>
                  <a:lnTo>
                    <a:pt x="1981800" y="849988"/>
                  </a:lnTo>
                  <a:lnTo>
                    <a:pt x="1982448" y="849562"/>
                  </a:lnTo>
                  <a:lnTo>
                    <a:pt x="1999033" y="852723"/>
                  </a:lnTo>
                  <a:lnTo>
                    <a:pt x="2006914" y="853023"/>
                  </a:lnTo>
                  <a:lnTo>
                    <a:pt x="2011030" y="854335"/>
                  </a:lnTo>
                  <a:lnTo>
                    <a:pt x="2015071" y="860928"/>
                  </a:lnTo>
                  <a:lnTo>
                    <a:pt x="2021170" y="863494"/>
                  </a:lnTo>
                  <a:lnTo>
                    <a:pt x="2022657" y="865069"/>
                  </a:lnTo>
                  <a:lnTo>
                    <a:pt x="2024027" y="869108"/>
                  </a:lnTo>
                  <a:lnTo>
                    <a:pt x="2028017" y="869876"/>
                  </a:lnTo>
                  <a:lnTo>
                    <a:pt x="2029725" y="869210"/>
                  </a:lnTo>
                  <a:lnTo>
                    <a:pt x="2031200" y="869818"/>
                  </a:lnTo>
                  <a:lnTo>
                    <a:pt x="2032478" y="873332"/>
                  </a:lnTo>
                  <a:lnTo>
                    <a:pt x="2036665" y="874505"/>
                  </a:lnTo>
                  <a:lnTo>
                    <a:pt x="2040298" y="873879"/>
                  </a:lnTo>
                  <a:lnTo>
                    <a:pt x="2041288" y="870566"/>
                  </a:lnTo>
                  <a:lnTo>
                    <a:pt x="2039658" y="866062"/>
                  </a:lnTo>
                  <a:lnTo>
                    <a:pt x="2042254" y="863960"/>
                  </a:lnTo>
                  <a:lnTo>
                    <a:pt x="2046195" y="863078"/>
                  </a:lnTo>
                  <a:lnTo>
                    <a:pt x="2050112" y="860431"/>
                  </a:lnTo>
                  <a:lnTo>
                    <a:pt x="2060708" y="858935"/>
                  </a:lnTo>
                  <a:lnTo>
                    <a:pt x="2062752" y="858868"/>
                  </a:lnTo>
                  <a:lnTo>
                    <a:pt x="2064088" y="859640"/>
                  </a:lnTo>
                  <a:lnTo>
                    <a:pt x="2064514" y="867043"/>
                  </a:lnTo>
                  <a:lnTo>
                    <a:pt x="2063727" y="878285"/>
                  </a:lnTo>
                  <a:lnTo>
                    <a:pt x="2062591" y="887297"/>
                  </a:lnTo>
                  <a:lnTo>
                    <a:pt x="2060218" y="896062"/>
                  </a:lnTo>
                  <a:lnTo>
                    <a:pt x="2035107" y="949298"/>
                  </a:lnTo>
                  <a:lnTo>
                    <a:pt x="2027632" y="969620"/>
                  </a:lnTo>
                  <a:lnTo>
                    <a:pt x="2020386" y="995588"/>
                  </a:lnTo>
                  <a:lnTo>
                    <a:pt x="2014961" y="1019666"/>
                  </a:lnTo>
                  <a:lnTo>
                    <a:pt x="2011912" y="1036987"/>
                  </a:lnTo>
                  <a:lnTo>
                    <a:pt x="2009672" y="1056285"/>
                  </a:lnTo>
                  <a:lnTo>
                    <a:pt x="2007684" y="1096633"/>
                  </a:lnTo>
                  <a:lnTo>
                    <a:pt x="2008327" y="1118280"/>
                  </a:lnTo>
                  <a:lnTo>
                    <a:pt x="2008088" y="1134232"/>
                  </a:lnTo>
                  <a:lnTo>
                    <a:pt x="2006222" y="1168117"/>
                  </a:lnTo>
                  <a:lnTo>
                    <a:pt x="2006543" y="1180638"/>
                  </a:lnTo>
                  <a:lnTo>
                    <a:pt x="2008346" y="1210519"/>
                  </a:lnTo>
                  <a:lnTo>
                    <a:pt x="2008191" y="1225740"/>
                  </a:lnTo>
                  <a:lnTo>
                    <a:pt x="2006041" y="1237939"/>
                  </a:lnTo>
                  <a:lnTo>
                    <a:pt x="2000307" y="1253608"/>
                  </a:lnTo>
                  <a:lnTo>
                    <a:pt x="1999085" y="1266873"/>
                  </a:lnTo>
                  <a:lnTo>
                    <a:pt x="1999664" y="1278094"/>
                  </a:lnTo>
                  <a:lnTo>
                    <a:pt x="2004265" y="1293270"/>
                  </a:lnTo>
                  <a:lnTo>
                    <a:pt x="2008355" y="1300695"/>
                  </a:lnTo>
                  <a:lnTo>
                    <a:pt x="2007392" y="1302228"/>
                  </a:lnTo>
                  <a:lnTo>
                    <a:pt x="2008620" y="1312115"/>
                  </a:lnTo>
                  <a:lnTo>
                    <a:pt x="2011814" y="1322247"/>
                  </a:lnTo>
                  <a:lnTo>
                    <a:pt x="2015170" y="1329875"/>
                  </a:lnTo>
                  <a:lnTo>
                    <a:pt x="2019017" y="1336759"/>
                  </a:lnTo>
                  <a:lnTo>
                    <a:pt x="2028878" y="1351402"/>
                  </a:lnTo>
                  <a:lnTo>
                    <a:pt x="2036834" y="1360765"/>
                  </a:lnTo>
                  <a:lnTo>
                    <a:pt x="2049641" y="1372164"/>
                  </a:lnTo>
                  <a:lnTo>
                    <a:pt x="2059186" y="1379128"/>
                  </a:lnTo>
                  <a:lnTo>
                    <a:pt x="2061560" y="1381742"/>
                  </a:lnTo>
                  <a:lnTo>
                    <a:pt x="2061336" y="1382787"/>
                  </a:lnTo>
                  <a:lnTo>
                    <a:pt x="2061344" y="1388537"/>
                  </a:lnTo>
                  <a:lnTo>
                    <a:pt x="2056936" y="1401875"/>
                  </a:lnTo>
                  <a:lnTo>
                    <a:pt x="2053239" y="1409297"/>
                  </a:lnTo>
                  <a:lnTo>
                    <a:pt x="2052315" y="1414549"/>
                  </a:lnTo>
                  <a:lnTo>
                    <a:pt x="2052285" y="1420205"/>
                  </a:lnTo>
                  <a:lnTo>
                    <a:pt x="2053338" y="1424875"/>
                  </a:lnTo>
                  <a:lnTo>
                    <a:pt x="2059237" y="1437688"/>
                  </a:lnTo>
                  <a:lnTo>
                    <a:pt x="2069348" y="1459225"/>
                  </a:lnTo>
                  <a:lnTo>
                    <a:pt x="2075539" y="1468973"/>
                  </a:lnTo>
                  <a:lnTo>
                    <a:pt x="2076826" y="1473020"/>
                  </a:lnTo>
                  <a:lnTo>
                    <a:pt x="2078349" y="1475325"/>
                  </a:lnTo>
                  <a:lnTo>
                    <a:pt x="2079634" y="1480126"/>
                  </a:lnTo>
                  <a:lnTo>
                    <a:pt x="2079869" y="1484255"/>
                  </a:lnTo>
                  <a:lnTo>
                    <a:pt x="2081512" y="1487767"/>
                  </a:lnTo>
                  <a:lnTo>
                    <a:pt x="2083373" y="1491189"/>
                  </a:lnTo>
                  <a:lnTo>
                    <a:pt x="2087293" y="1496011"/>
                  </a:lnTo>
                  <a:lnTo>
                    <a:pt x="2095899" y="1504776"/>
                  </a:lnTo>
                  <a:lnTo>
                    <a:pt x="2104187" y="1511622"/>
                  </a:lnTo>
                  <a:lnTo>
                    <a:pt x="2111438" y="1521112"/>
                  </a:lnTo>
                  <a:lnTo>
                    <a:pt x="2127696" y="1537020"/>
                  </a:lnTo>
                  <a:lnTo>
                    <a:pt x="2136940" y="1546991"/>
                  </a:lnTo>
                  <a:lnTo>
                    <a:pt x="2152399" y="1564640"/>
                  </a:lnTo>
                  <a:lnTo>
                    <a:pt x="2153659" y="1568449"/>
                  </a:lnTo>
                  <a:lnTo>
                    <a:pt x="2158127" y="1573853"/>
                  </a:lnTo>
                  <a:lnTo>
                    <a:pt x="2167479" y="1584760"/>
                  </a:lnTo>
                  <a:lnTo>
                    <a:pt x="2171977" y="1594248"/>
                  </a:lnTo>
                  <a:lnTo>
                    <a:pt x="2172742" y="1596711"/>
                  </a:lnTo>
                  <a:lnTo>
                    <a:pt x="2172576" y="1599465"/>
                  </a:lnTo>
                  <a:lnTo>
                    <a:pt x="2176751" y="1615833"/>
                  </a:lnTo>
                  <a:lnTo>
                    <a:pt x="2178582" y="1619285"/>
                  </a:lnTo>
                  <a:lnTo>
                    <a:pt x="2182216" y="1623830"/>
                  </a:lnTo>
                  <a:lnTo>
                    <a:pt x="2184180" y="1625735"/>
                  </a:lnTo>
                  <a:lnTo>
                    <a:pt x="2184795" y="1627871"/>
                  </a:lnTo>
                  <a:lnTo>
                    <a:pt x="2183635" y="1629109"/>
                  </a:lnTo>
                  <a:lnTo>
                    <a:pt x="2183547" y="1633696"/>
                  </a:lnTo>
                  <a:lnTo>
                    <a:pt x="2185449" y="1638534"/>
                  </a:lnTo>
                  <a:lnTo>
                    <a:pt x="2185058" y="1640500"/>
                  </a:lnTo>
                  <a:lnTo>
                    <a:pt x="2186353" y="1643534"/>
                  </a:lnTo>
                  <a:lnTo>
                    <a:pt x="2190663" y="1648090"/>
                  </a:lnTo>
                  <a:lnTo>
                    <a:pt x="2195575" y="1650975"/>
                  </a:lnTo>
                  <a:lnTo>
                    <a:pt x="2199389" y="1652539"/>
                  </a:lnTo>
                  <a:lnTo>
                    <a:pt x="2206095" y="1657362"/>
                  </a:lnTo>
                  <a:lnTo>
                    <a:pt x="2205619" y="1658176"/>
                  </a:lnTo>
                  <a:lnTo>
                    <a:pt x="2207704" y="1661651"/>
                  </a:lnTo>
                  <a:lnTo>
                    <a:pt x="2210699" y="1663935"/>
                  </a:lnTo>
                  <a:lnTo>
                    <a:pt x="2209406" y="1666828"/>
                  </a:lnTo>
                  <a:lnTo>
                    <a:pt x="2210290" y="1669823"/>
                  </a:lnTo>
                  <a:lnTo>
                    <a:pt x="2211538" y="1672092"/>
                  </a:lnTo>
                  <a:lnTo>
                    <a:pt x="2215375" y="1674353"/>
                  </a:lnTo>
                  <a:lnTo>
                    <a:pt x="2219735" y="1674937"/>
                  </a:lnTo>
                  <a:lnTo>
                    <a:pt x="2223597" y="1673840"/>
                  </a:lnTo>
                  <a:lnTo>
                    <a:pt x="2224840" y="1674776"/>
                  </a:lnTo>
                  <a:lnTo>
                    <a:pt x="2226671" y="1685777"/>
                  </a:lnTo>
                  <a:lnTo>
                    <a:pt x="2229130" y="1692559"/>
                  </a:lnTo>
                  <a:lnTo>
                    <a:pt x="2232710" y="1696707"/>
                  </a:lnTo>
                  <a:lnTo>
                    <a:pt x="2237196" y="1700113"/>
                  </a:lnTo>
                  <a:lnTo>
                    <a:pt x="2244949" y="1703464"/>
                  </a:lnTo>
                  <a:lnTo>
                    <a:pt x="2252192" y="1705457"/>
                  </a:lnTo>
                  <a:lnTo>
                    <a:pt x="2254835" y="1707711"/>
                  </a:lnTo>
                  <a:lnTo>
                    <a:pt x="2260919" y="1710452"/>
                  </a:lnTo>
                  <a:lnTo>
                    <a:pt x="2268432" y="1712352"/>
                  </a:lnTo>
                  <a:lnTo>
                    <a:pt x="2277240" y="1713160"/>
                  </a:lnTo>
                  <a:lnTo>
                    <a:pt x="2287277" y="1713175"/>
                  </a:lnTo>
                  <a:lnTo>
                    <a:pt x="2304246" y="1711866"/>
                  </a:lnTo>
                  <a:lnTo>
                    <a:pt x="2308563" y="1713023"/>
                  </a:lnTo>
                  <a:lnTo>
                    <a:pt x="2316098" y="1712839"/>
                  </a:lnTo>
                  <a:lnTo>
                    <a:pt x="2320432" y="1715213"/>
                  </a:lnTo>
                  <a:lnTo>
                    <a:pt x="2331901" y="1724334"/>
                  </a:lnTo>
                  <a:lnTo>
                    <a:pt x="2332012" y="1726433"/>
                  </a:lnTo>
                  <a:lnTo>
                    <a:pt x="2336455" y="1728431"/>
                  </a:lnTo>
                  <a:lnTo>
                    <a:pt x="2343358" y="1729650"/>
                  </a:lnTo>
                  <a:lnTo>
                    <a:pt x="2349333" y="1729561"/>
                  </a:lnTo>
                  <a:lnTo>
                    <a:pt x="2358714" y="1730316"/>
                  </a:lnTo>
                  <a:lnTo>
                    <a:pt x="2362019" y="1733832"/>
                  </a:lnTo>
                  <a:lnTo>
                    <a:pt x="2364121" y="1740716"/>
                  </a:lnTo>
                  <a:lnTo>
                    <a:pt x="2368561" y="1746945"/>
                  </a:lnTo>
                  <a:lnTo>
                    <a:pt x="2375003" y="1751880"/>
                  </a:lnTo>
                  <a:lnTo>
                    <a:pt x="2381862" y="1760685"/>
                  </a:lnTo>
                  <a:lnTo>
                    <a:pt x="2384502" y="1768851"/>
                  </a:lnTo>
                  <a:lnTo>
                    <a:pt x="2385756" y="1770157"/>
                  </a:lnTo>
                  <a:lnTo>
                    <a:pt x="2392550" y="1773671"/>
                  </a:lnTo>
                  <a:lnTo>
                    <a:pt x="2400006" y="1774522"/>
                  </a:lnTo>
                  <a:lnTo>
                    <a:pt x="2413524" y="1772223"/>
                  </a:lnTo>
                  <a:lnTo>
                    <a:pt x="2426459" y="1768657"/>
                  </a:lnTo>
                  <a:lnTo>
                    <a:pt x="2438830" y="1765013"/>
                  </a:lnTo>
                  <a:lnTo>
                    <a:pt x="2506149" y="1737826"/>
                  </a:lnTo>
                  <a:lnTo>
                    <a:pt x="2520547" y="1733972"/>
                  </a:lnTo>
                  <a:lnTo>
                    <a:pt x="2554722" y="1730738"/>
                  </a:lnTo>
                  <a:lnTo>
                    <a:pt x="2560023" y="1731574"/>
                  </a:lnTo>
                  <a:lnTo>
                    <a:pt x="2567092" y="1731237"/>
                  </a:lnTo>
                  <a:lnTo>
                    <a:pt x="2574080" y="1730159"/>
                  </a:lnTo>
                  <a:lnTo>
                    <a:pt x="2580403" y="1728101"/>
                  </a:lnTo>
                  <a:lnTo>
                    <a:pt x="2586953" y="1724471"/>
                  </a:lnTo>
                  <a:lnTo>
                    <a:pt x="2592020" y="1719884"/>
                  </a:lnTo>
                  <a:lnTo>
                    <a:pt x="2596344" y="1714244"/>
                  </a:lnTo>
                  <a:lnTo>
                    <a:pt x="2598343" y="1710425"/>
                  </a:lnTo>
                  <a:lnTo>
                    <a:pt x="2601663" y="1707622"/>
                  </a:lnTo>
                  <a:lnTo>
                    <a:pt x="2617491" y="1703950"/>
                  </a:lnTo>
                  <a:lnTo>
                    <a:pt x="2624422" y="1701391"/>
                  </a:lnTo>
                  <a:lnTo>
                    <a:pt x="2636182" y="1698373"/>
                  </a:lnTo>
                  <a:lnTo>
                    <a:pt x="2679901" y="1691819"/>
                  </a:lnTo>
                  <a:lnTo>
                    <a:pt x="2682790" y="1692388"/>
                  </a:lnTo>
                  <a:lnTo>
                    <a:pt x="2688991" y="1699452"/>
                  </a:lnTo>
                  <a:lnTo>
                    <a:pt x="2694149" y="1701183"/>
                  </a:lnTo>
                  <a:lnTo>
                    <a:pt x="2697495" y="1698846"/>
                  </a:lnTo>
                  <a:lnTo>
                    <a:pt x="2694276" y="1696570"/>
                  </a:lnTo>
                  <a:lnTo>
                    <a:pt x="2695422" y="1694942"/>
                  </a:lnTo>
                  <a:lnTo>
                    <a:pt x="2700831" y="1694196"/>
                  </a:lnTo>
                  <a:lnTo>
                    <a:pt x="2706412" y="1692368"/>
                  </a:lnTo>
                  <a:lnTo>
                    <a:pt x="2717764" y="1685111"/>
                  </a:lnTo>
                  <a:lnTo>
                    <a:pt x="2726714" y="1680563"/>
                  </a:lnTo>
                  <a:lnTo>
                    <a:pt x="2730007" y="1679912"/>
                  </a:lnTo>
                  <a:lnTo>
                    <a:pt x="2733004" y="1677675"/>
                  </a:lnTo>
                  <a:lnTo>
                    <a:pt x="2738360" y="1671947"/>
                  </a:lnTo>
                  <a:lnTo>
                    <a:pt x="2744237" y="1664118"/>
                  </a:lnTo>
                  <a:lnTo>
                    <a:pt x="2751130" y="1659255"/>
                  </a:lnTo>
                  <a:lnTo>
                    <a:pt x="2766970" y="1650271"/>
                  </a:lnTo>
                  <a:lnTo>
                    <a:pt x="2774095" y="1645190"/>
                  </a:lnTo>
                  <a:lnTo>
                    <a:pt x="2774771" y="1643676"/>
                  </a:lnTo>
                  <a:lnTo>
                    <a:pt x="2778021" y="1640594"/>
                  </a:lnTo>
                  <a:lnTo>
                    <a:pt x="2796506" y="1626115"/>
                  </a:lnTo>
                  <a:lnTo>
                    <a:pt x="2811432" y="1610301"/>
                  </a:lnTo>
                  <a:lnTo>
                    <a:pt x="2815726" y="1602896"/>
                  </a:lnTo>
                  <a:lnTo>
                    <a:pt x="2815050" y="1597899"/>
                  </a:lnTo>
                  <a:lnTo>
                    <a:pt x="2816353" y="1593217"/>
                  </a:lnTo>
                  <a:lnTo>
                    <a:pt x="2816517" y="1586021"/>
                  </a:lnTo>
                  <a:lnTo>
                    <a:pt x="2815610" y="1584308"/>
                  </a:lnTo>
                  <a:lnTo>
                    <a:pt x="2815511" y="1577868"/>
                  </a:lnTo>
                  <a:lnTo>
                    <a:pt x="2817002" y="1573713"/>
                  </a:lnTo>
                  <a:lnTo>
                    <a:pt x="2817289" y="1570212"/>
                  </a:lnTo>
                  <a:lnTo>
                    <a:pt x="2814792" y="1567634"/>
                  </a:lnTo>
                  <a:lnTo>
                    <a:pt x="2814284" y="1565783"/>
                  </a:lnTo>
                  <a:lnTo>
                    <a:pt x="2818304" y="1559555"/>
                  </a:lnTo>
                  <a:lnTo>
                    <a:pt x="2818879" y="1554860"/>
                  </a:lnTo>
                  <a:lnTo>
                    <a:pt x="2822828" y="1550396"/>
                  </a:lnTo>
                  <a:lnTo>
                    <a:pt x="2835143" y="1540433"/>
                  </a:lnTo>
                  <a:lnTo>
                    <a:pt x="2841006" y="1529133"/>
                  </a:lnTo>
                  <a:lnTo>
                    <a:pt x="2838278" y="1526347"/>
                  </a:lnTo>
                  <a:lnTo>
                    <a:pt x="2838038" y="1525080"/>
                  </a:lnTo>
                  <a:lnTo>
                    <a:pt x="2838948" y="1524197"/>
                  </a:lnTo>
                  <a:lnTo>
                    <a:pt x="2838753" y="1523572"/>
                  </a:lnTo>
                  <a:lnTo>
                    <a:pt x="2835112" y="1517483"/>
                  </a:lnTo>
                  <a:lnTo>
                    <a:pt x="2836006" y="1511176"/>
                  </a:lnTo>
                  <a:lnTo>
                    <a:pt x="2834601" y="1507799"/>
                  </a:lnTo>
                  <a:lnTo>
                    <a:pt x="2833724" y="1505760"/>
                  </a:lnTo>
                  <a:lnTo>
                    <a:pt x="2834379" y="1504526"/>
                  </a:lnTo>
                  <a:lnTo>
                    <a:pt x="2834698" y="1499646"/>
                  </a:lnTo>
                  <a:lnTo>
                    <a:pt x="2833961" y="1498685"/>
                  </a:lnTo>
                  <a:lnTo>
                    <a:pt x="2832770" y="1486668"/>
                  </a:lnTo>
                  <a:lnTo>
                    <a:pt x="2832953" y="1480041"/>
                  </a:lnTo>
                  <a:lnTo>
                    <a:pt x="2829941" y="1468818"/>
                  </a:lnTo>
                  <a:lnTo>
                    <a:pt x="2829705" y="1465773"/>
                  </a:lnTo>
                  <a:lnTo>
                    <a:pt x="2834515" y="1448285"/>
                  </a:lnTo>
                  <a:lnTo>
                    <a:pt x="2834106" y="1439145"/>
                  </a:lnTo>
                  <a:lnTo>
                    <a:pt x="2837692" y="1432734"/>
                  </a:lnTo>
                  <a:lnTo>
                    <a:pt x="2837697" y="1431866"/>
                  </a:lnTo>
                  <a:lnTo>
                    <a:pt x="2836842" y="1431463"/>
                  </a:lnTo>
                  <a:lnTo>
                    <a:pt x="2836332" y="1428184"/>
                  </a:lnTo>
                  <a:lnTo>
                    <a:pt x="2837278" y="1423497"/>
                  </a:lnTo>
                  <a:lnTo>
                    <a:pt x="2840181" y="1410455"/>
                  </a:lnTo>
                  <a:lnTo>
                    <a:pt x="2843042" y="1404192"/>
                  </a:lnTo>
                  <a:lnTo>
                    <a:pt x="2845899" y="1401155"/>
                  </a:lnTo>
                  <a:lnTo>
                    <a:pt x="2857705" y="1392492"/>
                  </a:lnTo>
                  <a:lnTo>
                    <a:pt x="2868774" y="1384056"/>
                  </a:lnTo>
                  <a:lnTo>
                    <a:pt x="2879463" y="1380694"/>
                  </a:lnTo>
                  <a:lnTo>
                    <a:pt x="2889898" y="1373138"/>
                  </a:lnTo>
                  <a:lnTo>
                    <a:pt x="2893495" y="1371640"/>
                  </a:lnTo>
                  <a:lnTo>
                    <a:pt x="2915183" y="1364250"/>
                  </a:lnTo>
                  <a:lnTo>
                    <a:pt x="2934575" y="1359098"/>
                  </a:lnTo>
                  <a:lnTo>
                    <a:pt x="2938334" y="1358218"/>
                  </a:lnTo>
                  <a:lnTo>
                    <a:pt x="2952654" y="1354997"/>
                  </a:lnTo>
                  <a:lnTo>
                    <a:pt x="2963305" y="1352906"/>
                  </a:lnTo>
                  <a:lnTo>
                    <a:pt x="2970763" y="1351431"/>
                  </a:lnTo>
                  <a:lnTo>
                    <a:pt x="2976503" y="1350485"/>
                  </a:lnTo>
                  <a:lnTo>
                    <a:pt x="2980577" y="1349041"/>
                  </a:lnTo>
                  <a:lnTo>
                    <a:pt x="2991175" y="1346369"/>
                  </a:lnTo>
                  <a:lnTo>
                    <a:pt x="3005645" y="1343009"/>
                  </a:lnTo>
                  <a:lnTo>
                    <a:pt x="3010161" y="1340077"/>
                  </a:lnTo>
                  <a:lnTo>
                    <a:pt x="3016586" y="1338152"/>
                  </a:lnTo>
                  <a:lnTo>
                    <a:pt x="3020738" y="1335434"/>
                  </a:lnTo>
                  <a:lnTo>
                    <a:pt x="3028852" y="1326230"/>
                  </a:lnTo>
                  <a:lnTo>
                    <a:pt x="3036769" y="1323840"/>
                  </a:lnTo>
                  <a:lnTo>
                    <a:pt x="3038349" y="1323941"/>
                  </a:lnTo>
                  <a:lnTo>
                    <a:pt x="3041619" y="1322541"/>
                  </a:lnTo>
                  <a:lnTo>
                    <a:pt x="3053044" y="1318668"/>
                  </a:lnTo>
                  <a:lnTo>
                    <a:pt x="3057085" y="1318477"/>
                  </a:lnTo>
                  <a:lnTo>
                    <a:pt x="3061777" y="1319583"/>
                  </a:lnTo>
                  <a:lnTo>
                    <a:pt x="3066954" y="1318465"/>
                  </a:lnTo>
                  <a:lnTo>
                    <a:pt x="3069700" y="1317378"/>
                  </a:lnTo>
                  <a:lnTo>
                    <a:pt x="3070305" y="1315976"/>
                  </a:lnTo>
                  <a:lnTo>
                    <a:pt x="3075429" y="1311963"/>
                  </a:lnTo>
                  <a:lnTo>
                    <a:pt x="3078393" y="1309773"/>
                  </a:lnTo>
                  <a:lnTo>
                    <a:pt x="3081275" y="1308868"/>
                  </a:lnTo>
                  <a:lnTo>
                    <a:pt x="3091226" y="1309551"/>
                  </a:lnTo>
                  <a:lnTo>
                    <a:pt x="3100353" y="1308805"/>
                  </a:lnTo>
                  <a:lnTo>
                    <a:pt x="3112022" y="1312190"/>
                  </a:lnTo>
                  <a:lnTo>
                    <a:pt x="3127349" y="1315959"/>
                  </a:lnTo>
                  <a:lnTo>
                    <a:pt x="3149154" y="1318237"/>
                  </a:lnTo>
                  <a:lnTo>
                    <a:pt x="3154405" y="1318333"/>
                  </a:lnTo>
                  <a:lnTo>
                    <a:pt x="3158876" y="1320296"/>
                  </a:lnTo>
                  <a:lnTo>
                    <a:pt x="3164155" y="1320637"/>
                  </a:lnTo>
                  <a:lnTo>
                    <a:pt x="3171318" y="1322907"/>
                  </a:lnTo>
                  <a:lnTo>
                    <a:pt x="3178982" y="1321385"/>
                  </a:lnTo>
                  <a:lnTo>
                    <a:pt x="3183839" y="1321834"/>
                  </a:lnTo>
                  <a:lnTo>
                    <a:pt x="3194014" y="1317306"/>
                  </a:lnTo>
                  <a:lnTo>
                    <a:pt x="3196040" y="1315767"/>
                  </a:lnTo>
                  <a:lnTo>
                    <a:pt x="3196230" y="1309205"/>
                  </a:lnTo>
                  <a:lnTo>
                    <a:pt x="3195963" y="1306647"/>
                  </a:lnTo>
                  <a:lnTo>
                    <a:pt x="3193334" y="1306087"/>
                  </a:lnTo>
                  <a:lnTo>
                    <a:pt x="3195581" y="1302980"/>
                  </a:lnTo>
                  <a:lnTo>
                    <a:pt x="3197659" y="1301394"/>
                  </a:lnTo>
                  <a:lnTo>
                    <a:pt x="3207827" y="1306592"/>
                  </a:lnTo>
                  <a:lnTo>
                    <a:pt x="3210556" y="1308815"/>
                  </a:lnTo>
                  <a:lnTo>
                    <a:pt x="3211161" y="1306924"/>
                  </a:lnTo>
                  <a:lnTo>
                    <a:pt x="3208816" y="1305742"/>
                  </a:lnTo>
                  <a:lnTo>
                    <a:pt x="3207999" y="1306058"/>
                  </a:lnTo>
                  <a:lnTo>
                    <a:pt x="3208416" y="1303361"/>
                  </a:lnTo>
                  <a:lnTo>
                    <a:pt x="3213348" y="1308684"/>
                  </a:lnTo>
                  <a:lnTo>
                    <a:pt x="3214043" y="1311342"/>
                  </a:lnTo>
                  <a:lnTo>
                    <a:pt x="3217969" y="1317106"/>
                  </a:lnTo>
                  <a:lnTo>
                    <a:pt x="3221996" y="1321062"/>
                  </a:lnTo>
                  <a:lnTo>
                    <a:pt x="3227814" y="1338108"/>
                  </a:lnTo>
                  <a:lnTo>
                    <a:pt x="3231007" y="1339189"/>
                  </a:lnTo>
                  <a:lnTo>
                    <a:pt x="3229823" y="1335918"/>
                  </a:lnTo>
                  <a:lnTo>
                    <a:pt x="3230340" y="1330651"/>
                  </a:lnTo>
                  <a:lnTo>
                    <a:pt x="3232347" y="1329264"/>
                  </a:lnTo>
                  <a:lnTo>
                    <a:pt x="3233197" y="1327190"/>
                  </a:lnTo>
                  <a:lnTo>
                    <a:pt x="3232648" y="1324480"/>
                  </a:lnTo>
                  <a:lnTo>
                    <a:pt x="3228391" y="1319254"/>
                  </a:lnTo>
                  <a:lnTo>
                    <a:pt x="3228950" y="1318346"/>
                  </a:lnTo>
                  <a:lnTo>
                    <a:pt x="3231956" y="1318964"/>
                  </a:lnTo>
                  <a:lnTo>
                    <a:pt x="3232912" y="1321674"/>
                  </a:lnTo>
                  <a:lnTo>
                    <a:pt x="3233393" y="1326778"/>
                  </a:lnTo>
                  <a:lnTo>
                    <a:pt x="3231355" y="1334456"/>
                  </a:lnTo>
                  <a:lnTo>
                    <a:pt x="3233564" y="1339550"/>
                  </a:lnTo>
                  <a:lnTo>
                    <a:pt x="3233807" y="1342723"/>
                  </a:lnTo>
                  <a:lnTo>
                    <a:pt x="3233617" y="1346463"/>
                  </a:lnTo>
                  <a:lnTo>
                    <a:pt x="3234532" y="1348831"/>
                  </a:lnTo>
                  <a:lnTo>
                    <a:pt x="3236028" y="1350207"/>
                  </a:lnTo>
                  <a:lnTo>
                    <a:pt x="3239161" y="1351152"/>
                  </a:lnTo>
                  <a:lnTo>
                    <a:pt x="3240481" y="1352471"/>
                  </a:lnTo>
                  <a:lnTo>
                    <a:pt x="3238113" y="1361722"/>
                  </a:lnTo>
                  <a:lnTo>
                    <a:pt x="3234948" y="1365197"/>
                  </a:lnTo>
                  <a:lnTo>
                    <a:pt x="3233294" y="1375843"/>
                  </a:lnTo>
                  <a:lnTo>
                    <a:pt x="3232711" y="1379581"/>
                  </a:lnTo>
                  <a:lnTo>
                    <a:pt x="3230281" y="1386715"/>
                  </a:lnTo>
                  <a:lnTo>
                    <a:pt x="3225650" y="1392009"/>
                  </a:lnTo>
                  <a:lnTo>
                    <a:pt x="3221583" y="1399537"/>
                  </a:lnTo>
                  <a:lnTo>
                    <a:pt x="3221962" y="1401616"/>
                  </a:lnTo>
                  <a:lnTo>
                    <a:pt x="3216253" y="1406924"/>
                  </a:lnTo>
                  <a:lnTo>
                    <a:pt x="3208561" y="1419213"/>
                  </a:lnTo>
                  <a:lnTo>
                    <a:pt x="3206298" y="1421559"/>
                  </a:lnTo>
                  <a:lnTo>
                    <a:pt x="3205752" y="1422379"/>
                  </a:lnTo>
                  <a:lnTo>
                    <a:pt x="3205424" y="1422673"/>
                  </a:lnTo>
                  <a:lnTo>
                    <a:pt x="3203979" y="1423557"/>
                  </a:lnTo>
                  <a:lnTo>
                    <a:pt x="3201617" y="1426785"/>
                  </a:lnTo>
                  <a:lnTo>
                    <a:pt x="3194910" y="1432278"/>
                  </a:lnTo>
                  <a:lnTo>
                    <a:pt x="3192746" y="1434876"/>
                  </a:lnTo>
                  <a:lnTo>
                    <a:pt x="3187904" y="1443384"/>
                  </a:lnTo>
                  <a:lnTo>
                    <a:pt x="3186039" y="1446453"/>
                  </a:lnTo>
                  <a:lnTo>
                    <a:pt x="3183266" y="1453570"/>
                  </a:lnTo>
                  <a:lnTo>
                    <a:pt x="3183596" y="1454393"/>
                  </a:lnTo>
                  <a:lnTo>
                    <a:pt x="3183165" y="1455290"/>
                  </a:lnTo>
                  <a:lnTo>
                    <a:pt x="3183264" y="1455710"/>
                  </a:lnTo>
                  <a:lnTo>
                    <a:pt x="3182638" y="1457793"/>
                  </a:lnTo>
                  <a:lnTo>
                    <a:pt x="3176767" y="1466604"/>
                  </a:lnTo>
                  <a:lnTo>
                    <a:pt x="3174129" y="1474824"/>
                  </a:lnTo>
                  <a:lnTo>
                    <a:pt x="3172731" y="1481811"/>
                  </a:lnTo>
                  <a:lnTo>
                    <a:pt x="3172460" y="1484990"/>
                  </a:lnTo>
                  <a:lnTo>
                    <a:pt x="3173549" y="1493954"/>
                  </a:lnTo>
                  <a:lnTo>
                    <a:pt x="3177041" y="1501608"/>
                  </a:lnTo>
                  <a:lnTo>
                    <a:pt x="3178963" y="1502155"/>
                  </a:lnTo>
                  <a:lnTo>
                    <a:pt x="3180149" y="1507062"/>
                  </a:lnTo>
                  <a:lnTo>
                    <a:pt x="3178404" y="1513146"/>
                  </a:lnTo>
                  <a:lnTo>
                    <a:pt x="3176617" y="1514243"/>
                  </a:lnTo>
                  <a:lnTo>
                    <a:pt x="3176056" y="1515472"/>
                  </a:lnTo>
                  <a:lnTo>
                    <a:pt x="3175885" y="1517276"/>
                  </a:lnTo>
                  <a:lnTo>
                    <a:pt x="3177075" y="1519528"/>
                  </a:lnTo>
                  <a:lnTo>
                    <a:pt x="3176173" y="1520369"/>
                  </a:lnTo>
                  <a:lnTo>
                    <a:pt x="3174992" y="1519323"/>
                  </a:lnTo>
                  <a:lnTo>
                    <a:pt x="3175638" y="1513905"/>
                  </a:lnTo>
                  <a:lnTo>
                    <a:pt x="3176184" y="1513226"/>
                  </a:lnTo>
                  <a:lnTo>
                    <a:pt x="3178252" y="1513005"/>
                  </a:lnTo>
                  <a:lnTo>
                    <a:pt x="3179971" y="1506692"/>
                  </a:lnTo>
                  <a:lnTo>
                    <a:pt x="3179203" y="1503690"/>
                  </a:lnTo>
                  <a:lnTo>
                    <a:pt x="3176391" y="1501070"/>
                  </a:lnTo>
                  <a:lnTo>
                    <a:pt x="3174760" y="1500573"/>
                  </a:lnTo>
                  <a:lnTo>
                    <a:pt x="3177590" y="1507229"/>
                  </a:lnTo>
                  <a:lnTo>
                    <a:pt x="3173233" y="1517090"/>
                  </a:lnTo>
                  <a:lnTo>
                    <a:pt x="3171645" y="1518224"/>
                  </a:lnTo>
                  <a:lnTo>
                    <a:pt x="3168297" y="1518952"/>
                  </a:lnTo>
                  <a:lnTo>
                    <a:pt x="3167095" y="1517548"/>
                  </a:lnTo>
                  <a:lnTo>
                    <a:pt x="3164615" y="1519978"/>
                  </a:lnTo>
                  <a:lnTo>
                    <a:pt x="3158638" y="1532814"/>
                  </a:lnTo>
                  <a:lnTo>
                    <a:pt x="3157962" y="1537434"/>
                  </a:lnTo>
                  <a:lnTo>
                    <a:pt x="3156721" y="1541659"/>
                  </a:lnTo>
                  <a:lnTo>
                    <a:pt x="3155328" y="1541847"/>
                  </a:lnTo>
                  <a:lnTo>
                    <a:pt x="3154548" y="1540590"/>
                  </a:lnTo>
                  <a:lnTo>
                    <a:pt x="3155898" y="1540543"/>
                  </a:lnTo>
                  <a:lnTo>
                    <a:pt x="3157289" y="1539271"/>
                  </a:lnTo>
                  <a:lnTo>
                    <a:pt x="3157899" y="1533208"/>
                  </a:lnTo>
                  <a:lnTo>
                    <a:pt x="3153039" y="1534208"/>
                  </a:lnTo>
                  <a:lnTo>
                    <a:pt x="3147937" y="1536502"/>
                  </a:lnTo>
                  <a:lnTo>
                    <a:pt x="3147883" y="1544548"/>
                  </a:lnTo>
                  <a:lnTo>
                    <a:pt x="3153690" y="1549791"/>
                  </a:lnTo>
                  <a:lnTo>
                    <a:pt x="3155823" y="1548647"/>
                  </a:lnTo>
                  <a:lnTo>
                    <a:pt x="3156343" y="1547914"/>
                  </a:lnTo>
                  <a:lnTo>
                    <a:pt x="3155822" y="1547726"/>
                  </a:lnTo>
                  <a:lnTo>
                    <a:pt x="3154483" y="1548361"/>
                  </a:lnTo>
                  <a:lnTo>
                    <a:pt x="3156234" y="1547259"/>
                  </a:lnTo>
                  <a:lnTo>
                    <a:pt x="3158167" y="1551848"/>
                  </a:lnTo>
                  <a:lnTo>
                    <a:pt x="3158227" y="1552834"/>
                  </a:lnTo>
                  <a:lnTo>
                    <a:pt x="3157260" y="1553183"/>
                  </a:lnTo>
                  <a:lnTo>
                    <a:pt x="3157540" y="1554533"/>
                  </a:lnTo>
                  <a:lnTo>
                    <a:pt x="3159026" y="1555258"/>
                  </a:lnTo>
                  <a:lnTo>
                    <a:pt x="3159957" y="1554570"/>
                  </a:lnTo>
                  <a:lnTo>
                    <a:pt x="3161712" y="1550240"/>
                  </a:lnTo>
                  <a:lnTo>
                    <a:pt x="3163426" y="1548523"/>
                  </a:lnTo>
                  <a:lnTo>
                    <a:pt x="3169993" y="1546540"/>
                  </a:lnTo>
                  <a:lnTo>
                    <a:pt x="3171950" y="1546833"/>
                  </a:lnTo>
                  <a:lnTo>
                    <a:pt x="3177900" y="1542854"/>
                  </a:lnTo>
                  <a:lnTo>
                    <a:pt x="3181194" y="1541549"/>
                  </a:lnTo>
                  <a:lnTo>
                    <a:pt x="3180549" y="1536153"/>
                  </a:lnTo>
                  <a:lnTo>
                    <a:pt x="3185838" y="1540793"/>
                  </a:lnTo>
                  <a:lnTo>
                    <a:pt x="3184952" y="1552824"/>
                  </a:lnTo>
                  <a:lnTo>
                    <a:pt x="3184080" y="1555884"/>
                  </a:lnTo>
                  <a:lnTo>
                    <a:pt x="3180835" y="1559673"/>
                  </a:lnTo>
                  <a:lnTo>
                    <a:pt x="3178606" y="1560916"/>
                  </a:lnTo>
                  <a:lnTo>
                    <a:pt x="3175292" y="1566180"/>
                  </a:lnTo>
                  <a:lnTo>
                    <a:pt x="3171670" y="1566976"/>
                  </a:lnTo>
                  <a:lnTo>
                    <a:pt x="3170939" y="1566786"/>
                  </a:lnTo>
                  <a:lnTo>
                    <a:pt x="3172184" y="1566788"/>
                  </a:lnTo>
                  <a:lnTo>
                    <a:pt x="3173536" y="1565681"/>
                  </a:lnTo>
                  <a:lnTo>
                    <a:pt x="3173757" y="1562374"/>
                  </a:lnTo>
                  <a:lnTo>
                    <a:pt x="3172453" y="1562584"/>
                  </a:lnTo>
                  <a:lnTo>
                    <a:pt x="3163154" y="1570019"/>
                  </a:lnTo>
                  <a:lnTo>
                    <a:pt x="3160880" y="1580141"/>
                  </a:lnTo>
                  <a:lnTo>
                    <a:pt x="3161771" y="1581093"/>
                  </a:lnTo>
                  <a:lnTo>
                    <a:pt x="3161654" y="1583667"/>
                  </a:lnTo>
                  <a:lnTo>
                    <a:pt x="3159074" y="1587033"/>
                  </a:lnTo>
                  <a:lnTo>
                    <a:pt x="3161054" y="1591718"/>
                  </a:lnTo>
                  <a:lnTo>
                    <a:pt x="3165452" y="1593221"/>
                  </a:lnTo>
                  <a:lnTo>
                    <a:pt x="3170203" y="1584552"/>
                  </a:lnTo>
                  <a:lnTo>
                    <a:pt x="3170932" y="1581639"/>
                  </a:lnTo>
                  <a:lnTo>
                    <a:pt x="3168825" y="1584827"/>
                  </a:lnTo>
                  <a:lnTo>
                    <a:pt x="3167440" y="1585550"/>
                  </a:lnTo>
                  <a:lnTo>
                    <a:pt x="3173266" y="1578219"/>
                  </a:lnTo>
                  <a:lnTo>
                    <a:pt x="3178922" y="1574314"/>
                  </a:lnTo>
                  <a:lnTo>
                    <a:pt x="3182477" y="1573925"/>
                  </a:lnTo>
                  <a:lnTo>
                    <a:pt x="3185246" y="1575201"/>
                  </a:lnTo>
                  <a:lnTo>
                    <a:pt x="3180958" y="1581715"/>
                  </a:lnTo>
                  <a:lnTo>
                    <a:pt x="3177065" y="1586126"/>
                  </a:lnTo>
                  <a:lnTo>
                    <a:pt x="3176071" y="1589504"/>
                  </a:lnTo>
                  <a:lnTo>
                    <a:pt x="3175882" y="1599252"/>
                  </a:lnTo>
                  <a:lnTo>
                    <a:pt x="3175977" y="1604625"/>
                  </a:lnTo>
                  <a:lnTo>
                    <a:pt x="3174673" y="1606084"/>
                  </a:lnTo>
                  <a:lnTo>
                    <a:pt x="3170499" y="1618488"/>
                  </a:lnTo>
                  <a:lnTo>
                    <a:pt x="3168978" y="1622967"/>
                  </a:lnTo>
                  <a:lnTo>
                    <a:pt x="3166612" y="1635694"/>
                  </a:lnTo>
                  <a:lnTo>
                    <a:pt x="3166411" y="1643614"/>
                  </a:lnTo>
                  <a:lnTo>
                    <a:pt x="3162488" y="1649531"/>
                  </a:lnTo>
                  <a:lnTo>
                    <a:pt x="3161458" y="1654615"/>
                  </a:lnTo>
                  <a:lnTo>
                    <a:pt x="3161225" y="1669191"/>
                  </a:lnTo>
                  <a:lnTo>
                    <a:pt x="3159335" y="1675345"/>
                  </a:lnTo>
                  <a:lnTo>
                    <a:pt x="3159865" y="1685474"/>
                  </a:lnTo>
                  <a:lnTo>
                    <a:pt x="3157668" y="1689125"/>
                  </a:lnTo>
                  <a:lnTo>
                    <a:pt x="3154063" y="1698256"/>
                  </a:lnTo>
                  <a:lnTo>
                    <a:pt x="3153477" y="1712826"/>
                  </a:lnTo>
                  <a:lnTo>
                    <a:pt x="3152358" y="1713919"/>
                  </a:lnTo>
                  <a:lnTo>
                    <a:pt x="3151817" y="1712950"/>
                  </a:lnTo>
                  <a:lnTo>
                    <a:pt x="3151005" y="1713221"/>
                  </a:lnTo>
                  <a:lnTo>
                    <a:pt x="3147576" y="1719021"/>
                  </a:lnTo>
                  <a:lnTo>
                    <a:pt x="3144756" y="1717195"/>
                  </a:lnTo>
                  <a:lnTo>
                    <a:pt x="3132853" y="1718348"/>
                  </a:lnTo>
                  <a:lnTo>
                    <a:pt x="3129894" y="1688140"/>
                  </a:lnTo>
                  <a:lnTo>
                    <a:pt x="3105038" y="1690459"/>
                  </a:lnTo>
                  <a:lnTo>
                    <a:pt x="3104329" y="1683635"/>
                  </a:lnTo>
                  <a:lnTo>
                    <a:pt x="3097364" y="1682849"/>
                  </a:lnTo>
                  <a:lnTo>
                    <a:pt x="3088723" y="1684102"/>
                  </a:lnTo>
                  <a:lnTo>
                    <a:pt x="3078446" y="1683516"/>
                  </a:lnTo>
                  <a:lnTo>
                    <a:pt x="3073840" y="1688194"/>
                  </a:lnTo>
                  <a:lnTo>
                    <a:pt x="3072252" y="1700231"/>
                  </a:lnTo>
                  <a:lnTo>
                    <a:pt x="3066150" y="1709121"/>
                  </a:lnTo>
                  <a:lnTo>
                    <a:pt x="3066762" y="1714945"/>
                  </a:lnTo>
                  <a:lnTo>
                    <a:pt x="3065320" y="1717210"/>
                  </a:lnTo>
                  <a:lnTo>
                    <a:pt x="3059446" y="1721295"/>
                  </a:lnTo>
                  <a:lnTo>
                    <a:pt x="3058390" y="1723361"/>
                  </a:lnTo>
                  <a:lnTo>
                    <a:pt x="3054456" y="1739094"/>
                  </a:lnTo>
                  <a:lnTo>
                    <a:pt x="3050795" y="1743455"/>
                  </a:lnTo>
                  <a:lnTo>
                    <a:pt x="3046117" y="1751606"/>
                  </a:lnTo>
                  <a:lnTo>
                    <a:pt x="3041772" y="1755736"/>
                  </a:lnTo>
                  <a:lnTo>
                    <a:pt x="3041568" y="1758876"/>
                  </a:lnTo>
                  <a:lnTo>
                    <a:pt x="3038911" y="1758908"/>
                  </a:lnTo>
                  <a:lnTo>
                    <a:pt x="3035282" y="1757093"/>
                  </a:lnTo>
                  <a:lnTo>
                    <a:pt x="3031191" y="1752075"/>
                  </a:lnTo>
                  <a:lnTo>
                    <a:pt x="3026491" y="1753923"/>
                  </a:lnTo>
                  <a:lnTo>
                    <a:pt x="3023869" y="1749306"/>
                  </a:lnTo>
                  <a:lnTo>
                    <a:pt x="3021247" y="1747856"/>
                  </a:lnTo>
                  <a:lnTo>
                    <a:pt x="3015429" y="1749480"/>
                  </a:lnTo>
                  <a:lnTo>
                    <a:pt x="3007823" y="1756453"/>
                  </a:lnTo>
                  <a:lnTo>
                    <a:pt x="3009182" y="1771269"/>
                  </a:lnTo>
                  <a:lnTo>
                    <a:pt x="2884567" y="1781963"/>
                  </a:lnTo>
                  <a:lnTo>
                    <a:pt x="2799975" y="1788729"/>
                  </a:lnTo>
                  <a:lnTo>
                    <a:pt x="2803545" y="1835449"/>
                  </a:lnTo>
                  <a:lnTo>
                    <a:pt x="2805167" y="1855944"/>
                  </a:lnTo>
                  <a:lnTo>
                    <a:pt x="2753388" y="1859852"/>
                  </a:lnTo>
                  <a:lnTo>
                    <a:pt x="2754925" y="1863623"/>
                  </a:lnTo>
                  <a:lnTo>
                    <a:pt x="2756146" y="1864642"/>
                  </a:lnTo>
                  <a:lnTo>
                    <a:pt x="2761044" y="1864811"/>
                  </a:lnTo>
                  <a:lnTo>
                    <a:pt x="2763685" y="1866333"/>
                  </a:lnTo>
                  <a:lnTo>
                    <a:pt x="2764666" y="1867903"/>
                  </a:lnTo>
                  <a:lnTo>
                    <a:pt x="2766466" y="1867771"/>
                  </a:lnTo>
                  <a:lnTo>
                    <a:pt x="2767191" y="1867003"/>
                  </a:lnTo>
                  <a:lnTo>
                    <a:pt x="2772416" y="1866986"/>
                  </a:lnTo>
                  <a:lnTo>
                    <a:pt x="2773948" y="1868009"/>
                  </a:lnTo>
                  <a:lnTo>
                    <a:pt x="2774412" y="1869217"/>
                  </a:lnTo>
                  <a:lnTo>
                    <a:pt x="2773511" y="1871313"/>
                  </a:lnTo>
                  <a:lnTo>
                    <a:pt x="2773676" y="1873304"/>
                  </a:lnTo>
                  <a:lnTo>
                    <a:pt x="2774253" y="1875170"/>
                  </a:lnTo>
                  <a:lnTo>
                    <a:pt x="2775240" y="1875962"/>
                  </a:lnTo>
                  <a:lnTo>
                    <a:pt x="2778236" y="1876023"/>
                  </a:lnTo>
                  <a:lnTo>
                    <a:pt x="2779146" y="1876617"/>
                  </a:lnTo>
                  <a:lnTo>
                    <a:pt x="2781431" y="1881477"/>
                  </a:lnTo>
                  <a:lnTo>
                    <a:pt x="2785787" y="1885629"/>
                  </a:lnTo>
                  <a:lnTo>
                    <a:pt x="2788277" y="1886739"/>
                  </a:lnTo>
                  <a:lnTo>
                    <a:pt x="2791991" y="1886706"/>
                  </a:lnTo>
                  <a:lnTo>
                    <a:pt x="2794973" y="1890998"/>
                  </a:lnTo>
                  <a:lnTo>
                    <a:pt x="2799316" y="1895460"/>
                  </a:lnTo>
                  <a:lnTo>
                    <a:pt x="2798323" y="1896914"/>
                  </a:lnTo>
                  <a:lnTo>
                    <a:pt x="2799387" y="1898125"/>
                  </a:lnTo>
                  <a:lnTo>
                    <a:pt x="2807859" y="1900570"/>
                  </a:lnTo>
                  <a:lnTo>
                    <a:pt x="2808589" y="1898756"/>
                  </a:lnTo>
                  <a:lnTo>
                    <a:pt x="2811998" y="1900064"/>
                  </a:lnTo>
                  <a:lnTo>
                    <a:pt x="2816645" y="1906504"/>
                  </a:lnTo>
                  <a:lnTo>
                    <a:pt x="2823683" y="1907191"/>
                  </a:lnTo>
                  <a:lnTo>
                    <a:pt x="2835971" y="1912496"/>
                  </a:lnTo>
                  <a:lnTo>
                    <a:pt x="2840391" y="1915709"/>
                  </a:lnTo>
                  <a:lnTo>
                    <a:pt x="2845469" y="1920248"/>
                  </a:lnTo>
                  <a:lnTo>
                    <a:pt x="2848703" y="1925885"/>
                  </a:lnTo>
                  <a:lnTo>
                    <a:pt x="2849396" y="1931500"/>
                  </a:lnTo>
                  <a:lnTo>
                    <a:pt x="2848033" y="1932114"/>
                  </a:lnTo>
                  <a:lnTo>
                    <a:pt x="2848184" y="1932845"/>
                  </a:lnTo>
                  <a:lnTo>
                    <a:pt x="2850764" y="1932968"/>
                  </a:lnTo>
                  <a:lnTo>
                    <a:pt x="2852425" y="1940705"/>
                  </a:lnTo>
                  <a:lnTo>
                    <a:pt x="2855211" y="1943493"/>
                  </a:lnTo>
                  <a:lnTo>
                    <a:pt x="2857612" y="1944875"/>
                  </a:lnTo>
                  <a:lnTo>
                    <a:pt x="2866809" y="1944794"/>
                  </a:lnTo>
                  <a:lnTo>
                    <a:pt x="2871061" y="1945661"/>
                  </a:lnTo>
                  <a:lnTo>
                    <a:pt x="2870673" y="1950111"/>
                  </a:lnTo>
                  <a:lnTo>
                    <a:pt x="2878004" y="1949294"/>
                  </a:lnTo>
                  <a:lnTo>
                    <a:pt x="2880311" y="1951250"/>
                  </a:lnTo>
                  <a:lnTo>
                    <a:pt x="2882405" y="1954576"/>
                  </a:lnTo>
                  <a:lnTo>
                    <a:pt x="2875938" y="1975329"/>
                  </a:lnTo>
                  <a:lnTo>
                    <a:pt x="2876715" y="1978205"/>
                  </a:lnTo>
                  <a:lnTo>
                    <a:pt x="2879843" y="1983442"/>
                  </a:lnTo>
                  <a:lnTo>
                    <a:pt x="2877208" y="1985546"/>
                  </a:lnTo>
                  <a:lnTo>
                    <a:pt x="2876858" y="1987347"/>
                  </a:lnTo>
                  <a:lnTo>
                    <a:pt x="2877175" y="1989173"/>
                  </a:lnTo>
                  <a:lnTo>
                    <a:pt x="2879514" y="1988677"/>
                  </a:lnTo>
                  <a:lnTo>
                    <a:pt x="2879069" y="1991332"/>
                  </a:lnTo>
                  <a:lnTo>
                    <a:pt x="2838592" y="1994551"/>
                  </a:lnTo>
                  <a:lnTo>
                    <a:pt x="2819000" y="1996092"/>
                  </a:lnTo>
                  <a:lnTo>
                    <a:pt x="2795367" y="1997868"/>
                  </a:lnTo>
                  <a:lnTo>
                    <a:pt x="2780261" y="1998997"/>
                  </a:lnTo>
                  <a:lnTo>
                    <a:pt x="2770431" y="1999730"/>
                  </a:lnTo>
                  <a:lnTo>
                    <a:pt x="2730057" y="2002715"/>
                  </a:lnTo>
                  <a:lnTo>
                    <a:pt x="2710766" y="2042821"/>
                  </a:lnTo>
                  <a:lnTo>
                    <a:pt x="2703838" y="2057216"/>
                  </a:lnTo>
                  <a:lnTo>
                    <a:pt x="2689715" y="2086548"/>
                  </a:lnTo>
                  <a:lnTo>
                    <a:pt x="2681411" y="2103802"/>
                  </a:lnTo>
                  <a:lnTo>
                    <a:pt x="2684713" y="2107607"/>
                  </a:lnTo>
                  <a:lnTo>
                    <a:pt x="2687386" y="2110609"/>
                  </a:lnTo>
                  <a:lnTo>
                    <a:pt x="2694349" y="2118455"/>
                  </a:lnTo>
                  <a:lnTo>
                    <a:pt x="2700525" y="2125440"/>
                  </a:lnTo>
                  <a:lnTo>
                    <a:pt x="2698974" y="2126610"/>
                  </a:lnTo>
                  <a:lnTo>
                    <a:pt x="2699172" y="2128677"/>
                  </a:lnTo>
                  <a:lnTo>
                    <a:pt x="2698422" y="2130624"/>
                  </a:lnTo>
                  <a:lnTo>
                    <a:pt x="2696465" y="2132997"/>
                  </a:lnTo>
                  <a:lnTo>
                    <a:pt x="2692659" y="2132860"/>
                  </a:lnTo>
                  <a:lnTo>
                    <a:pt x="2690803" y="2135878"/>
                  </a:lnTo>
                  <a:lnTo>
                    <a:pt x="2693037" y="2147463"/>
                  </a:lnTo>
                  <a:lnTo>
                    <a:pt x="2692009" y="2150116"/>
                  </a:lnTo>
                  <a:lnTo>
                    <a:pt x="2688123" y="2153130"/>
                  </a:lnTo>
                  <a:lnTo>
                    <a:pt x="2688882" y="2158178"/>
                  </a:lnTo>
                  <a:lnTo>
                    <a:pt x="2691154" y="2161818"/>
                  </a:lnTo>
                  <a:lnTo>
                    <a:pt x="2692111" y="2166879"/>
                  </a:lnTo>
                  <a:lnTo>
                    <a:pt x="2693096" y="2168104"/>
                  </a:lnTo>
                  <a:lnTo>
                    <a:pt x="2693799" y="2174961"/>
                  </a:lnTo>
                  <a:lnTo>
                    <a:pt x="2690461" y="2179602"/>
                  </a:lnTo>
                  <a:lnTo>
                    <a:pt x="2690072" y="2181045"/>
                  </a:lnTo>
                  <a:lnTo>
                    <a:pt x="2690886" y="2181332"/>
                  </a:lnTo>
                  <a:lnTo>
                    <a:pt x="2690222" y="2185388"/>
                  </a:lnTo>
                  <a:lnTo>
                    <a:pt x="2686066" y="2190894"/>
                  </a:lnTo>
                  <a:lnTo>
                    <a:pt x="2685430" y="2191285"/>
                  </a:lnTo>
                  <a:lnTo>
                    <a:pt x="2673882" y="2181681"/>
                  </a:lnTo>
                  <a:lnTo>
                    <a:pt x="2655638" y="2166143"/>
                  </a:lnTo>
                  <a:lnTo>
                    <a:pt x="2629496" y="2141912"/>
                  </a:lnTo>
                  <a:lnTo>
                    <a:pt x="2622458" y="2135429"/>
                  </a:lnTo>
                  <a:lnTo>
                    <a:pt x="2597837" y="2112911"/>
                  </a:lnTo>
                  <a:lnTo>
                    <a:pt x="2574115" y="2093005"/>
                  </a:lnTo>
                  <a:lnTo>
                    <a:pt x="2548564" y="2072704"/>
                  </a:lnTo>
                  <a:lnTo>
                    <a:pt x="2526431" y="2056834"/>
                  </a:lnTo>
                  <a:lnTo>
                    <a:pt x="2504295" y="2042559"/>
                  </a:lnTo>
                  <a:lnTo>
                    <a:pt x="2491062" y="2035302"/>
                  </a:lnTo>
                  <a:lnTo>
                    <a:pt x="2479302" y="2030144"/>
                  </a:lnTo>
                  <a:lnTo>
                    <a:pt x="2473440" y="2029851"/>
                  </a:lnTo>
                  <a:lnTo>
                    <a:pt x="2468333" y="2027919"/>
                  </a:lnTo>
                  <a:lnTo>
                    <a:pt x="2444338" y="2018003"/>
                  </a:lnTo>
                  <a:lnTo>
                    <a:pt x="2422943" y="2011780"/>
                  </a:lnTo>
                  <a:lnTo>
                    <a:pt x="2404621" y="2008703"/>
                  </a:lnTo>
                  <a:lnTo>
                    <a:pt x="2386139" y="2007503"/>
                  </a:lnTo>
                  <a:lnTo>
                    <a:pt x="2381568" y="2007955"/>
                  </a:lnTo>
                  <a:lnTo>
                    <a:pt x="2379573" y="2007813"/>
                  </a:lnTo>
                  <a:lnTo>
                    <a:pt x="2367275" y="2007950"/>
                  </a:lnTo>
                  <a:lnTo>
                    <a:pt x="2360290" y="2009080"/>
                  </a:lnTo>
                  <a:lnTo>
                    <a:pt x="2344352" y="2012687"/>
                  </a:lnTo>
                  <a:lnTo>
                    <a:pt x="2335541" y="2012546"/>
                  </a:lnTo>
                  <a:lnTo>
                    <a:pt x="2324580" y="2016977"/>
                  </a:lnTo>
                  <a:lnTo>
                    <a:pt x="2319585" y="2021403"/>
                  </a:lnTo>
                  <a:lnTo>
                    <a:pt x="2319587" y="2022064"/>
                  </a:lnTo>
                  <a:lnTo>
                    <a:pt x="2320068" y="2022952"/>
                  </a:lnTo>
                  <a:lnTo>
                    <a:pt x="2318889" y="2023782"/>
                  </a:lnTo>
                  <a:lnTo>
                    <a:pt x="2311195" y="2026902"/>
                  </a:lnTo>
                  <a:lnTo>
                    <a:pt x="2308668" y="2030876"/>
                  </a:lnTo>
                  <a:lnTo>
                    <a:pt x="2309951" y="2033894"/>
                  </a:lnTo>
                  <a:lnTo>
                    <a:pt x="2303591" y="2036702"/>
                  </a:lnTo>
                  <a:lnTo>
                    <a:pt x="2302356" y="2039585"/>
                  </a:lnTo>
                  <a:lnTo>
                    <a:pt x="2296531" y="2039913"/>
                  </a:lnTo>
                  <a:lnTo>
                    <a:pt x="2293415" y="2041467"/>
                  </a:lnTo>
                  <a:lnTo>
                    <a:pt x="2287103" y="2042478"/>
                  </a:lnTo>
                  <a:lnTo>
                    <a:pt x="2281973" y="2045650"/>
                  </a:lnTo>
                  <a:lnTo>
                    <a:pt x="2276757" y="2047848"/>
                  </a:lnTo>
                  <a:lnTo>
                    <a:pt x="2270742" y="2049200"/>
                  </a:lnTo>
                  <a:lnTo>
                    <a:pt x="2264102" y="2051071"/>
                  </a:lnTo>
                  <a:lnTo>
                    <a:pt x="2260047" y="2054275"/>
                  </a:lnTo>
                  <a:lnTo>
                    <a:pt x="2243855" y="2059492"/>
                  </a:lnTo>
                  <a:lnTo>
                    <a:pt x="2237498" y="2062575"/>
                  </a:lnTo>
                  <a:lnTo>
                    <a:pt x="2232757" y="2065107"/>
                  </a:lnTo>
                  <a:lnTo>
                    <a:pt x="2224051" y="2068432"/>
                  </a:lnTo>
                  <a:lnTo>
                    <a:pt x="2222926" y="2069869"/>
                  </a:lnTo>
                  <a:lnTo>
                    <a:pt x="2223841" y="2071233"/>
                  </a:lnTo>
                  <a:lnTo>
                    <a:pt x="2210387" y="2078490"/>
                  </a:lnTo>
                  <a:lnTo>
                    <a:pt x="2199852" y="2078559"/>
                  </a:lnTo>
                  <a:lnTo>
                    <a:pt x="2195847" y="2078947"/>
                  </a:lnTo>
                  <a:lnTo>
                    <a:pt x="2188203" y="2078157"/>
                  </a:lnTo>
                  <a:lnTo>
                    <a:pt x="2184653" y="2079755"/>
                  </a:lnTo>
                  <a:lnTo>
                    <a:pt x="2182804" y="2081971"/>
                  </a:lnTo>
                  <a:lnTo>
                    <a:pt x="2181124" y="2082806"/>
                  </a:lnTo>
                  <a:lnTo>
                    <a:pt x="2177700" y="2082482"/>
                  </a:lnTo>
                  <a:lnTo>
                    <a:pt x="2171935" y="2082080"/>
                  </a:lnTo>
                  <a:lnTo>
                    <a:pt x="2167265" y="2080815"/>
                  </a:lnTo>
                  <a:lnTo>
                    <a:pt x="2156943" y="2076688"/>
                  </a:lnTo>
                  <a:lnTo>
                    <a:pt x="2139332" y="2074899"/>
                  </a:lnTo>
                  <a:lnTo>
                    <a:pt x="2129574" y="2069739"/>
                  </a:lnTo>
                  <a:lnTo>
                    <a:pt x="2119177" y="2066933"/>
                  </a:lnTo>
                  <a:lnTo>
                    <a:pt x="2116217" y="2064836"/>
                  </a:lnTo>
                  <a:lnTo>
                    <a:pt x="2116435" y="2063881"/>
                  </a:lnTo>
                  <a:lnTo>
                    <a:pt x="2114521" y="2061021"/>
                  </a:lnTo>
                  <a:lnTo>
                    <a:pt x="2113583" y="2061604"/>
                  </a:lnTo>
                  <a:lnTo>
                    <a:pt x="2112266" y="2061278"/>
                  </a:lnTo>
                  <a:lnTo>
                    <a:pt x="2105411" y="2057096"/>
                  </a:lnTo>
                  <a:lnTo>
                    <a:pt x="2097080" y="2054124"/>
                  </a:lnTo>
                  <a:lnTo>
                    <a:pt x="2089699" y="2052511"/>
                  </a:lnTo>
                  <a:lnTo>
                    <a:pt x="2082712" y="2051839"/>
                  </a:lnTo>
                  <a:lnTo>
                    <a:pt x="2079835" y="2052084"/>
                  </a:lnTo>
                  <a:lnTo>
                    <a:pt x="2078718" y="2052953"/>
                  </a:lnTo>
                  <a:lnTo>
                    <a:pt x="2072500" y="2052678"/>
                  </a:lnTo>
                  <a:lnTo>
                    <a:pt x="2059736" y="2049753"/>
                  </a:lnTo>
                  <a:lnTo>
                    <a:pt x="2055875" y="2050624"/>
                  </a:lnTo>
                  <a:lnTo>
                    <a:pt x="2045298" y="2049168"/>
                  </a:lnTo>
                  <a:lnTo>
                    <a:pt x="2043562" y="2049693"/>
                  </a:lnTo>
                  <a:lnTo>
                    <a:pt x="2042920" y="2050959"/>
                  </a:lnTo>
                  <a:lnTo>
                    <a:pt x="2041453" y="2051007"/>
                  </a:lnTo>
                  <a:lnTo>
                    <a:pt x="2032006" y="2049657"/>
                  </a:lnTo>
                  <a:lnTo>
                    <a:pt x="2029658" y="2048683"/>
                  </a:lnTo>
                  <a:lnTo>
                    <a:pt x="2015924" y="2039878"/>
                  </a:lnTo>
                  <a:lnTo>
                    <a:pt x="2006161" y="2033847"/>
                  </a:lnTo>
                  <a:lnTo>
                    <a:pt x="1992325" y="2026548"/>
                  </a:lnTo>
                  <a:lnTo>
                    <a:pt x="1983395" y="2022881"/>
                  </a:lnTo>
                  <a:lnTo>
                    <a:pt x="1980680" y="2020835"/>
                  </a:lnTo>
                  <a:lnTo>
                    <a:pt x="1966530" y="2017821"/>
                  </a:lnTo>
                  <a:lnTo>
                    <a:pt x="1954536" y="2016238"/>
                  </a:lnTo>
                  <a:lnTo>
                    <a:pt x="1940432" y="2011508"/>
                  </a:lnTo>
                  <a:lnTo>
                    <a:pt x="1938488" y="2008394"/>
                  </a:lnTo>
                  <a:lnTo>
                    <a:pt x="1933316" y="2003471"/>
                  </a:lnTo>
                  <a:lnTo>
                    <a:pt x="1923393" y="1994719"/>
                  </a:lnTo>
                  <a:lnTo>
                    <a:pt x="1920219" y="1990536"/>
                  </a:lnTo>
                  <a:lnTo>
                    <a:pt x="1914403" y="1983552"/>
                  </a:lnTo>
                  <a:lnTo>
                    <a:pt x="1909663" y="1983655"/>
                  </a:lnTo>
                  <a:lnTo>
                    <a:pt x="1906167" y="1984572"/>
                  </a:lnTo>
                  <a:lnTo>
                    <a:pt x="1904705" y="1986915"/>
                  </a:lnTo>
                  <a:lnTo>
                    <a:pt x="1897137" y="1985452"/>
                  </a:lnTo>
                  <a:lnTo>
                    <a:pt x="1878813" y="1979644"/>
                  </a:lnTo>
                  <a:lnTo>
                    <a:pt x="1861197" y="1975139"/>
                  </a:lnTo>
                  <a:lnTo>
                    <a:pt x="1854899" y="1973604"/>
                  </a:lnTo>
                  <a:lnTo>
                    <a:pt x="1834230" y="1969836"/>
                  </a:lnTo>
                  <a:lnTo>
                    <a:pt x="1823285" y="1969286"/>
                  </a:lnTo>
                  <a:lnTo>
                    <a:pt x="1817658" y="1970052"/>
                  </a:lnTo>
                  <a:lnTo>
                    <a:pt x="1811244" y="1968398"/>
                  </a:lnTo>
                  <a:lnTo>
                    <a:pt x="1800206" y="1963159"/>
                  </a:lnTo>
                  <a:lnTo>
                    <a:pt x="1793198" y="1957836"/>
                  </a:lnTo>
                  <a:lnTo>
                    <a:pt x="1788498" y="1955669"/>
                  </a:lnTo>
                  <a:lnTo>
                    <a:pt x="1788746" y="1952513"/>
                  </a:lnTo>
                  <a:lnTo>
                    <a:pt x="1789400" y="1952139"/>
                  </a:lnTo>
                  <a:lnTo>
                    <a:pt x="1788615" y="1950272"/>
                  </a:lnTo>
                  <a:lnTo>
                    <a:pt x="1785900" y="1949446"/>
                  </a:lnTo>
                  <a:lnTo>
                    <a:pt x="1784311" y="1949991"/>
                  </a:lnTo>
                  <a:lnTo>
                    <a:pt x="1782515" y="1951538"/>
                  </a:lnTo>
                  <a:lnTo>
                    <a:pt x="1783237" y="1952253"/>
                  </a:lnTo>
                  <a:lnTo>
                    <a:pt x="1781968" y="1951344"/>
                  </a:lnTo>
                  <a:lnTo>
                    <a:pt x="1776900" y="1945611"/>
                  </a:lnTo>
                  <a:lnTo>
                    <a:pt x="1771903" y="1943148"/>
                  </a:lnTo>
                  <a:lnTo>
                    <a:pt x="1758101" y="1939146"/>
                  </a:lnTo>
                  <a:lnTo>
                    <a:pt x="1745715" y="1934378"/>
                  </a:lnTo>
                  <a:lnTo>
                    <a:pt x="1701041" y="1918963"/>
                  </a:lnTo>
                  <a:lnTo>
                    <a:pt x="1694127" y="1917319"/>
                  </a:lnTo>
                  <a:lnTo>
                    <a:pt x="1652329" y="1901962"/>
                  </a:lnTo>
                  <a:lnTo>
                    <a:pt x="1650280" y="1897426"/>
                  </a:lnTo>
                  <a:lnTo>
                    <a:pt x="1647682" y="1894997"/>
                  </a:lnTo>
                  <a:lnTo>
                    <a:pt x="1638082" y="1888153"/>
                  </a:lnTo>
                  <a:lnTo>
                    <a:pt x="1635785" y="1885059"/>
                  </a:lnTo>
                  <a:lnTo>
                    <a:pt x="1631634" y="1882240"/>
                  </a:lnTo>
                  <a:lnTo>
                    <a:pt x="1604927" y="1871271"/>
                  </a:lnTo>
                  <a:lnTo>
                    <a:pt x="1606037" y="1868013"/>
                  </a:lnTo>
                  <a:lnTo>
                    <a:pt x="1603791" y="1864515"/>
                  </a:lnTo>
                  <a:lnTo>
                    <a:pt x="1598457" y="1860190"/>
                  </a:lnTo>
                  <a:lnTo>
                    <a:pt x="1590917" y="1858772"/>
                  </a:lnTo>
                  <a:lnTo>
                    <a:pt x="1582872" y="1854757"/>
                  </a:lnTo>
                  <a:lnTo>
                    <a:pt x="1582301" y="1850649"/>
                  </a:lnTo>
                  <a:lnTo>
                    <a:pt x="1580051" y="1846763"/>
                  </a:lnTo>
                  <a:lnTo>
                    <a:pt x="1574922" y="1842662"/>
                  </a:lnTo>
                  <a:lnTo>
                    <a:pt x="1574497" y="1842039"/>
                  </a:lnTo>
                  <a:lnTo>
                    <a:pt x="1571030" y="1839074"/>
                  </a:lnTo>
                  <a:lnTo>
                    <a:pt x="1568256" y="1833523"/>
                  </a:lnTo>
                  <a:lnTo>
                    <a:pt x="1564457" y="1829067"/>
                  </a:lnTo>
                  <a:lnTo>
                    <a:pt x="1546576" y="1819181"/>
                  </a:lnTo>
                  <a:lnTo>
                    <a:pt x="1539480" y="1816781"/>
                  </a:lnTo>
                  <a:lnTo>
                    <a:pt x="1534355" y="1816474"/>
                  </a:lnTo>
                  <a:lnTo>
                    <a:pt x="1530373" y="1817215"/>
                  </a:lnTo>
                  <a:lnTo>
                    <a:pt x="1526327" y="1822175"/>
                  </a:lnTo>
                  <a:lnTo>
                    <a:pt x="1521229" y="1825147"/>
                  </a:lnTo>
                  <a:lnTo>
                    <a:pt x="1520094" y="1825118"/>
                  </a:lnTo>
                  <a:lnTo>
                    <a:pt x="1506643" y="1818629"/>
                  </a:lnTo>
                  <a:lnTo>
                    <a:pt x="1472752" y="1809211"/>
                  </a:lnTo>
                  <a:lnTo>
                    <a:pt x="1463034" y="1808242"/>
                  </a:lnTo>
                  <a:lnTo>
                    <a:pt x="1457675" y="1806161"/>
                  </a:lnTo>
                  <a:lnTo>
                    <a:pt x="1451788" y="1804861"/>
                  </a:lnTo>
                  <a:lnTo>
                    <a:pt x="1424685" y="1792321"/>
                  </a:lnTo>
                  <a:lnTo>
                    <a:pt x="1420749" y="1791411"/>
                  </a:lnTo>
                  <a:lnTo>
                    <a:pt x="1414788" y="1791334"/>
                  </a:lnTo>
                  <a:lnTo>
                    <a:pt x="1403752" y="1786754"/>
                  </a:lnTo>
                  <a:lnTo>
                    <a:pt x="1399624" y="1786432"/>
                  </a:lnTo>
                  <a:lnTo>
                    <a:pt x="1389286" y="1782004"/>
                  </a:lnTo>
                  <a:lnTo>
                    <a:pt x="1385703" y="1781660"/>
                  </a:lnTo>
                  <a:lnTo>
                    <a:pt x="1373526" y="1775559"/>
                  </a:lnTo>
                  <a:lnTo>
                    <a:pt x="1369906" y="1772951"/>
                  </a:lnTo>
                  <a:lnTo>
                    <a:pt x="1367925" y="1768443"/>
                  </a:lnTo>
                  <a:lnTo>
                    <a:pt x="1367825" y="1765782"/>
                  </a:lnTo>
                  <a:lnTo>
                    <a:pt x="1366505" y="1762623"/>
                  </a:lnTo>
                  <a:lnTo>
                    <a:pt x="1361847" y="1753677"/>
                  </a:lnTo>
                  <a:lnTo>
                    <a:pt x="1355915" y="1747860"/>
                  </a:lnTo>
                  <a:lnTo>
                    <a:pt x="1352073" y="1744818"/>
                  </a:lnTo>
                  <a:lnTo>
                    <a:pt x="1348595" y="1743128"/>
                  </a:lnTo>
                  <a:lnTo>
                    <a:pt x="1350348" y="1739407"/>
                  </a:lnTo>
                  <a:lnTo>
                    <a:pt x="1348366" y="1735651"/>
                  </a:lnTo>
                  <a:lnTo>
                    <a:pt x="1344491" y="1732235"/>
                  </a:lnTo>
                  <a:lnTo>
                    <a:pt x="1337145" y="1724408"/>
                  </a:lnTo>
                  <a:lnTo>
                    <a:pt x="1320933" y="1713087"/>
                  </a:lnTo>
                  <a:lnTo>
                    <a:pt x="1318128" y="1710352"/>
                  </a:lnTo>
                  <a:lnTo>
                    <a:pt x="1301544" y="1700640"/>
                  </a:lnTo>
                  <a:lnTo>
                    <a:pt x="1283111" y="1692669"/>
                  </a:lnTo>
                  <a:lnTo>
                    <a:pt x="1278010" y="1691239"/>
                  </a:lnTo>
                  <a:lnTo>
                    <a:pt x="1279333" y="1687129"/>
                  </a:lnTo>
                  <a:lnTo>
                    <a:pt x="1280736" y="1686839"/>
                  </a:lnTo>
                  <a:lnTo>
                    <a:pt x="1280922" y="1685107"/>
                  </a:lnTo>
                  <a:lnTo>
                    <a:pt x="1279766" y="1682946"/>
                  </a:lnTo>
                  <a:lnTo>
                    <a:pt x="1275004" y="1679734"/>
                  </a:lnTo>
                  <a:lnTo>
                    <a:pt x="1272740" y="1679281"/>
                  </a:lnTo>
                  <a:lnTo>
                    <a:pt x="1266156" y="1681870"/>
                  </a:lnTo>
                  <a:lnTo>
                    <a:pt x="1260024" y="1678477"/>
                  </a:lnTo>
                  <a:lnTo>
                    <a:pt x="1247100" y="1675111"/>
                  </a:lnTo>
                  <a:lnTo>
                    <a:pt x="1237396" y="1671872"/>
                  </a:lnTo>
                  <a:lnTo>
                    <a:pt x="1237110" y="1672287"/>
                  </a:lnTo>
                  <a:lnTo>
                    <a:pt x="1235907" y="1671387"/>
                  </a:lnTo>
                  <a:lnTo>
                    <a:pt x="1238101" y="1668978"/>
                  </a:lnTo>
                  <a:lnTo>
                    <a:pt x="1236831" y="1666900"/>
                  </a:lnTo>
                  <a:lnTo>
                    <a:pt x="1233069" y="1665260"/>
                  </a:lnTo>
                  <a:lnTo>
                    <a:pt x="1228769" y="1665324"/>
                  </a:lnTo>
                  <a:lnTo>
                    <a:pt x="1227918" y="1664231"/>
                  </a:lnTo>
                  <a:lnTo>
                    <a:pt x="1223908" y="1664713"/>
                  </a:lnTo>
                  <a:lnTo>
                    <a:pt x="1224514" y="1661472"/>
                  </a:lnTo>
                  <a:lnTo>
                    <a:pt x="1226498" y="1659124"/>
                  </a:lnTo>
                  <a:lnTo>
                    <a:pt x="1225095" y="1656834"/>
                  </a:lnTo>
                  <a:lnTo>
                    <a:pt x="1221570" y="1656037"/>
                  </a:lnTo>
                  <a:lnTo>
                    <a:pt x="1216431" y="1658644"/>
                  </a:lnTo>
                  <a:lnTo>
                    <a:pt x="1207607" y="1653608"/>
                  </a:lnTo>
                  <a:lnTo>
                    <a:pt x="1200818" y="1646941"/>
                  </a:lnTo>
                  <a:lnTo>
                    <a:pt x="1200039" y="1645303"/>
                  </a:lnTo>
                  <a:lnTo>
                    <a:pt x="1200932" y="1643483"/>
                  </a:lnTo>
                  <a:lnTo>
                    <a:pt x="1199952" y="1640024"/>
                  </a:lnTo>
                  <a:lnTo>
                    <a:pt x="1196391" y="1635896"/>
                  </a:lnTo>
                  <a:lnTo>
                    <a:pt x="1193248" y="1625240"/>
                  </a:lnTo>
                  <a:lnTo>
                    <a:pt x="1191406" y="1622918"/>
                  </a:lnTo>
                  <a:lnTo>
                    <a:pt x="1186393" y="1620338"/>
                  </a:lnTo>
                  <a:lnTo>
                    <a:pt x="1178651" y="1614765"/>
                  </a:lnTo>
                  <a:lnTo>
                    <a:pt x="1174110" y="1610702"/>
                  </a:lnTo>
                  <a:lnTo>
                    <a:pt x="1173907" y="1608713"/>
                  </a:lnTo>
                  <a:lnTo>
                    <a:pt x="1167826" y="1601113"/>
                  </a:lnTo>
                  <a:lnTo>
                    <a:pt x="1165068" y="1595489"/>
                  </a:lnTo>
                  <a:lnTo>
                    <a:pt x="1157733" y="1586004"/>
                  </a:lnTo>
                  <a:lnTo>
                    <a:pt x="1147662" y="1570583"/>
                  </a:lnTo>
                  <a:lnTo>
                    <a:pt x="1143196" y="1560813"/>
                  </a:lnTo>
                  <a:lnTo>
                    <a:pt x="1143080" y="1552718"/>
                  </a:lnTo>
                  <a:lnTo>
                    <a:pt x="1143802" y="1550151"/>
                  </a:lnTo>
                  <a:lnTo>
                    <a:pt x="1142111" y="1544082"/>
                  </a:lnTo>
                  <a:lnTo>
                    <a:pt x="1130075" y="1531219"/>
                  </a:lnTo>
                  <a:lnTo>
                    <a:pt x="1128327" y="1527697"/>
                  </a:lnTo>
                  <a:lnTo>
                    <a:pt x="1127453" y="1522609"/>
                  </a:lnTo>
                  <a:lnTo>
                    <a:pt x="1136685" y="1515423"/>
                  </a:lnTo>
                  <a:lnTo>
                    <a:pt x="1146249" y="1513220"/>
                  </a:lnTo>
                  <a:lnTo>
                    <a:pt x="1155671" y="1513036"/>
                  </a:lnTo>
                  <a:lnTo>
                    <a:pt x="1160670" y="1511698"/>
                  </a:lnTo>
                  <a:lnTo>
                    <a:pt x="1164462" y="1512107"/>
                  </a:lnTo>
                  <a:lnTo>
                    <a:pt x="1169171" y="1511365"/>
                  </a:lnTo>
                  <a:lnTo>
                    <a:pt x="1176845" y="1506158"/>
                  </a:lnTo>
                  <a:lnTo>
                    <a:pt x="1179814" y="1499298"/>
                  </a:lnTo>
                  <a:lnTo>
                    <a:pt x="1179791" y="1496973"/>
                  </a:lnTo>
                  <a:lnTo>
                    <a:pt x="1178570" y="1494793"/>
                  </a:lnTo>
                  <a:lnTo>
                    <a:pt x="1174598" y="1492483"/>
                  </a:lnTo>
                  <a:lnTo>
                    <a:pt x="1173913" y="1492259"/>
                  </a:lnTo>
                  <a:lnTo>
                    <a:pt x="1170892" y="1485260"/>
                  </a:lnTo>
                  <a:lnTo>
                    <a:pt x="1167377" y="1481876"/>
                  </a:lnTo>
                  <a:lnTo>
                    <a:pt x="1165587" y="1481540"/>
                  </a:lnTo>
                  <a:lnTo>
                    <a:pt x="1162592" y="1484026"/>
                  </a:lnTo>
                  <a:lnTo>
                    <a:pt x="1160153" y="1484614"/>
                  </a:lnTo>
                  <a:lnTo>
                    <a:pt x="1148130" y="1480081"/>
                  </a:lnTo>
                  <a:lnTo>
                    <a:pt x="1159863" y="1465230"/>
                  </a:lnTo>
                  <a:lnTo>
                    <a:pt x="1161764" y="1461506"/>
                  </a:lnTo>
                  <a:lnTo>
                    <a:pt x="1167039" y="1458000"/>
                  </a:lnTo>
                  <a:lnTo>
                    <a:pt x="1168740" y="1455855"/>
                  </a:lnTo>
                  <a:lnTo>
                    <a:pt x="1171957" y="1449205"/>
                  </a:lnTo>
                  <a:lnTo>
                    <a:pt x="1176478" y="1450673"/>
                  </a:lnTo>
                  <a:lnTo>
                    <a:pt x="1179740" y="1447843"/>
                  </a:lnTo>
                  <a:lnTo>
                    <a:pt x="1181002" y="1445069"/>
                  </a:lnTo>
                  <a:lnTo>
                    <a:pt x="1181606" y="1440676"/>
                  </a:lnTo>
                  <a:lnTo>
                    <a:pt x="1181437" y="1433247"/>
                  </a:lnTo>
                  <a:lnTo>
                    <a:pt x="1183254" y="1429253"/>
                  </a:lnTo>
                  <a:lnTo>
                    <a:pt x="1182315" y="1419416"/>
                  </a:lnTo>
                  <a:lnTo>
                    <a:pt x="1180475" y="1412505"/>
                  </a:lnTo>
                  <a:lnTo>
                    <a:pt x="1181151" y="1410550"/>
                  </a:lnTo>
                  <a:lnTo>
                    <a:pt x="1186974" y="1400801"/>
                  </a:lnTo>
                  <a:lnTo>
                    <a:pt x="1186032" y="1395217"/>
                  </a:lnTo>
                  <a:lnTo>
                    <a:pt x="1182196" y="1391048"/>
                  </a:lnTo>
                  <a:lnTo>
                    <a:pt x="1181244" y="1390933"/>
                  </a:lnTo>
                  <a:lnTo>
                    <a:pt x="1179903" y="1392362"/>
                  </a:lnTo>
                  <a:lnTo>
                    <a:pt x="1178608" y="1392647"/>
                  </a:lnTo>
                  <a:lnTo>
                    <a:pt x="1162711" y="1381575"/>
                  </a:lnTo>
                  <a:lnTo>
                    <a:pt x="1159023" y="1377892"/>
                  </a:lnTo>
                  <a:lnTo>
                    <a:pt x="1152505" y="1362650"/>
                  </a:lnTo>
                  <a:lnTo>
                    <a:pt x="1142222" y="1343805"/>
                  </a:lnTo>
                  <a:lnTo>
                    <a:pt x="1137822" y="1334181"/>
                  </a:lnTo>
                  <a:lnTo>
                    <a:pt x="1136964" y="1328486"/>
                  </a:lnTo>
                  <a:lnTo>
                    <a:pt x="1138376" y="1310195"/>
                  </a:lnTo>
                  <a:lnTo>
                    <a:pt x="1136791" y="1298819"/>
                  </a:lnTo>
                  <a:lnTo>
                    <a:pt x="1133308" y="1285105"/>
                  </a:lnTo>
                  <a:lnTo>
                    <a:pt x="1126835" y="1269390"/>
                  </a:lnTo>
                  <a:lnTo>
                    <a:pt x="1126780" y="1267796"/>
                  </a:lnTo>
                  <a:lnTo>
                    <a:pt x="1124255" y="1262181"/>
                  </a:lnTo>
                  <a:lnTo>
                    <a:pt x="1119032" y="1253620"/>
                  </a:lnTo>
                  <a:lnTo>
                    <a:pt x="1110059" y="1243391"/>
                  </a:lnTo>
                  <a:lnTo>
                    <a:pt x="1101434" y="1235937"/>
                  </a:lnTo>
                  <a:lnTo>
                    <a:pt x="1098317" y="1233676"/>
                  </a:lnTo>
                  <a:lnTo>
                    <a:pt x="1085629" y="1217877"/>
                  </a:lnTo>
                  <a:lnTo>
                    <a:pt x="1073706" y="1204775"/>
                  </a:lnTo>
                  <a:lnTo>
                    <a:pt x="1059122" y="1190839"/>
                  </a:lnTo>
                  <a:lnTo>
                    <a:pt x="1057597" y="1190194"/>
                  </a:lnTo>
                  <a:lnTo>
                    <a:pt x="1051302" y="1180253"/>
                  </a:lnTo>
                  <a:lnTo>
                    <a:pt x="1049965" y="1173002"/>
                  </a:lnTo>
                  <a:lnTo>
                    <a:pt x="1044078" y="1164215"/>
                  </a:lnTo>
                  <a:lnTo>
                    <a:pt x="1035627" y="1155423"/>
                  </a:lnTo>
                  <a:lnTo>
                    <a:pt x="1034820" y="1153180"/>
                  </a:lnTo>
                  <a:lnTo>
                    <a:pt x="1028541" y="1145133"/>
                  </a:lnTo>
                  <a:lnTo>
                    <a:pt x="1017455" y="1134975"/>
                  </a:lnTo>
                  <a:lnTo>
                    <a:pt x="1017025" y="1129871"/>
                  </a:lnTo>
                  <a:lnTo>
                    <a:pt x="1012259" y="1123494"/>
                  </a:lnTo>
                  <a:lnTo>
                    <a:pt x="1012014" y="1121287"/>
                  </a:lnTo>
                  <a:lnTo>
                    <a:pt x="1010147" y="1118798"/>
                  </a:lnTo>
                  <a:lnTo>
                    <a:pt x="1008055" y="1116074"/>
                  </a:lnTo>
                  <a:lnTo>
                    <a:pt x="1006990" y="1110679"/>
                  </a:lnTo>
                  <a:lnTo>
                    <a:pt x="994523" y="1097033"/>
                  </a:lnTo>
                  <a:lnTo>
                    <a:pt x="983467" y="1086584"/>
                  </a:lnTo>
                  <a:lnTo>
                    <a:pt x="974972" y="1079586"/>
                  </a:lnTo>
                  <a:lnTo>
                    <a:pt x="970648" y="1075133"/>
                  </a:lnTo>
                  <a:lnTo>
                    <a:pt x="952798" y="1062300"/>
                  </a:lnTo>
                  <a:lnTo>
                    <a:pt x="951002" y="1059950"/>
                  </a:lnTo>
                  <a:lnTo>
                    <a:pt x="945466" y="1054861"/>
                  </a:lnTo>
                  <a:lnTo>
                    <a:pt x="926420" y="1040048"/>
                  </a:lnTo>
                  <a:lnTo>
                    <a:pt x="915437" y="1032384"/>
                  </a:lnTo>
                  <a:lnTo>
                    <a:pt x="908843" y="1028610"/>
                  </a:lnTo>
                  <a:lnTo>
                    <a:pt x="909301" y="1026748"/>
                  </a:lnTo>
                  <a:lnTo>
                    <a:pt x="908670" y="1026017"/>
                  </a:lnTo>
                  <a:lnTo>
                    <a:pt x="906585" y="1022339"/>
                  </a:lnTo>
                  <a:lnTo>
                    <a:pt x="894216" y="1013503"/>
                  </a:lnTo>
                  <a:lnTo>
                    <a:pt x="890184" y="1009668"/>
                  </a:lnTo>
                  <a:lnTo>
                    <a:pt x="888101" y="1005888"/>
                  </a:lnTo>
                  <a:lnTo>
                    <a:pt x="888142" y="1000640"/>
                  </a:lnTo>
                  <a:lnTo>
                    <a:pt x="883170" y="993691"/>
                  </a:lnTo>
                  <a:lnTo>
                    <a:pt x="881062" y="989912"/>
                  </a:lnTo>
                  <a:lnTo>
                    <a:pt x="877650" y="986027"/>
                  </a:lnTo>
                  <a:lnTo>
                    <a:pt x="867244" y="965259"/>
                  </a:lnTo>
                  <a:lnTo>
                    <a:pt x="862030" y="958917"/>
                  </a:lnTo>
                  <a:lnTo>
                    <a:pt x="855342" y="953636"/>
                  </a:lnTo>
                  <a:lnTo>
                    <a:pt x="855367" y="952720"/>
                  </a:lnTo>
                  <a:lnTo>
                    <a:pt x="856269" y="952095"/>
                  </a:lnTo>
                  <a:lnTo>
                    <a:pt x="854006" y="946707"/>
                  </a:lnTo>
                  <a:lnTo>
                    <a:pt x="851264" y="944505"/>
                  </a:lnTo>
                  <a:lnTo>
                    <a:pt x="850571" y="944487"/>
                  </a:lnTo>
                  <a:lnTo>
                    <a:pt x="844435" y="935872"/>
                  </a:lnTo>
                  <a:lnTo>
                    <a:pt x="834570" y="929695"/>
                  </a:lnTo>
                  <a:lnTo>
                    <a:pt x="820275" y="923496"/>
                  </a:lnTo>
                  <a:lnTo>
                    <a:pt x="807146" y="920211"/>
                  </a:lnTo>
                  <a:lnTo>
                    <a:pt x="795823" y="914173"/>
                  </a:lnTo>
                  <a:lnTo>
                    <a:pt x="783946" y="911387"/>
                  </a:lnTo>
                  <a:lnTo>
                    <a:pt x="782301" y="908466"/>
                  </a:lnTo>
                  <a:lnTo>
                    <a:pt x="781540" y="908358"/>
                  </a:lnTo>
                  <a:lnTo>
                    <a:pt x="777836" y="904213"/>
                  </a:lnTo>
                  <a:lnTo>
                    <a:pt x="777130" y="902356"/>
                  </a:lnTo>
                  <a:lnTo>
                    <a:pt x="773856" y="898183"/>
                  </a:lnTo>
                  <a:lnTo>
                    <a:pt x="769371" y="895962"/>
                  </a:lnTo>
                  <a:lnTo>
                    <a:pt x="766308" y="890804"/>
                  </a:lnTo>
                  <a:lnTo>
                    <a:pt x="763549" y="888396"/>
                  </a:lnTo>
                  <a:lnTo>
                    <a:pt x="760140" y="886755"/>
                  </a:lnTo>
                  <a:lnTo>
                    <a:pt x="752560" y="884985"/>
                  </a:lnTo>
                  <a:lnTo>
                    <a:pt x="744487" y="885572"/>
                  </a:lnTo>
                  <a:lnTo>
                    <a:pt x="744191" y="874490"/>
                  </a:lnTo>
                  <a:lnTo>
                    <a:pt x="741718" y="865462"/>
                  </a:lnTo>
                  <a:lnTo>
                    <a:pt x="743251" y="859021"/>
                  </a:lnTo>
                  <a:lnTo>
                    <a:pt x="743105" y="854966"/>
                  </a:lnTo>
                  <a:lnTo>
                    <a:pt x="741259" y="848523"/>
                  </a:lnTo>
                  <a:lnTo>
                    <a:pt x="742740" y="842559"/>
                  </a:lnTo>
                  <a:lnTo>
                    <a:pt x="746570" y="834656"/>
                  </a:lnTo>
                  <a:lnTo>
                    <a:pt x="750428" y="829830"/>
                  </a:lnTo>
                  <a:lnTo>
                    <a:pt x="757246" y="819000"/>
                  </a:lnTo>
                  <a:lnTo>
                    <a:pt x="759012" y="815062"/>
                  </a:lnTo>
                  <a:lnTo>
                    <a:pt x="759923" y="810465"/>
                  </a:lnTo>
                  <a:lnTo>
                    <a:pt x="764169" y="806277"/>
                  </a:lnTo>
                  <a:lnTo>
                    <a:pt x="763526" y="805321"/>
                  </a:lnTo>
                  <a:lnTo>
                    <a:pt x="764756" y="794379"/>
                  </a:lnTo>
                  <a:lnTo>
                    <a:pt x="764126" y="786103"/>
                  </a:lnTo>
                  <a:lnTo>
                    <a:pt x="762942" y="781776"/>
                  </a:lnTo>
                  <a:lnTo>
                    <a:pt x="759540" y="775948"/>
                  </a:lnTo>
                  <a:lnTo>
                    <a:pt x="754524" y="771570"/>
                  </a:lnTo>
                  <a:lnTo>
                    <a:pt x="752123" y="767220"/>
                  </a:lnTo>
                  <a:lnTo>
                    <a:pt x="750049" y="764844"/>
                  </a:lnTo>
                  <a:lnTo>
                    <a:pt x="746518" y="762634"/>
                  </a:lnTo>
                  <a:lnTo>
                    <a:pt x="747276" y="762576"/>
                  </a:lnTo>
                  <a:lnTo>
                    <a:pt x="746798" y="756946"/>
                  </a:lnTo>
                  <a:lnTo>
                    <a:pt x="743150" y="756940"/>
                  </a:lnTo>
                  <a:lnTo>
                    <a:pt x="738327" y="751738"/>
                  </a:lnTo>
                  <a:lnTo>
                    <a:pt x="737362" y="751599"/>
                  </a:lnTo>
                  <a:lnTo>
                    <a:pt x="734551" y="754972"/>
                  </a:lnTo>
                  <a:lnTo>
                    <a:pt x="734112" y="756458"/>
                  </a:lnTo>
                  <a:lnTo>
                    <a:pt x="736440" y="758186"/>
                  </a:lnTo>
                  <a:lnTo>
                    <a:pt x="738877" y="761462"/>
                  </a:lnTo>
                  <a:lnTo>
                    <a:pt x="734033" y="759886"/>
                  </a:lnTo>
                  <a:lnTo>
                    <a:pt x="726737" y="758629"/>
                  </a:lnTo>
                  <a:lnTo>
                    <a:pt x="723250" y="758933"/>
                  </a:lnTo>
                  <a:lnTo>
                    <a:pt x="722456" y="760788"/>
                  </a:lnTo>
                  <a:lnTo>
                    <a:pt x="721747" y="760995"/>
                  </a:lnTo>
                  <a:lnTo>
                    <a:pt x="711682" y="756645"/>
                  </a:lnTo>
                  <a:lnTo>
                    <a:pt x="706134" y="750821"/>
                  </a:lnTo>
                  <a:lnTo>
                    <a:pt x="703103" y="745780"/>
                  </a:lnTo>
                  <a:lnTo>
                    <a:pt x="700224" y="732133"/>
                  </a:lnTo>
                  <a:lnTo>
                    <a:pt x="698922" y="728321"/>
                  </a:lnTo>
                  <a:lnTo>
                    <a:pt x="694460" y="721464"/>
                  </a:lnTo>
                  <a:lnTo>
                    <a:pt x="694251" y="719967"/>
                  </a:lnTo>
                  <a:lnTo>
                    <a:pt x="695049" y="719464"/>
                  </a:lnTo>
                  <a:lnTo>
                    <a:pt x="694912" y="718428"/>
                  </a:lnTo>
                  <a:lnTo>
                    <a:pt x="693736" y="715601"/>
                  </a:lnTo>
                  <a:lnTo>
                    <a:pt x="691952" y="713596"/>
                  </a:lnTo>
                  <a:lnTo>
                    <a:pt x="686527" y="710715"/>
                  </a:lnTo>
                  <a:lnTo>
                    <a:pt x="684332" y="709912"/>
                  </a:lnTo>
                  <a:lnTo>
                    <a:pt x="683080" y="710265"/>
                  </a:lnTo>
                  <a:lnTo>
                    <a:pt x="679774" y="707498"/>
                  </a:lnTo>
                  <a:lnTo>
                    <a:pt x="666344" y="702979"/>
                  </a:lnTo>
                  <a:lnTo>
                    <a:pt x="656973" y="699877"/>
                  </a:lnTo>
                  <a:lnTo>
                    <a:pt x="653926" y="697255"/>
                  </a:lnTo>
                  <a:lnTo>
                    <a:pt x="644384" y="685698"/>
                  </a:lnTo>
                  <a:lnTo>
                    <a:pt x="639885" y="683335"/>
                  </a:lnTo>
                  <a:lnTo>
                    <a:pt x="634778" y="682062"/>
                  </a:lnTo>
                  <a:lnTo>
                    <a:pt x="635130" y="681370"/>
                  </a:lnTo>
                  <a:lnTo>
                    <a:pt x="636993" y="681398"/>
                  </a:lnTo>
                  <a:lnTo>
                    <a:pt x="641286" y="682454"/>
                  </a:lnTo>
                  <a:lnTo>
                    <a:pt x="643169" y="681614"/>
                  </a:lnTo>
                  <a:lnTo>
                    <a:pt x="639577" y="678577"/>
                  </a:lnTo>
                  <a:lnTo>
                    <a:pt x="640458" y="675906"/>
                  </a:lnTo>
                  <a:lnTo>
                    <a:pt x="640053" y="672706"/>
                  </a:lnTo>
                  <a:lnTo>
                    <a:pt x="631950" y="667926"/>
                  </a:lnTo>
                  <a:lnTo>
                    <a:pt x="631448" y="662447"/>
                  </a:lnTo>
                  <a:lnTo>
                    <a:pt x="628817" y="664028"/>
                  </a:lnTo>
                  <a:lnTo>
                    <a:pt x="629633" y="655143"/>
                  </a:lnTo>
                  <a:lnTo>
                    <a:pt x="626591" y="642319"/>
                  </a:lnTo>
                  <a:lnTo>
                    <a:pt x="629517" y="633172"/>
                  </a:lnTo>
                  <a:lnTo>
                    <a:pt x="628871" y="620005"/>
                  </a:lnTo>
                  <a:lnTo>
                    <a:pt x="632052" y="617562"/>
                  </a:lnTo>
                  <a:lnTo>
                    <a:pt x="638710" y="617311"/>
                  </a:lnTo>
                  <a:lnTo>
                    <a:pt x="639192" y="616744"/>
                  </a:lnTo>
                  <a:lnTo>
                    <a:pt x="635246" y="612878"/>
                  </a:lnTo>
                  <a:lnTo>
                    <a:pt x="631880" y="611285"/>
                  </a:lnTo>
                  <a:lnTo>
                    <a:pt x="624952" y="610255"/>
                  </a:lnTo>
                  <a:lnTo>
                    <a:pt x="617704" y="607606"/>
                  </a:lnTo>
                  <a:lnTo>
                    <a:pt x="610506" y="605901"/>
                  </a:lnTo>
                  <a:lnTo>
                    <a:pt x="609174" y="605344"/>
                  </a:lnTo>
                  <a:lnTo>
                    <a:pt x="607395" y="601483"/>
                  </a:lnTo>
                  <a:lnTo>
                    <a:pt x="600595" y="604985"/>
                  </a:lnTo>
                  <a:lnTo>
                    <a:pt x="598599" y="607703"/>
                  </a:lnTo>
                  <a:lnTo>
                    <a:pt x="598931" y="608305"/>
                  </a:lnTo>
                  <a:lnTo>
                    <a:pt x="602794" y="607403"/>
                  </a:lnTo>
                  <a:lnTo>
                    <a:pt x="604028" y="607780"/>
                  </a:lnTo>
                  <a:lnTo>
                    <a:pt x="600682" y="614365"/>
                  </a:lnTo>
                  <a:lnTo>
                    <a:pt x="596573" y="610194"/>
                  </a:lnTo>
                  <a:lnTo>
                    <a:pt x="594889" y="610677"/>
                  </a:lnTo>
                  <a:lnTo>
                    <a:pt x="592735" y="607708"/>
                  </a:lnTo>
                  <a:lnTo>
                    <a:pt x="592809" y="604066"/>
                  </a:lnTo>
                  <a:lnTo>
                    <a:pt x="590841" y="599935"/>
                  </a:lnTo>
                  <a:lnTo>
                    <a:pt x="586559" y="599207"/>
                  </a:lnTo>
                  <a:lnTo>
                    <a:pt x="583060" y="600656"/>
                  </a:lnTo>
                  <a:lnTo>
                    <a:pt x="579520" y="600648"/>
                  </a:lnTo>
                  <a:lnTo>
                    <a:pt x="578715" y="598852"/>
                  </a:lnTo>
                  <a:lnTo>
                    <a:pt x="576006" y="596517"/>
                  </a:lnTo>
                  <a:lnTo>
                    <a:pt x="571122" y="594731"/>
                  </a:lnTo>
                  <a:lnTo>
                    <a:pt x="569731" y="591183"/>
                  </a:lnTo>
                  <a:lnTo>
                    <a:pt x="563429" y="586138"/>
                  </a:lnTo>
                  <a:lnTo>
                    <a:pt x="557400" y="574957"/>
                  </a:lnTo>
                  <a:lnTo>
                    <a:pt x="555883" y="570286"/>
                  </a:lnTo>
                  <a:lnTo>
                    <a:pt x="552295" y="566209"/>
                  </a:lnTo>
                  <a:lnTo>
                    <a:pt x="550380" y="562608"/>
                  </a:lnTo>
                  <a:lnTo>
                    <a:pt x="550761" y="561698"/>
                  </a:lnTo>
                  <a:lnTo>
                    <a:pt x="550016" y="559617"/>
                  </a:lnTo>
                  <a:lnTo>
                    <a:pt x="546279" y="557003"/>
                  </a:lnTo>
                  <a:lnTo>
                    <a:pt x="543676" y="554171"/>
                  </a:lnTo>
                  <a:lnTo>
                    <a:pt x="543937" y="549091"/>
                  </a:lnTo>
                  <a:lnTo>
                    <a:pt x="541550" y="546179"/>
                  </a:lnTo>
                  <a:lnTo>
                    <a:pt x="536877" y="543532"/>
                  </a:lnTo>
                  <a:lnTo>
                    <a:pt x="531328" y="541488"/>
                  </a:lnTo>
                  <a:lnTo>
                    <a:pt x="524964" y="537660"/>
                  </a:lnTo>
                  <a:lnTo>
                    <a:pt x="518168" y="535595"/>
                  </a:lnTo>
                  <a:lnTo>
                    <a:pt x="517878" y="531067"/>
                  </a:lnTo>
                  <a:lnTo>
                    <a:pt x="515836" y="527668"/>
                  </a:lnTo>
                  <a:lnTo>
                    <a:pt x="512617" y="517241"/>
                  </a:lnTo>
                  <a:lnTo>
                    <a:pt x="499375" y="504910"/>
                  </a:lnTo>
                  <a:lnTo>
                    <a:pt x="495542" y="498292"/>
                  </a:lnTo>
                  <a:lnTo>
                    <a:pt x="495945" y="497435"/>
                  </a:lnTo>
                  <a:lnTo>
                    <a:pt x="500836" y="494883"/>
                  </a:lnTo>
                  <a:lnTo>
                    <a:pt x="502541" y="499847"/>
                  </a:lnTo>
                  <a:lnTo>
                    <a:pt x="503010" y="500218"/>
                  </a:lnTo>
                  <a:lnTo>
                    <a:pt x="505098" y="498719"/>
                  </a:lnTo>
                  <a:lnTo>
                    <a:pt x="505646" y="494864"/>
                  </a:lnTo>
                  <a:lnTo>
                    <a:pt x="502550" y="490494"/>
                  </a:lnTo>
                  <a:lnTo>
                    <a:pt x="500401" y="491571"/>
                  </a:lnTo>
                  <a:lnTo>
                    <a:pt x="498286" y="491436"/>
                  </a:lnTo>
                  <a:lnTo>
                    <a:pt x="494022" y="487832"/>
                  </a:lnTo>
                  <a:lnTo>
                    <a:pt x="488151" y="485376"/>
                  </a:lnTo>
                  <a:lnTo>
                    <a:pt x="486282" y="480995"/>
                  </a:lnTo>
                  <a:lnTo>
                    <a:pt x="481103" y="473360"/>
                  </a:lnTo>
                  <a:lnTo>
                    <a:pt x="473940" y="471360"/>
                  </a:lnTo>
                  <a:lnTo>
                    <a:pt x="473779" y="470896"/>
                  </a:lnTo>
                  <a:lnTo>
                    <a:pt x="476306" y="469039"/>
                  </a:lnTo>
                  <a:lnTo>
                    <a:pt x="473311" y="458361"/>
                  </a:lnTo>
                  <a:lnTo>
                    <a:pt x="475816" y="453950"/>
                  </a:lnTo>
                  <a:lnTo>
                    <a:pt x="471224" y="442369"/>
                  </a:lnTo>
                  <a:lnTo>
                    <a:pt x="472333" y="437912"/>
                  </a:lnTo>
                  <a:lnTo>
                    <a:pt x="471883" y="434589"/>
                  </a:lnTo>
                  <a:lnTo>
                    <a:pt x="469595" y="429236"/>
                  </a:lnTo>
                  <a:lnTo>
                    <a:pt x="466482" y="427293"/>
                  </a:lnTo>
                  <a:lnTo>
                    <a:pt x="462480" y="427367"/>
                  </a:lnTo>
                  <a:lnTo>
                    <a:pt x="459188" y="428313"/>
                  </a:lnTo>
                  <a:lnTo>
                    <a:pt x="453703" y="426181"/>
                  </a:lnTo>
                  <a:lnTo>
                    <a:pt x="452156" y="424564"/>
                  </a:lnTo>
                  <a:lnTo>
                    <a:pt x="451262" y="420794"/>
                  </a:lnTo>
                  <a:lnTo>
                    <a:pt x="455947" y="412420"/>
                  </a:lnTo>
                  <a:lnTo>
                    <a:pt x="456469" y="407901"/>
                  </a:lnTo>
                  <a:lnTo>
                    <a:pt x="455524" y="406142"/>
                  </a:lnTo>
                  <a:lnTo>
                    <a:pt x="453235" y="405255"/>
                  </a:lnTo>
                  <a:lnTo>
                    <a:pt x="451735" y="403664"/>
                  </a:lnTo>
                  <a:lnTo>
                    <a:pt x="451971" y="400431"/>
                  </a:lnTo>
                  <a:lnTo>
                    <a:pt x="451313" y="398771"/>
                  </a:lnTo>
                  <a:lnTo>
                    <a:pt x="444383" y="389748"/>
                  </a:lnTo>
                  <a:lnTo>
                    <a:pt x="441213" y="382436"/>
                  </a:lnTo>
                  <a:lnTo>
                    <a:pt x="437611" y="379553"/>
                  </a:lnTo>
                  <a:lnTo>
                    <a:pt x="435486" y="371252"/>
                  </a:lnTo>
                  <a:lnTo>
                    <a:pt x="431271" y="364324"/>
                  </a:lnTo>
                  <a:lnTo>
                    <a:pt x="431611" y="360994"/>
                  </a:lnTo>
                  <a:lnTo>
                    <a:pt x="430359" y="357454"/>
                  </a:lnTo>
                  <a:lnTo>
                    <a:pt x="428549" y="355736"/>
                  </a:lnTo>
                  <a:lnTo>
                    <a:pt x="426128" y="354805"/>
                  </a:lnTo>
                  <a:lnTo>
                    <a:pt x="423685" y="355546"/>
                  </a:lnTo>
                  <a:lnTo>
                    <a:pt x="422189" y="354220"/>
                  </a:lnTo>
                  <a:lnTo>
                    <a:pt x="424297" y="343864"/>
                  </a:lnTo>
                  <a:lnTo>
                    <a:pt x="423432" y="339534"/>
                  </a:lnTo>
                  <a:lnTo>
                    <a:pt x="421936" y="336521"/>
                  </a:lnTo>
                  <a:lnTo>
                    <a:pt x="423246" y="329652"/>
                  </a:lnTo>
                  <a:lnTo>
                    <a:pt x="423598" y="321438"/>
                  </a:lnTo>
                  <a:lnTo>
                    <a:pt x="422080" y="317060"/>
                  </a:lnTo>
                  <a:lnTo>
                    <a:pt x="418916" y="312701"/>
                  </a:lnTo>
                  <a:lnTo>
                    <a:pt x="416110" y="310847"/>
                  </a:lnTo>
                  <a:lnTo>
                    <a:pt x="415239" y="306463"/>
                  </a:lnTo>
                  <a:lnTo>
                    <a:pt x="415375" y="297775"/>
                  </a:lnTo>
                  <a:lnTo>
                    <a:pt x="414237" y="293221"/>
                  </a:lnTo>
                  <a:lnTo>
                    <a:pt x="411412" y="287886"/>
                  </a:lnTo>
                  <a:lnTo>
                    <a:pt x="401756" y="276331"/>
                  </a:lnTo>
                  <a:lnTo>
                    <a:pt x="393747" y="258924"/>
                  </a:lnTo>
                  <a:lnTo>
                    <a:pt x="392718" y="250611"/>
                  </a:lnTo>
                  <a:lnTo>
                    <a:pt x="390882" y="243765"/>
                  </a:lnTo>
                  <a:lnTo>
                    <a:pt x="392480" y="240946"/>
                  </a:lnTo>
                  <a:lnTo>
                    <a:pt x="394038" y="235601"/>
                  </a:lnTo>
                  <a:lnTo>
                    <a:pt x="395305" y="227346"/>
                  </a:lnTo>
                  <a:lnTo>
                    <a:pt x="395362" y="223177"/>
                  </a:lnTo>
                  <a:lnTo>
                    <a:pt x="393050" y="214218"/>
                  </a:lnTo>
                  <a:lnTo>
                    <a:pt x="393908" y="213587"/>
                  </a:lnTo>
                  <a:lnTo>
                    <a:pt x="393780" y="216299"/>
                  </a:lnTo>
                  <a:lnTo>
                    <a:pt x="396217" y="222126"/>
                  </a:lnTo>
                  <a:lnTo>
                    <a:pt x="399652" y="217796"/>
                  </a:lnTo>
                  <a:lnTo>
                    <a:pt x="400330" y="213163"/>
                  </a:lnTo>
                  <a:lnTo>
                    <a:pt x="398841" y="205237"/>
                  </a:lnTo>
                  <a:lnTo>
                    <a:pt x="396226" y="197519"/>
                  </a:lnTo>
                  <a:lnTo>
                    <a:pt x="395608" y="197233"/>
                  </a:lnTo>
                  <a:lnTo>
                    <a:pt x="395110" y="198390"/>
                  </a:lnTo>
                  <a:lnTo>
                    <a:pt x="388332" y="194116"/>
                  </a:lnTo>
                  <a:lnTo>
                    <a:pt x="371526" y="187646"/>
                  </a:lnTo>
                  <a:lnTo>
                    <a:pt x="353249" y="182505"/>
                  </a:lnTo>
                  <a:lnTo>
                    <a:pt x="351253" y="179722"/>
                  </a:lnTo>
                  <a:lnTo>
                    <a:pt x="344547" y="177946"/>
                  </a:lnTo>
                  <a:lnTo>
                    <a:pt x="342714" y="175960"/>
                  </a:lnTo>
                  <a:lnTo>
                    <a:pt x="345965" y="176210"/>
                  </a:lnTo>
                  <a:lnTo>
                    <a:pt x="346487" y="173749"/>
                  </a:lnTo>
                  <a:lnTo>
                    <a:pt x="344352" y="159467"/>
                  </a:lnTo>
                  <a:lnTo>
                    <a:pt x="340639" y="155102"/>
                  </a:lnTo>
                  <a:lnTo>
                    <a:pt x="319274" y="142245"/>
                  </a:lnTo>
                  <a:lnTo>
                    <a:pt x="317536" y="142386"/>
                  </a:lnTo>
                  <a:lnTo>
                    <a:pt x="316886" y="143078"/>
                  </a:lnTo>
                  <a:lnTo>
                    <a:pt x="313968" y="141418"/>
                  </a:lnTo>
                  <a:lnTo>
                    <a:pt x="312529" y="139085"/>
                  </a:lnTo>
                  <a:lnTo>
                    <a:pt x="311127" y="138600"/>
                  </a:lnTo>
                  <a:lnTo>
                    <a:pt x="311183" y="143736"/>
                  </a:lnTo>
                  <a:lnTo>
                    <a:pt x="312511" y="145524"/>
                  </a:lnTo>
                  <a:lnTo>
                    <a:pt x="312279" y="147242"/>
                  </a:lnTo>
                  <a:lnTo>
                    <a:pt x="309422" y="150698"/>
                  </a:lnTo>
                  <a:lnTo>
                    <a:pt x="307321" y="151261"/>
                  </a:lnTo>
                  <a:lnTo>
                    <a:pt x="305966" y="150417"/>
                  </a:lnTo>
                  <a:lnTo>
                    <a:pt x="304895" y="154908"/>
                  </a:lnTo>
                  <a:lnTo>
                    <a:pt x="293626" y="153943"/>
                  </a:lnTo>
                  <a:lnTo>
                    <a:pt x="290005" y="152821"/>
                  </a:lnTo>
                  <a:lnTo>
                    <a:pt x="279483" y="146392"/>
                  </a:lnTo>
                  <a:lnTo>
                    <a:pt x="277783" y="144952"/>
                  </a:lnTo>
                  <a:lnTo>
                    <a:pt x="274594" y="139678"/>
                  </a:lnTo>
                  <a:lnTo>
                    <a:pt x="258379" y="128542"/>
                  </a:lnTo>
                  <a:lnTo>
                    <a:pt x="253329" y="121080"/>
                  </a:lnTo>
                  <a:lnTo>
                    <a:pt x="250561" y="118823"/>
                  </a:lnTo>
                  <a:lnTo>
                    <a:pt x="246943" y="117215"/>
                  </a:lnTo>
                  <a:lnTo>
                    <a:pt x="239415" y="116522"/>
                  </a:lnTo>
                  <a:lnTo>
                    <a:pt x="236504" y="114581"/>
                  </a:lnTo>
                  <a:lnTo>
                    <a:pt x="234763" y="111023"/>
                  </a:lnTo>
                  <a:lnTo>
                    <a:pt x="233105" y="109303"/>
                  </a:lnTo>
                  <a:lnTo>
                    <a:pt x="230409" y="108478"/>
                  </a:lnTo>
                  <a:lnTo>
                    <a:pt x="228314" y="109066"/>
                  </a:lnTo>
                  <a:lnTo>
                    <a:pt x="225917" y="118504"/>
                  </a:lnTo>
                  <a:lnTo>
                    <a:pt x="226302" y="121577"/>
                  </a:lnTo>
                  <a:lnTo>
                    <a:pt x="228361" y="125937"/>
                  </a:lnTo>
                  <a:lnTo>
                    <a:pt x="228768" y="130750"/>
                  </a:lnTo>
                  <a:lnTo>
                    <a:pt x="226887" y="133793"/>
                  </a:lnTo>
                  <a:lnTo>
                    <a:pt x="225699" y="133908"/>
                  </a:lnTo>
                  <a:lnTo>
                    <a:pt x="223983" y="132482"/>
                  </a:lnTo>
                  <a:lnTo>
                    <a:pt x="223203" y="132673"/>
                  </a:lnTo>
                  <a:lnTo>
                    <a:pt x="220878" y="137404"/>
                  </a:lnTo>
                  <a:lnTo>
                    <a:pt x="219154" y="143509"/>
                  </a:lnTo>
                  <a:lnTo>
                    <a:pt x="219723" y="150499"/>
                  </a:lnTo>
                  <a:lnTo>
                    <a:pt x="218806" y="155368"/>
                  </a:lnTo>
                  <a:lnTo>
                    <a:pt x="217751" y="155969"/>
                  </a:lnTo>
                  <a:lnTo>
                    <a:pt x="216984" y="158297"/>
                  </a:lnTo>
                  <a:lnTo>
                    <a:pt x="218575" y="159741"/>
                  </a:lnTo>
                  <a:lnTo>
                    <a:pt x="215850" y="165420"/>
                  </a:lnTo>
                  <a:lnTo>
                    <a:pt x="214109" y="172112"/>
                  </a:lnTo>
                  <a:lnTo>
                    <a:pt x="213777" y="174437"/>
                  </a:lnTo>
                  <a:lnTo>
                    <a:pt x="214547" y="176712"/>
                  </a:lnTo>
                  <a:lnTo>
                    <a:pt x="212598" y="188938"/>
                  </a:lnTo>
                  <a:lnTo>
                    <a:pt x="212897" y="191987"/>
                  </a:lnTo>
                  <a:lnTo>
                    <a:pt x="214250" y="195339"/>
                  </a:lnTo>
                  <a:lnTo>
                    <a:pt x="218196" y="201917"/>
                  </a:lnTo>
                  <a:lnTo>
                    <a:pt x="216740" y="205839"/>
                  </a:lnTo>
                  <a:lnTo>
                    <a:pt x="217165" y="207294"/>
                  </a:lnTo>
                  <a:lnTo>
                    <a:pt x="219826" y="209984"/>
                  </a:lnTo>
                  <a:lnTo>
                    <a:pt x="227819" y="215130"/>
                  </a:lnTo>
                  <a:lnTo>
                    <a:pt x="228521" y="218663"/>
                  </a:lnTo>
                  <a:lnTo>
                    <a:pt x="227722" y="246392"/>
                  </a:lnTo>
                  <a:lnTo>
                    <a:pt x="226820" y="251759"/>
                  </a:lnTo>
                  <a:lnTo>
                    <a:pt x="228495" y="257136"/>
                  </a:lnTo>
                  <a:lnTo>
                    <a:pt x="230777" y="261134"/>
                  </a:lnTo>
                  <a:lnTo>
                    <a:pt x="232281" y="269562"/>
                  </a:lnTo>
                  <a:lnTo>
                    <a:pt x="231063" y="273609"/>
                  </a:lnTo>
                  <a:lnTo>
                    <a:pt x="231595" y="277582"/>
                  </a:lnTo>
                  <a:lnTo>
                    <a:pt x="229803" y="282725"/>
                  </a:lnTo>
                  <a:lnTo>
                    <a:pt x="228740" y="290828"/>
                  </a:lnTo>
                  <a:lnTo>
                    <a:pt x="228974" y="296785"/>
                  </a:lnTo>
                  <a:lnTo>
                    <a:pt x="225307" y="303805"/>
                  </a:lnTo>
                  <a:lnTo>
                    <a:pt x="228195" y="312663"/>
                  </a:lnTo>
                  <a:lnTo>
                    <a:pt x="231263" y="315584"/>
                  </a:lnTo>
                  <a:lnTo>
                    <a:pt x="232835" y="319756"/>
                  </a:lnTo>
                  <a:lnTo>
                    <a:pt x="233170" y="324382"/>
                  </a:lnTo>
                  <a:lnTo>
                    <a:pt x="236667" y="332248"/>
                  </a:lnTo>
                  <a:lnTo>
                    <a:pt x="241501" y="335254"/>
                  </a:lnTo>
                  <a:lnTo>
                    <a:pt x="242857" y="339608"/>
                  </a:lnTo>
                  <a:lnTo>
                    <a:pt x="246397" y="340266"/>
                  </a:lnTo>
                  <a:lnTo>
                    <a:pt x="248637" y="342856"/>
                  </a:lnTo>
                  <a:lnTo>
                    <a:pt x="248909" y="344372"/>
                  </a:lnTo>
                  <a:lnTo>
                    <a:pt x="248103" y="346885"/>
                  </a:lnTo>
                  <a:lnTo>
                    <a:pt x="248619" y="352362"/>
                  </a:lnTo>
                  <a:lnTo>
                    <a:pt x="250106" y="356445"/>
                  </a:lnTo>
                  <a:lnTo>
                    <a:pt x="255755" y="361252"/>
                  </a:lnTo>
                  <a:lnTo>
                    <a:pt x="259348" y="361577"/>
                  </a:lnTo>
                  <a:lnTo>
                    <a:pt x="260968" y="359659"/>
                  </a:lnTo>
                  <a:lnTo>
                    <a:pt x="259937" y="359934"/>
                  </a:lnTo>
                  <a:lnTo>
                    <a:pt x="259896" y="358878"/>
                  </a:lnTo>
                  <a:lnTo>
                    <a:pt x="261283" y="358173"/>
                  </a:lnTo>
                  <a:lnTo>
                    <a:pt x="264650" y="359569"/>
                  </a:lnTo>
                  <a:lnTo>
                    <a:pt x="267903" y="362092"/>
                  </a:lnTo>
                  <a:lnTo>
                    <a:pt x="272983" y="368929"/>
                  </a:lnTo>
                  <a:lnTo>
                    <a:pt x="282661" y="378762"/>
                  </a:lnTo>
                  <a:lnTo>
                    <a:pt x="283767" y="381154"/>
                  </a:lnTo>
                  <a:lnTo>
                    <a:pt x="290901" y="386622"/>
                  </a:lnTo>
                  <a:lnTo>
                    <a:pt x="298260" y="395810"/>
                  </a:lnTo>
                  <a:lnTo>
                    <a:pt x="304340" y="399833"/>
                  </a:lnTo>
                  <a:lnTo>
                    <a:pt x="307211" y="403598"/>
                  </a:lnTo>
                  <a:lnTo>
                    <a:pt x="310528" y="405847"/>
                  </a:lnTo>
                  <a:lnTo>
                    <a:pt x="315241" y="411874"/>
                  </a:lnTo>
                  <a:lnTo>
                    <a:pt x="317770" y="416664"/>
                  </a:lnTo>
                  <a:lnTo>
                    <a:pt x="323363" y="422028"/>
                  </a:lnTo>
                  <a:lnTo>
                    <a:pt x="324348" y="425744"/>
                  </a:lnTo>
                  <a:lnTo>
                    <a:pt x="321173" y="428973"/>
                  </a:lnTo>
                  <a:lnTo>
                    <a:pt x="320680" y="430719"/>
                  </a:lnTo>
                  <a:lnTo>
                    <a:pt x="322866" y="435355"/>
                  </a:lnTo>
                  <a:lnTo>
                    <a:pt x="329032" y="443662"/>
                  </a:lnTo>
                  <a:lnTo>
                    <a:pt x="331334" y="449415"/>
                  </a:lnTo>
                  <a:lnTo>
                    <a:pt x="331487" y="452316"/>
                  </a:lnTo>
                  <a:lnTo>
                    <a:pt x="328654" y="456551"/>
                  </a:lnTo>
                  <a:lnTo>
                    <a:pt x="328496" y="462841"/>
                  </a:lnTo>
                  <a:lnTo>
                    <a:pt x="331259" y="469498"/>
                  </a:lnTo>
                  <a:lnTo>
                    <a:pt x="333594" y="470129"/>
                  </a:lnTo>
                  <a:lnTo>
                    <a:pt x="336154" y="469740"/>
                  </a:lnTo>
                  <a:lnTo>
                    <a:pt x="337184" y="467438"/>
                  </a:lnTo>
                  <a:lnTo>
                    <a:pt x="335670" y="465441"/>
                  </a:lnTo>
                  <a:lnTo>
                    <a:pt x="337042" y="463384"/>
                  </a:lnTo>
                  <a:lnTo>
                    <a:pt x="340997" y="462753"/>
                  </a:lnTo>
                  <a:lnTo>
                    <a:pt x="345745" y="466339"/>
                  </a:lnTo>
                  <a:lnTo>
                    <a:pt x="347286" y="474595"/>
                  </a:lnTo>
                  <a:lnTo>
                    <a:pt x="347015" y="477461"/>
                  </a:lnTo>
                  <a:lnTo>
                    <a:pt x="348483" y="481370"/>
                  </a:lnTo>
                  <a:lnTo>
                    <a:pt x="352856" y="481964"/>
                  </a:lnTo>
                  <a:lnTo>
                    <a:pt x="358680" y="477954"/>
                  </a:lnTo>
                  <a:lnTo>
                    <a:pt x="362630" y="480151"/>
                  </a:lnTo>
                  <a:lnTo>
                    <a:pt x="364876" y="484215"/>
                  </a:lnTo>
                  <a:lnTo>
                    <a:pt x="364654" y="489805"/>
                  </a:lnTo>
                  <a:lnTo>
                    <a:pt x="367593" y="500299"/>
                  </a:lnTo>
                  <a:lnTo>
                    <a:pt x="370490" y="503851"/>
                  </a:lnTo>
                  <a:lnTo>
                    <a:pt x="370028" y="507923"/>
                  </a:lnTo>
                  <a:lnTo>
                    <a:pt x="371943" y="519168"/>
                  </a:lnTo>
                  <a:lnTo>
                    <a:pt x="380806" y="525591"/>
                  </a:lnTo>
                  <a:lnTo>
                    <a:pt x="385469" y="526026"/>
                  </a:lnTo>
                  <a:lnTo>
                    <a:pt x="392781" y="524399"/>
                  </a:lnTo>
                  <a:lnTo>
                    <a:pt x="395063" y="527370"/>
                  </a:lnTo>
                  <a:lnTo>
                    <a:pt x="397107" y="528892"/>
                  </a:lnTo>
                  <a:lnTo>
                    <a:pt x="398450" y="528983"/>
                  </a:lnTo>
                  <a:lnTo>
                    <a:pt x="397595" y="535896"/>
                  </a:lnTo>
                  <a:lnTo>
                    <a:pt x="394165" y="544357"/>
                  </a:lnTo>
                  <a:lnTo>
                    <a:pt x="394181" y="547555"/>
                  </a:lnTo>
                  <a:lnTo>
                    <a:pt x="402190" y="559072"/>
                  </a:lnTo>
                  <a:lnTo>
                    <a:pt x="399345" y="565296"/>
                  </a:lnTo>
                  <a:lnTo>
                    <a:pt x="399090" y="567755"/>
                  </a:lnTo>
                  <a:lnTo>
                    <a:pt x="401142" y="573779"/>
                  </a:lnTo>
                  <a:lnTo>
                    <a:pt x="399776" y="575523"/>
                  </a:lnTo>
                  <a:lnTo>
                    <a:pt x="399115" y="578446"/>
                  </a:lnTo>
                  <a:lnTo>
                    <a:pt x="400406" y="581046"/>
                  </a:lnTo>
                  <a:lnTo>
                    <a:pt x="403075" y="582041"/>
                  </a:lnTo>
                  <a:lnTo>
                    <a:pt x="403679" y="585969"/>
                  </a:lnTo>
                  <a:lnTo>
                    <a:pt x="401130" y="598266"/>
                  </a:lnTo>
                  <a:lnTo>
                    <a:pt x="402217" y="600187"/>
                  </a:lnTo>
                  <a:lnTo>
                    <a:pt x="406089" y="603915"/>
                  </a:lnTo>
                  <a:lnTo>
                    <a:pt x="406993" y="610490"/>
                  </a:lnTo>
                  <a:lnTo>
                    <a:pt x="409982" y="615856"/>
                  </a:lnTo>
                  <a:lnTo>
                    <a:pt x="411434" y="617410"/>
                  </a:lnTo>
                  <a:lnTo>
                    <a:pt x="413410" y="617579"/>
                  </a:lnTo>
                  <a:lnTo>
                    <a:pt x="417887" y="624951"/>
                  </a:lnTo>
                  <a:lnTo>
                    <a:pt x="420167" y="626080"/>
                  </a:lnTo>
                  <a:lnTo>
                    <a:pt x="421501" y="625865"/>
                  </a:lnTo>
                  <a:lnTo>
                    <a:pt x="429058" y="629288"/>
                  </a:lnTo>
                  <a:lnTo>
                    <a:pt x="437747" y="634623"/>
                  </a:lnTo>
                  <a:lnTo>
                    <a:pt x="441943" y="638415"/>
                  </a:lnTo>
                  <a:lnTo>
                    <a:pt x="445285" y="645109"/>
                  </a:lnTo>
                  <a:lnTo>
                    <a:pt x="445367" y="653443"/>
                  </a:lnTo>
                  <a:lnTo>
                    <a:pt x="446654" y="658917"/>
                  </a:lnTo>
                  <a:lnTo>
                    <a:pt x="449904" y="663789"/>
                  </a:lnTo>
                  <a:lnTo>
                    <a:pt x="452623" y="666291"/>
                  </a:lnTo>
                  <a:lnTo>
                    <a:pt x="455048" y="673445"/>
                  </a:lnTo>
                  <a:lnTo>
                    <a:pt x="456488" y="675502"/>
                  </a:lnTo>
                  <a:lnTo>
                    <a:pt x="454482" y="679634"/>
                  </a:lnTo>
                  <a:lnTo>
                    <a:pt x="454608" y="680945"/>
                  </a:lnTo>
                  <a:lnTo>
                    <a:pt x="466277" y="690282"/>
                  </a:lnTo>
                  <a:lnTo>
                    <a:pt x="474619" y="692450"/>
                  </a:lnTo>
                  <a:lnTo>
                    <a:pt x="480549" y="695839"/>
                  </a:lnTo>
                  <a:lnTo>
                    <a:pt x="481753" y="697825"/>
                  </a:lnTo>
                  <a:lnTo>
                    <a:pt x="481622" y="698840"/>
                  </a:lnTo>
                  <a:lnTo>
                    <a:pt x="480517" y="699436"/>
                  </a:lnTo>
                  <a:lnTo>
                    <a:pt x="478919" y="698931"/>
                  </a:lnTo>
                  <a:lnTo>
                    <a:pt x="475131" y="702857"/>
                  </a:lnTo>
                  <a:lnTo>
                    <a:pt x="474031" y="706245"/>
                  </a:lnTo>
                  <a:lnTo>
                    <a:pt x="473789" y="709897"/>
                  </a:lnTo>
                  <a:lnTo>
                    <a:pt x="474387" y="711824"/>
                  </a:lnTo>
                  <a:lnTo>
                    <a:pt x="479367" y="717574"/>
                  </a:lnTo>
                  <a:lnTo>
                    <a:pt x="479255" y="719071"/>
                  </a:lnTo>
                  <a:lnTo>
                    <a:pt x="480073" y="720197"/>
                  </a:lnTo>
                  <a:lnTo>
                    <a:pt x="485495" y="726272"/>
                  </a:lnTo>
                  <a:lnTo>
                    <a:pt x="487674" y="727826"/>
                  </a:lnTo>
                  <a:lnTo>
                    <a:pt x="488506" y="733507"/>
                  </a:lnTo>
                  <a:lnTo>
                    <a:pt x="485171" y="735769"/>
                  </a:lnTo>
                  <a:lnTo>
                    <a:pt x="482923" y="740815"/>
                  </a:lnTo>
                  <a:lnTo>
                    <a:pt x="488651" y="746851"/>
                  </a:lnTo>
                  <a:lnTo>
                    <a:pt x="497046" y="761578"/>
                  </a:lnTo>
                  <a:lnTo>
                    <a:pt x="502687" y="762143"/>
                  </a:lnTo>
                  <a:lnTo>
                    <a:pt x="506174" y="759057"/>
                  </a:lnTo>
                  <a:lnTo>
                    <a:pt x="506392" y="757217"/>
                  </a:lnTo>
                  <a:lnTo>
                    <a:pt x="500287" y="749970"/>
                  </a:lnTo>
                  <a:lnTo>
                    <a:pt x="494707" y="745081"/>
                  </a:lnTo>
                  <a:lnTo>
                    <a:pt x="493639" y="742031"/>
                  </a:lnTo>
                  <a:lnTo>
                    <a:pt x="492338" y="730768"/>
                  </a:lnTo>
                  <a:lnTo>
                    <a:pt x="490307" y="722843"/>
                  </a:lnTo>
                  <a:lnTo>
                    <a:pt x="490401" y="722271"/>
                  </a:lnTo>
                  <a:lnTo>
                    <a:pt x="492443" y="721866"/>
                  </a:lnTo>
                  <a:lnTo>
                    <a:pt x="493656" y="720474"/>
                  </a:lnTo>
                  <a:lnTo>
                    <a:pt x="501037" y="726922"/>
                  </a:lnTo>
                  <a:lnTo>
                    <a:pt x="504186" y="732268"/>
                  </a:lnTo>
                  <a:lnTo>
                    <a:pt x="509185" y="736264"/>
                  </a:lnTo>
                  <a:lnTo>
                    <a:pt x="511090" y="739715"/>
                  </a:lnTo>
                  <a:lnTo>
                    <a:pt x="519864" y="746035"/>
                  </a:lnTo>
                  <a:lnTo>
                    <a:pt x="518783" y="751014"/>
                  </a:lnTo>
                  <a:lnTo>
                    <a:pt x="518305" y="762437"/>
                  </a:lnTo>
                  <a:lnTo>
                    <a:pt x="522654" y="765301"/>
                  </a:lnTo>
                  <a:lnTo>
                    <a:pt x="531161" y="768218"/>
                  </a:lnTo>
                  <a:lnTo>
                    <a:pt x="530023" y="768434"/>
                  </a:lnTo>
                  <a:lnTo>
                    <a:pt x="527522" y="774894"/>
                  </a:lnTo>
                  <a:lnTo>
                    <a:pt x="527471" y="780503"/>
                  </a:lnTo>
                  <a:lnTo>
                    <a:pt x="534708" y="789520"/>
                  </a:lnTo>
                  <a:lnTo>
                    <a:pt x="535784" y="794721"/>
                  </a:lnTo>
                  <a:lnTo>
                    <a:pt x="534774" y="801234"/>
                  </a:lnTo>
                  <a:lnTo>
                    <a:pt x="535862" y="808940"/>
                  </a:lnTo>
                  <a:lnTo>
                    <a:pt x="538457" y="817152"/>
                  </a:lnTo>
                  <a:lnTo>
                    <a:pt x="540389" y="819207"/>
                  </a:lnTo>
                  <a:lnTo>
                    <a:pt x="540952" y="821545"/>
                  </a:lnTo>
                  <a:lnTo>
                    <a:pt x="535770" y="834950"/>
                  </a:lnTo>
                  <a:lnTo>
                    <a:pt x="536740" y="839690"/>
                  </a:lnTo>
                  <a:lnTo>
                    <a:pt x="537707" y="841412"/>
                  </a:lnTo>
                  <a:lnTo>
                    <a:pt x="537774" y="849534"/>
                  </a:lnTo>
                  <a:lnTo>
                    <a:pt x="539193" y="850756"/>
                  </a:lnTo>
                  <a:lnTo>
                    <a:pt x="539934" y="857483"/>
                  </a:lnTo>
                  <a:lnTo>
                    <a:pt x="546088" y="863220"/>
                  </a:lnTo>
                  <a:lnTo>
                    <a:pt x="548435" y="863834"/>
                  </a:lnTo>
                  <a:lnTo>
                    <a:pt x="549559" y="866632"/>
                  </a:lnTo>
                  <a:lnTo>
                    <a:pt x="550863" y="877329"/>
                  </a:lnTo>
                  <a:lnTo>
                    <a:pt x="553649" y="882301"/>
                  </a:lnTo>
                  <a:lnTo>
                    <a:pt x="557977" y="887951"/>
                  </a:lnTo>
                  <a:lnTo>
                    <a:pt x="569172" y="890494"/>
                  </a:lnTo>
                  <a:lnTo>
                    <a:pt x="567586" y="897754"/>
                  </a:lnTo>
                  <a:lnTo>
                    <a:pt x="571850" y="911085"/>
                  </a:lnTo>
                  <a:lnTo>
                    <a:pt x="573979" y="912777"/>
                  </a:lnTo>
                  <a:lnTo>
                    <a:pt x="576285" y="917335"/>
                  </a:lnTo>
                  <a:lnTo>
                    <a:pt x="576130" y="919326"/>
                  </a:lnTo>
                  <a:lnTo>
                    <a:pt x="574945" y="920145"/>
                  </a:lnTo>
                  <a:lnTo>
                    <a:pt x="575254" y="923831"/>
                  </a:lnTo>
                  <a:lnTo>
                    <a:pt x="579634" y="936677"/>
                  </a:lnTo>
                  <a:lnTo>
                    <a:pt x="583095" y="943298"/>
                  </a:lnTo>
                  <a:lnTo>
                    <a:pt x="586065" y="945134"/>
                  </a:lnTo>
                  <a:lnTo>
                    <a:pt x="593035" y="951313"/>
                  </a:lnTo>
                  <a:lnTo>
                    <a:pt x="593939" y="957201"/>
                  </a:lnTo>
                  <a:lnTo>
                    <a:pt x="599494" y="966259"/>
                  </a:lnTo>
                  <a:lnTo>
                    <a:pt x="601215" y="973956"/>
                  </a:lnTo>
                  <a:lnTo>
                    <a:pt x="602417" y="976383"/>
                  </a:lnTo>
                  <a:lnTo>
                    <a:pt x="601639" y="981535"/>
                  </a:lnTo>
                  <a:lnTo>
                    <a:pt x="594077" y="992536"/>
                  </a:lnTo>
                  <a:lnTo>
                    <a:pt x="592422" y="998539"/>
                  </a:lnTo>
                  <a:lnTo>
                    <a:pt x="592200" y="1006443"/>
                  </a:lnTo>
                  <a:lnTo>
                    <a:pt x="592898" y="1010890"/>
                  </a:lnTo>
                  <a:lnTo>
                    <a:pt x="597099" y="1017349"/>
                  </a:lnTo>
                  <a:lnTo>
                    <a:pt x="596025" y="1024030"/>
                  </a:lnTo>
                  <a:lnTo>
                    <a:pt x="596947" y="1029819"/>
                  </a:lnTo>
                  <a:lnTo>
                    <a:pt x="603832" y="1042426"/>
                  </a:lnTo>
                  <a:lnTo>
                    <a:pt x="609078" y="1047942"/>
                  </a:lnTo>
                  <a:lnTo>
                    <a:pt x="611948" y="1049230"/>
                  </a:lnTo>
                  <a:lnTo>
                    <a:pt x="626268" y="1053440"/>
                  </a:lnTo>
                  <a:lnTo>
                    <a:pt x="634476" y="1053654"/>
                  </a:lnTo>
                  <a:lnTo>
                    <a:pt x="634023" y="1054853"/>
                  </a:lnTo>
                  <a:lnTo>
                    <a:pt x="629252" y="1056630"/>
                  </a:lnTo>
                  <a:lnTo>
                    <a:pt x="625272" y="1053580"/>
                  </a:lnTo>
                  <a:lnTo>
                    <a:pt x="622637" y="1053553"/>
                  </a:lnTo>
                  <a:lnTo>
                    <a:pt x="623952" y="1061047"/>
                  </a:lnTo>
                  <a:lnTo>
                    <a:pt x="626585" y="1061806"/>
                  </a:lnTo>
                  <a:lnTo>
                    <a:pt x="630755" y="1061068"/>
                  </a:lnTo>
                  <a:lnTo>
                    <a:pt x="636657" y="1053955"/>
                  </a:lnTo>
                  <a:lnTo>
                    <a:pt x="637448" y="1049631"/>
                  </a:lnTo>
                  <a:lnTo>
                    <a:pt x="635576" y="1045759"/>
                  </a:lnTo>
                  <a:lnTo>
                    <a:pt x="633797" y="1037012"/>
                  </a:lnTo>
                  <a:lnTo>
                    <a:pt x="634678" y="1035463"/>
                  </a:lnTo>
                  <a:lnTo>
                    <a:pt x="638696" y="1032956"/>
                  </a:lnTo>
                  <a:lnTo>
                    <a:pt x="645512" y="1034317"/>
                  </a:lnTo>
                  <a:lnTo>
                    <a:pt x="647111" y="1039316"/>
                  </a:lnTo>
                  <a:lnTo>
                    <a:pt x="650356" y="1043551"/>
                  </a:lnTo>
                  <a:lnTo>
                    <a:pt x="655613" y="1047989"/>
                  </a:lnTo>
                  <a:lnTo>
                    <a:pt x="660257" y="1050440"/>
                  </a:lnTo>
                  <a:lnTo>
                    <a:pt x="668842" y="1057649"/>
                  </a:lnTo>
                  <a:lnTo>
                    <a:pt x="670688" y="1071530"/>
                  </a:lnTo>
                  <a:lnTo>
                    <a:pt x="676525" y="1073603"/>
                  </a:lnTo>
                  <a:lnTo>
                    <a:pt x="681761" y="1072758"/>
                  </a:lnTo>
                  <a:lnTo>
                    <a:pt x="687987" y="1070464"/>
                  </a:lnTo>
                  <a:lnTo>
                    <a:pt x="690194" y="1075209"/>
                  </a:lnTo>
                  <a:lnTo>
                    <a:pt x="688580" y="1078307"/>
                  </a:lnTo>
                  <a:lnTo>
                    <a:pt x="686522" y="1079416"/>
                  </a:lnTo>
                  <a:lnTo>
                    <a:pt x="685961" y="1085587"/>
                  </a:lnTo>
                  <a:lnTo>
                    <a:pt x="687246" y="1088274"/>
                  </a:lnTo>
                  <a:lnTo>
                    <a:pt x="692645" y="1092817"/>
                  </a:lnTo>
                  <a:lnTo>
                    <a:pt x="698119" y="1100154"/>
                  </a:lnTo>
                  <a:lnTo>
                    <a:pt x="698951" y="1104882"/>
                  </a:lnTo>
                  <a:lnTo>
                    <a:pt x="698274" y="1109480"/>
                  </a:lnTo>
                  <a:lnTo>
                    <a:pt x="699901" y="1114987"/>
                  </a:lnTo>
                  <a:lnTo>
                    <a:pt x="699541" y="1117433"/>
                  </a:lnTo>
                  <a:lnTo>
                    <a:pt x="699611" y="1118553"/>
                  </a:lnTo>
                  <a:lnTo>
                    <a:pt x="701736" y="1120673"/>
                  </a:lnTo>
                  <a:lnTo>
                    <a:pt x="718424" y="1128773"/>
                  </a:lnTo>
                  <a:lnTo>
                    <a:pt x="723907" y="1132581"/>
                  </a:lnTo>
                  <a:lnTo>
                    <a:pt x="722582" y="1135030"/>
                  </a:lnTo>
                  <a:lnTo>
                    <a:pt x="722460" y="1136685"/>
                  </a:lnTo>
                  <a:lnTo>
                    <a:pt x="726538" y="1143738"/>
                  </a:lnTo>
                  <a:lnTo>
                    <a:pt x="727462" y="1150562"/>
                  </a:lnTo>
                  <a:lnTo>
                    <a:pt x="727351" y="1155821"/>
                  </a:lnTo>
                  <a:lnTo>
                    <a:pt x="727120" y="1162440"/>
                  </a:lnTo>
                  <a:lnTo>
                    <a:pt x="725548" y="1169420"/>
                  </a:lnTo>
                  <a:lnTo>
                    <a:pt x="722769" y="1175246"/>
                  </a:lnTo>
                  <a:lnTo>
                    <a:pt x="713688" y="1185162"/>
                  </a:lnTo>
                  <a:lnTo>
                    <a:pt x="709126" y="1187865"/>
                  </a:lnTo>
                  <a:lnTo>
                    <a:pt x="698849" y="1190098"/>
                  </a:lnTo>
                  <a:lnTo>
                    <a:pt x="693639" y="1193551"/>
                  </a:lnTo>
                  <a:lnTo>
                    <a:pt x="692669" y="1196779"/>
                  </a:lnTo>
                  <a:lnTo>
                    <a:pt x="691520" y="1198054"/>
                  </a:lnTo>
                  <a:lnTo>
                    <a:pt x="688350" y="1198682"/>
                  </a:lnTo>
                  <a:lnTo>
                    <a:pt x="684368" y="1200826"/>
                  </a:lnTo>
                  <a:lnTo>
                    <a:pt x="682961" y="1202423"/>
                  </a:lnTo>
                  <a:lnTo>
                    <a:pt x="682657" y="1204401"/>
                  </a:lnTo>
                  <a:lnTo>
                    <a:pt x="678679" y="1207827"/>
                  </a:lnTo>
                  <a:lnTo>
                    <a:pt x="673133" y="1208426"/>
                  </a:lnTo>
                  <a:lnTo>
                    <a:pt x="671540" y="1210075"/>
                  </a:lnTo>
                  <a:lnTo>
                    <a:pt x="672836" y="1210674"/>
                  </a:lnTo>
                  <a:lnTo>
                    <a:pt x="670381" y="1211003"/>
                  </a:lnTo>
                  <a:lnTo>
                    <a:pt x="665045" y="1210601"/>
                  </a:lnTo>
                  <a:lnTo>
                    <a:pt x="663137" y="1209636"/>
                  </a:lnTo>
                  <a:lnTo>
                    <a:pt x="659630" y="1206675"/>
                  </a:lnTo>
                  <a:lnTo>
                    <a:pt x="656010" y="1202014"/>
                  </a:lnTo>
                  <a:lnTo>
                    <a:pt x="651345" y="1192398"/>
                  </a:lnTo>
                  <a:lnTo>
                    <a:pt x="649626" y="1181193"/>
                  </a:lnTo>
                  <a:lnTo>
                    <a:pt x="646752" y="1167132"/>
                  </a:lnTo>
                  <a:lnTo>
                    <a:pt x="645636" y="1156439"/>
                  </a:lnTo>
                  <a:lnTo>
                    <a:pt x="639930" y="1146361"/>
                  </a:lnTo>
                  <a:lnTo>
                    <a:pt x="639105" y="1142929"/>
                  </a:lnTo>
                  <a:lnTo>
                    <a:pt x="636275" y="1137089"/>
                  </a:lnTo>
                  <a:lnTo>
                    <a:pt x="630677" y="1127844"/>
                  </a:lnTo>
                  <a:lnTo>
                    <a:pt x="623795" y="1121686"/>
                  </a:lnTo>
                  <a:lnTo>
                    <a:pt x="605599" y="1112008"/>
                  </a:lnTo>
                  <a:lnTo>
                    <a:pt x="599803" y="1107469"/>
                  </a:lnTo>
                  <a:lnTo>
                    <a:pt x="592517" y="1099729"/>
                  </a:lnTo>
                  <a:lnTo>
                    <a:pt x="578294" y="1081191"/>
                  </a:lnTo>
                  <a:lnTo>
                    <a:pt x="556832" y="1058010"/>
                  </a:lnTo>
                  <a:lnTo>
                    <a:pt x="534594" y="1041536"/>
                  </a:lnTo>
                  <a:lnTo>
                    <a:pt x="514762" y="1028680"/>
                  </a:lnTo>
                  <a:lnTo>
                    <a:pt x="522976" y="1033403"/>
                  </a:lnTo>
                  <a:lnTo>
                    <a:pt x="520603" y="1031365"/>
                  </a:lnTo>
                  <a:lnTo>
                    <a:pt x="510288" y="1025381"/>
                  </a:lnTo>
                  <a:lnTo>
                    <a:pt x="509542" y="1022903"/>
                  </a:lnTo>
                  <a:lnTo>
                    <a:pt x="505445" y="1017749"/>
                  </a:lnTo>
                  <a:lnTo>
                    <a:pt x="503837" y="1017155"/>
                  </a:lnTo>
                  <a:lnTo>
                    <a:pt x="500598" y="1017546"/>
                  </a:lnTo>
                  <a:lnTo>
                    <a:pt x="499370" y="1016812"/>
                  </a:lnTo>
                  <a:lnTo>
                    <a:pt x="496601" y="1013561"/>
                  </a:lnTo>
                  <a:lnTo>
                    <a:pt x="494614" y="1000568"/>
                  </a:lnTo>
                  <a:lnTo>
                    <a:pt x="492597" y="997930"/>
                  </a:lnTo>
                  <a:lnTo>
                    <a:pt x="489798" y="996077"/>
                  </a:lnTo>
                  <a:lnTo>
                    <a:pt x="488936" y="995818"/>
                  </a:lnTo>
                  <a:lnTo>
                    <a:pt x="488227" y="997425"/>
                  </a:lnTo>
                  <a:lnTo>
                    <a:pt x="488790" y="999052"/>
                  </a:lnTo>
                  <a:lnTo>
                    <a:pt x="487759" y="1000925"/>
                  </a:lnTo>
                  <a:lnTo>
                    <a:pt x="486593" y="1001238"/>
                  </a:lnTo>
                  <a:close/>
                  <a:moveTo>
                    <a:pt x="607563" y="600622"/>
                  </a:moveTo>
                  <a:lnTo>
                    <a:pt x="607272" y="599800"/>
                  </a:lnTo>
                  <a:lnTo>
                    <a:pt x="603074" y="599427"/>
                  </a:lnTo>
                  <a:lnTo>
                    <a:pt x="607463" y="601366"/>
                  </a:lnTo>
                  <a:close/>
                  <a:moveTo>
                    <a:pt x="605563" y="601544"/>
                  </a:moveTo>
                  <a:lnTo>
                    <a:pt x="607388" y="601403"/>
                  </a:lnTo>
                  <a:close/>
                  <a:moveTo>
                    <a:pt x="1965778" y="1661262"/>
                  </a:moveTo>
                  <a:lnTo>
                    <a:pt x="1965961" y="1661177"/>
                  </a:lnTo>
                  <a:close/>
                  <a:moveTo>
                    <a:pt x="1984632" y="1651722"/>
                  </a:moveTo>
                  <a:lnTo>
                    <a:pt x="1984423" y="1649633"/>
                  </a:lnTo>
                  <a:close/>
                  <a:moveTo>
                    <a:pt x="2930420" y="1428055"/>
                  </a:moveTo>
                  <a:lnTo>
                    <a:pt x="2930273" y="1428079"/>
                  </a:lnTo>
                  <a:close/>
                  <a:moveTo>
                    <a:pt x="2929662" y="1386516"/>
                  </a:moveTo>
                  <a:lnTo>
                    <a:pt x="2929678" y="1385911"/>
                  </a:lnTo>
                  <a:lnTo>
                    <a:pt x="2929670" y="1386220"/>
                  </a:lnTo>
                  <a:close/>
                  <a:moveTo>
                    <a:pt x="2935038" y="1393202"/>
                  </a:moveTo>
                  <a:lnTo>
                    <a:pt x="2935013" y="1392848"/>
                  </a:lnTo>
                  <a:close/>
                  <a:moveTo>
                    <a:pt x="2938775" y="1401646"/>
                  </a:moveTo>
                  <a:lnTo>
                    <a:pt x="2938777" y="14014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9" name="ph9329"/>
            <p:cNvSpPr/>
            <p:nvPr/>
          </p:nvSpPr>
          <p:spPr>
            <a:xfrm>
              <a:off x="9534854" y="2178305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0" name="ph9330"/>
            <p:cNvSpPr/>
            <p:nvPr/>
          </p:nvSpPr>
          <p:spPr>
            <a:xfrm>
              <a:off x="9648782" y="2182384"/>
              <a:ext cx="4652" cy="7696"/>
            </a:xfrm>
            <a:custGeom>
              <a:avLst/>
              <a:pathLst>
                <a:path w="4652" h="7696">
                  <a:moveTo>
                    <a:pt x="4652" y="4367"/>
                  </a:moveTo>
                  <a:lnTo>
                    <a:pt x="4557" y="5469"/>
                  </a:lnTo>
                  <a:lnTo>
                    <a:pt x="2661" y="7696"/>
                  </a:ln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1" name="ph9331"/>
            <p:cNvSpPr/>
            <p:nvPr/>
          </p:nvSpPr>
          <p:spPr>
            <a:xfrm>
              <a:off x="9537213" y="2179911"/>
              <a:ext cx="1291" cy="1693"/>
            </a:xfrm>
            <a:custGeom>
              <a:avLst/>
              <a:pathLst>
                <a:path w="1291" h="1693">
                  <a:moveTo>
                    <a:pt x="0" y="686"/>
                  </a:moveTo>
                  <a:lnTo>
                    <a:pt x="460" y="0"/>
                  </a:lnTo>
                  <a:lnTo>
                    <a:pt x="1291" y="234"/>
                  </a:lnTo>
                  <a:lnTo>
                    <a:pt x="649" y="16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2" name="ph9332"/>
            <p:cNvSpPr/>
            <p:nvPr/>
          </p:nvSpPr>
          <p:spPr>
            <a:xfrm>
              <a:off x="9650536" y="2178892"/>
              <a:ext cx="123" cy="587"/>
            </a:xfrm>
            <a:custGeom>
              <a:avLst/>
              <a:pathLst>
                <a:path w="123" h="587">
                  <a:moveTo>
                    <a:pt x="123" y="587"/>
                  </a:moveTo>
                  <a:lnTo>
                    <a:pt x="0" y="441"/>
                  </a:lnTo>
                  <a:lnTo>
                    <a:pt x="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3" name="ph9333"/>
            <p:cNvSpPr/>
            <p:nvPr/>
          </p:nvSpPr>
          <p:spPr>
            <a:xfrm>
              <a:off x="9630977" y="2178947"/>
              <a:ext cx="203" cy="277"/>
            </a:xfrm>
            <a:custGeom>
              <a:avLst/>
              <a:pathLst>
                <a:path w="203" h="277">
                  <a:moveTo>
                    <a:pt x="203" y="277"/>
                  </a:moveTo>
                  <a:lnTo>
                    <a:pt x="0" y="222"/>
                  </a:lnTo>
                  <a:lnTo>
                    <a:pt x="9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4" name="ph9334"/>
            <p:cNvSpPr/>
            <p:nvPr/>
          </p:nvSpPr>
          <p:spPr>
            <a:xfrm>
              <a:off x="9649974" y="2178875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5" name="ph9335"/>
            <p:cNvSpPr/>
            <p:nvPr/>
          </p:nvSpPr>
          <p:spPr>
            <a:xfrm>
              <a:off x="9630816" y="2177433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6" name="ph9336"/>
            <p:cNvSpPr/>
            <p:nvPr/>
          </p:nvSpPr>
          <p:spPr>
            <a:xfrm>
              <a:off x="9625833" y="2175656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7" name="ph9337"/>
            <p:cNvSpPr/>
            <p:nvPr/>
          </p:nvSpPr>
          <p:spPr>
            <a:xfrm>
              <a:off x="9625248" y="217429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8" name="ph9338"/>
            <p:cNvSpPr/>
            <p:nvPr/>
          </p:nvSpPr>
          <p:spPr>
            <a:xfrm>
              <a:off x="9627770" y="2169391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9" name="ph9339"/>
            <p:cNvSpPr/>
            <p:nvPr/>
          </p:nvSpPr>
          <p:spPr>
            <a:xfrm>
              <a:off x="9621952" y="2165334"/>
              <a:ext cx="162" cy="177"/>
            </a:xfrm>
            <a:custGeom>
              <a:avLst/>
              <a:pathLst>
                <a:path w="162" h="177">
                  <a:moveTo>
                    <a:pt x="162" y="0"/>
                  </a:moveTo>
                  <a:lnTo>
                    <a:pt x="0" y="1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0" name="ph9340"/>
            <p:cNvSpPr/>
            <p:nvPr/>
          </p:nvSpPr>
          <p:spPr>
            <a:xfrm>
              <a:off x="9631060" y="2140167"/>
              <a:ext cx="19209" cy="30141"/>
            </a:xfrm>
            <a:custGeom>
              <a:avLst/>
              <a:pathLst>
                <a:path w="19209" h="30141">
                  <a:moveTo>
                    <a:pt x="17290" y="6019"/>
                  </a:move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lnTo>
                    <a:pt x="8973" y="15673"/>
                  </a:ln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1" name="ph9341"/>
            <p:cNvSpPr/>
            <p:nvPr/>
          </p:nvSpPr>
          <p:spPr>
            <a:xfrm>
              <a:off x="9638207" y="2141995"/>
              <a:ext cx="300" cy="264"/>
            </a:xfrm>
            <a:custGeom>
              <a:avLst/>
              <a:pathLst>
                <a:path w="300" h="264">
                  <a:moveTo>
                    <a:pt x="300" y="264"/>
                  </a:moveTo>
                  <a:lnTo>
                    <a:pt x="0" y="132"/>
                  </a:lnTo>
                  <a:lnTo>
                    <a:pt x="4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2" name="ph9342"/>
            <p:cNvSpPr/>
            <p:nvPr/>
          </p:nvSpPr>
          <p:spPr>
            <a:xfrm>
              <a:off x="9625189" y="2133964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3" name="ph9343"/>
            <p:cNvSpPr/>
            <p:nvPr/>
          </p:nvSpPr>
          <p:spPr>
            <a:xfrm>
              <a:off x="9627279" y="2130560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4" name="ph9344"/>
            <p:cNvSpPr/>
            <p:nvPr/>
          </p:nvSpPr>
          <p:spPr>
            <a:xfrm>
              <a:off x="9615488" y="2069448"/>
              <a:ext cx="981" cy="2061"/>
            </a:xfrm>
            <a:custGeom>
              <a:avLst/>
              <a:pathLst>
                <a:path w="981" h="2061">
                  <a:moveTo>
                    <a:pt x="792" y="613"/>
                  </a:moveTo>
                  <a:lnTo>
                    <a:pt x="981" y="206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5" name="ph9345"/>
            <p:cNvSpPr/>
            <p:nvPr/>
          </p:nvSpPr>
          <p:spPr>
            <a:xfrm>
              <a:off x="9421157" y="2044712"/>
              <a:ext cx="13057" cy="9737"/>
            </a:xfrm>
            <a:custGeom>
              <a:avLst/>
              <a:pathLst>
                <a:path w="13057" h="9737">
                  <a:moveTo>
                    <a:pt x="2263" y="4239"/>
                  </a:move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lnTo>
                    <a:pt x="12125" y="9736"/>
                  </a:lnTo>
                  <a:lnTo>
                    <a:pt x="7457" y="60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6" name="ph9346"/>
            <p:cNvSpPr/>
            <p:nvPr/>
          </p:nvSpPr>
          <p:spPr>
            <a:xfrm>
              <a:off x="9424519" y="2040089"/>
              <a:ext cx="4367" cy="4312"/>
            </a:xfrm>
            <a:custGeom>
              <a:avLst/>
              <a:pathLst>
                <a:path w="4367" h="4312">
                  <a:moveTo>
                    <a:pt x="4145" y="2989"/>
                  </a:move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7" name="ph9347"/>
            <p:cNvSpPr/>
            <p:nvPr/>
          </p:nvSpPr>
          <p:spPr>
            <a:xfrm>
              <a:off x="9566239" y="2037725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8" name="ph9348"/>
            <p:cNvSpPr/>
            <p:nvPr/>
          </p:nvSpPr>
          <p:spPr>
            <a:xfrm>
              <a:off x="9433752" y="2023634"/>
              <a:ext cx="1137" cy="3002"/>
            </a:xfrm>
            <a:custGeom>
              <a:avLst/>
              <a:pathLst>
                <a:path w="1137" h="3002">
                  <a:moveTo>
                    <a:pt x="575" y="3002"/>
                  </a:moveTo>
                  <a:lnTo>
                    <a:pt x="0" y="478"/>
                  </a:lnTo>
                  <a:lnTo>
                    <a:pt x="588" y="0"/>
                  </a:lnTo>
                  <a:lnTo>
                    <a:pt x="881" y="939"/>
                  </a:lnTo>
                  <a:lnTo>
                    <a:pt x="1137" y="25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9" name="ph9349"/>
            <p:cNvSpPr/>
            <p:nvPr/>
          </p:nvSpPr>
          <p:spPr>
            <a:xfrm>
              <a:off x="9433269" y="2021723"/>
              <a:ext cx="653" cy="1014"/>
            </a:xfrm>
            <a:custGeom>
              <a:avLst/>
              <a:pathLst>
                <a:path w="653" h="1014">
                  <a:moveTo>
                    <a:pt x="623" y="1014"/>
                  </a:moveTo>
                  <a:lnTo>
                    <a:pt x="0" y="432"/>
                  </a:lnTo>
                  <a:lnTo>
                    <a:pt x="6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0" name="ph9350"/>
            <p:cNvSpPr/>
            <p:nvPr/>
          </p:nvSpPr>
          <p:spPr>
            <a:xfrm>
              <a:off x="9567473" y="2018356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1" name="ph9351"/>
            <p:cNvSpPr/>
            <p:nvPr/>
          </p:nvSpPr>
          <p:spPr>
            <a:xfrm>
              <a:off x="9568344" y="2016324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2" name="ph9352"/>
            <p:cNvSpPr/>
            <p:nvPr/>
          </p:nvSpPr>
          <p:spPr>
            <a:xfrm>
              <a:off x="9552316" y="2002577"/>
              <a:ext cx="85" cy="190"/>
            </a:xfrm>
            <a:custGeom>
              <a:avLst/>
              <a:pathLst>
                <a:path w="85" h="190">
                  <a:moveTo>
                    <a:pt x="85" y="19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3" name="ph9353"/>
            <p:cNvSpPr/>
            <p:nvPr/>
          </p:nvSpPr>
          <p:spPr>
            <a:xfrm>
              <a:off x="9548973" y="1991345"/>
              <a:ext cx="6174" cy="9714"/>
            </a:xfrm>
            <a:custGeom>
              <a:avLst/>
              <a:pathLst>
                <a:path w="6174" h="9714">
                  <a:moveTo>
                    <a:pt x="1862" y="8539"/>
                  </a:moveTo>
                  <a:lnTo>
                    <a:pt x="0" y="2143"/>
                  </a:ln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4" name="ph9354"/>
            <p:cNvSpPr/>
            <p:nvPr/>
          </p:nvSpPr>
          <p:spPr>
            <a:xfrm>
              <a:off x="9315042" y="1990647"/>
              <a:ext cx="430" cy="1480"/>
            </a:xfrm>
            <a:custGeom>
              <a:avLst/>
              <a:pathLst>
                <a:path w="430" h="1480">
                  <a:moveTo>
                    <a:pt x="430" y="1480"/>
                  </a:moveTo>
                  <a:lnTo>
                    <a:pt x="0" y="1056"/>
                  </a:lnTo>
                  <a:lnTo>
                    <a:pt x="30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5" name="ph9355"/>
            <p:cNvSpPr/>
            <p:nvPr/>
          </p:nvSpPr>
          <p:spPr>
            <a:xfrm>
              <a:off x="9306134" y="1985347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6" name="ph9356"/>
            <p:cNvSpPr/>
            <p:nvPr/>
          </p:nvSpPr>
          <p:spPr>
            <a:xfrm>
              <a:off x="9572441" y="1969437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7" name="ph9357"/>
            <p:cNvSpPr/>
            <p:nvPr/>
          </p:nvSpPr>
          <p:spPr>
            <a:xfrm>
              <a:off x="9676214" y="1925834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8" name="ph9358"/>
            <p:cNvSpPr/>
            <p:nvPr/>
          </p:nvSpPr>
          <p:spPr>
            <a:xfrm>
              <a:off x="9674605" y="1921809"/>
              <a:ext cx="248" cy="140"/>
            </a:xfrm>
            <a:custGeom>
              <a:avLst/>
              <a:pathLst>
                <a:path w="248" h="140">
                  <a:moveTo>
                    <a:pt x="248" y="140"/>
                  </a:moveTo>
                  <a:lnTo>
                    <a:pt x="0" y="40"/>
                  </a:lnTo>
                  <a:lnTo>
                    <a:pt x="1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9" name="ph9359"/>
            <p:cNvSpPr/>
            <p:nvPr/>
          </p:nvSpPr>
          <p:spPr>
            <a:xfrm>
              <a:off x="9665373" y="1918675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0" name="ph9360"/>
            <p:cNvSpPr/>
            <p:nvPr/>
          </p:nvSpPr>
          <p:spPr>
            <a:xfrm>
              <a:off x="9672571" y="1918620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1" name="ph9361"/>
            <p:cNvSpPr/>
            <p:nvPr/>
          </p:nvSpPr>
          <p:spPr>
            <a:xfrm>
              <a:off x="9666277" y="19180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2" name="ph9362"/>
            <p:cNvSpPr/>
            <p:nvPr/>
          </p:nvSpPr>
          <p:spPr>
            <a:xfrm>
              <a:off x="9666246" y="1917456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3" name="ph9363"/>
            <p:cNvSpPr/>
            <p:nvPr/>
          </p:nvSpPr>
          <p:spPr>
            <a:xfrm>
              <a:off x="9486830" y="1916909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4" name="ph9364"/>
            <p:cNvSpPr/>
            <p:nvPr/>
          </p:nvSpPr>
          <p:spPr>
            <a:xfrm>
              <a:off x="9668420" y="1916295"/>
              <a:ext cx="395" cy="646"/>
            </a:xfrm>
            <a:custGeom>
              <a:avLst/>
              <a:pathLst>
                <a:path w="395" h="646">
                  <a:moveTo>
                    <a:pt x="293" y="486"/>
                  </a:moveTo>
                  <a:lnTo>
                    <a:pt x="0" y="646"/>
                  </a:lnTo>
                  <a:lnTo>
                    <a:pt x="3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5" name="ph9365"/>
            <p:cNvSpPr/>
            <p:nvPr/>
          </p:nvSpPr>
          <p:spPr>
            <a:xfrm>
              <a:off x="9333520" y="1913423"/>
              <a:ext cx="3395" cy="5814"/>
            </a:xfrm>
            <a:custGeom>
              <a:avLst/>
              <a:pathLst>
                <a:path w="3395" h="5814">
                  <a:moveTo>
                    <a:pt x="1950" y="835"/>
                  </a:moveTo>
                  <a:lnTo>
                    <a:pt x="3395" y="5814"/>
                  </a:lnTo>
                  <a:lnTo>
                    <a:pt x="0" y="1936"/>
                  </a:lnTo>
                  <a:lnTo>
                    <a:pt x="41" y="138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6" name="ph9366"/>
            <p:cNvSpPr/>
            <p:nvPr/>
          </p:nvSpPr>
          <p:spPr>
            <a:xfrm>
              <a:off x="9326624" y="1913380"/>
              <a:ext cx="6387" cy="5701"/>
            </a:xfrm>
            <a:custGeom>
              <a:avLst/>
              <a:pathLst>
                <a:path w="6387" h="5701">
                  <a:moveTo>
                    <a:pt x="2504" y="3175"/>
                  </a:moveTo>
                  <a:lnTo>
                    <a:pt x="23" y="2503"/>
                  </a:lnTo>
                  <a:lnTo>
                    <a:pt x="0" y="1082"/>
                  </a:lnTo>
                  <a:lnTo>
                    <a:pt x="2675" y="0"/>
                  </a:lnTo>
                  <a:lnTo>
                    <a:pt x="6387" y="57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7" name="ph9367"/>
            <p:cNvSpPr/>
            <p:nvPr/>
          </p:nvSpPr>
          <p:spPr>
            <a:xfrm>
              <a:off x="9658660" y="1914865"/>
              <a:ext cx="649" cy="777"/>
            </a:xfrm>
            <a:custGeom>
              <a:avLst/>
              <a:pathLst>
                <a:path w="649" h="777">
                  <a:moveTo>
                    <a:pt x="0" y="777"/>
                  </a:moveTo>
                  <a:lnTo>
                    <a:pt x="649" y="0"/>
                  </a:lnTo>
                  <a:lnTo>
                    <a:pt x="420" y="7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8" name="ph9368"/>
            <p:cNvSpPr/>
            <p:nvPr/>
          </p:nvSpPr>
          <p:spPr>
            <a:xfrm>
              <a:off x="9630870" y="1909977"/>
              <a:ext cx="2139" cy="4032"/>
            </a:xfrm>
            <a:custGeom>
              <a:avLst/>
              <a:pathLst>
                <a:path w="2139" h="4032">
                  <a:moveTo>
                    <a:pt x="0" y="0"/>
                  </a:moveTo>
                  <a:lnTo>
                    <a:pt x="1124" y="1391"/>
                  </a:lnTo>
                  <a:lnTo>
                    <a:pt x="2139" y="4032"/>
                  </a:lnTo>
                  <a:lnTo>
                    <a:pt x="682" y="29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9" name="ph9369"/>
            <p:cNvSpPr/>
            <p:nvPr/>
          </p:nvSpPr>
          <p:spPr>
            <a:xfrm>
              <a:off x="9485442" y="190951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0" name="ph9370"/>
            <p:cNvSpPr/>
            <p:nvPr/>
          </p:nvSpPr>
          <p:spPr>
            <a:xfrm>
              <a:off x="9225586" y="1888642"/>
              <a:ext cx="5782" cy="5891"/>
            </a:xfrm>
            <a:custGeom>
              <a:avLst/>
              <a:pathLst>
                <a:path w="5782" h="5891">
                  <a:moveTo>
                    <a:pt x="3847" y="5891"/>
                  </a:moveTo>
                  <a:lnTo>
                    <a:pt x="3826" y="3908"/>
                  </a:lnTo>
                  <a:lnTo>
                    <a:pt x="2389" y="2054"/>
                  </a:ln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1" name="ph9371"/>
            <p:cNvSpPr/>
            <p:nvPr/>
          </p:nvSpPr>
          <p:spPr>
            <a:xfrm>
              <a:off x="9225167" y="18888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2" name="ph9372"/>
            <p:cNvSpPr/>
            <p:nvPr/>
          </p:nvSpPr>
          <p:spPr>
            <a:xfrm>
              <a:off x="9343484" y="1875125"/>
              <a:ext cx="662" cy="1031"/>
            </a:xfrm>
            <a:custGeom>
              <a:avLst/>
              <a:pathLst>
                <a:path w="662" h="1031">
                  <a:moveTo>
                    <a:pt x="284" y="1031"/>
                  </a:moveTo>
                  <a:lnTo>
                    <a:pt x="0" y="138"/>
                  </a:lnTo>
                  <a:lnTo>
                    <a:pt x="6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3" name="ph9373"/>
            <p:cNvSpPr/>
            <p:nvPr/>
          </p:nvSpPr>
          <p:spPr>
            <a:xfrm>
              <a:off x="9536075" y="1855519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4" name="ph9374"/>
            <p:cNvSpPr/>
            <p:nvPr/>
          </p:nvSpPr>
          <p:spPr>
            <a:xfrm>
              <a:off x="9212852" y="1831401"/>
              <a:ext cx="22318" cy="41119"/>
            </a:xfrm>
            <a:custGeom>
              <a:avLst/>
              <a:pathLst>
                <a:path w="22318" h="41119">
                  <a:moveTo>
                    <a:pt x="1806" y="29710"/>
                  </a:move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lnTo>
                    <a:pt x="21740" y="9836"/>
                  </a:ln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5" name="ph9375"/>
            <p:cNvSpPr/>
            <p:nvPr/>
          </p:nvSpPr>
          <p:spPr>
            <a:xfrm>
              <a:off x="9195834" y="1836050"/>
              <a:ext cx="873" cy="2408"/>
            </a:xfrm>
            <a:custGeom>
              <a:avLst/>
              <a:pathLst>
                <a:path w="873" h="2408">
                  <a:moveTo>
                    <a:pt x="0" y="2408"/>
                  </a:moveTo>
                  <a:lnTo>
                    <a:pt x="51" y="0"/>
                  </a:lnTo>
                  <a:lnTo>
                    <a:pt x="873" y="89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6" name="ph9376"/>
            <p:cNvSpPr/>
            <p:nvPr/>
          </p:nvSpPr>
          <p:spPr>
            <a:xfrm>
              <a:off x="9189330" y="1834956"/>
              <a:ext cx="3507" cy="2441"/>
            </a:xfrm>
            <a:custGeom>
              <a:avLst/>
              <a:pathLst>
                <a:path w="3507" h="2441">
                  <a:moveTo>
                    <a:pt x="0" y="1826"/>
                  </a:moveTo>
                  <a:lnTo>
                    <a:pt x="694" y="181"/>
                  </a:lnTo>
                  <a:lnTo>
                    <a:pt x="1669" y="0"/>
                  </a:lnTo>
                  <a:lnTo>
                    <a:pt x="3507" y="1232"/>
                  </a:lnTo>
                  <a:lnTo>
                    <a:pt x="2576" y="24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7" name="ph9377"/>
            <p:cNvSpPr/>
            <p:nvPr/>
          </p:nvSpPr>
          <p:spPr>
            <a:xfrm>
              <a:off x="9193096" y="1835659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8" name="ph9378"/>
            <p:cNvSpPr/>
            <p:nvPr/>
          </p:nvSpPr>
          <p:spPr>
            <a:xfrm>
              <a:off x="9478444" y="1816232"/>
              <a:ext cx="13904" cy="13031"/>
            </a:xfrm>
            <a:custGeom>
              <a:avLst/>
              <a:pathLst>
                <a:path w="13904" h="13031">
                  <a:moveTo>
                    <a:pt x="3322" y="882"/>
                  </a:move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lnTo>
                    <a:pt x="4756" y="4922"/>
                  </a:lnTo>
                  <a:lnTo>
                    <a:pt x="2910" y="425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9" name="ph9379"/>
            <p:cNvSpPr/>
            <p:nvPr/>
          </p:nvSpPr>
          <p:spPr>
            <a:xfrm>
              <a:off x="9508016" y="1812184"/>
              <a:ext cx="7506" cy="7737"/>
            </a:xfrm>
            <a:custGeom>
              <a:avLst/>
              <a:pathLst>
                <a:path w="7506" h="7737">
                  <a:moveTo>
                    <a:pt x="283" y="504"/>
                  </a:move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lnTo>
                    <a:pt x="6098" y="7192"/>
                  </a:ln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0" name="ph9380"/>
            <p:cNvSpPr/>
            <p:nvPr/>
          </p:nvSpPr>
          <p:spPr>
            <a:xfrm>
              <a:off x="9541338" y="1814066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1" name="ph9381"/>
            <p:cNvSpPr/>
            <p:nvPr/>
          </p:nvSpPr>
          <p:spPr>
            <a:xfrm>
              <a:off x="9474480" y="1812216"/>
              <a:ext cx="3581" cy="3504"/>
            </a:xfrm>
            <a:custGeom>
              <a:avLst/>
              <a:pathLst>
                <a:path w="3581" h="3504">
                  <a:moveTo>
                    <a:pt x="3581" y="1714"/>
                  </a:move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lnTo>
                    <a:pt x="1289" y="12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2" name="ph9382"/>
            <p:cNvSpPr/>
            <p:nvPr/>
          </p:nvSpPr>
          <p:spPr>
            <a:xfrm>
              <a:off x="9477392" y="18136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3" name="ph9383"/>
            <p:cNvSpPr/>
            <p:nvPr/>
          </p:nvSpPr>
          <p:spPr>
            <a:xfrm>
              <a:off x="9471295" y="1810146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4" name="ph9384"/>
            <p:cNvSpPr/>
            <p:nvPr/>
          </p:nvSpPr>
          <p:spPr>
            <a:xfrm>
              <a:off x="9471224" y="1808973"/>
              <a:ext cx="1907" cy="2193"/>
            </a:xfrm>
            <a:custGeom>
              <a:avLst/>
              <a:pathLst>
                <a:path w="1907" h="2193">
                  <a:moveTo>
                    <a:pt x="0" y="374"/>
                  </a:moveTo>
                  <a:lnTo>
                    <a:pt x="538" y="0"/>
                  </a:lnTo>
                  <a:lnTo>
                    <a:pt x="1907" y="21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5" name="ph9385"/>
            <p:cNvSpPr/>
            <p:nvPr/>
          </p:nvSpPr>
          <p:spPr>
            <a:xfrm>
              <a:off x="9576051" y="1806826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6" name="ph9386"/>
            <p:cNvSpPr/>
            <p:nvPr/>
          </p:nvSpPr>
          <p:spPr>
            <a:xfrm>
              <a:off x="9332740" y="1805372"/>
              <a:ext cx="224" cy="182"/>
            </a:xfrm>
            <a:custGeom>
              <a:avLst/>
              <a:pathLst>
                <a:path w="224" h="182">
                  <a:moveTo>
                    <a:pt x="0" y="134"/>
                  </a:moveTo>
                  <a:lnTo>
                    <a:pt x="191" y="0"/>
                  </a:lnTo>
                  <a:lnTo>
                    <a:pt x="224" y="1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7" name="ph9387"/>
            <p:cNvSpPr/>
            <p:nvPr/>
          </p:nvSpPr>
          <p:spPr>
            <a:xfrm>
              <a:off x="9333050" y="18026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8" name="ph9388"/>
            <p:cNvSpPr/>
            <p:nvPr/>
          </p:nvSpPr>
          <p:spPr>
            <a:xfrm>
              <a:off x="9470055" y="1797843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9" name="ph9389"/>
            <p:cNvSpPr/>
            <p:nvPr/>
          </p:nvSpPr>
          <p:spPr>
            <a:xfrm>
              <a:off x="9430926" y="1794612"/>
              <a:ext cx="97" cy="221"/>
            </a:xfrm>
            <a:custGeom>
              <a:avLst/>
              <a:pathLst>
                <a:path w="97" h="221">
                  <a:moveTo>
                    <a:pt x="97" y="0"/>
                  </a:moveTo>
                  <a:lnTo>
                    <a:pt x="0" y="2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0" name="ph9390"/>
            <p:cNvSpPr/>
            <p:nvPr/>
          </p:nvSpPr>
          <p:spPr>
            <a:xfrm>
              <a:off x="9465893" y="1790092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1" name="ph9391"/>
            <p:cNvSpPr/>
            <p:nvPr/>
          </p:nvSpPr>
          <p:spPr>
            <a:xfrm>
              <a:off x="9464354" y="1788588"/>
              <a:ext cx="1338" cy="1955"/>
            </a:xfrm>
            <a:custGeom>
              <a:avLst/>
              <a:pathLst>
                <a:path w="1338" h="1955">
                  <a:moveTo>
                    <a:pt x="0" y="1955"/>
                  </a:moveTo>
                  <a:lnTo>
                    <a:pt x="986" y="0"/>
                  </a:lnTo>
                  <a:lnTo>
                    <a:pt x="1338" y="6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2" name="ph9392"/>
            <p:cNvSpPr/>
            <p:nvPr/>
          </p:nvSpPr>
          <p:spPr>
            <a:xfrm>
              <a:off x="9431337" y="1788046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3" name="ph9393"/>
            <p:cNvSpPr/>
            <p:nvPr/>
          </p:nvSpPr>
          <p:spPr>
            <a:xfrm>
              <a:off x="9464624" y="1787182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4" name="ph9394"/>
            <p:cNvSpPr/>
            <p:nvPr/>
          </p:nvSpPr>
          <p:spPr>
            <a:xfrm>
              <a:off x="9514069" y="1755685"/>
              <a:ext cx="40324" cy="56127"/>
            </a:xfrm>
            <a:custGeom>
              <a:avLst/>
              <a:pathLst>
                <a:path w="40324" h="56127">
                  <a:moveTo>
                    <a:pt x="2206" y="41954"/>
                  </a:move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lnTo>
                    <a:pt x="36992" y="16943"/>
                  </a:ln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5" name="ph9395"/>
            <p:cNvSpPr/>
            <p:nvPr/>
          </p:nvSpPr>
          <p:spPr>
            <a:xfrm>
              <a:off x="9429012" y="1782640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6" name="ph9396"/>
            <p:cNvSpPr/>
            <p:nvPr/>
          </p:nvSpPr>
          <p:spPr>
            <a:xfrm>
              <a:off x="9419149" y="1778262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7" name="ph9397"/>
            <p:cNvSpPr/>
            <p:nvPr/>
          </p:nvSpPr>
          <p:spPr>
            <a:xfrm>
              <a:off x="9419655" y="1778336"/>
              <a:ext cx="406" cy="31"/>
            </a:xfrm>
            <a:custGeom>
              <a:avLst/>
              <a:pathLst>
                <a:path w="406" h="31">
                  <a:moveTo>
                    <a:pt x="0" y="31"/>
                  </a:moveTo>
                  <a:lnTo>
                    <a:pt x="4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8" name="ph9398"/>
            <p:cNvSpPr/>
            <p:nvPr/>
          </p:nvSpPr>
          <p:spPr>
            <a:xfrm>
              <a:off x="9419068" y="1775563"/>
              <a:ext cx="903" cy="1397"/>
            </a:xfrm>
            <a:custGeom>
              <a:avLst/>
              <a:pathLst>
                <a:path w="903" h="1397">
                  <a:moveTo>
                    <a:pt x="0" y="0"/>
                  </a:moveTo>
                  <a:lnTo>
                    <a:pt x="903" y="1397"/>
                  </a:lnTo>
                  <a:lnTo>
                    <a:pt x="289" y="13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9" name="ph9399"/>
            <p:cNvSpPr/>
            <p:nvPr/>
          </p:nvSpPr>
          <p:spPr>
            <a:xfrm>
              <a:off x="9416404" y="1772494"/>
              <a:ext cx="1041" cy="1676"/>
            </a:xfrm>
            <a:custGeom>
              <a:avLst/>
              <a:pathLst>
                <a:path w="1041" h="1676">
                  <a:moveTo>
                    <a:pt x="0" y="1676"/>
                  </a:moveTo>
                  <a:lnTo>
                    <a:pt x="19" y="0"/>
                  </a:lnTo>
                  <a:lnTo>
                    <a:pt x="1041" y="11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0" name="ph9400"/>
            <p:cNvSpPr/>
            <p:nvPr/>
          </p:nvSpPr>
          <p:spPr>
            <a:xfrm>
              <a:off x="9415514" y="1773006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1" name="ph9401"/>
            <p:cNvSpPr/>
            <p:nvPr/>
          </p:nvSpPr>
          <p:spPr>
            <a:xfrm>
              <a:off x="9415590" y="177281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2" name="ph9402"/>
            <p:cNvSpPr/>
            <p:nvPr/>
          </p:nvSpPr>
          <p:spPr>
            <a:xfrm>
              <a:off x="9415201" y="1771915"/>
              <a:ext cx="349" cy="545"/>
            </a:xfrm>
            <a:custGeom>
              <a:avLst/>
              <a:pathLst>
                <a:path w="349" h="545">
                  <a:moveTo>
                    <a:pt x="0" y="545"/>
                  </a:moveTo>
                  <a:lnTo>
                    <a:pt x="261" y="0"/>
                  </a:lnTo>
                  <a:lnTo>
                    <a:pt x="349" y="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3" name="ph9403"/>
            <p:cNvSpPr/>
            <p:nvPr/>
          </p:nvSpPr>
          <p:spPr>
            <a:xfrm>
              <a:off x="9416142" y="1771413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4" name="ph9404"/>
            <p:cNvSpPr/>
            <p:nvPr/>
          </p:nvSpPr>
          <p:spPr>
            <a:xfrm>
              <a:off x="9415196" y="1771131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5" name="ph9405"/>
            <p:cNvSpPr/>
            <p:nvPr/>
          </p:nvSpPr>
          <p:spPr>
            <a:xfrm>
              <a:off x="9417159" y="1771102"/>
              <a:ext cx="158" cy="114"/>
            </a:xfrm>
            <a:custGeom>
              <a:avLst/>
              <a:pathLst>
                <a:path w="158" h="114">
                  <a:moveTo>
                    <a:pt x="158" y="0"/>
                  </a:moveTo>
                  <a:lnTo>
                    <a:pt x="0" y="1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6" name="ph9406"/>
            <p:cNvSpPr/>
            <p:nvPr/>
          </p:nvSpPr>
          <p:spPr>
            <a:xfrm>
              <a:off x="9416127" y="1770861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7" name="ph9407"/>
            <p:cNvSpPr/>
            <p:nvPr/>
          </p:nvSpPr>
          <p:spPr>
            <a:xfrm>
              <a:off x="9421145" y="1770301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8" name="ph9408"/>
            <p:cNvSpPr/>
            <p:nvPr/>
          </p:nvSpPr>
          <p:spPr>
            <a:xfrm>
              <a:off x="9460395" y="1768156"/>
              <a:ext cx="1580" cy="759"/>
            </a:xfrm>
            <a:custGeom>
              <a:avLst/>
              <a:pathLst>
                <a:path w="1580" h="759">
                  <a:moveTo>
                    <a:pt x="0" y="556"/>
                  </a:moveTo>
                  <a:lnTo>
                    <a:pt x="1580" y="0"/>
                  </a:lnTo>
                  <a:lnTo>
                    <a:pt x="1191" y="7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9" name="ph9409"/>
            <p:cNvSpPr/>
            <p:nvPr/>
          </p:nvSpPr>
          <p:spPr>
            <a:xfrm>
              <a:off x="9416354" y="1764544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0" name="ph9410"/>
            <p:cNvSpPr/>
            <p:nvPr/>
          </p:nvSpPr>
          <p:spPr>
            <a:xfrm>
              <a:off x="9416047" y="1761337"/>
              <a:ext cx="2284" cy="5410"/>
            </a:xfrm>
            <a:custGeom>
              <a:avLst/>
              <a:pathLst>
                <a:path w="2284" h="5410">
                  <a:moveTo>
                    <a:pt x="2284" y="795"/>
                  </a:move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lnTo>
                    <a:pt x="1595" y="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1" name="ph9411"/>
            <p:cNvSpPr/>
            <p:nvPr/>
          </p:nvSpPr>
          <p:spPr>
            <a:xfrm>
              <a:off x="9415403" y="1761007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2" name="ph9412"/>
            <p:cNvSpPr/>
            <p:nvPr/>
          </p:nvSpPr>
          <p:spPr>
            <a:xfrm>
              <a:off x="9407999" y="1751973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3" name="ph9413"/>
            <p:cNvSpPr/>
            <p:nvPr/>
          </p:nvSpPr>
          <p:spPr>
            <a:xfrm>
              <a:off x="9412403" y="1707078"/>
              <a:ext cx="45879" cy="70573"/>
            </a:xfrm>
            <a:custGeom>
              <a:avLst/>
              <a:pathLst>
                <a:path w="45879" h="70573">
                  <a:moveTo>
                    <a:pt x="32631" y="59791"/>
                  </a:move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lnTo>
                    <a:pt x="24338" y="31898"/>
                  </a:ln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4" name="ph9414"/>
            <p:cNvSpPr/>
            <p:nvPr/>
          </p:nvSpPr>
          <p:spPr>
            <a:xfrm>
              <a:off x="8910100" y="1701907"/>
              <a:ext cx="14039" cy="36518"/>
            </a:xfrm>
            <a:custGeom>
              <a:avLst/>
              <a:pathLst>
                <a:path w="14039" h="36518">
                  <a:moveTo>
                    <a:pt x="11961" y="0"/>
                  </a:move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lnTo>
                    <a:pt x="14039" y="15712"/>
                  </a:ln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5" name="ph9415"/>
            <p:cNvSpPr/>
            <p:nvPr/>
          </p:nvSpPr>
          <p:spPr>
            <a:xfrm>
              <a:off x="9416786" y="1706370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6" name="ph9416"/>
            <p:cNvSpPr/>
            <p:nvPr/>
          </p:nvSpPr>
          <p:spPr>
            <a:xfrm>
              <a:off x="9414812" y="1705151"/>
              <a:ext cx="1909" cy="2061"/>
            </a:xfrm>
            <a:custGeom>
              <a:avLst/>
              <a:pathLst>
                <a:path w="1909" h="2061">
                  <a:moveTo>
                    <a:pt x="1909" y="1077"/>
                  </a:moveTo>
                  <a:lnTo>
                    <a:pt x="234" y="2061"/>
                  </a:lnTo>
                  <a:lnTo>
                    <a:pt x="0" y="241"/>
                  </a:lnTo>
                  <a:lnTo>
                    <a:pt x="14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7" name="ph9417"/>
            <p:cNvSpPr/>
            <p:nvPr/>
          </p:nvSpPr>
          <p:spPr>
            <a:xfrm>
              <a:off x="9418523" y="1705115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8" name="ph9418"/>
            <p:cNvSpPr/>
            <p:nvPr/>
          </p:nvSpPr>
          <p:spPr>
            <a:xfrm>
              <a:off x="9332770" y="1667197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9" name="ph9419"/>
            <p:cNvSpPr/>
            <p:nvPr/>
          </p:nvSpPr>
          <p:spPr>
            <a:xfrm>
              <a:off x="9186553" y="1656824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0" name="ph9420"/>
            <p:cNvSpPr/>
            <p:nvPr/>
          </p:nvSpPr>
          <p:spPr>
            <a:xfrm>
              <a:off x="9331006" y="1647148"/>
              <a:ext cx="2708" cy="3645"/>
            </a:xfrm>
            <a:custGeom>
              <a:avLst/>
              <a:pathLst>
                <a:path w="2708" h="3645">
                  <a:moveTo>
                    <a:pt x="867" y="0"/>
                  </a:moveTo>
                  <a:lnTo>
                    <a:pt x="2708" y="1250"/>
                  </a:lnTo>
                  <a:lnTo>
                    <a:pt x="2695" y="3419"/>
                  </a:lnTo>
                  <a:lnTo>
                    <a:pt x="1198" y="3645"/>
                  </a:lnTo>
                  <a:lnTo>
                    <a:pt x="0" y="24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1" name="ph9421"/>
            <p:cNvSpPr/>
            <p:nvPr/>
          </p:nvSpPr>
          <p:spPr>
            <a:xfrm>
              <a:off x="9334777" y="1646574"/>
              <a:ext cx="301" cy="745"/>
            </a:xfrm>
            <a:custGeom>
              <a:avLst/>
              <a:pathLst>
                <a:path w="301" h="745">
                  <a:moveTo>
                    <a:pt x="0" y="745"/>
                  </a:moveTo>
                  <a:lnTo>
                    <a:pt x="42" y="0"/>
                  </a:lnTo>
                  <a:lnTo>
                    <a:pt x="301" y="3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2" name="ph9422"/>
            <p:cNvSpPr/>
            <p:nvPr/>
          </p:nvSpPr>
          <p:spPr>
            <a:xfrm>
              <a:off x="9325719" y="1642489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3" name="ph9423"/>
            <p:cNvSpPr/>
            <p:nvPr/>
          </p:nvSpPr>
          <p:spPr>
            <a:xfrm>
              <a:off x="9324847" y="1638541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4" name="ph9424"/>
            <p:cNvSpPr/>
            <p:nvPr/>
          </p:nvSpPr>
          <p:spPr>
            <a:xfrm>
              <a:off x="9318772" y="1633303"/>
              <a:ext cx="1873" cy="1416"/>
            </a:xfrm>
            <a:custGeom>
              <a:avLst/>
              <a:pathLst>
                <a:path w="1873" h="1416">
                  <a:moveTo>
                    <a:pt x="1873" y="1416"/>
                  </a:moveTo>
                  <a:lnTo>
                    <a:pt x="0" y="470"/>
                  </a:lnTo>
                  <a:lnTo>
                    <a:pt x="407" y="0"/>
                  </a:lnTo>
                  <a:lnTo>
                    <a:pt x="1453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5" name="ph9425"/>
            <p:cNvSpPr/>
            <p:nvPr/>
          </p:nvSpPr>
          <p:spPr>
            <a:xfrm>
              <a:off x="9311645" y="1628177"/>
              <a:ext cx="128" cy="251"/>
            </a:xfrm>
            <a:custGeom>
              <a:avLst/>
              <a:pathLst>
                <a:path w="128" h="251">
                  <a:moveTo>
                    <a:pt x="128" y="0"/>
                  </a:moveTo>
                  <a:lnTo>
                    <a:pt x="0" y="25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6" name="ph9426"/>
            <p:cNvSpPr/>
            <p:nvPr/>
          </p:nvSpPr>
          <p:spPr>
            <a:xfrm>
              <a:off x="9160655" y="1570104"/>
              <a:ext cx="2356" cy="2064"/>
            </a:xfrm>
            <a:custGeom>
              <a:avLst/>
              <a:pathLst>
                <a:path w="2356" h="2064">
                  <a:moveTo>
                    <a:pt x="2356" y="1655"/>
                  </a:moveTo>
                  <a:lnTo>
                    <a:pt x="1548" y="2064"/>
                  </a:lnTo>
                  <a:lnTo>
                    <a:pt x="0" y="1252"/>
                  </a:lnTo>
                  <a:lnTo>
                    <a:pt x="127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7" name="ph9427"/>
            <p:cNvSpPr/>
            <p:nvPr/>
          </p:nvSpPr>
          <p:spPr>
            <a:xfrm>
              <a:off x="9322890" y="1433313"/>
              <a:ext cx="8988" cy="3968"/>
            </a:xfrm>
            <a:custGeom>
              <a:avLst/>
              <a:pathLst>
                <a:path w="8988" h="3968">
                  <a:moveTo>
                    <a:pt x="1205" y="1100"/>
                  </a:moveTo>
                  <a:lnTo>
                    <a:pt x="0" y="0"/>
                  </a:lnTo>
                  <a:lnTo>
                    <a:pt x="492" y="4"/>
                  </a:lnTo>
                  <a:lnTo>
                    <a:pt x="6111" y="433"/>
                  </a:ln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8" name="ph9428"/>
            <p:cNvSpPr/>
            <p:nvPr/>
          </p:nvSpPr>
          <p:spPr>
            <a:xfrm>
              <a:off x="9311114" y="1424953"/>
              <a:ext cx="14422" cy="18136"/>
            </a:xfrm>
            <a:custGeom>
              <a:avLst/>
              <a:pathLst>
                <a:path w="14422" h="18136">
                  <a:moveTo>
                    <a:pt x="3699" y="376"/>
                  </a:moveTo>
                  <a:lnTo>
                    <a:pt x="5910" y="2381"/>
                  </a:lnTo>
                  <a:lnTo>
                    <a:pt x="7158" y="6959"/>
                  </a:ln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9" name="ph9429"/>
            <p:cNvSpPr/>
            <p:nvPr/>
          </p:nvSpPr>
          <p:spPr>
            <a:xfrm>
              <a:off x="9107524" y="1406590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0" name="ph9430"/>
            <p:cNvSpPr/>
            <p:nvPr/>
          </p:nvSpPr>
          <p:spPr>
            <a:xfrm>
              <a:off x="9106211" y="1405669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1" name="ph9431"/>
            <p:cNvSpPr/>
            <p:nvPr/>
          </p:nvSpPr>
          <p:spPr>
            <a:xfrm>
              <a:off x="9069350" y="1329057"/>
              <a:ext cx="416" cy="2816"/>
            </a:xfrm>
            <a:custGeom>
              <a:avLst/>
              <a:pathLst>
                <a:path w="416" h="2816">
                  <a:moveTo>
                    <a:pt x="416" y="2120"/>
                  </a:moveTo>
                  <a:lnTo>
                    <a:pt x="123" y="281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2" name="ph9432"/>
            <p:cNvSpPr/>
            <p:nvPr/>
          </p:nvSpPr>
          <p:spPr>
            <a:xfrm>
              <a:off x="9067943" y="1328307"/>
              <a:ext cx="284" cy="501"/>
            </a:xfrm>
            <a:custGeom>
              <a:avLst/>
              <a:pathLst>
                <a:path w="284" h="501">
                  <a:moveTo>
                    <a:pt x="284" y="73"/>
                  </a:moveTo>
                  <a:lnTo>
                    <a:pt x="0" y="501"/>
                  </a:lnTo>
                  <a:lnTo>
                    <a:pt x="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3" name="ph9433"/>
            <p:cNvSpPr/>
            <p:nvPr/>
          </p:nvSpPr>
          <p:spPr>
            <a:xfrm>
              <a:off x="9064189" y="1324689"/>
              <a:ext cx="493" cy="1467"/>
            </a:xfrm>
            <a:custGeom>
              <a:avLst/>
              <a:pathLst>
                <a:path w="493" h="1467">
                  <a:moveTo>
                    <a:pt x="493" y="1467"/>
                  </a:moveTo>
                  <a:lnTo>
                    <a:pt x="0" y="522"/>
                  </a:lnTo>
                  <a:lnTo>
                    <a:pt x="15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4" name="ph9434"/>
            <p:cNvSpPr/>
            <p:nvPr/>
          </p:nvSpPr>
          <p:spPr>
            <a:xfrm>
              <a:off x="10148021" y="2726739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5" name="ph9435"/>
            <p:cNvSpPr/>
            <p:nvPr/>
          </p:nvSpPr>
          <p:spPr>
            <a:xfrm>
              <a:off x="10124475" y="2707064"/>
              <a:ext cx="14670" cy="9145"/>
            </a:xfrm>
            <a:custGeom>
              <a:avLst/>
              <a:pathLst>
                <a:path w="14670" h="9145">
                  <a:moveTo>
                    <a:pt x="0" y="3253"/>
                  </a:move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lnTo>
                    <a:pt x="13717" y="1954"/>
                  </a:ln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6" name="ph9436"/>
            <p:cNvSpPr/>
            <p:nvPr/>
          </p:nvSpPr>
          <p:spPr>
            <a:xfrm>
              <a:off x="10107623" y="2682743"/>
              <a:ext cx="15672" cy="17373"/>
            </a:xfrm>
            <a:custGeom>
              <a:avLst/>
              <a:pathLst>
                <a:path w="15672" h="17373">
                  <a:moveTo>
                    <a:pt x="12773" y="17373"/>
                  </a:move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lnTo>
                    <a:pt x="12866" y="4619"/>
                  </a:lnTo>
                  <a:lnTo>
                    <a:pt x="15672" y="11531"/>
                  </a:lnTo>
                  <a:lnTo>
                    <a:pt x="14897" y="150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7" name="ph9437"/>
            <p:cNvSpPr/>
            <p:nvPr/>
          </p:nvSpPr>
          <p:spPr>
            <a:xfrm>
              <a:off x="10104060" y="2672998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8" name="ph9438"/>
            <p:cNvSpPr/>
            <p:nvPr/>
          </p:nvSpPr>
          <p:spPr>
            <a:xfrm>
              <a:off x="10140749" y="25071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9" name="ph9439"/>
            <p:cNvSpPr/>
            <p:nvPr/>
          </p:nvSpPr>
          <p:spPr>
            <a:xfrm>
              <a:off x="10136734" y="2506345"/>
              <a:ext cx="166" cy="59"/>
            </a:xfrm>
            <a:custGeom>
              <a:avLst/>
              <a:pathLst>
                <a:path w="166" h="59">
                  <a:moveTo>
                    <a:pt x="0" y="59"/>
                  </a:moveTo>
                  <a:lnTo>
                    <a:pt x="16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0" name="ph9440"/>
            <p:cNvSpPr/>
            <p:nvPr/>
          </p:nvSpPr>
          <p:spPr>
            <a:xfrm>
              <a:off x="10133957" y="2501105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1" name="ph9441"/>
            <p:cNvSpPr/>
            <p:nvPr/>
          </p:nvSpPr>
          <p:spPr>
            <a:xfrm>
              <a:off x="10133552" y="2499990"/>
              <a:ext cx="774" cy="1105"/>
            </a:xfrm>
            <a:custGeom>
              <a:avLst/>
              <a:pathLst>
                <a:path w="774" h="1105">
                  <a:moveTo>
                    <a:pt x="0" y="331"/>
                  </a:moveTo>
                  <a:lnTo>
                    <a:pt x="739" y="0"/>
                  </a:lnTo>
                  <a:lnTo>
                    <a:pt x="774" y="11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2" name="ph9442"/>
            <p:cNvSpPr/>
            <p:nvPr/>
          </p:nvSpPr>
          <p:spPr>
            <a:xfrm>
              <a:off x="10132713" y="2497417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3" name="ph9443"/>
            <p:cNvSpPr/>
            <p:nvPr/>
          </p:nvSpPr>
          <p:spPr>
            <a:xfrm>
              <a:off x="9760282" y="2348340"/>
              <a:ext cx="13835" cy="29186"/>
            </a:xfrm>
            <a:custGeom>
              <a:avLst/>
              <a:pathLst>
                <a:path w="13835" h="29186">
                  <a:moveTo>
                    <a:pt x="730" y="0"/>
                  </a:move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lnTo>
                    <a:pt x="1261" y="13531"/>
                  </a:lnTo>
                  <a:lnTo>
                    <a:pt x="0" y="53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4" name="ph9444"/>
            <p:cNvSpPr/>
            <p:nvPr/>
          </p:nvSpPr>
          <p:spPr>
            <a:xfrm>
              <a:off x="9716109" y="2356144"/>
              <a:ext cx="478" cy="366"/>
            </a:xfrm>
            <a:custGeom>
              <a:avLst/>
              <a:pathLst>
                <a:path w="478" h="366">
                  <a:moveTo>
                    <a:pt x="321" y="0"/>
                  </a:moveTo>
                  <a:lnTo>
                    <a:pt x="478" y="100"/>
                  </a:lnTo>
                  <a:lnTo>
                    <a:pt x="0" y="3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5" name="ph9445"/>
            <p:cNvSpPr/>
            <p:nvPr/>
          </p:nvSpPr>
          <p:spPr>
            <a:xfrm>
              <a:off x="9712580" y="2335913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6" name="ph9446"/>
            <p:cNvSpPr/>
            <p:nvPr/>
          </p:nvSpPr>
          <p:spPr>
            <a:xfrm>
              <a:off x="9711425" y="2327284"/>
              <a:ext cx="11668" cy="15489"/>
            </a:xfrm>
            <a:custGeom>
              <a:avLst/>
              <a:pathLst>
                <a:path w="11668" h="15489">
                  <a:moveTo>
                    <a:pt x="3741" y="9274"/>
                  </a:move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lnTo>
                    <a:pt x="7225" y="14810"/>
                  </a:lnTo>
                  <a:lnTo>
                    <a:pt x="4762" y="15489"/>
                  </a:lnTo>
                  <a:lnTo>
                    <a:pt x="3426" y="111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7" name="ph9447"/>
            <p:cNvSpPr/>
            <p:nvPr/>
          </p:nvSpPr>
          <p:spPr>
            <a:xfrm>
              <a:off x="9712243" y="2334832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8" name="ph9448"/>
            <p:cNvSpPr/>
            <p:nvPr/>
          </p:nvSpPr>
          <p:spPr>
            <a:xfrm>
              <a:off x="9710175" y="2332357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9" name="ph9449"/>
            <p:cNvSpPr/>
            <p:nvPr/>
          </p:nvSpPr>
          <p:spPr>
            <a:xfrm>
              <a:off x="9710000" y="2320071"/>
              <a:ext cx="5812" cy="7210"/>
            </a:xfrm>
            <a:custGeom>
              <a:avLst/>
              <a:pathLst>
                <a:path w="5812" h="7210">
                  <a:moveTo>
                    <a:pt x="2816" y="0"/>
                  </a:move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lnTo>
                    <a:pt x="2505" y="3190"/>
                  </a:lnTo>
                  <a:lnTo>
                    <a:pt x="0" y="2855"/>
                  </a:lnTo>
                  <a:lnTo>
                    <a:pt x="1627" y="4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0" name="ph9450"/>
            <p:cNvSpPr/>
            <p:nvPr/>
          </p:nvSpPr>
          <p:spPr>
            <a:xfrm>
              <a:off x="9711439" y="2318955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1" name="ph9451"/>
            <p:cNvSpPr/>
            <p:nvPr/>
          </p:nvSpPr>
          <p:spPr>
            <a:xfrm>
              <a:off x="9693268" y="2288844"/>
              <a:ext cx="2323" cy="3175"/>
            </a:xfrm>
            <a:custGeom>
              <a:avLst/>
              <a:pathLst>
                <a:path w="2323" h="3175">
                  <a:moveTo>
                    <a:pt x="2323" y="445"/>
                  </a:move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lnTo>
                    <a:pt x="19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2" name="ph9452"/>
            <p:cNvSpPr/>
            <p:nvPr/>
          </p:nvSpPr>
          <p:spPr>
            <a:xfrm>
              <a:off x="9694169" y="228760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3" name="ph9453"/>
            <p:cNvSpPr/>
            <p:nvPr/>
          </p:nvSpPr>
          <p:spPr>
            <a:xfrm>
              <a:off x="9691765" y="2284642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4" name="ph9454"/>
            <p:cNvSpPr/>
            <p:nvPr/>
          </p:nvSpPr>
          <p:spPr>
            <a:xfrm>
              <a:off x="9680792" y="2256920"/>
              <a:ext cx="19465" cy="28995"/>
            </a:xfrm>
            <a:custGeom>
              <a:avLst/>
              <a:pathLst>
                <a:path w="19465" h="28995">
                  <a:moveTo>
                    <a:pt x="0" y="6090"/>
                  </a:move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lnTo>
                    <a:pt x="13569" y="9399"/>
                  </a:ln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5" name="ph9455"/>
            <p:cNvSpPr/>
            <p:nvPr/>
          </p:nvSpPr>
          <p:spPr>
            <a:xfrm>
              <a:off x="9934360" y="2262692"/>
              <a:ext cx="2660" cy="2319"/>
            </a:xfrm>
            <a:custGeom>
              <a:avLst/>
              <a:pathLst>
                <a:path w="2660" h="2319">
                  <a:moveTo>
                    <a:pt x="208" y="124"/>
                  </a:move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lnTo>
                    <a:pt x="0" y="9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6" name="ph9456"/>
            <p:cNvSpPr/>
            <p:nvPr/>
          </p:nvSpPr>
          <p:spPr>
            <a:xfrm>
              <a:off x="9933622" y="2261059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7" name="ph9457"/>
            <p:cNvSpPr/>
            <p:nvPr/>
          </p:nvSpPr>
          <p:spPr>
            <a:xfrm>
              <a:off x="9934364" y="2260825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8" name="ph9458"/>
            <p:cNvSpPr/>
            <p:nvPr/>
          </p:nvSpPr>
          <p:spPr>
            <a:xfrm>
              <a:off x="9703446" y="2257008"/>
              <a:ext cx="200" cy="409"/>
            </a:xfrm>
            <a:custGeom>
              <a:avLst/>
              <a:pathLst>
                <a:path w="200" h="409">
                  <a:moveTo>
                    <a:pt x="200" y="326"/>
                  </a:moveTo>
                  <a:lnTo>
                    <a:pt x="0" y="409"/>
                  </a:lnTo>
                  <a:lnTo>
                    <a:pt x="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9" name="ph9459"/>
            <p:cNvSpPr/>
            <p:nvPr/>
          </p:nvSpPr>
          <p:spPr>
            <a:xfrm>
              <a:off x="9683151" y="2245044"/>
              <a:ext cx="1107" cy="1315"/>
            </a:xfrm>
            <a:custGeom>
              <a:avLst/>
              <a:pathLst>
                <a:path w="1107" h="1315">
                  <a:moveTo>
                    <a:pt x="1107" y="292"/>
                  </a:moveTo>
                  <a:lnTo>
                    <a:pt x="0" y="1315"/>
                  </a:lnTo>
                  <a:lnTo>
                    <a:pt x="8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0" name="ph9460"/>
            <p:cNvSpPr/>
            <p:nvPr/>
          </p:nvSpPr>
          <p:spPr>
            <a:xfrm>
              <a:off x="9680445" y="2232512"/>
              <a:ext cx="5219" cy="5835"/>
            </a:xfrm>
            <a:custGeom>
              <a:avLst/>
              <a:pathLst>
                <a:path w="5219" h="5835">
                  <a:moveTo>
                    <a:pt x="5219" y="0"/>
                  </a:move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lnTo>
                    <a:pt x="0" y="3160"/>
                  </a:lnTo>
                  <a:lnTo>
                    <a:pt x="512" y="2049"/>
                  </a:lnTo>
                  <a:lnTo>
                    <a:pt x="2264" y="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1" name="ph9461"/>
            <p:cNvSpPr/>
            <p:nvPr/>
          </p:nvSpPr>
          <p:spPr>
            <a:xfrm>
              <a:off x="9675677" y="2184368"/>
              <a:ext cx="4977" cy="13856"/>
            </a:xfrm>
            <a:custGeom>
              <a:avLst/>
              <a:pathLst>
                <a:path w="4977" h="13856">
                  <a:moveTo>
                    <a:pt x="1659" y="12533"/>
                  </a:moveTo>
                  <a:lnTo>
                    <a:pt x="0" y="7635"/>
                  </a:lnTo>
                  <a:lnTo>
                    <a:pt x="761" y="3548"/>
                  </a:ln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2" name="ph9462"/>
            <p:cNvSpPr/>
            <p:nvPr/>
          </p:nvSpPr>
          <p:spPr>
            <a:xfrm>
              <a:off x="9709172" y="1982925"/>
              <a:ext cx="7568" cy="15659"/>
            </a:xfrm>
            <a:custGeom>
              <a:avLst/>
              <a:pathLst>
                <a:path w="7568" h="15659">
                  <a:moveTo>
                    <a:pt x="2021" y="11333"/>
                  </a:move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lnTo>
                    <a:pt x="486" y="64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3" name="ph9463"/>
            <p:cNvSpPr/>
            <p:nvPr/>
          </p:nvSpPr>
          <p:spPr>
            <a:xfrm>
              <a:off x="9685765" y="1925964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4" name="ph9464"/>
            <p:cNvSpPr/>
            <p:nvPr/>
          </p:nvSpPr>
          <p:spPr>
            <a:xfrm>
              <a:off x="9687409" y="1923751"/>
              <a:ext cx="1714" cy="1544"/>
            </a:xfrm>
            <a:custGeom>
              <a:avLst/>
              <a:pathLst>
                <a:path w="1714" h="1544">
                  <a:moveTo>
                    <a:pt x="135" y="1544"/>
                  </a:moveTo>
                  <a:lnTo>
                    <a:pt x="0" y="1046"/>
                  </a:lnTo>
                  <a:lnTo>
                    <a:pt x="17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5" name="ph9465"/>
            <p:cNvSpPr/>
            <p:nvPr/>
          </p:nvSpPr>
          <p:spPr>
            <a:xfrm>
              <a:off x="9684733" y="1922138"/>
              <a:ext cx="543" cy="655"/>
            </a:xfrm>
            <a:custGeom>
              <a:avLst/>
              <a:pathLst>
                <a:path w="543" h="655">
                  <a:moveTo>
                    <a:pt x="543" y="0"/>
                  </a:moveTo>
                  <a:lnTo>
                    <a:pt x="0" y="655"/>
                  </a:lnTo>
                  <a:lnTo>
                    <a:pt x="58" y="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6" name="ph9466"/>
            <p:cNvSpPr/>
            <p:nvPr/>
          </p:nvSpPr>
          <p:spPr>
            <a:xfrm>
              <a:off x="9684026" y="1922247"/>
              <a:ext cx="277" cy="352"/>
            </a:xfrm>
            <a:custGeom>
              <a:avLst/>
              <a:pathLst>
                <a:path w="277" h="352">
                  <a:moveTo>
                    <a:pt x="0" y="117"/>
                  </a:moveTo>
                  <a:lnTo>
                    <a:pt x="277" y="0"/>
                  </a:lnTo>
                  <a:lnTo>
                    <a:pt x="140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7" name="ph9467"/>
            <p:cNvSpPr/>
            <p:nvPr/>
          </p:nvSpPr>
          <p:spPr>
            <a:xfrm>
              <a:off x="10342739" y="2996774"/>
              <a:ext cx="314" cy="430"/>
            </a:xfrm>
            <a:custGeom>
              <a:avLst/>
              <a:pathLst>
                <a:path w="314" h="430">
                  <a:moveTo>
                    <a:pt x="162" y="430"/>
                  </a:moveTo>
                  <a:lnTo>
                    <a:pt x="0" y="146"/>
                  </a:lnTo>
                  <a:lnTo>
                    <a:pt x="3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8" name="ph9468"/>
            <p:cNvSpPr/>
            <p:nvPr/>
          </p:nvSpPr>
          <p:spPr>
            <a:xfrm>
              <a:off x="10305850" y="2981291"/>
              <a:ext cx="300" cy="965"/>
            </a:xfrm>
            <a:custGeom>
              <a:avLst/>
              <a:pathLst>
                <a:path w="300" h="965">
                  <a:moveTo>
                    <a:pt x="300" y="0"/>
                  </a:moveTo>
                  <a:lnTo>
                    <a:pt x="66" y="965"/>
                  </a:lnTo>
                  <a:lnTo>
                    <a:pt x="0" y="3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9" name="ph9469"/>
            <p:cNvSpPr/>
            <p:nvPr/>
          </p:nvSpPr>
          <p:spPr>
            <a:xfrm>
              <a:off x="10306264" y="2980669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0" name="ph9470"/>
            <p:cNvSpPr/>
            <p:nvPr/>
          </p:nvSpPr>
          <p:spPr>
            <a:xfrm>
              <a:off x="10299304" y="29758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1" name="ph9471"/>
            <p:cNvSpPr/>
            <p:nvPr/>
          </p:nvSpPr>
          <p:spPr>
            <a:xfrm>
              <a:off x="10289882" y="29717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2" name="ph9472"/>
            <p:cNvSpPr/>
            <p:nvPr/>
          </p:nvSpPr>
          <p:spPr>
            <a:xfrm>
              <a:off x="10290269" y="297128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3" name="ph9473"/>
            <p:cNvSpPr/>
            <p:nvPr/>
          </p:nvSpPr>
          <p:spPr>
            <a:xfrm>
              <a:off x="10281486" y="2961502"/>
              <a:ext cx="215" cy="233"/>
            </a:xfrm>
            <a:custGeom>
              <a:avLst/>
              <a:pathLst>
                <a:path w="215" h="233">
                  <a:moveTo>
                    <a:pt x="215" y="233"/>
                  </a:moveTo>
                  <a:lnTo>
                    <a:pt x="0" y="222"/>
                  </a:lnTo>
                  <a:lnTo>
                    <a:pt x="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4" name="ph9474"/>
            <p:cNvSpPr/>
            <p:nvPr/>
          </p:nvSpPr>
          <p:spPr>
            <a:xfrm>
              <a:off x="10281645" y="29557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5" name="ph9475"/>
            <p:cNvSpPr/>
            <p:nvPr/>
          </p:nvSpPr>
          <p:spPr>
            <a:xfrm>
              <a:off x="10278288" y="2951208"/>
              <a:ext cx="310" cy="43"/>
            </a:xfrm>
            <a:custGeom>
              <a:avLst/>
              <a:pathLst>
                <a:path w="310" h="43">
                  <a:moveTo>
                    <a:pt x="0" y="43"/>
                  </a:moveTo>
                  <a:lnTo>
                    <a:pt x="31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6" name="ph9476"/>
            <p:cNvSpPr/>
            <p:nvPr/>
          </p:nvSpPr>
          <p:spPr>
            <a:xfrm>
              <a:off x="10278047" y="2950919"/>
              <a:ext cx="515" cy="160"/>
            </a:xfrm>
            <a:custGeom>
              <a:avLst/>
              <a:pathLst>
                <a:path w="515" h="160">
                  <a:moveTo>
                    <a:pt x="515" y="160"/>
                  </a:moveTo>
                  <a:lnTo>
                    <a:pt x="0" y="157"/>
                  </a:lnTo>
                  <a:lnTo>
                    <a:pt x="20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7" name="ph9477"/>
            <p:cNvSpPr/>
            <p:nvPr/>
          </p:nvSpPr>
          <p:spPr>
            <a:xfrm>
              <a:off x="10276141" y="2945677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8" name="ph9478"/>
            <p:cNvSpPr/>
            <p:nvPr/>
          </p:nvSpPr>
          <p:spPr>
            <a:xfrm>
              <a:off x="10275070" y="2945220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9" name="ph9479"/>
            <p:cNvSpPr/>
            <p:nvPr/>
          </p:nvSpPr>
          <p:spPr>
            <a:xfrm>
              <a:off x="10275398" y="29447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0" name="ph9480"/>
            <p:cNvSpPr/>
            <p:nvPr/>
          </p:nvSpPr>
          <p:spPr>
            <a:xfrm>
              <a:off x="10275804" y="2944428"/>
              <a:ext cx="187" cy="189"/>
            </a:xfrm>
            <a:custGeom>
              <a:avLst/>
              <a:pathLst>
                <a:path w="187" h="189">
                  <a:moveTo>
                    <a:pt x="187" y="189"/>
                  </a:moveTo>
                  <a:lnTo>
                    <a:pt x="0" y="160"/>
                  </a:lnTo>
                  <a:lnTo>
                    <a:pt x="1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1" name="ph9481"/>
            <p:cNvSpPr/>
            <p:nvPr/>
          </p:nvSpPr>
          <p:spPr>
            <a:xfrm>
              <a:off x="10275800" y="2944081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2" name="ph9482"/>
            <p:cNvSpPr/>
            <p:nvPr/>
          </p:nvSpPr>
          <p:spPr>
            <a:xfrm>
              <a:off x="10275441" y="2944040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3" name="ph9483"/>
            <p:cNvSpPr/>
            <p:nvPr/>
          </p:nvSpPr>
          <p:spPr>
            <a:xfrm>
              <a:off x="10275190" y="2943552"/>
              <a:ext cx="210" cy="301"/>
            </a:xfrm>
            <a:custGeom>
              <a:avLst/>
              <a:pathLst>
                <a:path w="210" h="301">
                  <a:moveTo>
                    <a:pt x="210" y="301"/>
                  </a:moveTo>
                  <a:lnTo>
                    <a:pt x="0" y="196"/>
                  </a:lnTo>
                  <a:lnTo>
                    <a:pt x="13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4" name="ph9484"/>
            <p:cNvSpPr/>
            <p:nvPr/>
          </p:nvSpPr>
          <p:spPr>
            <a:xfrm>
              <a:off x="10273154" y="2942292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5" name="ph9485"/>
            <p:cNvSpPr/>
            <p:nvPr/>
          </p:nvSpPr>
          <p:spPr>
            <a:xfrm>
              <a:off x="10272854" y="2942567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6" name="ph9486"/>
            <p:cNvSpPr/>
            <p:nvPr/>
          </p:nvSpPr>
          <p:spPr>
            <a:xfrm>
              <a:off x="10273818" y="2941610"/>
              <a:ext cx="142" cy="48"/>
            </a:xfrm>
            <a:custGeom>
              <a:avLst/>
              <a:pathLst>
                <a:path w="142" h="48">
                  <a:moveTo>
                    <a:pt x="0" y="0"/>
                  </a:moveTo>
                  <a:lnTo>
                    <a:pt x="142" y="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7" name="ph9487"/>
            <p:cNvSpPr/>
            <p:nvPr/>
          </p:nvSpPr>
          <p:spPr>
            <a:xfrm>
              <a:off x="10272743" y="2940980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8" name="ph9488"/>
            <p:cNvSpPr/>
            <p:nvPr/>
          </p:nvSpPr>
          <p:spPr>
            <a:xfrm>
              <a:off x="10271065" y="29395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9" name="ph9489"/>
            <p:cNvSpPr/>
            <p:nvPr/>
          </p:nvSpPr>
          <p:spPr>
            <a:xfrm>
              <a:off x="10270562" y="2939334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0" name="ph9490"/>
            <p:cNvSpPr/>
            <p:nvPr/>
          </p:nvSpPr>
          <p:spPr>
            <a:xfrm>
              <a:off x="10269482" y="293885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1" name="ph9491"/>
            <p:cNvSpPr/>
            <p:nvPr/>
          </p:nvSpPr>
          <p:spPr>
            <a:xfrm>
              <a:off x="10269534" y="293865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2" name="ph9492"/>
            <p:cNvSpPr/>
            <p:nvPr/>
          </p:nvSpPr>
          <p:spPr>
            <a:xfrm>
              <a:off x="10255554" y="2823442"/>
              <a:ext cx="230" cy="127"/>
            </a:xfrm>
            <a:custGeom>
              <a:avLst/>
              <a:pathLst>
                <a:path w="230" h="127">
                  <a:moveTo>
                    <a:pt x="157" y="127"/>
                  </a:moveTo>
                  <a:lnTo>
                    <a:pt x="0" y="31"/>
                  </a:lnTo>
                  <a:lnTo>
                    <a:pt x="23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3" name="ph9493"/>
            <p:cNvSpPr/>
            <p:nvPr/>
          </p:nvSpPr>
          <p:spPr>
            <a:xfrm>
              <a:off x="10259082" y="2763490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4" name="ph9494"/>
            <p:cNvSpPr/>
            <p:nvPr/>
          </p:nvSpPr>
          <p:spPr>
            <a:xfrm>
              <a:off x="10192968" y="2666167"/>
              <a:ext cx="1006" cy="1409"/>
            </a:xfrm>
            <a:custGeom>
              <a:avLst/>
              <a:pathLst>
                <a:path w="1006" h="1409">
                  <a:moveTo>
                    <a:pt x="0" y="0"/>
                  </a:moveTo>
                  <a:lnTo>
                    <a:pt x="870" y="474"/>
                  </a:lnTo>
                  <a:lnTo>
                    <a:pt x="1006" y="1409"/>
                  </a:lnTo>
                  <a:lnTo>
                    <a:pt x="203" y="12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5" name="ph9495"/>
            <p:cNvSpPr/>
            <p:nvPr/>
          </p:nvSpPr>
          <p:spPr>
            <a:xfrm>
              <a:off x="10663619" y="3169189"/>
              <a:ext cx="866" cy="733"/>
            </a:xfrm>
            <a:custGeom>
              <a:avLst/>
              <a:pathLst>
                <a:path w="866" h="733">
                  <a:moveTo>
                    <a:pt x="96" y="0"/>
                  </a:moveTo>
                  <a:lnTo>
                    <a:pt x="866" y="666"/>
                  </a:lnTo>
                  <a:lnTo>
                    <a:pt x="0" y="7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6" name="ph9496"/>
            <p:cNvSpPr/>
            <p:nvPr/>
          </p:nvSpPr>
          <p:spPr>
            <a:xfrm>
              <a:off x="10864432" y="3269822"/>
              <a:ext cx="1918" cy="539"/>
            </a:xfrm>
            <a:custGeom>
              <a:avLst/>
              <a:pathLst>
                <a:path w="1918" h="539">
                  <a:moveTo>
                    <a:pt x="1918" y="14"/>
                  </a:moveTo>
                  <a:lnTo>
                    <a:pt x="1504" y="5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7" name="ph9497"/>
            <p:cNvSpPr/>
            <p:nvPr/>
          </p:nvSpPr>
          <p:spPr>
            <a:xfrm>
              <a:off x="11163219" y="3368822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8" name="ph9498"/>
            <p:cNvSpPr/>
            <p:nvPr/>
          </p:nvSpPr>
          <p:spPr>
            <a:xfrm>
              <a:off x="11155501" y="2708057"/>
              <a:ext cx="961" cy="972"/>
            </a:xfrm>
            <a:custGeom>
              <a:avLst/>
              <a:pathLst>
                <a:path w="961" h="972">
                  <a:moveTo>
                    <a:pt x="961" y="0"/>
                  </a:moveTo>
                  <a:lnTo>
                    <a:pt x="578" y="949"/>
                  </a:lnTo>
                  <a:lnTo>
                    <a:pt x="0" y="9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9" name="ph9499"/>
            <p:cNvSpPr/>
            <p:nvPr/>
          </p:nvSpPr>
          <p:spPr>
            <a:xfrm>
              <a:off x="11294414" y="3394032"/>
              <a:ext cx="312" cy="241"/>
            </a:xfrm>
            <a:custGeom>
              <a:avLst/>
              <a:pathLst>
                <a:path w="312" h="241">
                  <a:moveTo>
                    <a:pt x="0" y="35"/>
                  </a:moveTo>
                  <a:lnTo>
                    <a:pt x="265" y="0"/>
                  </a:lnTo>
                  <a:lnTo>
                    <a:pt x="312" y="2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0" name="ph9500"/>
            <p:cNvSpPr/>
            <p:nvPr/>
          </p:nvSpPr>
          <p:spPr>
            <a:xfrm>
              <a:off x="11295264" y="3393594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1" name="ph9501"/>
            <p:cNvSpPr/>
            <p:nvPr/>
          </p:nvSpPr>
          <p:spPr>
            <a:xfrm>
              <a:off x="11302104" y="3389709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2" name="ph9502"/>
            <p:cNvSpPr/>
            <p:nvPr/>
          </p:nvSpPr>
          <p:spPr>
            <a:xfrm>
              <a:off x="11307003" y="3386343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3" name="ph9503"/>
            <p:cNvSpPr/>
            <p:nvPr/>
          </p:nvSpPr>
          <p:spPr>
            <a:xfrm>
              <a:off x="11311053" y="3384074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4" name="ph9504"/>
            <p:cNvSpPr/>
            <p:nvPr/>
          </p:nvSpPr>
          <p:spPr>
            <a:xfrm>
              <a:off x="11368918" y="3360394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5" name="ph9505"/>
            <p:cNvSpPr/>
            <p:nvPr/>
          </p:nvSpPr>
          <p:spPr>
            <a:xfrm>
              <a:off x="11293332" y="2976813"/>
              <a:ext cx="139" cy="416"/>
            </a:xfrm>
            <a:custGeom>
              <a:avLst/>
              <a:pathLst>
                <a:path w="139" h="416">
                  <a:moveTo>
                    <a:pt x="0" y="416"/>
                  </a:moveTo>
                  <a:lnTo>
                    <a:pt x="1" y="0"/>
                  </a:lnTo>
                  <a:lnTo>
                    <a:pt x="139" y="20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6" name="ph9506"/>
            <p:cNvSpPr/>
            <p:nvPr/>
          </p:nvSpPr>
          <p:spPr>
            <a:xfrm>
              <a:off x="11714243" y="2746647"/>
              <a:ext cx="2314" cy="1912"/>
            </a:xfrm>
            <a:custGeom>
              <a:avLst/>
              <a:pathLst>
                <a:path w="2314" h="1912">
                  <a:moveTo>
                    <a:pt x="740" y="1912"/>
                  </a:moveTo>
                  <a:lnTo>
                    <a:pt x="0" y="1568"/>
                  </a:lnTo>
                  <a:lnTo>
                    <a:pt x="2201" y="0"/>
                  </a:lnTo>
                  <a:lnTo>
                    <a:pt x="2314" y="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7" name="ph9507"/>
            <p:cNvSpPr/>
            <p:nvPr/>
          </p:nvSpPr>
          <p:spPr>
            <a:xfrm>
              <a:off x="11717246" y="2743983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8" name="ph9508"/>
            <p:cNvSpPr/>
            <p:nvPr/>
          </p:nvSpPr>
          <p:spPr>
            <a:xfrm>
              <a:off x="11719142" y="2744646"/>
              <a:ext cx="235" cy="362"/>
            </a:xfrm>
            <a:custGeom>
              <a:avLst/>
              <a:pathLst>
                <a:path w="235" h="362">
                  <a:moveTo>
                    <a:pt x="0" y="326"/>
                  </a:moveTo>
                  <a:lnTo>
                    <a:pt x="235" y="0"/>
                  </a:lnTo>
                  <a:lnTo>
                    <a:pt x="159" y="3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9" name="ph9509"/>
            <p:cNvSpPr/>
            <p:nvPr/>
          </p:nvSpPr>
          <p:spPr>
            <a:xfrm>
              <a:off x="11704707" y="2738252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0" name="ph9510"/>
            <p:cNvSpPr/>
            <p:nvPr/>
          </p:nvSpPr>
          <p:spPr>
            <a:xfrm>
              <a:off x="11752181" y="2829689"/>
              <a:ext cx="260" cy="56"/>
            </a:xfrm>
            <a:custGeom>
              <a:avLst/>
              <a:pathLst>
                <a:path w="260" h="56">
                  <a:moveTo>
                    <a:pt x="260" y="5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1" name="ph9511"/>
            <p:cNvSpPr/>
            <p:nvPr/>
          </p:nvSpPr>
          <p:spPr>
            <a:xfrm>
              <a:off x="11749900" y="282906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2" name="ph9512"/>
            <p:cNvSpPr/>
            <p:nvPr/>
          </p:nvSpPr>
          <p:spPr>
            <a:xfrm>
              <a:off x="11751537" y="2828686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3" name="ph9513"/>
            <p:cNvSpPr/>
            <p:nvPr/>
          </p:nvSpPr>
          <p:spPr>
            <a:xfrm>
              <a:off x="11914266" y="2799894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4" name="ph9514"/>
            <p:cNvSpPr/>
            <p:nvPr/>
          </p:nvSpPr>
          <p:spPr>
            <a:xfrm>
              <a:off x="11913936" y="2762996"/>
              <a:ext cx="1258" cy="6495"/>
            </a:xfrm>
            <a:custGeom>
              <a:avLst/>
              <a:pathLst>
                <a:path w="1258" h="6495">
                  <a:moveTo>
                    <a:pt x="1258" y="1005"/>
                  </a:moveTo>
                  <a:lnTo>
                    <a:pt x="846" y="3755"/>
                  </a:lnTo>
                  <a:lnTo>
                    <a:pt x="1009" y="6495"/>
                  </a:lnTo>
                  <a:lnTo>
                    <a:pt x="0" y="4205"/>
                  </a:lnTo>
                  <a:lnTo>
                    <a:pt x="62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5" name="ph9515"/>
            <p:cNvSpPr/>
            <p:nvPr/>
          </p:nvSpPr>
          <p:spPr>
            <a:xfrm>
              <a:off x="11914535" y="2762359"/>
              <a:ext cx="964" cy="1713"/>
            </a:xfrm>
            <a:custGeom>
              <a:avLst/>
              <a:pathLst>
                <a:path w="964" h="1713">
                  <a:moveTo>
                    <a:pt x="905" y="274"/>
                  </a:moveTo>
                  <a:lnTo>
                    <a:pt x="964" y="171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6" name="ph9516"/>
            <p:cNvSpPr/>
            <p:nvPr/>
          </p:nvSpPr>
          <p:spPr>
            <a:xfrm>
              <a:off x="11914666" y="2758073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7" name="ph9517"/>
            <p:cNvSpPr/>
            <p:nvPr/>
          </p:nvSpPr>
          <p:spPr>
            <a:xfrm>
              <a:off x="11724802" y="2635607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8" name="ph9518"/>
            <p:cNvSpPr/>
            <p:nvPr/>
          </p:nvSpPr>
          <p:spPr>
            <a:xfrm>
              <a:off x="11799255" y="2597842"/>
              <a:ext cx="159" cy="95"/>
            </a:xfrm>
            <a:custGeom>
              <a:avLst/>
              <a:pathLst>
                <a:path w="159" h="95">
                  <a:moveTo>
                    <a:pt x="159" y="0"/>
                  </a:moveTo>
                  <a:lnTo>
                    <a:pt x="0" y="9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9" name="ph9519"/>
            <p:cNvSpPr/>
            <p:nvPr/>
          </p:nvSpPr>
          <p:spPr>
            <a:xfrm>
              <a:off x="11799638" y="2597207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0" name="ph9520"/>
            <p:cNvSpPr/>
            <p:nvPr/>
          </p:nvSpPr>
          <p:spPr>
            <a:xfrm>
              <a:off x="11796792" y="2597225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1" name="ph9521"/>
            <p:cNvSpPr/>
            <p:nvPr/>
          </p:nvSpPr>
          <p:spPr>
            <a:xfrm>
              <a:off x="11797199" y="2597183"/>
              <a:ext cx="1" cy="166"/>
            </a:xfrm>
            <a:custGeom>
              <a:avLst/>
              <a:pathLst>
                <a:path w="1" h="166">
                  <a:moveTo>
                    <a:pt x="1" y="16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2" name="ph9522"/>
            <p:cNvSpPr/>
            <p:nvPr/>
          </p:nvSpPr>
          <p:spPr>
            <a:xfrm>
              <a:off x="11798917" y="2596531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3" name="ph9523"/>
            <p:cNvSpPr/>
            <p:nvPr/>
          </p:nvSpPr>
          <p:spPr>
            <a:xfrm>
              <a:off x="11985856" y="2551762"/>
              <a:ext cx="866" cy="646"/>
            </a:xfrm>
            <a:custGeom>
              <a:avLst/>
              <a:pathLst>
                <a:path w="866" h="646">
                  <a:moveTo>
                    <a:pt x="866" y="0"/>
                  </a:moveTo>
                  <a:lnTo>
                    <a:pt x="654" y="462"/>
                  </a:lnTo>
                  <a:lnTo>
                    <a:pt x="0" y="6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4" name="ph9524"/>
            <p:cNvSpPr/>
            <p:nvPr/>
          </p:nvSpPr>
          <p:spPr>
            <a:xfrm>
              <a:off x="11986895" y="2551877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5" name="ph9525"/>
            <p:cNvSpPr/>
            <p:nvPr/>
          </p:nvSpPr>
          <p:spPr>
            <a:xfrm>
              <a:off x="11985052" y="2550903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6" name="ph9526"/>
            <p:cNvSpPr/>
            <p:nvPr/>
          </p:nvSpPr>
          <p:spPr>
            <a:xfrm>
              <a:off x="11986468" y="2550869"/>
              <a:ext cx="39" cy="137"/>
            </a:xfrm>
            <a:custGeom>
              <a:avLst/>
              <a:pathLst>
                <a:path w="39" h="137">
                  <a:moveTo>
                    <a:pt x="39" y="0"/>
                  </a:move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7" name="ph9527"/>
            <p:cNvSpPr/>
            <p:nvPr/>
          </p:nvSpPr>
          <p:spPr>
            <a:xfrm>
              <a:off x="11984963" y="2550600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8" name="ph9528"/>
            <p:cNvSpPr/>
            <p:nvPr/>
          </p:nvSpPr>
          <p:spPr>
            <a:xfrm>
              <a:off x="11985009" y="2549837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9" name="ph9529"/>
            <p:cNvSpPr/>
            <p:nvPr/>
          </p:nvSpPr>
          <p:spPr>
            <a:xfrm>
              <a:off x="11985434" y="2549767"/>
              <a:ext cx="152" cy="241"/>
            </a:xfrm>
            <a:custGeom>
              <a:avLst/>
              <a:pathLst>
                <a:path w="152" h="241">
                  <a:moveTo>
                    <a:pt x="19" y="0"/>
                  </a:moveTo>
                  <a:lnTo>
                    <a:pt x="152" y="241"/>
                  </a:lnTo>
                  <a:lnTo>
                    <a:pt x="0" y="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0" name="ph9530"/>
            <p:cNvSpPr/>
            <p:nvPr/>
          </p:nvSpPr>
          <p:spPr>
            <a:xfrm>
              <a:off x="11979191" y="2545755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1" name="ph9531"/>
            <p:cNvSpPr/>
            <p:nvPr/>
          </p:nvSpPr>
          <p:spPr>
            <a:xfrm>
              <a:off x="11980212" y="254579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2" name="ph9532"/>
            <p:cNvSpPr/>
            <p:nvPr/>
          </p:nvSpPr>
          <p:spPr>
            <a:xfrm>
              <a:off x="11978102" y="2545122"/>
              <a:ext cx="868" cy="1112"/>
            </a:xfrm>
            <a:custGeom>
              <a:avLst/>
              <a:pathLst>
                <a:path w="868" h="1112">
                  <a:moveTo>
                    <a:pt x="0" y="0"/>
                  </a:moveTo>
                  <a:lnTo>
                    <a:pt x="868" y="11"/>
                  </a:lnTo>
                  <a:lnTo>
                    <a:pt x="821" y="111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3" name="ph9533"/>
            <p:cNvSpPr/>
            <p:nvPr/>
          </p:nvSpPr>
          <p:spPr>
            <a:xfrm>
              <a:off x="11980127" y="2545245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4" name="ph9534"/>
            <p:cNvSpPr/>
            <p:nvPr/>
          </p:nvSpPr>
          <p:spPr>
            <a:xfrm>
              <a:off x="11977485" y="2544739"/>
              <a:ext cx="885" cy="585"/>
            </a:xfrm>
            <a:custGeom>
              <a:avLst/>
              <a:pathLst>
                <a:path w="885" h="585">
                  <a:moveTo>
                    <a:pt x="513" y="185"/>
                  </a:moveTo>
                  <a:lnTo>
                    <a:pt x="485" y="585"/>
                  </a:lnTo>
                  <a:lnTo>
                    <a:pt x="0" y="385"/>
                  </a:lnTo>
                  <a:lnTo>
                    <a:pt x="8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5" name="ph9535"/>
            <p:cNvSpPr/>
            <p:nvPr/>
          </p:nvSpPr>
          <p:spPr>
            <a:xfrm>
              <a:off x="11978572" y="2544321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6" name="ph9536"/>
            <p:cNvSpPr/>
            <p:nvPr/>
          </p:nvSpPr>
          <p:spPr>
            <a:xfrm>
              <a:off x="11979182" y="2544044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7" name="ph9537"/>
            <p:cNvSpPr/>
            <p:nvPr/>
          </p:nvSpPr>
          <p:spPr>
            <a:xfrm>
              <a:off x="11979386" y="2543691"/>
              <a:ext cx="267" cy="253"/>
            </a:xfrm>
            <a:custGeom>
              <a:avLst/>
              <a:pathLst>
                <a:path w="267" h="253">
                  <a:moveTo>
                    <a:pt x="267" y="20"/>
                  </a:moveTo>
                  <a:lnTo>
                    <a:pt x="239" y="2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8" name="ph9538"/>
            <p:cNvSpPr/>
            <p:nvPr/>
          </p:nvSpPr>
          <p:spPr>
            <a:xfrm>
              <a:off x="11975428" y="2539416"/>
              <a:ext cx="1666" cy="3464"/>
            </a:xfrm>
            <a:custGeom>
              <a:avLst/>
              <a:pathLst>
                <a:path w="1666" h="3464">
                  <a:moveTo>
                    <a:pt x="0" y="1690"/>
                  </a:moveTo>
                  <a:lnTo>
                    <a:pt x="266" y="0"/>
                  </a:lnTo>
                  <a:lnTo>
                    <a:pt x="1194" y="965"/>
                  </a:lnTo>
                  <a:lnTo>
                    <a:pt x="1165" y="2204"/>
                  </a:lnTo>
                  <a:lnTo>
                    <a:pt x="1666" y="3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9" name="ph9539"/>
            <p:cNvSpPr/>
            <p:nvPr/>
          </p:nvSpPr>
          <p:spPr>
            <a:xfrm>
              <a:off x="11977050" y="2540288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0" name="ph9540"/>
            <p:cNvSpPr/>
            <p:nvPr/>
          </p:nvSpPr>
          <p:spPr>
            <a:xfrm>
              <a:off x="11970937" y="2527890"/>
              <a:ext cx="21191" cy="24684"/>
            </a:xfrm>
            <a:custGeom>
              <a:avLst/>
              <a:pathLst>
                <a:path w="21191" h="24684">
                  <a:moveTo>
                    <a:pt x="3537" y="7382"/>
                  </a:move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lnTo>
                    <a:pt x="16463" y="24684"/>
                  </a:ln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1" name="ph9541"/>
            <p:cNvSpPr/>
            <p:nvPr/>
          </p:nvSpPr>
          <p:spPr>
            <a:xfrm>
              <a:off x="11976104" y="2539041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2" name="ph9542"/>
            <p:cNvSpPr/>
            <p:nvPr/>
          </p:nvSpPr>
          <p:spPr>
            <a:xfrm>
              <a:off x="11975762" y="2538142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3" name="ph9543"/>
            <p:cNvSpPr/>
            <p:nvPr/>
          </p:nvSpPr>
          <p:spPr>
            <a:xfrm>
              <a:off x="11977676" y="2537191"/>
              <a:ext cx="1260" cy="1215"/>
            </a:xfrm>
            <a:custGeom>
              <a:avLst/>
              <a:pathLst>
                <a:path w="1260" h="1215">
                  <a:moveTo>
                    <a:pt x="927" y="1215"/>
                  </a:move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lnTo>
                    <a:pt x="1260" y="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4" name="ph9544"/>
            <p:cNvSpPr/>
            <p:nvPr/>
          </p:nvSpPr>
          <p:spPr>
            <a:xfrm>
              <a:off x="11972293" y="2536282"/>
              <a:ext cx="2812" cy="2875"/>
            </a:xfrm>
            <a:custGeom>
              <a:avLst/>
              <a:pathLst>
                <a:path w="2812" h="2875">
                  <a:moveTo>
                    <a:pt x="1533" y="1309"/>
                  </a:moveTo>
                  <a:lnTo>
                    <a:pt x="2812" y="2875"/>
                  </a:lnTo>
                  <a:lnTo>
                    <a:pt x="0" y="883"/>
                  </a:lnTo>
                  <a:lnTo>
                    <a:pt x="108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5" name="ph9545"/>
            <p:cNvSpPr/>
            <p:nvPr/>
          </p:nvSpPr>
          <p:spPr>
            <a:xfrm>
              <a:off x="11974881" y="2536435"/>
              <a:ext cx="342" cy="471"/>
            </a:xfrm>
            <a:custGeom>
              <a:avLst/>
              <a:pathLst>
                <a:path w="342" h="471">
                  <a:moveTo>
                    <a:pt x="99" y="0"/>
                  </a:moveTo>
                  <a:lnTo>
                    <a:pt x="342" y="471"/>
                  </a:lnTo>
                  <a:lnTo>
                    <a:pt x="0" y="44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6" name="ph9546"/>
            <p:cNvSpPr/>
            <p:nvPr/>
          </p:nvSpPr>
          <p:spPr>
            <a:xfrm>
              <a:off x="11977233" y="2535956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7" name="ph9547"/>
            <p:cNvSpPr/>
            <p:nvPr/>
          </p:nvSpPr>
          <p:spPr>
            <a:xfrm>
              <a:off x="11979313" y="2535940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8" name="ph9548"/>
            <p:cNvSpPr/>
            <p:nvPr/>
          </p:nvSpPr>
          <p:spPr>
            <a:xfrm>
              <a:off x="11976026" y="2535289"/>
              <a:ext cx="778" cy="1477"/>
            </a:xfrm>
            <a:custGeom>
              <a:avLst/>
              <a:pathLst>
                <a:path w="778" h="1477">
                  <a:moveTo>
                    <a:pt x="778" y="535"/>
                  </a:moveTo>
                  <a:lnTo>
                    <a:pt x="0" y="1477"/>
                  </a:lnTo>
                  <a:lnTo>
                    <a:pt x="6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9" name="ph9549"/>
            <p:cNvSpPr/>
            <p:nvPr/>
          </p:nvSpPr>
          <p:spPr>
            <a:xfrm>
              <a:off x="11977542" y="2535266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0" name="ph9550"/>
            <p:cNvSpPr/>
            <p:nvPr/>
          </p:nvSpPr>
          <p:spPr>
            <a:xfrm>
              <a:off x="11975490" y="2534822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1" name="ph9551"/>
            <p:cNvSpPr/>
            <p:nvPr/>
          </p:nvSpPr>
          <p:spPr>
            <a:xfrm>
              <a:off x="11976886" y="2534057"/>
              <a:ext cx="468" cy="743"/>
            </a:xfrm>
            <a:custGeom>
              <a:avLst/>
              <a:pathLst>
                <a:path w="468" h="743">
                  <a:moveTo>
                    <a:pt x="101" y="675"/>
                  </a:moveTo>
                  <a:lnTo>
                    <a:pt x="0" y="0"/>
                  </a:lnTo>
                  <a:lnTo>
                    <a:pt x="468" y="7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2" name="ph9552"/>
            <p:cNvSpPr/>
            <p:nvPr/>
          </p:nvSpPr>
          <p:spPr>
            <a:xfrm>
              <a:off x="11975638" y="2534138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3" name="ph9553"/>
            <p:cNvSpPr/>
            <p:nvPr/>
          </p:nvSpPr>
          <p:spPr>
            <a:xfrm>
              <a:off x="11976886" y="2533620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4" name="ph9554"/>
            <p:cNvSpPr/>
            <p:nvPr/>
          </p:nvSpPr>
          <p:spPr>
            <a:xfrm>
              <a:off x="11976517" y="2532809"/>
              <a:ext cx="324" cy="464"/>
            </a:xfrm>
            <a:custGeom>
              <a:avLst/>
              <a:pathLst>
                <a:path w="324" h="464">
                  <a:moveTo>
                    <a:pt x="0" y="0"/>
                  </a:moveTo>
                  <a:lnTo>
                    <a:pt x="324" y="224"/>
                  </a:lnTo>
                  <a:lnTo>
                    <a:pt x="99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5" name="ph9555"/>
            <p:cNvSpPr/>
            <p:nvPr/>
          </p:nvSpPr>
          <p:spPr>
            <a:xfrm>
              <a:off x="11976706" y="2532548"/>
              <a:ext cx="531" cy="501"/>
            </a:xfrm>
            <a:custGeom>
              <a:avLst/>
              <a:pathLst>
                <a:path w="531" h="501">
                  <a:moveTo>
                    <a:pt x="454" y="501"/>
                  </a:moveTo>
                  <a:lnTo>
                    <a:pt x="0" y="0"/>
                  </a:lnTo>
                  <a:lnTo>
                    <a:pt x="531" y="1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6" name="ph9556"/>
            <p:cNvSpPr/>
            <p:nvPr/>
          </p:nvSpPr>
          <p:spPr>
            <a:xfrm>
              <a:off x="11972423" y="2530188"/>
              <a:ext cx="1525" cy="356"/>
            </a:xfrm>
            <a:custGeom>
              <a:avLst/>
              <a:pathLst>
                <a:path w="1525" h="356">
                  <a:moveTo>
                    <a:pt x="215" y="356"/>
                  </a:moveTo>
                  <a:lnTo>
                    <a:pt x="0" y="146"/>
                  </a:lnTo>
                  <a:lnTo>
                    <a:pt x="152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7" name="ph9557"/>
            <p:cNvSpPr/>
            <p:nvPr/>
          </p:nvSpPr>
          <p:spPr>
            <a:xfrm>
              <a:off x="11972137" y="2529877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8" name="ph9558"/>
            <p:cNvSpPr/>
            <p:nvPr/>
          </p:nvSpPr>
          <p:spPr>
            <a:xfrm>
              <a:off x="11974042" y="2530158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9" name="ph9559"/>
            <p:cNvSpPr/>
            <p:nvPr/>
          </p:nvSpPr>
          <p:spPr>
            <a:xfrm>
              <a:off x="11972449" y="2529595"/>
              <a:ext cx="209" cy="445"/>
            </a:xfrm>
            <a:custGeom>
              <a:avLst/>
              <a:pathLst>
                <a:path w="209" h="445">
                  <a:moveTo>
                    <a:pt x="0" y="218"/>
                  </a:moveTo>
                  <a:lnTo>
                    <a:pt x="69" y="0"/>
                  </a:lnTo>
                  <a:lnTo>
                    <a:pt x="209" y="4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0" name="ph9560"/>
            <p:cNvSpPr/>
            <p:nvPr/>
          </p:nvSpPr>
          <p:spPr>
            <a:xfrm>
              <a:off x="11972793" y="2529160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1" name="ph9561"/>
            <p:cNvSpPr/>
            <p:nvPr/>
          </p:nvSpPr>
          <p:spPr>
            <a:xfrm>
              <a:off x="11974605" y="2527746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2" name="ph9562"/>
            <p:cNvSpPr/>
            <p:nvPr/>
          </p:nvSpPr>
          <p:spPr>
            <a:xfrm>
              <a:off x="11973734" y="2527996"/>
              <a:ext cx="205" cy="505"/>
            </a:xfrm>
            <a:custGeom>
              <a:avLst/>
              <a:pathLst>
                <a:path w="205" h="505">
                  <a:moveTo>
                    <a:pt x="0" y="505"/>
                  </a:moveTo>
                  <a:lnTo>
                    <a:pt x="205" y="0"/>
                  </a:lnTo>
                  <a:lnTo>
                    <a:pt x="124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3" name="ph9563"/>
            <p:cNvSpPr/>
            <p:nvPr/>
          </p:nvSpPr>
          <p:spPr>
            <a:xfrm>
              <a:off x="11974167" y="2527829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4" name="ph9564"/>
            <p:cNvSpPr/>
            <p:nvPr/>
          </p:nvSpPr>
          <p:spPr>
            <a:xfrm>
              <a:off x="12285020" y="3000922"/>
              <a:ext cx="733" cy="725"/>
            </a:xfrm>
            <a:custGeom>
              <a:avLst/>
              <a:pathLst>
                <a:path w="733" h="725">
                  <a:moveTo>
                    <a:pt x="0" y="0"/>
                  </a:moveTo>
                  <a:lnTo>
                    <a:pt x="733" y="371"/>
                  </a:lnTo>
                  <a:lnTo>
                    <a:pt x="633" y="7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5" name="ph9565"/>
            <p:cNvSpPr/>
            <p:nvPr/>
          </p:nvSpPr>
          <p:spPr>
            <a:xfrm>
              <a:off x="12283303" y="2999973"/>
              <a:ext cx="920" cy="1164"/>
            </a:xfrm>
            <a:custGeom>
              <a:avLst/>
              <a:pathLst>
                <a:path w="920" h="1164">
                  <a:moveTo>
                    <a:pt x="163" y="1164"/>
                  </a:moveTo>
                  <a:lnTo>
                    <a:pt x="0" y="0"/>
                  </a:lnTo>
                  <a:lnTo>
                    <a:pt x="920" y="9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6" name="ph9566"/>
            <p:cNvSpPr/>
            <p:nvPr/>
          </p:nvSpPr>
          <p:spPr>
            <a:xfrm>
              <a:off x="12281771" y="2998955"/>
              <a:ext cx="1195" cy="821"/>
            </a:xfrm>
            <a:custGeom>
              <a:avLst/>
              <a:pathLst>
                <a:path w="1195" h="821">
                  <a:moveTo>
                    <a:pt x="0" y="77"/>
                  </a:moveTo>
                  <a:lnTo>
                    <a:pt x="432" y="0"/>
                  </a:lnTo>
                  <a:lnTo>
                    <a:pt x="1195" y="8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7" name="ph9567"/>
            <p:cNvSpPr/>
            <p:nvPr/>
          </p:nvSpPr>
          <p:spPr>
            <a:xfrm>
              <a:off x="12280658" y="2997919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8" name="ph9568"/>
            <p:cNvSpPr/>
            <p:nvPr/>
          </p:nvSpPr>
          <p:spPr>
            <a:xfrm>
              <a:off x="12279640" y="2996308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9" name="ph9569"/>
            <p:cNvSpPr/>
            <p:nvPr/>
          </p:nvSpPr>
          <p:spPr>
            <a:xfrm>
              <a:off x="12278408" y="2991787"/>
              <a:ext cx="981" cy="3991"/>
            </a:xfrm>
            <a:custGeom>
              <a:avLst/>
              <a:pathLst>
                <a:path w="981" h="3991">
                  <a:moveTo>
                    <a:pt x="0" y="0"/>
                  </a:moveTo>
                  <a:lnTo>
                    <a:pt x="770" y="1389"/>
                  </a:lnTo>
                  <a:lnTo>
                    <a:pt x="981" y="39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0" name="ph9570"/>
            <p:cNvSpPr/>
            <p:nvPr/>
          </p:nvSpPr>
          <p:spPr>
            <a:xfrm>
              <a:off x="12286196" y="2979266"/>
              <a:ext cx="6113" cy="22202"/>
            </a:xfrm>
            <a:custGeom>
              <a:avLst/>
              <a:pathLst>
                <a:path w="6113" h="22202">
                  <a:moveTo>
                    <a:pt x="5134" y="13454"/>
                  </a:moveTo>
                  <a:lnTo>
                    <a:pt x="5185" y="9545"/>
                  </a:ln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1" name="ph9571"/>
            <p:cNvSpPr/>
            <p:nvPr/>
          </p:nvSpPr>
          <p:spPr>
            <a:xfrm>
              <a:off x="12278148" y="2985088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2" name="ph9572"/>
            <p:cNvSpPr/>
            <p:nvPr/>
          </p:nvSpPr>
          <p:spPr>
            <a:xfrm>
              <a:off x="12277799" y="2979868"/>
              <a:ext cx="362" cy="820"/>
            </a:xfrm>
            <a:custGeom>
              <a:avLst/>
              <a:pathLst>
                <a:path w="362" h="820">
                  <a:moveTo>
                    <a:pt x="0" y="260"/>
                  </a:moveTo>
                  <a:lnTo>
                    <a:pt x="255" y="0"/>
                  </a:lnTo>
                  <a:lnTo>
                    <a:pt x="362" y="82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3" name="ph9573"/>
            <p:cNvSpPr/>
            <p:nvPr/>
          </p:nvSpPr>
          <p:spPr>
            <a:xfrm>
              <a:off x="12277468" y="2976616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4" name="ph9574"/>
            <p:cNvSpPr/>
            <p:nvPr/>
          </p:nvSpPr>
          <p:spPr>
            <a:xfrm>
              <a:off x="12288747" y="2973500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5" name="ph9575"/>
            <p:cNvSpPr/>
            <p:nvPr/>
          </p:nvSpPr>
          <p:spPr>
            <a:xfrm>
              <a:off x="12277056" y="2973861"/>
              <a:ext cx="444" cy="1754"/>
            </a:xfrm>
            <a:custGeom>
              <a:avLst/>
              <a:pathLst>
                <a:path w="444" h="1754">
                  <a:moveTo>
                    <a:pt x="0" y="0"/>
                  </a:moveTo>
                  <a:lnTo>
                    <a:pt x="444" y="411"/>
                  </a:lnTo>
                  <a:lnTo>
                    <a:pt x="248" y="17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6" name="ph9576"/>
            <p:cNvSpPr/>
            <p:nvPr/>
          </p:nvSpPr>
          <p:spPr>
            <a:xfrm>
              <a:off x="12277355" y="2968090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7" name="ph9577"/>
            <p:cNvSpPr/>
            <p:nvPr/>
          </p:nvSpPr>
          <p:spPr>
            <a:xfrm>
              <a:off x="12279588" y="2962750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8" name="ph9578"/>
            <p:cNvSpPr/>
            <p:nvPr/>
          </p:nvSpPr>
          <p:spPr>
            <a:xfrm>
              <a:off x="12293824" y="2956972"/>
              <a:ext cx="4636" cy="14200"/>
            </a:xfrm>
            <a:custGeom>
              <a:avLst/>
              <a:pathLst>
                <a:path w="4636" h="14200">
                  <a:moveTo>
                    <a:pt x="4636" y="10859"/>
                  </a:moveTo>
                  <a:lnTo>
                    <a:pt x="3022" y="14200"/>
                  </a:lnTo>
                  <a:lnTo>
                    <a:pt x="2628" y="13755"/>
                  </a:lnTo>
                  <a:lnTo>
                    <a:pt x="3763" y="8296"/>
                  </a:ln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9" name="ph9579"/>
            <p:cNvSpPr/>
            <p:nvPr/>
          </p:nvSpPr>
          <p:spPr>
            <a:xfrm>
              <a:off x="12281315" y="2959987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0" name="ph9580"/>
            <p:cNvSpPr/>
            <p:nvPr/>
          </p:nvSpPr>
          <p:spPr>
            <a:xfrm>
              <a:off x="12281752" y="2958625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1" name="ph9581"/>
            <p:cNvSpPr/>
            <p:nvPr/>
          </p:nvSpPr>
          <p:spPr>
            <a:xfrm>
              <a:off x="12282308" y="2956503"/>
              <a:ext cx="713" cy="1686"/>
            </a:xfrm>
            <a:custGeom>
              <a:avLst/>
              <a:pathLst>
                <a:path w="713" h="1686">
                  <a:moveTo>
                    <a:pt x="0" y="1486"/>
                  </a:moveTo>
                  <a:lnTo>
                    <a:pt x="713" y="0"/>
                  </a:lnTo>
                  <a:lnTo>
                    <a:pt x="26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2" name="ph9582"/>
            <p:cNvSpPr/>
            <p:nvPr/>
          </p:nvSpPr>
          <p:spPr>
            <a:xfrm>
              <a:off x="12290582" y="2957041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3" name="ph9583"/>
            <p:cNvSpPr/>
            <p:nvPr/>
          </p:nvSpPr>
          <p:spPr>
            <a:xfrm>
              <a:off x="12293492" y="2956560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4" name="ph9584"/>
            <p:cNvSpPr/>
            <p:nvPr/>
          </p:nvSpPr>
          <p:spPr>
            <a:xfrm>
              <a:off x="12289242" y="2956419"/>
              <a:ext cx="308" cy="311"/>
            </a:xfrm>
            <a:custGeom>
              <a:avLst/>
              <a:pathLst>
                <a:path w="308" h="311">
                  <a:moveTo>
                    <a:pt x="0" y="0"/>
                  </a:moveTo>
                  <a:lnTo>
                    <a:pt x="308" y="120"/>
                  </a:lnTo>
                  <a:lnTo>
                    <a:pt x="267" y="3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5" name="ph9585"/>
            <p:cNvSpPr/>
            <p:nvPr/>
          </p:nvSpPr>
          <p:spPr>
            <a:xfrm>
              <a:off x="12290911" y="2955899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6" name="ph9586"/>
            <p:cNvSpPr/>
            <p:nvPr/>
          </p:nvSpPr>
          <p:spPr>
            <a:xfrm>
              <a:off x="12288720" y="2955557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7" name="ph9587"/>
            <p:cNvSpPr/>
            <p:nvPr/>
          </p:nvSpPr>
          <p:spPr>
            <a:xfrm>
              <a:off x="12292275" y="2955369"/>
              <a:ext cx="177" cy="321"/>
            </a:xfrm>
            <a:custGeom>
              <a:avLst/>
              <a:pathLst>
                <a:path w="177" h="321">
                  <a:moveTo>
                    <a:pt x="0" y="217"/>
                  </a:moveTo>
                  <a:lnTo>
                    <a:pt x="59" y="0"/>
                  </a:lnTo>
                  <a:lnTo>
                    <a:pt x="177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8" name="ph9588"/>
            <p:cNvSpPr/>
            <p:nvPr/>
          </p:nvSpPr>
          <p:spPr>
            <a:xfrm>
              <a:off x="12287542" y="2954560"/>
              <a:ext cx="491" cy="1322"/>
            </a:xfrm>
            <a:custGeom>
              <a:avLst/>
              <a:pathLst>
                <a:path w="491" h="1322">
                  <a:moveTo>
                    <a:pt x="0" y="818"/>
                  </a:moveTo>
                  <a:lnTo>
                    <a:pt x="491" y="0"/>
                  </a:lnTo>
                  <a:lnTo>
                    <a:pt x="423" y="13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9" name="ph9589"/>
            <p:cNvSpPr/>
            <p:nvPr/>
          </p:nvSpPr>
          <p:spPr>
            <a:xfrm>
              <a:off x="12288641" y="2954794"/>
              <a:ext cx="196" cy="426"/>
            </a:xfrm>
            <a:custGeom>
              <a:avLst/>
              <a:pathLst>
                <a:path w="196" h="426">
                  <a:moveTo>
                    <a:pt x="6" y="426"/>
                  </a:moveTo>
                  <a:lnTo>
                    <a:pt x="0" y="0"/>
                  </a:lnTo>
                  <a:lnTo>
                    <a:pt x="196" y="4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0" name="ph9590"/>
            <p:cNvSpPr/>
            <p:nvPr/>
          </p:nvSpPr>
          <p:spPr>
            <a:xfrm>
              <a:off x="12284504" y="2954222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1" name="ph9591"/>
            <p:cNvSpPr/>
            <p:nvPr/>
          </p:nvSpPr>
          <p:spPr>
            <a:xfrm>
              <a:off x="12284065" y="2953839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2" name="ph9592"/>
            <p:cNvSpPr/>
            <p:nvPr/>
          </p:nvSpPr>
          <p:spPr>
            <a:xfrm>
              <a:off x="12288721" y="2953848"/>
              <a:ext cx="337" cy="404"/>
            </a:xfrm>
            <a:custGeom>
              <a:avLst/>
              <a:pathLst>
                <a:path w="337" h="404">
                  <a:moveTo>
                    <a:pt x="0" y="16"/>
                  </a:moveTo>
                  <a:lnTo>
                    <a:pt x="224" y="0"/>
                  </a:lnTo>
                  <a:lnTo>
                    <a:pt x="337" y="4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3" name="ph9593"/>
            <p:cNvSpPr/>
            <p:nvPr/>
          </p:nvSpPr>
          <p:spPr>
            <a:xfrm>
              <a:off x="12285308" y="2952195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4" name="ph9594"/>
            <p:cNvSpPr/>
            <p:nvPr/>
          </p:nvSpPr>
          <p:spPr>
            <a:xfrm>
              <a:off x="12246822" y="2908002"/>
              <a:ext cx="787" cy="399"/>
            </a:xfrm>
            <a:custGeom>
              <a:avLst/>
              <a:pathLst>
                <a:path w="787" h="399">
                  <a:moveTo>
                    <a:pt x="787" y="399"/>
                  </a:moveTo>
                  <a:lnTo>
                    <a:pt x="0" y="257"/>
                  </a:lnTo>
                  <a:lnTo>
                    <a:pt x="64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5" name="ph9595"/>
            <p:cNvSpPr/>
            <p:nvPr/>
          </p:nvSpPr>
          <p:spPr>
            <a:xfrm>
              <a:off x="12248215" y="2906816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6" name="ph9596"/>
            <p:cNvSpPr/>
            <p:nvPr/>
          </p:nvSpPr>
          <p:spPr>
            <a:xfrm>
              <a:off x="12248435" y="2905908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7" name="ph9597"/>
            <p:cNvSpPr/>
            <p:nvPr/>
          </p:nvSpPr>
          <p:spPr>
            <a:xfrm>
              <a:off x="12246135" y="2902007"/>
              <a:ext cx="3758" cy="2843"/>
            </a:xfrm>
            <a:custGeom>
              <a:avLst/>
              <a:pathLst>
                <a:path w="3758" h="2843">
                  <a:moveTo>
                    <a:pt x="3758" y="0"/>
                  </a:moveTo>
                  <a:lnTo>
                    <a:pt x="2045" y="1912"/>
                  </a:lnTo>
                  <a:lnTo>
                    <a:pt x="0" y="28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8" name="ph9598"/>
            <p:cNvSpPr/>
            <p:nvPr/>
          </p:nvSpPr>
          <p:spPr>
            <a:xfrm>
              <a:off x="12250866" y="2901898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9" name="ph9599"/>
            <p:cNvSpPr/>
            <p:nvPr/>
          </p:nvSpPr>
          <p:spPr>
            <a:xfrm>
              <a:off x="12264840" y="2888664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0" name="ph9600"/>
            <p:cNvSpPr/>
            <p:nvPr/>
          </p:nvSpPr>
          <p:spPr>
            <a:xfrm>
              <a:off x="12259119" y="2884900"/>
              <a:ext cx="4810" cy="3787"/>
            </a:xfrm>
            <a:custGeom>
              <a:avLst/>
              <a:pathLst>
                <a:path w="4810" h="3787">
                  <a:moveTo>
                    <a:pt x="912" y="509"/>
                  </a:moveTo>
                  <a:lnTo>
                    <a:pt x="4810" y="3787"/>
                  </a:lnTo>
                  <a:lnTo>
                    <a:pt x="529" y="1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1" name="ph9601"/>
            <p:cNvSpPr/>
            <p:nvPr/>
          </p:nvSpPr>
          <p:spPr>
            <a:xfrm>
              <a:off x="12252698" y="2882290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2" name="ph9602"/>
            <p:cNvSpPr/>
            <p:nvPr/>
          </p:nvSpPr>
          <p:spPr>
            <a:xfrm>
              <a:off x="12254451" y="2880341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3" name="ph9603"/>
            <p:cNvSpPr/>
            <p:nvPr/>
          </p:nvSpPr>
          <p:spPr>
            <a:xfrm>
              <a:off x="12241375" y="2870296"/>
              <a:ext cx="315" cy="400"/>
            </a:xfrm>
            <a:custGeom>
              <a:avLst/>
              <a:pathLst>
                <a:path w="315" h="400">
                  <a:moveTo>
                    <a:pt x="0" y="400"/>
                  </a:moveTo>
                  <a:lnTo>
                    <a:pt x="211" y="0"/>
                  </a:lnTo>
                  <a:lnTo>
                    <a:pt x="315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4" name="ph9604"/>
            <p:cNvSpPr/>
            <p:nvPr/>
          </p:nvSpPr>
          <p:spPr>
            <a:xfrm>
              <a:off x="12241454" y="2869171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5" name="ph9605"/>
            <p:cNvSpPr/>
            <p:nvPr/>
          </p:nvSpPr>
          <p:spPr>
            <a:xfrm>
              <a:off x="12250303" y="2862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6" name="ph9606"/>
            <p:cNvSpPr/>
            <p:nvPr/>
          </p:nvSpPr>
          <p:spPr>
            <a:xfrm>
              <a:off x="12234614" y="2860898"/>
              <a:ext cx="4249" cy="294"/>
            </a:xfrm>
            <a:custGeom>
              <a:avLst/>
              <a:pathLst>
                <a:path w="4249" h="294">
                  <a:moveTo>
                    <a:pt x="0" y="294"/>
                  </a:moveTo>
                  <a:lnTo>
                    <a:pt x="1458" y="0"/>
                  </a:lnTo>
                  <a:lnTo>
                    <a:pt x="4249" y="1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7" name="ph9607"/>
            <p:cNvSpPr/>
            <p:nvPr/>
          </p:nvSpPr>
          <p:spPr>
            <a:xfrm>
              <a:off x="12251235" y="286097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8" name="ph9608"/>
            <p:cNvSpPr/>
            <p:nvPr/>
          </p:nvSpPr>
          <p:spPr>
            <a:xfrm>
              <a:off x="12241901" y="286076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9" name="ph9609"/>
            <p:cNvSpPr/>
            <p:nvPr/>
          </p:nvSpPr>
          <p:spPr>
            <a:xfrm>
              <a:off x="12242943" y="2860425"/>
              <a:ext cx="339" cy="144"/>
            </a:xfrm>
            <a:custGeom>
              <a:avLst/>
              <a:pathLst>
                <a:path w="339" h="144">
                  <a:moveTo>
                    <a:pt x="339" y="0"/>
                  </a:moveTo>
                  <a:lnTo>
                    <a:pt x="0" y="1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0" name="ph9610"/>
            <p:cNvSpPr/>
            <p:nvPr/>
          </p:nvSpPr>
          <p:spPr>
            <a:xfrm>
              <a:off x="12258580" y="2858422"/>
              <a:ext cx="350" cy="298"/>
            </a:xfrm>
            <a:custGeom>
              <a:avLst/>
              <a:pathLst>
                <a:path w="350" h="298">
                  <a:moveTo>
                    <a:pt x="0" y="14"/>
                  </a:moveTo>
                  <a:lnTo>
                    <a:pt x="181" y="0"/>
                  </a:lnTo>
                  <a:lnTo>
                    <a:pt x="350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1" name="ph9611"/>
            <p:cNvSpPr/>
            <p:nvPr/>
          </p:nvSpPr>
          <p:spPr>
            <a:xfrm>
              <a:off x="12259159" y="2857739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2" name="ph9612"/>
            <p:cNvSpPr/>
            <p:nvPr/>
          </p:nvSpPr>
          <p:spPr>
            <a:xfrm>
              <a:off x="12262533" y="2857345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3" name="ph9613"/>
            <p:cNvSpPr/>
            <p:nvPr/>
          </p:nvSpPr>
          <p:spPr>
            <a:xfrm>
              <a:off x="12263149" y="2857276"/>
              <a:ext cx="307" cy="282"/>
            </a:xfrm>
            <a:custGeom>
              <a:avLst/>
              <a:pathLst>
                <a:path w="307" h="282">
                  <a:moveTo>
                    <a:pt x="0" y="274"/>
                  </a:moveTo>
                  <a:lnTo>
                    <a:pt x="295" y="0"/>
                  </a:lnTo>
                  <a:lnTo>
                    <a:pt x="307" y="2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4" name="ph9614"/>
            <p:cNvSpPr/>
            <p:nvPr/>
          </p:nvSpPr>
          <p:spPr>
            <a:xfrm>
              <a:off x="12259214" y="2856906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5" name="ph9615"/>
            <p:cNvSpPr/>
            <p:nvPr/>
          </p:nvSpPr>
          <p:spPr>
            <a:xfrm>
              <a:off x="12261486" y="2857056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6" name="ph9616"/>
            <p:cNvSpPr/>
            <p:nvPr/>
          </p:nvSpPr>
          <p:spPr>
            <a:xfrm>
              <a:off x="12255634" y="2856276"/>
              <a:ext cx="493" cy="997"/>
            </a:xfrm>
            <a:custGeom>
              <a:avLst/>
              <a:pathLst>
                <a:path w="493" h="997">
                  <a:moveTo>
                    <a:pt x="95" y="997"/>
                  </a:moveTo>
                  <a:lnTo>
                    <a:pt x="0" y="30"/>
                  </a:lnTo>
                  <a:lnTo>
                    <a:pt x="4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7" name="ph9617"/>
            <p:cNvSpPr/>
            <p:nvPr/>
          </p:nvSpPr>
          <p:spPr>
            <a:xfrm>
              <a:off x="12258789" y="2856183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8" name="ph9618"/>
            <p:cNvSpPr/>
            <p:nvPr/>
          </p:nvSpPr>
          <p:spPr>
            <a:xfrm>
              <a:off x="12262067" y="2855608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9" name="ph9619"/>
            <p:cNvSpPr/>
            <p:nvPr/>
          </p:nvSpPr>
          <p:spPr>
            <a:xfrm>
              <a:off x="12255818" y="2854312"/>
              <a:ext cx="563" cy="744"/>
            </a:xfrm>
            <a:custGeom>
              <a:avLst/>
              <a:pathLst>
                <a:path w="563" h="744">
                  <a:moveTo>
                    <a:pt x="116" y="88"/>
                  </a:moveTo>
                  <a:lnTo>
                    <a:pt x="563" y="0"/>
                  </a:lnTo>
                  <a:lnTo>
                    <a:pt x="0" y="7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0" name="ph9620"/>
            <p:cNvSpPr/>
            <p:nvPr/>
          </p:nvSpPr>
          <p:spPr>
            <a:xfrm>
              <a:off x="12235479" y="2854346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1" name="ph9621"/>
            <p:cNvSpPr/>
            <p:nvPr/>
          </p:nvSpPr>
          <p:spPr>
            <a:xfrm>
              <a:off x="12237548" y="2854116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2" name="ph9622"/>
            <p:cNvSpPr/>
            <p:nvPr/>
          </p:nvSpPr>
          <p:spPr>
            <a:xfrm>
              <a:off x="12233868" y="2853999"/>
              <a:ext cx="1058" cy="431"/>
            </a:xfrm>
            <a:custGeom>
              <a:avLst/>
              <a:pathLst>
                <a:path w="1058" h="431">
                  <a:moveTo>
                    <a:pt x="0" y="202"/>
                  </a:moveTo>
                  <a:lnTo>
                    <a:pt x="598" y="0"/>
                  </a:lnTo>
                  <a:lnTo>
                    <a:pt x="1058" y="4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3" name="ph9623"/>
            <p:cNvSpPr/>
            <p:nvPr/>
          </p:nvSpPr>
          <p:spPr>
            <a:xfrm>
              <a:off x="12261287" y="2845922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4" name="ph9624"/>
            <p:cNvSpPr/>
            <p:nvPr/>
          </p:nvSpPr>
          <p:spPr>
            <a:xfrm>
              <a:off x="12260803" y="2845509"/>
              <a:ext cx="497" cy="542"/>
            </a:xfrm>
            <a:custGeom>
              <a:avLst/>
              <a:pathLst>
                <a:path w="497" h="542">
                  <a:moveTo>
                    <a:pt x="497" y="542"/>
                  </a:moveTo>
                  <a:lnTo>
                    <a:pt x="0" y="406"/>
                  </a:lnTo>
                  <a:lnTo>
                    <a:pt x="21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5" name="ph9625"/>
            <p:cNvSpPr/>
            <p:nvPr/>
          </p:nvSpPr>
          <p:spPr>
            <a:xfrm>
              <a:off x="12259671" y="2844901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6" name="ph9626"/>
            <p:cNvSpPr/>
            <p:nvPr/>
          </p:nvSpPr>
          <p:spPr>
            <a:xfrm>
              <a:off x="12259464" y="2844860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7" name="ph9627"/>
            <p:cNvSpPr/>
            <p:nvPr/>
          </p:nvSpPr>
          <p:spPr>
            <a:xfrm>
              <a:off x="12256435" y="2844382"/>
              <a:ext cx="2996" cy="558"/>
            </a:xfrm>
            <a:custGeom>
              <a:avLst/>
              <a:pathLst>
                <a:path w="2996" h="558">
                  <a:moveTo>
                    <a:pt x="0" y="219"/>
                  </a:moveTo>
                  <a:lnTo>
                    <a:pt x="445" y="0"/>
                  </a:lnTo>
                  <a:lnTo>
                    <a:pt x="2996" y="5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8" name="ph9628"/>
            <p:cNvSpPr/>
            <p:nvPr/>
          </p:nvSpPr>
          <p:spPr>
            <a:xfrm>
              <a:off x="12302408" y="2731093"/>
              <a:ext cx="30705" cy="41020"/>
            </a:xfrm>
            <a:custGeom>
              <a:avLst/>
              <a:pathLst>
                <a:path w="30705" h="41020">
                  <a:moveTo>
                    <a:pt x="13762" y="7468"/>
                  </a:move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lnTo>
                    <a:pt x="24417" y="15856"/>
                  </a:ln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9" name="ph9629"/>
            <p:cNvSpPr/>
            <p:nvPr/>
          </p:nvSpPr>
          <p:spPr>
            <a:xfrm>
              <a:off x="12317832" y="2737927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0" name="ph9630"/>
            <p:cNvSpPr/>
            <p:nvPr/>
          </p:nvSpPr>
          <p:spPr>
            <a:xfrm>
              <a:off x="12321332" y="2651754"/>
              <a:ext cx="5442" cy="7071"/>
            </a:xfrm>
            <a:custGeom>
              <a:avLst/>
              <a:pathLst>
                <a:path w="5442" h="7071">
                  <a:moveTo>
                    <a:pt x="392" y="0"/>
                  </a:move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lnTo>
                    <a:pt x="1666" y="2939"/>
                  </a:ln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1" name="ph9631"/>
            <p:cNvSpPr/>
            <p:nvPr/>
          </p:nvSpPr>
          <p:spPr>
            <a:xfrm>
              <a:off x="12304348" y="2632759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2" name="ph9632"/>
            <p:cNvSpPr/>
            <p:nvPr/>
          </p:nvSpPr>
          <p:spPr>
            <a:xfrm>
              <a:off x="12147914" y="2633564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3" name="ph9633"/>
            <p:cNvSpPr/>
            <p:nvPr/>
          </p:nvSpPr>
          <p:spPr>
            <a:xfrm>
              <a:off x="12301188" y="2629814"/>
              <a:ext cx="973" cy="2087"/>
            </a:xfrm>
            <a:custGeom>
              <a:avLst/>
              <a:pathLst>
                <a:path w="973" h="2087">
                  <a:moveTo>
                    <a:pt x="901" y="0"/>
                  </a:moveTo>
                  <a:lnTo>
                    <a:pt x="973" y="1637"/>
                  </a:lnTo>
                  <a:lnTo>
                    <a:pt x="0" y="20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4" name="ph9634"/>
            <p:cNvSpPr/>
            <p:nvPr/>
          </p:nvSpPr>
          <p:spPr>
            <a:xfrm>
              <a:off x="12298322" y="2629075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5" name="ph9635"/>
            <p:cNvSpPr/>
            <p:nvPr/>
          </p:nvSpPr>
          <p:spPr>
            <a:xfrm>
              <a:off x="12299868" y="2628646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6" name="ph9636"/>
            <p:cNvSpPr/>
            <p:nvPr/>
          </p:nvSpPr>
          <p:spPr>
            <a:xfrm>
              <a:off x="12312264" y="2620872"/>
              <a:ext cx="3092" cy="8488"/>
            </a:xfrm>
            <a:custGeom>
              <a:avLst/>
              <a:pathLst>
                <a:path w="3092" h="8488">
                  <a:moveTo>
                    <a:pt x="963" y="2074"/>
                  </a:move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7" name="ph9637"/>
            <p:cNvSpPr/>
            <p:nvPr/>
          </p:nvSpPr>
          <p:spPr>
            <a:xfrm>
              <a:off x="12246837" y="2615739"/>
              <a:ext cx="37944" cy="15289"/>
            </a:xfrm>
            <a:custGeom>
              <a:avLst/>
              <a:pathLst>
                <a:path w="37944" h="15289">
                  <a:moveTo>
                    <a:pt x="9431" y="9028"/>
                  </a:moveTo>
                  <a:lnTo>
                    <a:pt x="12508" y="9505"/>
                  </a:lnTo>
                  <a:lnTo>
                    <a:pt x="19092" y="8559"/>
                  </a:lnTo>
                  <a:lnTo>
                    <a:pt x="26948" y="4440"/>
                  </a:lnTo>
                  <a:lnTo>
                    <a:pt x="31105" y="0"/>
                  </a:lnTo>
                  <a:lnTo>
                    <a:pt x="35764" y="719"/>
                  </a:lnTo>
                  <a:lnTo>
                    <a:pt x="37944" y="1646"/>
                  </a:lnTo>
                  <a:lnTo>
                    <a:pt x="35436" y="810"/>
                  </a:lnTo>
                  <a:lnTo>
                    <a:pt x="33216" y="1570"/>
                  </a:lnTo>
                  <a:lnTo>
                    <a:pt x="31148" y="414"/>
                  </a:lnTo>
                  <a:lnTo>
                    <a:pt x="31206" y="640"/>
                  </a:lnTo>
                  <a:lnTo>
                    <a:pt x="31191" y="830"/>
                  </a:lnTo>
                  <a:lnTo>
                    <a:pt x="29845" y="1743"/>
                  </a:lnTo>
                  <a:lnTo>
                    <a:pt x="28931" y="4591"/>
                  </a:lnTo>
                  <a:lnTo>
                    <a:pt x="24841" y="6625"/>
                  </a:lnTo>
                  <a:lnTo>
                    <a:pt x="20875" y="10497"/>
                  </a:lnTo>
                  <a:lnTo>
                    <a:pt x="12821" y="12516"/>
                  </a:lnTo>
                  <a:lnTo>
                    <a:pt x="8396" y="10707"/>
                  </a:lnTo>
                  <a:lnTo>
                    <a:pt x="7147" y="9139"/>
                  </a:lnTo>
                  <a:lnTo>
                    <a:pt x="4138" y="11269"/>
                  </a:lnTo>
                  <a:lnTo>
                    <a:pt x="1396" y="14990"/>
                  </a:lnTo>
                  <a:lnTo>
                    <a:pt x="866" y="15289"/>
                  </a:lnTo>
                  <a:lnTo>
                    <a:pt x="0" y="14403"/>
                  </a:lnTo>
                  <a:lnTo>
                    <a:pt x="6233" y="7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8" name="ph9638"/>
            <p:cNvSpPr/>
            <p:nvPr/>
          </p:nvSpPr>
          <p:spPr>
            <a:xfrm>
              <a:off x="12293188" y="2622577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9" name="ph9639"/>
            <p:cNvSpPr/>
            <p:nvPr/>
          </p:nvSpPr>
          <p:spPr>
            <a:xfrm>
              <a:off x="12289093" y="2618965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0" name="ph9640"/>
            <p:cNvSpPr/>
            <p:nvPr/>
          </p:nvSpPr>
          <p:spPr>
            <a:xfrm>
              <a:off x="12287509" y="2618457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1" name="ph9641"/>
            <p:cNvSpPr/>
            <p:nvPr/>
          </p:nvSpPr>
          <p:spPr>
            <a:xfrm>
              <a:off x="12285255" y="2617160"/>
              <a:ext cx="5726" cy="2102"/>
            </a:xfrm>
            <a:custGeom>
              <a:avLst/>
              <a:pathLst>
                <a:path w="5726" h="2102">
                  <a:moveTo>
                    <a:pt x="868" y="0"/>
                  </a:moveTo>
                  <a:lnTo>
                    <a:pt x="5726" y="2102"/>
                  </a:lnTo>
                  <a:lnTo>
                    <a:pt x="0" y="2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2" name="tx9642"/>
            <p:cNvSpPr/>
            <p:nvPr/>
          </p:nvSpPr>
          <p:spPr>
            <a:xfrm>
              <a:off x="9773585" y="3700771"/>
              <a:ext cx="35579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Fuente</a:t>
              </a:r>
            </a:p>
          </p:txBody>
        </p:sp>
        <p:sp>
          <p:nvSpPr>
            <p:cNvPr id="9643" name="rc9643"/>
            <p:cNvSpPr/>
            <p:nvPr/>
          </p:nvSpPr>
          <p:spPr>
            <a:xfrm>
              <a:off x="9464854" y="3857851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44" name="rc9644"/>
            <p:cNvSpPr/>
            <p:nvPr/>
          </p:nvSpPr>
          <p:spPr>
            <a:xfrm>
              <a:off x="9465574" y="3858571"/>
              <a:ext cx="142559" cy="142560"/>
            </a:xfrm>
            <a:prstGeom prst="rect">
              <a:avLst/>
            </a:prstGeom>
            <a:solidFill>
              <a:srgbClr val="66666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45" name="rc9645"/>
            <p:cNvSpPr/>
            <p:nvPr/>
          </p:nvSpPr>
          <p:spPr>
            <a:xfrm>
              <a:off x="9464854" y="4065114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46" name="rc9646"/>
            <p:cNvSpPr/>
            <p:nvPr/>
          </p:nvSpPr>
          <p:spPr>
            <a:xfrm>
              <a:off x="9465574" y="4065834"/>
              <a:ext cx="142559" cy="142560"/>
            </a:xfrm>
            <a:prstGeom prst="rect">
              <a:avLst/>
            </a:prstGeom>
            <a:solidFill>
              <a:srgbClr val="66666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47" name="tx9647"/>
            <p:cNvSpPr/>
            <p:nvPr/>
          </p:nvSpPr>
          <p:spPr>
            <a:xfrm>
              <a:off x="9672117" y="3898030"/>
              <a:ext cx="61283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Muestra directa</a:t>
              </a:r>
            </a:p>
          </p:txBody>
        </p:sp>
        <p:sp>
          <p:nvSpPr>
            <p:cNvPr id="9648" name="tx9648"/>
            <p:cNvSpPr/>
            <p:nvPr/>
          </p:nvSpPr>
          <p:spPr>
            <a:xfrm>
              <a:off x="9672117" y="4105293"/>
              <a:ext cx="76599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muestra directa</a:t>
              </a:r>
            </a:p>
          </p:txBody>
        </p:sp>
        <p:sp>
          <p:nvSpPr>
            <p:cNvPr id="9649" name="tx9649"/>
            <p:cNvSpPr/>
            <p:nvPr/>
          </p:nvSpPr>
          <p:spPr>
            <a:xfrm>
              <a:off x="10804562" y="3700771"/>
              <a:ext cx="69878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Ancho IC95%</a:t>
              </a:r>
            </a:p>
          </p:txBody>
        </p:sp>
        <p:sp>
          <p:nvSpPr>
            <p:cNvPr id="9650" name="tx9650"/>
            <p:cNvSpPr/>
            <p:nvPr/>
          </p:nvSpPr>
          <p:spPr>
            <a:xfrm>
              <a:off x="11052365" y="3824215"/>
              <a:ext cx="203179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(pp)</a:t>
              </a:r>
            </a:p>
          </p:txBody>
        </p:sp>
        <p:sp>
          <p:nvSpPr>
            <p:cNvPr id="9651" name="rc9651"/>
            <p:cNvSpPr/>
            <p:nvPr/>
          </p:nvSpPr>
          <p:spPr>
            <a:xfrm>
              <a:off x="10529549" y="3981295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52" name="rc9652"/>
            <p:cNvSpPr/>
            <p:nvPr/>
          </p:nvSpPr>
          <p:spPr>
            <a:xfrm>
              <a:off x="10533149" y="3984895"/>
              <a:ext cx="136800" cy="136799"/>
            </a:xfrm>
            <a:prstGeom prst="rect">
              <a:avLst/>
            </a:prstGeom>
            <a:solidFill>
              <a:srgbClr val="F7F7F7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53" name="rc9653"/>
            <p:cNvSpPr/>
            <p:nvPr/>
          </p:nvSpPr>
          <p:spPr>
            <a:xfrm>
              <a:off x="11185586" y="3981295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54" name="rc9654"/>
            <p:cNvSpPr/>
            <p:nvPr/>
          </p:nvSpPr>
          <p:spPr>
            <a:xfrm>
              <a:off x="11189186" y="3984895"/>
              <a:ext cx="136800" cy="13679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55" name="rc9655"/>
            <p:cNvSpPr/>
            <p:nvPr/>
          </p:nvSpPr>
          <p:spPr>
            <a:xfrm>
              <a:off x="10529549" y="4188558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56" name="rc9656"/>
            <p:cNvSpPr/>
            <p:nvPr/>
          </p:nvSpPr>
          <p:spPr>
            <a:xfrm>
              <a:off x="10533149" y="4192158"/>
              <a:ext cx="136800" cy="136799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57" name="rc9657"/>
            <p:cNvSpPr/>
            <p:nvPr/>
          </p:nvSpPr>
          <p:spPr>
            <a:xfrm>
              <a:off x="11185586" y="4188558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58" name="rc9658"/>
            <p:cNvSpPr/>
            <p:nvPr/>
          </p:nvSpPr>
          <p:spPr>
            <a:xfrm>
              <a:off x="11189186" y="4192158"/>
              <a:ext cx="136800" cy="136799"/>
            </a:xfrm>
            <a:prstGeom prst="rect">
              <a:avLst/>
            </a:prstGeom>
            <a:solidFill>
              <a:srgbClr val="969696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59" name="rc9659"/>
            <p:cNvSpPr/>
            <p:nvPr/>
          </p:nvSpPr>
          <p:spPr>
            <a:xfrm>
              <a:off x="10529549" y="4395820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60" name="rc9660"/>
            <p:cNvSpPr/>
            <p:nvPr/>
          </p:nvSpPr>
          <p:spPr>
            <a:xfrm>
              <a:off x="10533149" y="4399420"/>
              <a:ext cx="136800" cy="136799"/>
            </a:xfrm>
            <a:prstGeom prst="rect">
              <a:avLst/>
            </a:prstGeom>
            <a:solidFill>
              <a:srgbClr val="636363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61" name="rc9661"/>
            <p:cNvSpPr/>
            <p:nvPr/>
          </p:nvSpPr>
          <p:spPr>
            <a:xfrm>
              <a:off x="11185586" y="4395820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62" name="rc9662"/>
            <p:cNvSpPr/>
            <p:nvPr/>
          </p:nvSpPr>
          <p:spPr>
            <a:xfrm>
              <a:off x="11189186" y="4399420"/>
              <a:ext cx="136800" cy="136799"/>
            </a:xfrm>
            <a:prstGeom prst="rect">
              <a:avLst/>
            </a:prstGeom>
            <a:solidFill>
              <a:srgbClr val="252525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63" name="rc9663"/>
            <p:cNvSpPr/>
            <p:nvPr/>
          </p:nvSpPr>
          <p:spPr>
            <a:xfrm>
              <a:off x="10529549" y="4603083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64" name="rc9664"/>
            <p:cNvSpPr/>
            <p:nvPr/>
          </p:nvSpPr>
          <p:spPr>
            <a:xfrm>
              <a:off x="10533149" y="4606683"/>
              <a:ext cx="136800" cy="136799"/>
            </a:xfrm>
            <a:prstGeom prst="rect">
              <a:avLst/>
            </a:prstGeom>
            <a:solidFill>
              <a:srgbClr val="FDF0D5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65" name="tx9665"/>
            <p:cNvSpPr/>
            <p:nvPr/>
          </p:nvSpPr>
          <p:spPr>
            <a:xfrm>
              <a:off x="10736812" y="4021474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12%-16%</a:t>
              </a:r>
            </a:p>
          </p:txBody>
        </p:sp>
        <p:sp>
          <p:nvSpPr>
            <p:cNvPr id="9666" name="tx9666"/>
            <p:cNvSpPr/>
            <p:nvPr/>
          </p:nvSpPr>
          <p:spPr>
            <a:xfrm>
              <a:off x="11392849" y="4021474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16%-16%</a:t>
              </a:r>
            </a:p>
          </p:txBody>
        </p:sp>
        <p:sp>
          <p:nvSpPr>
            <p:cNvPr id="9667" name="tx9667"/>
            <p:cNvSpPr/>
            <p:nvPr/>
          </p:nvSpPr>
          <p:spPr>
            <a:xfrm>
              <a:off x="10736812" y="4228737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16%-17%</a:t>
              </a:r>
            </a:p>
          </p:txBody>
        </p:sp>
        <p:sp>
          <p:nvSpPr>
            <p:cNvPr id="9668" name="tx9668"/>
            <p:cNvSpPr/>
            <p:nvPr/>
          </p:nvSpPr>
          <p:spPr>
            <a:xfrm>
              <a:off x="11392849" y="4228737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17%-18%</a:t>
              </a:r>
            </a:p>
          </p:txBody>
        </p:sp>
        <p:sp>
          <p:nvSpPr>
            <p:cNvPr id="9669" name="tx9669"/>
            <p:cNvSpPr/>
            <p:nvPr/>
          </p:nvSpPr>
          <p:spPr>
            <a:xfrm>
              <a:off x="10736812" y="4435999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18%-19%</a:t>
              </a:r>
            </a:p>
          </p:txBody>
        </p:sp>
        <p:sp>
          <p:nvSpPr>
            <p:cNvPr id="9670" name="tx9670"/>
            <p:cNvSpPr/>
            <p:nvPr/>
          </p:nvSpPr>
          <p:spPr>
            <a:xfrm>
              <a:off x="11392849" y="4435999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19%-32%</a:t>
              </a:r>
            </a:p>
          </p:txBody>
        </p:sp>
        <p:sp>
          <p:nvSpPr>
            <p:cNvPr id="9671" name="tx9671"/>
            <p:cNvSpPr/>
            <p:nvPr/>
          </p:nvSpPr>
          <p:spPr>
            <a:xfrm>
              <a:off x="10736812" y="4643262"/>
              <a:ext cx="32625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dato</a:t>
              </a:r>
            </a:p>
          </p:txBody>
        </p:sp>
        <p:sp>
          <p:nvSpPr>
            <p:cNvPr id="9672" name="tx9672"/>
            <p:cNvSpPr/>
            <p:nvPr/>
          </p:nvSpPr>
          <p:spPr>
            <a:xfrm>
              <a:off x="10284010" y="1076899"/>
              <a:ext cx="67519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C. Control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2026-08-03T17:27:55Z</dcterms:modified>
  <cp:category/>
</cp:coreProperties>
</file>